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5.xml" ContentType="application/vnd.openxmlformats-officedocument.themeOverr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0" r:id="rId5"/>
  </p:sldMasterIdLst>
  <p:notesMasterIdLst>
    <p:notesMasterId r:id="rId9"/>
  </p:notesMasterIdLst>
  <p:sldIdLst>
    <p:sldId id="15271" r:id="rId6"/>
    <p:sldId id="15120" r:id="rId7"/>
    <p:sldId id="2147474480" r:id="rId8"/>
  </p:sldIdLst>
  <p:sldSz cx="12192000" cy="6858000"/>
  <p:notesSz cx="7102475" cy="9388475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2F4BE36-0DEC-3D40-5F59-B14AB562BD62}" name="Nikolas Buitrago" initials="NB" userId="S::nbuitrago@camacol.org.co::600a14df-701f-4e65-9aae-8fb58f1f99d7" providerId="AD"/>
  <p188:author id="{CD1CC745-D565-FA99-590A-FEB525016888}" name="Adriana Ivonne Cardenas" initials="AIC" userId="S::acardenas@camacol.org.co::3c795534-a2b8-4e77-9797-05fc6d0a2ea9" providerId="AD"/>
  <p188:author id="{125EA46C-DEDF-4FE6-7729-2C9684504E36}" name="Jorge Alberto Torres Vallejo" initials="JT" userId="S::jtorres@camacol.org.co::7a88b552-1338-42e7-b29c-e7e192b520df" providerId="AD"/>
  <p188:author id="{819E1EF5-C01E-4DC2-BCAB-FE6A7CE7E9EF}" name="Paula Alexandra Peñuela" initials="PAP" userId="S::ppenuela@camacol.org.co::3ac7a49f-4470-4c2e-abbb-faefeb6401f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9CDE5"/>
    <a:srgbClr val="DBDBDB"/>
    <a:srgbClr val="FFFFFF"/>
    <a:srgbClr val="FFFF8B"/>
    <a:srgbClr val="7030A0"/>
    <a:srgbClr val="002060"/>
    <a:srgbClr val="000000"/>
    <a:srgbClr val="C00000"/>
    <a:srgbClr val="64B7CE"/>
    <a:srgbClr val="D2DF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1C3388-2CC6-47D3-8562-4BE442AB8435}" v="9" dt="2025-03-11T20:20:27.08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ego Fernando Montañez Herrera" userId="82695c21-d357-4296-ab2b-5452df8abee9" providerId="ADAL" clId="{121C3388-2CC6-47D3-8562-4BE442AB8435}"/>
    <pc:docChg chg="addSld modSld">
      <pc:chgData name="Diego Fernando Montañez Herrera" userId="82695c21-d357-4296-ab2b-5452df8abee9" providerId="ADAL" clId="{121C3388-2CC6-47D3-8562-4BE442AB8435}" dt="2025-03-11T20:20:13.158" v="57" actId="27918"/>
      <pc:docMkLst>
        <pc:docMk/>
      </pc:docMkLst>
      <pc:sldChg chg="modSp mod">
        <pc:chgData name="Diego Fernando Montañez Herrera" userId="82695c21-d357-4296-ab2b-5452df8abee9" providerId="ADAL" clId="{121C3388-2CC6-47D3-8562-4BE442AB8435}" dt="2025-03-11T20:20:13.158" v="57" actId="27918"/>
        <pc:sldMkLst>
          <pc:docMk/>
          <pc:sldMk cId="989904604" sldId="15271"/>
        </pc:sldMkLst>
        <pc:spChg chg="mod">
          <ac:chgData name="Diego Fernando Montañez Herrera" userId="82695c21-d357-4296-ab2b-5452df8abee9" providerId="ADAL" clId="{121C3388-2CC6-47D3-8562-4BE442AB8435}" dt="2025-03-11T20:19:12.976" v="50" actId="6549"/>
          <ac:spMkLst>
            <pc:docMk/>
            <pc:sldMk cId="989904604" sldId="15271"/>
            <ac:spMk id="8" creationId="{BEA9597E-CE6C-74FF-9E65-E9D897BB3420}"/>
          </ac:spMkLst>
        </pc:spChg>
      </pc:sldChg>
      <pc:sldChg chg="add">
        <pc:chgData name="Diego Fernando Montañez Herrera" userId="82695c21-d357-4296-ab2b-5452df8abee9" providerId="ADAL" clId="{121C3388-2CC6-47D3-8562-4BE442AB8435}" dt="2025-03-10T17:08:31.739" v="4"/>
        <pc:sldMkLst>
          <pc:docMk/>
          <pc:sldMk cId="1359416836" sldId="2147474480"/>
        </pc:sldMkLst>
      </pc:sldChg>
    </pc:docChg>
  </pc:docChgLst>
  <pc:docChgLst>
    <pc:chgData name="Diego Fernando Montañez Herrera" userId="82695c21-d357-4296-ab2b-5452df8abee9" providerId="ADAL" clId="{33823BAB-B7F2-4B9B-8E68-D4788924347D}"/>
    <pc:docChg chg="addSld modSld sldOrd">
      <pc:chgData name="Diego Fernando Montañez Herrera" userId="82695c21-d357-4296-ab2b-5452df8abee9" providerId="ADAL" clId="{33823BAB-B7F2-4B9B-8E68-D4788924347D}" dt="2025-03-04T15:30:31.863" v="2"/>
      <pc:docMkLst>
        <pc:docMk/>
      </pc:docMkLst>
      <pc:sldChg chg="add ord">
        <pc:chgData name="Diego Fernando Montañez Herrera" userId="82695c21-d357-4296-ab2b-5452df8abee9" providerId="ADAL" clId="{33823BAB-B7F2-4B9B-8E68-D4788924347D}" dt="2025-03-04T15:30:31.863" v="2"/>
        <pc:sldMkLst>
          <pc:docMk/>
          <pc:sldMk cId="989904604" sldId="15271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1"/>
          <c:order val="1"/>
          <c:tx>
            <c:strRef>
              <c:f>Hoja2!$D$2</c:f>
              <c:strCache>
                <c:ptCount val="1"/>
                <c:pt idx="0">
                  <c:v>TES 10 años</c:v>
                </c:pt>
              </c:strCache>
            </c:strRef>
          </c:tx>
          <c:spPr>
            <a:ln w="12700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cat>
            <c:numRef>
              <c:f>Hoja2!$B$316:$B$5773</c:f>
              <c:numCache>
                <c:formatCode>m/d/yyyy</c:formatCode>
                <c:ptCount val="5458"/>
                <c:pt idx="0">
                  <c:v>38070</c:v>
                </c:pt>
                <c:pt idx="1">
                  <c:v>38071</c:v>
                </c:pt>
                <c:pt idx="2">
                  <c:v>38072</c:v>
                </c:pt>
                <c:pt idx="3">
                  <c:v>38075</c:v>
                </c:pt>
                <c:pt idx="4">
                  <c:v>38076</c:v>
                </c:pt>
                <c:pt idx="5">
                  <c:v>38077</c:v>
                </c:pt>
                <c:pt idx="6">
                  <c:v>38078</c:v>
                </c:pt>
                <c:pt idx="7">
                  <c:v>38079</c:v>
                </c:pt>
                <c:pt idx="8">
                  <c:v>38082</c:v>
                </c:pt>
                <c:pt idx="9">
                  <c:v>38083</c:v>
                </c:pt>
                <c:pt idx="10">
                  <c:v>38084</c:v>
                </c:pt>
                <c:pt idx="11">
                  <c:v>38085</c:v>
                </c:pt>
                <c:pt idx="12">
                  <c:v>38089</c:v>
                </c:pt>
                <c:pt idx="13">
                  <c:v>38090</c:v>
                </c:pt>
                <c:pt idx="14">
                  <c:v>38091</c:v>
                </c:pt>
                <c:pt idx="15">
                  <c:v>38092</c:v>
                </c:pt>
                <c:pt idx="16">
                  <c:v>38093</c:v>
                </c:pt>
                <c:pt idx="17">
                  <c:v>38096</c:v>
                </c:pt>
                <c:pt idx="18">
                  <c:v>38097</c:v>
                </c:pt>
                <c:pt idx="19">
                  <c:v>38098</c:v>
                </c:pt>
                <c:pt idx="20">
                  <c:v>38099</c:v>
                </c:pt>
                <c:pt idx="21">
                  <c:v>38100</c:v>
                </c:pt>
                <c:pt idx="22">
                  <c:v>38103</c:v>
                </c:pt>
                <c:pt idx="23">
                  <c:v>38104</c:v>
                </c:pt>
                <c:pt idx="24">
                  <c:v>38105</c:v>
                </c:pt>
                <c:pt idx="25">
                  <c:v>38106</c:v>
                </c:pt>
                <c:pt idx="26">
                  <c:v>38107</c:v>
                </c:pt>
                <c:pt idx="27">
                  <c:v>38110</c:v>
                </c:pt>
                <c:pt idx="28">
                  <c:v>38111</c:v>
                </c:pt>
                <c:pt idx="29">
                  <c:v>38112</c:v>
                </c:pt>
                <c:pt idx="30">
                  <c:v>38113</c:v>
                </c:pt>
                <c:pt idx="31">
                  <c:v>38114</c:v>
                </c:pt>
                <c:pt idx="32">
                  <c:v>38117</c:v>
                </c:pt>
                <c:pt idx="33">
                  <c:v>38118</c:v>
                </c:pt>
                <c:pt idx="34">
                  <c:v>38119</c:v>
                </c:pt>
                <c:pt idx="35">
                  <c:v>38120</c:v>
                </c:pt>
                <c:pt idx="36">
                  <c:v>38121</c:v>
                </c:pt>
                <c:pt idx="37">
                  <c:v>38124</c:v>
                </c:pt>
                <c:pt idx="38">
                  <c:v>38125</c:v>
                </c:pt>
                <c:pt idx="39">
                  <c:v>38126</c:v>
                </c:pt>
                <c:pt idx="40">
                  <c:v>38127</c:v>
                </c:pt>
                <c:pt idx="41">
                  <c:v>38128</c:v>
                </c:pt>
                <c:pt idx="42">
                  <c:v>38131</c:v>
                </c:pt>
                <c:pt idx="43">
                  <c:v>38132</c:v>
                </c:pt>
                <c:pt idx="44">
                  <c:v>38133</c:v>
                </c:pt>
                <c:pt idx="45">
                  <c:v>38134</c:v>
                </c:pt>
                <c:pt idx="46">
                  <c:v>38135</c:v>
                </c:pt>
                <c:pt idx="47">
                  <c:v>38138</c:v>
                </c:pt>
                <c:pt idx="48">
                  <c:v>38139</c:v>
                </c:pt>
                <c:pt idx="49">
                  <c:v>38140</c:v>
                </c:pt>
                <c:pt idx="50">
                  <c:v>38141</c:v>
                </c:pt>
                <c:pt idx="51">
                  <c:v>38142</c:v>
                </c:pt>
                <c:pt idx="52">
                  <c:v>38145</c:v>
                </c:pt>
                <c:pt idx="53">
                  <c:v>38146</c:v>
                </c:pt>
                <c:pt idx="54">
                  <c:v>38147</c:v>
                </c:pt>
                <c:pt idx="55">
                  <c:v>38148</c:v>
                </c:pt>
                <c:pt idx="56">
                  <c:v>38149</c:v>
                </c:pt>
                <c:pt idx="57">
                  <c:v>38152</c:v>
                </c:pt>
                <c:pt idx="58">
                  <c:v>38153</c:v>
                </c:pt>
                <c:pt idx="59">
                  <c:v>38154</c:v>
                </c:pt>
                <c:pt idx="60">
                  <c:v>38155</c:v>
                </c:pt>
                <c:pt idx="61">
                  <c:v>38156</c:v>
                </c:pt>
                <c:pt idx="62">
                  <c:v>38159</c:v>
                </c:pt>
                <c:pt idx="63">
                  <c:v>38160</c:v>
                </c:pt>
                <c:pt idx="64">
                  <c:v>38161</c:v>
                </c:pt>
                <c:pt idx="65">
                  <c:v>38162</c:v>
                </c:pt>
                <c:pt idx="66">
                  <c:v>38163</c:v>
                </c:pt>
                <c:pt idx="67">
                  <c:v>38166</c:v>
                </c:pt>
                <c:pt idx="68">
                  <c:v>38167</c:v>
                </c:pt>
                <c:pt idx="69">
                  <c:v>38168</c:v>
                </c:pt>
                <c:pt idx="70">
                  <c:v>38169</c:v>
                </c:pt>
                <c:pt idx="71">
                  <c:v>38170</c:v>
                </c:pt>
                <c:pt idx="72">
                  <c:v>38174</c:v>
                </c:pt>
                <c:pt idx="73">
                  <c:v>38175</c:v>
                </c:pt>
                <c:pt idx="74">
                  <c:v>38176</c:v>
                </c:pt>
                <c:pt idx="75">
                  <c:v>38177</c:v>
                </c:pt>
                <c:pt idx="76">
                  <c:v>38180</c:v>
                </c:pt>
                <c:pt idx="77">
                  <c:v>38181</c:v>
                </c:pt>
                <c:pt idx="78">
                  <c:v>38182</c:v>
                </c:pt>
                <c:pt idx="79">
                  <c:v>38183</c:v>
                </c:pt>
                <c:pt idx="80">
                  <c:v>38184</c:v>
                </c:pt>
                <c:pt idx="81">
                  <c:v>38187</c:v>
                </c:pt>
                <c:pt idx="82">
                  <c:v>38188</c:v>
                </c:pt>
                <c:pt idx="83">
                  <c:v>38189</c:v>
                </c:pt>
                <c:pt idx="84">
                  <c:v>38190</c:v>
                </c:pt>
                <c:pt idx="85">
                  <c:v>38191</c:v>
                </c:pt>
                <c:pt idx="86">
                  <c:v>38194</c:v>
                </c:pt>
                <c:pt idx="87">
                  <c:v>38195</c:v>
                </c:pt>
                <c:pt idx="88">
                  <c:v>38196</c:v>
                </c:pt>
                <c:pt idx="89">
                  <c:v>38197</c:v>
                </c:pt>
                <c:pt idx="90">
                  <c:v>38198</c:v>
                </c:pt>
                <c:pt idx="91">
                  <c:v>38201</c:v>
                </c:pt>
                <c:pt idx="92">
                  <c:v>38202</c:v>
                </c:pt>
                <c:pt idx="93">
                  <c:v>38203</c:v>
                </c:pt>
                <c:pt idx="94">
                  <c:v>38204</c:v>
                </c:pt>
                <c:pt idx="95">
                  <c:v>38205</c:v>
                </c:pt>
                <c:pt idx="96">
                  <c:v>38208</c:v>
                </c:pt>
                <c:pt idx="97">
                  <c:v>38209</c:v>
                </c:pt>
                <c:pt idx="98">
                  <c:v>38210</c:v>
                </c:pt>
                <c:pt idx="99">
                  <c:v>38211</c:v>
                </c:pt>
                <c:pt idx="100">
                  <c:v>38212</c:v>
                </c:pt>
                <c:pt idx="101">
                  <c:v>38215</c:v>
                </c:pt>
                <c:pt idx="102">
                  <c:v>38216</c:v>
                </c:pt>
                <c:pt idx="103">
                  <c:v>38217</c:v>
                </c:pt>
                <c:pt idx="104">
                  <c:v>38218</c:v>
                </c:pt>
                <c:pt idx="105">
                  <c:v>38219</c:v>
                </c:pt>
                <c:pt idx="106">
                  <c:v>38222</c:v>
                </c:pt>
                <c:pt idx="107">
                  <c:v>38223</c:v>
                </c:pt>
                <c:pt idx="108">
                  <c:v>38224</c:v>
                </c:pt>
                <c:pt idx="109">
                  <c:v>38225</c:v>
                </c:pt>
                <c:pt idx="110">
                  <c:v>38226</c:v>
                </c:pt>
                <c:pt idx="111">
                  <c:v>38229</c:v>
                </c:pt>
                <c:pt idx="112">
                  <c:v>38230</c:v>
                </c:pt>
                <c:pt idx="113">
                  <c:v>38231</c:v>
                </c:pt>
                <c:pt idx="114">
                  <c:v>38232</c:v>
                </c:pt>
                <c:pt idx="115">
                  <c:v>38233</c:v>
                </c:pt>
                <c:pt idx="116">
                  <c:v>38236</c:v>
                </c:pt>
                <c:pt idx="117">
                  <c:v>38237</c:v>
                </c:pt>
                <c:pt idx="118">
                  <c:v>38238</c:v>
                </c:pt>
                <c:pt idx="119">
                  <c:v>38239</c:v>
                </c:pt>
                <c:pt idx="120">
                  <c:v>38240</c:v>
                </c:pt>
                <c:pt idx="121">
                  <c:v>38243</c:v>
                </c:pt>
                <c:pt idx="122">
                  <c:v>38244</c:v>
                </c:pt>
                <c:pt idx="123">
                  <c:v>38245</c:v>
                </c:pt>
                <c:pt idx="124">
                  <c:v>38246</c:v>
                </c:pt>
                <c:pt idx="125">
                  <c:v>38247</c:v>
                </c:pt>
                <c:pt idx="126">
                  <c:v>38250</c:v>
                </c:pt>
                <c:pt idx="127">
                  <c:v>38251</c:v>
                </c:pt>
                <c:pt idx="128">
                  <c:v>38252</c:v>
                </c:pt>
                <c:pt idx="129">
                  <c:v>38253</c:v>
                </c:pt>
                <c:pt idx="130">
                  <c:v>38254</c:v>
                </c:pt>
                <c:pt idx="131">
                  <c:v>38257</c:v>
                </c:pt>
                <c:pt idx="132">
                  <c:v>38258</c:v>
                </c:pt>
                <c:pt idx="133">
                  <c:v>38259</c:v>
                </c:pt>
                <c:pt idx="134">
                  <c:v>38260</c:v>
                </c:pt>
                <c:pt idx="135">
                  <c:v>38261</c:v>
                </c:pt>
                <c:pt idx="136">
                  <c:v>38264</c:v>
                </c:pt>
                <c:pt idx="137">
                  <c:v>38265</c:v>
                </c:pt>
                <c:pt idx="138">
                  <c:v>38266</c:v>
                </c:pt>
                <c:pt idx="139">
                  <c:v>38267</c:v>
                </c:pt>
                <c:pt idx="140">
                  <c:v>38268</c:v>
                </c:pt>
                <c:pt idx="141">
                  <c:v>38271</c:v>
                </c:pt>
                <c:pt idx="142">
                  <c:v>38272</c:v>
                </c:pt>
                <c:pt idx="143">
                  <c:v>38273</c:v>
                </c:pt>
                <c:pt idx="144">
                  <c:v>38274</c:v>
                </c:pt>
                <c:pt idx="145">
                  <c:v>38275</c:v>
                </c:pt>
                <c:pt idx="146">
                  <c:v>38278</c:v>
                </c:pt>
                <c:pt idx="147">
                  <c:v>38279</c:v>
                </c:pt>
                <c:pt idx="148">
                  <c:v>38280</c:v>
                </c:pt>
                <c:pt idx="149">
                  <c:v>38281</c:v>
                </c:pt>
                <c:pt idx="150">
                  <c:v>38282</c:v>
                </c:pt>
                <c:pt idx="151">
                  <c:v>38285</c:v>
                </c:pt>
                <c:pt idx="152">
                  <c:v>38286</c:v>
                </c:pt>
                <c:pt idx="153">
                  <c:v>38287</c:v>
                </c:pt>
                <c:pt idx="154">
                  <c:v>38288</c:v>
                </c:pt>
                <c:pt idx="155">
                  <c:v>38289</c:v>
                </c:pt>
                <c:pt idx="156">
                  <c:v>38292</c:v>
                </c:pt>
                <c:pt idx="157">
                  <c:v>38293</c:v>
                </c:pt>
                <c:pt idx="158">
                  <c:v>38294</c:v>
                </c:pt>
                <c:pt idx="159">
                  <c:v>38295</c:v>
                </c:pt>
                <c:pt idx="160">
                  <c:v>38296</c:v>
                </c:pt>
                <c:pt idx="161">
                  <c:v>38299</c:v>
                </c:pt>
                <c:pt idx="162">
                  <c:v>38300</c:v>
                </c:pt>
                <c:pt idx="163">
                  <c:v>38301</c:v>
                </c:pt>
                <c:pt idx="164">
                  <c:v>38302</c:v>
                </c:pt>
                <c:pt idx="165">
                  <c:v>38303</c:v>
                </c:pt>
                <c:pt idx="166">
                  <c:v>38306</c:v>
                </c:pt>
                <c:pt idx="167">
                  <c:v>38307</c:v>
                </c:pt>
                <c:pt idx="168">
                  <c:v>38308</c:v>
                </c:pt>
                <c:pt idx="169">
                  <c:v>38309</c:v>
                </c:pt>
                <c:pt idx="170">
                  <c:v>38310</c:v>
                </c:pt>
                <c:pt idx="171">
                  <c:v>38313</c:v>
                </c:pt>
                <c:pt idx="172">
                  <c:v>38314</c:v>
                </c:pt>
                <c:pt idx="173">
                  <c:v>38315</c:v>
                </c:pt>
                <c:pt idx="174">
                  <c:v>38316</c:v>
                </c:pt>
                <c:pt idx="175">
                  <c:v>38317</c:v>
                </c:pt>
                <c:pt idx="176">
                  <c:v>38320</c:v>
                </c:pt>
                <c:pt idx="177">
                  <c:v>38321</c:v>
                </c:pt>
                <c:pt idx="178">
                  <c:v>38322</c:v>
                </c:pt>
                <c:pt idx="179">
                  <c:v>38323</c:v>
                </c:pt>
                <c:pt idx="180">
                  <c:v>38324</c:v>
                </c:pt>
                <c:pt idx="181">
                  <c:v>38327</c:v>
                </c:pt>
                <c:pt idx="182">
                  <c:v>38328</c:v>
                </c:pt>
                <c:pt idx="183">
                  <c:v>38329</c:v>
                </c:pt>
                <c:pt idx="184">
                  <c:v>38330</c:v>
                </c:pt>
                <c:pt idx="185">
                  <c:v>38331</c:v>
                </c:pt>
                <c:pt idx="186">
                  <c:v>38334</c:v>
                </c:pt>
                <c:pt idx="187">
                  <c:v>38335</c:v>
                </c:pt>
                <c:pt idx="188">
                  <c:v>38336</c:v>
                </c:pt>
                <c:pt idx="189">
                  <c:v>38337</c:v>
                </c:pt>
                <c:pt idx="190">
                  <c:v>38338</c:v>
                </c:pt>
                <c:pt idx="191">
                  <c:v>38341</c:v>
                </c:pt>
                <c:pt idx="192">
                  <c:v>38342</c:v>
                </c:pt>
                <c:pt idx="193">
                  <c:v>38343</c:v>
                </c:pt>
                <c:pt idx="194">
                  <c:v>38344</c:v>
                </c:pt>
                <c:pt idx="195">
                  <c:v>38345</c:v>
                </c:pt>
                <c:pt idx="196">
                  <c:v>38348</c:v>
                </c:pt>
                <c:pt idx="197">
                  <c:v>38349</c:v>
                </c:pt>
                <c:pt idx="198">
                  <c:v>38350</c:v>
                </c:pt>
                <c:pt idx="199">
                  <c:v>38351</c:v>
                </c:pt>
                <c:pt idx="200">
                  <c:v>38352</c:v>
                </c:pt>
                <c:pt idx="201">
                  <c:v>38355</c:v>
                </c:pt>
                <c:pt idx="202">
                  <c:v>38356</c:v>
                </c:pt>
                <c:pt idx="203">
                  <c:v>38357</c:v>
                </c:pt>
                <c:pt idx="204">
                  <c:v>38358</c:v>
                </c:pt>
                <c:pt idx="205">
                  <c:v>38359</c:v>
                </c:pt>
                <c:pt idx="206">
                  <c:v>38362</c:v>
                </c:pt>
                <c:pt idx="207">
                  <c:v>38363</c:v>
                </c:pt>
                <c:pt idx="208">
                  <c:v>38364</c:v>
                </c:pt>
                <c:pt idx="209">
                  <c:v>38365</c:v>
                </c:pt>
                <c:pt idx="210">
                  <c:v>38366</c:v>
                </c:pt>
                <c:pt idx="211">
                  <c:v>38369</c:v>
                </c:pt>
                <c:pt idx="212">
                  <c:v>38370</c:v>
                </c:pt>
                <c:pt idx="213">
                  <c:v>38371</c:v>
                </c:pt>
                <c:pt idx="214">
                  <c:v>38372</c:v>
                </c:pt>
                <c:pt idx="215">
                  <c:v>38373</c:v>
                </c:pt>
                <c:pt idx="216">
                  <c:v>38376</c:v>
                </c:pt>
                <c:pt idx="217">
                  <c:v>38377</c:v>
                </c:pt>
                <c:pt idx="218">
                  <c:v>38378</c:v>
                </c:pt>
                <c:pt idx="219">
                  <c:v>38379</c:v>
                </c:pt>
                <c:pt idx="220">
                  <c:v>38380</c:v>
                </c:pt>
                <c:pt idx="221">
                  <c:v>38383</c:v>
                </c:pt>
                <c:pt idx="222">
                  <c:v>38384</c:v>
                </c:pt>
                <c:pt idx="223">
                  <c:v>38385</c:v>
                </c:pt>
                <c:pt idx="224">
                  <c:v>38386</c:v>
                </c:pt>
                <c:pt idx="225">
                  <c:v>38387</c:v>
                </c:pt>
                <c:pt idx="226">
                  <c:v>38390</c:v>
                </c:pt>
                <c:pt idx="227">
                  <c:v>38391</c:v>
                </c:pt>
                <c:pt idx="228">
                  <c:v>38392</c:v>
                </c:pt>
                <c:pt idx="229">
                  <c:v>38393</c:v>
                </c:pt>
                <c:pt idx="230">
                  <c:v>38394</c:v>
                </c:pt>
                <c:pt idx="231">
                  <c:v>38397</c:v>
                </c:pt>
                <c:pt idx="232">
                  <c:v>38398</c:v>
                </c:pt>
                <c:pt idx="233">
                  <c:v>38399</c:v>
                </c:pt>
                <c:pt idx="234">
                  <c:v>38400</c:v>
                </c:pt>
                <c:pt idx="235">
                  <c:v>38401</c:v>
                </c:pt>
                <c:pt idx="236">
                  <c:v>38404</c:v>
                </c:pt>
                <c:pt idx="237">
                  <c:v>38405</c:v>
                </c:pt>
                <c:pt idx="238">
                  <c:v>38406</c:v>
                </c:pt>
                <c:pt idx="239">
                  <c:v>38407</c:v>
                </c:pt>
                <c:pt idx="240">
                  <c:v>38408</c:v>
                </c:pt>
                <c:pt idx="241">
                  <c:v>38411</c:v>
                </c:pt>
                <c:pt idx="242">
                  <c:v>38412</c:v>
                </c:pt>
                <c:pt idx="243">
                  <c:v>38413</c:v>
                </c:pt>
                <c:pt idx="244">
                  <c:v>38414</c:v>
                </c:pt>
                <c:pt idx="245">
                  <c:v>38415</c:v>
                </c:pt>
                <c:pt idx="246">
                  <c:v>38418</c:v>
                </c:pt>
                <c:pt idx="247">
                  <c:v>38419</c:v>
                </c:pt>
                <c:pt idx="248">
                  <c:v>38420</c:v>
                </c:pt>
                <c:pt idx="249">
                  <c:v>38421</c:v>
                </c:pt>
                <c:pt idx="250">
                  <c:v>38422</c:v>
                </c:pt>
                <c:pt idx="251">
                  <c:v>38425</c:v>
                </c:pt>
                <c:pt idx="252">
                  <c:v>38426</c:v>
                </c:pt>
                <c:pt idx="253">
                  <c:v>38427</c:v>
                </c:pt>
                <c:pt idx="254">
                  <c:v>38428</c:v>
                </c:pt>
                <c:pt idx="255">
                  <c:v>38429</c:v>
                </c:pt>
                <c:pt idx="256">
                  <c:v>38432</c:v>
                </c:pt>
                <c:pt idx="257">
                  <c:v>38433</c:v>
                </c:pt>
                <c:pt idx="258">
                  <c:v>38434</c:v>
                </c:pt>
                <c:pt idx="259">
                  <c:v>38435</c:v>
                </c:pt>
                <c:pt idx="260">
                  <c:v>38436</c:v>
                </c:pt>
                <c:pt idx="261">
                  <c:v>38439</c:v>
                </c:pt>
                <c:pt idx="262">
                  <c:v>38440</c:v>
                </c:pt>
                <c:pt idx="263">
                  <c:v>38441</c:v>
                </c:pt>
                <c:pt idx="264">
                  <c:v>38442</c:v>
                </c:pt>
                <c:pt idx="265">
                  <c:v>38443</c:v>
                </c:pt>
                <c:pt idx="266">
                  <c:v>38446</c:v>
                </c:pt>
                <c:pt idx="267">
                  <c:v>38447</c:v>
                </c:pt>
                <c:pt idx="268">
                  <c:v>38448</c:v>
                </c:pt>
                <c:pt idx="269">
                  <c:v>38449</c:v>
                </c:pt>
                <c:pt idx="270">
                  <c:v>38450</c:v>
                </c:pt>
                <c:pt idx="271">
                  <c:v>38453</c:v>
                </c:pt>
                <c:pt idx="272">
                  <c:v>38454</c:v>
                </c:pt>
                <c:pt idx="273">
                  <c:v>38455</c:v>
                </c:pt>
                <c:pt idx="274">
                  <c:v>38456</c:v>
                </c:pt>
                <c:pt idx="275">
                  <c:v>38457</c:v>
                </c:pt>
                <c:pt idx="276">
                  <c:v>38460</c:v>
                </c:pt>
                <c:pt idx="277">
                  <c:v>38461</c:v>
                </c:pt>
                <c:pt idx="278">
                  <c:v>38462</c:v>
                </c:pt>
                <c:pt idx="279">
                  <c:v>38463</c:v>
                </c:pt>
                <c:pt idx="280">
                  <c:v>38464</c:v>
                </c:pt>
                <c:pt idx="281">
                  <c:v>38467</c:v>
                </c:pt>
                <c:pt idx="282">
                  <c:v>38468</c:v>
                </c:pt>
                <c:pt idx="283">
                  <c:v>38469</c:v>
                </c:pt>
                <c:pt idx="284">
                  <c:v>38470</c:v>
                </c:pt>
                <c:pt idx="285">
                  <c:v>38471</c:v>
                </c:pt>
                <c:pt idx="286">
                  <c:v>38474</c:v>
                </c:pt>
                <c:pt idx="287">
                  <c:v>38475</c:v>
                </c:pt>
                <c:pt idx="288">
                  <c:v>38476</c:v>
                </c:pt>
                <c:pt idx="289">
                  <c:v>38477</c:v>
                </c:pt>
                <c:pt idx="290">
                  <c:v>38478</c:v>
                </c:pt>
                <c:pt idx="291">
                  <c:v>38481</c:v>
                </c:pt>
                <c:pt idx="292">
                  <c:v>38482</c:v>
                </c:pt>
                <c:pt idx="293">
                  <c:v>38483</c:v>
                </c:pt>
                <c:pt idx="294">
                  <c:v>38484</c:v>
                </c:pt>
                <c:pt idx="295">
                  <c:v>38485</c:v>
                </c:pt>
                <c:pt idx="296">
                  <c:v>38488</c:v>
                </c:pt>
                <c:pt idx="297">
                  <c:v>38489</c:v>
                </c:pt>
                <c:pt idx="298">
                  <c:v>38490</c:v>
                </c:pt>
                <c:pt idx="299">
                  <c:v>38491</c:v>
                </c:pt>
                <c:pt idx="300">
                  <c:v>38492</c:v>
                </c:pt>
                <c:pt idx="301">
                  <c:v>38495</c:v>
                </c:pt>
                <c:pt idx="302">
                  <c:v>38496</c:v>
                </c:pt>
                <c:pt idx="303">
                  <c:v>38497</c:v>
                </c:pt>
                <c:pt idx="304">
                  <c:v>38498</c:v>
                </c:pt>
                <c:pt idx="305">
                  <c:v>38499</c:v>
                </c:pt>
                <c:pt idx="306">
                  <c:v>38503</c:v>
                </c:pt>
                <c:pt idx="307">
                  <c:v>38504</c:v>
                </c:pt>
                <c:pt idx="308">
                  <c:v>38505</c:v>
                </c:pt>
                <c:pt idx="309">
                  <c:v>38506</c:v>
                </c:pt>
                <c:pt idx="310">
                  <c:v>38509</c:v>
                </c:pt>
                <c:pt idx="311">
                  <c:v>38510</c:v>
                </c:pt>
                <c:pt idx="312">
                  <c:v>38511</c:v>
                </c:pt>
                <c:pt idx="313">
                  <c:v>38512</c:v>
                </c:pt>
                <c:pt idx="314">
                  <c:v>38513</c:v>
                </c:pt>
                <c:pt idx="315">
                  <c:v>38516</c:v>
                </c:pt>
                <c:pt idx="316">
                  <c:v>38517</c:v>
                </c:pt>
                <c:pt idx="317">
                  <c:v>38518</c:v>
                </c:pt>
                <c:pt idx="318">
                  <c:v>38519</c:v>
                </c:pt>
                <c:pt idx="319">
                  <c:v>38520</c:v>
                </c:pt>
                <c:pt idx="320">
                  <c:v>38523</c:v>
                </c:pt>
                <c:pt idx="321">
                  <c:v>38524</c:v>
                </c:pt>
                <c:pt idx="322">
                  <c:v>38525</c:v>
                </c:pt>
                <c:pt idx="323">
                  <c:v>38526</c:v>
                </c:pt>
                <c:pt idx="324">
                  <c:v>38527</c:v>
                </c:pt>
                <c:pt idx="325">
                  <c:v>38530</c:v>
                </c:pt>
                <c:pt idx="326">
                  <c:v>38531</c:v>
                </c:pt>
                <c:pt idx="327">
                  <c:v>38532</c:v>
                </c:pt>
                <c:pt idx="328">
                  <c:v>38533</c:v>
                </c:pt>
                <c:pt idx="329">
                  <c:v>38534</c:v>
                </c:pt>
                <c:pt idx="330">
                  <c:v>38537</c:v>
                </c:pt>
                <c:pt idx="331">
                  <c:v>38538</c:v>
                </c:pt>
                <c:pt idx="332">
                  <c:v>38539</c:v>
                </c:pt>
                <c:pt idx="333">
                  <c:v>38540</c:v>
                </c:pt>
                <c:pt idx="334">
                  <c:v>38541</c:v>
                </c:pt>
                <c:pt idx="335">
                  <c:v>38544</c:v>
                </c:pt>
                <c:pt idx="336">
                  <c:v>38545</c:v>
                </c:pt>
                <c:pt idx="337">
                  <c:v>38546</c:v>
                </c:pt>
                <c:pt idx="338">
                  <c:v>38547</c:v>
                </c:pt>
                <c:pt idx="339">
                  <c:v>38548</c:v>
                </c:pt>
                <c:pt idx="340">
                  <c:v>38551</c:v>
                </c:pt>
                <c:pt idx="341">
                  <c:v>38552</c:v>
                </c:pt>
                <c:pt idx="342">
                  <c:v>38553</c:v>
                </c:pt>
                <c:pt idx="343">
                  <c:v>38554</c:v>
                </c:pt>
                <c:pt idx="344">
                  <c:v>38555</c:v>
                </c:pt>
                <c:pt idx="345">
                  <c:v>38558</c:v>
                </c:pt>
                <c:pt idx="346">
                  <c:v>38559</c:v>
                </c:pt>
                <c:pt idx="347">
                  <c:v>38560</c:v>
                </c:pt>
                <c:pt idx="348">
                  <c:v>38561</c:v>
                </c:pt>
                <c:pt idx="349">
                  <c:v>38562</c:v>
                </c:pt>
                <c:pt idx="350">
                  <c:v>38565</c:v>
                </c:pt>
                <c:pt idx="351">
                  <c:v>38566</c:v>
                </c:pt>
                <c:pt idx="352">
                  <c:v>38567</c:v>
                </c:pt>
                <c:pt idx="353">
                  <c:v>38568</c:v>
                </c:pt>
                <c:pt idx="354">
                  <c:v>38569</c:v>
                </c:pt>
                <c:pt idx="355">
                  <c:v>38572</c:v>
                </c:pt>
                <c:pt idx="356">
                  <c:v>38573</c:v>
                </c:pt>
                <c:pt idx="357">
                  <c:v>38574</c:v>
                </c:pt>
                <c:pt idx="358">
                  <c:v>38575</c:v>
                </c:pt>
                <c:pt idx="359">
                  <c:v>38576</c:v>
                </c:pt>
                <c:pt idx="360">
                  <c:v>38579</c:v>
                </c:pt>
                <c:pt idx="361">
                  <c:v>38580</c:v>
                </c:pt>
                <c:pt idx="362">
                  <c:v>38581</c:v>
                </c:pt>
                <c:pt idx="363">
                  <c:v>38582</c:v>
                </c:pt>
                <c:pt idx="364">
                  <c:v>38583</c:v>
                </c:pt>
                <c:pt idx="365">
                  <c:v>38586</c:v>
                </c:pt>
                <c:pt idx="366">
                  <c:v>38587</c:v>
                </c:pt>
                <c:pt idx="367">
                  <c:v>38588</c:v>
                </c:pt>
                <c:pt idx="368">
                  <c:v>38589</c:v>
                </c:pt>
                <c:pt idx="369">
                  <c:v>38590</c:v>
                </c:pt>
                <c:pt idx="370">
                  <c:v>38593</c:v>
                </c:pt>
                <c:pt idx="371">
                  <c:v>38594</c:v>
                </c:pt>
                <c:pt idx="372">
                  <c:v>38595</c:v>
                </c:pt>
                <c:pt idx="373">
                  <c:v>38596</c:v>
                </c:pt>
                <c:pt idx="374">
                  <c:v>38597</c:v>
                </c:pt>
                <c:pt idx="375">
                  <c:v>38600</c:v>
                </c:pt>
                <c:pt idx="376">
                  <c:v>38601</c:v>
                </c:pt>
                <c:pt idx="377">
                  <c:v>38602</c:v>
                </c:pt>
                <c:pt idx="378">
                  <c:v>38603</c:v>
                </c:pt>
                <c:pt idx="379">
                  <c:v>38604</c:v>
                </c:pt>
                <c:pt idx="380">
                  <c:v>38607</c:v>
                </c:pt>
                <c:pt idx="381">
                  <c:v>38608</c:v>
                </c:pt>
                <c:pt idx="382">
                  <c:v>38609</c:v>
                </c:pt>
                <c:pt idx="383">
                  <c:v>38610</c:v>
                </c:pt>
                <c:pt idx="384">
                  <c:v>38611</c:v>
                </c:pt>
                <c:pt idx="385">
                  <c:v>38614</c:v>
                </c:pt>
                <c:pt idx="386">
                  <c:v>38615</c:v>
                </c:pt>
                <c:pt idx="387">
                  <c:v>38616</c:v>
                </c:pt>
                <c:pt idx="388">
                  <c:v>38617</c:v>
                </c:pt>
                <c:pt idx="389">
                  <c:v>38618</c:v>
                </c:pt>
                <c:pt idx="390">
                  <c:v>38621</c:v>
                </c:pt>
                <c:pt idx="391">
                  <c:v>38622</c:v>
                </c:pt>
                <c:pt idx="392">
                  <c:v>38623</c:v>
                </c:pt>
                <c:pt idx="393">
                  <c:v>38624</c:v>
                </c:pt>
                <c:pt idx="394">
                  <c:v>38625</c:v>
                </c:pt>
                <c:pt idx="395">
                  <c:v>38628</c:v>
                </c:pt>
                <c:pt idx="396">
                  <c:v>38629</c:v>
                </c:pt>
                <c:pt idx="397">
                  <c:v>38630</c:v>
                </c:pt>
                <c:pt idx="398">
                  <c:v>38631</c:v>
                </c:pt>
                <c:pt idx="399">
                  <c:v>38632</c:v>
                </c:pt>
                <c:pt idx="400">
                  <c:v>38635</c:v>
                </c:pt>
                <c:pt idx="401">
                  <c:v>38636</c:v>
                </c:pt>
                <c:pt idx="402">
                  <c:v>38637</c:v>
                </c:pt>
                <c:pt idx="403">
                  <c:v>38638</c:v>
                </c:pt>
                <c:pt idx="404">
                  <c:v>38639</c:v>
                </c:pt>
                <c:pt idx="405">
                  <c:v>38642</c:v>
                </c:pt>
                <c:pt idx="406">
                  <c:v>38643</c:v>
                </c:pt>
                <c:pt idx="407">
                  <c:v>38644</c:v>
                </c:pt>
                <c:pt idx="408">
                  <c:v>38645</c:v>
                </c:pt>
                <c:pt idx="409">
                  <c:v>38646</c:v>
                </c:pt>
                <c:pt idx="410">
                  <c:v>38649</c:v>
                </c:pt>
                <c:pt idx="411">
                  <c:v>38650</c:v>
                </c:pt>
                <c:pt idx="412">
                  <c:v>38651</c:v>
                </c:pt>
                <c:pt idx="413">
                  <c:v>38652</c:v>
                </c:pt>
                <c:pt idx="414">
                  <c:v>38653</c:v>
                </c:pt>
                <c:pt idx="415">
                  <c:v>38656</c:v>
                </c:pt>
                <c:pt idx="416">
                  <c:v>38657</c:v>
                </c:pt>
                <c:pt idx="417">
                  <c:v>38658</c:v>
                </c:pt>
                <c:pt idx="418">
                  <c:v>38659</c:v>
                </c:pt>
                <c:pt idx="419">
                  <c:v>38660</c:v>
                </c:pt>
                <c:pt idx="420">
                  <c:v>38663</c:v>
                </c:pt>
                <c:pt idx="421">
                  <c:v>38664</c:v>
                </c:pt>
                <c:pt idx="422">
                  <c:v>38665</c:v>
                </c:pt>
                <c:pt idx="423">
                  <c:v>38666</c:v>
                </c:pt>
                <c:pt idx="424">
                  <c:v>38667</c:v>
                </c:pt>
                <c:pt idx="425">
                  <c:v>38670</c:v>
                </c:pt>
                <c:pt idx="426">
                  <c:v>38671</c:v>
                </c:pt>
                <c:pt idx="427">
                  <c:v>38672</c:v>
                </c:pt>
                <c:pt idx="428">
                  <c:v>38673</c:v>
                </c:pt>
                <c:pt idx="429">
                  <c:v>38674</c:v>
                </c:pt>
                <c:pt idx="430">
                  <c:v>38677</c:v>
                </c:pt>
                <c:pt idx="431">
                  <c:v>38678</c:v>
                </c:pt>
                <c:pt idx="432">
                  <c:v>38679</c:v>
                </c:pt>
                <c:pt idx="433">
                  <c:v>38680</c:v>
                </c:pt>
                <c:pt idx="434">
                  <c:v>38681</c:v>
                </c:pt>
                <c:pt idx="435">
                  <c:v>38684</c:v>
                </c:pt>
                <c:pt idx="436">
                  <c:v>38685</c:v>
                </c:pt>
                <c:pt idx="437">
                  <c:v>38686</c:v>
                </c:pt>
                <c:pt idx="438">
                  <c:v>38687</c:v>
                </c:pt>
                <c:pt idx="439">
                  <c:v>38688</c:v>
                </c:pt>
                <c:pt idx="440">
                  <c:v>38691</c:v>
                </c:pt>
                <c:pt idx="441">
                  <c:v>38692</c:v>
                </c:pt>
                <c:pt idx="442">
                  <c:v>38693</c:v>
                </c:pt>
                <c:pt idx="443">
                  <c:v>38694</c:v>
                </c:pt>
                <c:pt idx="444">
                  <c:v>38695</c:v>
                </c:pt>
                <c:pt idx="445">
                  <c:v>38698</c:v>
                </c:pt>
                <c:pt idx="446">
                  <c:v>38699</c:v>
                </c:pt>
                <c:pt idx="447">
                  <c:v>38700</c:v>
                </c:pt>
                <c:pt idx="448">
                  <c:v>38701</c:v>
                </c:pt>
                <c:pt idx="449">
                  <c:v>38702</c:v>
                </c:pt>
                <c:pt idx="450">
                  <c:v>38705</c:v>
                </c:pt>
                <c:pt idx="451">
                  <c:v>38706</c:v>
                </c:pt>
                <c:pt idx="452">
                  <c:v>38707</c:v>
                </c:pt>
                <c:pt idx="453">
                  <c:v>38708</c:v>
                </c:pt>
                <c:pt idx="454">
                  <c:v>38709</c:v>
                </c:pt>
                <c:pt idx="455">
                  <c:v>38712</c:v>
                </c:pt>
                <c:pt idx="456">
                  <c:v>38713</c:v>
                </c:pt>
                <c:pt idx="457">
                  <c:v>38714</c:v>
                </c:pt>
                <c:pt idx="458">
                  <c:v>38715</c:v>
                </c:pt>
                <c:pt idx="459">
                  <c:v>38716</c:v>
                </c:pt>
                <c:pt idx="460">
                  <c:v>38719</c:v>
                </c:pt>
                <c:pt idx="461">
                  <c:v>38720</c:v>
                </c:pt>
                <c:pt idx="462">
                  <c:v>38721</c:v>
                </c:pt>
                <c:pt idx="463">
                  <c:v>38722</c:v>
                </c:pt>
                <c:pt idx="464">
                  <c:v>38723</c:v>
                </c:pt>
                <c:pt idx="465">
                  <c:v>38726</c:v>
                </c:pt>
                <c:pt idx="466">
                  <c:v>38727</c:v>
                </c:pt>
                <c:pt idx="467">
                  <c:v>38728</c:v>
                </c:pt>
                <c:pt idx="468">
                  <c:v>38729</c:v>
                </c:pt>
                <c:pt idx="469">
                  <c:v>38730</c:v>
                </c:pt>
                <c:pt idx="470">
                  <c:v>38733</c:v>
                </c:pt>
                <c:pt idx="471">
                  <c:v>38734</c:v>
                </c:pt>
                <c:pt idx="472">
                  <c:v>38735</c:v>
                </c:pt>
                <c:pt idx="473">
                  <c:v>38736</c:v>
                </c:pt>
                <c:pt idx="474">
                  <c:v>38737</c:v>
                </c:pt>
                <c:pt idx="475">
                  <c:v>38740</c:v>
                </c:pt>
                <c:pt idx="476">
                  <c:v>38741</c:v>
                </c:pt>
                <c:pt idx="477">
                  <c:v>38742</c:v>
                </c:pt>
                <c:pt idx="478">
                  <c:v>38743</c:v>
                </c:pt>
                <c:pt idx="479">
                  <c:v>38744</c:v>
                </c:pt>
                <c:pt idx="480">
                  <c:v>38747</c:v>
                </c:pt>
                <c:pt idx="481">
                  <c:v>38748</c:v>
                </c:pt>
                <c:pt idx="482">
                  <c:v>38749</c:v>
                </c:pt>
                <c:pt idx="483">
                  <c:v>38750</c:v>
                </c:pt>
                <c:pt idx="484">
                  <c:v>38751</c:v>
                </c:pt>
                <c:pt idx="485">
                  <c:v>38754</c:v>
                </c:pt>
                <c:pt idx="486">
                  <c:v>38755</c:v>
                </c:pt>
                <c:pt idx="487">
                  <c:v>38756</c:v>
                </c:pt>
                <c:pt idx="488">
                  <c:v>38757</c:v>
                </c:pt>
                <c:pt idx="489">
                  <c:v>38758</c:v>
                </c:pt>
                <c:pt idx="490">
                  <c:v>38761</c:v>
                </c:pt>
                <c:pt idx="491">
                  <c:v>38762</c:v>
                </c:pt>
                <c:pt idx="492">
                  <c:v>38763</c:v>
                </c:pt>
                <c:pt idx="493">
                  <c:v>38764</c:v>
                </c:pt>
                <c:pt idx="494">
                  <c:v>38765</c:v>
                </c:pt>
                <c:pt idx="495">
                  <c:v>38768</c:v>
                </c:pt>
                <c:pt idx="496">
                  <c:v>38769</c:v>
                </c:pt>
                <c:pt idx="497">
                  <c:v>38770</c:v>
                </c:pt>
                <c:pt idx="498">
                  <c:v>38771</c:v>
                </c:pt>
                <c:pt idx="499">
                  <c:v>38772</c:v>
                </c:pt>
                <c:pt idx="500">
                  <c:v>38775</c:v>
                </c:pt>
                <c:pt idx="501">
                  <c:v>38776</c:v>
                </c:pt>
                <c:pt idx="502">
                  <c:v>38777</c:v>
                </c:pt>
                <c:pt idx="503">
                  <c:v>38778</c:v>
                </c:pt>
                <c:pt idx="504">
                  <c:v>38779</c:v>
                </c:pt>
                <c:pt idx="505">
                  <c:v>38782</c:v>
                </c:pt>
                <c:pt idx="506">
                  <c:v>38783</c:v>
                </c:pt>
                <c:pt idx="507">
                  <c:v>38784</c:v>
                </c:pt>
                <c:pt idx="508">
                  <c:v>38785</c:v>
                </c:pt>
                <c:pt idx="509">
                  <c:v>38786</c:v>
                </c:pt>
                <c:pt idx="510">
                  <c:v>38789</c:v>
                </c:pt>
                <c:pt idx="511">
                  <c:v>38790</c:v>
                </c:pt>
                <c:pt idx="512">
                  <c:v>38791</c:v>
                </c:pt>
                <c:pt idx="513">
                  <c:v>38792</c:v>
                </c:pt>
                <c:pt idx="514">
                  <c:v>38793</c:v>
                </c:pt>
                <c:pt idx="515">
                  <c:v>38796</c:v>
                </c:pt>
                <c:pt idx="516">
                  <c:v>38797</c:v>
                </c:pt>
                <c:pt idx="517">
                  <c:v>38798</c:v>
                </c:pt>
                <c:pt idx="518">
                  <c:v>38799</c:v>
                </c:pt>
                <c:pt idx="519">
                  <c:v>38800</c:v>
                </c:pt>
                <c:pt idx="520">
                  <c:v>38803</c:v>
                </c:pt>
                <c:pt idx="521">
                  <c:v>38804</c:v>
                </c:pt>
                <c:pt idx="522">
                  <c:v>38805</c:v>
                </c:pt>
                <c:pt idx="523">
                  <c:v>38806</c:v>
                </c:pt>
                <c:pt idx="524">
                  <c:v>38807</c:v>
                </c:pt>
                <c:pt idx="525">
                  <c:v>38810</c:v>
                </c:pt>
                <c:pt idx="526">
                  <c:v>38811</c:v>
                </c:pt>
                <c:pt idx="527">
                  <c:v>38812</c:v>
                </c:pt>
                <c:pt idx="528">
                  <c:v>38813</c:v>
                </c:pt>
                <c:pt idx="529">
                  <c:v>38814</c:v>
                </c:pt>
                <c:pt idx="530">
                  <c:v>38817</c:v>
                </c:pt>
                <c:pt idx="531">
                  <c:v>38818</c:v>
                </c:pt>
                <c:pt idx="532">
                  <c:v>38819</c:v>
                </c:pt>
                <c:pt idx="533">
                  <c:v>38820</c:v>
                </c:pt>
                <c:pt idx="534">
                  <c:v>38821</c:v>
                </c:pt>
                <c:pt idx="535">
                  <c:v>38824</c:v>
                </c:pt>
                <c:pt idx="536">
                  <c:v>38825</c:v>
                </c:pt>
                <c:pt idx="537">
                  <c:v>38826</c:v>
                </c:pt>
                <c:pt idx="538">
                  <c:v>38827</c:v>
                </c:pt>
                <c:pt idx="539">
                  <c:v>38828</c:v>
                </c:pt>
                <c:pt idx="540">
                  <c:v>38831</c:v>
                </c:pt>
                <c:pt idx="541">
                  <c:v>38832</c:v>
                </c:pt>
                <c:pt idx="542">
                  <c:v>38833</c:v>
                </c:pt>
                <c:pt idx="543">
                  <c:v>38834</c:v>
                </c:pt>
                <c:pt idx="544">
                  <c:v>38835</c:v>
                </c:pt>
                <c:pt idx="545">
                  <c:v>38838</c:v>
                </c:pt>
                <c:pt idx="546">
                  <c:v>38839</c:v>
                </c:pt>
                <c:pt idx="547">
                  <c:v>38840</c:v>
                </c:pt>
                <c:pt idx="548">
                  <c:v>38841</c:v>
                </c:pt>
                <c:pt idx="549">
                  <c:v>38842</c:v>
                </c:pt>
                <c:pt idx="550">
                  <c:v>38845</c:v>
                </c:pt>
                <c:pt idx="551">
                  <c:v>38846</c:v>
                </c:pt>
                <c:pt idx="552">
                  <c:v>38847</c:v>
                </c:pt>
                <c:pt idx="553">
                  <c:v>38848</c:v>
                </c:pt>
                <c:pt idx="554">
                  <c:v>38849</c:v>
                </c:pt>
                <c:pt idx="555">
                  <c:v>38852</c:v>
                </c:pt>
                <c:pt idx="556">
                  <c:v>38853</c:v>
                </c:pt>
                <c:pt idx="557">
                  <c:v>38854</c:v>
                </c:pt>
                <c:pt idx="558">
                  <c:v>38855</c:v>
                </c:pt>
                <c:pt idx="559">
                  <c:v>38856</c:v>
                </c:pt>
                <c:pt idx="560">
                  <c:v>38859</c:v>
                </c:pt>
                <c:pt idx="561">
                  <c:v>38860</c:v>
                </c:pt>
                <c:pt idx="562">
                  <c:v>38861</c:v>
                </c:pt>
                <c:pt idx="563">
                  <c:v>38862</c:v>
                </c:pt>
                <c:pt idx="564">
                  <c:v>38863</c:v>
                </c:pt>
                <c:pt idx="565">
                  <c:v>38866</c:v>
                </c:pt>
                <c:pt idx="566">
                  <c:v>38867</c:v>
                </c:pt>
                <c:pt idx="567">
                  <c:v>38868</c:v>
                </c:pt>
                <c:pt idx="568">
                  <c:v>38869</c:v>
                </c:pt>
                <c:pt idx="569">
                  <c:v>38870</c:v>
                </c:pt>
                <c:pt idx="570">
                  <c:v>38873</c:v>
                </c:pt>
                <c:pt idx="571">
                  <c:v>38874</c:v>
                </c:pt>
                <c:pt idx="572">
                  <c:v>38875</c:v>
                </c:pt>
                <c:pt idx="573">
                  <c:v>38876</c:v>
                </c:pt>
                <c:pt idx="574">
                  <c:v>38877</c:v>
                </c:pt>
                <c:pt idx="575">
                  <c:v>38880</c:v>
                </c:pt>
                <c:pt idx="576">
                  <c:v>38881</c:v>
                </c:pt>
                <c:pt idx="577">
                  <c:v>38882</c:v>
                </c:pt>
                <c:pt idx="578">
                  <c:v>38883</c:v>
                </c:pt>
                <c:pt idx="579">
                  <c:v>38884</c:v>
                </c:pt>
                <c:pt idx="580">
                  <c:v>38887</c:v>
                </c:pt>
                <c:pt idx="581">
                  <c:v>38888</c:v>
                </c:pt>
                <c:pt idx="582">
                  <c:v>38889</c:v>
                </c:pt>
                <c:pt idx="583">
                  <c:v>38890</c:v>
                </c:pt>
                <c:pt idx="584">
                  <c:v>38891</c:v>
                </c:pt>
                <c:pt idx="585">
                  <c:v>38894</c:v>
                </c:pt>
                <c:pt idx="586">
                  <c:v>38895</c:v>
                </c:pt>
                <c:pt idx="587">
                  <c:v>38896</c:v>
                </c:pt>
                <c:pt idx="588">
                  <c:v>38897</c:v>
                </c:pt>
                <c:pt idx="589">
                  <c:v>38898</c:v>
                </c:pt>
                <c:pt idx="590">
                  <c:v>38901</c:v>
                </c:pt>
                <c:pt idx="591">
                  <c:v>38902</c:v>
                </c:pt>
                <c:pt idx="592">
                  <c:v>38903</c:v>
                </c:pt>
                <c:pt idx="593">
                  <c:v>38904</c:v>
                </c:pt>
                <c:pt idx="594">
                  <c:v>38905</c:v>
                </c:pt>
                <c:pt idx="595">
                  <c:v>38908</c:v>
                </c:pt>
                <c:pt idx="596">
                  <c:v>38909</c:v>
                </c:pt>
                <c:pt idx="597">
                  <c:v>38910</c:v>
                </c:pt>
                <c:pt idx="598">
                  <c:v>38911</c:v>
                </c:pt>
                <c:pt idx="599">
                  <c:v>38912</c:v>
                </c:pt>
                <c:pt idx="600">
                  <c:v>38915</c:v>
                </c:pt>
                <c:pt idx="601">
                  <c:v>38916</c:v>
                </c:pt>
                <c:pt idx="602">
                  <c:v>38917</c:v>
                </c:pt>
                <c:pt idx="603">
                  <c:v>38918</c:v>
                </c:pt>
                <c:pt idx="604">
                  <c:v>38919</c:v>
                </c:pt>
                <c:pt idx="605">
                  <c:v>38922</c:v>
                </c:pt>
                <c:pt idx="606">
                  <c:v>38923</c:v>
                </c:pt>
                <c:pt idx="607">
                  <c:v>38924</c:v>
                </c:pt>
                <c:pt idx="608">
                  <c:v>38925</c:v>
                </c:pt>
                <c:pt idx="609">
                  <c:v>38926</c:v>
                </c:pt>
                <c:pt idx="610">
                  <c:v>38929</c:v>
                </c:pt>
                <c:pt idx="611">
                  <c:v>38930</c:v>
                </c:pt>
                <c:pt idx="612">
                  <c:v>38931</c:v>
                </c:pt>
                <c:pt idx="613">
                  <c:v>38932</c:v>
                </c:pt>
                <c:pt idx="614">
                  <c:v>38933</c:v>
                </c:pt>
                <c:pt idx="615">
                  <c:v>38936</c:v>
                </c:pt>
                <c:pt idx="616">
                  <c:v>38937</c:v>
                </c:pt>
                <c:pt idx="617">
                  <c:v>38938</c:v>
                </c:pt>
                <c:pt idx="618">
                  <c:v>38939</c:v>
                </c:pt>
                <c:pt idx="619">
                  <c:v>38940</c:v>
                </c:pt>
                <c:pt idx="620">
                  <c:v>38943</c:v>
                </c:pt>
                <c:pt idx="621">
                  <c:v>38944</c:v>
                </c:pt>
                <c:pt idx="622">
                  <c:v>38945</c:v>
                </c:pt>
                <c:pt idx="623">
                  <c:v>38946</c:v>
                </c:pt>
                <c:pt idx="624">
                  <c:v>38947</c:v>
                </c:pt>
                <c:pt idx="625">
                  <c:v>38950</c:v>
                </c:pt>
                <c:pt idx="626">
                  <c:v>38951</c:v>
                </c:pt>
                <c:pt idx="627">
                  <c:v>38952</c:v>
                </c:pt>
                <c:pt idx="628">
                  <c:v>38953</c:v>
                </c:pt>
                <c:pt idx="629">
                  <c:v>38954</c:v>
                </c:pt>
                <c:pt idx="630">
                  <c:v>38957</c:v>
                </c:pt>
                <c:pt idx="631">
                  <c:v>38958</c:v>
                </c:pt>
                <c:pt idx="632">
                  <c:v>38959</c:v>
                </c:pt>
                <c:pt idx="633">
                  <c:v>38960</c:v>
                </c:pt>
                <c:pt idx="634">
                  <c:v>38961</c:v>
                </c:pt>
                <c:pt idx="635">
                  <c:v>38964</c:v>
                </c:pt>
                <c:pt idx="636">
                  <c:v>38965</c:v>
                </c:pt>
                <c:pt idx="637">
                  <c:v>38966</c:v>
                </c:pt>
                <c:pt idx="638">
                  <c:v>38967</c:v>
                </c:pt>
                <c:pt idx="639">
                  <c:v>38968</c:v>
                </c:pt>
                <c:pt idx="640">
                  <c:v>38971</c:v>
                </c:pt>
                <c:pt idx="641">
                  <c:v>38972</c:v>
                </c:pt>
                <c:pt idx="642">
                  <c:v>38973</c:v>
                </c:pt>
                <c:pt idx="643">
                  <c:v>38974</c:v>
                </c:pt>
                <c:pt idx="644">
                  <c:v>38975</c:v>
                </c:pt>
                <c:pt idx="645">
                  <c:v>38978</c:v>
                </c:pt>
                <c:pt idx="646">
                  <c:v>38979</c:v>
                </c:pt>
                <c:pt idx="647">
                  <c:v>38980</c:v>
                </c:pt>
                <c:pt idx="648">
                  <c:v>38981</c:v>
                </c:pt>
                <c:pt idx="649">
                  <c:v>38982</c:v>
                </c:pt>
                <c:pt idx="650">
                  <c:v>38985</c:v>
                </c:pt>
                <c:pt idx="651">
                  <c:v>38986</c:v>
                </c:pt>
                <c:pt idx="652">
                  <c:v>38987</c:v>
                </c:pt>
                <c:pt idx="653">
                  <c:v>38988</c:v>
                </c:pt>
                <c:pt idx="654">
                  <c:v>38989</c:v>
                </c:pt>
                <c:pt idx="655">
                  <c:v>38992</c:v>
                </c:pt>
                <c:pt idx="656">
                  <c:v>38993</c:v>
                </c:pt>
                <c:pt idx="657">
                  <c:v>38994</c:v>
                </c:pt>
                <c:pt idx="658">
                  <c:v>38995</c:v>
                </c:pt>
                <c:pt idx="659">
                  <c:v>38996</c:v>
                </c:pt>
                <c:pt idx="660">
                  <c:v>38999</c:v>
                </c:pt>
                <c:pt idx="661">
                  <c:v>39000</c:v>
                </c:pt>
                <c:pt idx="662">
                  <c:v>39001</c:v>
                </c:pt>
                <c:pt idx="663">
                  <c:v>39002</c:v>
                </c:pt>
                <c:pt idx="664">
                  <c:v>39003</c:v>
                </c:pt>
                <c:pt idx="665">
                  <c:v>39006</c:v>
                </c:pt>
                <c:pt idx="666">
                  <c:v>39007</c:v>
                </c:pt>
                <c:pt idx="667">
                  <c:v>39008</c:v>
                </c:pt>
                <c:pt idx="668">
                  <c:v>39009</c:v>
                </c:pt>
                <c:pt idx="669">
                  <c:v>39010</c:v>
                </c:pt>
                <c:pt idx="670">
                  <c:v>39013</c:v>
                </c:pt>
                <c:pt idx="671">
                  <c:v>39014</c:v>
                </c:pt>
                <c:pt idx="672">
                  <c:v>39015</c:v>
                </c:pt>
                <c:pt idx="673">
                  <c:v>39016</c:v>
                </c:pt>
                <c:pt idx="674">
                  <c:v>39017</c:v>
                </c:pt>
                <c:pt idx="675">
                  <c:v>39020</c:v>
                </c:pt>
                <c:pt idx="676">
                  <c:v>39021</c:v>
                </c:pt>
                <c:pt idx="677">
                  <c:v>39022</c:v>
                </c:pt>
                <c:pt idx="678">
                  <c:v>39023</c:v>
                </c:pt>
                <c:pt idx="679">
                  <c:v>39024</c:v>
                </c:pt>
                <c:pt idx="680">
                  <c:v>39027</c:v>
                </c:pt>
                <c:pt idx="681">
                  <c:v>39028</c:v>
                </c:pt>
                <c:pt idx="682">
                  <c:v>39029</c:v>
                </c:pt>
                <c:pt idx="683">
                  <c:v>39030</c:v>
                </c:pt>
                <c:pt idx="684">
                  <c:v>39031</c:v>
                </c:pt>
                <c:pt idx="685">
                  <c:v>39034</c:v>
                </c:pt>
                <c:pt idx="686">
                  <c:v>39035</c:v>
                </c:pt>
                <c:pt idx="687">
                  <c:v>39036</c:v>
                </c:pt>
                <c:pt idx="688">
                  <c:v>39037</c:v>
                </c:pt>
                <c:pt idx="689">
                  <c:v>39038</c:v>
                </c:pt>
                <c:pt idx="690">
                  <c:v>39041</c:v>
                </c:pt>
                <c:pt idx="691">
                  <c:v>39042</c:v>
                </c:pt>
                <c:pt idx="692">
                  <c:v>39043</c:v>
                </c:pt>
                <c:pt idx="693">
                  <c:v>39044</c:v>
                </c:pt>
                <c:pt idx="694">
                  <c:v>39045</c:v>
                </c:pt>
                <c:pt idx="695">
                  <c:v>39048</c:v>
                </c:pt>
                <c:pt idx="696">
                  <c:v>39049</c:v>
                </c:pt>
                <c:pt idx="697">
                  <c:v>39050</c:v>
                </c:pt>
                <c:pt idx="698">
                  <c:v>39051</c:v>
                </c:pt>
                <c:pt idx="699">
                  <c:v>39052</c:v>
                </c:pt>
                <c:pt idx="700">
                  <c:v>39055</c:v>
                </c:pt>
                <c:pt idx="701">
                  <c:v>39056</c:v>
                </c:pt>
                <c:pt idx="702">
                  <c:v>39057</c:v>
                </c:pt>
                <c:pt idx="703">
                  <c:v>39058</c:v>
                </c:pt>
                <c:pt idx="704">
                  <c:v>39059</c:v>
                </c:pt>
                <c:pt idx="705">
                  <c:v>39062</c:v>
                </c:pt>
                <c:pt idx="706">
                  <c:v>39063</c:v>
                </c:pt>
                <c:pt idx="707">
                  <c:v>39064</c:v>
                </c:pt>
                <c:pt idx="708">
                  <c:v>39065</c:v>
                </c:pt>
                <c:pt idx="709">
                  <c:v>39066</c:v>
                </c:pt>
                <c:pt idx="710">
                  <c:v>39069</c:v>
                </c:pt>
                <c:pt idx="711">
                  <c:v>39070</c:v>
                </c:pt>
                <c:pt idx="712">
                  <c:v>39071</c:v>
                </c:pt>
                <c:pt idx="713">
                  <c:v>39072</c:v>
                </c:pt>
                <c:pt idx="714">
                  <c:v>39073</c:v>
                </c:pt>
                <c:pt idx="715">
                  <c:v>39077</c:v>
                </c:pt>
                <c:pt idx="716">
                  <c:v>39078</c:v>
                </c:pt>
                <c:pt idx="717">
                  <c:v>39079</c:v>
                </c:pt>
                <c:pt idx="718">
                  <c:v>39080</c:v>
                </c:pt>
                <c:pt idx="719">
                  <c:v>39083</c:v>
                </c:pt>
                <c:pt idx="720">
                  <c:v>39084</c:v>
                </c:pt>
                <c:pt idx="721">
                  <c:v>39085</c:v>
                </c:pt>
                <c:pt idx="722">
                  <c:v>39086</c:v>
                </c:pt>
                <c:pt idx="723">
                  <c:v>39087</c:v>
                </c:pt>
                <c:pt idx="724">
                  <c:v>39090</c:v>
                </c:pt>
                <c:pt idx="725">
                  <c:v>39091</c:v>
                </c:pt>
                <c:pt idx="726">
                  <c:v>39092</c:v>
                </c:pt>
                <c:pt idx="727">
                  <c:v>39093</c:v>
                </c:pt>
                <c:pt idx="728">
                  <c:v>39094</c:v>
                </c:pt>
                <c:pt idx="729">
                  <c:v>39097</c:v>
                </c:pt>
                <c:pt idx="730">
                  <c:v>39098</c:v>
                </c:pt>
                <c:pt idx="731">
                  <c:v>39099</c:v>
                </c:pt>
                <c:pt idx="732">
                  <c:v>39100</c:v>
                </c:pt>
                <c:pt idx="733">
                  <c:v>39101</c:v>
                </c:pt>
                <c:pt idx="734">
                  <c:v>39104</c:v>
                </c:pt>
                <c:pt idx="735">
                  <c:v>39105</c:v>
                </c:pt>
                <c:pt idx="736">
                  <c:v>39106</c:v>
                </c:pt>
                <c:pt idx="737">
                  <c:v>39107</c:v>
                </c:pt>
                <c:pt idx="738">
                  <c:v>39108</c:v>
                </c:pt>
                <c:pt idx="739">
                  <c:v>39111</c:v>
                </c:pt>
                <c:pt idx="740">
                  <c:v>39112</c:v>
                </c:pt>
                <c:pt idx="741">
                  <c:v>39113</c:v>
                </c:pt>
                <c:pt idx="742">
                  <c:v>39114</c:v>
                </c:pt>
                <c:pt idx="743">
                  <c:v>39115</c:v>
                </c:pt>
                <c:pt idx="744">
                  <c:v>39118</c:v>
                </c:pt>
                <c:pt idx="745">
                  <c:v>39119</c:v>
                </c:pt>
                <c:pt idx="746">
                  <c:v>39120</c:v>
                </c:pt>
                <c:pt idx="747">
                  <c:v>39121</c:v>
                </c:pt>
                <c:pt idx="748">
                  <c:v>39122</c:v>
                </c:pt>
                <c:pt idx="749">
                  <c:v>39125</c:v>
                </c:pt>
                <c:pt idx="750">
                  <c:v>39126</c:v>
                </c:pt>
                <c:pt idx="751">
                  <c:v>39127</c:v>
                </c:pt>
                <c:pt idx="752">
                  <c:v>39128</c:v>
                </c:pt>
                <c:pt idx="753">
                  <c:v>39129</c:v>
                </c:pt>
                <c:pt idx="754">
                  <c:v>39132</c:v>
                </c:pt>
                <c:pt idx="755">
                  <c:v>39133</c:v>
                </c:pt>
                <c:pt idx="756">
                  <c:v>39134</c:v>
                </c:pt>
                <c:pt idx="757">
                  <c:v>39135</c:v>
                </c:pt>
                <c:pt idx="758">
                  <c:v>39136</c:v>
                </c:pt>
                <c:pt idx="759">
                  <c:v>39139</c:v>
                </c:pt>
                <c:pt idx="760">
                  <c:v>39140</c:v>
                </c:pt>
                <c:pt idx="761">
                  <c:v>39141</c:v>
                </c:pt>
                <c:pt idx="762">
                  <c:v>39142</c:v>
                </c:pt>
                <c:pt idx="763">
                  <c:v>39143</c:v>
                </c:pt>
                <c:pt idx="764">
                  <c:v>39146</c:v>
                </c:pt>
                <c:pt idx="765">
                  <c:v>39147</c:v>
                </c:pt>
                <c:pt idx="766">
                  <c:v>39148</c:v>
                </c:pt>
                <c:pt idx="767">
                  <c:v>39149</c:v>
                </c:pt>
                <c:pt idx="768">
                  <c:v>39150</c:v>
                </c:pt>
                <c:pt idx="769">
                  <c:v>39153</c:v>
                </c:pt>
                <c:pt idx="770">
                  <c:v>39154</c:v>
                </c:pt>
                <c:pt idx="771">
                  <c:v>39155</c:v>
                </c:pt>
                <c:pt idx="772">
                  <c:v>39156</c:v>
                </c:pt>
                <c:pt idx="773">
                  <c:v>39157</c:v>
                </c:pt>
                <c:pt idx="774">
                  <c:v>39160</c:v>
                </c:pt>
                <c:pt idx="775">
                  <c:v>39161</c:v>
                </c:pt>
                <c:pt idx="776">
                  <c:v>39162</c:v>
                </c:pt>
                <c:pt idx="777">
                  <c:v>39163</c:v>
                </c:pt>
                <c:pt idx="778">
                  <c:v>39164</c:v>
                </c:pt>
                <c:pt idx="779">
                  <c:v>39167</c:v>
                </c:pt>
                <c:pt idx="780">
                  <c:v>39168</c:v>
                </c:pt>
                <c:pt idx="781">
                  <c:v>39169</c:v>
                </c:pt>
                <c:pt idx="782">
                  <c:v>39170</c:v>
                </c:pt>
                <c:pt idx="783">
                  <c:v>39171</c:v>
                </c:pt>
                <c:pt idx="784">
                  <c:v>39174</c:v>
                </c:pt>
                <c:pt idx="785">
                  <c:v>39175</c:v>
                </c:pt>
                <c:pt idx="786">
                  <c:v>39176</c:v>
                </c:pt>
                <c:pt idx="787">
                  <c:v>39177</c:v>
                </c:pt>
                <c:pt idx="788">
                  <c:v>39178</c:v>
                </c:pt>
                <c:pt idx="789">
                  <c:v>39181</c:v>
                </c:pt>
                <c:pt idx="790">
                  <c:v>39182</c:v>
                </c:pt>
                <c:pt idx="791">
                  <c:v>39183</c:v>
                </c:pt>
                <c:pt idx="792">
                  <c:v>39184</c:v>
                </c:pt>
                <c:pt idx="793">
                  <c:v>39185</c:v>
                </c:pt>
                <c:pt idx="794">
                  <c:v>39188</c:v>
                </c:pt>
                <c:pt idx="795">
                  <c:v>39189</c:v>
                </c:pt>
                <c:pt idx="796">
                  <c:v>39190</c:v>
                </c:pt>
                <c:pt idx="797">
                  <c:v>39191</c:v>
                </c:pt>
                <c:pt idx="798">
                  <c:v>39192</c:v>
                </c:pt>
                <c:pt idx="799">
                  <c:v>39195</c:v>
                </c:pt>
                <c:pt idx="800">
                  <c:v>39196</c:v>
                </c:pt>
                <c:pt idx="801">
                  <c:v>39197</c:v>
                </c:pt>
                <c:pt idx="802">
                  <c:v>39198</c:v>
                </c:pt>
                <c:pt idx="803">
                  <c:v>39199</c:v>
                </c:pt>
                <c:pt idx="804">
                  <c:v>39202</c:v>
                </c:pt>
                <c:pt idx="805">
                  <c:v>39203</c:v>
                </c:pt>
                <c:pt idx="806">
                  <c:v>39204</c:v>
                </c:pt>
                <c:pt idx="807">
                  <c:v>39205</c:v>
                </c:pt>
                <c:pt idx="808">
                  <c:v>39206</c:v>
                </c:pt>
                <c:pt idx="809">
                  <c:v>39209</c:v>
                </c:pt>
                <c:pt idx="810">
                  <c:v>39210</c:v>
                </c:pt>
                <c:pt idx="811">
                  <c:v>39211</c:v>
                </c:pt>
                <c:pt idx="812">
                  <c:v>39212</c:v>
                </c:pt>
                <c:pt idx="813">
                  <c:v>39213</c:v>
                </c:pt>
                <c:pt idx="814">
                  <c:v>39216</c:v>
                </c:pt>
                <c:pt idx="815">
                  <c:v>39217</c:v>
                </c:pt>
                <c:pt idx="816">
                  <c:v>39218</c:v>
                </c:pt>
                <c:pt idx="817">
                  <c:v>39219</c:v>
                </c:pt>
                <c:pt idx="818">
                  <c:v>39220</c:v>
                </c:pt>
                <c:pt idx="819">
                  <c:v>39223</c:v>
                </c:pt>
                <c:pt idx="820">
                  <c:v>39224</c:v>
                </c:pt>
                <c:pt idx="821">
                  <c:v>39225</c:v>
                </c:pt>
                <c:pt idx="822">
                  <c:v>39226</c:v>
                </c:pt>
                <c:pt idx="823">
                  <c:v>39227</c:v>
                </c:pt>
                <c:pt idx="824">
                  <c:v>39230</c:v>
                </c:pt>
                <c:pt idx="825">
                  <c:v>39231</c:v>
                </c:pt>
                <c:pt idx="826">
                  <c:v>39232</c:v>
                </c:pt>
                <c:pt idx="827">
                  <c:v>39233</c:v>
                </c:pt>
                <c:pt idx="828">
                  <c:v>39234</c:v>
                </c:pt>
                <c:pt idx="829">
                  <c:v>39237</c:v>
                </c:pt>
                <c:pt idx="830">
                  <c:v>39238</c:v>
                </c:pt>
                <c:pt idx="831">
                  <c:v>39239</c:v>
                </c:pt>
                <c:pt idx="832">
                  <c:v>39240</c:v>
                </c:pt>
                <c:pt idx="833">
                  <c:v>39241</c:v>
                </c:pt>
                <c:pt idx="834">
                  <c:v>39244</c:v>
                </c:pt>
                <c:pt idx="835">
                  <c:v>39245</c:v>
                </c:pt>
                <c:pt idx="836">
                  <c:v>39246</c:v>
                </c:pt>
                <c:pt idx="837">
                  <c:v>39247</c:v>
                </c:pt>
                <c:pt idx="838">
                  <c:v>39248</c:v>
                </c:pt>
                <c:pt idx="839">
                  <c:v>39251</c:v>
                </c:pt>
                <c:pt idx="840">
                  <c:v>39252</c:v>
                </c:pt>
                <c:pt idx="841">
                  <c:v>39253</c:v>
                </c:pt>
                <c:pt idx="842">
                  <c:v>39254</c:v>
                </c:pt>
                <c:pt idx="843">
                  <c:v>39255</c:v>
                </c:pt>
                <c:pt idx="844">
                  <c:v>39258</c:v>
                </c:pt>
                <c:pt idx="845">
                  <c:v>39259</c:v>
                </c:pt>
                <c:pt idx="846">
                  <c:v>39260</c:v>
                </c:pt>
                <c:pt idx="847">
                  <c:v>39261</c:v>
                </c:pt>
                <c:pt idx="848">
                  <c:v>39262</c:v>
                </c:pt>
                <c:pt idx="849">
                  <c:v>39265</c:v>
                </c:pt>
                <c:pt idx="850">
                  <c:v>39266</c:v>
                </c:pt>
                <c:pt idx="851">
                  <c:v>39267</c:v>
                </c:pt>
                <c:pt idx="852">
                  <c:v>39268</c:v>
                </c:pt>
                <c:pt idx="853">
                  <c:v>39269</c:v>
                </c:pt>
                <c:pt idx="854">
                  <c:v>39272</c:v>
                </c:pt>
                <c:pt idx="855">
                  <c:v>39273</c:v>
                </c:pt>
                <c:pt idx="856">
                  <c:v>39274</c:v>
                </c:pt>
                <c:pt idx="857">
                  <c:v>39275</c:v>
                </c:pt>
                <c:pt idx="858">
                  <c:v>39276</c:v>
                </c:pt>
                <c:pt idx="859">
                  <c:v>39279</c:v>
                </c:pt>
                <c:pt idx="860">
                  <c:v>39280</c:v>
                </c:pt>
                <c:pt idx="861">
                  <c:v>39281</c:v>
                </c:pt>
                <c:pt idx="862">
                  <c:v>39282</c:v>
                </c:pt>
                <c:pt idx="863">
                  <c:v>39283</c:v>
                </c:pt>
                <c:pt idx="864">
                  <c:v>39286</c:v>
                </c:pt>
                <c:pt idx="865">
                  <c:v>39287</c:v>
                </c:pt>
                <c:pt idx="866">
                  <c:v>39288</c:v>
                </c:pt>
                <c:pt idx="867">
                  <c:v>39289</c:v>
                </c:pt>
                <c:pt idx="868">
                  <c:v>39290</c:v>
                </c:pt>
                <c:pt idx="869">
                  <c:v>39293</c:v>
                </c:pt>
                <c:pt idx="870">
                  <c:v>39294</c:v>
                </c:pt>
                <c:pt idx="871">
                  <c:v>39295</c:v>
                </c:pt>
                <c:pt idx="872">
                  <c:v>39296</c:v>
                </c:pt>
                <c:pt idx="873">
                  <c:v>39297</c:v>
                </c:pt>
                <c:pt idx="874">
                  <c:v>39300</c:v>
                </c:pt>
                <c:pt idx="875">
                  <c:v>39301</c:v>
                </c:pt>
                <c:pt idx="876">
                  <c:v>39302</c:v>
                </c:pt>
                <c:pt idx="877">
                  <c:v>39303</c:v>
                </c:pt>
                <c:pt idx="878">
                  <c:v>39304</c:v>
                </c:pt>
                <c:pt idx="879">
                  <c:v>39307</c:v>
                </c:pt>
                <c:pt idx="880">
                  <c:v>39308</c:v>
                </c:pt>
                <c:pt idx="881">
                  <c:v>39309</c:v>
                </c:pt>
                <c:pt idx="882">
                  <c:v>39310</c:v>
                </c:pt>
                <c:pt idx="883">
                  <c:v>39311</c:v>
                </c:pt>
                <c:pt idx="884">
                  <c:v>39314</c:v>
                </c:pt>
                <c:pt idx="885">
                  <c:v>39315</c:v>
                </c:pt>
                <c:pt idx="886">
                  <c:v>39316</c:v>
                </c:pt>
                <c:pt idx="887">
                  <c:v>39317</c:v>
                </c:pt>
                <c:pt idx="888">
                  <c:v>39318</c:v>
                </c:pt>
                <c:pt idx="889">
                  <c:v>39321</c:v>
                </c:pt>
                <c:pt idx="890">
                  <c:v>39322</c:v>
                </c:pt>
                <c:pt idx="891">
                  <c:v>39323</c:v>
                </c:pt>
                <c:pt idx="892">
                  <c:v>39324</c:v>
                </c:pt>
                <c:pt idx="893">
                  <c:v>39325</c:v>
                </c:pt>
                <c:pt idx="894">
                  <c:v>39328</c:v>
                </c:pt>
                <c:pt idx="895">
                  <c:v>39329</c:v>
                </c:pt>
                <c:pt idx="896">
                  <c:v>39330</c:v>
                </c:pt>
                <c:pt idx="897">
                  <c:v>39331</c:v>
                </c:pt>
                <c:pt idx="898">
                  <c:v>39332</c:v>
                </c:pt>
                <c:pt idx="899">
                  <c:v>39335</c:v>
                </c:pt>
                <c:pt idx="900">
                  <c:v>39336</c:v>
                </c:pt>
                <c:pt idx="901">
                  <c:v>39337</c:v>
                </c:pt>
                <c:pt idx="902">
                  <c:v>39338</c:v>
                </c:pt>
                <c:pt idx="903">
                  <c:v>39339</c:v>
                </c:pt>
                <c:pt idx="904">
                  <c:v>39342</c:v>
                </c:pt>
                <c:pt idx="905">
                  <c:v>39343</c:v>
                </c:pt>
                <c:pt idx="906">
                  <c:v>39344</c:v>
                </c:pt>
                <c:pt idx="907">
                  <c:v>39345</c:v>
                </c:pt>
                <c:pt idx="908">
                  <c:v>39346</c:v>
                </c:pt>
                <c:pt idx="909">
                  <c:v>39349</c:v>
                </c:pt>
                <c:pt idx="910">
                  <c:v>39350</c:v>
                </c:pt>
                <c:pt idx="911">
                  <c:v>39351</c:v>
                </c:pt>
                <c:pt idx="912">
                  <c:v>39352</c:v>
                </c:pt>
                <c:pt idx="913">
                  <c:v>39353</c:v>
                </c:pt>
                <c:pt idx="914">
                  <c:v>39356</c:v>
                </c:pt>
                <c:pt idx="915">
                  <c:v>39357</c:v>
                </c:pt>
                <c:pt idx="916">
                  <c:v>39358</c:v>
                </c:pt>
                <c:pt idx="917">
                  <c:v>39359</c:v>
                </c:pt>
                <c:pt idx="918">
                  <c:v>39360</c:v>
                </c:pt>
                <c:pt idx="919">
                  <c:v>39363</c:v>
                </c:pt>
                <c:pt idx="920">
                  <c:v>39364</c:v>
                </c:pt>
                <c:pt idx="921">
                  <c:v>39365</c:v>
                </c:pt>
                <c:pt idx="922">
                  <c:v>39366</c:v>
                </c:pt>
                <c:pt idx="923">
                  <c:v>39367</c:v>
                </c:pt>
                <c:pt idx="924">
                  <c:v>39370</c:v>
                </c:pt>
                <c:pt idx="925">
                  <c:v>39371</c:v>
                </c:pt>
                <c:pt idx="926">
                  <c:v>39372</c:v>
                </c:pt>
                <c:pt idx="927">
                  <c:v>39373</c:v>
                </c:pt>
                <c:pt idx="928">
                  <c:v>39374</c:v>
                </c:pt>
                <c:pt idx="929">
                  <c:v>39377</c:v>
                </c:pt>
                <c:pt idx="930">
                  <c:v>39378</c:v>
                </c:pt>
                <c:pt idx="931">
                  <c:v>39379</c:v>
                </c:pt>
                <c:pt idx="932">
                  <c:v>39380</c:v>
                </c:pt>
                <c:pt idx="933">
                  <c:v>39381</c:v>
                </c:pt>
                <c:pt idx="934">
                  <c:v>39384</c:v>
                </c:pt>
                <c:pt idx="935">
                  <c:v>39385</c:v>
                </c:pt>
                <c:pt idx="936">
                  <c:v>39386</c:v>
                </c:pt>
                <c:pt idx="937">
                  <c:v>39387</c:v>
                </c:pt>
                <c:pt idx="938">
                  <c:v>39388</c:v>
                </c:pt>
                <c:pt idx="939">
                  <c:v>39391</c:v>
                </c:pt>
                <c:pt idx="940">
                  <c:v>39392</c:v>
                </c:pt>
                <c:pt idx="941">
                  <c:v>39393</c:v>
                </c:pt>
                <c:pt idx="942">
                  <c:v>39394</c:v>
                </c:pt>
                <c:pt idx="943">
                  <c:v>39395</c:v>
                </c:pt>
                <c:pt idx="944">
                  <c:v>39398</c:v>
                </c:pt>
                <c:pt idx="945">
                  <c:v>39399</c:v>
                </c:pt>
                <c:pt idx="946">
                  <c:v>39400</c:v>
                </c:pt>
                <c:pt idx="947">
                  <c:v>39401</c:v>
                </c:pt>
                <c:pt idx="948">
                  <c:v>39402</c:v>
                </c:pt>
                <c:pt idx="949">
                  <c:v>39405</c:v>
                </c:pt>
                <c:pt idx="950">
                  <c:v>39406</c:v>
                </c:pt>
                <c:pt idx="951">
                  <c:v>39407</c:v>
                </c:pt>
                <c:pt idx="952">
                  <c:v>39408</c:v>
                </c:pt>
                <c:pt idx="953">
                  <c:v>39409</c:v>
                </c:pt>
                <c:pt idx="954">
                  <c:v>39412</c:v>
                </c:pt>
                <c:pt idx="955">
                  <c:v>39413</c:v>
                </c:pt>
                <c:pt idx="956">
                  <c:v>39414</c:v>
                </c:pt>
                <c:pt idx="957">
                  <c:v>39415</c:v>
                </c:pt>
                <c:pt idx="958">
                  <c:v>39416</c:v>
                </c:pt>
                <c:pt idx="959">
                  <c:v>39419</c:v>
                </c:pt>
                <c:pt idx="960">
                  <c:v>39420</c:v>
                </c:pt>
                <c:pt idx="961">
                  <c:v>39421</c:v>
                </c:pt>
                <c:pt idx="962">
                  <c:v>39422</c:v>
                </c:pt>
                <c:pt idx="963">
                  <c:v>39423</c:v>
                </c:pt>
                <c:pt idx="964">
                  <c:v>39426</c:v>
                </c:pt>
                <c:pt idx="965">
                  <c:v>39427</c:v>
                </c:pt>
                <c:pt idx="966">
                  <c:v>39428</c:v>
                </c:pt>
                <c:pt idx="967">
                  <c:v>39429</c:v>
                </c:pt>
                <c:pt idx="968">
                  <c:v>39430</c:v>
                </c:pt>
                <c:pt idx="969">
                  <c:v>39433</c:v>
                </c:pt>
                <c:pt idx="970">
                  <c:v>39434</c:v>
                </c:pt>
                <c:pt idx="971">
                  <c:v>39435</c:v>
                </c:pt>
                <c:pt idx="972">
                  <c:v>39436</c:v>
                </c:pt>
                <c:pt idx="973">
                  <c:v>39437</c:v>
                </c:pt>
                <c:pt idx="974">
                  <c:v>39440</c:v>
                </c:pt>
                <c:pt idx="975">
                  <c:v>39441</c:v>
                </c:pt>
                <c:pt idx="976">
                  <c:v>39442</c:v>
                </c:pt>
                <c:pt idx="977">
                  <c:v>39443</c:v>
                </c:pt>
                <c:pt idx="978">
                  <c:v>39444</c:v>
                </c:pt>
                <c:pt idx="979">
                  <c:v>39447</c:v>
                </c:pt>
                <c:pt idx="980">
                  <c:v>39448</c:v>
                </c:pt>
                <c:pt idx="981">
                  <c:v>39449</c:v>
                </c:pt>
                <c:pt idx="982">
                  <c:v>39450</c:v>
                </c:pt>
                <c:pt idx="983">
                  <c:v>39451</c:v>
                </c:pt>
                <c:pt idx="984">
                  <c:v>39454</c:v>
                </c:pt>
                <c:pt idx="985">
                  <c:v>39455</c:v>
                </c:pt>
                <c:pt idx="986">
                  <c:v>39456</c:v>
                </c:pt>
                <c:pt idx="987">
                  <c:v>39457</c:v>
                </c:pt>
                <c:pt idx="988">
                  <c:v>39458</c:v>
                </c:pt>
                <c:pt idx="989">
                  <c:v>39461</c:v>
                </c:pt>
                <c:pt idx="990">
                  <c:v>39462</c:v>
                </c:pt>
                <c:pt idx="991">
                  <c:v>39463</c:v>
                </c:pt>
                <c:pt idx="992">
                  <c:v>39464</c:v>
                </c:pt>
                <c:pt idx="993">
                  <c:v>39465</c:v>
                </c:pt>
                <c:pt idx="994">
                  <c:v>39468</c:v>
                </c:pt>
                <c:pt idx="995">
                  <c:v>39469</c:v>
                </c:pt>
                <c:pt idx="996">
                  <c:v>39470</c:v>
                </c:pt>
                <c:pt idx="997">
                  <c:v>39471</c:v>
                </c:pt>
                <c:pt idx="998">
                  <c:v>39472</c:v>
                </c:pt>
                <c:pt idx="999">
                  <c:v>39475</c:v>
                </c:pt>
                <c:pt idx="1000">
                  <c:v>39476</c:v>
                </c:pt>
                <c:pt idx="1001">
                  <c:v>39477</c:v>
                </c:pt>
                <c:pt idx="1002">
                  <c:v>39478</c:v>
                </c:pt>
                <c:pt idx="1003">
                  <c:v>39479</c:v>
                </c:pt>
                <c:pt idx="1004">
                  <c:v>39482</c:v>
                </c:pt>
                <c:pt idx="1005">
                  <c:v>39483</c:v>
                </c:pt>
                <c:pt idx="1006">
                  <c:v>39484</c:v>
                </c:pt>
                <c:pt idx="1007">
                  <c:v>39485</c:v>
                </c:pt>
                <c:pt idx="1008">
                  <c:v>39486</c:v>
                </c:pt>
                <c:pt idx="1009">
                  <c:v>39489</c:v>
                </c:pt>
                <c:pt idx="1010">
                  <c:v>39490</c:v>
                </c:pt>
                <c:pt idx="1011">
                  <c:v>39491</c:v>
                </c:pt>
                <c:pt idx="1012">
                  <c:v>39492</c:v>
                </c:pt>
                <c:pt idx="1013">
                  <c:v>39493</c:v>
                </c:pt>
                <c:pt idx="1014">
                  <c:v>39496</c:v>
                </c:pt>
                <c:pt idx="1015">
                  <c:v>39497</c:v>
                </c:pt>
                <c:pt idx="1016">
                  <c:v>39498</c:v>
                </c:pt>
                <c:pt idx="1017">
                  <c:v>39499</c:v>
                </c:pt>
                <c:pt idx="1018">
                  <c:v>39500</c:v>
                </c:pt>
                <c:pt idx="1019">
                  <c:v>39503</c:v>
                </c:pt>
                <c:pt idx="1020">
                  <c:v>39504</c:v>
                </c:pt>
                <c:pt idx="1021">
                  <c:v>39505</c:v>
                </c:pt>
                <c:pt idx="1022">
                  <c:v>39506</c:v>
                </c:pt>
                <c:pt idx="1023">
                  <c:v>39507</c:v>
                </c:pt>
                <c:pt idx="1024">
                  <c:v>39510</c:v>
                </c:pt>
                <c:pt idx="1025">
                  <c:v>39511</c:v>
                </c:pt>
                <c:pt idx="1026">
                  <c:v>39512</c:v>
                </c:pt>
                <c:pt idx="1027">
                  <c:v>39513</c:v>
                </c:pt>
                <c:pt idx="1028">
                  <c:v>39514</c:v>
                </c:pt>
                <c:pt idx="1029">
                  <c:v>39517</c:v>
                </c:pt>
                <c:pt idx="1030">
                  <c:v>39518</c:v>
                </c:pt>
                <c:pt idx="1031">
                  <c:v>39519</c:v>
                </c:pt>
                <c:pt idx="1032">
                  <c:v>39520</c:v>
                </c:pt>
                <c:pt idx="1033">
                  <c:v>39521</c:v>
                </c:pt>
                <c:pt idx="1034">
                  <c:v>39524</c:v>
                </c:pt>
                <c:pt idx="1035">
                  <c:v>39525</c:v>
                </c:pt>
                <c:pt idx="1036">
                  <c:v>39526</c:v>
                </c:pt>
                <c:pt idx="1037">
                  <c:v>39527</c:v>
                </c:pt>
                <c:pt idx="1038">
                  <c:v>39528</c:v>
                </c:pt>
                <c:pt idx="1039">
                  <c:v>39531</c:v>
                </c:pt>
                <c:pt idx="1040">
                  <c:v>39532</c:v>
                </c:pt>
                <c:pt idx="1041">
                  <c:v>39533</c:v>
                </c:pt>
                <c:pt idx="1042">
                  <c:v>39534</c:v>
                </c:pt>
                <c:pt idx="1043">
                  <c:v>39535</c:v>
                </c:pt>
                <c:pt idx="1044">
                  <c:v>39538</c:v>
                </c:pt>
                <c:pt idx="1045">
                  <c:v>39539</c:v>
                </c:pt>
                <c:pt idx="1046">
                  <c:v>39540</c:v>
                </c:pt>
                <c:pt idx="1047">
                  <c:v>39541</c:v>
                </c:pt>
                <c:pt idx="1048">
                  <c:v>39542</c:v>
                </c:pt>
                <c:pt idx="1049">
                  <c:v>39545</c:v>
                </c:pt>
                <c:pt idx="1050">
                  <c:v>39546</c:v>
                </c:pt>
                <c:pt idx="1051">
                  <c:v>39547</c:v>
                </c:pt>
                <c:pt idx="1052">
                  <c:v>39548</c:v>
                </c:pt>
                <c:pt idx="1053">
                  <c:v>39549</c:v>
                </c:pt>
                <c:pt idx="1054">
                  <c:v>39552</c:v>
                </c:pt>
                <c:pt idx="1055">
                  <c:v>39553</c:v>
                </c:pt>
                <c:pt idx="1056">
                  <c:v>39554</c:v>
                </c:pt>
                <c:pt idx="1057">
                  <c:v>39555</c:v>
                </c:pt>
                <c:pt idx="1058">
                  <c:v>39556</c:v>
                </c:pt>
                <c:pt idx="1059">
                  <c:v>39559</c:v>
                </c:pt>
                <c:pt idx="1060">
                  <c:v>39560</c:v>
                </c:pt>
                <c:pt idx="1061">
                  <c:v>39561</c:v>
                </c:pt>
                <c:pt idx="1062">
                  <c:v>39562</c:v>
                </c:pt>
                <c:pt idx="1063">
                  <c:v>39563</c:v>
                </c:pt>
                <c:pt idx="1064">
                  <c:v>39566</c:v>
                </c:pt>
                <c:pt idx="1065">
                  <c:v>39567</c:v>
                </c:pt>
                <c:pt idx="1066">
                  <c:v>39568</c:v>
                </c:pt>
                <c:pt idx="1067">
                  <c:v>39569</c:v>
                </c:pt>
                <c:pt idx="1068">
                  <c:v>39570</c:v>
                </c:pt>
                <c:pt idx="1069">
                  <c:v>39573</c:v>
                </c:pt>
                <c:pt idx="1070">
                  <c:v>39574</c:v>
                </c:pt>
                <c:pt idx="1071">
                  <c:v>39575</c:v>
                </c:pt>
                <c:pt idx="1072">
                  <c:v>39576</c:v>
                </c:pt>
                <c:pt idx="1073">
                  <c:v>39577</c:v>
                </c:pt>
                <c:pt idx="1074">
                  <c:v>39580</c:v>
                </c:pt>
                <c:pt idx="1075">
                  <c:v>39581</c:v>
                </c:pt>
                <c:pt idx="1076">
                  <c:v>39582</c:v>
                </c:pt>
                <c:pt idx="1077">
                  <c:v>39583</c:v>
                </c:pt>
                <c:pt idx="1078">
                  <c:v>39584</c:v>
                </c:pt>
                <c:pt idx="1079">
                  <c:v>39587</c:v>
                </c:pt>
                <c:pt idx="1080">
                  <c:v>39588</c:v>
                </c:pt>
                <c:pt idx="1081">
                  <c:v>39589</c:v>
                </c:pt>
                <c:pt idx="1082">
                  <c:v>39590</c:v>
                </c:pt>
                <c:pt idx="1083">
                  <c:v>39591</c:v>
                </c:pt>
                <c:pt idx="1084">
                  <c:v>39594</c:v>
                </c:pt>
                <c:pt idx="1085">
                  <c:v>39595</c:v>
                </c:pt>
                <c:pt idx="1086">
                  <c:v>39596</c:v>
                </c:pt>
                <c:pt idx="1087">
                  <c:v>39597</c:v>
                </c:pt>
                <c:pt idx="1088">
                  <c:v>39598</c:v>
                </c:pt>
                <c:pt idx="1089">
                  <c:v>39601</c:v>
                </c:pt>
                <c:pt idx="1090">
                  <c:v>39602</c:v>
                </c:pt>
                <c:pt idx="1091">
                  <c:v>39603</c:v>
                </c:pt>
                <c:pt idx="1092">
                  <c:v>39604</c:v>
                </c:pt>
                <c:pt idx="1093">
                  <c:v>39605</c:v>
                </c:pt>
                <c:pt idx="1094">
                  <c:v>39608</c:v>
                </c:pt>
                <c:pt idx="1095">
                  <c:v>39609</c:v>
                </c:pt>
                <c:pt idx="1096">
                  <c:v>39610</c:v>
                </c:pt>
                <c:pt idx="1097">
                  <c:v>39611</c:v>
                </c:pt>
                <c:pt idx="1098">
                  <c:v>39612</c:v>
                </c:pt>
                <c:pt idx="1099">
                  <c:v>39615</c:v>
                </c:pt>
                <c:pt idx="1100">
                  <c:v>39616</c:v>
                </c:pt>
                <c:pt idx="1101">
                  <c:v>39617</c:v>
                </c:pt>
                <c:pt idx="1102">
                  <c:v>39618</c:v>
                </c:pt>
                <c:pt idx="1103">
                  <c:v>39619</c:v>
                </c:pt>
                <c:pt idx="1104">
                  <c:v>39622</c:v>
                </c:pt>
                <c:pt idx="1105">
                  <c:v>39623</c:v>
                </c:pt>
                <c:pt idx="1106">
                  <c:v>39624</c:v>
                </c:pt>
                <c:pt idx="1107">
                  <c:v>39625</c:v>
                </c:pt>
                <c:pt idx="1108">
                  <c:v>39626</c:v>
                </c:pt>
                <c:pt idx="1109">
                  <c:v>39629</c:v>
                </c:pt>
                <c:pt idx="1110">
                  <c:v>39630</c:v>
                </c:pt>
                <c:pt idx="1111">
                  <c:v>39631</c:v>
                </c:pt>
                <c:pt idx="1112">
                  <c:v>39632</c:v>
                </c:pt>
                <c:pt idx="1113">
                  <c:v>39633</c:v>
                </c:pt>
                <c:pt idx="1114">
                  <c:v>39636</c:v>
                </c:pt>
                <c:pt idx="1115">
                  <c:v>39637</c:v>
                </c:pt>
                <c:pt idx="1116">
                  <c:v>39638</c:v>
                </c:pt>
                <c:pt idx="1117">
                  <c:v>39639</c:v>
                </c:pt>
                <c:pt idx="1118">
                  <c:v>39640</c:v>
                </c:pt>
                <c:pt idx="1119">
                  <c:v>39643</c:v>
                </c:pt>
                <c:pt idx="1120">
                  <c:v>39644</c:v>
                </c:pt>
                <c:pt idx="1121">
                  <c:v>39645</c:v>
                </c:pt>
                <c:pt idx="1122">
                  <c:v>39646</c:v>
                </c:pt>
                <c:pt idx="1123">
                  <c:v>39647</c:v>
                </c:pt>
                <c:pt idx="1124">
                  <c:v>39650</c:v>
                </c:pt>
                <c:pt idx="1125">
                  <c:v>39651</c:v>
                </c:pt>
                <c:pt idx="1126">
                  <c:v>39652</c:v>
                </c:pt>
                <c:pt idx="1127">
                  <c:v>39653</c:v>
                </c:pt>
                <c:pt idx="1128">
                  <c:v>39654</c:v>
                </c:pt>
                <c:pt idx="1129">
                  <c:v>39657</c:v>
                </c:pt>
                <c:pt idx="1130">
                  <c:v>39658</c:v>
                </c:pt>
                <c:pt idx="1131">
                  <c:v>39659</c:v>
                </c:pt>
                <c:pt idx="1132">
                  <c:v>39660</c:v>
                </c:pt>
                <c:pt idx="1133">
                  <c:v>39661</c:v>
                </c:pt>
                <c:pt idx="1134">
                  <c:v>39664</c:v>
                </c:pt>
                <c:pt idx="1135">
                  <c:v>39665</c:v>
                </c:pt>
                <c:pt idx="1136">
                  <c:v>39666</c:v>
                </c:pt>
                <c:pt idx="1137">
                  <c:v>39667</c:v>
                </c:pt>
                <c:pt idx="1138">
                  <c:v>39668</c:v>
                </c:pt>
                <c:pt idx="1139">
                  <c:v>39671</c:v>
                </c:pt>
                <c:pt idx="1140">
                  <c:v>39672</c:v>
                </c:pt>
                <c:pt idx="1141">
                  <c:v>39673</c:v>
                </c:pt>
                <c:pt idx="1142">
                  <c:v>39674</c:v>
                </c:pt>
                <c:pt idx="1143">
                  <c:v>39675</c:v>
                </c:pt>
                <c:pt idx="1144">
                  <c:v>39678</c:v>
                </c:pt>
                <c:pt idx="1145">
                  <c:v>39679</c:v>
                </c:pt>
                <c:pt idx="1146">
                  <c:v>39680</c:v>
                </c:pt>
                <c:pt idx="1147">
                  <c:v>39681</c:v>
                </c:pt>
                <c:pt idx="1148">
                  <c:v>39682</c:v>
                </c:pt>
                <c:pt idx="1149">
                  <c:v>39685</c:v>
                </c:pt>
                <c:pt idx="1150">
                  <c:v>39686</c:v>
                </c:pt>
                <c:pt idx="1151">
                  <c:v>39687</c:v>
                </c:pt>
                <c:pt idx="1152">
                  <c:v>39688</c:v>
                </c:pt>
                <c:pt idx="1153">
                  <c:v>39689</c:v>
                </c:pt>
                <c:pt idx="1154">
                  <c:v>39692</c:v>
                </c:pt>
                <c:pt idx="1155">
                  <c:v>39693</c:v>
                </c:pt>
                <c:pt idx="1156">
                  <c:v>39694</c:v>
                </c:pt>
                <c:pt idx="1157">
                  <c:v>39695</c:v>
                </c:pt>
                <c:pt idx="1158">
                  <c:v>39696</c:v>
                </c:pt>
                <c:pt idx="1159">
                  <c:v>39699</c:v>
                </c:pt>
                <c:pt idx="1160">
                  <c:v>39700</c:v>
                </c:pt>
                <c:pt idx="1161">
                  <c:v>39701</c:v>
                </c:pt>
                <c:pt idx="1162">
                  <c:v>39702</c:v>
                </c:pt>
                <c:pt idx="1163">
                  <c:v>39703</c:v>
                </c:pt>
                <c:pt idx="1164">
                  <c:v>39706</c:v>
                </c:pt>
                <c:pt idx="1165">
                  <c:v>39707</c:v>
                </c:pt>
                <c:pt idx="1166">
                  <c:v>39708</c:v>
                </c:pt>
                <c:pt idx="1167">
                  <c:v>39709</c:v>
                </c:pt>
                <c:pt idx="1168">
                  <c:v>39710</c:v>
                </c:pt>
                <c:pt idx="1169">
                  <c:v>39713</c:v>
                </c:pt>
                <c:pt idx="1170">
                  <c:v>39714</c:v>
                </c:pt>
                <c:pt idx="1171">
                  <c:v>39715</c:v>
                </c:pt>
                <c:pt idx="1172">
                  <c:v>39716</c:v>
                </c:pt>
                <c:pt idx="1173">
                  <c:v>39717</c:v>
                </c:pt>
                <c:pt idx="1174">
                  <c:v>39720</c:v>
                </c:pt>
                <c:pt idx="1175">
                  <c:v>39721</c:v>
                </c:pt>
                <c:pt idx="1176">
                  <c:v>39722</c:v>
                </c:pt>
                <c:pt idx="1177">
                  <c:v>39723</c:v>
                </c:pt>
                <c:pt idx="1178">
                  <c:v>39724</c:v>
                </c:pt>
                <c:pt idx="1179">
                  <c:v>39727</c:v>
                </c:pt>
                <c:pt idx="1180">
                  <c:v>39728</c:v>
                </c:pt>
                <c:pt idx="1181">
                  <c:v>39729</c:v>
                </c:pt>
                <c:pt idx="1182">
                  <c:v>39730</c:v>
                </c:pt>
                <c:pt idx="1183">
                  <c:v>39731</c:v>
                </c:pt>
                <c:pt idx="1184">
                  <c:v>39734</c:v>
                </c:pt>
                <c:pt idx="1185">
                  <c:v>39735</c:v>
                </c:pt>
                <c:pt idx="1186">
                  <c:v>39736</c:v>
                </c:pt>
                <c:pt idx="1187">
                  <c:v>39737</c:v>
                </c:pt>
                <c:pt idx="1188">
                  <c:v>39738</c:v>
                </c:pt>
                <c:pt idx="1189">
                  <c:v>39741</c:v>
                </c:pt>
                <c:pt idx="1190">
                  <c:v>39742</c:v>
                </c:pt>
                <c:pt idx="1191">
                  <c:v>39743</c:v>
                </c:pt>
                <c:pt idx="1192">
                  <c:v>39744</c:v>
                </c:pt>
                <c:pt idx="1193">
                  <c:v>39745</c:v>
                </c:pt>
                <c:pt idx="1194">
                  <c:v>39748</c:v>
                </c:pt>
                <c:pt idx="1195">
                  <c:v>39749</c:v>
                </c:pt>
                <c:pt idx="1196">
                  <c:v>39750</c:v>
                </c:pt>
                <c:pt idx="1197">
                  <c:v>39751</c:v>
                </c:pt>
                <c:pt idx="1198">
                  <c:v>39752</c:v>
                </c:pt>
                <c:pt idx="1199">
                  <c:v>39755</c:v>
                </c:pt>
                <c:pt idx="1200">
                  <c:v>39756</c:v>
                </c:pt>
                <c:pt idx="1201">
                  <c:v>39757</c:v>
                </c:pt>
                <c:pt idx="1202">
                  <c:v>39758</c:v>
                </c:pt>
                <c:pt idx="1203">
                  <c:v>39759</c:v>
                </c:pt>
                <c:pt idx="1204">
                  <c:v>39762</c:v>
                </c:pt>
                <c:pt idx="1205">
                  <c:v>39763</c:v>
                </c:pt>
                <c:pt idx="1206">
                  <c:v>39764</c:v>
                </c:pt>
                <c:pt idx="1207">
                  <c:v>39765</c:v>
                </c:pt>
                <c:pt idx="1208">
                  <c:v>39766</c:v>
                </c:pt>
                <c:pt idx="1209">
                  <c:v>39769</c:v>
                </c:pt>
                <c:pt idx="1210">
                  <c:v>39770</c:v>
                </c:pt>
                <c:pt idx="1211">
                  <c:v>39771</c:v>
                </c:pt>
                <c:pt idx="1212">
                  <c:v>39772</c:v>
                </c:pt>
                <c:pt idx="1213">
                  <c:v>39773</c:v>
                </c:pt>
                <c:pt idx="1214">
                  <c:v>39776</c:v>
                </c:pt>
                <c:pt idx="1215">
                  <c:v>39777</c:v>
                </c:pt>
                <c:pt idx="1216">
                  <c:v>39778</c:v>
                </c:pt>
                <c:pt idx="1217">
                  <c:v>39779</c:v>
                </c:pt>
                <c:pt idx="1218">
                  <c:v>39780</c:v>
                </c:pt>
                <c:pt idx="1219">
                  <c:v>39783</c:v>
                </c:pt>
                <c:pt idx="1220">
                  <c:v>39784</c:v>
                </c:pt>
                <c:pt idx="1221">
                  <c:v>39785</c:v>
                </c:pt>
                <c:pt idx="1222">
                  <c:v>39786</c:v>
                </c:pt>
                <c:pt idx="1223">
                  <c:v>39787</c:v>
                </c:pt>
                <c:pt idx="1224">
                  <c:v>39790</c:v>
                </c:pt>
                <c:pt idx="1225">
                  <c:v>39791</c:v>
                </c:pt>
                <c:pt idx="1226">
                  <c:v>39792</c:v>
                </c:pt>
                <c:pt idx="1227">
                  <c:v>39793</c:v>
                </c:pt>
                <c:pt idx="1228">
                  <c:v>39794</c:v>
                </c:pt>
                <c:pt idx="1229">
                  <c:v>39797</c:v>
                </c:pt>
                <c:pt idx="1230">
                  <c:v>39798</c:v>
                </c:pt>
                <c:pt idx="1231">
                  <c:v>39799</c:v>
                </c:pt>
                <c:pt idx="1232">
                  <c:v>39800</c:v>
                </c:pt>
                <c:pt idx="1233">
                  <c:v>39801</c:v>
                </c:pt>
                <c:pt idx="1234">
                  <c:v>39804</c:v>
                </c:pt>
                <c:pt idx="1235">
                  <c:v>39805</c:v>
                </c:pt>
                <c:pt idx="1236">
                  <c:v>39806</c:v>
                </c:pt>
                <c:pt idx="1237">
                  <c:v>39808</c:v>
                </c:pt>
                <c:pt idx="1238">
                  <c:v>39811</c:v>
                </c:pt>
                <c:pt idx="1239">
                  <c:v>39812</c:v>
                </c:pt>
                <c:pt idx="1240">
                  <c:v>39813</c:v>
                </c:pt>
                <c:pt idx="1241">
                  <c:v>39814</c:v>
                </c:pt>
                <c:pt idx="1242">
                  <c:v>39815</c:v>
                </c:pt>
                <c:pt idx="1243">
                  <c:v>39818</c:v>
                </c:pt>
                <c:pt idx="1244">
                  <c:v>39819</c:v>
                </c:pt>
                <c:pt idx="1245">
                  <c:v>39820</c:v>
                </c:pt>
                <c:pt idx="1246">
                  <c:v>39821</c:v>
                </c:pt>
                <c:pt idx="1247">
                  <c:v>39822</c:v>
                </c:pt>
                <c:pt idx="1248">
                  <c:v>39825</c:v>
                </c:pt>
                <c:pt idx="1249">
                  <c:v>39826</c:v>
                </c:pt>
                <c:pt idx="1250">
                  <c:v>39827</c:v>
                </c:pt>
                <c:pt idx="1251">
                  <c:v>39828</c:v>
                </c:pt>
                <c:pt idx="1252">
                  <c:v>39829</c:v>
                </c:pt>
                <c:pt idx="1253">
                  <c:v>39832</c:v>
                </c:pt>
                <c:pt idx="1254">
                  <c:v>39833</c:v>
                </c:pt>
                <c:pt idx="1255">
                  <c:v>39834</c:v>
                </c:pt>
                <c:pt idx="1256">
                  <c:v>39835</c:v>
                </c:pt>
                <c:pt idx="1257">
                  <c:v>39836</c:v>
                </c:pt>
                <c:pt idx="1258">
                  <c:v>39839</c:v>
                </c:pt>
                <c:pt idx="1259">
                  <c:v>39840</c:v>
                </c:pt>
                <c:pt idx="1260">
                  <c:v>39841</c:v>
                </c:pt>
                <c:pt idx="1261">
                  <c:v>39842</c:v>
                </c:pt>
                <c:pt idx="1262">
                  <c:v>39843</c:v>
                </c:pt>
                <c:pt idx="1263">
                  <c:v>39846</c:v>
                </c:pt>
                <c:pt idx="1264">
                  <c:v>39847</c:v>
                </c:pt>
                <c:pt idx="1265">
                  <c:v>39848</c:v>
                </c:pt>
                <c:pt idx="1266">
                  <c:v>39849</c:v>
                </c:pt>
                <c:pt idx="1267">
                  <c:v>39850</c:v>
                </c:pt>
                <c:pt idx="1268">
                  <c:v>39853</c:v>
                </c:pt>
                <c:pt idx="1269">
                  <c:v>39854</c:v>
                </c:pt>
                <c:pt idx="1270">
                  <c:v>39855</c:v>
                </c:pt>
                <c:pt idx="1271">
                  <c:v>39856</c:v>
                </c:pt>
                <c:pt idx="1272">
                  <c:v>39857</c:v>
                </c:pt>
                <c:pt idx="1273">
                  <c:v>39860</c:v>
                </c:pt>
                <c:pt idx="1274">
                  <c:v>39861</c:v>
                </c:pt>
                <c:pt idx="1275">
                  <c:v>39862</c:v>
                </c:pt>
                <c:pt idx="1276">
                  <c:v>39863</c:v>
                </c:pt>
                <c:pt idx="1277">
                  <c:v>39864</c:v>
                </c:pt>
                <c:pt idx="1278">
                  <c:v>39867</c:v>
                </c:pt>
                <c:pt idx="1279">
                  <c:v>39868</c:v>
                </c:pt>
                <c:pt idx="1280">
                  <c:v>39869</c:v>
                </c:pt>
                <c:pt idx="1281">
                  <c:v>39870</c:v>
                </c:pt>
                <c:pt idx="1282">
                  <c:v>39871</c:v>
                </c:pt>
                <c:pt idx="1283">
                  <c:v>39874</c:v>
                </c:pt>
                <c:pt idx="1284">
                  <c:v>39875</c:v>
                </c:pt>
                <c:pt idx="1285">
                  <c:v>39876</c:v>
                </c:pt>
                <c:pt idx="1286">
                  <c:v>39877</c:v>
                </c:pt>
                <c:pt idx="1287">
                  <c:v>39878</c:v>
                </c:pt>
                <c:pt idx="1288">
                  <c:v>39881</c:v>
                </c:pt>
                <c:pt idx="1289">
                  <c:v>39882</c:v>
                </c:pt>
                <c:pt idx="1290">
                  <c:v>39883</c:v>
                </c:pt>
                <c:pt idx="1291">
                  <c:v>39884</c:v>
                </c:pt>
                <c:pt idx="1292">
                  <c:v>39885</c:v>
                </c:pt>
                <c:pt idx="1293">
                  <c:v>39888</c:v>
                </c:pt>
                <c:pt idx="1294">
                  <c:v>39889</c:v>
                </c:pt>
                <c:pt idx="1295">
                  <c:v>39890</c:v>
                </c:pt>
                <c:pt idx="1296">
                  <c:v>39891</c:v>
                </c:pt>
                <c:pt idx="1297">
                  <c:v>39892</c:v>
                </c:pt>
                <c:pt idx="1298">
                  <c:v>39895</c:v>
                </c:pt>
                <c:pt idx="1299">
                  <c:v>39896</c:v>
                </c:pt>
                <c:pt idx="1300">
                  <c:v>39897</c:v>
                </c:pt>
                <c:pt idx="1301">
                  <c:v>39898</c:v>
                </c:pt>
                <c:pt idx="1302">
                  <c:v>39899</c:v>
                </c:pt>
                <c:pt idx="1303">
                  <c:v>39902</c:v>
                </c:pt>
                <c:pt idx="1304">
                  <c:v>39903</c:v>
                </c:pt>
                <c:pt idx="1305">
                  <c:v>39904</c:v>
                </c:pt>
                <c:pt idx="1306">
                  <c:v>39905</c:v>
                </c:pt>
                <c:pt idx="1307">
                  <c:v>39906</c:v>
                </c:pt>
                <c:pt idx="1308">
                  <c:v>39909</c:v>
                </c:pt>
                <c:pt idx="1309">
                  <c:v>39910</c:v>
                </c:pt>
                <c:pt idx="1310">
                  <c:v>39911</c:v>
                </c:pt>
                <c:pt idx="1311">
                  <c:v>39912</c:v>
                </c:pt>
                <c:pt idx="1312">
                  <c:v>39913</c:v>
                </c:pt>
                <c:pt idx="1313">
                  <c:v>39916</c:v>
                </c:pt>
                <c:pt idx="1314">
                  <c:v>39917</c:v>
                </c:pt>
                <c:pt idx="1315">
                  <c:v>39918</c:v>
                </c:pt>
                <c:pt idx="1316">
                  <c:v>39919</c:v>
                </c:pt>
                <c:pt idx="1317">
                  <c:v>39920</c:v>
                </c:pt>
                <c:pt idx="1318">
                  <c:v>39923</c:v>
                </c:pt>
                <c:pt idx="1319">
                  <c:v>39924</c:v>
                </c:pt>
                <c:pt idx="1320">
                  <c:v>39925</c:v>
                </c:pt>
                <c:pt idx="1321">
                  <c:v>39926</c:v>
                </c:pt>
                <c:pt idx="1322">
                  <c:v>39927</c:v>
                </c:pt>
                <c:pt idx="1323">
                  <c:v>39930</c:v>
                </c:pt>
                <c:pt idx="1324">
                  <c:v>39931</c:v>
                </c:pt>
                <c:pt idx="1325">
                  <c:v>39932</c:v>
                </c:pt>
                <c:pt idx="1326">
                  <c:v>39933</c:v>
                </c:pt>
                <c:pt idx="1327">
                  <c:v>39934</c:v>
                </c:pt>
                <c:pt idx="1328">
                  <c:v>39937</c:v>
                </c:pt>
                <c:pt idx="1329">
                  <c:v>39938</c:v>
                </c:pt>
                <c:pt idx="1330">
                  <c:v>39939</c:v>
                </c:pt>
                <c:pt idx="1331">
                  <c:v>39940</c:v>
                </c:pt>
                <c:pt idx="1332">
                  <c:v>39941</c:v>
                </c:pt>
                <c:pt idx="1333">
                  <c:v>39944</c:v>
                </c:pt>
                <c:pt idx="1334">
                  <c:v>39945</c:v>
                </c:pt>
                <c:pt idx="1335">
                  <c:v>39946</c:v>
                </c:pt>
                <c:pt idx="1336">
                  <c:v>39947</c:v>
                </c:pt>
                <c:pt idx="1337">
                  <c:v>39948</c:v>
                </c:pt>
                <c:pt idx="1338">
                  <c:v>39951</c:v>
                </c:pt>
                <c:pt idx="1339">
                  <c:v>39952</c:v>
                </c:pt>
                <c:pt idx="1340">
                  <c:v>39953</c:v>
                </c:pt>
                <c:pt idx="1341">
                  <c:v>39954</c:v>
                </c:pt>
                <c:pt idx="1342">
                  <c:v>39955</c:v>
                </c:pt>
                <c:pt idx="1343">
                  <c:v>39958</c:v>
                </c:pt>
                <c:pt idx="1344">
                  <c:v>39959</c:v>
                </c:pt>
                <c:pt idx="1345">
                  <c:v>39960</c:v>
                </c:pt>
                <c:pt idx="1346">
                  <c:v>39961</c:v>
                </c:pt>
                <c:pt idx="1347">
                  <c:v>39962</c:v>
                </c:pt>
                <c:pt idx="1348">
                  <c:v>39965</c:v>
                </c:pt>
                <c:pt idx="1349">
                  <c:v>39966</c:v>
                </c:pt>
                <c:pt idx="1350">
                  <c:v>39967</c:v>
                </c:pt>
                <c:pt idx="1351">
                  <c:v>39968</c:v>
                </c:pt>
                <c:pt idx="1352">
                  <c:v>39969</c:v>
                </c:pt>
                <c:pt idx="1353">
                  <c:v>39972</c:v>
                </c:pt>
                <c:pt idx="1354">
                  <c:v>39973</c:v>
                </c:pt>
                <c:pt idx="1355">
                  <c:v>39974</c:v>
                </c:pt>
                <c:pt idx="1356">
                  <c:v>39975</c:v>
                </c:pt>
                <c:pt idx="1357">
                  <c:v>39976</c:v>
                </c:pt>
                <c:pt idx="1358">
                  <c:v>39979</c:v>
                </c:pt>
                <c:pt idx="1359">
                  <c:v>39980</c:v>
                </c:pt>
                <c:pt idx="1360">
                  <c:v>39981</c:v>
                </c:pt>
                <c:pt idx="1361">
                  <c:v>39982</c:v>
                </c:pt>
                <c:pt idx="1362">
                  <c:v>39983</c:v>
                </c:pt>
                <c:pt idx="1363">
                  <c:v>39986</c:v>
                </c:pt>
                <c:pt idx="1364">
                  <c:v>39987</c:v>
                </c:pt>
                <c:pt idx="1365">
                  <c:v>39988</c:v>
                </c:pt>
                <c:pt idx="1366">
                  <c:v>39989</c:v>
                </c:pt>
                <c:pt idx="1367">
                  <c:v>39990</c:v>
                </c:pt>
                <c:pt idx="1368">
                  <c:v>39993</c:v>
                </c:pt>
                <c:pt idx="1369">
                  <c:v>39994</c:v>
                </c:pt>
                <c:pt idx="1370">
                  <c:v>39995</c:v>
                </c:pt>
                <c:pt idx="1371">
                  <c:v>39996</c:v>
                </c:pt>
                <c:pt idx="1372">
                  <c:v>39997</c:v>
                </c:pt>
                <c:pt idx="1373">
                  <c:v>40000</c:v>
                </c:pt>
                <c:pt idx="1374">
                  <c:v>40001</c:v>
                </c:pt>
                <c:pt idx="1375">
                  <c:v>40002</c:v>
                </c:pt>
                <c:pt idx="1376">
                  <c:v>40003</c:v>
                </c:pt>
                <c:pt idx="1377">
                  <c:v>40004</c:v>
                </c:pt>
                <c:pt idx="1378">
                  <c:v>40007</c:v>
                </c:pt>
                <c:pt idx="1379">
                  <c:v>40008</c:v>
                </c:pt>
                <c:pt idx="1380">
                  <c:v>40009</c:v>
                </c:pt>
                <c:pt idx="1381">
                  <c:v>40010</c:v>
                </c:pt>
                <c:pt idx="1382">
                  <c:v>40011</c:v>
                </c:pt>
                <c:pt idx="1383">
                  <c:v>40014</c:v>
                </c:pt>
                <c:pt idx="1384">
                  <c:v>40015</c:v>
                </c:pt>
                <c:pt idx="1385">
                  <c:v>40016</c:v>
                </c:pt>
                <c:pt idx="1386">
                  <c:v>40017</c:v>
                </c:pt>
                <c:pt idx="1387">
                  <c:v>40018</c:v>
                </c:pt>
                <c:pt idx="1388">
                  <c:v>40021</c:v>
                </c:pt>
                <c:pt idx="1389">
                  <c:v>40022</c:v>
                </c:pt>
                <c:pt idx="1390">
                  <c:v>40023</c:v>
                </c:pt>
                <c:pt idx="1391">
                  <c:v>40024</c:v>
                </c:pt>
                <c:pt idx="1392">
                  <c:v>40025</c:v>
                </c:pt>
                <c:pt idx="1393">
                  <c:v>40028</c:v>
                </c:pt>
                <c:pt idx="1394">
                  <c:v>40029</c:v>
                </c:pt>
                <c:pt idx="1395">
                  <c:v>40030</c:v>
                </c:pt>
                <c:pt idx="1396">
                  <c:v>40031</c:v>
                </c:pt>
                <c:pt idx="1397">
                  <c:v>40032</c:v>
                </c:pt>
                <c:pt idx="1398">
                  <c:v>40035</c:v>
                </c:pt>
                <c:pt idx="1399">
                  <c:v>40036</c:v>
                </c:pt>
                <c:pt idx="1400">
                  <c:v>40037</c:v>
                </c:pt>
                <c:pt idx="1401">
                  <c:v>40038</c:v>
                </c:pt>
                <c:pt idx="1402">
                  <c:v>40039</c:v>
                </c:pt>
                <c:pt idx="1403">
                  <c:v>40042</c:v>
                </c:pt>
                <c:pt idx="1404">
                  <c:v>40043</c:v>
                </c:pt>
                <c:pt idx="1405">
                  <c:v>40044</c:v>
                </c:pt>
                <c:pt idx="1406">
                  <c:v>40045</c:v>
                </c:pt>
                <c:pt idx="1407">
                  <c:v>40046</c:v>
                </c:pt>
                <c:pt idx="1408">
                  <c:v>40049</c:v>
                </c:pt>
                <c:pt idx="1409">
                  <c:v>40050</c:v>
                </c:pt>
                <c:pt idx="1410">
                  <c:v>40051</c:v>
                </c:pt>
                <c:pt idx="1411">
                  <c:v>40052</c:v>
                </c:pt>
                <c:pt idx="1412">
                  <c:v>40053</c:v>
                </c:pt>
                <c:pt idx="1413">
                  <c:v>40056</c:v>
                </c:pt>
                <c:pt idx="1414">
                  <c:v>40057</c:v>
                </c:pt>
                <c:pt idx="1415">
                  <c:v>40058</c:v>
                </c:pt>
                <c:pt idx="1416">
                  <c:v>40059</c:v>
                </c:pt>
                <c:pt idx="1417">
                  <c:v>40060</c:v>
                </c:pt>
                <c:pt idx="1418">
                  <c:v>40063</c:v>
                </c:pt>
                <c:pt idx="1419">
                  <c:v>40064</c:v>
                </c:pt>
                <c:pt idx="1420">
                  <c:v>40065</c:v>
                </c:pt>
                <c:pt idx="1421">
                  <c:v>40066</c:v>
                </c:pt>
                <c:pt idx="1422">
                  <c:v>40067</c:v>
                </c:pt>
                <c:pt idx="1423">
                  <c:v>40070</c:v>
                </c:pt>
                <c:pt idx="1424">
                  <c:v>40071</c:v>
                </c:pt>
                <c:pt idx="1425">
                  <c:v>40072</c:v>
                </c:pt>
                <c:pt idx="1426">
                  <c:v>40073</c:v>
                </c:pt>
                <c:pt idx="1427">
                  <c:v>40074</c:v>
                </c:pt>
                <c:pt idx="1428">
                  <c:v>40077</c:v>
                </c:pt>
                <c:pt idx="1429">
                  <c:v>40078</c:v>
                </c:pt>
                <c:pt idx="1430">
                  <c:v>40079</c:v>
                </c:pt>
                <c:pt idx="1431">
                  <c:v>40080</c:v>
                </c:pt>
                <c:pt idx="1432">
                  <c:v>40081</c:v>
                </c:pt>
                <c:pt idx="1433">
                  <c:v>40084</c:v>
                </c:pt>
                <c:pt idx="1434">
                  <c:v>40085</c:v>
                </c:pt>
                <c:pt idx="1435">
                  <c:v>40086</c:v>
                </c:pt>
                <c:pt idx="1436">
                  <c:v>40087</c:v>
                </c:pt>
                <c:pt idx="1437">
                  <c:v>40088</c:v>
                </c:pt>
                <c:pt idx="1438">
                  <c:v>40091</c:v>
                </c:pt>
                <c:pt idx="1439">
                  <c:v>40092</c:v>
                </c:pt>
                <c:pt idx="1440">
                  <c:v>40093</c:v>
                </c:pt>
                <c:pt idx="1441">
                  <c:v>40094</c:v>
                </c:pt>
                <c:pt idx="1442">
                  <c:v>40095</c:v>
                </c:pt>
                <c:pt idx="1443">
                  <c:v>40098</c:v>
                </c:pt>
                <c:pt idx="1444">
                  <c:v>40099</c:v>
                </c:pt>
                <c:pt idx="1445">
                  <c:v>40100</c:v>
                </c:pt>
                <c:pt idx="1446">
                  <c:v>40101</c:v>
                </c:pt>
                <c:pt idx="1447">
                  <c:v>40102</c:v>
                </c:pt>
                <c:pt idx="1448">
                  <c:v>40105</c:v>
                </c:pt>
                <c:pt idx="1449">
                  <c:v>40106</c:v>
                </c:pt>
                <c:pt idx="1450">
                  <c:v>40107</c:v>
                </c:pt>
                <c:pt idx="1451">
                  <c:v>40108</c:v>
                </c:pt>
                <c:pt idx="1452">
                  <c:v>40109</c:v>
                </c:pt>
                <c:pt idx="1453">
                  <c:v>40112</c:v>
                </c:pt>
                <c:pt idx="1454">
                  <c:v>40113</c:v>
                </c:pt>
                <c:pt idx="1455">
                  <c:v>40114</c:v>
                </c:pt>
                <c:pt idx="1456">
                  <c:v>40115</c:v>
                </c:pt>
                <c:pt idx="1457">
                  <c:v>40116</c:v>
                </c:pt>
                <c:pt idx="1458">
                  <c:v>40119</c:v>
                </c:pt>
                <c:pt idx="1459">
                  <c:v>40120</c:v>
                </c:pt>
                <c:pt idx="1460">
                  <c:v>40121</c:v>
                </c:pt>
                <c:pt idx="1461">
                  <c:v>40122</c:v>
                </c:pt>
                <c:pt idx="1462">
                  <c:v>40123</c:v>
                </c:pt>
                <c:pt idx="1463">
                  <c:v>40126</c:v>
                </c:pt>
                <c:pt idx="1464">
                  <c:v>40127</c:v>
                </c:pt>
                <c:pt idx="1465">
                  <c:v>40128</c:v>
                </c:pt>
                <c:pt idx="1466">
                  <c:v>40129</c:v>
                </c:pt>
                <c:pt idx="1467">
                  <c:v>40130</c:v>
                </c:pt>
                <c:pt idx="1468">
                  <c:v>40133</c:v>
                </c:pt>
                <c:pt idx="1469">
                  <c:v>40134</c:v>
                </c:pt>
                <c:pt idx="1470">
                  <c:v>40135</c:v>
                </c:pt>
                <c:pt idx="1471">
                  <c:v>40136</c:v>
                </c:pt>
                <c:pt idx="1472">
                  <c:v>40137</c:v>
                </c:pt>
                <c:pt idx="1473">
                  <c:v>40140</c:v>
                </c:pt>
                <c:pt idx="1474">
                  <c:v>40141</c:v>
                </c:pt>
                <c:pt idx="1475">
                  <c:v>40142</c:v>
                </c:pt>
                <c:pt idx="1476">
                  <c:v>40143</c:v>
                </c:pt>
                <c:pt idx="1477">
                  <c:v>40144</c:v>
                </c:pt>
                <c:pt idx="1478">
                  <c:v>40147</c:v>
                </c:pt>
                <c:pt idx="1479">
                  <c:v>40148</c:v>
                </c:pt>
                <c:pt idx="1480">
                  <c:v>40149</c:v>
                </c:pt>
                <c:pt idx="1481">
                  <c:v>40150</c:v>
                </c:pt>
                <c:pt idx="1482">
                  <c:v>40151</c:v>
                </c:pt>
                <c:pt idx="1483">
                  <c:v>40154</c:v>
                </c:pt>
                <c:pt idx="1484">
                  <c:v>40155</c:v>
                </c:pt>
                <c:pt idx="1485">
                  <c:v>40156</c:v>
                </c:pt>
                <c:pt idx="1486">
                  <c:v>40157</c:v>
                </c:pt>
                <c:pt idx="1487">
                  <c:v>40158</c:v>
                </c:pt>
                <c:pt idx="1488">
                  <c:v>40161</c:v>
                </c:pt>
                <c:pt idx="1489">
                  <c:v>40162</c:v>
                </c:pt>
                <c:pt idx="1490">
                  <c:v>40163</c:v>
                </c:pt>
                <c:pt idx="1491">
                  <c:v>40164</c:v>
                </c:pt>
                <c:pt idx="1492">
                  <c:v>40165</c:v>
                </c:pt>
                <c:pt idx="1493">
                  <c:v>40168</c:v>
                </c:pt>
                <c:pt idx="1494">
                  <c:v>40169</c:v>
                </c:pt>
                <c:pt idx="1495">
                  <c:v>40170</c:v>
                </c:pt>
                <c:pt idx="1496">
                  <c:v>40171</c:v>
                </c:pt>
                <c:pt idx="1497">
                  <c:v>40172</c:v>
                </c:pt>
                <c:pt idx="1498">
                  <c:v>40175</c:v>
                </c:pt>
                <c:pt idx="1499">
                  <c:v>40176</c:v>
                </c:pt>
                <c:pt idx="1500">
                  <c:v>40177</c:v>
                </c:pt>
                <c:pt idx="1501">
                  <c:v>40178</c:v>
                </c:pt>
                <c:pt idx="1502">
                  <c:v>40179</c:v>
                </c:pt>
                <c:pt idx="1503">
                  <c:v>40182</c:v>
                </c:pt>
                <c:pt idx="1504">
                  <c:v>40183</c:v>
                </c:pt>
                <c:pt idx="1505">
                  <c:v>40184</c:v>
                </c:pt>
                <c:pt idx="1506">
                  <c:v>40185</c:v>
                </c:pt>
                <c:pt idx="1507">
                  <c:v>40186</c:v>
                </c:pt>
                <c:pt idx="1508">
                  <c:v>40189</c:v>
                </c:pt>
                <c:pt idx="1509">
                  <c:v>40190</c:v>
                </c:pt>
                <c:pt idx="1510">
                  <c:v>40191</c:v>
                </c:pt>
                <c:pt idx="1511">
                  <c:v>40192</c:v>
                </c:pt>
                <c:pt idx="1512">
                  <c:v>40193</c:v>
                </c:pt>
                <c:pt idx="1513">
                  <c:v>40196</c:v>
                </c:pt>
                <c:pt idx="1514">
                  <c:v>40197</c:v>
                </c:pt>
                <c:pt idx="1515">
                  <c:v>40198</c:v>
                </c:pt>
                <c:pt idx="1516">
                  <c:v>40199</c:v>
                </c:pt>
                <c:pt idx="1517">
                  <c:v>40200</c:v>
                </c:pt>
                <c:pt idx="1518">
                  <c:v>40203</c:v>
                </c:pt>
                <c:pt idx="1519">
                  <c:v>40204</c:v>
                </c:pt>
                <c:pt idx="1520">
                  <c:v>40205</c:v>
                </c:pt>
                <c:pt idx="1521">
                  <c:v>40206</c:v>
                </c:pt>
                <c:pt idx="1522">
                  <c:v>40207</c:v>
                </c:pt>
                <c:pt idx="1523">
                  <c:v>40210</c:v>
                </c:pt>
                <c:pt idx="1524">
                  <c:v>40211</c:v>
                </c:pt>
                <c:pt idx="1525">
                  <c:v>40212</c:v>
                </c:pt>
                <c:pt idx="1526">
                  <c:v>40213</c:v>
                </c:pt>
                <c:pt idx="1527">
                  <c:v>40214</c:v>
                </c:pt>
                <c:pt idx="1528">
                  <c:v>40217</c:v>
                </c:pt>
                <c:pt idx="1529">
                  <c:v>40218</c:v>
                </c:pt>
                <c:pt idx="1530">
                  <c:v>40219</c:v>
                </c:pt>
                <c:pt idx="1531">
                  <c:v>40220</c:v>
                </c:pt>
                <c:pt idx="1532">
                  <c:v>40221</c:v>
                </c:pt>
                <c:pt idx="1533">
                  <c:v>40224</c:v>
                </c:pt>
                <c:pt idx="1534">
                  <c:v>40225</c:v>
                </c:pt>
                <c:pt idx="1535">
                  <c:v>40226</c:v>
                </c:pt>
                <c:pt idx="1536">
                  <c:v>40227</c:v>
                </c:pt>
                <c:pt idx="1537">
                  <c:v>40228</c:v>
                </c:pt>
                <c:pt idx="1538">
                  <c:v>40231</c:v>
                </c:pt>
                <c:pt idx="1539">
                  <c:v>40232</c:v>
                </c:pt>
                <c:pt idx="1540">
                  <c:v>40233</c:v>
                </c:pt>
                <c:pt idx="1541">
                  <c:v>40234</c:v>
                </c:pt>
                <c:pt idx="1542">
                  <c:v>40235</c:v>
                </c:pt>
                <c:pt idx="1543">
                  <c:v>40238</c:v>
                </c:pt>
                <c:pt idx="1544">
                  <c:v>40239</c:v>
                </c:pt>
                <c:pt idx="1545">
                  <c:v>40240</c:v>
                </c:pt>
                <c:pt idx="1546">
                  <c:v>40241</c:v>
                </c:pt>
                <c:pt idx="1547">
                  <c:v>40242</c:v>
                </c:pt>
                <c:pt idx="1548">
                  <c:v>40245</c:v>
                </c:pt>
                <c:pt idx="1549">
                  <c:v>40246</c:v>
                </c:pt>
                <c:pt idx="1550">
                  <c:v>40247</c:v>
                </c:pt>
                <c:pt idx="1551">
                  <c:v>40248</c:v>
                </c:pt>
                <c:pt idx="1552">
                  <c:v>40249</c:v>
                </c:pt>
                <c:pt idx="1553">
                  <c:v>40252</c:v>
                </c:pt>
                <c:pt idx="1554">
                  <c:v>40253</c:v>
                </c:pt>
                <c:pt idx="1555">
                  <c:v>40254</c:v>
                </c:pt>
                <c:pt idx="1556">
                  <c:v>40255</c:v>
                </c:pt>
                <c:pt idx="1557">
                  <c:v>40256</c:v>
                </c:pt>
                <c:pt idx="1558">
                  <c:v>40259</c:v>
                </c:pt>
                <c:pt idx="1559">
                  <c:v>40260</c:v>
                </c:pt>
                <c:pt idx="1560">
                  <c:v>40261</c:v>
                </c:pt>
                <c:pt idx="1561">
                  <c:v>40262</c:v>
                </c:pt>
                <c:pt idx="1562">
                  <c:v>40263</c:v>
                </c:pt>
                <c:pt idx="1563">
                  <c:v>40266</c:v>
                </c:pt>
                <c:pt idx="1564">
                  <c:v>40267</c:v>
                </c:pt>
                <c:pt idx="1565">
                  <c:v>40268</c:v>
                </c:pt>
                <c:pt idx="1566">
                  <c:v>40269</c:v>
                </c:pt>
                <c:pt idx="1567">
                  <c:v>40270</c:v>
                </c:pt>
                <c:pt idx="1568">
                  <c:v>40273</c:v>
                </c:pt>
                <c:pt idx="1569">
                  <c:v>40274</c:v>
                </c:pt>
                <c:pt idx="1570">
                  <c:v>40275</c:v>
                </c:pt>
                <c:pt idx="1571">
                  <c:v>40276</c:v>
                </c:pt>
                <c:pt idx="1572">
                  <c:v>40277</c:v>
                </c:pt>
                <c:pt idx="1573">
                  <c:v>40280</c:v>
                </c:pt>
                <c:pt idx="1574">
                  <c:v>40281</c:v>
                </c:pt>
                <c:pt idx="1575">
                  <c:v>40282</c:v>
                </c:pt>
                <c:pt idx="1576">
                  <c:v>40283</c:v>
                </c:pt>
                <c:pt idx="1577">
                  <c:v>40284</c:v>
                </c:pt>
                <c:pt idx="1578">
                  <c:v>40287</c:v>
                </c:pt>
                <c:pt idx="1579">
                  <c:v>40288</c:v>
                </c:pt>
                <c:pt idx="1580">
                  <c:v>40289</c:v>
                </c:pt>
                <c:pt idx="1581">
                  <c:v>40290</c:v>
                </c:pt>
                <c:pt idx="1582">
                  <c:v>40291</c:v>
                </c:pt>
                <c:pt idx="1583">
                  <c:v>40294</c:v>
                </c:pt>
                <c:pt idx="1584">
                  <c:v>40295</c:v>
                </c:pt>
                <c:pt idx="1585">
                  <c:v>40296</c:v>
                </c:pt>
                <c:pt idx="1586">
                  <c:v>40297</c:v>
                </c:pt>
                <c:pt idx="1587">
                  <c:v>40298</c:v>
                </c:pt>
                <c:pt idx="1588">
                  <c:v>40301</c:v>
                </c:pt>
                <c:pt idx="1589">
                  <c:v>40302</c:v>
                </c:pt>
                <c:pt idx="1590">
                  <c:v>40303</c:v>
                </c:pt>
                <c:pt idx="1591">
                  <c:v>40304</c:v>
                </c:pt>
                <c:pt idx="1592">
                  <c:v>40305</c:v>
                </c:pt>
                <c:pt idx="1593">
                  <c:v>40308</c:v>
                </c:pt>
                <c:pt idx="1594">
                  <c:v>40309</c:v>
                </c:pt>
                <c:pt idx="1595">
                  <c:v>40310</c:v>
                </c:pt>
                <c:pt idx="1596">
                  <c:v>40311</c:v>
                </c:pt>
                <c:pt idx="1597">
                  <c:v>40312</c:v>
                </c:pt>
                <c:pt idx="1598">
                  <c:v>40315</c:v>
                </c:pt>
                <c:pt idx="1599">
                  <c:v>40316</c:v>
                </c:pt>
                <c:pt idx="1600">
                  <c:v>40317</c:v>
                </c:pt>
                <c:pt idx="1601">
                  <c:v>40318</c:v>
                </c:pt>
                <c:pt idx="1602">
                  <c:v>40319</c:v>
                </c:pt>
                <c:pt idx="1603">
                  <c:v>40322</c:v>
                </c:pt>
                <c:pt idx="1604">
                  <c:v>40323</c:v>
                </c:pt>
                <c:pt idx="1605">
                  <c:v>40324</c:v>
                </c:pt>
                <c:pt idx="1606">
                  <c:v>40325</c:v>
                </c:pt>
                <c:pt idx="1607">
                  <c:v>40326</c:v>
                </c:pt>
                <c:pt idx="1608">
                  <c:v>40329</c:v>
                </c:pt>
                <c:pt idx="1609">
                  <c:v>40330</c:v>
                </c:pt>
                <c:pt idx="1610">
                  <c:v>40331</c:v>
                </c:pt>
                <c:pt idx="1611">
                  <c:v>40332</c:v>
                </c:pt>
                <c:pt idx="1612">
                  <c:v>40333</c:v>
                </c:pt>
                <c:pt idx="1613">
                  <c:v>40336</c:v>
                </c:pt>
                <c:pt idx="1614">
                  <c:v>40337</c:v>
                </c:pt>
                <c:pt idx="1615">
                  <c:v>40338</c:v>
                </c:pt>
                <c:pt idx="1616">
                  <c:v>40339</c:v>
                </c:pt>
                <c:pt idx="1617">
                  <c:v>40340</c:v>
                </c:pt>
                <c:pt idx="1618">
                  <c:v>40343</c:v>
                </c:pt>
                <c:pt idx="1619">
                  <c:v>40344</c:v>
                </c:pt>
                <c:pt idx="1620">
                  <c:v>40345</c:v>
                </c:pt>
                <c:pt idx="1621">
                  <c:v>40346</c:v>
                </c:pt>
                <c:pt idx="1622">
                  <c:v>40347</c:v>
                </c:pt>
                <c:pt idx="1623">
                  <c:v>40350</c:v>
                </c:pt>
                <c:pt idx="1624">
                  <c:v>40351</c:v>
                </c:pt>
                <c:pt idx="1625">
                  <c:v>40352</c:v>
                </c:pt>
                <c:pt idx="1626">
                  <c:v>40353</c:v>
                </c:pt>
                <c:pt idx="1627">
                  <c:v>40354</c:v>
                </c:pt>
                <c:pt idx="1628">
                  <c:v>40357</c:v>
                </c:pt>
                <c:pt idx="1629">
                  <c:v>40358</c:v>
                </c:pt>
                <c:pt idx="1630">
                  <c:v>40359</c:v>
                </c:pt>
                <c:pt idx="1631">
                  <c:v>40360</c:v>
                </c:pt>
                <c:pt idx="1632">
                  <c:v>40361</c:v>
                </c:pt>
                <c:pt idx="1633">
                  <c:v>40364</c:v>
                </c:pt>
                <c:pt idx="1634">
                  <c:v>40365</c:v>
                </c:pt>
                <c:pt idx="1635">
                  <c:v>40366</c:v>
                </c:pt>
                <c:pt idx="1636">
                  <c:v>40367</c:v>
                </c:pt>
                <c:pt idx="1637">
                  <c:v>40368</c:v>
                </c:pt>
                <c:pt idx="1638">
                  <c:v>40371</c:v>
                </c:pt>
                <c:pt idx="1639">
                  <c:v>40372</c:v>
                </c:pt>
                <c:pt idx="1640">
                  <c:v>40373</c:v>
                </c:pt>
                <c:pt idx="1641">
                  <c:v>40374</c:v>
                </c:pt>
                <c:pt idx="1642">
                  <c:v>40375</c:v>
                </c:pt>
                <c:pt idx="1643">
                  <c:v>40378</c:v>
                </c:pt>
                <c:pt idx="1644">
                  <c:v>40379</c:v>
                </c:pt>
                <c:pt idx="1645">
                  <c:v>40380</c:v>
                </c:pt>
                <c:pt idx="1646">
                  <c:v>40381</c:v>
                </c:pt>
                <c:pt idx="1647">
                  <c:v>40382</c:v>
                </c:pt>
                <c:pt idx="1648">
                  <c:v>40385</c:v>
                </c:pt>
                <c:pt idx="1649">
                  <c:v>40386</c:v>
                </c:pt>
                <c:pt idx="1650">
                  <c:v>40387</c:v>
                </c:pt>
                <c:pt idx="1651">
                  <c:v>40388</c:v>
                </c:pt>
                <c:pt idx="1652">
                  <c:v>40389</c:v>
                </c:pt>
                <c:pt idx="1653">
                  <c:v>40392</c:v>
                </c:pt>
                <c:pt idx="1654">
                  <c:v>40393</c:v>
                </c:pt>
                <c:pt idx="1655">
                  <c:v>40394</c:v>
                </c:pt>
                <c:pt idx="1656">
                  <c:v>40395</c:v>
                </c:pt>
                <c:pt idx="1657">
                  <c:v>40396</c:v>
                </c:pt>
                <c:pt idx="1658">
                  <c:v>40399</c:v>
                </c:pt>
                <c:pt idx="1659">
                  <c:v>40400</c:v>
                </c:pt>
                <c:pt idx="1660">
                  <c:v>40401</c:v>
                </c:pt>
                <c:pt idx="1661">
                  <c:v>40402</c:v>
                </c:pt>
                <c:pt idx="1662">
                  <c:v>40403</c:v>
                </c:pt>
                <c:pt idx="1663">
                  <c:v>40406</c:v>
                </c:pt>
                <c:pt idx="1664">
                  <c:v>40407</c:v>
                </c:pt>
                <c:pt idx="1665">
                  <c:v>40408</c:v>
                </c:pt>
                <c:pt idx="1666">
                  <c:v>40409</c:v>
                </c:pt>
                <c:pt idx="1667">
                  <c:v>40410</c:v>
                </c:pt>
                <c:pt idx="1668">
                  <c:v>40413</c:v>
                </c:pt>
                <c:pt idx="1669">
                  <c:v>40414</c:v>
                </c:pt>
                <c:pt idx="1670">
                  <c:v>40415</c:v>
                </c:pt>
                <c:pt idx="1671">
                  <c:v>40416</c:v>
                </c:pt>
                <c:pt idx="1672">
                  <c:v>40417</c:v>
                </c:pt>
                <c:pt idx="1673">
                  <c:v>40420</c:v>
                </c:pt>
                <c:pt idx="1674">
                  <c:v>40421</c:v>
                </c:pt>
                <c:pt idx="1675">
                  <c:v>40422</c:v>
                </c:pt>
                <c:pt idx="1676">
                  <c:v>40423</c:v>
                </c:pt>
                <c:pt idx="1677">
                  <c:v>40424</c:v>
                </c:pt>
                <c:pt idx="1678">
                  <c:v>40427</c:v>
                </c:pt>
                <c:pt idx="1679">
                  <c:v>40428</c:v>
                </c:pt>
                <c:pt idx="1680">
                  <c:v>40429</c:v>
                </c:pt>
                <c:pt idx="1681">
                  <c:v>40430</c:v>
                </c:pt>
                <c:pt idx="1682">
                  <c:v>40431</c:v>
                </c:pt>
                <c:pt idx="1683">
                  <c:v>40434</c:v>
                </c:pt>
                <c:pt idx="1684">
                  <c:v>40435</c:v>
                </c:pt>
                <c:pt idx="1685">
                  <c:v>40436</c:v>
                </c:pt>
                <c:pt idx="1686">
                  <c:v>40437</c:v>
                </c:pt>
                <c:pt idx="1687">
                  <c:v>40438</c:v>
                </c:pt>
                <c:pt idx="1688">
                  <c:v>40441</c:v>
                </c:pt>
                <c:pt idx="1689">
                  <c:v>40442</c:v>
                </c:pt>
                <c:pt idx="1690">
                  <c:v>40443</c:v>
                </c:pt>
                <c:pt idx="1691">
                  <c:v>40444</c:v>
                </c:pt>
                <c:pt idx="1692">
                  <c:v>40445</c:v>
                </c:pt>
                <c:pt idx="1693">
                  <c:v>40448</c:v>
                </c:pt>
                <c:pt idx="1694">
                  <c:v>40449</c:v>
                </c:pt>
                <c:pt idx="1695">
                  <c:v>40450</c:v>
                </c:pt>
                <c:pt idx="1696">
                  <c:v>40451</c:v>
                </c:pt>
                <c:pt idx="1697">
                  <c:v>40452</c:v>
                </c:pt>
                <c:pt idx="1698">
                  <c:v>40455</c:v>
                </c:pt>
                <c:pt idx="1699">
                  <c:v>40456</c:v>
                </c:pt>
                <c:pt idx="1700">
                  <c:v>40457</c:v>
                </c:pt>
                <c:pt idx="1701">
                  <c:v>40458</c:v>
                </c:pt>
                <c:pt idx="1702">
                  <c:v>40459</c:v>
                </c:pt>
                <c:pt idx="1703">
                  <c:v>40462</c:v>
                </c:pt>
                <c:pt idx="1704">
                  <c:v>40463</c:v>
                </c:pt>
                <c:pt idx="1705">
                  <c:v>40464</c:v>
                </c:pt>
                <c:pt idx="1706">
                  <c:v>40465</c:v>
                </c:pt>
                <c:pt idx="1707">
                  <c:v>40466</c:v>
                </c:pt>
                <c:pt idx="1708">
                  <c:v>40469</c:v>
                </c:pt>
                <c:pt idx="1709">
                  <c:v>40470</c:v>
                </c:pt>
                <c:pt idx="1710">
                  <c:v>40471</c:v>
                </c:pt>
                <c:pt idx="1711">
                  <c:v>40472</c:v>
                </c:pt>
                <c:pt idx="1712">
                  <c:v>40473</c:v>
                </c:pt>
                <c:pt idx="1713">
                  <c:v>40476</c:v>
                </c:pt>
                <c:pt idx="1714">
                  <c:v>40477</c:v>
                </c:pt>
                <c:pt idx="1715">
                  <c:v>40478</c:v>
                </c:pt>
                <c:pt idx="1716">
                  <c:v>40479</c:v>
                </c:pt>
                <c:pt idx="1717">
                  <c:v>40480</c:v>
                </c:pt>
                <c:pt idx="1718">
                  <c:v>40483</c:v>
                </c:pt>
                <c:pt idx="1719">
                  <c:v>40484</c:v>
                </c:pt>
                <c:pt idx="1720">
                  <c:v>40485</c:v>
                </c:pt>
                <c:pt idx="1721">
                  <c:v>40486</c:v>
                </c:pt>
                <c:pt idx="1722">
                  <c:v>40487</c:v>
                </c:pt>
                <c:pt idx="1723">
                  <c:v>40490</c:v>
                </c:pt>
                <c:pt idx="1724">
                  <c:v>40491</c:v>
                </c:pt>
                <c:pt idx="1725">
                  <c:v>40492</c:v>
                </c:pt>
                <c:pt idx="1726">
                  <c:v>40493</c:v>
                </c:pt>
                <c:pt idx="1727">
                  <c:v>40494</c:v>
                </c:pt>
                <c:pt idx="1728">
                  <c:v>40497</c:v>
                </c:pt>
                <c:pt idx="1729">
                  <c:v>40498</c:v>
                </c:pt>
                <c:pt idx="1730">
                  <c:v>40499</c:v>
                </c:pt>
                <c:pt idx="1731">
                  <c:v>40500</c:v>
                </c:pt>
                <c:pt idx="1732">
                  <c:v>40501</c:v>
                </c:pt>
                <c:pt idx="1733">
                  <c:v>40504</c:v>
                </c:pt>
                <c:pt idx="1734">
                  <c:v>40505</c:v>
                </c:pt>
                <c:pt idx="1735">
                  <c:v>40506</c:v>
                </c:pt>
                <c:pt idx="1736">
                  <c:v>40507</c:v>
                </c:pt>
                <c:pt idx="1737">
                  <c:v>40508</c:v>
                </c:pt>
                <c:pt idx="1738">
                  <c:v>40511</c:v>
                </c:pt>
                <c:pt idx="1739">
                  <c:v>40512</c:v>
                </c:pt>
                <c:pt idx="1740">
                  <c:v>40513</c:v>
                </c:pt>
                <c:pt idx="1741">
                  <c:v>40514</c:v>
                </c:pt>
                <c:pt idx="1742">
                  <c:v>40515</c:v>
                </c:pt>
                <c:pt idx="1743">
                  <c:v>40518</c:v>
                </c:pt>
                <c:pt idx="1744">
                  <c:v>40519</c:v>
                </c:pt>
                <c:pt idx="1745">
                  <c:v>40520</c:v>
                </c:pt>
                <c:pt idx="1746">
                  <c:v>40521</c:v>
                </c:pt>
                <c:pt idx="1747">
                  <c:v>40522</c:v>
                </c:pt>
                <c:pt idx="1748">
                  <c:v>40525</c:v>
                </c:pt>
                <c:pt idx="1749">
                  <c:v>40526</c:v>
                </c:pt>
                <c:pt idx="1750">
                  <c:v>40527</c:v>
                </c:pt>
                <c:pt idx="1751">
                  <c:v>40528</c:v>
                </c:pt>
                <c:pt idx="1752">
                  <c:v>40529</c:v>
                </c:pt>
                <c:pt idx="1753">
                  <c:v>40532</c:v>
                </c:pt>
                <c:pt idx="1754">
                  <c:v>40533</c:v>
                </c:pt>
                <c:pt idx="1755">
                  <c:v>40534</c:v>
                </c:pt>
                <c:pt idx="1756">
                  <c:v>40535</c:v>
                </c:pt>
                <c:pt idx="1757">
                  <c:v>40536</c:v>
                </c:pt>
                <c:pt idx="1758">
                  <c:v>40539</c:v>
                </c:pt>
                <c:pt idx="1759">
                  <c:v>40540</c:v>
                </c:pt>
                <c:pt idx="1760">
                  <c:v>40541</c:v>
                </c:pt>
                <c:pt idx="1761">
                  <c:v>40542</c:v>
                </c:pt>
                <c:pt idx="1762">
                  <c:v>40543</c:v>
                </c:pt>
                <c:pt idx="1763">
                  <c:v>40546</c:v>
                </c:pt>
                <c:pt idx="1764">
                  <c:v>40547</c:v>
                </c:pt>
                <c:pt idx="1765">
                  <c:v>40548</c:v>
                </c:pt>
                <c:pt idx="1766">
                  <c:v>40549</c:v>
                </c:pt>
                <c:pt idx="1767">
                  <c:v>40550</c:v>
                </c:pt>
                <c:pt idx="1768">
                  <c:v>40553</c:v>
                </c:pt>
                <c:pt idx="1769">
                  <c:v>40554</c:v>
                </c:pt>
                <c:pt idx="1770">
                  <c:v>40555</c:v>
                </c:pt>
                <c:pt idx="1771">
                  <c:v>40556</c:v>
                </c:pt>
                <c:pt idx="1772">
                  <c:v>40557</c:v>
                </c:pt>
                <c:pt idx="1773">
                  <c:v>40560</c:v>
                </c:pt>
                <c:pt idx="1774">
                  <c:v>40561</c:v>
                </c:pt>
                <c:pt idx="1775">
                  <c:v>40562</c:v>
                </c:pt>
                <c:pt idx="1776">
                  <c:v>40563</c:v>
                </c:pt>
                <c:pt idx="1777">
                  <c:v>40564</c:v>
                </c:pt>
                <c:pt idx="1778">
                  <c:v>40567</c:v>
                </c:pt>
                <c:pt idx="1779">
                  <c:v>40568</c:v>
                </c:pt>
                <c:pt idx="1780">
                  <c:v>40569</c:v>
                </c:pt>
                <c:pt idx="1781">
                  <c:v>40570</c:v>
                </c:pt>
                <c:pt idx="1782">
                  <c:v>40571</c:v>
                </c:pt>
                <c:pt idx="1783">
                  <c:v>40574</c:v>
                </c:pt>
                <c:pt idx="1784">
                  <c:v>40575</c:v>
                </c:pt>
                <c:pt idx="1785">
                  <c:v>40576</c:v>
                </c:pt>
                <c:pt idx="1786">
                  <c:v>40577</c:v>
                </c:pt>
                <c:pt idx="1787">
                  <c:v>40578</c:v>
                </c:pt>
                <c:pt idx="1788">
                  <c:v>40581</c:v>
                </c:pt>
                <c:pt idx="1789">
                  <c:v>40582</c:v>
                </c:pt>
                <c:pt idx="1790">
                  <c:v>40583</c:v>
                </c:pt>
                <c:pt idx="1791">
                  <c:v>40584</c:v>
                </c:pt>
                <c:pt idx="1792">
                  <c:v>40585</c:v>
                </c:pt>
                <c:pt idx="1793">
                  <c:v>40588</c:v>
                </c:pt>
                <c:pt idx="1794">
                  <c:v>40589</c:v>
                </c:pt>
                <c:pt idx="1795">
                  <c:v>40590</c:v>
                </c:pt>
                <c:pt idx="1796">
                  <c:v>40591</c:v>
                </c:pt>
                <c:pt idx="1797">
                  <c:v>40592</c:v>
                </c:pt>
                <c:pt idx="1798">
                  <c:v>40595</c:v>
                </c:pt>
                <c:pt idx="1799">
                  <c:v>40596</c:v>
                </c:pt>
                <c:pt idx="1800">
                  <c:v>40597</c:v>
                </c:pt>
                <c:pt idx="1801">
                  <c:v>40598</c:v>
                </c:pt>
                <c:pt idx="1802">
                  <c:v>40599</c:v>
                </c:pt>
                <c:pt idx="1803">
                  <c:v>40602</c:v>
                </c:pt>
                <c:pt idx="1804">
                  <c:v>40603</c:v>
                </c:pt>
                <c:pt idx="1805">
                  <c:v>40604</c:v>
                </c:pt>
                <c:pt idx="1806">
                  <c:v>40605</c:v>
                </c:pt>
                <c:pt idx="1807">
                  <c:v>40606</c:v>
                </c:pt>
                <c:pt idx="1808">
                  <c:v>40609</c:v>
                </c:pt>
                <c:pt idx="1809">
                  <c:v>40610</c:v>
                </c:pt>
                <c:pt idx="1810">
                  <c:v>40611</c:v>
                </c:pt>
                <c:pt idx="1811">
                  <c:v>40612</c:v>
                </c:pt>
                <c:pt idx="1812">
                  <c:v>40613</c:v>
                </c:pt>
                <c:pt idx="1813">
                  <c:v>40616</c:v>
                </c:pt>
                <c:pt idx="1814">
                  <c:v>40617</c:v>
                </c:pt>
                <c:pt idx="1815">
                  <c:v>40618</c:v>
                </c:pt>
                <c:pt idx="1816">
                  <c:v>40619</c:v>
                </c:pt>
                <c:pt idx="1817">
                  <c:v>40620</c:v>
                </c:pt>
                <c:pt idx="1818">
                  <c:v>40623</c:v>
                </c:pt>
                <c:pt idx="1819">
                  <c:v>40624</c:v>
                </c:pt>
                <c:pt idx="1820">
                  <c:v>40625</c:v>
                </c:pt>
                <c:pt idx="1821">
                  <c:v>40626</c:v>
                </c:pt>
                <c:pt idx="1822">
                  <c:v>40627</c:v>
                </c:pt>
                <c:pt idx="1823">
                  <c:v>40630</c:v>
                </c:pt>
                <c:pt idx="1824">
                  <c:v>40631</c:v>
                </c:pt>
                <c:pt idx="1825">
                  <c:v>40632</c:v>
                </c:pt>
                <c:pt idx="1826">
                  <c:v>40633</c:v>
                </c:pt>
                <c:pt idx="1827">
                  <c:v>40634</c:v>
                </c:pt>
                <c:pt idx="1828">
                  <c:v>40637</c:v>
                </c:pt>
                <c:pt idx="1829">
                  <c:v>40638</c:v>
                </c:pt>
                <c:pt idx="1830">
                  <c:v>40639</c:v>
                </c:pt>
                <c:pt idx="1831">
                  <c:v>40640</c:v>
                </c:pt>
                <c:pt idx="1832">
                  <c:v>40641</c:v>
                </c:pt>
                <c:pt idx="1833">
                  <c:v>40644</c:v>
                </c:pt>
                <c:pt idx="1834">
                  <c:v>40645</c:v>
                </c:pt>
                <c:pt idx="1835">
                  <c:v>40646</c:v>
                </c:pt>
                <c:pt idx="1836">
                  <c:v>40647</c:v>
                </c:pt>
                <c:pt idx="1837">
                  <c:v>40648</c:v>
                </c:pt>
                <c:pt idx="1838">
                  <c:v>40651</c:v>
                </c:pt>
                <c:pt idx="1839">
                  <c:v>40652</c:v>
                </c:pt>
                <c:pt idx="1840">
                  <c:v>40653</c:v>
                </c:pt>
                <c:pt idx="1841">
                  <c:v>40654</c:v>
                </c:pt>
                <c:pt idx="1842">
                  <c:v>40655</c:v>
                </c:pt>
                <c:pt idx="1843">
                  <c:v>40658</c:v>
                </c:pt>
                <c:pt idx="1844">
                  <c:v>40659</c:v>
                </c:pt>
                <c:pt idx="1845">
                  <c:v>40660</c:v>
                </c:pt>
                <c:pt idx="1846">
                  <c:v>40661</c:v>
                </c:pt>
                <c:pt idx="1847">
                  <c:v>40662</c:v>
                </c:pt>
                <c:pt idx="1848">
                  <c:v>40665</c:v>
                </c:pt>
                <c:pt idx="1849">
                  <c:v>40666</c:v>
                </c:pt>
                <c:pt idx="1850">
                  <c:v>40667</c:v>
                </c:pt>
                <c:pt idx="1851">
                  <c:v>40668</c:v>
                </c:pt>
                <c:pt idx="1852">
                  <c:v>40669</c:v>
                </c:pt>
                <c:pt idx="1853">
                  <c:v>40672</c:v>
                </c:pt>
                <c:pt idx="1854">
                  <c:v>40673</c:v>
                </c:pt>
                <c:pt idx="1855">
                  <c:v>40674</c:v>
                </c:pt>
                <c:pt idx="1856">
                  <c:v>40675</c:v>
                </c:pt>
                <c:pt idx="1857">
                  <c:v>40676</c:v>
                </c:pt>
                <c:pt idx="1858">
                  <c:v>40679</c:v>
                </c:pt>
                <c:pt idx="1859">
                  <c:v>40680</c:v>
                </c:pt>
                <c:pt idx="1860">
                  <c:v>40681</c:v>
                </c:pt>
                <c:pt idx="1861">
                  <c:v>40682</c:v>
                </c:pt>
                <c:pt idx="1862">
                  <c:v>40683</c:v>
                </c:pt>
                <c:pt idx="1863">
                  <c:v>40686</c:v>
                </c:pt>
                <c:pt idx="1864">
                  <c:v>40687</c:v>
                </c:pt>
                <c:pt idx="1865">
                  <c:v>40688</c:v>
                </c:pt>
                <c:pt idx="1866">
                  <c:v>40689</c:v>
                </c:pt>
                <c:pt idx="1867">
                  <c:v>40690</c:v>
                </c:pt>
                <c:pt idx="1868">
                  <c:v>40693</c:v>
                </c:pt>
                <c:pt idx="1869">
                  <c:v>40694</c:v>
                </c:pt>
                <c:pt idx="1870">
                  <c:v>40695</c:v>
                </c:pt>
                <c:pt idx="1871">
                  <c:v>40696</c:v>
                </c:pt>
                <c:pt idx="1872">
                  <c:v>40697</c:v>
                </c:pt>
                <c:pt idx="1873">
                  <c:v>40700</c:v>
                </c:pt>
                <c:pt idx="1874">
                  <c:v>40701</c:v>
                </c:pt>
                <c:pt idx="1875">
                  <c:v>40702</c:v>
                </c:pt>
                <c:pt idx="1876">
                  <c:v>40703</c:v>
                </c:pt>
                <c:pt idx="1877">
                  <c:v>40704</c:v>
                </c:pt>
                <c:pt idx="1878">
                  <c:v>40707</c:v>
                </c:pt>
                <c:pt idx="1879">
                  <c:v>40708</c:v>
                </c:pt>
                <c:pt idx="1880">
                  <c:v>40709</c:v>
                </c:pt>
                <c:pt idx="1881">
                  <c:v>40710</c:v>
                </c:pt>
                <c:pt idx="1882">
                  <c:v>40711</c:v>
                </c:pt>
                <c:pt idx="1883">
                  <c:v>40714</c:v>
                </c:pt>
                <c:pt idx="1884">
                  <c:v>40715</c:v>
                </c:pt>
                <c:pt idx="1885">
                  <c:v>40716</c:v>
                </c:pt>
                <c:pt idx="1886">
                  <c:v>40717</c:v>
                </c:pt>
                <c:pt idx="1887">
                  <c:v>40718</c:v>
                </c:pt>
                <c:pt idx="1888">
                  <c:v>40721</c:v>
                </c:pt>
                <c:pt idx="1889">
                  <c:v>40722</c:v>
                </c:pt>
                <c:pt idx="1890">
                  <c:v>40723</c:v>
                </c:pt>
                <c:pt idx="1891">
                  <c:v>40724</c:v>
                </c:pt>
                <c:pt idx="1892">
                  <c:v>40725</c:v>
                </c:pt>
                <c:pt idx="1893">
                  <c:v>40728</c:v>
                </c:pt>
                <c:pt idx="1894">
                  <c:v>40729</c:v>
                </c:pt>
                <c:pt idx="1895">
                  <c:v>40730</c:v>
                </c:pt>
                <c:pt idx="1896">
                  <c:v>40731</c:v>
                </c:pt>
                <c:pt idx="1897">
                  <c:v>40732</c:v>
                </c:pt>
                <c:pt idx="1898">
                  <c:v>40735</c:v>
                </c:pt>
                <c:pt idx="1899">
                  <c:v>40736</c:v>
                </c:pt>
                <c:pt idx="1900">
                  <c:v>40737</c:v>
                </c:pt>
                <c:pt idx="1901">
                  <c:v>40738</c:v>
                </c:pt>
                <c:pt idx="1902">
                  <c:v>40739</c:v>
                </c:pt>
                <c:pt idx="1903">
                  <c:v>40742</c:v>
                </c:pt>
                <c:pt idx="1904">
                  <c:v>40743</c:v>
                </c:pt>
                <c:pt idx="1905">
                  <c:v>40744</c:v>
                </c:pt>
                <c:pt idx="1906">
                  <c:v>40745</c:v>
                </c:pt>
                <c:pt idx="1907">
                  <c:v>40746</c:v>
                </c:pt>
                <c:pt idx="1908">
                  <c:v>40749</c:v>
                </c:pt>
                <c:pt idx="1909">
                  <c:v>40750</c:v>
                </c:pt>
                <c:pt idx="1910">
                  <c:v>40751</c:v>
                </c:pt>
                <c:pt idx="1911">
                  <c:v>40752</c:v>
                </c:pt>
                <c:pt idx="1912">
                  <c:v>40753</c:v>
                </c:pt>
                <c:pt idx="1913">
                  <c:v>40756</c:v>
                </c:pt>
                <c:pt idx="1914">
                  <c:v>40757</c:v>
                </c:pt>
                <c:pt idx="1915">
                  <c:v>40758</c:v>
                </c:pt>
                <c:pt idx="1916">
                  <c:v>40759</c:v>
                </c:pt>
                <c:pt idx="1917">
                  <c:v>40760</c:v>
                </c:pt>
                <c:pt idx="1918">
                  <c:v>40763</c:v>
                </c:pt>
                <c:pt idx="1919">
                  <c:v>40764</c:v>
                </c:pt>
                <c:pt idx="1920">
                  <c:v>40765</c:v>
                </c:pt>
                <c:pt idx="1921">
                  <c:v>40766</c:v>
                </c:pt>
                <c:pt idx="1922">
                  <c:v>40767</c:v>
                </c:pt>
                <c:pt idx="1923">
                  <c:v>40770</c:v>
                </c:pt>
                <c:pt idx="1924">
                  <c:v>40771</c:v>
                </c:pt>
                <c:pt idx="1925">
                  <c:v>40772</c:v>
                </c:pt>
                <c:pt idx="1926">
                  <c:v>40773</c:v>
                </c:pt>
                <c:pt idx="1927">
                  <c:v>40774</c:v>
                </c:pt>
                <c:pt idx="1928">
                  <c:v>40777</c:v>
                </c:pt>
                <c:pt idx="1929">
                  <c:v>40778</c:v>
                </c:pt>
                <c:pt idx="1930">
                  <c:v>40779</c:v>
                </c:pt>
                <c:pt idx="1931">
                  <c:v>40780</c:v>
                </c:pt>
                <c:pt idx="1932">
                  <c:v>40781</c:v>
                </c:pt>
                <c:pt idx="1933">
                  <c:v>40784</c:v>
                </c:pt>
                <c:pt idx="1934">
                  <c:v>40785</c:v>
                </c:pt>
                <c:pt idx="1935">
                  <c:v>40786</c:v>
                </c:pt>
                <c:pt idx="1936">
                  <c:v>40787</c:v>
                </c:pt>
                <c:pt idx="1937">
                  <c:v>40788</c:v>
                </c:pt>
                <c:pt idx="1938">
                  <c:v>40791</c:v>
                </c:pt>
                <c:pt idx="1939">
                  <c:v>40792</c:v>
                </c:pt>
                <c:pt idx="1940">
                  <c:v>40793</c:v>
                </c:pt>
                <c:pt idx="1941">
                  <c:v>40794</c:v>
                </c:pt>
                <c:pt idx="1942">
                  <c:v>40795</c:v>
                </c:pt>
                <c:pt idx="1943">
                  <c:v>40798</c:v>
                </c:pt>
                <c:pt idx="1944">
                  <c:v>40799</c:v>
                </c:pt>
                <c:pt idx="1945">
                  <c:v>40800</c:v>
                </c:pt>
                <c:pt idx="1946">
                  <c:v>40801</c:v>
                </c:pt>
                <c:pt idx="1947">
                  <c:v>40802</c:v>
                </c:pt>
                <c:pt idx="1948">
                  <c:v>40805</c:v>
                </c:pt>
                <c:pt idx="1949">
                  <c:v>40806</c:v>
                </c:pt>
                <c:pt idx="1950">
                  <c:v>40807</c:v>
                </c:pt>
                <c:pt idx="1951">
                  <c:v>40808</c:v>
                </c:pt>
                <c:pt idx="1952">
                  <c:v>40809</c:v>
                </c:pt>
                <c:pt idx="1953">
                  <c:v>40812</c:v>
                </c:pt>
                <c:pt idx="1954">
                  <c:v>40813</c:v>
                </c:pt>
                <c:pt idx="1955">
                  <c:v>40814</c:v>
                </c:pt>
                <c:pt idx="1956">
                  <c:v>40815</c:v>
                </c:pt>
                <c:pt idx="1957">
                  <c:v>40816</c:v>
                </c:pt>
                <c:pt idx="1958">
                  <c:v>40819</c:v>
                </c:pt>
                <c:pt idx="1959">
                  <c:v>40820</c:v>
                </c:pt>
                <c:pt idx="1960">
                  <c:v>40821</c:v>
                </c:pt>
                <c:pt idx="1961">
                  <c:v>40822</c:v>
                </c:pt>
                <c:pt idx="1962">
                  <c:v>40823</c:v>
                </c:pt>
                <c:pt idx="1963">
                  <c:v>40826</c:v>
                </c:pt>
                <c:pt idx="1964">
                  <c:v>40827</c:v>
                </c:pt>
                <c:pt idx="1965">
                  <c:v>40828</c:v>
                </c:pt>
                <c:pt idx="1966">
                  <c:v>40829</c:v>
                </c:pt>
                <c:pt idx="1967">
                  <c:v>40830</c:v>
                </c:pt>
                <c:pt idx="1968">
                  <c:v>40833</c:v>
                </c:pt>
                <c:pt idx="1969">
                  <c:v>40834</c:v>
                </c:pt>
                <c:pt idx="1970">
                  <c:v>40835</c:v>
                </c:pt>
                <c:pt idx="1971">
                  <c:v>40836</c:v>
                </c:pt>
                <c:pt idx="1972">
                  <c:v>40837</c:v>
                </c:pt>
                <c:pt idx="1973">
                  <c:v>40840</c:v>
                </c:pt>
                <c:pt idx="1974">
                  <c:v>40841</c:v>
                </c:pt>
                <c:pt idx="1975">
                  <c:v>40842</c:v>
                </c:pt>
                <c:pt idx="1976">
                  <c:v>40843</c:v>
                </c:pt>
                <c:pt idx="1977">
                  <c:v>40844</c:v>
                </c:pt>
                <c:pt idx="1978">
                  <c:v>40847</c:v>
                </c:pt>
                <c:pt idx="1979">
                  <c:v>40848</c:v>
                </c:pt>
                <c:pt idx="1980">
                  <c:v>40849</c:v>
                </c:pt>
                <c:pt idx="1981">
                  <c:v>40850</c:v>
                </c:pt>
                <c:pt idx="1982">
                  <c:v>40851</c:v>
                </c:pt>
                <c:pt idx="1983">
                  <c:v>40854</c:v>
                </c:pt>
                <c:pt idx="1984">
                  <c:v>40855</c:v>
                </c:pt>
                <c:pt idx="1985">
                  <c:v>40856</c:v>
                </c:pt>
                <c:pt idx="1986">
                  <c:v>40857</c:v>
                </c:pt>
                <c:pt idx="1987">
                  <c:v>40858</c:v>
                </c:pt>
                <c:pt idx="1988">
                  <c:v>40861</c:v>
                </c:pt>
                <c:pt idx="1989">
                  <c:v>40862</c:v>
                </c:pt>
                <c:pt idx="1990">
                  <c:v>40863</c:v>
                </c:pt>
                <c:pt idx="1991">
                  <c:v>40864</c:v>
                </c:pt>
                <c:pt idx="1992">
                  <c:v>40865</c:v>
                </c:pt>
                <c:pt idx="1993">
                  <c:v>40868</c:v>
                </c:pt>
                <c:pt idx="1994">
                  <c:v>40869</c:v>
                </c:pt>
                <c:pt idx="1995">
                  <c:v>40870</c:v>
                </c:pt>
                <c:pt idx="1996">
                  <c:v>40871</c:v>
                </c:pt>
                <c:pt idx="1997">
                  <c:v>40872</c:v>
                </c:pt>
                <c:pt idx="1998">
                  <c:v>40875</c:v>
                </c:pt>
                <c:pt idx="1999">
                  <c:v>40876</c:v>
                </c:pt>
                <c:pt idx="2000">
                  <c:v>40877</c:v>
                </c:pt>
                <c:pt idx="2001">
                  <c:v>40878</c:v>
                </c:pt>
                <c:pt idx="2002">
                  <c:v>40879</c:v>
                </c:pt>
                <c:pt idx="2003">
                  <c:v>40882</c:v>
                </c:pt>
                <c:pt idx="2004">
                  <c:v>40883</c:v>
                </c:pt>
                <c:pt idx="2005">
                  <c:v>40884</c:v>
                </c:pt>
                <c:pt idx="2006">
                  <c:v>40885</c:v>
                </c:pt>
                <c:pt idx="2007">
                  <c:v>40886</c:v>
                </c:pt>
                <c:pt idx="2008">
                  <c:v>40889</c:v>
                </c:pt>
                <c:pt idx="2009">
                  <c:v>40890</c:v>
                </c:pt>
                <c:pt idx="2010">
                  <c:v>40891</c:v>
                </c:pt>
                <c:pt idx="2011">
                  <c:v>40892</c:v>
                </c:pt>
                <c:pt idx="2012">
                  <c:v>40893</c:v>
                </c:pt>
                <c:pt idx="2013">
                  <c:v>40896</c:v>
                </c:pt>
                <c:pt idx="2014">
                  <c:v>40897</c:v>
                </c:pt>
                <c:pt idx="2015">
                  <c:v>40898</c:v>
                </c:pt>
                <c:pt idx="2016">
                  <c:v>40899</c:v>
                </c:pt>
                <c:pt idx="2017">
                  <c:v>40900</c:v>
                </c:pt>
                <c:pt idx="2018">
                  <c:v>40903</c:v>
                </c:pt>
                <c:pt idx="2019">
                  <c:v>40904</c:v>
                </c:pt>
                <c:pt idx="2020">
                  <c:v>40905</c:v>
                </c:pt>
                <c:pt idx="2021">
                  <c:v>40906</c:v>
                </c:pt>
                <c:pt idx="2022">
                  <c:v>40907</c:v>
                </c:pt>
                <c:pt idx="2023">
                  <c:v>40910</c:v>
                </c:pt>
                <c:pt idx="2024">
                  <c:v>40911</c:v>
                </c:pt>
                <c:pt idx="2025">
                  <c:v>40912</c:v>
                </c:pt>
                <c:pt idx="2026">
                  <c:v>40913</c:v>
                </c:pt>
                <c:pt idx="2027">
                  <c:v>40914</c:v>
                </c:pt>
                <c:pt idx="2028">
                  <c:v>40917</c:v>
                </c:pt>
                <c:pt idx="2029">
                  <c:v>40918</c:v>
                </c:pt>
                <c:pt idx="2030">
                  <c:v>40919</c:v>
                </c:pt>
                <c:pt idx="2031">
                  <c:v>40920</c:v>
                </c:pt>
                <c:pt idx="2032">
                  <c:v>40921</c:v>
                </c:pt>
                <c:pt idx="2033">
                  <c:v>40924</c:v>
                </c:pt>
                <c:pt idx="2034">
                  <c:v>40925</c:v>
                </c:pt>
                <c:pt idx="2035">
                  <c:v>40926</c:v>
                </c:pt>
                <c:pt idx="2036">
                  <c:v>40927</c:v>
                </c:pt>
                <c:pt idx="2037">
                  <c:v>40928</c:v>
                </c:pt>
                <c:pt idx="2038">
                  <c:v>40931</c:v>
                </c:pt>
                <c:pt idx="2039">
                  <c:v>40932</c:v>
                </c:pt>
                <c:pt idx="2040">
                  <c:v>40933</c:v>
                </c:pt>
                <c:pt idx="2041">
                  <c:v>40934</c:v>
                </c:pt>
                <c:pt idx="2042">
                  <c:v>40935</c:v>
                </c:pt>
                <c:pt idx="2043">
                  <c:v>40938</c:v>
                </c:pt>
                <c:pt idx="2044">
                  <c:v>40939</c:v>
                </c:pt>
                <c:pt idx="2045">
                  <c:v>40940</c:v>
                </c:pt>
                <c:pt idx="2046">
                  <c:v>40941</c:v>
                </c:pt>
                <c:pt idx="2047">
                  <c:v>40942</c:v>
                </c:pt>
                <c:pt idx="2048">
                  <c:v>40945</c:v>
                </c:pt>
                <c:pt idx="2049">
                  <c:v>40946</c:v>
                </c:pt>
                <c:pt idx="2050">
                  <c:v>40947</c:v>
                </c:pt>
                <c:pt idx="2051">
                  <c:v>40948</c:v>
                </c:pt>
                <c:pt idx="2052">
                  <c:v>40949</c:v>
                </c:pt>
                <c:pt idx="2053">
                  <c:v>40952</c:v>
                </c:pt>
                <c:pt idx="2054">
                  <c:v>40953</c:v>
                </c:pt>
                <c:pt idx="2055">
                  <c:v>40954</c:v>
                </c:pt>
                <c:pt idx="2056">
                  <c:v>40955</c:v>
                </c:pt>
                <c:pt idx="2057">
                  <c:v>40956</c:v>
                </c:pt>
                <c:pt idx="2058">
                  <c:v>40959</c:v>
                </c:pt>
                <c:pt idx="2059">
                  <c:v>40960</c:v>
                </c:pt>
                <c:pt idx="2060">
                  <c:v>40961</c:v>
                </c:pt>
                <c:pt idx="2061">
                  <c:v>40962</c:v>
                </c:pt>
                <c:pt idx="2062">
                  <c:v>40963</c:v>
                </c:pt>
                <c:pt idx="2063">
                  <c:v>40966</c:v>
                </c:pt>
                <c:pt idx="2064">
                  <c:v>40967</c:v>
                </c:pt>
                <c:pt idx="2065">
                  <c:v>40968</c:v>
                </c:pt>
                <c:pt idx="2066">
                  <c:v>40969</c:v>
                </c:pt>
                <c:pt idx="2067">
                  <c:v>40970</c:v>
                </c:pt>
                <c:pt idx="2068">
                  <c:v>40973</c:v>
                </c:pt>
                <c:pt idx="2069">
                  <c:v>40974</c:v>
                </c:pt>
                <c:pt idx="2070">
                  <c:v>40975</c:v>
                </c:pt>
                <c:pt idx="2071">
                  <c:v>40976</c:v>
                </c:pt>
                <c:pt idx="2072">
                  <c:v>40977</c:v>
                </c:pt>
                <c:pt idx="2073">
                  <c:v>40980</c:v>
                </c:pt>
                <c:pt idx="2074">
                  <c:v>40981</c:v>
                </c:pt>
                <c:pt idx="2075">
                  <c:v>40982</c:v>
                </c:pt>
                <c:pt idx="2076">
                  <c:v>40983</c:v>
                </c:pt>
                <c:pt idx="2077">
                  <c:v>40984</c:v>
                </c:pt>
                <c:pt idx="2078">
                  <c:v>40987</c:v>
                </c:pt>
                <c:pt idx="2079">
                  <c:v>40988</c:v>
                </c:pt>
                <c:pt idx="2080">
                  <c:v>40989</c:v>
                </c:pt>
                <c:pt idx="2081">
                  <c:v>40990</c:v>
                </c:pt>
                <c:pt idx="2082">
                  <c:v>40991</c:v>
                </c:pt>
                <c:pt idx="2083">
                  <c:v>40994</c:v>
                </c:pt>
                <c:pt idx="2084">
                  <c:v>40995</c:v>
                </c:pt>
                <c:pt idx="2085">
                  <c:v>40996</c:v>
                </c:pt>
                <c:pt idx="2086">
                  <c:v>40997</c:v>
                </c:pt>
                <c:pt idx="2087">
                  <c:v>40998</c:v>
                </c:pt>
                <c:pt idx="2088">
                  <c:v>41001</c:v>
                </c:pt>
                <c:pt idx="2089">
                  <c:v>41002</c:v>
                </c:pt>
                <c:pt idx="2090">
                  <c:v>41003</c:v>
                </c:pt>
                <c:pt idx="2091">
                  <c:v>41004</c:v>
                </c:pt>
                <c:pt idx="2092">
                  <c:v>41005</c:v>
                </c:pt>
                <c:pt idx="2093">
                  <c:v>41008</c:v>
                </c:pt>
                <c:pt idx="2094">
                  <c:v>41009</c:v>
                </c:pt>
                <c:pt idx="2095">
                  <c:v>41010</c:v>
                </c:pt>
                <c:pt idx="2096">
                  <c:v>41011</c:v>
                </c:pt>
                <c:pt idx="2097">
                  <c:v>41012</c:v>
                </c:pt>
                <c:pt idx="2098">
                  <c:v>41015</c:v>
                </c:pt>
                <c:pt idx="2099">
                  <c:v>41016</c:v>
                </c:pt>
                <c:pt idx="2100">
                  <c:v>41017</c:v>
                </c:pt>
                <c:pt idx="2101">
                  <c:v>41018</c:v>
                </c:pt>
                <c:pt idx="2102">
                  <c:v>41019</c:v>
                </c:pt>
                <c:pt idx="2103">
                  <c:v>41022</c:v>
                </c:pt>
                <c:pt idx="2104">
                  <c:v>41023</c:v>
                </c:pt>
                <c:pt idx="2105">
                  <c:v>41024</c:v>
                </c:pt>
                <c:pt idx="2106">
                  <c:v>41025</c:v>
                </c:pt>
                <c:pt idx="2107">
                  <c:v>41026</c:v>
                </c:pt>
                <c:pt idx="2108">
                  <c:v>41029</c:v>
                </c:pt>
                <c:pt idx="2109">
                  <c:v>41030</c:v>
                </c:pt>
                <c:pt idx="2110">
                  <c:v>41031</c:v>
                </c:pt>
                <c:pt idx="2111">
                  <c:v>41032</c:v>
                </c:pt>
                <c:pt idx="2112">
                  <c:v>41033</c:v>
                </c:pt>
                <c:pt idx="2113">
                  <c:v>41036</c:v>
                </c:pt>
                <c:pt idx="2114">
                  <c:v>41037</c:v>
                </c:pt>
                <c:pt idx="2115">
                  <c:v>41038</c:v>
                </c:pt>
                <c:pt idx="2116">
                  <c:v>41039</c:v>
                </c:pt>
                <c:pt idx="2117">
                  <c:v>41040</c:v>
                </c:pt>
                <c:pt idx="2118">
                  <c:v>41043</c:v>
                </c:pt>
                <c:pt idx="2119">
                  <c:v>41044</c:v>
                </c:pt>
                <c:pt idx="2120">
                  <c:v>41045</c:v>
                </c:pt>
                <c:pt idx="2121">
                  <c:v>41046</c:v>
                </c:pt>
                <c:pt idx="2122">
                  <c:v>41047</c:v>
                </c:pt>
                <c:pt idx="2123">
                  <c:v>41050</c:v>
                </c:pt>
                <c:pt idx="2124">
                  <c:v>41051</c:v>
                </c:pt>
                <c:pt idx="2125">
                  <c:v>41052</c:v>
                </c:pt>
                <c:pt idx="2126">
                  <c:v>41053</c:v>
                </c:pt>
                <c:pt idx="2127">
                  <c:v>41054</c:v>
                </c:pt>
                <c:pt idx="2128">
                  <c:v>41057</c:v>
                </c:pt>
                <c:pt idx="2129">
                  <c:v>41058</c:v>
                </c:pt>
                <c:pt idx="2130">
                  <c:v>41059</c:v>
                </c:pt>
                <c:pt idx="2131">
                  <c:v>41060</c:v>
                </c:pt>
                <c:pt idx="2132">
                  <c:v>41061</c:v>
                </c:pt>
                <c:pt idx="2133">
                  <c:v>41064</c:v>
                </c:pt>
                <c:pt idx="2134">
                  <c:v>41065</c:v>
                </c:pt>
                <c:pt idx="2135">
                  <c:v>41066</c:v>
                </c:pt>
                <c:pt idx="2136">
                  <c:v>41067</c:v>
                </c:pt>
                <c:pt idx="2137">
                  <c:v>41068</c:v>
                </c:pt>
                <c:pt idx="2138">
                  <c:v>41071</c:v>
                </c:pt>
                <c:pt idx="2139">
                  <c:v>41072</c:v>
                </c:pt>
                <c:pt idx="2140">
                  <c:v>41073</c:v>
                </c:pt>
                <c:pt idx="2141">
                  <c:v>41074</c:v>
                </c:pt>
                <c:pt idx="2142">
                  <c:v>41075</c:v>
                </c:pt>
                <c:pt idx="2143">
                  <c:v>41078</c:v>
                </c:pt>
                <c:pt idx="2144">
                  <c:v>41079</c:v>
                </c:pt>
                <c:pt idx="2145">
                  <c:v>41080</c:v>
                </c:pt>
                <c:pt idx="2146">
                  <c:v>41081</c:v>
                </c:pt>
                <c:pt idx="2147">
                  <c:v>41082</c:v>
                </c:pt>
                <c:pt idx="2148">
                  <c:v>41085</c:v>
                </c:pt>
                <c:pt idx="2149">
                  <c:v>41086</c:v>
                </c:pt>
                <c:pt idx="2150">
                  <c:v>41087</c:v>
                </c:pt>
                <c:pt idx="2151">
                  <c:v>41088</c:v>
                </c:pt>
                <c:pt idx="2152">
                  <c:v>41089</c:v>
                </c:pt>
                <c:pt idx="2153">
                  <c:v>41092</c:v>
                </c:pt>
                <c:pt idx="2154">
                  <c:v>41093</c:v>
                </c:pt>
                <c:pt idx="2155">
                  <c:v>41094</c:v>
                </c:pt>
                <c:pt idx="2156">
                  <c:v>41095</c:v>
                </c:pt>
                <c:pt idx="2157">
                  <c:v>41096</c:v>
                </c:pt>
                <c:pt idx="2158">
                  <c:v>41099</c:v>
                </c:pt>
                <c:pt idx="2159">
                  <c:v>41100</c:v>
                </c:pt>
                <c:pt idx="2160">
                  <c:v>41101</c:v>
                </c:pt>
                <c:pt idx="2161">
                  <c:v>41102</c:v>
                </c:pt>
                <c:pt idx="2162">
                  <c:v>41103</c:v>
                </c:pt>
                <c:pt idx="2163">
                  <c:v>41106</c:v>
                </c:pt>
                <c:pt idx="2164">
                  <c:v>41107</c:v>
                </c:pt>
                <c:pt idx="2165">
                  <c:v>41108</c:v>
                </c:pt>
                <c:pt idx="2166">
                  <c:v>41109</c:v>
                </c:pt>
                <c:pt idx="2167">
                  <c:v>41110</c:v>
                </c:pt>
                <c:pt idx="2168">
                  <c:v>41113</c:v>
                </c:pt>
                <c:pt idx="2169">
                  <c:v>41114</c:v>
                </c:pt>
                <c:pt idx="2170">
                  <c:v>41115</c:v>
                </c:pt>
                <c:pt idx="2171">
                  <c:v>41116</c:v>
                </c:pt>
                <c:pt idx="2172">
                  <c:v>41117</c:v>
                </c:pt>
                <c:pt idx="2173">
                  <c:v>41120</c:v>
                </c:pt>
                <c:pt idx="2174">
                  <c:v>41121</c:v>
                </c:pt>
                <c:pt idx="2175">
                  <c:v>41122</c:v>
                </c:pt>
                <c:pt idx="2176">
                  <c:v>41123</c:v>
                </c:pt>
                <c:pt idx="2177">
                  <c:v>41124</c:v>
                </c:pt>
                <c:pt idx="2178">
                  <c:v>41127</c:v>
                </c:pt>
                <c:pt idx="2179">
                  <c:v>41128</c:v>
                </c:pt>
                <c:pt idx="2180">
                  <c:v>41129</c:v>
                </c:pt>
                <c:pt idx="2181">
                  <c:v>41130</c:v>
                </c:pt>
                <c:pt idx="2182">
                  <c:v>41131</c:v>
                </c:pt>
                <c:pt idx="2183">
                  <c:v>41134</c:v>
                </c:pt>
                <c:pt idx="2184">
                  <c:v>41135</c:v>
                </c:pt>
                <c:pt idx="2185">
                  <c:v>41136</c:v>
                </c:pt>
                <c:pt idx="2186">
                  <c:v>41137</c:v>
                </c:pt>
                <c:pt idx="2187">
                  <c:v>41138</c:v>
                </c:pt>
                <c:pt idx="2188">
                  <c:v>41141</c:v>
                </c:pt>
                <c:pt idx="2189">
                  <c:v>41142</c:v>
                </c:pt>
                <c:pt idx="2190">
                  <c:v>41143</c:v>
                </c:pt>
                <c:pt idx="2191">
                  <c:v>41144</c:v>
                </c:pt>
                <c:pt idx="2192">
                  <c:v>41145</c:v>
                </c:pt>
                <c:pt idx="2193">
                  <c:v>41148</c:v>
                </c:pt>
                <c:pt idx="2194">
                  <c:v>41149</c:v>
                </c:pt>
                <c:pt idx="2195">
                  <c:v>41150</c:v>
                </c:pt>
                <c:pt idx="2196">
                  <c:v>41151</c:v>
                </c:pt>
                <c:pt idx="2197">
                  <c:v>41152</c:v>
                </c:pt>
                <c:pt idx="2198">
                  <c:v>41155</c:v>
                </c:pt>
                <c:pt idx="2199">
                  <c:v>41156</c:v>
                </c:pt>
                <c:pt idx="2200">
                  <c:v>41157</c:v>
                </c:pt>
                <c:pt idx="2201">
                  <c:v>41158</c:v>
                </c:pt>
                <c:pt idx="2202">
                  <c:v>41159</c:v>
                </c:pt>
                <c:pt idx="2203">
                  <c:v>41162</c:v>
                </c:pt>
                <c:pt idx="2204">
                  <c:v>41163</c:v>
                </c:pt>
                <c:pt idx="2205">
                  <c:v>41164</c:v>
                </c:pt>
                <c:pt idx="2206">
                  <c:v>41165</c:v>
                </c:pt>
                <c:pt idx="2207">
                  <c:v>41166</c:v>
                </c:pt>
                <c:pt idx="2208">
                  <c:v>41169</c:v>
                </c:pt>
                <c:pt idx="2209">
                  <c:v>41170</c:v>
                </c:pt>
                <c:pt idx="2210">
                  <c:v>41171</c:v>
                </c:pt>
                <c:pt idx="2211">
                  <c:v>41172</c:v>
                </c:pt>
                <c:pt idx="2212">
                  <c:v>41173</c:v>
                </c:pt>
                <c:pt idx="2213">
                  <c:v>41176</c:v>
                </c:pt>
                <c:pt idx="2214">
                  <c:v>41177</c:v>
                </c:pt>
                <c:pt idx="2215">
                  <c:v>41178</c:v>
                </c:pt>
                <c:pt idx="2216">
                  <c:v>41179</c:v>
                </c:pt>
                <c:pt idx="2217">
                  <c:v>41180</c:v>
                </c:pt>
                <c:pt idx="2218">
                  <c:v>41183</c:v>
                </c:pt>
                <c:pt idx="2219">
                  <c:v>41184</c:v>
                </c:pt>
                <c:pt idx="2220">
                  <c:v>41185</c:v>
                </c:pt>
                <c:pt idx="2221">
                  <c:v>41186</c:v>
                </c:pt>
                <c:pt idx="2222">
                  <c:v>41187</c:v>
                </c:pt>
                <c:pt idx="2223">
                  <c:v>41190</c:v>
                </c:pt>
                <c:pt idx="2224">
                  <c:v>41191</c:v>
                </c:pt>
                <c:pt idx="2225">
                  <c:v>41192</c:v>
                </c:pt>
                <c:pt idx="2226">
                  <c:v>41193</c:v>
                </c:pt>
                <c:pt idx="2227">
                  <c:v>41194</c:v>
                </c:pt>
                <c:pt idx="2228">
                  <c:v>41197</c:v>
                </c:pt>
                <c:pt idx="2229">
                  <c:v>41198</c:v>
                </c:pt>
                <c:pt idx="2230">
                  <c:v>41199</c:v>
                </c:pt>
                <c:pt idx="2231">
                  <c:v>41200</c:v>
                </c:pt>
                <c:pt idx="2232">
                  <c:v>41201</c:v>
                </c:pt>
                <c:pt idx="2233">
                  <c:v>41204</c:v>
                </c:pt>
                <c:pt idx="2234">
                  <c:v>41205</c:v>
                </c:pt>
                <c:pt idx="2235">
                  <c:v>41206</c:v>
                </c:pt>
                <c:pt idx="2236">
                  <c:v>41207</c:v>
                </c:pt>
                <c:pt idx="2237">
                  <c:v>41208</c:v>
                </c:pt>
                <c:pt idx="2238">
                  <c:v>41211</c:v>
                </c:pt>
                <c:pt idx="2239">
                  <c:v>41212</c:v>
                </c:pt>
                <c:pt idx="2240">
                  <c:v>41213</c:v>
                </c:pt>
                <c:pt idx="2241">
                  <c:v>41214</c:v>
                </c:pt>
                <c:pt idx="2242">
                  <c:v>41215</c:v>
                </c:pt>
                <c:pt idx="2243">
                  <c:v>41218</c:v>
                </c:pt>
                <c:pt idx="2244">
                  <c:v>41219</c:v>
                </c:pt>
                <c:pt idx="2245">
                  <c:v>41220</c:v>
                </c:pt>
                <c:pt idx="2246">
                  <c:v>41221</c:v>
                </c:pt>
                <c:pt idx="2247">
                  <c:v>41222</c:v>
                </c:pt>
                <c:pt idx="2248">
                  <c:v>41225</c:v>
                </c:pt>
                <c:pt idx="2249">
                  <c:v>41226</c:v>
                </c:pt>
                <c:pt idx="2250">
                  <c:v>41227</c:v>
                </c:pt>
                <c:pt idx="2251">
                  <c:v>41228</c:v>
                </c:pt>
                <c:pt idx="2252">
                  <c:v>41229</c:v>
                </c:pt>
                <c:pt idx="2253">
                  <c:v>41232</c:v>
                </c:pt>
                <c:pt idx="2254">
                  <c:v>41233</c:v>
                </c:pt>
                <c:pt idx="2255">
                  <c:v>41234</c:v>
                </c:pt>
                <c:pt idx="2256">
                  <c:v>41235</c:v>
                </c:pt>
                <c:pt idx="2257">
                  <c:v>41236</c:v>
                </c:pt>
                <c:pt idx="2258">
                  <c:v>41239</c:v>
                </c:pt>
                <c:pt idx="2259">
                  <c:v>41240</c:v>
                </c:pt>
                <c:pt idx="2260">
                  <c:v>41241</c:v>
                </c:pt>
                <c:pt idx="2261">
                  <c:v>41242</c:v>
                </c:pt>
                <c:pt idx="2262">
                  <c:v>41243</c:v>
                </c:pt>
                <c:pt idx="2263">
                  <c:v>41246</c:v>
                </c:pt>
                <c:pt idx="2264">
                  <c:v>41247</c:v>
                </c:pt>
                <c:pt idx="2265">
                  <c:v>41248</c:v>
                </c:pt>
                <c:pt idx="2266">
                  <c:v>41249</c:v>
                </c:pt>
                <c:pt idx="2267">
                  <c:v>41250</c:v>
                </c:pt>
                <c:pt idx="2268">
                  <c:v>41253</c:v>
                </c:pt>
                <c:pt idx="2269">
                  <c:v>41254</c:v>
                </c:pt>
                <c:pt idx="2270">
                  <c:v>41255</c:v>
                </c:pt>
                <c:pt idx="2271">
                  <c:v>41256</c:v>
                </c:pt>
                <c:pt idx="2272">
                  <c:v>41257</c:v>
                </c:pt>
                <c:pt idx="2273">
                  <c:v>41260</c:v>
                </c:pt>
                <c:pt idx="2274">
                  <c:v>41261</c:v>
                </c:pt>
                <c:pt idx="2275">
                  <c:v>41262</c:v>
                </c:pt>
                <c:pt idx="2276">
                  <c:v>41263</c:v>
                </c:pt>
                <c:pt idx="2277">
                  <c:v>41264</c:v>
                </c:pt>
                <c:pt idx="2278">
                  <c:v>41267</c:v>
                </c:pt>
                <c:pt idx="2279">
                  <c:v>41268</c:v>
                </c:pt>
                <c:pt idx="2280">
                  <c:v>41269</c:v>
                </c:pt>
                <c:pt idx="2281">
                  <c:v>41270</c:v>
                </c:pt>
                <c:pt idx="2282">
                  <c:v>41271</c:v>
                </c:pt>
                <c:pt idx="2283">
                  <c:v>41274</c:v>
                </c:pt>
                <c:pt idx="2284">
                  <c:v>41275</c:v>
                </c:pt>
                <c:pt idx="2285">
                  <c:v>41276</c:v>
                </c:pt>
                <c:pt idx="2286">
                  <c:v>41277</c:v>
                </c:pt>
                <c:pt idx="2287">
                  <c:v>41278</c:v>
                </c:pt>
                <c:pt idx="2288">
                  <c:v>41281</c:v>
                </c:pt>
                <c:pt idx="2289">
                  <c:v>41282</c:v>
                </c:pt>
                <c:pt idx="2290">
                  <c:v>41283</c:v>
                </c:pt>
                <c:pt idx="2291">
                  <c:v>41284</c:v>
                </c:pt>
                <c:pt idx="2292">
                  <c:v>41285</c:v>
                </c:pt>
                <c:pt idx="2293">
                  <c:v>41288</c:v>
                </c:pt>
                <c:pt idx="2294">
                  <c:v>41289</c:v>
                </c:pt>
                <c:pt idx="2295">
                  <c:v>41290</c:v>
                </c:pt>
                <c:pt idx="2296">
                  <c:v>41291</c:v>
                </c:pt>
                <c:pt idx="2297">
                  <c:v>41292</c:v>
                </c:pt>
                <c:pt idx="2298">
                  <c:v>41295</c:v>
                </c:pt>
                <c:pt idx="2299">
                  <c:v>41296</c:v>
                </c:pt>
                <c:pt idx="2300">
                  <c:v>41297</c:v>
                </c:pt>
                <c:pt idx="2301">
                  <c:v>41298</c:v>
                </c:pt>
                <c:pt idx="2302">
                  <c:v>41299</c:v>
                </c:pt>
                <c:pt idx="2303">
                  <c:v>41302</c:v>
                </c:pt>
                <c:pt idx="2304">
                  <c:v>41303</c:v>
                </c:pt>
                <c:pt idx="2305">
                  <c:v>41304</c:v>
                </c:pt>
                <c:pt idx="2306">
                  <c:v>41305</c:v>
                </c:pt>
                <c:pt idx="2307">
                  <c:v>41306</c:v>
                </c:pt>
                <c:pt idx="2308">
                  <c:v>41309</c:v>
                </c:pt>
                <c:pt idx="2309">
                  <c:v>41310</c:v>
                </c:pt>
                <c:pt idx="2310">
                  <c:v>41311</c:v>
                </c:pt>
                <c:pt idx="2311">
                  <c:v>41312</c:v>
                </c:pt>
                <c:pt idx="2312">
                  <c:v>41313</c:v>
                </c:pt>
                <c:pt idx="2313">
                  <c:v>41316</c:v>
                </c:pt>
                <c:pt idx="2314">
                  <c:v>41317</c:v>
                </c:pt>
                <c:pt idx="2315">
                  <c:v>41318</c:v>
                </c:pt>
                <c:pt idx="2316">
                  <c:v>41319</c:v>
                </c:pt>
                <c:pt idx="2317">
                  <c:v>41320</c:v>
                </c:pt>
                <c:pt idx="2318">
                  <c:v>41323</c:v>
                </c:pt>
                <c:pt idx="2319">
                  <c:v>41324</c:v>
                </c:pt>
                <c:pt idx="2320">
                  <c:v>41325</c:v>
                </c:pt>
                <c:pt idx="2321">
                  <c:v>41326</c:v>
                </c:pt>
                <c:pt idx="2322">
                  <c:v>41327</c:v>
                </c:pt>
                <c:pt idx="2323">
                  <c:v>41330</c:v>
                </c:pt>
                <c:pt idx="2324">
                  <c:v>41331</c:v>
                </c:pt>
                <c:pt idx="2325">
                  <c:v>41332</c:v>
                </c:pt>
                <c:pt idx="2326">
                  <c:v>41333</c:v>
                </c:pt>
                <c:pt idx="2327">
                  <c:v>41334</c:v>
                </c:pt>
                <c:pt idx="2328">
                  <c:v>41337</c:v>
                </c:pt>
                <c:pt idx="2329">
                  <c:v>41338</c:v>
                </c:pt>
                <c:pt idx="2330">
                  <c:v>41339</c:v>
                </c:pt>
                <c:pt idx="2331">
                  <c:v>41340</c:v>
                </c:pt>
                <c:pt idx="2332">
                  <c:v>41341</c:v>
                </c:pt>
                <c:pt idx="2333">
                  <c:v>41344</c:v>
                </c:pt>
                <c:pt idx="2334">
                  <c:v>41345</c:v>
                </c:pt>
                <c:pt idx="2335">
                  <c:v>41346</c:v>
                </c:pt>
                <c:pt idx="2336">
                  <c:v>41347</c:v>
                </c:pt>
                <c:pt idx="2337">
                  <c:v>41348</c:v>
                </c:pt>
                <c:pt idx="2338">
                  <c:v>41351</c:v>
                </c:pt>
                <c:pt idx="2339">
                  <c:v>41352</c:v>
                </c:pt>
                <c:pt idx="2340">
                  <c:v>41353</c:v>
                </c:pt>
                <c:pt idx="2341">
                  <c:v>41354</c:v>
                </c:pt>
                <c:pt idx="2342">
                  <c:v>41355</c:v>
                </c:pt>
                <c:pt idx="2343">
                  <c:v>41358</c:v>
                </c:pt>
                <c:pt idx="2344">
                  <c:v>41359</c:v>
                </c:pt>
                <c:pt idx="2345">
                  <c:v>41360</c:v>
                </c:pt>
                <c:pt idx="2346">
                  <c:v>41361</c:v>
                </c:pt>
                <c:pt idx="2347">
                  <c:v>41362</c:v>
                </c:pt>
                <c:pt idx="2348">
                  <c:v>41365</c:v>
                </c:pt>
                <c:pt idx="2349">
                  <c:v>41366</c:v>
                </c:pt>
                <c:pt idx="2350">
                  <c:v>41367</c:v>
                </c:pt>
                <c:pt idx="2351">
                  <c:v>41368</c:v>
                </c:pt>
                <c:pt idx="2352">
                  <c:v>41369</c:v>
                </c:pt>
                <c:pt idx="2353">
                  <c:v>41372</c:v>
                </c:pt>
                <c:pt idx="2354">
                  <c:v>41373</c:v>
                </c:pt>
                <c:pt idx="2355">
                  <c:v>41374</c:v>
                </c:pt>
                <c:pt idx="2356">
                  <c:v>41375</c:v>
                </c:pt>
                <c:pt idx="2357">
                  <c:v>41376</c:v>
                </c:pt>
                <c:pt idx="2358">
                  <c:v>41379</c:v>
                </c:pt>
                <c:pt idx="2359">
                  <c:v>41380</c:v>
                </c:pt>
                <c:pt idx="2360">
                  <c:v>41381</c:v>
                </c:pt>
                <c:pt idx="2361">
                  <c:v>41382</c:v>
                </c:pt>
                <c:pt idx="2362">
                  <c:v>41383</c:v>
                </c:pt>
                <c:pt idx="2363">
                  <c:v>41386</c:v>
                </c:pt>
                <c:pt idx="2364">
                  <c:v>41387</c:v>
                </c:pt>
                <c:pt idx="2365">
                  <c:v>41388</c:v>
                </c:pt>
                <c:pt idx="2366">
                  <c:v>41389</c:v>
                </c:pt>
                <c:pt idx="2367">
                  <c:v>41390</c:v>
                </c:pt>
                <c:pt idx="2368">
                  <c:v>41393</c:v>
                </c:pt>
                <c:pt idx="2369">
                  <c:v>41394</c:v>
                </c:pt>
                <c:pt idx="2370">
                  <c:v>41395</c:v>
                </c:pt>
                <c:pt idx="2371">
                  <c:v>41396</c:v>
                </c:pt>
                <c:pt idx="2372">
                  <c:v>41397</c:v>
                </c:pt>
                <c:pt idx="2373">
                  <c:v>41400</c:v>
                </c:pt>
                <c:pt idx="2374">
                  <c:v>41401</c:v>
                </c:pt>
                <c:pt idx="2375">
                  <c:v>41402</c:v>
                </c:pt>
                <c:pt idx="2376">
                  <c:v>41403</c:v>
                </c:pt>
                <c:pt idx="2377">
                  <c:v>41404</c:v>
                </c:pt>
                <c:pt idx="2378">
                  <c:v>41407</c:v>
                </c:pt>
                <c:pt idx="2379">
                  <c:v>41408</c:v>
                </c:pt>
                <c:pt idx="2380">
                  <c:v>41409</c:v>
                </c:pt>
                <c:pt idx="2381">
                  <c:v>41410</c:v>
                </c:pt>
                <c:pt idx="2382">
                  <c:v>41411</c:v>
                </c:pt>
                <c:pt idx="2383">
                  <c:v>41414</c:v>
                </c:pt>
                <c:pt idx="2384">
                  <c:v>41415</c:v>
                </c:pt>
                <c:pt idx="2385">
                  <c:v>41416</c:v>
                </c:pt>
                <c:pt idx="2386">
                  <c:v>41417</c:v>
                </c:pt>
                <c:pt idx="2387">
                  <c:v>41418</c:v>
                </c:pt>
                <c:pt idx="2388">
                  <c:v>41421</c:v>
                </c:pt>
                <c:pt idx="2389">
                  <c:v>41422</c:v>
                </c:pt>
                <c:pt idx="2390">
                  <c:v>41423</c:v>
                </c:pt>
                <c:pt idx="2391">
                  <c:v>41424</c:v>
                </c:pt>
                <c:pt idx="2392">
                  <c:v>41425</c:v>
                </c:pt>
                <c:pt idx="2393">
                  <c:v>41428</c:v>
                </c:pt>
                <c:pt idx="2394">
                  <c:v>41429</c:v>
                </c:pt>
                <c:pt idx="2395">
                  <c:v>41430</c:v>
                </c:pt>
                <c:pt idx="2396">
                  <c:v>41431</c:v>
                </c:pt>
                <c:pt idx="2397">
                  <c:v>41432</c:v>
                </c:pt>
                <c:pt idx="2398">
                  <c:v>41435</c:v>
                </c:pt>
                <c:pt idx="2399">
                  <c:v>41436</c:v>
                </c:pt>
                <c:pt idx="2400">
                  <c:v>41437</c:v>
                </c:pt>
                <c:pt idx="2401">
                  <c:v>41438</c:v>
                </c:pt>
                <c:pt idx="2402">
                  <c:v>41439</c:v>
                </c:pt>
                <c:pt idx="2403">
                  <c:v>41442</c:v>
                </c:pt>
                <c:pt idx="2404">
                  <c:v>41443</c:v>
                </c:pt>
                <c:pt idx="2405">
                  <c:v>41444</c:v>
                </c:pt>
                <c:pt idx="2406">
                  <c:v>41445</c:v>
                </c:pt>
                <c:pt idx="2407">
                  <c:v>41446</c:v>
                </c:pt>
                <c:pt idx="2408">
                  <c:v>41449</c:v>
                </c:pt>
                <c:pt idx="2409">
                  <c:v>41450</c:v>
                </c:pt>
                <c:pt idx="2410">
                  <c:v>41451</c:v>
                </c:pt>
                <c:pt idx="2411">
                  <c:v>41452</c:v>
                </c:pt>
                <c:pt idx="2412">
                  <c:v>41453</c:v>
                </c:pt>
                <c:pt idx="2413">
                  <c:v>41456</c:v>
                </c:pt>
                <c:pt idx="2414">
                  <c:v>41457</c:v>
                </c:pt>
                <c:pt idx="2415">
                  <c:v>41458</c:v>
                </c:pt>
                <c:pt idx="2416">
                  <c:v>41459</c:v>
                </c:pt>
                <c:pt idx="2417">
                  <c:v>41460</c:v>
                </c:pt>
                <c:pt idx="2418">
                  <c:v>41463</c:v>
                </c:pt>
                <c:pt idx="2419">
                  <c:v>41464</c:v>
                </c:pt>
                <c:pt idx="2420">
                  <c:v>41465</c:v>
                </c:pt>
                <c:pt idx="2421">
                  <c:v>41466</c:v>
                </c:pt>
                <c:pt idx="2422">
                  <c:v>41467</c:v>
                </c:pt>
                <c:pt idx="2423">
                  <c:v>41470</c:v>
                </c:pt>
                <c:pt idx="2424">
                  <c:v>41471</c:v>
                </c:pt>
                <c:pt idx="2425">
                  <c:v>41472</c:v>
                </c:pt>
                <c:pt idx="2426">
                  <c:v>41473</c:v>
                </c:pt>
                <c:pt idx="2427">
                  <c:v>41474</c:v>
                </c:pt>
                <c:pt idx="2428">
                  <c:v>41477</c:v>
                </c:pt>
                <c:pt idx="2429">
                  <c:v>41478</c:v>
                </c:pt>
                <c:pt idx="2430">
                  <c:v>41479</c:v>
                </c:pt>
                <c:pt idx="2431">
                  <c:v>41480</c:v>
                </c:pt>
                <c:pt idx="2432">
                  <c:v>41481</c:v>
                </c:pt>
                <c:pt idx="2433">
                  <c:v>41484</c:v>
                </c:pt>
                <c:pt idx="2434">
                  <c:v>41485</c:v>
                </c:pt>
                <c:pt idx="2435">
                  <c:v>41486</c:v>
                </c:pt>
                <c:pt idx="2436">
                  <c:v>41487</c:v>
                </c:pt>
                <c:pt idx="2437">
                  <c:v>41488</c:v>
                </c:pt>
                <c:pt idx="2438">
                  <c:v>41491</c:v>
                </c:pt>
                <c:pt idx="2439">
                  <c:v>41492</c:v>
                </c:pt>
                <c:pt idx="2440">
                  <c:v>41493</c:v>
                </c:pt>
                <c:pt idx="2441">
                  <c:v>41494</c:v>
                </c:pt>
                <c:pt idx="2442">
                  <c:v>41495</c:v>
                </c:pt>
                <c:pt idx="2443">
                  <c:v>41498</c:v>
                </c:pt>
                <c:pt idx="2444">
                  <c:v>41499</c:v>
                </c:pt>
                <c:pt idx="2445">
                  <c:v>41500</c:v>
                </c:pt>
                <c:pt idx="2446">
                  <c:v>41501</c:v>
                </c:pt>
                <c:pt idx="2447">
                  <c:v>41502</c:v>
                </c:pt>
                <c:pt idx="2448">
                  <c:v>41505</c:v>
                </c:pt>
                <c:pt idx="2449">
                  <c:v>41506</c:v>
                </c:pt>
                <c:pt idx="2450">
                  <c:v>41507</c:v>
                </c:pt>
                <c:pt idx="2451">
                  <c:v>41508</c:v>
                </c:pt>
                <c:pt idx="2452">
                  <c:v>41509</c:v>
                </c:pt>
                <c:pt idx="2453">
                  <c:v>41512</c:v>
                </c:pt>
                <c:pt idx="2454">
                  <c:v>41513</c:v>
                </c:pt>
                <c:pt idx="2455">
                  <c:v>41514</c:v>
                </c:pt>
                <c:pt idx="2456">
                  <c:v>41515</c:v>
                </c:pt>
                <c:pt idx="2457">
                  <c:v>41516</c:v>
                </c:pt>
                <c:pt idx="2458">
                  <c:v>41519</c:v>
                </c:pt>
                <c:pt idx="2459">
                  <c:v>41520</c:v>
                </c:pt>
                <c:pt idx="2460">
                  <c:v>41521</c:v>
                </c:pt>
                <c:pt idx="2461">
                  <c:v>41522</c:v>
                </c:pt>
                <c:pt idx="2462">
                  <c:v>41523</c:v>
                </c:pt>
                <c:pt idx="2463">
                  <c:v>41526</c:v>
                </c:pt>
                <c:pt idx="2464">
                  <c:v>41527</c:v>
                </c:pt>
                <c:pt idx="2465">
                  <c:v>41528</c:v>
                </c:pt>
                <c:pt idx="2466">
                  <c:v>41529</c:v>
                </c:pt>
                <c:pt idx="2467">
                  <c:v>41530</c:v>
                </c:pt>
                <c:pt idx="2468">
                  <c:v>41533</c:v>
                </c:pt>
                <c:pt idx="2469">
                  <c:v>41534</c:v>
                </c:pt>
                <c:pt idx="2470">
                  <c:v>41535</c:v>
                </c:pt>
                <c:pt idx="2471">
                  <c:v>41536</c:v>
                </c:pt>
                <c:pt idx="2472">
                  <c:v>41537</c:v>
                </c:pt>
                <c:pt idx="2473">
                  <c:v>41540</c:v>
                </c:pt>
                <c:pt idx="2474">
                  <c:v>41541</c:v>
                </c:pt>
                <c:pt idx="2475">
                  <c:v>41542</c:v>
                </c:pt>
                <c:pt idx="2476">
                  <c:v>41543</c:v>
                </c:pt>
                <c:pt idx="2477">
                  <c:v>41544</c:v>
                </c:pt>
                <c:pt idx="2478">
                  <c:v>41547</c:v>
                </c:pt>
                <c:pt idx="2479">
                  <c:v>41548</c:v>
                </c:pt>
                <c:pt idx="2480">
                  <c:v>41549</c:v>
                </c:pt>
                <c:pt idx="2481">
                  <c:v>41550</c:v>
                </c:pt>
                <c:pt idx="2482">
                  <c:v>41551</c:v>
                </c:pt>
                <c:pt idx="2483">
                  <c:v>41554</c:v>
                </c:pt>
                <c:pt idx="2484">
                  <c:v>41555</c:v>
                </c:pt>
                <c:pt idx="2485">
                  <c:v>41556</c:v>
                </c:pt>
                <c:pt idx="2486">
                  <c:v>41557</c:v>
                </c:pt>
                <c:pt idx="2487">
                  <c:v>41558</c:v>
                </c:pt>
                <c:pt idx="2488">
                  <c:v>41561</c:v>
                </c:pt>
                <c:pt idx="2489">
                  <c:v>41562</c:v>
                </c:pt>
                <c:pt idx="2490">
                  <c:v>41563</c:v>
                </c:pt>
                <c:pt idx="2491">
                  <c:v>41564</c:v>
                </c:pt>
                <c:pt idx="2492">
                  <c:v>41565</c:v>
                </c:pt>
                <c:pt idx="2493">
                  <c:v>41568</c:v>
                </c:pt>
                <c:pt idx="2494">
                  <c:v>41569</c:v>
                </c:pt>
                <c:pt idx="2495">
                  <c:v>41570</c:v>
                </c:pt>
                <c:pt idx="2496">
                  <c:v>41571</c:v>
                </c:pt>
                <c:pt idx="2497">
                  <c:v>41572</c:v>
                </c:pt>
                <c:pt idx="2498">
                  <c:v>41575</c:v>
                </c:pt>
                <c:pt idx="2499">
                  <c:v>41576</c:v>
                </c:pt>
                <c:pt idx="2500">
                  <c:v>41577</c:v>
                </c:pt>
                <c:pt idx="2501">
                  <c:v>41578</c:v>
                </c:pt>
                <c:pt idx="2502">
                  <c:v>41579</c:v>
                </c:pt>
                <c:pt idx="2503">
                  <c:v>41582</c:v>
                </c:pt>
                <c:pt idx="2504">
                  <c:v>41583</c:v>
                </c:pt>
                <c:pt idx="2505">
                  <c:v>41584</c:v>
                </c:pt>
                <c:pt idx="2506">
                  <c:v>41585</c:v>
                </c:pt>
                <c:pt idx="2507">
                  <c:v>41586</c:v>
                </c:pt>
                <c:pt idx="2508">
                  <c:v>41589</c:v>
                </c:pt>
                <c:pt idx="2509">
                  <c:v>41590</c:v>
                </c:pt>
                <c:pt idx="2510">
                  <c:v>41591</c:v>
                </c:pt>
                <c:pt idx="2511">
                  <c:v>41592</c:v>
                </c:pt>
                <c:pt idx="2512">
                  <c:v>41593</c:v>
                </c:pt>
                <c:pt idx="2513">
                  <c:v>41596</c:v>
                </c:pt>
                <c:pt idx="2514">
                  <c:v>41597</c:v>
                </c:pt>
                <c:pt idx="2515">
                  <c:v>41598</c:v>
                </c:pt>
                <c:pt idx="2516">
                  <c:v>41599</c:v>
                </c:pt>
                <c:pt idx="2517">
                  <c:v>41600</c:v>
                </c:pt>
                <c:pt idx="2518">
                  <c:v>41603</c:v>
                </c:pt>
                <c:pt idx="2519">
                  <c:v>41604</c:v>
                </c:pt>
                <c:pt idx="2520">
                  <c:v>41605</c:v>
                </c:pt>
                <c:pt idx="2521">
                  <c:v>41606</c:v>
                </c:pt>
                <c:pt idx="2522">
                  <c:v>41607</c:v>
                </c:pt>
                <c:pt idx="2523">
                  <c:v>41610</c:v>
                </c:pt>
                <c:pt idx="2524">
                  <c:v>41611</c:v>
                </c:pt>
                <c:pt idx="2525">
                  <c:v>41612</c:v>
                </c:pt>
                <c:pt idx="2526">
                  <c:v>41613</c:v>
                </c:pt>
                <c:pt idx="2527">
                  <c:v>41614</c:v>
                </c:pt>
                <c:pt idx="2528">
                  <c:v>41617</c:v>
                </c:pt>
                <c:pt idx="2529">
                  <c:v>41618</c:v>
                </c:pt>
                <c:pt idx="2530">
                  <c:v>41619</c:v>
                </c:pt>
                <c:pt idx="2531">
                  <c:v>41620</c:v>
                </c:pt>
                <c:pt idx="2532">
                  <c:v>41621</c:v>
                </c:pt>
                <c:pt idx="2533">
                  <c:v>41624</c:v>
                </c:pt>
                <c:pt idx="2534">
                  <c:v>41625</c:v>
                </c:pt>
                <c:pt idx="2535">
                  <c:v>41626</c:v>
                </c:pt>
                <c:pt idx="2536">
                  <c:v>41627</c:v>
                </c:pt>
                <c:pt idx="2537">
                  <c:v>41628</c:v>
                </c:pt>
                <c:pt idx="2538">
                  <c:v>41631</c:v>
                </c:pt>
                <c:pt idx="2539">
                  <c:v>41632</c:v>
                </c:pt>
                <c:pt idx="2540">
                  <c:v>41633</c:v>
                </c:pt>
                <c:pt idx="2541">
                  <c:v>41634</c:v>
                </c:pt>
                <c:pt idx="2542">
                  <c:v>41635</c:v>
                </c:pt>
                <c:pt idx="2543">
                  <c:v>41638</c:v>
                </c:pt>
                <c:pt idx="2544">
                  <c:v>41639</c:v>
                </c:pt>
                <c:pt idx="2545">
                  <c:v>41640</c:v>
                </c:pt>
                <c:pt idx="2546">
                  <c:v>41641</c:v>
                </c:pt>
                <c:pt idx="2547">
                  <c:v>41642</c:v>
                </c:pt>
                <c:pt idx="2548">
                  <c:v>41645</c:v>
                </c:pt>
                <c:pt idx="2549">
                  <c:v>41646</c:v>
                </c:pt>
                <c:pt idx="2550">
                  <c:v>41647</c:v>
                </c:pt>
                <c:pt idx="2551">
                  <c:v>41648</c:v>
                </c:pt>
                <c:pt idx="2552">
                  <c:v>41649</c:v>
                </c:pt>
                <c:pt idx="2553">
                  <c:v>41652</c:v>
                </c:pt>
                <c:pt idx="2554">
                  <c:v>41653</c:v>
                </c:pt>
                <c:pt idx="2555">
                  <c:v>41654</c:v>
                </c:pt>
                <c:pt idx="2556">
                  <c:v>41655</c:v>
                </c:pt>
                <c:pt idx="2557">
                  <c:v>41656</c:v>
                </c:pt>
                <c:pt idx="2558">
                  <c:v>41659</c:v>
                </c:pt>
                <c:pt idx="2559">
                  <c:v>41660</c:v>
                </c:pt>
                <c:pt idx="2560">
                  <c:v>41661</c:v>
                </c:pt>
                <c:pt idx="2561">
                  <c:v>41662</c:v>
                </c:pt>
                <c:pt idx="2562">
                  <c:v>41663</c:v>
                </c:pt>
                <c:pt idx="2563">
                  <c:v>41666</c:v>
                </c:pt>
                <c:pt idx="2564">
                  <c:v>41667</c:v>
                </c:pt>
                <c:pt idx="2565">
                  <c:v>41668</c:v>
                </c:pt>
                <c:pt idx="2566">
                  <c:v>41669</c:v>
                </c:pt>
                <c:pt idx="2567">
                  <c:v>41670</c:v>
                </c:pt>
                <c:pt idx="2568">
                  <c:v>41673</c:v>
                </c:pt>
                <c:pt idx="2569">
                  <c:v>41674</c:v>
                </c:pt>
                <c:pt idx="2570">
                  <c:v>41675</c:v>
                </c:pt>
                <c:pt idx="2571">
                  <c:v>41676</c:v>
                </c:pt>
                <c:pt idx="2572">
                  <c:v>41677</c:v>
                </c:pt>
                <c:pt idx="2573">
                  <c:v>41680</c:v>
                </c:pt>
                <c:pt idx="2574">
                  <c:v>41681</c:v>
                </c:pt>
                <c:pt idx="2575">
                  <c:v>41682</c:v>
                </c:pt>
                <c:pt idx="2576">
                  <c:v>41683</c:v>
                </c:pt>
                <c:pt idx="2577">
                  <c:v>41684</c:v>
                </c:pt>
                <c:pt idx="2578">
                  <c:v>41687</c:v>
                </c:pt>
                <c:pt idx="2579">
                  <c:v>41688</c:v>
                </c:pt>
                <c:pt idx="2580">
                  <c:v>41689</c:v>
                </c:pt>
                <c:pt idx="2581">
                  <c:v>41690</c:v>
                </c:pt>
                <c:pt idx="2582">
                  <c:v>41691</c:v>
                </c:pt>
                <c:pt idx="2583">
                  <c:v>41694</c:v>
                </c:pt>
                <c:pt idx="2584">
                  <c:v>41695</c:v>
                </c:pt>
                <c:pt idx="2585">
                  <c:v>41696</c:v>
                </c:pt>
                <c:pt idx="2586">
                  <c:v>41697</c:v>
                </c:pt>
                <c:pt idx="2587">
                  <c:v>41698</c:v>
                </c:pt>
                <c:pt idx="2588">
                  <c:v>41701</c:v>
                </c:pt>
                <c:pt idx="2589">
                  <c:v>41702</c:v>
                </c:pt>
                <c:pt idx="2590">
                  <c:v>41703</c:v>
                </c:pt>
                <c:pt idx="2591">
                  <c:v>41704</c:v>
                </c:pt>
                <c:pt idx="2592">
                  <c:v>41705</c:v>
                </c:pt>
                <c:pt idx="2593">
                  <c:v>41708</c:v>
                </c:pt>
                <c:pt idx="2594">
                  <c:v>41709</c:v>
                </c:pt>
                <c:pt idx="2595">
                  <c:v>41710</c:v>
                </c:pt>
                <c:pt idx="2596">
                  <c:v>41711</c:v>
                </c:pt>
                <c:pt idx="2597">
                  <c:v>41712</c:v>
                </c:pt>
                <c:pt idx="2598">
                  <c:v>41715</c:v>
                </c:pt>
                <c:pt idx="2599">
                  <c:v>41716</c:v>
                </c:pt>
                <c:pt idx="2600">
                  <c:v>41717</c:v>
                </c:pt>
                <c:pt idx="2601">
                  <c:v>41718</c:v>
                </c:pt>
                <c:pt idx="2602">
                  <c:v>41719</c:v>
                </c:pt>
                <c:pt idx="2603">
                  <c:v>41722</c:v>
                </c:pt>
                <c:pt idx="2604">
                  <c:v>41723</c:v>
                </c:pt>
                <c:pt idx="2605">
                  <c:v>41724</c:v>
                </c:pt>
                <c:pt idx="2606">
                  <c:v>41725</c:v>
                </c:pt>
                <c:pt idx="2607">
                  <c:v>41726</c:v>
                </c:pt>
                <c:pt idx="2608">
                  <c:v>41729</c:v>
                </c:pt>
                <c:pt idx="2609">
                  <c:v>41730</c:v>
                </c:pt>
                <c:pt idx="2610">
                  <c:v>41731</c:v>
                </c:pt>
                <c:pt idx="2611">
                  <c:v>41732</c:v>
                </c:pt>
                <c:pt idx="2612">
                  <c:v>41733</c:v>
                </c:pt>
                <c:pt idx="2613">
                  <c:v>41736</c:v>
                </c:pt>
                <c:pt idx="2614">
                  <c:v>41737</c:v>
                </c:pt>
                <c:pt idx="2615">
                  <c:v>41738</c:v>
                </c:pt>
                <c:pt idx="2616">
                  <c:v>41739</c:v>
                </c:pt>
                <c:pt idx="2617">
                  <c:v>41740</c:v>
                </c:pt>
                <c:pt idx="2618">
                  <c:v>41743</c:v>
                </c:pt>
                <c:pt idx="2619">
                  <c:v>41744</c:v>
                </c:pt>
                <c:pt idx="2620">
                  <c:v>41745</c:v>
                </c:pt>
                <c:pt idx="2621">
                  <c:v>41746</c:v>
                </c:pt>
                <c:pt idx="2622">
                  <c:v>41747</c:v>
                </c:pt>
                <c:pt idx="2623">
                  <c:v>41750</c:v>
                </c:pt>
                <c:pt idx="2624">
                  <c:v>41751</c:v>
                </c:pt>
                <c:pt idx="2625">
                  <c:v>41752</c:v>
                </c:pt>
                <c:pt idx="2626">
                  <c:v>41753</c:v>
                </c:pt>
                <c:pt idx="2627">
                  <c:v>41754</c:v>
                </c:pt>
                <c:pt idx="2628">
                  <c:v>41757</c:v>
                </c:pt>
                <c:pt idx="2629">
                  <c:v>41758</c:v>
                </c:pt>
                <c:pt idx="2630">
                  <c:v>41759</c:v>
                </c:pt>
                <c:pt idx="2631">
                  <c:v>41760</c:v>
                </c:pt>
                <c:pt idx="2632">
                  <c:v>41761</c:v>
                </c:pt>
                <c:pt idx="2633">
                  <c:v>41764</c:v>
                </c:pt>
                <c:pt idx="2634">
                  <c:v>41765</c:v>
                </c:pt>
                <c:pt idx="2635">
                  <c:v>41766</c:v>
                </c:pt>
                <c:pt idx="2636">
                  <c:v>41767</c:v>
                </c:pt>
                <c:pt idx="2637">
                  <c:v>41768</c:v>
                </c:pt>
                <c:pt idx="2638">
                  <c:v>41771</c:v>
                </c:pt>
                <c:pt idx="2639">
                  <c:v>41772</c:v>
                </c:pt>
                <c:pt idx="2640">
                  <c:v>41773</c:v>
                </c:pt>
                <c:pt idx="2641">
                  <c:v>41774</c:v>
                </c:pt>
                <c:pt idx="2642">
                  <c:v>41775</c:v>
                </c:pt>
                <c:pt idx="2643">
                  <c:v>41778</c:v>
                </c:pt>
                <c:pt idx="2644">
                  <c:v>41779</c:v>
                </c:pt>
                <c:pt idx="2645">
                  <c:v>41780</c:v>
                </c:pt>
                <c:pt idx="2646">
                  <c:v>41781</c:v>
                </c:pt>
                <c:pt idx="2647">
                  <c:v>41782</c:v>
                </c:pt>
                <c:pt idx="2648">
                  <c:v>41785</c:v>
                </c:pt>
                <c:pt idx="2649">
                  <c:v>41786</c:v>
                </c:pt>
                <c:pt idx="2650">
                  <c:v>41787</c:v>
                </c:pt>
                <c:pt idx="2651">
                  <c:v>41788</c:v>
                </c:pt>
                <c:pt idx="2652">
                  <c:v>41789</c:v>
                </c:pt>
                <c:pt idx="2653">
                  <c:v>41792</c:v>
                </c:pt>
                <c:pt idx="2654">
                  <c:v>41793</c:v>
                </c:pt>
                <c:pt idx="2655">
                  <c:v>41794</c:v>
                </c:pt>
                <c:pt idx="2656">
                  <c:v>41795</c:v>
                </c:pt>
                <c:pt idx="2657">
                  <c:v>41796</c:v>
                </c:pt>
                <c:pt idx="2658">
                  <c:v>41799</c:v>
                </c:pt>
                <c:pt idx="2659">
                  <c:v>41800</c:v>
                </c:pt>
                <c:pt idx="2660">
                  <c:v>41801</c:v>
                </c:pt>
                <c:pt idx="2661">
                  <c:v>41802</c:v>
                </c:pt>
                <c:pt idx="2662">
                  <c:v>41803</c:v>
                </c:pt>
                <c:pt idx="2663">
                  <c:v>41806</c:v>
                </c:pt>
                <c:pt idx="2664">
                  <c:v>41807</c:v>
                </c:pt>
                <c:pt idx="2665">
                  <c:v>41808</c:v>
                </c:pt>
                <c:pt idx="2666">
                  <c:v>41809</c:v>
                </c:pt>
                <c:pt idx="2667">
                  <c:v>41810</c:v>
                </c:pt>
                <c:pt idx="2668">
                  <c:v>41813</c:v>
                </c:pt>
                <c:pt idx="2669">
                  <c:v>41814</c:v>
                </c:pt>
                <c:pt idx="2670">
                  <c:v>41815</c:v>
                </c:pt>
                <c:pt idx="2671">
                  <c:v>41816</c:v>
                </c:pt>
                <c:pt idx="2672">
                  <c:v>41817</c:v>
                </c:pt>
                <c:pt idx="2673">
                  <c:v>41820</c:v>
                </c:pt>
                <c:pt idx="2674">
                  <c:v>41821</c:v>
                </c:pt>
                <c:pt idx="2675">
                  <c:v>41822</c:v>
                </c:pt>
                <c:pt idx="2676">
                  <c:v>41823</c:v>
                </c:pt>
                <c:pt idx="2677">
                  <c:v>41824</c:v>
                </c:pt>
                <c:pt idx="2678">
                  <c:v>41827</c:v>
                </c:pt>
                <c:pt idx="2679">
                  <c:v>41828</c:v>
                </c:pt>
                <c:pt idx="2680">
                  <c:v>41829</c:v>
                </c:pt>
                <c:pt idx="2681">
                  <c:v>41830</c:v>
                </c:pt>
                <c:pt idx="2682">
                  <c:v>41831</c:v>
                </c:pt>
                <c:pt idx="2683">
                  <c:v>41834</c:v>
                </c:pt>
                <c:pt idx="2684">
                  <c:v>41835</c:v>
                </c:pt>
                <c:pt idx="2685">
                  <c:v>41836</c:v>
                </c:pt>
                <c:pt idx="2686">
                  <c:v>41837</c:v>
                </c:pt>
                <c:pt idx="2687">
                  <c:v>41838</c:v>
                </c:pt>
                <c:pt idx="2688">
                  <c:v>41841</c:v>
                </c:pt>
                <c:pt idx="2689">
                  <c:v>41842</c:v>
                </c:pt>
                <c:pt idx="2690">
                  <c:v>41843</c:v>
                </c:pt>
                <c:pt idx="2691">
                  <c:v>41844</c:v>
                </c:pt>
                <c:pt idx="2692">
                  <c:v>41845</c:v>
                </c:pt>
                <c:pt idx="2693">
                  <c:v>41848</c:v>
                </c:pt>
                <c:pt idx="2694">
                  <c:v>41849</c:v>
                </c:pt>
                <c:pt idx="2695">
                  <c:v>41850</c:v>
                </c:pt>
                <c:pt idx="2696">
                  <c:v>41851</c:v>
                </c:pt>
                <c:pt idx="2697">
                  <c:v>41852</c:v>
                </c:pt>
                <c:pt idx="2698">
                  <c:v>41855</c:v>
                </c:pt>
                <c:pt idx="2699">
                  <c:v>41856</c:v>
                </c:pt>
                <c:pt idx="2700">
                  <c:v>41857</c:v>
                </c:pt>
                <c:pt idx="2701">
                  <c:v>41858</c:v>
                </c:pt>
                <c:pt idx="2702">
                  <c:v>41859</c:v>
                </c:pt>
                <c:pt idx="2703">
                  <c:v>41862</c:v>
                </c:pt>
                <c:pt idx="2704">
                  <c:v>41863</c:v>
                </c:pt>
                <c:pt idx="2705">
                  <c:v>41864</c:v>
                </c:pt>
                <c:pt idx="2706">
                  <c:v>41865</c:v>
                </c:pt>
                <c:pt idx="2707">
                  <c:v>41866</c:v>
                </c:pt>
                <c:pt idx="2708">
                  <c:v>41869</c:v>
                </c:pt>
                <c:pt idx="2709">
                  <c:v>41870</c:v>
                </c:pt>
                <c:pt idx="2710">
                  <c:v>41871</c:v>
                </c:pt>
                <c:pt idx="2711">
                  <c:v>41872</c:v>
                </c:pt>
                <c:pt idx="2712">
                  <c:v>41873</c:v>
                </c:pt>
                <c:pt idx="2713">
                  <c:v>41876</c:v>
                </c:pt>
                <c:pt idx="2714">
                  <c:v>41877</c:v>
                </c:pt>
                <c:pt idx="2715">
                  <c:v>41878</c:v>
                </c:pt>
                <c:pt idx="2716">
                  <c:v>41879</c:v>
                </c:pt>
                <c:pt idx="2717">
                  <c:v>41880</c:v>
                </c:pt>
                <c:pt idx="2718">
                  <c:v>41883</c:v>
                </c:pt>
                <c:pt idx="2719">
                  <c:v>41884</c:v>
                </c:pt>
                <c:pt idx="2720">
                  <c:v>41885</c:v>
                </c:pt>
                <c:pt idx="2721">
                  <c:v>41886</c:v>
                </c:pt>
                <c:pt idx="2722">
                  <c:v>41887</c:v>
                </c:pt>
                <c:pt idx="2723">
                  <c:v>41890</c:v>
                </c:pt>
                <c:pt idx="2724">
                  <c:v>41891</c:v>
                </c:pt>
                <c:pt idx="2725">
                  <c:v>41892</c:v>
                </c:pt>
                <c:pt idx="2726">
                  <c:v>41893</c:v>
                </c:pt>
                <c:pt idx="2727">
                  <c:v>41894</c:v>
                </c:pt>
                <c:pt idx="2728">
                  <c:v>41897</c:v>
                </c:pt>
                <c:pt idx="2729">
                  <c:v>41898</c:v>
                </c:pt>
                <c:pt idx="2730">
                  <c:v>41899</c:v>
                </c:pt>
                <c:pt idx="2731">
                  <c:v>41900</c:v>
                </c:pt>
                <c:pt idx="2732">
                  <c:v>41901</c:v>
                </c:pt>
                <c:pt idx="2733">
                  <c:v>41904</c:v>
                </c:pt>
                <c:pt idx="2734">
                  <c:v>41905</c:v>
                </c:pt>
                <c:pt idx="2735">
                  <c:v>41906</c:v>
                </c:pt>
                <c:pt idx="2736">
                  <c:v>41907</c:v>
                </c:pt>
                <c:pt idx="2737">
                  <c:v>41908</c:v>
                </c:pt>
                <c:pt idx="2738">
                  <c:v>41911</c:v>
                </c:pt>
                <c:pt idx="2739">
                  <c:v>41912</c:v>
                </c:pt>
                <c:pt idx="2740">
                  <c:v>41913</c:v>
                </c:pt>
                <c:pt idx="2741">
                  <c:v>41914</c:v>
                </c:pt>
                <c:pt idx="2742">
                  <c:v>41915</c:v>
                </c:pt>
                <c:pt idx="2743">
                  <c:v>41918</c:v>
                </c:pt>
                <c:pt idx="2744">
                  <c:v>41919</c:v>
                </c:pt>
                <c:pt idx="2745">
                  <c:v>41920</c:v>
                </c:pt>
                <c:pt idx="2746">
                  <c:v>41921</c:v>
                </c:pt>
                <c:pt idx="2747">
                  <c:v>41922</c:v>
                </c:pt>
                <c:pt idx="2748">
                  <c:v>41925</c:v>
                </c:pt>
                <c:pt idx="2749">
                  <c:v>41926</c:v>
                </c:pt>
                <c:pt idx="2750">
                  <c:v>41927</c:v>
                </c:pt>
                <c:pt idx="2751">
                  <c:v>41928</c:v>
                </c:pt>
                <c:pt idx="2752">
                  <c:v>41929</c:v>
                </c:pt>
                <c:pt idx="2753">
                  <c:v>41932</c:v>
                </c:pt>
                <c:pt idx="2754">
                  <c:v>41933</c:v>
                </c:pt>
                <c:pt idx="2755">
                  <c:v>41934</c:v>
                </c:pt>
                <c:pt idx="2756">
                  <c:v>41935</c:v>
                </c:pt>
                <c:pt idx="2757">
                  <c:v>41936</c:v>
                </c:pt>
                <c:pt idx="2758">
                  <c:v>41939</c:v>
                </c:pt>
                <c:pt idx="2759">
                  <c:v>41940</c:v>
                </c:pt>
                <c:pt idx="2760">
                  <c:v>41941</c:v>
                </c:pt>
                <c:pt idx="2761">
                  <c:v>41942</c:v>
                </c:pt>
                <c:pt idx="2762">
                  <c:v>41943</c:v>
                </c:pt>
                <c:pt idx="2763">
                  <c:v>41946</c:v>
                </c:pt>
                <c:pt idx="2764">
                  <c:v>41947</c:v>
                </c:pt>
                <c:pt idx="2765">
                  <c:v>41948</c:v>
                </c:pt>
                <c:pt idx="2766">
                  <c:v>41949</c:v>
                </c:pt>
                <c:pt idx="2767">
                  <c:v>41950</c:v>
                </c:pt>
                <c:pt idx="2768">
                  <c:v>41953</c:v>
                </c:pt>
                <c:pt idx="2769">
                  <c:v>41954</c:v>
                </c:pt>
                <c:pt idx="2770">
                  <c:v>41955</c:v>
                </c:pt>
                <c:pt idx="2771">
                  <c:v>41956</c:v>
                </c:pt>
                <c:pt idx="2772">
                  <c:v>41957</c:v>
                </c:pt>
                <c:pt idx="2773">
                  <c:v>41960</c:v>
                </c:pt>
                <c:pt idx="2774">
                  <c:v>41961</c:v>
                </c:pt>
                <c:pt idx="2775">
                  <c:v>41962</c:v>
                </c:pt>
                <c:pt idx="2776">
                  <c:v>41963</c:v>
                </c:pt>
                <c:pt idx="2777">
                  <c:v>41964</c:v>
                </c:pt>
                <c:pt idx="2778">
                  <c:v>41967</c:v>
                </c:pt>
                <c:pt idx="2779">
                  <c:v>41968</c:v>
                </c:pt>
                <c:pt idx="2780">
                  <c:v>41969</c:v>
                </c:pt>
                <c:pt idx="2781">
                  <c:v>41970</c:v>
                </c:pt>
                <c:pt idx="2782">
                  <c:v>41971</c:v>
                </c:pt>
                <c:pt idx="2783">
                  <c:v>41974</c:v>
                </c:pt>
                <c:pt idx="2784">
                  <c:v>41975</c:v>
                </c:pt>
                <c:pt idx="2785">
                  <c:v>41976</c:v>
                </c:pt>
                <c:pt idx="2786">
                  <c:v>41977</c:v>
                </c:pt>
                <c:pt idx="2787">
                  <c:v>41978</c:v>
                </c:pt>
                <c:pt idx="2788">
                  <c:v>41981</c:v>
                </c:pt>
                <c:pt idx="2789">
                  <c:v>41982</c:v>
                </c:pt>
                <c:pt idx="2790">
                  <c:v>41983</c:v>
                </c:pt>
                <c:pt idx="2791">
                  <c:v>41984</c:v>
                </c:pt>
                <c:pt idx="2792">
                  <c:v>41985</c:v>
                </c:pt>
                <c:pt idx="2793">
                  <c:v>41988</c:v>
                </c:pt>
                <c:pt idx="2794">
                  <c:v>41989</c:v>
                </c:pt>
                <c:pt idx="2795">
                  <c:v>41990</c:v>
                </c:pt>
                <c:pt idx="2796">
                  <c:v>41991</c:v>
                </c:pt>
                <c:pt idx="2797">
                  <c:v>41992</c:v>
                </c:pt>
                <c:pt idx="2798">
                  <c:v>41995</c:v>
                </c:pt>
                <c:pt idx="2799">
                  <c:v>41996</c:v>
                </c:pt>
                <c:pt idx="2800">
                  <c:v>41997</c:v>
                </c:pt>
                <c:pt idx="2801">
                  <c:v>41998</c:v>
                </c:pt>
                <c:pt idx="2802">
                  <c:v>41999</c:v>
                </c:pt>
                <c:pt idx="2803">
                  <c:v>42002</c:v>
                </c:pt>
                <c:pt idx="2804">
                  <c:v>42003</c:v>
                </c:pt>
                <c:pt idx="2805">
                  <c:v>42004</c:v>
                </c:pt>
                <c:pt idx="2806">
                  <c:v>42005</c:v>
                </c:pt>
                <c:pt idx="2807">
                  <c:v>42006</c:v>
                </c:pt>
                <c:pt idx="2808">
                  <c:v>42009</c:v>
                </c:pt>
                <c:pt idx="2809">
                  <c:v>42010</c:v>
                </c:pt>
                <c:pt idx="2810">
                  <c:v>42011</c:v>
                </c:pt>
                <c:pt idx="2811">
                  <c:v>42012</c:v>
                </c:pt>
                <c:pt idx="2812">
                  <c:v>42013</c:v>
                </c:pt>
                <c:pt idx="2813">
                  <c:v>42016</c:v>
                </c:pt>
                <c:pt idx="2814">
                  <c:v>42017</c:v>
                </c:pt>
                <c:pt idx="2815">
                  <c:v>42018</c:v>
                </c:pt>
                <c:pt idx="2816">
                  <c:v>42019</c:v>
                </c:pt>
                <c:pt idx="2817">
                  <c:v>42020</c:v>
                </c:pt>
                <c:pt idx="2818">
                  <c:v>42023</c:v>
                </c:pt>
                <c:pt idx="2819">
                  <c:v>42024</c:v>
                </c:pt>
                <c:pt idx="2820">
                  <c:v>42025</c:v>
                </c:pt>
                <c:pt idx="2821">
                  <c:v>42026</c:v>
                </c:pt>
                <c:pt idx="2822">
                  <c:v>42027</c:v>
                </c:pt>
                <c:pt idx="2823">
                  <c:v>42030</c:v>
                </c:pt>
                <c:pt idx="2824">
                  <c:v>42031</c:v>
                </c:pt>
                <c:pt idx="2825">
                  <c:v>42032</c:v>
                </c:pt>
                <c:pt idx="2826">
                  <c:v>42033</c:v>
                </c:pt>
                <c:pt idx="2827">
                  <c:v>42034</c:v>
                </c:pt>
                <c:pt idx="2828">
                  <c:v>42037</c:v>
                </c:pt>
                <c:pt idx="2829">
                  <c:v>42038</c:v>
                </c:pt>
                <c:pt idx="2830">
                  <c:v>42039</c:v>
                </c:pt>
                <c:pt idx="2831">
                  <c:v>42040</c:v>
                </c:pt>
                <c:pt idx="2832">
                  <c:v>42041</c:v>
                </c:pt>
                <c:pt idx="2833">
                  <c:v>42044</c:v>
                </c:pt>
                <c:pt idx="2834">
                  <c:v>42045</c:v>
                </c:pt>
                <c:pt idx="2835">
                  <c:v>42046</c:v>
                </c:pt>
                <c:pt idx="2836">
                  <c:v>42047</c:v>
                </c:pt>
                <c:pt idx="2837">
                  <c:v>42048</c:v>
                </c:pt>
                <c:pt idx="2838">
                  <c:v>42051</c:v>
                </c:pt>
                <c:pt idx="2839">
                  <c:v>42052</c:v>
                </c:pt>
                <c:pt idx="2840">
                  <c:v>42053</c:v>
                </c:pt>
                <c:pt idx="2841">
                  <c:v>42054</c:v>
                </c:pt>
                <c:pt idx="2842">
                  <c:v>42055</c:v>
                </c:pt>
                <c:pt idx="2843">
                  <c:v>42058</c:v>
                </c:pt>
                <c:pt idx="2844">
                  <c:v>42059</c:v>
                </c:pt>
                <c:pt idx="2845">
                  <c:v>42060</c:v>
                </c:pt>
                <c:pt idx="2846">
                  <c:v>42061</c:v>
                </c:pt>
                <c:pt idx="2847">
                  <c:v>42062</c:v>
                </c:pt>
                <c:pt idx="2848">
                  <c:v>42065</c:v>
                </c:pt>
                <c:pt idx="2849">
                  <c:v>42066</c:v>
                </c:pt>
                <c:pt idx="2850">
                  <c:v>42067</c:v>
                </c:pt>
                <c:pt idx="2851">
                  <c:v>42068</c:v>
                </c:pt>
                <c:pt idx="2852">
                  <c:v>42069</c:v>
                </c:pt>
                <c:pt idx="2853">
                  <c:v>42072</c:v>
                </c:pt>
                <c:pt idx="2854">
                  <c:v>42073</c:v>
                </c:pt>
                <c:pt idx="2855">
                  <c:v>42074</c:v>
                </c:pt>
                <c:pt idx="2856">
                  <c:v>42075</c:v>
                </c:pt>
                <c:pt idx="2857">
                  <c:v>42076</c:v>
                </c:pt>
                <c:pt idx="2858">
                  <c:v>42079</c:v>
                </c:pt>
                <c:pt idx="2859">
                  <c:v>42080</c:v>
                </c:pt>
                <c:pt idx="2860">
                  <c:v>42081</c:v>
                </c:pt>
                <c:pt idx="2861">
                  <c:v>42082</c:v>
                </c:pt>
                <c:pt idx="2862">
                  <c:v>42083</c:v>
                </c:pt>
                <c:pt idx="2863">
                  <c:v>42086</c:v>
                </c:pt>
                <c:pt idx="2864">
                  <c:v>42087</c:v>
                </c:pt>
                <c:pt idx="2865">
                  <c:v>42088</c:v>
                </c:pt>
                <c:pt idx="2866">
                  <c:v>42089</c:v>
                </c:pt>
                <c:pt idx="2867">
                  <c:v>42090</c:v>
                </c:pt>
                <c:pt idx="2868">
                  <c:v>42093</c:v>
                </c:pt>
                <c:pt idx="2869">
                  <c:v>42094</c:v>
                </c:pt>
                <c:pt idx="2870">
                  <c:v>42095</c:v>
                </c:pt>
                <c:pt idx="2871">
                  <c:v>42096</c:v>
                </c:pt>
                <c:pt idx="2872">
                  <c:v>42097</c:v>
                </c:pt>
                <c:pt idx="2873">
                  <c:v>42100</c:v>
                </c:pt>
                <c:pt idx="2874">
                  <c:v>42101</c:v>
                </c:pt>
                <c:pt idx="2875">
                  <c:v>42102</c:v>
                </c:pt>
                <c:pt idx="2876">
                  <c:v>42103</c:v>
                </c:pt>
                <c:pt idx="2877">
                  <c:v>42104</c:v>
                </c:pt>
                <c:pt idx="2878">
                  <c:v>42107</c:v>
                </c:pt>
                <c:pt idx="2879">
                  <c:v>42108</c:v>
                </c:pt>
                <c:pt idx="2880">
                  <c:v>42109</c:v>
                </c:pt>
                <c:pt idx="2881">
                  <c:v>42110</c:v>
                </c:pt>
                <c:pt idx="2882">
                  <c:v>42111</c:v>
                </c:pt>
                <c:pt idx="2883">
                  <c:v>42114</c:v>
                </c:pt>
                <c:pt idx="2884">
                  <c:v>42115</c:v>
                </c:pt>
                <c:pt idx="2885">
                  <c:v>42116</c:v>
                </c:pt>
                <c:pt idx="2886">
                  <c:v>42117</c:v>
                </c:pt>
                <c:pt idx="2887">
                  <c:v>42118</c:v>
                </c:pt>
                <c:pt idx="2888">
                  <c:v>42121</c:v>
                </c:pt>
                <c:pt idx="2889">
                  <c:v>42122</c:v>
                </c:pt>
                <c:pt idx="2890">
                  <c:v>42123</c:v>
                </c:pt>
                <c:pt idx="2891">
                  <c:v>42124</c:v>
                </c:pt>
                <c:pt idx="2892">
                  <c:v>42125</c:v>
                </c:pt>
                <c:pt idx="2893">
                  <c:v>42128</c:v>
                </c:pt>
                <c:pt idx="2894">
                  <c:v>42129</c:v>
                </c:pt>
                <c:pt idx="2895">
                  <c:v>42130</c:v>
                </c:pt>
                <c:pt idx="2896">
                  <c:v>42131</c:v>
                </c:pt>
                <c:pt idx="2897">
                  <c:v>42132</c:v>
                </c:pt>
                <c:pt idx="2898">
                  <c:v>42135</c:v>
                </c:pt>
                <c:pt idx="2899">
                  <c:v>42136</c:v>
                </c:pt>
                <c:pt idx="2900">
                  <c:v>42137</c:v>
                </c:pt>
                <c:pt idx="2901">
                  <c:v>42138</c:v>
                </c:pt>
                <c:pt idx="2902">
                  <c:v>42139</c:v>
                </c:pt>
                <c:pt idx="2903">
                  <c:v>42142</c:v>
                </c:pt>
                <c:pt idx="2904">
                  <c:v>42143</c:v>
                </c:pt>
                <c:pt idx="2905">
                  <c:v>42144</c:v>
                </c:pt>
                <c:pt idx="2906">
                  <c:v>42145</c:v>
                </c:pt>
                <c:pt idx="2907">
                  <c:v>42146</c:v>
                </c:pt>
                <c:pt idx="2908">
                  <c:v>42149</c:v>
                </c:pt>
                <c:pt idx="2909">
                  <c:v>42150</c:v>
                </c:pt>
                <c:pt idx="2910">
                  <c:v>42151</c:v>
                </c:pt>
                <c:pt idx="2911">
                  <c:v>42152</c:v>
                </c:pt>
                <c:pt idx="2912">
                  <c:v>42153</c:v>
                </c:pt>
                <c:pt idx="2913">
                  <c:v>42156</c:v>
                </c:pt>
                <c:pt idx="2914">
                  <c:v>42157</c:v>
                </c:pt>
                <c:pt idx="2915">
                  <c:v>42158</c:v>
                </c:pt>
                <c:pt idx="2916">
                  <c:v>42159</c:v>
                </c:pt>
                <c:pt idx="2917">
                  <c:v>42160</c:v>
                </c:pt>
                <c:pt idx="2918">
                  <c:v>42163</c:v>
                </c:pt>
                <c:pt idx="2919">
                  <c:v>42164</c:v>
                </c:pt>
                <c:pt idx="2920">
                  <c:v>42165</c:v>
                </c:pt>
                <c:pt idx="2921">
                  <c:v>42166</c:v>
                </c:pt>
                <c:pt idx="2922">
                  <c:v>42167</c:v>
                </c:pt>
                <c:pt idx="2923">
                  <c:v>42170</c:v>
                </c:pt>
                <c:pt idx="2924">
                  <c:v>42171</c:v>
                </c:pt>
                <c:pt idx="2925">
                  <c:v>42172</c:v>
                </c:pt>
                <c:pt idx="2926">
                  <c:v>42173</c:v>
                </c:pt>
                <c:pt idx="2927">
                  <c:v>42174</c:v>
                </c:pt>
                <c:pt idx="2928">
                  <c:v>42177</c:v>
                </c:pt>
                <c:pt idx="2929">
                  <c:v>42178</c:v>
                </c:pt>
                <c:pt idx="2930">
                  <c:v>42179</c:v>
                </c:pt>
                <c:pt idx="2931">
                  <c:v>42180</c:v>
                </c:pt>
                <c:pt idx="2932">
                  <c:v>42181</c:v>
                </c:pt>
                <c:pt idx="2933">
                  <c:v>42184</c:v>
                </c:pt>
                <c:pt idx="2934">
                  <c:v>42185</c:v>
                </c:pt>
                <c:pt idx="2935">
                  <c:v>42186</c:v>
                </c:pt>
                <c:pt idx="2936">
                  <c:v>42187</c:v>
                </c:pt>
                <c:pt idx="2937">
                  <c:v>42188</c:v>
                </c:pt>
                <c:pt idx="2938">
                  <c:v>42191</c:v>
                </c:pt>
                <c:pt idx="2939">
                  <c:v>42192</c:v>
                </c:pt>
                <c:pt idx="2940">
                  <c:v>42193</c:v>
                </c:pt>
                <c:pt idx="2941">
                  <c:v>42194</c:v>
                </c:pt>
                <c:pt idx="2942">
                  <c:v>42195</c:v>
                </c:pt>
                <c:pt idx="2943">
                  <c:v>42198</c:v>
                </c:pt>
                <c:pt idx="2944">
                  <c:v>42199</c:v>
                </c:pt>
                <c:pt idx="2945">
                  <c:v>42200</c:v>
                </c:pt>
                <c:pt idx="2946">
                  <c:v>42201</c:v>
                </c:pt>
                <c:pt idx="2947">
                  <c:v>42202</c:v>
                </c:pt>
                <c:pt idx="2948">
                  <c:v>42205</c:v>
                </c:pt>
                <c:pt idx="2949">
                  <c:v>42206</c:v>
                </c:pt>
                <c:pt idx="2950">
                  <c:v>42207</c:v>
                </c:pt>
                <c:pt idx="2951">
                  <c:v>42208</c:v>
                </c:pt>
                <c:pt idx="2952">
                  <c:v>42209</c:v>
                </c:pt>
                <c:pt idx="2953">
                  <c:v>42212</c:v>
                </c:pt>
                <c:pt idx="2954">
                  <c:v>42213</c:v>
                </c:pt>
                <c:pt idx="2955">
                  <c:v>42214</c:v>
                </c:pt>
                <c:pt idx="2956">
                  <c:v>42215</c:v>
                </c:pt>
                <c:pt idx="2957">
                  <c:v>42216</c:v>
                </c:pt>
                <c:pt idx="2958">
                  <c:v>42219</c:v>
                </c:pt>
                <c:pt idx="2959">
                  <c:v>42220</c:v>
                </c:pt>
                <c:pt idx="2960">
                  <c:v>42221</c:v>
                </c:pt>
                <c:pt idx="2961">
                  <c:v>42222</c:v>
                </c:pt>
                <c:pt idx="2962">
                  <c:v>42223</c:v>
                </c:pt>
                <c:pt idx="2963">
                  <c:v>42226</c:v>
                </c:pt>
                <c:pt idx="2964">
                  <c:v>42227</c:v>
                </c:pt>
                <c:pt idx="2965">
                  <c:v>42228</c:v>
                </c:pt>
                <c:pt idx="2966">
                  <c:v>42229</c:v>
                </c:pt>
                <c:pt idx="2967">
                  <c:v>42230</c:v>
                </c:pt>
                <c:pt idx="2968">
                  <c:v>42233</c:v>
                </c:pt>
                <c:pt idx="2969">
                  <c:v>42234</c:v>
                </c:pt>
                <c:pt idx="2970">
                  <c:v>42235</c:v>
                </c:pt>
                <c:pt idx="2971">
                  <c:v>42236</c:v>
                </c:pt>
                <c:pt idx="2972">
                  <c:v>42237</c:v>
                </c:pt>
                <c:pt idx="2973">
                  <c:v>42240</c:v>
                </c:pt>
                <c:pt idx="2974">
                  <c:v>42241</c:v>
                </c:pt>
                <c:pt idx="2975">
                  <c:v>42242</c:v>
                </c:pt>
                <c:pt idx="2976">
                  <c:v>42243</c:v>
                </c:pt>
                <c:pt idx="2977">
                  <c:v>42244</c:v>
                </c:pt>
                <c:pt idx="2978">
                  <c:v>42247</c:v>
                </c:pt>
                <c:pt idx="2979">
                  <c:v>42248</c:v>
                </c:pt>
                <c:pt idx="2980">
                  <c:v>42249</c:v>
                </c:pt>
                <c:pt idx="2981">
                  <c:v>42250</c:v>
                </c:pt>
                <c:pt idx="2982">
                  <c:v>42251</c:v>
                </c:pt>
                <c:pt idx="2983">
                  <c:v>42254</c:v>
                </c:pt>
                <c:pt idx="2984">
                  <c:v>42255</c:v>
                </c:pt>
                <c:pt idx="2985">
                  <c:v>42256</c:v>
                </c:pt>
                <c:pt idx="2986">
                  <c:v>42257</c:v>
                </c:pt>
                <c:pt idx="2987">
                  <c:v>42258</c:v>
                </c:pt>
                <c:pt idx="2988">
                  <c:v>42261</c:v>
                </c:pt>
                <c:pt idx="2989">
                  <c:v>42262</c:v>
                </c:pt>
                <c:pt idx="2990">
                  <c:v>42263</c:v>
                </c:pt>
                <c:pt idx="2991">
                  <c:v>42264</c:v>
                </c:pt>
                <c:pt idx="2992">
                  <c:v>42265</c:v>
                </c:pt>
                <c:pt idx="2993">
                  <c:v>42268</c:v>
                </c:pt>
                <c:pt idx="2994">
                  <c:v>42269</c:v>
                </c:pt>
                <c:pt idx="2995">
                  <c:v>42270</c:v>
                </c:pt>
                <c:pt idx="2996">
                  <c:v>42271</c:v>
                </c:pt>
                <c:pt idx="2997">
                  <c:v>42272</c:v>
                </c:pt>
                <c:pt idx="2998">
                  <c:v>42275</c:v>
                </c:pt>
                <c:pt idx="2999">
                  <c:v>42276</c:v>
                </c:pt>
                <c:pt idx="3000">
                  <c:v>42277</c:v>
                </c:pt>
                <c:pt idx="3001">
                  <c:v>42278</c:v>
                </c:pt>
                <c:pt idx="3002">
                  <c:v>42279</c:v>
                </c:pt>
                <c:pt idx="3003">
                  <c:v>42282</c:v>
                </c:pt>
                <c:pt idx="3004">
                  <c:v>42283</c:v>
                </c:pt>
                <c:pt idx="3005">
                  <c:v>42284</c:v>
                </c:pt>
                <c:pt idx="3006">
                  <c:v>42285</c:v>
                </c:pt>
                <c:pt idx="3007">
                  <c:v>42286</c:v>
                </c:pt>
                <c:pt idx="3008">
                  <c:v>42289</c:v>
                </c:pt>
                <c:pt idx="3009">
                  <c:v>42290</c:v>
                </c:pt>
                <c:pt idx="3010">
                  <c:v>42291</c:v>
                </c:pt>
                <c:pt idx="3011">
                  <c:v>42292</c:v>
                </c:pt>
                <c:pt idx="3012">
                  <c:v>42293</c:v>
                </c:pt>
                <c:pt idx="3013">
                  <c:v>42296</c:v>
                </c:pt>
                <c:pt idx="3014">
                  <c:v>42297</c:v>
                </c:pt>
                <c:pt idx="3015">
                  <c:v>42298</c:v>
                </c:pt>
                <c:pt idx="3016">
                  <c:v>42299</c:v>
                </c:pt>
                <c:pt idx="3017">
                  <c:v>42300</c:v>
                </c:pt>
                <c:pt idx="3018">
                  <c:v>42303</c:v>
                </c:pt>
                <c:pt idx="3019">
                  <c:v>42304</c:v>
                </c:pt>
                <c:pt idx="3020">
                  <c:v>42305</c:v>
                </c:pt>
                <c:pt idx="3021">
                  <c:v>42306</c:v>
                </c:pt>
                <c:pt idx="3022">
                  <c:v>42307</c:v>
                </c:pt>
                <c:pt idx="3023">
                  <c:v>42310</c:v>
                </c:pt>
                <c:pt idx="3024">
                  <c:v>42311</c:v>
                </c:pt>
                <c:pt idx="3025">
                  <c:v>42312</c:v>
                </c:pt>
                <c:pt idx="3026">
                  <c:v>42313</c:v>
                </c:pt>
                <c:pt idx="3027">
                  <c:v>42314</c:v>
                </c:pt>
                <c:pt idx="3028">
                  <c:v>42317</c:v>
                </c:pt>
                <c:pt idx="3029">
                  <c:v>42318</c:v>
                </c:pt>
                <c:pt idx="3030">
                  <c:v>42319</c:v>
                </c:pt>
                <c:pt idx="3031">
                  <c:v>42320</c:v>
                </c:pt>
                <c:pt idx="3032">
                  <c:v>42321</c:v>
                </c:pt>
                <c:pt idx="3033">
                  <c:v>42324</c:v>
                </c:pt>
                <c:pt idx="3034">
                  <c:v>42325</c:v>
                </c:pt>
                <c:pt idx="3035">
                  <c:v>42326</c:v>
                </c:pt>
                <c:pt idx="3036">
                  <c:v>42327</c:v>
                </c:pt>
                <c:pt idx="3037">
                  <c:v>42328</c:v>
                </c:pt>
                <c:pt idx="3038">
                  <c:v>42331</c:v>
                </c:pt>
                <c:pt idx="3039">
                  <c:v>42332</c:v>
                </c:pt>
                <c:pt idx="3040">
                  <c:v>42333</c:v>
                </c:pt>
                <c:pt idx="3041">
                  <c:v>42334</c:v>
                </c:pt>
                <c:pt idx="3042">
                  <c:v>42335</c:v>
                </c:pt>
                <c:pt idx="3043">
                  <c:v>42338</c:v>
                </c:pt>
                <c:pt idx="3044">
                  <c:v>42339</c:v>
                </c:pt>
                <c:pt idx="3045">
                  <c:v>42340</c:v>
                </c:pt>
                <c:pt idx="3046">
                  <c:v>42341</c:v>
                </c:pt>
                <c:pt idx="3047">
                  <c:v>42342</c:v>
                </c:pt>
                <c:pt idx="3048">
                  <c:v>42345</c:v>
                </c:pt>
                <c:pt idx="3049">
                  <c:v>42346</c:v>
                </c:pt>
                <c:pt idx="3050">
                  <c:v>42347</c:v>
                </c:pt>
                <c:pt idx="3051">
                  <c:v>42348</c:v>
                </c:pt>
                <c:pt idx="3052">
                  <c:v>42349</c:v>
                </c:pt>
                <c:pt idx="3053">
                  <c:v>42352</c:v>
                </c:pt>
                <c:pt idx="3054">
                  <c:v>42353</c:v>
                </c:pt>
                <c:pt idx="3055">
                  <c:v>42354</c:v>
                </c:pt>
                <c:pt idx="3056">
                  <c:v>42355</c:v>
                </c:pt>
                <c:pt idx="3057">
                  <c:v>42356</c:v>
                </c:pt>
                <c:pt idx="3058">
                  <c:v>42359</c:v>
                </c:pt>
                <c:pt idx="3059">
                  <c:v>42360</c:v>
                </c:pt>
                <c:pt idx="3060">
                  <c:v>42361</c:v>
                </c:pt>
                <c:pt idx="3061">
                  <c:v>42362</c:v>
                </c:pt>
                <c:pt idx="3062">
                  <c:v>42363</c:v>
                </c:pt>
                <c:pt idx="3063">
                  <c:v>42366</c:v>
                </c:pt>
                <c:pt idx="3064">
                  <c:v>42367</c:v>
                </c:pt>
                <c:pt idx="3065">
                  <c:v>42368</c:v>
                </c:pt>
                <c:pt idx="3066">
                  <c:v>42369</c:v>
                </c:pt>
                <c:pt idx="3067">
                  <c:v>42370</c:v>
                </c:pt>
                <c:pt idx="3068">
                  <c:v>42373</c:v>
                </c:pt>
                <c:pt idx="3069">
                  <c:v>42374</c:v>
                </c:pt>
                <c:pt idx="3070">
                  <c:v>42375</c:v>
                </c:pt>
                <c:pt idx="3071">
                  <c:v>42376</c:v>
                </c:pt>
                <c:pt idx="3072">
                  <c:v>42377</c:v>
                </c:pt>
                <c:pt idx="3073">
                  <c:v>42380</c:v>
                </c:pt>
                <c:pt idx="3074">
                  <c:v>42381</c:v>
                </c:pt>
                <c:pt idx="3075">
                  <c:v>42382</c:v>
                </c:pt>
                <c:pt idx="3076">
                  <c:v>42383</c:v>
                </c:pt>
                <c:pt idx="3077">
                  <c:v>42384</c:v>
                </c:pt>
                <c:pt idx="3078">
                  <c:v>42387</c:v>
                </c:pt>
                <c:pt idx="3079">
                  <c:v>42388</c:v>
                </c:pt>
                <c:pt idx="3080">
                  <c:v>42389</c:v>
                </c:pt>
                <c:pt idx="3081">
                  <c:v>42390</c:v>
                </c:pt>
                <c:pt idx="3082">
                  <c:v>42391</c:v>
                </c:pt>
                <c:pt idx="3083">
                  <c:v>42394</c:v>
                </c:pt>
                <c:pt idx="3084">
                  <c:v>42395</c:v>
                </c:pt>
                <c:pt idx="3085">
                  <c:v>42396</c:v>
                </c:pt>
                <c:pt idx="3086">
                  <c:v>42397</c:v>
                </c:pt>
                <c:pt idx="3087">
                  <c:v>42398</c:v>
                </c:pt>
                <c:pt idx="3088">
                  <c:v>42401</c:v>
                </c:pt>
                <c:pt idx="3089">
                  <c:v>42402</c:v>
                </c:pt>
                <c:pt idx="3090">
                  <c:v>42403</c:v>
                </c:pt>
                <c:pt idx="3091">
                  <c:v>42404</c:v>
                </c:pt>
                <c:pt idx="3092">
                  <c:v>42405</c:v>
                </c:pt>
                <c:pt idx="3093">
                  <c:v>42408</c:v>
                </c:pt>
                <c:pt idx="3094">
                  <c:v>42409</c:v>
                </c:pt>
                <c:pt idx="3095">
                  <c:v>42410</c:v>
                </c:pt>
                <c:pt idx="3096">
                  <c:v>42411</c:v>
                </c:pt>
                <c:pt idx="3097">
                  <c:v>42412</c:v>
                </c:pt>
                <c:pt idx="3098">
                  <c:v>42415</c:v>
                </c:pt>
                <c:pt idx="3099">
                  <c:v>42416</c:v>
                </c:pt>
                <c:pt idx="3100">
                  <c:v>42417</c:v>
                </c:pt>
                <c:pt idx="3101">
                  <c:v>42418</c:v>
                </c:pt>
                <c:pt idx="3102">
                  <c:v>42419</c:v>
                </c:pt>
                <c:pt idx="3103">
                  <c:v>42422</c:v>
                </c:pt>
                <c:pt idx="3104">
                  <c:v>42423</c:v>
                </c:pt>
                <c:pt idx="3105">
                  <c:v>42424</c:v>
                </c:pt>
                <c:pt idx="3106">
                  <c:v>42425</c:v>
                </c:pt>
                <c:pt idx="3107">
                  <c:v>42426</c:v>
                </c:pt>
                <c:pt idx="3108">
                  <c:v>42429</c:v>
                </c:pt>
                <c:pt idx="3109">
                  <c:v>42430</c:v>
                </c:pt>
                <c:pt idx="3110">
                  <c:v>42431</c:v>
                </c:pt>
                <c:pt idx="3111">
                  <c:v>42432</c:v>
                </c:pt>
                <c:pt idx="3112">
                  <c:v>42433</c:v>
                </c:pt>
                <c:pt idx="3113">
                  <c:v>42436</c:v>
                </c:pt>
                <c:pt idx="3114">
                  <c:v>42437</c:v>
                </c:pt>
                <c:pt idx="3115">
                  <c:v>42438</c:v>
                </c:pt>
                <c:pt idx="3116">
                  <c:v>42439</c:v>
                </c:pt>
                <c:pt idx="3117">
                  <c:v>42440</c:v>
                </c:pt>
                <c:pt idx="3118">
                  <c:v>42443</c:v>
                </c:pt>
                <c:pt idx="3119">
                  <c:v>42444</c:v>
                </c:pt>
                <c:pt idx="3120">
                  <c:v>42445</c:v>
                </c:pt>
                <c:pt idx="3121">
                  <c:v>42446</c:v>
                </c:pt>
                <c:pt idx="3122">
                  <c:v>42447</c:v>
                </c:pt>
                <c:pt idx="3123">
                  <c:v>42450</c:v>
                </c:pt>
                <c:pt idx="3124">
                  <c:v>42451</c:v>
                </c:pt>
                <c:pt idx="3125">
                  <c:v>42452</c:v>
                </c:pt>
                <c:pt idx="3126">
                  <c:v>42453</c:v>
                </c:pt>
                <c:pt idx="3127">
                  <c:v>42454</c:v>
                </c:pt>
                <c:pt idx="3128">
                  <c:v>42457</c:v>
                </c:pt>
                <c:pt idx="3129">
                  <c:v>42458</c:v>
                </c:pt>
                <c:pt idx="3130">
                  <c:v>42459</c:v>
                </c:pt>
                <c:pt idx="3131">
                  <c:v>42460</c:v>
                </c:pt>
                <c:pt idx="3132">
                  <c:v>42461</c:v>
                </c:pt>
                <c:pt idx="3133">
                  <c:v>42464</c:v>
                </c:pt>
                <c:pt idx="3134">
                  <c:v>42465</c:v>
                </c:pt>
                <c:pt idx="3135">
                  <c:v>42466</c:v>
                </c:pt>
                <c:pt idx="3136">
                  <c:v>42467</c:v>
                </c:pt>
                <c:pt idx="3137">
                  <c:v>42468</c:v>
                </c:pt>
                <c:pt idx="3138">
                  <c:v>42471</c:v>
                </c:pt>
                <c:pt idx="3139">
                  <c:v>42472</c:v>
                </c:pt>
                <c:pt idx="3140">
                  <c:v>42473</c:v>
                </c:pt>
                <c:pt idx="3141">
                  <c:v>42474</c:v>
                </c:pt>
                <c:pt idx="3142">
                  <c:v>42475</c:v>
                </c:pt>
                <c:pt idx="3143">
                  <c:v>42478</c:v>
                </c:pt>
                <c:pt idx="3144">
                  <c:v>42479</c:v>
                </c:pt>
                <c:pt idx="3145">
                  <c:v>42480</c:v>
                </c:pt>
                <c:pt idx="3146">
                  <c:v>42481</c:v>
                </c:pt>
                <c:pt idx="3147">
                  <c:v>42482</c:v>
                </c:pt>
                <c:pt idx="3148">
                  <c:v>42485</c:v>
                </c:pt>
                <c:pt idx="3149">
                  <c:v>42486</c:v>
                </c:pt>
                <c:pt idx="3150">
                  <c:v>42487</c:v>
                </c:pt>
                <c:pt idx="3151">
                  <c:v>42488</c:v>
                </c:pt>
                <c:pt idx="3152">
                  <c:v>42489</c:v>
                </c:pt>
                <c:pt idx="3153">
                  <c:v>42492</c:v>
                </c:pt>
                <c:pt idx="3154">
                  <c:v>42493</c:v>
                </c:pt>
                <c:pt idx="3155">
                  <c:v>42494</c:v>
                </c:pt>
                <c:pt idx="3156">
                  <c:v>42495</c:v>
                </c:pt>
                <c:pt idx="3157">
                  <c:v>42496</c:v>
                </c:pt>
                <c:pt idx="3158">
                  <c:v>42499</c:v>
                </c:pt>
                <c:pt idx="3159">
                  <c:v>42500</c:v>
                </c:pt>
                <c:pt idx="3160">
                  <c:v>42501</c:v>
                </c:pt>
                <c:pt idx="3161">
                  <c:v>42502</c:v>
                </c:pt>
                <c:pt idx="3162">
                  <c:v>42503</c:v>
                </c:pt>
                <c:pt idx="3163">
                  <c:v>42506</c:v>
                </c:pt>
                <c:pt idx="3164">
                  <c:v>42507</c:v>
                </c:pt>
                <c:pt idx="3165">
                  <c:v>42508</c:v>
                </c:pt>
                <c:pt idx="3166">
                  <c:v>42509</c:v>
                </c:pt>
                <c:pt idx="3167">
                  <c:v>42510</c:v>
                </c:pt>
                <c:pt idx="3168">
                  <c:v>42513</c:v>
                </c:pt>
                <c:pt idx="3169">
                  <c:v>42514</c:v>
                </c:pt>
                <c:pt idx="3170">
                  <c:v>42515</c:v>
                </c:pt>
                <c:pt idx="3171">
                  <c:v>42516</c:v>
                </c:pt>
                <c:pt idx="3172">
                  <c:v>42517</c:v>
                </c:pt>
                <c:pt idx="3173">
                  <c:v>42520</c:v>
                </c:pt>
                <c:pt idx="3174">
                  <c:v>42521</c:v>
                </c:pt>
                <c:pt idx="3175">
                  <c:v>42522</c:v>
                </c:pt>
                <c:pt idx="3176">
                  <c:v>42523</c:v>
                </c:pt>
                <c:pt idx="3177">
                  <c:v>42524</c:v>
                </c:pt>
                <c:pt idx="3178">
                  <c:v>42527</c:v>
                </c:pt>
                <c:pt idx="3179">
                  <c:v>42528</c:v>
                </c:pt>
                <c:pt idx="3180">
                  <c:v>42529</c:v>
                </c:pt>
                <c:pt idx="3181">
                  <c:v>42530</c:v>
                </c:pt>
                <c:pt idx="3182">
                  <c:v>42531</c:v>
                </c:pt>
                <c:pt idx="3183">
                  <c:v>42534</c:v>
                </c:pt>
                <c:pt idx="3184">
                  <c:v>42535</c:v>
                </c:pt>
                <c:pt idx="3185">
                  <c:v>42536</c:v>
                </c:pt>
                <c:pt idx="3186">
                  <c:v>42537</c:v>
                </c:pt>
                <c:pt idx="3187">
                  <c:v>42538</c:v>
                </c:pt>
                <c:pt idx="3188">
                  <c:v>42541</c:v>
                </c:pt>
                <c:pt idx="3189">
                  <c:v>42542</c:v>
                </c:pt>
                <c:pt idx="3190">
                  <c:v>42543</c:v>
                </c:pt>
                <c:pt idx="3191">
                  <c:v>42544</c:v>
                </c:pt>
                <c:pt idx="3192">
                  <c:v>42545</c:v>
                </c:pt>
                <c:pt idx="3193">
                  <c:v>42548</c:v>
                </c:pt>
                <c:pt idx="3194">
                  <c:v>42549</c:v>
                </c:pt>
                <c:pt idx="3195">
                  <c:v>42550</c:v>
                </c:pt>
                <c:pt idx="3196">
                  <c:v>42551</c:v>
                </c:pt>
                <c:pt idx="3197">
                  <c:v>42552</c:v>
                </c:pt>
                <c:pt idx="3198">
                  <c:v>42555</c:v>
                </c:pt>
                <c:pt idx="3199">
                  <c:v>42556</c:v>
                </c:pt>
                <c:pt idx="3200">
                  <c:v>42557</c:v>
                </c:pt>
                <c:pt idx="3201">
                  <c:v>42558</c:v>
                </c:pt>
                <c:pt idx="3202">
                  <c:v>42559</c:v>
                </c:pt>
                <c:pt idx="3203">
                  <c:v>42562</c:v>
                </c:pt>
                <c:pt idx="3204">
                  <c:v>42563</c:v>
                </c:pt>
                <c:pt idx="3205">
                  <c:v>42564</c:v>
                </c:pt>
                <c:pt idx="3206">
                  <c:v>42565</c:v>
                </c:pt>
                <c:pt idx="3207">
                  <c:v>42566</c:v>
                </c:pt>
                <c:pt idx="3208">
                  <c:v>42569</c:v>
                </c:pt>
                <c:pt idx="3209">
                  <c:v>42570</c:v>
                </c:pt>
                <c:pt idx="3210">
                  <c:v>42571</c:v>
                </c:pt>
                <c:pt idx="3211">
                  <c:v>42572</c:v>
                </c:pt>
                <c:pt idx="3212">
                  <c:v>42573</c:v>
                </c:pt>
                <c:pt idx="3213">
                  <c:v>42576</c:v>
                </c:pt>
                <c:pt idx="3214">
                  <c:v>42577</c:v>
                </c:pt>
                <c:pt idx="3215">
                  <c:v>42578</c:v>
                </c:pt>
                <c:pt idx="3216">
                  <c:v>42579</c:v>
                </c:pt>
                <c:pt idx="3217">
                  <c:v>42580</c:v>
                </c:pt>
                <c:pt idx="3218">
                  <c:v>42583</c:v>
                </c:pt>
                <c:pt idx="3219">
                  <c:v>42584</c:v>
                </c:pt>
                <c:pt idx="3220">
                  <c:v>42585</c:v>
                </c:pt>
                <c:pt idx="3221">
                  <c:v>42586</c:v>
                </c:pt>
                <c:pt idx="3222">
                  <c:v>42587</c:v>
                </c:pt>
                <c:pt idx="3223">
                  <c:v>42590</c:v>
                </c:pt>
                <c:pt idx="3224">
                  <c:v>42591</c:v>
                </c:pt>
                <c:pt idx="3225">
                  <c:v>42592</c:v>
                </c:pt>
                <c:pt idx="3226">
                  <c:v>42593</c:v>
                </c:pt>
                <c:pt idx="3227">
                  <c:v>42594</c:v>
                </c:pt>
                <c:pt idx="3228">
                  <c:v>42597</c:v>
                </c:pt>
                <c:pt idx="3229">
                  <c:v>42598</c:v>
                </c:pt>
                <c:pt idx="3230">
                  <c:v>42599</c:v>
                </c:pt>
                <c:pt idx="3231">
                  <c:v>42600</c:v>
                </c:pt>
                <c:pt idx="3232">
                  <c:v>42601</c:v>
                </c:pt>
                <c:pt idx="3233">
                  <c:v>42604</c:v>
                </c:pt>
                <c:pt idx="3234">
                  <c:v>42605</c:v>
                </c:pt>
                <c:pt idx="3235">
                  <c:v>42606</c:v>
                </c:pt>
                <c:pt idx="3236">
                  <c:v>42607</c:v>
                </c:pt>
                <c:pt idx="3237">
                  <c:v>42608</c:v>
                </c:pt>
                <c:pt idx="3238">
                  <c:v>42611</c:v>
                </c:pt>
                <c:pt idx="3239">
                  <c:v>42612</c:v>
                </c:pt>
                <c:pt idx="3240">
                  <c:v>42613</c:v>
                </c:pt>
                <c:pt idx="3241">
                  <c:v>42614</c:v>
                </c:pt>
                <c:pt idx="3242">
                  <c:v>42615</c:v>
                </c:pt>
                <c:pt idx="3243">
                  <c:v>42618</c:v>
                </c:pt>
                <c:pt idx="3244">
                  <c:v>42619</c:v>
                </c:pt>
                <c:pt idx="3245">
                  <c:v>42620</c:v>
                </c:pt>
                <c:pt idx="3246">
                  <c:v>42621</c:v>
                </c:pt>
                <c:pt idx="3247">
                  <c:v>42622</c:v>
                </c:pt>
                <c:pt idx="3248">
                  <c:v>42625</c:v>
                </c:pt>
                <c:pt idx="3249">
                  <c:v>42626</c:v>
                </c:pt>
                <c:pt idx="3250">
                  <c:v>42627</c:v>
                </c:pt>
                <c:pt idx="3251">
                  <c:v>42628</c:v>
                </c:pt>
                <c:pt idx="3252">
                  <c:v>42629</c:v>
                </c:pt>
                <c:pt idx="3253">
                  <c:v>42632</c:v>
                </c:pt>
                <c:pt idx="3254">
                  <c:v>42633</c:v>
                </c:pt>
                <c:pt idx="3255">
                  <c:v>42634</c:v>
                </c:pt>
                <c:pt idx="3256">
                  <c:v>42635</c:v>
                </c:pt>
                <c:pt idx="3257">
                  <c:v>42636</c:v>
                </c:pt>
                <c:pt idx="3258">
                  <c:v>42639</c:v>
                </c:pt>
                <c:pt idx="3259">
                  <c:v>42640</c:v>
                </c:pt>
                <c:pt idx="3260">
                  <c:v>42641</c:v>
                </c:pt>
                <c:pt idx="3261">
                  <c:v>42642</c:v>
                </c:pt>
                <c:pt idx="3262">
                  <c:v>42643</c:v>
                </c:pt>
                <c:pt idx="3263">
                  <c:v>42646</c:v>
                </c:pt>
                <c:pt idx="3264">
                  <c:v>42647</c:v>
                </c:pt>
                <c:pt idx="3265">
                  <c:v>42648</c:v>
                </c:pt>
                <c:pt idx="3266">
                  <c:v>42649</c:v>
                </c:pt>
                <c:pt idx="3267">
                  <c:v>42650</c:v>
                </c:pt>
                <c:pt idx="3268">
                  <c:v>42653</c:v>
                </c:pt>
                <c:pt idx="3269">
                  <c:v>42654</c:v>
                </c:pt>
                <c:pt idx="3270">
                  <c:v>42655</c:v>
                </c:pt>
                <c:pt idx="3271">
                  <c:v>42656</c:v>
                </c:pt>
                <c:pt idx="3272">
                  <c:v>42657</c:v>
                </c:pt>
                <c:pt idx="3273">
                  <c:v>42660</c:v>
                </c:pt>
                <c:pt idx="3274">
                  <c:v>42661</c:v>
                </c:pt>
                <c:pt idx="3275">
                  <c:v>42662</c:v>
                </c:pt>
                <c:pt idx="3276">
                  <c:v>42663</c:v>
                </c:pt>
                <c:pt idx="3277">
                  <c:v>42664</c:v>
                </c:pt>
                <c:pt idx="3278">
                  <c:v>42667</c:v>
                </c:pt>
                <c:pt idx="3279">
                  <c:v>42668</c:v>
                </c:pt>
                <c:pt idx="3280">
                  <c:v>42669</c:v>
                </c:pt>
                <c:pt idx="3281">
                  <c:v>42670</c:v>
                </c:pt>
                <c:pt idx="3282">
                  <c:v>42671</c:v>
                </c:pt>
                <c:pt idx="3283">
                  <c:v>42674</c:v>
                </c:pt>
                <c:pt idx="3284">
                  <c:v>42675</c:v>
                </c:pt>
                <c:pt idx="3285">
                  <c:v>42676</c:v>
                </c:pt>
                <c:pt idx="3286">
                  <c:v>42677</c:v>
                </c:pt>
                <c:pt idx="3287">
                  <c:v>42678</c:v>
                </c:pt>
                <c:pt idx="3288">
                  <c:v>42681</c:v>
                </c:pt>
                <c:pt idx="3289">
                  <c:v>42682</c:v>
                </c:pt>
                <c:pt idx="3290">
                  <c:v>42683</c:v>
                </c:pt>
                <c:pt idx="3291">
                  <c:v>42684</c:v>
                </c:pt>
                <c:pt idx="3292">
                  <c:v>42685</c:v>
                </c:pt>
                <c:pt idx="3293">
                  <c:v>42688</c:v>
                </c:pt>
                <c:pt idx="3294">
                  <c:v>42689</c:v>
                </c:pt>
                <c:pt idx="3295">
                  <c:v>42690</c:v>
                </c:pt>
                <c:pt idx="3296">
                  <c:v>42691</c:v>
                </c:pt>
                <c:pt idx="3297">
                  <c:v>42692</c:v>
                </c:pt>
                <c:pt idx="3298">
                  <c:v>42695</c:v>
                </c:pt>
                <c:pt idx="3299">
                  <c:v>42696</c:v>
                </c:pt>
                <c:pt idx="3300">
                  <c:v>42697</c:v>
                </c:pt>
                <c:pt idx="3301">
                  <c:v>42698</c:v>
                </c:pt>
                <c:pt idx="3302">
                  <c:v>42699</c:v>
                </c:pt>
                <c:pt idx="3303">
                  <c:v>42702</c:v>
                </c:pt>
                <c:pt idx="3304">
                  <c:v>42703</c:v>
                </c:pt>
                <c:pt idx="3305">
                  <c:v>42704</c:v>
                </c:pt>
                <c:pt idx="3306">
                  <c:v>42705</c:v>
                </c:pt>
                <c:pt idx="3307">
                  <c:v>42706</c:v>
                </c:pt>
                <c:pt idx="3308">
                  <c:v>42709</c:v>
                </c:pt>
                <c:pt idx="3309">
                  <c:v>42710</c:v>
                </c:pt>
                <c:pt idx="3310">
                  <c:v>42711</c:v>
                </c:pt>
                <c:pt idx="3311">
                  <c:v>42712</c:v>
                </c:pt>
                <c:pt idx="3312">
                  <c:v>42713</c:v>
                </c:pt>
                <c:pt idx="3313">
                  <c:v>42716</c:v>
                </c:pt>
                <c:pt idx="3314">
                  <c:v>42717</c:v>
                </c:pt>
                <c:pt idx="3315">
                  <c:v>42718</c:v>
                </c:pt>
                <c:pt idx="3316">
                  <c:v>42719</c:v>
                </c:pt>
                <c:pt idx="3317">
                  <c:v>42720</c:v>
                </c:pt>
                <c:pt idx="3318">
                  <c:v>42723</c:v>
                </c:pt>
                <c:pt idx="3319">
                  <c:v>42724</c:v>
                </c:pt>
                <c:pt idx="3320">
                  <c:v>42725</c:v>
                </c:pt>
                <c:pt idx="3321">
                  <c:v>42726</c:v>
                </c:pt>
                <c:pt idx="3322">
                  <c:v>42727</c:v>
                </c:pt>
                <c:pt idx="3323">
                  <c:v>42730</c:v>
                </c:pt>
                <c:pt idx="3324">
                  <c:v>42731</c:v>
                </c:pt>
                <c:pt idx="3325">
                  <c:v>42732</c:v>
                </c:pt>
                <c:pt idx="3326">
                  <c:v>42733</c:v>
                </c:pt>
                <c:pt idx="3327">
                  <c:v>42734</c:v>
                </c:pt>
                <c:pt idx="3328">
                  <c:v>42737</c:v>
                </c:pt>
                <c:pt idx="3329">
                  <c:v>42738</c:v>
                </c:pt>
                <c:pt idx="3330">
                  <c:v>42739</c:v>
                </c:pt>
                <c:pt idx="3331">
                  <c:v>42740</c:v>
                </c:pt>
                <c:pt idx="3332">
                  <c:v>42741</c:v>
                </c:pt>
                <c:pt idx="3333">
                  <c:v>42744</c:v>
                </c:pt>
                <c:pt idx="3334">
                  <c:v>42745</c:v>
                </c:pt>
                <c:pt idx="3335">
                  <c:v>42746</c:v>
                </c:pt>
                <c:pt idx="3336">
                  <c:v>42747</c:v>
                </c:pt>
                <c:pt idx="3337">
                  <c:v>42748</c:v>
                </c:pt>
                <c:pt idx="3338">
                  <c:v>42751</c:v>
                </c:pt>
                <c:pt idx="3339">
                  <c:v>42752</c:v>
                </c:pt>
                <c:pt idx="3340">
                  <c:v>42753</c:v>
                </c:pt>
                <c:pt idx="3341">
                  <c:v>42754</c:v>
                </c:pt>
                <c:pt idx="3342">
                  <c:v>42755</c:v>
                </c:pt>
                <c:pt idx="3343">
                  <c:v>42758</c:v>
                </c:pt>
                <c:pt idx="3344">
                  <c:v>42759</c:v>
                </c:pt>
                <c:pt idx="3345">
                  <c:v>42760</c:v>
                </c:pt>
                <c:pt idx="3346">
                  <c:v>42761</c:v>
                </c:pt>
                <c:pt idx="3347">
                  <c:v>42762</c:v>
                </c:pt>
                <c:pt idx="3348">
                  <c:v>42765</c:v>
                </c:pt>
                <c:pt idx="3349">
                  <c:v>42766</c:v>
                </c:pt>
                <c:pt idx="3350">
                  <c:v>42767</c:v>
                </c:pt>
                <c:pt idx="3351">
                  <c:v>42768</c:v>
                </c:pt>
                <c:pt idx="3352">
                  <c:v>42769</c:v>
                </c:pt>
                <c:pt idx="3353">
                  <c:v>42772</c:v>
                </c:pt>
                <c:pt idx="3354">
                  <c:v>42773</c:v>
                </c:pt>
                <c:pt idx="3355">
                  <c:v>42774</c:v>
                </c:pt>
                <c:pt idx="3356">
                  <c:v>42775</c:v>
                </c:pt>
                <c:pt idx="3357">
                  <c:v>42776</c:v>
                </c:pt>
                <c:pt idx="3358">
                  <c:v>42779</c:v>
                </c:pt>
                <c:pt idx="3359">
                  <c:v>42780</c:v>
                </c:pt>
                <c:pt idx="3360">
                  <c:v>42781</c:v>
                </c:pt>
                <c:pt idx="3361">
                  <c:v>42782</c:v>
                </c:pt>
                <c:pt idx="3362">
                  <c:v>42783</c:v>
                </c:pt>
                <c:pt idx="3363">
                  <c:v>42786</c:v>
                </c:pt>
                <c:pt idx="3364">
                  <c:v>42787</c:v>
                </c:pt>
                <c:pt idx="3365">
                  <c:v>42788</c:v>
                </c:pt>
                <c:pt idx="3366">
                  <c:v>42789</c:v>
                </c:pt>
                <c:pt idx="3367">
                  <c:v>42790</c:v>
                </c:pt>
                <c:pt idx="3368">
                  <c:v>42793</c:v>
                </c:pt>
                <c:pt idx="3369">
                  <c:v>42794</c:v>
                </c:pt>
                <c:pt idx="3370">
                  <c:v>42795</c:v>
                </c:pt>
                <c:pt idx="3371">
                  <c:v>42796</c:v>
                </c:pt>
                <c:pt idx="3372">
                  <c:v>42797</c:v>
                </c:pt>
                <c:pt idx="3373">
                  <c:v>42800</c:v>
                </c:pt>
                <c:pt idx="3374">
                  <c:v>42801</c:v>
                </c:pt>
                <c:pt idx="3375">
                  <c:v>42802</c:v>
                </c:pt>
                <c:pt idx="3376">
                  <c:v>42803</c:v>
                </c:pt>
                <c:pt idx="3377">
                  <c:v>42804</c:v>
                </c:pt>
                <c:pt idx="3378">
                  <c:v>42807</c:v>
                </c:pt>
                <c:pt idx="3379">
                  <c:v>42808</c:v>
                </c:pt>
                <c:pt idx="3380">
                  <c:v>42809</c:v>
                </c:pt>
                <c:pt idx="3381">
                  <c:v>42810</c:v>
                </c:pt>
                <c:pt idx="3382">
                  <c:v>42811</c:v>
                </c:pt>
                <c:pt idx="3383">
                  <c:v>42814</c:v>
                </c:pt>
                <c:pt idx="3384">
                  <c:v>42815</c:v>
                </c:pt>
                <c:pt idx="3385">
                  <c:v>42816</c:v>
                </c:pt>
                <c:pt idx="3386">
                  <c:v>42817</c:v>
                </c:pt>
                <c:pt idx="3387">
                  <c:v>42818</c:v>
                </c:pt>
                <c:pt idx="3388">
                  <c:v>42821</c:v>
                </c:pt>
                <c:pt idx="3389">
                  <c:v>42822</c:v>
                </c:pt>
                <c:pt idx="3390">
                  <c:v>42823</c:v>
                </c:pt>
                <c:pt idx="3391">
                  <c:v>42824</c:v>
                </c:pt>
                <c:pt idx="3392">
                  <c:v>42825</c:v>
                </c:pt>
                <c:pt idx="3393">
                  <c:v>42828</c:v>
                </c:pt>
                <c:pt idx="3394">
                  <c:v>42829</c:v>
                </c:pt>
                <c:pt idx="3395">
                  <c:v>42830</c:v>
                </c:pt>
                <c:pt idx="3396">
                  <c:v>42831</c:v>
                </c:pt>
                <c:pt idx="3397">
                  <c:v>42832</c:v>
                </c:pt>
                <c:pt idx="3398">
                  <c:v>42835</c:v>
                </c:pt>
                <c:pt idx="3399">
                  <c:v>42836</c:v>
                </c:pt>
                <c:pt idx="3400">
                  <c:v>42837</c:v>
                </c:pt>
                <c:pt idx="3401">
                  <c:v>42838</c:v>
                </c:pt>
                <c:pt idx="3402">
                  <c:v>42839</c:v>
                </c:pt>
                <c:pt idx="3403">
                  <c:v>42842</c:v>
                </c:pt>
                <c:pt idx="3404">
                  <c:v>42843</c:v>
                </c:pt>
                <c:pt idx="3405">
                  <c:v>42844</c:v>
                </c:pt>
                <c:pt idx="3406">
                  <c:v>42845</c:v>
                </c:pt>
                <c:pt idx="3407">
                  <c:v>42846</c:v>
                </c:pt>
                <c:pt idx="3408">
                  <c:v>42849</c:v>
                </c:pt>
                <c:pt idx="3409">
                  <c:v>42850</c:v>
                </c:pt>
                <c:pt idx="3410">
                  <c:v>42851</c:v>
                </c:pt>
                <c:pt idx="3411">
                  <c:v>42852</c:v>
                </c:pt>
                <c:pt idx="3412">
                  <c:v>42853</c:v>
                </c:pt>
                <c:pt idx="3413">
                  <c:v>42856</c:v>
                </c:pt>
                <c:pt idx="3414">
                  <c:v>42857</c:v>
                </c:pt>
                <c:pt idx="3415">
                  <c:v>42858</c:v>
                </c:pt>
                <c:pt idx="3416">
                  <c:v>42859</c:v>
                </c:pt>
                <c:pt idx="3417">
                  <c:v>42860</c:v>
                </c:pt>
                <c:pt idx="3418">
                  <c:v>42863</c:v>
                </c:pt>
                <c:pt idx="3419">
                  <c:v>42864</c:v>
                </c:pt>
                <c:pt idx="3420">
                  <c:v>42865</c:v>
                </c:pt>
                <c:pt idx="3421">
                  <c:v>42866</c:v>
                </c:pt>
                <c:pt idx="3422">
                  <c:v>42867</c:v>
                </c:pt>
                <c:pt idx="3423">
                  <c:v>42870</c:v>
                </c:pt>
                <c:pt idx="3424">
                  <c:v>42871</c:v>
                </c:pt>
                <c:pt idx="3425">
                  <c:v>42872</c:v>
                </c:pt>
                <c:pt idx="3426">
                  <c:v>42873</c:v>
                </c:pt>
                <c:pt idx="3427">
                  <c:v>42874</c:v>
                </c:pt>
                <c:pt idx="3428">
                  <c:v>42877</c:v>
                </c:pt>
                <c:pt idx="3429">
                  <c:v>42878</c:v>
                </c:pt>
                <c:pt idx="3430">
                  <c:v>42879</c:v>
                </c:pt>
                <c:pt idx="3431">
                  <c:v>42880</c:v>
                </c:pt>
                <c:pt idx="3432">
                  <c:v>42881</c:v>
                </c:pt>
                <c:pt idx="3433">
                  <c:v>42884</c:v>
                </c:pt>
                <c:pt idx="3434">
                  <c:v>42885</c:v>
                </c:pt>
                <c:pt idx="3435">
                  <c:v>42886</c:v>
                </c:pt>
                <c:pt idx="3436">
                  <c:v>42887</c:v>
                </c:pt>
                <c:pt idx="3437">
                  <c:v>42888</c:v>
                </c:pt>
                <c:pt idx="3438">
                  <c:v>42891</c:v>
                </c:pt>
                <c:pt idx="3439">
                  <c:v>42892</c:v>
                </c:pt>
                <c:pt idx="3440">
                  <c:v>42893</c:v>
                </c:pt>
                <c:pt idx="3441">
                  <c:v>42894</c:v>
                </c:pt>
                <c:pt idx="3442">
                  <c:v>42895</c:v>
                </c:pt>
                <c:pt idx="3443">
                  <c:v>42898</c:v>
                </c:pt>
                <c:pt idx="3444">
                  <c:v>42899</c:v>
                </c:pt>
                <c:pt idx="3445">
                  <c:v>42900</c:v>
                </c:pt>
                <c:pt idx="3446">
                  <c:v>42901</c:v>
                </c:pt>
                <c:pt idx="3447">
                  <c:v>42902</c:v>
                </c:pt>
                <c:pt idx="3448">
                  <c:v>42905</c:v>
                </c:pt>
                <c:pt idx="3449">
                  <c:v>42906</c:v>
                </c:pt>
                <c:pt idx="3450">
                  <c:v>42907</c:v>
                </c:pt>
                <c:pt idx="3451">
                  <c:v>42908</c:v>
                </c:pt>
                <c:pt idx="3452">
                  <c:v>42909</c:v>
                </c:pt>
                <c:pt idx="3453">
                  <c:v>42912</c:v>
                </c:pt>
                <c:pt idx="3454">
                  <c:v>42913</c:v>
                </c:pt>
                <c:pt idx="3455">
                  <c:v>42914</c:v>
                </c:pt>
                <c:pt idx="3456">
                  <c:v>42915</c:v>
                </c:pt>
                <c:pt idx="3457">
                  <c:v>42916</c:v>
                </c:pt>
                <c:pt idx="3458">
                  <c:v>42919</c:v>
                </c:pt>
                <c:pt idx="3459">
                  <c:v>42920</c:v>
                </c:pt>
                <c:pt idx="3460">
                  <c:v>42921</c:v>
                </c:pt>
                <c:pt idx="3461">
                  <c:v>42922</c:v>
                </c:pt>
                <c:pt idx="3462">
                  <c:v>42923</c:v>
                </c:pt>
                <c:pt idx="3463">
                  <c:v>42926</c:v>
                </c:pt>
                <c:pt idx="3464">
                  <c:v>42927</c:v>
                </c:pt>
                <c:pt idx="3465">
                  <c:v>42928</c:v>
                </c:pt>
                <c:pt idx="3466">
                  <c:v>42929</c:v>
                </c:pt>
                <c:pt idx="3467">
                  <c:v>42930</c:v>
                </c:pt>
                <c:pt idx="3468">
                  <c:v>42933</c:v>
                </c:pt>
                <c:pt idx="3469">
                  <c:v>42934</c:v>
                </c:pt>
                <c:pt idx="3470">
                  <c:v>42935</c:v>
                </c:pt>
                <c:pt idx="3471">
                  <c:v>42936</c:v>
                </c:pt>
                <c:pt idx="3472">
                  <c:v>42937</c:v>
                </c:pt>
                <c:pt idx="3473">
                  <c:v>42940</c:v>
                </c:pt>
                <c:pt idx="3474">
                  <c:v>42941</c:v>
                </c:pt>
                <c:pt idx="3475">
                  <c:v>42942</c:v>
                </c:pt>
                <c:pt idx="3476">
                  <c:v>42943</c:v>
                </c:pt>
                <c:pt idx="3477">
                  <c:v>42944</c:v>
                </c:pt>
                <c:pt idx="3478">
                  <c:v>42947</c:v>
                </c:pt>
                <c:pt idx="3479">
                  <c:v>42948</c:v>
                </c:pt>
                <c:pt idx="3480">
                  <c:v>42949</c:v>
                </c:pt>
                <c:pt idx="3481">
                  <c:v>42950</c:v>
                </c:pt>
                <c:pt idx="3482">
                  <c:v>42951</c:v>
                </c:pt>
                <c:pt idx="3483">
                  <c:v>42954</c:v>
                </c:pt>
                <c:pt idx="3484">
                  <c:v>42955</c:v>
                </c:pt>
                <c:pt idx="3485">
                  <c:v>42956</c:v>
                </c:pt>
                <c:pt idx="3486">
                  <c:v>42957</c:v>
                </c:pt>
                <c:pt idx="3487">
                  <c:v>42958</c:v>
                </c:pt>
                <c:pt idx="3488">
                  <c:v>42961</c:v>
                </c:pt>
                <c:pt idx="3489">
                  <c:v>42962</c:v>
                </c:pt>
                <c:pt idx="3490">
                  <c:v>42963</c:v>
                </c:pt>
                <c:pt idx="3491">
                  <c:v>42964</c:v>
                </c:pt>
                <c:pt idx="3492">
                  <c:v>42965</c:v>
                </c:pt>
                <c:pt idx="3493">
                  <c:v>42968</c:v>
                </c:pt>
                <c:pt idx="3494">
                  <c:v>42969</c:v>
                </c:pt>
                <c:pt idx="3495">
                  <c:v>42970</c:v>
                </c:pt>
                <c:pt idx="3496">
                  <c:v>42971</c:v>
                </c:pt>
                <c:pt idx="3497">
                  <c:v>42972</c:v>
                </c:pt>
                <c:pt idx="3498">
                  <c:v>42975</c:v>
                </c:pt>
                <c:pt idx="3499">
                  <c:v>42976</c:v>
                </c:pt>
                <c:pt idx="3500">
                  <c:v>42977</c:v>
                </c:pt>
                <c:pt idx="3501">
                  <c:v>42978</c:v>
                </c:pt>
                <c:pt idx="3502">
                  <c:v>42979</c:v>
                </c:pt>
                <c:pt idx="3503">
                  <c:v>42982</c:v>
                </c:pt>
                <c:pt idx="3504">
                  <c:v>42983</c:v>
                </c:pt>
                <c:pt idx="3505">
                  <c:v>42984</c:v>
                </c:pt>
                <c:pt idx="3506">
                  <c:v>42985</c:v>
                </c:pt>
                <c:pt idx="3507">
                  <c:v>42986</c:v>
                </c:pt>
                <c:pt idx="3508">
                  <c:v>42989</c:v>
                </c:pt>
                <c:pt idx="3509">
                  <c:v>42990</c:v>
                </c:pt>
                <c:pt idx="3510">
                  <c:v>42991</c:v>
                </c:pt>
                <c:pt idx="3511">
                  <c:v>42992</c:v>
                </c:pt>
                <c:pt idx="3512">
                  <c:v>42993</c:v>
                </c:pt>
                <c:pt idx="3513">
                  <c:v>42996</c:v>
                </c:pt>
                <c:pt idx="3514">
                  <c:v>42997</c:v>
                </c:pt>
                <c:pt idx="3515">
                  <c:v>42998</c:v>
                </c:pt>
                <c:pt idx="3516">
                  <c:v>42999</c:v>
                </c:pt>
                <c:pt idx="3517">
                  <c:v>43000</c:v>
                </c:pt>
                <c:pt idx="3518">
                  <c:v>43003</c:v>
                </c:pt>
                <c:pt idx="3519">
                  <c:v>43004</c:v>
                </c:pt>
                <c:pt idx="3520">
                  <c:v>43005</c:v>
                </c:pt>
                <c:pt idx="3521">
                  <c:v>43006</c:v>
                </c:pt>
                <c:pt idx="3522">
                  <c:v>43007</c:v>
                </c:pt>
                <c:pt idx="3523">
                  <c:v>43010</c:v>
                </c:pt>
                <c:pt idx="3524">
                  <c:v>43011</c:v>
                </c:pt>
                <c:pt idx="3525">
                  <c:v>43012</c:v>
                </c:pt>
                <c:pt idx="3526">
                  <c:v>43013</c:v>
                </c:pt>
                <c:pt idx="3527">
                  <c:v>43014</c:v>
                </c:pt>
                <c:pt idx="3528">
                  <c:v>43017</c:v>
                </c:pt>
                <c:pt idx="3529">
                  <c:v>43018</c:v>
                </c:pt>
                <c:pt idx="3530">
                  <c:v>43019</c:v>
                </c:pt>
                <c:pt idx="3531">
                  <c:v>43020</c:v>
                </c:pt>
                <c:pt idx="3532">
                  <c:v>43021</c:v>
                </c:pt>
                <c:pt idx="3533">
                  <c:v>43024</c:v>
                </c:pt>
                <c:pt idx="3534">
                  <c:v>43025</c:v>
                </c:pt>
                <c:pt idx="3535">
                  <c:v>43026</c:v>
                </c:pt>
                <c:pt idx="3536">
                  <c:v>43027</c:v>
                </c:pt>
                <c:pt idx="3537">
                  <c:v>43028</c:v>
                </c:pt>
                <c:pt idx="3538">
                  <c:v>43031</c:v>
                </c:pt>
                <c:pt idx="3539">
                  <c:v>43032</c:v>
                </c:pt>
                <c:pt idx="3540">
                  <c:v>43033</c:v>
                </c:pt>
                <c:pt idx="3541">
                  <c:v>43034</c:v>
                </c:pt>
                <c:pt idx="3542">
                  <c:v>43035</c:v>
                </c:pt>
                <c:pt idx="3543">
                  <c:v>43038</c:v>
                </c:pt>
                <c:pt idx="3544">
                  <c:v>43039</c:v>
                </c:pt>
                <c:pt idx="3545">
                  <c:v>43040</c:v>
                </c:pt>
                <c:pt idx="3546">
                  <c:v>43041</c:v>
                </c:pt>
                <c:pt idx="3547">
                  <c:v>43042</c:v>
                </c:pt>
                <c:pt idx="3548">
                  <c:v>43045</c:v>
                </c:pt>
                <c:pt idx="3549">
                  <c:v>43046</c:v>
                </c:pt>
                <c:pt idx="3550">
                  <c:v>43047</c:v>
                </c:pt>
                <c:pt idx="3551">
                  <c:v>43048</c:v>
                </c:pt>
                <c:pt idx="3552">
                  <c:v>43049</c:v>
                </c:pt>
                <c:pt idx="3553">
                  <c:v>43052</c:v>
                </c:pt>
                <c:pt idx="3554">
                  <c:v>43053</c:v>
                </c:pt>
                <c:pt idx="3555">
                  <c:v>43054</c:v>
                </c:pt>
                <c:pt idx="3556">
                  <c:v>43055</c:v>
                </c:pt>
                <c:pt idx="3557">
                  <c:v>43056</c:v>
                </c:pt>
                <c:pt idx="3558">
                  <c:v>43059</c:v>
                </c:pt>
                <c:pt idx="3559">
                  <c:v>43060</c:v>
                </c:pt>
                <c:pt idx="3560">
                  <c:v>43061</c:v>
                </c:pt>
                <c:pt idx="3561">
                  <c:v>43062</c:v>
                </c:pt>
                <c:pt idx="3562">
                  <c:v>43063</c:v>
                </c:pt>
                <c:pt idx="3563">
                  <c:v>43066</c:v>
                </c:pt>
                <c:pt idx="3564">
                  <c:v>43067</c:v>
                </c:pt>
                <c:pt idx="3565">
                  <c:v>43068</c:v>
                </c:pt>
                <c:pt idx="3566">
                  <c:v>43069</c:v>
                </c:pt>
                <c:pt idx="3567">
                  <c:v>43070</c:v>
                </c:pt>
                <c:pt idx="3568">
                  <c:v>43073</c:v>
                </c:pt>
                <c:pt idx="3569">
                  <c:v>43074</c:v>
                </c:pt>
                <c:pt idx="3570">
                  <c:v>43075</c:v>
                </c:pt>
                <c:pt idx="3571">
                  <c:v>43076</c:v>
                </c:pt>
                <c:pt idx="3572">
                  <c:v>43077</c:v>
                </c:pt>
                <c:pt idx="3573">
                  <c:v>43080</c:v>
                </c:pt>
                <c:pt idx="3574">
                  <c:v>43081</c:v>
                </c:pt>
                <c:pt idx="3575">
                  <c:v>43082</c:v>
                </c:pt>
                <c:pt idx="3576">
                  <c:v>43083</c:v>
                </c:pt>
                <c:pt idx="3577">
                  <c:v>43084</c:v>
                </c:pt>
                <c:pt idx="3578">
                  <c:v>43087</c:v>
                </c:pt>
                <c:pt idx="3579">
                  <c:v>43088</c:v>
                </c:pt>
                <c:pt idx="3580">
                  <c:v>43089</c:v>
                </c:pt>
                <c:pt idx="3581">
                  <c:v>43090</c:v>
                </c:pt>
                <c:pt idx="3582">
                  <c:v>43091</c:v>
                </c:pt>
                <c:pt idx="3583">
                  <c:v>43094</c:v>
                </c:pt>
                <c:pt idx="3584">
                  <c:v>43095</c:v>
                </c:pt>
                <c:pt idx="3585">
                  <c:v>43096</c:v>
                </c:pt>
                <c:pt idx="3586">
                  <c:v>43097</c:v>
                </c:pt>
                <c:pt idx="3587">
                  <c:v>43098</c:v>
                </c:pt>
                <c:pt idx="3588">
                  <c:v>43101</c:v>
                </c:pt>
                <c:pt idx="3589">
                  <c:v>43102</c:v>
                </c:pt>
                <c:pt idx="3590">
                  <c:v>43103</c:v>
                </c:pt>
                <c:pt idx="3591">
                  <c:v>43104</c:v>
                </c:pt>
                <c:pt idx="3592">
                  <c:v>43105</c:v>
                </c:pt>
                <c:pt idx="3593">
                  <c:v>43108</c:v>
                </c:pt>
                <c:pt idx="3594">
                  <c:v>43109</c:v>
                </c:pt>
                <c:pt idx="3595">
                  <c:v>43110</c:v>
                </c:pt>
                <c:pt idx="3596">
                  <c:v>43111</c:v>
                </c:pt>
                <c:pt idx="3597">
                  <c:v>43112</c:v>
                </c:pt>
                <c:pt idx="3598">
                  <c:v>43115</c:v>
                </c:pt>
                <c:pt idx="3599">
                  <c:v>43116</c:v>
                </c:pt>
                <c:pt idx="3600">
                  <c:v>43117</c:v>
                </c:pt>
                <c:pt idx="3601">
                  <c:v>43118</c:v>
                </c:pt>
                <c:pt idx="3602">
                  <c:v>43119</c:v>
                </c:pt>
                <c:pt idx="3603">
                  <c:v>43122</c:v>
                </c:pt>
                <c:pt idx="3604">
                  <c:v>43123</c:v>
                </c:pt>
                <c:pt idx="3605">
                  <c:v>43124</c:v>
                </c:pt>
                <c:pt idx="3606">
                  <c:v>43125</c:v>
                </c:pt>
                <c:pt idx="3607">
                  <c:v>43126</c:v>
                </c:pt>
                <c:pt idx="3608">
                  <c:v>43129</c:v>
                </c:pt>
                <c:pt idx="3609">
                  <c:v>43130</c:v>
                </c:pt>
                <c:pt idx="3610">
                  <c:v>43131</c:v>
                </c:pt>
                <c:pt idx="3611">
                  <c:v>43132</c:v>
                </c:pt>
                <c:pt idx="3612">
                  <c:v>43133</c:v>
                </c:pt>
                <c:pt idx="3613">
                  <c:v>43136</c:v>
                </c:pt>
                <c:pt idx="3614">
                  <c:v>43137</c:v>
                </c:pt>
                <c:pt idx="3615">
                  <c:v>43138</c:v>
                </c:pt>
                <c:pt idx="3616">
                  <c:v>43139</c:v>
                </c:pt>
                <c:pt idx="3617">
                  <c:v>43140</c:v>
                </c:pt>
                <c:pt idx="3618">
                  <c:v>43143</c:v>
                </c:pt>
                <c:pt idx="3619">
                  <c:v>43144</c:v>
                </c:pt>
                <c:pt idx="3620">
                  <c:v>43145</c:v>
                </c:pt>
                <c:pt idx="3621">
                  <c:v>43146</c:v>
                </c:pt>
                <c:pt idx="3622">
                  <c:v>43147</c:v>
                </c:pt>
                <c:pt idx="3623">
                  <c:v>43150</c:v>
                </c:pt>
                <c:pt idx="3624">
                  <c:v>43151</c:v>
                </c:pt>
                <c:pt idx="3625">
                  <c:v>43152</c:v>
                </c:pt>
                <c:pt idx="3626">
                  <c:v>43153</c:v>
                </c:pt>
                <c:pt idx="3627">
                  <c:v>43154</c:v>
                </c:pt>
                <c:pt idx="3628">
                  <c:v>43157</c:v>
                </c:pt>
                <c:pt idx="3629">
                  <c:v>43158</c:v>
                </c:pt>
                <c:pt idx="3630">
                  <c:v>43159</c:v>
                </c:pt>
                <c:pt idx="3631">
                  <c:v>43160</c:v>
                </c:pt>
                <c:pt idx="3632">
                  <c:v>43161</c:v>
                </c:pt>
                <c:pt idx="3633">
                  <c:v>43164</c:v>
                </c:pt>
                <c:pt idx="3634">
                  <c:v>43165</c:v>
                </c:pt>
                <c:pt idx="3635">
                  <c:v>43166</c:v>
                </c:pt>
                <c:pt idx="3636">
                  <c:v>43167</c:v>
                </c:pt>
                <c:pt idx="3637">
                  <c:v>43168</c:v>
                </c:pt>
                <c:pt idx="3638">
                  <c:v>43171</c:v>
                </c:pt>
                <c:pt idx="3639">
                  <c:v>43172</c:v>
                </c:pt>
                <c:pt idx="3640">
                  <c:v>43173</c:v>
                </c:pt>
                <c:pt idx="3641">
                  <c:v>43174</c:v>
                </c:pt>
                <c:pt idx="3642">
                  <c:v>43175</c:v>
                </c:pt>
                <c:pt idx="3643">
                  <c:v>43178</c:v>
                </c:pt>
                <c:pt idx="3644">
                  <c:v>43179</c:v>
                </c:pt>
                <c:pt idx="3645">
                  <c:v>43180</c:v>
                </c:pt>
                <c:pt idx="3646">
                  <c:v>43181</c:v>
                </c:pt>
                <c:pt idx="3647">
                  <c:v>43182</c:v>
                </c:pt>
                <c:pt idx="3648">
                  <c:v>43185</c:v>
                </c:pt>
                <c:pt idx="3649">
                  <c:v>43186</c:v>
                </c:pt>
                <c:pt idx="3650">
                  <c:v>43187</c:v>
                </c:pt>
                <c:pt idx="3651">
                  <c:v>43188</c:v>
                </c:pt>
                <c:pt idx="3652">
                  <c:v>43189</c:v>
                </c:pt>
                <c:pt idx="3653">
                  <c:v>43192</c:v>
                </c:pt>
                <c:pt idx="3654">
                  <c:v>43193</c:v>
                </c:pt>
                <c:pt idx="3655">
                  <c:v>43194</c:v>
                </c:pt>
                <c:pt idx="3656">
                  <c:v>43195</c:v>
                </c:pt>
                <c:pt idx="3657">
                  <c:v>43196</c:v>
                </c:pt>
                <c:pt idx="3658">
                  <c:v>43199</c:v>
                </c:pt>
                <c:pt idx="3659">
                  <c:v>43200</c:v>
                </c:pt>
                <c:pt idx="3660">
                  <c:v>43201</c:v>
                </c:pt>
                <c:pt idx="3661">
                  <c:v>43202</c:v>
                </c:pt>
                <c:pt idx="3662">
                  <c:v>43203</c:v>
                </c:pt>
                <c:pt idx="3663">
                  <c:v>43206</c:v>
                </c:pt>
                <c:pt idx="3664">
                  <c:v>43207</c:v>
                </c:pt>
                <c:pt idx="3665">
                  <c:v>43208</c:v>
                </c:pt>
                <c:pt idx="3666">
                  <c:v>43209</c:v>
                </c:pt>
                <c:pt idx="3667">
                  <c:v>43210</c:v>
                </c:pt>
                <c:pt idx="3668">
                  <c:v>43213</c:v>
                </c:pt>
                <c:pt idx="3669">
                  <c:v>43214</c:v>
                </c:pt>
                <c:pt idx="3670">
                  <c:v>43215</c:v>
                </c:pt>
                <c:pt idx="3671">
                  <c:v>43216</c:v>
                </c:pt>
                <c:pt idx="3672">
                  <c:v>43217</c:v>
                </c:pt>
                <c:pt idx="3673">
                  <c:v>43220</c:v>
                </c:pt>
                <c:pt idx="3674">
                  <c:v>43221</c:v>
                </c:pt>
                <c:pt idx="3675">
                  <c:v>43222</c:v>
                </c:pt>
                <c:pt idx="3676">
                  <c:v>43223</c:v>
                </c:pt>
                <c:pt idx="3677">
                  <c:v>43224</c:v>
                </c:pt>
                <c:pt idx="3678">
                  <c:v>43227</c:v>
                </c:pt>
                <c:pt idx="3679">
                  <c:v>43228</c:v>
                </c:pt>
                <c:pt idx="3680">
                  <c:v>43229</c:v>
                </c:pt>
                <c:pt idx="3681">
                  <c:v>43230</c:v>
                </c:pt>
                <c:pt idx="3682">
                  <c:v>43231</c:v>
                </c:pt>
                <c:pt idx="3683">
                  <c:v>43234</c:v>
                </c:pt>
                <c:pt idx="3684">
                  <c:v>43235</c:v>
                </c:pt>
                <c:pt idx="3685">
                  <c:v>43236</c:v>
                </c:pt>
                <c:pt idx="3686">
                  <c:v>43237</c:v>
                </c:pt>
                <c:pt idx="3687">
                  <c:v>43238</c:v>
                </c:pt>
                <c:pt idx="3688">
                  <c:v>43241</c:v>
                </c:pt>
                <c:pt idx="3689">
                  <c:v>43242</c:v>
                </c:pt>
                <c:pt idx="3690">
                  <c:v>43243</c:v>
                </c:pt>
                <c:pt idx="3691">
                  <c:v>43244</c:v>
                </c:pt>
                <c:pt idx="3692">
                  <c:v>43245</c:v>
                </c:pt>
                <c:pt idx="3693">
                  <c:v>43248</c:v>
                </c:pt>
                <c:pt idx="3694">
                  <c:v>43249</c:v>
                </c:pt>
                <c:pt idx="3695">
                  <c:v>43250</c:v>
                </c:pt>
                <c:pt idx="3696">
                  <c:v>43251</c:v>
                </c:pt>
                <c:pt idx="3697">
                  <c:v>43252</c:v>
                </c:pt>
                <c:pt idx="3698">
                  <c:v>43255</c:v>
                </c:pt>
                <c:pt idx="3699">
                  <c:v>43256</c:v>
                </c:pt>
                <c:pt idx="3700">
                  <c:v>43257</c:v>
                </c:pt>
                <c:pt idx="3701">
                  <c:v>43258</c:v>
                </c:pt>
                <c:pt idx="3702">
                  <c:v>43259</c:v>
                </c:pt>
                <c:pt idx="3703">
                  <c:v>43262</c:v>
                </c:pt>
                <c:pt idx="3704">
                  <c:v>43263</c:v>
                </c:pt>
                <c:pt idx="3705">
                  <c:v>43264</c:v>
                </c:pt>
                <c:pt idx="3706">
                  <c:v>43265</c:v>
                </c:pt>
                <c:pt idx="3707">
                  <c:v>43266</c:v>
                </c:pt>
                <c:pt idx="3708">
                  <c:v>43269</c:v>
                </c:pt>
                <c:pt idx="3709">
                  <c:v>43270</c:v>
                </c:pt>
                <c:pt idx="3710">
                  <c:v>43271</c:v>
                </c:pt>
                <c:pt idx="3711">
                  <c:v>43272</c:v>
                </c:pt>
                <c:pt idx="3712">
                  <c:v>43273</c:v>
                </c:pt>
                <c:pt idx="3713">
                  <c:v>43276</c:v>
                </c:pt>
                <c:pt idx="3714">
                  <c:v>43277</c:v>
                </c:pt>
                <c:pt idx="3715">
                  <c:v>43278</c:v>
                </c:pt>
                <c:pt idx="3716">
                  <c:v>43279</c:v>
                </c:pt>
                <c:pt idx="3717">
                  <c:v>43280</c:v>
                </c:pt>
                <c:pt idx="3718">
                  <c:v>43283</c:v>
                </c:pt>
                <c:pt idx="3719">
                  <c:v>43284</c:v>
                </c:pt>
                <c:pt idx="3720">
                  <c:v>43285</c:v>
                </c:pt>
                <c:pt idx="3721">
                  <c:v>43286</c:v>
                </c:pt>
                <c:pt idx="3722">
                  <c:v>43287</c:v>
                </c:pt>
                <c:pt idx="3723">
                  <c:v>43290</c:v>
                </c:pt>
                <c:pt idx="3724">
                  <c:v>43291</c:v>
                </c:pt>
                <c:pt idx="3725">
                  <c:v>43292</c:v>
                </c:pt>
                <c:pt idx="3726">
                  <c:v>43293</c:v>
                </c:pt>
                <c:pt idx="3727">
                  <c:v>43294</c:v>
                </c:pt>
                <c:pt idx="3728">
                  <c:v>43297</c:v>
                </c:pt>
                <c:pt idx="3729">
                  <c:v>43298</c:v>
                </c:pt>
                <c:pt idx="3730">
                  <c:v>43299</c:v>
                </c:pt>
                <c:pt idx="3731">
                  <c:v>43300</c:v>
                </c:pt>
                <c:pt idx="3732">
                  <c:v>43301</c:v>
                </c:pt>
                <c:pt idx="3733">
                  <c:v>43304</c:v>
                </c:pt>
                <c:pt idx="3734">
                  <c:v>43305</c:v>
                </c:pt>
                <c:pt idx="3735">
                  <c:v>43306</c:v>
                </c:pt>
                <c:pt idx="3736">
                  <c:v>43307</c:v>
                </c:pt>
                <c:pt idx="3737">
                  <c:v>43308</c:v>
                </c:pt>
                <c:pt idx="3738">
                  <c:v>43311</c:v>
                </c:pt>
                <c:pt idx="3739">
                  <c:v>43312</c:v>
                </c:pt>
                <c:pt idx="3740">
                  <c:v>43313</c:v>
                </c:pt>
                <c:pt idx="3741">
                  <c:v>43314</c:v>
                </c:pt>
                <c:pt idx="3742">
                  <c:v>43315</c:v>
                </c:pt>
                <c:pt idx="3743">
                  <c:v>43318</c:v>
                </c:pt>
                <c:pt idx="3744">
                  <c:v>43319</c:v>
                </c:pt>
                <c:pt idx="3745">
                  <c:v>43320</c:v>
                </c:pt>
                <c:pt idx="3746">
                  <c:v>43321</c:v>
                </c:pt>
                <c:pt idx="3747">
                  <c:v>43322</c:v>
                </c:pt>
                <c:pt idx="3748">
                  <c:v>43325</c:v>
                </c:pt>
                <c:pt idx="3749">
                  <c:v>43326</c:v>
                </c:pt>
                <c:pt idx="3750">
                  <c:v>43327</c:v>
                </c:pt>
                <c:pt idx="3751">
                  <c:v>43328</c:v>
                </c:pt>
                <c:pt idx="3752">
                  <c:v>43329</c:v>
                </c:pt>
                <c:pt idx="3753">
                  <c:v>43332</c:v>
                </c:pt>
                <c:pt idx="3754">
                  <c:v>43333</c:v>
                </c:pt>
                <c:pt idx="3755">
                  <c:v>43334</c:v>
                </c:pt>
                <c:pt idx="3756">
                  <c:v>43335</c:v>
                </c:pt>
                <c:pt idx="3757">
                  <c:v>43336</c:v>
                </c:pt>
                <c:pt idx="3758">
                  <c:v>43339</c:v>
                </c:pt>
                <c:pt idx="3759">
                  <c:v>43340</c:v>
                </c:pt>
                <c:pt idx="3760">
                  <c:v>43341</c:v>
                </c:pt>
                <c:pt idx="3761">
                  <c:v>43342</c:v>
                </c:pt>
                <c:pt idx="3762">
                  <c:v>43343</c:v>
                </c:pt>
                <c:pt idx="3763">
                  <c:v>43346</c:v>
                </c:pt>
                <c:pt idx="3764">
                  <c:v>43347</c:v>
                </c:pt>
                <c:pt idx="3765">
                  <c:v>43348</c:v>
                </c:pt>
                <c:pt idx="3766">
                  <c:v>43349</c:v>
                </c:pt>
                <c:pt idx="3767">
                  <c:v>43350</c:v>
                </c:pt>
                <c:pt idx="3768">
                  <c:v>43353</c:v>
                </c:pt>
                <c:pt idx="3769">
                  <c:v>43354</c:v>
                </c:pt>
                <c:pt idx="3770">
                  <c:v>43355</c:v>
                </c:pt>
                <c:pt idx="3771">
                  <c:v>43356</c:v>
                </c:pt>
                <c:pt idx="3772">
                  <c:v>43357</c:v>
                </c:pt>
                <c:pt idx="3773">
                  <c:v>43360</c:v>
                </c:pt>
                <c:pt idx="3774">
                  <c:v>43361</c:v>
                </c:pt>
                <c:pt idx="3775">
                  <c:v>43362</c:v>
                </c:pt>
                <c:pt idx="3776">
                  <c:v>43363</c:v>
                </c:pt>
                <c:pt idx="3777">
                  <c:v>43364</c:v>
                </c:pt>
                <c:pt idx="3778">
                  <c:v>43367</c:v>
                </c:pt>
                <c:pt idx="3779">
                  <c:v>43368</c:v>
                </c:pt>
                <c:pt idx="3780">
                  <c:v>43369</c:v>
                </c:pt>
                <c:pt idx="3781">
                  <c:v>43370</c:v>
                </c:pt>
                <c:pt idx="3782">
                  <c:v>43371</c:v>
                </c:pt>
                <c:pt idx="3783">
                  <c:v>43374</c:v>
                </c:pt>
                <c:pt idx="3784">
                  <c:v>43375</c:v>
                </c:pt>
                <c:pt idx="3785">
                  <c:v>43376</c:v>
                </c:pt>
                <c:pt idx="3786">
                  <c:v>43377</c:v>
                </c:pt>
                <c:pt idx="3787">
                  <c:v>43378</c:v>
                </c:pt>
                <c:pt idx="3788">
                  <c:v>43381</c:v>
                </c:pt>
                <c:pt idx="3789">
                  <c:v>43382</c:v>
                </c:pt>
                <c:pt idx="3790">
                  <c:v>43383</c:v>
                </c:pt>
                <c:pt idx="3791">
                  <c:v>43384</c:v>
                </c:pt>
                <c:pt idx="3792">
                  <c:v>43385</c:v>
                </c:pt>
                <c:pt idx="3793">
                  <c:v>43388</c:v>
                </c:pt>
                <c:pt idx="3794">
                  <c:v>43389</c:v>
                </c:pt>
                <c:pt idx="3795">
                  <c:v>43390</c:v>
                </c:pt>
                <c:pt idx="3796">
                  <c:v>43391</c:v>
                </c:pt>
                <c:pt idx="3797">
                  <c:v>43392</c:v>
                </c:pt>
                <c:pt idx="3798">
                  <c:v>43395</c:v>
                </c:pt>
                <c:pt idx="3799">
                  <c:v>43396</c:v>
                </c:pt>
                <c:pt idx="3800">
                  <c:v>43397</c:v>
                </c:pt>
                <c:pt idx="3801">
                  <c:v>43398</c:v>
                </c:pt>
                <c:pt idx="3802">
                  <c:v>43399</c:v>
                </c:pt>
                <c:pt idx="3803">
                  <c:v>43402</c:v>
                </c:pt>
                <c:pt idx="3804">
                  <c:v>43403</c:v>
                </c:pt>
                <c:pt idx="3805">
                  <c:v>43404</c:v>
                </c:pt>
                <c:pt idx="3806">
                  <c:v>43405</c:v>
                </c:pt>
                <c:pt idx="3807">
                  <c:v>43406</c:v>
                </c:pt>
                <c:pt idx="3808">
                  <c:v>43409</c:v>
                </c:pt>
                <c:pt idx="3809">
                  <c:v>43410</c:v>
                </c:pt>
                <c:pt idx="3810">
                  <c:v>43411</c:v>
                </c:pt>
                <c:pt idx="3811">
                  <c:v>43412</c:v>
                </c:pt>
                <c:pt idx="3812">
                  <c:v>43413</c:v>
                </c:pt>
                <c:pt idx="3813">
                  <c:v>43416</c:v>
                </c:pt>
                <c:pt idx="3814">
                  <c:v>43417</c:v>
                </c:pt>
                <c:pt idx="3815">
                  <c:v>43418</c:v>
                </c:pt>
                <c:pt idx="3816">
                  <c:v>43419</c:v>
                </c:pt>
                <c:pt idx="3817">
                  <c:v>43420</c:v>
                </c:pt>
                <c:pt idx="3818">
                  <c:v>43423</c:v>
                </c:pt>
                <c:pt idx="3819">
                  <c:v>43424</c:v>
                </c:pt>
                <c:pt idx="3820">
                  <c:v>43425</c:v>
                </c:pt>
                <c:pt idx="3821">
                  <c:v>43426</c:v>
                </c:pt>
                <c:pt idx="3822">
                  <c:v>43427</c:v>
                </c:pt>
                <c:pt idx="3823">
                  <c:v>43430</c:v>
                </c:pt>
                <c:pt idx="3824">
                  <c:v>43431</c:v>
                </c:pt>
                <c:pt idx="3825">
                  <c:v>43432</c:v>
                </c:pt>
                <c:pt idx="3826">
                  <c:v>43433</c:v>
                </c:pt>
                <c:pt idx="3827">
                  <c:v>43434</c:v>
                </c:pt>
                <c:pt idx="3828">
                  <c:v>43437</c:v>
                </c:pt>
                <c:pt idx="3829">
                  <c:v>43438</c:v>
                </c:pt>
                <c:pt idx="3830">
                  <c:v>43439</c:v>
                </c:pt>
                <c:pt idx="3831">
                  <c:v>43440</c:v>
                </c:pt>
                <c:pt idx="3832">
                  <c:v>43441</c:v>
                </c:pt>
                <c:pt idx="3833">
                  <c:v>43444</c:v>
                </c:pt>
                <c:pt idx="3834">
                  <c:v>43445</c:v>
                </c:pt>
                <c:pt idx="3835">
                  <c:v>43446</c:v>
                </c:pt>
                <c:pt idx="3836">
                  <c:v>43447</c:v>
                </c:pt>
                <c:pt idx="3837">
                  <c:v>43448</c:v>
                </c:pt>
                <c:pt idx="3838">
                  <c:v>43451</c:v>
                </c:pt>
                <c:pt idx="3839">
                  <c:v>43452</c:v>
                </c:pt>
                <c:pt idx="3840">
                  <c:v>43453</c:v>
                </c:pt>
                <c:pt idx="3841">
                  <c:v>43454</c:v>
                </c:pt>
                <c:pt idx="3842">
                  <c:v>43455</c:v>
                </c:pt>
                <c:pt idx="3843">
                  <c:v>43458</c:v>
                </c:pt>
                <c:pt idx="3844">
                  <c:v>43459</c:v>
                </c:pt>
                <c:pt idx="3845">
                  <c:v>43460</c:v>
                </c:pt>
                <c:pt idx="3846">
                  <c:v>43461</c:v>
                </c:pt>
                <c:pt idx="3847">
                  <c:v>43462</c:v>
                </c:pt>
                <c:pt idx="3848">
                  <c:v>43465</c:v>
                </c:pt>
                <c:pt idx="3849">
                  <c:v>43466</c:v>
                </c:pt>
                <c:pt idx="3850">
                  <c:v>43467</c:v>
                </c:pt>
                <c:pt idx="3851">
                  <c:v>43468</c:v>
                </c:pt>
                <c:pt idx="3852">
                  <c:v>43469</c:v>
                </c:pt>
                <c:pt idx="3853">
                  <c:v>43472</c:v>
                </c:pt>
                <c:pt idx="3854">
                  <c:v>43473</c:v>
                </c:pt>
                <c:pt idx="3855">
                  <c:v>43474</c:v>
                </c:pt>
                <c:pt idx="3856">
                  <c:v>43475</c:v>
                </c:pt>
                <c:pt idx="3857">
                  <c:v>43476</c:v>
                </c:pt>
                <c:pt idx="3858">
                  <c:v>43479</c:v>
                </c:pt>
                <c:pt idx="3859">
                  <c:v>43480</c:v>
                </c:pt>
                <c:pt idx="3860">
                  <c:v>43481</c:v>
                </c:pt>
                <c:pt idx="3861">
                  <c:v>43482</c:v>
                </c:pt>
                <c:pt idx="3862">
                  <c:v>43483</c:v>
                </c:pt>
                <c:pt idx="3863">
                  <c:v>43486</c:v>
                </c:pt>
                <c:pt idx="3864">
                  <c:v>43487</c:v>
                </c:pt>
                <c:pt idx="3865">
                  <c:v>43488</c:v>
                </c:pt>
                <c:pt idx="3866">
                  <c:v>43489</c:v>
                </c:pt>
                <c:pt idx="3867">
                  <c:v>43490</c:v>
                </c:pt>
                <c:pt idx="3868">
                  <c:v>43493</c:v>
                </c:pt>
                <c:pt idx="3869">
                  <c:v>43494</c:v>
                </c:pt>
                <c:pt idx="3870">
                  <c:v>43495</c:v>
                </c:pt>
                <c:pt idx="3871">
                  <c:v>43496</c:v>
                </c:pt>
                <c:pt idx="3872">
                  <c:v>43497</c:v>
                </c:pt>
                <c:pt idx="3873">
                  <c:v>43500</c:v>
                </c:pt>
                <c:pt idx="3874">
                  <c:v>43501</c:v>
                </c:pt>
                <c:pt idx="3875">
                  <c:v>43502</c:v>
                </c:pt>
                <c:pt idx="3876">
                  <c:v>43503</c:v>
                </c:pt>
                <c:pt idx="3877">
                  <c:v>43504</c:v>
                </c:pt>
                <c:pt idx="3878">
                  <c:v>43507</c:v>
                </c:pt>
                <c:pt idx="3879">
                  <c:v>43508</c:v>
                </c:pt>
                <c:pt idx="3880">
                  <c:v>43509</c:v>
                </c:pt>
                <c:pt idx="3881">
                  <c:v>43510</c:v>
                </c:pt>
                <c:pt idx="3882">
                  <c:v>43511</c:v>
                </c:pt>
                <c:pt idx="3883">
                  <c:v>43514</c:v>
                </c:pt>
                <c:pt idx="3884">
                  <c:v>43515</c:v>
                </c:pt>
                <c:pt idx="3885">
                  <c:v>43516</c:v>
                </c:pt>
                <c:pt idx="3886">
                  <c:v>43517</c:v>
                </c:pt>
                <c:pt idx="3887">
                  <c:v>43518</c:v>
                </c:pt>
                <c:pt idx="3888">
                  <c:v>43521</c:v>
                </c:pt>
                <c:pt idx="3889">
                  <c:v>43522</c:v>
                </c:pt>
                <c:pt idx="3890">
                  <c:v>43523</c:v>
                </c:pt>
                <c:pt idx="3891">
                  <c:v>43524</c:v>
                </c:pt>
                <c:pt idx="3892">
                  <c:v>43525</c:v>
                </c:pt>
                <c:pt idx="3893">
                  <c:v>43528</c:v>
                </c:pt>
                <c:pt idx="3894">
                  <c:v>43529</c:v>
                </c:pt>
                <c:pt idx="3895">
                  <c:v>43530</c:v>
                </c:pt>
                <c:pt idx="3896">
                  <c:v>43531</c:v>
                </c:pt>
                <c:pt idx="3897">
                  <c:v>43532</c:v>
                </c:pt>
                <c:pt idx="3898">
                  <c:v>43535</c:v>
                </c:pt>
                <c:pt idx="3899">
                  <c:v>43536</c:v>
                </c:pt>
                <c:pt idx="3900">
                  <c:v>43537</c:v>
                </c:pt>
                <c:pt idx="3901">
                  <c:v>43538</c:v>
                </c:pt>
                <c:pt idx="3902">
                  <c:v>43539</c:v>
                </c:pt>
                <c:pt idx="3903">
                  <c:v>43542</c:v>
                </c:pt>
                <c:pt idx="3904">
                  <c:v>43543</c:v>
                </c:pt>
                <c:pt idx="3905">
                  <c:v>43544</c:v>
                </c:pt>
                <c:pt idx="3906">
                  <c:v>43545</c:v>
                </c:pt>
                <c:pt idx="3907">
                  <c:v>43546</c:v>
                </c:pt>
                <c:pt idx="3908">
                  <c:v>43549</c:v>
                </c:pt>
                <c:pt idx="3909">
                  <c:v>43550</c:v>
                </c:pt>
                <c:pt idx="3910">
                  <c:v>43551</c:v>
                </c:pt>
                <c:pt idx="3911">
                  <c:v>43552</c:v>
                </c:pt>
                <c:pt idx="3912">
                  <c:v>43553</c:v>
                </c:pt>
                <c:pt idx="3913">
                  <c:v>43556</c:v>
                </c:pt>
                <c:pt idx="3914">
                  <c:v>43557</c:v>
                </c:pt>
                <c:pt idx="3915">
                  <c:v>43558</c:v>
                </c:pt>
                <c:pt idx="3916">
                  <c:v>43559</c:v>
                </c:pt>
                <c:pt idx="3917">
                  <c:v>43560</c:v>
                </c:pt>
                <c:pt idx="3918">
                  <c:v>43563</c:v>
                </c:pt>
                <c:pt idx="3919">
                  <c:v>43564</c:v>
                </c:pt>
                <c:pt idx="3920">
                  <c:v>43565</c:v>
                </c:pt>
                <c:pt idx="3921">
                  <c:v>43566</c:v>
                </c:pt>
                <c:pt idx="3922">
                  <c:v>43567</c:v>
                </c:pt>
                <c:pt idx="3923">
                  <c:v>43570</c:v>
                </c:pt>
                <c:pt idx="3924">
                  <c:v>43571</c:v>
                </c:pt>
                <c:pt idx="3925">
                  <c:v>43572</c:v>
                </c:pt>
                <c:pt idx="3926">
                  <c:v>43573</c:v>
                </c:pt>
                <c:pt idx="3927">
                  <c:v>43574</c:v>
                </c:pt>
                <c:pt idx="3928">
                  <c:v>43577</c:v>
                </c:pt>
                <c:pt idx="3929">
                  <c:v>43578</c:v>
                </c:pt>
                <c:pt idx="3930">
                  <c:v>43579</c:v>
                </c:pt>
                <c:pt idx="3931">
                  <c:v>43580</c:v>
                </c:pt>
                <c:pt idx="3932">
                  <c:v>43581</c:v>
                </c:pt>
                <c:pt idx="3933">
                  <c:v>43584</c:v>
                </c:pt>
                <c:pt idx="3934">
                  <c:v>43585</c:v>
                </c:pt>
                <c:pt idx="3935">
                  <c:v>43586</c:v>
                </c:pt>
                <c:pt idx="3936">
                  <c:v>43587</c:v>
                </c:pt>
                <c:pt idx="3937">
                  <c:v>43588</c:v>
                </c:pt>
                <c:pt idx="3938">
                  <c:v>43591</c:v>
                </c:pt>
                <c:pt idx="3939">
                  <c:v>43592</c:v>
                </c:pt>
                <c:pt idx="3940">
                  <c:v>43593</c:v>
                </c:pt>
                <c:pt idx="3941">
                  <c:v>43594</c:v>
                </c:pt>
                <c:pt idx="3942">
                  <c:v>43595</c:v>
                </c:pt>
                <c:pt idx="3943">
                  <c:v>43598</c:v>
                </c:pt>
                <c:pt idx="3944">
                  <c:v>43599</c:v>
                </c:pt>
                <c:pt idx="3945">
                  <c:v>43600</c:v>
                </c:pt>
                <c:pt idx="3946">
                  <c:v>43601</c:v>
                </c:pt>
                <c:pt idx="3947">
                  <c:v>43602</c:v>
                </c:pt>
                <c:pt idx="3948">
                  <c:v>43605</c:v>
                </c:pt>
                <c:pt idx="3949">
                  <c:v>43606</c:v>
                </c:pt>
                <c:pt idx="3950">
                  <c:v>43607</c:v>
                </c:pt>
                <c:pt idx="3951">
                  <c:v>43608</c:v>
                </c:pt>
                <c:pt idx="3952">
                  <c:v>43609</c:v>
                </c:pt>
                <c:pt idx="3953">
                  <c:v>43612</c:v>
                </c:pt>
                <c:pt idx="3954">
                  <c:v>43613</c:v>
                </c:pt>
                <c:pt idx="3955">
                  <c:v>43614</c:v>
                </c:pt>
                <c:pt idx="3956">
                  <c:v>43615</c:v>
                </c:pt>
                <c:pt idx="3957">
                  <c:v>43616</c:v>
                </c:pt>
                <c:pt idx="3958">
                  <c:v>43619</c:v>
                </c:pt>
                <c:pt idx="3959">
                  <c:v>43620</c:v>
                </c:pt>
                <c:pt idx="3960">
                  <c:v>43621</c:v>
                </c:pt>
                <c:pt idx="3961">
                  <c:v>43622</c:v>
                </c:pt>
                <c:pt idx="3962">
                  <c:v>43623</c:v>
                </c:pt>
                <c:pt idx="3963">
                  <c:v>43626</c:v>
                </c:pt>
                <c:pt idx="3964">
                  <c:v>43627</c:v>
                </c:pt>
                <c:pt idx="3965">
                  <c:v>43628</c:v>
                </c:pt>
                <c:pt idx="3966">
                  <c:v>43629</c:v>
                </c:pt>
                <c:pt idx="3967">
                  <c:v>43630</c:v>
                </c:pt>
                <c:pt idx="3968">
                  <c:v>43633</c:v>
                </c:pt>
                <c:pt idx="3969">
                  <c:v>43634</c:v>
                </c:pt>
                <c:pt idx="3970">
                  <c:v>43635</c:v>
                </c:pt>
                <c:pt idx="3971">
                  <c:v>43636</c:v>
                </c:pt>
                <c:pt idx="3972">
                  <c:v>43637</c:v>
                </c:pt>
                <c:pt idx="3973">
                  <c:v>43640</c:v>
                </c:pt>
                <c:pt idx="3974">
                  <c:v>43641</c:v>
                </c:pt>
                <c:pt idx="3975">
                  <c:v>43642</c:v>
                </c:pt>
                <c:pt idx="3976">
                  <c:v>43643</c:v>
                </c:pt>
                <c:pt idx="3977">
                  <c:v>43644</c:v>
                </c:pt>
                <c:pt idx="3978">
                  <c:v>43647</c:v>
                </c:pt>
                <c:pt idx="3979">
                  <c:v>43648</c:v>
                </c:pt>
                <c:pt idx="3980">
                  <c:v>43649</c:v>
                </c:pt>
                <c:pt idx="3981">
                  <c:v>43650</c:v>
                </c:pt>
                <c:pt idx="3982">
                  <c:v>43651</c:v>
                </c:pt>
                <c:pt idx="3983">
                  <c:v>43654</c:v>
                </c:pt>
                <c:pt idx="3984">
                  <c:v>43655</c:v>
                </c:pt>
                <c:pt idx="3985">
                  <c:v>43656</c:v>
                </c:pt>
                <c:pt idx="3986">
                  <c:v>43657</c:v>
                </c:pt>
                <c:pt idx="3987">
                  <c:v>43658</c:v>
                </c:pt>
                <c:pt idx="3988">
                  <c:v>43661</c:v>
                </c:pt>
                <c:pt idx="3989">
                  <c:v>43662</c:v>
                </c:pt>
                <c:pt idx="3990">
                  <c:v>43663</c:v>
                </c:pt>
                <c:pt idx="3991">
                  <c:v>43664</c:v>
                </c:pt>
                <c:pt idx="3992">
                  <c:v>43665</c:v>
                </c:pt>
                <c:pt idx="3993">
                  <c:v>43668</c:v>
                </c:pt>
                <c:pt idx="3994">
                  <c:v>43669</c:v>
                </c:pt>
                <c:pt idx="3995">
                  <c:v>43670</c:v>
                </c:pt>
                <c:pt idx="3996">
                  <c:v>43671</c:v>
                </c:pt>
                <c:pt idx="3997">
                  <c:v>43672</c:v>
                </c:pt>
                <c:pt idx="3998">
                  <c:v>43675</c:v>
                </c:pt>
                <c:pt idx="3999">
                  <c:v>43676</c:v>
                </c:pt>
                <c:pt idx="4000">
                  <c:v>43677</c:v>
                </c:pt>
                <c:pt idx="4001">
                  <c:v>43678</c:v>
                </c:pt>
                <c:pt idx="4002">
                  <c:v>43679</c:v>
                </c:pt>
                <c:pt idx="4003">
                  <c:v>43682</c:v>
                </c:pt>
                <c:pt idx="4004">
                  <c:v>43683</c:v>
                </c:pt>
                <c:pt idx="4005">
                  <c:v>43684</c:v>
                </c:pt>
                <c:pt idx="4006">
                  <c:v>43685</c:v>
                </c:pt>
                <c:pt idx="4007">
                  <c:v>43686</c:v>
                </c:pt>
                <c:pt idx="4008">
                  <c:v>43689</c:v>
                </c:pt>
                <c:pt idx="4009">
                  <c:v>43690</c:v>
                </c:pt>
                <c:pt idx="4010">
                  <c:v>43691</c:v>
                </c:pt>
                <c:pt idx="4011">
                  <c:v>43692</c:v>
                </c:pt>
                <c:pt idx="4012">
                  <c:v>43693</c:v>
                </c:pt>
                <c:pt idx="4013">
                  <c:v>43696</c:v>
                </c:pt>
                <c:pt idx="4014">
                  <c:v>43697</c:v>
                </c:pt>
                <c:pt idx="4015">
                  <c:v>43698</c:v>
                </c:pt>
                <c:pt idx="4016">
                  <c:v>43699</c:v>
                </c:pt>
                <c:pt idx="4017">
                  <c:v>43700</c:v>
                </c:pt>
                <c:pt idx="4018">
                  <c:v>43703</c:v>
                </c:pt>
                <c:pt idx="4019">
                  <c:v>43704</c:v>
                </c:pt>
                <c:pt idx="4020">
                  <c:v>43705</c:v>
                </c:pt>
                <c:pt idx="4021">
                  <c:v>43706</c:v>
                </c:pt>
                <c:pt idx="4022">
                  <c:v>43707</c:v>
                </c:pt>
                <c:pt idx="4023">
                  <c:v>43710</c:v>
                </c:pt>
                <c:pt idx="4024">
                  <c:v>43711</c:v>
                </c:pt>
                <c:pt idx="4025">
                  <c:v>43712</c:v>
                </c:pt>
                <c:pt idx="4026">
                  <c:v>43713</c:v>
                </c:pt>
                <c:pt idx="4027">
                  <c:v>43714</c:v>
                </c:pt>
                <c:pt idx="4028">
                  <c:v>43717</c:v>
                </c:pt>
                <c:pt idx="4029">
                  <c:v>43718</c:v>
                </c:pt>
                <c:pt idx="4030">
                  <c:v>43719</c:v>
                </c:pt>
                <c:pt idx="4031">
                  <c:v>43720</c:v>
                </c:pt>
                <c:pt idx="4032">
                  <c:v>43721</c:v>
                </c:pt>
                <c:pt idx="4033">
                  <c:v>43724</c:v>
                </c:pt>
                <c:pt idx="4034">
                  <c:v>43725</c:v>
                </c:pt>
                <c:pt idx="4035">
                  <c:v>43726</c:v>
                </c:pt>
                <c:pt idx="4036">
                  <c:v>43727</c:v>
                </c:pt>
                <c:pt idx="4037">
                  <c:v>43728</c:v>
                </c:pt>
                <c:pt idx="4038">
                  <c:v>43731</c:v>
                </c:pt>
                <c:pt idx="4039">
                  <c:v>43732</c:v>
                </c:pt>
                <c:pt idx="4040">
                  <c:v>43733</c:v>
                </c:pt>
                <c:pt idx="4041">
                  <c:v>43734</c:v>
                </c:pt>
                <c:pt idx="4042">
                  <c:v>43735</c:v>
                </c:pt>
                <c:pt idx="4043">
                  <c:v>43738</c:v>
                </c:pt>
                <c:pt idx="4044">
                  <c:v>43739</c:v>
                </c:pt>
                <c:pt idx="4045">
                  <c:v>43740</c:v>
                </c:pt>
                <c:pt idx="4046">
                  <c:v>43741</c:v>
                </c:pt>
                <c:pt idx="4047">
                  <c:v>43742</c:v>
                </c:pt>
                <c:pt idx="4048">
                  <c:v>43745</c:v>
                </c:pt>
                <c:pt idx="4049">
                  <c:v>43746</c:v>
                </c:pt>
                <c:pt idx="4050">
                  <c:v>43747</c:v>
                </c:pt>
                <c:pt idx="4051">
                  <c:v>43748</c:v>
                </c:pt>
                <c:pt idx="4052">
                  <c:v>43749</c:v>
                </c:pt>
                <c:pt idx="4053">
                  <c:v>43752</c:v>
                </c:pt>
                <c:pt idx="4054">
                  <c:v>43753</c:v>
                </c:pt>
                <c:pt idx="4055">
                  <c:v>43754</c:v>
                </c:pt>
                <c:pt idx="4056">
                  <c:v>43755</c:v>
                </c:pt>
                <c:pt idx="4057">
                  <c:v>43756</c:v>
                </c:pt>
                <c:pt idx="4058">
                  <c:v>43759</c:v>
                </c:pt>
                <c:pt idx="4059">
                  <c:v>43760</c:v>
                </c:pt>
                <c:pt idx="4060">
                  <c:v>43761</c:v>
                </c:pt>
                <c:pt idx="4061">
                  <c:v>43762</c:v>
                </c:pt>
                <c:pt idx="4062">
                  <c:v>43763</c:v>
                </c:pt>
                <c:pt idx="4063">
                  <c:v>43766</c:v>
                </c:pt>
                <c:pt idx="4064">
                  <c:v>43767</c:v>
                </c:pt>
                <c:pt idx="4065">
                  <c:v>43768</c:v>
                </c:pt>
                <c:pt idx="4066">
                  <c:v>43769</c:v>
                </c:pt>
                <c:pt idx="4067">
                  <c:v>43770</c:v>
                </c:pt>
                <c:pt idx="4068">
                  <c:v>43773</c:v>
                </c:pt>
                <c:pt idx="4069">
                  <c:v>43774</c:v>
                </c:pt>
                <c:pt idx="4070">
                  <c:v>43775</c:v>
                </c:pt>
                <c:pt idx="4071">
                  <c:v>43776</c:v>
                </c:pt>
                <c:pt idx="4072">
                  <c:v>43777</c:v>
                </c:pt>
                <c:pt idx="4073">
                  <c:v>43780</c:v>
                </c:pt>
                <c:pt idx="4074">
                  <c:v>43781</c:v>
                </c:pt>
                <c:pt idx="4075">
                  <c:v>43782</c:v>
                </c:pt>
                <c:pt idx="4076">
                  <c:v>43783</c:v>
                </c:pt>
                <c:pt idx="4077">
                  <c:v>43784</c:v>
                </c:pt>
                <c:pt idx="4078">
                  <c:v>43787</c:v>
                </c:pt>
                <c:pt idx="4079">
                  <c:v>43788</c:v>
                </c:pt>
                <c:pt idx="4080">
                  <c:v>43789</c:v>
                </c:pt>
                <c:pt idx="4081">
                  <c:v>43790</c:v>
                </c:pt>
                <c:pt idx="4082">
                  <c:v>43791</c:v>
                </c:pt>
                <c:pt idx="4083">
                  <c:v>43794</c:v>
                </c:pt>
                <c:pt idx="4084">
                  <c:v>43795</c:v>
                </c:pt>
                <c:pt idx="4085">
                  <c:v>43796</c:v>
                </c:pt>
                <c:pt idx="4086">
                  <c:v>43797</c:v>
                </c:pt>
                <c:pt idx="4087">
                  <c:v>43798</c:v>
                </c:pt>
                <c:pt idx="4088">
                  <c:v>43801</c:v>
                </c:pt>
                <c:pt idx="4089">
                  <c:v>43802</c:v>
                </c:pt>
                <c:pt idx="4090">
                  <c:v>43803</c:v>
                </c:pt>
                <c:pt idx="4091">
                  <c:v>43804</c:v>
                </c:pt>
                <c:pt idx="4092">
                  <c:v>43805</c:v>
                </c:pt>
                <c:pt idx="4093">
                  <c:v>43808</c:v>
                </c:pt>
                <c:pt idx="4094">
                  <c:v>43809</c:v>
                </c:pt>
                <c:pt idx="4095">
                  <c:v>43810</c:v>
                </c:pt>
                <c:pt idx="4096">
                  <c:v>43811</c:v>
                </c:pt>
                <c:pt idx="4097">
                  <c:v>43812</c:v>
                </c:pt>
                <c:pt idx="4098">
                  <c:v>43815</c:v>
                </c:pt>
                <c:pt idx="4099">
                  <c:v>43816</c:v>
                </c:pt>
                <c:pt idx="4100">
                  <c:v>43817</c:v>
                </c:pt>
                <c:pt idx="4101">
                  <c:v>43818</c:v>
                </c:pt>
                <c:pt idx="4102">
                  <c:v>43819</c:v>
                </c:pt>
                <c:pt idx="4103">
                  <c:v>43822</c:v>
                </c:pt>
                <c:pt idx="4104">
                  <c:v>43823</c:v>
                </c:pt>
                <c:pt idx="4105">
                  <c:v>43824</c:v>
                </c:pt>
                <c:pt idx="4106">
                  <c:v>43825</c:v>
                </c:pt>
                <c:pt idx="4107">
                  <c:v>43826</c:v>
                </c:pt>
                <c:pt idx="4108">
                  <c:v>43829</c:v>
                </c:pt>
                <c:pt idx="4109">
                  <c:v>43830</c:v>
                </c:pt>
                <c:pt idx="4110">
                  <c:v>43831</c:v>
                </c:pt>
                <c:pt idx="4111">
                  <c:v>43832</c:v>
                </c:pt>
                <c:pt idx="4112">
                  <c:v>43833</c:v>
                </c:pt>
                <c:pt idx="4113">
                  <c:v>43836</c:v>
                </c:pt>
                <c:pt idx="4114">
                  <c:v>43837</c:v>
                </c:pt>
                <c:pt idx="4115">
                  <c:v>43838</c:v>
                </c:pt>
                <c:pt idx="4116">
                  <c:v>43839</c:v>
                </c:pt>
                <c:pt idx="4117">
                  <c:v>43840</c:v>
                </c:pt>
                <c:pt idx="4118">
                  <c:v>43843</c:v>
                </c:pt>
                <c:pt idx="4119">
                  <c:v>43844</c:v>
                </c:pt>
                <c:pt idx="4120">
                  <c:v>43845</c:v>
                </c:pt>
                <c:pt idx="4121">
                  <c:v>43846</c:v>
                </c:pt>
                <c:pt idx="4122">
                  <c:v>43847</c:v>
                </c:pt>
                <c:pt idx="4123">
                  <c:v>43850</c:v>
                </c:pt>
                <c:pt idx="4124">
                  <c:v>43851</c:v>
                </c:pt>
                <c:pt idx="4125">
                  <c:v>43852</c:v>
                </c:pt>
                <c:pt idx="4126">
                  <c:v>43853</c:v>
                </c:pt>
                <c:pt idx="4127">
                  <c:v>43854</c:v>
                </c:pt>
                <c:pt idx="4128">
                  <c:v>43857</c:v>
                </c:pt>
                <c:pt idx="4129">
                  <c:v>43858</c:v>
                </c:pt>
                <c:pt idx="4130">
                  <c:v>43859</c:v>
                </c:pt>
                <c:pt idx="4131">
                  <c:v>43860</c:v>
                </c:pt>
                <c:pt idx="4132">
                  <c:v>43861</c:v>
                </c:pt>
                <c:pt idx="4133">
                  <c:v>43864</c:v>
                </c:pt>
                <c:pt idx="4134">
                  <c:v>43865</c:v>
                </c:pt>
                <c:pt idx="4135">
                  <c:v>43866</c:v>
                </c:pt>
                <c:pt idx="4136">
                  <c:v>43867</c:v>
                </c:pt>
                <c:pt idx="4137">
                  <c:v>43868</c:v>
                </c:pt>
                <c:pt idx="4138">
                  <c:v>43871</c:v>
                </c:pt>
                <c:pt idx="4139">
                  <c:v>43872</c:v>
                </c:pt>
                <c:pt idx="4140">
                  <c:v>43873</c:v>
                </c:pt>
                <c:pt idx="4141">
                  <c:v>43874</c:v>
                </c:pt>
                <c:pt idx="4142">
                  <c:v>43875</c:v>
                </c:pt>
                <c:pt idx="4143">
                  <c:v>43878</c:v>
                </c:pt>
                <c:pt idx="4144">
                  <c:v>43879</c:v>
                </c:pt>
                <c:pt idx="4145">
                  <c:v>43880</c:v>
                </c:pt>
                <c:pt idx="4146">
                  <c:v>43881</c:v>
                </c:pt>
                <c:pt idx="4147">
                  <c:v>43882</c:v>
                </c:pt>
                <c:pt idx="4148">
                  <c:v>43885</c:v>
                </c:pt>
                <c:pt idx="4149">
                  <c:v>43886</c:v>
                </c:pt>
                <c:pt idx="4150">
                  <c:v>43887</c:v>
                </c:pt>
                <c:pt idx="4151">
                  <c:v>43888</c:v>
                </c:pt>
                <c:pt idx="4152">
                  <c:v>43889</c:v>
                </c:pt>
                <c:pt idx="4153">
                  <c:v>43892</c:v>
                </c:pt>
                <c:pt idx="4154">
                  <c:v>43893</c:v>
                </c:pt>
                <c:pt idx="4155">
                  <c:v>43894</c:v>
                </c:pt>
                <c:pt idx="4156">
                  <c:v>43895</c:v>
                </c:pt>
                <c:pt idx="4157">
                  <c:v>43896</c:v>
                </c:pt>
                <c:pt idx="4158">
                  <c:v>43899</c:v>
                </c:pt>
                <c:pt idx="4159">
                  <c:v>43900</c:v>
                </c:pt>
                <c:pt idx="4160">
                  <c:v>43901</c:v>
                </c:pt>
                <c:pt idx="4161">
                  <c:v>43902</c:v>
                </c:pt>
                <c:pt idx="4162">
                  <c:v>43903</c:v>
                </c:pt>
                <c:pt idx="4163">
                  <c:v>43906</c:v>
                </c:pt>
                <c:pt idx="4164">
                  <c:v>43907</c:v>
                </c:pt>
                <c:pt idx="4165">
                  <c:v>43908</c:v>
                </c:pt>
                <c:pt idx="4166">
                  <c:v>43909</c:v>
                </c:pt>
                <c:pt idx="4167">
                  <c:v>43910</c:v>
                </c:pt>
                <c:pt idx="4168">
                  <c:v>43913</c:v>
                </c:pt>
                <c:pt idx="4169">
                  <c:v>43914</c:v>
                </c:pt>
                <c:pt idx="4170">
                  <c:v>43915</c:v>
                </c:pt>
                <c:pt idx="4171">
                  <c:v>43916</c:v>
                </c:pt>
                <c:pt idx="4172">
                  <c:v>43917</c:v>
                </c:pt>
                <c:pt idx="4173">
                  <c:v>43920</c:v>
                </c:pt>
                <c:pt idx="4174">
                  <c:v>43921</c:v>
                </c:pt>
                <c:pt idx="4175">
                  <c:v>43922</c:v>
                </c:pt>
                <c:pt idx="4176">
                  <c:v>43923</c:v>
                </c:pt>
                <c:pt idx="4177">
                  <c:v>43924</c:v>
                </c:pt>
                <c:pt idx="4178">
                  <c:v>43927</c:v>
                </c:pt>
                <c:pt idx="4179">
                  <c:v>43928</c:v>
                </c:pt>
                <c:pt idx="4180">
                  <c:v>43929</c:v>
                </c:pt>
                <c:pt idx="4181">
                  <c:v>43930</c:v>
                </c:pt>
                <c:pt idx="4182">
                  <c:v>43931</c:v>
                </c:pt>
                <c:pt idx="4183">
                  <c:v>43934</c:v>
                </c:pt>
                <c:pt idx="4184">
                  <c:v>43935</c:v>
                </c:pt>
                <c:pt idx="4185">
                  <c:v>43936</c:v>
                </c:pt>
                <c:pt idx="4186">
                  <c:v>43937</c:v>
                </c:pt>
                <c:pt idx="4187">
                  <c:v>43938</c:v>
                </c:pt>
                <c:pt idx="4188">
                  <c:v>43941</c:v>
                </c:pt>
                <c:pt idx="4189">
                  <c:v>43942</c:v>
                </c:pt>
                <c:pt idx="4190">
                  <c:v>43943</c:v>
                </c:pt>
                <c:pt idx="4191">
                  <c:v>43944</c:v>
                </c:pt>
                <c:pt idx="4192">
                  <c:v>43945</c:v>
                </c:pt>
                <c:pt idx="4193">
                  <c:v>43948</c:v>
                </c:pt>
                <c:pt idx="4194">
                  <c:v>43949</c:v>
                </c:pt>
                <c:pt idx="4195">
                  <c:v>43950</c:v>
                </c:pt>
                <c:pt idx="4196">
                  <c:v>43951</c:v>
                </c:pt>
                <c:pt idx="4197">
                  <c:v>43952</c:v>
                </c:pt>
                <c:pt idx="4198">
                  <c:v>43955</c:v>
                </c:pt>
                <c:pt idx="4199">
                  <c:v>43956</c:v>
                </c:pt>
                <c:pt idx="4200">
                  <c:v>43957</c:v>
                </c:pt>
                <c:pt idx="4201">
                  <c:v>43958</c:v>
                </c:pt>
                <c:pt idx="4202">
                  <c:v>43959</c:v>
                </c:pt>
                <c:pt idx="4203">
                  <c:v>43962</c:v>
                </c:pt>
                <c:pt idx="4204">
                  <c:v>43963</c:v>
                </c:pt>
                <c:pt idx="4205">
                  <c:v>43964</c:v>
                </c:pt>
                <c:pt idx="4206">
                  <c:v>43965</c:v>
                </c:pt>
                <c:pt idx="4207">
                  <c:v>43966</c:v>
                </c:pt>
                <c:pt idx="4208">
                  <c:v>43969</c:v>
                </c:pt>
                <c:pt idx="4209">
                  <c:v>43970</c:v>
                </c:pt>
                <c:pt idx="4210">
                  <c:v>43971</c:v>
                </c:pt>
                <c:pt idx="4211">
                  <c:v>43972</c:v>
                </c:pt>
                <c:pt idx="4212">
                  <c:v>43973</c:v>
                </c:pt>
                <c:pt idx="4213">
                  <c:v>43976</c:v>
                </c:pt>
                <c:pt idx="4214">
                  <c:v>43977</c:v>
                </c:pt>
                <c:pt idx="4215">
                  <c:v>43978</c:v>
                </c:pt>
                <c:pt idx="4216">
                  <c:v>43979</c:v>
                </c:pt>
                <c:pt idx="4217">
                  <c:v>43980</c:v>
                </c:pt>
                <c:pt idx="4218">
                  <c:v>43983</c:v>
                </c:pt>
                <c:pt idx="4219">
                  <c:v>43984</c:v>
                </c:pt>
                <c:pt idx="4220">
                  <c:v>43985</c:v>
                </c:pt>
                <c:pt idx="4221">
                  <c:v>43986</c:v>
                </c:pt>
                <c:pt idx="4222">
                  <c:v>43987</c:v>
                </c:pt>
                <c:pt idx="4223">
                  <c:v>43990</c:v>
                </c:pt>
                <c:pt idx="4224">
                  <c:v>43991</c:v>
                </c:pt>
                <c:pt idx="4225">
                  <c:v>43992</c:v>
                </c:pt>
                <c:pt idx="4226">
                  <c:v>43993</c:v>
                </c:pt>
                <c:pt idx="4227">
                  <c:v>43994</c:v>
                </c:pt>
                <c:pt idx="4228">
                  <c:v>43997</c:v>
                </c:pt>
                <c:pt idx="4229">
                  <c:v>43998</c:v>
                </c:pt>
                <c:pt idx="4230">
                  <c:v>43999</c:v>
                </c:pt>
                <c:pt idx="4231">
                  <c:v>44000</c:v>
                </c:pt>
                <c:pt idx="4232">
                  <c:v>44001</c:v>
                </c:pt>
                <c:pt idx="4233">
                  <c:v>44004</c:v>
                </c:pt>
                <c:pt idx="4234">
                  <c:v>44005</c:v>
                </c:pt>
                <c:pt idx="4235">
                  <c:v>44006</c:v>
                </c:pt>
                <c:pt idx="4236">
                  <c:v>44007</c:v>
                </c:pt>
                <c:pt idx="4237">
                  <c:v>44008</c:v>
                </c:pt>
                <c:pt idx="4238">
                  <c:v>44011</c:v>
                </c:pt>
                <c:pt idx="4239">
                  <c:v>44012</c:v>
                </c:pt>
                <c:pt idx="4240">
                  <c:v>44013</c:v>
                </c:pt>
                <c:pt idx="4241">
                  <c:v>44014</c:v>
                </c:pt>
                <c:pt idx="4242">
                  <c:v>44015</c:v>
                </c:pt>
                <c:pt idx="4243">
                  <c:v>44018</c:v>
                </c:pt>
                <c:pt idx="4244">
                  <c:v>44019</c:v>
                </c:pt>
                <c:pt idx="4245">
                  <c:v>44020</c:v>
                </c:pt>
                <c:pt idx="4246">
                  <c:v>44021</c:v>
                </c:pt>
                <c:pt idx="4247">
                  <c:v>44022</c:v>
                </c:pt>
                <c:pt idx="4248">
                  <c:v>44025</c:v>
                </c:pt>
                <c:pt idx="4249">
                  <c:v>44026</c:v>
                </c:pt>
                <c:pt idx="4250">
                  <c:v>44027</c:v>
                </c:pt>
                <c:pt idx="4251">
                  <c:v>44028</c:v>
                </c:pt>
                <c:pt idx="4252">
                  <c:v>44029</c:v>
                </c:pt>
                <c:pt idx="4253">
                  <c:v>44032</c:v>
                </c:pt>
                <c:pt idx="4254">
                  <c:v>44033</c:v>
                </c:pt>
                <c:pt idx="4255">
                  <c:v>44034</c:v>
                </c:pt>
                <c:pt idx="4256">
                  <c:v>44035</c:v>
                </c:pt>
                <c:pt idx="4257">
                  <c:v>44036</c:v>
                </c:pt>
                <c:pt idx="4258">
                  <c:v>44039</c:v>
                </c:pt>
                <c:pt idx="4259">
                  <c:v>44040</c:v>
                </c:pt>
                <c:pt idx="4260">
                  <c:v>44041</c:v>
                </c:pt>
                <c:pt idx="4261">
                  <c:v>44042</c:v>
                </c:pt>
                <c:pt idx="4262">
                  <c:v>44043</c:v>
                </c:pt>
                <c:pt idx="4263">
                  <c:v>44046</c:v>
                </c:pt>
                <c:pt idx="4264">
                  <c:v>44047</c:v>
                </c:pt>
                <c:pt idx="4265">
                  <c:v>44048</c:v>
                </c:pt>
                <c:pt idx="4266">
                  <c:v>44049</c:v>
                </c:pt>
                <c:pt idx="4267">
                  <c:v>44050</c:v>
                </c:pt>
                <c:pt idx="4268">
                  <c:v>44053</c:v>
                </c:pt>
                <c:pt idx="4269">
                  <c:v>44054</c:v>
                </c:pt>
                <c:pt idx="4270">
                  <c:v>44055</c:v>
                </c:pt>
                <c:pt idx="4271">
                  <c:v>44056</c:v>
                </c:pt>
                <c:pt idx="4272">
                  <c:v>44057</c:v>
                </c:pt>
                <c:pt idx="4273">
                  <c:v>44060</c:v>
                </c:pt>
                <c:pt idx="4274">
                  <c:v>44061</c:v>
                </c:pt>
                <c:pt idx="4275">
                  <c:v>44062</c:v>
                </c:pt>
                <c:pt idx="4276">
                  <c:v>44063</c:v>
                </c:pt>
                <c:pt idx="4277">
                  <c:v>44064</c:v>
                </c:pt>
                <c:pt idx="4278">
                  <c:v>44067</c:v>
                </c:pt>
                <c:pt idx="4279">
                  <c:v>44068</c:v>
                </c:pt>
                <c:pt idx="4280">
                  <c:v>44069</c:v>
                </c:pt>
                <c:pt idx="4281">
                  <c:v>44070</c:v>
                </c:pt>
                <c:pt idx="4282">
                  <c:v>44071</c:v>
                </c:pt>
                <c:pt idx="4283">
                  <c:v>44074</c:v>
                </c:pt>
                <c:pt idx="4284">
                  <c:v>44075</c:v>
                </c:pt>
                <c:pt idx="4285">
                  <c:v>44076</c:v>
                </c:pt>
                <c:pt idx="4286">
                  <c:v>44077</c:v>
                </c:pt>
                <c:pt idx="4287">
                  <c:v>44078</c:v>
                </c:pt>
                <c:pt idx="4288">
                  <c:v>44081</c:v>
                </c:pt>
                <c:pt idx="4289">
                  <c:v>44082</c:v>
                </c:pt>
                <c:pt idx="4290">
                  <c:v>44083</c:v>
                </c:pt>
                <c:pt idx="4291">
                  <c:v>44084</c:v>
                </c:pt>
                <c:pt idx="4292">
                  <c:v>44085</c:v>
                </c:pt>
                <c:pt idx="4293">
                  <c:v>44088</c:v>
                </c:pt>
                <c:pt idx="4294">
                  <c:v>44089</c:v>
                </c:pt>
                <c:pt idx="4295">
                  <c:v>44090</c:v>
                </c:pt>
                <c:pt idx="4296">
                  <c:v>44091</c:v>
                </c:pt>
                <c:pt idx="4297">
                  <c:v>44092</c:v>
                </c:pt>
                <c:pt idx="4298">
                  <c:v>44095</c:v>
                </c:pt>
                <c:pt idx="4299">
                  <c:v>44096</c:v>
                </c:pt>
                <c:pt idx="4300">
                  <c:v>44097</c:v>
                </c:pt>
                <c:pt idx="4301">
                  <c:v>44098</c:v>
                </c:pt>
                <c:pt idx="4302">
                  <c:v>44099</c:v>
                </c:pt>
                <c:pt idx="4303">
                  <c:v>44102</c:v>
                </c:pt>
                <c:pt idx="4304">
                  <c:v>44103</c:v>
                </c:pt>
                <c:pt idx="4305">
                  <c:v>44104</c:v>
                </c:pt>
                <c:pt idx="4306">
                  <c:v>44105</c:v>
                </c:pt>
                <c:pt idx="4307">
                  <c:v>44106</c:v>
                </c:pt>
                <c:pt idx="4308">
                  <c:v>44109</c:v>
                </c:pt>
                <c:pt idx="4309">
                  <c:v>44110</c:v>
                </c:pt>
                <c:pt idx="4310">
                  <c:v>44111</c:v>
                </c:pt>
                <c:pt idx="4311">
                  <c:v>44112</c:v>
                </c:pt>
                <c:pt idx="4312">
                  <c:v>44113</c:v>
                </c:pt>
                <c:pt idx="4313">
                  <c:v>44116</c:v>
                </c:pt>
                <c:pt idx="4314">
                  <c:v>44117</c:v>
                </c:pt>
                <c:pt idx="4315">
                  <c:v>44118</c:v>
                </c:pt>
                <c:pt idx="4316">
                  <c:v>44119</c:v>
                </c:pt>
                <c:pt idx="4317">
                  <c:v>44120</c:v>
                </c:pt>
                <c:pt idx="4318">
                  <c:v>44123</c:v>
                </c:pt>
                <c:pt idx="4319">
                  <c:v>44124</c:v>
                </c:pt>
                <c:pt idx="4320">
                  <c:v>44125</c:v>
                </c:pt>
                <c:pt idx="4321">
                  <c:v>44126</c:v>
                </c:pt>
                <c:pt idx="4322">
                  <c:v>44127</c:v>
                </c:pt>
                <c:pt idx="4323">
                  <c:v>44130</c:v>
                </c:pt>
                <c:pt idx="4324">
                  <c:v>44131</c:v>
                </c:pt>
                <c:pt idx="4325">
                  <c:v>44132</c:v>
                </c:pt>
                <c:pt idx="4326">
                  <c:v>44133</c:v>
                </c:pt>
                <c:pt idx="4327">
                  <c:v>44134</c:v>
                </c:pt>
                <c:pt idx="4328">
                  <c:v>44137</c:v>
                </c:pt>
                <c:pt idx="4329">
                  <c:v>44138</c:v>
                </c:pt>
                <c:pt idx="4330">
                  <c:v>44139</c:v>
                </c:pt>
                <c:pt idx="4331">
                  <c:v>44140</c:v>
                </c:pt>
                <c:pt idx="4332">
                  <c:v>44141</c:v>
                </c:pt>
                <c:pt idx="4333">
                  <c:v>44144</c:v>
                </c:pt>
                <c:pt idx="4334">
                  <c:v>44145</c:v>
                </c:pt>
                <c:pt idx="4335">
                  <c:v>44146</c:v>
                </c:pt>
                <c:pt idx="4336">
                  <c:v>44147</c:v>
                </c:pt>
                <c:pt idx="4337">
                  <c:v>44148</c:v>
                </c:pt>
                <c:pt idx="4338">
                  <c:v>44151</c:v>
                </c:pt>
                <c:pt idx="4339">
                  <c:v>44152</c:v>
                </c:pt>
                <c:pt idx="4340">
                  <c:v>44153</c:v>
                </c:pt>
                <c:pt idx="4341">
                  <c:v>44154</c:v>
                </c:pt>
                <c:pt idx="4342">
                  <c:v>44155</c:v>
                </c:pt>
                <c:pt idx="4343">
                  <c:v>44158</c:v>
                </c:pt>
                <c:pt idx="4344">
                  <c:v>44159</c:v>
                </c:pt>
                <c:pt idx="4345">
                  <c:v>44160</c:v>
                </c:pt>
                <c:pt idx="4346">
                  <c:v>44161</c:v>
                </c:pt>
                <c:pt idx="4347">
                  <c:v>44162</c:v>
                </c:pt>
                <c:pt idx="4348">
                  <c:v>44165</c:v>
                </c:pt>
                <c:pt idx="4349">
                  <c:v>44166</c:v>
                </c:pt>
                <c:pt idx="4350">
                  <c:v>44167</c:v>
                </c:pt>
                <c:pt idx="4351">
                  <c:v>44168</c:v>
                </c:pt>
                <c:pt idx="4352">
                  <c:v>44169</c:v>
                </c:pt>
                <c:pt idx="4353">
                  <c:v>44172</c:v>
                </c:pt>
                <c:pt idx="4354">
                  <c:v>44173</c:v>
                </c:pt>
                <c:pt idx="4355">
                  <c:v>44174</c:v>
                </c:pt>
                <c:pt idx="4356">
                  <c:v>44175</c:v>
                </c:pt>
                <c:pt idx="4357">
                  <c:v>44176</c:v>
                </c:pt>
                <c:pt idx="4358">
                  <c:v>44179</c:v>
                </c:pt>
                <c:pt idx="4359">
                  <c:v>44180</c:v>
                </c:pt>
                <c:pt idx="4360">
                  <c:v>44181</c:v>
                </c:pt>
                <c:pt idx="4361">
                  <c:v>44182</c:v>
                </c:pt>
                <c:pt idx="4362">
                  <c:v>44183</c:v>
                </c:pt>
                <c:pt idx="4363">
                  <c:v>44186</c:v>
                </c:pt>
                <c:pt idx="4364">
                  <c:v>44187</c:v>
                </c:pt>
                <c:pt idx="4365">
                  <c:v>44188</c:v>
                </c:pt>
                <c:pt idx="4366">
                  <c:v>44189</c:v>
                </c:pt>
                <c:pt idx="4367">
                  <c:v>44190</c:v>
                </c:pt>
                <c:pt idx="4368">
                  <c:v>44193</c:v>
                </c:pt>
                <c:pt idx="4369">
                  <c:v>44194</c:v>
                </c:pt>
                <c:pt idx="4370">
                  <c:v>44195</c:v>
                </c:pt>
                <c:pt idx="4371">
                  <c:v>44196</c:v>
                </c:pt>
                <c:pt idx="4372">
                  <c:v>44197</c:v>
                </c:pt>
                <c:pt idx="4373">
                  <c:v>44200</c:v>
                </c:pt>
                <c:pt idx="4374">
                  <c:v>44201</c:v>
                </c:pt>
                <c:pt idx="4375">
                  <c:v>44202</c:v>
                </c:pt>
                <c:pt idx="4376">
                  <c:v>44203</c:v>
                </c:pt>
                <c:pt idx="4377">
                  <c:v>44204</c:v>
                </c:pt>
                <c:pt idx="4378">
                  <c:v>44207</c:v>
                </c:pt>
                <c:pt idx="4379">
                  <c:v>44208</c:v>
                </c:pt>
                <c:pt idx="4380">
                  <c:v>44209</c:v>
                </c:pt>
                <c:pt idx="4381">
                  <c:v>44210</c:v>
                </c:pt>
                <c:pt idx="4382">
                  <c:v>44211</c:v>
                </c:pt>
                <c:pt idx="4383">
                  <c:v>44214</c:v>
                </c:pt>
                <c:pt idx="4384">
                  <c:v>44215</c:v>
                </c:pt>
                <c:pt idx="4385">
                  <c:v>44216</c:v>
                </c:pt>
                <c:pt idx="4386">
                  <c:v>44217</c:v>
                </c:pt>
                <c:pt idx="4387">
                  <c:v>44218</c:v>
                </c:pt>
                <c:pt idx="4388">
                  <c:v>44221</c:v>
                </c:pt>
                <c:pt idx="4389">
                  <c:v>44222</c:v>
                </c:pt>
                <c:pt idx="4390">
                  <c:v>44223</c:v>
                </c:pt>
                <c:pt idx="4391">
                  <c:v>44224</c:v>
                </c:pt>
                <c:pt idx="4392">
                  <c:v>44225</c:v>
                </c:pt>
                <c:pt idx="4393">
                  <c:v>44228</c:v>
                </c:pt>
                <c:pt idx="4394">
                  <c:v>44229</c:v>
                </c:pt>
                <c:pt idx="4395">
                  <c:v>44230</c:v>
                </c:pt>
                <c:pt idx="4396">
                  <c:v>44231</c:v>
                </c:pt>
                <c:pt idx="4397">
                  <c:v>44232</c:v>
                </c:pt>
                <c:pt idx="4398">
                  <c:v>44235</c:v>
                </c:pt>
                <c:pt idx="4399">
                  <c:v>44236</c:v>
                </c:pt>
                <c:pt idx="4400">
                  <c:v>44237</c:v>
                </c:pt>
                <c:pt idx="4401">
                  <c:v>44238</c:v>
                </c:pt>
                <c:pt idx="4402">
                  <c:v>44239</c:v>
                </c:pt>
                <c:pt idx="4403">
                  <c:v>44242</c:v>
                </c:pt>
                <c:pt idx="4404">
                  <c:v>44243</c:v>
                </c:pt>
                <c:pt idx="4405">
                  <c:v>44244</c:v>
                </c:pt>
                <c:pt idx="4406">
                  <c:v>44245</c:v>
                </c:pt>
                <c:pt idx="4407">
                  <c:v>44246</c:v>
                </c:pt>
                <c:pt idx="4408">
                  <c:v>44249</c:v>
                </c:pt>
                <c:pt idx="4409">
                  <c:v>44250</c:v>
                </c:pt>
                <c:pt idx="4410">
                  <c:v>44251</c:v>
                </c:pt>
                <c:pt idx="4411">
                  <c:v>44252</c:v>
                </c:pt>
                <c:pt idx="4412">
                  <c:v>44253</c:v>
                </c:pt>
                <c:pt idx="4413">
                  <c:v>44256</c:v>
                </c:pt>
                <c:pt idx="4414">
                  <c:v>44257</c:v>
                </c:pt>
                <c:pt idx="4415">
                  <c:v>44258</c:v>
                </c:pt>
                <c:pt idx="4416">
                  <c:v>44259</c:v>
                </c:pt>
                <c:pt idx="4417">
                  <c:v>44260</c:v>
                </c:pt>
                <c:pt idx="4418">
                  <c:v>44263</c:v>
                </c:pt>
                <c:pt idx="4419">
                  <c:v>44264</c:v>
                </c:pt>
                <c:pt idx="4420">
                  <c:v>44265</c:v>
                </c:pt>
                <c:pt idx="4421">
                  <c:v>44266</c:v>
                </c:pt>
                <c:pt idx="4422">
                  <c:v>44267</c:v>
                </c:pt>
                <c:pt idx="4423">
                  <c:v>44270</c:v>
                </c:pt>
                <c:pt idx="4424">
                  <c:v>44271</c:v>
                </c:pt>
                <c:pt idx="4425">
                  <c:v>44272</c:v>
                </c:pt>
                <c:pt idx="4426">
                  <c:v>44273</c:v>
                </c:pt>
                <c:pt idx="4427">
                  <c:v>44274</c:v>
                </c:pt>
                <c:pt idx="4428">
                  <c:v>44277</c:v>
                </c:pt>
                <c:pt idx="4429">
                  <c:v>44278</c:v>
                </c:pt>
                <c:pt idx="4430">
                  <c:v>44279</c:v>
                </c:pt>
                <c:pt idx="4431">
                  <c:v>44280</c:v>
                </c:pt>
                <c:pt idx="4432">
                  <c:v>44281</c:v>
                </c:pt>
                <c:pt idx="4433">
                  <c:v>44284</c:v>
                </c:pt>
                <c:pt idx="4434">
                  <c:v>44285</c:v>
                </c:pt>
                <c:pt idx="4435">
                  <c:v>44286</c:v>
                </c:pt>
                <c:pt idx="4436">
                  <c:v>44287</c:v>
                </c:pt>
                <c:pt idx="4437">
                  <c:v>44288</c:v>
                </c:pt>
                <c:pt idx="4438">
                  <c:v>44291</c:v>
                </c:pt>
                <c:pt idx="4439">
                  <c:v>44292</c:v>
                </c:pt>
                <c:pt idx="4440">
                  <c:v>44293</c:v>
                </c:pt>
                <c:pt idx="4441">
                  <c:v>44294</c:v>
                </c:pt>
                <c:pt idx="4442">
                  <c:v>44295</c:v>
                </c:pt>
                <c:pt idx="4443">
                  <c:v>44298</c:v>
                </c:pt>
                <c:pt idx="4444">
                  <c:v>44299</c:v>
                </c:pt>
                <c:pt idx="4445">
                  <c:v>44300</c:v>
                </c:pt>
                <c:pt idx="4446">
                  <c:v>44301</c:v>
                </c:pt>
                <c:pt idx="4447">
                  <c:v>44302</c:v>
                </c:pt>
                <c:pt idx="4448">
                  <c:v>44305</c:v>
                </c:pt>
                <c:pt idx="4449">
                  <c:v>44306</c:v>
                </c:pt>
                <c:pt idx="4450">
                  <c:v>44307</c:v>
                </c:pt>
                <c:pt idx="4451">
                  <c:v>44308</c:v>
                </c:pt>
                <c:pt idx="4452">
                  <c:v>44309</c:v>
                </c:pt>
                <c:pt idx="4453">
                  <c:v>44312</c:v>
                </c:pt>
                <c:pt idx="4454">
                  <c:v>44313</c:v>
                </c:pt>
                <c:pt idx="4455">
                  <c:v>44314</c:v>
                </c:pt>
                <c:pt idx="4456">
                  <c:v>44315</c:v>
                </c:pt>
                <c:pt idx="4457">
                  <c:v>44316</c:v>
                </c:pt>
                <c:pt idx="4458">
                  <c:v>44319</c:v>
                </c:pt>
                <c:pt idx="4459">
                  <c:v>44320</c:v>
                </c:pt>
                <c:pt idx="4460">
                  <c:v>44321</c:v>
                </c:pt>
                <c:pt idx="4461">
                  <c:v>44322</c:v>
                </c:pt>
                <c:pt idx="4462">
                  <c:v>44323</c:v>
                </c:pt>
                <c:pt idx="4463">
                  <c:v>44326</c:v>
                </c:pt>
                <c:pt idx="4464">
                  <c:v>44327</c:v>
                </c:pt>
                <c:pt idx="4465">
                  <c:v>44328</c:v>
                </c:pt>
                <c:pt idx="4466">
                  <c:v>44329</c:v>
                </c:pt>
                <c:pt idx="4467">
                  <c:v>44330</c:v>
                </c:pt>
                <c:pt idx="4468">
                  <c:v>44333</c:v>
                </c:pt>
                <c:pt idx="4469">
                  <c:v>44334</c:v>
                </c:pt>
                <c:pt idx="4470">
                  <c:v>44335</c:v>
                </c:pt>
                <c:pt idx="4471">
                  <c:v>44336</c:v>
                </c:pt>
                <c:pt idx="4472">
                  <c:v>44337</c:v>
                </c:pt>
                <c:pt idx="4473">
                  <c:v>44340</c:v>
                </c:pt>
                <c:pt idx="4474">
                  <c:v>44341</c:v>
                </c:pt>
                <c:pt idx="4475">
                  <c:v>44342</c:v>
                </c:pt>
                <c:pt idx="4476">
                  <c:v>44343</c:v>
                </c:pt>
                <c:pt idx="4477">
                  <c:v>44344</c:v>
                </c:pt>
                <c:pt idx="4478">
                  <c:v>44347</c:v>
                </c:pt>
                <c:pt idx="4479">
                  <c:v>44348</c:v>
                </c:pt>
                <c:pt idx="4480">
                  <c:v>44349</c:v>
                </c:pt>
                <c:pt idx="4481">
                  <c:v>44350</c:v>
                </c:pt>
                <c:pt idx="4482">
                  <c:v>44351</c:v>
                </c:pt>
                <c:pt idx="4483">
                  <c:v>44354</c:v>
                </c:pt>
                <c:pt idx="4484">
                  <c:v>44355</c:v>
                </c:pt>
                <c:pt idx="4485">
                  <c:v>44356</c:v>
                </c:pt>
                <c:pt idx="4486">
                  <c:v>44357</c:v>
                </c:pt>
                <c:pt idx="4487">
                  <c:v>44358</c:v>
                </c:pt>
                <c:pt idx="4488">
                  <c:v>44361</c:v>
                </c:pt>
                <c:pt idx="4489">
                  <c:v>44362</c:v>
                </c:pt>
                <c:pt idx="4490">
                  <c:v>44363</c:v>
                </c:pt>
                <c:pt idx="4491">
                  <c:v>44364</c:v>
                </c:pt>
                <c:pt idx="4492">
                  <c:v>44365</c:v>
                </c:pt>
                <c:pt idx="4493">
                  <c:v>44368</c:v>
                </c:pt>
                <c:pt idx="4494">
                  <c:v>44369</c:v>
                </c:pt>
                <c:pt idx="4495">
                  <c:v>44370</c:v>
                </c:pt>
                <c:pt idx="4496">
                  <c:v>44371</c:v>
                </c:pt>
                <c:pt idx="4497">
                  <c:v>44372</c:v>
                </c:pt>
                <c:pt idx="4498">
                  <c:v>44375</c:v>
                </c:pt>
                <c:pt idx="4499">
                  <c:v>44376</c:v>
                </c:pt>
                <c:pt idx="4500">
                  <c:v>44377</c:v>
                </c:pt>
                <c:pt idx="4501">
                  <c:v>44378</c:v>
                </c:pt>
                <c:pt idx="4502">
                  <c:v>44379</c:v>
                </c:pt>
                <c:pt idx="4503">
                  <c:v>44382</c:v>
                </c:pt>
                <c:pt idx="4504">
                  <c:v>44383</c:v>
                </c:pt>
                <c:pt idx="4505">
                  <c:v>44384</c:v>
                </c:pt>
                <c:pt idx="4506">
                  <c:v>44385</c:v>
                </c:pt>
                <c:pt idx="4507">
                  <c:v>44386</c:v>
                </c:pt>
                <c:pt idx="4508">
                  <c:v>44389</c:v>
                </c:pt>
                <c:pt idx="4509">
                  <c:v>44390</c:v>
                </c:pt>
                <c:pt idx="4510">
                  <c:v>44391</c:v>
                </c:pt>
                <c:pt idx="4511">
                  <c:v>44392</c:v>
                </c:pt>
                <c:pt idx="4512">
                  <c:v>44393</c:v>
                </c:pt>
                <c:pt idx="4513">
                  <c:v>44396</c:v>
                </c:pt>
                <c:pt idx="4514">
                  <c:v>44397</c:v>
                </c:pt>
                <c:pt idx="4515">
                  <c:v>44398</c:v>
                </c:pt>
                <c:pt idx="4516">
                  <c:v>44399</c:v>
                </c:pt>
                <c:pt idx="4517">
                  <c:v>44400</c:v>
                </c:pt>
                <c:pt idx="4518">
                  <c:v>44403</c:v>
                </c:pt>
                <c:pt idx="4519">
                  <c:v>44404</c:v>
                </c:pt>
                <c:pt idx="4520">
                  <c:v>44405</c:v>
                </c:pt>
                <c:pt idx="4521">
                  <c:v>44406</c:v>
                </c:pt>
                <c:pt idx="4522">
                  <c:v>44407</c:v>
                </c:pt>
                <c:pt idx="4523">
                  <c:v>44410</c:v>
                </c:pt>
                <c:pt idx="4524">
                  <c:v>44411</c:v>
                </c:pt>
                <c:pt idx="4525">
                  <c:v>44412</c:v>
                </c:pt>
                <c:pt idx="4526">
                  <c:v>44413</c:v>
                </c:pt>
                <c:pt idx="4527">
                  <c:v>44414</c:v>
                </c:pt>
                <c:pt idx="4528">
                  <c:v>44417</c:v>
                </c:pt>
                <c:pt idx="4529">
                  <c:v>44418</c:v>
                </c:pt>
                <c:pt idx="4530">
                  <c:v>44419</c:v>
                </c:pt>
                <c:pt idx="4531">
                  <c:v>44420</c:v>
                </c:pt>
                <c:pt idx="4532">
                  <c:v>44421</c:v>
                </c:pt>
                <c:pt idx="4533">
                  <c:v>44424</c:v>
                </c:pt>
                <c:pt idx="4534">
                  <c:v>44425</c:v>
                </c:pt>
                <c:pt idx="4535">
                  <c:v>44426</c:v>
                </c:pt>
                <c:pt idx="4536">
                  <c:v>44427</c:v>
                </c:pt>
                <c:pt idx="4537">
                  <c:v>44428</c:v>
                </c:pt>
                <c:pt idx="4538">
                  <c:v>44431</c:v>
                </c:pt>
                <c:pt idx="4539">
                  <c:v>44432</c:v>
                </c:pt>
                <c:pt idx="4540">
                  <c:v>44433</c:v>
                </c:pt>
                <c:pt idx="4541">
                  <c:v>44434</c:v>
                </c:pt>
                <c:pt idx="4542">
                  <c:v>44435</c:v>
                </c:pt>
                <c:pt idx="4543">
                  <c:v>44438</c:v>
                </c:pt>
                <c:pt idx="4544">
                  <c:v>44439</c:v>
                </c:pt>
                <c:pt idx="4545">
                  <c:v>44440</c:v>
                </c:pt>
                <c:pt idx="4546">
                  <c:v>44441</c:v>
                </c:pt>
                <c:pt idx="4547">
                  <c:v>44442</c:v>
                </c:pt>
                <c:pt idx="4548">
                  <c:v>44445</c:v>
                </c:pt>
                <c:pt idx="4549">
                  <c:v>44446</c:v>
                </c:pt>
                <c:pt idx="4550">
                  <c:v>44447</c:v>
                </c:pt>
                <c:pt idx="4551">
                  <c:v>44448</c:v>
                </c:pt>
                <c:pt idx="4552">
                  <c:v>44449</c:v>
                </c:pt>
                <c:pt idx="4553">
                  <c:v>44452</c:v>
                </c:pt>
                <c:pt idx="4554">
                  <c:v>44453</c:v>
                </c:pt>
                <c:pt idx="4555">
                  <c:v>44454</c:v>
                </c:pt>
                <c:pt idx="4556">
                  <c:v>44455</c:v>
                </c:pt>
                <c:pt idx="4557">
                  <c:v>44456</c:v>
                </c:pt>
                <c:pt idx="4558">
                  <c:v>44459</c:v>
                </c:pt>
                <c:pt idx="4559">
                  <c:v>44460</c:v>
                </c:pt>
                <c:pt idx="4560">
                  <c:v>44461</c:v>
                </c:pt>
                <c:pt idx="4561">
                  <c:v>44462</c:v>
                </c:pt>
                <c:pt idx="4562">
                  <c:v>44463</c:v>
                </c:pt>
                <c:pt idx="4563">
                  <c:v>44466</c:v>
                </c:pt>
                <c:pt idx="4564">
                  <c:v>44467</c:v>
                </c:pt>
                <c:pt idx="4565">
                  <c:v>44468</c:v>
                </c:pt>
                <c:pt idx="4566">
                  <c:v>44469</c:v>
                </c:pt>
                <c:pt idx="4567">
                  <c:v>44470</c:v>
                </c:pt>
                <c:pt idx="4568">
                  <c:v>44473</c:v>
                </c:pt>
                <c:pt idx="4569">
                  <c:v>44474</c:v>
                </c:pt>
                <c:pt idx="4570">
                  <c:v>44475</c:v>
                </c:pt>
                <c:pt idx="4571">
                  <c:v>44476</c:v>
                </c:pt>
                <c:pt idx="4572">
                  <c:v>44477</c:v>
                </c:pt>
                <c:pt idx="4573">
                  <c:v>44480</c:v>
                </c:pt>
                <c:pt idx="4574">
                  <c:v>44481</c:v>
                </c:pt>
                <c:pt idx="4575">
                  <c:v>44482</c:v>
                </c:pt>
                <c:pt idx="4576">
                  <c:v>44483</c:v>
                </c:pt>
                <c:pt idx="4577">
                  <c:v>44484</c:v>
                </c:pt>
                <c:pt idx="4578">
                  <c:v>44487</c:v>
                </c:pt>
                <c:pt idx="4579">
                  <c:v>44488</c:v>
                </c:pt>
                <c:pt idx="4580">
                  <c:v>44489</c:v>
                </c:pt>
                <c:pt idx="4581">
                  <c:v>44490</c:v>
                </c:pt>
                <c:pt idx="4582">
                  <c:v>44491</c:v>
                </c:pt>
                <c:pt idx="4583">
                  <c:v>44494</c:v>
                </c:pt>
                <c:pt idx="4584">
                  <c:v>44495</c:v>
                </c:pt>
                <c:pt idx="4585">
                  <c:v>44496</c:v>
                </c:pt>
                <c:pt idx="4586">
                  <c:v>44497</c:v>
                </c:pt>
                <c:pt idx="4587">
                  <c:v>44498</c:v>
                </c:pt>
                <c:pt idx="4588">
                  <c:v>44501</c:v>
                </c:pt>
                <c:pt idx="4589">
                  <c:v>44502</c:v>
                </c:pt>
                <c:pt idx="4590">
                  <c:v>44503</c:v>
                </c:pt>
                <c:pt idx="4591">
                  <c:v>44504</c:v>
                </c:pt>
                <c:pt idx="4592">
                  <c:v>44505</c:v>
                </c:pt>
                <c:pt idx="4593">
                  <c:v>44508</c:v>
                </c:pt>
                <c:pt idx="4594">
                  <c:v>44509</c:v>
                </c:pt>
                <c:pt idx="4595">
                  <c:v>44510</c:v>
                </c:pt>
                <c:pt idx="4596">
                  <c:v>44511</c:v>
                </c:pt>
                <c:pt idx="4597">
                  <c:v>44512</c:v>
                </c:pt>
                <c:pt idx="4598">
                  <c:v>44515</c:v>
                </c:pt>
                <c:pt idx="4599">
                  <c:v>44516</c:v>
                </c:pt>
                <c:pt idx="4600">
                  <c:v>44517</c:v>
                </c:pt>
                <c:pt idx="4601">
                  <c:v>44518</c:v>
                </c:pt>
                <c:pt idx="4602">
                  <c:v>44519</c:v>
                </c:pt>
                <c:pt idx="4603">
                  <c:v>44522</c:v>
                </c:pt>
                <c:pt idx="4604">
                  <c:v>44523</c:v>
                </c:pt>
                <c:pt idx="4605">
                  <c:v>44524</c:v>
                </c:pt>
                <c:pt idx="4606">
                  <c:v>44525</c:v>
                </c:pt>
                <c:pt idx="4607">
                  <c:v>44526</c:v>
                </c:pt>
                <c:pt idx="4608">
                  <c:v>44529</c:v>
                </c:pt>
                <c:pt idx="4609">
                  <c:v>44530</c:v>
                </c:pt>
                <c:pt idx="4610">
                  <c:v>44531</c:v>
                </c:pt>
                <c:pt idx="4611">
                  <c:v>44532</c:v>
                </c:pt>
                <c:pt idx="4612">
                  <c:v>44533</c:v>
                </c:pt>
                <c:pt idx="4613">
                  <c:v>44536</c:v>
                </c:pt>
                <c:pt idx="4614">
                  <c:v>44537</c:v>
                </c:pt>
                <c:pt idx="4615">
                  <c:v>44538</c:v>
                </c:pt>
                <c:pt idx="4616">
                  <c:v>44539</c:v>
                </c:pt>
                <c:pt idx="4617">
                  <c:v>44540</c:v>
                </c:pt>
                <c:pt idx="4618">
                  <c:v>44543</c:v>
                </c:pt>
                <c:pt idx="4619">
                  <c:v>44544</c:v>
                </c:pt>
                <c:pt idx="4620">
                  <c:v>44545</c:v>
                </c:pt>
                <c:pt idx="4621">
                  <c:v>44546</c:v>
                </c:pt>
                <c:pt idx="4622">
                  <c:v>44547</c:v>
                </c:pt>
                <c:pt idx="4623">
                  <c:v>44550</c:v>
                </c:pt>
                <c:pt idx="4624">
                  <c:v>44551</c:v>
                </c:pt>
                <c:pt idx="4625">
                  <c:v>44552</c:v>
                </c:pt>
                <c:pt idx="4626">
                  <c:v>44553</c:v>
                </c:pt>
                <c:pt idx="4627">
                  <c:v>44554</c:v>
                </c:pt>
                <c:pt idx="4628">
                  <c:v>44557</c:v>
                </c:pt>
                <c:pt idx="4629">
                  <c:v>44558</c:v>
                </c:pt>
                <c:pt idx="4630">
                  <c:v>44559</c:v>
                </c:pt>
                <c:pt idx="4631">
                  <c:v>44560</c:v>
                </c:pt>
                <c:pt idx="4632">
                  <c:v>44561</c:v>
                </c:pt>
                <c:pt idx="4633">
                  <c:v>44564</c:v>
                </c:pt>
                <c:pt idx="4634">
                  <c:v>44565</c:v>
                </c:pt>
                <c:pt idx="4635">
                  <c:v>44566</c:v>
                </c:pt>
                <c:pt idx="4636">
                  <c:v>44567</c:v>
                </c:pt>
                <c:pt idx="4637">
                  <c:v>44568</c:v>
                </c:pt>
                <c:pt idx="4638">
                  <c:v>44571</c:v>
                </c:pt>
                <c:pt idx="4639">
                  <c:v>44572</c:v>
                </c:pt>
                <c:pt idx="4640">
                  <c:v>44573</c:v>
                </c:pt>
                <c:pt idx="4641">
                  <c:v>44574</c:v>
                </c:pt>
                <c:pt idx="4642">
                  <c:v>44575</c:v>
                </c:pt>
                <c:pt idx="4643">
                  <c:v>44578</c:v>
                </c:pt>
                <c:pt idx="4644">
                  <c:v>44579</c:v>
                </c:pt>
                <c:pt idx="4645">
                  <c:v>44580</c:v>
                </c:pt>
                <c:pt idx="4646">
                  <c:v>44581</c:v>
                </c:pt>
                <c:pt idx="4647">
                  <c:v>44582</c:v>
                </c:pt>
                <c:pt idx="4648">
                  <c:v>44585</c:v>
                </c:pt>
                <c:pt idx="4649">
                  <c:v>44586</c:v>
                </c:pt>
                <c:pt idx="4650">
                  <c:v>44587</c:v>
                </c:pt>
                <c:pt idx="4651">
                  <c:v>44588</c:v>
                </c:pt>
                <c:pt idx="4652">
                  <c:v>44589</c:v>
                </c:pt>
                <c:pt idx="4653">
                  <c:v>44592</c:v>
                </c:pt>
                <c:pt idx="4654">
                  <c:v>44593</c:v>
                </c:pt>
                <c:pt idx="4655">
                  <c:v>44594</c:v>
                </c:pt>
                <c:pt idx="4656">
                  <c:v>44595</c:v>
                </c:pt>
                <c:pt idx="4657">
                  <c:v>44596</c:v>
                </c:pt>
                <c:pt idx="4658">
                  <c:v>44599</c:v>
                </c:pt>
                <c:pt idx="4659">
                  <c:v>44600</c:v>
                </c:pt>
                <c:pt idx="4660">
                  <c:v>44601</c:v>
                </c:pt>
                <c:pt idx="4661">
                  <c:v>44602</c:v>
                </c:pt>
                <c:pt idx="4662">
                  <c:v>44603</c:v>
                </c:pt>
                <c:pt idx="4663">
                  <c:v>44606</c:v>
                </c:pt>
                <c:pt idx="4664">
                  <c:v>44607</c:v>
                </c:pt>
                <c:pt idx="4665">
                  <c:v>44608</c:v>
                </c:pt>
                <c:pt idx="4666">
                  <c:v>44609</c:v>
                </c:pt>
                <c:pt idx="4667">
                  <c:v>44610</c:v>
                </c:pt>
                <c:pt idx="4668">
                  <c:v>44613</c:v>
                </c:pt>
                <c:pt idx="4669">
                  <c:v>44614</c:v>
                </c:pt>
                <c:pt idx="4670">
                  <c:v>44615</c:v>
                </c:pt>
                <c:pt idx="4671">
                  <c:v>44616</c:v>
                </c:pt>
                <c:pt idx="4672">
                  <c:v>44617</c:v>
                </c:pt>
                <c:pt idx="4673">
                  <c:v>44620</c:v>
                </c:pt>
                <c:pt idx="4674">
                  <c:v>44621</c:v>
                </c:pt>
                <c:pt idx="4675">
                  <c:v>44622</c:v>
                </c:pt>
                <c:pt idx="4676">
                  <c:v>44623</c:v>
                </c:pt>
                <c:pt idx="4677">
                  <c:v>44624</c:v>
                </c:pt>
                <c:pt idx="4678">
                  <c:v>44627</c:v>
                </c:pt>
                <c:pt idx="4679">
                  <c:v>44628</c:v>
                </c:pt>
                <c:pt idx="4680">
                  <c:v>44629</c:v>
                </c:pt>
                <c:pt idx="4681">
                  <c:v>44630</c:v>
                </c:pt>
                <c:pt idx="4682">
                  <c:v>44631</c:v>
                </c:pt>
                <c:pt idx="4683">
                  <c:v>44634</c:v>
                </c:pt>
                <c:pt idx="4684">
                  <c:v>44635</c:v>
                </c:pt>
                <c:pt idx="4685">
                  <c:v>44636</c:v>
                </c:pt>
                <c:pt idx="4686">
                  <c:v>44637</c:v>
                </c:pt>
                <c:pt idx="4687">
                  <c:v>44638</c:v>
                </c:pt>
                <c:pt idx="4688">
                  <c:v>44641</c:v>
                </c:pt>
                <c:pt idx="4689">
                  <c:v>44642</c:v>
                </c:pt>
                <c:pt idx="4690">
                  <c:v>44643</c:v>
                </c:pt>
                <c:pt idx="4691">
                  <c:v>44644</c:v>
                </c:pt>
                <c:pt idx="4692">
                  <c:v>44645</c:v>
                </c:pt>
                <c:pt idx="4693">
                  <c:v>44648</c:v>
                </c:pt>
                <c:pt idx="4694">
                  <c:v>44649</c:v>
                </c:pt>
                <c:pt idx="4695">
                  <c:v>44650</c:v>
                </c:pt>
                <c:pt idx="4696">
                  <c:v>44651</c:v>
                </c:pt>
                <c:pt idx="4697">
                  <c:v>44652</c:v>
                </c:pt>
                <c:pt idx="4698">
                  <c:v>44655</c:v>
                </c:pt>
                <c:pt idx="4699">
                  <c:v>44656</c:v>
                </c:pt>
                <c:pt idx="4700">
                  <c:v>44657</c:v>
                </c:pt>
                <c:pt idx="4701">
                  <c:v>44658</c:v>
                </c:pt>
                <c:pt idx="4702">
                  <c:v>44659</c:v>
                </c:pt>
                <c:pt idx="4703">
                  <c:v>44662</c:v>
                </c:pt>
                <c:pt idx="4704">
                  <c:v>44663</c:v>
                </c:pt>
                <c:pt idx="4705">
                  <c:v>44664</c:v>
                </c:pt>
                <c:pt idx="4706">
                  <c:v>44665</c:v>
                </c:pt>
                <c:pt idx="4707">
                  <c:v>44666</c:v>
                </c:pt>
                <c:pt idx="4708">
                  <c:v>44669</c:v>
                </c:pt>
                <c:pt idx="4709">
                  <c:v>44670</c:v>
                </c:pt>
                <c:pt idx="4710">
                  <c:v>44671</c:v>
                </c:pt>
                <c:pt idx="4711">
                  <c:v>44672</c:v>
                </c:pt>
                <c:pt idx="4712">
                  <c:v>44673</c:v>
                </c:pt>
                <c:pt idx="4713">
                  <c:v>44676</c:v>
                </c:pt>
                <c:pt idx="4714">
                  <c:v>44677</c:v>
                </c:pt>
                <c:pt idx="4715">
                  <c:v>44678</c:v>
                </c:pt>
                <c:pt idx="4716">
                  <c:v>44679</c:v>
                </c:pt>
                <c:pt idx="4717">
                  <c:v>44680</c:v>
                </c:pt>
                <c:pt idx="4718">
                  <c:v>44683</c:v>
                </c:pt>
                <c:pt idx="4719">
                  <c:v>44684</c:v>
                </c:pt>
                <c:pt idx="4720">
                  <c:v>44685</c:v>
                </c:pt>
                <c:pt idx="4721">
                  <c:v>44686</c:v>
                </c:pt>
                <c:pt idx="4722">
                  <c:v>44687</c:v>
                </c:pt>
                <c:pt idx="4723">
                  <c:v>44690</c:v>
                </c:pt>
                <c:pt idx="4724">
                  <c:v>44691</c:v>
                </c:pt>
                <c:pt idx="4725">
                  <c:v>44692</c:v>
                </c:pt>
                <c:pt idx="4726">
                  <c:v>44693</c:v>
                </c:pt>
                <c:pt idx="4727">
                  <c:v>44694</c:v>
                </c:pt>
                <c:pt idx="4728">
                  <c:v>44697</c:v>
                </c:pt>
                <c:pt idx="4729">
                  <c:v>44698</c:v>
                </c:pt>
                <c:pt idx="4730">
                  <c:v>44699</c:v>
                </c:pt>
                <c:pt idx="4731">
                  <c:v>44700</c:v>
                </c:pt>
                <c:pt idx="4732">
                  <c:v>44701</c:v>
                </c:pt>
                <c:pt idx="4733">
                  <c:v>44704</c:v>
                </c:pt>
                <c:pt idx="4734">
                  <c:v>44705</c:v>
                </c:pt>
                <c:pt idx="4735">
                  <c:v>44706</c:v>
                </c:pt>
                <c:pt idx="4736">
                  <c:v>44707</c:v>
                </c:pt>
                <c:pt idx="4737">
                  <c:v>44708</c:v>
                </c:pt>
                <c:pt idx="4738">
                  <c:v>44711</c:v>
                </c:pt>
                <c:pt idx="4739">
                  <c:v>44712</c:v>
                </c:pt>
                <c:pt idx="4740">
                  <c:v>44713</c:v>
                </c:pt>
                <c:pt idx="4741">
                  <c:v>44714</c:v>
                </c:pt>
                <c:pt idx="4742">
                  <c:v>44715</c:v>
                </c:pt>
                <c:pt idx="4743">
                  <c:v>44718</c:v>
                </c:pt>
                <c:pt idx="4744">
                  <c:v>44719</c:v>
                </c:pt>
                <c:pt idx="4745">
                  <c:v>44720</c:v>
                </c:pt>
                <c:pt idx="4746">
                  <c:v>44721</c:v>
                </c:pt>
                <c:pt idx="4747">
                  <c:v>44722</c:v>
                </c:pt>
                <c:pt idx="4748">
                  <c:v>44725</c:v>
                </c:pt>
                <c:pt idx="4749">
                  <c:v>44726</c:v>
                </c:pt>
                <c:pt idx="4750">
                  <c:v>44727</c:v>
                </c:pt>
                <c:pt idx="4751">
                  <c:v>44728</c:v>
                </c:pt>
                <c:pt idx="4752">
                  <c:v>44729</c:v>
                </c:pt>
                <c:pt idx="4753">
                  <c:v>44732</c:v>
                </c:pt>
                <c:pt idx="4754">
                  <c:v>44733</c:v>
                </c:pt>
                <c:pt idx="4755">
                  <c:v>44734</c:v>
                </c:pt>
                <c:pt idx="4756">
                  <c:v>44735</c:v>
                </c:pt>
                <c:pt idx="4757">
                  <c:v>44736</c:v>
                </c:pt>
                <c:pt idx="4758">
                  <c:v>44739</c:v>
                </c:pt>
                <c:pt idx="4759">
                  <c:v>44740</c:v>
                </c:pt>
                <c:pt idx="4760">
                  <c:v>44741</c:v>
                </c:pt>
                <c:pt idx="4761">
                  <c:v>44742</c:v>
                </c:pt>
                <c:pt idx="4762">
                  <c:v>44743</c:v>
                </c:pt>
                <c:pt idx="4763">
                  <c:v>44747</c:v>
                </c:pt>
                <c:pt idx="4764">
                  <c:v>44748</c:v>
                </c:pt>
                <c:pt idx="4765">
                  <c:v>44749</c:v>
                </c:pt>
                <c:pt idx="4766">
                  <c:v>44750</c:v>
                </c:pt>
                <c:pt idx="4767">
                  <c:v>44753</c:v>
                </c:pt>
                <c:pt idx="4768">
                  <c:v>44754</c:v>
                </c:pt>
                <c:pt idx="4769">
                  <c:v>44755</c:v>
                </c:pt>
                <c:pt idx="4770">
                  <c:v>44756</c:v>
                </c:pt>
                <c:pt idx="4771">
                  <c:v>44757</c:v>
                </c:pt>
                <c:pt idx="4772">
                  <c:v>44760</c:v>
                </c:pt>
                <c:pt idx="4773">
                  <c:v>44761</c:v>
                </c:pt>
                <c:pt idx="4774">
                  <c:v>44762</c:v>
                </c:pt>
                <c:pt idx="4775">
                  <c:v>44763</c:v>
                </c:pt>
                <c:pt idx="4776">
                  <c:v>44764</c:v>
                </c:pt>
                <c:pt idx="4777">
                  <c:v>44767</c:v>
                </c:pt>
                <c:pt idx="4778">
                  <c:v>44768</c:v>
                </c:pt>
                <c:pt idx="4779">
                  <c:v>44769</c:v>
                </c:pt>
                <c:pt idx="4780">
                  <c:v>44770</c:v>
                </c:pt>
                <c:pt idx="4781">
                  <c:v>44771</c:v>
                </c:pt>
                <c:pt idx="4782">
                  <c:v>44774</c:v>
                </c:pt>
                <c:pt idx="4783">
                  <c:v>44775</c:v>
                </c:pt>
                <c:pt idx="4784">
                  <c:v>44776</c:v>
                </c:pt>
                <c:pt idx="4785">
                  <c:v>44777</c:v>
                </c:pt>
                <c:pt idx="4786">
                  <c:v>44778</c:v>
                </c:pt>
                <c:pt idx="4787">
                  <c:v>44781</c:v>
                </c:pt>
                <c:pt idx="4788">
                  <c:v>44782</c:v>
                </c:pt>
                <c:pt idx="4789">
                  <c:v>44783</c:v>
                </c:pt>
                <c:pt idx="4790">
                  <c:v>44784</c:v>
                </c:pt>
                <c:pt idx="4791">
                  <c:v>44785</c:v>
                </c:pt>
                <c:pt idx="4792">
                  <c:v>44788</c:v>
                </c:pt>
                <c:pt idx="4793">
                  <c:v>44789</c:v>
                </c:pt>
                <c:pt idx="4794">
                  <c:v>44790</c:v>
                </c:pt>
                <c:pt idx="4795">
                  <c:v>44791</c:v>
                </c:pt>
                <c:pt idx="4796">
                  <c:v>44792</c:v>
                </c:pt>
                <c:pt idx="4797">
                  <c:v>44795</c:v>
                </c:pt>
                <c:pt idx="4798">
                  <c:v>44796</c:v>
                </c:pt>
                <c:pt idx="4799">
                  <c:v>44797</c:v>
                </c:pt>
                <c:pt idx="4800">
                  <c:v>44798</c:v>
                </c:pt>
                <c:pt idx="4801">
                  <c:v>44799</c:v>
                </c:pt>
                <c:pt idx="4802">
                  <c:v>44802</c:v>
                </c:pt>
                <c:pt idx="4803">
                  <c:v>44803</c:v>
                </c:pt>
                <c:pt idx="4804">
                  <c:v>44804</c:v>
                </c:pt>
                <c:pt idx="4805">
                  <c:v>44805</c:v>
                </c:pt>
                <c:pt idx="4806">
                  <c:v>44806</c:v>
                </c:pt>
                <c:pt idx="4807">
                  <c:v>44809</c:v>
                </c:pt>
                <c:pt idx="4808">
                  <c:v>44810</c:v>
                </c:pt>
                <c:pt idx="4809">
                  <c:v>44811</c:v>
                </c:pt>
                <c:pt idx="4810">
                  <c:v>44812</c:v>
                </c:pt>
                <c:pt idx="4811">
                  <c:v>44813</c:v>
                </c:pt>
                <c:pt idx="4812">
                  <c:v>44816</c:v>
                </c:pt>
                <c:pt idx="4813">
                  <c:v>44817</c:v>
                </c:pt>
                <c:pt idx="4814">
                  <c:v>44818</c:v>
                </c:pt>
                <c:pt idx="4815">
                  <c:v>44819</c:v>
                </c:pt>
                <c:pt idx="4816">
                  <c:v>44820</c:v>
                </c:pt>
                <c:pt idx="4817">
                  <c:v>44823</c:v>
                </c:pt>
                <c:pt idx="4818">
                  <c:v>44824</c:v>
                </c:pt>
                <c:pt idx="4819">
                  <c:v>44825</c:v>
                </c:pt>
                <c:pt idx="4820">
                  <c:v>44826</c:v>
                </c:pt>
                <c:pt idx="4821">
                  <c:v>44827</c:v>
                </c:pt>
                <c:pt idx="4822">
                  <c:v>44830</c:v>
                </c:pt>
                <c:pt idx="4823">
                  <c:v>44831</c:v>
                </c:pt>
                <c:pt idx="4824">
                  <c:v>44832</c:v>
                </c:pt>
                <c:pt idx="4825">
                  <c:v>44833</c:v>
                </c:pt>
                <c:pt idx="4826">
                  <c:v>44834</c:v>
                </c:pt>
                <c:pt idx="4827">
                  <c:v>44837</c:v>
                </c:pt>
                <c:pt idx="4828">
                  <c:v>44838</c:v>
                </c:pt>
                <c:pt idx="4829">
                  <c:v>44839</c:v>
                </c:pt>
                <c:pt idx="4830">
                  <c:v>44840</c:v>
                </c:pt>
                <c:pt idx="4831">
                  <c:v>44841</c:v>
                </c:pt>
                <c:pt idx="4832">
                  <c:v>44844</c:v>
                </c:pt>
                <c:pt idx="4833">
                  <c:v>44845</c:v>
                </c:pt>
                <c:pt idx="4834">
                  <c:v>44846</c:v>
                </c:pt>
                <c:pt idx="4835">
                  <c:v>44847</c:v>
                </c:pt>
                <c:pt idx="4836">
                  <c:v>44848</c:v>
                </c:pt>
                <c:pt idx="4837">
                  <c:v>44851</c:v>
                </c:pt>
                <c:pt idx="4838">
                  <c:v>44852</c:v>
                </c:pt>
                <c:pt idx="4839">
                  <c:v>44853</c:v>
                </c:pt>
                <c:pt idx="4840">
                  <c:v>44854</c:v>
                </c:pt>
                <c:pt idx="4841">
                  <c:v>44855</c:v>
                </c:pt>
                <c:pt idx="4842">
                  <c:v>44858</c:v>
                </c:pt>
                <c:pt idx="4843">
                  <c:v>44859</c:v>
                </c:pt>
                <c:pt idx="4844">
                  <c:v>44860</c:v>
                </c:pt>
                <c:pt idx="4845">
                  <c:v>44861</c:v>
                </c:pt>
                <c:pt idx="4846">
                  <c:v>44862</c:v>
                </c:pt>
                <c:pt idx="4847">
                  <c:v>44865</c:v>
                </c:pt>
                <c:pt idx="4848">
                  <c:v>44866</c:v>
                </c:pt>
                <c:pt idx="4849">
                  <c:v>44867</c:v>
                </c:pt>
                <c:pt idx="4850">
                  <c:v>44868</c:v>
                </c:pt>
                <c:pt idx="4851">
                  <c:v>44869</c:v>
                </c:pt>
                <c:pt idx="4852">
                  <c:v>44872</c:v>
                </c:pt>
                <c:pt idx="4853">
                  <c:v>44873</c:v>
                </c:pt>
                <c:pt idx="4854">
                  <c:v>44874</c:v>
                </c:pt>
                <c:pt idx="4855">
                  <c:v>44875</c:v>
                </c:pt>
                <c:pt idx="4856">
                  <c:v>44876</c:v>
                </c:pt>
                <c:pt idx="4857">
                  <c:v>44879</c:v>
                </c:pt>
                <c:pt idx="4858">
                  <c:v>44880</c:v>
                </c:pt>
                <c:pt idx="4859">
                  <c:v>44881</c:v>
                </c:pt>
                <c:pt idx="4860">
                  <c:v>44882</c:v>
                </c:pt>
                <c:pt idx="4861">
                  <c:v>44883</c:v>
                </c:pt>
                <c:pt idx="4862">
                  <c:v>44886</c:v>
                </c:pt>
                <c:pt idx="4863">
                  <c:v>44887</c:v>
                </c:pt>
                <c:pt idx="4864">
                  <c:v>44888</c:v>
                </c:pt>
                <c:pt idx="4865">
                  <c:v>44889</c:v>
                </c:pt>
                <c:pt idx="4866">
                  <c:v>44890</c:v>
                </c:pt>
                <c:pt idx="4867">
                  <c:v>44893</c:v>
                </c:pt>
                <c:pt idx="4868">
                  <c:v>44894</c:v>
                </c:pt>
                <c:pt idx="4869">
                  <c:v>44895</c:v>
                </c:pt>
                <c:pt idx="4870">
                  <c:v>44896</c:v>
                </c:pt>
                <c:pt idx="4871">
                  <c:v>44897</c:v>
                </c:pt>
                <c:pt idx="4872">
                  <c:v>44900</c:v>
                </c:pt>
                <c:pt idx="4873">
                  <c:v>44901</c:v>
                </c:pt>
                <c:pt idx="4874">
                  <c:v>44902</c:v>
                </c:pt>
                <c:pt idx="4875">
                  <c:v>44903</c:v>
                </c:pt>
                <c:pt idx="4876">
                  <c:v>44904</c:v>
                </c:pt>
                <c:pt idx="4877">
                  <c:v>44907</c:v>
                </c:pt>
                <c:pt idx="4878">
                  <c:v>44908</c:v>
                </c:pt>
                <c:pt idx="4879">
                  <c:v>44909</c:v>
                </c:pt>
                <c:pt idx="4880">
                  <c:v>44910</c:v>
                </c:pt>
                <c:pt idx="4881">
                  <c:v>44911</c:v>
                </c:pt>
                <c:pt idx="4882">
                  <c:v>44914</c:v>
                </c:pt>
                <c:pt idx="4883">
                  <c:v>44915</c:v>
                </c:pt>
                <c:pt idx="4884">
                  <c:v>44916</c:v>
                </c:pt>
                <c:pt idx="4885">
                  <c:v>44917</c:v>
                </c:pt>
                <c:pt idx="4886">
                  <c:v>44918</c:v>
                </c:pt>
                <c:pt idx="4887">
                  <c:v>44921</c:v>
                </c:pt>
                <c:pt idx="4888">
                  <c:v>44922</c:v>
                </c:pt>
                <c:pt idx="4889">
                  <c:v>44923</c:v>
                </c:pt>
                <c:pt idx="4890">
                  <c:v>44924</c:v>
                </c:pt>
                <c:pt idx="4891">
                  <c:v>44925</c:v>
                </c:pt>
                <c:pt idx="4892">
                  <c:v>44928</c:v>
                </c:pt>
                <c:pt idx="4893">
                  <c:v>44929</c:v>
                </c:pt>
                <c:pt idx="4894">
                  <c:v>44930</c:v>
                </c:pt>
                <c:pt idx="4895">
                  <c:v>44931</c:v>
                </c:pt>
                <c:pt idx="4896">
                  <c:v>44932</c:v>
                </c:pt>
                <c:pt idx="4897">
                  <c:v>44935</c:v>
                </c:pt>
                <c:pt idx="4898">
                  <c:v>44936</c:v>
                </c:pt>
                <c:pt idx="4899">
                  <c:v>44937</c:v>
                </c:pt>
                <c:pt idx="4900">
                  <c:v>44938</c:v>
                </c:pt>
                <c:pt idx="4901">
                  <c:v>44939</c:v>
                </c:pt>
                <c:pt idx="4902">
                  <c:v>44942</c:v>
                </c:pt>
                <c:pt idx="4903">
                  <c:v>44943</c:v>
                </c:pt>
                <c:pt idx="4904">
                  <c:v>44944</c:v>
                </c:pt>
                <c:pt idx="4905">
                  <c:v>44945</c:v>
                </c:pt>
                <c:pt idx="4906">
                  <c:v>44946</c:v>
                </c:pt>
                <c:pt idx="4907">
                  <c:v>44949</c:v>
                </c:pt>
                <c:pt idx="4908">
                  <c:v>44950</c:v>
                </c:pt>
                <c:pt idx="4909">
                  <c:v>44951</c:v>
                </c:pt>
                <c:pt idx="4910">
                  <c:v>44952</c:v>
                </c:pt>
                <c:pt idx="4911">
                  <c:v>44953</c:v>
                </c:pt>
                <c:pt idx="4912">
                  <c:v>44956</c:v>
                </c:pt>
                <c:pt idx="4913">
                  <c:v>44957</c:v>
                </c:pt>
                <c:pt idx="4914">
                  <c:v>44958</c:v>
                </c:pt>
                <c:pt idx="4915">
                  <c:v>44959</c:v>
                </c:pt>
                <c:pt idx="4916">
                  <c:v>44960</c:v>
                </c:pt>
                <c:pt idx="4917">
                  <c:v>44963</c:v>
                </c:pt>
                <c:pt idx="4918">
                  <c:v>44964</c:v>
                </c:pt>
                <c:pt idx="4919">
                  <c:v>44965</c:v>
                </c:pt>
                <c:pt idx="4920">
                  <c:v>44966</c:v>
                </c:pt>
                <c:pt idx="4921">
                  <c:v>44967</c:v>
                </c:pt>
                <c:pt idx="4922">
                  <c:v>44970</c:v>
                </c:pt>
                <c:pt idx="4923">
                  <c:v>44971</c:v>
                </c:pt>
                <c:pt idx="4924">
                  <c:v>44972</c:v>
                </c:pt>
                <c:pt idx="4925">
                  <c:v>44973</c:v>
                </c:pt>
                <c:pt idx="4926">
                  <c:v>44974</c:v>
                </c:pt>
                <c:pt idx="4927">
                  <c:v>44977</c:v>
                </c:pt>
                <c:pt idx="4928">
                  <c:v>44978</c:v>
                </c:pt>
                <c:pt idx="4929">
                  <c:v>44979</c:v>
                </c:pt>
                <c:pt idx="4930">
                  <c:v>44980</c:v>
                </c:pt>
                <c:pt idx="4931">
                  <c:v>44981</c:v>
                </c:pt>
                <c:pt idx="4932">
                  <c:v>44984</c:v>
                </c:pt>
                <c:pt idx="4933">
                  <c:v>44985</c:v>
                </c:pt>
                <c:pt idx="4934">
                  <c:v>44986</c:v>
                </c:pt>
                <c:pt idx="4935">
                  <c:v>44987</c:v>
                </c:pt>
                <c:pt idx="4936">
                  <c:v>44988</c:v>
                </c:pt>
                <c:pt idx="4937">
                  <c:v>44991</c:v>
                </c:pt>
                <c:pt idx="4938">
                  <c:v>44992</c:v>
                </c:pt>
                <c:pt idx="4939">
                  <c:v>44993</c:v>
                </c:pt>
                <c:pt idx="4940">
                  <c:v>44994</c:v>
                </c:pt>
                <c:pt idx="4941">
                  <c:v>44995</c:v>
                </c:pt>
                <c:pt idx="4942">
                  <c:v>44998</c:v>
                </c:pt>
                <c:pt idx="4943">
                  <c:v>44999</c:v>
                </c:pt>
                <c:pt idx="4944">
                  <c:v>45000</c:v>
                </c:pt>
                <c:pt idx="4945">
                  <c:v>45001</c:v>
                </c:pt>
                <c:pt idx="4946">
                  <c:v>45002</c:v>
                </c:pt>
                <c:pt idx="4947">
                  <c:v>45005</c:v>
                </c:pt>
                <c:pt idx="4948">
                  <c:v>45006</c:v>
                </c:pt>
                <c:pt idx="4949">
                  <c:v>45007</c:v>
                </c:pt>
                <c:pt idx="4950">
                  <c:v>45008</c:v>
                </c:pt>
                <c:pt idx="4951">
                  <c:v>45009</c:v>
                </c:pt>
                <c:pt idx="4952">
                  <c:v>45012</c:v>
                </c:pt>
                <c:pt idx="4953">
                  <c:v>45013</c:v>
                </c:pt>
                <c:pt idx="4954">
                  <c:v>45014</c:v>
                </c:pt>
                <c:pt idx="4955">
                  <c:v>45015</c:v>
                </c:pt>
                <c:pt idx="4956">
                  <c:v>45016</c:v>
                </c:pt>
                <c:pt idx="4957">
                  <c:v>45019</c:v>
                </c:pt>
                <c:pt idx="4958">
                  <c:v>45020</c:v>
                </c:pt>
                <c:pt idx="4959">
                  <c:v>45021</c:v>
                </c:pt>
                <c:pt idx="4960">
                  <c:v>45022</c:v>
                </c:pt>
                <c:pt idx="4961">
                  <c:v>45023</c:v>
                </c:pt>
                <c:pt idx="4962">
                  <c:v>45026</c:v>
                </c:pt>
                <c:pt idx="4963">
                  <c:v>45027</c:v>
                </c:pt>
                <c:pt idx="4964">
                  <c:v>45028</c:v>
                </c:pt>
                <c:pt idx="4965">
                  <c:v>45029</c:v>
                </c:pt>
                <c:pt idx="4966">
                  <c:v>45030</c:v>
                </c:pt>
                <c:pt idx="4967">
                  <c:v>45033</c:v>
                </c:pt>
                <c:pt idx="4968">
                  <c:v>45034</c:v>
                </c:pt>
                <c:pt idx="4969">
                  <c:v>45035</c:v>
                </c:pt>
                <c:pt idx="4970">
                  <c:v>45036</c:v>
                </c:pt>
                <c:pt idx="4971">
                  <c:v>45037</c:v>
                </c:pt>
                <c:pt idx="4972">
                  <c:v>45040</c:v>
                </c:pt>
                <c:pt idx="4973">
                  <c:v>45041</c:v>
                </c:pt>
                <c:pt idx="4974">
                  <c:v>45042</c:v>
                </c:pt>
                <c:pt idx="4975">
                  <c:v>45043</c:v>
                </c:pt>
                <c:pt idx="4976">
                  <c:v>45044</c:v>
                </c:pt>
                <c:pt idx="4977">
                  <c:v>45047</c:v>
                </c:pt>
                <c:pt idx="4978">
                  <c:v>45048</c:v>
                </c:pt>
                <c:pt idx="4979">
                  <c:v>45049</c:v>
                </c:pt>
                <c:pt idx="4980">
                  <c:v>45050</c:v>
                </c:pt>
                <c:pt idx="4981">
                  <c:v>45051</c:v>
                </c:pt>
                <c:pt idx="4982">
                  <c:v>45054</c:v>
                </c:pt>
                <c:pt idx="4983">
                  <c:v>45055</c:v>
                </c:pt>
                <c:pt idx="4984">
                  <c:v>45056</c:v>
                </c:pt>
                <c:pt idx="4985">
                  <c:v>45057</c:v>
                </c:pt>
                <c:pt idx="4986">
                  <c:v>45058</c:v>
                </c:pt>
                <c:pt idx="4987">
                  <c:v>45061</c:v>
                </c:pt>
                <c:pt idx="4988">
                  <c:v>45062</c:v>
                </c:pt>
                <c:pt idx="4989">
                  <c:v>45063</c:v>
                </c:pt>
                <c:pt idx="4990">
                  <c:v>45064</c:v>
                </c:pt>
                <c:pt idx="4991">
                  <c:v>45065</c:v>
                </c:pt>
                <c:pt idx="4992">
                  <c:v>45068</c:v>
                </c:pt>
                <c:pt idx="4993">
                  <c:v>45069</c:v>
                </c:pt>
                <c:pt idx="4994">
                  <c:v>45070</c:v>
                </c:pt>
                <c:pt idx="4995">
                  <c:v>45071</c:v>
                </c:pt>
                <c:pt idx="4996">
                  <c:v>45072</c:v>
                </c:pt>
                <c:pt idx="4997">
                  <c:v>45075</c:v>
                </c:pt>
                <c:pt idx="4998">
                  <c:v>45076</c:v>
                </c:pt>
                <c:pt idx="4999">
                  <c:v>45077</c:v>
                </c:pt>
                <c:pt idx="5000">
                  <c:v>45078</c:v>
                </c:pt>
                <c:pt idx="5001">
                  <c:v>45079</c:v>
                </c:pt>
                <c:pt idx="5002">
                  <c:v>45082</c:v>
                </c:pt>
                <c:pt idx="5003">
                  <c:v>45083</c:v>
                </c:pt>
                <c:pt idx="5004">
                  <c:v>45084</c:v>
                </c:pt>
                <c:pt idx="5005">
                  <c:v>45085</c:v>
                </c:pt>
                <c:pt idx="5006">
                  <c:v>45086</c:v>
                </c:pt>
                <c:pt idx="5007">
                  <c:v>45089</c:v>
                </c:pt>
                <c:pt idx="5008">
                  <c:v>45090</c:v>
                </c:pt>
                <c:pt idx="5009">
                  <c:v>45091</c:v>
                </c:pt>
                <c:pt idx="5010">
                  <c:v>45092</c:v>
                </c:pt>
                <c:pt idx="5011">
                  <c:v>45093</c:v>
                </c:pt>
                <c:pt idx="5012">
                  <c:v>45096</c:v>
                </c:pt>
                <c:pt idx="5013">
                  <c:v>45097</c:v>
                </c:pt>
                <c:pt idx="5014">
                  <c:v>45098</c:v>
                </c:pt>
                <c:pt idx="5015">
                  <c:v>45099</c:v>
                </c:pt>
                <c:pt idx="5016">
                  <c:v>45100</c:v>
                </c:pt>
                <c:pt idx="5017">
                  <c:v>45103</c:v>
                </c:pt>
                <c:pt idx="5018">
                  <c:v>45104</c:v>
                </c:pt>
                <c:pt idx="5019">
                  <c:v>45105</c:v>
                </c:pt>
                <c:pt idx="5020">
                  <c:v>45106</c:v>
                </c:pt>
                <c:pt idx="5021">
                  <c:v>45107</c:v>
                </c:pt>
                <c:pt idx="5022">
                  <c:v>45110</c:v>
                </c:pt>
                <c:pt idx="5023">
                  <c:v>45111</c:v>
                </c:pt>
                <c:pt idx="5024">
                  <c:v>45112</c:v>
                </c:pt>
                <c:pt idx="5025">
                  <c:v>45113</c:v>
                </c:pt>
                <c:pt idx="5026">
                  <c:v>45114</c:v>
                </c:pt>
                <c:pt idx="5027">
                  <c:v>45117</c:v>
                </c:pt>
                <c:pt idx="5028">
                  <c:v>45118</c:v>
                </c:pt>
                <c:pt idx="5029">
                  <c:v>45119</c:v>
                </c:pt>
                <c:pt idx="5030">
                  <c:v>45120</c:v>
                </c:pt>
                <c:pt idx="5031">
                  <c:v>45121</c:v>
                </c:pt>
                <c:pt idx="5032">
                  <c:v>45124</c:v>
                </c:pt>
                <c:pt idx="5033">
                  <c:v>45125</c:v>
                </c:pt>
                <c:pt idx="5034">
                  <c:v>45126</c:v>
                </c:pt>
                <c:pt idx="5035">
                  <c:v>45127</c:v>
                </c:pt>
                <c:pt idx="5036">
                  <c:v>45128</c:v>
                </c:pt>
                <c:pt idx="5037">
                  <c:v>45131</c:v>
                </c:pt>
                <c:pt idx="5038">
                  <c:v>45132</c:v>
                </c:pt>
                <c:pt idx="5039">
                  <c:v>45133</c:v>
                </c:pt>
                <c:pt idx="5040">
                  <c:v>45134</c:v>
                </c:pt>
                <c:pt idx="5041">
                  <c:v>45135</c:v>
                </c:pt>
                <c:pt idx="5042">
                  <c:v>45138</c:v>
                </c:pt>
                <c:pt idx="5043">
                  <c:v>45139</c:v>
                </c:pt>
                <c:pt idx="5044">
                  <c:v>45140</c:v>
                </c:pt>
                <c:pt idx="5045">
                  <c:v>45141</c:v>
                </c:pt>
                <c:pt idx="5046">
                  <c:v>45142</c:v>
                </c:pt>
                <c:pt idx="5047">
                  <c:v>45145</c:v>
                </c:pt>
                <c:pt idx="5048">
                  <c:v>45146</c:v>
                </c:pt>
                <c:pt idx="5049">
                  <c:v>45147</c:v>
                </c:pt>
                <c:pt idx="5050">
                  <c:v>45148</c:v>
                </c:pt>
                <c:pt idx="5051">
                  <c:v>45149</c:v>
                </c:pt>
                <c:pt idx="5052">
                  <c:v>45152</c:v>
                </c:pt>
                <c:pt idx="5053">
                  <c:v>45153</c:v>
                </c:pt>
                <c:pt idx="5054">
                  <c:v>45154</c:v>
                </c:pt>
                <c:pt idx="5055">
                  <c:v>45155</c:v>
                </c:pt>
                <c:pt idx="5056">
                  <c:v>45156</c:v>
                </c:pt>
                <c:pt idx="5057">
                  <c:v>45159</c:v>
                </c:pt>
                <c:pt idx="5058">
                  <c:v>45160</c:v>
                </c:pt>
                <c:pt idx="5059">
                  <c:v>45161</c:v>
                </c:pt>
                <c:pt idx="5060">
                  <c:v>45162</c:v>
                </c:pt>
                <c:pt idx="5061">
                  <c:v>45163</c:v>
                </c:pt>
                <c:pt idx="5062">
                  <c:v>45166</c:v>
                </c:pt>
                <c:pt idx="5063">
                  <c:v>45167</c:v>
                </c:pt>
                <c:pt idx="5064">
                  <c:v>45168</c:v>
                </c:pt>
                <c:pt idx="5065">
                  <c:v>45169</c:v>
                </c:pt>
                <c:pt idx="5066">
                  <c:v>45170</c:v>
                </c:pt>
                <c:pt idx="5067">
                  <c:v>45173</c:v>
                </c:pt>
                <c:pt idx="5068">
                  <c:v>45174</c:v>
                </c:pt>
                <c:pt idx="5069">
                  <c:v>45175</c:v>
                </c:pt>
                <c:pt idx="5070">
                  <c:v>45176</c:v>
                </c:pt>
                <c:pt idx="5071">
                  <c:v>45177</c:v>
                </c:pt>
                <c:pt idx="5072">
                  <c:v>45180</c:v>
                </c:pt>
                <c:pt idx="5073">
                  <c:v>45181</c:v>
                </c:pt>
                <c:pt idx="5074">
                  <c:v>45182</c:v>
                </c:pt>
                <c:pt idx="5075">
                  <c:v>45183</c:v>
                </c:pt>
                <c:pt idx="5076">
                  <c:v>45184</c:v>
                </c:pt>
                <c:pt idx="5077">
                  <c:v>45187</c:v>
                </c:pt>
                <c:pt idx="5078">
                  <c:v>45188</c:v>
                </c:pt>
                <c:pt idx="5079">
                  <c:v>45189</c:v>
                </c:pt>
                <c:pt idx="5080">
                  <c:v>45190</c:v>
                </c:pt>
                <c:pt idx="5081">
                  <c:v>45191</c:v>
                </c:pt>
                <c:pt idx="5082">
                  <c:v>45194</c:v>
                </c:pt>
                <c:pt idx="5083">
                  <c:v>45195</c:v>
                </c:pt>
                <c:pt idx="5084">
                  <c:v>45196</c:v>
                </c:pt>
                <c:pt idx="5085">
                  <c:v>45197</c:v>
                </c:pt>
                <c:pt idx="5086">
                  <c:v>45198</c:v>
                </c:pt>
                <c:pt idx="5087">
                  <c:v>45201</c:v>
                </c:pt>
                <c:pt idx="5088">
                  <c:v>45202</c:v>
                </c:pt>
                <c:pt idx="5089">
                  <c:v>45203</c:v>
                </c:pt>
                <c:pt idx="5090">
                  <c:v>45204</c:v>
                </c:pt>
                <c:pt idx="5091">
                  <c:v>45205</c:v>
                </c:pt>
                <c:pt idx="5092">
                  <c:v>45208</c:v>
                </c:pt>
                <c:pt idx="5093">
                  <c:v>45209</c:v>
                </c:pt>
                <c:pt idx="5094">
                  <c:v>45210</c:v>
                </c:pt>
                <c:pt idx="5095">
                  <c:v>45211</c:v>
                </c:pt>
                <c:pt idx="5096">
                  <c:v>45212</c:v>
                </c:pt>
                <c:pt idx="5097">
                  <c:v>45215</c:v>
                </c:pt>
                <c:pt idx="5098">
                  <c:v>45216</c:v>
                </c:pt>
                <c:pt idx="5099">
                  <c:v>45217</c:v>
                </c:pt>
                <c:pt idx="5100">
                  <c:v>45218</c:v>
                </c:pt>
                <c:pt idx="5101">
                  <c:v>45219</c:v>
                </c:pt>
                <c:pt idx="5102">
                  <c:v>45222</c:v>
                </c:pt>
                <c:pt idx="5103">
                  <c:v>45223</c:v>
                </c:pt>
                <c:pt idx="5104">
                  <c:v>45224</c:v>
                </c:pt>
                <c:pt idx="5105">
                  <c:v>45225</c:v>
                </c:pt>
                <c:pt idx="5106">
                  <c:v>45226</c:v>
                </c:pt>
                <c:pt idx="5107">
                  <c:v>45229</c:v>
                </c:pt>
                <c:pt idx="5108">
                  <c:v>45230</c:v>
                </c:pt>
                <c:pt idx="5109">
                  <c:v>45231</c:v>
                </c:pt>
                <c:pt idx="5110">
                  <c:v>45232</c:v>
                </c:pt>
                <c:pt idx="5111">
                  <c:v>45233</c:v>
                </c:pt>
                <c:pt idx="5112">
                  <c:v>45236</c:v>
                </c:pt>
                <c:pt idx="5113">
                  <c:v>45237</c:v>
                </c:pt>
                <c:pt idx="5114">
                  <c:v>45238</c:v>
                </c:pt>
                <c:pt idx="5115">
                  <c:v>45239</c:v>
                </c:pt>
                <c:pt idx="5116">
                  <c:v>45240</c:v>
                </c:pt>
                <c:pt idx="5117">
                  <c:v>45243</c:v>
                </c:pt>
                <c:pt idx="5118">
                  <c:v>45244</c:v>
                </c:pt>
                <c:pt idx="5119">
                  <c:v>45245</c:v>
                </c:pt>
                <c:pt idx="5120">
                  <c:v>45246</c:v>
                </c:pt>
                <c:pt idx="5121">
                  <c:v>45247</c:v>
                </c:pt>
                <c:pt idx="5122">
                  <c:v>45250</c:v>
                </c:pt>
                <c:pt idx="5123">
                  <c:v>45251</c:v>
                </c:pt>
                <c:pt idx="5124">
                  <c:v>45252</c:v>
                </c:pt>
                <c:pt idx="5125">
                  <c:v>45253</c:v>
                </c:pt>
                <c:pt idx="5126">
                  <c:v>45254</c:v>
                </c:pt>
                <c:pt idx="5127">
                  <c:v>45257</c:v>
                </c:pt>
                <c:pt idx="5128">
                  <c:v>45258</c:v>
                </c:pt>
                <c:pt idx="5129">
                  <c:v>45259</c:v>
                </c:pt>
                <c:pt idx="5130">
                  <c:v>45260</c:v>
                </c:pt>
                <c:pt idx="5131">
                  <c:v>45261</c:v>
                </c:pt>
                <c:pt idx="5132">
                  <c:v>45264</c:v>
                </c:pt>
                <c:pt idx="5133">
                  <c:v>45265</c:v>
                </c:pt>
                <c:pt idx="5134">
                  <c:v>45266</c:v>
                </c:pt>
                <c:pt idx="5135">
                  <c:v>45267</c:v>
                </c:pt>
                <c:pt idx="5136">
                  <c:v>45268</c:v>
                </c:pt>
                <c:pt idx="5137">
                  <c:v>45271</c:v>
                </c:pt>
                <c:pt idx="5138">
                  <c:v>45272</c:v>
                </c:pt>
                <c:pt idx="5139">
                  <c:v>45273</c:v>
                </c:pt>
                <c:pt idx="5140">
                  <c:v>45274</c:v>
                </c:pt>
                <c:pt idx="5141">
                  <c:v>45275</c:v>
                </c:pt>
                <c:pt idx="5142">
                  <c:v>45278</c:v>
                </c:pt>
                <c:pt idx="5143">
                  <c:v>45279</c:v>
                </c:pt>
                <c:pt idx="5144">
                  <c:v>45280</c:v>
                </c:pt>
                <c:pt idx="5145">
                  <c:v>45281</c:v>
                </c:pt>
                <c:pt idx="5146">
                  <c:v>45282</c:v>
                </c:pt>
                <c:pt idx="5147">
                  <c:v>45285</c:v>
                </c:pt>
                <c:pt idx="5148">
                  <c:v>45286</c:v>
                </c:pt>
                <c:pt idx="5149">
                  <c:v>45287</c:v>
                </c:pt>
                <c:pt idx="5150">
                  <c:v>45288</c:v>
                </c:pt>
                <c:pt idx="5151">
                  <c:v>45289</c:v>
                </c:pt>
                <c:pt idx="5152">
                  <c:v>45292</c:v>
                </c:pt>
                <c:pt idx="5153">
                  <c:v>45293</c:v>
                </c:pt>
                <c:pt idx="5154">
                  <c:v>45294</c:v>
                </c:pt>
                <c:pt idx="5155">
                  <c:v>45295</c:v>
                </c:pt>
                <c:pt idx="5156">
                  <c:v>45296</c:v>
                </c:pt>
                <c:pt idx="5157">
                  <c:v>45299</c:v>
                </c:pt>
                <c:pt idx="5158">
                  <c:v>45300</c:v>
                </c:pt>
                <c:pt idx="5159">
                  <c:v>45301</c:v>
                </c:pt>
                <c:pt idx="5160">
                  <c:v>45302</c:v>
                </c:pt>
                <c:pt idx="5161">
                  <c:v>45303</c:v>
                </c:pt>
                <c:pt idx="5162">
                  <c:v>45306</c:v>
                </c:pt>
                <c:pt idx="5163">
                  <c:v>45307</c:v>
                </c:pt>
                <c:pt idx="5164">
                  <c:v>45308</c:v>
                </c:pt>
                <c:pt idx="5165">
                  <c:v>45309</c:v>
                </c:pt>
                <c:pt idx="5166">
                  <c:v>45310</c:v>
                </c:pt>
                <c:pt idx="5167">
                  <c:v>45313</c:v>
                </c:pt>
                <c:pt idx="5168">
                  <c:v>45314</c:v>
                </c:pt>
                <c:pt idx="5169">
                  <c:v>45315</c:v>
                </c:pt>
                <c:pt idx="5170">
                  <c:v>45316</c:v>
                </c:pt>
                <c:pt idx="5171">
                  <c:v>45317</c:v>
                </c:pt>
                <c:pt idx="5172">
                  <c:v>45320</c:v>
                </c:pt>
                <c:pt idx="5173">
                  <c:v>45321</c:v>
                </c:pt>
                <c:pt idx="5174">
                  <c:v>45322</c:v>
                </c:pt>
                <c:pt idx="5175">
                  <c:v>45323</c:v>
                </c:pt>
                <c:pt idx="5176">
                  <c:v>45324</c:v>
                </c:pt>
                <c:pt idx="5177">
                  <c:v>45327</c:v>
                </c:pt>
                <c:pt idx="5178">
                  <c:v>45328</c:v>
                </c:pt>
                <c:pt idx="5179">
                  <c:v>45329</c:v>
                </c:pt>
                <c:pt idx="5180">
                  <c:v>45330</c:v>
                </c:pt>
                <c:pt idx="5181">
                  <c:v>45331</c:v>
                </c:pt>
                <c:pt idx="5182">
                  <c:v>45334</c:v>
                </c:pt>
                <c:pt idx="5183">
                  <c:v>45335</c:v>
                </c:pt>
                <c:pt idx="5184">
                  <c:v>45336</c:v>
                </c:pt>
                <c:pt idx="5185">
                  <c:v>45337</c:v>
                </c:pt>
                <c:pt idx="5186">
                  <c:v>45338</c:v>
                </c:pt>
                <c:pt idx="5187">
                  <c:v>45341</c:v>
                </c:pt>
                <c:pt idx="5188">
                  <c:v>45342</c:v>
                </c:pt>
                <c:pt idx="5189">
                  <c:v>45343</c:v>
                </c:pt>
                <c:pt idx="5190">
                  <c:v>45344</c:v>
                </c:pt>
                <c:pt idx="5191">
                  <c:v>45345</c:v>
                </c:pt>
                <c:pt idx="5192">
                  <c:v>45348</c:v>
                </c:pt>
                <c:pt idx="5193">
                  <c:v>45349</c:v>
                </c:pt>
                <c:pt idx="5194">
                  <c:v>45350</c:v>
                </c:pt>
                <c:pt idx="5195">
                  <c:v>45351</c:v>
                </c:pt>
                <c:pt idx="5196">
                  <c:v>45352</c:v>
                </c:pt>
                <c:pt idx="5197">
                  <c:v>45355</c:v>
                </c:pt>
                <c:pt idx="5198">
                  <c:v>45356</c:v>
                </c:pt>
                <c:pt idx="5199">
                  <c:v>45357</c:v>
                </c:pt>
                <c:pt idx="5200">
                  <c:v>45358</c:v>
                </c:pt>
                <c:pt idx="5201">
                  <c:v>45359</c:v>
                </c:pt>
                <c:pt idx="5202">
                  <c:v>45362</c:v>
                </c:pt>
                <c:pt idx="5203">
                  <c:v>45363</c:v>
                </c:pt>
                <c:pt idx="5204">
                  <c:v>45364</c:v>
                </c:pt>
                <c:pt idx="5205">
                  <c:v>45365</c:v>
                </c:pt>
                <c:pt idx="5206">
                  <c:v>45366</c:v>
                </c:pt>
                <c:pt idx="5207">
                  <c:v>45369</c:v>
                </c:pt>
                <c:pt idx="5208">
                  <c:v>45370</c:v>
                </c:pt>
                <c:pt idx="5209">
                  <c:v>45371</c:v>
                </c:pt>
                <c:pt idx="5210">
                  <c:v>45372</c:v>
                </c:pt>
                <c:pt idx="5211">
                  <c:v>45373</c:v>
                </c:pt>
                <c:pt idx="5212">
                  <c:v>45376</c:v>
                </c:pt>
                <c:pt idx="5213">
                  <c:v>45377</c:v>
                </c:pt>
                <c:pt idx="5214">
                  <c:v>45378</c:v>
                </c:pt>
                <c:pt idx="5215">
                  <c:v>45379</c:v>
                </c:pt>
                <c:pt idx="5216">
                  <c:v>45380</c:v>
                </c:pt>
                <c:pt idx="5217">
                  <c:v>45383</c:v>
                </c:pt>
                <c:pt idx="5218">
                  <c:v>45384</c:v>
                </c:pt>
                <c:pt idx="5219">
                  <c:v>45385</c:v>
                </c:pt>
                <c:pt idx="5220">
                  <c:v>45386</c:v>
                </c:pt>
                <c:pt idx="5221">
                  <c:v>45387</c:v>
                </c:pt>
                <c:pt idx="5222">
                  <c:v>45390</c:v>
                </c:pt>
                <c:pt idx="5223">
                  <c:v>45391</c:v>
                </c:pt>
                <c:pt idx="5224">
                  <c:v>45392</c:v>
                </c:pt>
                <c:pt idx="5225">
                  <c:v>45393</c:v>
                </c:pt>
                <c:pt idx="5226">
                  <c:v>45394</c:v>
                </c:pt>
                <c:pt idx="5227">
                  <c:v>45397</c:v>
                </c:pt>
                <c:pt idx="5228">
                  <c:v>45398</c:v>
                </c:pt>
                <c:pt idx="5229">
                  <c:v>45399</c:v>
                </c:pt>
                <c:pt idx="5230">
                  <c:v>45400</c:v>
                </c:pt>
                <c:pt idx="5231">
                  <c:v>45401</c:v>
                </c:pt>
                <c:pt idx="5232">
                  <c:v>45404</c:v>
                </c:pt>
                <c:pt idx="5233">
                  <c:v>45405</c:v>
                </c:pt>
                <c:pt idx="5234">
                  <c:v>45406</c:v>
                </c:pt>
                <c:pt idx="5235">
                  <c:v>45407</c:v>
                </c:pt>
                <c:pt idx="5236">
                  <c:v>45408</c:v>
                </c:pt>
                <c:pt idx="5237">
                  <c:v>45411</c:v>
                </c:pt>
                <c:pt idx="5238">
                  <c:v>45412</c:v>
                </c:pt>
                <c:pt idx="5239">
                  <c:v>45413</c:v>
                </c:pt>
                <c:pt idx="5240">
                  <c:v>45414</c:v>
                </c:pt>
                <c:pt idx="5241">
                  <c:v>45415</c:v>
                </c:pt>
                <c:pt idx="5242">
                  <c:v>45418</c:v>
                </c:pt>
                <c:pt idx="5243">
                  <c:v>45419</c:v>
                </c:pt>
                <c:pt idx="5244">
                  <c:v>45420</c:v>
                </c:pt>
                <c:pt idx="5245">
                  <c:v>45421</c:v>
                </c:pt>
                <c:pt idx="5246">
                  <c:v>45422</c:v>
                </c:pt>
                <c:pt idx="5247">
                  <c:v>45425</c:v>
                </c:pt>
                <c:pt idx="5248">
                  <c:v>45426</c:v>
                </c:pt>
                <c:pt idx="5249">
                  <c:v>45427</c:v>
                </c:pt>
                <c:pt idx="5250">
                  <c:v>45428</c:v>
                </c:pt>
                <c:pt idx="5251">
                  <c:v>45429</c:v>
                </c:pt>
                <c:pt idx="5252">
                  <c:v>45432</c:v>
                </c:pt>
                <c:pt idx="5253">
                  <c:v>45433</c:v>
                </c:pt>
                <c:pt idx="5254">
                  <c:v>45434</c:v>
                </c:pt>
                <c:pt idx="5255">
                  <c:v>45435</c:v>
                </c:pt>
                <c:pt idx="5256">
                  <c:v>45436</c:v>
                </c:pt>
                <c:pt idx="5257">
                  <c:v>45439</c:v>
                </c:pt>
                <c:pt idx="5258">
                  <c:v>45440</c:v>
                </c:pt>
                <c:pt idx="5259">
                  <c:v>45441</c:v>
                </c:pt>
                <c:pt idx="5260">
                  <c:v>45442</c:v>
                </c:pt>
                <c:pt idx="5261">
                  <c:v>45443</c:v>
                </c:pt>
                <c:pt idx="5262">
                  <c:v>45446</c:v>
                </c:pt>
                <c:pt idx="5263">
                  <c:v>45447</c:v>
                </c:pt>
                <c:pt idx="5264">
                  <c:v>45448</c:v>
                </c:pt>
                <c:pt idx="5265">
                  <c:v>45449</c:v>
                </c:pt>
                <c:pt idx="5266">
                  <c:v>45450</c:v>
                </c:pt>
                <c:pt idx="5267">
                  <c:v>45453</c:v>
                </c:pt>
                <c:pt idx="5268">
                  <c:v>45454</c:v>
                </c:pt>
                <c:pt idx="5269">
                  <c:v>45455</c:v>
                </c:pt>
                <c:pt idx="5270">
                  <c:v>45456</c:v>
                </c:pt>
                <c:pt idx="5271">
                  <c:v>45457</c:v>
                </c:pt>
                <c:pt idx="5272">
                  <c:v>45460</c:v>
                </c:pt>
                <c:pt idx="5273">
                  <c:v>45461</c:v>
                </c:pt>
                <c:pt idx="5274">
                  <c:v>45462</c:v>
                </c:pt>
                <c:pt idx="5275">
                  <c:v>45463</c:v>
                </c:pt>
                <c:pt idx="5276">
                  <c:v>45464</c:v>
                </c:pt>
                <c:pt idx="5277">
                  <c:v>45467</c:v>
                </c:pt>
                <c:pt idx="5278">
                  <c:v>45468</c:v>
                </c:pt>
                <c:pt idx="5279">
                  <c:v>45469</c:v>
                </c:pt>
                <c:pt idx="5280">
                  <c:v>45470</c:v>
                </c:pt>
                <c:pt idx="5281">
                  <c:v>45471</c:v>
                </c:pt>
                <c:pt idx="5282">
                  <c:v>45474</c:v>
                </c:pt>
                <c:pt idx="5283">
                  <c:v>45475</c:v>
                </c:pt>
                <c:pt idx="5284">
                  <c:v>45476</c:v>
                </c:pt>
                <c:pt idx="5285">
                  <c:v>45477</c:v>
                </c:pt>
                <c:pt idx="5286">
                  <c:v>45478</c:v>
                </c:pt>
                <c:pt idx="5287">
                  <c:v>45481</c:v>
                </c:pt>
                <c:pt idx="5288">
                  <c:v>45482</c:v>
                </c:pt>
                <c:pt idx="5289">
                  <c:v>45483</c:v>
                </c:pt>
                <c:pt idx="5290">
                  <c:v>45484</c:v>
                </c:pt>
                <c:pt idx="5291">
                  <c:v>45485</c:v>
                </c:pt>
                <c:pt idx="5292">
                  <c:v>45488</c:v>
                </c:pt>
                <c:pt idx="5293">
                  <c:v>45489</c:v>
                </c:pt>
                <c:pt idx="5294">
                  <c:v>45490</c:v>
                </c:pt>
                <c:pt idx="5295">
                  <c:v>45491</c:v>
                </c:pt>
                <c:pt idx="5296">
                  <c:v>45492</c:v>
                </c:pt>
                <c:pt idx="5297">
                  <c:v>45495</c:v>
                </c:pt>
                <c:pt idx="5298">
                  <c:v>45496</c:v>
                </c:pt>
                <c:pt idx="5299">
                  <c:v>45497</c:v>
                </c:pt>
                <c:pt idx="5300">
                  <c:v>45498</c:v>
                </c:pt>
                <c:pt idx="5301">
                  <c:v>45499</c:v>
                </c:pt>
                <c:pt idx="5302">
                  <c:v>45502</c:v>
                </c:pt>
                <c:pt idx="5303">
                  <c:v>45503</c:v>
                </c:pt>
                <c:pt idx="5304">
                  <c:v>45504</c:v>
                </c:pt>
                <c:pt idx="5305">
                  <c:v>45505</c:v>
                </c:pt>
                <c:pt idx="5306">
                  <c:v>45506</c:v>
                </c:pt>
                <c:pt idx="5307">
                  <c:v>45509</c:v>
                </c:pt>
                <c:pt idx="5308">
                  <c:v>45510</c:v>
                </c:pt>
                <c:pt idx="5309">
                  <c:v>45511</c:v>
                </c:pt>
                <c:pt idx="5310">
                  <c:v>45512</c:v>
                </c:pt>
                <c:pt idx="5311">
                  <c:v>45513</c:v>
                </c:pt>
                <c:pt idx="5312">
                  <c:v>45516</c:v>
                </c:pt>
                <c:pt idx="5313">
                  <c:v>45517</c:v>
                </c:pt>
                <c:pt idx="5314">
                  <c:v>45518</c:v>
                </c:pt>
                <c:pt idx="5315">
                  <c:v>45519</c:v>
                </c:pt>
                <c:pt idx="5316">
                  <c:v>45520</c:v>
                </c:pt>
                <c:pt idx="5317">
                  <c:v>45523</c:v>
                </c:pt>
                <c:pt idx="5318">
                  <c:v>45524</c:v>
                </c:pt>
                <c:pt idx="5319">
                  <c:v>45525</c:v>
                </c:pt>
                <c:pt idx="5320">
                  <c:v>45526</c:v>
                </c:pt>
                <c:pt idx="5321">
                  <c:v>45527</c:v>
                </c:pt>
                <c:pt idx="5322">
                  <c:v>45530</c:v>
                </c:pt>
                <c:pt idx="5323">
                  <c:v>45531</c:v>
                </c:pt>
                <c:pt idx="5324">
                  <c:v>45532</c:v>
                </c:pt>
                <c:pt idx="5325">
                  <c:v>45533</c:v>
                </c:pt>
                <c:pt idx="5326">
                  <c:v>45534</c:v>
                </c:pt>
                <c:pt idx="5327">
                  <c:v>45537</c:v>
                </c:pt>
                <c:pt idx="5328">
                  <c:v>45538</c:v>
                </c:pt>
                <c:pt idx="5329">
                  <c:v>45539</c:v>
                </c:pt>
                <c:pt idx="5330">
                  <c:v>45540</c:v>
                </c:pt>
                <c:pt idx="5331">
                  <c:v>45541</c:v>
                </c:pt>
                <c:pt idx="5332">
                  <c:v>45544</c:v>
                </c:pt>
                <c:pt idx="5333">
                  <c:v>45545</c:v>
                </c:pt>
                <c:pt idx="5334">
                  <c:v>45546</c:v>
                </c:pt>
                <c:pt idx="5335">
                  <c:v>45547</c:v>
                </c:pt>
                <c:pt idx="5336">
                  <c:v>45548</c:v>
                </c:pt>
                <c:pt idx="5337">
                  <c:v>45551</c:v>
                </c:pt>
                <c:pt idx="5338">
                  <c:v>45552</c:v>
                </c:pt>
                <c:pt idx="5339">
                  <c:v>45553</c:v>
                </c:pt>
                <c:pt idx="5340">
                  <c:v>45554</c:v>
                </c:pt>
                <c:pt idx="5341">
                  <c:v>45555</c:v>
                </c:pt>
                <c:pt idx="5342">
                  <c:v>45558</c:v>
                </c:pt>
                <c:pt idx="5343">
                  <c:v>45559</c:v>
                </c:pt>
                <c:pt idx="5344">
                  <c:v>45560</c:v>
                </c:pt>
                <c:pt idx="5345">
                  <c:v>45561</c:v>
                </c:pt>
                <c:pt idx="5346">
                  <c:v>45562</c:v>
                </c:pt>
                <c:pt idx="5347">
                  <c:v>45565</c:v>
                </c:pt>
                <c:pt idx="5348">
                  <c:v>45566</c:v>
                </c:pt>
                <c:pt idx="5349">
                  <c:v>45567</c:v>
                </c:pt>
                <c:pt idx="5350">
                  <c:v>45568</c:v>
                </c:pt>
                <c:pt idx="5351">
                  <c:v>45569</c:v>
                </c:pt>
                <c:pt idx="5352">
                  <c:v>45572</c:v>
                </c:pt>
                <c:pt idx="5353">
                  <c:v>45573</c:v>
                </c:pt>
                <c:pt idx="5354">
                  <c:v>45574</c:v>
                </c:pt>
                <c:pt idx="5355">
                  <c:v>45575</c:v>
                </c:pt>
                <c:pt idx="5356">
                  <c:v>45576</c:v>
                </c:pt>
                <c:pt idx="5357">
                  <c:v>45579</c:v>
                </c:pt>
                <c:pt idx="5358">
                  <c:v>45580</c:v>
                </c:pt>
                <c:pt idx="5359">
                  <c:v>45581</c:v>
                </c:pt>
                <c:pt idx="5360">
                  <c:v>45582</c:v>
                </c:pt>
                <c:pt idx="5361">
                  <c:v>45583</c:v>
                </c:pt>
                <c:pt idx="5362">
                  <c:v>45586</c:v>
                </c:pt>
                <c:pt idx="5363">
                  <c:v>45587</c:v>
                </c:pt>
                <c:pt idx="5364">
                  <c:v>45588</c:v>
                </c:pt>
                <c:pt idx="5365">
                  <c:v>45589</c:v>
                </c:pt>
                <c:pt idx="5366">
                  <c:v>45590</c:v>
                </c:pt>
                <c:pt idx="5367">
                  <c:v>45593</c:v>
                </c:pt>
                <c:pt idx="5368">
                  <c:v>45594</c:v>
                </c:pt>
                <c:pt idx="5369">
                  <c:v>45595</c:v>
                </c:pt>
                <c:pt idx="5370">
                  <c:v>45596</c:v>
                </c:pt>
                <c:pt idx="5371">
                  <c:v>45597</c:v>
                </c:pt>
                <c:pt idx="5372">
                  <c:v>45601</c:v>
                </c:pt>
                <c:pt idx="5373">
                  <c:v>45602</c:v>
                </c:pt>
                <c:pt idx="5374">
                  <c:v>45603</c:v>
                </c:pt>
                <c:pt idx="5375">
                  <c:v>45604</c:v>
                </c:pt>
                <c:pt idx="5376">
                  <c:v>45608</c:v>
                </c:pt>
                <c:pt idx="5377">
                  <c:v>45609</c:v>
                </c:pt>
                <c:pt idx="5378">
                  <c:v>45610</c:v>
                </c:pt>
                <c:pt idx="5379">
                  <c:v>45611</c:v>
                </c:pt>
                <c:pt idx="5380">
                  <c:v>45614</c:v>
                </c:pt>
                <c:pt idx="5381">
                  <c:v>45615</c:v>
                </c:pt>
                <c:pt idx="5382">
                  <c:v>45616</c:v>
                </c:pt>
                <c:pt idx="5383">
                  <c:v>45617</c:v>
                </c:pt>
                <c:pt idx="5384">
                  <c:v>45618</c:v>
                </c:pt>
                <c:pt idx="5385">
                  <c:v>45621</c:v>
                </c:pt>
                <c:pt idx="5386">
                  <c:v>45622</c:v>
                </c:pt>
                <c:pt idx="5387">
                  <c:v>45623</c:v>
                </c:pt>
                <c:pt idx="5388">
                  <c:v>45624</c:v>
                </c:pt>
                <c:pt idx="5389">
                  <c:v>45625</c:v>
                </c:pt>
                <c:pt idx="5390">
                  <c:v>45628</c:v>
                </c:pt>
                <c:pt idx="5391">
                  <c:v>45629</c:v>
                </c:pt>
                <c:pt idx="5392">
                  <c:v>45630</c:v>
                </c:pt>
                <c:pt idx="5393">
                  <c:v>45631</c:v>
                </c:pt>
                <c:pt idx="5394">
                  <c:v>45632</c:v>
                </c:pt>
                <c:pt idx="5395">
                  <c:v>45635</c:v>
                </c:pt>
                <c:pt idx="5396">
                  <c:v>45636</c:v>
                </c:pt>
                <c:pt idx="5397">
                  <c:v>45637</c:v>
                </c:pt>
                <c:pt idx="5398">
                  <c:v>45638</c:v>
                </c:pt>
                <c:pt idx="5399">
                  <c:v>45639</c:v>
                </c:pt>
                <c:pt idx="5400">
                  <c:v>45642</c:v>
                </c:pt>
                <c:pt idx="5401">
                  <c:v>45643</c:v>
                </c:pt>
                <c:pt idx="5402">
                  <c:v>45644</c:v>
                </c:pt>
                <c:pt idx="5403">
                  <c:v>45645</c:v>
                </c:pt>
                <c:pt idx="5404">
                  <c:v>45646</c:v>
                </c:pt>
                <c:pt idx="5405">
                  <c:v>45649</c:v>
                </c:pt>
                <c:pt idx="5406">
                  <c:v>45650</c:v>
                </c:pt>
                <c:pt idx="5407">
                  <c:v>45652</c:v>
                </c:pt>
                <c:pt idx="5408">
                  <c:v>45653</c:v>
                </c:pt>
                <c:pt idx="5409">
                  <c:v>45656</c:v>
                </c:pt>
                <c:pt idx="5410">
                  <c:v>45657</c:v>
                </c:pt>
                <c:pt idx="5411">
                  <c:v>45659</c:v>
                </c:pt>
                <c:pt idx="5412">
                  <c:v>45660</c:v>
                </c:pt>
                <c:pt idx="5413">
                  <c:v>45663</c:v>
                </c:pt>
                <c:pt idx="5414">
                  <c:v>45664</c:v>
                </c:pt>
                <c:pt idx="5415">
                  <c:v>45665</c:v>
                </c:pt>
                <c:pt idx="5416">
                  <c:v>45666</c:v>
                </c:pt>
                <c:pt idx="5417">
                  <c:v>45667</c:v>
                </c:pt>
                <c:pt idx="5418">
                  <c:v>45670</c:v>
                </c:pt>
                <c:pt idx="5419">
                  <c:v>45671</c:v>
                </c:pt>
                <c:pt idx="5420">
                  <c:v>45672</c:v>
                </c:pt>
                <c:pt idx="5421">
                  <c:v>45673</c:v>
                </c:pt>
                <c:pt idx="5422">
                  <c:v>45674</c:v>
                </c:pt>
                <c:pt idx="5423">
                  <c:v>45677</c:v>
                </c:pt>
                <c:pt idx="5424">
                  <c:v>45678</c:v>
                </c:pt>
                <c:pt idx="5425">
                  <c:v>45679</c:v>
                </c:pt>
                <c:pt idx="5426">
                  <c:v>45680</c:v>
                </c:pt>
                <c:pt idx="5427">
                  <c:v>45681</c:v>
                </c:pt>
                <c:pt idx="5428">
                  <c:v>45684</c:v>
                </c:pt>
                <c:pt idx="5429">
                  <c:v>45685</c:v>
                </c:pt>
                <c:pt idx="5430">
                  <c:v>45686</c:v>
                </c:pt>
                <c:pt idx="5431">
                  <c:v>45687</c:v>
                </c:pt>
                <c:pt idx="5432">
                  <c:v>45688</c:v>
                </c:pt>
                <c:pt idx="5433">
                  <c:v>45691</c:v>
                </c:pt>
                <c:pt idx="5434">
                  <c:v>45692</c:v>
                </c:pt>
                <c:pt idx="5435">
                  <c:v>45693</c:v>
                </c:pt>
                <c:pt idx="5436">
                  <c:v>45694</c:v>
                </c:pt>
                <c:pt idx="5437">
                  <c:v>45695</c:v>
                </c:pt>
                <c:pt idx="5438">
                  <c:v>45698</c:v>
                </c:pt>
                <c:pt idx="5439">
                  <c:v>45699</c:v>
                </c:pt>
                <c:pt idx="5440">
                  <c:v>45700</c:v>
                </c:pt>
                <c:pt idx="5441">
                  <c:v>45701</c:v>
                </c:pt>
                <c:pt idx="5442">
                  <c:v>45702</c:v>
                </c:pt>
                <c:pt idx="5443">
                  <c:v>45706</c:v>
                </c:pt>
                <c:pt idx="5444">
                  <c:v>45707</c:v>
                </c:pt>
                <c:pt idx="5445">
                  <c:v>45708</c:v>
                </c:pt>
                <c:pt idx="5446">
                  <c:v>45709</c:v>
                </c:pt>
                <c:pt idx="5447">
                  <c:v>45712</c:v>
                </c:pt>
                <c:pt idx="5448">
                  <c:v>45713</c:v>
                </c:pt>
                <c:pt idx="5449">
                  <c:v>45714</c:v>
                </c:pt>
                <c:pt idx="5450">
                  <c:v>45715</c:v>
                </c:pt>
                <c:pt idx="5451">
                  <c:v>45716</c:v>
                </c:pt>
                <c:pt idx="5452">
                  <c:v>45719</c:v>
                </c:pt>
                <c:pt idx="5453">
                  <c:v>45720</c:v>
                </c:pt>
                <c:pt idx="5454">
                  <c:v>45721</c:v>
                </c:pt>
                <c:pt idx="5455">
                  <c:v>45722</c:v>
                </c:pt>
                <c:pt idx="5456">
                  <c:v>45723</c:v>
                </c:pt>
                <c:pt idx="5457">
                  <c:v>45726</c:v>
                </c:pt>
              </c:numCache>
            </c:numRef>
          </c:cat>
          <c:val>
            <c:numRef>
              <c:f>Hoja2!$D$316:$D$5773</c:f>
              <c:numCache>
                <c:formatCode>0.00</c:formatCode>
                <c:ptCount val="5458"/>
                <c:pt idx="0">
                  <c:v>13.4392789092042</c:v>
                </c:pt>
                <c:pt idx="1">
                  <c:v>13.393683165617</c:v>
                </c:pt>
                <c:pt idx="2">
                  <c:v>13.280192067770701</c:v>
                </c:pt>
                <c:pt idx="3">
                  <c:v>13.409193762366</c:v>
                </c:pt>
                <c:pt idx="4">
                  <c:v>13.3685924784726</c:v>
                </c:pt>
                <c:pt idx="5">
                  <c:v>13.2716515687962</c:v>
                </c:pt>
                <c:pt idx="6">
                  <c:v>13.169165420136901</c:v>
                </c:pt>
                <c:pt idx="7">
                  <c:v>13.384937328316701</c:v>
                </c:pt>
                <c:pt idx="8">
                  <c:v>13.5090479136427</c:v>
                </c:pt>
                <c:pt idx="9">
                  <c:v>13.819294963323101</c:v>
                </c:pt>
                <c:pt idx="10">
                  <c:v>13.7810052167075</c:v>
                </c:pt>
                <c:pt idx="11">
                  <c:v>13.7810052167075</c:v>
                </c:pt>
                <c:pt idx="12">
                  <c:v>13.5950062909048</c:v>
                </c:pt>
                <c:pt idx="13">
                  <c:v>13.7985238618586</c:v>
                </c:pt>
                <c:pt idx="14">
                  <c:v>13.857240261677299</c:v>
                </c:pt>
                <c:pt idx="15">
                  <c:v>14.151604322797001</c:v>
                </c:pt>
                <c:pt idx="16">
                  <c:v>14.563565695210199</c:v>
                </c:pt>
                <c:pt idx="17">
                  <c:v>14.1976728217457</c:v>
                </c:pt>
                <c:pt idx="18">
                  <c:v>14.4608347188267</c:v>
                </c:pt>
                <c:pt idx="19">
                  <c:v>13.8791641503612</c:v>
                </c:pt>
                <c:pt idx="20">
                  <c:v>13.868067636677701</c:v>
                </c:pt>
                <c:pt idx="21">
                  <c:v>14.135639486537301</c:v>
                </c:pt>
                <c:pt idx="22">
                  <c:v>14.131591748978</c:v>
                </c:pt>
                <c:pt idx="23">
                  <c:v>14.0047375305194</c:v>
                </c:pt>
                <c:pt idx="24">
                  <c:v>13.951361458293899</c:v>
                </c:pt>
                <c:pt idx="25">
                  <c:v>14.303768635726399</c:v>
                </c:pt>
                <c:pt idx="26">
                  <c:v>12.7745281629681</c:v>
                </c:pt>
                <c:pt idx="27">
                  <c:v>14.471179874290099</c:v>
                </c:pt>
                <c:pt idx="28">
                  <c:v>14.741369801858999</c:v>
                </c:pt>
                <c:pt idx="29">
                  <c:v>14.8887283336731</c:v>
                </c:pt>
                <c:pt idx="30">
                  <c:v>15.4608653357806</c:v>
                </c:pt>
                <c:pt idx="31">
                  <c:v>15.776019030652799</c:v>
                </c:pt>
                <c:pt idx="32">
                  <c:v>15.624864564076599</c:v>
                </c:pt>
                <c:pt idx="33">
                  <c:v>15.408148107222299</c:v>
                </c:pt>
                <c:pt idx="34">
                  <c:v>14.998199637484101</c:v>
                </c:pt>
                <c:pt idx="35">
                  <c:v>15.7875118731905</c:v>
                </c:pt>
                <c:pt idx="36">
                  <c:v>15.304632101882</c:v>
                </c:pt>
                <c:pt idx="37">
                  <c:v>15.035423477792699</c:v>
                </c:pt>
                <c:pt idx="38">
                  <c:v>15.170489512669899</c:v>
                </c:pt>
                <c:pt idx="39">
                  <c:v>14.9157517589947</c:v>
                </c:pt>
                <c:pt idx="40">
                  <c:v>15.3729361628054</c:v>
                </c:pt>
                <c:pt idx="41">
                  <c:v>14.9117735617712</c:v>
                </c:pt>
                <c:pt idx="42">
                  <c:v>14.9117735617712</c:v>
                </c:pt>
                <c:pt idx="43">
                  <c:v>15.511418286811599</c:v>
                </c:pt>
                <c:pt idx="44">
                  <c:v>14.703535612088601</c:v>
                </c:pt>
                <c:pt idx="45">
                  <c:v>15.2842477997896</c:v>
                </c:pt>
                <c:pt idx="46">
                  <c:v>14.6184919277341</c:v>
                </c:pt>
                <c:pt idx="47">
                  <c:v>14.489635074913499</c:v>
                </c:pt>
                <c:pt idx="48">
                  <c:v>14.4985899886483</c:v>
                </c:pt>
                <c:pt idx="49">
                  <c:v>14.5059715477702</c:v>
                </c:pt>
                <c:pt idx="50">
                  <c:v>14.5726472998152</c:v>
                </c:pt>
                <c:pt idx="51">
                  <c:v>14.4287713904626</c:v>
                </c:pt>
                <c:pt idx="52">
                  <c:v>14.243833649231</c:v>
                </c:pt>
                <c:pt idx="53">
                  <c:v>14.518258705369901</c:v>
                </c:pt>
                <c:pt idx="54">
                  <c:v>14.560815772762499</c:v>
                </c:pt>
                <c:pt idx="55">
                  <c:v>14.879664225837899</c:v>
                </c:pt>
                <c:pt idx="56">
                  <c:v>14.6939253963151</c:v>
                </c:pt>
                <c:pt idx="57">
                  <c:v>14.6939253963151</c:v>
                </c:pt>
                <c:pt idx="58">
                  <c:v>14.8203683085494</c:v>
                </c:pt>
                <c:pt idx="59">
                  <c:v>14.773445609021801</c:v>
                </c:pt>
                <c:pt idx="60">
                  <c:v>14.696803339633901</c:v>
                </c:pt>
                <c:pt idx="61">
                  <c:v>14.725709057122</c:v>
                </c:pt>
                <c:pt idx="62">
                  <c:v>14.725709057122</c:v>
                </c:pt>
                <c:pt idx="63">
                  <c:v>15.493732333787699</c:v>
                </c:pt>
                <c:pt idx="64">
                  <c:v>15.5134765639389</c:v>
                </c:pt>
                <c:pt idx="65">
                  <c:v>15.435393747403699</c:v>
                </c:pt>
                <c:pt idx="66">
                  <c:v>15.4327983951425</c:v>
                </c:pt>
                <c:pt idx="67">
                  <c:v>14.6749706718679</c:v>
                </c:pt>
                <c:pt idx="68">
                  <c:v>15.5740805715512</c:v>
                </c:pt>
                <c:pt idx="69">
                  <c:v>15.2717626281874</c:v>
                </c:pt>
                <c:pt idx="70">
                  <c:v>14.3603129599264</c:v>
                </c:pt>
                <c:pt idx="71">
                  <c:v>14.3299617495466</c:v>
                </c:pt>
                <c:pt idx="72">
                  <c:v>14.434937542283601</c:v>
                </c:pt>
                <c:pt idx="73">
                  <c:v>15.4478208521405</c:v>
                </c:pt>
                <c:pt idx="74">
                  <c:v>15.4039222255507</c:v>
                </c:pt>
                <c:pt idx="75">
                  <c:v>15.353746844692701</c:v>
                </c:pt>
                <c:pt idx="76">
                  <c:v>15.419775371480499</c:v>
                </c:pt>
                <c:pt idx="77">
                  <c:v>14.9149619258085</c:v>
                </c:pt>
                <c:pt idx="78">
                  <c:v>15.396059765925401</c:v>
                </c:pt>
                <c:pt idx="79">
                  <c:v>15.2229064275773</c:v>
                </c:pt>
                <c:pt idx="80">
                  <c:v>14.6372034088874</c:v>
                </c:pt>
                <c:pt idx="81">
                  <c:v>14.927950772054</c:v>
                </c:pt>
                <c:pt idx="82">
                  <c:v>14.927950772054</c:v>
                </c:pt>
                <c:pt idx="83">
                  <c:v>15.2543321142211</c:v>
                </c:pt>
                <c:pt idx="84">
                  <c:v>15.334483565404</c:v>
                </c:pt>
                <c:pt idx="85">
                  <c:v>14.974145307914499</c:v>
                </c:pt>
                <c:pt idx="86">
                  <c:v>15.5131365969316</c:v>
                </c:pt>
                <c:pt idx="87">
                  <c:v>15.2029343388178</c:v>
                </c:pt>
                <c:pt idx="88">
                  <c:v>15.516247930364599</c:v>
                </c:pt>
                <c:pt idx="89">
                  <c:v>15.473290495443401</c:v>
                </c:pt>
                <c:pt idx="90">
                  <c:v>15.515700182093401</c:v>
                </c:pt>
                <c:pt idx="91">
                  <c:v>15.5689357031924</c:v>
                </c:pt>
                <c:pt idx="92">
                  <c:v>15.7484511898738</c:v>
                </c:pt>
                <c:pt idx="93">
                  <c:v>15.7260032232225</c:v>
                </c:pt>
                <c:pt idx="94">
                  <c:v>15.6698682016007</c:v>
                </c:pt>
                <c:pt idx="95">
                  <c:v>15.6355431570073</c:v>
                </c:pt>
                <c:pt idx="96">
                  <c:v>15.0610679351547</c:v>
                </c:pt>
                <c:pt idx="97">
                  <c:v>14.963699803307399</c:v>
                </c:pt>
                <c:pt idx="98">
                  <c:v>15.5167841487579</c:v>
                </c:pt>
                <c:pt idx="99">
                  <c:v>15.683715453787499</c:v>
                </c:pt>
                <c:pt idx="100">
                  <c:v>15.669523603156399</c:v>
                </c:pt>
                <c:pt idx="101">
                  <c:v>15.669523603156399</c:v>
                </c:pt>
                <c:pt idx="102">
                  <c:v>15.6442071173062</c:v>
                </c:pt>
                <c:pt idx="103">
                  <c:v>15.5316495788962</c:v>
                </c:pt>
                <c:pt idx="104">
                  <c:v>15.414013272908999</c:v>
                </c:pt>
                <c:pt idx="105">
                  <c:v>15.4516368562583</c:v>
                </c:pt>
                <c:pt idx="106">
                  <c:v>15.3285915686071</c:v>
                </c:pt>
                <c:pt idx="107">
                  <c:v>15.3017251948985</c:v>
                </c:pt>
                <c:pt idx="108">
                  <c:v>15.1970904022107</c:v>
                </c:pt>
                <c:pt idx="109">
                  <c:v>14.9657957639779</c:v>
                </c:pt>
                <c:pt idx="110">
                  <c:v>15.198505855499899</c:v>
                </c:pt>
                <c:pt idx="111">
                  <c:v>15.1627032595666</c:v>
                </c:pt>
                <c:pt idx="112">
                  <c:v>15.129891699856699</c:v>
                </c:pt>
                <c:pt idx="113">
                  <c:v>15.0827009627285</c:v>
                </c:pt>
                <c:pt idx="114">
                  <c:v>15.262890905188801</c:v>
                </c:pt>
                <c:pt idx="115">
                  <c:v>15.1371541520626</c:v>
                </c:pt>
                <c:pt idx="116">
                  <c:v>15.7231852145948</c:v>
                </c:pt>
                <c:pt idx="117">
                  <c:v>15.290741874262901</c:v>
                </c:pt>
                <c:pt idx="118">
                  <c:v>15.140965941294599</c:v>
                </c:pt>
                <c:pt idx="119">
                  <c:v>14.8953917958425</c:v>
                </c:pt>
                <c:pt idx="120">
                  <c:v>14.9782050076908</c:v>
                </c:pt>
                <c:pt idx="121">
                  <c:v>14.6129480188592</c:v>
                </c:pt>
                <c:pt idx="122">
                  <c:v>14.583725022570601</c:v>
                </c:pt>
                <c:pt idx="123">
                  <c:v>14.426371661333199</c:v>
                </c:pt>
                <c:pt idx="124">
                  <c:v>14.698350472282399</c:v>
                </c:pt>
                <c:pt idx="125">
                  <c:v>14.474200375902999</c:v>
                </c:pt>
                <c:pt idx="126">
                  <c:v>14.819092231989201</c:v>
                </c:pt>
                <c:pt idx="127">
                  <c:v>14.708238883003601</c:v>
                </c:pt>
                <c:pt idx="128">
                  <c:v>14.9380021819343</c:v>
                </c:pt>
                <c:pt idx="129">
                  <c:v>14.8239072246957</c:v>
                </c:pt>
                <c:pt idx="130">
                  <c:v>15.0250367698776</c:v>
                </c:pt>
                <c:pt idx="131">
                  <c:v>15.061106592981499</c:v>
                </c:pt>
                <c:pt idx="132">
                  <c:v>14.6890955619726</c:v>
                </c:pt>
                <c:pt idx="133">
                  <c:v>14.882948222012701</c:v>
                </c:pt>
                <c:pt idx="134">
                  <c:v>14.6468294133618</c:v>
                </c:pt>
                <c:pt idx="135">
                  <c:v>14.765428982545799</c:v>
                </c:pt>
                <c:pt idx="136">
                  <c:v>15.3634661647391</c:v>
                </c:pt>
                <c:pt idx="137">
                  <c:v>14.8750686174261</c:v>
                </c:pt>
                <c:pt idx="138">
                  <c:v>14.7687139940089</c:v>
                </c:pt>
                <c:pt idx="139">
                  <c:v>14.8104493710178</c:v>
                </c:pt>
                <c:pt idx="140">
                  <c:v>14.787417189222699</c:v>
                </c:pt>
                <c:pt idx="141">
                  <c:v>14.6712764768674</c:v>
                </c:pt>
                <c:pt idx="142">
                  <c:v>14.724996636792399</c:v>
                </c:pt>
                <c:pt idx="143">
                  <c:v>14.5060831828337</c:v>
                </c:pt>
                <c:pt idx="144">
                  <c:v>14.561233702758599</c:v>
                </c:pt>
                <c:pt idx="145">
                  <c:v>14.556182214751299</c:v>
                </c:pt>
                <c:pt idx="146">
                  <c:v>14.556182214751299</c:v>
                </c:pt>
                <c:pt idx="147">
                  <c:v>14.426467677621099</c:v>
                </c:pt>
                <c:pt idx="148">
                  <c:v>14.5618503194189</c:v>
                </c:pt>
                <c:pt idx="149">
                  <c:v>14.462343785292401</c:v>
                </c:pt>
                <c:pt idx="150">
                  <c:v>14.4271765144517</c:v>
                </c:pt>
                <c:pt idx="151">
                  <c:v>14.3984984839008</c:v>
                </c:pt>
                <c:pt idx="152">
                  <c:v>14.5475365797816</c:v>
                </c:pt>
                <c:pt idx="153">
                  <c:v>14.4150234490881</c:v>
                </c:pt>
                <c:pt idx="154">
                  <c:v>14.607670611825499</c:v>
                </c:pt>
                <c:pt idx="155">
                  <c:v>14.6267123441562</c:v>
                </c:pt>
                <c:pt idx="156">
                  <c:v>14.6267123441562</c:v>
                </c:pt>
                <c:pt idx="157">
                  <c:v>14.420072966549499</c:v>
                </c:pt>
                <c:pt idx="158">
                  <c:v>14.351858063421</c:v>
                </c:pt>
                <c:pt idx="159">
                  <c:v>14.3503637701212</c:v>
                </c:pt>
                <c:pt idx="160">
                  <c:v>14.0639856734684</c:v>
                </c:pt>
                <c:pt idx="161">
                  <c:v>14.181818942533299</c:v>
                </c:pt>
                <c:pt idx="162">
                  <c:v>14.2482233068576</c:v>
                </c:pt>
                <c:pt idx="163">
                  <c:v>14.1963187328441</c:v>
                </c:pt>
                <c:pt idx="164">
                  <c:v>14.1814876962806</c:v>
                </c:pt>
                <c:pt idx="165">
                  <c:v>14.0972833303009</c:v>
                </c:pt>
                <c:pt idx="166">
                  <c:v>14.0972833303009</c:v>
                </c:pt>
                <c:pt idx="167">
                  <c:v>13.981914119989</c:v>
                </c:pt>
                <c:pt idx="168">
                  <c:v>13.9634136658042</c:v>
                </c:pt>
                <c:pt idx="169">
                  <c:v>13.878557925559299</c:v>
                </c:pt>
                <c:pt idx="170">
                  <c:v>13.907066974866201</c:v>
                </c:pt>
                <c:pt idx="171">
                  <c:v>14.218861127845701</c:v>
                </c:pt>
                <c:pt idx="172">
                  <c:v>13.857168108283901</c:v>
                </c:pt>
                <c:pt idx="173">
                  <c:v>13.682270885699999</c:v>
                </c:pt>
                <c:pt idx="174">
                  <c:v>13.7185633078468</c:v>
                </c:pt>
                <c:pt idx="175">
                  <c:v>13.640004004962</c:v>
                </c:pt>
                <c:pt idx="176">
                  <c:v>13.8224455684889</c:v>
                </c:pt>
                <c:pt idx="177">
                  <c:v>13.936500398081201</c:v>
                </c:pt>
                <c:pt idx="178">
                  <c:v>13.937940826298799</c:v>
                </c:pt>
                <c:pt idx="179">
                  <c:v>14.118159146117399</c:v>
                </c:pt>
                <c:pt idx="180">
                  <c:v>14.026623351866199</c:v>
                </c:pt>
                <c:pt idx="181">
                  <c:v>14.0802727069292</c:v>
                </c:pt>
                <c:pt idx="182">
                  <c:v>15.2705717712974</c:v>
                </c:pt>
                <c:pt idx="183">
                  <c:v>15.2705717712974</c:v>
                </c:pt>
                <c:pt idx="184">
                  <c:v>14.437016482227</c:v>
                </c:pt>
                <c:pt idx="185">
                  <c:v>14.1777820905002</c:v>
                </c:pt>
                <c:pt idx="186">
                  <c:v>14.0315698596938</c:v>
                </c:pt>
                <c:pt idx="187">
                  <c:v>14.144939662452799</c:v>
                </c:pt>
                <c:pt idx="188">
                  <c:v>14.20496678132</c:v>
                </c:pt>
                <c:pt idx="189">
                  <c:v>14.0793127511345</c:v>
                </c:pt>
                <c:pt idx="190">
                  <c:v>14.064222894897499</c:v>
                </c:pt>
                <c:pt idx="191">
                  <c:v>13.831781037818599</c:v>
                </c:pt>
                <c:pt idx="192">
                  <c:v>13.9107328324778</c:v>
                </c:pt>
                <c:pt idx="193">
                  <c:v>13.683085299074399</c:v>
                </c:pt>
                <c:pt idx="194">
                  <c:v>13.7190563952462</c:v>
                </c:pt>
                <c:pt idx="195">
                  <c:v>8.6123957004537104</c:v>
                </c:pt>
                <c:pt idx="196">
                  <c:v>13.750475176881499</c:v>
                </c:pt>
                <c:pt idx="197">
                  <c:v>13.747120938529701</c:v>
                </c:pt>
                <c:pt idx="198">
                  <c:v>13.6560347735367</c:v>
                </c:pt>
                <c:pt idx="199">
                  <c:v>13.575972505457599</c:v>
                </c:pt>
                <c:pt idx="200">
                  <c:v>13.575972505457599</c:v>
                </c:pt>
                <c:pt idx="201">
                  <c:v>13.3866726509162</c:v>
                </c:pt>
                <c:pt idx="202">
                  <c:v>13.326329801433699</c:v>
                </c:pt>
                <c:pt idx="203">
                  <c:v>13.3672198609978</c:v>
                </c:pt>
                <c:pt idx="204">
                  <c:v>13.756958191392</c:v>
                </c:pt>
                <c:pt idx="205">
                  <c:v>13.6220628114657</c:v>
                </c:pt>
                <c:pt idx="206">
                  <c:v>13.6220628114657</c:v>
                </c:pt>
                <c:pt idx="207">
                  <c:v>13.4090967209032</c:v>
                </c:pt>
                <c:pt idx="208">
                  <c:v>13.2401194199873</c:v>
                </c:pt>
                <c:pt idx="209">
                  <c:v>13.1065166563235</c:v>
                </c:pt>
                <c:pt idx="210">
                  <c:v>13.275511755576201</c:v>
                </c:pt>
                <c:pt idx="211">
                  <c:v>13.6260922194776</c:v>
                </c:pt>
                <c:pt idx="212">
                  <c:v>13.399147172756599</c:v>
                </c:pt>
                <c:pt idx="213">
                  <c:v>13.3990423164819</c:v>
                </c:pt>
                <c:pt idx="214">
                  <c:v>13.787282684990601</c:v>
                </c:pt>
                <c:pt idx="215">
                  <c:v>13.4402421894391</c:v>
                </c:pt>
                <c:pt idx="216">
                  <c:v>13.968911731428999</c:v>
                </c:pt>
                <c:pt idx="217">
                  <c:v>13.2918061054043</c:v>
                </c:pt>
                <c:pt idx="218">
                  <c:v>13.264463664853499</c:v>
                </c:pt>
                <c:pt idx="219">
                  <c:v>13.432450074269999</c:v>
                </c:pt>
                <c:pt idx="220">
                  <c:v>13.401111780551</c:v>
                </c:pt>
                <c:pt idx="221">
                  <c:v>13.3601486540311</c:v>
                </c:pt>
                <c:pt idx="222">
                  <c:v>13.345252305021001</c:v>
                </c:pt>
                <c:pt idx="223">
                  <c:v>13.764304274313901</c:v>
                </c:pt>
                <c:pt idx="224">
                  <c:v>13.393913499666199</c:v>
                </c:pt>
                <c:pt idx="225">
                  <c:v>13.3565306683622</c:v>
                </c:pt>
                <c:pt idx="226">
                  <c:v>13.343070316884701</c:v>
                </c:pt>
                <c:pt idx="227">
                  <c:v>13.348526488454</c:v>
                </c:pt>
                <c:pt idx="228">
                  <c:v>13.381159037338399</c:v>
                </c:pt>
                <c:pt idx="229">
                  <c:v>13.270578831981901</c:v>
                </c:pt>
                <c:pt idx="230">
                  <c:v>13.3029919954052</c:v>
                </c:pt>
                <c:pt idx="231">
                  <c:v>13.2052471053807</c:v>
                </c:pt>
                <c:pt idx="232">
                  <c:v>13.207964426237</c:v>
                </c:pt>
                <c:pt idx="233">
                  <c:v>13.227914247826201</c:v>
                </c:pt>
                <c:pt idx="234">
                  <c:v>13.171329254557399</c:v>
                </c:pt>
                <c:pt idx="235">
                  <c:v>13.158515899706</c:v>
                </c:pt>
                <c:pt idx="236">
                  <c:v>13.120523630914599</c:v>
                </c:pt>
                <c:pt idx="237">
                  <c:v>13.055137218436499</c:v>
                </c:pt>
                <c:pt idx="238">
                  <c:v>13.1658637586512</c:v>
                </c:pt>
                <c:pt idx="239">
                  <c:v>13.148515233522399</c:v>
                </c:pt>
                <c:pt idx="240">
                  <c:v>13.245404544660699</c:v>
                </c:pt>
                <c:pt idx="241">
                  <c:v>13.0895087861613</c:v>
                </c:pt>
                <c:pt idx="242">
                  <c:v>12.9842411930436</c:v>
                </c:pt>
                <c:pt idx="243">
                  <c:v>13.1598967749082</c:v>
                </c:pt>
                <c:pt idx="244">
                  <c:v>13.1034596333454</c:v>
                </c:pt>
                <c:pt idx="245">
                  <c:v>13.031484794324699</c:v>
                </c:pt>
                <c:pt idx="246">
                  <c:v>12.9173415589161</c:v>
                </c:pt>
                <c:pt idx="247">
                  <c:v>12.8502157770499</c:v>
                </c:pt>
                <c:pt idx="248">
                  <c:v>12.949304983207901</c:v>
                </c:pt>
                <c:pt idx="249">
                  <c:v>13.2306903524912</c:v>
                </c:pt>
                <c:pt idx="250">
                  <c:v>12.8715384245702</c:v>
                </c:pt>
                <c:pt idx="251">
                  <c:v>13.2800455297943</c:v>
                </c:pt>
                <c:pt idx="252">
                  <c:v>13.4279999728739</c:v>
                </c:pt>
                <c:pt idx="253">
                  <c:v>13.458540027520099</c:v>
                </c:pt>
                <c:pt idx="254">
                  <c:v>13.359876022783199</c:v>
                </c:pt>
                <c:pt idx="255">
                  <c:v>13.358096865023301</c:v>
                </c:pt>
                <c:pt idx="256">
                  <c:v>13.358096865023301</c:v>
                </c:pt>
                <c:pt idx="257">
                  <c:v>13.318945221019501</c:v>
                </c:pt>
                <c:pt idx="258">
                  <c:v>13.533009940388</c:v>
                </c:pt>
                <c:pt idx="259">
                  <c:v>13.533009940388</c:v>
                </c:pt>
                <c:pt idx="260">
                  <c:v>13.533009940388</c:v>
                </c:pt>
                <c:pt idx="261">
                  <c:v>13.921376493713399</c:v>
                </c:pt>
                <c:pt idx="262">
                  <c:v>13.635771547342101</c:v>
                </c:pt>
                <c:pt idx="263">
                  <c:v>13.5668764258191</c:v>
                </c:pt>
                <c:pt idx="264">
                  <c:v>13.4079506947125</c:v>
                </c:pt>
                <c:pt idx="265">
                  <c:v>13.545876082801399</c:v>
                </c:pt>
                <c:pt idx="266">
                  <c:v>13.5622790366972</c:v>
                </c:pt>
                <c:pt idx="267">
                  <c:v>13.5922133456884</c:v>
                </c:pt>
                <c:pt idx="268">
                  <c:v>13.343896282711601</c:v>
                </c:pt>
                <c:pt idx="269">
                  <c:v>13.432521240967301</c:v>
                </c:pt>
                <c:pt idx="270">
                  <c:v>13.7237510422213</c:v>
                </c:pt>
                <c:pt idx="271">
                  <c:v>13.6386095270322</c:v>
                </c:pt>
                <c:pt idx="272">
                  <c:v>13.6819784619275</c:v>
                </c:pt>
                <c:pt idx="273">
                  <c:v>13.445121692866</c:v>
                </c:pt>
                <c:pt idx="274">
                  <c:v>13.635329604149501</c:v>
                </c:pt>
                <c:pt idx="275">
                  <c:v>13.7824252817031</c:v>
                </c:pt>
                <c:pt idx="276">
                  <c:v>13.8532879830291</c:v>
                </c:pt>
                <c:pt idx="277">
                  <c:v>13.8195063310766</c:v>
                </c:pt>
                <c:pt idx="278">
                  <c:v>13.8467107632456</c:v>
                </c:pt>
                <c:pt idx="279">
                  <c:v>13.6535301175629</c:v>
                </c:pt>
                <c:pt idx="280">
                  <c:v>13.820492364791299</c:v>
                </c:pt>
                <c:pt idx="281">
                  <c:v>13.9428776479244</c:v>
                </c:pt>
                <c:pt idx="282">
                  <c:v>13.607227352048</c:v>
                </c:pt>
                <c:pt idx="283">
                  <c:v>13.6470591255936</c:v>
                </c:pt>
                <c:pt idx="284">
                  <c:v>13.612181699181001</c:v>
                </c:pt>
                <c:pt idx="285">
                  <c:v>13.6440852312091</c:v>
                </c:pt>
                <c:pt idx="286">
                  <c:v>13.5259048479464</c:v>
                </c:pt>
                <c:pt idx="287">
                  <c:v>13.469414996016299</c:v>
                </c:pt>
                <c:pt idx="288">
                  <c:v>13.3711497544708</c:v>
                </c:pt>
                <c:pt idx="289">
                  <c:v>13.402418224006899</c:v>
                </c:pt>
                <c:pt idx="290">
                  <c:v>13.4632784511259</c:v>
                </c:pt>
                <c:pt idx="291">
                  <c:v>13.4632784511259</c:v>
                </c:pt>
                <c:pt idx="292">
                  <c:v>13.464512209050501</c:v>
                </c:pt>
                <c:pt idx="293">
                  <c:v>13.496104227419099</c:v>
                </c:pt>
                <c:pt idx="294">
                  <c:v>13.454985412646501</c:v>
                </c:pt>
                <c:pt idx="295">
                  <c:v>13.443777775761401</c:v>
                </c:pt>
                <c:pt idx="296">
                  <c:v>13.4098832722258</c:v>
                </c:pt>
                <c:pt idx="297">
                  <c:v>13.343023035055801</c:v>
                </c:pt>
                <c:pt idx="298">
                  <c:v>13.2543509217245</c:v>
                </c:pt>
                <c:pt idx="299">
                  <c:v>13.1842960726113</c:v>
                </c:pt>
                <c:pt idx="300">
                  <c:v>13.1833010953968</c:v>
                </c:pt>
                <c:pt idx="301">
                  <c:v>13.2137377138065</c:v>
                </c:pt>
                <c:pt idx="302">
                  <c:v>13.268112624462301</c:v>
                </c:pt>
                <c:pt idx="303">
                  <c:v>13.3113795826818</c:v>
                </c:pt>
                <c:pt idx="304">
                  <c:v>13.3112818047051</c:v>
                </c:pt>
                <c:pt idx="305">
                  <c:v>13.437120402634299</c:v>
                </c:pt>
                <c:pt idx="306">
                  <c:v>13.322616080165201</c:v>
                </c:pt>
                <c:pt idx="307">
                  <c:v>13.276353070729799</c:v>
                </c:pt>
                <c:pt idx="308">
                  <c:v>13.3989100101827</c:v>
                </c:pt>
                <c:pt idx="309">
                  <c:v>13.3342023779286</c:v>
                </c:pt>
                <c:pt idx="310">
                  <c:v>13.3342023779286</c:v>
                </c:pt>
                <c:pt idx="311">
                  <c:v>13.4010438835234</c:v>
                </c:pt>
                <c:pt idx="312">
                  <c:v>13.6013057488427</c:v>
                </c:pt>
                <c:pt idx="313">
                  <c:v>13.4772543096477</c:v>
                </c:pt>
                <c:pt idx="314">
                  <c:v>13.3425163179657</c:v>
                </c:pt>
                <c:pt idx="315">
                  <c:v>13.474291087803399</c:v>
                </c:pt>
                <c:pt idx="316">
                  <c:v>13.1218367858406</c:v>
                </c:pt>
                <c:pt idx="317">
                  <c:v>13.082966970971601</c:v>
                </c:pt>
                <c:pt idx="318">
                  <c:v>13.146997589112599</c:v>
                </c:pt>
                <c:pt idx="319">
                  <c:v>12.9377282217939</c:v>
                </c:pt>
                <c:pt idx="320">
                  <c:v>12.8841309607808</c:v>
                </c:pt>
                <c:pt idx="321">
                  <c:v>12.6401267514422</c:v>
                </c:pt>
                <c:pt idx="322">
                  <c:v>12.543671443842699</c:v>
                </c:pt>
                <c:pt idx="323">
                  <c:v>12.577479088151501</c:v>
                </c:pt>
                <c:pt idx="324">
                  <c:v>12.527547109562301</c:v>
                </c:pt>
                <c:pt idx="325">
                  <c:v>12.461201322556899</c:v>
                </c:pt>
                <c:pt idx="326">
                  <c:v>12.484802258882899</c:v>
                </c:pt>
                <c:pt idx="327">
                  <c:v>12.501318011070101</c:v>
                </c:pt>
                <c:pt idx="328">
                  <c:v>12.366901485909199</c:v>
                </c:pt>
                <c:pt idx="329">
                  <c:v>12.3011955934408</c:v>
                </c:pt>
                <c:pt idx="330">
                  <c:v>12.3011955934408</c:v>
                </c:pt>
                <c:pt idx="331">
                  <c:v>12.3678043111923</c:v>
                </c:pt>
                <c:pt idx="332">
                  <c:v>12.171933585330301</c:v>
                </c:pt>
                <c:pt idx="333">
                  <c:v>11.8096526240031</c:v>
                </c:pt>
                <c:pt idx="334">
                  <c:v>11.5483783094424</c:v>
                </c:pt>
                <c:pt idx="335">
                  <c:v>11.2716083924022</c:v>
                </c:pt>
                <c:pt idx="336">
                  <c:v>11.047412718521599</c:v>
                </c:pt>
                <c:pt idx="337">
                  <c:v>11.126096898377799</c:v>
                </c:pt>
                <c:pt idx="338">
                  <c:v>11.117767678449299</c:v>
                </c:pt>
                <c:pt idx="339">
                  <c:v>11.2588647950009</c:v>
                </c:pt>
                <c:pt idx="340">
                  <c:v>11.1899615501121</c:v>
                </c:pt>
                <c:pt idx="341">
                  <c:v>11.2699598303453</c:v>
                </c:pt>
                <c:pt idx="342">
                  <c:v>11.2699598303453</c:v>
                </c:pt>
                <c:pt idx="343">
                  <c:v>11.5270221780799</c:v>
                </c:pt>
                <c:pt idx="344">
                  <c:v>11.744883904674801</c:v>
                </c:pt>
                <c:pt idx="345">
                  <c:v>11.486330413458299</c:v>
                </c:pt>
                <c:pt idx="346">
                  <c:v>11.5325622841921</c:v>
                </c:pt>
                <c:pt idx="347">
                  <c:v>11.477991533936001</c:v>
                </c:pt>
                <c:pt idx="348">
                  <c:v>11.369143607210599</c:v>
                </c:pt>
                <c:pt idx="349">
                  <c:v>11.3327369174257</c:v>
                </c:pt>
                <c:pt idx="350">
                  <c:v>11.3096463569821</c:v>
                </c:pt>
                <c:pt idx="351">
                  <c:v>11.1802334533046</c:v>
                </c:pt>
                <c:pt idx="352">
                  <c:v>11.0366064079809</c:v>
                </c:pt>
                <c:pt idx="353">
                  <c:v>11.279507793876199</c:v>
                </c:pt>
                <c:pt idx="354">
                  <c:v>11.3543178048965</c:v>
                </c:pt>
                <c:pt idx="355">
                  <c:v>11.5928834891018</c:v>
                </c:pt>
                <c:pt idx="356">
                  <c:v>11.5932559420799</c:v>
                </c:pt>
                <c:pt idx="357">
                  <c:v>10.9206269357728</c:v>
                </c:pt>
                <c:pt idx="358">
                  <c:v>10.9010840648283</c:v>
                </c:pt>
                <c:pt idx="359">
                  <c:v>10.930404939319899</c:v>
                </c:pt>
                <c:pt idx="360">
                  <c:v>10.930404939319899</c:v>
                </c:pt>
                <c:pt idx="361">
                  <c:v>10.855101198327899</c:v>
                </c:pt>
                <c:pt idx="362">
                  <c:v>11.7136600243249</c:v>
                </c:pt>
                <c:pt idx="363">
                  <c:v>11.565440297682001</c:v>
                </c:pt>
                <c:pt idx="364">
                  <c:v>11.1356023490633</c:v>
                </c:pt>
                <c:pt idx="365">
                  <c:v>11.182168810990399</c:v>
                </c:pt>
                <c:pt idx="366">
                  <c:v>11.1249089016683</c:v>
                </c:pt>
                <c:pt idx="367">
                  <c:v>11.062364712956301</c:v>
                </c:pt>
                <c:pt idx="368">
                  <c:v>11.032705050276601</c:v>
                </c:pt>
                <c:pt idx="369">
                  <c:v>10.992689881493501</c:v>
                </c:pt>
                <c:pt idx="370">
                  <c:v>10.910710499218901</c:v>
                </c:pt>
                <c:pt idx="371">
                  <c:v>10.8697787116798</c:v>
                </c:pt>
                <c:pt idx="372">
                  <c:v>10.8193086434341</c:v>
                </c:pt>
                <c:pt idx="373">
                  <c:v>10.6909708983434</c:v>
                </c:pt>
                <c:pt idx="374">
                  <c:v>10.6687440199495</c:v>
                </c:pt>
                <c:pt idx="375">
                  <c:v>10.5342438338782</c:v>
                </c:pt>
                <c:pt idx="376">
                  <c:v>10.5032237159015</c:v>
                </c:pt>
                <c:pt idx="377">
                  <c:v>10.3751944178254</c:v>
                </c:pt>
                <c:pt idx="378">
                  <c:v>10.3399710485425</c:v>
                </c:pt>
                <c:pt idx="379">
                  <c:v>10.418700458320901</c:v>
                </c:pt>
                <c:pt idx="380">
                  <c:v>10.425086698286901</c:v>
                </c:pt>
                <c:pt idx="381">
                  <c:v>10.226526562085301</c:v>
                </c:pt>
                <c:pt idx="382">
                  <c:v>10.1696400408303</c:v>
                </c:pt>
                <c:pt idx="383">
                  <c:v>10.2888525711972</c:v>
                </c:pt>
                <c:pt idx="384">
                  <c:v>10.314464725942001</c:v>
                </c:pt>
                <c:pt idx="385">
                  <c:v>9.8795975774329197</c:v>
                </c:pt>
                <c:pt idx="386">
                  <c:v>9.9910094755845602</c:v>
                </c:pt>
                <c:pt idx="387">
                  <c:v>9.8327304878772104</c:v>
                </c:pt>
                <c:pt idx="388">
                  <c:v>9.7811456616856205</c:v>
                </c:pt>
                <c:pt idx="389">
                  <c:v>9.7438348853686207</c:v>
                </c:pt>
                <c:pt idx="390">
                  <c:v>9.6910263869466302</c:v>
                </c:pt>
                <c:pt idx="391">
                  <c:v>9.5765432554457401</c:v>
                </c:pt>
                <c:pt idx="392">
                  <c:v>9.4451500889072708</c:v>
                </c:pt>
                <c:pt idx="393">
                  <c:v>9.1400145010085705</c:v>
                </c:pt>
                <c:pt idx="394">
                  <c:v>8.9189369434089301</c:v>
                </c:pt>
                <c:pt idx="395">
                  <c:v>8.8984119641032908</c:v>
                </c:pt>
                <c:pt idx="396">
                  <c:v>8.6074813707156999</c:v>
                </c:pt>
                <c:pt idx="397">
                  <c:v>8.8061248564285304</c:v>
                </c:pt>
                <c:pt idx="398">
                  <c:v>9.2148293467200801</c:v>
                </c:pt>
                <c:pt idx="399">
                  <c:v>9.49473088274258</c:v>
                </c:pt>
                <c:pt idx="400">
                  <c:v>9.4370675798239407</c:v>
                </c:pt>
                <c:pt idx="401">
                  <c:v>9.7055603550688208</c:v>
                </c:pt>
                <c:pt idx="402">
                  <c:v>9.6937794351111606</c:v>
                </c:pt>
                <c:pt idx="403">
                  <c:v>9.64536880802582</c:v>
                </c:pt>
                <c:pt idx="404">
                  <c:v>9.6301516417129207</c:v>
                </c:pt>
                <c:pt idx="405">
                  <c:v>9.6301516417129207</c:v>
                </c:pt>
                <c:pt idx="406">
                  <c:v>9.3918650524088498</c:v>
                </c:pt>
                <c:pt idx="407">
                  <c:v>9.1145644769563798</c:v>
                </c:pt>
                <c:pt idx="408">
                  <c:v>8.9446941985140391</c:v>
                </c:pt>
                <c:pt idx="409">
                  <c:v>9.1947495777938997</c:v>
                </c:pt>
                <c:pt idx="410">
                  <c:v>9.1645790497653792</c:v>
                </c:pt>
                <c:pt idx="411">
                  <c:v>9.2362206339086903</c:v>
                </c:pt>
                <c:pt idx="412">
                  <c:v>9.4849844803440995</c:v>
                </c:pt>
                <c:pt idx="413">
                  <c:v>9.5503070441648905</c:v>
                </c:pt>
                <c:pt idx="414">
                  <c:v>9.7030226984135002</c:v>
                </c:pt>
                <c:pt idx="415">
                  <c:v>9.6717065434801501</c:v>
                </c:pt>
                <c:pt idx="416">
                  <c:v>9.6139104417806003</c:v>
                </c:pt>
                <c:pt idx="417">
                  <c:v>9.7158526210069294</c:v>
                </c:pt>
                <c:pt idx="418">
                  <c:v>10.0228837089373</c:v>
                </c:pt>
                <c:pt idx="419">
                  <c:v>10.077009974962699</c:v>
                </c:pt>
                <c:pt idx="420">
                  <c:v>10.077009974962699</c:v>
                </c:pt>
                <c:pt idx="421">
                  <c:v>9.6823085284312302</c:v>
                </c:pt>
                <c:pt idx="422">
                  <c:v>9.7538640312687104</c:v>
                </c:pt>
                <c:pt idx="423">
                  <c:v>9.7769279232921402</c:v>
                </c:pt>
                <c:pt idx="424">
                  <c:v>9.7365674587578308</c:v>
                </c:pt>
                <c:pt idx="425">
                  <c:v>9.7365674587578308</c:v>
                </c:pt>
                <c:pt idx="426">
                  <c:v>9.8426892064796903</c:v>
                </c:pt>
                <c:pt idx="427">
                  <c:v>9.6993904110138303</c:v>
                </c:pt>
                <c:pt idx="428">
                  <c:v>9.6283526961856492</c:v>
                </c:pt>
                <c:pt idx="429">
                  <c:v>9.60706172193375</c:v>
                </c:pt>
                <c:pt idx="430">
                  <c:v>9.5163618259126501</c:v>
                </c:pt>
                <c:pt idx="431">
                  <c:v>9.4337958182450592</c:v>
                </c:pt>
                <c:pt idx="432">
                  <c:v>9.2528497329203407</c:v>
                </c:pt>
                <c:pt idx="433">
                  <c:v>9.2422735789461896</c:v>
                </c:pt>
                <c:pt idx="434">
                  <c:v>9.1885836067297308</c:v>
                </c:pt>
                <c:pt idx="435">
                  <c:v>9.1350311223144907</c:v>
                </c:pt>
                <c:pt idx="436">
                  <c:v>9.4109900274298308</c:v>
                </c:pt>
                <c:pt idx="437">
                  <c:v>9.5028293830521307</c:v>
                </c:pt>
                <c:pt idx="438">
                  <c:v>9.3919949821661994</c:v>
                </c:pt>
                <c:pt idx="439">
                  <c:v>9.4301478945130999</c:v>
                </c:pt>
                <c:pt idx="440">
                  <c:v>9.6304869222793208</c:v>
                </c:pt>
                <c:pt idx="441">
                  <c:v>9.6179932819716196</c:v>
                </c:pt>
                <c:pt idx="442">
                  <c:v>9.4694169550018206</c:v>
                </c:pt>
                <c:pt idx="443">
                  <c:v>9.4694169550018206</c:v>
                </c:pt>
                <c:pt idx="444">
                  <c:v>9.5594230785971295</c:v>
                </c:pt>
                <c:pt idx="445">
                  <c:v>9.4371533148047906</c:v>
                </c:pt>
                <c:pt idx="446">
                  <c:v>9.3846593708541803</c:v>
                </c:pt>
                <c:pt idx="447">
                  <c:v>9.2958586583649208</c:v>
                </c:pt>
                <c:pt idx="448">
                  <c:v>9.3448532343019401</c:v>
                </c:pt>
                <c:pt idx="449">
                  <c:v>9.3404405876822008</c:v>
                </c:pt>
                <c:pt idx="450">
                  <c:v>9.4693403671730998</c:v>
                </c:pt>
                <c:pt idx="451">
                  <c:v>9.4451524379017293</c:v>
                </c:pt>
                <c:pt idx="452">
                  <c:v>9.3908558591548505</c:v>
                </c:pt>
                <c:pt idx="453">
                  <c:v>9.3430383410871691</c:v>
                </c:pt>
                <c:pt idx="454">
                  <c:v>9.29947501072132</c:v>
                </c:pt>
                <c:pt idx="455">
                  <c:v>9.1811316872121704</c:v>
                </c:pt>
                <c:pt idx="456">
                  <c:v>9.18809523079155</c:v>
                </c:pt>
                <c:pt idx="457">
                  <c:v>9.4605306086393295</c:v>
                </c:pt>
                <c:pt idx="458">
                  <c:v>9.2266730287525505</c:v>
                </c:pt>
                <c:pt idx="459">
                  <c:v>9.2266730287525505</c:v>
                </c:pt>
                <c:pt idx="460">
                  <c:v>9.1669831237749602</c:v>
                </c:pt>
                <c:pt idx="461">
                  <c:v>9.1355397184229208</c:v>
                </c:pt>
                <c:pt idx="462">
                  <c:v>9.1434792349831095</c:v>
                </c:pt>
                <c:pt idx="463">
                  <c:v>9.0945386654941007</c:v>
                </c:pt>
                <c:pt idx="464">
                  <c:v>9.0475166556315898</c:v>
                </c:pt>
                <c:pt idx="465">
                  <c:v>9.0475166556315898</c:v>
                </c:pt>
                <c:pt idx="466">
                  <c:v>8.9542529366727805</c:v>
                </c:pt>
                <c:pt idx="467">
                  <c:v>8.7947712398567504</c:v>
                </c:pt>
                <c:pt idx="468">
                  <c:v>8.7029047725354705</c:v>
                </c:pt>
                <c:pt idx="469">
                  <c:v>8.5772139611301199</c:v>
                </c:pt>
                <c:pt idx="470">
                  <c:v>8.5122927580125403</c:v>
                </c:pt>
                <c:pt idx="471">
                  <c:v>8.5390290656080605</c:v>
                </c:pt>
                <c:pt idx="472">
                  <c:v>8.4939588496041303</c:v>
                </c:pt>
                <c:pt idx="473">
                  <c:v>8.5187487199428809</c:v>
                </c:pt>
                <c:pt idx="474">
                  <c:v>8.4460197712912297</c:v>
                </c:pt>
                <c:pt idx="475">
                  <c:v>8.4145662322918895</c:v>
                </c:pt>
                <c:pt idx="476">
                  <c:v>8.3253874858402401</c:v>
                </c:pt>
                <c:pt idx="477">
                  <c:v>8.37879196766246</c:v>
                </c:pt>
                <c:pt idx="478">
                  <c:v>8.4495818865590095</c:v>
                </c:pt>
                <c:pt idx="479">
                  <c:v>8.3224425446774397</c:v>
                </c:pt>
                <c:pt idx="480">
                  <c:v>8.3723465608113692</c:v>
                </c:pt>
                <c:pt idx="481">
                  <c:v>8.3918166762594808</c:v>
                </c:pt>
                <c:pt idx="482">
                  <c:v>8.3953491537993603</c:v>
                </c:pt>
                <c:pt idx="483">
                  <c:v>8.3144949528384196</c:v>
                </c:pt>
                <c:pt idx="484">
                  <c:v>8.3144949528384196</c:v>
                </c:pt>
                <c:pt idx="485">
                  <c:v>8.22403446342752</c:v>
                </c:pt>
                <c:pt idx="486">
                  <c:v>8.1107730506314599</c:v>
                </c:pt>
                <c:pt idx="487">
                  <c:v>8.0253845808278594</c:v>
                </c:pt>
                <c:pt idx="488">
                  <c:v>7.9292629424877203</c:v>
                </c:pt>
                <c:pt idx="489">
                  <c:v>7.8385251578039901</c:v>
                </c:pt>
                <c:pt idx="490">
                  <c:v>7.82908146796695</c:v>
                </c:pt>
                <c:pt idx="491">
                  <c:v>7.7698005528233702</c:v>
                </c:pt>
                <c:pt idx="492">
                  <c:v>7.7736833676694497</c:v>
                </c:pt>
                <c:pt idx="493">
                  <c:v>7.72278780292904</c:v>
                </c:pt>
                <c:pt idx="494">
                  <c:v>7.6686806974579298</c:v>
                </c:pt>
                <c:pt idx="495">
                  <c:v>7.6343111340272802</c:v>
                </c:pt>
                <c:pt idx="496">
                  <c:v>7.6384820512270801</c:v>
                </c:pt>
                <c:pt idx="497">
                  <c:v>7.61682786576438</c:v>
                </c:pt>
                <c:pt idx="498">
                  <c:v>7.3751314532140704</c:v>
                </c:pt>
                <c:pt idx="499">
                  <c:v>7.3159496359830802</c:v>
                </c:pt>
                <c:pt idx="500">
                  <c:v>7.2973023621575699</c:v>
                </c:pt>
                <c:pt idx="501">
                  <c:v>7.2617293377057299</c:v>
                </c:pt>
                <c:pt idx="502">
                  <c:v>7.1985115030466602</c:v>
                </c:pt>
                <c:pt idx="503">
                  <c:v>7.3183184405243997</c:v>
                </c:pt>
                <c:pt idx="504">
                  <c:v>7.4363379447614602</c:v>
                </c:pt>
                <c:pt idx="505">
                  <c:v>7.6244314690627402</c:v>
                </c:pt>
                <c:pt idx="506">
                  <c:v>7.7030206502610197</c:v>
                </c:pt>
                <c:pt idx="507">
                  <c:v>7.5890840156058603</c:v>
                </c:pt>
                <c:pt idx="508">
                  <c:v>7.63048853234086</c:v>
                </c:pt>
                <c:pt idx="509">
                  <c:v>7.8611310792022904</c:v>
                </c:pt>
                <c:pt idx="510">
                  <c:v>7.8457796468603398</c:v>
                </c:pt>
                <c:pt idx="511">
                  <c:v>7.7025634692099798</c:v>
                </c:pt>
                <c:pt idx="512">
                  <c:v>7.5882043353359796</c:v>
                </c:pt>
                <c:pt idx="513">
                  <c:v>7.4538168959263302</c:v>
                </c:pt>
                <c:pt idx="514">
                  <c:v>7.4231607538040398</c:v>
                </c:pt>
                <c:pt idx="515">
                  <c:v>7.4231607538040398</c:v>
                </c:pt>
                <c:pt idx="516">
                  <c:v>7.5011575920171802</c:v>
                </c:pt>
                <c:pt idx="517">
                  <c:v>7.6224901071499698</c:v>
                </c:pt>
                <c:pt idx="518">
                  <c:v>7.6910497586128104</c:v>
                </c:pt>
                <c:pt idx="519">
                  <c:v>7.6666326819664103</c:v>
                </c:pt>
                <c:pt idx="520">
                  <c:v>7.6413387398852004</c:v>
                </c:pt>
                <c:pt idx="521">
                  <c:v>7.6958244985817998</c:v>
                </c:pt>
                <c:pt idx="522">
                  <c:v>7.7075970406251404</c:v>
                </c:pt>
                <c:pt idx="523">
                  <c:v>7.8060375504951303</c:v>
                </c:pt>
                <c:pt idx="524">
                  <c:v>7.8150574548581799</c:v>
                </c:pt>
                <c:pt idx="525">
                  <c:v>7.93068521172248</c:v>
                </c:pt>
                <c:pt idx="526">
                  <c:v>7.9107557139127698</c:v>
                </c:pt>
                <c:pt idx="527">
                  <c:v>7.9614601993626</c:v>
                </c:pt>
                <c:pt idx="528">
                  <c:v>8.1352264746097305</c:v>
                </c:pt>
                <c:pt idx="529">
                  <c:v>8.3904837695064796</c:v>
                </c:pt>
                <c:pt idx="530">
                  <c:v>8.5390761034217508</c:v>
                </c:pt>
                <c:pt idx="531">
                  <c:v>8.5115703786296102</c:v>
                </c:pt>
                <c:pt idx="532">
                  <c:v>8.4834443750190296</c:v>
                </c:pt>
                <c:pt idx="533">
                  <c:v>8.4834443750190296</c:v>
                </c:pt>
                <c:pt idx="534">
                  <c:v>8.4834443750190296</c:v>
                </c:pt>
                <c:pt idx="535">
                  <c:v>9.0087320147682206</c:v>
                </c:pt>
                <c:pt idx="536">
                  <c:v>8.9342109574213993</c:v>
                </c:pt>
                <c:pt idx="537">
                  <c:v>8.8084705819115605</c:v>
                </c:pt>
                <c:pt idx="538">
                  <c:v>8.8084705819115605</c:v>
                </c:pt>
                <c:pt idx="539">
                  <c:v>8.4913355328582192</c:v>
                </c:pt>
                <c:pt idx="540">
                  <c:v>8.4435073425924507</c:v>
                </c:pt>
                <c:pt idx="541">
                  <c:v>8.8474054170086909</c:v>
                </c:pt>
                <c:pt idx="542">
                  <c:v>9.1405857832102893</c:v>
                </c:pt>
                <c:pt idx="543">
                  <c:v>9.0212134339628793</c:v>
                </c:pt>
                <c:pt idx="544">
                  <c:v>9.0068126824389001</c:v>
                </c:pt>
                <c:pt idx="545">
                  <c:v>9.0068126824389001</c:v>
                </c:pt>
                <c:pt idx="546">
                  <c:v>9.2275437492537904</c:v>
                </c:pt>
                <c:pt idx="547">
                  <c:v>9.1523188467018706</c:v>
                </c:pt>
                <c:pt idx="548">
                  <c:v>9.1611616138504903</c:v>
                </c:pt>
                <c:pt idx="549">
                  <c:v>9.0609471837918694</c:v>
                </c:pt>
                <c:pt idx="550">
                  <c:v>8.8432463123411402</c:v>
                </c:pt>
                <c:pt idx="551">
                  <c:v>8.91148020936458</c:v>
                </c:pt>
                <c:pt idx="552">
                  <c:v>8.7271120824430994</c:v>
                </c:pt>
                <c:pt idx="553">
                  <c:v>8.8997450841340093</c:v>
                </c:pt>
                <c:pt idx="554">
                  <c:v>9.24534751686123</c:v>
                </c:pt>
                <c:pt idx="555">
                  <c:v>9.3557571236710295</c:v>
                </c:pt>
                <c:pt idx="556">
                  <c:v>9.2434122269221195</c:v>
                </c:pt>
                <c:pt idx="557">
                  <c:v>9.3534108982377404</c:v>
                </c:pt>
                <c:pt idx="558">
                  <c:v>9.5086646504282903</c:v>
                </c:pt>
                <c:pt idx="559">
                  <c:v>9.4643563938203599</c:v>
                </c:pt>
                <c:pt idx="560">
                  <c:v>9.72927892447386</c:v>
                </c:pt>
                <c:pt idx="561">
                  <c:v>9.6975177909913199</c:v>
                </c:pt>
                <c:pt idx="562">
                  <c:v>10.1129511367257</c:v>
                </c:pt>
                <c:pt idx="563">
                  <c:v>10.0332998254482</c:v>
                </c:pt>
                <c:pt idx="564">
                  <c:v>9.6874068784869003</c:v>
                </c:pt>
                <c:pt idx="565">
                  <c:v>9.6874068784869003</c:v>
                </c:pt>
                <c:pt idx="566">
                  <c:v>9.8053765526696495</c:v>
                </c:pt>
                <c:pt idx="567">
                  <c:v>9.9679208336184804</c:v>
                </c:pt>
                <c:pt idx="568">
                  <c:v>9.7453998716729302</c:v>
                </c:pt>
                <c:pt idx="569">
                  <c:v>9.5675315166005497</c:v>
                </c:pt>
                <c:pt idx="570">
                  <c:v>9.52456101511968</c:v>
                </c:pt>
                <c:pt idx="571">
                  <c:v>9.8307397472875593</c:v>
                </c:pt>
                <c:pt idx="572">
                  <c:v>9.8307397472875593</c:v>
                </c:pt>
                <c:pt idx="573">
                  <c:v>9.8307397472875593</c:v>
                </c:pt>
                <c:pt idx="574">
                  <c:v>9.9296796396752605</c:v>
                </c:pt>
                <c:pt idx="575">
                  <c:v>10.108481412982201</c:v>
                </c:pt>
                <c:pt idx="576">
                  <c:v>10.4206066543508</c:v>
                </c:pt>
                <c:pt idx="577">
                  <c:v>10.388847253581501</c:v>
                </c:pt>
                <c:pt idx="578">
                  <c:v>10.4077999433919</c:v>
                </c:pt>
                <c:pt idx="579">
                  <c:v>10.3920866620234</c:v>
                </c:pt>
                <c:pt idx="580">
                  <c:v>10.3920866620234</c:v>
                </c:pt>
                <c:pt idx="581">
                  <c:v>10.6631388275541</c:v>
                </c:pt>
                <c:pt idx="582">
                  <c:v>10.433033247482401</c:v>
                </c:pt>
                <c:pt idx="583">
                  <c:v>10.5818174328232</c:v>
                </c:pt>
                <c:pt idx="584">
                  <c:v>10.943087815543301</c:v>
                </c:pt>
                <c:pt idx="585">
                  <c:v>10.943087815543301</c:v>
                </c:pt>
                <c:pt idx="586">
                  <c:v>11.4114295988254</c:v>
                </c:pt>
                <c:pt idx="587">
                  <c:v>12.136450646159499</c:v>
                </c:pt>
                <c:pt idx="588">
                  <c:v>11.8159788234928</c:v>
                </c:pt>
                <c:pt idx="589">
                  <c:v>10.908579931608701</c:v>
                </c:pt>
                <c:pt idx="590">
                  <c:v>10.908579931608701</c:v>
                </c:pt>
                <c:pt idx="591">
                  <c:v>10.5918628330668</c:v>
                </c:pt>
                <c:pt idx="592">
                  <c:v>11.1058778293724</c:v>
                </c:pt>
                <c:pt idx="593">
                  <c:v>10.700077890773599</c:v>
                </c:pt>
                <c:pt idx="594">
                  <c:v>10.605134873112201</c:v>
                </c:pt>
                <c:pt idx="595">
                  <c:v>10.175103512250599</c:v>
                </c:pt>
                <c:pt idx="596">
                  <c:v>10.1827980165261</c:v>
                </c:pt>
                <c:pt idx="597">
                  <c:v>10.5111016572693</c:v>
                </c:pt>
                <c:pt idx="598">
                  <c:v>10.954293185830799</c:v>
                </c:pt>
                <c:pt idx="599">
                  <c:v>11.0485704791193</c:v>
                </c:pt>
                <c:pt idx="600">
                  <c:v>11.1543400771831</c:v>
                </c:pt>
                <c:pt idx="601">
                  <c:v>10.9923075078331</c:v>
                </c:pt>
                <c:pt idx="602">
                  <c:v>10.908905675014299</c:v>
                </c:pt>
                <c:pt idx="603">
                  <c:v>10.908905675014299</c:v>
                </c:pt>
                <c:pt idx="604">
                  <c:v>10.451943778744299</c:v>
                </c:pt>
                <c:pt idx="605">
                  <c:v>10.0786868240784</c:v>
                </c:pt>
                <c:pt idx="606">
                  <c:v>10.1696952224108</c:v>
                </c:pt>
                <c:pt idx="607">
                  <c:v>10.258676598056301</c:v>
                </c:pt>
                <c:pt idx="608">
                  <c:v>10.0470971076253</c:v>
                </c:pt>
                <c:pt idx="609">
                  <c:v>10.0470971076253</c:v>
                </c:pt>
                <c:pt idx="610">
                  <c:v>9.73246202780002</c:v>
                </c:pt>
                <c:pt idx="611">
                  <c:v>9.9231415752964605</c:v>
                </c:pt>
                <c:pt idx="612">
                  <c:v>9.9307931956946494</c:v>
                </c:pt>
                <c:pt idx="613">
                  <c:v>9.9431745684506598</c:v>
                </c:pt>
                <c:pt idx="614">
                  <c:v>9.6357438254166397</c:v>
                </c:pt>
                <c:pt idx="615">
                  <c:v>9.6357438254166397</c:v>
                </c:pt>
                <c:pt idx="616">
                  <c:v>9.6577709592546608</c:v>
                </c:pt>
                <c:pt idx="617">
                  <c:v>9.4980762517542807</c:v>
                </c:pt>
                <c:pt idx="618">
                  <c:v>9.5273408252358198</c:v>
                </c:pt>
                <c:pt idx="619">
                  <c:v>9.6302342693739291</c:v>
                </c:pt>
                <c:pt idx="620">
                  <c:v>9.8350411055572504</c:v>
                </c:pt>
                <c:pt idx="621">
                  <c:v>9.5864599583298507</c:v>
                </c:pt>
                <c:pt idx="622">
                  <c:v>9.4841536188174906</c:v>
                </c:pt>
                <c:pt idx="623">
                  <c:v>9.4421019945666504</c:v>
                </c:pt>
                <c:pt idx="624">
                  <c:v>9.3773562026414297</c:v>
                </c:pt>
                <c:pt idx="625">
                  <c:v>9.3773562026414297</c:v>
                </c:pt>
                <c:pt idx="626">
                  <c:v>9.3445645926377292</c:v>
                </c:pt>
                <c:pt idx="627">
                  <c:v>9.5015558132928106</c:v>
                </c:pt>
                <c:pt idx="628">
                  <c:v>9.6720863434194992</c:v>
                </c:pt>
                <c:pt idx="629">
                  <c:v>9.78404907291646</c:v>
                </c:pt>
                <c:pt idx="630">
                  <c:v>9.7125660427125595</c:v>
                </c:pt>
                <c:pt idx="631">
                  <c:v>9.5729891835606509</c:v>
                </c:pt>
                <c:pt idx="632">
                  <c:v>9.5722845318948107</c:v>
                </c:pt>
                <c:pt idx="633">
                  <c:v>9.5653054044143193</c:v>
                </c:pt>
                <c:pt idx="634">
                  <c:v>9.5224787626760197</c:v>
                </c:pt>
                <c:pt idx="635">
                  <c:v>9.6313953576807005</c:v>
                </c:pt>
                <c:pt idx="636">
                  <c:v>9.5909924398661097</c:v>
                </c:pt>
                <c:pt idx="637">
                  <c:v>9.7197878753381008</c:v>
                </c:pt>
                <c:pt idx="638">
                  <c:v>9.6699978206363006</c:v>
                </c:pt>
                <c:pt idx="639">
                  <c:v>9.5195906784602897</c:v>
                </c:pt>
                <c:pt idx="640">
                  <c:v>10.061369285521501</c:v>
                </c:pt>
                <c:pt idx="641">
                  <c:v>9.6274340910011702</c:v>
                </c:pt>
                <c:pt idx="642">
                  <c:v>9.5797000726907804</c:v>
                </c:pt>
                <c:pt idx="643">
                  <c:v>9.5557982359196494</c:v>
                </c:pt>
                <c:pt idx="644">
                  <c:v>9.5509941713564199</c:v>
                </c:pt>
                <c:pt idx="645">
                  <c:v>9.6122644192001498</c:v>
                </c:pt>
                <c:pt idx="646">
                  <c:v>9.5821195226372993</c:v>
                </c:pt>
                <c:pt idx="647">
                  <c:v>9.6099796402168298</c:v>
                </c:pt>
                <c:pt idx="648">
                  <c:v>9.7315065801571894</c:v>
                </c:pt>
                <c:pt idx="649">
                  <c:v>9.8734759572371296</c:v>
                </c:pt>
                <c:pt idx="650">
                  <c:v>9.9191460415485793</c:v>
                </c:pt>
                <c:pt idx="651">
                  <c:v>9.8950795680888497</c:v>
                </c:pt>
                <c:pt idx="652">
                  <c:v>9.7988477237353901</c:v>
                </c:pt>
                <c:pt idx="653">
                  <c:v>9.7241084124469506</c:v>
                </c:pt>
                <c:pt idx="654">
                  <c:v>9.6641141583312606</c:v>
                </c:pt>
                <c:pt idx="655">
                  <c:v>9.7056237035333108</c:v>
                </c:pt>
                <c:pt idx="656">
                  <c:v>9.7673174999627399</c:v>
                </c:pt>
                <c:pt idx="657">
                  <c:v>9.79873223195594</c:v>
                </c:pt>
                <c:pt idx="658">
                  <c:v>9.6828749029386394</c:v>
                </c:pt>
                <c:pt idx="659">
                  <c:v>9.6485304128269807</c:v>
                </c:pt>
                <c:pt idx="660">
                  <c:v>9.5494206197950895</c:v>
                </c:pt>
                <c:pt idx="661">
                  <c:v>9.5590157145985906</c:v>
                </c:pt>
                <c:pt idx="662">
                  <c:v>9.6258683891301207</c:v>
                </c:pt>
                <c:pt idx="663">
                  <c:v>9.5756609354594406</c:v>
                </c:pt>
                <c:pt idx="664">
                  <c:v>9.5543699382664595</c:v>
                </c:pt>
                <c:pt idx="665">
                  <c:v>9.5543699382664595</c:v>
                </c:pt>
                <c:pt idx="666">
                  <c:v>9.5781666102963907</c:v>
                </c:pt>
                <c:pt idx="667">
                  <c:v>9.5275265126177402</c:v>
                </c:pt>
                <c:pt idx="668">
                  <c:v>9.5229571931902495</c:v>
                </c:pt>
                <c:pt idx="669">
                  <c:v>9.5696457795893295</c:v>
                </c:pt>
                <c:pt idx="670">
                  <c:v>9.5893686321004097</c:v>
                </c:pt>
                <c:pt idx="671">
                  <c:v>9.7053126763931505</c:v>
                </c:pt>
                <c:pt idx="672">
                  <c:v>9.5578787531562597</c:v>
                </c:pt>
                <c:pt idx="673">
                  <c:v>9.5010368475698606</c:v>
                </c:pt>
                <c:pt idx="674">
                  <c:v>9.3676534521951602</c:v>
                </c:pt>
                <c:pt idx="675">
                  <c:v>9.3779914174968706</c:v>
                </c:pt>
                <c:pt idx="676">
                  <c:v>9.3208401432787493</c:v>
                </c:pt>
                <c:pt idx="677">
                  <c:v>9.2491425034193604</c:v>
                </c:pt>
                <c:pt idx="678">
                  <c:v>9.1537398555473697</c:v>
                </c:pt>
                <c:pt idx="679">
                  <c:v>9.1914080642537801</c:v>
                </c:pt>
                <c:pt idx="680">
                  <c:v>9.1914080642537801</c:v>
                </c:pt>
                <c:pt idx="681">
                  <c:v>9.0873337916009103</c:v>
                </c:pt>
                <c:pt idx="682">
                  <c:v>9.0547443468015096</c:v>
                </c:pt>
                <c:pt idx="683">
                  <c:v>8.97720223461309</c:v>
                </c:pt>
                <c:pt idx="684">
                  <c:v>9.0302501237551205</c:v>
                </c:pt>
                <c:pt idx="685">
                  <c:v>9.0302501237551205</c:v>
                </c:pt>
                <c:pt idx="686">
                  <c:v>8.9636644052150096</c:v>
                </c:pt>
                <c:pt idx="687">
                  <c:v>8.9107002036720004</c:v>
                </c:pt>
                <c:pt idx="688">
                  <c:v>8.9306719364686398</c:v>
                </c:pt>
                <c:pt idx="689">
                  <c:v>9.0390533748345394</c:v>
                </c:pt>
                <c:pt idx="690">
                  <c:v>9.0481188884540593</c:v>
                </c:pt>
                <c:pt idx="691">
                  <c:v>9.0058583072860507</c:v>
                </c:pt>
                <c:pt idx="692">
                  <c:v>9.0532573615687593</c:v>
                </c:pt>
                <c:pt idx="693">
                  <c:v>9.1424776414429392</c:v>
                </c:pt>
                <c:pt idx="694">
                  <c:v>9.1621624679805507</c:v>
                </c:pt>
                <c:pt idx="695">
                  <c:v>9.3914887088343892</c:v>
                </c:pt>
                <c:pt idx="696">
                  <c:v>9.3933209971048193</c:v>
                </c:pt>
                <c:pt idx="697">
                  <c:v>9.3005540640247197</c:v>
                </c:pt>
                <c:pt idx="698">
                  <c:v>9.2718888079830002</c:v>
                </c:pt>
                <c:pt idx="699">
                  <c:v>9.2155784946906092</c:v>
                </c:pt>
                <c:pt idx="700">
                  <c:v>9.1956373099980997</c:v>
                </c:pt>
                <c:pt idx="701">
                  <c:v>9.0533856994959798</c:v>
                </c:pt>
                <c:pt idx="702">
                  <c:v>9.0606029769494807</c:v>
                </c:pt>
                <c:pt idx="703">
                  <c:v>9.1266380528895503</c:v>
                </c:pt>
                <c:pt idx="704">
                  <c:v>9.1266380528895503</c:v>
                </c:pt>
                <c:pt idx="705">
                  <c:v>9.0819728410150997</c:v>
                </c:pt>
                <c:pt idx="706">
                  <c:v>9.0726401290342693</c:v>
                </c:pt>
                <c:pt idx="707">
                  <c:v>9.05580223309064</c:v>
                </c:pt>
                <c:pt idx="708">
                  <c:v>9.0964523580427397</c:v>
                </c:pt>
                <c:pt idx="709">
                  <c:v>9.0128981383309092</c:v>
                </c:pt>
                <c:pt idx="710">
                  <c:v>8.9832145114911608</c:v>
                </c:pt>
                <c:pt idx="711">
                  <c:v>8.9744209519607807</c:v>
                </c:pt>
                <c:pt idx="712">
                  <c:v>8.9503310577244708</c:v>
                </c:pt>
                <c:pt idx="713">
                  <c:v>8.7845231567778992</c:v>
                </c:pt>
                <c:pt idx="714">
                  <c:v>8.9488893833898704</c:v>
                </c:pt>
                <c:pt idx="715">
                  <c:v>8.9246448119771102</c:v>
                </c:pt>
                <c:pt idx="716">
                  <c:v>8.8940628105069397</c:v>
                </c:pt>
                <c:pt idx="717">
                  <c:v>8.9565191914716493</c:v>
                </c:pt>
                <c:pt idx="718">
                  <c:v>8.9565191914716493</c:v>
                </c:pt>
                <c:pt idx="719">
                  <c:v>8.9565191914716493</c:v>
                </c:pt>
                <c:pt idx="720">
                  <c:v>8.9135819903740394</c:v>
                </c:pt>
                <c:pt idx="721">
                  <c:v>8.8622242916248997</c:v>
                </c:pt>
                <c:pt idx="722">
                  <c:v>8.9037388088024798</c:v>
                </c:pt>
                <c:pt idx="723">
                  <c:v>9.0297055769882899</c:v>
                </c:pt>
                <c:pt idx="724">
                  <c:v>9.0297055769882899</c:v>
                </c:pt>
                <c:pt idx="725">
                  <c:v>9.2297761479594804</c:v>
                </c:pt>
                <c:pt idx="726">
                  <c:v>9.5370368334501503</c:v>
                </c:pt>
                <c:pt idx="727">
                  <c:v>9.3278903660679209</c:v>
                </c:pt>
                <c:pt idx="728">
                  <c:v>9.2904835046771108</c:v>
                </c:pt>
                <c:pt idx="729">
                  <c:v>9.1883666921783398</c:v>
                </c:pt>
                <c:pt idx="730">
                  <c:v>9.2033684529653801</c:v>
                </c:pt>
                <c:pt idx="731">
                  <c:v>9.1481785961000703</c:v>
                </c:pt>
                <c:pt idx="732">
                  <c:v>9.12931959393722</c:v>
                </c:pt>
                <c:pt idx="733">
                  <c:v>9.1893130113358801</c:v>
                </c:pt>
                <c:pt idx="734">
                  <c:v>9.1823656358439898</c:v>
                </c:pt>
                <c:pt idx="735">
                  <c:v>9.3215408355473297</c:v>
                </c:pt>
                <c:pt idx="736">
                  <c:v>9.3018545482132602</c:v>
                </c:pt>
                <c:pt idx="737">
                  <c:v>9.328523415207</c:v>
                </c:pt>
                <c:pt idx="738">
                  <c:v>9.4921763952127396</c:v>
                </c:pt>
                <c:pt idx="739">
                  <c:v>9.5054078778239095</c:v>
                </c:pt>
                <c:pt idx="740">
                  <c:v>9.5187453432967803</c:v>
                </c:pt>
                <c:pt idx="741">
                  <c:v>9.4524582804092798</c:v>
                </c:pt>
                <c:pt idx="742">
                  <c:v>9.3600323157308498</c:v>
                </c:pt>
                <c:pt idx="743">
                  <c:v>9.4349051036064502</c:v>
                </c:pt>
                <c:pt idx="744">
                  <c:v>9.4027816008315206</c:v>
                </c:pt>
                <c:pt idx="745">
                  <c:v>9.47781597647948</c:v>
                </c:pt>
                <c:pt idx="746">
                  <c:v>9.5585116081533297</c:v>
                </c:pt>
                <c:pt idx="747">
                  <c:v>9.5838115608366898</c:v>
                </c:pt>
                <c:pt idx="748">
                  <c:v>9.5569668472144702</c:v>
                </c:pt>
                <c:pt idx="749">
                  <c:v>9.6877749926383494</c:v>
                </c:pt>
                <c:pt idx="750">
                  <c:v>9.6095230812057402</c:v>
                </c:pt>
                <c:pt idx="751">
                  <c:v>9.5108313435049308</c:v>
                </c:pt>
                <c:pt idx="752">
                  <c:v>9.4720638512069701</c:v>
                </c:pt>
                <c:pt idx="753">
                  <c:v>9.45244322396481</c:v>
                </c:pt>
                <c:pt idx="754">
                  <c:v>9.5564118864187506</c:v>
                </c:pt>
                <c:pt idx="755">
                  <c:v>9.6157564169623697</c:v>
                </c:pt>
                <c:pt idx="756">
                  <c:v>9.5727989601032402</c:v>
                </c:pt>
                <c:pt idx="757">
                  <c:v>9.5927324705029395</c:v>
                </c:pt>
                <c:pt idx="758">
                  <c:v>9.5608295837536499</c:v>
                </c:pt>
                <c:pt idx="759">
                  <c:v>9.5588713002762908</c:v>
                </c:pt>
                <c:pt idx="760">
                  <c:v>9.7886245372382401</c:v>
                </c:pt>
                <c:pt idx="761">
                  <c:v>9.8639699269291903</c:v>
                </c:pt>
                <c:pt idx="762">
                  <c:v>10.013046219527601</c:v>
                </c:pt>
                <c:pt idx="763">
                  <c:v>9.9859470280969305</c:v>
                </c:pt>
                <c:pt idx="764">
                  <c:v>10.032000339871701</c:v>
                </c:pt>
                <c:pt idx="765">
                  <c:v>9.8277216048644203</c:v>
                </c:pt>
                <c:pt idx="766">
                  <c:v>9.8144532964239009</c:v>
                </c:pt>
                <c:pt idx="767">
                  <c:v>9.8556460689973697</c:v>
                </c:pt>
                <c:pt idx="768">
                  <c:v>9.9265098544709094</c:v>
                </c:pt>
                <c:pt idx="769">
                  <c:v>9.8147495165544001</c:v>
                </c:pt>
                <c:pt idx="770">
                  <c:v>9.8402909434920005</c:v>
                </c:pt>
                <c:pt idx="771">
                  <c:v>10.0200843379339</c:v>
                </c:pt>
                <c:pt idx="772">
                  <c:v>9.9690615851009596</c:v>
                </c:pt>
                <c:pt idx="773">
                  <c:v>9.9327256612168604</c:v>
                </c:pt>
                <c:pt idx="774">
                  <c:v>9.9327256612168604</c:v>
                </c:pt>
                <c:pt idx="775">
                  <c:v>9.8717069615997506</c:v>
                </c:pt>
                <c:pt idx="776">
                  <c:v>9.8183044580683401</c:v>
                </c:pt>
                <c:pt idx="777">
                  <c:v>9.8268459432799293</c:v>
                </c:pt>
                <c:pt idx="778">
                  <c:v>9.8879056223349995</c:v>
                </c:pt>
                <c:pt idx="779">
                  <c:v>9.8854620188420004</c:v>
                </c:pt>
                <c:pt idx="780">
                  <c:v>9.8538908930493996</c:v>
                </c:pt>
                <c:pt idx="781">
                  <c:v>9.9097366736718495</c:v>
                </c:pt>
                <c:pt idx="782">
                  <c:v>9.8869872316163594</c:v>
                </c:pt>
                <c:pt idx="783">
                  <c:v>9.9406302025778306</c:v>
                </c:pt>
                <c:pt idx="784">
                  <c:v>10.1352304698026</c:v>
                </c:pt>
                <c:pt idx="785">
                  <c:v>10.101738919920299</c:v>
                </c:pt>
                <c:pt idx="786">
                  <c:v>10.051850371830801</c:v>
                </c:pt>
                <c:pt idx="787">
                  <c:v>10.051850371830801</c:v>
                </c:pt>
                <c:pt idx="788">
                  <c:v>10.051850371830801</c:v>
                </c:pt>
                <c:pt idx="789">
                  <c:v>10.049310211600799</c:v>
                </c:pt>
                <c:pt idx="790">
                  <c:v>10.0824371233519</c:v>
                </c:pt>
                <c:pt idx="791">
                  <c:v>10.0818798480963</c:v>
                </c:pt>
                <c:pt idx="792">
                  <c:v>10.093117931965899</c:v>
                </c:pt>
                <c:pt idx="793">
                  <c:v>10.028144110692599</c:v>
                </c:pt>
                <c:pt idx="794">
                  <c:v>10.0483438318767</c:v>
                </c:pt>
                <c:pt idx="795">
                  <c:v>10.0879173369861</c:v>
                </c:pt>
                <c:pt idx="796">
                  <c:v>10.1955407624432</c:v>
                </c:pt>
                <c:pt idx="797">
                  <c:v>10.1947658113529</c:v>
                </c:pt>
                <c:pt idx="798">
                  <c:v>10.1422386369407</c:v>
                </c:pt>
                <c:pt idx="799">
                  <c:v>10.091782912422801</c:v>
                </c:pt>
                <c:pt idx="800">
                  <c:v>10.150273083301199</c:v>
                </c:pt>
                <c:pt idx="801">
                  <c:v>10.117684954267199</c:v>
                </c:pt>
                <c:pt idx="802">
                  <c:v>10.095189079425801</c:v>
                </c:pt>
                <c:pt idx="803">
                  <c:v>10.1242386485283</c:v>
                </c:pt>
                <c:pt idx="804">
                  <c:v>10.084662028253501</c:v>
                </c:pt>
                <c:pt idx="805">
                  <c:v>10.084662028253501</c:v>
                </c:pt>
                <c:pt idx="806">
                  <c:v>10.2237613261044</c:v>
                </c:pt>
                <c:pt idx="807">
                  <c:v>10.250081984678999</c:v>
                </c:pt>
                <c:pt idx="808">
                  <c:v>10.2554236392542</c:v>
                </c:pt>
                <c:pt idx="809">
                  <c:v>10.3141107653692</c:v>
                </c:pt>
                <c:pt idx="810">
                  <c:v>10.304998196891599</c:v>
                </c:pt>
                <c:pt idx="811">
                  <c:v>10.2345620518222</c:v>
                </c:pt>
                <c:pt idx="812">
                  <c:v>10.058032240944501</c:v>
                </c:pt>
                <c:pt idx="813">
                  <c:v>10.1680699911053</c:v>
                </c:pt>
                <c:pt idx="814">
                  <c:v>10.1714494435783</c:v>
                </c:pt>
                <c:pt idx="815">
                  <c:v>10.171837533242</c:v>
                </c:pt>
                <c:pt idx="816">
                  <c:v>10.1633765864118</c:v>
                </c:pt>
                <c:pt idx="817">
                  <c:v>10.159561903478901</c:v>
                </c:pt>
                <c:pt idx="818">
                  <c:v>10.0208063029546</c:v>
                </c:pt>
                <c:pt idx="819">
                  <c:v>10.0208063029546</c:v>
                </c:pt>
                <c:pt idx="820">
                  <c:v>10.0297249892335</c:v>
                </c:pt>
                <c:pt idx="821">
                  <c:v>10.0308808424757</c:v>
                </c:pt>
                <c:pt idx="822">
                  <c:v>10.059624341527201</c:v>
                </c:pt>
                <c:pt idx="823">
                  <c:v>9.98548699839119</c:v>
                </c:pt>
                <c:pt idx="824">
                  <c:v>9.9444361340217799</c:v>
                </c:pt>
                <c:pt idx="825">
                  <c:v>9.8781209434503499</c:v>
                </c:pt>
                <c:pt idx="826">
                  <c:v>9.8912266269471107</c:v>
                </c:pt>
                <c:pt idx="827">
                  <c:v>9.8781996929299094</c:v>
                </c:pt>
                <c:pt idx="828">
                  <c:v>9.89519401654848</c:v>
                </c:pt>
                <c:pt idx="829">
                  <c:v>9.8094400276402798</c:v>
                </c:pt>
                <c:pt idx="830">
                  <c:v>9.7945641287168197</c:v>
                </c:pt>
                <c:pt idx="831">
                  <c:v>9.8325467344258595</c:v>
                </c:pt>
                <c:pt idx="832">
                  <c:v>9.8996871412862895</c:v>
                </c:pt>
                <c:pt idx="833">
                  <c:v>9.9314572463418003</c:v>
                </c:pt>
                <c:pt idx="834">
                  <c:v>9.9314572463418003</c:v>
                </c:pt>
                <c:pt idx="835">
                  <c:v>9.8945499593139399</c:v>
                </c:pt>
                <c:pt idx="836">
                  <c:v>9.8590536389543395</c:v>
                </c:pt>
                <c:pt idx="837">
                  <c:v>9.8202132516047804</c:v>
                </c:pt>
                <c:pt idx="838">
                  <c:v>9.7390408649714804</c:v>
                </c:pt>
                <c:pt idx="839">
                  <c:v>9.7390408649714804</c:v>
                </c:pt>
                <c:pt idx="840">
                  <c:v>9.7397569449170902</c:v>
                </c:pt>
                <c:pt idx="841">
                  <c:v>9.7978875325486801</c:v>
                </c:pt>
                <c:pt idx="842">
                  <c:v>9.8751168110250909</c:v>
                </c:pt>
                <c:pt idx="843">
                  <c:v>9.9238459346149099</c:v>
                </c:pt>
                <c:pt idx="844">
                  <c:v>9.9733778334407202</c:v>
                </c:pt>
                <c:pt idx="845">
                  <c:v>9.9377295739562701</c:v>
                </c:pt>
                <c:pt idx="846">
                  <c:v>9.9991463603409692</c:v>
                </c:pt>
                <c:pt idx="847">
                  <c:v>9.9194728919592503</c:v>
                </c:pt>
                <c:pt idx="848">
                  <c:v>9.9368165604996701</c:v>
                </c:pt>
                <c:pt idx="849">
                  <c:v>9.9368165604996701</c:v>
                </c:pt>
                <c:pt idx="850">
                  <c:v>9.8713020140932706</c:v>
                </c:pt>
                <c:pt idx="851">
                  <c:v>9.9202000071988206</c:v>
                </c:pt>
                <c:pt idx="852">
                  <c:v>9.9284907188919806</c:v>
                </c:pt>
                <c:pt idx="853">
                  <c:v>9.9175460136707194</c:v>
                </c:pt>
                <c:pt idx="854">
                  <c:v>9.8363478845422794</c:v>
                </c:pt>
                <c:pt idx="855">
                  <c:v>9.9228472723980392</c:v>
                </c:pt>
                <c:pt idx="856">
                  <c:v>9.9153409368554506</c:v>
                </c:pt>
                <c:pt idx="857">
                  <c:v>9.8579451487573504</c:v>
                </c:pt>
                <c:pt idx="858">
                  <c:v>9.8301330475850595</c:v>
                </c:pt>
                <c:pt idx="859">
                  <c:v>9.8202910918482793</c:v>
                </c:pt>
                <c:pt idx="860">
                  <c:v>9.8164838430516905</c:v>
                </c:pt>
                <c:pt idx="861">
                  <c:v>10.1470579504161</c:v>
                </c:pt>
                <c:pt idx="862">
                  <c:v>9.8513270961349306</c:v>
                </c:pt>
                <c:pt idx="863">
                  <c:v>9.8513270961349306</c:v>
                </c:pt>
                <c:pt idx="864">
                  <c:v>9.8740242297524201</c:v>
                </c:pt>
                <c:pt idx="865">
                  <c:v>9.8166562878609405</c:v>
                </c:pt>
                <c:pt idx="866">
                  <c:v>9.8398941503006903</c:v>
                </c:pt>
                <c:pt idx="867">
                  <c:v>9.9077989139431093</c:v>
                </c:pt>
                <c:pt idx="868">
                  <c:v>9.9180966128045096</c:v>
                </c:pt>
                <c:pt idx="869">
                  <c:v>9.9360583852992903</c:v>
                </c:pt>
                <c:pt idx="870">
                  <c:v>9.9138601855322204</c:v>
                </c:pt>
                <c:pt idx="871">
                  <c:v>9.9427620139764699</c:v>
                </c:pt>
                <c:pt idx="872">
                  <c:v>9.9287818686629805</c:v>
                </c:pt>
                <c:pt idx="873">
                  <c:v>9.9523677030759004</c:v>
                </c:pt>
                <c:pt idx="874">
                  <c:v>10.028923043028099</c:v>
                </c:pt>
                <c:pt idx="875">
                  <c:v>10.028923043028099</c:v>
                </c:pt>
                <c:pt idx="876">
                  <c:v>9.9678959843394104</c:v>
                </c:pt>
                <c:pt idx="877">
                  <c:v>10.0392750327806</c:v>
                </c:pt>
                <c:pt idx="878">
                  <c:v>10.159179085730701</c:v>
                </c:pt>
                <c:pt idx="879">
                  <c:v>10.159445345080099</c:v>
                </c:pt>
                <c:pt idx="880">
                  <c:v>10.2268930413852</c:v>
                </c:pt>
                <c:pt idx="881">
                  <c:v>10.372223026574799</c:v>
                </c:pt>
                <c:pt idx="882">
                  <c:v>10.613943789985001</c:v>
                </c:pt>
                <c:pt idx="883">
                  <c:v>10.579296516778401</c:v>
                </c:pt>
                <c:pt idx="884">
                  <c:v>10.579296516778401</c:v>
                </c:pt>
                <c:pt idx="885">
                  <c:v>10.6971284082769</c:v>
                </c:pt>
                <c:pt idx="886">
                  <c:v>10.666587189012001</c:v>
                </c:pt>
                <c:pt idx="887">
                  <c:v>10.650656257808601</c:v>
                </c:pt>
                <c:pt idx="888">
                  <c:v>10.5785490420285</c:v>
                </c:pt>
                <c:pt idx="889">
                  <c:v>10.5494494984334</c:v>
                </c:pt>
                <c:pt idx="890">
                  <c:v>10.4588011514796</c:v>
                </c:pt>
                <c:pt idx="891">
                  <c:v>10.772550707449801</c:v>
                </c:pt>
                <c:pt idx="892">
                  <c:v>10.752311451286401</c:v>
                </c:pt>
                <c:pt idx="893">
                  <c:v>10.6239025302112</c:v>
                </c:pt>
                <c:pt idx="894">
                  <c:v>10.516590997146301</c:v>
                </c:pt>
                <c:pt idx="895">
                  <c:v>10.562380771703801</c:v>
                </c:pt>
                <c:pt idx="896">
                  <c:v>10.623881705120899</c:v>
                </c:pt>
                <c:pt idx="897">
                  <c:v>10.597333866313701</c:v>
                </c:pt>
                <c:pt idx="898">
                  <c:v>10.661714135871801</c:v>
                </c:pt>
                <c:pt idx="899">
                  <c:v>10.923121020401201</c:v>
                </c:pt>
                <c:pt idx="900">
                  <c:v>10.798201623720299</c:v>
                </c:pt>
                <c:pt idx="901">
                  <c:v>10.5929814837992</c:v>
                </c:pt>
                <c:pt idx="902">
                  <c:v>10.5280283514921</c:v>
                </c:pt>
                <c:pt idx="903">
                  <c:v>10.4429226675327</c:v>
                </c:pt>
                <c:pt idx="904">
                  <c:v>10.3575090780891</c:v>
                </c:pt>
                <c:pt idx="905">
                  <c:v>10.314787451212901</c:v>
                </c:pt>
                <c:pt idx="906">
                  <c:v>10.137192753288399</c:v>
                </c:pt>
                <c:pt idx="907">
                  <c:v>10.209131923355701</c:v>
                </c:pt>
                <c:pt idx="908">
                  <c:v>10.148121267059</c:v>
                </c:pt>
                <c:pt idx="909">
                  <c:v>10.215122108515301</c:v>
                </c:pt>
                <c:pt idx="910">
                  <c:v>10.2529409088053</c:v>
                </c:pt>
                <c:pt idx="911">
                  <c:v>10.124059506603199</c:v>
                </c:pt>
                <c:pt idx="912">
                  <c:v>10.1592347942857</c:v>
                </c:pt>
                <c:pt idx="913">
                  <c:v>10.164026636491201</c:v>
                </c:pt>
                <c:pt idx="914">
                  <c:v>10.157948972659</c:v>
                </c:pt>
                <c:pt idx="915">
                  <c:v>10.0913011005747</c:v>
                </c:pt>
                <c:pt idx="916">
                  <c:v>10.0982401520113</c:v>
                </c:pt>
                <c:pt idx="917">
                  <c:v>10.1348491400028</c:v>
                </c:pt>
                <c:pt idx="918">
                  <c:v>10.130051614055899</c:v>
                </c:pt>
                <c:pt idx="919">
                  <c:v>10.16133304263</c:v>
                </c:pt>
                <c:pt idx="920">
                  <c:v>10.2052688671825</c:v>
                </c:pt>
                <c:pt idx="921">
                  <c:v>10.2220759967727</c:v>
                </c:pt>
                <c:pt idx="922">
                  <c:v>10.173333927759</c:v>
                </c:pt>
                <c:pt idx="923">
                  <c:v>10.213277221068999</c:v>
                </c:pt>
                <c:pt idx="924">
                  <c:v>10.213277221068999</c:v>
                </c:pt>
                <c:pt idx="925">
                  <c:v>10.2484985925187</c:v>
                </c:pt>
                <c:pt idx="926">
                  <c:v>10.228636076679599</c:v>
                </c:pt>
                <c:pt idx="927">
                  <c:v>10.257947026843</c:v>
                </c:pt>
                <c:pt idx="928">
                  <c:v>10.2467203323171</c:v>
                </c:pt>
                <c:pt idx="929">
                  <c:v>10.2959906059991</c:v>
                </c:pt>
                <c:pt idx="930">
                  <c:v>10.273010481124199</c:v>
                </c:pt>
                <c:pt idx="931">
                  <c:v>10.342920710610899</c:v>
                </c:pt>
                <c:pt idx="932">
                  <c:v>10.325507824776199</c:v>
                </c:pt>
                <c:pt idx="933">
                  <c:v>10.306489769031201</c:v>
                </c:pt>
                <c:pt idx="934">
                  <c:v>10.2290493243275</c:v>
                </c:pt>
                <c:pt idx="935">
                  <c:v>10.201483535229899</c:v>
                </c:pt>
                <c:pt idx="936">
                  <c:v>10.156822195310699</c:v>
                </c:pt>
                <c:pt idx="937">
                  <c:v>10.2379395935357</c:v>
                </c:pt>
                <c:pt idx="938">
                  <c:v>10.204620107280601</c:v>
                </c:pt>
                <c:pt idx="939">
                  <c:v>10.204620107280601</c:v>
                </c:pt>
                <c:pt idx="940">
                  <c:v>10.2040049782011</c:v>
                </c:pt>
                <c:pt idx="941">
                  <c:v>10.217870314378599</c:v>
                </c:pt>
                <c:pt idx="942">
                  <c:v>10.325299049351001</c:v>
                </c:pt>
                <c:pt idx="943">
                  <c:v>10.291442514740201</c:v>
                </c:pt>
                <c:pt idx="944">
                  <c:v>10.291442514740201</c:v>
                </c:pt>
                <c:pt idx="945">
                  <c:v>10.279733649110099</c:v>
                </c:pt>
                <c:pt idx="946">
                  <c:v>10.232259449977199</c:v>
                </c:pt>
                <c:pt idx="947">
                  <c:v>10.2146287183167</c:v>
                </c:pt>
                <c:pt idx="948">
                  <c:v>10.193524891595001</c:v>
                </c:pt>
                <c:pt idx="949">
                  <c:v>10.162736233947401</c:v>
                </c:pt>
                <c:pt idx="950">
                  <c:v>10.178904244701499</c:v>
                </c:pt>
                <c:pt idx="951">
                  <c:v>10.230587598407</c:v>
                </c:pt>
                <c:pt idx="952">
                  <c:v>10.2480225318651</c:v>
                </c:pt>
                <c:pt idx="953">
                  <c:v>10.2251057678631</c:v>
                </c:pt>
                <c:pt idx="954">
                  <c:v>10.263098534278299</c:v>
                </c:pt>
                <c:pt idx="955">
                  <c:v>10.294976317783201</c:v>
                </c:pt>
                <c:pt idx="956">
                  <c:v>10.2648593928682</c:v>
                </c:pt>
                <c:pt idx="957">
                  <c:v>10.250384701594101</c:v>
                </c:pt>
                <c:pt idx="958">
                  <c:v>10.210530248875999</c:v>
                </c:pt>
                <c:pt idx="959">
                  <c:v>10.314851722768299</c:v>
                </c:pt>
                <c:pt idx="960">
                  <c:v>10.3070036104726</c:v>
                </c:pt>
                <c:pt idx="961">
                  <c:v>10.2479855550456</c:v>
                </c:pt>
                <c:pt idx="962">
                  <c:v>10.245030181589801</c:v>
                </c:pt>
                <c:pt idx="963">
                  <c:v>10.2468650880582</c:v>
                </c:pt>
                <c:pt idx="964">
                  <c:v>10.284373267696999</c:v>
                </c:pt>
                <c:pt idx="965">
                  <c:v>10.2659332053887</c:v>
                </c:pt>
                <c:pt idx="966">
                  <c:v>10.244485620103299</c:v>
                </c:pt>
                <c:pt idx="967">
                  <c:v>10.244485620103299</c:v>
                </c:pt>
                <c:pt idx="968">
                  <c:v>10.307245205366799</c:v>
                </c:pt>
                <c:pt idx="969">
                  <c:v>10.3230975726312</c:v>
                </c:pt>
                <c:pt idx="970">
                  <c:v>10.3617400049539</c:v>
                </c:pt>
                <c:pt idx="971">
                  <c:v>10.367207101267301</c:v>
                </c:pt>
                <c:pt idx="972">
                  <c:v>10.338506155212899</c:v>
                </c:pt>
                <c:pt idx="973">
                  <c:v>10.3137674240521</c:v>
                </c:pt>
                <c:pt idx="974">
                  <c:v>7.1229253380264002</c:v>
                </c:pt>
                <c:pt idx="975">
                  <c:v>7.1229253380264002</c:v>
                </c:pt>
                <c:pt idx="976">
                  <c:v>10.3166143208162</c:v>
                </c:pt>
                <c:pt idx="977">
                  <c:v>10.3529760732049</c:v>
                </c:pt>
                <c:pt idx="978">
                  <c:v>10.3721591024866</c:v>
                </c:pt>
                <c:pt idx="979">
                  <c:v>10.3721591024866</c:v>
                </c:pt>
                <c:pt idx="980">
                  <c:v>10.3721591024866</c:v>
                </c:pt>
                <c:pt idx="981">
                  <c:v>10.3543721961725</c:v>
                </c:pt>
                <c:pt idx="982">
                  <c:v>10.514286052406201</c:v>
                </c:pt>
                <c:pt idx="983">
                  <c:v>10.5237488615297</c:v>
                </c:pt>
                <c:pt idx="984">
                  <c:v>10.5237488615297</c:v>
                </c:pt>
                <c:pt idx="985">
                  <c:v>10.472219926364801</c:v>
                </c:pt>
                <c:pt idx="986">
                  <c:v>10.5400185853828</c:v>
                </c:pt>
                <c:pt idx="987">
                  <c:v>10.560913976741499</c:v>
                </c:pt>
                <c:pt idx="988">
                  <c:v>10.5305586503834</c:v>
                </c:pt>
                <c:pt idx="989">
                  <c:v>10.512671455049601</c:v>
                </c:pt>
                <c:pt idx="990">
                  <c:v>10.5603421773263</c:v>
                </c:pt>
                <c:pt idx="991">
                  <c:v>10.6433036865227</c:v>
                </c:pt>
                <c:pt idx="992">
                  <c:v>10.666190714111501</c:v>
                </c:pt>
                <c:pt idx="993">
                  <c:v>10.792925434413</c:v>
                </c:pt>
                <c:pt idx="994">
                  <c:v>11.2123081332995</c:v>
                </c:pt>
                <c:pt idx="995">
                  <c:v>11.3363172132767</c:v>
                </c:pt>
                <c:pt idx="996">
                  <c:v>11.357611266314199</c:v>
                </c:pt>
                <c:pt idx="997">
                  <c:v>11.0971835643718</c:v>
                </c:pt>
                <c:pt idx="998">
                  <c:v>11.0958952627273</c:v>
                </c:pt>
                <c:pt idx="999">
                  <c:v>11.293359181600501</c:v>
                </c:pt>
                <c:pt idx="1000">
                  <c:v>11.1967080245464</c:v>
                </c:pt>
                <c:pt idx="1001">
                  <c:v>11.1330525971659</c:v>
                </c:pt>
                <c:pt idx="1002">
                  <c:v>11.2058078341552</c:v>
                </c:pt>
                <c:pt idx="1003">
                  <c:v>11.1124586741676</c:v>
                </c:pt>
                <c:pt idx="1004">
                  <c:v>11.2341313542964</c:v>
                </c:pt>
                <c:pt idx="1005">
                  <c:v>11.391115869795</c:v>
                </c:pt>
                <c:pt idx="1006">
                  <c:v>11.351085478017</c:v>
                </c:pt>
                <c:pt idx="1007">
                  <c:v>10.916377122762499</c:v>
                </c:pt>
                <c:pt idx="1008">
                  <c:v>11.311870800421699</c:v>
                </c:pt>
                <c:pt idx="1009">
                  <c:v>11.315034616774399</c:v>
                </c:pt>
                <c:pt idx="1010">
                  <c:v>11.2660059291265</c:v>
                </c:pt>
                <c:pt idx="1011">
                  <c:v>11.2504314070713</c:v>
                </c:pt>
                <c:pt idx="1012">
                  <c:v>11.2585873803077</c:v>
                </c:pt>
                <c:pt idx="1013">
                  <c:v>11.292295750067501</c:v>
                </c:pt>
                <c:pt idx="1014">
                  <c:v>11.247172801807301</c:v>
                </c:pt>
                <c:pt idx="1015">
                  <c:v>11.2672512160031</c:v>
                </c:pt>
                <c:pt idx="1016">
                  <c:v>11.3693860826556</c:v>
                </c:pt>
                <c:pt idx="1017">
                  <c:v>11.346339627028099</c:v>
                </c:pt>
                <c:pt idx="1018">
                  <c:v>11.4026481621108</c:v>
                </c:pt>
                <c:pt idx="1019">
                  <c:v>11.495307853415801</c:v>
                </c:pt>
                <c:pt idx="1020">
                  <c:v>11.4515463162065</c:v>
                </c:pt>
                <c:pt idx="1021">
                  <c:v>11.4604997893261</c:v>
                </c:pt>
                <c:pt idx="1022">
                  <c:v>11.4648743094337</c:v>
                </c:pt>
                <c:pt idx="1023">
                  <c:v>11.5901032773426</c:v>
                </c:pt>
                <c:pt idx="1024">
                  <c:v>11.7495948413499</c:v>
                </c:pt>
                <c:pt idx="1025">
                  <c:v>11.778579375457999</c:v>
                </c:pt>
                <c:pt idx="1026">
                  <c:v>11.7840695757861</c:v>
                </c:pt>
                <c:pt idx="1027">
                  <c:v>11.8347871196253</c:v>
                </c:pt>
                <c:pt idx="1028">
                  <c:v>11.7174702765055</c:v>
                </c:pt>
                <c:pt idx="1029">
                  <c:v>11.6456043611391</c:v>
                </c:pt>
                <c:pt idx="1030">
                  <c:v>11.5713455872237</c:v>
                </c:pt>
                <c:pt idx="1031">
                  <c:v>11.5715746444387</c:v>
                </c:pt>
                <c:pt idx="1032">
                  <c:v>11.641649745466699</c:v>
                </c:pt>
                <c:pt idx="1033">
                  <c:v>11.638050844969801</c:v>
                </c:pt>
                <c:pt idx="1034">
                  <c:v>11.778977576036599</c:v>
                </c:pt>
                <c:pt idx="1035">
                  <c:v>11.7024633780806</c:v>
                </c:pt>
                <c:pt idx="1036">
                  <c:v>11.6444158325163</c:v>
                </c:pt>
                <c:pt idx="1037">
                  <c:v>11.6444158325163</c:v>
                </c:pt>
                <c:pt idx="1038">
                  <c:v>11.6444158325163</c:v>
                </c:pt>
                <c:pt idx="1039">
                  <c:v>11.6444158325163</c:v>
                </c:pt>
                <c:pt idx="1040">
                  <c:v>11.7104696202731</c:v>
                </c:pt>
                <c:pt idx="1041">
                  <c:v>11.6890336898526</c:v>
                </c:pt>
                <c:pt idx="1042">
                  <c:v>11.6753973657533</c:v>
                </c:pt>
                <c:pt idx="1043">
                  <c:v>11.6509833746392</c:v>
                </c:pt>
                <c:pt idx="1044">
                  <c:v>11.631816292650299</c:v>
                </c:pt>
                <c:pt idx="1045">
                  <c:v>11.5322049228096</c:v>
                </c:pt>
                <c:pt idx="1046">
                  <c:v>11.487008913306299</c:v>
                </c:pt>
                <c:pt idx="1047">
                  <c:v>11.4608772755663</c:v>
                </c:pt>
                <c:pt idx="1048">
                  <c:v>11.4415477456971</c:v>
                </c:pt>
                <c:pt idx="1049">
                  <c:v>11.437697824542401</c:v>
                </c:pt>
                <c:pt idx="1050">
                  <c:v>11.3327252225463</c:v>
                </c:pt>
                <c:pt idx="1051">
                  <c:v>11.400258311021901</c:v>
                </c:pt>
                <c:pt idx="1052">
                  <c:v>11.3114687568006</c:v>
                </c:pt>
                <c:pt idx="1053">
                  <c:v>11.337460426267301</c:v>
                </c:pt>
                <c:pt idx="1054">
                  <c:v>11.391356338431899</c:v>
                </c:pt>
                <c:pt idx="1055">
                  <c:v>11.2903527342182</c:v>
                </c:pt>
                <c:pt idx="1056">
                  <c:v>11.2527010186258</c:v>
                </c:pt>
                <c:pt idx="1057">
                  <c:v>11.267437093359501</c:v>
                </c:pt>
                <c:pt idx="1058">
                  <c:v>11.243925356540601</c:v>
                </c:pt>
                <c:pt idx="1059">
                  <c:v>11.2722090085792</c:v>
                </c:pt>
                <c:pt idx="1060">
                  <c:v>11.2884444908833</c:v>
                </c:pt>
                <c:pt idx="1061">
                  <c:v>11.3096861788166</c:v>
                </c:pt>
                <c:pt idx="1062">
                  <c:v>11.241917684389</c:v>
                </c:pt>
                <c:pt idx="1063">
                  <c:v>11.229769007127199</c:v>
                </c:pt>
                <c:pt idx="1064">
                  <c:v>11.1373924784442</c:v>
                </c:pt>
                <c:pt idx="1065">
                  <c:v>11.078879014438</c:v>
                </c:pt>
                <c:pt idx="1066">
                  <c:v>10.9801910913417</c:v>
                </c:pt>
                <c:pt idx="1067">
                  <c:v>10.9801910913417</c:v>
                </c:pt>
                <c:pt idx="1068">
                  <c:v>10.9934027646974</c:v>
                </c:pt>
                <c:pt idx="1069">
                  <c:v>10.9934027646974</c:v>
                </c:pt>
                <c:pt idx="1070">
                  <c:v>11.0582256420908</c:v>
                </c:pt>
                <c:pt idx="1071">
                  <c:v>11.050024658666301</c:v>
                </c:pt>
                <c:pt idx="1072">
                  <c:v>11.0370790438466</c:v>
                </c:pt>
                <c:pt idx="1073">
                  <c:v>11.083670759026401</c:v>
                </c:pt>
                <c:pt idx="1074">
                  <c:v>11.1573281433493</c:v>
                </c:pt>
                <c:pt idx="1075">
                  <c:v>11.2479394179457</c:v>
                </c:pt>
                <c:pt idx="1076">
                  <c:v>11.201561219979901</c:v>
                </c:pt>
                <c:pt idx="1077">
                  <c:v>11.304778716921099</c:v>
                </c:pt>
                <c:pt idx="1078">
                  <c:v>11.2733380436463</c:v>
                </c:pt>
                <c:pt idx="1079">
                  <c:v>11.292396737429801</c:v>
                </c:pt>
                <c:pt idx="1080">
                  <c:v>11.3388920117395</c:v>
                </c:pt>
                <c:pt idx="1081">
                  <c:v>11.3243915091495</c:v>
                </c:pt>
                <c:pt idx="1082">
                  <c:v>11.3672294697094</c:v>
                </c:pt>
                <c:pt idx="1083">
                  <c:v>11.3246534536319</c:v>
                </c:pt>
                <c:pt idx="1084">
                  <c:v>11.3246534536319</c:v>
                </c:pt>
                <c:pt idx="1085">
                  <c:v>11.323129575854701</c:v>
                </c:pt>
                <c:pt idx="1086">
                  <c:v>11.3184849733004</c:v>
                </c:pt>
                <c:pt idx="1087">
                  <c:v>11.438368549937501</c:v>
                </c:pt>
                <c:pt idx="1088">
                  <c:v>11.4785187064378</c:v>
                </c:pt>
                <c:pt idx="1089">
                  <c:v>11.4785187064378</c:v>
                </c:pt>
                <c:pt idx="1090">
                  <c:v>11.7255839673835</c:v>
                </c:pt>
                <c:pt idx="1091">
                  <c:v>11.855144860388799</c:v>
                </c:pt>
                <c:pt idx="1092">
                  <c:v>11.9354210612427</c:v>
                </c:pt>
                <c:pt idx="1093">
                  <c:v>11.978788412059499</c:v>
                </c:pt>
                <c:pt idx="1094">
                  <c:v>11.924597897149001</c:v>
                </c:pt>
                <c:pt idx="1095">
                  <c:v>11.996417561603799</c:v>
                </c:pt>
                <c:pt idx="1096">
                  <c:v>12.1958659312272</c:v>
                </c:pt>
                <c:pt idx="1097">
                  <c:v>12.157833973325801</c:v>
                </c:pt>
                <c:pt idx="1098">
                  <c:v>12.100774773329199</c:v>
                </c:pt>
                <c:pt idx="1099">
                  <c:v>12.1113439092089</c:v>
                </c:pt>
                <c:pt idx="1100">
                  <c:v>12.076015039657401</c:v>
                </c:pt>
                <c:pt idx="1101">
                  <c:v>12.137695748511801</c:v>
                </c:pt>
                <c:pt idx="1102">
                  <c:v>12.249819874023601</c:v>
                </c:pt>
                <c:pt idx="1103">
                  <c:v>12.2282605890212</c:v>
                </c:pt>
                <c:pt idx="1104">
                  <c:v>12.1257685457725</c:v>
                </c:pt>
                <c:pt idx="1105">
                  <c:v>12.1138607203665</c:v>
                </c:pt>
                <c:pt idx="1106">
                  <c:v>12.221364830281299</c:v>
                </c:pt>
                <c:pt idx="1107">
                  <c:v>12.5223463194523</c:v>
                </c:pt>
                <c:pt idx="1108">
                  <c:v>12.7633025551572</c:v>
                </c:pt>
                <c:pt idx="1109">
                  <c:v>12.7633025551572</c:v>
                </c:pt>
                <c:pt idx="1110">
                  <c:v>12.873967674603399</c:v>
                </c:pt>
                <c:pt idx="1111">
                  <c:v>12.9714120229506</c:v>
                </c:pt>
                <c:pt idx="1112">
                  <c:v>12.7689631864682</c:v>
                </c:pt>
                <c:pt idx="1113">
                  <c:v>12.788074890055601</c:v>
                </c:pt>
                <c:pt idx="1114">
                  <c:v>12.6477110027965</c:v>
                </c:pt>
                <c:pt idx="1115">
                  <c:v>12.912552020530001</c:v>
                </c:pt>
                <c:pt idx="1116">
                  <c:v>12.978257915207999</c:v>
                </c:pt>
                <c:pt idx="1117">
                  <c:v>13.072275639991799</c:v>
                </c:pt>
                <c:pt idx="1118">
                  <c:v>13.1685968876036</c:v>
                </c:pt>
                <c:pt idx="1119">
                  <c:v>13.103438666055499</c:v>
                </c:pt>
                <c:pt idx="1120">
                  <c:v>13.1177306374077</c:v>
                </c:pt>
                <c:pt idx="1121">
                  <c:v>12.9876943653748</c:v>
                </c:pt>
                <c:pt idx="1122">
                  <c:v>12.839299289263799</c:v>
                </c:pt>
                <c:pt idx="1123">
                  <c:v>12.850031195522501</c:v>
                </c:pt>
                <c:pt idx="1124">
                  <c:v>12.764090999802301</c:v>
                </c:pt>
                <c:pt idx="1125">
                  <c:v>12.8223055231781</c:v>
                </c:pt>
                <c:pt idx="1126">
                  <c:v>13.2342848626053</c:v>
                </c:pt>
                <c:pt idx="1127">
                  <c:v>12.8816581625489</c:v>
                </c:pt>
                <c:pt idx="1128">
                  <c:v>12.767484540295801</c:v>
                </c:pt>
                <c:pt idx="1129">
                  <c:v>12.8250004401777</c:v>
                </c:pt>
                <c:pt idx="1130">
                  <c:v>12.713750680226999</c:v>
                </c:pt>
                <c:pt idx="1131">
                  <c:v>12.6380383428216</c:v>
                </c:pt>
                <c:pt idx="1132">
                  <c:v>12.4673834890378</c:v>
                </c:pt>
                <c:pt idx="1133">
                  <c:v>12.4477069530958</c:v>
                </c:pt>
                <c:pt idx="1134">
                  <c:v>12.186055801488701</c:v>
                </c:pt>
                <c:pt idx="1135">
                  <c:v>11.991275009216499</c:v>
                </c:pt>
                <c:pt idx="1136">
                  <c:v>12.108971391593901</c:v>
                </c:pt>
                <c:pt idx="1137">
                  <c:v>12.108971391593901</c:v>
                </c:pt>
                <c:pt idx="1138">
                  <c:v>11.9775155830991</c:v>
                </c:pt>
                <c:pt idx="1139">
                  <c:v>11.964062572473701</c:v>
                </c:pt>
                <c:pt idx="1140">
                  <c:v>12.0477840928631</c:v>
                </c:pt>
                <c:pt idx="1141">
                  <c:v>11.925878239295001</c:v>
                </c:pt>
                <c:pt idx="1142">
                  <c:v>11.849984202304</c:v>
                </c:pt>
                <c:pt idx="1143">
                  <c:v>11.7543281448726</c:v>
                </c:pt>
                <c:pt idx="1144">
                  <c:v>11.7543281448726</c:v>
                </c:pt>
                <c:pt idx="1145">
                  <c:v>11.6723883678203</c:v>
                </c:pt>
                <c:pt idx="1146">
                  <c:v>11.722988362240599</c:v>
                </c:pt>
                <c:pt idx="1147">
                  <c:v>11.786750531734301</c:v>
                </c:pt>
                <c:pt idx="1148">
                  <c:v>11.716138138038099</c:v>
                </c:pt>
                <c:pt idx="1149">
                  <c:v>11.7034480257936</c:v>
                </c:pt>
                <c:pt idx="1150">
                  <c:v>11.6922842951749</c:v>
                </c:pt>
                <c:pt idx="1151">
                  <c:v>11.577367218896301</c:v>
                </c:pt>
                <c:pt idx="1152">
                  <c:v>11.4649821763783</c:v>
                </c:pt>
                <c:pt idx="1153">
                  <c:v>11.390818902503</c:v>
                </c:pt>
                <c:pt idx="1154">
                  <c:v>11.3763009557867</c:v>
                </c:pt>
                <c:pt idx="1155">
                  <c:v>11.5530458774873</c:v>
                </c:pt>
                <c:pt idx="1156">
                  <c:v>11.6895471349139</c:v>
                </c:pt>
                <c:pt idx="1157">
                  <c:v>11.571710634869699</c:v>
                </c:pt>
                <c:pt idx="1158">
                  <c:v>11.6959203110308</c:v>
                </c:pt>
                <c:pt idx="1159">
                  <c:v>11.6816806427233</c:v>
                </c:pt>
                <c:pt idx="1160">
                  <c:v>11.7045333041007</c:v>
                </c:pt>
                <c:pt idx="1161">
                  <c:v>11.7185245537945</c:v>
                </c:pt>
                <c:pt idx="1162">
                  <c:v>11.713131108091201</c:v>
                </c:pt>
                <c:pt idx="1163">
                  <c:v>11.574670594650501</c:v>
                </c:pt>
                <c:pt idx="1164">
                  <c:v>11.765462035462599</c:v>
                </c:pt>
                <c:pt idx="1165">
                  <c:v>11.925719491390399</c:v>
                </c:pt>
                <c:pt idx="1166">
                  <c:v>12.148266299402501</c:v>
                </c:pt>
                <c:pt idx="1167">
                  <c:v>12.6356374144972</c:v>
                </c:pt>
                <c:pt idx="1168">
                  <c:v>12.106986585087601</c:v>
                </c:pt>
                <c:pt idx="1169">
                  <c:v>12.0402903852174</c:v>
                </c:pt>
                <c:pt idx="1170">
                  <c:v>12.165186059781499</c:v>
                </c:pt>
                <c:pt idx="1171">
                  <c:v>12.2668000420782</c:v>
                </c:pt>
                <c:pt idx="1172">
                  <c:v>12.051508178697199</c:v>
                </c:pt>
                <c:pt idx="1173">
                  <c:v>12.0557548830858</c:v>
                </c:pt>
                <c:pt idx="1174">
                  <c:v>12.0883560095987</c:v>
                </c:pt>
                <c:pt idx="1175">
                  <c:v>12.1107048470406</c:v>
                </c:pt>
                <c:pt idx="1176">
                  <c:v>12.0745395184936</c:v>
                </c:pt>
                <c:pt idx="1177">
                  <c:v>11.793217966404599</c:v>
                </c:pt>
                <c:pt idx="1178">
                  <c:v>11.6897713333664</c:v>
                </c:pt>
                <c:pt idx="1179">
                  <c:v>12.160302541247299</c:v>
                </c:pt>
                <c:pt idx="1180">
                  <c:v>12.168825166194599</c:v>
                </c:pt>
                <c:pt idx="1181">
                  <c:v>12.3968375281744</c:v>
                </c:pt>
                <c:pt idx="1182">
                  <c:v>12.4854578671538</c:v>
                </c:pt>
                <c:pt idx="1183">
                  <c:v>13.0061676059555</c:v>
                </c:pt>
                <c:pt idx="1184">
                  <c:v>13.0061676059555</c:v>
                </c:pt>
                <c:pt idx="1185">
                  <c:v>12.625850549679299</c:v>
                </c:pt>
                <c:pt idx="1186">
                  <c:v>12.999566915236301</c:v>
                </c:pt>
                <c:pt idx="1187">
                  <c:v>13.288323058112599</c:v>
                </c:pt>
                <c:pt idx="1188">
                  <c:v>13.0897583325107</c:v>
                </c:pt>
                <c:pt idx="1189">
                  <c:v>12.9244952790871</c:v>
                </c:pt>
                <c:pt idx="1190">
                  <c:v>12.968801319374499</c:v>
                </c:pt>
                <c:pt idx="1191">
                  <c:v>13.290853053382101</c:v>
                </c:pt>
                <c:pt idx="1192">
                  <c:v>13.6702969236066</c:v>
                </c:pt>
                <c:pt idx="1193">
                  <c:v>14.1675964233006</c:v>
                </c:pt>
                <c:pt idx="1194">
                  <c:v>13.946093517942799</c:v>
                </c:pt>
                <c:pt idx="1195">
                  <c:v>14.18142693689</c:v>
                </c:pt>
                <c:pt idx="1196">
                  <c:v>13.840459266319</c:v>
                </c:pt>
                <c:pt idx="1197">
                  <c:v>13.5151841206415</c:v>
                </c:pt>
                <c:pt idx="1198">
                  <c:v>13.577083442509</c:v>
                </c:pt>
                <c:pt idx="1199">
                  <c:v>13.577083442509</c:v>
                </c:pt>
                <c:pt idx="1200">
                  <c:v>13.5435442713837</c:v>
                </c:pt>
                <c:pt idx="1201">
                  <c:v>13.5435442713837</c:v>
                </c:pt>
                <c:pt idx="1202">
                  <c:v>13.1325953205543</c:v>
                </c:pt>
                <c:pt idx="1203">
                  <c:v>13.107291919735401</c:v>
                </c:pt>
                <c:pt idx="1204">
                  <c:v>12.899131323703701</c:v>
                </c:pt>
                <c:pt idx="1205">
                  <c:v>13.077605346714201</c:v>
                </c:pt>
                <c:pt idx="1206">
                  <c:v>13.103149071723699</c:v>
                </c:pt>
                <c:pt idx="1207">
                  <c:v>12.984813665240999</c:v>
                </c:pt>
                <c:pt idx="1208">
                  <c:v>12.893472712655299</c:v>
                </c:pt>
                <c:pt idx="1209">
                  <c:v>12.893472712655299</c:v>
                </c:pt>
                <c:pt idx="1210">
                  <c:v>12.8594347562126</c:v>
                </c:pt>
                <c:pt idx="1211">
                  <c:v>13.0280157759533</c:v>
                </c:pt>
                <c:pt idx="1212">
                  <c:v>13.0280157759533</c:v>
                </c:pt>
                <c:pt idx="1213">
                  <c:v>13.0091378680284</c:v>
                </c:pt>
                <c:pt idx="1214">
                  <c:v>12.745681722095201</c:v>
                </c:pt>
                <c:pt idx="1215">
                  <c:v>12.697131770080601</c:v>
                </c:pt>
                <c:pt idx="1216">
                  <c:v>12.6182387875728</c:v>
                </c:pt>
                <c:pt idx="1217">
                  <c:v>12.644292980586201</c:v>
                </c:pt>
                <c:pt idx="1218">
                  <c:v>12.633891454951399</c:v>
                </c:pt>
                <c:pt idx="1219">
                  <c:v>12.719322876101399</c:v>
                </c:pt>
                <c:pt idx="1220">
                  <c:v>12.555041252515901</c:v>
                </c:pt>
                <c:pt idx="1221">
                  <c:v>12.376979010118401</c:v>
                </c:pt>
                <c:pt idx="1222">
                  <c:v>12.234127736559699</c:v>
                </c:pt>
                <c:pt idx="1223">
                  <c:v>12.1329881158681</c:v>
                </c:pt>
                <c:pt idx="1224">
                  <c:v>12.1329881158681</c:v>
                </c:pt>
                <c:pt idx="1225">
                  <c:v>12.0870258337865</c:v>
                </c:pt>
                <c:pt idx="1226">
                  <c:v>11.7452965203631</c:v>
                </c:pt>
                <c:pt idx="1227">
                  <c:v>11.6122245587171</c:v>
                </c:pt>
                <c:pt idx="1228">
                  <c:v>11.5411564194735</c:v>
                </c:pt>
                <c:pt idx="1229">
                  <c:v>11.2877688277558</c:v>
                </c:pt>
                <c:pt idx="1230">
                  <c:v>11.1746290429054</c:v>
                </c:pt>
                <c:pt idx="1231">
                  <c:v>11.071545296364601</c:v>
                </c:pt>
                <c:pt idx="1232">
                  <c:v>10.932588443900199</c:v>
                </c:pt>
                <c:pt idx="1233">
                  <c:v>10.8774498639341</c:v>
                </c:pt>
                <c:pt idx="1234">
                  <c:v>10.6242173266435</c:v>
                </c:pt>
                <c:pt idx="1235">
                  <c:v>10.754738098486399</c:v>
                </c:pt>
                <c:pt idx="1236">
                  <c:v>10.695687016307801</c:v>
                </c:pt>
                <c:pt idx="1237">
                  <c:v>10.760430622629199</c:v>
                </c:pt>
                <c:pt idx="1238">
                  <c:v>10.7524508705852</c:v>
                </c:pt>
                <c:pt idx="1239">
                  <c:v>10.883815742516701</c:v>
                </c:pt>
                <c:pt idx="1240">
                  <c:v>10.883815742516701</c:v>
                </c:pt>
                <c:pt idx="1241">
                  <c:v>10.883815742516701</c:v>
                </c:pt>
                <c:pt idx="1242">
                  <c:v>10.7090892900738</c:v>
                </c:pt>
                <c:pt idx="1243">
                  <c:v>10.6885232712291</c:v>
                </c:pt>
                <c:pt idx="1244">
                  <c:v>10.711830830961899</c:v>
                </c:pt>
                <c:pt idx="1245">
                  <c:v>10.3345410385659</c:v>
                </c:pt>
                <c:pt idx="1246">
                  <c:v>10.239634615467599</c:v>
                </c:pt>
                <c:pt idx="1247">
                  <c:v>10.290594422566</c:v>
                </c:pt>
                <c:pt idx="1248">
                  <c:v>10.290594422566</c:v>
                </c:pt>
                <c:pt idx="1249">
                  <c:v>10.141501085418501</c:v>
                </c:pt>
                <c:pt idx="1250">
                  <c:v>10.040758822581401</c:v>
                </c:pt>
                <c:pt idx="1251">
                  <c:v>10.101208808368</c:v>
                </c:pt>
                <c:pt idx="1252">
                  <c:v>9.9808943618093</c:v>
                </c:pt>
                <c:pt idx="1253">
                  <c:v>10.1746240421417</c:v>
                </c:pt>
                <c:pt idx="1254">
                  <c:v>10.2728981658283</c:v>
                </c:pt>
                <c:pt idx="1255">
                  <c:v>10.127596853155801</c:v>
                </c:pt>
                <c:pt idx="1256">
                  <c:v>9.9687181629007604</c:v>
                </c:pt>
                <c:pt idx="1257">
                  <c:v>9.8761993273589503</c:v>
                </c:pt>
                <c:pt idx="1258">
                  <c:v>9.8292747633948903</c:v>
                </c:pt>
                <c:pt idx="1259">
                  <c:v>9.8508263409122794</c:v>
                </c:pt>
                <c:pt idx="1260">
                  <c:v>9.8706633424341792</c:v>
                </c:pt>
                <c:pt idx="1261">
                  <c:v>9.8344735622446695</c:v>
                </c:pt>
                <c:pt idx="1262">
                  <c:v>9.8022453437363701</c:v>
                </c:pt>
                <c:pt idx="1263">
                  <c:v>9.9078316435841796</c:v>
                </c:pt>
                <c:pt idx="1264">
                  <c:v>9.9290208829389002</c:v>
                </c:pt>
                <c:pt idx="1265">
                  <c:v>9.8841142304175804</c:v>
                </c:pt>
                <c:pt idx="1266">
                  <c:v>9.7720272971669004</c:v>
                </c:pt>
                <c:pt idx="1267">
                  <c:v>9.7982945985583996</c:v>
                </c:pt>
                <c:pt idx="1268">
                  <c:v>9.5231827043461106</c:v>
                </c:pt>
                <c:pt idx="1269">
                  <c:v>10.1003169191429</c:v>
                </c:pt>
                <c:pt idx="1270">
                  <c:v>10.3337882243473</c:v>
                </c:pt>
                <c:pt idx="1271">
                  <c:v>10.224141428128201</c:v>
                </c:pt>
                <c:pt idx="1272">
                  <c:v>10.0698892317355</c:v>
                </c:pt>
                <c:pt idx="1273">
                  <c:v>10.0836837594342</c:v>
                </c:pt>
                <c:pt idx="1274">
                  <c:v>10.2058731676474</c:v>
                </c:pt>
                <c:pt idx="1275">
                  <c:v>10.1458369881352</c:v>
                </c:pt>
                <c:pt idx="1276">
                  <c:v>10.126546785828101</c:v>
                </c:pt>
                <c:pt idx="1277">
                  <c:v>10.2267782478594</c:v>
                </c:pt>
                <c:pt idx="1278">
                  <c:v>10.248685183208799</c:v>
                </c:pt>
                <c:pt idx="1279">
                  <c:v>10.248685183208799</c:v>
                </c:pt>
                <c:pt idx="1280">
                  <c:v>10.248685183208799</c:v>
                </c:pt>
                <c:pt idx="1281">
                  <c:v>10.084961354685699</c:v>
                </c:pt>
                <c:pt idx="1282">
                  <c:v>10.0118015062151</c:v>
                </c:pt>
                <c:pt idx="1283">
                  <c:v>9.91789475325883</c:v>
                </c:pt>
                <c:pt idx="1284">
                  <c:v>9.8417782884804001</c:v>
                </c:pt>
                <c:pt idx="1285">
                  <c:v>9.7830925490141407</c:v>
                </c:pt>
                <c:pt idx="1286">
                  <c:v>9.8177289242539008</c:v>
                </c:pt>
                <c:pt idx="1287">
                  <c:v>9.92226286605867</c:v>
                </c:pt>
                <c:pt idx="1288">
                  <c:v>10.085747839170599</c:v>
                </c:pt>
                <c:pt idx="1289">
                  <c:v>9.9867847405262307</c:v>
                </c:pt>
                <c:pt idx="1290">
                  <c:v>10.0396747650917</c:v>
                </c:pt>
                <c:pt idx="1291">
                  <c:v>10.008679650523501</c:v>
                </c:pt>
                <c:pt idx="1292">
                  <c:v>9.9209358312316294</c:v>
                </c:pt>
                <c:pt idx="1293">
                  <c:v>9.8937427437394891</c:v>
                </c:pt>
                <c:pt idx="1294">
                  <c:v>9.9285471496091393</c:v>
                </c:pt>
                <c:pt idx="1295">
                  <c:v>9.8459382714806107</c:v>
                </c:pt>
                <c:pt idx="1296">
                  <c:v>9.7329074990248508</c:v>
                </c:pt>
                <c:pt idx="1297">
                  <c:v>9.64957744277004</c:v>
                </c:pt>
                <c:pt idx="1298">
                  <c:v>9.64957744277004</c:v>
                </c:pt>
                <c:pt idx="1299">
                  <c:v>9.8543014197868892</c:v>
                </c:pt>
                <c:pt idx="1300">
                  <c:v>9.9830476341913492</c:v>
                </c:pt>
                <c:pt idx="1301">
                  <c:v>10.042974637012</c:v>
                </c:pt>
                <c:pt idx="1302">
                  <c:v>10.0890097516781</c:v>
                </c:pt>
                <c:pt idx="1303">
                  <c:v>10.334605825244299</c:v>
                </c:pt>
                <c:pt idx="1304">
                  <c:v>10.0890118217058</c:v>
                </c:pt>
                <c:pt idx="1305">
                  <c:v>9.9921664458681203</c:v>
                </c:pt>
                <c:pt idx="1306">
                  <c:v>9.8885735290328007</c:v>
                </c:pt>
                <c:pt idx="1307">
                  <c:v>9.9154694717907805</c:v>
                </c:pt>
                <c:pt idx="1308">
                  <c:v>9.8694911048923899</c:v>
                </c:pt>
                <c:pt idx="1309">
                  <c:v>9.8135542860615299</c:v>
                </c:pt>
                <c:pt idx="1310">
                  <c:v>9.7732236321139698</c:v>
                </c:pt>
                <c:pt idx="1311">
                  <c:v>9.7732236321139698</c:v>
                </c:pt>
                <c:pt idx="1312">
                  <c:v>9.7732236321139698</c:v>
                </c:pt>
                <c:pt idx="1313">
                  <c:v>9.7352132913341904</c:v>
                </c:pt>
                <c:pt idx="1314">
                  <c:v>9.5377382142179492</c:v>
                </c:pt>
                <c:pt idx="1315">
                  <c:v>9.4322762080711993</c:v>
                </c:pt>
                <c:pt idx="1316">
                  <c:v>9.4017228639844408</c:v>
                </c:pt>
                <c:pt idx="1317">
                  <c:v>9.4586771369774194</c:v>
                </c:pt>
                <c:pt idx="1318">
                  <c:v>9.5011583056539202</c:v>
                </c:pt>
                <c:pt idx="1319">
                  <c:v>9.3553150608410096</c:v>
                </c:pt>
                <c:pt idx="1320">
                  <c:v>9.2773360396983193</c:v>
                </c:pt>
                <c:pt idx="1321">
                  <c:v>9.2462980411129703</c:v>
                </c:pt>
                <c:pt idx="1322">
                  <c:v>9.2229075323682004</c:v>
                </c:pt>
                <c:pt idx="1323">
                  <c:v>9.3681999265089502</c:v>
                </c:pt>
                <c:pt idx="1324">
                  <c:v>9.3226461202100896</c:v>
                </c:pt>
                <c:pt idx="1325">
                  <c:v>9.2228423006209308</c:v>
                </c:pt>
                <c:pt idx="1326">
                  <c:v>9.1897685371394005</c:v>
                </c:pt>
                <c:pt idx="1327">
                  <c:v>9.1897685371394005</c:v>
                </c:pt>
                <c:pt idx="1328">
                  <c:v>9.2117823436266093</c:v>
                </c:pt>
                <c:pt idx="1329">
                  <c:v>9.2205154337340804</c:v>
                </c:pt>
                <c:pt idx="1330">
                  <c:v>9.2554757627190902</c:v>
                </c:pt>
                <c:pt idx="1331">
                  <c:v>9.2272310681137899</c:v>
                </c:pt>
                <c:pt idx="1332">
                  <c:v>9.1511623462459699</c:v>
                </c:pt>
                <c:pt idx="1333">
                  <c:v>9.1221079681473896</c:v>
                </c:pt>
                <c:pt idx="1334">
                  <c:v>9.0176073787624507</c:v>
                </c:pt>
                <c:pt idx="1335">
                  <c:v>8.9856002451126908</c:v>
                </c:pt>
                <c:pt idx="1336">
                  <c:v>8.9865207468845192</c:v>
                </c:pt>
                <c:pt idx="1337">
                  <c:v>9.0188701042176405</c:v>
                </c:pt>
                <c:pt idx="1338">
                  <c:v>9.0326154815229796</c:v>
                </c:pt>
                <c:pt idx="1339">
                  <c:v>9.0065837537058293</c:v>
                </c:pt>
                <c:pt idx="1340">
                  <c:v>8.9396596593583801</c:v>
                </c:pt>
                <c:pt idx="1341">
                  <c:v>9.0378554935656599</c:v>
                </c:pt>
                <c:pt idx="1342">
                  <c:v>9.2075508534856993</c:v>
                </c:pt>
                <c:pt idx="1343">
                  <c:v>9.2075508534856993</c:v>
                </c:pt>
                <c:pt idx="1344">
                  <c:v>9.1947813814088608</c:v>
                </c:pt>
                <c:pt idx="1345">
                  <c:v>9.1750020165412405</c:v>
                </c:pt>
                <c:pt idx="1346">
                  <c:v>9.3539267618798192</c:v>
                </c:pt>
                <c:pt idx="1347">
                  <c:v>9.3616147059031292</c:v>
                </c:pt>
                <c:pt idx="1348">
                  <c:v>9.4471150896093103</c:v>
                </c:pt>
                <c:pt idx="1349">
                  <c:v>9.6914660170812397</c:v>
                </c:pt>
                <c:pt idx="1350">
                  <c:v>9.6914660170812397</c:v>
                </c:pt>
                <c:pt idx="1351">
                  <c:v>9.6914660170812397</c:v>
                </c:pt>
                <c:pt idx="1352">
                  <c:v>9.8503455776629494</c:v>
                </c:pt>
                <c:pt idx="1353">
                  <c:v>9.9560187892200105</c:v>
                </c:pt>
                <c:pt idx="1354">
                  <c:v>9.9524980112222092</c:v>
                </c:pt>
                <c:pt idx="1355">
                  <c:v>9.8922066780077706</c:v>
                </c:pt>
                <c:pt idx="1356">
                  <c:v>9.9246879985705991</c:v>
                </c:pt>
                <c:pt idx="1357">
                  <c:v>9.7627283021879592</c:v>
                </c:pt>
                <c:pt idx="1358">
                  <c:v>9.7627283021879592</c:v>
                </c:pt>
                <c:pt idx="1359">
                  <c:v>10.132265878849999</c:v>
                </c:pt>
                <c:pt idx="1360">
                  <c:v>9.9749137128635592</c:v>
                </c:pt>
                <c:pt idx="1361">
                  <c:v>10.00174945134</c:v>
                </c:pt>
                <c:pt idx="1362">
                  <c:v>9.9660228912827602</c:v>
                </c:pt>
                <c:pt idx="1363">
                  <c:v>9.9660228912827602</c:v>
                </c:pt>
                <c:pt idx="1364">
                  <c:v>10.6290221098951</c:v>
                </c:pt>
                <c:pt idx="1365">
                  <c:v>10.2103521189771</c:v>
                </c:pt>
                <c:pt idx="1366">
                  <c:v>10.1763292576005</c:v>
                </c:pt>
                <c:pt idx="1367">
                  <c:v>10.080951341317199</c:v>
                </c:pt>
                <c:pt idx="1368">
                  <c:v>10.080951341317199</c:v>
                </c:pt>
                <c:pt idx="1369">
                  <c:v>9.9629269426442608</c:v>
                </c:pt>
                <c:pt idx="1370">
                  <c:v>9.8944305318134997</c:v>
                </c:pt>
                <c:pt idx="1371">
                  <c:v>9.8634821240814201</c:v>
                </c:pt>
                <c:pt idx="1372">
                  <c:v>9.8263530018045806</c:v>
                </c:pt>
                <c:pt idx="1373">
                  <c:v>9.7710904640761296</c:v>
                </c:pt>
                <c:pt idx="1374">
                  <c:v>9.6819207167393504</c:v>
                </c:pt>
                <c:pt idx="1375">
                  <c:v>9.7204139784369605</c:v>
                </c:pt>
                <c:pt idx="1376">
                  <c:v>9.7049451261779591</c:v>
                </c:pt>
                <c:pt idx="1377">
                  <c:v>9.7589842891955207</c:v>
                </c:pt>
                <c:pt idx="1378">
                  <c:v>9.8695854584696505</c:v>
                </c:pt>
                <c:pt idx="1379">
                  <c:v>9.8612073180071604</c:v>
                </c:pt>
                <c:pt idx="1380">
                  <c:v>9.7799625168827493</c:v>
                </c:pt>
                <c:pt idx="1381">
                  <c:v>9.6680927836457098</c:v>
                </c:pt>
                <c:pt idx="1382">
                  <c:v>9.5893338686075005</c:v>
                </c:pt>
                <c:pt idx="1383">
                  <c:v>9.5893338686075005</c:v>
                </c:pt>
                <c:pt idx="1384">
                  <c:v>9.5029160970921307</c:v>
                </c:pt>
                <c:pt idx="1385">
                  <c:v>9.4628250551210495</c:v>
                </c:pt>
                <c:pt idx="1386">
                  <c:v>9.4016214512466796</c:v>
                </c:pt>
                <c:pt idx="1387">
                  <c:v>9.3466734823028901</c:v>
                </c:pt>
                <c:pt idx="1388">
                  <c:v>9.4397709144873403</c:v>
                </c:pt>
                <c:pt idx="1389">
                  <c:v>9.5724583741668194</c:v>
                </c:pt>
                <c:pt idx="1390">
                  <c:v>9.5809898552950497</c:v>
                </c:pt>
                <c:pt idx="1391">
                  <c:v>9.4869945687152093</c:v>
                </c:pt>
                <c:pt idx="1392">
                  <c:v>9.4601286866374608</c:v>
                </c:pt>
                <c:pt idx="1393">
                  <c:v>9.4287378551405805</c:v>
                </c:pt>
                <c:pt idx="1394">
                  <c:v>9.4592786950022596</c:v>
                </c:pt>
                <c:pt idx="1395">
                  <c:v>9.5813495081097706</c:v>
                </c:pt>
                <c:pt idx="1396">
                  <c:v>9.5686486652907092</c:v>
                </c:pt>
                <c:pt idx="1397">
                  <c:v>9.5686486652907092</c:v>
                </c:pt>
                <c:pt idx="1398">
                  <c:v>9.6770967828342105</c:v>
                </c:pt>
                <c:pt idx="1399">
                  <c:v>9.6666945621687699</c:v>
                </c:pt>
                <c:pt idx="1400">
                  <c:v>9.6961740537848495</c:v>
                </c:pt>
                <c:pt idx="1401">
                  <c:v>9.6844189450914993</c:v>
                </c:pt>
                <c:pt idx="1402">
                  <c:v>9.7528139533921099</c:v>
                </c:pt>
                <c:pt idx="1403">
                  <c:v>9.7528139533921099</c:v>
                </c:pt>
                <c:pt idx="1404">
                  <c:v>9.8734140161484607</c:v>
                </c:pt>
                <c:pt idx="1405">
                  <c:v>10.062057461027299</c:v>
                </c:pt>
                <c:pt idx="1406">
                  <c:v>9.9669677003950401</c:v>
                </c:pt>
                <c:pt idx="1407">
                  <c:v>10.0519995867076</c:v>
                </c:pt>
                <c:pt idx="1408">
                  <c:v>10.058765450604501</c:v>
                </c:pt>
                <c:pt idx="1409">
                  <c:v>10.0736473108364</c:v>
                </c:pt>
                <c:pt idx="1410">
                  <c:v>10.148826028749999</c:v>
                </c:pt>
                <c:pt idx="1411">
                  <c:v>10.0694187179522</c:v>
                </c:pt>
                <c:pt idx="1412">
                  <c:v>10.0475047596282</c:v>
                </c:pt>
                <c:pt idx="1413">
                  <c:v>10.1045512293448</c:v>
                </c:pt>
                <c:pt idx="1414">
                  <c:v>10.078890967589</c:v>
                </c:pt>
                <c:pt idx="1415">
                  <c:v>10.078890967589</c:v>
                </c:pt>
                <c:pt idx="1416">
                  <c:v>9.9268289868618993</c:v>
                </c:pt>
                <c:pt idx="1417">
                  <c:v>9.8713524975450007</c:v>
                </c:pt>
                <c:pt idx="1418">
                  <c:v>9.9150130634895994</c:v>
                </c:pt>
                <c:pt idx="1419">
                  <c:v>9.9061078677763401</c:v>
                </c:pt>
                <c:pt idx="1420">
                  <c:v>10.108403481626</c:v>
                </c:pt>
                <c:pt idx="1421">
                  <c:v>10.065379697507201</c:v>
                </c:pt>
                <c:pt idx="1422">
                  <c:v>10.067818710758599</c:v>
                </c:pt>
                <c:pt idx="1423">
                  <c:v>10.101779960482601</c:v>
                </c:pt>
                <c:pt idx="1424">
                  <c:v>10.203362612893599</c:v>
                </c:pt>
                <c:pt idx="1425">
                  <c:v>10.122338517292301</c:v>
                </c:pt>
                <c:pt idx="1426">
                  <c:v>10.017176310713101</c:v>
                </c:pt>
                <c:pt idx="1427">
                  <c:v>9.8927891394671903</c:v>
                </c:pt>
                <c:pt idx="1428">
                  <c:v>9.9034773372980691</c:v>
                </c:pt>
                <c:pt idx="1429">
                  <c:v>9.7891507989369906</c:v>
                </c:pt>
                <c:pt idx="1430">
                  <c:v>9.8223441553475599</c:v>
                </c:pt>
                <c:pt idx="1431">
                  <c:v>9.7413898000703494</c:v>
                </c:pt>
                <c:pt idx="1432">
                  <c:v>9.7256537668526093</c:v>
                </c:pt>
                <c:pt idx="1433">
                  <c:v>9.5964859732801209</c:v>
                </c:pt>
                <c:pt idx="1434">
                  <c:v>9.5722058878232001</c:v>
                </c:pt>
                <c:pt idx="1435">
                  <c:v>9.5441656424797596</c:v>
                </c:pt>
                <c:pt idx="1436">
                  <c:v>9.5152209364952096</c:v>
                </c:pt>
                <c:pt idx="1437">
                  <c:v>9.5159843222276805</c:v>
                </c:pt>
                <c:pt idx="1438">
                  <c:v>9.4800847472169707</c:v>
                </c:pt>
                <c:pt idx="1439">
                  <c:v>9.4018216732669497</c:v>
                </c:pt>
                <c:pt idx="1440">
                  <c:v>9.4016934149640097</c:v>
                </c:pt>
                <c:pt idx="1441">
                  <c:v>9.3444758050903207</c:v>
                </c:pt>
                <c:pt idx="1442">
                  <c:v>9.3888653245553702</c:v>
                </c:pt>
                <c:pt idx="1443">
                  <c:v>9.3888653245553702</c:v>
                </c:pt>
                <c:pt idx="1444">
                  <c:v>9.3838879551454699</c:v>
                </c:pt>
                <c:pt idx="1445">
                  <c:v>9.2984642422558501</c:v>
                </c:pt>
                <c:pt idx="1446">
                  <c:v>9.3118778295241107</c:v>
                </c:pt>
                <c:pt idx="1447">
                  <c:v>9.2636733222986098</c:v>
                </c:pt>
                <c:pt idx="1448">
                  <c:v>9.1663208879409392</c:v>
                </c:pt>
                <c:pt idx="1449">
                  <c:v>9.2306641529991698</c:v>
                </c:pt>
                <c:pt idx="1450">
                  <c:v>9.1830775813263905</c:v>
                </c:pt>
                <c:pt idx="1451">
                  <c:v>9.1642271786974696</c:v>
                </c:pt>
                <c:pt idx="1452">
                  <c:v>9.1138648065771495</c:v>
                </c:pt>
                <c:pt idx="1453">
                  <c:v>8.9567793235563098</c:v>
                </c:pt>
                <c:pt idx="1454">
                  <c:v>8.9597034943505101</c:v>
                </c:pt>
                <c:pt idx="1455">
                  <c:v>8.91675985207916</c:v>
                </c:pt>
                <c:pt idx="1456">
                  <c:v>8.8657790719893708</c:v>
                </c:pt>
                <c:pt idx="1457">
                  <c:v>8.8608558607797701</c:v>
                </c:pt>
                <c:pt idx="1458">
                  <c:v>8.8608558607797701</c:v>
                </c:pt>
                <c:pt idx="1459">
                  <c:v>8.8119740900206605</c:v>
                </c:pt>
                <c:pt idx="1460">
                  <c:v>8.7269140377840593</c:v>
                </c:pt>
                <c:pt idx="1461">
                  <c:v>8.7111114564212109</c:v>
                </c:pt>
                <c:pt idx="1462">
                  <c:v>8.6010762791215694</c:v>
                </c:pt>
                <c:pt idx="1463">
                  <c:v>8.6196192258595694</c:v>
                </c:pt>
                <c:pt idx="1464">
                  <c:v>8.5461588204679906</c:v>
                </c:pt>
                <c:pt idx="1465">
                  <c:v>8.5091711097970393</c:v>
                </c:pt>
                <c:pt idx="1466">
                  <c:v>8.5038625092033797</c:v>
                </c:pt>
                <c:pt idx="1467">
                  <c:v>8.3875923486449704</c:v>
                </c:pt>
                <c:pt idx="1468">
                  <c:v>8.3875923486449704</c:v>
                </c:pt>
                <c:pt idx="1469">
                  <c:v>8.5022568466000905</c:v>
                </c:pt>
                <c:pt idx="1470">
                  <c:v>8.5479071235383906</c:v>
                </c:pt>
                <c:pt idx="1471">
                  <c:v>8.5150199379989999</c:v>
                </c:pt>
                <c:pt idx="1472">
                  <c:v>8.4767793537119491</c:v>
                </c:pt>
                <c:pt idx="1473">
                  <c:v>8.4636388957981499</c:v>
                </c:pt>
                <c:pt idx="1474">
                  <c:v>8.28921217345383</c:v>
                </c:pt>
                <c:pt idx="1475">
                  <c:v>8.2986400990310205</c:v>
                </c:pt>
                <c:pt idx="1476">
                  <c:v>8.3125650844344801</c:v>
                </c:pt>
                <c:pt idx="1477">
                  <c:v>8.3175755152466504</c:v>
                </c:pt>
                <c:pt idx="1478">
                  <c:v>8.3180381327275903</c:v>
                </c:pt>
                <c:pt idx="1479">
                  <c:v>8.2776169901639491</c:v>
                </c:pt>
                <c:pt idx="1480">
                  <c:v>8.3044063858775896</c:v>
                </c:pt>
                <c:pt idx="1481">
                  <c:v>8.2572202828881291</c:v>
                </c:pt>
                <c:pt idx="1482">
                  <c:v>8.4987316034308105</c:v>
                </c:pt>
                <c:pt idx="1483">
                  <c:v>8.5807528366381192</c:v>
                </c:pt>
                <c:pt idx="1484">
                  <c:v>8.5807528366381192</c:v>
                </c:pt>
                <c:pt idx="1485">
                  <c:v>8.5560051027026294</c:v>
                </c:pt>
                <c:pt idx="1486">
                  <c:v>8.3890612261732809</c:v>
                </c:pt>
                <c:pt idx="1487">
                  <c:v>8.4887021050674694</c:v>
                </c:pt>
                <c:pt idx="1488">
                  <c:v>8.4488517246269303</c:v>
                </c:pt>
                <c:pt idx="1489">
                  <c:v>8.5739718388871999</c:v>
                </c:pt>
                <c:pt idx="1490">
                  <c:v>8.6794750193274801</c:v>
                </c:pt>
                <c:pt idx="1491">
                  <c:v>8.6778890200320706</c:v>
                </c:pt>
                <c:pt idx="1492">
                  <c:v>8.74533954410545</c:v>
                </c:pt>
                <c:pt idx="1493">
                  <c:v>8.9943130603597901</c:v>
                </c:pt>
                <c:pt idx="1494">
                  <c:v>8.8204497734324594</c:v>
                </c:pt>
                <c:pt idx="1495">
                  <c:v>8.9215264831269501</c:v>
                </c:pt>
                <c:pt idx="1496">
                  <c:v>8.7196079391114392</c:v>
                </c:pt>
                <c:pt idx="1497">
                  <c:v>8.7196079391114392</c:v>
                </c:pt>
                <c:pt idx="1498">
                  <c:v>8.7991894400784396</c:v>
                </c:pt>
                <c:pt idx="1499">
                  <c:v>8.8248366672315193</c:v>
                </c:pt>
                <c:pt idx="1500">
                  <c:v>8.9446357132422403</c:v>
                </c:pt>
                <c:pt idx="1501">
                  <c:v>8.9446357132422403</c:v>
                </c:pt>
                <c:pt idx="1502">
                  <c:v>8.9446357132422403</c:v>
                </c:pt>
                <c:pt idx="1503">
                  <c:v>9.02968600281433</c:v>
                </c:pt>
                <c:pt idx="1504">
                  <c:v>8.9585040965339395</c:v>
                </c:pt>
                <c:pt idx="1505">
                  <c:v>8.9504900974874904</c:v>
                </c:pt>
                <c:pt idx="1506">
                  <c:v>9.07217093008029</c:v>
                </c:pt>
                <c:pt idx="1507">
                  <c:v>8.9821597955665897</c:v>
                </c:pt>
                <c:pt idx="1508">
                  <c:v>8.9821597955665897</c:v>
                </c:pt>
                <c:pt idx="1509">
                  <c:v>8.9814003873459498</c:v>
                </c:pt>
                <c:pt idx="1510">
                  <c:v>9.2095584927841205</c:v>
                </c:pt>
                <c:pt idx="1511">
                  <c:v>9.1520885967836794</c:v>
                </c:pt>
                <c:pt idx="1512">
                  <c:v>9.2546629502234996</c:v>
                </c:pt>
                <c:pt idx="1513">
                  <c:v>9.1280110275477409</c:v>
                </c:pt>
                <c:pt idx="1514">
                  <c:v>9.0352970096219298</c:v>
                </c:pt>
                <c:pt idx="1515">
                  <c:v>9.0599647666955594</c:v>
                </c:pt>
                <c:pt idx="1516">
                  <c:v>8.9945612366524905</c:v>
                </c:pt>
                <c:pt idx="1517">
                  <c:v>8.9383254926147604</c:v>
                </c:pt>
                <c:pt idx="1518">
                  <c:v>8.9615416441542806</c:v>
                </c:pt>
                <c:pt idx="1519">
                  <c:v>8.9500194097047707</c:v>
                </c:pt>
                <c:pt idx="1520">
                  <c:v>9.1300863652106408</c:v>
                </c:pt>
                <c:pt idx="1521">
                  <c:v>9.2100466901458695</c:v>
                </c:pt>
                <c:pt idx="1522">
                  <c:v>9.2027489847425006</c:v>
                </c:pt>
                <c:pt idx="1523">
                  <c:v>9.2873097192804206</c:v>
                </c:pt>
                <c:pt idx="1524">
                  <c:v>9.4659254624897304</c:v>
                </c:pt>
                <c:pt idx="1525">
                  <c:v>9.4460887253079608</c:v>
                </c:pt>
                <c:pt idx="1526">
                  <c:v>9.5031439374262998</c:v>
                </c:pt>
                <c:pt idx="1527">
                  <c:v>9.4959083253640006</c:v>
                </c:pt>
                <c:pt idx="1528">
                  <c:v>9.4296406376603894</c:v>
                </c:pt>
                <c:pt idx="1529">
                  <c:v>9.3444741734592593</c:v>
                </c:pt>
                <c:pt idx="1530">
                  <c:v>9.3910908221247098</c:v>
                </c:pt>
                <c:pt idx="1531">
                  <c:v>9.3375109814229305</c:v>
                </c:pt>
                <c:pt idx="1532">
                  <c:v>9.3498213881116996</c:v>
                </c:pt>
                <c:pt idx="1533">
                  <c:v>9.3844971461674707</c:v>
                </c:pt>
                <c:pt idx="1534">
                  <c:v>9.5913358262014103</c:v>
                </c:pt>
                <c:pt idx="1535">
                  <c:v>9.5113136878188005</c:v>
                </c:pt>
                <c:pt idx="1536">
                  <c:v>9.6018267963412693</c:v>
                </c:pt>
                <c:pt idx="1537">
                  <c:v>9.6902530132296096</c:v>
                </c:pt>
                <c:pt idx="1538">
                  <c:v>9.6916405457280508</c:v>
                </c:pt>
                <c:pt idx="1539">
                  <c:v>9.6951771559628597</c:v>
                </c:pt>
                <c:pt idx="1540">
                  <c:v>9.6695981398175306</c:v>
                </c:pt>
                <c:pt idx="1541">
                  <c:v>9.6963738960686303</c:v>
                </c:pt>
                <c:pt idx="1542">
                  <c:v>9.6950696103542509</c:v>
                </c:pt>
                <c:pt idx="1543">
                  <c:v>9.5633646050431</c:v>
                </c:pt>
                <c:pt idx="1544">
                  <c:v>9.5533254290966401</c:v>
                </c:pt>
                <c:pt idx="1545">
                  <c:v>9.5140968921291194</c:v>
                </c:pt>
                <c:pt idx="1546">
                  <c:v>9.6293819664164797</c:v>
                </c:pt>
                <c:pt idx="1547">
                  <c:v>9.4912952037967706</c:v>
                </c:pt>
                <c:pt idx="1548">
                  <c:v>9.4679918989544607</c:v>
                </c:pt>
                <c:pt idx="1549">
                  <c:v>9.5871532786769293</c:v>
                </c:pt>
                <c:pt idx="1550">
                  <c:v>9.5597648025022703</c:v>
                </c:pt>
                <c:pt idx="1551">
                  <c:v>9.4935147970046696</c:v>
                </c:pt>
                <c:pt idx="1552">
                  <c:v>9.4368425156756501</c:v>
                </c:pt>
                <c:pt idx="1553">
                  <c:v>9.4032736025222796</c:v>
                </c:pt>
                <c:pt idx="1554">
                  <c:v>9.36096093340959</c:v>
                </c:pt>
                <c:pt idx="1555">
                  <c:v>9.3143403008374701</c:v>
                </c:pt>
                <c:pt idx="1556">
                  <c:v>9.3948728061854592</c:v>
                </c:pt>
                <c:pt idx="1557">
                  <c:v>9.4185894313077796</c:v>
                </c:pt>
                <c:pt idx="1558">
                  <c:v>9.4185894313077796</c:v>
                </c:pt>
                <c:pt idx="1559">
                  <c:v>9.3859386751774601</c:v>
                </c:pt>
                <c:pt idx="1560">
                  <c:v>9.3604696045252602</c:v>
                </c:pt>
                <c:pt idx="1561">
                  <c:v>9.3864330940364802</c:v>
                </c:pt>
                <c:pt idx="1562">
                  <c:v>9.4291002285837298</c:v>
                </c:pt>
                <c:pt idx="1563">
                  <c:v>9.3766418803052307</c:v>
                </c:pt>
                <c:pt idx="1564">
                  <c:v>9.3803013017028203</c:v>
                </c:pt>
                <c:pt idx="1565">
                  <c:v>9.4138567032403699</c:v>
                </c:pt>
                <c:pt idx="1566">
                  <c:v>9.4138567032403699</c:v>
                </c:pt>
                <c:pt idx="1567">
                  <c:v>9.4138567032403699</c:v>
                </c:pt>
                <c:pt idx="1568">
                  <c:v>9.3501480936952692</c:v>
                </c:pt>
                <c:pt idx="1569">
                  <c:v>9.1966671003761693</c:v>
                </c:pt>
                <c:pt idx="1570">
                  <c:v>9.0578704436904101</c:v>
                </c:pt>
                <c:pt idx="1571">
                  <c:v>9.0934104679024301</c:v>
                </c:pt>
                <c:pt idx="1572">
                  <c:v>9.0135619843163504</c:v>
                </c:pt>
                <c:pt idx="1573">
                  <c:v>8.9575384319908604</c:v>
                </c:pt>
                <c:pt idx="1574">
                  <c:v>9.0365046581255406</c:v>
                </c:pt>
                <c:pt idx="1575">
                  <c:v>8.9790609964592107</c:v>
                </c:pt>
                <c:pt idx="1576">
                  <c:v>8.9190400519832505</c:v>
                </c:pt>
                <c:pt idx="1577">
                  <c:v>8.9062051787962595</c:v>
                </c:pt>
                <c:pt idx="1578">
                  <c:v>8.8649209769829707</c:v>
                </c:pt>
                <c:pt idx="1579">
                  <c:v>8.8035670924544007</c:v>
                </c:pt>
                <c:pt idx="1580">
                  <c:v>8.8204001328461796</c:v>
                </c:pt>
                <c:pt idx="1581">
                  <c:v>8.8354471913264891</c:v>
                </c:pt>
                <c:pt idx="1582">
                  <c:v>8.8631146808006793</c:v>
                </c:pt>
                <c:pt idx="1583">
                  <c:v>8.8273427008213901</c:v>
                </c:pt>
                <c:pt idx="1584">
                  <c:v>8.9062090417606203</c:v>
                </c:pt>
                <c:pt idx="1585">
                  <c:v>8.9258983903521205</c:v>
                </c:pt>
                <c:pt idx="1586">
                  <c:v>8.8519056970780898</c:v>
                </c:pt>
                <c:pt idx="1587">
                  <c:v>8.8592180917609404</c:v>
                </c:pt>
                <c:pt idx="1588">
                  <c:v>8.5361335363126294</c:v>
                </c:pt>
                <c:pt idx="1589">
                  <c:v>8.4991606377004896</c:v>
                </c:pt>
                <c:pt idx="1590">
                  <c:v>8.57678673862865</c:v>
                </c:pt>
                <c:pt idx="1591">
                  <c:v>8.6956844277773104</c:v>
                </c:pt>
                <c:pt idx="1592">
                  <c:v>8.8101683431781499</c:v>
                </c:pt>
                <c:pt idx="1593">
                  <c:v>8.6584023310440408</c:v>
                </c:pt>
                <c:pt idx="1594">
                  <c:v>8.6960254198942408</c:v>
                </c:pt>
                <c:pt idx="1595">
                  <c:v>8.6054720934882791</c:v>
                </c:pt>
                <c:pt idx="1596">
                  <c:v>8.6377259977312697</c:v>
                </c:pt>
                <c:pt idx="1597">
                  <c:v>8.8013603767497095</c:v>
                </c:pt>
                <c:pt idx="1598">
                  <c:v>8.8013603767497095</c:v>
                </c:pt>
                <c:pt idx="1599">
                  <c:v>8.8912506357339698</c:v>
                </c:pt>
                <c:pt idx="1600">
                  <c:v>8.8926726534468692</c:v>
                </c:pt>
                <c:pt idx="1601">
                  <c:v>8.8812692468741101</c:v>
                </c:pt>
                <c:pt idx="1602">
                  <c:v>8.7889975964517202</c:v>
                </c:pt>
                <c:pt idx="1603">
                  <c:v>8.6573467441052596</c:v>
                </c:pt>
                <c:pt idx="1604">
                  <c:v>8.6840851668075203</c:v>
                </c:pt>
                <c:pt idx="1605">
                  <c:v>8.6166840320118592</c:v>
                </c:pt>
                <c:pt idx="1606">
                  <c:v>8.5575881476273903</c:v>
                </c:pt>
                <c:pt idx="1607">
                  <c:v>8.6353506163090401</c:v>
                </c:pt>
                <c:pt idx="1608">
                  <c:v>8.6144344246334406</c:v>
                </c:pt>
                <c:pt idx="1609">
                  <c:v>8.54147671742375</c:v>
                </c:pt>
                <c:pt idx="1610">
                  <c:v>8.4936642610878206</c:v>
                </c:pt>
                <c:pt idx="1611">
                  <c:v>8.4960370030469896</c:v>
                </c:pt>
                <c:pt idx="1612">
                  <c:v>8.5172895961822608</c:v>
                </c:pt>
                <c:pt idx="1613">
                  <c:v>8.5172895961822608</c:v>
                </c:pt>
                <c:pt idx="1614">
                  <c:v>8.5010200487905703</c:v>
                </c:pt>
                <c:pt idx="1615">
                  <c:v>8.5612625944999401</c:v>
                </c:pt>
                <c:pt idx="1616">
                  <c:v>8.5414697698554196</c:v>
                </c:pt>
                <c:pt idx="1617">
                  <c:v>8.5672377189027102</c:v>
                </c:pt>
                <c:pt idx="1618">
                  <c:v>8.5672377189027102</c:v>
                </c:pt>
                <c:pt idx="1619">
                  <c:v>8.4667845041203105</c:v>
                </c:pt>
                <c:pt idx="1620">
                  <c:v>8.5244056410168394</c:v>
                </c:pt>
                <c:pt idx="1621">
                  <c:v>8.5441744385204093</c:v>
                </c:pt>
                <c:pt idx="1622">
                  <c:v>8.6164825607975892</c:v>
                </c:pt>
                <c:pt idx="1623">
                  <c:v>8.4832596789240107</c:v>
                </c:pt>
                <c:pt idx="1624">
                  <c:v>8.5095905322244807</c:v>
                </c:pt>
                <c:pt idx="1625">
                  <c:v>8.5175583815097795</c:v>
                </c:pt>
                <c:pt idx="1626">
                  <c:v>8.4885375980102804</c:v>
                </c:pt>
                <c:pt idx="1627">
                  <c:v>8.44803469063066</c:v>
                </c:pt>
                <c:pt idx="1628">
                  <c:v>8.4246983168720408</c:v>
                </c:pt>
                <c:pt idx="1629">
                  <c:v>8.3948195826189398</c:v>
                </c:pt>
                <c:pt idx="1630">
                  <c:v>8.3764295529547006</c:v>
                </c:pt>
                <c:pt idx="1631">
                  <c:v>8.2490083247009007</c:v>
                </c:pt>
                <c:pt idx="1632">
                  <c:v>8.2629242326500894</c:v>
                </c:pt>
                <c:pt idx="1633">
                  <c:v>8.2629242326500894</c:v>
                </c:pt>
                <c:pt idx="1634">
                  <c:v>8.2560834418512599</c:v>
                </c:pt>
                <c:pt idx="1635">
                  <c:v>8.3048034924902794</c:v>
                </c:pt>
                <c:pt idx="1636">
                  <c:v>8.2177201617577609</c:v>
                </c:pt>
                <c:pt idx="1637">
                  <c:v>8.2124714262544902</c:v>
                </c:pt>
                <c:pt idx="1638">
                  <c:v>8.16212217003695</c:v>
                </c:pt>
                <c:pt idx="1639">
                  <c:v>8.1127962655330599</c:v>
                </c:pt>
                <c:pt idx="1640">
                  <c:v>8.0812515448570093</c:v>
                </c:pt>
                <c:pt idx="1641">
                  <c:v>8.0408677661244798</c:v>
                </c:pt>
                <c:pt idx="1642">
                  <c:v>8.0173785095114294</c:v>
                </c:pt>
                <c:pt idx="1643">
                  <c:v>7.9198007544471798</c:v>
                </c:pt>
                <c:pt idx="1644">
                  <c:v>7.9198007544471798</c:v>
                </c:pt>
                <c:pt idx="1645">
                  <c:v>7.9139442201227199</c:v>
                </c:pt>
                <c:pt idx="1646">
                  <c:v>8.0331940578334198</c:v>
                </c:pt>
                <c:pt idx="1647">
                  <c:v>8.1092569608605292</c:v>
                </c:pt>
                <c:pt idx="1648">
                  <c:v>8.1372280830911805</c:v>
                </c:pt>
                <c:pt idx="1649">
                  <c:v>8.1364901750551102</c:v>
                </c:pt>
                <c:pt idx="1650">
                  <c:v>8.1012558646073103</c:v>
                </c:pt>
                <c:pt idx="1651">
                  <c:v>8.0157851285307107</c:v>
                </c:pt>
                <c:pt idx="1652">
                  <c:v>7.9454754132929404</c:v>
                </c:pt>
                <c:pt idx="1653">
                  <c:v>7.9288858866252001</c:v>
                </c:pt>
                <c:pt idx="1654">
                  <c:v>7.9288442529614898</c:v>
                </c:pt>
                <c:pt idx="1655">
                  <c:v>7.8692605756688003</c:v>
                </c:pt>
                <c:pt idx="1656">
                  <c:v>7.8421289190676102</c:v>
                </c:pt>
                <c:pt idx="1657">
                  <c:v>7.7049460636154299</c:v>
                </c:pt>
                <c:pt idx="1658">
                  <c:v>7.6735075982946901</c:v>
                </c:pt>
                <c:pt idx="1659">
                  <c:v>7.6712944366656401</c:v>
                </c:pt>
                <c:pt idx="1660">
                  <c:v>7.6759477129927598</c:v>
                </c:pt>
                <c:pt idx="1661">
                  <c:v>7.7483249151461804</c:v>
                </c:pt>
                <c:pt idx="1662">
                  <c:v>7.7793637805579499</c:v>
                </c:pt>
                <c:pt idx="1663">
                  <c:v>7.7793637805579499</c:v>
                </c:pt>
                <c:pt idx="1664">
                  <c:v>7.7014449909613303</c:v>
                </c:pt>
                <c:pt idx="1665">
                  <c:v>7.6172694651416197</c:v>
                </c:pt>
                <c:pt idx="1666">
                  <c:v>7.5791571748910904</c:v>
                </c:pt>
                <c:pt idx="1667">
                  <c:v>7.5677740522705497</c:v>
                </c:pt>
                <c:pt idx="1668">
                  <c:v>7.6078745604801501</c:v>
                </c:pt>
                <c:pt idx="1669">
                  <c:v>7.6200377283290202</c:v>
                </c:pt>
                <c:pt idx="1670">
                  <c:v>7.5971470701473498</c:v>
                </c:pt>
                <c:pt idx="1671">
                  <c:v>7.5785850064546603</c:v>
                </c:pt>
                <c:pt idx="1672">
                  <c:v>7.5984575115297801</c:v>
                </c:pt>
                <c:pt idx="1673">
                  <c:v>7.5382121379037601</c:v>
                </c:pt>
                <c:pt idx="1674">
                  <c:v>7.5977579257058503</c:v>
                </c:pt>
                <c:pt idx="1675">
                  <c:v>7.5760680519056596</c:v>
                </c:pt>
                <c:pt idx="1676">
                  <c:v>7.5668892245189001</c:v>
                </c:pt>
                <c:pt idx="1677">
                  <c:v>7.5752879552639598</c:v>
                </c:pt>
                <c:pt idx="1678">
                  <c:v>7.5762955360261701</c:v>
                </c:pt>
                <c:pt idx="1679">
                  <c:v>7.6982852110443396</c:v>
                </c:pt>
                <c:pt idx="1680">
                  <c:v>7.7188615296699599</c:v>
                </c:pt>
                <c:pt idx="1681">
                  <c:v>7.8588995554210497</c:v>
                </c:pt>
                <c:pt idx="1682">
                  <c:v>7.9132145525195901</c:v>
                </c:pt>
                <c:pt idx="1683">
                  <c:v>7.9282380734505704</c:v>
                </c:pt>
                <c:pt idx="1684">
                  <c:v>7.8635472841759704</c:v>
                </c:pt>
                <c:pt idx="1685">
                  <c:v>7.82140607038792</c:v>
                </c:pt>
                <c:pt idx="1686">
                  <c:v>7.7378443427029699</c:v>
                </c:pt>
                <c:pt idx="1687">
                  <c:v>7.6885049892125004</c:v>
                </c:pt>
                <c:pt idx="1688">
                  <c:v>7.6706130523164999</c:v>
                </c:pt>
                <c:pt idx="1689">
                  <c:v>7.7044080069637104</c:v>
                </c:pt>
                <c:pt idx="1690">
                  <c:v>7.7860348756270596</c:v>
                </c:pt>
                <c:pt idx="1691">
                  <c:v>7.7824047479810003</c:v>
                </c:pt>
                <c:pt idx="1692">
                  <c:v>7.8129768919847598</c:v>
                </c:pt>
                <c:pt idx="1693">
                  <c:v>7.7712982259597903</c:v>
                </c:pt>
                <c:pt idx="1694">
                  <c:v>7.7217372788705596</c:v>
                </c:pt>
                <c:pt idx="1695">
                  <c:v>7.7225098138682498</c:v>
                </c:pt>
                <c:pt idx="1696">
                  <c:v>7.8969500808441504</c:v>
                </c:pt>
                <c:pt idx="1697">
                  <c:v>7.8363002268813604</c:v>
                </c:pt>
                <c:pt idx="1698">
                  <c:v>7.8111588883769496</c:v>
                </c:pt>
                <c:pt idx="1699">
                  <c:v>7.8681947446406397</c:v>
                </c:pt>
                <c:pt idx="1700">
                  <c:v>7.79570441182336</c:v>
                </c:pt>
                <c:pt idx="1701">
                  <c:v>7.7407543869577404</c:v>
                </c:pt>
                <c:pt idx="1702">
                  <c:v>7.6329973356506997</c:v>
                </c:pt>
                <c:pt idx="1703">
                  <c:v>7.5863689704389801</c:v>
                </c:pt>
                <c:pt idx="1704">
                  <c:v>7.5707174474643901</c:v>
                </c:pt>
                <c:pt idx="1705">
                  <c:v>7.6241435300573404</c:v>
                </c:pt>
                <c:pt idx="1706">
                  <c:v>7.5598047441379101</c:v>
                </c:pt>
                <c:pt idx="1707">
                  <c:v>7.5876607375180702</c:v>
                </c:pt>
                <c:pt idx="1708">
                  <c:v>7.5876607375180702</c:v>
                </c:pt>
                <c:pt idx="1709">
                  <c:v>7.6148596772928201</c:v>
                </c:pt>
                <c:pt idx="1710">
                  <c:v>7.6001845260829501</c:v>
                </c:pt>
                <c:pt idx="1711">
                  <c:v>7.6075645315385803</c:v>
                </c:pt>
                <c:pt idx="1712">
                  <c:v>7.5164829189494702</c:v>
                </c:pt>
                <c:pt idx="1713">
                  <c:v>7.5042532160568101</c:v>
                </c:pt>
                <c:pt idx="1714">
                  <c:v>7.6090513503159203</c:v>
                </c:pt>
                <c:pt idx="1715">
                  <c:v>7.5357645752197104</c:v>
                </c:pt>
                <c:pt idx="1716">
                  <c:v>7.5113273658893203</c:v>
                </c:pt>
                <c:pt idx="1717">
                  <c:v>7.5042748109105402</c:v>
                </c:pt>
                <c:pt idx="1718">
                  <c:v>7.5042748109105402</c:v>
                </c:pt>
                <c:pt idx="1719">
                  <c:v>7.5539991450580004</c:v>
                </c:pt>
                <c:pt idx="1720">
                  <c:v>7.6678698776901504</c:v>
                </c:pt>
                <c:pt idx="1721">
                  <c:v>7.6382554988625397</c:v>
                </c:pt>
                <c:pt idx="1722">
                  <c:v>7.5811357529538501</c:v>
                </c:pt>
                <c:pt idx="1723">
                  <c:v>7.5320477235326297</c:v>
                </c:pt>
                <c:pt idx="1724">
                  <c:v>7.5170832580465401</c:v>
                </c:pt>
                <c:pt idx="1725">
                  <c:v>7.5471806279985802</c:v>
                </c:pt>
                <c:pt idx="1726">
                  <c:v>7.6458174918894297</c:v>
                </c:pt>
                <c:pt idx="1727">
                  <c:v>7.9208134664003902</c:v>
                </c:pt>
                <c:pt idx="1728">
                  <c:v>7.9208134664003902</c:v>
                </c:pt>
                <c:pt idx="1729">
                  <c:v>7.9556377742611</c:v>
                </c:pt>
                <c:pt idx="1730">
                  <c:v>7.8942504030208296</c:v>
                </c:pt>
                <c:pt idx="1731">
                  <c:v>7.87011489008112</c:v>
                </c:pt>
                <c:pt idx="1732">
                  <c:v>7.9807058065865197</c:v>
                </c:pt>
                <c:pt idx="1733">
                  <c:v>7.9765833322217103</c:v>
                </c:pt>
                <c:pt idx="1734">
                  <c:v>8.0791321455497798</c:v>
                </c:pt>
                <c:pt idx="1735">
                  <c:v>7.9707668671099698</c:v>
                </c:pt>
                <c:pt idx="1736">
                  <c:v>8.0588628683243009</c:v>
                </c:pt>
                <c:pt idx="1737">
                  <c:v>8.0862802118598491</c:v>
                </c:pt>
                <c:pt idx="1738">
                  <c:v>8.1281416574574905</c:v>
                </c:pt>
                <c:pt idx="1739">
                  <c:v>8.2172115307342892</c:v>
                </c:pt>
                <c:pt idx="1740">
                  <c:v>8.1688752988721909</c:v>
                </c:pt>
                <c:pt idx="1741">
                  <c:v>8.0978052782511298</c:v>
                </c:pt>
                <c:pt idx="1742">
                  <c:v>8.0178592024326001</c:v>
                </c:pt>
                <c:pt idx="1743">
                  <c:v>7.98777929344614</c:v>
                </c:pt>
                <c:pt idx="1744">
                  <c:v>7.98601183512136</c:v>
                </c:pt>
                <c:pt idx="1745">
                  <c:v>7.98601183512136</c:v>
                </c:pt>
                <c:pt idx="1746">
                  <c:v>8.1137725844331605</c:v>
                </c:pt>
                <c:pt idx="1747">
                  <c:v>8.1300056651351102</c:v>
                </c:pt>
                <c:pt idx="1748">
                  <c:v>8.2501108409400601</c:v>
                </c:pt>
                <c:pt idx="1749">
                  <c:v>8.2422300530678392</c:v>
                </c:pt>
                <c:pt idx="1750">
                  <c:v>8.1661995103640308</c:v>
                </c:pt>
                <c:pt idx="1751">
                  <c:v>8.2687236434068208</c:v>
                </c:pt>
                <c:pt idx="1752">
                  <c:v>8.2236000724813501</c:v>
                </c:pt>
                <c:pt idx="1753">
                  <c:v>8.2188265822727296</c:v>
                </c:pt>
                <c:pt idx="1754">
                  <c:v>8.2571643680012006</c:v>
                </c:pt>
                <c:pt idx="1755">
                  <c:v>8.2434194381383605</c:v>
                </c:pt>
                <c:pt idx="1756">
                  <c:v>8.2720451687122996</c:v>
                </c:pt>
                <c:pt idx="1757">
                  <c:v>8.0835964140236403</c:v>
                </c:pt>
                <c:pt idx="1758">
                  <c:v>8.2707054438783594</c:v>
                </c:pt>
                <c:pt idx="1759">
                  <c:v>8.2319135245673998</c:v>
                </c:pt>
                <c:pt idx="1760">
                  <c:v>8.2554339240248495</c:v>
                </c:pt>
                <c:pt idx="1761">
                  <c:v>8.2607568531040005</c:v>
                </c:pt>
                <c:pt idx="1762">
                  <c:v>8.2607568531040005</c:v>
                </c:pt>
                <c:pt idx="1763">
                  <c:v>8.2924324007626602</c:v>
                </c:pt>
                <c:pt idx="1764">
                  <c:v>8.3799063007055299</c:v>
                </c:pt>
                <c:pt idx="1765">
                  <c:v>8.41652089600721</c:v>
                </c:pt>
                <c:pt idx="1766">
                  <c:v>8.4664578364327099</c:v>
                </c:pt>
                <c:pt idx="1767">
                  <c:v>8.3757647973434608</c:v>
                </c:pt>
                <c:pt idx="1768">
                  <c:v>8.3757647973434608</c:v>
                </c:pt>
                <c:pt idx="1769">
                  <c:v>8.3430571510032703</c:v>
                </c:pt>
                <c:pt idx="1770">
                  <c:v>8.2717198516394905</c:v>
                </c:pt>
                <c:pt idx="1771">
                  <c:v>8.2207271873268599</c:v>
                </c:pt>
                <c:pt idx="1772">
                  <c:v>8.2648231280512299</c:v>
                </c:pt>
                <c:pt idx="1773">
                  <c:v>8.3849905341800692</c:v>
                </c:pt>
                <c:pt idx="1774">
                  <c:v>8.4418986601648101</c:v>
                </c:pt>
                <c:pt idx="1775">
                  <c:v>8.4018587927267596</c:v>
                </c:pt>
                <c:pt idx="1776">
                  <c:v>8.4508790390180195</c:v>
                </c:pt>
                <c:pt idx="1777">
                  <c:v>8.4454728612485095</c:v>
                </c:pt>
                <c:pt idx="1778">
                  <c:v>8.4753369814725303</c:v>
                </c:pt>
                <c:pt idx="1779">
                  <c:v>8.4598767865387092</c:v>
                </c:pt>
                <c:pt idx="1780">
                  <c:v>8.4065882077562009</c:v>
                </c:pt>
                <c:pt idx="1781">
                  <c:v>8.43008643320014</c:v>
                </c:pt>
                <c:pt idx="1782">
                  <c:v>8.4614548957725599</c:v>
                </c:pt>
                <c:pt idx="1783">
                  <c:v>8.5143946049124501</c:v>
                </c:pt>
                <c:pt idx="1784">
                  <c:v>8.5443037607043806</c:v>
                </c:pt>
                <c:pt idx="1785">
                  <c:v>8.5408599397699998</c:v>
                </c:pt>
                <c:pt idx="1786">
                  <c:v>8.5428646528889995</c:v>
                </c:pt>
                <c:pt idx="1787">
                  <c:v>8.5675499271921698</c:v>
                </c:pt>
                <c:pt idx="1788">
                  <c:v>8.6314864059937104</c:v>
                </c:pt>
                <c:pt idx="1789">
                  <c:v>8.7653896612928204</c:v>
                </c:pt>
                <c:pt idx="1790">
                  <c:v>8.7696852369344303</c:v>
                </c:pt>
                <c:pt idx="1791">
                  <c:v>8.7256149806469399</c:v>
                </c:pt>
                <c:pt idx="1792">
                  <c:v>8.69194711857714</c:v>
                </c:pt>
                <c:pt idx="1793">
                  <c:v>8.8009288844064208</c:v>
                </c:pt>
                <c:pt idx="1794">
                  <c:v>8.8671520029073694</c:v>
                </c:pt>
                <c:pt idx="1795">
                  <c:v>8.8398383688670297</c:v>
                </c:pt>
                <c:pt idx="1796">
                  <c:v>8.8446535588131194</c:v>
                </c:pt>
                <c:pt idx="1797">
                  <c:v>8.8716105459783492</c:v>
                </c:pt>
                <c:pt idx="1798">
                  <c:v>8.9528594613259802</c:v>
                </c:pt>
                <c:pt idx="1799">
                  <c:v>8.8175414193889594</c:v>
                </c:pt>
                <c:pt idx="1800">
                  <c:v>8.9142438251968397</c:v>
                </c:pt>
                <c:pt idx="1801">
                  <c:v>8.9770431264410995</c:v>
                </c:pt>
                <c:pt idx="1802">
                  <c:v>8.9382778283206097</c:v>
                </c:pt>
                <c:pt idx="1803">
                  <c:v>8.9189721680725906</c:v>
                </c:pt>
                <c:pt idx="1804">
                  <c:v>9.0339131012517608</c:v>
                </c:pt>
                <c:pt idx="1805">
                  <c:v>9.0046306149022097</c:v>
                </c:pt>
                <c:pt idx="1806">
                  <c:v>8.9884914620501597</c:v>
                </c:pt>
                <c:pt idx="1807">
                  <c:v>8.9411396694823502</c:v>
                </c:pt>
                <c:pt idx="1808">
                  <c:v>8.7948585810746298</c:v>
                </c:pt>
                <c:pt idx="1809">
                  <c:v>8.7690165940044107</c:v>
                </c:pt>
                <c:pt idx="1810">
                  <c:v>8.7675758744407801</c:v>
                </c:pt>
                <c:pt idx="1811">
                  <c:v>8.6119517600505908</c:v>
                </c:pt>
                <c:pt idx="1812">
                  <c:v>8.7727903482225695</c:v>
                </c:pt>
                <c:pt idx="1813">
                  <c:v>8.7850242152796501</c:v>
                </c:pt>
                <c:pt idx="1814">
                  <c:v>8.8031765332898804</c:v>
                </c:pt>
                <c:pt idx="1815">
                  <c:v>8.8106382799786296</c:v>
                </c:pt>
                <c:pt idx="1816">
                  <c:v>8.6765206309070493</c:v>
                </c:pt>
                <c:pt idx="1817">
                  <c:v>8.7345965994261494</c:v>
                </c:pt>
                <c:pt idx="1818">
                  <c:v>8.7345965994261494</c:v>
                </c:pt>
                <c:pt idx="1819">
                  <c:v>8.7353818426600593</c:v>
                </c:pt>
                <c:pt idx="1820">
                  <c:v>8.7849402648493093</c:v>
                </c:pt>
                <c:pt idx="1821">
                  <c:v>8.83248438086882</c:v>
                </c:pt>
                <c:pt idx="1822">
                  <c:v>8.8918007360899498</c:v>
                </c:pt>
                <c:pt idx="1823">
                  <c:v>8.85501729313917</c:v>
                </c:pt>
                <c:pt idx="1824">
                  <c:v>8.85507460295144</c:v>
                </c:pt>
                <c:pt idx="1825">
                  <c:v>8.8191974840656702</c:v>
                </c:pt>
                <c:pt idx="1826">
                  <c:v>8.7627770723092002</c:v>
                </c:pt>
                <c:pt idx="1827">
                  <c:v>8.7366006925480004</c:v>
                </c:pt>
                <c:pt idx="1828">
                  <c:v>8.6177388046456898</c:v>
                </c:pt>
                <c:pt idx="1829">
                  <c:v>8.6038965026678191</c:v>
                </c:pt>
                <c:pt idx="1830">
                  <c:v>8.5412578567698692</c:v>
                </c:pt>
                <c:pt idx="1831">
                  <c:v>8.5732104566107505</c:v>
                </c:pt>
                <c:pt idx="1832">
                  <c:v>8.5583823287226899</c:v>
                </c:pt>
                <c:pt idx="1833">
                  <c:v>8.5139571474600704</c:v>
                </c:pt>
                <c:pt idx="1834">
                  <c:v>8.4676012322103293</c:v>
                </c:pt>
                <c:pt idx="1835">
                  <c:v>8.4554972465825795</c:v>
                </c:pt>
                <c:pt idx="1836">
                  <c:v>8.4476256845630804</c:v>
                </c:pt>
                <c:pt idx="1837">
                  <c:v>8.4652226839774993</c:v>
                </c:pt>
                <c:pt idx="1838">
                  <c:v>8.5004426560447701</c:v>
                </c:pt>
                <c:pt idx="1839">
                  <c:v>8.4773989022993295</c:v>
                </c:pt>
                <c:pt idx="1840">
                  <c:v>8.44357351845367</c:v>
                </c:pt>
                <c:pt idx="1841">
                  <c:v>8.44357351845367</c:v>
                </c:pt>
                <c:pt idx="1842">
                  <c:v>8.44357351845367</c:v>
                </c:pt>
                <c:pt idx="1843">
                  <c:v>8.5566560925608304</c:v>
                </c:pt>
                <c:pt idx="1844">
                  <c:v>8.6093025983021807</c:v>
                </c:pt>
                <c:pt idx="1845">
                  <c:v>8.5824296442078207</c:v>
                </c:pt>
                <c:pt idx="1846">
                  <c:v>8.6006826681911903</c:v>
                </c:pt>
                <c:pt idx="1847">
                  <c:v>8.6419903550049408</c:v>
                </c:pt>
                <c:pt idx="1848">
                  <c:v>8.58051106952332</c:v>
                </c:pt>
                <c:pt idx="1849">
                  <c:v>8.5072575276433007</c:v>
                </c:pt>
                <c:pt idx="1850">
                  <c:v>8.4847722430791297</c:v>
                </c:pt>
                <c:pt idx="1851">
                  <c:v>8.4780862588705297</c:v>
                </c:pt>
                <c:pt idx="1852">
                  <c:v>8.4130487778495606</c:v>
                </c:pt>
                <c:pt idx="1853">
                  <c:v>8.41605555046924</c:v>
                </c:pt>
                <c:pt idx="1854">
                  <c:v>8.3563217757311694</c:v>
                </c:pt>
                <c:pt idx="1855">
                  <c:v>8.4027026680177901</c:v>
                </c:pt>
                <c:pt idx="1856">
                  <c:v>8.4654806624073302</c:v>
                </c:pt>
                <c:pt idx="1857">
                  <c:v>8.3721283942326199</c:v>
                </c:pt>
                <c:pt idx="1858">
                  <c:v>8.44390554691463</c:v>
                </c:pt>
                <c:pt idx="1859">
                  <c:v>8.4032887165750392</c:v>
                </c:pt>
                <c:pt idx="1860">
                  <c:v>8.3640264538433797</c:v>
                </c:pt>
                <c:pt idx="1861">
                  <c:v>8.3740539315415194</c:v>
                </c:pt>
                <c:pt idx="1862">
                  <c:v>8.3835797493800897</c:v>
                </c:pt>
                <c:pt idx="1863">
                  <c:v>8.4566463454035095</c:v>
                </c:pt>
                <c:pt idx="1864">
                  <c:v>8.4067145565507193</c:v>
                </c:pt>
                <c:pt idx="1865">
                  <c:v>8.4155917167850394</c:v>
                </c:pt>
                <c:pt idx="1866">
                  <c:v>8.4018156526227799</c:v>
                </c:pt>
                <c:pt idx="1867">
                  <c:v>8.3889979365614593</c:v>
                </c:pt>
                <c:pt idx="1868">
                  <c:v>8.3690991433750597</c:v>
                </c:pt>
                <c:pt idx="1869">
                  <c:v>8.3395424786721097</c:v>
                </c:pt>
                <c:pt idx="1870">
                  <c:v>8.2464893689333394</c:v>
                </c:pt>
                <c:pt idx="1871">
                  <c:v>8.2168784446177998</c:v>
                </c:pt>
                <c:pt idx="1872">
                  <c:v>8.2306019091668396</c:v>
                </c:pt>
                <c:pt idx="1873">
                  <c:v>8.2306019091668396</c:v>
                </c:pt>
                <c:pt idx="1874">
                  <c:v>8.1495121766847802</c:v>
                </c:pt>
                <c:pt idx="1875">
                  <c:v>8.0365828687587406</c:v>
                </c:pt>
                <c:pt idx="1876">
                  <c:v>8.0433432042032393</c:v>
                </c:pt>
                <c:pt idx="1877">
                  <c:v>8.0804372430953695</c:v>
                </c:pt>
                <c:pt idx="1878">
                  <c:v>8.1037940787797904</c:v>
                </c:pt>
                <c:pt idx="1879">
                  <c:v>8.0704395199605905</c:v>
                </c:pt>
                <c:pt idx="1880">
                  <c:v>8.0091859686645694</c:v>
                </c:pt>
                <c:pt idx="1881">
                  <c:v>7.9688127767989698</c:v>
                </c:pt>
                <c:pt idx="1882">
                  <c:v>7.96737748922438</c:v>
                </c:pt>
                <c:pt idx="1883">
                  <c:v>7.9444193036955104</c:v>
                </c:pt>
                <c:pt idx="1884">
                  <c:v>7.9233800294526802</c:v>
                </c:pt>
                <c:pt idx="1885">
                  <c:v>7.94209992380675</c:v>
                </c:pt>
                <c:pt idx="1886">
                  <c:v>7.9257122283853301</c:v>
                </c:pt>
                <c:pt idx="1887">
                  <c:v>7.8658786782296897</c:v>
                </c:pt>
                <c:pt idx="1888">
                  <c:v>7.8658786782296897</c:v>
                </c:pt>
                <c:pt idx="1889">
                  <c:v>7.8792566372440902</c:v>
                </c:pt>
                <c:pt idx="1890">
                  <c:v>7.8987249457245801</c:v>
                </c:pt>
                <c:pt idx="1891">
                  <c:v>7.8712219324039001</c:v>
                </c:pt>
                <c:pt idx="1892">
                  <c:v>7.94533167749971</c:v>
                </c:pt>
                <c:pt idx="1893">
                  <c:v>7.94533167749971</c:v>
                </c:pt>
                <c:pt idx="1894">
                  <c:v>7.9930710772315097</c:v>
                </c:pt>
                <c:pt idx="1895">
                  <c:v>7.9661048655185303</c:v>
                </c:pt>
                <c:pt idx="1896">
                  <c:v>7.8749684000903297</c:v>
                </c:pt>
                <c:pt idx="1897">
                  <c:v>7.83611403030452</c:v>
                </c:pt>
                <c:pt idx="1898">
                  <c:v>7.9150900967153097</c:v>
                </c:pt>
                <c:pt idx="1899">
                  <c:v>7.9051860316856004</c:v>
                </c:pt>
                <c:pt idx="1900">
                  <c:v>7.9031262879138202</c:v>
                </c:pt>
                <c:pt idx="1901">
                  <c:v>7.9021986760659404</c:v>
                </c:pt>
                <c:pt idx="1902">
                  <c:v>7.9147745064732797</c:v>
                </c:pt>
                <c:pt idx="1903">
                  <c:v>7.9784707163071902</c:v>
                </c:pt>
                <c:pt idx="1904">
                  <c:v>7.9965220100401302</c:v>
                </c:pt>
                <c:pt idx="1905">
                  <c:v>7.9965220100401302</c:v>
                </c:pt>
                <c:pt idx="1906">
                  <c:v>7.9673722002588603</c:v>
                </c:pt>
                <c:pt idx="1907">
                  <c:v>7.9381652502064899</c:v>
                </c:pt>
                <c:pt idx="1908">
                  <c:v>7.9400522079884004</c:v>
                </c:pt>
                <c:pt idx="1909">
                  <c:v>7.8782605949320903</c:v>
                </c:pt>
                <c:pt idx="1910">
                  <c:v>7.8008967988387701</c:v>
                </c:pt>
                <c:pt idx="1911">
                  <c:v>7.8178299930908297</c:v>
                </c:pt>
                <c:pt idx="1912">
                  <c:v>7.80531090172778</c:v>
                </c:pt>
                <c:pt idx="1913">
                  <c:v>7.7383830818414499</c:v>
                </c:pt>
                <c:pt idx="1914">
                  <c:v>7.6980850319153404</c:v>
                </c:pt>
                <c:pt idx="1915">
                  <c:v>7.6725229347130597</c:v>
                </c:pt>
                <c:pt idx="1916">
                  <c:v>7.66913662237938</c:v>
                </c:pt>
                <c:pt idx="1917">
                  <c:v>7.7412327392623297</c:v>
                </c:pt>
                <c:pt idx="1918">
                  <c:v>7.7589721808188399</c:v>
                </c:pt>
                <c:pt idx="1919">
                  <c:v>7.72827552708483</c:v>
                </c:pt>
                <c:pt idx="1920">
                  <c:v>7.5660831828951602</c:v>
                </c:pt>
                <c:pt idx="1921">
                  <c:v>7.5782608859234397</c:v>
                </c:pt>
                <c:pt idx="1922">
                  <c:v>7.52654372265454</c:v>
                </c:pt>
                <c:pt idx="1923">
                  <c:v>7.52654372265454</c:v>
                </c:pt>
                <c:pt idx="1924">
                  <c:v>7.5167916610678702</c:v>
                </c:pt>
                <c:pt idx="1925">
                  <c:v>7.5502588558426202</c:v>
                </c:pt>
                <c:pt idx="1926">
                  <c:v>7.5256632872547904</c:v>
                </c:pt>
                <c:pt idx="1927">
                  <c:v>7.4824454611729196</c:v>
                </c:pt>
                <c:pt idx="1928">
                  <c:v>7.4131449026566703</c:v>
                </c:pt>
                <c:pt idx="1929">
                  <c:v>7.3958787677939402</c:v>
                </c:pt>
                <c:pt idx="1930">
                  <c:v>7.4432040218851503</c:v>
                </c:pt>
                <c:pt idx="1931">
                  <c:v>7.4464366262683397</c:v>
                </c:pt>
                <c:pt idx="1932">
                  <c:v>7.4952110456283503</c:v>
                </c:pt>
                <c:pt idx="1933">
                  <c:v>7.5021918867837902</c:v>
                </c:pt>
                <c:pt idx="1934">
                  <c:v>7.4491219541659399</c:v>
                </c:pt>
                <c:pt idx="1935">
                  <c:v>7.4739044245782704</c:v>
                </c:pt>
                <c:pt idx="1936">
                  <c:v>7.4489347941697499</c:v>
                </c:pt>
                <c:pt idx="1937">
                  <c:v>7.3955527855798504</c:v>
                </c:pt>
                <c:pt idx="1938">
                  <c:v>7.3702393750106703</c:v>
                </c:pt>
                <c:pt idx="1939">
                  <c:v>7.3014081393932502</c:v>
                </c:pt>
                <c:pt idx="1940">
                  <c:v>7.3089616824361201</c:v>
                </c:pt>
                <c:pt idx="1941">
                  <c:v>7.2884511251452002</c:v>
                </c:pt>
                <c:pt idx="1942">
                  <c:v>7.2686133348609996</c:v>
                </c:pt>
                <c:pt idx="1943">
                  <c:v>7.40821291960434</c:v>
                </c:pt>
                <c:pt idx="1944">
                  <c:v>7.4421385402430502</c:v>
                </c:pt>
                <c:pt idx="1945">
                  <c:v>7.4386533080622197</c:v>
                </c:pt>
                <c:pt idx="1946">
                  <c:v>7.3960178906777996</c:v>
                </c:pt>
                <c:pt idx="1947">
                  <c:v>7.4499814617979796</c:v>
                </c:pt>
                <c:pt idx="1948">
                  <c:v>7.45553655046744</c:v>
                </c:pt>
                <c:pt idx="1949">
                  <c:v>7.4406949151937196</c:v>
                </c:pt>
                <c:pt idx="1950">
                  <c:v>7.5542534303564199</c:v>
                </c:pt>
                <c:pt idx="1951">
                  <c:v>7.7366304322773001</c:v>
                </c:pt>
                <c:pt idx="1952">
                  <c:v>7.8098714753612297</c:v>
                </c:pt>
                <c:pt idx="1953">
                  <c:v>7.6921505505725598</c:v>
                </c:pt>
                <c:pt idx="1954">
                  <c:v>7.6476266522353296</c:v>
                </c:pt>
                <c:pt idx="1955">
                  <c:v>7.6469538150614298</c:v>
                </c:pt>
                <c:pt idx="1956">
                  <c:v>7.6828744929450599</c:v>
                </c:pt>
                <c:pt idx="1957">
                  <c:v>7.5994655175587598</c:v>
                </c:pt>
                <c:pt idx="1958">
                  <c:v>7.9235796618930801</c:v>
                </c:pt>
                <c:pt idx="1959">
                  <c:v>7.8298167874565197</c:v>
                </c:pt>
                <c:pt idx="1960">
                  <c:v>7.8058811053868702</c:v>
                </c:pt>
                <c:pt idx="1961">
                  <c:v>7.8390104906232603</c:v>
                </c:pt>
                <c:pt idx="1962">
                  <c:v>7.7537019796731101</c:v>
                </c:pt>
                <c:pt idx="1963">
                  <c:v>7.6311312613016602</c:v>
                </c:pt>
                <c:pt idx="1964">
                  <c:v>7.6151272685214204</c:v>
                </c:pt>
                <c:pt idx="1965">
                  <c:v>7.6095566402424</c:v>
                </c:pt>
                <c:pt idx="1966">
                  <c:v>7.6389318715238801</c:v>
                </c:pt>
                <c:pt idx="1967">
                  <c:v>7.58016277583235</c:v>
                </c:pt>
                <c:pt idx="1968">
                  <c:v>7.58016277583235</c:v>
                </c:pt>
                <c:pt idx="1969">
                  <c:v>7.6427921895227398</c:v>
                </c:pt>
                <c:pt idx="1970">
                  <c:v>7.6464162368182</c:v>
                </c:pt>
                <c:pt idx="1971">
                  <c:v>7.7222211606037403</c:v>
                </c:pt>
                <c:pt idx="1972">
                  <c:v>7.6915028305038797</c:v>
                </c:pt>
                <c:pt idx="1973">
                  <c:v>7.6719722868399698</c:v>
                </c:pt>
                <c:pt idx="1974">
                  <c:v>7.6458768013860299</c:v>
                </c:pt>
                <c:pt idx="1975">
                  <c:v>7.6341129957955802</c:v>
                </c:pt>
                <c:pt idx="1976">
                  <c:v>7.5583473797152898</c:v>
                </c:pt>
                <c:pt idx="1977">
                  <c:v>7.5910687501786702</c:v>
                </c:pt>
                <c:pt idx="1978">
                  <c:v>7.6096044254793602</c:v>
                </c:pt>
                <c:pt idx="1979">
                  <c:v>7.6516679104412102</c:v>
                </c:pt>
                <c:pt idx="1980">
                  <c:v>7.6179421891582804</c:v>
                </c:pt>
                <c:pt idx="1981">
                  <c:v>7.5652930793775601</c:v>
                </c:pt>
                <c:pt idx="1982">
                  <c:v>7.6174113848439404</c:v>
                </c:pt>
                <c:pt idx="1983">
                  <c:v>7.6174113848439404</c:v>
                </c:pt>
                <c:pt idx="1984">
                  <c:v>7.6204664952263403</c:v>
                </c:pt>
                <c:pt idx="1985">
                  <c:v>7.6031607611399696</c:v>
                </c:pt>
                <c:pt idx="1986">
                  <c:v>7.5924080610473599</c:v>
                </c:pt>
                <c:pt idx="1987">
                  <c:v>7.6321637224201204</c:v>
                </c:pt>
                <c:pt idx="1988">
                  <c:v>7.6321637224201204</c:v>
                </c:pt>
                <c:pt idx="1989">
                  <c:v>7.6954785836522204</c:v>
                </c:pt>
                <c:pt idx="1990">
                  <c:v>7.6645466573707601</c:v>
                </c:pt>
                <c:pt idx="1991">
                  <c:v>7.6579658039377501</c:v>
                </c:pt>
                <c:pt idx="1992">
                  <c:v>7.67263960208252</c:v>
                </c:pt>
                <c:pt idx="1993">
                  <c:v>7.6981447061514103</c:v>
                </c:pt>
                <c:pt idx="1994">
                  <c:v>7.6776172053482004</c:v>
                </c:pt>
                <c:pt idx="1995">
                  <c:v>7.7916731945699897</c:v>
                </c:pt>
                <c:pt idx="1996">
                  <c:v>7.80183456638159</c:v>
                </c:pt>
                <c:pt idx="1997">
                  <c:v>7.77689765907125</c:v>
                </c:pt>
                <c:pt idx="1998">
                  <c:v>7.7414147187241804</c:v>
                </c:pt>
                <c:pt idx="1999">
                  <c:v>7.8285051774037404</c:v>
                </c:pt>
                <c:pt idx="2000">
                  <c:v>7.7482855547810798</c:v>
                </c:pt>
                <c:pt idx="2001">
                  <c:v>7.7627029317259897</c:v>
                </c:pt>
                <c:pt idx="2002">
                  <c:v>7.7365877693227301</c:v>
                </c:pt>
                <c:pt idx="2003">
                  <c:v>7.7001554746150003</c:v>
                </c:pt>
                <c:pt idx="2004">
                  <c:v>7.7259474432328599</c:v>
                </c:pt>
                <c:pt idx="2005">
                  <c:v>7.72346487566106</c:v>
                </c:pt>
                <c:pt idx="2006">
                  <c:v>7.72346487566106</c:v>
                </c:pt>
                <c:pt idx="2007">
                  <c:v>7.7362534386480597</c:v>
                </c:pt>
                <c:pt idx="2008">
                  <c:v>7.7693110841079198</c:v>
                </c:pt>
                <c:pt idx="2009">
                  <c:v>7.7706673259124699</c:v>
                </c:pt>
                <c:pt idx="2010">
                  <c:v>7.7747558389760503</c:v>
                </c:pt>
                <c:pt idx="2011">
                  <c:v>7.7249732341607897</c:v>
                </c:pt>
                <c:pt idx="2012">
                  <c:v>7.70055355215354</c:v>
                </c:pt>
                <c:pt idx="2013">
                  <c:v>7.7374131544849103</c:v>
                </c:pt>
                <c:pt idx="2014">
                  <c:v>7.7938375247232203</c:v>
                </c:pt>
                <c:pt idx="2015">
                  <c:v>7.6904842389738199</c:v>
                </c:pt>
                <c:pt idx="2016">
                  <c:v>7.8148546252484099</c:v>
                </c:pt>
                <c:pt idx="2017">
                  <c:v>7.7477460586702396</c:v>
                </c:pt>
                <c:pt idx="2018">
                  <c:v>7.7781649009859599</c:v>
                </c:pt>
                <c:pt idx="2019">
                  <c:v>7.7814937572013498</c:v>
                </c:pt>
                <c:pt idx="2020">
                  <c:v>7.7858302822218697</c:v>
                </c:pt>
                <c:pt idx="2021">
                  <c:v>7.7767968705264199</c:v>
                </c:pt>
                <c:pt idx="2022">
                  <c:v>7.7767968705264199</c:v>
                </c:pt>
                <c:pt idx="2023">
                  <c:v>7.7172525814267203</c:v>
                </c:pt>
                <c:pt idx="2024">
                  <c:v>7.7186213279076599</c:v>
                </c:pt>
                <c:pt idx="2025">
                  <c:v>7.72190986689069</c:v>
                </c:pt>
                <c:pt idx="2026">
                  <c:v>7.6679803133972602</c:v>
                </c:pt>
                <c:pt idx="2027">
                  <c:v>7.70741297440689</c:v>
                </c:pt>
                <c:pt idx="2028">
                  <c:v>7.70741297440689</c:v>
                </c:pt>
                <c:pt idx="2029">
                  <c:v>7.6444879434140596</c:v>
                </c:pt>
                <c:pt idx="2030">
                  <c:v>7.6317011356934001</c:v>
                </c:pt>
                <c:pt idx="2031">
                  <c:v>7.5796466243136402</c:v>
                </c:pt>
                <c:pt idx="2032">
                  <c:v>7.5281903858153196</c:v>
                </c:pt>
                <c:pt idx="2033">
                  <c:v>7.5383230369648304</c:v>
                </c:pt>
                <c:pt idx="2034">
                  <c:v>7.5254330348196898</c:v>
                </c:pt>
                <c:pt idx="2035">
                  <c:v>7.5403931631709202</c:v>
                </c:pt>
                <c:pt idx="2036">
                  <c:v>7.5546119870622102</c:v>
                </c:pt>
                <c:pt idx="2037">
                  <c:v>7.5655842049617803</c:v>
                </c:pt>
                <c:pt idx="2038">
                  <c:v>7.55217216239223</c:v>
                </c:pt>
                <c:pt idx="2039">
                  <c:v>7.5289437024440398</c:v>
                </c:pt>
                <c:pt idx="2040">
                  <c:v>7.4737190250348702</c:v>
                </c:pt>
                <c:pt idx="2041">
                  <c:v>7.3913398749251504</c:v>
                </c:pt>
                <c:pt idx="2042">
                  <c:v>7.4180023197080498</c:v>
                </c:pt>
                <c:pt idx="2043">
                  <c:v>7.4950466174827799</c:v>
                </c:pt>
                <c:pt idx="2044">
                  <c:v>7.50290345730241</c:v>
                </c:pt>
                <c:pt idx="2045">
                  <c:v>7.4469039770515399</c:v>
                </c:pt>
                <c:pt idx="2046">
                  <c:v>7.4284624957728296</c:v>
                </c:pt>
                <c:pt idx="2047">
                  <c:v>7.4789571519399498</c:v>
                </c:pt>
                <c:pt idx="2048">
                  <c:v>7.4786551925419298</c:v>
                </c:pt>
                <c:pt idx="2049">
                  <c:v>7.5149190193598097</c:v>
                </c:pt>
                <c:pt idx="2050">
                  <c:v>7.54639131310915</c:v>
                </c:pt>
                <c:pt idx="2051">
                  <c:v>7.5311655173034504</c:v>
                </c:pt>
                <c:pt idx="2052">
                  <c:v>7.5188683336273101</c:v>
                </c:pt>
                <c:pt idx="2053">
                  <c:v>7.53052680049937</c:v>
                </c:pt>
                <c:pt idx="2054">
                  <c:v>7.4953971968856399</c:v>
                </c:pt>
                <c:pt idx="2055">
                  <c:v>7.4445811656736902</c:v>
                </c:pt>
                <c:pt idx="2056">
                  <c:v>7.4596581631961802</c:v>
                </c:pt>
                <c:pt idx="2057">
                  <c:v>7.4421212568269599</c:v>
                </c:pt>
                <c:pt idx="2058">
                  <c:v>7.4647330518325496</c:v>
                </c:pt>
                <c:pt idx="2059">
                  <c:v>7.4916747469245601</c:v>
                </c:pt>
                <c:pt idx="2060">
                  <c:v>7.5083220505928399</c:v>
                </c:pt>
                <c:pt idx="2061">
                  <c:v>7.4991080185195198</c:v>
                </c:pt>
                <c:pt idx="2062">
                  <c:v>7.4797661284929298</c:v>
                </c:pt>
                <c:pt idx="2063">
                  <c:v>7.4429270257879399</c:v>
                </c:pt>
                <c:pt idx="2064">
                  <c:v>7.4406231451907203</c:v>
                </c:pt>
                <c:pt idx="2065">
                  <c:v>7.4491182746848699</c:v>
                </c:pt>
                <c:pt idx="2066">
                  <c:v>7.4713216798698197</c:v>
                </c:pt>
                <c:pt idx="2067">
                  <c:v>7.4137708958856399</c:v>
                </c:pt>
                <c:pt idx="2068">
                  <c:v>7.3912261780305002</c:v>
                </c:pt>
                <c:pt idx="2069">
                  <c:v>7.3614599297942096</c:v>
                </c:pt>
                <c:pt idx="2070">
                  <c:v>7.3462638729862801</c:v>
                </c:pt>
                <c:pt idx="2071">
                  <c:v>7.3284572886719701</c:v>
                </c:pt>
                <c:pt idx="2072">
                  <c:v>7.3343916600296097</c:v>
                </c:pt>
                <c:pt idx="2073">
                  <c:v>7.3303977126542401</c:v>
                </c:pt>
                <c:pt idx="2074">
                  <c:v>7.3152158363293802</c:v>
                </c:pt>
                <c:pt idx="2075">
                  <c:v>7.3697610528388902</c:v>
                </c:pt>
                <c:pt idx="2076">
                  <c:v>7.4009509582914097</c:v>
                </c:pt>
                <c:pt idx="2077">
                  <c:v>7.4309584456881197</c:v>
                </c:pt>
                <c:pt idx="2078">
                  <c:v>7.4309584456881197</c:v>
                </c:pt>
                <c:pt idx="2079">
                  <c:v>7.4569814788817697</c:v>
                </c:pt>
                <c:pt idx="2080">
                  <c:v>7.4456067239132402</c:v>
                </c:pt>
                <c:pt idx="2081">
                  <c:v>7.4104799641803902</c:v>
                </c:pt>
                <c:pt idx="2082">
                  <c:v>7.3952971527549298</c:v>
                </c:pt>
                <c:pt idx="2083">
                  <c:v>7.3788617472162397</c:v>
                </c:pt>
                <c:pt idx="2084">
                  <c:v>7.3659494144450202</c:v>
                </c:pt>
                <c:pt idx="2085">
                  <c:v>7.3344561242723199</c:v>
                </c:pt>
                <c:pt idx="2086">
                  <c:v>7.3647368088196501</c:v>
                </c:pt>
                <c:pt idx="2087">
                  <c:v>7.3595037561751901</c:v>
                </c:pt>
                <c:pt idx="2088">
                  <c:v>7.3378011755929302</c:v>
                </c:pt>
                <c:pt idx="2089">
                  <c:v>7.2957793578362198</c:v>
                </c:pt>
                <c:pt idx="2090">
                  <c:v>7.3338646805608301</c:v>
                </c:pt>
                <c:pt idx="2091">
                  <c:v>7.3338646805608301</c:v>
                </c:pt>
                <c:pt idx="2092">
                  <c:v>7.3338646805608301</c:v>
                </c:pt>
                <c:pt idx="2093">
                  <c:v>7.2676320441227302</c:v>
                </c:pt>
                <c:pt idx="2094">
                  <c:v>7.2653154221544201</c:v>
                </c:pt>
                <c:pt idx="2095">
                  <c:v>7.2500507520869197</c:v>
                </c:pt>
                <c:pt idx="2096">
                  <c:v>7.2389967930138397</c:v>
                </c:pt>
                <c:pt idx="2097">
                  <c:v>7.2130437188741299</c:v>
                </c:pt>
                <c:pt idx="2098">
                  <c:v>7.1934809179552497</c:v>
                </c:pt>
                <c:pt idx="2099">
                  <c:v>7.2061839843426201</c:v>
                </c:pt>
                <c:pt idx="2100">
                  <c:v>7.2258712293726504</c:v>
                </c:pt>
                <c:pt idx="2101">
                  <c:v>7.2203520517012603</c:v>
                </c:pt>
                <c:pt idx="2102">
                  <c:v>7.2137353723174504</c:v>
                </c:pt>
                <c:pt idx="2103">
                  <c:v>7.2427860815951597</c:v>
                </c:pt>
                <c:pt idx="2104">
                  <c:v>7.2574533323872199</c:v>
                </c:pt>
                <c:pt idx="2105">
                  <c:v>7.2461640015157096</c:v>
                </c:pt>
                <c:pt idx="2106">
                  <c:v>7.2217369916972602</c:v>
                </c:pt>
                <c:pt idx="2107">
                  <c:v>7.21057501214477</c:v>
                </c:pt>
                <c:pt idx="2108">
                  <c:v>7.21338735958025</c:v>
                </c:pt>
                <c:pt idx="2109">
                  <c:v>7.21338735958025</c:v>
                </c:pt>
                <c:pt idx="2110">
                  <c:v>7.2076849311011797</c:v>
                </c:pt>
                <c:pt idx="2111">
                  <c:v>7.1523300398746699</c:v>
                </c:pt>
                <c:pt idx="2112">
                  <c:v>7.1379994404402902</c:v>
                </c:pt>
                <c:pt idx="2113">
                  <c:v>7.1329685394916096</c:v>
                </c:pt>
                <c:pt idx="2114">
                  <c:v>7.1206477185723198</c:v>
                </c:pt>
                <c:pt idx="2115">
                  <c:v>7.1672897690309503</c:v>
                </c:pt>
                <c:pt idx="2116">
                  <c:v>7.1735770675939898</c:v>
                </c:pt>
                <c:pt idx="2117">
                  <c:v>7.2061252622792802</c:v>
                </c:pt>
                <c:pt idx="2118">
                  <c:v>7.2674020947822502</c:v>
                </c:pt>
                <c:pt idx="2119">
                  <c:v>7.2564230760052597</c:v>
                </c:pt>
                <c:pt idx="2120">
                  <c:v>7.2636606548476204</c:v>
                </c:pt>
                <c:pt idx="2121">
                  <c:v>7.2822050571555996</c:v>
                </c:pt>
                <c:pt idx="2122">
                  <c:v>7.2426068902114897</c:v>
                </c:pt>
                <c:pt idx="2123">
                  <c:v>7.2426068902114897</c:v>
                </c:pt>
                <c:pt idx="2124">
                  <c:v>7.2147813131866103</c:v>
                </c:pt>
                <c:pt idx="2125">
                  <c:v>7.2883031224922599</c:v>
                </c:pt>
                <c:pt idx="2126">
                  <c:v>7.2663460302577398</c:v>
                </c:pt>
                <c:pt idx="2127">
                  <c:v>7.25783612734977</c:v>
                </c:pt>
                <c:pt idx="2128">
                  <c:v>7.2386475587127004</c:v>
                </c:pt>
                <c:pt idx="2129">
                  <c:v>7.2377288581681603</c:v>
                </c:pt>
                <c:pt idx="2130">
                  <c:v>7.2628583336289703</c:v>
                </c:pt>
                <c:pt idx="2131">
                  <c:v>7.2651746809895803</c:v>
                </c:pt>
                <c:pt idx="2132">
                  <c:v>7.25985959486224</c:v>
                </c:pt>
                <c:pt idx="2133">
                  <c:v>7.2117484574519404</c:v>
                </c:pt>
                <c:pt idx="2134">
                  <c:v>7.17914620931698</c:v>
                </c:pt>
                <c:pt idx="2135">
                  <c:v>7.2013414652151901</c:v>
                </c:pt>
                <c:pt idx="2136">
                  <c:v>7.1731359300276401</c:v>
                </c:pt>
                <c:pt idx="2137">
                  <c:v>7.1610018060215896</c:v>
                </c:pt>
                <c:pt idx="2138">
                  <c:v>7.1610018060215896</c:v>
                </c:pt>
                <c:pt idx="2139">
                  <c:v>7.15158982825037</c:v>
                </c:pt>
                <c:pt idx="2140">
                  <c:v>7.1628942378630196</c:v>
                </c:pt>
                <c:pt idx="2141">
                  <c:v>7.1851972684641101</c:v>
                </c:pt>
                <c:pt idx="2142">
                  <c:v>7.1679520142390398</c:v>
                </c:pt>
                <c:pt idx="2143">
                  <c:v>7.1679520142390398</c:v>
                </c:pt>
                <c:pt idx="2144">
                  <c:v>7.1489673254161801</c:v>
                </c:pt>
                <c:pt idx="2145">
                  <c:v>7.1563791759695699</c:v>
                </c:pt>
                <c:pt idx="2146">
                  <c:v>7.0984241262718299</c:v>
                </c:pt>
                <c:pt idx="2147">
                  <c:v>7.1144837321187202</c:v>
                </c:pt>
                <c:pt idx="2148">
                  <c:v>7.1017031045785899</c:v>
                </c:pt>
                <c:pt idx="2149">
                  <c:v>7.0980012805750503</c:v>
                </c:pt>
                <c:pt idx="2150">
                  <c:v>7.0859555135238503</c:v>
                </c:pt>
                <c:pt idx="2151">
                  <c:v>7.1138058168593403</c:v>
                </c:pt>
                <c:pt idx="2152">
                  <c:v>7.1069375308998497</c:v>
                </c:pt>
                <c:pt idx="2153">
                  <c:v>7.1069375308998497</c:v>
                </c:pt>
                <c:pt idx="2154">
                  <c:v>7.1110499266108196</c:v>
                </c:pt>
                <c:pt idx="2155">
                  <c:v>7.0710819304853301</c:v>
                </c:pt>
                <c:pt idx="2156">
                  <c:v>7.0448050385786498</c:v>
                </c:pt>
                <c:pt idx="2157">
                  <c:v>7.02818731080413</c:v>
                </c:pt>
                <c:pt idx="2158">
                  <c:v>7.0660863255987199</c:v>
                </c:pt>
                <c:pt idx="2159">
                  <c:v>7.03678675178441</c:v>
                </c:pt>
                <c:pt idx="2160">
                  <c:v>6.9944878513089002</c:v>
                </c:pt>
                <c:pt idx="2161">
                  <c:v>6.9706936846422503</c:v>
                </c:pt>
                <c:pt idx="2162">
                  <c:v>6.9172555833890401</c:v>
                </c:pt>
                <c:pt idx="2163">
                  <c:v>6.8958541834595204</c:v>
                </c:pt>
                <c:pt idx="2164">
                  <c:v>6.8998707368993903</c:v>
                </c:pt>
                <c:pt idx="2165">
                  <c:v>6.9042253509799503</c:v>
                </c:pt>
                <c:pt idx="2166">
                  <c:v>6.8771878637638899</c:v>
                </c:pt>
                <c:pt idx="2167">
                  <c:v>6.8771878637638899</c:v>
                </c:pt>
                <c:pt idx="2168">
                  <c:v>6.85623286542081</c:v>
                </c:pt>
                <c:pt idx="2169">
                  <c:v>6.8251516050523398</c:v>
                </c:pt>
                <c:pt idx="2170">
                  <c:v>6.8496142977871504</c:v>
                </c:pt>
                <c:pt idx="2171">
                  <c:v>6.8174307021997498</c:v>
                </c:pt>
                <c:pt idx="2172">
                  <c:v>6.8427632005991796</c:v>
                </c:pt>
                <c:pt idx="2173">
                  <c:v>6.7674964679990302</c:v>
                </c:pt>
                <c:pt idx="2174">
                  <c:v>6.7377338604721704</c:v>
                </c:pt>
                <c:pt idx="2175">
                  <c:v>6.7259726929132304</c:v>
                </c:pt>
                <c:pt idx="2176">
                  <c:v>6.7072061594374004</c:v>
                </c:pt>
                <c:pt idx="2177">
                  <c:v>6.6922064563282202</c:v>
                </c:pt>
                <c:pt idx="2178">
                  <c:v>6.6908880674854903</c:v>
                </c:pt>
                <c:pt idx="2179">
                  <c:v>6.6908880674854903</c:v>
                </c:pt>
                <c:pt idx="2180">
                  <c:v>6.7303853949952899</c:v>
                </c:pt>
                <c:pt idx="2181">
                  <c:v>6.7832394235262701</c:v>
                </c:pt>
                <c:pt idx="2182">
                  <c:v>6.7510416569808198</c:v>
                </c:pt>
                <c:pt idx="2183">
                  <c:v>6.7283790889981603</c:v>
                </c:pt>
                <c:pt idx="2184">
                  <c:v>6.7520490710419701</c:v>
                </c:pt>
                <c:pt idx="2185">
                  <c:v>6.7525583623769299</c:v>
                </c:pt>
                <c:pt idx="2186">
                  <c:v>6.7031496528590102</c:v>
                </c:pt>
                <c:pt idx="2187">
                  <c:v>6.7125864789644298</c:v>
                </c:pt>
                <c:pt idx="2188">
                  <c:v>6.7125864789644298</c:v>
                </c:pt>
                <c:pt idx="2189">
                  <c:v>6.70545623515138</c:v>
                </c:pt>
                <c:pt idx="2190">
                  <c:v>6.7139109026212003</c:v>
                </c:pt>
                <c:pt idx="2191">
                  <c:v>6.7543480223766901</c:v>
                </c:pt>
                <c:pt idx="2192">
                  <c:v>6.7346012946313403</c:v>
                </c:pt>
                <c:pt idx="2193">
                  <c:v>6.7278389991740797</c:v>
                </c:pt>
                <c:pt idx="2194">
                  <c:v>6.7165278942456297</c:v>
                </c:pt>
                <c:pt idx="2195">
                  <c:v>6.7383891304687102</c:v>
                </c:pt>
                <c:pt idx="2196">
                  <c:v>6.73936462628855</c:v>
                </c:pt>
                <c:pt idx="2197">
                  <c:v>6.7380140362581296</c:v>
                </c:pt>
                <c:pt idx="2198">
                  <c:v>6.7203679891350898</c:v>
                </c:pt>
                <c:pt idx="2199">
                  <c:v>6.7314908012838801</c:v>
                </c:pt>
                <c:pt idx="2200">
                  <c:v>6.7426800625976</c:v>
                </c:pt>
                <c:pt idx="2201">
                  <c:v>6.7306956506370499</c:v>
                </c:pt>
                <c:pt idx="2202">
                  <c:v>6.6860339229905801</c:v>
                </c:pt>
                <c:pt idx="2203">
                  <c:v>6.6298355249257899</c:v>
                </c:pt>
                <c:pt idx="2204">
                  <c:v>6.6326943189328498</c:v>
                </c:pt>
                <c:pt idx="2205">
                  <c:v>6.6447127971023701</c:v>
                </c:pt>
                <c:pt idx="2206">
                  <c:v>6.6081392921503204</c:v>
                </c:pt>
                <c:pt idx="2207">
                  <c:v>6.6639586521313197</c:v>
                </c:pt>
                <c:pt idx="2208">
                  <c:v>6.6514691444892797</c:v>
                </c:pt>
                <c:pt idx="2209">
                  <c:v>6.6527544419557598</c:v>
                </c:pt>
                <c:pt idx="2210">
                  <c:v>6.6516397095478998</c:v>
                </c:pt>
                <c:pt idx="2211">
                  <c:v>6.6060272743656503</c:v>
                </c:pt>
                <c:pt idx="2212">
                  <c:v>6.5917129379291701</c:v>
                </c:pt>
                <c:pt idx="2213">
                  <c:v>6.5480867446858104</c:v>
                </c:pt>
                <c:pt idx="2214">
                  <c:v>6.5271718205085802</c:v>
                </c:pt>
                <c:pt idx="2215">
                  <c:v>6.4868616841523004</c:v>
                </c:pt>
                <c:pt idx="2216">
                  <c:v>6.4794098236030502</c:v>
                </c:pt>
                <c:pt idx="2217">
                  <c:v>6.4217578880616397</c:v>
                </c:pt>
                <c:pt idx="2218">
                  <c:v>6.4298696592761404</c:v>
                </c:pt>
                <c:pt idx="2219">
                  <c:v>6.3638709664819997</c:v>
                </c:pt>
                <c:pt idx="2220">
                  <c:v>6.35185734698236</c:v>
                </c:pt>
                <c:pt idx="2221">
                  <c:v>6.36019827917423</c:v>
                </c:pt>
                <c:pt idx="2222">
                  <c:v>6.2820072593210403</c:v>
                </c:pt>
                <c:pt idx="2223">
                  <c:v>6.1912697722368</c:v>
                </c:pt>
                <c:pt idx="2224">
                  <c:v>6.1580237514360103</c:v>
                </c:pt>
                <c:pt idx="2225">
                  <c:v>6.1913637991955204</c:v>
                </c:pt>
                <c:pt idx="2226">
                  <c:v>6.13138800053264</c:v>
                </c:pt>
                <c:pt idx="2227">
                  <c:v>6.07000278909155</c:v>
                </c:pt>
                <c:pt idx="2228">
                  <c:v>6.07000278909155</c:v>
                </c:pt>
                <c:pt idx="2229">
                  <c:v>6.0874816538499799</c:v>
                </c:pt>
                <c:pt idx="2230">
                  <c:v>6.1301210331115596</c:v>
                </c:pt>
                <c:pt idx="2231">
                  <c:v>6.1907270245914896</c:v>
                </c:pt>
                <c:pt idx="2232">
                  <c:v>6.1100696827345304</c:v>
                </c:pt>
                <c:pt idx="2233">
                  <c:v>6.0987955114844397</c:v>
                </c:pt>
                <c:pt idx="2234">
                  <c:v>6.1213399261352803</c:v>
                </c:pt>
                <c:pt idx="2235">
                  <c:v>6.1256229200789196</c:v>
                </c:pt>
                <c:pt idx="2236">
                  <c:v>6.1250950208273904</c:v>
                </c:pt>
                <c:pt idx="2237">
                  <c:v>6.0940292958875801</c:v>
                </c:pt>
                <c:pt idx="2238">
                  <c:v>6.1290469028518499</c:v>
                </c:pt>
                <c:pt idx="2239">
                  <c:v>6.1924421376929297</c:v>
                </c:pt>
                <c:pt idx="2240">
                  <c:v>6.2445062426424398</c:v>
                </c:pt>
                <c:pt idx="2241">
                  <c:v>6.2482965666652897</c:v>
                </c:pt>
                <c:pt idx="2242">
                  <c:v>6.3116044509350404</c:v>
                </c:pt>
                <c:pt idx="2243">
                  <c:v>6.3116044509350404</c:v>
                </c:pt>
                <c:pt idx="2244">
                  <c:v>6.2895385412073903</c:v>
                </c:pt>
                <c:pt idx="2245">
                  <c:v>6.2373256011883997</c:v>
                </c:pt>
                <c:pt idx="2246">
                  <c:v>6.2129587484614799</c:v>
                </c:pt>
                <c:pt idx="2247">
                  <c:v>6.2657703196716996</c:v>
                </c:pt>
                <c:pt idx="2248">
                  <c:v>6.2657703196716996</c:v>
                </c:pt>
                <c:pt idx="2249">
                  <c:v>6.2858409354435896</c:v>
                </c:pt>
                <c:pt idx="2250">
                  <c:v>6.3231342419805001</c:v>
                </c:pt>
                <c:pt idx="2251">
                  <c:v>6.2678563972430004</c:v>
                </c:pt>
                <c:pt idx="2252">
                  <c:v>6.2655235471944701</c:v>
                </c:pt>
                <c:pt idx="2253">
                  <c:v>6.25169561537784</c:v>
                </c:pt>
                <c:pt idx="2254">
                  <c:v>6.2334152854278901</c:v>
                </c:pt>
                <c:pt idx="2255">
                  <c:v>6.2111336840958904</c:v>
                </c:pt>
                <c:pt idx="2256">
                  <c:v>6.2251581655418802</c:v>
                </c:pt>
                <c:pt idx="2257">
                  <c:v>6.1833841558168601</c:v>
                </c:pt>
                <c:pt idx="2258">
                  <c:v>6.0704836181890904</c:v>
                </c:pt>
                <c:pt idx="2259">
                  <c:v>6.0527355766418296</c:v>
                </c:pt>
                <c:pt idx="2260">
                  <c:v>6.0514365098669503</c:v>
                </c:pt>
                <c:pt idx="2261">
                  <c:v>6.0429802832233603</c:v>
                </c:pt>
                <c:pt idx="2262">
                  <c:v>6.0136910991232</c:v>
                </c:pt>
                <c:pt idx="2263">
                  <c:v>6.0279568657842999</c:v>
                </c:pt>
                <c:pt idx="2264">
                  <c:v>6.0246837351869598</c:v>
                </c:pt>
                <c:pt idx="2265">
                  <c:v>6.0003186937764399</c:v>
                </c:pt>
                <c:pt idx="2266">
                  <c:v>5.90219611701297</c:v>
                </c:pt>
                <c:pt idx="2267">
                  <c:v>5.9104375900444301</c:v>
                </c:pt>
                <c:pt idx="2268">
                  <c:v>5.8773707169016802</c:v>
                </c:pt>
                <c:pt idx="2269">
                  <c:v>6.0054257623343403</c:v>
                </c:pt>
                <c:pt idx="2270">
                  <c:v>6.0679504539523599</c:v>
                </c:pt>
                <c:pt idx="2271">
                  <c:v>6.0240700021353</c:v>
                </c:pt>
                <c:pt idx="2272">
                  <c:v>5.94027003816832</c:v>
                </c:pt>
                <c:pt idx="2273">
                  <c:v>5.9820638941259601</c:v>
                </c:pt>
                <c:pt idx="2274">
                  <c:v>5.9271541779900003</c:v>
                </c:pt>
                <c:pt idx="2275">
                  <c:v>5.9330044192896301</c:v>
                </c:pt>
                <c:pt idx="2276">
                  <c:v>5.9116350939007303</c:v>
                </c:pt>
                <c:pt idx="2277">
                  <c:v>5.7928254784488296</c:v>
                </c:pt>
                <c:pt idx="2278">
                  <c:v>5.7003184078845397</c:v>
                </c:pt>
                <c:pt idx="2279">
                  <c:v>5.7003184078845397</c:v>
                </c:pt>
                <c:pt idx="2280">
                  <c:v>5.7291351805958497</c:v>
                </c:pt>
                <c:pt idx="2281">
                  <c:v>5.7238280665116701</c:v>
                </c:pt>
                <c:pt idx="2282">
                  <c:v>5.7126766805219704</c:v>
                </c:pt>
                <c:pt idx="2283">
                  <c:v>5.7126766805219704</c:v>
                </c:pt>
                <c:pt idx="2284">
                  <c:v>5.7126766805219704</c:v>
                </c:pt>
                <c:pt idx="2285">
                  <c:v>5.7164501212533301</c:v>
                </c:pt>
                <c:pt idx="2286">
                  <c:v>5.7033967684851099</c:v>
                </c:pt>
                <c:pt idx="2287">
                  <c:v>5.7294845790532998</c:v>
                </c:pt>
                <c:pt idx="2288">
                  <c:v>5.7294845790532998</c:v>
                </c:pt>
                <c:pt idx="2289">
                  <c:v>5.6404360488518899</c:v>
                </c:pt>
                <c:pt idx="2290">
                  <c:v>5.6058799091844103</c:v>
                </c:pt>
                <c:pt idx="2291">
                  <c:v>5.5397638639079503</c:v>
                </c:pt>
                <c:pt idx="2292">
                  <c:v>5.5340042615642302</c:v>
                </c:pt>
                <c:pt idx="2293">
                  <c:v>5.4809741262354299</c:v>
                </c:pt>
                <c:pt idx="2294">
                  <c:v>5.48813702460152</c:v>
                </c:pt>
                <c:pt idx="2295">
                  <c:v>5.4509144017313602</c:v>
                </c:pt>
                <c:pt idx="2296">
                  <c:v>5.39676126689504</c:v>
                </c:pt>
                <c:pt idx="2297">
                  <c:v>5.39948157727411</c:v>
                </c:pt>
                <c:pt idx="2298">
                  <c:v>5.3643615481714102</c:v>
                </c:pt>
                <c:pt idx="2299">
                  <c:v>5.3587686866401301</c:v>
                </c:pt>
                <c:pt idx="2300">
                  <c:v>5.3023535294430202</c:v>
                </c:pt>
                <c:pt idx="2301">
                  <c:v>5.3179724571641103</c:v>
                </c:pt>
                <c:pt idx="2302">
                  <c:v>5.3399595179435098</c:v>
                </c:pt>
                <c:pt idx="2303">
                  <c:v>5.3451197966154602</c:v>
                </c:pt>
                <c:pt idx="2304">
                  <c:v>5.3418421257778901</c:v>
                </c:pt>
                <c:pt idx="2305">
                  <c:v>5.3542143351973701</c:v>
                </c:pt>
                <c:pt idx="2306">
                  <c:v>5.3242668105014097</c:v>
                </c:pt>
                <c:pt idx="2307">
                  <c:v>5.3027655495864296</c:v>
                </c:pt>
                <c:pt idx="2308">
                  <c:v>5.2934408741145402</c:v>
                </c:pt>
                <c:pt idx="2309">
                  <c:v>5.2940116886013202</c:v>
                </c:pt>
                <c:pt idx="2310">
                  <c:v>5.2103064037808098</c:v>
                </c:pt>
                <c:pt idx="2311">
                  <c:v>5.1833724465662696</c:v>
                </c:pt>
                <c:pt idx="2312">
                  <c:v>5.1655143023040404</c:v>
                </c:pt>
                <c:pt idx="2313">
                  <c:v>5.1968870071283098</c:v>
                </c:pt>
                <c:pt idx="2314">
                  <c:v>5.1800131526295701</c:v>
                </c:pt>
                <c:pt idx="2315">
                  <c:v>5.1535846934138103</c:v>
                </c:pt>
                <c:pt idx="2316">
                  <c:v>5.15129982711015</c:v>
                </c:pt>
                <c:pt idx="2317">
                  <c:v>5.1259456050243797</c:v>
                </c:pt>
                <c:pt idx="2318">
                  <c:v>5.1201565639245699</c:v>
                </c:pt>
                <c:pt idx="2319">
                  <c:v>5.1232016687120803</c:v>
                </c:pt>
                <c:pt idx="2320">
                  <c:v>5.1173195780420597</c:v>
                </c:pt>
                <c:pt idx="2321">
                  <c:v>5.0680724431144704</c:v>
                </c:pt>
                <c:pt idx="2322">
                  <c:v>5.0453315425113896</c:v>
                </c:pt>
                <c:pt idx="2323">
                  <c:v>5.0711893362118303</c:v>
                </c:pt>
                <c:pt idx="2324">
                  <c:v>5.08318390432441</c:v>
                </c:pt>
                <c:pt idx="2325">
                  <c:v>5.0898662744252601</c:v>
                </c:pt>
                <c:pt idx="2326">
                  <c:v>5.0735537253966001</c:v>
                </c:pt>
                <c:pt idx="2327">
                  <c:v>5.0432722527966902</c:v>
                </c:pt>
                <c:pt idx="2328">
                  <c:v>5.0465748749034098</c:v>
                </c:pt>
                <c:pt idx="2329">
                  <c:v>5.0302443313399596</c:v>
                </c:pt>
                <c:pt idx="2330">
                  <c:v>5.0119831422818502</c:v>
                </c:pt>
                <c:pt idx="2331">
                  <c:v>4.9465138891963596</c:v>
                </c:pt>
                <c:pt idx="2332">
                  <c:v>4.9864021465176798</c:v>
                </c:pt>
                <c:pt idx="2333">
                  <c:v>5.0318337033080098</c:v>
                </c:pt>
                <c:pt idx="2334">
                  <c:v>5.0420872537895898</c:v>
                </c:pt>
                <c:pt idx="2335">
                  <c:v>5.0258811405735901</c:v>
                </c:pt>
                <c:pt idx="2336">
                  <c:v>5.03776040088092</c:v>
                </c:pt>
                <c:pt idx="2337">
                  <c:v>5.0498821556603497</c:v>
                </c:pt>
                <c:pt idx="2338">
                  <c:v>5.0413812891910599</c:v>
                </c:pt>
                <c:pt idx="2339">
                  <c:v>5.1010637580085101</c:v>
                </c:pt>
                <c:pt idx="2340">
                  <c:v>5.1932710657141801</c:v>
                </c:pt>
                <c:pt idx="2341">
                  <c:v>5.2944055356932704</c:v>
                </c:pt>
                <c:pt idx="2342">
                  <c:v>5.3118626195708698</c:v>
                </c:pt>
                <c:pt idx="2343">
                  <c:v>5.3118626195708698</c:v>
                </c:pt>
                <c:pt idx="2344">
                  <c:v>5.0562632670167797</c:v>
                </c:pt>
                <c:pt idx="2345">
                  <c:v>5.1010955005446901</c:v>
                </c:pt>
                <c:pt idx="2346">
                  <c:v>5.1010955005446901</c:v>
                </c:pt>
                <c:pt idx="2347">
                  <c:v>5.1010955005446901</c:v>
                </c:pt>
                <c:pt idx="2348">
                  <c:v>5.2033906161438503</c:v>
                </c:pt>
                <c:pt idx="2349">
                  <c:v>5.2369347325560396</c:v>
                </c:pt>
                <c:pt idx="2350">
                  <c:v>5.3025582763468702</c:v>
                </c:pt>
                <c:pt idx="2351">
                  <c:v>5.3289278087825602</c:v>
                </c:pt>
                <c:pt idx="2352">
                  <c:v>5.21071013162274</c:v>
                </c:pt>
                <c:pt idx="2353">
                  <c:v>5.1445258503367199</c:v>
                </c:pt>
                <c:pt idx="2354">
                  <c:v>5.1903340994695304</c:v>
                </c:pt>
                <c:pt idx="2355">
                  <c:v>5.1924286915467901</c:v>
                </c:pt>
                <c:pt idx="2356">
                  <c:v>5.1507288761782899</c:v>
                </c:pt>
                <c:pt idx="2357">
                  <c:v>5.14650715255328</c:v>
                </c:pt>
                <c:pt idx="2358">
                  <c:v>5.1714454358633803</c:v>
                </c:pt>
                <c:pt idx="2359">
                  <c:v>5.1714391139806404</c:v>
                </c:pt>
                <c:pt idx="2360">
                  <c:v>5.1682863972087496</c:v>
                </c:pt>
                <c:pt idx="2361">
                  <c:v>5.1329804383878699</c:v>
                </c:pt>
                <c:pt idx="2362">
                  <c:v>5.1004204672453399</c:v>
                </c:pt>
                <c:pt idx="2363">
                  <c:v>5.1051654410624296</c:v>
                </c:pt>
                <c:pt idx="2364">
                  <c:v>5.1146287637338199</c:v>
                </c:pt>
                <c:pt idx="2365">
                  <c:v>5.0971862100562797</c:v>
                </c:pt>
                <c:pt idx="2366">
                  <c:v>5.07972400542066</c:v>
                </c:pt>
                <c:pt idx="2367">
                  <c:v>5.0715115843824501</c:v>
                </c:pt>
                <c:pt idx="2368">
                  <c:v>5.1055811335688199</c:v>
                </c:pt>
                <c:pt idx="2369">
                  <c:v>5.0887515846894704</c:v>
                </c:pt>
                <c:pt idx="2370">
                  <c:v>5.0887515846894704</c:v>
                </c:pt>
                <c:pt idx="2371">
                  <c:v>5.1161371589775202</c:v>
                </c:pt>
                <c:pt idx="2372">
                  <c:v>5.1420271801795003</c:v>
                </c:pt>
                <c:pt idx="2373">
                  <c:v>5.2575067820211396</c:v>
                </c:pt>
                <c:pt idx="2374">
                  <c:v>5.3158603577235199</c:v>
                </c:pt>
                <c:pt idx="2375">
                  <c:v>5.2472173445747696</c:v>
                </c:pt>
                <c:pt idx="2376">
                  <c:v>5.2205797197240296</c:v>
                </c:pt>
                <c:pt idx="2377">
                  <c:v>5.2712123229514303</c:v>
                </c:pt>
                <c:pt idx="2378">
                  <c:v>5.2712123229514303</c:v>
                </c:pt>
                <c:pt idx="2379">
                  <c:v>5.2766605093646302</c:v>
                </c:pt>
                <c:pt idx="2380">
                  <c:v>5.2981963094447204</c:v>
                </c:pt>
                <c:pt idx="2381">
                  <c:v>5.3082038077980602</c:v>
                </c:pt>
                <c:pt idx="2382">
                  <c:v>5.3254184557032902</c:v>
                </c:pt>
                <c:pt idx="2383">
                  <c:v>5.2858914307626801</c:v>
                </c:pt>
                <c:pt idx="2384">
                  <c:v>5.3437680294787899</c:v>
                </c:pt>
                <c:pt idx="2385">
                  <c:v>5.3759968360156396</c:v>
                </c:pt>
                <c:pt idx="2386">
                  <c:v>5.4768330677394497</c:v>
                </c:pt>
                <c:pt idx="2387">
                  <c:v>5.4780571323107798</c:v>
                </c:pt>
                <c:pt idx="2388">
                  <c:v>5.4750459205664797</c:v>
                </c:pt>
                <c:pt idx="2389">
                  <c:v>5.6649027624504198</c:v>
                </c:pt>
                <c:pt idx="2390">
                  <c:v>5.8447209521346304</c:v>
                </c:pt>
                <c:pt idx="2391">
                  <c:v>6.10648734521265</c:v>
                </c:pt>
                <c:pt idx="2392">
                  <c:v>6.1240829181525598</c:v>
                </c:pt>
                <c:pt idx="2393">
                  <c:v>6.1240829181525598</c:v>
                </c:pt>
                <c:pt idx="2394">
                  <c:v>6.2044536589102304</c:v>
                </c:pt>
                <c:pt idx="2395">
                  <c:v>6.4817166436171698</c:v>
                </c:pt>
                <c:pt idx="2396">
                  <c:v>6.6695489895934497</c:v>
                </c:pt>
                <c:pt idx="2397">
                  <c:v>6.6258600659813496</c:v>
                </c:pt>
                <c:pt idx="2398">
                  <c:v>6.6258600659813496</c:v>
                </c:pt>
                <c:pt idx="2399">
                  <c:v>6.8548889402409801</c:v>
                </c:pt>
                <c:pt idx="2400">
                  <c:v>6.9967689425956197</c:v>
                </c:pt>
                <c:pt idx="2401">
                  <c:v>6.8607633545749804</c:v>
                </c:pt>
                <c:pt idx="2402">
                  <c:v>6.6957056244463402</c:v>
                </c:pt>
                <c:pt idx="2403">
                  <c:v>6.7483395941028697</c:v>
                </c:pt>
                <c:pt idx="2404">
                  <c:v>6.8464186902883997</c:v>
                </c:pt>
                <c:pt idx="2405">
                  <c:v>6.8596327423787704</c:v>
                </c:pt>
                <c:pt idx="2406">
                  <c:v>7.30030590722279</c:v>
                </c:pt>
                <c:pt idx="2407">
                  <c:v>7.4463624436664304</c:v>
                </c:pt>
                <c:pt idx="2408">
                  <c:v>7.7718154389256799</c:v>
                </c:pt>
                <c:pt idx="2409">
                  <c:v>7.6234609483447002</c:v>
                </c:pt>
                <c:pt idx="2410">
                  <c:v>7.3651340252386204</c:v>
                </c:pt>
                <c:pt idx="2411">
                  <c:v>7.1842323851892003</c:v>
                </c:pt>
                <c:pt idx="2412">
                  <c:v>7.1292252983554096</c:v>
                </c:pt>
                <c:pt idx="2413">
                  <c:v>7.1292252983554096</c:v>
                </c:pt>
                <c:pt idx="2414">
                  <c:v>7.2691738543129398</c:v>
                </c:pt>
                <c:pt idx="2415">
                  <c:v>7.2545504067245901</c:v>
                </c:pt>
                <c:pt idx="2416">
                  <c:v>7.2449058508103299</c:v>
                </c:pt>
                <c:pt idx="2417">
                  <c:v>7.3898934228139197</c:v>
                </c:pt>
                <c:pt idx="2418">
                  <c:v>7.3563680713186201</c:v>
                </c:pt>
                <c:pt idx="2419">
                  <c:v>7.2370723417676697</c:v>
                </c:pt>
                <c:pt idx="2420">
                  <c:v>7.2226189996101899</c:v>
                </c:pt>
                <c:pt idx="2421">
                  <c:v>6.9656315592044002</c:v>
                </c:pt>
                <c:pt idx="2422">
                  <c:v>6.8597998849901503</c:v>
                </c:pt>
                <c:pt idx="2423">
                  <c:v>6.9001625209958997</c:v>
                </c:pt>
                <c:pt idx="2424">
                  <c:v>6.9377265125916399</c:v>
                </c:pt>
                <c:pt idx="2425">
                  <c:v>6.8647808928920799</c:v>
                </c:pt>
                <c:pt idx="2426">
                  <c:v>6.9481107503129902</c:v>
                </c:pt>
                <c:pt idx="2427">
                  <c:v>7.0457121365437496</c:v>
                </c:pt>
                <c:pt idx="2428">
                  <c:v>6.9381853926174903</c:v>
                </c:pt>
                <c:pt idx="2429">
                  <c:v>6.94233040076886</c:v>
                </c:pt>
                <c:pt idx="2430">
                  <c:v>7.2212995979438697</c:v>
                </c:pt>
                <c:pt idx="2431">
                  <c:v>7.2778680817912003</c:v>
                </c:pt>
                <c:pt idx="2432">
                  <c:v>7.2627511954520196</c:v>
                </c:pt>
                <c:pt idx="2433">
                  <c:v>7.3263305874729099</c:v>
                </c:pt>
                <c:pt idx="2434">
                  <c:v>7.36207307718065</c:v>
                </c:pt>
                <c:pt idx="2435">
                  <c:v>7.5009688028170798</c:v>
                </c:pt>
                <c:pt idx="2436">
                  <c:v>7.4293059397183798</c:v>
                </c:pt>
                <c:pt idx="2437">
                  <c:v>7.3008439948667103</c:v>
                </c:pt>
                <c:pt idx="2438">
                  <c:v>7.2866281208251698</c:v>
                </c:pt>
                <c:pt idx="2439">
                  <c:v>7.3341189238056801</c:v>
                </c:pt>
                <c:pt idx="2440">
                  <c:v>7.3341189238056801</c:v>
                </c:pt>
                <c:pt idx="2441">
                  <c:v>7.2814458479047799</c:v>
                </c:pt>
                <c:pt idx="2442">
                  <c:v>7.2846273586494004</c:v>
                </c:pt>
                <c:pt idx="2443">
                  <c:v>7.4039801829311704</c:v>
                </c:pt>
                <c:pt idx="2444">
                  <c:v>7.5310623908737702</c:v>
                </c:pt>
                <c:pt idx="2445">
                  <c:v>7.5566351994512999</c:v>
                </c:pt>
                <c:pt idx="2446">
                  <c:v>7.7060070304753401</c:v>
                </c:pt>
                <c:pt idx="2447">
                  <c:v>7.7940737578389498</c:v>
                </c:pt>
                <c:pt idx="2448">
                  <c:v>7.7940737578389498</c:v>
                </c:pt>
                <c:pt idx="2449">
                  <c:v>7.77378309058534</c:v>
                </c:pt>
                <c:pt idx="2450">
                  <c:v>7.8842673022138099</c:v>
                </c:pt>
                <c:pt idx="2451">
                  <c:v>7.6838454494943003</c:v>
                </c:pt>
                <c:pt idx="2452">
                  <c:v>7.6743458366532904</c:v>
                </c:pt>
                <c:pt idx="2453">
                  <c:v>7.6723098025535101</c:v>
                </c:pt>
                <c:pt idx="2454">
                  <c:v>7.7369599847597597</c:v>
                </c:pt>
                <c:pt idx="2455">
                  <c:v>7.7331387762315504</c:v>
                </c:pt>
                <c:pt idx="2456">
                  <c:v>7.7669237299303902</c:v>
                </c:pt>
                <c:pt idx="2457">
                  <c:v>7.7550679876172497</c:v>
                </c:pt>
                <c:pt idx="2458">
                  <c:v>7.7286132942578503</c:v>
                </c:pt>
                <c:pt idx="2459">
                  <c:v>7.8310970124117798</c:v>
                </c:pt>
                <c:pt idx="2460">
                  <c:v>7.8648721525782204</c:v>
                </c:pt>
                <c:pt idx="2461">
                  <c:v>7.8845150125449104</c:v>
                </c:pt>
                <c:pt idx="2462">
                  <c:v>7.8026355318124301</c:v>
                </c:pt>
                <c:pt idx="2463">
                  <c:v>7.7911646842925002</c:v>
                </c:pt>
                <c:pt idx="2464">
                  <c:v>7.7291563516970596</c:v>
                </c:pt>
                <c:pt idx="2465">
                  <c:v>7.5049476036913596</c:v>
                </c:pt>
                <c:pt idx="2466">
                  <c:v>7.4522059031624197</c:v>
                </c:pt>
                <c:pt idx="2467">
                  <c:v>7.3905002411498497</c:v>
                </c:pt>
                <c:pt idx="2468">
                  <c:v>7.4474219645698598</c:v>
                </c:pt>
                <c:pt idx="2469">
                  <c:v>7.4545981718037302</c:v>
                </c:pt>
                <c:pt idx="2470">
                  <c:v>7.5281146849990499</c:v>
                </c:pt>
                <c:pt idx="2471">
                  <c:v>7.3244450664203598</c:v>
                </c:pt>
                <c:pt idx="2472">
                  <c:v>7.2812314030058003</c:v>
                </c:pt>
                <c:pt idx="2473">
                  <c:v>7.3700061762895501</c:v>
                </c:pt>
                <c:pt idx="2474">
                  <c:v>7.3340775050546396</c:v>
                </c:pt>
                <c:pt idx="2475">
                  <c:v>7.2544548482191802</c:v>
                </c:pt>
                <c:pt idx="2476">
                  <c:v>7.2558354872604403</c:v>
                </c:pt>
                <c:pt idx="2477">
                  <c:v>7.1939650669700601</c:v>
                </c:pt>
                <c:pt idx="2478">
                  <c:v>7.33006133975588</c:v>
                </c:pt>
                <c:pt idx="2479">
                  <c:v>7.4059297576943504</c:v>
                </c:pt>
                <c:pt idx="2480">
                  <c:v>7.3708772220747099</c:v>
                </c:pt>
                <c:pt idx="2481">
                  <c:v>7.3897018725522097</c:v>
                </c:pt>
                <c:pt idx="2482">
                  <c:v>7.3305186387539099</c:v>
                </c:pt>
                <c:pt idx="2483">
                  <c:v>7.1969695543231103</c:v>
                </c:pt>
                <c:pt idx="2484">
                  <c:v>7.2358638108028401</c:v>
                </c:pt>
                <c:pt idx="2485">
                  <c:v>7.2965837918913303</c:v>
                </c:pt>
                <c:pt idx="2486">
                  <c:v>7.2795085174693099</c:v>
                </c:pt>
                <c:pt idx="2487">
                  <c:v>7.1824490297910497</c:v>
                </c:pt>
                <c:pt idx="2488">
                  <c:v>7.1824490297910497</c:v>
                </c:pt>
                <c:pt idx="2489">
                  <c:v>7.1021211927896504</c:v>
                </c:pt>
                <c:pt idx="2490">
                  <c:v>7.1771211210206598</c:v>
                </c:pt>
                <c:pt idx="2491">
                  <c:v>7.0363612072499704</c:v>
                </c:pt>
                <c:pt idx="2492">
                  <c:v>6.9911184961514996</c:v>
                </c:pt>
                <c:pt idx="2493">
                  <c:v>7.0141730023421802</c:v>
                </c:pt>
                <c:pt idx="2494">
                  <c:v>6.8957352960651201</c:v>
                </c:pt>
                <c:pt idx="2495">
                  <c:v>6.7886048191900397</c:v>
                </c:pt>
                <c:pt idx="2496">
                  <c:v>6.7801316828679701</c:v>
                </c:pt>
                <c:pt idx="2497">
                  <c:v>6.8578294929419199</c:v>
                </c:pt>
                <c:pt idx="2498">
                  <c:v>6.89001083959461</c:v>
                </c:pt>
                <c:pt idx="2499">
                  <c:v>6.85029161637343</c:v>
                </c:pt>
                <c:pt idx="2500">
                  <c:v>6.8318120970627501</c:v>
                </c:pt>
                <c:pt idx="2501">
                  <c:v>6.8965366028755799</c:v>
                </c:pt>
                <c:pt idx="2502">
                  <c:v>7.0878092617862496</c:v>
                </c:pt>
                <c:pt idx="2503">
                  <c:v>7.0878092617862496</c:v>
                </c:pt>
                <c:pt idx="2504">
                  <c:v>7.2938015376737102</c:v>
                </c:pt>
                <c:pt idx="2505">
                  <c:v>7.2417424352871702</c:v>
                </c:pt>
                <c:pt idx="2506">
                  <c:v>7.3165185786778704</c:v>
                </c:pt>
                <c:pt idx="2507">
                  <c:v>7.5460874485735898</c:v>
                </c:pt>
                <c:pt idx="2508">
                  <c:v>7.5460874485735898</c:v>
                </c:pt>
                <c:pt idx="2509">
                  <c:v>7.6347244174886697</c:v>
                </c:pt>
                <c:pt idx="2510">
                  <c:v>7.5689044327151898</c:v>
                </c:pt>
                <c:pt idx="2511">
                  <c:v>7.5023277532110901</c:v>
                </c:pt>
                <c:pt idx="2512">
                  <c:v>7.4364804553678701</c:v>
                </c:pt>
                <c:pt idx="2513">
                  <c:v>7.3430926381061603</c:v>
                </c:pt>
                <c:pt idx="2514">
                  <c:v>7.2400290636948803</c:v>
                </c:pt>
                <c:pt idx="2515">
                  <c:v>7.3040161646959003</c:v>
                </c:pt>
                <c:pt idx="2516">
                  <c:v>7.3939201890668302</c:v>
                </c:pt>
                <c:pt idx="2517">
                  <c:v>7.2558264665772896</c:v>
                </c:pt>
                <c:pt idx="2518">
                  <c:v>7.2497631413664099</c:v>
                </c:pt>
                <c:pt idx="2519">
                  <c:v>7.2471101501460504</c:v>
                </c:pt>
                <c:pt idx="2520">
                  <c:v>7.2815816210455599</c:v>
                </c:pt>
                <c:pt idx="2521">
                  <c:v>7.2877846534854704</c:v>
                </c:pt>
                <c:pt idx="2522">
                  <c:v>7.3298155582717097</c:v>
                </c:pt>
                <c:pt idx="2523">
                  <c:v>7.3408369066979997</c:v>
                </c:pt>
                <c:pt idx="2524">
                  <c:v>7.3891723187080798</c:v>
                </c:pt>
                <c:pt idx="2525">
                  <c:v>7.4596804299258697</c:v>
                </c:pt>
                <c:pt idx="2526">
                  <c:v>7.4464410193941104</c:v>
                </c:pt>
                <c:pt idx="2527">
                  <c:v>7.3437876286575596</c:v>
                </c:pt>
                <c:pt idx="2528">
                  <c:v>7.1877222702656303</c:v>
                </c:pt>
                <c:pt idx="2529">
                  <c:v>7.28621310865939</c:v>
                </c:pt>
                <c:pt idx="2530">
                  <c:v>7.3245612899890098</c:v>
                </c:pt>
                <c:pt idx="2531">
                  <c:v>7.3010734347653896</c:v>
                </c:pt>
                <c:pt idx="2532">
                  <c:v>7.3567860689326299</c:v>
                </c:pt>
                <c:pt idx="2533">
                  <c:v>7.2541228574608203</c:v>
                </c:pt>
                <c:pt idx="2534">
                  <c:v>7.2467813602173603</c:v>
                </c:pt>
                <c:pt idx="2535">
                  <c:v>7.2938511832261996</c:v>
                </c:pt>
                <c:pt idx="2536">
                  <c:v>7.2955386129644202</c:v>
                </c:pt>
                <c:pt idx="2537">
                  <c:v>7.2233626340906696</c:v>
                </c:pt>
                <c:pt idx="2538">
                  <c:v>7.1335817841533702</c:v>
                </c:pt>
                <c:pt idx="2539">
                  <c:v>7.0608813400091899</c:v>
                </c:pt>
                <c:pt idx="2540">
                  <c:v>7.0608813400091899</c:v>
                </c:pt>
                <c:pt idx="2541">
                  <c:v>7.0705196414469498</c:v>
                </c:pt>
                <c:pt idx="2542">
                  <c:v>7.1168487137141696</c:v>
                </c:pt>
                <c:pt idx="2543">
                  <c:v>7.2894869641622702</c:v>
                </c:pt>
                <c:pt idx="2544">
                  <c:v>7.2894869641622702</c:v>
                </c:pt>
                <c:pt idx="2545">
                  <c:v>7.2894869641622702</c:v>
                </c:pt>
                <c:pt idx="2546">
                  <c:v>7.2261836622429199</c:v>
                </c:pt>
                <c:pt idx="2547">
                  <c:v>7.1594771720159001</c:v>
                </c:pt>
                <c:pt idx="2548">
                  <c:v>7.1594771720159001</c:v>
                </c:pt>
                <c:pt idx="2549">
                  <c:v>7.2830580394819</c:v>
                </c:pt>
                <c:pt idx="2550">
                  <c:v>7.2795454796326799</c:v>
                </c:pt>
                <c:pt idx="2551">
                  <c:v>7.2844732202478504</c:v>
                </c:pt>
                <c:pt idx="2552">
                  <c:v>7.2331155278017603</c:v>
                </c:pt>
                <c:pt idx="2553">
                  <c:v>7.1848385838354298</c:v>
                </c:pt>
                <c:pt idx="2554">
                  <c:v>7.1950545102538701</c:v>
                </c:pt>
                <c:pt idx="2555">
                  <c:v>7.2046679023330302</c:v>
                </c:pt>
                <c:pt idx="2556">
                  <c:v>7.2166503057413296</c:v>
                </c:pt>
                <c:pt idx="2557">
                  <c:v>7.3084947694539197</c:v>
                </c:pt>
                <c:pt idx="2558">
                  <c:v>7.3639008948996398</c:v>
                </c:pt>
                <c:pt idx="2559">
                  <c:v>7.4371455748440303</c:v>
                </c:pt>
                <c:pt idx="2560">
                  <c:v>7.3839489798384497</c:v>
                </c:pt>
                <c:pt idx="2561">
                  <c:v>7.4262464439335796</c:v>
                </c:pt>
                <c:pt idx="2562">
                  <c:v>7.4842002837811004</c:v>
                </c:pt>
                <c:pt idx="2563">
                  <c:v>7.4229461474235299</c:v>
                </c:pt>
                <c:pt idx="2564">
                  <c:v>7.32948902944326</c:v>
                </c:pt>
                <c:pt idx="2565">
                  <c:v>7.4355169321880803</c:v>
                </c:pt>
                <c:pt idx="2566">
                  <c:v>7.42518127368416</c:v>
                </c:pt>
                <c:pt idx="2567">
                  <c:v>7.6448474487088198</c:v>
                </c:pt>
                <c:pt idx="2568">
                  <c:v>7.5565995772701404</c:v>
                </c:pt>
                <c:pt idx="2569">
                  <c:v>7.6262871900136897</c:v>
                </c:pt>
                <c:pt idx="2570">
                  <c:v>7.5177420136520299</c:v>
                </c:pt>
                <c:pt idx="2571">
                  <c:v>7.4976546776608899</c:v>
                </c:pt>
                <c:pt idx="2572">
                  <c:v>7.5876838231065999</c:v>
                </c:pt>
                <c:pt idx="2573">
                  <c:v>7.4977696984757802</c:v>
                </c:pt>
                <c:pt idx="2574">
                  <c:v>7.5800431277919698</c:v>
                </c:pt>
                <c:pt idx="2575">
                  <c:v>7.5648536005050104</c:v>
                </c:pt>
                <c:pt idx="2576">
                  <c:v>7.6012255912752202</c:v>
                </c:pt>
                <c:pt idx="2577">
                  <c:v>7.4802248655146304</c:v>
                </c:pt>
                <c:pt idx="2578">
                  <c:v>7.5681083928140396</c:v>
                </c:pt>
                <c:pt idx="2579">
                  <c:v>7.5749071213010204</c:v>
                </c:pt>
                <c:pt idx="2580">
                  <c:v>7.6349848265156899</c:v>
                </c:pt>
                <c:pt idx="2581">
                  <c:v>7.7711127238834097</c:v>
                </c:pt>
                <c:pt idx="2582">
                  <c:v>7.6276409037358501</c:v>
                </c:pt>
                <c:pt idx="2583">
                  <c:v>7.72067297187386</c:v>
                </c:pt>
                <c:pt idx="2584">
                  <c:v>7.7134271872691196</c:v>
                </c:pt>
                <c:pt idx="2585">
                  <c:v>7.7185687368765796</c:v>
                </c:pt>
                <c:pt idx="2586">
                  <c:v>7.67016821761068</c:v>
                </c:pt>
                <c:pt idx="2587">
                  <c:v>7.6360958216094099</c:v>
                </c:pt>
                <c:pt idx="2588">
                  <c:v>7.7255638293014304</c:v>
                </c:pt>
                <c:pt idx="2589">
                  <c:v>7.7053823883399604</c:v>
                </c:pt>
                <c:pt idx="2590">
                  <c:v>7.7083037031251003</c:v>
                </c:pt>
                <c:pt idx="2591">
                  <c:v>7.6347826766872897</c:v>
                </c:pt>
                <c:pt idx="2592">
                  <c:v>7.6192680569407996</c:v>
                </c:pt>
                <c:pt idx="2593">
                  <c:v>7.60068690961167</c:v>
                </c:pt>
                <c:pt idx="2594">
                  <c:v>7.6560941909677904</c:v>
                </c:pt>
                <c:pt idx="2595">
                  <c:v>7.6650847423594799</c:v>
                </c:pt>
                <c:pt idx="2596">
                  <c:v>7.6524986712184102</c:v>
                </c:pt>
                <c:pt idx="2597">
                  <c:v>7.6548108455603998</c:v>
                </c:pt>
                <c:pt idx="2598">
                  <c:v>7.53391104213767</c:v>
                </c:pt>
                <c:pt idx="2599">
                  <c:v>7.6410999246331404</c:v>
                </c:pt>
                <c:pt idx="2600">
                  <c:v>7.4284178070514502</c:v>
                </c:pt>
                <c:pt idx="2601">
                  <c:v>7.1522353046350604</c:v>
                </c:pt>
                <c:pt idx="2602">
                  <c:v>7.1550288763657601</c:v>
                </c:pt>
                <c:pt idx="2603">
                  <c:v>7.1550288763657601</c:v>
                </c:pt>
                <c:pt idx="2604">
                  <c:v>7.0601779128893503</c:v>
                </c:pt>
                <c:pt idx="2605">
                  <c:v>6.8903408341343999</c:v>
                </c:pt>
                <c:pt idx="2606">
                  <c:v>6.8651553558106002</c:v>
                </c:pt>
                <c:pt idx="2607">
                  <c:v>6.84398326045467</c:v>
                </c:pt>
                <c:pt idx="2608">
                  <c:v>6.7809413032953998</c:v>
                </c:pt>
                <c:pt idx="2609">
                  <c:v>6.8510015774461204</c:v>
                </c:pt>
                <c:pt idx="2610">
                  <c:v>6.8331247602766201</c:v>
                </c:pt>
                <c:pt idx="2611">
                  <c:v>6.8469233916374499</c:v>
                </c:pt>
                <c:pt idx="2612">
                  <c:v>6.6793439560187302</c:v>
                </c:pt>
                <c:pt idx="2613">
                  <c:v>6.6910278373237597</c:v>
                </c:pt>
                <c:pt idx="2614">
                  <c:v>6.5183077140977597</c:v>
                </c:pt>
                <c:pt idx="2615">
                  <c:v>6.49836220325661</c:v>
                </c:pt>
                <c:pt idx="2616">
                  <c:v>6.5036878650797796</c:v>
                </c:pt>
                <c:pt idx="2617">
                  <c:v>6.4466981032375301</c:v>
                </c:pt>
                <c:pt idx="2618">
                  <c:v>6.4736820869796201</c:v>
                </c:pt>
                <c:pt idx="2619">
                  <c:v>6.62715814240316</c:v>
                </c:pt>
                <c:pt idx="2620">
                  <c:v>6.4798579065402704</c:v>
                </c:pt>
                <c:pt idx="2621">
                  <c:v>6.4798579065402704</c:v>
                </c:pt>
                <c:pt idx="2622">
                  <c:v>6.4798579065402704</c:v>
                </c:pt>
                <c:pt idx="2623">
                  <c:v>6.50407105928499</c:v>
                </c:pt>
                <c:pt idx="2624">
                  <c:v>6.6166437667718796</c:v>
                </c:pt>
                <c:pt idx="2625">
                  <c:v>6.5154822934449204</c:v>
                </c:pt>
                <c:pt idx="2626">
                  <c:v>6.5742150075948702</c:v>
                </c:pt>
                <c:pt idx="2627">
                  <c:v>6.5735378828239801</c:v>
                </c:pt>
                <c:pt idx="2628">
                  <c:v>6.6587506733803004</c:v>
                </c:pt>
                <c:pt idx="2629">
                  <c:v>6.6422103228009801</c:v>
                </c:pt>
                <c:pt idx="2630">
                  <c:v>6.7797463583720603</c:v>
                </c:pt>
                <c:pt idx="2631">
                  <c:v>6.7797463583720603</c:v>
                </c:pt>
                <c:pt idx="2632">
                  <c:v>6.7934308276791198</c:v>
                </c:pt>
                <c:pt idx="2633">
                  <c:v>6.7673688640809599</c:v>
                </c:pt>
                <c:pt idx="2634">
                  <c:v>6.7647116211154499</c:v>
                </c:pt>
                <c:pt idx="2635">
                  <c:v>6.6906918592442102</c:v>
                </c:pt>
                <c:pt idx="2636">
                  <c:v>6.6113785895119701</c:v>
                </c:pt>
                <c:pt idx="2637">
                  <c:v>6.5680843157970497</c:v>
                </c:pt>
                <c:pt idx="2638">
                  <c:v>6.5726458251852797</c:v>
                </c:pt>
                <c:pt idx="2639">
                  <c:v>6.6857948825493896</c:v>
                </c:pt>
                <c:pt idx="2640">
                  <c:v>6.7285071402727699</c:v>
                </c:pt>
                <c:pt idx="2641">
                  <c:v>6.6990838218869202</c:v>
                </c:pt>
                <c:pt idx="2642">
                  <c:v>6.5480933160653203</c:v>
                </c:pt>
                <c:pt idx="2643">
                  <c:v>6.6138605511043096</c:v>
                </c:pt>
                <c:pt idx="2644">
                  <c:v>6.7051953742480901</c:v>
                </c:pt>
                <c:pt idx="2645">
                  <c:v>6.6523398735283097</c:v>
                </c:pt>
                <c:pt idx="2646">
                  <c:v>6.4700780637924096</c:v>
                </c:pt>
                <c:pt idx="2647">
                  <c:v>6.6163346284195397</c:v>
                </c:pt>
                <c:pt idx="2648">
                  <c:v>6.4971648151699597</c:v>
                </c:pt>
                <c:pt idx="2649">
                  <c:v>6.4640789526402704</c:v>
                </c:pt>
                <c:pt idx="2650">
                  <c:v>6.66636900228605</c:v>
                </c:pt>
                <c:pt idx="2651">
                  <c:v>6.5459040395501598</c:v>
                </c:pt>
                <c:pt idx="2652">
                  <c:v>6.6488226568820998</c:v>
                </c:pt>
                <c:pt idx="2653">
                  <c:v>6.6488226568820998</c:v>
                </c:pt>
                <c:pt idx="2654">
                  <c:v>6.7075988074606396</c:v>
                </c:pt>
                <c:pt idx="2655">
                  <c:v>6.7376909217384302</c:v>
                </c:pt>
                <c:pt idx="2656">
                  <c:v>6.7045269966624801</c:v>
                </c:pt>
                <c:pt idx="2657">
                  <c:v>6.6767583241109696</c:v>
                </c:pt>
                <c:pt idx="2658">
                  <c:v>6.6378840689333396</c:v>
                </c:pt>
                <c:pt idx="2659">
                  <c:v>6.6954086769816703</c:v>
                </c:pt>
                <c:pt idx="2660">
                  <c:v>6.69425773279485</c:v>
                </c:pt>
                <c:pt idx="2661">
                  <c:v>6.5348571544545404</c:v>
                </c:pt>
                <c:pt idx="2662">
                  <c:v>6.6566972909958704</c:v>
                </c:pt>
                <c:pt idx="2663">
                  <c:v>6.7191517105158098</c:v>
                </c:pt>
                <c:pt idx="2664">
                  <c:v>6.8456104789117704</c:v>
                </c:pt>
                <c:pt idx="2665">
                  <c:v>6.9237509152875703</c:v>
                </c:pt>
                <c:pt idx="2666">
                  <c:v>6.8767475732535699</c:v>
                </c:pt>
                <c:pt idx="2667">
                  <c:v>6.7801484318384801</c:v>
                </c:pt>
                <c:pt idx="2668">
                  <c:v>6.7801484318384801</c:v>
                </c:pt>
                <c:pt idx="2669">
                  <c:v>6.8246103796046196</c:v>
                </c:pt>
                <c:pt idx="2670">
                  <c:v>6.8310968869269599</c:v>
                </c:pt>
                <c:pt idx="2671">
                  <c:v>6.8157901690569096</c:v>
                </c:pt>
                <c:pt idx="2672">
                  <c:v>6.9146922455580899</c:v>
                </c:pt>
                <c:pt idx="2673">
                  <c:v>6.9146922455580899</c:v>
                </c:pt>
                <c:pt idx="2674">
                  <c:v>6.8832596106102297</c:v>
                </c:pt>
                <c:pt idx="2675">
                  <c:v>6.9008867404335401</c:v>
                </c:pt>
                <c:pt idx="2676">
                  <c:v>6.8797573338450002</c:v>
                </c:pt>
                <c:pt idx="2677">
                  <c:v>6.8266917247480698</c:v>
                </c:pt>
                <c:pt idx="2678">
                  <c:v>6.8320593967079901</c:v>
                </c:pt>
                <c:pt idx="2679">
                  <c:v>6.7532157278825302</c:v>
                </c:pt>
                <c:pt idx="2680">
                  <c:v>6.91474761950324</c:v>
                </c:pt>
                <c:pt idx="2681">
                  <c:v>6.91498988269141</c:v>
                </c:pt>
                <c:pt idx="2682">
                  <c:v>6.9206182374976501</c:v>
                </c:pt>
                <c:pt idx="2683">
                  <c:v>6.9097551890060398</c:v>
                </c:pt>
                <c:pt idx="2684">
                  <c:v>6.9161468131018502</c:v>
                </c:pt>
                <c:pt idx="2685">
                  <c:v>6.9455957083828901</c:v>
                </c:pt>
                <c:pt idx="2686">
                  <c:v>6.9353095952288299</c:v>
                </c:pt>
                <c:pt idx="2687">
                  <c:v>6.9579686034944599</c:v>
                </c:pt>
                <c:pt idx="2688">
                  <c:v>6.9092199214013199</c:v>
                </c:pt>
                <c:pt idx="2689">
                  <c:v>6.8907240569814903</c:v>
                </c:pt>
                <c:pt idx="2690">
                  <c:v>6.8443061265196397</c:v>
                </c:pt>
                <c:pt idx="2691">
                  <c:v>6.8199962539678998</c:v>
                </c:pt>
                <c:pt idx="2692">
                  <c:v>6.8555242958645204</c:v>
                </c:pt>
                <c:pt idx="2693">
                  <c:v>6.8404151293822002</c:v>
                </c:pt>
                <c:pt idx="2694">
                  <c:v>6.7843716545541</c:v>
                </c:pt>
                <c:pt idx="2695">
                  <c:v>6.9509415321600603</c:v>
                </c:pt>
                <c:pt idx="2696">
                  <c:v>6.98045508226976</c:v>
                </c:pt>
                <c:pt idx="2697">
                  <c:v>6.9906356146537698</c:v>
                </c:pt>
                <c:pt idx="2698">
                  <c:v>6.9461763941272503</c:v>
                </c:pt>
                <c:pt idx="2699">
                  <c:v>6.9809919143652497</c:v>
                </c:pt>
                <c:pt idx="2700">
                  <c:v>6.97043607573156</c:v>
                </c:pt>
                <c:pt idx="2701">
                  <c:v>6.97043607573156</c:v>
                </c:pt>
                <c:pt idx="2702">
                  <c:v>6.9988288047917102</c:v>
                </c:pt>
                <c:pt idx="2703">
                  <c:v>7.01777990189722</c:v>
                </c:pt>
                <c:pt idx="2704">
                  <c:v>6.9848299094930697</c:v>
                </c:pt>
                <c:pt idx="2705">
                  <c:v>7.0438068001485199</c:v>
                </c:pt>
                <c:pt idx="2706">
                  <c:v>6.9639656401961103</c:v>
                </c:pt>
                <c:pt idx="2707">
                  <c:v>6.9649919714354303</c:v>
                </c:pt>
                <c:pt idx="2708">
                  <c:v>6.9649919714354303</c:v>
                </c:pt>
                <c:pt idx="2709">
                  <c:v>6.9788785408497302</c:v>
                </c:pt>
                <c:pt idx="2710">
                  <c:v>6.9594590772352998</c:v>
                </c:pt>
                <c:pt idx="2711">
                  <c:v>6.9712283212569401</c:v>
                </c:pt>
                <c:pt idx="2712">
                  <c:v>6.9620072522603502</c:v>
                </c:pt>
                <c:pt idx="2713">
                  <c:v>6.9649159972805501</c:v>
                </c:pt>
                <c:pt idx="2714">
                  <c:v>6.9330555077936404</c:v>
                </c:pt>
                <c:pt idx="2715">
                  <c:v>6.8848341400001196</c:v>
                </c:pt>
                <c:pt idx="2716">
                  <c:v>6.8164797443689098</c:v>
                </c:pt>
                <c:pt idx="2717">
                  <c:v>6.7296593928772799</c:v>
                </c:pt>
                <c:pt idx="2718">
                  <c:v>6.7193130279575</c:v>
                </c:pt>
                <c:pt idx="2719">
                  <c:v>6.8261012998021799</c:v>
                </c:pt>
                <c:pt idx="2720">
                  <c:v>6.8158738026548802</c:v>
                </c:pt>
                <c:pt idx="2721">
                  <c:v>6.7959118654816297</c:v>
                </c:pt>
                <c:pt idx="2722">
                  <c:v>6.7748130666523103</c:v>
                </c:pt>
                <c:pt idx="2723">
                  <c:v>6.7163089383458399</c:v>
                </c:pt>
                <c:pt idx="2724">
                  <c:v>6.8669955148631701</c:v>
                </c:pt>
                <c:pt idx="2725">
                  <c:v>6.9125811019896402</c:v>
                </c:pt>
                <c:pt idx="2726">
                  <c:v>6.9019407016093197</c:v>
                </c:pt>
                <c:pt idx="2727">
                  <c:v>6.9582914044807502</c:v>
                </c:pt>
                <c:pt idx="2728">
                  <c:v>6.9727172438068203</c:v>
                </c:pt>
                <c:pt idx="2729">
                  <c:v>6.8971574580169097</c:v>
                </c:pt>
                <c:pt idx="2730">
                  <c:v>6.90888483439449</c:v>
                </c:pt>
                <c:pt idx="2731">
                  <c:v>6.9008915851018902</c:v>
                </c:pt>
                <c:pt idx="2732">
                  <c:v>6.8462247196053596</c:v>
                </c:pt>
                <c:pt idx="2733">
                  <c:v>6.8742346423824401</c:v>
                </c:pt>
                <c:pt idx="2734">
                  <c:v>6.9401039725611398</c:v>
                </c:pt>
                <c:pt idx="2735">
                  <c:v>6.9997925804142902</c:v>
                </c:pt>
                <c:pt idx="2736">
                  <c:v>7.0224981021899104</c:v>
                </c:pt>
                <c:pt idx="2737">
                  <c:v>6.9989101142703101</c:v>
                </c:pt>
                <c:pt idx="2738">
                  <c:v>7.1878346129548198</c:v>
                </c:pt>
                <c:pt idx="2739">
                  <c:v>7.1914462006757702</c:v>
                </c:pt>
                <c:pt idx="2740">
                  <c:v>7.1209666600322796</c:v>
                </c:pt>
                <c:pt idx="2741">
                  <c:v>7.07880683574259</c:v>
                </c:pt>
                <c:pt idx="2742">
                  <c:v>7.0704202789432697</c:v>
                </c:pt>
                <c:pt idx="2743">
                  <c:v>7.0478779041233999</c:v>
                </c:pt>
                <c:pt idx="2744">
                  <c:v>7.0261312407700602</c:v>
                </c:pt>
                <c:pt idx="2745">
                  <c:v>7.0650970973309102</c:v>
                </c:pt>
                <c:pt idx="2746">
                  <c:v>7.0199266881697699</c:v>
                </c:pt>
                <c:pt idx="2747">
                  <c:v>7.1088149413560204</c:v>
                </c:pt>
                <c:pt idx="2748">
                  <c:v>7.1088149413560204</c:v>
                </c:pt>
                <c:pt idx="2749">
                  <c:v>7.0469467428966803</c:v>
                </c:pt>
                <c:pt idx="2750">
                  <c:v>7.0166578728332398</c:v>
                </c:pt>
                <c:pt idx="2751">
                  <c:v>7.0628669787928704</c:v>
                </c:pt>
                <c:pt idx="2752">
                  <c:v>6.9765219368857796</c:v>
                </c:pt>
                <c:pt idx="2753">
                  <c:v>6.9784003745421401</c:v>
                </c:pt>
                <c:pt idx="2754">
                  <c:v>6.9567145999152897</c:v>
                </c:pt>
                <c:pt idx="2755">
                  <c:v>6.9612695751969698</c:v>
                </c:pt>
                <c:pt idx="2756">
                  <c:v>6.97916994102125</c:v>
                </c:pt>
                <c:pt idx="2757">
                  <c:v>6.99548193706765</c:v>
                </c:pt>
                <c:pt idx="2758">
                  <c:v>6.9953468126523504</c:v>
                </c:pt>
                <c:pt idx="2759">
                  <c:v>6.9728843899529496</c:v>
                </c:pt>
                <c:pt idx="2760">
                  <c:v>6.9391520448217801</c:v>
                </c:pt>
                <c:pt idx="2761">
                  <c:v>6.92114310080881</c:v>
                </c:pt>
                <c:pt idx="2762">
                  <c:v>6.93552960961543</c:v>
                </c:pt>
                <c:pt idx="2763">
                  <c:v>6.93552960961543</c:v>
                </c:pt>
                <c:pt idx="2764">
                  <c:v>6.9515069442936896</c:v>
                </c:pt>
                <c:pt idx="2765">
                  <c:v>6.9011595355792998</c:v>
                </c:pt>
                <c:pt idx="2766">
                  <c:v>6.8747355506800396</c:v>
                </c:pt>
                <c:pt idx="2767">
                  <c:v>6.8433943332730198</c:v>
                </c:pt>
                <c:pt idx="2768">
                  <c:v>6.8190770845306101</c:v>
                </c:pt>
                <c:pt idx="2769">
                  <c:v>6.8213290729051002</c:v>
                </c:pt>
                <c:pt idx="2770">
                  <c:v>6.7935176570258697</c:v>
                </c:pt>
                <c:pt idx="2771">
                  <c:v>6.8150231278704201</c:v>
                </c:pt>
                <c:pt idx="2772">
                  <c:v>6.9046460358175503</c:v>
                </c:pt>
                <c:pt idx="2773">
                  <c:v>6.9046460358175503</c:v>
                </c:pt>
                <c:pt idx="2774">
                  <c:v>6.8869876113271697</c:v>
                </c:pt>
                <c:pt idx="2775">
                  <c:v>6.8660519185091404</c:v>
                </c:pt>
                <c:pt idx="2776">
                  <c:v>6.8181253758000597</c:v>
                </c:pt>
                <c:pt idx="2777">
                  <c:v>6.8146149553036999</c:v>
                </c:pt>
                <c:pt idx="2778">
                  <c:v>6.7731621349443802</c:v>
                </c:pt>
                <c:pt idx="2779">
                  <c:v>6.7845171584382502</c:v>
                </c:pt>
                <c:pt idx="2780">
                  <c:v>6.7910765994537101</c:v>
                </c:pt>
                <c:pt idx="2781">
                  <c:v>6.8563939923330901</c:v>
                </c:pt>
                <c:pt idx="2782">
                  <c:v>6.9250082777379003</c:v>
                </c:pt>
                <c:pt idx="2783">
                  <c:v>6.8959940881453603</c:v>
                </c:pt>
                <c:pt idx="2784">
                  <c:v>6.9290557962497097</c:v>
                </c:pt>
                <c:pt idx="2785">
                  <c:v>6.9439891772574498</c:v>
                </c:pt>
                <c:pt idx="2786">
                  <c:v>7.0670286697687104</c:v>
                </c:pt>
                <c:pt idx="2787">
                  <c:v>7.16783447480252</c:v>
                </c:pt>
                <c:pt idx="2788">
                  <c:v>7.16783447480252</c:v>
                </c:pt>
                <c:pt idx="2789">
                  <c:v>7.4072390778975201</c:v>
                </c:pt>
                <c:pt idx="2790">
                  <c:v>7.5870041610117198</c:v>
                </c:pt>
                <c:pt idx="2791">
                  <c:v>7.6024924706296497</c:v>
                </c:pt>
                <c:pt idx="2792">
                  <c:v>7.5297963026625601</c:v>
                </c:pt>
                <c:pt idx="2793">
                  <c:v>7.5941612919200701</c:v>
                </c:pt>
                <c:pt idx="2794">
                  <c:v>7.6954384031207201</c:v>
                </c:pt>
                <c:pt idx="2795">
                  <c:v>7.5732167057735502</c:v>
                </c:pt>
                <c:pt idx="2796">
                  <c:v>7.4009480592915802</c:v>
                </c:pt>
                <c:pt idx="2797">
                  <c:v>7.4658774375043704</c:v>
                </c:pt>
                <c:pt idx="2798">
                  <c:v>7.4806887964825002</c:v>
                </c:pt>
                <c:pt idx="2799">
                  <c:v>7.5247603344201597</c:v>
                </c:pt>
                <c:pt idx="2800">
                  <c:v>7.4702590292343203</c:v>
                </c:pt>
                <c:pt idx="2801">
                  <c:v>7.4702590292343203</c:v>
                </c:pt>
                <c:pt idx="2802">
                  <c:v>7.5264281715508501</c:v>
                </c:pt>
                <c:pt idx="2803">
                  <c:v>7.480644119271</c:v>
                </c:pt>
                <c:pt idx="2804">
                  <c:v>7.4972125227579403</c:v>
                </c:pt>
                <c:pt idx="2805">
                  <c:v>7.4972125227579403</c:v>
                </c:pt>
                <c:pt idx="2806">
                  <c:v>7.4972125227579403</c:v>
                </c:pt>
                <c:pt idx="2807">
                  <c:v>7.4729629546996401</c:v>
                </c:pt>
                <c:pt idx="2808">
                  <c:v>7.46835105217344</c:v>
                </c:pt>
                <c:pt idx="2809">
                  <c:v>7.5167191259543999</c:v>
                </c:pt>
                <c:pt idx="2810">
                  <c:v>7.4240017544738004</c:v>
                </c:pt>
                <c:pt idx="2811">
                  <c:v>7.2498847819446803</c:v>
                </c:pt>
                <c:pt idx="2812">
                  <c:v>7.2463059341279301</c:v>
                </c:pt>
                <c:pt idx="2813">
                  <c:v>7.2463059341279301</c:v>
                </c:pt>
                <c:pt idx="2814">
                  <c:v>7.2806935274734403</c:v>
                </c:pt>
                <c:pt idx="2815">
                  <c:v>7.2560774408915396</c:v>
                </c:pt>
                <c:pt idx="2816">
                  <c:v>7.1518738406478501</c:v>
                </c:pt>
                <c:pt idx="2817">
                  <c:v>7.0828880530224199</c:v>
                </c:pt>
                <c:pt idx="2818">
                  <c:v>7.0407088071925097</c:v>
                </c:pt>
                <c:pt idx="2819">
                  <c:v>7.0374309724367698</c:v>
                </c:pt>
                <c:pt idx="2820">
                  <c:v>7.0217300892695897</c:v>
                </c:pt>
                <c:pt idx="2821">
                  <c:v>6.9381502061671698</c:v>
                </c:pt>
                <c:pt idx="2822">
                  <c:v>6.9051601437688097</c:v>
                </c:pt>
                <c:pt idx="2823">
                  <c:v>6.9378587789751096</c:v>
                </c:pt>
                <c:pt idx="2824">
                  <c:v>6.8598569461393604</c:v>
                </c:pt>
                <c:pt idx="2825">
                  <c:v>6.8723470911042703</c:v>
                </c:pt>
                <c:pt idx="2826">
                  <c:v>6.84324399966843</c:v>
                </c:pt>
                <c:pt idx="2827">
                  <c:v>6.9385987875780701</c:v>
                </c:pt>
                <c:pt idx="2828">
                  <c:v>6.8716060967716599</c:v>
                </c:pt>
                <c:pt idx="2829">
                  <c:v>6.8560246118857897</c:v>
                </c:pt>
                <c:pt idx="2830">
                  <c:v>6.9095478227947904</c:v>
                </c:pt>
                <c:pt idx="2831">
                  <c:v>6.93451777599648</c:v>
                </c:pt>
                <c:pt idx="2832">
                  <c:v>6.9797427337085001</c:v>
                </c:pt>
                <c:pt idx="2833">
                  <c:v>7.0513512000574501</c:v>
                </c:pt>
                <c:pt idx="2834">
                  <c:v>7.1217021746982603</c:v>
                </c:pt>
                <c:pt idx="2835">
                  <c:v>7.1893035429617003</c:v>
                </c:pt>
                <c:pt idx="2836">
                  <c:v>7.0969768319329898</c:v>
                </c:pt>
                <c:pt idx="2837">
                  <c:v>7.0432934595330998</c:v>
                </c:pt>
                <c:pt idx="2838">
                  <c:v>7.0449861498013897</c:v>
                </c:pt>
                <c:pt idx="2839">
                  <c:v>7.0983721156294601</c:v>
                </c:pt>
                <c:pt idx="2840">
                  <c:v>7.1266138206207801</c:v>
                </c:pt>
                <c:pt idx="2841">
                  <c:v>7.0773520631831399</c:v>
                </c:pt>
                <c:pt idx="2842">
                  <c:v>7.0994743494720396</c:v>
                </c:pt>
                <c:pt idx="2843">
                  <c:v>7.1015749644076402</c:v>
                </c:pt>
                <c:pt idx="2844">
                  <c:v>7.0731946691005003</c:v>
                </c:pt>
                <c:pt idx="2845">
                  <c:v>6.9745030825293304</c:v>
                </c:pt>
                <c:pt idx="2846">
                  <c:v>6.9374527107011099</c:v>
                </c:pt>
                <c:pt idx="2847">
                  <c:v>6.9584476920458602</c:v>
                </c:pt>
                <c:pt idx="2848">
                  <c:v>7.0106299074685099</c:v>
                </c:pt>
                <c:pt idx="2849">
                  <c:v>7.1098400150721099</c:v>
                </c:pt>
                <c:pt idx="2850">
                  <c:v>7.1310857754766497</c:v>
                </c:pt>
                <c:pt idx="2851">
                  <c:v>7.1000505196836299</c:v>
                </c:pt>
                <c:pt idx="2852">
                  <c:v>7.3085916978761603</c:v>
                </c:pt>
                <c:pt idx="2853">
                  <c:v>7.3566704840830601</c:v>
                </c:pt>
                <c:pt idx="2854">
                  <c:v>7.4623761648125004</c:v>
                </c:pt>
                <c:pt idx="2855">
                  <c:v>7.4015808465746096</c:v>
                </c:pt>
                <c:pt idx="2856">
                  <c:v>7.3254062361102896</c:v>
                </c:pt>
                <c:pt idx="2857">
                  <c:v>7.4643524332618796</c:v>
                </c:pt>
                <c:pt idx="2858">
                  <c:v>7.4852507253314</c:v>
                </c:pt>
                <c:pt idx="2859">
                  <c:v>7.4094358430319396</c:v>
                </c:pt>
                <c:pt idx="2860">
                  <c:v>7.3706057638844902</c:v>
                </c:pt>
                <c:pt idx="2861">
                  <c:v>7.28487623850961</c:v>
                </c:pt>
                <c:pt idx="2862">
                  <c:v>7.2607033650033497</c:v>
                </c:pt>
                <c:pt idx="2863">
                  <c:v>7.2607033650033497</c:v>
                </c:pt>
                <c:pt idx="2864">
                  <c:v>7.2298831894312903</c:v>
                </c:pt>
                <c:pt idx="2865">
                  <c:v>7.3064561025377603</c:v>
                </c:pt>
                <c:pt idx="2866">
                  <c:v>7.3895141858585802</c:v>
                </c:pt>
                <c:pt idx="2867">
                  <c:v>7.3947988937452003</c:v>
                </c:pt>
                <c:pt idx="2868">
                  <c:v>7.4558171643676703</c:v>
                </c:pt>
                <c:pt idx="2869">
                  <c:v>7.41935933369352</c:v>
                </c:pt>
                <c:pt idx="2870">
                  <c:v>7.3677711777438804</c:v>
                </c:pt>
                <c:pt idx="2871">
                  <c:v>7.3677711777438804</c:v>
                </c:pt>
                <c:pt idx="2872">
                  <c:v>7.3677711777438804</c:v>
                </c:pt>
                <c:pt idx="2873">
                  <c:v>7.2769384296912296</c:v>
                </c:pt>
                <c:pt idx="2874">
                  <c:v>7.2902146975969098</c:v>
                </c:pt>
                <c:pt idx="2875">
                  <c:v>7.1876572395682903</c:v>
                </c:pt>
                <c:pt idx="2876">
                  <c:v>7.2417072103334901</c:v>
                </c:pt>
                <c:pt idx="2877">
                  <c:v>7.2382036878692597</c:v>
                </c:pt>
                <c:pt idx="2878">
                  <c:v>7.1947401644258697</c:v>
                </c:pt>
                <c:pt idx="2879">
                  <c:v>7.1823396786995097</c:v>
                </c:pt>
                <c:pt idx="2880">
                  <c:v>7.1680188706056196</c:v>
                </c:pt>
                <c:pt idx="2881">
                  <c:v>7.15336772098465</c:v>
                </c:pt>
                <c:pt idx="2882">
                  <c:v>7.1803671345223101</c:v>
                </c:pt>
                <c:pt idx="2883">
                  <c:v>7.18771004808025</c:v>
                </c:pt>
                <c:pt idx="2884">
                  <c:v>7.1733854368187204</c:v>
                </c:pt>
                <c:pt idx="2885">
                  <c:v>7.2024037847703202</c:v>
                </c:pt>
                <c:pt idx="2886">
                  <c:v>7.2522331211456601</c:v>
                </c:pt>
                <c:pt idx="2887">
                  <c:v>7.1413149032028</c:v>
                </c:pt>
                <c:pt idx="2888">
                  <c:v>7.2453953833397096</c:v>
                </c:pt>
                <c:pt idx="2889">
                  <c:v>7.1532624905764797</c:v>
                </c:pt>
                <c:pt idx="2890">
                  <c:v>7.1485737010296697</c:v>
                </c:pt>
                <c:pt idx="2891">
                  <c:v>7.1771766873477096</c:v>
                </c:pt>
                <c:pt idx="2892">
                  <c:v>7.1771766873477096</c:v>
                </c:pt>
                <c:pt idx="2893">
                  <c:v>7.2313721075185402</c:v>
                </c:pt>
                <c:pt idx="2894">
                  <c:v>7.2749617729392897</c:v>
                </c:pt>
                <c:pt idx="2895">
                  <c:v>7.3296512855440197</c:v>
                </c:pt>
                <c:pt idx="2896">
                  <c:v>7.3190396693427298</c:v>
                </c:pt>
                <c:pt idx="2897">
                  <c:v>7.27912032767982</c:v>
                </c:pt>
                <c:pt idx="2898">
                  <c:v>7.3327279650628201</c:v>
                </c:pt>
                <c:pt idx="2899">
                  <c:v>7.40835246550939</c:v>
                </c:pt>
                <c:pt idx="2900">
                  <c:v>7.3881303957796902</c:v>
                </c:pt>
                <c:pt idx="2901">
                  <c:v>7.3788716407012496</c:v>
                </c:pt>
                <c:pt idx="2902">
                  <c:v>7.3712870775169304</c:v>
                </c:pt>
                <c:pt idx="2903">
                  <c:v>7.3712870775169304</c:v>
                </c:pt>
                <c:pt idx="2904">
                  <c:v>7.3863942467206796</c:v>
                </c:pt>
                <c:pt idx="2905">
                  <c:v>7.3920063423840503</c:v>
                </c:pt>
                <c:pt idx="2906">
                  <c:v>7.3481429778824001</c:v>
                </c:pt>
                <c:pt idx="2907">
                  <c:v>7.3729214584097296</c:v>
                </c:pt>
                <c:pt idx="2908">
                  <c:v>7.3886689651983497</c:v>
                </c:pt>
                <c:pt idx="2909">
                  <c:v>7.3945959726462602</c:v>
                </c:pt>
                <c:pt idx="2910">
                  <c:v>7.3944245126897199</c:v>
                </c:pt>
                <c:pt idx="2911">
                  <c:v>7.3657582331539402</c:v>
                </c:pt>
                <c:pt idx="2912">
                  <c:v>7.3354702304132404</c:v>
                </c:pt>
                <c:pt idx="2913">
                  <c:v>7.37888711204325</c:v>
                </c:pt>
                <c:pt idx="2914">
                  <c:v>7.4342874239172296</c:v>
                </c:pt>
                <c:pt idx="2915">
                  <c:v>7.4763246274664397</c:v>
                </c:pt>
                <c:pt idx="2916">
                  <c:v>7.5044889474816197</c:v>
                </c:pt>
                <c:pt idx="2917">
                  <c:v>7.5675419821979402</c:v>
                </c:pt>
                <c:pt idx="2918">
                  <c:v>7.5675419821979402</c:v>
                </c:pt>
                <c:pt idx="2919">
                  <c:v>7.56436686895184</c:v>
                </c:pt>
                <c:pt idx="2920">
                  <c:v>7.57560510156567</c:v>
                </c:pt>
                <c:pt idx="2921">
                  <c:v>7.59138367401534</c:v>
                </c:pt>
                <c:pt idx="2922">
                  <c:v>7.5722704499949502</c:v>
                </c:pt>
                <c:pt idx="2923">
                  <c:v>7.5722704499949502</c:v>
                </c:pt>
                <c:pt idx="2924">
                  <c:v>7.5802489016264296</c:v>
                </c:pt>
                <c:pt idx="2925">
                  <c:v>7.7006728161827098</c:v>
                </c:pt>
                <c:pt idx="2926">
                  <c:v>7.6651720391160296</c:v>
                </c:pt>
                <c:pt idx="2927">
                  <c:v>7.6583368722367799</c:v>
                </c:pt>
                <c:pt idx="2928">
                  <c:v>7.6751540553212703</c:v>
                </c:pt>
                <c:pt idx="2929">
                  <c:v>7.6833092440297399</c:v>
                </c:pt>
                <c:pt idx="2930">
                  <c:v>7.7155109901828096</c:v>
                </c:pt>
                <c:pt idx="2931">
                  <c:v>7.7821038531033997</c:v>
                </c:pt>
                <c:pt idx="2932">
                  <c:v>7.8831084403123404</c:v>
                </c:pt>
                <c:pt idx="2933">
                  <c:v>7.8831084403123404</c:v>
                </c:pt>
                <c:pt idx="2934">
                  <c:v>7.82295673104852</c:v>
                </c:pt>
                <c:pt idx="2935">
                  <c:v>7.8772159032877598</c:v>
                </c:pt>
                <c:pt idx="2936">
                  <c:v>7.85382346555736</c:v>
                </c:pt>
                <c:pt idx="2937">
                  <c:v>7.8805866639084297</c:v>
                </c:pt>
                <c:pt idx="2938">
                  <c:v>7.8686590960392797</c:v>
                </c:pt>
                <c:pt idx="2939">
                  <c:v>7.8709729763447402</c:v>
                </c:pt>
                <c:pt idx="2940">
                  <c:v>7.8929576257090703</c:v>
                </c:pt>
                <c:pt idx="2941">
                  <c:v>7.8624302219824296</c:v>
                </c:pt>
                <c:pt idx="2942">
                  <c:v>7.9008566763569696</c:v>
                </c:pt>
                <c:pt idx="2943">
                  <c:v>7.9057421930582601</c:v>
                </c:pt>
                <c:pt idx="2944">
                  <c:v>7.8757108579430897</c:v>
                </c:pt>
                <c:pt idx="2945">
                  <c:v>7.8695686638951203</c:v>
                </c:pt>
                <c:pt idx="2946">
                  <c:v>7.84640307924455</c:v>
                </c:pt>
                <c:pt idx="2947">
                  <c:v>7.8853290621936099</c:v>
                </c:pt>
                <c:pt idx="2948">
                  <c:v>7.8853290621936099</c:v>
                </c:pt>
                <c:pt idx="2949">
                  <c:v>7.8776571382321396</c:v>
                </c:pt>
                <c:pt idx="2950">
                  <c:v>7.8195065135823203</c:v>
                </c:pt>
                <c:pt idx="2951">
                  <c:v>7.7393574214507304</c:v>
                </c:pt>
                <c:pt idx="2952">
                  <c:v>7.8026075402782</c:v>
                </c:pt>
                <c:pt idx="2953">
                  <c:v>7.7899652913687403</c:v>
                </c:pt>
                <c:pt idx="2954">
                  <c:v>7.7896814455152503</c:v>
                </c:pt>
                <c:pt idx="2955">
                  <c:v>7.7588789639587104</c:v>
                </c:pt>
                <c:pt idx="2956">
                  <c:v>7.7587885851262302</c:v>
                </c:pt>
                <c:pt idx="2957">
                  <c:v>7.75010535851127</c:v>
                </c:pt>
                <c:pt idx="2958">
                  <c:v>7.8208520609075096</c:v>
                </c:pt>
                <c:pt idx="2959">
                  <c:v>7.8233602035652696</c:v>
                </c:pt>
                <c:pt idx="2960">
                  <c:v>7.8807275316399599</c:v>
                </c:pt>
                <c:pt idx="2961">
                  <c:v>7.9342007765304396</c:v>
                </c:pt>
                <c:pt idx="2962">
                  <c:v>7.9342007765304396</c:v>
                </c:pt>
                <c:pt idx="2963">
                  <c:v>7.9492264197240203</c:v>
                </c:pt>
                <c:pt idx="2964">
                  <c:v>7.9311172409072199</c:v>
                </c:pt>
                <c:pt idx="2965">
                  <c:v>7.8797764988336496</c:v>
                </c:pt>
                <c:pt idx="2966">
                  <c:v>7.9308646169107</c:v>
                </c:pt>
                <c:pt idx="2967">
                  <c:v>7.9354101104316896</c:v>
                </c:pt>
                <c:pt idx="2968">
                  <c:v>7.9354101104316896</c:v>
                </c:pt>
                <c:pt idx="2969">
                  <c:v>7.95240653821861</c:v>
                </c:pt>
                <c:pt idx="2970">
                  <c:v>7.9469163298384604</c:v>
                </c:pt>
                <c:pt idx="2971">
                  <c:v>7.9484507451732798</c:v>
                </c:pt>
                <c:pt idx="2972">
                  <c:v>8.1088912859508095</c:v>
                </c:pt>
                <c:pt idx="2973">
                  <c:v>8.3109764283927205</c:v>
                </c:pt>
                <c:pt idx="2974">
                  <c:v>8.3053542165483591</c:v>
                </c:pt>
                <c:pt idx="2975">
                  <c:v>8.4425091614449297</c:v>
                </c:pt>
                <c:pt idx="2976">
                  <c:v>8.35468033591801</c:v>
                </c:pt>
                <c:pt idx="2977">
                  <c:v>8.3191395815417302</c:v>
                </c:pt>
                <c:pt idx="2978">
                  <c:v>8.3499887925577205</c:v>
                </c:pt>
                <c:pt idx="2979">
                  <c:v>8.4091375368629198</c:v>
                </c:pt>
                <c:pt idx="2980">
                  <c:v>8.5538882385156594</c:v>
                </c:pt>
                <c:pt idx="2981">
                  <c:v>8.5246752067602607</c:v>
                </c:pt>
                <c:pt idx="2982">
                  <c:v>8.5033669513018708</c:v>
                </c:pt>
                <c:pt idx="2983">
                  <c:v>8.7235651258851608</c:v>
                </c:pt>
                <c:pt idx="2984">
                  <c:v>8.81756183970462</c:v>
                </c:pt>
                <c:pt idx="2985">
                  <c:v>8.7516055611129406</c:v>
                </c:pt>
                <c:pt idx="2986">
                  <c:v>8.7059967127992604</c:v>
                </c:pt>
                <c:pt idx="2987">
                  <c:v>8.6232347025429803</c:v>
                </c:pt>
                <c:pt idx="2988">
                  <c:v>8.6815645375532497</c:v>
                </c:pt>
                <c:pt idx="2989">
                  <c:v>8.7274545963817705</c:v>
                </c:pt>
                <c:pt idx="2990">
                  <c:v>8.6602135329030308</c:v>
                </c:pt>
                <c:pt idx="2991">
                  <c:v>8.6387874206966107</c:v>
                </c:pt>
                <c:pt idx="2992">
                  <c:v>8.3556736931163105</c:v>
                </c:pt>
                <c:pt idx="2993">
                  <c:v>8.3121534478083792</c:v>
                </c:pt>
                <c:pt idx="2994">
                  <c:v>8.4681795468417906</c:v>
                </c:pt>
                <c:pt idx="2995">
                  <c:v>8.4685834948177607</c:v>
                </c:pt>
                <c:pt idx="2996">
                  <c:v>8.5918050204224894</c:v>
                </c:pt>
                <c:pt idx="2997">
                  <c:v>8.4719764684381804</c:v>
                </c:pt>
                <c:pt idx="2998">
                  <c:v>8.6652573774189303</c:v>
                </c:pt>
                <c:pt idx="2999">
                  <c:v>8.7292901319107195</c:v>
                </c:pt>
                <c:pt idx="3000">
                  <c:v>8.6299626993333796</c:v>
                </c:pt>
                <c:pt idx="3001">
                  <c:v>8.5311901609636394</c:v>
                </c:pt>
                <c:pt idx="3002">
                  <c:v>8.4301497163289891</c:v>
                </c:pt>
                <c:pt idx="3003">
                  <c:v>8.2566858941058499</c:v>
                </c:pt>
                <c:pt idx="3004">
                  <c:v>8.2540403674396394</c:v>
                </c:pt>
                <c:pt idx="3005">
                  <c:v>8.1855532359105805</c:v>
                </c:pt>
                <c:pt idx="3006">
                  <c:v>8.2032850704411899</c:v>
                </c:pt>
                <c:pt idx="3007">
                  <c:v>8.1290745809754306</c:v>
                </c:pt>
                <c:pt idx="3008">
                  <c:v>8.1290745809754306</c:v>
                </c:pt>
                <c:pt idx="3009">
                  <c:v>8.2254986562913803</c:v>
                </c:pt>
                <c:pt idx="3010">
                  <c:v>8.2238573464520908</c:v>
                </c:pt>
                <c:pt idx="3011">
                  <c:v>8.1265686723644599</c:v>
                </c:pt>
                <c:pt idx="3012">
                  <c:v>8.1012803135180604</c:v>
                </c:pt>
                <c:pt idx="3013">
                  <c:v>8.225933023204</c:v>
                </c:pt>
                <c:pt idx="3014">
                  <c:v>8.1423732800425093</c:v>
                </c:pt>
                <c:pt idx="3015">
                  <c:v>8.2236289982096498</c:v>
                </c:pt>
                <c:pt idx="3016">
                  <c:v>8.1213290007593297</c:v>
                </c:pt>
                <c:pt idx="3017">
                  <c:v>8.1654889370709505</c:v>
                </c:pt>
                <c:pt idx="3018">
                  <c:v>8.2064561664033402</c:v>
                </c:pt>
                <c:pt idx="3019">
                  <c:v>8.2384245329491002</c:v>
                </c:pt>
                <c:pt idx="3020">
                  <c:v>8.1743431124983204</c:v>
                </c:pt>
                <c:pt idx="3021">
                  <c:v>8.2527879634792001</c:v>
                </c:pt>
                <c:pt idx="3022">
                  <c:v>8.2567503342378306</c:v>
                </c:pt>
                <c:pt idx="3023">
                  <c:v>8.2567503342378306</c:v>
                </c:pt>
                <c:pt idx="3024">
                  <c:v>8.2773542550458004</c:v>
                </c:pt>
                <c:pt idx="3025">
                  <c:v>8.1449050772560092</c:v>
                </c:pt>
                <c:pt idx="3026">
                  <c:v>8.21885877992902</c:v>
                </c:pt>
                <c:pt idx="3027">
                  <c:v>8.3142765599504909</c:v>
                </c:pt>
                <c:pt idx="3028">
                  <c:v>8.3681012901099194</c:v>
                </c:pt>
                <c:pt idx="3029">
                  <c:v>8.4269405799926496</c:v>
                </c:pt>
                <c:pt idx="3030">
                  <c:v>8.5362244474681397</c:v>
                </c:pt>
                <c:pt idx="3031">
                  <c:v>8.5764263002470198</c:v>
                </c:pt>
                <c:pt idx="3032">
                  <c:v>8.6091170992686799</c:v>
                </c:pt>
                <c:pt idx="3033">
                  <c:v>8.6091170992686799</c:v>
                </c:pt>
                <c:pt idx="3034">
                  <c:v>8.5683100257518898</c:v>
                </c:pt>
                <c:pt idx="3035">
                  <c:v>8.6605796890590607</c:v>
                </c:pt>
                <c:pt idx="3036">
                  <c:v>8.6725686217588898</c:v>
                </c:pt>
                <c:pt idx="3037">
                  <c:v>8.6280634732241808</c:v>
                </c:pt>
                <c:pt idx="3038">
                  <c:v>8.6709501660418606</c:v>
                </c:pt>
                <c:pt idx="3039">
                  <c:v>8.6632943022720799</c:v>
                </c:pt>
                <c:pt idx="3040">
                  <c:v>8.7372745728594197</c:v>
                </c:pt>
                <c:pt idx="3041">
                  <c:v>8.7574682975685807</c:v>
                </c:pt>
                <c:pt idx="3042">
                  <c:v>8.7971809782984405</c:v>
                </c:pt>
                <c:pt idx="3043">
                  <c:v>8.7161492657826507</c:v>
                </c:pt>
                <c:pt idx="3044">
                  <c:v>8.6490304927991399</c:v>
                </c:pt>
                <c:pt idx="3045">
                  <c:v>8.6279919052419096</c:v>
                </c:pt>
                <c:pt idx="3046">
                  <c:v>8.7186809367967495</c:v>
                </c:pt>
                <c:pt idx="3047">
                  <c:v>8.7525003060433502</c:v>
                </c:pt>
                <c:pt idx="3048">
                  <c:v>8.8753867922150498</c:v>
                </c:pt>
                <c:pt idx="3049">
                  <c:v>8.8753867922150498</c:v>
                </c:pt>
                <c:pt idx="3050">
                  <c:v>8.8512614501839604</c:v>
                </c:pt>
                <c:pt idx="3051">
                  <c:v>8.8474384792419194</c:v>
                </c:pt>
                <c:pt idx="3052">
                  <c:v>8.9786254913955794</c:v>
                </c:pt>
                <c:pt idx="3053">
                  <c:v>9.0812255484774003</c:v>
                </c:pt>
                <c:pt idx="3054">
                  <c:v>9.02632614309716</c:v>
                </c:pt>
                <c:pt idx="3055">
                  <c:v>9.0249127063150407</c:v>
                </c:pt>
                <c:pt idx="3056">
                  <c:v>8.9743541286376995</c:v>
                </c:pt>
                <c:pt idx="3057">
                  <c:v>9.0040640519906798</c:v>
                </c:pt>
                <c:pt idx="3058">
                  <c:v>8.8604273536026508</c:v>
                </c:pt>
                <c:pt idx="3059">
                  <c:v>8.9212871515060002</c:v>
                </c:pt>
                <c:pt idx="3060">
                  <c:v>8.8263080667471705</c:v>
                </c:pt>
                <c:pt idx="3061">
                  <c:v>8.8072545452139703</c:v>
                </c:pt>
                <c:pt idx="3062">
                  <c:v>8.8072545452139703</c:v>
                </c:pt>
                <c:pt idx="3063">
                  <c:v>8.8738437912591994</c:v>
                </c:pt>
                <c:pt idx="3064">
                  <c:v>8.8767604843105996</c:v>
                </c:pt>
                <c:pt idx="3065">
                  <c:v>8.8770617129010496</c:v>
                </c:pt>
                <c:pt idx="3066">
                  <c:v>8.8770617129010496</c:v>
                </c:pt>
                <c:pt idx="3067">
                  <c:v>8.8770617129010496</c:v>
                </c:pt>
                <c:pt idx="3068">
                  <c:v>8.94542934229416</c:v>
                </c:pt>
                <c:pt idx="3069">
                  <c:v>8.9808326084738006</c:v>
                </c:pt>
                <c:pt idx="3070">
                  <c:v>9.01073011999347</c:v>
                </c:pt>
                <c:pt idx="3071">
                  <c:v>9.06331726162718</c:v>
                </c:pt>
                <c:pt idx="3072">
                  <c:v>9.0591236827038308</c:v>
                </c:pt>
                <c:pt idx="3073">
                  <c:v>9.0591236827038308</c:v>
                </c:pt>
                <c:pt idx="3074">
                  <c:v>9.0907932213989504</c:v>
                </c:pt>
                <c:pt idx="3075">
                  <c:v>9.07032991949173</c:v>
                </c:pt>
                <c:pt idx="3076">
                  <c:v>9.0526939935362396</c:v>
                </c:pt>
                <c:pt idx="3077">
                  <c:v>9.0577420909327504</c:v>
                </c:pt>
                <c:pt idx="3078">
                  <c:v>9.1468147131963509</c:v>
                </c:pt>
                <c:pt idx="3079">
                  <c:v>9.17430762120871</c:v>
                </c:pt>
                <c:pt idx="3080">
                  <c:v>9.3506741316153104</c:v>
                </c:pt>
                <c:pt idx="3081">
                  <c:v>9.3426295239152992</c:v>
                </c:pt>
                <c:pt idx="3082">
                  <c:v>9.2292020637722896</c:v>
                </c:pt>
                <c:pt idx="3083">
                  <c:v>9.3376115065533902</c:v>
                </c:pt>
                <c:pt idx="3084">
                  <c:v>9.34451091819402</c:v>
                </c:pt>
                <c:pt idx="3085">
                  <c:v>9.2925146980569799</c:v>
                </c:pt>
                <c:pt idx="3086">
                  <c:v>9.2377232836181005</c:v>
                </c:pt>
                <c:pt idx="3087">
                  <c:v>9.20696442918873</c:v>
                </c:pt>
                <c:pt idx="3088">
                  <c:v>9.2304201729697102</c:v>
                </c:pt>
                <c:pt idx="3089">
                  <c:v>9.2807801874786104</c:v>
                </c:pt>
                <c:pt idx="3090">
                  <c:v>9.2423630554395597</c:v>
                </c:pt>
                <c:pt idx="3091">
                  <c:v>9.2374726620321201</c:v>
                </c:pt>
                <c:pt idx="3092">
                  <c:v>9.2656291067049903</c:v>
                </c:pt>
                <c:pt idx="3093">
                  <c:v>9.3080387873560895</c:v>
                </c:pt>
                <c:pt idx="3094">
                  <c:v>9.3435217352074194</c:v>
                </c:pt>
                <c:pt idx="3095">
                  <c:v>9.4308985804094103</c:v>
                </c:pt>
                <c:pt idx="3096">
                  <c:v>9.6858928682677892</c:v>
                </c:pt>
                <c:pt idx="3097">
                  <c:v>9.5763468983452</c:v>
                </c:pt>
                <c:pt idx="3098">
                  <c:v>9.50453949464743</c:v>
                </c:pt>
                <c:pt idx="3099">
                  <c:v>9.4832458627932201</c:v>
                </c:pt>
                <c:pt idx="3100">
                  <c:v>9.4872881019301794</c:v>
                </c:pt>
                <c:pt idx="3101">
                  <c:v>9.3836716736162806</c:v>
                </c:pt>
                <c:pt idx="3102">
                  <c:v>9.3557611387733903</c:v>
                </c:pt>
                <c:pt idx="3103">
                  <c:v>9.2952987467913601</c:v>
                </c:pt>
                <c:pt idx="3104">
                  <c:v>9.2415493646647793</c:v>
                </c:pt>
                <c:pt idx="3105">
                  <c:v>9.3073596852224405</c:v>
                </c:pt>
                <c:pt idx="3106">
                  <c:v>9.2396066875113494</c:v>
                </c:pt>
                <c:pt idx="3107">
                  <c:v>9.2371409875952395</c:v>
                </c:pt>
                <c:pt idx="3108">
                  <c:v>9.1897102906373505</c:v>
                </c:pt>
                <c:pt idx="3109">
                  <c:v>9.0848844304479801</c:v>
                </c:pt>
                <c:pt idx="3110">
                  <c:v>9.0349996626833207</c:v>
                </c:pt>
                <c:pt idx="3111">
                  <c:v>9.0110431494563805</c:v>
                </c:pt>
                <c:pt idx="3112">
                  <c:v>9.0106329947812895</c:v>
                </c:pt>
                <c:pt idx="3113">
                  <c:v>8.9025146212858495</c:v>
                </c:pt>
                <c:pt idx="3114">
                  <c:v>8.9020268652360706</c:v>
                </c:pt>
                <c:pt idx="3115">
                  <c:v>8.8512988456687491</c:v>
                </c:pt>
                <c:pt idx="3116">
                  <c:v>8.7293372248795595</c:v>
                </c:pt>
                <c:pt idx="3117">
                  <c:v>8.5980836498445292</c:v>
                </c:pt>
                <c:pt idx="3118">
                  <c:v>8.7392408996088502</c:v>
                </c:pt>
                <c:pt idx="3119">
                  <c:v>8.7916396028816397</c:v>
                </c:pt>
                <c:pt idx="3120">
                  <c:v>8.6625794848137794</c:v>
                </c:pt>
                <c:pt idx="3121">
                  <c:v>8.4258116414409692</c:v>
                </c:pt>
                <c:pt idx="3122">
                  <c:v>8.3937242744319001</c:v>
                </c:pt>
                <c:pt idx="3123">
                  <c:v>8.3937242744319001</c:v>
                </c:pt>
                <c:pt idx="3124">
                  <c:v>8.4753096301733404</c:v>
                </c:pt>
                <c:pt idx="3125">
                  <c:v>8.4828399138652504</c:v>
                </c:pt>
                <c:pt idx="3126">
                  <c:v>8.4828399138652504</c:v>
                </c:pt>
                <c:pt idx="3127">
                  <c:v>8.4828399138652504</c:v>
                </c:pt>
                <c:pt idx="3128">
                  <c:v>8.5034703733959098</c:v>
                </c:pt>
                <c:pt idx="3129">
                  <c:v>8.4745083504366097</c:v>
                </c:pt>
                <c:pt idx="3130">
                  <c:v>8.4290506367663305</c:v>
                </c:pt>
                <c:pt idx="3131">
                  <c:v>8.3536740263584299</c:v>
                </c:pt>
                <c:pt idx="3132">
                  <c:v>8.3294825803373804</c:v>
                </c:pt>
                <c:pt idx="3133">
                  <c:v>8.2498934522534704</c:v>
                </c:pt>
                <c:pt idx="3134">
                  <c:v>8.2030461399613905</c:v>
                </c:pt>
                <c:pt idx="3135">
                  <c:v>8.2441734656056003</c:v>
                </c:pt>
                <c:pt idx="3136">
                  <c:v>8.3551241290444107</c:v>
                </c:pt>
                <c:pt idx="3137">
                  <c:v>8.3586157763750109</c:v>
                </c:pt>
                <c:pt idx="3138">
                  <c:v>8.4136833140518306</c:v>
                </c:pt>
                <c:pt idx="3139">
                  <c:v>8.3626900208234307</c:v>
                </c:pt>
                <c:pt idx="3140">
                  <c:v>8.2865719859392897</c:v>
                </c:pt>
                <c:pt idx="3141">
                  <c:v>8.2543985211485396</c:v>
                </c:pt>
                <c:pt idx="3142">
                  <c:v>8.2761031723693499</c:v>
                </c:pt>
                <c:pt idx="3143">
                  <c:v>8.2425275914319798</c:v>
                </c:pt>
                <c:pt idx="3144">
                  <c:v>8.1082482732070993</c:v>
                </c:pt>
                <c:pt idx="3145">
                  <c:v>8.2089905729732404</c:v>
                </c:pt>
                <c:pt idx="3146">
                  <c:v>8.2495135231358603</c:v>
                </c:pt>
                <c:pt idx="3147">
                  <c:v>8.2581707461387808</c:v>
                </c:pt>
                <c:pt idx="3148">
                  <c:v>8.2854206137445594</c:v>
                </c:pt>
                <c:pt idx="3149">
                  <c:v>8.3137239867632697</c:v>
                </c:pt>
                <c:pt idx="3150">
                  <c:v>8.2693244503722703</c:v>
                </c:pt>
                <c:pt idx="3151">
                  <c:v>8.1814256619364993</c:v>
                </c:pt>
                <c:pt idx="3152">
                  <c:v>8.2176303030284696</c:v>
                </c:pt>
                <c:pt idx="3153">
                  <c:v>8.2884090978555705</c:v>
                </c:pt>
                <c:pt idx="3154">
                  <c:v>8.3045969005350404</c:v>
                </c:pt>
                <c:pt idx="3155">
                  <c:v>8.2322156244349003</c:v>
                </c:pt>
                <c:pt idx="3156">
                  <c:v>8.2698604633400592</c:v>
                </c:pt>
                <c:pt idx="3157">
                  <c:v>8.2554083259942495</c:v>
                </c:pt>
                <c:pt idx="3158">
                  <c:v>8.2554083259942495</c:v>
                </c:pt>
                <c:pt idx="3159">
                  <c:v>8.2680965991112103</c:v>
                </c:pt>
                <c:pt idx="3160">
                  <c:v>8.1860705515761101</c:v>
                </c:pt>
                <c:pt idx="3161">
                  <c:v>8.1732586423314793</c:v>
                </c:pt>
                <c:pt idx="3162">
                  <c:v>8.1257645092062294</c:v>
                </c:pt>
                <c:pt idx="3163">
                  <c:v>8.1069214176284596</c:v>
                </c:pt>
                <c:pt idx="3164">
                  <c:v>8.0857836068173405</c:v>
                </c:pt>
                <c:pt idx="3165">
                  <c:v>8.0958670390644496</c:v>
                </c:pt>
                <c:pt idx="3166">
                  <c:v>8.1557777664428404</c:v>
                </c:pt>
                <c:pt idx="3167">
                  <c:v>8.1591874914795408</c:v>
                </c:pt>
                <c:pt idx="3168">
                  <c:v>8.2015917843781292</c:v>
                </c:pt>
                <c:pt idx="3169">
                  <c:v>8.2297519291884793</c:v>
                </c:pt>
                <c:pt idx="3170">
                  <c:v>8.1857046610782707</c:v>
                </c:pt>
                <c:pt idx="3171">
                  <c:v>8.1795381651123602</c:v>
                </c:pt>
                <c:pt idx="3172">
                  <c:v>8.1971158347390194</c:v>
                </c:pt>
                <c:pt idx="3173">
                  <c:v>8.1971158347390194</c:v>
                </c:pt>
                <c:pt idx="3174">
                  <c:v>8.1588256108794202</c:v>
                </c:pt>
                <c:pt idx="3175">
                  <c:v>8.0939197486497996</c:v>
                </c:pt>
                <c:pt idx="3176">
                  <c:v>8.0205342015218104</c:v>
                </c:pt>
                <c:pt idx="3177">
                  <c:v>7.9270732185924304</c:v>
                </c:pt>
                <c:pt idx="3178">
                  <c:v>7.9270732185924304</c:v>
                </c:pt>
                <c:pt idx="3179">
                  <c:v>7.9760721961897403</c:v>
                </c:pt>
                <c:pt idx="3180">
                  <c:v>7.9343318174278803</c:v>
                </c:pt>
                <c:pt idx="3181">
                  <c:v>7.9628282129794696</c:v>
                </c:pt>
                <c:pt idx="3182">
                  <c:v>8.0232481057261609</c:v>
                </c:pt>
                <c:pt idx="3183">
                  <c:v>8.0526581614251906</c:v>
                </c:pt>
                <c:pt idx="3184">
                  <c:v>7.9740965468601201</c:v>
                </c:pt>
                <c:pt idx="3185">
                  <c:v>7.9810830241688597</c:v>
                </c:pt>
                <c:pt idx="3186">
                  <c:v>7.9986563641799897</c:v>
                </c:pt>
                <c:pt idx="3187">
                  <c:v>8.0385890838671905</c:v>
                </c:pt>
                <c:pt idx="3188">
                  <c:v>8.0089122279956406</c:v>
                </c:pt>
                <c:pt idx="3189">
                  <c:v>8.0844890521830397</c:v>
                </c:pt>
                <c:pt idx="3190">
                  <c:v>8.1660813596901605</c:v>
                </c:pt>
                <c:pt idx="3191">
                  <c:v>8.1154818847721497</c:v>
                </c:pt>
                <c:pt idx="3192">
                  <c:v>8.1515522227308495</c:v>
                </c:pt>
                <c:pt idx="3193">
                  <c:v>7.9939601227801198</c:v>
                </c:pt>
                <c:pt idx="3194">
                  <c:v>7.8620636255125804</c:v>
                </c:pt>
                <c:pt idx="3195">
                  <c:v>7.5159021718831101</c:v>
                </c:pt>
                <c:pt idx="3196">
                  <c:v>7.5663534922764404</c:v>
                </c:pt>
                <c:pt idx="3197">
                  <c:v>7.5006762962569304</c:v>
                </c:pt>
                <c:pt idx="3198">
                  <c:v>7.5006762962569304</c:v>
                </c:pt>
                <c:pt idx="3199">
                  <c:v>7.5669673975701297</c:v>
                </c:pt>
                <c:pt idx="3200">
                  <c:v>7.5373049465787698</c:v>
                </c:pt>
                <c:pt idx="3201">
                  <c:v>7.5735273601873203</c:v>
                </c:pt>
                <c:pt idx="3202">
                  <c:v>7.5319515713153402</c:v>
                </c:pt>
                <c:pt idx="3203">
                  <c:v>7.5382686586794003</c:v>
                </c:pt>
                <c:pt idx="3204">
                  <c:v>7.6033576323581702</c:v>
                </c:pt>
                <c:pt idx="3205">
                  <c:v>7.6117246629633701</c:v>
                </c:pt>
                <c:pt idx="3206">
                  <c:v>7.6261016255363998</c:v>
                </c:pt>
                <c:pt idx="3207">
                  <c:v>7.6665300317497804</c:v>
                </c:pt>
                <c:pt idx="3208">
                  <c:v>7.7212966937299603</c:v>
                </c:pt>
                <c:pt idx="3209">
                  <c:v>7.7449514990625401</c:v>
                </c:pt>
                <c:pt idx="3210">
                  <c:v>7.7449514990625401</c:v>
                </c:pt>
                <c:pt idx="3211">
                  <c:v>7.6946671225850203</c:v>
                </c:pt>
                <c:pt idx="3212">
                  <c:v>7.4703187609621002</c:v>
                </c:pt>
                <c:pt idx="3213">
                  <c:v>7.5854098972893098</c:v>
                </c:pt>
                <c:pt idx="3214">
                  <c:v>7.5915833400109101</c:v>
                </c:pt>
                <c:pt idx="3215">
                  <c:v>7.5673225822220198</c:v>
                </c:pt>
                <c:pt idx="3216">
                  <c:v>7.6408378457622899</c:v>
                </c:pt>
                <c:pt idx="3217">
                  <c:v>7.6386749746941698</c:v>
                </c:pt>
                <c:pt idx="3218">
                  <c:v>7.7066645486927401</c:v>
                </c:pt>
                <c:pt idx="3219">
                  <c:v>7.7184126252954997</c:v>
                </c:pt>
                <c:pt idx="3220">
                  <c:v>7.7064991031042203</c:v>
                </c:pt>
                <c:pt idx="3221">
                  <c:v>7.63590814128173</c:v>
                </c:pt>
                <c:pt idx="3222">
                  <c:v>7.6007537659756599</c:v>
                </c:pt>
                <c:pt idx="3223">
                  <c:v>7.5511896333102202</c:v>
                </c:pt>
                <c:pt idx="3224">
                  <c:v>7.5283939163075804</c:v>
                </c:pt>
                <c:pt idx="3225">
                  <c:v>7.5507138355472598</c:v>
                </c:pt>
                <c:pt idx="3226">
                  <c:v>7.52168319587176</c:v>
                </c:pt>
                <c:pt idx="3227">
                  <c:v>7.5013543144405297</c:v>
                </c:pt>
                <c:pt idx="3228">
                  <c:v>7.5013543144405297</c:v>
                </c:pt>
                <c:pt idx="3229">
                  <c:v>7.5080857067989504</c:v>
                </c:pt>
                <c:pt idx="3230">
                  <c:v>7.4728529174398002</c:v>
                </c:pt>
                <c:pt idx="3231">
                  <c:v>7.3701782346397602</c:v>
                </c:pt>
                <c:pt idx="3232">
                  <c:v>7.3100302919611497</c:v>
                </c:pt>
                <c:pt idx="3233">
                  <c:v>7.3842114708817199</c:v>
                </c:pt>
                <c:pt idx="3234">
                  <c:v>7.3869022748188398</c:v>
                </c:pt>
                <c:pt idx="3235">
                  <c:v>7.3392907684864799</c:v>
                </c:pt>
                <c:pt idx="3236">
                  <c:v>7.31907203018599</c:v>
                </c:pt>
                <c:pt idx="3237">
                  <c:v>7.3240861184564396</c:v>
                </c:pt>
                <c:pt idx="3238">
                  <c:v>7.4634720512503598</c:v>
                </c:pt>
                <c:pt idx="3239">
                  <c:v>7.5127393008580201</c:v>
                </c:pt>
                <c:pt idx="3240">
                  <c:v>7.4954569235890602</c:v>
                </c:pt>
                <c:pt idx="3241">
                  <c:v>7.4330742601278201</c:v>
                </c:pt>
                <c:pt idx="3242">
                  <c:v>7.3885817560097298</c:v>
                </c:pt>
                <c:pt idx="3243">
                  <c:v>7.31154437432106</c:v>
                </c:pt>
                <c:pt idx="3244">
                  <c:v>7.1523779756239598</c:v>
                </c:pt>
                <c:pt idx="3245">
                  <c:v>7.0229552032344502</c:v>
                </c:pt>
                <c:pt idx="3246">
                  <c:v>6.9959104285455096</c:v>
                </c:pt>
                <c:pt idx="3247">
                  <c:v>7.09383316414484</c:v>
                </c:pt>
                <c:pt idx="3248">
                  <c:v>7.1500435539569596</c:v>
                </c:pt>
                <c:pt idx="3249">
                  <c:v>7.1933230496726601</c:v>
                </c:pt>
                <c:pt idx="3250">
                  <c:v>7.1853327413107397</c:v>
                </c:pt>
                <c:pt idx="3251">
                  <c:v>7.1890034296359904</c:v>
                </c:pt>
                <c:pt idx="3252">
                  <c:v>7.2821399865794101</c:v>
                </c:pt>
                <c:pt idx="3253">
                  <c:v>7.2979697411823503</c:v>
                </c:pt>
                <c:pt idx="3254">
                  <c:v>7.2503025207010001</c:v>
                </c:pt>
                <c:pt idx="3255">
                  <c:v>7.1813350791374404</c:v>
                </c:pt>
                <c:pt idx="3256">
                  <c:v>7.0748345628958598</c:v>
                </c:pt>
                <c:pt idx="3257">
                  <c:v>7.0779496614187298</c:v>
                </c:pt>
                <c:pt idx="3258">
                  <c:v>7.1182756041108401</c:v>
                </c:pt>
                <c:pt idx="3259">
                  <c:v>7.0565444685060204</c:v>
                </c:pt>
                <c:pt idx="3260">
                  <c:v>6.9982091248665803</c:v>
                </c:pt>
                <c:pt idx="3261">
                  <c:v>6.9899593713389301</c:v>
                </c:pt>
                <c:pt idx="3262">
                  <c:v>7.0218245304484599</c:v>
                </c:pt>
                <c:pt idx="3263">
                  <c:v>7.20816102302879</c:v>
                </c:pt>
                <c:pt idx="3264">
                  <c:v>7.2553761803178896</c:v>
                </c:pt>
                <c:pt idx="3265">
                  <c:v>7.2888113058256101</c:v>
                </c:pt>
                <c:pt idx="3266">
                  <c:v>7.2136800188106198</c:v>
                </c:pt>
                <c:pt idx="3267">
                  <c:v>7.2055101656067304</c:v>
                </c:pt>
                <c:pt idx="3268">
                  <c:v>7.1409441439511401</c:v>
                </c:pt>
                <c:pt idx="3269">
                  <c:v>7.1003482504745801</c:v>
                </c:pt>
                <c:pt idx="3270">
                  <c:v>7.1036571161771302</c:v>
                </c:pt>
                <c:pt idx="3271">
                  <c:v>7.1122252631266898</c:v>
                </c:pt>
                <c:pt idx="3272">
                  <c:v>7.1157676766852704</c:v>
                </c:pt>
                <c:pt idx="3273">
                  <c:v>7.1157676766852704</c:v>
                </c:pt>
                <c:pt idx="3274">
                  <c:v>7.1563096233962504</c:v>
                </c:pt>
                <c:pt idx="3275">
                  <c:v>7.2241613413644403</c:v>
                </c:pt>
                <c:pt idx="3276">
                  <c:v>7.19500468219195</c:v>
                </c:pt>
                <c:pt idx="3277">
                  <c:v>7.2583083971053304</c:v>
                </c:pt>
                <c:pt idx="3278">
                  <c:v>7.2722581276895797</c:v>
                </c:pt>
                <c:pt idx="3279">
                  <c:v>7.3549417652559503</c:v>
                </c:pt>
                <c:pt idx="3280">
                  <c:v>7.3377200896543098</c:v>
                </c:pt>
                <c:pt idx="3281">
                  <c:v>7.3337361434090802</c:v>
                </c:pt>
                <c:pt idx="3282">
                  <c:v>7.3410391802385702</c:v>
                </c:pt>
                <c:pt idx="3283">
                  <c:v>7.4223716218377502</c:v>
                </c:pt>
                <c:pt idx="3284">
                  <c:v>7.4558547556860297</c:v>
                </c:pt>
                <c:pt idx="3285">
                  <c:v>7.4542028647881402</c:v>
                </c:pt>
                <c:pt idx="3286">
                  <c:v>7.3578972348587097</c:v>
                </c:pt>
                <c:pt idx="3287">
                  <c:v>7.3801116229350701</c:v>
                </c:pt>
                <c:pt idx="3288">
                  <c:v>7.3801116229350701</c:v>
                </c:pt>
                <c:pt idx="3289">
                  <c:v>7.3027644947644701</c:v>
                </c:pt>
                <c:pt idx="3290">
                  <c:v>7.30382560708345</c:v>
                </c:pt>
                <c:pt idx="3291">
                  <c:v>7.5911705117814696</c:v>
                </c:pt>
                <c:pt idx="3292">
                  <c:v>7.7505523504836296</c:v>
                </c:pt>
                <c:pt idx="3293">
                  <c:v>7.7505523504836296</c:v>
                </c:pt>
                <c:pt idx="3294">
                  <c:v>7.5989546996520003</c:v>
                </c:pt>
                <c:pt idx="3295">
                  <c:v>7.56345393830237</c:v>
                </c:pt>
                <c:pt idx="3296">
                  <c:v>7.5797371797023096</c:v>
                </c:pt>
                <c:pt idx="3297">
                  <c:v>7.6884864186829702</c:v>
                </c:pt>
                <c:pt idx="3298">
                  <c:v>7.7638864871695699</c:v>
                </c:pt>
                <c:pt idx="3299">
                  <c:v>7.7062388892068903</c:v>
                </c:pt>
                <c:pt idx="3300">
                  <c:v>7.6902843736631299</c:v>
                </c:pt>
                <c:pt idx="3301">
                  <c:v>7.6377537804898603</c:v>
                </c:pt>
                <c:pt idx="3302">
                  <c:v>7.55699001945045</c:v>
                </c:pt>
                <c:pt idx="3303">
                  <c:v>7.4489674082305903</c:v>
                </c:pt>
                <c:pt idx="3304">
                  <c:v>7.4706900085319301</c:v>
                </c:pt>
                <c:pt idx="3305">
                  <c:v>7.4142446321433599</c:v>
                </c:pt>
                <c:pt idx="3306">
                  <c:v>7.5399920430634504</c:v>
                </c:pt>
                <c:pt idx="3307">
                  <c:v>7.5081835244361796</c:v>
                </c:pt>
                <c:pt idx="3308">
                  <c:v>7.4551571783350603</c:v>
                </c:pt>
                <c:pt idx="3309">
                  <c:v>7.4296638979466598</c:v>
                </c:pt>
                <c:pt idx="3310">
                  <c:v>7.3526441593694898</c:v>
                </c:pt>
                <c:pt idx="3311">
                  <c:v>7.3526441593694898</c:v>
                </c:pt>
                <c:pt idx="3312">
                  <c:v>7.3848094878140298</c:v>
                </c:pt>
                <c:pt idx="3313">
                  <c:v>7.3780207005309597</c:v>
                </c:pt>
                <c:pt idx="3314">
                  <c:v>7.34603562634664</c:v>
                </c:pt>
                <c:pt idx="3315">
                  <c:v>7.3801735550782102</c:v>
                </c:pt>
                <c:pt idx="3316">
                  <c:v>7.4528595147156897</c:v>
                </c:pt>
                <c:pt idx="3317">
                  <c:v>7.4626445717790801</c:v>
                </c:pt>
                <c:pt idx="3318">
                  <c:v>7.3367279939365702</c:v>
                </c:pt>
                <c:pt idx="3319">
                  <c:v>7.3223712223186697</c:v>
                </c:pt>
                <c:pt idx="3320">
                  <c:v>7.2372876219627198</c:v>
                </c:pt>
                <c:pt idx="3321">
                  <c:v>7.21570850829315</c:v>
                </c:pt>
                <c:pt idx="3322">
                  <c:v>7.21570850829315</c:v>
                </c:pt>
                <c:pt idx="3323">
                  <c:v>7.33892648761283</c:v>
                </c:pt>
                <c:pt idx="3324">
                  <c:v>7.21359510108213</c:v>
                </c:pt>
                <c:pt idx="3325">
                  <c:v>7.2404293110627398</c:v>
                </c:pt>
                <c:pt idx="3326">
                  <c:v>7.1847224958109299</c:v>
                </c:pt>
                <c:pt idx="3327">
                  <c:v>7.1847224958109299</c:v>
                </c:pt>
                <c:pt idx="3328">
                  <c:v>7.1945454592532201</c:v>
                </c:pt>
                <c:pt idx="3329">
                  <c:v>7.2192666032513602</c:v>
                </c:pt>
                <c:pt idx="3330">
                  <c:v>7.1633660962977004</c:v>
                </c:pt>
                <c:pt idx="3331">
                  <c:v>7.0564576674842696</c:v>
                </c:pt>
                <c:pt idx="3332">
                  <c:v>6.9283050816707501</c:v>
                </c:pt>
                <c:pt idx="3333">
                  <c:v>6.9283050816707501</c:v>
                </c:pt>
                <c:pt idx="3334">
                  <c:v>6.9133253014013203</c:v>
                </c:pt>
                <c:pt idx="3335">
                  <c:v>6.8781833376456101</c:v>
                </c:pt>
                <c:pt idx="3336">
                  <c:v>6.8221946158820996</c:v>
                </c:pt>
                <c:pt idx="3337">
                  <c:v>6.8996433893755702</c:v>
                </c:pt>
                <c:pt idx="3338">
                  <c:v>6.9419408617471499</c:v>
                </c:pt>
                <c:pt idx="3339">
                  <c:v>6.88992300987554</c:v>
                </c:pt>
                <c:pt idx="3340">
                  <c:v>6.9393593772757001</c:v>
                </c:pt>
                <c:pt idx="3341">
                  <c:v>6.9749451480013001</c:v>
                </c:pt>
                <c:pt idx="3342">
                  <c:v>6.9852705271501403</c:v>
                </c:pt>
                <c:pt idx="3343">
                  <c:v>6.9256146919808597</c:v>
                </c:pt>
                <c:pt idx="3344">
                  <c:v>6.8945211869559797</c:v>
                </c:pt>
                <c:pt idx="3345">
                  <c:v>6.8795432613916896</c:v>
                </c:pt>
                <c:pt idx="3346">
                  <c:v>6.8551549680066</c:v>
                </c:pt>
                <c:pt idx="3347">
                  <c:v>6.8193331641238002</c:v>
                </c:pt>
                <c:pt idx="3348">
                  <c:v>6.9224162364263799</c:v>
                </c:pt>
                <c:pt idx="3349">
                  <c:v>6.9412594398704197</c:v>
                </c:pt>
                <c:pt idx="3350">
                  <c:v>6.9252259175628401</c:v>
                </c:pt>
                <c:pt idx="3351">
                  <c:v>6.8559775135310499</c:v>
                </c:pt>
                <c:pt idx="3352">
                  <c:v>6.8387545026971299</c:v>
                </c:pt>
                <c:pt idx="3353">
                  <c:v>6.85307992180058</c:v>
                </c:pt>
                <c:pt idx="3354">
                  <c:v>6.8132933978414698</c:v>
                </c:pt>
                <c:pt idx="3355">
                  <c:v>6.7570934767039397</c:v>
                </c:pt>
                <c:pt idx="3356">
                  <c:v>6.7656598304856699</c:v>
                </c:pt>
                <c:pt idx="3357">
                  <c:v>6.76881048071309</c:v>
                </c:pt>
                <c:pt idx="3358">
                  <c:v>6.7915366261054402</c:v>
                </c:pt>
                <c:pt idx="3359">
                  <c:v>6.83160575593626</c:v>
                </c:pt>
                <c:pt idx="3360">
                  <c:v>6.8859788013041898</c:v>
                </c:pt>
                <c:pt idx="3361">
                  <c:v>6.93940869784036</c:v>
                </c:pt>
                <c:pt idx="3362">
                  <c:v>7.0946234298612101</c:v>
                </c:pt>
                <c:pt idx="3363">
                  <c:v>7.0801353233987099</c:v>
                </c:pt>
                <c:pt idx="3364">
                  <c:v>7.0763732472167797</c:v>
                </c:pt>
                <c:pt idx="3365">
                  <c:v>7.0422259155617599</c:v>
                </c:pt>
                <c:pt idx="3366">
                  <c:v>6.98596476873184</c:v>
                </c:pt>
                <c:pt idx="3367">
                  <c:v>6.9938512903227696</c:v>
                </c:pt>
                <c:pt idx="3368">
                  <c:v>6.9568139766191299</c:v>
                </c:pt>
                <c:pt idx="3369">
                  <c:v>7.0527741214284196</c:v>
                </c:pt>
                <c:pt idx="3370">
                  <c:v>7.13277841495968</c:v>
                </c:pt>
                <c:pt idx="3371">
                  <c:v>7.1763852974588698</c:v>
                </c:pt>
                <c:pt idx="3372">
                  <c:v>7.1580040589977996</c:v>
                </c:pt>
                <c:pt idx="3373">
                  <c:v>7.1413038787607004</c:v>
                </c:pt>
                <c:pt idx="3374">
                  <c:v>7.2260588889183399</c:v>
                </c:pt>
                <c:pt idx="3375">
                  <c:v>7.2746645818631599</c:v>
                </c:pt>
                <c:pt idx="3376">
                  <c:v>7.2307502638313901</c:v>
                </c:pt>
                <c:pt idx="3377">
                  <c:v>7.1691274074554601</c:v>
                </c:pt>
                <c:pt idx="3378">
                  <c:v>7.1384938759759002</c:v>
                </c:pt>
                <c:pt idx="3379">
                  <c:v>7.08134449618787</c:v>
                </c:pt>
                <c:pt idx="3380">
                  <c:v>7.0341387424420097</c:v>
                </c:pt>
                <c:pt idx="3381">
                  <c:v>6.96313221222709</c:v>
                </c:pt>
                <c:pt idx="3382">
                  <c:v>6.9129725595783897</c:v>
                </c:pt>
                <c:pt idx="3383">
                  <c:v>6.9129725595783897</c:v>
                </c:pt>
                <c:pt idx="3384">
                  <c:v>6.9238062476908997</c:v>
                </c:pt>
                <c:pt idx="3385">
                  <c:v>6.8930796573945701</c:v>
                </c:pt>
                <c:pt idx="3386">
                  <c:v>6.7925258434262696</c:v>
                </c:pt>
                <c:pt idx="3387">
                  <c:v>6.7476702925445897</c:v>
                </c:pt>
                <c:pt idx="3388">
                  <c:v>6.7885588919385702</c:v>
                </c:pt>
                <c:pt idx="3389">
                  <c:v>6.7781968601605804</c:v>
                </c:pt>
                <c:pt idx="3390">
                  <c:v>6.7749288264155796</c:v>
                </c:pt>
                <c:pt idx="3391">
                  <c:v>6.7542328300515901</c:v>
                </c:pt>
                <c:pt idx="3392">
                  <c:v>6.7736529637959801</c:v>
                </c:pt>
                <c:pt idx="3393">
                  <c:v>6.69966194799514</c:v>
                </c:pt>
                <c:pt idx="3394">
                  <c:v>6.6914654905266797</c:v>
                </c:pt>
                <c:pt idx="3395">
                  <c:v>6.6695031555652404</c:v>
                </c:pt>
                <c:pt idx="3396">
                  <c:v>6.6613129576766203</c:v>
                </c:pt>
                <c:pt idx="3397">
                  <c:v>6.6960548637240098</c:v>
                </c:pt>
                <c:pt idx="3398">
                  <c:v>6.7099760158597404</c:v>
                </c:pt>
                <c:pt idx="3399">
                  <c:v>6.7345946542647503</c:v>
                </c:pt>
                <c:pt idx="3400">
                  <c:v>6.7266258995322001</c:v>
                </c:pt>
                <c:pt idx="3401">
                  <c:v>6.7266258995322001</c:v>
                </c:pt>
                <c:pt idx="3402">
                  <c:v>6.7266258995322001</c:v>
                </c:pt>
                <c:pt idx="3403">
                  <c:v>6.74356911501848</c:v>
                </c:pt>
                <c:pt idx="3404">
                  <c:v>6.6387671307897103</c:v>
                </c:pt>
                <c:pt idx="3405">
                  <c:v>6.5935437543663404</c:v>
                </c:pt>
                <c:pt idx="3406">
                  <c:v>6.5867394975407896</c:v>
                </c:pt>
                <c:pt idx="3407">
                  <c:v>6.5529058652534902</c:v>
                </c:pt>
                <c:pt idx="3408">
                  <c:v>6.5834009174060197</c:v>
                </c:pt>
                <c:pt idx="3409">
                  <c:v>6.5762961364563699</c:v>
                </c:pt>
                <c:pt idx="3410">
                  <c:v>6.6658586327015801</c:v>
                </c:pt>
                <c:pt idx="3411">
                  <c:v>6.4452828676340204</c:v>
                </c:pt>
                <c:pt idx="3412">
                  <c:v>6.4152633474527301</c:v>
                </c:pt>
                <c:pt idx="3413">
                  <c:v>6.4152633474527301</c:v>
                </c:pt>
                <c:pt idx="3414">
                  <c:v>6.3762359318222499</c:v>
                </c:pt>
                <c:pt idx="3415">
                  <c:v>6.3298025197162398</c:v>
                </c:pt>
                <c:pt idx="3416">
                  <c:v>6.4533019384391004</c:v>
                </c:pt>
                <c:pt idx="3417">
                  <c:v>6.4155330420096197</c:v>
                </c:pt>
                <c:pt idx="3418">
                  <c:v>6.4607725454749998</c:v>
                </c:pt>
                <c:pt idx="3419">
                  <c:v>6.4536011338687098</c:v>
                </c:pt>
                <c:pt idx="3420">
                  <c:v>6.5505514412264798</c:v>
                </c:pt>
                <c:pt idx="3421">
                  <c:v>6.5804564256222404</c:v>
                </c:pt>
                <c:pt idx="3422">
                  <c:v>6.5554809327180399</c:v>
                </c:pt>
                <c:pt idx="3423">
                  <c:v>6.5607776112659302</c:v>
                </c:pt>
                <c:pt idx="3424">
                  <c:v>6.5914760159596701</c:v>
                </c:pt>
                <c:pt idx="3425">
                  <c:v>6.5624707526401203</c:v>
                </c:pt>
                <c:pt idx="3426">
                  <c:v>6.5709803135987102</c:v>
                </c:pt>
                <c:pt idx="3427">
                  <c:v>6.52102610185438</c:v>
                </c:pt>
                <c:pt idx="3428">
                  <c:v>6.5339289906489597</c:v>
                </c:pt>
                <c:pt idx="3429">
                  <c:v>6.4967549069007697</c:v>
                </c:pt>
                <c:pt idx="3430">
                  <c:v>6.5106265273195802</c:v>
                </c:pt>
                <c:pt idx="3431">
                  <c:v>6.5251761313812304</c:v>
                </c:pt>
                <c:pt idx="3432">
                  <c:v>6.4980511161108003</c:v>
                </c:pt>
                <c:pt idx="3433">
                  <c:v>6.4980511161108003</c:v>
                </c:pt>
                <c:pt idx="3434">
                  <c:v>6.4796047772098504</c:v>
                </c:pt>
                <c:pt idx="3435">
                  <c:v>6.4156870506895904</c:v>
                </c:pt>
                <c:pt idx="3436">
                  <c:v>6.39055761030128</c:v>
                </c:pt>
                <c:pt idx="3437">
                  <c:v>6.3620749510892098</c:v>
                </c:pt>
                <c:pt idx="3438">
                  <c:v>6.3233127042610597</c:v>
                </c:pt>
                <c:pt idx="3439">
                  <c:v>6.2761524047370498</c:v>
                </c:pt>
                <c:pt idx="3440">
                  <c:v>6.3364632898682798</c:v>
                </c:pt>
                <c:pt idx="3441">
                  <c:v>6.3852542447390297</c:v>
                </c:pt>
                <c:pt idx="3442">
                  <c:v>6.3919606347327198</c:v>
                </c:pt>
                <c:pt idx="3443">
                  <c:v>6.3840235788657704</c:v>
                </c:pt>
                <c:pt idx="3444">
                  <c:v>6.4597092371292302</c:v>
                </c:pt>
                <c:pt idx="3445">
                  <c:v>6.43672892816938</c:v>
                </c:pt>
                <c:pt idx="3446">
                  <c:v>6.5747163656766396</c:v>
                </c:pt>
                <c:pt idx="3447">
                  <c:v>6.6374456362843599</c:v>
                </c:pt>
                <c:pt idx="3448">
                  <c:v>6.6374456362843599</c:v>
                </c:pt>
                <c:pt idx="3449">
                  <c:v>6.7485009504337796</c:v>
                </c:pt>
                <c:pt idx="3450">
                  <c:v>6.8034893405269399</c:v>
                </c:pt>
                <c:pt idx="3451">
                  <c:v>6.68229041459655</c:v>
                </c:pt>
                <c:pt idx="3452">
                  <c:v>6.63970217466672</c:v>
                </c:pt>
                <c:pt idx="3453">
                  <c:v>6.63970217466672</c:v>
                </c:pt>
                <c:pt idx="3454">
                  <c:v>6.6162644136007298</c:v>
                </c:pt>
                <c:pt idx="3455">
                  <c:v>6.6537671850227698</c:v>
                </c:pt>
                <c:pt idx="3456">
                  <c:v>6.7668118159348696</c:v>
                </c:pt>
                <c:pt idx="3457">
                  <c:v>6.7001118043989099</c:v>
                </c:pt>
                <c:pt idx="3458">
                  <c:v>6.7001118043989099</c:v>
                </c:pt>
                <c:pt idx="3459">
                  <c:v>6.7407009518263497</c:v>
                </c:pt>
                <c:pt idx="3460">
                  <c:v>6.9414050319167204</c:v>
                </c:pt>
                <c:pt idx="3461">
                  <c:v>7.0078103989442004</c:v>
                </c:pt>
                <c:pt idx="3462">
                  <c:v>6.9875998672501796</c:v>
                </c:pt>
                <c:pt idx="3463">
                  <c:v>6.9354342210054201</c:v>
                </c:pt>
                <c:pt idx="3464">
                  <c:v>6.9953464866271702</c:v>
                </c:pt>
                <c:pt idx="3465">
                  <c:v>7.0015408460102098</c:v>
                </c:pt>
                <c:pt idx="3466">
                  <c:v>6.9277311526072296</c:v>
                </c:pt>
                <c:pt idx="3467">
                  <c:v>6.8439165654675804</c:v>
                </c:pt>
                <c:pt idx="3468">
                  <c:v>6.8602408669895203</c:v>
                </c:pt>
                <c:pt idx="3469">
                  <c:v>6.8631705635032203</c:v>
                </c:pt>
                <c:pt idx="3470">
                  <c:v>6.9280230374297398</c:v>
                </c:pt>
                <c:pt idx="3471">
                  <c:v>6.9280230374297398</c:v>
                </c:pt>
                <c:pt idx="3472">
                  <c:v>6.9449495904368197</c:v>
                </c:pt>
                <c:pt idx="3473">
                  <c:v>6.9739944079132803</c:v>
                </c:pt>
                <c:pt idx="3474">
                  <c:v>7.0393432958680702</c:v>
                </c:pt>
                <c:pt idx="3475">
                  <c:v>7.1793583001805503</c:v>
                </c:pt>
                <c:pt idx="3476">
                  <c:v>7.10429311319084</c:v>
                </c:pt>
                <c:pt idx="3477">
                  <c:v>7.0066355203823898</c:v>
                </c:pt>
                <c:pt idx="3478">
                  <c:v>7.0177018315113999</c:v>
                </c:pt>
                <c:pt idx="3479">
                  <c:v>7.0025532719658301</c:v>
                </c:pt>
                <c:pt idx="3480">
                  <c:v>7.0644952263202399</c:v>
                </c:pt>
                <c:pt idx="3481">
                  <c:v>7.10629904075767</c:v>
                </c:pt>
                <c:pt idx="3482">
                  <c:v>7.1311989114937804</c:v>
                </c:pt>
                <c:pt idx="3483">
                  <c:v>7.1311989114937804</c:v>
                </c:pt>
                <c:pt idx="3484">
                  <c:v>7.06632525452018</c:v>
                </c:pt>
                <c:pt idx="3485">
                  <c:v>7.0627331474320103</c:v>
                </c:pt>
                <c:pt idx="3486">
                  <c:v>6.9809364565602499</c:v>
                </c:pt>
                <c:pt idx="3487">
                  <c:v>6.9804545425139199</c:v>
                </c:pt>
                <c:pt idx="3488">
                  <c:v>6.9055334609370602</c:v>
                </c:pt>
                <c:pt idx="3489">
                  <c:v>6.9591487187058796</c:v>
                </c:pt>
                <c:pt idx="3490">
                  <c:v>6.9525523805657601</c:v>
                </c:pt>
                <c:pt idx="3491">
                  <c:v>6.9225463011955304</c:v>
                </c:pt>
                <c:pt idx="3492">
                  <c:v>6.9614013963926196</c:v>
                </c:pt>
                <c:pt idx="3493">
                  <c:v>6.9614013963926196</c:v>
                </c:pt>
                <c:pt idx="3494">
                  <c:v>6.9759085168761699</c:v>
                </c:pt>
                <c:pt idx="3495">
                  <c:v>6.9772763551500399</c:v>
                </c:pt>
                <c:pt idx="3496">
                  <c:v>6.94630160416619</c:v>
                </c:pt>
                <c:pt idx="3497">
                  <c:v>6.9113291984903498</c:v>
                </c:pt>
                <c:pt idx="3498">
                  <c:v>6.9358590445921902</c:v>
                </c:pt>
                <c:pt idx="3499">
                  <c:v>6.95239982622941</c:v>
                </c:pt>
                <c:pt idx="3500">
                  <c:v>6.9434250005864504</c:v>
                </c:pt>
                <c:pt idx="3501">
                  <c:v>6.9181643527196801</c:v>
                </c:pt>
                <c:pt idx="3502">
                  <c:v>6.9274088931317399</c:v>
                </c:pt>
                <c:pt idx="3503">
                  <c:v>6.9717209120907198</c:v>
                </c:pt>
                <c:pt idx="3504">
                  <c:v>6.9556105534518604</c:v>
                </c:pt>
                <c:pt idx="3505">
                  <c:v>6.9471393478551002</c:v>
                </c:pt>
                <c:pt idx="3506">
                  <c:v>6.9033217519087797</c:v>
                </c:pt>
                <c:pt idx="3507">
                  <c:v>6.8329039841320203</c:v>
                </c:pt>
                <c:pt idx="3508">
                  <c:v>6.8545987083273703</c:v>
                </c:pt>
                <c:pt idx="3509">
                  <c:v>6.7755628226828497</c:v>
                </c:pt>
                <c:pt idx="3510">
                  <c:v>6.7573820424880502</c:v>
                </c:pt>
                <c:pt idx="3511">
                  <c:v>6.7242953319307004</c:v>
                </c:pt>
                <c:pt idx="3512">
                  <c:v>6.6852031245381802</c:v>
                </c:pt>
                <c:pt idx="3513">
                  <c:v>6.7244786419512801</c:v>
                </c:pt>
                <c:pt idx="3514">
                  <c:v>6.7212000404358099</c:v>
                </c:pt>
                <c:pt idx="3515">
                  <c:v>6.70745503048839</c:v>
                </c:pt>
                <c:pt idx="3516">
                  <c:v>6.7304101430296202</c:v>
                </c:pt>
                <c:pt idx="3517">
                  <c:v>6.6969084331542303</c:v>
                </c:pt>
                <c:pt idx="3518">
                  <c:v>6.7124657864594202</c:v>
                </c:pt>
                <c:pt idx="3519">
                  <c:v>6.7336989190581198</c:v>
                </c:pt>
                <c:pt idx="3520">
                  <c:v>6.7943219222997504</c:v>
                </c:pt>
                <c:pt idx="3521">
                  <c:v>6.8131957828499496</c:v>
                </c:pt>
                <c:pt idx="3522">
                  <c:v>6.7637684186444202</c:v>
                </c:pt>
                <c:pt idx="3523">
                  <c:v>6.7657840803538098</c:v>
                </c:pt>
                <c:pt idx="3524">
                  <c:v>6.7446852231603698</c:v>
                </c:pt>
                <c:pt idx="3525">
                  <c:v>6.6851944106694203</c:v>
                </c:pt>
                <c:pt idx="3526">
                  <c:v>6.7112380962475502</c:v>
                </c:pt>
                <c:pt idx="3527">
                  <c:v>6.7197432907325201</c:v>
                </c:pt>
                <c:pt idx="3528">
                  <c:v>6.7212280090045899</c:v>
                </c:pt>
                <c:pt idx="3529">
                  <c:v>6.66782297094211</c:v>
                </c:pt>
                <c:pt idx="3530">
                  <c:v>6.6451379030949003</c:v>
                </c:pt>
                <c:pt idx="3531">
                  <c:v>6.6617441036024303</c:v>
                </c:pt>
                <c:pt idx="3532">
                  <c:v>6.6073063899166504</c:v>
                </c:pt>
                <c:pt idx="3533">
                  <c:v>6.6073063899166504</c:v>
                </c:pt>
                <c:pt idx="3534">
                  <c:v>6.6320226524347801</c:v>
                </c:pt>
                <c:pt idx="3535">
                  <c:v>6.6650411386322803</c:v>
                </c:pt>
                <c:pt idx="3536">
                  <c:v>6.6599267770840296</c:v>
                </c:pt>
                <c:pt idx="3537">
                  <c:v>6.7133062804439003</c:v>
                </c:pt>
                <c:pt idx="3538">
                  <c:v>6.7524070407979799</c:v>
                </c:pt>
                <c:pt idx="3539">
                  <c:v>6.7799410506925701</c:v>
                </c:pt>
                <c:pt idx="3540">
                  <c:v>6.8131349997238804</c:v>
                </c:pt>
                <c:pt idx="3541">
                  <c:v>6.8162847275351703</c:v>
                </c:pt>
                <c:pt idx="3542">
                  <c:v>6.8542509167279801</c:v>
                </c:pt>
                <c:pt idx="3543">
                  <c:v>6.8167380039009702</c:v>
                </c:pt>
                <c:pt idx="3544">
                  <c:v>6.8296142605032903</c:v>
                </c:pt>
                <c:pt idx="3545">
                  <c:v>6.8896216158370596</c:v>
                </c:pt>
                <c:pt idx="3546">
                  <c:v>7.0276138388849798</c:v>
                </c:pt>
                <c:pt idx="3547">
                  <c:v>7.0074879088597601</c:v>
                </c:pt>
                <c:pt idx="3548">
                  <c:v>7.0074879088597601</c:v>
                </c:pt>
                <c:pt idx="3549">
                  <c:v>6.93871417597886</c:v>
                </c:pt>
                <c:pt idx="3550">
                  <c:v>6.9356510080634601</c:v>
                </c:pt>
                <c:pt idx="3551">
                  <c:v>6.9684532081199801</c:v>
                </c:pt>
                <c:pt idx="3552">
                  <c:v>6.9620915901561</c:v>
                </c:pt>
                <c:pt idx="3553">
                  <c:v>6.9620915901561</c:v>
                </c:pt>
                <c:pt idx="3554">
                  <c:v>7.0121566776358204</c:v>
                </c:pt>
                <c:pt idx="3555">
                  <c:v>7.0143180728325403</c:v>
                </c:pt>
                <c:pt idx="3556">
                  <c:v>6.9424721703432404</c:v>
                </c:pt>
                <c:pt idx="3557">
                  <c:v>6.8793260033708403</c:v>
                </c:pt>
                <c:pt idx="3558">
                  <c:v>6.9283579512559896</c:v>
                </c:pt>
                <c:pt idx="3559">
                  <c:v>6.8663062777992296</c:v>
                </c:pt>
                <c:pt idx="3560">
                  <c:v>6.8731628969392498</c:v>
                </c:pt>
                <c:pt idx="3561">
                  <c:v>6.8581120210522402</c:v>
                </c:pt>
                <c:pt idx="3562">
                  <c:v>6.851566282327</c:v>
                </c:pt>
                <c:pt idx="3563">
                  <c:v>6.53870295466628</c:v>
                </c:pt>
                <c:pt idx="3564">
                  <c:v>6.7941112630035896</c:v>
                </c:pt>
                <c:pt idx="3565">
                  <c:v>6.7701451239414796</c:v>
                </c:pt>
                <c:pt idx="3566">
                  <c:v>6.6938108859998904</c:v>
                </c:pt>
                <c:pt idx="3567">
                  <c:v>6.7033771655698198</c:v>
                </c:pt>
                <c:pt idx="3568">
                  <c:v>6.74521365030078</c:v>
                </c:pt>
                <c:pt idx="3569">
                  <c:v>6.7409185721085398</c:v>
                </c:pt>
                <c:pt idx="3570">
                  <c:v>6.7377294220685204</c:v>
                </c:pt>
                <c:pt idx="3571">
                  <c:v>6.7840470760362104</c:v>
                </c:pt>
                <c:pt idx="3572">
                  <c:v>6.7840470760362104</c:v>
                </c:pt>
                <c:pt idx="3573">
                  <c:v>6.8358699221407697</c:v>
                </c:pt>
                <c:pt idx="3574">
                  <c:v>6.9373723562428902</c:v>
                </c:pt>
                <c:pt idx="3575">
                  <c:v>6.88665087198157</c:v>
                </c:pt>
                <c:pt idx="3576">
                  <c:v>6.7872563830876897</c:v>
                </c:pt>
                <c:pt idx="3577">
                  <c:v>6.7258818841477703</c:v>
                </c:pt>
                <c:pt idx="3578">
                  <c:v>6.6408461814864301</c:v>
                </c:pt>
                <c:pt idx="3579">
                  <c:v>6.6671795592960299</c:v>
                </c:pt>
                <c:pt idx="3580">
                  <c:v>6.69896986468392</c:v>
                </c:pt>
                <c:pt idx="3581">
                  <c:v>6.7517981584883504</c:v>
                </c:pt>
                <c:pt idx="3582">
                  <c:v>6.7900512336528998</c:v>
                </c:pt>
                <c:pt idx="3583">
                  <c:v>6.7900512336528998</c:v>
                </c:pt>
                <c:pt idx="3584">
                  <c:v>6.7671784819763499</c:v>
                </c:pt>
                <c:pt idx="3585">
                  <c:v>6.7404256342249997</c:v>
                </c:pt>
                <c:pt idx="3586">
                  <c:v>6.7356189737247103</c:v>
                </c:pt>
                <c:pt idx="3587">
                  <c:v>6.7356189737247103</c:v>
                </c:pt>
                <c:pt idx="3588">
                  <c:v>6.7356189737247103</c:v>
                </c:pt>
                <c:pt idx="3589">
                  <c:v>6.7138028376249297</c:v>
                </c:pt>
                <c:pt idx="3590">
                  <c:v>6.6618354163737097</c:v>
                </c:pt>
                <c:pt idx="3591">
                  <c:v>6.6520049485149304</c:v>
                </c:pt>
                <c:pt idx="3592">
                  <c:v>6.6317992015880103</c:v>
                </c:pt>
                <c:pt idx="3593">
                  <c:v>6.6317992015880103</c:v>
                </c:pt>
                <c:pt idx="3594">
                  <c:v>6.62022147893226</c:v>
                </c:pt>
                <c:pt idx="3595">
                  <c:v>6.6435965114242999</c:v>
                </c:pt>
                <c:pt idx="3596">
                  <c:v>6.6133970459362397</c:v>
                </c:pt>
                <c:pt idx="3597">
                  <c:v>6.6296560250757697</c:v>
                </c:pt>
                <c:pt idx="3598">
                  <c:v>6.6823008969441702</c:v>
                </c:pt>
                <c:pt idx="3599">
                  <c:v>6.7270333389428698</c:v>
                </c:pt>
                <c:pt idx="3600">
                  <c:v>6.7212916108299199</c:v>
                </c:pt>
                <c:pt idx="3601">
                  <c:v>6.7727076926674901</c:v>
                </c:pt>
                <c:pt idx="3602">
                  <c:v>6.7971892826542604</c:v>
                </c:pt>
                <c:pt idx="3603">
                  <c:v>6.7925098563250303</c:v>
                </c:pt>
                <c:pt idx="3604">
                  <c:v>6.7753503403668303</c:v>
                </c:pt>
                <c:pt idx="3605">
                  <c:v>6.7310981005674604</c:v>
                </c:pt>
                <c:pt idx="3606">
                  <c:v>6.6850808800676704</c:v>
                </c:pt>
                <c:pt idx="3607">
                  <c:v>6.7076668894510796</c:v>
                </c:pt>
                <c:pt idx="3608">
                  <c:v>6.7162401847477398</c:v>
                </c:pt>
                <c:pt idx="3609">
                  <c:v>6.7361573762529101</c:v>
                </c:pt>
                <c:pt idx="3610">
                  <c:v>6.6863126441612399</c:v>
                </c:pt>
                <c:pt idx="3611">
                  <c:v>6.6603348128567497</c:v>
                </c:pt>
                <c:pt idx="3612">
                  <c:v>6.6810715049080898</c:v>
                </c:pt>
                <c:pt idx="3613">
                  <c:v>6.7791848072978604</c:v>
                </c:pt>
                <c:pt idx="3614">
                  <c:v>6.8029901812814897</c:v>
                </c:pt>
                <c:pt idx="3615">
                  <c:v>6.7838559708818096</c:v>
                </c:pt>
                <c:pt idx="3616">
                  <c:v>6.8543365636903699</c:v>
                </c:pt>
                <c:pt idx="3617">
                  <c:v>6.8539707414342299</c:v>
                </c:pt>
                <c:pt idx="3618">
                  <c:v>6.84001167247445</c:v>
                </c:pt>
                <c:pt idx="3619">
                  <c:v>6.8540739946370701</c:v>
                </c:pt>
                <c:pt idx="3620">
                  <c:v>6.8885149685065903</c:v>
                </c:pt>
                <c:pt idx="3621">
                  <c:v>6.9225714567038903</c:v>
                </c:pt>
                <c:pt idx="3622">
                  <c:v>6.89929926835487</c:v>
                </c:pt>
                <c:pt idx="3623">
                  <c:v>6.9162624128784103</c:v>
                </c:pt>
                <c:pt idx="3624">
                  <c:v>6.94681523574212</c:v>
                </c:pt>
                <c:pt idx="3625">
                  <c:v>6.9565186185558003</c:v>
                </c:pt>
                <c:pt idx="3626">
                  <c:v>6.9223633790144197</c:v>
                </c:pt>
                <c:pt idx="3627">
                  <c:v>6.8883199077139601</c:v>
                </c:pt>
                <c:pt idx="3628">
                  <c:v>6.8705606949732996</c:v>
                </c:pt>
                <c:pt idx="3629">
                  <c:v>6.8791595797683804</c:v>
                </c:pt>
                <c:pt idx="3630">
                  <c:v>6.9414318273200397</c:v>
                </c:pt>
                <c:pt idx="3631">
                  <c:v>7.0543185474404497</c:v>
                </c:pt>
                <c:pt idx="3632">
                  <c:v>7.0893111695140698</c:v>
                </c:pt>
                <c:pt idx="3633">
                  <c:v>7.10299832154793</c:v>
                </c:pt>
                <c:pt idx="3634">
                  <c:v>7.0579502977665003</c:v>
                </c:pt>
                <c:pt idx="3635">
                  <c:v>7.0880957349901204</c:v>
                </c:pt>
                <c:pt idx="3636">
                  <c:v>7.0777531322544096</c:v>
                </c:pt>
                <c:pt idx="3637">
                  <c:v>7.0542477545225397</c:v>
                </c:pt>
                <c:pt idx="3638">
                  <c:v>6.9749280139966601</c:v>
                </c:pt>
                <c:pt idx="3639">
                  <c:v>6.9333475933472704</c:v>
                </c:pt>
                <c:pt idx="3640">
                  <c:v>6.9356477875896996</c:v>
                </c:pt>
                <c:pt idx="3641">
                  <c:v>6.9211169867234599</c:v>
                </c:pt>
                <c:pt idx="3642">
                  <c:v>6.9040586213265298</c:v>
                </c:pt>
                <c:pt idx="3643">
                  <c:v>6.9040586213265298</c:v>
                </c:pt>
                <c:pt idx="3644">
                  <c:v>6.9040586213265298</c:v>
                </c:pt>
                <c:pt idx="3645">
                  <c:v>6.8962192932344903</c:v>
                </c:pt>
                <c:pt idx="3646">
                  <c:v>6.8976646583194299</c:v>
                </c:pt>
                <c:pt idx="3647">
                  <c:v>6.9154134935029399</c:v>
                </c:pt>
                <c:pt idx="3648">
                  <c:v>6.8916871439930896</c:v>
                </c:pt>
                <c:pt idx="3649">
                  <c:v>6.80182496560088</c:v>
                </c:pt>
                <c:pt idx="3650">
                  <c:v>6.7300095002986096</c:v>
                </c:pt>
                <c:pt idx="3651">
                  <c:v>6.7300095002986096</c:v>
                </c:pt>
                <c:pt idx="3652">
                  <c:v>6.7300095002986096</c:v>
                </c:pt>
                <c:pt idx="3653">
                  <c:v>6.7445940549209897</c:v>
                </c:pt>
                <c:pt idx="3654">
                  <c:v>6.7461688720574404</c:v>
                </c:pt>
                <c:pt idx="3655">
                  <c:v>6.7599689643757204</c:v>
                </c:pt>
                <c:pt idx="3656">
                  <c:v>6.72487078866574</c:v>
                </c:pt>
                <c:pt idx="3657">
                  <c:v>6.6677318947058097</c:v>
                </c:pt>
                <c:pt idx="3658">
                  <c:v>6.6931046895262201</c:v>
                </c:pt>
                <c:pt idx="3659">
                  <c:v>6.6319853416653398</c:v>
                </c:pt>
                <c:pt idx="3660">
                  <c:v>6.6048256952642603</c:v>
                </c:pt>
                <c:pt idx="3661">
                  <c:v>6.6614396272000898</c:v>
                </c:pt>
                <c:pt idx="3662">
                  <c:v>6.6657954847893599</c:v>
                </c:pt>
                <c:pt idx="3663">
                  <c:v>6.6461120820029498</c:v>
                </c:pt>
                <c:pt idx="3664">
                  <c:v>6.5937066112755298</c:v>
                </c:pt>
                <c:pt idx="3665">
                  <c:v>6.5909296663746897</c:v>
                </c:pt>
                <c:pt idx="3666">
                  <c:v>6.6307502234112397</c:v>
                </c:pt>
                <c:pt idx="3667">
                  <c:v>6.6257286172164598</c:v>
                </c:pt>
                <c:pt idx="3668">
                  <c:v>6.6555261611255299</c:v>
                </c:pt>
                <c:pt idx="3669">
                  <c:v>6.6565170828840996</c:v>
                </c:pt>
                <c:pt idx="3670">
                  <c:v>6.6985766162775198</c:v>
                </c:pt>
                <c:pt idx="3671">
                  <c:v>6.6741850595426104</c:v>
                </c:pt>
                <c:pt idx="3672">
                  <c:v>6.6587242091238901</c:v>
                </c:pt>
                <c:pt idx="3673">
                  <c:v>6.6532813515602003</c:v>
                </c:pt>
                <c:pt idx="3674">
                  <c:v>6.6532813515602003</c:v>
                </c:pt>
                <c:pt idx="3675">
                  <c:v>6.6345620172656004</c:v>
                </c:pt>
                <c:pt idx="3676">
                  <c:v>6.6943800401667799</c:v>
                </c:pt>
                <c:pt idx="3677">
                  <c:v>6.7084450164669303</c:v>
                </c:pt>
                <c:pt idx="3678">
                  <c:v>6.7143045613224803</c:v>
                </c:pt>
                <c:pt idx="3679">
                  <c:v>6.7852854384561097</c:v>
                </c:pt>
                <c:pt idx="3680">
                  <c:v>6.8242808252395397</c:v>
                </c:pt>
                <c:pt idx="3681">
                  <c:v>6.7663316340861703</c:v>
                </c:pt>
                <c:pt idx="3682">
                  <c:v>6.7619324753474501</c:v>
                </c:pt>
                <c:pt idx="3683">
                  <c:v>6.7619324753474501</c:v>
                </c:pt>
                <c:pt idx="3684">
                  <c:v>6.8233044126453803</c:v>
                </c:pt>
                <c:pt idx="3685">
                  <c:v>6.83066976279681</c:v>
                </c:pt>
                <c:pt idx="3686">
                  <c:v>6.8887557272361102</c:v>
                </c:pt>
                <c:pt idx="3687">
                  <c:v>6.9642159494360003</c:v>
                </c:pt>
                <c:pt idx="3688">
                  <c:v>6.9289299556493003</c:v>
                </c:pt>
                <c:pt idx="3689">
                  <c:v>6.8864797097102901</c:v>
                </c:pt>
                <c:pt idx="3690">
                  <c:v>6.8626641946667899</c:v>
                </c:pt>
                <c:pt idx="3691">
                  <c:v>6.8349739417517101</c:v>
                </c:pt>
                <c:pt idx="3692">
                  <c:v>6.8661197144258699</c:v>
                </c:pt>
                <c:pt idx="3693">
                  <c:v>6.8485953132271797</c:v>
                </c:pt>
                <c:pt idx="3694">
                  <c:v>6.8618302205074704</c:v>
                </c:pt>
                <c:pt idx="3695">
                  <c:v>6.8777628399525703</c:v>
                </c:pt>
                <c:pt idx="3696">
                  <c:v>6.8917649597642301</c:v>
                </c:pt>
                <c:pt idx="3697">
                  <c:v>6.8794050567221801</c:v>
                </c:pt>
                <c:pt idx="3698">
                  <c:v>6.8794050567221801</c:v>
                </c:pt>
                <c:pt idx="3699">
                  <c:v>6.8718598260022699</c:v>
                </c:pt>
                <c:pt idx="3700">
                  <c:v>6.8072141547318497</c:v>
                </c:pt>
                <c:pt idx="3701">
                  <c:v>6.8232470599463602</c:v>
                </c:pt>
                <c:pt idx="3702">
                  <c:v>6.8848783902852704</c:v>
                </c:pt>
                <c:pt idx="3703">
                  <c:v>6.8848783902852704</c:v>
                </c:pt>
                <c:pt idx="3704">
                  <c:v>6.8914281527514403</c:v>
                </c:pt>
                <c:pt idx="3705">
                  <c:v>6.9065021697881601</c:v>
                </c:pt>
                <c:pt idx="3706">
                  <c:v>6.8845536904852098</c:v>
                </c:pt>
                <c:pt idx="3707">
                  <c:v>6.9464832886036296</c:v>
                </c:pt>
                <c:pt idx="3708">
                  <c:v>6.9416323732599698</c:v>
                </c:pt>
                <c:pt idx="3709">
                  <c:v>6.93600519765688</c:v>
                </c:pt>
                <c:pt idx="3710">
                  <c:v>6.8930658653156103</c:v>
                </c:pt>
                <c:pt idx="3711">
                  <c:v>6.9422490543340203</c:v>
                </c:pt>
                <c:pt idx="3712">
                  <c:v>6.9178473223921202</c:v>
                </c:pt>
                <c:pt idx="3713">
                  <c:v>6.9077321603738602</c:v>
                </c:pt>
                <c:pt idx="3714">
                  <c:v>6.9003415747348598</c:v>
                </c:pt>
                <c:pt idx="3715">
                  <c:v>6.9225474924865997</c:v>
                </c:pt>
                <c:pt idx="3716">
                  <c:v>6.9301922802498703</c:v>
                </c:pt>
                <c:pt idx="3717">
                  <c:v>6.9354612694188003</c:v>
                </c:pt>
                <c:pt idx="3718">
                  <c:v>6.9354612694188003</c:v>
                </c:pt>
                <c:pt idx="3719">
                  <c:v>6.8724684394732796</c:v>
                </c:pt>
                <c:pt idx="3720">
                  <c:v>6.8748240481674303</c:v>
                </c:pt>
                <c:pt idx="3721">
                  <c:v>6.8662576474191797</c:v>
                </c:pt>
                <c:pt idx="3722">
                  <c:v>6.8722408628281899</c:v>
                </c:pt>
                <c:pt idx="3723">
                  <c:v>6.8661652242447104</c:v>
                </c:pt>
                <c:pt idx="3724">
                  <c:v>6.89170594185323</c:v>
                </c:pt>
                <c:pt idx="3725">
                  <c:v>6.8977569721788496</c:v>
                </c:pt>
                <c:pt idx="3726">
                  <c:v>6.9159610911247302</c:v>
                </c:pt>
                <c:pt idx="3727">
                  <c:v>6.9445560892015399</c:v>
                </c:pt>
                <c:pt idx="3728">
                  <c:v>6.9614409597132498</c:v>
                </c:pt>
                <c:pt idx="3729">
                  <c:v>6.9925036711872197</c:v>
                </c:pt>
                <c:pt idx="3730">
                  <c:v>6.9857156871014903</c:v>
                </c:pt>
                <c:pt idx="3731">
                  <c:v>6.9758376064396499</c:v>
                </c:pt>
                <c:pt idx="3732">
                  <c:v>6.9758376064396499</c:v>
                </c:pt>
                <c:pt idx="3733">
                  <c:v>6.9891040359326997</c:v>
                </c:pt>
                <c:pt idx="3734">
                  <c:v>7.0106503205184501</c:v>
                </c:pt>
                <c:pt idx="3735">
                  <c:v>7.0563434421252396</c:v>
                </c:pt>
                <c:pt idx="3736">
                  <c:v>7.0627467925803504</c:v>
                </c:pt>
                <c:pt idx="3737">
                  <c:v>7.0729187188397402</c:v>
                </c:pt>
                <c:pt idx="3738">
                  <c:v>7.0845317346975296</c:v>
                </c:pt>
                <c:pt idx="3739">
                  <c:v>7.1196470794583302</c:v>
                </c:pt>
                <c:pt idx="3740">
                  <c:v>7.1461173138022698</c:v>
                </c:pt>
                <c:pt idx="3741">
                  <c:v>7.1590488685790197</c:v>
                </c:pt>
                <c:pt idx="3742">
                  <c:v>7.1337762903839099</c:v>
                </c:pt>
                <c:pt idx="3743">
                  <c:v>7.1367163493286796</c:v>
                </c:pt>
                <c:pt idx="3744">
                  <c:v>7.1367163493286796</c:v>
                </c:pt>
                <c:pt idx="3745">
                  <c:v>7.1387557461987603</c:v>
                </c:pt>
                <c:pt idx="3746">
                  <c:v>7.0904436096679397</c:v>
                </c:pt>
                <c:pt idx="3747">
                  <c:v>7.0971500221059101</c:v>
                </c:pt>
                <c:pt idx="3748">
                  <c:v>7.1339625247371199</c:v>
                </c:pt>
                <c:pt idx="3749">
                  <c:v>7.1288719239324498</c:v>
                </c:pt>
                <c:pt idx="3750">
                  <c:v>7.1263891670362902</c:v>
                </c:pt>
                <c:pt idx="3751">
                  <c:v>7.1032358828244897</c:v>
                </c:pt>
                <c:pt idx="3752">
                  <c:v>7.1169204763621199</c:v>
                </c:pt>
                <c:pt idx="3753">
                  <c:v>7.1169204763621199</c:v>
                </c:pt>
                <c:pt idx="3754">
                  <c:v>7.1007403967186304</c:v>
                </c:pt>
                <c:pt idx="3755">
                  <c:v>7.0775258037190296</c:v>
                </c:pt>
                <c:pt idx="3756">
                  <c:v>7.0527661914420996</c:v>
                </c:pt>
                <c:pt idx="3757">
                  <c:v>7.0496251361629803</c:v>
                </c:pt>
                <c:pt idx="3758">
                  <c:v>7.0409135753843701</c:v>
                </c:pt>
                <c:pt idx="3759">
                  <c:v>7.0547905096568204</c:v>
                </c:pt>
                <c:pt idx="3760">
                  <c:v>7.0926338792667396</c:v>
                </c:pt>
                <c:pt idx="3761">
                  <c:v>7.1060767806147904</c:v>
                </c:pt>
                <c:pt idx="3762">
                  <c:v>7.0909719886997902</c:v>
                </c:pt>
                <c:pt idx="3763">
                  <c:v>7.0789750041964297</c:v>
                </c:pt>
                <c:pt idx="3764">
                  <c:v>7.10362290349748</c:v>
                </c:pt>
                <c:pt idx="3765">
                  <c:v>7.0988342071438302</c:v>
                </c:pt>
                <c:pt idx="3766">
                  <c:v>7.1148678394509597</c:v>
                </c:pt>
                <c:pt idx="3767">
                  <c:v>7.1751745964904696</c:v>
                </c:pt>
                <c:pt idx="3768">
                  <c:v>7.2250765342603804</c:v>
                </c:pt>
                <c:pt idx="3769">
                  <c:v>7.2199824344990402</c:v>
                </c:pt>
                <c:pt idx="3770">
                  <c:v>7.1860407563492403</c:v>
                </c:pt>
                <c:pt idx="3771">
                  <c:v>7.1480587837732603</c:v>
                </c:pt>
                <c:pt idx="3772">
                  <c:v>7.1574233507869698</c:v>
                </c:pt>
                <c:pt idx="3773">
                  <c:v>7.1513468501586503</c:v>
                </c:pt>
                <c:pt idx="3774">
                  <c:v>7.1398475262610601</c:v>
                </c:pt>
                <c:pt idx="3775">
                  <c:v>7.1699811331752201</c:v>
                </c:pt>
                <c:pt idx="3776">
                  <c:v>7.1739301754073299</c:v>
                </c:pt>
                <c:pt idx="3777">
                  <c:v>7.1635434334172103</c:v>
                </c:pt>
                <c:pt idx="3778">
                  <c:v>7.1618142521095498</c:v>
                </c:pt>
                <c:pt idx="3779">
                  <c:v>7.1762342138571098</c:v>
                </c:pt>
                <c:pt idx="3780">
                  <c:v>7.1883354741323897</c:v>
                </c:pt>
                <c:pt idx="3781">
                  <c:v>7.1624062251010603</c:v>
                </c:pt>
                <c:pt idx="3782">
                  <c:v>7.1485380522477504</c:v>
                </c:pt>
                <c:pt idx="3783">
                  <c:v>7.1698218987364104</c:v>
                </c:pt>
                <c:pt idx="3784">
                  <c:v>7.1729850574971197</c:v>
                </c:pt>
                <c:pt idx="3785">
                  <c:v>7.1835290313846096</c:v>
                </c:pt>
                <c:pt idx="3786">
                  <c:v>7.2331738854464396</c:v>
                </c:pt>
                <c:pt idx="3787">
                  <c:v>7.2526597817795304</c:v>
                </c:pt>
                <c:pt idx="3788">
                  <c:v>7.2380512578572702</c:v>
                </c:pt>
                <c:pt idx="3789">
                  <c:v>7.2169214689133598</c:v>
                </c:pt>
                <c:pt idx="3790">
                  <c:v>7.2282883894357104</c:v>
                </c:pt>
                <c:pt idx="3791">
                  <c:v>7.2962670431801504</c:v>
                </c:pt>
                <c:pt idx="3792">
                  <c:v>7.3299223085116303</c:v>
                </c:pt>
                <c:pt idx="3793">
                  <c:v>7.3299223085116303</c:v>
                </c:pt>
                <c:pt idx="3794">
                  <c:v>7.3193519723709199</c:v>
                </c:pt>
                <c:pt idx="3795">
                  <c:v>7.2792276046688498</c:v>
                </c:pt>
                <c:pt idx="3796">
                  <c:v>7.3162134350059604</c:v>
                </c:pt>
                <c:pt idx="3797">
                  <c:v>7.3013123303328697</c:v>
                </c:pt>
                <c:pt idx="3798">
                  <c:v>7.3159534051861801</c:v>
                </c:pt>
                <c:pt idx="3799">
                  <c:v>7.3444781530234602</c:v>
                </c:pt>
                <c:pt idx="3800">
                  <c:v>7.3823136337525304</c:v>
                </c:pt>
                <c:pt idx="3801">
                  <c:v>7.4166086498761299</c:v>
                </c:pt>
                <c:pt idx="3802">
                  <c:v>7.4545634968885599</c:v>
                </c:pt>
                <c:pt idx="3803">
                  <c:v>7.4617142146847701</c:v>
                </c:pt>
                <c:pt idx="3804">
                  <c:v>7.48869219231063</c:v>
                </c:pt>
                <c:pt idx="3805">
                  <c:v>7.4593722722408202</c:v>
                </c:pt>
                <c:pt idx="3806">
                  <c:v>7.4201327063861902</c:v>
                </c:pt>
                <c:pt idx="3807">
                  <c:v>7.46061278148178</c:v>
                </c:pt>
                <c:pt idx="3808">
                  <c:v>7.46061278148178</c:v>
                </c:pt>
                <c:pt idx="3809">
                  <c:v>7.4192850283001102</c:v>
                </c:pt>
                <c:pt idx="3810">
                  <c:v>7.3308588241149</c:v>
                </c:pt>
                <c:pt idx="3811">
                  <c:v>7.3185012670095304</c:v>
                </c:pt>
                <c:pt idx="3812">
                  <c:v>7.3516019089134099</c:v>
                </c:pt>
                <c:pt idx="3813">
                  <c:v>7.3516019089134099</c:v>
                </c:pt>
                <c:pt idx="3814">
                  <c:v>7.3569937195046302</c:v>
                </c:pt>
                <c:pt idx="3815">
                  <c:v>7.3590520906781496</c:v>
                </c:pt>
                <c:pt idx="3816">
                  <c:v>7.3512867748431097</c:v>
                </c:pt>
                <c:pt idx="3817">
                  <c:v>7.3059857124017702</c:v>
                </c:pt>
                <c:pt idx="3818">
                  <c:v>7.31493583311088</c:v>
                </c:pt>
                <c:pt idx="3819">
                  <c:v>7.3316378705800398</c:v>
                </c:pt>
                <c:pt idx="3820">
                  <c:v>7.3593497703063697</c:v>
                </c:pt>
                <c:pt idx="3821">
                  <c:v>7.2764700352015002</c:v>
                </c:pt>
                <c:pt idx="3822">
                  <c:v>7.3263558564876003</c:v>
                </c:pt>
                <c:pt idx="3823">
                  <c:v>7.3436159302978599</c:v>
                </c:pt>
                <c:pt idx="3824">
                  <c:v>7.34363699723695</c:v>
                </c:pt>
                <c:pt idx="3825">
                  <c:v>7.4104923249627097</c:v>
                </c:pt>
                <c:pt idx="3826">
                  <c:v>7.3107690412860498</c:v>
                </c:pt>
                <c:pt idx="3827">
                  <c:v>7.2710072991986197</c:v>
                </c:pt>
                <c:pt idx="3828">
                  <c:v>7.2285952357517704</c:v>
                </c:pt>
                <c:pt idx="3829">
                  <c:v>7.2153418083297902</c:v>
                </c:pt>
                <c:pt idx="3830">
                  <c:v>7.2174790768844401</c:v>
                </c:pt>
                <c:pt idx="3831">
                  <c:v>7.2437203936255701</c:v>
                </c:pt>
                <c:pt idx="3832">
                  <c:v>7.1726432442665997</c:v>
                </c:pt>
                <c:pt idx="3833">
                  <c:v>7.1802842255024997</c:v>
                </c:pt>
                <c:pt idx="3834">
                  <c:v>7.1607494420770603</c:v>
                </c:pt>
                <c:pt idx="3835">
                  <c:v>7.1730586107062599</c:v>
                </c:pt>
                <c:pt idx="3836">
                  <c:v>7.1537424972109704</c:v>
                </c:pt>
                <c:pt idx="3837">
                  <c:v>7.15746024784091</c:v>
                </c:pt>
                <c:pt idx="3838">
                  <c:v>7.1548295267042397</c:v>
                </c:pt>
                <c:pt idx="3839">
                  <c:v>7.1699016997222502</c:v>
                </c:pt>
                <c:pt idx="3840">
                  <c:v>7.1364133056152603</c:v>
                </c:pt>
                <c:pt idx="3841">
                  <c:v>7.0645048133909398</c:v>
                </c:pt>
                <c:pt idx="3842">
                  <c:v>7.0320782263740202</c:v>
                </c:pt>
                <c:pt idx="3843">
                  <c:v>6.9951163442255604</c:v>
                </c:pt>
                <c:pt idx="3844">
                  <c:v>6.9951163442255604</c:v>
                </c:pt>
                <c:pt idx="3845">
                  <c:v>7.0007516605981204</c:v>
                </c:pt>
                <c:pt idx="3846">
                  <c:v>7.0574066714542001</c:v>
                </c:pt>
                <c:pt idx="3847">
                  <c:v>7.0150233293737303</c:v>
                </c:pt>
                <c:pt idx="3848">
                  <c:v>7.0150233293737303</c:v>
                </c:pt>
                <c:pt idx="3849">
                  <c:v>7.0150233293737303</c:v>
                </c:pt>
                <c:pt idx="3850">
                  <c:v>7.0446897517061302</c:v>
                </c:pt>
                <c:pt idx="3851">
                  <c:v>7.0701002299418398</c:v>
                </c:pt>
                <c:pt idx="3852">
                  <c:v>7.09920739645439</c:v>
                </c:pt>
                <c:pt idx="3853">
                  <c:v>7.09920739645439</c:v>
                </c:pt>
                <c:pt idx="3854">
                  <c:v>7.0268782834755301</c:v>
                </c:pt>
                <c:pt idx="3855">
                  <c:v>6.9832551621541299</c:v>
                </c:pt>
                <c:pt idx="3856">
                  <c:v>7.0216960856374602</c:v>
                </c:pt>
                <c:pt idx="3857">
                  <c:v>7.0251005251852998</c:v>
                </c:pt>
                <c:pt idx="3858">
                  <c:v>7.0125973211428798</c:v>
                </c:pt>
                <c:pt idx="3859">
                  <c:v>7.0333940891455704</c:v>
                </c:pt>
                <c:pt idx="3860">
                  <c:v>7.0545537619388599</c:v>
                </c:pt>
                <c:pt idx="3861">
                  <c:v>7.0986612213109099</c:v>
                </c:pt>
                <c:pt idx="3862">
                  <c:v>7.0781305465868103</c:v>
                </c:pt>
                <c:pt idx="3863">
                  <c:v>7.0921359656254097</c:v>
                </c:pt>
                <c:pt idx="3864">
                  <c:v>7.0906991141140301</c:v>
                </c:pt>
                <c:pt idx="3865">
                  <c:v>7.1142281534976499</c:v>
                </c:pt>
                <c:pt idx="3866">
                  <c:v>7.1118764545765298</c:v>
                </c:pt>
                <c:pt idx="3867">
                  <c:v>7.1243599368795802</c:v>
                </c:pt>
                <c:pt idx="3868">
                  <c:v>7.12997623055041</c:v>
                </c:pt>
                <c:pt idx="3869">
                  <c:v>7.0985123699925099</c:v>
                </c:pt>
                <c:pt idx="3870">
                  <c:v>7.0732686352970804</c:v>
                </c:pt>
                <c:pt idx="3871">
                  <c:v>6.9898727179543796</c:v>
                </c:pt>
                <c:pt idx="3872">
                  <c:v>6.9806349952297397</c:v>
                </c:pt>
                <c:pt idx="3873">
                  <c:v>6.9281225607023798</c:v>
                </c:pt>
                <c:pt idx="3874">
                  <c:v>6.9629545525618903</c:v>
                </c:pt>
                <c:pt idx="3875">
                  <c:v>6.9092707261636299</c:v>
                </c:pt>
                <c:pt idx="3876">
                  <c:v>6.9629991789590298</c:v>
                </c:pt>
                <c:pt idx="3877">
                  <c:v>6.9693827840914597</c:v>
                </c:pt>
                <c:pt idx="3878">
                  <c:v>7.0109976461719299</c:v>
                </c:pt>
                <c:pt idx="3879">
                  <c:v>7.0157235370979896</c:v>
                </c:pt>
                <c:pt idx="3880">
                  <c:v>7.0083044269422103</c:v>
                </c:pt>
                <c:pt idx="3881">
                  <c:v>7.0205509879163301</c:v>
                </c:pt>
                <c:pt idx="3882">
                  <c:v>6.9776760105467499</c:v>
                </c:pt>
                <c:pt idx="3883">
                  <c:v>6.9907790573810002</c:v>
                </c:pt>
                <c:pt idx="3884">
                  <c:v>6.9863738390445</c:v>
                </c:pt>
                <c:pt idx="3885">
                  <c:v>6.9755505506732902</c:v>
                </c:pt>
                <c:pt idx="3886">
                  <c:v>6.9982812126401397</c:v>
                </c:pt>
                <c:pt idx="3887">
                  <c:v>6.9840105509920702</c:v>
                </c:pt>
                <c:pt idx="3888">
                  <c:v>6.9523016857625599</c:v>
                </c:pt>
                <c:pt idx="3889">
                  <c:v>6.9513563192910697</c:v>
                </c:pt>
                <c:pt idx="3890">
                  <c:v>6.95288753252549</c:v>
                </c:pt>
                <c:pt idx="3891">
                  <c:v>6.9798807614265197</c:v>
                </c:pt>
                <c:pt idx="3892">
                  <c:v>7.0127230651348302</c:v>
                </c:pt>
                <c:pt idx="3893">
                  <c:v>7.0167126220927596</c:v>
                </c:pt>
                <c:pt idx="3894">
                  <c:v>6.9992779002300196</c:v>
                </c:pt>
                <c:pt idx="3895">
                  <c:v>6.9756665377509597</c:v>
                </c:pt>
                <c:pt idx="3896">
                  <c:v>6.98611059038286</c:v>
                </c:pt>
                <c:pt idx="3897">
                  <c:v>6.9372268131110504</c:v>
                </c:pt>
                <c:pt idx="3898">
                  <c:v>6.8946953621784104</c:v>
                </c:pt>
                <c:pt idx="3899">
                  <c:v>6.8752537489772001</c:v>
                </c:pt>
                <c:pt idx="3900">
                  <c:v>6.87369178249185</c:v>
                </c:pt>
                <c:pt idx="3901">
                  <c:v>6.8617342489667204</c:v>
                </c:pt>
                <c:pt idx="3902">
                  <c:v>6.8057449127972696</c:v>
                </c:pt>
                <c:pt idx="3903">
                  <c:v>6.8191506637545301</c:v>
                </c:pt>
                <c:pt idx="3904">
                  <c:v>6.7976377946404298</c:v>
                </c:pt>
                <c:pt idx="3905">
                  <c:v>6.7503407990067901</c:v>
                </c:pt>
                <c:pt idx="3906">
                  <c:v>6.6393839129718604</c:v>
                </c:pt>
                <c:pt idx="3907">
                  <c:v>6.6180888514058296</c:v>
                </c:pt>
                <c:pt idx="3908">
                  <c:v>6.6180888514058296</c:v>
                </c:pt>
                <c:pt idx="3909">
                  <c:v>6.6517765806929496</c:v>
                </c:pt>
                <c:pt idx="3910">
                  <c:v>6.7486822424700703</c:v>
                </c:pt>
                <c:pt idx="3911">
                  <c:v>6.7166956734001397</c:v>
                </c:pt>
                <c:pt idx="3912">
                  <c:v>6.7137910844608202</c:v>
                </c:pt>
                <c:pt idx="3913">
                  <c:v>6.6948012089417599</c:v>
                </c:pt>
                <c:pt idx="3914">
                  <c:v>6.75402849065539</c:v>
                </c:pt>
                <c:pt idx="3915">
                  <c:v>6.7388235046863096</c:v>
                </c:pt>
                <c:pt idx="3916">
                  <c:v>6.7538332903923601</c:v>
                </c:pt>
                <c:pt idx="3917">
                  <c:v>6.7505899524809303</c:v>
                </c:pt>
                <c:pt idx="3918">
                  <c:v>6.7140832716474996</c:v>
                </c:pt>
                <c:pt idx="3919">
                  <c:v>6.6582712554025401</c:v>
                </c:pt>
                <c:pt idx="3920">
                  <c:v>6.6519794809246404</c:v>
                </c:pt>
                <c:pt idx="3921">
                  <c:v>6.6617502372213604</c:v>
                </c:pt>
                <c:pt idx="3922">
                  <c:v>6.6742764648934898</c:v>
                </c:pt>
                <c:pt idx="3923">
                  <c:v>6.6963042767226604</c:v>
                </c:pt>
                <c:pt idx="3924">
                  <c:v>6.7600358699977203</c:v>
                </c:pt>
                <c:pt idx="3925">
                  <c:v>6.7317934124006804</c:v>
                </c:pt>
                <c:pt idx="3926">
                  <c:v>6.7317934124006804</c:v>
                </c:pt>
                <c:pt idx="3927">
                  <c:v>6.7317934124006804</c:v>
                </c:pt>
                <c:pt idx="3928">
                  <c:v>6.7237698626596698</c:v>
                </c:pt>
                <c:pt idx="3929">
                  <c:v>6.7526132415076896</c:v>
                </c:pt>
                <c:pt idx="3930">
                  <c:v>6.8196836972061998</c:v>
                </c:pt>
                <c:pt idx="3931">
                  <c:v>6.8623958633363502</c:v>
                </c:pt>
                <c:pt idx="3932">
                  <c:v>6.9067046193487398</c:v>
                </c:pt>
                <c:pt idx="3933">
                  <c:v>6.9401582669974697</c:v>
                </c:pt>
                <c:pt idx="3934">
                  <c:v>6.9350175736921598</c:v>
                </c:pt>
                <c:pt idx="3935">
                  <c:v>6.9350175736921598</c:v>
                </c:pt>
                <c:pt idx="3936">
                  <c:v>7.0045849337963499</c:v>
                </c:pt>
                <c:pt idx="3937">
                  <c:v>6.9491420192864997</c:v>
                </c:pt>
                <c:pt idx="3938">
                  <c:v>6.9626259130750103</c:v>
                </c:pt>
                <c:pt idx="3939">
                  <c:v>6.9616088389362396</c:v>
                </c:pt>
                <c:pt idx="3940">
                  <c:v>6.8993491861623104</c:v>
                </c:pt>
                <c:pt idx="3941">
                  <c:v>6.85121511217858</c:v>
                </c:pt>
                <c:pt idx="3942">
                  <c:v>6.7791716236714903</c:v>
                </c:pt>
                <c:pt idx="3943">
                  <c:v>6.8467302596400801</c:v>
                </c:pt>
                <c:pt idx="3944">
                  <c:v>6.8492377375580302</c:v>
                </c:pt>
                <c:pt idx="3945">
                  <c:v>6.8879482535004</c:v>
                </c:pt>
                <c:pt idx="3946">
                  <c:v>6.8825858213602098</c:v>
                </c:pt>
                <c:pt idx="3947">
                  <c:v>6.9145531799436002</c:v>
                </c:pt>
                <c:pt idx="3948">
                  <c:v>6.90641805698586</c:v>
                </c:pt>
                <c:pt idx="3949">
                  <c:v>6.9010968825406804</c:v>
                </c:pt>
                <c:pt idx="3950">
                  <c:v>6.8972004416930597</c:v>
                </c:pt>
                <c:pt idx="3951">
                  <c:v>6.9382831685558202</c:v>
                </c:pt>
                <c:pt idx="3952">
                  <c:v>6.8810441158495603</c:v>
                </c:pt>
                <c:pt idx="3953">
                  <c:v>6.8729275708565503</c:v>
                </c:pt>
                <c:pt idx="3954">
                  <c:v>6.8392950280118603</c:v>
                </c:pt>
                <c:pt idx="3955">
                  <c:v>6.8355341375341796</c:v>
                </c:pt>
                <c:pt idx="3956">
                  <c:v>6.77220352222258</c:v>
                </c:pt>
                <c:pt idx="3957">
                  <c:v>6.7577442393157403</c:v>
                </c:pt>
                <c:pt idx="3958">
                  <c:v>6.7577442393157403</c:v>
                </c:pt>
                <c:pt idx="3959">
                  <c:v>6.69023647092635</c:v>
                </c:pt>
                <c:pt idx="3960">
                  <c:v>6.6261140793657098</c:v>
                </c:pt>
                <c:pt idx="3961">
                  <c:v>6.5925715125697799</c:v>
                </c:pt>
                <c:pt idx="3962">
                  <c:v>6.5565876460955099</c:v>
                </c:pt>
                <c:pt idx="3963">
                  <c:v>6.4933693764642699</c:v>
                </c:pt>
                <c:pt idx="3964">
                  <c:v>6.4373612699805696</c:v>
                </c:pt>
                <c:pt idx="3965">
                  <c:v>6.4441753597922498</c:v>
                </c:pt>
                <c:pt idx="3966">
                  <c:v>6.3412585390155396</c:v>
                </c:pt>
                <c:pt idx="3967">
                  <c:v>6.3045030853451296</c:v>
                </c:pt>
                <c:pt idx="3968">
                  <c:v>6.41129029288882</c:v>
                </c:pt>
                <c:pt idx="3969">
                  <c:v>6.4131335916749199</c:v>
                </c:pt>
                <c:pt idx="3970">
                  <c:v>6.4091562024684601</c:v>
                </c:pt>
                <c:pt idx="3971">
                  <c:v>6.2638182135748801</c:v>
                </c:pt>
                <c:pt idx="3972">
                  <c:v>6.2458001192145103</c:v>
                </c:pt>
                <c:pt idx="3973">
                  <c:v>6.2458001192145103</c:v>
                </c:pt>
                <c:pt idx="3974">
                  <c:v>6.27839774532805</c:v>
                </c:pt>
                <c:pt idx="3975">
                  <c:v>6.2574374573955502</c:v>
                </c:pt>
                <c:pt idx="3976">
                  <c:v>6.2797204529286397</c:v>
                </c:pt>
                <c:pt idx="3977">
                  <c:v>6.2162082539080696</c:v>
                </c:pt>
                <c:pt idx="3978">
                  <c:v>6.2162082539080696</c:v>
                </c:pt>
                <c:pt idx="3979">
                  <c:v>6.1007994367819798</c:v>
                </c:pt>
                <c:pt idx="3980">
                  <c:v>5.9599527926418299</c:v>
                </c:pt>
                <c:pt idx="3981">
                  <c:v>5.9358483717549699</c:v>
                </c:pt>
                <c:pt idx="3982">
                  <c:v>6.0638879380988104</c:v>
                </c:pt>
                <c:pt idx="3983">
                  <c:v>6.0693481314086997</c:v>
                </c:pt>
                <c:pt idx="3984">
                  <c:v>6.1037926423414701</c:v>
                </c:pt>
                <c:pt idx="3985">
                  <c:v>6.0587629071305402</c:v>
                </c:pt>
                <c:pt idx="3986">
                  <c:v>6.1145662285057396</c:v>
                </c:pt>
                <c:pt idx="3987">
                  <c:v>6.1544992554390099</c:v>
                </c:pt>
                <c:pt idx="3988">
                  <c:v>6.1077912825658602</c:v>
                </c:pt>
                <c:pt idx="3989">
                  <c:v>6.1412286850350499</c:v>
                </c:pt>
                <c:pt idx="3990">
                  <c:v>6.09446065669019</c:v>
                </c:pt>
                <c:pt idx="3991">
                  <c:v>6.13098150666724</c:v>
                </c:pt>
                <c:pt idx="3992">
                  <c:v>6.0514826185564097</c:v>
                </c:pt>
                <c:pt idx="3993">
                  <c:v>6.0156261341341599</c:v>
                </c:pt>
                <c:pt idx="3994">
                  <c:v>6.01362286735068</c:v>
                </c:pt>
                <c:pt idx="3995">
                  <c:v>5.9716922692168097</c:v>
                </c:pt>
                <c:pt idx="3996">
                  <c:v>6.0070747373191802</c:v>
                </c:pt>
                <c:pt idx="3997">
                  <c:v>5.9871383977858601</c:v>
                </c:pt>
                <c:pt idx="3998">
                  <c:v>6.0482881750577198</c:v>
                </c:pt>
                <c:pt idx="3999">
                  <c:v>6.1034811287514801</c:v>
                </c:pt>
                <c:pt idx="4000">
                  <c:v>6.0854793078434097</c:v>
                </c:pt>
                <c:pt idx="4001">
                  <c:v>6.0946668809841897</c:v>
                </c:pt>
                <c:pt idx="4002">
                  <c:v>6.03091537231857</c:v>
                </c:pt>
                <c:pt idx="4003">
                  <c:v>6.11492165803761</c:v>
                </c:pt>
                <c:pt idx="4004">
                  <c:v>6.1365772218868999</c:v>
                </c:pt>
                <c:pt idx="4005">
                  <c:v>6.1365772218868999</c:v>
                </c:pt>
                <c:pt idx="4006">
                  <c:v>6.1096839486611803</c:v>
                </c:pt>
                <c:pt idx="4007">
                  <c:v>6.0938551378387498</c:v>
                </c:pt>
                <c:pt idx="4008">
                  <c:v>6.1366001900425298</c:v>
                </c:pt>
                <c:pt idx="4009">
                  <c:v>6.0771252671522502</c:v>
                </c:pt>
                <c:pt idx="4010">
                  <c:v>6.0507329629931297</c:v>
                </c:pt>
                <c:pt idx="4011">
                  <c:v>6.0135844144464299</c:v>
                </c:pt>
                <c:pt idx="4012">
                  <c:v>5.9791914296759998</c:v>
                </c:pt>
                <c:pt idx="4013">
                  <c:v>5.9791914296759998</c:v>
                </c:pt>
                <c:pt idx="4014">
                  <c:v>5.9824510316163604</c:v>
                </c:pt>
                <c:pt idx="4015">
                  <c:v>5.9859010648457698</c:v>
                </c:pt>
                <c:pt idx="4016">
                  <c:v>6.0579336277117104</c:v>
                </c:pt>
                <c:pt idx="4017">
                  <c:v>6.0835978902005401</c:v>
                </c:pt>
                <c:pt idx="4018">
                  <c:v>6.0556618478798701</c:v>
                </c:pt>
                <c:pt idx="4019">
                  <c:v>6.1089190247614402</c:v>
                </c:pt>
                <c:pt idx="4020">
                  <c:v>6.1571634272324101</c:v>
                </c:pt>
                <c:pt idx="4021">
                  <c:v>6.1937237754132797</c:v>
                </c:pt>
                <c:pt idx="4022">
                  <c:v>6.11031204835301</c:v>
                </c:pt>
                <c:pt idx="4023">
                  <c:v>6.1641528802595902</c:v>
                </c:pt>
                <c:pt idx="4024">
                  <c:v>6.1691089656362799</c:v>
                </c:pt>
                <c:pt idx="4025">
                  <c:v>6.1143848959989002</c:v>
                </c:pt>
                <c:pt idx="4026">
                  <c:v>6.1005087488259502</c:v>
                </c:pt>
                <c:pt idx="4027">
                  <c:v>6.0754289565816997</c:v>
                </c:pt>
                <c:pt idx="4028">
                  <c:v>6.1230124680715701</c:v>
                </c:pt>
                <c:pt idx="4029">
                  <c:v>6.1786083523192001</c:v>
                </c:pt>
                <c:pt idx="4030">
                  <c:v>6.1654136266313699</c:v>
                </c:pt>
                <c:pt idx="4031">
                  <c:v>6.1182540165707398</c:v>
                </c:pt>
                <c:pt idx="4032">
                  <c:v>6.14113454331103</c:v>
                </c:pt>
                <c:pt idx="4033">
                  <c:v>6.1389104233747496</c:v>
                </c:pt>
                <c:pt idx="4034">
                  <c:v>6.0993073374688898</c:v>
                </c:pt>
                <c:pt idx="4035">
                  <c:v>6.0927064888738096</c:v>
                </c:pt>
                <c:pt idx="4036">
                  <c:v>6.0954476272891096</c:v>
                </c:pt>
                <c:pt idx="4037">
                  <c:v>6.0712955039167902</c:v>
                </c:pt>
                <c:pt idx="4038">
                  <c:v>6.0414757976489604</c:v>
                </c:pt>
                <c:pt idx="4039">
                  <c:v>6.0192634834346403</c:v>
                </c:pt>
                <c:pt idx="4040">
                  <c:v>6.0486778995884398</c:v>
                </c:pt>
                <c:pt idx="4041">
                  <c:v>6.0233540401784396</c:v>
                </c:pt>
                <c:pt idx="4042">
                  <c:v>6.0531954955658902</c:v>
                </c:pt>
                <c:pt idx="4043">
                  <c:v>6.0716550465325003</c:v>
                </c:pt>
                <c:pt idx="4044">
                  <c:v>6.0586499575376802</c:v>
                </c:pt>
                <c:pt idx="4045">
                  <c:v>6.0730922195436801</c:v>
                </c:pt>
                <c:pt idx="4046">
                  <c:v>6.0469204436803103</c:v>
                </c:pt>
                <c:pt idx="4047">
                  <c:v>6.0217155261793103</c:v>
                </c:pt>
                <c:pt idx="4048">
                  <c:v>6.0595257261955604</c:v>
                </c:pt>
                <c:pt idx="4049">
                  <c:v>6.0397731558328802</c:v>
                </c:pt>
                <c:pt idx="4050">
                  <c:v>6.0408812927619904</c:v>
                </c:pt>
                <c:pt idx="4051">
                  <c:v>6.0824808516074498</c:v>
                </c:pt>
                <c:pt idx="4052">
                  <c:v>6.0981525454855303</c:v>
                </c:pt>
                <c:pt idx="4053">
                  <c:v>6.0981525454855303</c:v>
                </c:pt>
                <c:pt idx="4054">
                  <c:v>6.1376843254266502</c:v>
                </c:pt>
                <c:pt idx="4055">
                  <c:v>6.1815295657430802</c:v>
                </c:pt>
                <c:pt idx="4056">
                  <c:v>6.1659669146510501</c:v>
                </c:pt>
                <c:pt idx="4057">
                  <c:v>6.1273275895749002</c:v>
                </c:pt>
                <c:pt idx="4058">
                  <c:v>6.1638878513313102</c:v>
                </c:pt>
                <c:pt idx="4059">
                  <c:v>6.1923009641276199</c:v>
                </c:pt>
                <c:pt idx="4060">
                  <c:v>6.1629597423487699</c:v>
                </c:pt>
                <c:pt idx="4061">
                  <c:v>6.1027383391642598</c:v>
                </c:pt>
                <c:pt idx="4062">
                  <c:v>6.0654132142049404</c:v>
                </c:pt>
                <c:pt idx="4063">
                  <c:v>6.1080082375676703</c:v>
                </c:pt>
                <c:pt idx="4064">
                  <c:v>6.0898505977149604</c:v>
                </c:pt>
                <c:pt idx="4065">
                  <c:v>6.1664175904879297</c:v>
                </c:pt>
                <c:pt idx="4066">
                  <c:v>6.1006368233131898</c:v>
                </c:pt>
                <c:pt idx="4067">
                  <c:v>6.0793270255542602</c:v>
                </c:pt>
                <c:pt idx="4068">
                  <c:v>6.0793270255542602</c:v>
                </c:pt>
                <c:pt idx="4069">
                  <c:v>6.1515775235228398</c:v>
                </c:pt>
                <c:pt idx="4070">
                  <c:v>6.1649875177381501</c:v>
                </c:pt>
                <c:pt idx="4071">
                  <c:v>6.2208405608979804</c:v>
                </c:pt>
                <c:pt idx="4072">
                  <c:v>6.2719771973828902</c:v>
                </c:pt>
                <c:pt idx="4073">
                  <c:v>6.2719771973828902</c:v>
                </c:pt>
                <c:pt idx="4074">
                  <c:v>6.3493083047305099</c:v>
                </c:pt>
                <c:pt idx="4075">
                  <c:v>6.4556062773422402</c:v>
                </c:pt>
                <c:pt idx="4076">
                  <c:v>6.3935452821071399</c:v>
                </c:pt>
                <c:pt idx="4077">
                  <c:v>6.3706024830838004</c:v>
                </c:pt>
                <c:pt idx="4078">
                  <c:v>6.4224794979956998</c:v>
                </c:pt>
                <c:pt idx="4079">
                  <c:v>6.4273075151267003</c:v>
                </c:pt>
                <c:pt idx="4080">
                  <c:v>6.43127450016258</c:v>
                </c:pt>
                <c:pt idx="4081">
                  <c:v>6.3857040385703199</c:v>
                </c:pt>
                <c:pt idx="4082">
                  <c:v>6.3910084349137302</c:v>
                </c:pt>
                <c:pt idx="4083">
                  <c:v>6.5968447867081599</c:v>
                </c:pt>
                <c:pt idx="4084">
                  <c:v>6.7394077035157096</c:v>
                </c:pt>
                <c:pt idx="4085">
                  <c:v>6.6862895287270101</c:v>
                </c:pt>
                <c:pt idx="4086">
                  <c:v>6.5938619976596096</c:v>
                </c:pt>
                <c:pt idx="4087">
                  <c:v>6.5826958031794804</c:v>
                </c:pt>
                <c:pt idx="4088">
                  <c:v>6.6029474257708802</c:v>
                </c:pt>
                <c:pt idx="4089">
                  <c:v>6.5186173967708196</c:v>
                </c:pt>
                <c:pt idx="4090">
                  <c:v>6.4582256486274296</c:v>
                </c:pt>
                <c:pt idx="4091">
                  <c:v>6.3955674656338104</c:v>
                </c:pt>
                <c:pt idx="4092">
                  <c:v>6.3254159850471101</c:v>
                </c:pt>
                <c:pt idx="4093">
                  <c:v>6.3730495216645604</c:v>
                </c:pt>
                <c:pt idx="4094">
                  <c:v>6.3894578277799301</c:v>
                </c:pt>
                <c:pt idx="4095">
                  <c:v>6.3250014186498502</c:v>
                </c:pt>
                <c:pt idx="4096">
                  <c:v>6.3173819632089501</c:v>
                </c:pt>
                <c:pt idx="4097">
                  <c:v>6.3576697157746898</c:v>
                </c:pt>
                <c:pt idx="4098">
                  <c:v>6.39605181262041</c:v>
                </c:pt>
                <c:pt idx="4099">
                  <c:v>6.3920281796516196</c:v>
                </c:pt>
                <c:pt idx="4100">
                  <c:v>6.3833285302520704</c:v>
                </c:pt>
                <c:pt idx="4101">
                  <c:v>6.4342234751236997</c:v>
                </c:pt>
                <c:pt idx="4102">
                  <c:v>6.4329957157499402</c:v>
                </c:pt>
                <c:pt idx="4103">
                  <c:v>6.4012207640801604</c:v>
                </c:pt>
                <c:pt idx="4104">
                  <c:v>6.4221827493576704</c:v>
                </c:pt>
                <c:pt idx="4105">
                  <c:v>6.4221827493576704</c:v>
                </c:pt>
                <c:pt idx="4106">
                  <c:v>6.43013636527074</c:v>
                </c:pt>
                <c:pt idx="4107">
                  <c:v>6.4116319592098296</c:v>
                </c:pt>
                <c:pt idx="4108">
                  <c:v>6.4211677925199799</c:v>
                </c:pt>
                <c:pt idx="4109">
                  <c:v>6.4211677925199799</c:v>
                </c:pt>
                <c:pt idx="4110">
                  <c:v>6.4211677925199799</c:v>
                </c:pt>
                <c:pt idx="4111">
                  <c:v>6.4530715214622703</c:v>
                </c:pt>
                <c:pt idx="4112">
                  <c:v>6.4821081420027102</c:v>
                </c:pt>
                <c:pt idx="4113">
                  <c:v>6.4821081420027102</c:v>
                </c:pt>
                <c:pt idx="4114">
                  <c:v>6.4423078878040503</c:v>
                </c:pt>
                <c:pt idx="4115">
                  <c:v>6.37152322767977</c:v>
                </c:pt>
                <c:pt idx="4116">
                  <c:v>6.2871463390180597</c:v>
                </c:pt>
                <c:pt idx="4117">
                  <c:v>6.2125795401845103</c:v>
                </c:pt>
                <c:pt idx="4118">
                  <c:v>6.2244719841883898</c:v>
                </c:pt>
                <c:pt idx="4119">
                  <c:v>6.2468089922126797</c:v>
                </c:pt>
                <c:pt idx="4120">
                  <c:v>6.1938204423280201</c:v>
                </c:pt>
                <c:pt idx="4121">
                  <c:v>6.1783190976603599</c:v>
                </c:pt>
                <c:pt idx="4122">
                  <c:v>6.1475245849080897</c:v>
                </c:pt>
                <c:pt idx="4123">
                  <c:v>6.18265037987842</c:v>
                </c:pt>
                <c:pt idx="4124">
                  <c:v>6.1839893664592198</c:v>
                </c:pt>
                <c:pt idx="4125">
                  <c:v>6.1205483285259898</c:v>
                </c:pt>
                <c:pt idx="4126">
                  <c:v>6.0885548899378303</c:v>
                </c:pt>
                <c:pt idx="4127">
                  <c:v>6.0649472690046604</c:v>
                </c:pt>
                <c:pt idx="4128">
                  <c:v>6.0838434577551999</c:v>
                </c:pt>
                <c:pt idx="4129">
                  <c:v>6.0956544502914802</c:v>
                </c:pt>
                <c:pt idx="4130">
                  <c:v>6.06855994696138</c:v>
                </c:pt>
                <c:pt idx="4131">
                  <c:v>6.0725557800897496</c:v>
                </c:pt>
                <c:pt idx="4132">
                  <c:v>6.0206158183398202</c:v>
                </c:pt>
                <c:pt idx="4133">
                  <c:v>5.9684422144072098</c:v>
                </c:pt>
                <c:pt idx="4134">
                  <c:v>6.0578000364043803</c:v>
                </c:pt>
                <c:pt idx="4135">
                  <c:v>6.0416694166875597</c:v>
                </c:pt>
                <c:pt idx="4136">
                  <c:v>5.9547275176737804</c:v>
                </c:pt>
                <c:pt idx="4137">
                  <c:v>5.9830798899579198</c:v>
                </c:pt>
                <c:pt idx="4138">
                  <c:v>5.9677983438699798</c:v>
                </c:pt>
                <c:pt idx="4139">
                  <c:v>5.9367594368559002</c:v>
                </c:pt>
                <c:pt idx="4140">
                  <c:v>5.8893432373232901</c:v>
                </c:pt>
                <c:pt idx="4141">
                  <c:v>5.9261475241428601</c:v>
                </c:pt>
                <c:pt idx="4142">
                  <c:v>5.9168672657358403</c:v>
                </c:pt>
                <c:pt idx="4143">
                  <c:v>5.8741560738656098</c:v>
                </c:pt>
                <c:pt idx="4144">
                  <c:v>5.8971395501585802</c:v>
                </c:pt>
                <c:pt idx="4145">
                  <c:v>5.9351764399643301</c:v>
                </c:pt>
                <c:pt idx="4146">
                  <c:v>5.9551984819994104</c:v>
                </c:pt>
                <c:pt idx="4147">
                  <c:v>5.9250582115203096</c:v>
                </c:pt>
                <c:pt idx="4148">
                  <c:v>5.8809129834412497</c:v>
                </c:pt>
                <c:pt idx="4149">
                  <c:v>5.8853949653139903</c:v>
                </c:pt>
                <c:pt idx="4150">
                  <c:v>5.90733914105164</c:v>
                </c:pt>
                <c:pt idx="4151">
                  <c:v>6.0431232642872503</c:v>
                </c:pt>
                <c:pt idx="4152">
                  <c:v>6.2223569871840203</c:v>
                </c:pt>
                <c:pt idx="4153">
                  <c:v>6.1288562154738804</c:v>
                </c:pt>
                <c:pt idx="4154">
                  <c:v>6.0427238501301002</c:v>
                </c:pt>
                <c:pt idx="4155">
                  <c:v>5.8954519219703201</c:v>
                </c:pt>
                <c:pt idx="4156">
                  <c:v>5.9186589321947798</c:v>
                </c:pt>
                <c:pt idx="4157">
                  <c:v>6.0313644739344898</c:v>
                </c:pt>
                <c:pt idx="4158">
                  <c:v>6.6838302212349996</c:v>
                </c:pt>
                <c:pt idx="4159">
                  <c:v>6.8088068058266202</c:v>
                </c:pt>
                <c:pt idx="4160">
                  <c:v>7.2808012111129301</c:v>
                </c:pt>
                <c:pt idx="4161">
                  <c:v>8.2526622430319101</c:v>
                </c:pt>
                <c:pt idx="4162">
                  <c:v>8.3628634989741606</c:v>
                </c:pt>
                <c:pt idx="4163">
                  <c:v>9.4257687687096308</c:v>
                </c:pt>
                <c:pt idx="4164">
                  <c:v>8.6115685448061399</c:v>
                </c:pt>
                <c:pt idx="4165">
                  <c:v>9.0822572759355094</c:v>
                </c:pt>
                <c:pt idx="4166">
                  <c:v>9.3935314335217193</c:v>
                </c:pt>
                <c:pt idx="4167">
                  <c:v>9.4527440684905297</c:v>
                </c:pt>
                <c:pt idx="4168">
                  <c:v>9.4527440684905297</c:v>
                </c:pt>
                <c:pt idx="4169">
                  <c:v>9.0972008380636407</c:v>
                </c:pt>
                <c:pt idx="4170">
                  <c:v>8.0903492942114603</c:v>
                </c:pt>
                <c:pt idx="4171">
                  <c:v>7.2538659752084502</c:v>
                </c:pt>
                <c:pt idx="4172">
                  <c:v>7.2552679396518203</c:v>
                </c:pt>
                <c:pt idx="4173">
                  <c:v>7.3460618726213003</c:v>
                </c:pt>
                <c:pt idx="4174">
                  <c:v>7.2575040556160397</c:v>
                </c:pt>
                <c:pt idx="4175">
                  <c:v>7.7862354761825596</c:v>
                </c:pt>
                <c:pt idx="4176">
                  <c:v>7.9035658177139396</c:v>
                </c:pt>
                <c:pt idx="4177">
                  <c:v>8.0956858717437008</c:v>
                </c:pt>
                <c:pt idx="4178">
                  <c:v>8.1721390027834495</c:v>
                </c:pt>
                <c:pt idx="4179">
                  <c:v>8.0676136130887492</c:v>
                </c:pt>
                <c:pt idx="4180">
                  <c:v>7.9821306544762702</c:v>
                </c:pt>
                <c:pt idx="4181">
                  <c:v>7.9821306544762702</c:v>
                </c:pt>
                <c:pt idx="4182">
                  <c:v>7.9821306544762702</c:v>
                </c:pt>
                <c:pt idx="4183">
                  <c:v>7.8846104003586701</c:v>
                </c:pt>
                <c:pt idx="4184">
                  <c:v>7.5609003766945202</c:v>
                </c:pt>
                <c:pt idx="4185">
                  <c:v>7.2544045966189401</c:v>
                </c:pt>
                <c:pt idx="4186">
                  <c:v>6.9411234602753904</c:v>
                </c:pt>
                <c:pt idx="4187">
                  <c:v>7.0038837644168597</c:v>
                </c:pt>
                <c:pt idx="4188">
                  <c:v>7.2298344886106198</c:v>
                </c:pt>
                <c:pt idx="4189">
                  <c:v>7.2948535215124899</c:v>
                </c:pt>
                <c:pt idx="4190">
                  <c:v>7.3345120252471796</c:v>
                </c:pt>
                <c:pt idx="4191">
                  <c:v>7.2528123697286002</c:v>
                </c:pt>
                <c:pt idx="4192">
                  <c:v>7.3216190392546103</c:v>
                </c:pt>
                <c:pt idx="4193">
                  <c:v>7.3136230953465198</c:v>
                </c:pt>
                <c:pt idx="4194">
                  <c:v>7.2702955369759703</c:v>
                </c:pt>
                <c:pt idx="4195">
                  <c:v>7.2345058006300196</c:v>
                </c:pt>
                <c:pt idx="4196">
                  <c:v>7.2034827414815998</c:v>
                </c:pt>
                <c:pt idx="4197">
                  <c:v>7.2034827414815998</c:v>
                </c:pt>
                <c:pt idx="4198">
                  <c:v>7.1110945357076396</c:v>
                </c:pt>
                <c:pt idx="4199">
                  <c:v>6.7665921503310802</c:v>
                </c:pt>
                <c:pt idx="4200">
                  <c:v>6.7233222624715303</c:v>
                </c:pt>
                <c:pt idx="4201">
                  <c:v>6.62603930107257</c:v>
                </c:pt>
                <c:pt idx="4202">
                  <c:v>6.4648783542412804</c:v>
                </c:pt>
                <c:pt idx="4203">
                  <c:v>6.4561754224215804</c:v>
                </c:pt>
                <c:pt idx="4204">
                  <c:v>6.4039484650709202</c:v>
                </c:pt>
                <c:pt idx="4205">
                  <c:v>6.3576423568296097</c:v>
                </c:pt>
                <c:pt idx="4206">
                  <c:v>6.3553910186605798</c:v>
                </c:pt>
                <c:pt idx="4207">
                  <c:v>6.42868220808682</c:v>
                </c:pt>
                <c:pt idx="4208">
                  <c:v>6.3323523998910902</c:v>
                </c:pt>
                <c:pt idx="4209">
                  <c:v>6.3485060285012596</c:v>
                </c:pt>
                <c:pt idx="4210">
                  <c:v>6.1987466865001704</c:v>
                </c:pt>
                <c:pt idx="4211">
                  <c:v>6.2001961959348497</c:v>
                </c:pt>
                <c:pt idx="4212">
                  <c:v>6.19753300144738</c:v>
                </c:pt>
                <c:pt idx="4213">
                  <c:v>6.19753300144738</c:v>
                </c:pt>
                <c:pt idx="4214">
                  <c:v>6.0772668492523403</c:v>
                </c:pt>
                <c:pt idx="4215">
                  <c:v>5.9858018666738397</c:v>
                </c:pt>
                <c:pt idx="4216">
                  <c:v>6.0754737105429903</c:v>
                </c:pt>
                <c:pt idx="4217">
                  <c:v>6.2540548893272296</c:v>
                </c:pt>
                <c:pt idx="4218">
                  <c:v>6.2144772017865302</c:v>
                </c:pt>
                <c:pt idx="4219">
                  <c:v>6.1490256449471596</c:v>
                </c:pt>
                <c:pt idx="4220">
                  <c:v>6.2101158860030896</c:v>
                </c:pt>
                <c:pt idx="4221">
                  <c:v>6.3405192338680401</c:v>
                </c:pt>
                <c:pt idx="4222">
                  <c:v>6.2954457935033004</c:v>
                </c:pt>
                <c:pt idx="4223">
                  <c:v>6.2133249658768896</c:v>
                </c:pt>
                <c:pt idx="4224">
                  <c:v>6.24591213322147</c:v>
                </c:pt>
                <c:pt idx="4225">
                  <c:v>6.3765912532996403</c:v>
                </c:pt>
                <c:pt idx="4226">
                  <c:v>6.7453601503199696</c:v>
                </c:pt>
                <c:pt idx="4227">
                  <c:v>6.6759576241507297</c:v>
                </c:pt>
                <c:pt idx="4228">
                  <c:v>6.6759576241507297</c:v>
                </c:pt>
                <c:pt idx="4229">
                  <c:v>6.7688170159143297</c:v>
                </c:pt>
                <c:pt idx="4230">
                  <c:v>6.7683322106723303</c:v>
                </c:pt>
                <c:pt idx="4231">
                  <c:v>6.6425323289757401</c:v>
                </c:pt>
                <c:pt idx="4232">
                  <c:v>6.5993637240910603</c:v>
                </c:pt>
                <c:pt idx="4233">
                  <c:v>6.5993637240910603</c:v>
                </c:pt>
                <c:pt idx="4234">
                  <c:v>6.5626844366478103</c:v>
                </c:pt>
                <c:pt idx="4235">
                  <c:v>6.7065043604445904</c:v>
                </c:pt>
                <c:pt idx="4236">
                  <c:v>6.7743384106980997</c:v>
                </c:pt>
                <c:pt idx="4237">
                  <c:v>6.7508502911152197</c:v>
                </c:pt>
                <c:pt idx="4238">
                  <c:v>6.7508502911152197</c:v>
                </c:pt>
                <c:pt idx="4239">
                  <c:v>6.6490161539984198</c:v>
                </c:pt>
                <c:pt idx="4240">
                  <c:v>6.5925791466430503</c:v>
                </c:pt>
                <c:pt idx="4241">
                  <c:v>6.5410151578087801</c:v>
                </c:pt>
                <c:pt idx="4242">
                  <c:v>6.4207447266499296</c:v>
                </c:pt>
                <c:pt idx="4243">
                  <c:v>6.3637689860098101</c:v>
                </c:pt>
                <c:pt idx="4244">
                  <c:v>6.4519806064502498</c:v>
                </c:pt>
                <c:pt idx="4245">
                  <c:v>6.4595218563069396</c:v>
                </c:pt>
                <c:pt idx="4246">
                  <c:v>6.4162939719493899</c:v>
                </c:pt>
                <c:pt idx="4247">
                  <c:v>6.3627326312591004</c:v>
                </c:pt>
                <c:pt idx="4248">
                  <c:v>6.3530666341816797</c:v>
                </c:pt>
                <c:pt idx="4249">
                  <c:v>6.3840705812976299</c:v>
                </c:pt>
                <c:pt idx="4250">
                  <c:v>6.36744236597539</c:v>
                </c:pt>
                <c:pt idx="4251">
                  <c:v>6.36742798122875</c:v>
                </c:pt>
                <c:pt idx="4252">
                  <c:v>6.3882865588442801</c:v>
                </c:pt>
                <c:pt idx="4253">
                  <c:v>6.3882865588442801</c:v>
                </c:pt>
                <c:pt idx="4254">
                  <c:v>6.3508836201404701</c:v>
                </c:pt>
                <c:pt idx="4255">
                  <c:v>6.3589559562967999</c:v>
                </c:pt>
                <c:pt idx="4256">
                  <c:v>6.37577258083562</c:v>
                </c:pt>
                <c:pt idx="4257">
                  <c:v>6.3978325053805696</c:v>
                </c:pt>
                <c:pt idx="4258">
                  <c:v>6.34270126446639</c:v>
                </c:pt>
                <c:pt idx="4259">
                  <c:v>6.3152534565144798</c:v>
                </c:pt>
                <c:pt idx="4260">
                  <c:v>6.31867924292363</c:v>
                </c:pt>
                <c:pt idx="4261">
                  <c:v>6.3429531180184702</c:v>
                </c:pt>
                <c:pt idx="4262">
                  <c:v>6.3094447860347698</c:v>
                </c:pt>
                <c:pt idx="4263">
                  <c:v>6.2276063609289896</c:v>
                </c:pt>
                <c:pt idx="4264">
                  <c:v>6.18422869999449</c:v>
                </c:pt>
                <c:pt idx="4265">
                  <c:v>6.1155563764653396</c:v>
                </c:pt>
                <c:pt idx="4266">
                  <c:v>6.0595139805524898</c:v>
                </c:pt>
                <c:pt idx="4267">
                  <c:v>6.0595139805524898</c:v>
                </c:pt>
                <c:pt idx="4268">
                  <c:v>5.9678908402824504</c:v>
                </c:pt>
                <c:pt idx="4269">
                  <c:v>6.0449766275429404</c:v>
                </c:pt>
                <c:pt idx="4270">
                  <c:v>6.2299338337191301</c:v>
                </c:pt>
                <c:pt idx="4271">
                  <c:v>6.2057585879295099</c:v>
                </c:pt>
                <c:pt idx="4272">
                  <c:v>6.2297778184459798</c:v>
                </c:pt>
                <c:pt idx="4273">
                  <c:v>6.2297778184459798</c:v>
                </c:pt>
                <c:pt idx="4274">
                  <c:v>6.2109934942918796</c:v>
                </c:pt>
                <c:pt idx="4275">
                  <c:v>6.1508349945308698</c:v>
                </c:pt>
                <c:pt idx="4276">
                  <c:v>6.1343792158719896</c:v>
                </c:pt>
                <c:pt idx="4277">
                  <c:v>6.2058166356878299</c:v>
                </c:pt>
                <c:pt idx="4278">
                  <c:v>6.2379655145235198</c:v>
                </c:pt>
                <c:pt idx="4279">
                  <c:v>6.2935974792420604</c:v>
                </c:pt>
                <c:pt idx="4280">
                  <c:v>6.3319298174848297</c:v>
                </c:pt>
                <c:pt idx="4281">
                  <c:v>6.3075382243717701</c:v>
                </c:pt>
                <c:pt idx="4282">
                  <c:v>6.2692749758937296</c:v>
                </c:pt>
                <c:pt idx="4283">
                  <c:v>6.2067571657353602</c:v>
                </c:pt>
                <c:pt idx="4284">
                  <c:v>6.0236827444581698</c:v>
                </c:pt>
                <c:pt idx="4285">
                  <c:v>5.8158138876425998</c:v>
                </c:pt>
                <c:pt idx="4286">
                  <c:v>5.8675409188954299</c:v>
                </c:pt>
                <c:pt idx="4287">
                  <c:v>5.9016609426063003</c:v>
                </c:pt>
                <c:pt idx="4288">
                  <c:v>5.8500147291659097</c:v>
                </c:pt>
                <c:pt idx="4289">
                  <c:v>5.9358672826461802</c:v>
                </c:pt>
                <c:pt idx="4290">
                  <c:v>5.8556169186806599</c:v>
                </c:pt>
                <c:pt idx="4291">
                  <c:v>5.90455094522782</c:v>
                </c:pt>
                <c:pt idx="4292">
                  <c:v>5.8875291849777396</c:v>
                </c:pt>
                <c:pt idx="4293">
                  <c:v>5.8409395006432101</c:v>
                </c:pt>
                <c:pt idx="4294">
                  <c:v>5.7677725039386898</c:v>
                </c:pt>
                <c:pt idx="4295">
                  <c:v>5.7970220132940797</c:v>
                </c:pt>
                <c:pt idx="4296">
                  <c:v>5.8096097067005301</c:v>
                </c:pt>
                <c:pt idx="4297">
                  <c:v>5.80190203978312</c:v>
                </c:pt>
                <c:pt idx="4298">
                  <c:v>6.0109829079564703</c:v>
                </c:pt>
                <c:pt idx="4299">
                  <c:v>6.00911123368813</c:v>
                </c:pt>
                <c:pt idx="4300">
                  <c:v>6.0423921025842402</c:v>
                </c:pt>
                <c:pt idx="4301">
                  <c:v>6.0188677998607201</c:v>
                </c:pt>
                <c:pt idx="4302">
                  <c:v>6.01405652159493</c:v>
                </c:pt>
                <c:pt idx="4303">
                  <c:v>5.9956130533663901</c:v>
                </c:pt>
                <c:pt idx="4304">
                  <c:v>6.0068933227094998</c:v>
                </c:pt>
                <c:pt idx="4305">
                  <c:v>5.98143498762352</c:v>
                </c:pt>
                <c:pt idx="4306">
                  <c:v>5.9825684856237702</c:v>
                </c:pt>
                <c:pt idx="4307">
                  <c:v>6.0816731235395602</c:v>
                </c:pt>
                <c:pt idx="4308">
                  <c:v>6.0476134656144902</c:v>
                </c:pt>
                <c:pt idx="4309">
                  <c:v>6.1434814165040201</c:v>
                </c:pt>
                <c:pt idx="4310">
                  <c:v>6.0626761251935104</c:v>
                </c:pt>
                <c:pt idx="4311">
                  <c:v>6.0227744923014601</c:v>
                </c:pt>
                <c:pt idx="4312">
                  <c:v>5.9482062241835001</c:v>
                </c:pt>
                <c:pt idx="4313">
                  <c:v>5.9482062241835001</c:v>
                </c:pt>
                <c:pt idx="4314">
                  <c:v>5.93341139729276</c:v>
                </c:pt>
                <c:pt idx="4315">
                  <c:v>5.9272641785780102</c:v>
                </c:pt>
                <c:pt idx="4316">
                  <c:v>5.9142573191110603</c:v>
                </c:pt>
                <c:pt idx="4317">
                  <c:v>5.9160814035194704</c:v>
                </c:pt>
                <c:pt idx="4318">
                  <c:v>5.9331458254259903</c:v>
                </c:pt>
                <c:pt idx="4319">
                  <c:v>5.96744419788629</c:v>
                </c:pt>
                <c:pt idx="4320">
                  <c:v>6.0041835842615798</c:v>
                </c:pt>
                <c:pt idx="4321">
                  <c:v>6.0623404312127001</c:v>
                </c:pt>
                <c:pt idx="4322">
                  <c:v>6.0423595813317803</c:v>
                </c:pt>
                <c:pt idx="4323">
                  <c:v>6.1466298561859203</c:v>
                </c:pt>
                <c:pt idx="4324">
                  <c:v>6.1412002236561296</c:v>
                </c:pt>
                <c:pt idx="4325">
                  <c:v>6.2168577166155599</c:v>
                </c:pt>
                <c:pt idx="4326">
                  <c:v>6.2233895835024704</c:v>
                </c:pt>
                <c:pt idx="4327">
                  <c:v>6.2115109131192403</c:v>
                </c:pt>
                <c:pt idx="4328">
                  <c:v>6.2115109131192403</c:v>
                </c:pt>
                <c:pt idx="4329">
                  <c:v>6.2113320862684702</c:v>
                </c:pt>
                <c:pt idx="4330">
                  <c:v>6.1819179305465202</c:v>
                </c:pt>
                <c:pt idx="4331">
                  <c:v>6.0542591458613897</c:v>
                </c:pt>
                <c:pt idx="4332">
                  <c:v>5.9936303148456398</c:v>
                </c:pt>
                <c:pt idx="4333">
                  <c:v>5.8981258262441099</c:v>
                </c:pt>
                <c:pt idx="4334">
                  <c:v>6.0040926225099804</c:v>
                </c:pt>
                <c:pt idx="4335">
                  <c:v>6.0334290829682997</c:v>
                </c:pt>
                <c:pt idx="4336">
                  <c:v>5.9866846595726804</c:v>
                </c:pt>
                <c:pt idx="4337">
                  <c:v>5.9911073812922799</c:v>
                </c:pt>
                <c:pt idx="4338">
                  <c:v>5.9911073812922799</c:v>
                </c:pt>
                <c:pt idx="4339">
                  <c:v>6.0179972101037498</c:v>
                </c:pt>
                <c:pt idx="4340">
                  <c:v>5.9592201897888399</c:v>
                </c:pt>
                <c:pt idx="4341">
                  <c:v>5.9583182813222901</c:v>
                </c:pt>
                <c:pt idx="4342">
                  <c:v>5.9287791553013998</c:v>
                </c:pt>
                <c:pt idx="4343">
                  <c:v>5.9521907990829996</c:v>
                </c:pt>
                <c:pt idx="4344">
                  <c:v>5.9015352886394101</c:v>
                </c:pt>
                <c:pt idx="4345">
                  <c:v>5.9143612063239797</c:v>
                </c:pt>
                <c:pt idx="4346">
                  <c:v>5.9312512336307597</c:v>
                </c:pt>
                <c:pt idx="4347">
                  <c:v>5.9264905368772096</c:v>
                </c:pt>
                <c:pt idx="4348">
                  <c:v>5.9285671974194596</c:v>
                </c:pt>
                <c:pt idx="4349">
                  <c:v>5.8937455473891998</c:v>
                </c:pt>
                <c:pt idx="4350">
                  <c:v>5.9769644725167499</c:v>
                </c:pt>
                <c:pt idx="4351">
                  <c:v>5.9238202100064203</c:v>
                </c:pt>
                <c:pt idx="4352">
                  <c:v>5.9048950911071403</c:v>
                </c:pt>
                <c:pt idx="4353">
                  <c:v>5.9103761035530402</c:v>
                </c:pt>
                <c:pt idx="4354">
                  <c:v>5.9103761035530402</c:v>
                </c:pt>
                <c:pt idx="4355">
                  <c:v>5.9293913674493304</c:v>
                </c:pt>
                <c:pt idx="4356">
                  <c:v>5.9554397996250703</c:v>
                </c:pt>
                <c:pt idx="4357">
                  <c:v>5.9240460359759499</c:v>
                </c:pt>
                <c:pt idx="4358">
                  <c:v>5.8966525241769903</c:v>
                </c:pt>
                <c:pt idx="4359">
                  <c:v>5.9141718975226603</c:v>
                </c:pt>
                <c:pt idx="4360">
                  <c:v>5.9327429752836496</c:v>
                </c:pt>
                <c:pt idx="4361">
                  <c:v>5.8768982565031296</c:v>
                </c:pt>
                <c:pt idx="4362">
                  <c:v>5.8351841114721603</c:v>
                </c:pt>
                <c:pt idx="4363">
                  <c:v>5.8408098447823997</c:v>
                </c:pt>
                <c:pt idx="4364">
                  <c:v>5.8104044552221197</c:v>
                </c:pt>
                <c:pt idx="4365">
                  <c:v>5.80696543472403</c:v>
                </c:pt>
                <c:pt idx="4366">
                  <c:v>5.80696543472403</c:v>
                </c:pt>
                <c:pt idx="4367">
                  <c:v>5.80696543472403</c:v>
                </c:pt>
                <c:pt idx="4368">
                  <c:v>5.8272070755470002</c:v>
                </c:pt>
                <c:pt idx="4369">
                  <c:v>5.8065046175203197</c:v>
                </c:pt>
                <c:pt idx="4370">
                  <c:v>5.7606427436237899</c:v>
                </c:pt>
                <c:pt idx="4371">
                  <c:v>5.7606427436237899</c:v>
                </c:pt>
                <c:pt idx="4372">
                  <c:v>5.7606427436237899</c:v>
                </c:pt>
                <c:pt idx="4373">
                  <c:v>5.7172181434575098</c:v>
                </c:pt>
                <c:pt idx="4374">
                  <c:v>5.7180532284530097</c:v>
                </c:pt>
                <c:pt idx="4375">
                  <c:v>5.7337008818822799</c:v>
                </c:pt>
                <c:pt idx="4376">
                  <c:v>5.7805389271799701</c:v>
                </c:pt>
                <c:pt idx="4377">
                  <c:v>5.7747190839393596</c:v>
                </c:pt>
                <c:pt idx="4378">
                  <c:v>5.7747190839393596</c:v>
                </c:pt>
                <c:pt idx="4379">
                  <c:v>5.8842657726652901</c:v>
                </c:pt>
                <c:pt idx="4380">
                  <c:v>5.83841722572922</c:v>
                </c:pt>
                <c:pt idx="4381">
                  <c:v>5.8365471199499996</c:v>
                </c:pt>
                <c:pt idx="4382">
                  <c:v>5.8249883787913896</c:v>
                </c:pt>
                <c:pt idx="4383">
                  <c:v>5.8272218842235697</c:v>
                </c:pt>
                <c:pt idx="4384">
                  <c:v>5.8612225510321396</c:v>
                </c:pt>
                <c:pt idx="4385">
                  <c:v>5.7895231642549199</c:v>
                </c:pt>
                <c:pt idx="4386">
                  <c:v>5.8244223460241198</c:v>
                </c:pt>
                <c:pt idx="4387">
                  <c:v>5.8523186165048697</c:v>
                </c:pt>
                <c:pt idx="4388">
                  <c:v>5.8883679349546698</c:v>
                </c:pt>
                <c:pt idx="4389">
                  <c:v>5.9117222116500399</c:v>
                </c:pt>
                <c:pt idx="4390">
                  <c:v>5.9539290285297097</c:v>
                </c:pt>
                <c:pt idx="4391">
                  <c:v>5.9322137909474399</c:v>
                </c:pt>
                <c:pt idx="4392">
                  <c:v>5.89962950972689</c:v>
                </c:pt>
                <c:pt idx="4393">
                  <c:v>5.9027686568575701</c:v>
                </c:pt>
                <c:pt idx="4394">
                  <c:v>5.9396306767464404</c:v>
                </c:pt>
                <c:pt idx="4395">
                  <c:v>5.8806438711473099</c:v>
                </c:pt>
                <c:pt idx="4396">
                  <c:v>5.9010682536522898</c:v>
                </c:pt>
                <c:pt idx="4397">
                  <c:v>5.9058822323793896</c:v>
                </c:pt>
                <c:pt idx="4398">
                  <c:v>5.9505033040438997</c:v>
                </c:pt>
                <c:pt idx="4399">
                  <c:v>5.95683307004896</c:v>
                </c:pt>
                <c:pt idx="4400">
                  <c:v>5.9173748899132503</c:v>
                </c:pt>
                <c:pt idx="4401">
                  <c:v>5.8916852173201404</c:v>
                </c:pt>
                <c:pt idx="4402">
                  <c:v>5.9064158761005299</c:v>
                </c:pt>
                <c:pt idx="4403">
                  <c:v>5.9037952552828097</c:v>
                </c:pt>
                <c:pt idx="4404">
                  <c:v>5.9730530578082304</c:v>
                </c:pt>
                <c:pt idx="4405">
                  <c:v>6.0108680197630902</c:v>
                </c:pt>
                <c:pt idx="4406">
                  <c:v>6.0056097903838701</c:v>
                </c:pt>
                <c:pt idx="4407">
                  <c:v>6.0424108741572704</c:v>
                </c:pt>
                <c:pt idx="4408">
                  <c:v>6.1716042081495104</c:v>
                </c:pt>
                <c:pt idx="4409">
                  <c:v>6.2420333089224602</c:v>
                </c:pt>
                <c:pt idx="4410">
                  <c:v>6.2848099992445103</c:v>
                </c:pt>
                <c:pt idx="4411">
                  <c:v>6.4037444016452696</c:v>
                </c:pt>
                <c:pt idx="4412">
                  <c:v>6.4367299741576396</c:v>
                </c:pt>
                <c:pt idx="4413">
                  <c:v>6.3422509372068898</c:v>
                </c:pt>
                <c:pt idx="4414">
                  <c:v>6.4382057910809198</c:v>
                </c:pt>
                <c:pt idx="4415">
                  <c:v>6.6196215777059004</c:v>
                </c:pt>
                <c:pt idx="4416">
                  <c:v>6.6749608257130699</c:v>
                </c:pt>
                <c:pt idx="4417">
                  <c:v>7.44090151481858</c:v>
                </c:pt>
                <c:pt idx="4418">
                  <c:v>6.9215738857372902</c:v>
                </c:pt>
                <c:pt idx="4419">
                  <c:v>6.8902935823089004</c:v>
                </c:pt>
                <c:pt idx="4420">
                  <c:v>6.78851143746631</c:v>
                </c:pt>
                <c:pt idx="4421">
                  <c:v>6.6704003451116201</c:v>
                </c:pt>
                <c:pt idx="4422">
                  <c:v>6.7911875335430603</c:v>
                </c:pt>
                <c:pt idx="4423">
                  <c:v>6.7951398353083503</c:v>
                </c:pt>
                <c:pt idx="4424">
                  <c:v>6.8044688055341904</c:v>
                </c:pt>
                <c:pt idx="4425">
                  <c:v>6.9369084733278301</c:v>
                </c:pt>
                <c:pt idx="4426">
                  <c:v>7.0190006060921402</c:v>
                </c:pt>
                <c:pt idx="4427">
                  <c:v>7.0891103134683897</c:v>
                </c:pt>
                <c:pt idx="4428">
                  <c:v>7.0891103134683897</c:v>
                </c:pt>
                <c:pt idx="4429">
                  <c:v>7.2036822538938896</c:v>
                </c:pt>
                <c:pt idx="4430">
                  <c:v>7.4076357510569997</c:v>
                </c:pt>
                <c:pt idx="4431">
                  <c:v>7.3843624315313399</c:v>
                </c:pt>
                <c:pt idx="4432">
                  <c:v>7.3769733096785899</c:v>
                </c:pt>
                <c:pt idx="4433">
                  <c:v>7.4124288761807398</c:v>
                </c:pt>
                <c:pt idx="4434">
                  <c:v>7.6046078556121497</c:v>
                </c:pt>
                <c:pt idx="4435">
                  <c:v>7.4547846241510101</c:v>
                </c:pt>
                <c:pt idx="4436">
                  <c:v>7.4547846241510101</c:v>
                </c:pt>
                <c:pt idx="4437">
                  <c:v>7.4547846241510101</c:v>
                </c:pt>
                <c:pt idx="4438">
                  <c:v>7.3788022782023299</c:v>
                </c:pt>
                <c:pt idx="4439">
                  <c:v>7.2470700855069596</c:v>
                </c:pt>
                <c:pt idx="4440">
                  <c:v>7.0869861445550102</c:v>
                </c:pt>
                <c:pt idx="4441">
                  <c:v>7.0190899103657003</c:v>
                </c:pt>
                <c:pt idx="4442">
                  <c:v>7.0096500297537201</c:v>
                </c:pt>
                <c:pt idx="4443">
                  <c:v>7.1559900081700301</c:v>
                </c:pt>
                <c:pt idx="4444">
                  <c:v>7.1465447632458403</c:v>
                </c:pt>
                <c:pt idx="4445">
                  <c:v>7.1710622363701599</c:v>
                </c:pt>
                <c:pt idx="4446">
                  <c:v>7.0232081503672097</c:v>
                </c:pt>
                <c:pt idx="4447">
                  <c:v>7.0497481885756104</c:v>
                </c:pt>
                <c:pt idx="4448">
                  <c:v>7.0351981570258797</c:v>
                </c:pt>
                <c:pt idx="4449">
                  <c:v>7.0641760132265503</c:v>
                </c:pt>
                <c:pt idx="4450">
                  <c:v>7.1088778132045096</c:v>
                </c:pt>
                <c:pt idx="4451">
                  <c:v>7.1180384738262701</c:v>
                </c:pt>
                <c:pt idx="4452">
                  <c:v>7.1659947054507898</c:v>
                </c:pt>
                <c:pt idx="4453">
                  <c:v>7.2644778336689297</c:v>
                </c:pt>
                <c:pt idx="4454">
                  <c:v>7.4044017669188698</c:v>
                </c:pt>
                <c:pt idx="4455">
                  <c:v>7.4371532933447204</c:v>
                </c:pt>
                <c:pt idx="4456">
                  <c:v>7.5268510794498802</c:v>
                </c:pt>
                <c:pt idx="4457">
                  <c:v>7.4631836977494803</c:v>
                </c:pt>
                <c:pt idx="4458">
                  <c:v>7.7446961022421696</c:v>
                </c:pt>
                <c:pt idx="4459">
                  <c:v>7.87434043195318</c:v>
                </c:pt>
                <c:pt idx="4460">
                  <c:v>8.1184752337391703</c:v>
                </c:pt>
                <c:pt idx="4461">
                  <c:v>7.6136749534208699</c:v>
                </c:pt>
                <c:pt idx="4462">
                  <c:v>7.6857413602028304</c:v>
                </c:pt>
                <c:pt idx="4463">
                  <c:v>7.8718582427646098</c:v>
                </c:pt>
                <c:pt idx="4464">
                  <c:v>7.9839312952066397</c:v>
                </c:pt>
                <c:pt idx="4465">
                  <c:v>7.9999314942712498</c:v>
                </c:pt>
                <c:pt idx="4466">
                  <c:v>7.8259772655412396</c:v>
                </c:pt>
                <c:pt idx="4467">
                  <c:v>7.7558859185259204</c:v>
                </c:pt>
                <c:pt idx="4468">
                  <c:v>7.7558859185259204</c:v>
                </c:pt>
                <c:pt idx="4469">
                  <c:v>7.7266358918020304</c:v>
                </c:pt>
                <c:pt idx="4470">
                  <c:v>7.7906203788052402</c:v>
                </c:pt>
                <c:pt idx="4471">
                  <c:v>7.8460852291281196</c:v>
                </c:pt>
                <c:pt idx="4472">
                  <c:v>7.9002265778027896</c:v>
                </c:pt>
                <c:pt idx="4473">
                  <c:v>7.95568301737553</c:v>
                </c:pt>
                <c:pt idx="4474">
                  <c:v>7.8979076203511003</c:v>
                </c:pt>
                <c:pt idx="4475">
                  <c:v>7.8789753284016699</c:v>
                </c:pt>
                <c:pt idx="4476">
                  <c:v>7.8066950657574603</c:v>
                </c:pt>
                <c:pt idx="4477">
                  <c:v>7.7696117691539301</c:v>
                </c:pt>
                <c:pt idx="4478">
                  <c:v>7.7524794495963603</c:v>
                </c:pt>
                <c:pt idx="4479">
                  <c:v>7.7149608240696796</c:v>
                </c:pt>
                <c:pt idx="4480">
                  <c:v>7.5909968285654097</c:v>
                </c:pt>
                <c:pt idx="4481">
                  <c:v>7.6104841067271902</c:v>
                </c:pt>
                <c:pt idx="4482">
                  <c:v>7.4466966991222199</c:v>
                </c:pt>
                <c:pt idx="4483">
                  <c:v>7.4466966991222199</c:v>
                </c:pt>
                <c:pt idx="4484">
                  <c:v>7.3658928680472799</c:v>
                </c:pt>
                <c:pt idx="4485">
                  <c:v>7.2576574806452996</c:v>
                </c:pt>
                <c:pt idx="4486">
                  <c:v>7.3536337861967098</c:v>
                </c:pt>
                <c:pt idx="4487">
                  <c:v>7.49441479195713</c:v>
                </c:pt>
                <c:pt idx="4488">
                  <c:v>7.49441479195713</c:v>
                </c:pt>
                <c:pt idx="4489">
                  <c:v>7.5828277800707404</c:v>
                </c:pt>
                <c:pt idx="4490">
                  <c:v>7.5201741388345598</c:v>
                </c:pt>
                <c:pt idx="4491">
                  <c:v>7.4672382531757302</c:v>
                </c:pt>
                <c:pt idx="4492">
                  <c:v>7.48301404198273</c:v>
                </c:pt>
                <c:pt idx="4493">
                  <c:v>7.5770611881371899</c:v>
                </c:pt>
                <c:pt idx="4494">
                  <c:v>7.55303629132671</c:v>
                </c:pt>
                <c:pt idx="4495">
                  <c:v>7.5126903443110304</c:v>
                </c:pt>
                <c:pt idx="4496">
                  <c:v>7.5980908340072002</c:v>
                </c:pt>
                <c:pt idx="4497">
                  <c:v>7.6586271771598202</c:v>
                </c:pt>
                <c:pt idx="4498">
                  <c:v>7.6661812378950804</c:v>
                </c:pt>
                <c:pt idx="4499">
                  <c:v>7.5339619178037296</c:v>
                </c:pt>
                <c:pt idx="4500">
                  <c:v>7.58361401850423</c:v>
                </c:pt>
                <c:pt idx="4501">
                  <c:v>7.5890265556075702</c:v>
                </c:pt>
                <c:pt idx="4502">
                  <c:v>7.5789738133084104</c:v>
                </c:pt>
                <c:pt idx="4503">
                  <c:v>7.5789738133084104</c:v>
                </c:pt>
                <c:pt idx="4504">
                  <c:v>7.52438475577212</c:v>
                </c:pt>
                <c:pt idx="4505">
                  <c:v>7.5639003664501399</c:v>
                </c:pt>
                <c:pt idx="4506">
                  <c:v>7.5512700859312201</c:v>
                </c:pt>
                <c:pt idx="4507">
                  <c:v>7.4301276313395404</c:v>
                </c:pt>
                <c:pt idx="4508">
                  <c:v>7.4529344048002697</c:v>
                </c:pt>
                <c:pt idx="4509">
                  <c:v>7.4895618278772096</c:v>
                </c:pt>
                <c:pt idx="4510">
                  <c:v>7.51684228840071</c:v>
                </c:pt>
                <c:pt idx="4511">
                  <c:v>7.4783953887340404</c:v>
                </c:pt>
                <c:pt idx="4512">
                  <c:v>7.5020618994574102</c:v>
                </c:pt>
                <c:pt idx="4513">
                  <c:v>7.4949501715441098</c:v>
                </c:pt>
                <c:pt idx="4514">
                  <c:v>7.4949501715441098</c:v>
                </c:pt>
                <c:pt idx="4515">
                  <c:v>7.4958928938556602</c:v>
                </c:pt>
                <c:pt idx="4516">
                  <c:v>7.4906970036337199</c:v>
                </c:pt>
                <c:pt idx="4517">
                  <c:v>7.4938262730290504</c:v>
                </c:pt>
                <c:pt idx="4518">
                  <c:v>7.5861464854109997</c:v>
                </c:pt>
                <c:pt idx="4519">
                  <c:v>7.6431557599928404</c:v>
                </c:pt>
                <c:pt idx="4520">
                  <c:v>7.6744225109537698</c:v>
                </c:pt>
                <c:pt idx="4521">
                  <c:v>7.6279503430386697</c:v>
                </c:pt>
                <c:pt idx="4522">
                  <c:v>7.6008927857906396</c:v>
                </c:pt>
                <c:pt idx="4523">
                  <c:v>7.5867965437420297</c:v>
                </c:pt>
                <c:pt idx="4524">
                  <c:v>7.5882040198782601</c:v>
                </c:pt>
                <c:pt idx="4525">
                  <c:v>7.5822977157028797</c:v>
                </c:pt>
                <c:pt idx="4526">
                  <c:v>7.6161677963376002</c:v>
                </c:pt>
                <c:pt idx="4527">
                  <c:v>7.6804175793449998</c:v>
                </c:pt>
                <c:pt idx="4528">
                  <c:v>7.7867250061311699</c:v>
                </c:pt>
                <c:pt idx="4529">
                  <c:v>7.8028292333254701</c:v>
                </c:pt>
                <c:pt idx="4530">
                  <c:v>7.7784895776594798</c:v>
                </c:pt>
                <c:pt idx="4531">
                  <c:v>7.7611823336165102</c:v>
                </c:pt>
                <c:pt idx="4532">
                  <c:v>7.6968577075073901</c:v>
                </c:pt>
                <c:pt idx="4533">
                  <c:v>7.6968577075073901</c:v>
                </c:pt>
                <c:pt idx="4534">
                  <c:v>7.6693518171204298</c:v>
                </c:pt>
                <c:pt idx="4535">
                  <c:v>7.71990986587753</c:v>
                </c:pt>
                <c:pt idx="4536">
                  <c:v>7.7466711651143099</c:v>
                </c:pt>
                <c:pt idx="4537">
                  <c:v>7.7561597909718296</c:v>
                </c:pt>
                <c:pt idx="4538">
                  <c:v>7.7451928962916901</c:v>
                </c:pt>
                <c:pt idx="4539">
                  <c:v>7.7228238422912403</c:v>
                </c:pt>
                <c:pt idx="4540">
                  <c:v>7.7218462685414204</c:v>
                </c:pt>
                <c:pt idx="4541">
                  <c:v>7.7265322581552098</c:v>
                </c:pt>
                <c:pt idx="4542">
                  <c:v>7.6743749104548504</c:v>
                </c:pt>
                <c:pt idx="4543">
                  <c:v>7.6475749812474003</c:v>
                </c:pt>
                <c:pt idx="4544">
                  <c:v>7.6018542955288604</c:v>
                </c:pt>
                <c:pt idx="4545">
                  <c:v>7.5699469787471596</c:v>
                </c:pt>
                <c:pt idx="4546">
                  <c:v>7.6152695047511001</c:v>
                </c:pt>
                <c:pt idx="4547">
                  <c:v>7.61788475586222</c:v>
                </c:pt>
                <c:pt idx="4548">
                  <c:v>7.6411775716881802</c:v>
                </c:pt>
                <c:pt idx="4549">
                  <c:v>7.7072576108556401</c:v>
                </c:pt>
                <c:pt idx="4550">
                  <c:v>7.6750688247828496</c:v>
                </c:pt>
                <c:pt idx="4551">
                  <c:v>7.7332141749049601</c:v>
                </c:pt>
                <c:pt idx="4552">
                  <c:v>7.7436051963417301</c:v>
                </c:pt>
                <c:pt idx="4553">
                  <c:v>7.7720983148253904</c:v>
                </c:pt>
                <c:pt idx="4554">
                  <c:v>7.8161149503368801</c:v>
                </c:pt>
                <c:pt idx="4555">
                  <c:v>7.8011721643907199</c:v>
                </c:pt>
                <c:pt idx="4556">
                  <c:v>7.94307760469892</c:v>
                </c:pt>
                <c:pt idx="4557">
                  <c:v>7.9790312850232299</c:v>
                </c:pt>
                <c:pt idx="4558">
                  <c:v>8.0932784861834701</c:v>
                </c:pt>
                <c:pt idx="4559">
                  <c:v>8.0756599697845903</c:v>
                </c:pt>
                <c:pt idx="4560">
                  <c:v>8.0656957712610495</c:v>
                </c:pt>
                <c:pt idx="4561">
                  <c:v>8.1434785913711494</c:v>
                </c:pt>
                <c:pt idx="4562">
                  <c:v>8.1843509802126402</c:v>
                </c:pt>
                <c:pt idx="4563">
                  <c:v>8.1686680782927308</c:v>
                </c:pt>
                <c:pt idx="4564">
                  <c:v>8.1489452469320192</c:v>
                </c:pt>
                <c:pt idx="4565">
                  <c:v>8.0650746301703506</c:v>
                </c:pt>
                <c:pt idx="4566">
                  <c:v>8.0532484299378595</c:v>
                </c:pt>
                <c:pt idx="4567">
                  <c:v>8.0241332090626205</c:v>
                </c:pt>
                <c:pt idx="4568">
                  <c:v>8.0953040775563903</c:v>
                </c:pt>
                <c:pt idx="4569">
                  <c:v>8.1401951312706995</c:v>
                </c:pt>
                <c:pt idx="4570">
                  <c:v>8.0775817176245699</c:v>
                </c:pt>
                <c:pt idx="4571">
                  <c:v>8.0283426100433797</c:v>
                </c:pt>
                <c:pt idx="4572">
                  <c:v>8.0744829997835197</c:v>
                </c:pt>
                <c:pt idx="4573">
                  <c:v>8.0908514196883399</c:v>
                </c:pt>
                <c:pt idx="4574">
                  <c:v>8.0538654538428691</c:v>
                </c:pt>
                <c:pt idx="4575">
                  <c:v>8.0511017291015303</c:v>
                </c:pt>
                <c:pt idx="4576">
                  <c:v>8.0570164272633598</c:v>
                </c:pt>
                <c:pt idx="4577">
                  <c:v>8.0936970182379397</c:v>
                </c:pt>
                <c:pt idx="4578">
                  <c:v>8.0936970182379397</c:v>
                </c:pt>
                <c:pt idx="4579">
                  <c:v>8.1372391019708399</c:v>
                </c:pt>
                <c:pt idx="4580">
                  <c:v>8.1378048966980607</c:v>
                </c:pt>
                <c:pt idx="4581">
                  <c:v>8.1581231284259506</c:v>
                </c:pt>
                <c:pt idx="4582">
                  <c:v>8.2863580500378706</c:v>
                </c:pt>
                <c:pt idx="4583">
                  <c:v>8.2792526497950991</c:v>
                </c:pt>
                <c:pt idx="4584">
                  <c:v>8.3332466072894409</c:v>
                </c:pt>
                <c:pt idx="4585">
                  <c:v>8.4006116713574102</c:v>
                </c:pt>
                <c:pt idx="4586">
                  <c:v>8.4450591599347309</c:v>
                </c:pt>
                <c:pt idx="4587">
                  <c:v>8.4044294466708092</c:v>
                </c:pt>
                <c:pt idx="4588">
                  <c:v>8.4044294466708092</c:v>
                </c:pt>
                <c:pt idx="4589">
                  <c:v>8.2433934128173103</c:v>
                </c:pt>
                <c:pt idx="4590">
                  <c:v>8.2776506111247308</c:v>
                </c:pt>
                <c:pt idx="4591">
                  <c:v>8.3472208336402201</c:v>
                </c:pt>
                <c:pt idx="4592">
                  <c:v>8.3373351946003496</c:v>
                </c:pt>
                <c:pt idx="4593">
                  <c:v>8.2790588780976897</c:v>
                </c:pt>
                <c:pt idx="4594">
                  <c:v>8.3084087438272007</c:v>
                </c:pt>
                <c:pt idx="4595">
                  <c:v>8.2719450130460395</c:v>
                </c:pt>
                <c:pt idx="4596">
                  <c:v>8.2807378620618799</c:v>
                </c:pt>
                <c:pt idx="4597">
                  <c:v>8.4266289963366194</c:v>
                </c:pt>
                <c:pt idx="4598">
                  <c:v>8.4266289963366194</c:v>
                </c:pt>
                <c:pt idx="4599">
                  <c:v>8.5940501279283801</c:v>
                </c:pt>
                <c:pt idx="4600">
                  <c:v>8.5679490940129899</c:v>
                </c:pt>
                <c:pt idx="4601">
                  <c:v>8.4456375675881308</c:v>
                </c:pt>
                <c:pt idx="4602">
                  <c:v>8.4398425040203193</c:v>
                </c:pt>
                <c:pt idx="4603">
                  <c:v>8.6082110807588297</c:v>
                </c:pt>
                <c:pt idx="4604">
                  <c:v>8.7647371678537205</c:v>
                </c:pt>
                <c:pt idx="4605">
                  <c:v>8.9104762953516108</c:v>
                </c:pt>
                <c:pt idx="4606">
                  <c:v>8.8946627811906094</c:v>
                </c:pt>
                <c:pt idx="4607">
                  <c:v>8.8776061406210491</c:v>
                </c:pt>
                <c:pt idx="4608">
                  <c:v>8.8916844633825107</c:v>
                </c:pt>
                <c:pt idx="4609">
                  <c:v>8.8025551288575201</c:v>
                </c:pt>
                <c:pt idx="4610">
                  <c:v>8.6944285485727999</c:v>
                </c:pt>
                <c:pt idx="4611">
                  <c:v>8.5559245804981501</c:v>
                </c:pt>
                <c:pt idx="4612">
                  <c:v>8.5475870262634803</c:v>
                </c:pt>
                <c:pt idx="4613">
                  <c:v>8.5263301885768108</c:v>
                </c:pt>
                <c:pt idx="4614">
                  <c:v>8.4790903862565408</c:v>
                </c:pt>
                <c:pt idx="4615">
                  <c:v>8.4790903862565408</c:v>
                </c:pt>
                <c:pt idx="4616">
                  <c:v>8.3579724123849903</c:v>
                </c:pt>
                <c:pt idx="4617">
                  <c:v>8.3154552729593902</c:v>
                </c:pt>
                <c:pt idx="4618">
                  <c:v>8.4475058039830806</c:v>
                </c:pt>
                <c:pt idx="4619">
                  <c:v>8.5336388567646502</c:v>
                </c:pt>
                <c:pt idx="4620">
                  <c:v>8.5654958287952105</c:v>
                </c:pt>
                <c:pt idx="4621">
                  <c:v>8.4952653055231906</c:v>
                </c:pt>
                <c:pt idx="4622">
                  <c:v>8.3444199590873591</c:v>
                </c:pt>
                <c:pt idx="4623">
                  <c:v>8.3261499107996908</c:v>
                </c:pt>
                <c:pt idx="4624">
                  <c:v>8.3901937409497105</c:v>
                </c:pt>
                <c:pt idx="4625">
                  <c:v>8.4114144081328508</c:v>
                </c:pt>
                <c:pt idx="4626">
                  <c:v>8.4709475119013398</c:v>
                </c:pt>
                <c:pt idx="4627">
                  <c:v>8.4709475119013398</c:v>
                </c:pt>
                <c:pt idx="4628">
                  <c:v>8.3883528856533101</c:v>
                </c:pt>
                <c:pt idx="4629">
                  <c:v>8.4462802542878297</c:v>
                </c:pt>
                <c:pt idx="4630">
                  <c:v>8.5202635655311294</c:v>
                </c:pt>
                <c:pt idx="4631">
                  <c:v>8.4612896193349307</c:v>
                </c:pt>
                <c:pt idx="4632">
                  <c:v>8.4612896193349307</c:v>
                </c:pt>
                <c:pt idx="4633">
                  <c:v>8.6300696940387294</c:v>
                </c:pt>
                <c:pt idx="4634">
                  <c:v>8.7221817212843593</c:v>
                </c:pt>
                <c:pt idx="4635">
                  <c:v>8.7533058576965992</c:v>
                </c:pt>
                <c:pt idx="4636">
                  <c:v>8.9498109867508209</c:v>
                </c:pt>
                <c:pt idx="4637">
                  <c:v>9.0988565135678794</c:v>
                </c:pt>
                <c:pt idx="4638">
                  <c:v>9.0988565135678794</c:v>
                </c:pt>
                <c:pt idx="4639">
                  <c:v>9.2525231455144592</c:v>
                </c:pt>
                <c:pt idx="4640">
                  <c:v>9.20683463702475</c:v>
                </c:pt>
                <c:pt idx="4641">
                  <c:v>9.2746189049704206</c:v>
                </c:pt>
                <c:pt idx="4642">
                  <c:v>9.2720723137345296</c:v>
                </c:pt>
                <c:pt idx="4643">
                  <c:v>9.4000696644916104</c:v>
                </c:pt>
                <c:pt idx="4644">
                  <c:v>9.5773430530805808</c:v>
                </c:pt>
                <c:pt idx="4645">
                  <c:v>9.58030427149553</c:v>
                </c:pt>
                <c:pt idx="4646">
                  <c:v>9.4595352323286406</c:v>
                </c:pt>
                <c:pt idx="4647">
                  <c:v>9.32465729330249</c:v>
                </c:pt>
                <c:pt idx="4648">
                  <c:v>9.4371860969501906</c:v>
                </c:pt>
                <c:pt idx="4649">
                  <c:v>9.4479697791718404</c:v>
                </c:pt>
                <c:pt idx="4650">
                  <c:v>9.3744779769422895</c:v>
                </c:pt>
                <c:pt idx="4651">
                  <c:v>9.4485908421104607</c:v>
                </c:pt>
                <c:pt idx="4652">
                  <c:v>9.4659862525132201</c:v>
                </c:pt>
                <c:pt idx="4653">
                  <c:v>9.4272194290879892</c:v>
                </c:pt>
                <c:pt idx="4654">
                  <c:v>9.2572965274956704</c:v>
                </c:pt>
                <c:pt idx="4655">
                  <c:v>9.1703556798102905</c:v>
                </c:pt>
                <c:pt idx="4656">
                  <c:v>9.2510921951898695</c:v>
                </c:pt>
                <c:pt idx="4657">
                  <c:v>9.1577559718831907</c:v>
                </c:pt>
                <c:pt idx="4658">
                  <c:v>9.1201593292959693</c:v>
                </c:pt>
                <c:pt idx="4659">
                  <c:v>9.2580051063370199</c:v>
                </c:pt>
                <c:pt idx="4660">
                  <c:v>9.3146188869309903</c:v>
                </c:pt>
                <c:pt idx="4661">
                  <c:v>9.3697849943180405</c:v>
                </c:pt>
                <c:pt idx="4662">
                  <c:v>9.3433839490518302</c:v>
                </c:pt>
                <c:pt idx="4663">
                  <c:v>9.4893127357530798</c:v>
                </c:pt>
                <c:pt idx="4664">
                  <c:v>9.4322799575507208</c:v>
                </c:pt>
                <c:pt idx="4665">
                  <c:v>9.3519831372286202</c:v>
                </c:pt>
                <c:pt idx="4666">
                  <c:v>9.30762304674289</c:v>
                </c:pt>
                <c:pt idx="4667">
                  <c:v>9.2649687168393697</c:v>
                </c:pt>
                <c:pt idx="4668">
                  <c:v>9.3149009413651296</c:v>
                </c:pt>
                <c:pt idx="4669">
                  <c:v>9.3797432844619095</c:v>
                </c:pt>
                <c:pt idx="4670">
                  <c:v>9.4534259861627508</c:v>
                </c:pt>
                <c:pt idx="4671">
                  <c:v>9.7212655137820203</c:v>
                </c:pt>
                <c:pt idx="4672">
                  <c:v>9.6530189532135608</c:v>
                </c:pt>
                <c:pt idx="4673">
                  <c:v>9.7359204269369801</c:v>
                </c:pt>
                <c:pt idx="4674">
                  <c:v>9.6447388084043499</c:v>
                </c:pt>
                <c:pt idx="4675">
                  <c:v>9.6034125932800798</c:v>
                </c:pt>
                <c:pt idx="4676">
                  <c:v>9.5206560810464396</c:v>
                </c:pt>
                <c:pt idx="4677">
                  <c:v>9.5589227784521</c:v>
                </c:pt>
                <c:pt idx="4678">
                  <c:v>9.8199728482163309</c:v>
                </c:pt>
                <c:pt idx="4679">
                  <c:v>9.9011188546863096</c:v>
                </c:pt>
                <c:pt idx="4680">
                  <c:v>9.8886356295339102</c:v>
                </c:pt>
                <c:pt idx="4681">
                  <c:v>9.8979488524489998</c:v>
                </c:pt>
                <c:pt idx="4682">
                  <c:v>9.9359093703762102</c:v>
                </c:pt>
                <c:pt idx="4683">
                  <c:v>9.9677252457608105</c:v>
                </c:pt>
                <c:pt idx="4684">
                  <c:v>9.9392044699510897</c:v>
                </c:pt>
                <c:pt idx="4685">
                  <c:v>9.9322564465224996</c:v>
                </c:pt>
                <c:pt idx="4686">
                  <c:v>9.9050422124990192</c:v>
                </c:pt>
                <c:pt idx="4687">
                  <c:v>9.9398483240607796</c:v>
                </c:pt>
                <c:pt idx="4688">
                  <c:v>9.9398483240607796</c:v>
                </c:pt>
                <c:pt idx="4689">
                  <c:v>10.036343628578599</c:v>
                </c:pt>
                <c:pt idx="4690">
                  <c:v>10.081476273188199</c:v>
                </c:pt>
                <c:pt idx="4691">
                  <c:v>10.2802006825201</c:v>
                </c:pt>
                <c:pt idx="4692">
                  <c:v>10.4107283339684</c:v>
                </c:pt>
                <c:pt idx="4693">
                  <c:v>10.392636426187</c:v>
                </c:pt>
                <c:pt idx="4694">
                  <c:v>10.0959402466841</c:v>
                </c:pt>
                <c:pt idx="4695">
                  <c:v>9.95046004797533</c:v>
                </c:pt>
                <c:pt idx="4696">
                  <c:v>9.9743333749991994</c:v>
                </c:pt>
                <c:pt idx="4697">
                  <c:v>9.8174551018972291</c:v>
                </c:pt>
                <c:pt idx="4698">
                  <c:v>9.6939975152796301</c:v>
                </c:pt>
                <c:pt idx="4699">
                  <c:v>9.5777124780335505</c:v>
                </c:pt>
                <c:pt idx="4700">
                  <c:v>9.6192745392304602</c:v>
                </c:pt>
                <c:pt idx="4701">
                  <c:v>9.5563142799332201</c:v>
                </c:pt>
                <c:pt idx="4702">
                  <c:v>9.8259647742607203</c:v>
                </c:pt>
                <c:pt idx="4703">
                  <c:v>10.0332635393438</c:v>
                </c:pt>
                <c:pt idx="4704">
                  <c:v>9.7721944480116694</c:v>
                </c:pt>
                <c:pt idx="4705">
                  <c:v>9.7958462539461593</c:v>
                </c:pt>
                <c:pt idx="4706">
                  <c:v>9.7958462539461593</c:v>
                </c:pt>
                <c:pt idx="4707">
                  <c:v>9.7958462539461593</c:v>
                </c:pt>
                <c:pt idx="4708">
                  <c:v>9.9818942777658997</c:v>
                </c:pt>
                <c:pt idx="4709">
                  <c:v>9.9934195597934998</c:v>
                </c:pt>
                <c:pt idx="4710">
                  <c:v>10.023716394604101</c:v>
                </c:pt>
                <c:pt idx="4711">
                  <c:v>10.0438704061728</c:v>
                </c:pt>
                <c:pt idx="4712">
                  <c:v>10.0721404555514</c:v>
                </c:pt>
                <c:pt idx="4713">
                  <c:v>10.2212529618127</c:v>
                </c:pt>
                <c:pt idx="4714">
                  <c:v>10.276103606025799</c:v>
                </c:pt>
                <c:pt idx="4715">
                  <c:v>10.3592191427299</c:v>
                </c:pt>
                <c:pt idx="4716">
                  <c:v>10.4158983021981</c:v>
                </c:pt>
                <c:pt idx="4717">
                  <c:v>10.5363261440756</c:v>
                </c:pt>
                <c:pt idx="4718">
                  <c:v>10.7746525133742</c:v>
                </c:pt>
                <c:pt idx="4719">
                  <c:v>10.6391311447903</c:v>
                </c:pt>
                <c:pt idx="4720">
                  <c:v>10.635593178889399</c:v>
                </c:pt>
                <c:pt idx="4721">
                  <c:v>10.8055202139266</c:v>
                </c:pt>
                <c:pt idx="4722">
                  <c:v>11.058845827591201</c:v>
                </c:pt>
                <c:pt idx="4723">
                  <c:v>11.223402339336101</c:v>
                </c:pt>
                <c:pt idx="4724">
                  <c:v>11.2046385807991</c:v>
                </c:pt>
                <c:pt idx="4725">
                  <c:v>11.337628473501301</c:v>
                </c:pt>
                <c:pt idx="4726">
                  <c:v>11.442251461993401</c:v>
                </c:pt>
                <c:pt idx="4727">
                  <c:v>11.542610852168901</c:v>
                </c:pt>
                <c:pt idx="4728">
                  <c:v>11.7999254259702</c:v>
                </c:pt>
                <c:pt idx="4729">
                  <c:v>12.021564697863599</c:v>
                </c:pt>
                <c:pt idx="4730">
                  <c:v>12.090659704945701</c:v>
                </c:pt>
                <c:pt idx="4731">
                  <c:v>11.749134287231501</c:v>
                </c:pt>
                <c:pt idx="4732">
                  <c:v>11.7699667549123</c:v>
                </c:pt>
                <c:pt idx="4733">
                  <c:v>11.5679341365877</c:v>
                </c:pt>
                <c:pt idx="4734">
                  <c:v>11.703354031417099</c:v>
                </c:pt>
                <c:pt idx="4735">
                  <c:v>11.411902229288</c:v>
                </c:pt>
                <c:pt idx="4736">
                  <c:v>11.2140093637516</c:v>
                </c:pt>
                <c:pt idx="4737">
                  <c:v>11.1731833225437</c:v>
                </c:pt>
                <c:pt idx="4738">
                  <c:v>11.1731833225437</c:v>
                </c:pt>
                <c:pt idx="4739">
                  <c:v>10.780426554990401</c:v>
                </c:pt>
                <c:pt idx="4740">
                  <c:v>10.9423304547438</c:v>
                </c:pt>
                <c:pt idx="4741">
                  <c:v>10.859225932130199</c:v>
                </c:pt>
                <c:pt idx="4742">
                  <c:v>10.6906283214603</c:v>
                </c:pt>
                <c:pt idx="4743">
                  <c:v>10.9252394284805</c:v>
                </c:pt>
                <c:pt idx="4744">
                  <c:v>11.380802485037</c:v>
                </c:pt>
                <c:pt idx="4745">
                  <c:v>11.633219437925201</c:v>
                </c:pt>
                <c:pt idx="4746">
                  <c:v>11.6183559307372</c:v>
                </c:pt>
                <c:pt idx="4747">
                  <c:v>11.5646592455373</c:v>
                </c:pt>
                <c:pt idx="4748">
                  <c:v>11.751353575010199</c:v>
                </c:pt>
                <c:pt idx="4749">
                  <c:v>11.8808576051636</c:v>
                </c:pt>
                <c:pt idx="4750">
                  <c:v>11.6364536849525</c:v>
                </c:pt>
                <c:pt idx="4751">
                  <c:v>11.697000068778101</c:v>
                </c:pt>
                <c:pt idx="4752">
                  <c:v>11.5859541185041</c:v>
                </c:pt>
                <c:pt idx="4753">
                  <c:v>11.5859541185041</c:v>
                </c:pt>
                <c:pt idx="4754">
                  <c:v>12.200467539523901</c:v>
                </c:pt>
                <c:pt idx="4755">
                  <c:v>12.1572704112679</c:v>
                </c:pt>
                <c:pt idx="4756">
                  <c:v>11.926092680717399</c:v>
                </c:pt>
                <c:pt idx="4757">
                  <c:v>11.925828469769201</c:v>
                </c:pt>
                <c:pt idx="4758">
                  <c:v>11.925828469769201</c:v>
                </c:pt>
                <c:pt idx="4759">
                  <c:v>11.745984127377699</c:v>
                </c:pt>
                <c:pt idx="4760">
                  <c:v>11.6338162843082</c:v>
                </c:pt>
                <c:pt idx="4761">
                  <c:v>11.6059943321882</c:v>
                </c:pt>
                <c:pt idx="4762">
                  <c:v>11.637244959619499</c:v>
                </c:pt>
                <c:pt idx="4763">
                  <c:v>11.4017593518575</c:v>
                </c:pt>
                <c:pt idx="4764">
                  <c:v>11.585052349881201</c:v>
                </c:pt>
                <c:pt idx="4765">
                  <c:v>11.6361792643972</c:v>
                </c:pt>
                <c:pt idx="4766">
                  <c:v>11.814495869667599</c:v>
                </c:pt>
                <c:pt idx="4767">
                  <c:v>12.2669054951837</c:v>
                </c:pt>
                <c:pt idx="4768">
                  <c:v>12.698623945999501</c:v>
                </c:pt>
                <c:pt idx="4769">
                  <c:v>12.725865342253099</c:v>
                </c:pt>
                <c:pt idx="4770">
                  <c:v>13.3195827591992</c:v>
                </c:pt>
                <c:pt idx="4771">
                  <c:v>13.473421476246701</c:v>
                </c:pt>
                <c:pt idx="4772">
                  <c:v>13.2488318525173</c:v>
                </c:pt>
                <c:pt idx="4773">
                  <c:v>13.139179903975799</c:v>
                </c:pt>
                <c:pt idx="4774">
                  <c:v>13.139179903975799</c:v>
                </c:pt>
                <c:pt idx="4775">
                  <c:v>13.3215136403029</c:v>
                </c:pt>
                <c:pt idx="4776">
                  <c:v>13.121531517143399</c:v>
                </c:pt>
                <c:pt idx="4777">
                  <c:v>13.0405378929843</c:v>
                </c:pt>
                <c:pt idx="4778">
                  <c:v>13.150612025098299</c:v>
                </c:pt>
                <c:pt idx="4779">
                  <c:v>13.0076305358913</c:v>
                </c:pt>
                <c:pt idx="4780">
                  <c:v>12.817679278751401</c:v>
                </c:pt>
                <c:pt idx="4781">
                  <c:v>12.6156052406378</c:v>
                </c:pt>
                <c:pt idx="4782">
                  <c:v>12.0934525796808</c:v>
                </c:pt>
                <c:pt idx="4783">
                  <c:v>11.966523194988699</c:v>
                </c:pt>
                <c:pt idx="4784">
                  <c:v>11.9266563830443</c:v>
                </c:pt>
                <c:pt idx="4785">
                  <c:v>11.7462824220001</c:v>
                </c:pt>
                <c:pt idx="4786">
                  <c:v>12.1841577484485</c:v>
                </c:pt>
                <c:pt idx="4787">
                  <c:v>12.321958249495401</c:v>
                </c:pt>
                <c:pt idx="4788">
                  <c:v>12.4233828495559</c:v>
                </c:pt>
                <c:pt idx="4789">
                  <c:v>11.9290684414295</c:v>
                </c:pt>
                <c:pt idx="4790">
                  <c:v>11.6971202470008</c:v>
                </c:pt>
                <c:pt idx="4791">
                  <c:v>11.9264550567695</c:v>
                </c:pt>
                <c:pt idx="4792">
                  <c:v>11.9264550567695</c:v>
                </c:pt>
                <c:pt idx="4793">
                  <c:v>11.949084819452001</c:v>
                </c:pt>
                <c:pt idx="4794">
                  <c:v>11.8880111753019</c:v>
                </c:pt>
                <c:pt idx="4795">
                  <c:v>11.9834147443877</c:v>
                </c:pt>
                <c:pt idx="4796">
                  <c:v>12.115576670575599</c:v>
                </c:pt>
                <c:pt idx="4797">
                  <c:v>12.3570677238174</c:v>
                </c:pt>
                <c:pt idx="4798">
                  <c:v>12.2715324351022</c:v>
                </c:pt>
                <c:pt idx="4799">
                  <c:v>12.350933403676301</c:v>
                </c:pt>
                <c:pt idx="4800">
                  <c:v>12.193905476955599</c:v>
                </c:pt>
                <c:pt idx="4801">
                  <c:v>12.082196508369901</c:v>
                </c:pt>
                <c:pt idx="4802">
                  <c:v>12.222117154417401</c:v>
                </c:pt>
                <c:pt idx="4803">
                  <c:v>12.206823645654801</c:v>
                </c:pt>
                <c:pt idx="4804">
                  <c:v>12.207217924416099</c:v>
                </c:pt>
                <c:pt idx="4805">
                  <c:v>12.377596993443399</c:v>
                </c:pt>
                <c:pt idx="4806">
                  <c:v>12.289551911234</c:v>
                </c:pt>
                <c:pt idx="4807">
                  <c:v>12.4555598626219</c:v>
                </c:pt>
                <c:pt idx="4808">
                  <c:v>12.4588814091831</c:v>
                </c:pt>
                <c:pt idx="4809">
                  <c:v>12.424754921041901</c:v>
                </c:pt>
                <c:pt idx="4810">
                  <c:v>12.3407875102296</c:v>
                </c:pt>
                <c:pt idx="4811">
                  <c:v>12.3886706443524</c:v>
                </c:pt>
                <c:pt idx="4812">
                  <c:v>12.6246993994103</c:v>
                </c:pt>
                <c:pt idx="4813">
                  <c:v>12.7135885206729</c:v>
                </c:pt>
                <c:pt idx="4814">
                  <c:v>12.751740093416601</c:v>
                </c:pt>
                <c:pt idx="4815">
                  <c:v>12.6415786013541</c:v>
                </c:pt>
                <c:pt idx="4816">
                  <c:v>12.585248751370701</c:v>
                </c:pt>
                <c:pt idx="4817">
                  <c:v>12.473471528615301</c:v>
                </c:pt>
                <c:pt idx="4818">
                  <c:v>12.541194789933799</c:v>
                </c:pt>
                <c:pt idx="4819">
                  <c:v>12.5600951727954</c:v>
                </c:pt>
                <c:pt idx="4820">
                  <c:v>12.6088340258966</c:v>
                </c:pt>
                <c:pt idx="4821">
                  <c:v>12.671761686904</c:v>
                </c:pt>
                <c:pt idx="4822">
                  <c:v>12.8408411090283</c:v>
                </c:pt>
                <c:pt idx="4823">
                  <c:v>12.9092154907796</c:v>
                </c:pt>
                <c:pt idx="4824">
                  <c:v>12.8585549479413</c:v>
                </c:pt>
                <c:pt idx="4825">
                  <c:v>12.941247603000701</c:v>
                </c:pt>
                <c:pt idx="4826">
                  <c:v>12.9176846637301</c:v>
                </c:pt>
                <c:pt idx="4827">
                  <c:v>12.8628560356201</c:v>
                </c:pt>
                <c:pt idx="4828">
                  <c:v>12.759507143670101</c:v>
                </c:pt>
                <c:pt idx="4829">
                  <c:v>12.9208355842367</c:v>
                </c:pt>
                <c:pt idx="4830">
                  <c:v>13.325308687502099</c:v>
                </c:pt>
                <c:pt idx="4831">
                  <c:v>13.3347865762086</c:v>
                </c:pt>
                <c:pt idx="4832">
                  <c:v>13.456325968854101</c:v>
                </c:pt>
                <c:pt idx="4833">
                  <c:v>13.5587452634476</c:v>
                </c:pt>
                <c:pt idx="4834">
                  <c:v>13.862269232564801</c:v>
                </c:pt>
                <c:pt idx="4835">
                  <c:v>13.878804006515301</c:v>
                </c:pt>
                <c:pt idx="4836">
                  <c:v>14.106308274301799</c:v>
                </c:pt>
                <c:pt idx="4837">
                  <c:v>14.106308274301799</c:v>
                </c:pt>
                <c:pt idx="4838">
                  <c:v>14.2646812446926</c:v>
                </c:pt>
                <c:pt idx="4839">
                  <c:v>14.617441041683399</c:v>
                </c:pt>
                <c:pt idx="4840">
                  <c:v>15.1428687353856</c:v>
                </c:pt>
                <c:pt idx="4841">
                  <c:v>15.432916920912</c:v>
                </c:pt>
                <c:pt idx="4842">
                  <c:v>15.0884342601393</c:v>
                </c:pt>
                <c:pt idx="4843">
                  <c:v>14.492329337132601</c:v>
                </c:pt>
                <c:pt idx="4844">
                  <c:v>13.8302988185799</c:v>
                </c:pt>
                <c:pt idx="4845">
                  <c:v>13.8817236534016</c:v>
                </c:pt>
                <c:pt idx="4846">
                  <c:v>13.8451195647856</c:v>
                </c:pt>
                <c:pt idx="4847">
                  <c:v>13.925938426594</c:v>
                </c:pt>
                <c:pt idx="4848">
                  <c:v>14.068721339487199</c:v>
                </c:pt>
                <c:pt idx="4849">
                  <c:v>14.449287753554801</c:v>
                </c:pt>
                <c:pt idx="4850">
                  <c:v>14.5288577721902</c:v>
                </c:pt>
                <c:pt idx="4851">
                  <c:v>14.405910095331</c:v>
                </c:pt>
                <c:pt idx="4852">
                  <c:v>14.405910095331</c:v>
                </c:pt>
                <c:pt idx="4853">
                  <c:v>14.2669440991244</c:v>
                </c:pt>
                <c:pt idx="4854">
                  <c:v>14.0613161504823</c:v>
                </c:pt>
                <c:pt idx="4855">
                  <c:v>13.565995191491</c:v>
                </c:pt>
                <c:pt idx="4856">
                  <c:v>13.5104317040038</c:v>
                </c:pt>
                <c:pt idx="4857">
                  <c:v>13.5104317040038</c:v>
                </c:pt>
                <c:pt idx="4858">
                  <c:v>13.3406592879185</c:v>
                </c:pt>
                <c:pt idx="4859">
                  <c:v>13.4649443514258</c:v>
                </c:pt>
                <c:pt idx="4860">
                  <c:v>13.7967489062979</c:v>
                </c:pt>
                <c:pt idx="4861">
                  <c:v>13.5176448799808</c:v>
                </c:pt>
                <c:pt idx="4862">
                  <c:v>13.6011589699817</c:v>
                </c:pt>
                <c:pt idx="4863">
                  <c:v>13.4602651096234</c:v>
                </c:pt>
                <c:pt idx="4864">
                  <c:v>13.198898497389401</c:v>
                </c:pt>
                <c:pt idx="4865">
                  <c:v>13.1725618631906</c:v>
                </c:pt>
                <c:pt idx="4866">
                  <c:v>13.4491171637567</c:v>
                </c:pt>
                <c:pt idx="4867">
                  <c:v>13.4806691285618</c:v>
                </c:pt>
                <c:pt idx="4868">
                  <c:v>13.330013702265701</c:v>
                </c:pt>
                <c:pt idx="4869">
                  <c:v>13.230910501011399</c:v>
                </c:pt>
                <c:pt idx="4870">
                  <c:v>12.857970066740901</c:v>
                </c:pt>
                <c:pt idx="4871">
                  <c:v>12.280739000792799</c:v>
                </c:pt>
                <c:pt idx="4872">
                  <c:v>12.4627767190561</c:v>
                </c:pt>
                <c:pt idx="4873">
                  <c:v>12.477073152696899</c:v>
                </c:pt>
                <c:pt idx="4874">
                  <c:v>12.728052311302299</c:v>
                </c:pt>
                <c:pt idx="4875">
                  <c:v>12.728052311302299</c:v>
                </c:pt>
                <c:pt idx="4876">
                  <c:v>12.9598893641797</c:v>
                </c:pt>
                <c:pt idx="4877">
                  <c:v>13.435748322859</c:v>
                </c:pt>
                <c:pt idx="4878">
                  <c:v>13.0884595628422</c:v>
                </c:pt>
                <c:pt idx="4879">
                  <c:v>13.235155949208799</c:v>
                </c:pt>
                <c:pt idx="4880">
                  <c:v>13.1034375273649</c:v>
                </c:pt>
                <c:pt idx="4881">
                  <c:v>13.050487781050199</c:v>
                </c:pt>
                <c:pt idx="4882">
                  <c:v>13.160623780993101</c:v>
                </c:pt>
                <c:pt idx="4883">
                  <c:v>13.1629616972081</c:v>
                </c:pt>
                <c:pt idx="4884">
                  <c:v>12.9627153391632</c:v>
                </c:pt>
                <c:pt idx="4885">
                  <c:v>12.9923314505861</c:v>
                </c:pt>
                <c:pt idx="4886">
                  <c:v>12.875772154829701</c:v>
                </c:pt>
                <c:pt idx="4887">
                  <c:v>12.9807610774845</c:v>
                </c:pt>
                <c:pt idx="4888">
                  <c:v>13.1704110305868</c:v>
                </c:pt>
                <c:pt idx="4889">
                  <c:v>13.150430143199699</c:v>
                </c:pt>
                <c:pt idx="4890">
                  <c:v>13.225161385584499</c:v>
                </c:pt>
                <c:pt idx="4891">
                  <c:v>13.225161385584499</c:v>
                </c:pt>
                <c:pt idx="4892">
                  <c:v>13.3631575136755</c:v>
                </c:pt>
                <c:pt idx="4893">
                  <c:v>13.387046027478901</c:v>
                </c:pt>
                <c:pt idx="4894">
                  <c:v>13.545718997025901</c:v>
                </c:pt>
                <c:pt idx="4895">
                  <c:v>13.692304569177701</c:v>
                </c:pt>
                <c:pt idx="4896">
                  <c:v>13.4824710322527</c:v>
                </c:pt>
                <c:pt idx="4897">
                  <c:v>13.4824710322527</c:v>
                </c:pt>
                <c:pt idx="4898">
                  <c:v>13.3366285671033</c:v>
                </c:pt>
                <c:pt idx="4899">
                  <c:v>13.017001145949299</c:v>
                </c:pt>
                <c:pt idx="4900">
                  <c:v>12.506442499582</c:v>
                </c:pt>
                <c:pt idx="4901">
                  <c:v>12.1426777256852</c:v>
                </c:pt>
                <c:pt idx="4902">
                  <c:v>12.152454378326</c:v>
                </c:pt>
                <c:pt idx="4903">
                  <c:v>12.088121082498001</c:v>
                </c:pt>
                <c:pt idx="4904">
                  <c:v>12.3061703180632</c:v>
                </c:pt>
                <c:pt idx="4905">
                  <c:v>12.4753667501511</c:v>
                </c:pt>
                <c:pt idx="4906">
                  <c:v>12.4143080622594</c:v>
                </c:pt>
                <c:pt idx="4907">
                  <c:v>12.540868477515399</c:v>
                </c:pt>
                <c:pt idx="4908">
                  <c:v>12.4970135065407</c:v>
                </c:pt>
                <c:pt idx="4909">
                  <c:v>12.0004967388798</c:v>
                </c:pt>
                <c:pt idx="4910">
                  <c:v>12.071377764562</c:v>
                </c:pt>
                <c:pt idx="4911">
                  <c:v>12.2250351213864</c:v>
                </c:pt>
                <c:pt idx="4912">
                  <c:v>12.2756859284715</c:v>
                </c:pt>
                <c:pt idx="4913">
                  <c:v>12.259834888918199</c:v>
                </c:pt>
                <c:pt idx="4914">
                  <c:v>12.052762287036</c:v>
                </c:pt>
                <c:pt idx="4915">
                  <c:v>11.7572060906082</c:v>
                </c:pt>
                <c:pt idx="4916">
                  <c:v>11.842655651134001</c:v>
                </c:pt>
                <c:pt idx="4917">
                  <c:v>11.8776639104127</c:v>
                </c:pt>
                <c:pt idx="4918">
                  <c:v>11.797256474734599</c:v>
                </c:pt>
                <c:pt idx="4919">
                  <c:v>11.8425353370191</c:v>
                </c:pt>
                <c:pt idx="4920">
                  <c:v>11.9553728307176</c:v>
                </c:pt>
                <c:pt idx="4921">
                  <c:v>12.1526381386404</c:v>
                </c:pt>
                <c:pt idx="4922">
                  <c:v>12.300042385197999</c:v>
                </c:pt>
                <c:pt idx="4923">
                  <c:v>12.2838399047422</c:v>
                </c:pt>
                <c:pt idx="4924">
                  <c:v>12.4990695847375</c:v>
                </c:pt>
                <c:pt idx="4925">
                  <c:v>12.782486090890201</c:v>
                </c:pt>
                <c:pt idx="4926">
                  <c:v>13.0128877961094</c:v>
                </c:pt>
                <c:pt idx="4927">
                  <c:v>13.4847636599083</c:v>
                </c:pt>
                <c:pt idx="4928">
                  <c:v>13.552992951525701</c:v>
                </c:pt>
                <c:pt idx="4929">
                  <c:v>13.3885248182417</c:v>
                </c:pt>
                <c:pt idx="4930">
                  <c:v>13.133991358179401</c:v>
                </c:pt>
                <c:pt idx="4931">
                  <c:v>13.2160666017912</c:v>
                </c:pt>
                <c:pt idx="4932">
                  <c:v>13.249566517779501</c:v>
                </c:pt>
                <c:pt idx="4933">
                  <c:v>13.4333755727954</c:v>
                </c:pt>
                <c:pt idx="4934">
                  <c:v>13.3799102014792</c:v>
                </c:pt>
                <c:pt idx="4935">
                  <c:v>13.398834835020301</c:v>
                </c:pt>
                <c:pt idx="4936">
                  <c:v>13.0506701877572</c:v>
                </c:pt>
                <c:pt idx="4937">
                  <c:v>12.4427213317263</c:v>
                </c:pt>
                <c:pt idx="4938">
                  <c:v>12.585105037282601</c:v>
                </c:pt>
                <c:pt idx="4939">
                  <c:v>12.574286005628601</c:v>
                </c:pt>
                <c:pt idx="4940">
                  <c:v>12.7278189582632</c:v>
                </c:pt>
                <c:pt idx="4941">
                  <c:v>12.439942666676901</c:v>
                </c:pt>
                <c:pt idx="4942">
                  <c:v>12.4659640547153</c:v>
                </c:pt>
                <c:pt idx="4943">
                  <c:v>12.731231042063101</c:v>
                </c:pt>
                <c:pt idx="4944">
                  <c:v>12.736164879635</c:v>
                </c:pt>
                <c:pt idx="4945">
                  <c:v>12.7715947509268</c:v>
                </c:pt>
                <c:pt idx="4946">
                  <c:v>12.559082926779899</c:v>
                </c:pt>
                <c:pt idx="4947">
                  <c:v>12.559082926779899</c:v>
                </c:pt>
                <c:pt idx="4948">
                  <c:v>12.4814489399945</c:v>
                </c:pt>
                <c:pt idx="4949">
                  <c:v>12.4797419892466</c:v>
                </c:pt>
                <c:pt idx="4950">
                  <c:v>12.1862288645933</c:v>
                </c:pt>
                <c:pt idx="4951">
                  <c:v>12.1776252068323</c:v>
                </c:pt>
                <c:pt idx="4952">
                  <c:v>12.1067900060275</c:v>
                </c:pt>
                <c:pt idx="4953">
                  <c:v>12.1660293507154</c:v>
                </c:pt>
                <c:pt idx="4954">
                  <c:v>12.0725350008554</c:v>
                </c:pt>
                <c:pt idx="4955">
                  <c:v>12.057833502805</c:v>
                </c:pt>
                <c:pt idx="4956">
                  <c:v>11.948172297397299</c:v>
                </c:pt>
                <c:pt idx="4957">
                  <c:v>11.619619611773601</c:v>
                </c:pt>
                <c:pt idx="4958">
                  <c:v>11.5132163033452</c:v>
                </c:pt>
                <c:pt idx="4959">
                  <c:v>11.5144020464865</c:v>
                </c:pt>
                <c:pt idx="4960">
                  <c:v>11.5144020464865</c:v>
                </c:pt>
                <c:pt idx="4961">
                  <c:v>11.5144020464865</c:v>
                </c:pt>
                <c:pt idx="4962">
                  <c:v>11.892780672214201</c:v>
                </c:pt>
                <c:pt idx="4963">
                  <c:v>11.857371631221501</c:v>
                </c:pt>
                <c:pt idx="4964">
                  <c:v>11.6898117353016</c:v>
                </c:pt>
                <c:pt idx="4965">
                  <c:v>11.539743930217901</c:v>
                </c:pt>
                <c:pt idx="4966">
                  <c:v>11.5031277290167</c:v>
                </c:pt>
                <c:pt idx="4967">
                  <c:v>11.6140416788735</c:v>
                </c:pt>
                <c:pt idx="4968">
                  <c:v>11.5652900562025</c:v>
                </c:pt>
                <c:pt idx="4969">
                  <c:v>11.605283069542599</c:v>
                </c:pt>
                <c:pt idx="4970">
                  <c:v>11.5701964845522</c:v>
                </c:pt>
                <c:pt idx="4971">
                  <c:v>11.543390570656801</c:v>
                </c:pt>
                <c:pt idx="4972">
                  <c:v>11.4779882296056</c:v>
                </c:pt>
                <c:pt idx="4973">
                  <c:v>11.315654591935401</c:v>
                </c:pt>
                <c:pt idx="4974">
                  <c:v>11.5622550005439</c:v>
                </c:pt>
                <c:pt idx="4975">
                  <c:v>11.9160703394507</c:v>
                </c:pt>
                <c:pt idx="4976">
                  <c:v>11.890927453501501</c:v>
                </c:pt>
                <c:pt idx="4977">
                  <c:v>11.890927453501501</c:v>
                </c:pt>
                <c:pt idx="4978">
                  <c:v>12.0864131956929</c:v>
                </c:pt>
                <c:pt idx="4979">
                  <c:v>11.8357009254701</c:v>
                </c:pt>
                <c:pt idx="4980">
                  <c:v>11.752732206536701</c:v>
                </c:pt>
                <c:pt idx="4981">
                  <c:v>11.515990476789201</c:v>
                </c:pt>
                <c:pt idx="4982">
                  <c:v>11.3823325078507</c:v>
                </c:pt>
                <c:pt idx="4983">
                  <c:v>11.3994206474456</c:v>
                </c:pt>
                <c:pt idx="4984">
                  <c:v>11.395347325346799</c:v>
                </c:pt>
                <c:pt idx="4985">
                  <c:v>11.3604937429968</c:v>
                </c:pt>
                <c:pt idx="4986">
                  <c:v>11.3156734716149</c:v>
                </c:pt>
                <c:pt idx="4987">
                  <c:v>11.1017338196172</c:v>
                </c:pt>
                <c:pt idx="4988">
                  <c:v>11.0531025204755</c:v>
                </c:pt>
                <c:pt idx="4989">
                  <c:v>10.9895579827137</c:v>
                </c:pt>
                <c:pt idx="4990">
                  <c:v>11.1549393409865</c:v>
                </c:pt>
                <c:pt idx="4991">
                  <c:v>11.281486966503801</c:v>
                </c:pt>
                <c:pt idx="4992">
                  <c:v>11.281486966503801</c:v>
                </c:pt>
                <c:pt idx="4993">
                  <c:v>11.399166144229</c:v>
                </c:pt>
                <c:pt idx="4994">
                  <c:v>11.3612599076503</c:v>
                </c:pt>
                <c:pt idx="4995">
                  <c:v>11.422275862165</c:v>
                </c:pt>
                <c:pt idx="4996">
                  <c:v>11.465366939565399</c:v>
                </c:pt>
                <c:pt idx="4997">
                  <c:v>11.245173025749899</c:v>
                </c:pt>
                <c:pt idx="4998">
                  <c:v>11.140832414568001</c:v>
                </c:pt>
                <c:pt idx="4999">
                  <c:v>11.1129753217157</c:v>
                </c:pt>
                <c:pt idx="5000">
                  <c:v>11.166951863892301</c:v>
                </c:pt>
                <c:pt idx="5001">
                  <c:v>11.171195985287101</c:v>
                </c:pt>
                <c:pt idx="5002">
                  <c:v>11.0024754771998</c:v>
                </c:pt>
                <c:pt idx="5003">
                  <c:v>10.9590791764427</c:v>
                </c:pt>
                <c:pt idx="5004">
                  <c:v>10.911204676140599</c:v>
                </c:pt>
                <c:pt idx="5005">
                  <c:v>10.675379535822399</c:v>
                </c:pt>
                <c:pt idx="5006">
                  <c:v>10.575447331017401</c:v>
                </c:pt>
                <c:pt idx="5007">
                  <c:v>10.575447331017401</c:v>
                </c:pt>
                <c:pt idx="5008">
                  <c:v>10.528198063183901</c:v>
                </c:pt>
                <c:pt idx="5009">
                  <c:v>10.6214701103435</c:v>
                </c:pt>
                <c:pt idx="5010">
                  <c:v>10.7549711638997</c:v>
                </c:pt>
                <c:pt idx="5011">
                  <c:v>10.6303608959592</c:v>
                </c:pt>
                <c:pt idx="5012">
                  <c:v>10.6303608959592</c:v>
                </c:pt>
                <c:pt idx="5013">
                  <c:v>10.4404157354325</c:v>
                </c:pt>
                <c:pt idx="5014">
                  <c:v>10.4172898659411</c:v>
                </c:pt>
                <c:pt idx="5015">
                  <c:v>10.374347558016501</c:v>
                </c:pt>
                <c:pt idx="5016">
                  <c:v>10.481240887222199</c:v>
                </c:pt>
                <c:pt idx="5017">
                  <c:v>10.3745456170541</c:v>
                </c:pt>
                <c:pt idx="5018">
                  <c:v>10.354036267902201</c:v>
                </c:pt>
                <c:pt idx="5019">
                  <c:v>10.2000498080223</c:v>
                </c:pt>
                <c:pt idx="5020">
                  <c:v>10.269137192060899</c:v>
                </c:pt>
                <c:pt idx="5021">
                  <c:v>10.1529015137026</c:v>
                </c:pt>
                <c:pt idx="5022">
                  <c:v>10.1529015137026</c:v>
                </c:pt>
                <c:pt idx="5023">
                  <c:v>10.049747479831201</c:v>
                </c:pt>
                <c:pt idx="5024">
                  <c:v>10.063445201532</c:v>
                </c:pt>
                <c:pt idx="5025">
                  <c:v>10.3046831963734</c:v>
                </c:pt>
                <c:pt idx="5026">
                  <c:v>10.244748471468901</c:v>
                </c:pt>
                <c:pt idx="5027">
                  <c:v>10.1315090400459</c:v>
                </c:pt>
                <c:pt idx="5028">
                  <c:v>9.9524125089820306</c:v>
                </c:pt>
                <c:pt idx="5029">
                  <c:v>9.8038956077065897</c:v>
                </c:pt>
                <c:pt idx="5030">
                  <c:v>9.8427917221994008</c:v>
                </c:pt>
                <c:pt idx="5031">
                  <c:v>9.8907586943958101</c:v>
                </c:pt>
                <c:pt idx="5032">
                  <c:v>10.036719349921899</c:v>
                </c:pt>
                <c:pt idx="5033">
                  <c:v>9.9760429143833704</c:v>
                </c:pt>
                <c:pt idx="5034">
                  <c:v>10.0880929071872</c:v>
                </c:pt>
                <c:pt idx="5035">
                  <c:v>10.0880929071872</c:v>
                </c:pt>
                <c:pt idx="5036">
                  <c:v>10.112616698166701</c:v>
                </c:pt>
                <c:pt idx="5037">
                  <c:v>10.2405036085564</c:v>
                </c:pt>
                <c:pt idx="5038">
                  <c:v>10.435713186154601</c:v>
                </c:pt>
                <c:pt idx="5039">
                  <c:v>10.3504160105647</c:v>
                </c:pt>
                <c:pt idx="5040">
                  <c:v>10.3774378449745</c:v>
                </c:pt>
                <c:pt idx="5041">
                  <c:v>10.3540415592432</c:v>
                </c:pt>
                <c:pt idx="5042">
                  <c:v>10.223505611346599</c:v>
                </c:pt>
                <c:pt idx="5043">
                  <c:v>10.314766870146199</c:v>
                </c:pt>
                <c:pt idx="5044">
                  <c:v>10.465057637492</c:v>
                </c:pt>
                <c:pt idx="5045">
                  <c:v>10.6466488474376</c:v>
                </c:pt>
                <c:pt idx="5046">
                  <c:v>10.450054329276099</c:v>
                </c:pt>
                <c:pt idx="5047">
                  <c:v>10.450054329276099</c:v>
                </c:pt>
                <c:pt idx="5048">
                  <c:v>10.3165126749549</c:v>
                </c:pt>
                <c:pt idx="5049">
                  <c:v>10.4131809971392</c:v>
                </c:pt>
                <c:pt idx="5050">
                  <c:v>10.3068238887937</c:v>
                </c:pt>
                <c:pt idx="5051">
                  <c:v>10.4147682838944</c:v>
                </c:pt>
                <c:pt idx="5052">
                  <c:v>10.574898695489701</c:v>
                </c:pt>
                <c:pt idx="5053">
                  <c:v>10.610860673214701</c:v>
                </c:pt>
                <c:pt idx="5054">
                  <c:v>10.6753264550112</c:v>
                </c:pt>
                <c:pt idx="5055">
                  <c:v>10.9514634792235</c:v>
                </c:pt>
                <c:pt idx="5056">
                  <c:v>10.989087553043101</c:v>
                </c:pt>
                <c:pt idx="5057">
                  <c:v>10.989087553043101</c:v>
                </c:pt>
                <c:pt idx="5058">
                  <c:v>11.046060469221199</c:v>
                </c:pt>
                <c:pt idx="5059">
                  <c:v>10.8742132891112</c:v>
                </c:pt>
                <c:pt idx="5060">
                  <c:v>10.800280175957299</c:v>
                </c:pt>
                <c:pt idx="5061">
                  <c:v>10.789156826844</c:v>
                </c:pt>
                <c:pt idx="5062">
                  <c:v>10.714492500888401</c:v>
                </c:pt>
                <c:pt idx="5063">
                  <c:v>10.6139258721425</c:v>
                </c:pt>
                <c:pt idx="5064">
                  <c:v>10.5975322593371</c:v>
                </c:pt>
                <c:pt idx="5065">
                  <c:v>10.696751585070301</c:v>
                </c:pt>
                <c:pt idx="5066">
                  <c:v>10.734398932862</c:v>
                </c:pt>
                <c:pt idx="5067">
                  <c:v>10.8098611645178</c:v>
                </c:pt>
                <c:pt idx="5068">
                  <c:v>10.9044479418686</c:v>
                </c:pt>
                <c:pt idx="5069">
                  <c:v>11.0372523671646</c:v>
                </c:pt>
                <c:pt idx="5070">
                  <c:v>10.918930363827201</c:v>
                </c:pt>
                <c:pt idx="5071">
                  <c:v>10.8698478914588</c:v>
                </c:pt>
                <c:pt idx="5072">
                  <c:v>10.9666384215238</c:v>
                </c:pt>
                <c:pt idx="5073">
                  <c:v>10.957332836968501</c:v>
                </c:pt>
                <c:pt idx="5074">
                  <c:v>10.852039366166499</c:v>
                </c:pt>
                <c:pt idx="5075">
                  <c:v>10.799308334119599</c:v>
                </c:pt>
                <c:pt idx="5076">
                  <c:v>10.9099071362318</c:v>
                </c:pt>
                <c:pt idx="5077">
                  <c:v>10.8459866759747</c:v>
                </c:pt>
                <c:pt idx="5078">
                  <c:v>10.9690989172441</c:v>
                </c:pt>
                <c:pt idx="5079">
                  <c:v>11.0376738363271</c:v>
                </c:pt>
                <c:pt idx="5080">
                  <c:v>11.3071529266258</c:v>
                </c:pt>
                <c:pt idx="5081">
                  <c:v>11.301015631218799</c:v>
                </c:pt>
                <c:pt idx="5082">
                  <c:v>11.6688349304306</c:v>
                </c:pt>
                <c:pt idx="5083">
                  <c:v>11.830762854477101</c:v>
                </c:pt>
                <c:pt idx="5084">
                  <c:v>12.240917777466599</c:v>
                </c:pt>
                <c:pt idx="5085">
                  <c:v>12.2414913560206</c:v>
                </c:pt>
                <c:pt idx="5086">
                  <c:v>11.8653059006396</c:v>
                </c:pt>
                <c:pt idx="5087">
                  <c:v>11.906694118988099</c:v>
                </c:pt>
                <c:pt idx="5088">
                  <c:v>12.1514908582514</c:v>
                </c:pt>
                <c:pt idx="5089">
                  <c:v>12.015879696504999</c:v>
                </c:pt>
                <c:pt idx="5090">
                  <c:v>11.988034086350901</c:v>
                </c:pt>
                <c:pt idx="5091">
                  <c:v>12.352685932031701</c:v>
                </c:pt>
                <c:pt idx="5092">
                  <c:v>12.257177898026899</c:v>
                </c:pt>
                <c:pt idx="5093">
                  <c:v>12.0657962074389</c:v>
                </c:pt>
                <c:pt idx="5094">
                  <c:v>11.7625273317432</c:v>
                </c:pt>
                <c:pt idx="5095">
                  <c:v>11.604904683755301</c:v>
                </c:pt>
                <c:pt idx="5096">
                  <c:v>11.658471831490999</c:v>
                </c:pt>
                <c:pt idx="5097">
                  <c:v>11.658471831490999</c:v>
                </c:pt>
                <c:pt idx="5098">
                  <c:v>11.848697265062</c:v>
                </c:pt>
                <c:pt idx="5099">
                  <c:v>11.853460490314401</c:v>
                </c:pt>
                <c:pt idx="5100">
                  <c:v>11.7916865749762</c:v>
                </c:pt>
                <c:pt idx="5101">
                  <c:v>11.705415278865599</c:v>
                </c:pt>
                <c:pt idx="5102">
                  <c:v>11.8643410014755</c:v>
                </c:pt>
                <c:pt idx="5103">
                  <c:v>12.0337418171782</c:v>
                </c:pt>
                <c:pt idx="5104">
                  <c:v>12.0248428954372</c:v>
                </c:pt>
                <c:pt idx="5105">
                  <c:v>11.964318000188699</c:v>
                </c:pt>
                <c:pt idx="5106">
                  <c:v>11.841981953157299</c:v>
                </c:pt>
                <c:pt idx="5107">
                  <c:v>11.8218347645594</c:v>
                </c:pt>
                <c:pt idx="5108">
                  <c:v>11.805708959191101</c:v>
                </c:pt>
                <c:pt idx="5109">
                  <c:v>11.573411677224501</c:v>
                </c:pt>
                <c:pt idx="5110">
                  <c:v>11.221138287134201</c:v>
                </c:pt>
                <c:pt idx="5111">
                  <c:v>11.013891659665999</c:v>
                </c:pt>
                <c:pt idx="5112">
                  <c:v>11.013891659665999</c:v>
                </c:pt>
                <c:pt idx="5113">
                  <c:v>11.0822471922876</c:v>
                </c:pt>
                <c:pt idx="5114">
                  <c:v>10.9123167887857</c:v>
                </c:pt>
                <c:pt idx="5115">
                  <c:v>10.86257796962</c:v>
                </c:pt>
                <c:pt idx="5116">
                  <c:v>11.090006935938</c:v>
                </c:pt>
                <c:pt idx="5117">
                  <c:v>11.090006935938</c:v>
                </c:pt>
                <c:pt idx="5118">
                  <c:v>10.830709963219199</c:v>
                </c:pt>
                <c:pt idx="5119">
                  <c:v>10.753557220126501</c:v>
                </c:pt>
                <c:pt idx="5120">
                  <c:v>10.6730903766707</c:v>
                </c:pt>
                <c:pt idx="5121">
                  <c:v>10.7884409440366</c:v>
                </c:pt>
                <c:pt idx="5122">
                  <c:v>10.7649050204364</c:v>
                </c:pt>
                <c:pt idx="5123">
                  <c:v>10.5653706367887</c:v>
                </c:pt>
                <c:pt idx="5124">
                  <c:v>10.5618606135136</c:v>
                </c:pt>
                <c:pt idx="5125">
                  <c:v>10.711400325927601</c:v>
                </c:pt>
                <c:pt idx="5126">
                  <c:v>10.8052063832587</c:v>
                </c:pt>
                <c:pt idx="5127">
                  <c:v>10.693091357520499</c:v>
                </c:pt>
                <c:pt idx="5128">
                  <c:v>10.7030600333953</c:v>
                </c:pt>
                <c:pt idx="5129">
                  <c:v>10.584478410989099</c:v>
                </c:pt>
                <c:pt idx="5130">
                  <c:v>10.7445856033862</c:v>
                </c:pt>
                <c:pt idx="5131">
                  <c:v>10.7466533853783</c:v>
                </c:pt>
                <c:pt idx="5132">
                  <c:v>10.734808066611199</c:v>
                </c:pt>
                <c:pt idx="5133">
                  <c:v>10.724965967529201</c:v>
                </c:pt>
                <c:pt idx="5134">
                  <c:v>10.6539651073222</c:v>
                </c:pt>
                <c:pt idx="5135">
                  <c:v>10.7135933262308</c:v>
                </c:pt>
                <c:pt idx="5136">
                  <c:v>10.7135933262308</c:v>
                </c:pt>
                <c:pt idx="5137">
                  <c:v>10.8524862225674</c:v>
                </c:pt>
                <c:pt idx="5138">
                  <c:v>10.8844562935901</c:v>
                </c:pt>
                <c:pt idx="5139">
                  <c:v>10.7254078852107</c:v>
                </c:pt>
                <c:pt idx="5140">
                  <c:v>10.3679893630057</c:v>
                </c:pt>
                <c:pt idx="5141">
                  <c:v>10.371942860780401</c:v>
                </c:pt>
                <c:pt idx="5142">
                  <c:v>10.321369219997001</c:v>
                </c:pt>
                <c:pt idx="5143">
                  <c:v>10.1403625799907</c:v>
                </c:pt>
                <c:pt idx="5144">
                  <c:v>10.000679830533301</c:v>
                </c:pt>
                <c:pt idx="5145">
                  <c:v>10.067208532017199</c:v>
                </c:pt>
                <c:pt idx="5146">
                  <c:v>9.9374820463355</c:v>
                </c:pt>
                <c:pt idx="5147">
                  <c:v>9.9374820463355</c:v>
                </c:pt>
                <c:pt idx="5148">
                  <c:v>10.037610278297</c:v>
                </c:pt>
                <c:pt idx="5149">
                  <c:v>9.9183838136132305</c:v>
                </c:pt>
                <c:pt idx="5150">
                  <c:v>9.9433886373104006</c:v>
                </c:pt>
                <c:pt idx="5151">
                  <c:v>9.9433886373104006</c:v>
                </c:pt>
                <c:pt idx="5152">
                  <c:v>9.9433886373104006</c:v>
                </c:pt>
                <c:pt idx="5153">
                  <c:v>10.0817993919947</c:v>
                </c:pt>
                <c:pt idx="5154">
                  <c:v>10.1610552219238</c:v>
                </c:pt>
                <c:pt idx="5155">
                  <c:v>10.2103293753455</c:v>
                </c:pt>
                <c:pt idx="5156">
                  <c:v>10.1328592296829</c:v>
                </c:pt>
                <c:pt idx="5157">
                  <c:v>10.1328592296829</c:v>
                </c:pt>
                <c:pt idx="5158">
                  <c:v>10.0590377265651</c:v>
                </c:pt>
                <c:pt idx="5159">
                  <c:v>9.8670592215899102</c:v>
                </c:pt>
                <c:pt idx="5160">
                  <c:v>9.7410562777545699</c:v>
                </c:pt>
                <c:pt idx="5161">
                  <c:v>9.6467796469860101</c:v>
                </c:pt>
                <c:pt idx="5162">
                  <c:v>9.6128974705823502</c:v>
                </c:pt>
                <c:pt idx="5163">
                  <c:v>9.6216025733268697</c:v>
                </c:pt>
                <c:pt idx="5164">
                  <c:v>9.7443617132769909</c:v>
                </c:pt>
                <c:pt idx="5165">
                  <c:v>9.7219055115211095</c:v>
                </c:pt>
                <c:pt idx="5166">
                  <c:v>9.8274448278850599</c:v>
                </c:pt>
                <c:pt idx="5167">
                  <c:v>9.7341399236959596</c:v>
                </c:pt>
                <c:pt idx="5168">
                  <c:v>9.7632382482512394</c:v>
                </c:pt>
                <c:pt idx="5169">
                  <c:v>9.7243465146108701</c:v>
                </c:pt>
                <c:pt idx="5170">
                  <c:v>9.6994515193972397</c:v>
                </c:pt>
                <c:pt idx="5171">
                  <c:v>9.7327030972859898</c:v>
                </c:pt>
                <c:pt idx="5172">
                  <c:v>9.7345538847272302</c:v>
                </c:pt>
                <c:pt idx="5173">
                  <c:v>9.7205496575294905</c:v>
                </c:pt>
                <c:pt idx="5174">
                  <c:v>9.6155037879671994</c:v>
                </c:pt>
                <c:pt idx="5175">
                  <c:v>9.5403655776155691</c:v>
                </c:pt>
                <c:pt idx="5176">
                  <c:v>9.8476780074581107</c:v>
                </c:pt>
                <c:pt idx="5177">
                  <c:v>10.1431931089993</c:v>
                </c:pt>
                <c:pt idx="5178">
                  <c:v>9.9458183950450998</c:v>
                </c:pt>
                <c:pt idx="5179">
                  <c:v>9.8569685244750591</c:v>
                </c:pt>
                <c:pt idx="5180">
                  <c:v>9.9614441702170105</c:v>
                </c:pt>
                <c:pt idx="5181">
                  <c:v>9.7966229784169503</c:v>
                </c:pt>
                <c:pt idx="5182">
                  <c:v>9.8039367543031002</c:v>
                </c:pt>
                <c:pt idx="5183">
                  <c:v>9.92558830643401</c:v>
                </c:pt>
                <c:pt idx="5184">
                  <c:v>9.8670385526930406</c:v>
                </c:pt>
                <c:pt idx="5185">
                  <c:v>9.7828051839083798</c:v>
                </c:pt>
                <c:pt idx="5186">
                  <c:v>9.7897863459173102</c:v>
                </c:pt>
                <c:pt idx="5187">
                  <c:v>9.7902253879321997</c:v>
                </c:pt>
                <c:pt idx="5188">
                  <c:v>9.8240124290263999</c:v>
                </c:pt>
                <c:pt idx="5189">
                  <c:v>9.8957509309918805</c:v>
                </c:pt>
                <c:pt idx="5190">
                  <c:v>9.98765981946846</c:v>
                </c:pt>
                <c:pt idx="5191">
                  <c:v>10.0334842143064</c:v>
                </c:pt>
                <c:pt idx="5192">
                  <c:v>10.0531037792839</c:v>
                </c:pt>
                <c:pt idx="5193">
                  <c:v>10.101688257949499</c:v>
                </c:pt>
                <c:pt idx="5194">
                  <c:v>10.171270127156101</c:v>
                </c:pt>
                <c:pt idx="5195">
                  <c:v>10.066793298520199</c:v>
                </c:pt>
                <c:pt idx="5196">
                  <c:v>10.0452150255456</c:v>
                </c:pt>
                <c:pt idx="5197">
                  <c:v>10.046555984046799</c:v>
                </c:pt>
                <c:pt idx="5198">
                  <c:v>10.0309929541203</c:v>
                </c:pt>
                <c:pt idx="5199">
                  <c:v>10.106180726775699</c:v>
                </c:pt>
                <c:pt idx="5200">
                  <c:v>10.0432860203101</c:v>
                </c:pt>
                <c:pt idx="5201">
                  <c:v>10.059569776337099</c:v>
                </c:pt>
                <c:pt idx="5202">
                  <c:v>10.1278739755179</c:v>
                </c:pt>
                <c:pt idx="5203">
                  <c:v>10.237334825281</c:v>
                </c:pt>
                <c:pt idx="5204">
                  <c:v>10.232743809976199</c:v>
                </c:pt>
                <c:pt idx="5205">
                  <c:v>10.3195887368465</c:v>
                </c:pt>
                <c:pt idx="5206">
                  <c:v>10.315216915166999</c:v>
                </c:pt>
                <c:pt idx="5207">
                  <c:v>10.4059619056865</c:v>
                </c:pt>
                <c:pt idx="5208">
                  <c:v>10.3105766233968</c:v>
                </c:pt>
                <c:pt idx="5209">
                  <c:v>10.26959931991</c:v>
                </c:pt>
                <c:pt idx="5210">
                  <c:v>10.2512169131754</c:v>
                </c:pt>
                <c:pt idx="5211">
                  <c:v>10.2387796024735</c:v>
                </c:pt>
                <c:pt idx="5212">
                  <c:v>10.2387796024735</c:v>
                </c:pt>
                <c:pt idx="5213">
                  <c:v>10.349878652902101</c:v>
                </c:pt>
                <c:pt idx="5214">
                  <c:v>10.317733962355801</c:v>
                </c:pt>
                <c:pt idx="5215">
                  <c:v>10.317733962355801</c:v>
                </c:pt>
                <c:pt idx="5216">
                  <c:v>10.317733962355801</c:v>
                </c:pt>
                <c:pt idx="5217">
                  <c:v>10.4885172753047</c:v>
                </c:pt>
                <c:pt idx="5218">
                  <c:v>10.701599034057599</c:v>
                </c:pt>
                <c:pt idx="5219">
                  <c:v>10.6186399811135</c:v>
                </c:pt>
                <c:pt idx="5220">
                  <c:v>10.4095454909484</c:v>
                </c:pt>
                <c:pt idx="5221">
                  <c:v>10.381643380701</c:v>
                </c:pt>
                <c:pt idx="5222">
                  <c:v>10.612952265528801</c:v>
                </c:pt>
                <c:pt idx="5223">
                  <c:v>10.657444250548499</c:v>
                </c:pt>
                <c:pt idx="5224">
                  <c:v>10.9917774110164</c:v>
                </c:pt>
                <c:pt idx="5225">
                  <c:v>11.211767726420801</c:v>
                </c:pt>
                <c:pt idx="5226">
                  <c:v>11.0194632451723</c:v>
                </c:pt>
                <c:pt idx="5227">
                  <c:v>11.2285215826781</c:v>
                </c:pt>
                <c:pt idx="5228">
                  <c:v>11.462730343576601</c:v>
                </c:pt>
                <c:pt idx="5229">
                  <c:v>11.271258668323</c:v>
                </c:pt>
                <c:pt idx="5230">
                  <c:v>11.251915787226899</c:v>
                </c:pt>
                <c:pt idx="5231">
                  <c:v>10.956061896079399</c:v>
                </c:pt>
                <c:pt idx="5232">
                  <c:v>10.816775128417399</c:v>
                </c:pt>
                <c:pt idx="5233">
                  <c:v>10.7471117360259</c:v>
                </c:pt>
                <c:pt idx="5234">
                  <c:v>10.922396739207</c:v>
                </c:pt>
                <c:pt idx="5235">
                  <c:v>11.0746875564897</c:v>
                </c:pt>
                <c:pt idx="5236">
                  <c:v>10.982095512225399</c:v>
                </c:pt>
                <c:pt idx="5237">
                  <c:v>10.8107562796912</c:v>
                </c:pt>
                <c:pt idx="5238">
                  <c:v>10.807906586829899</c:v>
                </c:pt>
                <c:pt idx="5239">
                  <c:v>10.807906586829899</c:v>
                </c:pt>
                <c:pt idx="5240">
                  <c:v>10.756277421078</c:v>
                </c:pt>
                <c:pt idx="5241">
                  <c:v>10.7451716189763</c:v>
                </c:pt>
                <c:pt idx="5242">
                  <c:v>10.8272473474191</c:v>
                </c:pt>
                <c:pt idx="5243">
                  <c:v>10.7067193064065</c:v>
                </c:pt>
                <c:pt idx="5244">
                  <c:v>10.689931968256801</c:v>
                </c:pt>
                <c:pt idx="5245">
                  <c:v>10.8762656352998</c:v>
                </c:pt>
                <c:pt idx="5246">
                  <c:v>11.0889275091806</c:v>
                </c:pt>
                <c:pt idx="5247">
                  <c:v>11.0889275091806</c:v>
                </c:pt>
                <c:pt idx="5248">
                  <c:v>11.026457751407699</c:v>
                </c:pt>
                <c:pt idx="5249">
                  <c:v>10.832698171687699</c:v>
                </c:pt>
                <c:pt idx="5250">
                  <c:v>10.7011762484189</c:v>
                </c:pt>
                <c:pt idx="5251">
                  <c:v>10.7573048524126</c:v>
                </c:pt>
                <c:pt idx="5252">
                  <c:v>10.866341869933899</c:v>
                </c:pt>
                <c:pt idx="5253">
                  <c:v>10.921128780663301</c:v>
                </c:pt>
                <c:pt idx="5254">
                  <c:v>10.9654436539673</c:v>
                </c:pt>
                <c:pt idx="5255">
                  <c:v>11.0978822034968</c:v>
                </c:pt>
                <c:pt idx="5256">
                  <c:v>11.169461133229801</c:v>
                </c:pt>
                <c:pt idx="5257">
                  <c:v>11.248757083433601</c:v>
                </c:pt>
                <c:pt idx="5258">
                  <c:v>11.2379702537215</c:v>
                </c:pt>
                <c:pt idx="5259">
                  <c:v>11.2909836469714</c:v>
                </c:pt>
                <c:pt idx="5260">
                  <c:v>11.3366048733551</c:v>
                </c:pt>
                <c:pt idx="5261">
                  <c:v>11.1945209026259</c:v>
                </c:pt>
                <c:pt idx="5262">
                  <c:v>11.1945209026259</c:v>
                </c:pt>
                <c:pt idx="5263">
                  <c:v>11.1717352159041</c:v>
                </c:pt>
                <c:pt idx="5264">
                  <c:v>11.164605459432901</c:v>
                </c:pt>
                <c:pt idx="5265">
                  <c:v>11.141908336663301</c:v>
                </c:pt>
                <c:pt idx="5266">
                  <c:v>11.0927619012087</c:v>
                </c:pt>
                <c:pt idx="5267">
                  <c:v>11.0927619012087</c:v>
                </c:pt>
                <c:pt idx="5268">
                  <c:v>11.015887099343001</c:v>
                </c:pt>
                <c:pt idx="5269">
                  <c:v>11.1428401689586</c:v>
                </c:pt>
                <c:pt idx="5270">
                  <c:v>11.3742642552162</c:v>
                </c:pt>
                <c:pt idx="5271">
                  <c:v>11.348748226097401</c:v>
                </c:pt>
                <c:pt idx="5272">
                  <c:v>11.254458077825801</c:v>
                </c:pt>
                <c:pt idx="5273">
                  <c:v>11.186502277656199</c:v>
                </c:pt>
                <c:pt idx="5274">
                  <c:v>11.245968732861799</c:v>
                </c:pt>
                <c:pt idx="5275">
                  <c:v>11.2934084704832</c:v>
                </c:pt>
                <c:pt idx="5276">
                  <c:v>11.251613827901</c:v>
                </c:pt>
                <c:pt idx="5277">
                  <c:v>11.163765283078501</c:v>
                </c:pt>
                <c:pt idx="5278">
                  <c:v>11.121541463886199</c:v>
                </c:pt>
                <c:pt idx="5279">
                  <c:v>11.184119701774801</c:v>
                </c:pt>
                <c:pt idx="5280">
                  <c:v>11.137595584276999</c:v>
                </c:pt>
                <c:pt idx="5281">
                  <c:v>11.121410463037501</c:v>
                </c:pt>
                <c:pt idx="5282">
                  <c:v>11.121410463037501</c:v>
                </c:pt>
                <c:pt idx="5283">
                  <c:v>11.164702197596901</c:v>
                </c:pt>
                <c:pt idx="5284">
                  <c:v>11.109503472602899</c:v>
                </c:pt>
                <c:pt idx="5285">
                  <c:v>11.101183642462299</c:v>
                </c:pt>
                <c:pt idx="5286">
                  <c:v>11.1298636450461</c:v>
                </c:pt>
                <c:pt idx="5287">
                  <c:v>11.088429738206001</c:v>
                </c:pt>
                <c:pt idx="5288">
                  <c:v>11.119529899257</c:v>
                </c:pt>
                <c:pt idx="5289">
                  <c:v>11.1785479568579</c:v>
                </c:pt>
                <c:pt idx="5290">
                  <c:v>11.145372243544401</c:v>
                </c:pt>
                <c:pt idx="5291">
                  <c:v>11.089829563226299</c:v>
                </c:pt>
                <c:pt idx="5292">
                  <c:v>11.0263125095092</c:v>
                </c:pt>
                <c:pt idx="5293">
                  <c:v>10.9831242112115</c:v>
                </c:pt>
                <c:pt idx="5294">
                  <c:v>10.9666872592601</c:v>
                </c:pt>
                <c:pt idx="5295">
                  <c:v>11.054407238226901</c:v>
                </c:pt>
                <c:pt idx="5296">
                  <c:v>11.1416729493017</c:v>
                </c:pt>
                <c:pt idx="5297">
                  <c:v>11.1398574230286</c:v>
                </c:pt>
                <c:pt idx="5298">
                  <c:v>11.1347207145814</c:v>
                </c:pt>
                <c:pt idx="5299">
                  <c:v>11.2098691061042</c:v>
                </c:pt>
                <c:pt idx="5300">
                  <c:v>11.166808634607101</c:v>
                </c:pt>
                <c:pt idx="5301">
                  <c:v>11.153319696509399</c:v>
                </c:pt>
                <c:pt idx="5302">
                  <c:v>11.3390304476181</c:v>
                </c:pt>
                <c:pt idx="5303">
                  <c:v>11.3194222948981</c:v>
                </c:pt>
                <c:pt idx="5304">
                  <c:v>11.114034862045701</c:v>
                </c:pt>
                <c:pt idx="5305">
                  <c:v>10.9544648114172</c:v>
                </c:pt>
                <c:pt idx="5306">
                  <c:v>10.853129592903899</c:v>
                </c:pt>
                <c:pt idx="5307">
                  <c:v>10.90521614136</c:v>
                </c:pt>
                <c:pt idx="5308">
                  <c:v>10.9454778305146</c:v>
                </c:pt>
                <c:pt idx="5309">
                  <c:v>10.9454778305146</c:v>
                </c:pt>
                <c:pt idx="5310">
                  <c:v>11.0152826582455</c:v>
                </c:pt>
                <c:pt idx="5311">
                  <c:v>10.8272303506482</c:v>
                </c:pt>
                <c:pt idx="5312">
                  <c:v>10.805988517404201</c:v>
                </c:pt>
                <c:pt idx="5313">
                  <c:v>10.6739824596588</c:v>
                </c:pt>
                <c:pt idx="5314">
                  <c:v>10.586144873493099</c:v>
                </c:pt>
                <c:pt idx="5315">
                  <c:v>10.604665394573701</c:v>
                </c:pt>
                <c:pt idx="5316">
                  <c:v>10.648754310449601</c:v>
                </c:pt>
                <c:pt idx="5317">
                  <c:v>10.648754310449601</c:v>
                </c:pt>
                <c:pt idx="5318">
                  <c:v>10.564106535248101</c:v>
                </c:pt>
                <c:pt idx="5319">
                  <c:v>10.582254378315</c:v>
                </c:pt>
                <c:pt idx="5320">
                  <c:v>10.6595634942644</c:v>
                </c:pt>
                <c:pt idx="5321">
                  <c:v>10.626743171191601</c:v>
                </c:pt>
                <c:pt idx="5322">
                  <c:v>10.569452606232799</c:v>
                </c:pt>
                <c:pt idx="5323">
                  <c:v>10.522550569581901</c:v>
                </c:pt>
                <c:pt idx="5324">
                  <c:v>10.558237650069501</c:v>
                </c:pt>
                <c:pt idx="5325">
                  <c:v>10.5559557952961</c:v>
                </c:pt>
                <c:pt idx="5326">
                  <c:v>10.532815832394</c:v>
                </c:pt>
                <c:pt idx="5327">
                  <c:v>10.5698755063414</c:v>
                </c:pt>
                <c:pt idx="5328">
                  <c:v>10.4717322130473</c:v>
                </c:pt>
                <c:pt idx="5329">
                  <c:v>10.568425292606401</c:v>
                </c:pt>
                <c:pt idx="5330">
                  <c:v>10.5328490779597</c:v>
                </c:pt>
                <c:pt idx="5331">
                  <c:v>10.5465312794226</c:v>
                </c:pt>
                <c:pt idx="5332">
                  <c:v>10.3755733149404</c:v>
                </c:pt>
                <c:pt idx="5333">
                  <c:v>10.4059815589699</c:v>
                </c:pt>
                <c:pt idx="5334">
                  <c:v>10.324900341704399</c:v>
                </c:pt>
                <c:pt idx="5335">
                  <c:v>10.3343829475753</c:v>
                </c:pt>
                <c:pt idx="5336">
                  <c:v>10.303700674782</c:v>
                </c:pt>
                <c:pt idx="5337">
                  <c:v>10.2567842411671</c:v>
                </c:pt>
                <c:pt idx="5338">
                  <c:v>10.2806884307247</c:v>
                </c:pt>
                <c:pt idx="5339">
                  <c:v>10.2762834481581</c:v>
                </c:pt>
                <c:pt idx="5340">
                  <c:v>10.272330358505201</c:v>
                </c:pt>
                <c:pt idx="5341">
                  <c:v>10.322659570610501</c:v>
                </c:pt>
                <c:pt idx="5342">
                  <c:v>10.4158357475935</c:v>
                </c:pt>
                <c:pt idx="5343">
                  <c:v>10.401995889159901</c:v>
                </c:pt>
                <c:pt idx="5344">
                  <c:v>10.3548154989618</c:v>
                </c:pt>
                <c:pt idx="5345">
                  <c:v>10.5389656921034</c:v>
                </c:pt>
                <c:pt idx="5346">
                  <c:v>10.454944250579601</c:v>
                </c:pt>
                <c:pt idx="5347">
                  <c:v>10.4596124368496</c:v>
                </c:pt>
                <c:pt idx="5348">
                  <c:v>10.4742260268773</c:v>
                </c:pt>
                <c:pt idx="5349">
                  <c:v>10.4265255737704</c:v>
                </c:pt>
                <c:pt idx="5350">
                  <c:v>10.474342013562801</c:v>
                </c:pt>
                <c:pt idx="5351">
                  <c:v>10.579061793737599</c:v>
                </c:pt>
                <c:pt idx="5352">
                  <c:v>10.673901729571</c:v>
                </c:pt>
                <c:pt idx="5353">
                  <c:v>10.5943790930988</c:v>
                </c:pt>
                <c:pt idx="5354">
                  <c:v>10.6805942435654</c:v>
                </c:pt>
                <c:pt idx="5355">
                  <c:v>10.769197801102299</c:v>
                </c:pt>
                <c:pt idx="5356">
                  <c:v>10.7463350316199</c:v>
                </c:pt>
                <c:pt idx="5357">
                  <c:v>10.7463350316199</c:v>
                </c:pt>
                <c:pt idx="5358">
                  <c:v>10.725863127883899</c:v>
                </c:pt>
                <c:pt idx="5359">
                  <c:v>10.7468530984419</c:v>
                </c:pt>
                <c:pt idx="5360">
                  <c:v>10.8563920630955</c:v>
                </c:pt>
                <c:pt idx="5361">
                  <c:v>10.8723235208546</c:v>
                </c:pt>
                <c:pt idx="5362">
                  <c:v>11.108846999780599</c:v>
                </c:pt>
                <c:pt idx="5363">
                  <c:v>11.1311839112951</c:v>
                </c:pt>
                <c:pt idx="5364">
                  <c:v>11.280451960193099</c:v>
                </c:pt>
                <c:pt idx="5365">
                  <c:v>11.20289369268</c:v>
                </c:pt>
                <c:pt idx="5366">
                  <c:v>11.2944026791445</c:v>
                </c:pt>
                <c:pt idx="5367" formatCode="General">
                  <c:v>11.49</c:v>
                </c:pt>
                <c:pt idx="5368" formatCode="General">
                  <c:v>11.43</c:v>
                </c:pt>
                <c:pt idx="5369" formatCode="General">
                  <c:v>11.32</c:v>
                </c:pt>
                <c:pt idx="5370" formatCode="General">
                  <c:v>11.37</c:v>
                </c:pt>
                <c:pt idx="5371" formatCode="General">
                  <c:v>11.44</c:v>
                </c:pt>
                <c:pt idx="5372" formatCode="General">
                  <c:v>11.51</c:v>
                </c:pt>
                <c:pt idx="5373" formatCode="General">
                  <c:v>11.53</c:v>
                </c:pt>
                <c:pt idx="5374" formatCode="General">
                  <c:v>11.19</c:v>
                </c:pt>
                <c:pt idx="5375" formatCode="General">
                  <c:v>11</c:v>
                </c:pt>
                <c:pt idx="5376" formatCode="General">
                  <c:v>11.07</c:v>
                </c:pt>
                <c:pt idx="5377" formatCode="General">
                  <c:v>11.14</c:v>
                </c:pt>
                <c:pt idx="5378" formatCode="General">
                  <c:v>11.07</c:v>
                </c:pt>
                <c:pt idx="5379" formatCode="General">
                  <c:v>11.04</c:v>
                </c:pt>
                <c:pt idx="5380" formatCode="General">
                  <c:v>11.1</c:v>
                </c:pt>
                <c:pt idx="5381" formatCode="General">
                  <c:v>10.99</c:v>
                </c:pt>
                <c:pt idx="5382" formatCode="General">
                  <c:v>10.94</c:v>
                </c:pt>
                <c:pt idx="5383" formatCode="General">
                  <c:v>10.78</c:v>
                </c:pt>
                <c:pt idx="5384" formatCode="General">
                  <c:v>10.84</c:v>
                </c:pt>
                <c:pt idx="5385" formatCode="General">
                  <c:v>11.04</c:v>
                </c:pt>
                <c:pt idx="5386" formatCode="General">
                  <c:v>11.22</c:v>
                </c:pt>
                <c:pt idx="5387" formatCode="General">
                  <c:v>11.27</c:v>
                </c:pt>
                <c:pt idx="5388" formatCode="General">
                  <c:v>11.36</c:v>
                </c:pt>
                <c:pt idx="5389" formatCode="General">
                  <c:v>11.41</c:v>
                </c:pt>
                <c:pt idx="5390" formatCode="General">
                  <c:v>11.31</c:v>
                </c:pt>
                <c:pt idx="5391" formatCode="General">
                  <c:v>11.26</c:v>
                </c:pt>
                <c:pt idx="5392" formatCode="General">
                  <c:v>11.26</c:v>
                </c:pt>
                <c:pt idx="5393" formatCode="General">
                  <c:v>11.22</c:v>
                </c:pt>
                <c:pt idx="5394" formatCode="General">
                  <c:v>11.19</c:v>
                </c:pt>
                <c:pt idx="5395" formatCode="General">
                  <c:v>11.32</c:v>
                </c:pt>
                <c:pt idx="5396" formatCode="General">
                  <c:v>11.46</c:v>
                </c:pt>
                <c:pt idx="5397" formatCode="General">
                  <c:v>11.45</c:v>
                </c:pt>
                <c:pt idx="5398" formatCode="General">
                  <c:v>11.61</c:v>
                </c:pt>
                <c:pt idx="5399" formatCode="General">
                  <c:v>11.66</c:v>
                </c:pt>
                <c:pt idx="5400" formatCode="General">
                  <c:v>11.69</c:v>
                </c:pt>
                <c:pt idx="5401" formatCode="General">
                  <c:v>11.87</c:v>
                </c:pt>
                <c:pt idx="5402" formatCode="General">
                  <c:v>11.85</c:v>
                </c:pt>
                <c:pt idx="5403" formatCode="General">
                  <c:v>12.06</c:v>
                </c:pt>
                <c:pt idx="5404" formatCode="General">
                  <c:v>11.96</c:v>
                </c:pt>
                <c:pt idx="5405" formatCode="General">
                  <c:v>12.02</c:v>
                </c:pt>
                <c:pt idx="5406" formatCode="#,##0.00">
                  <c:v>12.07</c:v>
                </c:pt>
                <c:pt idx="5407" formatCode="#,##0.00">
                  <c:v>12.39</c:v>
                </c:pt>
                <c:pt idx="5408" formatCode="#,##0.00">
                  <c:v>12.39</c:v>
                </c:pt>
                <c:pt idx="5409" formatCode="#,##0.00">
                  <c:v>12.43</c:v>
                </c:pt>
                <c:pt idx="5410" formatCode="#,##0.00">
                  <c:v>12.38</c:v>
                </c:pt>
                <c:pt idx="5411" formatCode="#,##0.00">
                  <c:v>12.28</c:v>
                </c:pt>
                <c:pt idx="5412" formatCode="#,##0.00">
                  <c:v>12.28</c:v>
                </c:pt>
                <c:pt idx="5413" formatCode="#,##0.00">
                  <c:v>12.28</c:v>
                </c:pt>
                <c:pt idx="5414" formatCode="#,##0.00">
                  <c:v>12.24</c:v>
                </c:pt>
                <c:pt idx="5415" formatCode="#,##0.00">
                  <c:v>12.17</c:v>
                </c:pt>
                <c:pt idx="5416" formatCode="#,##0.00">
                  <c:v>12</c:v>
                </c:pt>
                <c:pt idx="5417" formatCode="#,##0.00">
                  <c:v>12.0407659598888</c:v>
                </c:pt>
                <c:pt idx="5418" formatCode="#,##0.00">
                  <c:v>12.2404361073608</c:v>
                </c:pt>
                <c:pt idx="5419" formatCode="#,##0.00">
                  <c:v>12.2702802363837</c:v>
                </c:pt>
                <c:pt idx="5420" formatCode="#,##0.00">
                  <c:v>12.1347231625888</c:v>
                </c:pt>
                <c:pt idx="5421" formatCode="#,##0.00">
                  <c:v>12.175695479053299</c:v>
                </c:pt>
                <c:pt idx="5422" formatCode="#,##0.00">
                  <c:v>12.2016638434418</c:v>
                </c:pt>
                <c:pt idx="5423" formatCode="#,##0.00">
                  <c:v>12.128823811630101</c:v>
                </c:pt>
                <c:pt idx="5424" formatCode="#,##0.00">
                  <c:v>12.0788966184509</c:v>
                </c:pt>
                <c:pt idx="5425" formatCode="#,##0.00">
                  <c:v>11.9394084666626</c:v>
                </c:pt>
                <c:pt idx="5426" formatCode="#,##0.00">
                  <c:v>11.9062358873426</c:v>
                </c:pt>
                <c:pt idx="5427" formatCode="#,##0.00">
                  <c:v>11.65</c:v>
                </c:pt>
                <c:pt idx="5428" formatCode="#,##0.00">
                  <c:v>11.91</c:v>
                </c:pt>
                <c:pt idx="5429" formatCode="#,##0.00">
                  <c:v>11.65</c:v>
                </c:pt>
                <c:pt idx="5430" formatCode="#,##0.00">
                  <c:v>11.82</c:v>
                </c:pt>
                <c:pt idx="5431" formatCode="#,##0.00">
                  <c:v>11.86</c:v>
                </c:pt>
                <c:pt idx="5432" formatCode="#,##0.00">
                  <c:v>12.03</c:v>
                </c:pt>
                <c:pt idx="5433" formatCode="#,##0.00">
                  <c:v>12.18</c:v>
                </c:pt>
                <c:pt idx="5434" formatCode="#,##0.00">
                  <c:v>12</c:v>
                </c:pt>
                <c:pt idx="5435" formatCode="General">
                  <c:v>11.87</c:v>
                </c:pt>
                <c:pt idx="5436" formatCode="General">
                  <c:v>11.92</c:v>
                </c:pt>
                <c:pt idx="5437" formatCode="General">
                  <c:v>11.97</c:v>
                </c:pt>
                <c:pt idx="5438" formatCode="General">
                  <c:v>12.03</c:v>
                </c:pt>
                <c:pt idx="5439" formatCode="General">
                  <c:v>12.07</c:v>
                </c:pt>
                <c:pt idx="5440" formatCode="General">
                  <c:v>12.19</c:v>
                </c:pt>
                <c:pt idx="5441" formatCode="General">
                  <c:v>12.14</c:v>
                </c:pt>
                <c:pt idx="5442" formatCode="General">
                  <c:v>12.12</c:v>
                </c:pt>
                <c:pt idx="5443" formatCode="General">
                  <c:v>12.29</c:v>
                </c:pt>
                <c:pt idx="5444" formatCode="General">
                  <c:v>12.25</c:v>
                </c:pt>
                <c:pt idx="5445" formatCode="General">
                  <c:v>12.19</c:v>
                </c:pt>
                <c:pt idx="5446" formatCode="General">
                  <c:v>12.16</c:v>
                </c:pt>
                <c:pt idx="5447" formatCode="General">
                  <c:v>12.06</c:v>
                </c:pt>
                <c:pt idx="5448" formatCode="General">
                  <c:v>12.06</c:v>
                </c:pt>
                <c:pt idx="5449" formatCode="General">
                  <c:v>12.06</c:v>
                </c:pt>
                <c:pt idx="5450" formatCode="General">
                  <c:v>12.08</c:v>
                </c:pt>
                <c:pt idx="5451" formatCode="General">
                  <c:v>11.98</c:v>
                </c:pt>
                <c:pt idx="5452" formatCode="General">
                  <c:v>11.99</c:v>
                </c:pt>
                <c:pt idx="5453" formatCode="General">
                  <c:v>12.01</c:v>
                </c:pt>
                <c:pt idx="5454" formatCode="#,##0.00">
                  <c:v>11.99</c:v>
                </c:pt>
                <c:pt idx="5455" formatCode="General">
                  <c:v>12.05</c:v>
                </c:pt>
                <c:pt idx="5456" formatCode="General">
                  <c:v>12.02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9E9-4D25-B60A-92C31AFE1E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63444016"/>
        <c:axId val="1763457936"/>
        <c:extLst>
          <c:ext xmlns:c15="http://schemas.microsoft.com/office/drawing/2012/chart" uri="{02D57815-91ED-43cb-92C2-25804820EDAC}">
            <c15:filteredLine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Hoja2!$C$2</c15:sqref>
                        </c15:formulaRef>
                      </c:ext>
                    </c:extLst>
                    <c:strCache>
                      <c:ptCount val="1"/>
                      <c:pt idx="0">
                        <c:v>TES 5 años</c:v>
                      </c:pt>
                    </c:strCache>
                  </c:strRef>
                </c:tx>
                <c:spPr>
                  <a:ln w="12700" cap="rnd">
                    <a:solidFill>
                      <a:srgbClr val="00B0F0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uri="{02D57815-91ED-43cb-92C2-25804820EDAC}">
                        <c15:formulaRef>
                          <c15:sqref>Hoja2!$B$316:$B$5773</c15:sqref>
                        </c15:formulaRef>
                      </c:ext>
                    </c:extLst>
                    <c:numCache>
                      <c:formatCode>m/d/yyyy</c:formatCode>
                      <c:ptCount val="5458"/>
                      <c:pt idx="0">
                        <c:v>38070</c:v>
                      </c:pt>
                      <c:pt idx="1">
                        <c:v>38071</c:v>
                      </c:pt>
                      <c:pt idx="2">
                        <c:v>38072</c:v>
                      </c:pt>
                      <c:pt idx="3">
                        <c:v>38075</c:v>
                      </c:pt>
                      <c:pt idx="4">
                        <c:v>38076</c:v>
                      </c:pt>
                      <c:pt idx="5">
                        <c:v>38077</c:v>
                      </c:pt>
                      <c:pt idx="6">
                        <c:v>38078</c:v>
                      </c:pt>
                      <c:pt idx="7">
                        <c:v>38079</c:v>
                      </c:pt>
                      <c:pt idx="8">
                        <c:v>38082</c:v>
                      </c:pt>
                      <c:pt idx="9">
                        <c:v>38083</c:v>
                      </c:pt>
                      <c:pt idx="10">
                        <c:v>38084</c:v>
                      </c:pt>
                      <c:pt idx="11">
                        <c:v>38085</c:v>
                      </c:pt>
                      <c:pt idx="12">
                        <c:v>38089</c:v>
                      </c:pt>
                      <c:pt idx="13">
                        <c:v>38090</c:v>
                      </c:pt>
                      <c:pt idx="14">
                        <c:v>38091</c:v>
                      </c:pt>
                      <c:pt idx="15">
                        <c:v>38092</c:v>
                      </c:pt>
                      <c:pt idx="16">
                        <c:v>38093</c:v>
                      </c:pt>
                      <c:pt idx="17">
                        <c:v>38096</c:v>
                      </c:pt>
                      <c:pt idx="18">
                        <c:v>38097</c:v>
                      </c:pt>
                      <c:pt idx="19">
                        <c:v>38098</c:v>
                      </c:pt>
                      <c:pt idx="20">
                        <c:v>38099</c:v>
                      </c:pt>
                      <c:pt idx="21">
                        <c:v>38100</c:v>
                      </c:pt>
                      <c:pt idx="22">
                        <c:v>38103</c:v>
                      </c:pt>
                      <c:pt idx="23">
                        <c:v>38104</c:v>
                      </c:pt>
                      <c:pt idx="24">
                        <c:v>38105</c:v>
                      </c:pt>
                      <c:pt idx="25">
                        <c:v>38106</c:v>
                      </c:pt>
                      <c:pt idx="26">
                        <c:v>38107</c:v>
                      </c:pt>
                      <c:pt idx="27">
                        <c:v>38110</c:v>
                      </c:pt>
                      <c:pt idx="28">
                        <c:v>38111</c:v>
                      </c:pt>
                      <c:pt idx="29">
                        <c:v>38112</c:v>
                      </c:pt>
                      <c:pt idx="30">
                        <c:v>38113</c:v>
                      </c:pt>
                      <c:pt idx="31">
                        <c:v>38114</c:v>
                      </c:pt>
                      <c:pt idx="32">
                        <c:v>38117</c:v>
                      </c:pt>
                      <c:pt idx="33">
                        <c:v>38118</c:v>
                      </c:pt>
                      <c:pt idx="34">
                        <c:v>38119</c:v>
                      </c:pt>
                      <c:pt idx="35">
                        <c:v>38120</c:v>
                      </c:pt>
                      <c:pt idx="36">
                        <c:v>38121</c:v>
                      </c:pt>
                      <c:pt idx="37">
                        <c:v>38124</c:v>
                      </c:pt>
                      <c:pt idx="38">
                        <c:v>38125</c:v>
                      </c:pt>
                      <c:pt idx="39">
                        <c:v>38126</c:v>
                      </c:pt>
                      <c:pt idx="40">
                        <c:v>38127</c:v>
                      </c:pt>
                      <c:pt idx="41">
                        <c:v>38128</c:v>
                      </c:pt>
                      <c:pt idx="42">
                        <c:v>38131</c:v>
                      </c:pt>
                      <c:pt idx="43">
                        <c:v>38132</c:v>
                      </c:pt>
                      <c:pt idx="44">
                        <c:v>38133</c:v>
                      </c:pt>
                      <c:pt idx="45">
                        <c:v>38134</c:v>
                      </c:pt>
                      <c:pt idx="46">
                        <c:v>38135</c:v>
                      </c:pt>
                      <c:pt idx="47">
                        <c:v>38138</c:v>
                      </c:pt>
                      <c:pt idx="48">
                        <c:v>38139</c:v>
                      </c:pt>
                      <c:pt idx="49">
                        <c:v>38140</c:v>
                      </c:pt>
                      <c:pt idx="50">
                        <c:v>38141</c:v>
                      </c:pt>
                      <c:pt idx="51">
                        <c:v>38142</c:v>
                      </c:pt>
                      <c:pt idx="52">
                        <c:v>38145</c:v>
                      </c:pt>
                      <c:pt idx="53">
                        <c:v>38146</c:v>
                      </c:pt>
                      <c:pt idx="54">
                        <c:v>38147</c:v>
                      </c:pt>
                      <c:pt idx="55">
                        <c:v>38148</c:v>
                      </c:pt>
                      <c:pt idx="56">
                        <c:v>38149</c:v>
                      </c:pt>
                      <c:pt idx="57">
                        <c:v>38152</c:v>
                      </c:pt>
                      <c:pt idx="58">
                        <c:v>38153</c:v>
                      </c:pt>
                      <c:pt idx="59">
                        <c:v>38154</c:v>
                      </c:pt>
                      <c:pt idx="60">
                        <c:v>38155</c:v>
                      </c:pt>
                      <c:pt idx="61">
                        <c:v>38156</c:v>
                      </c:pt>
                      <c:pt idx="62">
                        <c:v>38159</c:v>
                      </c:pt>
                      <c:pt idx="63">
                        <c:v>38160</c:v>
                      </c:pt>
                      <c:pt idx="64">
                        <c:v>38161</c:v>
                      </c:pt>
                      <c:pt idx="65">
                        <c:v>38162</c:v>
                      </c:pt>
                      <c:pt idx="66">
                        <c:v>38163</c:v>
                      </c:pt>
                      <c:pt idx="67">
                        <c:v>38166</c:v>
                      </c:pt>
                      <c:pt idx="68">
                        <c:v>38167</c:v>
                      </c:pt>
                      <c:pt idx="69">
                        <c:v>38168</c:v>
                      </c:pt>
                      <c:pt idx="70">
                        <c:v>38169</c:v>
                      </c:pt>
                      <c:pt idx="71">
                        <c:v>38170</c:v>
                      </c:pt>
                      <c:pt idx="72">
                        <c:v>38174</c:v>
                      </c:pt>
                      <c:pt idx="73">
                        <c:v>38175</c:v>
                      </c:pt>
                      <c:pt idx="74">
                        <c:v>38176</c:v>
                      </c:pt>
                      <c:pt idx="75">
                        <c:v>38177</c:v>
                      </c:pt>
                      <c:pt idx="76">
                        <c:v>38180</c:v>
                      </c:pt>
                      <c:pt idx="77">
                        <c:v>38181</c:v>
                      </c:pt>
                      <c:pt idx="78">
                        <c:v>38182</c:v>
                      </c:pt>
                      <c:pt idx="79">
                        <c:v>38183</c:v>
                      </c:pt>
                      <c:pt idx="80">
                        <c:v>38184</c:v>
                      </c:pt>
                      <c:pt idx="81">
                        <c:v>38187</c:v>
                      </c:pt>
                      <c:pt idx="82">
                        <c:v>38188</c:v>
                      </c:pt>
                      <c:pt idx="83">
                        <c:v>38189</c:v>
                      </c:pt>
                      <c:pt idx="84">
                        <c:v>38190</c:v>
                      </c:pt>
                      <c:pt idx="85">
                        <c:v>38191</c:v>
                      </c:pt>
                      <c:pt idx="86">
                        <c:v>38194</c:v>
                      </c:pt>
                      <c:pt idx="87">
                        <c:v>38195</c:v>
                      </c:pt>
                      <c:pt idx="88">
                        <c:v>38196</c:v>
                      </c:pt>
                      <c:pt idx="89">
                        <c:v>38197</c:v>
                      </c:pt>
                      <c:pt idx="90">
                        <c:v>38198</c:v>
                      </c:pt>
                      <c:pt idx="91">
                        <c:v>38201</c:v>
                      </c:pt>
                      <c:pt idx="92">
                        <c:v>38202</c:v>
                      </c:pt>
                      <c:pt idx="93">
                        <c:v>38203</c:v>
                      </c:pt>
                      <c:pt idx="94">
                        <c:v>38204</c:v>
                      </c:pt>
                      <c:pt idx="95">
                        <c:v>38205</c:v>
                      </c:pt>
                      <c:pt idx="96">
                        <c:v>38208</c:v>
                      </c:pt>
                      <c:pt idx="97">
                        <c:v>38209</c:v>
                      </c:pt>
                      <c:pt idx="98">
                        <c:v>38210</c:v>
                      </c:pt>
                      <c:pt idx="99">
                        <c:v>38211</c:v>
                      </c:pt>
                      <c:pt idx="100">
                        <c:v>38212</c:v>
                      </c:pt>
                      <c:pt idx="101">
                        <c:v>38215</c:v>
                      </c:pt>
                      <c:pt idx="102">
                        <c:v>38216</c:v>
                      </c:pt>
                      <c:pt idx="103">
                        <c:v>38217</c:v>
                      </c:pt>
                      <c:pt idx="104">
                        <c:v>38218</c:v>
                      </c:pt>
                      <c:pt idx="105">
                        <c:v>38219</c:v>
                      </c:pt>
                      <c:pt idx="106">
                        <c:v>38222</c:v>
                      </c:pt>
                      <c:pt idx="107">
                        <c:v>38223</c:v>
                      </c:pt>
                      <c:pt idx="108">
                        <c:v>38224</c:v>
                      </c:pt>
                      <c:pt idx="109">
                        <c:v>38225</c:v>
                      </c:pt>
                      <c:pt idx="110">
                        <c:v>38226</c:v>
                      </c:pt>
                      <c:pt idx="111">
                        <c:v>38229</c:v>
                      </c:pt>
                      <c:pt idx="112">
                        <c:v>38230</c:v>
                      </c:pt>
                      <c:pt idx="113">
                        <c:v>38231</c:v>
                      </c:pt>
                      <c:pt idx="114">
                        <c:v>38232</c:v>
                      </c:pt>
                      <c:pt idx="115">
                        <c:v>38233</c:v>
                      </c:pt>
                      <c:pt idx="116">
                        <c:v>38236</c:v>
                      </c:pt>
                      <c:pt idx="117">
                        <c:v>38237</c:v>
                      </c:pt>
                      <c:pt idx="118">
                        <c:v>38238</c:v>
                      </c:pt>
                      <c:pt idx="119">
                        <c:v>38239</c:v>
                      </c:pt>
                      <c:pt idx="120">
                        <c:v>38240</c:v>
                      </c:pt>
                      <c:pt idx="121">
                        <c:v>38243</c:v>
                      </c:pt>
                      <c:pt idx="122">
                        <c:v>38244</c:v>
                      </c:pt>
                      <c:pt idx="123">
                        <c:v>38245</c:v>
                      </c:pt>
                      <c:pt idx="124">
                        <c:v>38246</c:v>
                      </c:pt>
                      <c:pt idx="125">
                        <c:v>38247</c:v>
                      </c:pt>
                      <c:pt idx="126">
                        <c:v>38250</c:v>
                      </c:pt>
                      <c:pt idx="127">
                        <c:v>38251</c:v>
                      </c:pt>
                      <c:pt idx="128">
                        <c:v>38252</c:v>
                      </c:pt>
                      <c:pt idx="129">
                        <c:v>38253</c:v>
                      </c:pt>
                      <c:pt idx="130">
                        <c:v>38254</c:v>
                      </c:pt>
                      <c:pt idx="131">
                        <c:v>38257</c:v>
                      </c:pt>
                      <c:pt idx="132">
                        <c:v>38258</c:v>
                      </c:pt>
                      <c:pt idx="133">
                        <c:v>38259</c:v>
                      </c:pt>
                      <c:pt idx="134">
                        <c:v>38260</c:v>
                      </c:pt>
                      <c:pt idx="135">
                        <c:v>38261</c:v>
                      </c:pt>
                      <c:pt idx="136">
                        <c:v>38264</c:v>
                      </c:pt>
                      <c:pt idx="137">
                        <c:v>38265</c:v>
                      </c:pt>
                      <c:pt idx="138">
                        <c:v>38266</c:v>
                      </c:pt>
                      <c:pt idx="139">
                        <c:v>38267</c:v>
                      </c:pt>
                      <c:pt idx="140">
                        <c:v>38268</c:v>
                      </c:pt>
                      <c:pt idx="141">
                        <c:v>38271</c:v>
                      </c:pt>
                      <c:pt idx="142">
                        <c:v>38272</c:v>
                      </c:pt>
                      <c:pt idx="143">
                        <c:v>38273</c:v>
                      </c:pt>
                      <c:pt idx="144">
                        <c:v>38274</c:v>
                      </c:pt>
                      <c:pt idx="145">
                        <c:v>38275</c:v>
                      </c:pt>
                      <c:pt idx="146">
                        <c:v>38278</c:v>
                      </c:pt>
                      <c:pt idx="147">
                        <c:v>38279</c:v>
                      </c:pt>
                      <c:pt idx="148">
                        <c:v>38280</c:v>
                      </c:pt>
                      <c:pt idx="149">
                        <c:v>38281</c:v>
                      </c:pt>
                      <c:pt idx="150">
                        <c:v>38282</c:v>
                      </c:pt>
                      <c:pt idx="151">
                        <c:v>38285</c:v>
                      </c:pt>
                      <c:pt idx="152">
                        <c:v>38286</c:v>
                      </c:pt>
                      <c:pt idx="153">
                        <c:v>38287</c:v>
                      </c:pt>
                      <c:pt idx="154">
                        <c:v>38288</c:v>
                      </c:pt>
                      <c:pt idx="155">
                        <c:v>38289</c:v>
                      </c:pt>
                      <c:pt idx="156">
                        <c:v>38292</c:v>
                      </c:pt>
                      <c:pt idx="157">
                        <c:v>38293</c:v>
                      </c:pt>
                      <c:pt idx="158">
                        <c:v>38294</c:v>
                      </c:pt>
                      <c:pt idx="159">
                        <c:v>38295</c:v>
                      </c:pt>
                      <c:pt idx="160">
                        <c:v>38296</c:v>
                      </c:pt>
                      <c:pt idx="161">
                        <c:v>38299</c:v>
                      </c:pt>
                      <c:pt idx="162">
                        <c:v>38300</c:v>
                      </c:pt>
                      <c:pt idx="163">
                        <c:v>38301</c:v>
                      </c:pt>
                      <c:pt idx="164">
                        <c:v>38302</c:v>
                      </c:pt>
                      <c:pt idx="165">
                        <c:v>38303</c:v>
                      </c:pt>
                      <c:pt idx="166">
                        <c:v>38306</c:v>
                      </c:pt>
                      <c:pt idx="167">
                        <c:v>38307</c:v>
                      </c:pt>
                      <c:pt idx="168">
                        <c:v>38308</c:v>
                      </c:pt>
                      <c:pt idx="169">
                        <c:v>38309</c:v>
                      </c:pt>
                      <c:pt idx="170">
                        <c:v>38310</c:v>
                      </c:pt>
                      <c:pt idx="171">
                        <c:v>38313</c:v>
                      </c:pt>
                      <c:pt idx="172">
                        <c:v>38314</c:v>
                      </c:pt>
                      <c:pt idx="173">
                        <c:v>38315</c:v>
                      </c:pt>
                      <c:pt idx="174">
                        <c:v>38316</c:v>
                      </c:pt>
                      <c:pt idx="175">
                        <c:v>38317</c:v>
                      </c:pt>
                      <c:pt idx="176">
                        <c:v>38320</c:v>
                      </c:pt>
                      <c:pt idx="177">
                        <c:v>38321</c:v>
                      </c:pt>
                      <c:pt idx="178">
                        <c:v>38322</c:v>
                      </c:pt>
                      <c:pt idx="179">
                        <c:v>38323</c:v>
                      </c:pt>
                      <c:pt idx="180">
                        <c:v>38324</c:v>
                      </c:pt>
                      <c:pt idx="181">
                        <c:v>38327</c:v>
                      </c:pt>
                      <c:pt idx="182">
                        <c:v>38328</c:v>
                      </c:pt>
                      <c:pt idx="183">
                        <c:v>38329</c:v>
                      </c:pt>
                      <c:pt idx="184">
                        <c:v>38330</c:v>
                      </c:pt>
                      <c:pt idx="185">
                        <c:v>38331</c:v>
                      </c:pt>
                      <c:pt idx="186">
                        <c:v>38334</c:v>
                      </c:pt>
                      <c:pt idx="187">
                        <c:v>38335</c:v>
                      </c:pt>
                      <c:pt idx="188">
                        <c:v>38336</c:v>
                      </c:pt>
                      <c:pt idx="189">
                        <c:v>38337</c:v>
                      </c:pt>
                      <c:pt idx="190">
                        <c:v>38338</c:v>
                      </c:pt>
                      <c:pt idx="191">
                        <c:v>38341</c:v>
                      </c:pt>
                      <c:pt idx="192">
                        <c:v>38342</c:v>
                      </c:pt>
                      <c:pt idx="193">
                        <c:v>38343</c:v>
                      </c:pt>
                      <c:pt idx="194">
                        <c:v>38344</c:v>
                      </c:pt>
                      <c:pt idx="195">
                        <c:v>38345</c:v>
                      </c:pt>
                      <c:pt idx="196">
                        <c:v>38348</c:v>
                      </c:pt>
                      <c:pt idx="197">
                        <c:v>38349</c:v>
                      </c:pt>
                      <c:pt idx="198">
                        <c:v>38350</c:v>
                      </c:pt>
                      <c:pt idx="199">
                        <c:v>38351</c:v>
                      </c:pt>
                      <c:pt idx="200">
                        <c:v>38352</c:v>
                      </c:pt>
                      <c:pt idx="201">
                        <c:v>38355</c:v>
                      </c:pt>
                      <c:pt idx="202">
                        <c:v>38356</c:v>
                      </c:pt>
                      <c:pt idx="203">
                        <c:v>38357</c:v>
                      </c:pt>
                      <c:pt idx="204">
                        <c:v>38358</c:v>
                      </c:pt>
                      <c:pt idx="205">
                        <c:v>38359</c:v>
                      </c:pt>
                      <c:pt idx="206">
                        <c:v>38362</c:v>
                      </c:pt>
                      <c:pt idx="207">
                        <c:v>38363</c:v>
                      </c:pt>
                      <c:pt idx="208">
                        <c:v>38364</c:v>
                      </c:pt>
                      <c:pt idx="209">
                        <c:v>38365</c:v>
                      </c:pt>
                      <c:pt idx="210">
                        <c:v>38366</c:v>
                      </c:pt>
                      <c:pt idx="211">
                        <c:v>38369</c:v>
                      </c:pt>
                      <c:pt idx="212">
                        <c:v>38370</c:v>
                      </c:pt>
                      <c:pt idx="213">
                        <c:v>38371</c:v>
                      </c:pt>
                      <c:pt idx="214">
                        <c:v>38372</c:v>
                      </c:pt>
                      <c:pt idx="215">
                        <c:v>38373</c:v>
                      </c:pt>
                      <c:pt idx="216">
                        <c:v>38376</c:v>
                      </c:pt>
                      <c:pt idx="217">
                        <c:v>38377</c:v>
                      </c:pt>
                      <c:pt idx="218">
                        <c:v>38378</c:v>
                      </c:pt>
                      <c:pt idx="219">
                        <c:v>38379</c:v>
                      </c:pt>
                      <c:pt idx="220">
                        <c:v>38380</c:v>
                      </c:pt>
                      <c:pt idx="221">
                        <c:v>38383</c:v>
                      </c:pt>
                      <c:pt idx="222">
                        <c:v>38384</c:v>
                      </c:pt>
                      <c:pt idx="223">
                        <c:v>38385</c:v>
                      </c:pt>
                      <c:pt idx="224">
                        <c:v>38386</c:v>
                      </c:pt>
                      <c:pt idx="225">
                        <c:v>38387</c:v>
                      </c:pt>
                      <c:pt idx="226">
                        <c:v>38390</c:v>
                      </c:pt>
                      <c:pt idx="227">
                        <c:v>38391</c:v>
                      </c:pt>
                      <c:pt idx="228">
                        <c:v>38392</c:v>
                      </c:pt>
                      <c:pt idx="229">
                        <c:v>38393</c:v>
                      </c:pt>
                      <c:pt idx="230">
                        <c:v>38394</c:v>
                      </c:pt>
                      <c:pt idx="231">
                        <c:v>38397</c:v>
                      </c:pt>
                      <c:pt idx="232">
                        <c:v>38398</c:v>
                      </c:pt>
                      <c:pt idx="233">
                        <c:v>38399</c:v>
                      </c:pt>
                      <c:pt idx="234">
                        <c:v>38400</c:v>
                      </c:pt>
                      <c:pt idx="235">
                        <c:v>38401</c:v>
                      </c:pt>
                      <c:pt idx="236">
                        <c:v>38404</c:v>
                      </c:pt>
                      <c:pt idx="237">
                        <c:v>38405</c:v>
                      </c:pt>
                      <c:pt idx="238">
                        <c:v>38406</c:v>
                      </c:pt>
                      <c:pt idx="239">
                        <c:v>38407</c:v>
                      </c:pt>
                      <c:pt idx="240">
                        <c:v>38408</c:v>
                      </c:pt>
                      <c:pt idx="241">
                        <c:v>38411</c:v>
                      </c:pt>
                      <c:pt idx="242">
                        <c:v>38412</c:v>
                      </c:pt>
                      <c:pt idx="243">
                        <c:v>38413</c:v>
                      </c:pt>
                      <c:pt idx="244">
                        <c:v>38414</c:v>
                      </c:pt>
                      <c:pt idx="245">
                        <c:v>38415</c:v>
                      </c:pt>
                      <c:pt idx="246">
                        <c:v>38418</c:v>
                      </c:pt>
                      <c:pt idx="247">
                        <c:v>38419</c:v>
                      </c:pt>
                      <c:pt idx="248">
                        <c:v>38420</c:v>
                      </c:pt>
                      <c:pt idx="249">
                        <c:v>38421</c:v>
                      </c:pt>
                      <c:pt idx="250">
                        <c:v>38422</c:v>
                      </c:pt>
                      <c:pt idx="251">
                        <c:v>38425</c:v>
                      </c:pt>
                      <c:pt idx="252">
                        <c:v>38426</c:v>
                      </c:pt>
                      <c:pt idx="253">
                        <c:v>38427</c:v>
                      </c:pt>
                      <c:pt idx="254">
                        <c:v>38428</c:v>
                      </c:pt>
                      <c:pt idx="255">
                        <c:v>38429</c:v>
                      </c:pt>
                      <c:pt idx="256">
                        <c:v>38432</c:v>
                      </c:pt>
                      <c:pt idx="257">
                        <c:v>38433</c:v>
                      </c:pt>
                      <c:pt idx="258">
                        <c:v>38434</c:v>
                      </c:pt>
                      <c:pt idx="259">
                        <c:v>38435</c:v>
                      </c:pt>
                      <c:pt idx="260">
                        <c:v>38436</c:v>
                      </c:pt>
                      <c:pt idx="261">
                        <c:v>38439</c:v>
                      </c:pt>
                      <c:pt idx="262">
                        <c:v>38440</c:v>
                      </c:pt>
                      <c:pt idx="263">
                        <c:v>38441</c:v>
                      </c:pt>
                      <c:pt idx="264">
                        <c:v>38442</c:v>
                      </c:pt>
                      <c:pt idx="265">
                        <c:v>38443</c:v>
                      </c:pt>
                      <c:pt idx="266">
                        <c:v>38446</c:v>
                      </c:pt>
                      <c:pt idx="267">
                        <c:v>38447</c:v>
                      </c:pt>
                      <c:pt idx="268">
                        <c:v>38448</c:v>
                      </c:pt>
                      <c:pt idx="269">
                        <c:v>38449</c:v>
                      </c:pt>
                      <c:pt idx="270">
                        <c:v>38450</c:v>
                      </c:pt>
                      <c:pt idx="271">
                        <c:v>38453</c:v>
                      </c:pt>
                      <c:pt idx="272">
                        <c:v>38454</c:v>
                      </c:pt>
                      <c:pt idx="273">
                        <c:v>38455</c:v>
                      </c:pt>
                      <c:pt idx="274">
                        <c:v>38456</c:v>
                      </c:pt>
                      <c:pt idx="275">
                        <c:v>38457</c:v>
                      </c:pt>
                      <c:pt idx="276">
                        <c:v>38460</c:v>
                      </c:pt>
                      <c:pt idx="277">
                        <c:v>38461</c:v>
                      </c:pt>
                      <c:pt idx="278">
                        <c:v>38462</c:v>
                      </c:pt>
                      <c:pt idx="279">
                        <c:v>38463</c:v>
                      </c:pt>
                      <c:pt idx="280">
                        <c:v>38464</c:v>
                      </c:pt>
                      <c:pt idx="281">
                        <c:v>38467</c:v>
                      </c:pt>
                      <c:pt idx="282">
                        <c:v>38468</c:v>
                      </c:pt>
                      <c:pt idx="283">
                        <c:v>38469</c:v>
                      </c:pt>
                      <c:pt idx="284">
                        <c:v>38470</c:v>
                      </c:pt>
                      <c:pt idx="285">
                        <c:v>38471</c:v>
                      </c:pt>
                      <c:pt idx="286">
                        <c:v>38474</c:v>
                      </c:pt>
                      <c:pt idx="287">
                        <c:v>38475</c:v>
                      </c:pt>
                      <c:pt idx="288">
                        <c:v>38476</c:v>
                      </c:pt>
                      <c:pt idx="289">
                        <c:v>38477</c:v>
                      </c:pt>
                      <c:pt idx="290">
                        <c:v>38478</c:v>
                      </c:pt>
                      <c:pt idx="291">
                        <c:v>38481</c:v>
                      </c:pt>
                      <c:pt idx="292">
                        <c:v>38482</c:v>
                      </c:pt>
                      <c:pt idx="293">
                        <c:v>38483</c:v>
                      </c:pt>
                      <c:pt idx="294">
                        <c:v>38484</c:v>
                      </c:pt>
                      <c:pt idx="295">
                        <c:v>38485</c:v>
                      </c:pt>
                      <c:pt idx="296">
                        <c:v>38488</c:v>
                      </c:pt>
                      <c:pt idx="297">
                        <c:v>38489</c:v>
                      </c:pt>
                      <c:pt idx="298">
                        <c:v>38490</c:v>
                      </c:pt>
                      <c:pt idx="299">
                        <c:v>38491</c:v>
                      </c:pt>
                      <c:pt idx="300">
                        <c:v>38492</c:v>
                      </c:pt>
                      <c:pt idx="301">
                        <c:v>38495</c:v>
                      </c:pt>
                      <c:pt idx="302">
                        <c:v>38496</c:v>
                      </c:pt>
                      <c:pt idx="303">
                        <c:v>38497</c:v>
                      </c:pt>
                      <c:pt idx="304">
                        <c:v>38498</c:v>
                      </c:pt>
                      <c:pt idx="305">
                        <c:v>38499</c:v>
                      </c:pt>
                      <c:pt idx="306">
                        <c:v>38503</c:v>
                      </c:pt>
                      <c:pt idx="307">
                        <c:v>38504</c:v>
                      </c:pt>
                      <c:pt idx="308">
                        <c:v>38505</c:v>
                      </c:pt>
                      <c:pt idx="309">
                        <c:v>38506</c:v>
                      </c:pt>
                      <c:pt idx="310">
                        <c:v>38509</c:v>
                      </c:pt>
                      <c:pt idx="311">
                        <c:v>38510</c:v>
                      </c:pt>
                      <c:pt idx="312">
                        <c:v>38511</c:v>
                      </c:pt>
                      <c:pt idx="313">
                        <c:v>38512</c:v>
                      </c:pt>
                      <c:pt idx="314">
                        <c:v>38513</c:v>
                      </c:pt>
                      <c:pt idx="315">
                        <c:v>38516</c:v>
                      </c:pt>
                      <c:pt idx="316">
                        <c:v>38517</c:v>
                      </c:pt>
                      <c:pt idx="317">
                        <c:v>38518</c:v>
                      </c:pt>
                      <c:pt idx="318">
                        <c:v>38519</c:v>
                      </c:pt>
                      <c:pt idx="319">
                        <c:v>38520</c:v>
                      </c:pt>
                      <c:pt idx="320">
                        <c:v>38523</c:v>
                      </c:pt>
                      <c:pt idx="321">
                        <c:v>38524</c:v>
                      </c:pt>
                      <c:pt idx="322">
                        <c:v>38525</c:v>
                      </c:pt>
                      <c:pt idx="323">
                        <c:v>38526</c:v>
                      </c:pt>
                      <c:pt idx="324">
                        <c:v>38527</c:v>
                      </c:pt>
                      <c:pt idx="325">
                        <c:v>38530</c:v>
                      </c:pt>
                      <c:pt idx="326">
                        <c:v>38531</c:v>
                      </c:pt>
                      <c:pt idx="327">
                        <c:v>38532</c:v>
                      </c:pt>
                      <c:pt idx="328">
                        <c:v>38533</c:v>
                      </c:pt>
                      <c:pt idx="329">
                        <c:v>38534</c:v>
                      </c:pt>
                      <c:pt idx="330">
                        <c:v>38537</c:v>
                      </c:pt>
                      <c:pt idx="331">
                        <c:v>38538</c:v>
                      </c:pt>
                      <c:pt idx="332">
                        <c:v>38539</c:v>
                      </c:pt>
                      <c:pt idx="333">
                        <c:v>38540</c:v>
                      </c:pt>
                      <c:pt idx="334">
                        <c:v>38541</c:v>
                      </c:pt>
                      <c:pt idx="335">
                        <c:v>38544</c:v>
                      </c:pt>
                      <c:pt idx="336">
                        <c:v>38545</c:v>
                      </c:pt>
                      <c:pt idx="337">
                        <c:v>38546</c:v>
                      </c:pt>
                      <c:pt idx="338">
                        <c:v>38547</c:v>
                      </c:pt>
                      <c:pt idx="339">
                        <c:v>38548</c:v>
                      </c:pt>
                      <c:pt idx="340">
                        <c:v>38551</c:v>
                      </c:pt>
                      <c:pt idx="341">
                        <c:v>38552</c:v>
                      </c:pt>
                      <c:pt idx="342">
                        <c:v>38553</c:v>
                      </c:pt>
                      <c:pt idx="343">
                        <c:v>38554</c:v>
                      </c:pt>
                      <c:pt idx="344">
                        <c:v>38555</c:v>
                      </c:pt>
                      <c:pt idx="345">
                        <c:v>38558</c:v>
                      </c:pt>
                      <c:pt idx="346">
                        <c:v>38559</c:v>
                      </c:pt>
                      <c:pt idx="347">
                        <c:v>38560</c:v>
                      </c:pt>
                      <c:pt idx="348">
                        <c:v>38561</c:v>
                      </c:pt>
                      <c:pt idx="349">
                        <c:v>38562</c:v>
                      </c:pt>
                      <c:pt idx="350">
                        <c:v>38565</c:v>
                      </c:pt>
                      <c:pt idx="351">
                        <c:v>38566</c:v>
                      </c:pt>
                      <c:pt idx="352">
                        <c:v>38567</c:v>
                      </c:pt>
                      <c:pt idx="353">
                        <c:v>38568</c:v>
                      </c:pt>
                      <c:pt idx="354">
                        <c:v>38569</c:v>
                      </c:pt>
                      <c:pt idx="355">
                        <c:v>38572</c:v>
                      </c:pt>
                      <c:pt idx="356">
                        <c:v>38573</c:v>
                      </c:pt>
                      <c:pt idx="357">
                        <c:v>38574</c:v>
                      </c:pt>
                      <c:pt idx="358">
                        <c:v>38575</c:v>
                      </c:pt>
                      <c:pt idx="359">
                        <c:v>38576</c:v>
                      </c:pt>
                      <c:pt idx="360">
                        <c:v>38579</c:v>
                      </c:pt>
                      <c:pt idx="361">
                        <c:v>38580</c:v>
                      </c:pt>
                      <c:pt idx="362">
                        <c:v>38581</c:v>
                      </c:pt>
                      <c:pt idx="363">
                        <c:v>38582</c:v>
                      </c:pt>
                      <c:pt idx="364">
                        <c:v>38583</c:v>
                      </c:pt>
                      <c:pt idx="365">
                        <c:v>38586</c:v>
                      </c:pt>
                      <c:pt idx="366">
                        <c:v>38587</c:v>
                      </c:pt>
                      <c:pt idx="367">
                        <c:v>38588</c:v>
                      </c:pt>
                      <c:pt idx="368">
                        <c:v>38589</c:v>
                      </c:pt>
                      <c:pt idx="369">
                        <c:v>38590</c:v>
                      </c:pt>
                      <c:pt idx="370">
                        <c:v>38593</c:v>
                      </c:pt>
                      <c:pt idx="371">
                        <c:v>38594</c:v>
                      </c:pt>
                      <c:pt idx="372">
                        <c:v>38595</c:v>
                      </c:pt>
                      <c:pt idx="373">
                        <c:v>38596</c:v>
                      </c:pt>
                      <c:pt idx="374">
                        <c:v>38597</c:v>
                      </c:pt>
                      <c:pt idx="375">
                        <c:v>38600</c:v>
                      </c:pt>
                      <c:pt idx="376">
                        <c:v>38601</c:v>
                      </c:pt>
                      <c:pt idx="377">
                        <c:v>38602</c:v>
                      </c:pt>
                      <c:pt idx="378">
                        <c:v>38603</c:v>
                      </c:pt>
                      <c:pt idx="379">
                        <c:v>38604</c:v>
                      </c:pt>
                      <c:pt idx="380">
                        <c:v>38607</c:v>
                      </c:pt>
                      <c:pt idx="381">
                        <c:v>38608</c:v>
                      </c:pt>
                      <c:pt idx="382">
                        <c:v>38609</c:v>
                      </c:pt>
                      <c:pt idx="383">
                        <c:v>38610</c:v>
                      </c:pt>
                      <c:pt idx="384">
                        <c:v>38611</c:v>
                      </c:pt>
                      <c:pt idx="385">
                        <c:v>38614</c:v>
                      </c:pt>
                      <c:pt idx="386">
                        <c:v>38615</c:v>
                      </c:pt>
                      <c:pt idx="387">
                        <c:v>38616</c:v>
                      </c:pt>
                      <c:pt idx="388">
                        <c:v>38617</c:v>
                      </c:pt>
                      <c:pt idx="389">
                        <c:v>38618</c:v>
                      </c:pt>
                      <c:pt idx="390">
                        <c:v>38621</c:v>
                      </c:pt>
                      <c:pt idx="391">
                        <c:v>38622</c:v>
                      </c:pt>
                      <c:pt idx="392">
                        <c:v>38623</c:v>
                      </c:pt>
                      <c:pt idx="393">
                        <c:v>38624</c:v>
                      </c:pt>
                      <c:pt idx="394">
                        <c:v>38625</c:v>
                      </c:pt>
                      <c:pt idx="395">
                        <c:v>38628</c:v>
                      </c:pt>
                      <c:pt idx="396">
                        <c:v>38629</c:v>
                      </c:pt>
                      <c:pt idx="397">
                        <c:v>38630</c:v>
                      </c:pt>
                      <c:pt idx="398">
                        <c:v>38631</c:v>
                      </c:pt>
                      <c:pt idx="399">
                        <c:v>38632</c:v>
                      </c:pt>
                      <c:pt idx="400">
                        <c:v>38635</c:v>
                      </c:pt>
                      <c:pt idx="401">
                        <c:v>38636</c:v>
                      </c:pt>
                      <c:pt idx="402">
                        <c:v>38637</c:v>
                      </c:pt>
                      <c:pt idx="403">
                        <c:v>38638</c:v>
                      </c:pt>
                      <c:pt idx="404">
                        <c:v>38639</c:v>
                      </c:pt>
                      <c:pt idx="405">
                        <c:v>38642</c:v>
                      </c:pt>
                      <c:pt idx="406">
                        <c:v>38643</c:v>
                      </c:pt>
                      <c:pt idx="407">
                        <c:v>38644</c:v>
                      </c:pt>
                      <c:pt idx="408">
                        <c:v>38645</c:v>
                      </c:pt>
                      <c:pt idx="409">
                        <c:v>38646</c:v>
                      </c:pt>
                      <c:pt idx="410">
                        <c:v>38649</c:v>
                      </c:pt>
                      <c:pt idx="411">
                        <c:v>38650</c:v>
                      </c:pt>
                      <c:pt idx="412">
                        <c:v>38651</c:v>
                      </c:pt>
                      <c:pt idx="413">
                        <c:v>38652</c:v>
                      </c:pt>
                      <c:pt idx="414">
                        <c:v>38653</c:v>
                      </c:pt>
                      <c:pt idx="415">
                        <c:v>38656</c:v>
                      </c:pt>
                      <c:pt idx="416">
                        <c:v>38657</c:v>
                      </c:pt>
                      <c:pt idx="417">
                        <c:v>38658</c:v>
                      </c:pt>
                      <c:pt idx="418">
                        <c:v>38659</c:v>
                      </c:pt>
                      <c:pt idx="419">
                        <c:v>38660</c:v>
                      </c:pt>
                      <c:pt idx="420">
                        <c:v>38663</c:v>
                      </c:pt>
                      <c:pt idx="421">
                        <c:v>38664</c:v>
                      </c:pt>
                      <c:pt idx="422">
                        <c:v>38665</c:v>
                      </c:pt>
                      <c:pt idx="423">
                        <c:v>38666</c:v>
                      </c:pt>
                      <c:pt idx="424">
                        <c:v>38667</c:v>
                      </c:pt>
                      <c:pt idx="425">
                        <c:v>38670</c:v>
                      </c:pt>
                      <c:pt idx="426">
                        <c:v>38671</c:v>
                      </c:pt>
                      <c:pt idx="427">
                        <c:v>38672</c:v>
                      </c:pt>
                      <c:pt idx="428">
                        <c:v>38673</c:v>
                      </c:pt>
                      <c:pt idx="429">
                        <c:v>38674</c:v>
                      </c:pt>
                      <c:pt idx="430">
                        <c:v>38677</c:v>
                      </c:pt>
                      <c:pt idx="431">
                        <c:v>38678</c:v>
                      </c:pt>
                      <c:pt idx="432">
                        <c:v>38679</c:v>
                      </c:pt>
                      <c:pt idx="433">
                        <c:v>38680</c:v>
                      </c:pt>
                      <c:pt idx="434">
                        <c:v>38681</c:v>
                      </c:pt>
                      <c:pt idx="435">
                        <c:v>38684</c:v>
                      </c:pt>
                      <c:pt idx="436">
                        <c:v>38685</c:v>
                      </c:pt>
                      <c:pt idx="437">
                        <c:v>38686</c:v>
                      </c:pt>
                      <c:pt idx="438">
                        <c:v>38687</c:v>
                      </c:pt>
                      <c:pt idx="439">
                        <c:v>38688</c:v>
                      </c:pt>
                      <c:pt idx="440">
                        <c:v>38691</c:v>
                      </c:pt>
                      <c:pt idx="441">
                        <c:v>38692</c:v>
                      </c:pt>
                      <c:pt idx="442">
                        <c:v>38693</c:v>
                      </c:pt>
                      <c:pt idx="443">
                        <c:v>38694</c:v>
                      </c:pt>
                      <c:pt idx="444">
                        <c:v>38695</c:v>
                      </c:pt>
                      <c:pt idx="445">
                        <c:v>38698</c:v>
                      </c:pt>
                      <c:pt idx="446">
                        <c:v>38699</c:v>
                      </c:pt>
                      <c:pt idx="447">
                        <c:v>38700</c:v>
                      </c:pt>
                      <c:pt idx="448">
                        <c:v>38701</c:v>
                      </c:pt>
                      <c:pt idx="449">
                        <c:v>38702</c:v>
                      </c:pt>
                      <c:pt idx="450">
                        <c:v>38705</c:v>
                      </c:pt>
                      <c:pt idx="451">
                        <c:v>38706</c:v>
                      </c:pt>
                      <c:pt idx="452">
                        <c:v>38707</c:v>
                      </c:pt>
                      <c:pt idx="453">
                        <c:v>38708</c:v>
                      </c:pt>
                      <c:pt idx="454">
                        <c:v>38709</c:v>
                      </c:pt>
                      <c:pt idx="455">
                        <c:v>38712</c:v>
                      </c:pt>
                      <c:pt idx="456">
                        <c:v>38713</c:v>
                      </c:pt>
                      <c:pt idx="457">
                        <c:v>38714</c:v>
                      </c:pt>
                      <c:pt idx="458">
                        <c:v>38715</c:v>
                      </c:pt>
                      <c:pt idx="459">
                        <c:v>38716</c:v>
                      </c:pt>
                      <c:pt idx="460">
                        <c:v>38719</c:v>
                      </c:pt>
                      <c:pt idx="461">
                        <c:v>38720</c:v>
                      </c:pt>
                      <c:pt idx="462">
                        <c:v>38721</c:v>
                      </c:pt>
                      <c:pt idx="463">
                        <c:v>38722</c:v>
                      </c:pt>
                      <c:pt idx="464">
                        <c:v>38723</c:v>
                      </c:pt>
                      <c:pt idx="465">
                        <c:v>38726</c:v>
                      </c:pt>
                      <c:pt idx="466">
                        <c:v>38727</c:v>
                      </c:pt>
                      <c:pt idx="467">
                        <c:v>38728</c:v>
                      </c:pt>
                      <c:pt idx="468">
                        <c:v>38729</c:v>
                      </c:pt>
                      <c:pt idx="469">
                        <c:v>38730</c:v>
                      </c:pt>
                      <c:pt idx="470">
                        <c:v>38733</c:v>
                      </c:pt>
                      <c:pt idx="471">
                        <c:v>38734</c:v>
                      </c:pt>
                      <c:pt idx="472">
                        <c:v>38735</c:v>
                      </c:pt>
                      <c:pt idx="473">
                        <c:v>38736</c:v>
                      </c:pt>
                      <c:pt idx="474">
                        <c:v>38737</c:v>
                      </c:pt>
                      <c:pt idx="475">
                        <c:v>38740</c:v>
                      </c:pt>
                      <c:pt idx="476">
                        <c:v>38741</c:v>
                      </c:pt>
                      <c:pt idx="477">
                        <c:v>38742</c:v>
                      </c:pt>
                      <c:pt idx="478">
                        <c:v>38743</c:v>
                      </c:pt>
                      <c:pt idx="479">
                        <c:v>38744</c:v>
                      </c:pt>
                      <c:pt idx="480">
                        <c:v>38747</c:v>
                      </c:pt>
                      <c:pt idx="481">
                        <c:v>38748</c:v>
                      </c:pt>
                      <c:pt idx="482">
                        <c:v>38749</c:v>
                      </c:pt>
                      <c:pt idx="483">
                        <c:v>38750</c:v>
                      </c:pt>
                      <c:pt idx="484">
                        <c:v>38751</c:v>
                      </c:pt>
                      <c:pt idx="485">
                        <c:v>38754</c:v>
                      </c:pt>
                      <c:pt idx="486">
                        <c:v>38755</c:v>
                      </c:pt>
                      <c:pt idx="487">
                        <c:v>38756</c:v>
                      </c:pt>
                      <c:pt idx="488">
                        <c:v>38757</c:v>
                      </c:pt>
                      <c:pt idx="489">
                        <c:v>38758</c:v>
                      </c:pt>
                      <c:pt idx="490">
                        <c:v>38761</c:v>
                      </c:pt>
                      <c:pt idx="491">
                        <c:v>38762</c:v>
                      </c:pt>
                      <c:pt idx="492">
                        <c:v>38763</c:v>
                      </c:pt>
                      <c:pt idx="493">
                        <c:v>38764</c:v>
                      </c:pt>
                      <c:pt idx="494">
                        <c:v>38765</c:v>
                      </c:pt>
                      <c:pt idx="495">
                        <c:v>38768</c:v>
                      </c:pt>
                      <c:pt idx="496">
                        <c:v>38769</c:v>
                      </c:pt>
                      <c:pt idx="497">
                        <c:v>38770</c:v>
                      </c:pt>
                      <c:pt idx="498">
                        <c:v>38771</c:v>
                      </c:pt>
                      <c:pt idx="499">
                        <c:v>38772</c:v>
                      </c:pt>
                      <c:pt idx="500">
                        <c:v>38775</c:v>
                      </c:pt>
                      <c:pt idx="501">
                        <c:v>38776</c:v>
                      </c:pt>
                      <c:pt idx="502">
                        <c:v>38777</c:v>
                      </c:pt>
                      <c:pt idx="503">
                        <c:v>38778</c:v>
                      </c:pt>
                      <c:pt idx="504">
                        <c:v>38779</c:v>
                      </c:pt>
                      <c:pt idx="505">
                        <c:v>38782</c:v>
                      </c:pt>
                      <c:pt idx="506">
                        <c:v>38783</c:v>
                      </c:pt>
                      <c:pt idx="507">
                        <c:v>38784</c:v>
                      </c:pt>
                      <c:pt idx="508">
                        <c:v>38785</c:v>
                      </c:pt>
                      <c:pt idx="509">
                        <c:v>38786</c:v>
                      </c:pt>
                      <c:pt idx="510">
                        <c:v>38789</c:v>
                      </c:pt>
                      <c:pt idx="511">
                        <c:v>38790</c:v>
                      </c:pt>
                      <c:pt idx="512">
                        <c:v>38791</c:v>
                      </c:pt>
                      <c:pt idx="513">
                        <c:v>38792</c:v>
                      </c:pt>
                      <c:pt idx="514">
                        <c:v>38793</c:v>
                      </c:pt>
                      <c:pt idx="515">
                        <c:v>38796</c:v>
                      </c:pt>
                      <c:pt idx="516">
                        <c:v>38797</c:v>
                      </c:pt>
                      <c:pt idx="517">
                        <c:v>38798</c:v>
                      </c:pt>
                      <c:pt idx="518">
                        <c:v>38799</c:v>
                      </c:pt>
                      <c:pt idx="519">
                        <c:v>38800</c:v>
                      </c:pt>
                      <c:pt idx="520">
                        <c:v>38803</c:v>
                      </c:pt>
                      <c:pt idx="521">
                        <c:v>38804</c:v>
                      </c:pt>
                      <c:pt idx="522">
                        <c:v>38805</c:v>
                      </c:pt>
                      <c:pt idx="523">
                        <c:v>38806</c:v>
                      </c:pt>
                      <c:pt idx="524">
                        <c:v>38807</c:v>
                      </c:pt>
                      <c:pt idx="525">
                        <c:v>38810</c:v>
                      </c:pt>
                      <c:pt idx="526">
                        <c:v>38811</c:v>
                      </c:pt>
                      <c:pt idx="527">
                        <c:v>38812</c:v>
                      </c:pt>
                      <c:pt idx="528">
                        <c:v>38813</c:v>
                      </c:pt>
                      <c:pt idx="529">
                        <c:v>38814</c:v>
                      </c:pt>
                      <c:pt idx="530">
                        <c:v>38817</c:v>
                      </c:pt>
                      <c:pt idx="531">
                        <c:v>38818</c:v>
                      </c:pt>
                      <c:pt idx="532">
                        <c:v>38819</c:v>
                      </c:pt>
                      <c:pt idx="533">
                        <c:v>38820</c:v>
                      </c:pt>
                      <c:pt idx="534">
                        <c:v>38821</c:v>
                      </c:pt>
                      <c:pt idx="535">
                        <c:v>38824</c:v>
                      </c:pt>
                      <c:pt idx="536">
                        <c:v>38825</c:v>
                      </c:pt>
                      <c:pt idx="537">
                        <c:v>38826</c:v>
                      </c:pt>
                      <c:pt idx="538">
                        <c:v>38827</c:v>
                      </c:pt>
                      <c:pt idx="539">
                        <c:v>38828</c:v>
                      </c:pt>
                      <c:pt idx="540">
                        <c:v>38831</c:v>
                      </c:pt>
                      <c:pt idx="541">
                        <c:v>38832</c:v>
                      </c:pt>
                      <c:pt idx="542">
                        <c:v>38833</c:v>
                      </c:pt>
                      <c:pt idx="543">
                        <c:v>38834</c:v>
                      </c:pt>
                      <c:pt idx="544">
                        <c:v>38835</c:v>
                      </c:pt>
                      <c:pt idx="545">
                        <c:v>38838</c:v>
                      </c:pt>
                      <c:pt idx="546">
                        <c:v>38839</c:v>
                      </c:pt>
                      <c:pt idx="547">
                        <c:v>38840</c:v>
                      </c:pt>
                      <c:pt idx="548">
                        <c:v>38841</c:v>
                      </c:pt>
                      <c:pt idx="549">
                        <c:v>38842</c:v>
                      </c:pt>
                      <c:pt idx="550">
                        <c:v>38845</c:v>
                      </c:pt>
                      <c:pt idx="551">
                        <c:v>38846</c:v>
                      </c:pt>
                      <c:pt idx="552">
                        <c:v>38847</c:v>
                      </c:pt>
                      <c:pt idx="553">
                        <c:v>38848</c:v>
                      </c:pt>
                      <c:pt idx="554">
                        <c:v>38849</c:v>
                      </c:pt>
                      <c:pt idx="555">
                        <c:v>38852</c:v>
                      </c:pt>
                      <c:pt idx="556">
                        <c:v>38853</c:v>
                      </c:pt>
                      <c:pt idx="557">
                        <c:v>38854</c:v>
                      </c:pt>
                      <c:pt idx="558">
                        <c:v>38855</c:v>
                      </c:pt>
                      <c:pt idx="559">
                        <c:v>38856</c:v>
                      </c:pt>
                      <c:pt idx="560">
                        <c:v>38859</c:v>
                      </c:pt>
                      <c:pt idx="561">
                        <c:v>38860</c:v>
                      </c:pt>
                      <c:pt idx="562">
                        <c:v>38861</c:v>
                      </c:pt>
                      <c:pt idx="563">
                        <c:v>38862</c:v>
                      </c:pt>
                      <c:pt idx="564">
                        <c:v>38863</c:v>
                      </c:pt>
                      <c:pt idx="565">
                        <c:v>38866</c:v>
                      </c:pt>
                      <c:pt idx="566">
                        <c:v>38867</c:v>
                      </c:pt>
                      <c:pt idx="567">
                        <c:v>38868</c:v>
                      </c:pt>
                      <c:pt idx="568">
                        <c:v>38869</c:v>
                      </c:pt>
                      <c:pt idx="569">
                        <c:v>38870</c:v>
                      </c:pt>
                      <c:pt idx="570">
                        <c:v>38873</c:v>
                      </c:pt>
                      <c:pt idx="571">
                        <c:v>38874</c:v>
                      </c:pt>
                      <c:pt idx="572">
                        <c:v>38875</c:v>
                      </c:pt>
                      <c:pt idx="573">
                        <c:v>38876</c:v>
                      </c:pt>
                      <c:pt idx="574">
                        <c:v>38877</c:v>
                      </c:pt>
                      <c:pt idx="575">
                        <c:v>38880</c:v>
                      </c:pt>
                      <c:pt idx="576">
                        <c:v>38881</c:v>
                      </c:pt>
                      <c:pt idx="577">
                        <c:v>38882</c:v>
                      </c:pt>
                      <c:pt idx="578">
                        <c:v>38883</c:v>
                      </c:pt>
                      <c:pt idx="579">
                        <c:v>38884</c:v>
                      </c:pt>
                      <c:pt idx="580">
                        <c:v>38887</c:v>
                      </c:pt>
                      <c:pt idx="581">
                        <c:v>38888</c:v>
                      </c:pt>
                      <c:pt idx="582">
                        <c:v>38889</c:v>
                      </c:pt>
                      <c:pt idx="583">
                        <c:v>38890</c:v>
                      </c:pt>
                      <c:pt idx="584">
                        <c:v>38891</c:v>
                      </c:pt>
                      <c:pt idx="585">
                        <c:v>38894</c:v>
                      </c:pt>
                      <c:pt idx="586">
                        <c:v>38895</c:v>
                      </c:pt>
                      <c:pt idx="587">
                        <c:v>38896</c:v>
                      </c:pt>
                      <c:pt idx="588">
                        <c:v>38897</c:v>
                      </c:pt>
                      <c:pt idx="589">
                        <c:v>38898</c:v>
                      </c:pt>
                      <c:pt idx="590">
                        <c:v>38901</c:v>
                      </c:pt>
                      <c:pt idx="591">
                        <c:v>38902</c:v>
                      </c:pt>
                      <c:pt idx="592">
                        <c:v>38903</c:v>
                      </c:pt>
                      <c:pt idx="593">
                        <c:v>38904</c:v>
                      </c:pt>
                      <c:pt idx="594">
                        <c:v>38905</c:v>
                      </c:pt>
                      <c:pt idx="595">
                        <c:v>38908</c:v>
                      </c:pt>
                      <c:pt idx="596">
                        <c:v>38909</c:v>
                      </c:pt>
                      <c:pt idx="597">
                        <c:v>38910</c:v>
                      </c:pt>
                      <c:pt idx="598">
                        <c:v>38911</c:v>
                      </c:pt>
                      <c:pt idx="599">
                        <c:v>38912</c:v>
                      </c:pt>
                      <c:pt idx="600">
                        <c:v>38915</c:v>
                      </c:pt>
                      <c:pt idx="601">
                        <c:v>38916</c:v>
                      </c:pt>
                      <c:pt idx="602">
                        <c:v>38917</c:v>
                      </c:pt>
                      <c:pt idx="603">
                        <c:v>38918</c:v>
                      </c:pt>
                      <c:pt idx="604">
                        <c:v>38919</c:v>
                      </c:pt>
                      <c:pt idx="605">
                        <c:v>38922</c:v>
                      </c:pt>
                      <c:pt idx="606">
                        <c:v>38923</c:v>
                      </c:pt>
                      <c:pt idx="607">
                        <c:v>38924</c:v>
                      </c:pt>
                      <c:pt idx="608">
                        <c:v>38925</c:v>
                      </c:pt>
                      <c:pt idx="609">
                        <c:v>38926</c:v>
                      </c:pt>
                      <c:pt idx="610">
                        <c:v>38929</c:v>
                      </c:pt>
                      <c:pt idx="611">
                        <c:v>38930</c:v>
                      </c:pt>
                      <c:pt idx="612">
                        <c:v>38931</c:v>
                      </c:pt>
                      <c:pt idx="613">
                        <c:v>38932</c:v>
                      </c:pt>
                      <c:pt idx="614">
                        <c:v>38933</c:v>
                      </c:pt>
                      <c:pt idx="615">
                        <c:v>38936</c:v>
                      </c:pt>
                      <c:pt idx="616">
                        <c:v>38937</c:v>
                      </c:pt>
                      <c:pt idx="617">
                        <c:v>38938</c:v>
                      </c:pt>
                      <c:pt idx="618">
                        <c:v>38939</c:v>
                      </c:pt>
                      <c:pt idx="619">
                        <c:v>38940</c:v>
                      </c:pt>
                      <c:pt idx="620">
                        <c:v>38943</c:v>
                      </c:pt>
                      <c:pt idx="621">
                        <c:v>38944</c:v>
                      </c:pt>
                      <c:pt idx="622">
                        <c:v>38945</c:v>
                      </c:pt>
                      <c:pt idx="623">
                        <c:v>38946</c:v>
                      </c:pt>
                      <c:pt idx="624">
                        <c:v>38947</c:v>
                      </c:pt>
                      <c:pt idx="625">
                        <c:v>38950</c:v>
                      </c:pt>
                      <c:pt idx="626">
                        <c:v>38951</c:v>
                      </c:pt>
                      <c:pt idx="627">
                        <c:v>38952</c:v>
                      </c:pt>
                      <c:pt idx="628">
                        <c:v>38953</c:v>
                      </c:pt>
                      <c:pt idx="629">
                        <c:v>38954</c:v>
                      </c:pt>
                      <c:pt idx="630">
                        <c:v>38957</c:v>
                      </c:pt>
                      <c:pt idx="631">
                        <c:v>38958</c:v>
                      </c:pt>
                      <c:pt idx="632">
                        <c:v>38959</c:v>
                      </c:pt>
                      <c:pt idx="633">
                        <c:v>38960</c:v>
                      </c:pt>
                      <c:pt idx="634">
                        <c:v>38961</c:v>
                      </c:pt>
                      <c:pt idx="635">
                        <c:v>38964</c:v>
                      </c:pt>
                      <c:pt idx="636">
                        <c:v>38965</c:v>
                      </c:pt>
                      <c:pt idx="637">
                        <c:v>38966</c:v>
                      </c:pt>
                      <c:pt idx="638">
                        <c:v>38967</c:v>
                      </c:pt>
                      <c:pt idx="639">
                        <c:v>38968</c:v>
                      </c:pt>
                      <c:pt idx="640">
                        <c:v>38971</c:v>
                      </c:pt>
                      <c:pt idx="641">
                        <c:v>38972</c:v>
                      </c:pt>
                      <c:pt idx="642">
                        <c:v>38973</c:v>
                      </c:pt>
                      <c:pt idx="643">
                        <c:v>38974</c:v>
                      </c:pt>
                      <c:pt idx="644">
                        <c:v>38975</c:v>
                      </c:pt>
                      <c:pt idx="645">
                        <c:v>38978</c:v>
                      </c:pt>
                      <c:pt idx="646">
                        <c:v>38979</c:v>
                      </c:pt>
                      <c:pt idx="647">
                        <c:v>38980</c:v>
                      </c:pt>
                      <c:pt idx="648">
                        <c:v>38981</c:v>
                      </c:pt>
                      <c:pt idx="649">
                        <c:v>38982</c:v>
                      </c:pt>
                      <c:pt idx="650">
                        <c:v>38985</c:v>
                      </c:pt>
                      <c:pt idx="651">
                        <c:v>38986</c:v>
                      </c:pt>
                      <c:pt idx="652">
                        <c:v>38987</c:v>
                      </c:pt>
                      <c:pt idx="653">
                        <c:v>38988</c:v>
                      </c:pt>
                      <c:pt idx="654">
                        <c:v>38989</c:v>
                      </c:pt>
                      <c:pt idx="655">
                        <c:v>38992</c:v>
                      </c:pt>
                      <c:pt idx="656">
                        <c:v>38993</c:v>
                      </c:pt>
                      <c:pt idx="657">
                        <c:v>38994</c:v>
                      </c:pt>
                      <c:pt idx="658">
                        <c:v>38995</c:v>
                      </c:pt>
                      <c:pt idx="659">
                        <c:v>38996</c:v>
                      </c:pt>
                      <c:pt idx="660">
                        <c:v>38999</c:v>
                      </c:pt>
                      <c:pt idx="661">
                        <c:v>39000</c:v>
                      </c:pt>
                      <c:pt idx="662">
                        <c:v>39001</c:v>
                      </c:pt>
                      <c:pt idx="663">
                        <c:v>39002</c:v>
                      </c:pt>
                      <c:pt idx="664">
                        <c:v>39003</c:v>
                      </c:pt>
                      <c:pt idx="665">
                        <c:v>39006</c:v>
                      </c:pt>
                      <c:pt idx="666">
                        <c:v>39007</c:v>
                      </c:pt>
                      <c:pt idx="667">
                        <c:v>39008</c:v>
                      </c:pt>
                      <c:pt idx="668">
                        <c:v>39009</c:v>
                      </c:pt>
                      <c:pt idx="669">
                        <c:v>39010</c:v>
                      </c:pt>
                      <c:pt idx="670">
                        <c:v>39013</c:v>
                      </c:pt>
                      <c:pt idx="671">
                        <c:v>39014</c:v>
                      </c:pt>
                      <c:pt idx="672">
                        <c:v>39015</c:v>
                      </c:pt>
                      <c:pt idx="673">
                        <c:v>39016</c:v>
                      </c:pt>
                      <c:pt idx="674">
                        <c:v>39017</c:v>
                      </c:pt>
                      <c:pt idx="675">
                        <c:v>39020</c:v>
                      </c:pt>
                      <c:pt idx="676">
                        <c:v>39021</c:v>
                      </c:pt>
                      <c:pt idx="677">
                        <c:v>39022</c:v>
                      </c:pt>
                      <c:pt idx="678">
                        <c:v>39023</c:v>
                      </c:pt>
                      <c:pt idx="679">
                        <c:v>39024</c:v>
                      </c:pt>
                      <c:pt idx="680">
                        <c:v>39027</c:v>
                      </c:pt>
                      <c:pt idx="681">
                        <c:v>39028</c:v>
                      </c:pt>
                      <c:pt idx="682">
                        <c:v>39029</c:v>
                      </c:pt>
                      <c:pt idx="683">
                        <c:v>39030</c:v>
                      </c:pt>
                      <c:pt idx="684">
                        <c:v>39031</c:v>
                      </c:pt>
                      <c:pt idx="685">
                        <c:v>39034</c:v>
                      </c:pt>
                      <c:pt idx="686">
                        <c:v>39035</c:v>
                      </c:pt>
                      <c:pt idx="687">
                        <c:v>39036</c:v>
                      </c:pt>
                      <c:pt idx="688">
                        <c:v>39037</c:v>
                      </c:pt>
                      <c:pt idx="689">
                        <c:v>39038</c:v>
                      </c:pt>
                      <c:pt idx="690">
                        <c:v>39041</c:v>
                      </c:pt>
                      <c:pt idx="691">
                        <c:v>39042</c:v>
                      </c:pt>
                      <c:pt idx="692">
                        <c:v>39043</c:v>
                      </c:pt>
                      <c:pt idx="693">
                        <c:v>39044</c:v>
                      </c:pt>
                      <c:pt idx="694">
                        <c:v>39045</c:v>
                      </c:pt>
                      <c:pt idx="695">
                        <c:v>39048</c:v>
                      </c:pt>
                      <c:pt idx="696">
                        <c:v>39049</c:v>
                      </c:pt>
                      <c:pt idx="697">
                        <c:v>39050</c:v>
                      </c:pt>
                      <c:pt idx="698">
                        <c:v>39051</c:v>
                      </c:pt>
                      <c:pt idx="699">
                        <c:v>39052</c:v>
                      </c:pt>
                      <c:pt idx="700">
                        <c:v>39055</c:v>
                      </c:pt>
                      <c:pt idx="701">
                        <c:v>39056</c:v>
                      </c:pt>
                      <c:pt idx="702">
                        <c:v>39057</c:v>
                      </c:pt>
                      <c:pt idx="703">
                        <c:v>39058</c:v>
                      </c:pt>
                      <c:pt idx="704">
                        <c:v>39059</c:v>
                      </c:pt>
                      <c:pt idx="705">
                        <c:v>39062</c:v>
                      </c:pt>
                      <c:pt idx="706">
                        <c:v>39063</c:v>
                      </c:pt>
                      <c:pt idx="707">
                        <c:v>39064</c:v>
                      </c:pt>
                      <c:pt idx="708">
                        <c:v>39065</c:v>
                      </c:pt>
                      <c:pt idx="709">
                        <c:v>39066</c:v>
                      </c:pt>
                      <c:pt idx="710">
                        <c:v>39069</c:v>
                      </c:pt>
                      <c:pt idx="711">
                        <c:v>39070</c:v>
                      </c:pt>
                      <c:pt idx="712">
                        <c:v>39071</c:v>
                      </c:pt>
                      <c:pt idx="713">
                        <c:v>39072</c:v>
                      </c:pt>
                      <c:pt idx="714">
                        <c:v>39073</c:v>
                      </c:pt>
                      <c:pt idx="715">
                        <c:v>39077</c:v>
                      </c:pt>
                      <c:pt idx="716">
                        <c:v>39078</c:v>
                      </c:pt>
                      <c:pt idx="717">
                        <c:v>39079</c:v>
                      </c:pt>
                      <c:pt idx="718">
                        <c:v>39080</c:v>
                      </c:pt>
                      <c:pt idx="719">
                        <c:v>39083</c:v>
                      </c:pt>
                      <c:pt idx="720">
                        <c:v>39084</c:v>
                      </c:pt>
                      <c:pt idx="721">
                        <c:v>39085</c:v>
                      </c:pt>
                      <c:pt idx="722">
                        <c:v>39086</c:v>
                      </c:pt>
                      <c:pt idx="723">
                        <c:v>39087</c:v>
                      </c:pt>
                      <c:pt idx="724">
                        <c:v>39090</c:v>
                      </c:pt>
                      <c:pt idx="725">
                        <c:v>39091</c:v>
                      </c:pt>
                      <c:pt idx="726">
                        <c:v>39092</c:v>
                      </c:pt>
                      <c:pt idx="727">
                        <c:v>39093</c:v>
                      </c:pt>
                      <c:pt idx="728">
                        <c:v>39094</c:v>
                      </c:pt>
                      <c:pt idx="729">
                        <c:v>39097</c:v>
                      </c:pt>
                      <c:pt idx="730">
                        <c:v>39098</c:v>
                      </c:pt>
                      <c:pt idx="731">
                        <c:v>39099</c:v>
                      </c:pt>
                      <c:pt idx="732">
                        <c:v>39100</c:v>
                      </c:pt>
                      <c:pt idx="733">
                        <c:v>39101</c:v>
                      </c:pt>
                      <c:pt idx="734">
                        <c:v>39104</c:v>
                      </c:pt>
                      <c:pt idx="735">
                        <c:v>39105</c:v>
                      </c:pt>
                      <c:pt idx="736">
                        <c:v>39106</c:v>
                      </c:pt>
                      <c:pt idx="737">
                        <c:v>39107</c:v>
                      </c:pt>
                      <c:pt idx="738">
                        <c:v>39108</c:v>
                      </c:pt>
                      <c:pt idx="739">
                        <c:v>39111</c:v>
                      </c:pt>
                      <c:pt idx="740">
                        <c:v>39112</c:v>
                      </c:pt>
                      <c:pt idx="741">
                        <c:v>39113</c:v>
                      </c:pt>
                      <c:pt idx="742">
                        <c:v>39114</c:v>
                      </c:pt>
                      <c:pt idx="743">
                        <c:v>39115</c:v>
                      </c:pt>
                      <c:pt idx="744">
                        <c:v>39118</c:v>
                      </c:pt>
                      <c:pt idx="745">
                        <c:v>39119</c:v>
                      </c:pt>
                      <c:pt idx="746">
                        <c:v>39120</c:v>
                      </c:pt>
                      <c:pt idx="747">
                        <c:v>39121</c:v>
                      </c:pt>
                      <c:pt idx="748">
                        <c:v>39122</c:v>
                      </c:pt>
                      <c:pt idx="749">
                        <c:v>39125</c:v>
                      </c:pt>
                      <c:pt idx="750">
                        <c:v>39126</c:v>
                      </c:pt>
                      <c:pt idx="751">
                        <c:v>39127</c:v>
                      </c:pt>
                      <c:pt idx="752">
                        <c:v>39128</c:v>
                      </c:pt>
                      <c:pt idx="753">
                        <c:v>39129</c:v>
                      </c:pt>
                      <c:pt idx="754">
                        <c:v>39132</c:v>
                      </c:pt>
                      <c:pt idx="755">
                        <c:v>39133</c:v>
                      </c:pt>
                      <c:pt idx="756">
                        <c:v>39134</c:v>
                      </c:pt>
                      <c:pt idx="757">
                        <c:v>39135</c:v>
                      </c:pt>
                      <c:pt idx="758">
                        <c:v>39136</c:v>
                      </c:pt>
                      <c:pt idx="759">
                        <c:v>39139</c:v>
                      </c:pt>
                      <c:pt idx="760">
                        <c:v>39140</c:v>
                      </c:pt>
                      <c:pt idx="761">
                        <c:v>39141</c:v>
                      </c:pt>
                      <c:pt idx="762">
                        <c:v>39142</c:v>
                      </c:pt>
                      <c:pt idx="763">
                        <c:v>39143</c:v>
                      </c:pt>
                      <c:pt idx="764">
                        <c:v>39146</c:v>
                      </c:pt>
                      <c:pt idx="765">
                        <c:v>39147</c:v>
                      </c:pt>
                      <c:pt idx="766">
                        <c:v>39148</c:v>
                      </c:pt>
                      <c:pt idx="767">
                        <c:v>39149</c:v>
                      </c:pt>
                      <c:pt idx="768">
                        <c:v>39150</c:v>
                      </c:pt>
                      <c:pt idx="769">
                        <c:v>39153</c:v>
                      </c:pt>
                      <c:pt idx="770">
                        <c:v>39154</c:v>
                      </c:pt>
                      <c:pt idx="771">
                        <c:v>39155</c:v>
                      </c:pt>
                      <c:pt idx="772">
                        <c:v>39156</c:v>
                      </c:pt>
                      <c:pt idx="773">
                        <c:v>39157</c:v>
                      </c:pt>
                      <c:pt idx="774">
                        <c:v>39160</c:v>
                      </c:pt>
                      <c:pt idx="775">
                        <c:v>39161</c:v>
                      </c:pt>
                      <c:pt idx="776">
                        <c:v>39162</c:v>
                      </c:pt>
                      <c:pt idx="777">
                        <c:v>39163</c:v>
                      </c:pt>
                      <c:pt idx="778">
                        <c:v>39164</c:v>
                      </c:pt>
                      <c:pt idx="779">
                        <c:v>39167</c:v>
                      </c:pt>
                      <c:pt idx="780">
                        <c:v>39168</c:v>
                      </c:pt>
                      <c:pt idx="781">
                        <c:v>39169</c:v>
                      </c:pt>
                      <c:pt idx="782">
                        <c:v>39170</c:v>
                      </c:pt>
                      <c:pt idx="783">
                        <c:v>39171</c:v>
                      </c:pt>
                      <c:pt idx="784">
                        <c:v>39174</c:v>
                      </c:pt>
                      <c:pt idx="785">
                        <c:v>39175</c:v>
                      </c:pt>
                      <c:pt idx="786">
                        <c:v>39176</c:v>
                      </c:pt>
                      <c:pt idx="787">
                        <c:v>39177</c:v>
                      </c:pt>
                      <c:pt idx="788">
                        <c:v>39178</c:v>
                      </c:pt>
                      <c:pt idx="789">
                        <c:v>39181</c:v>
                      </c:pt>
                      <c:pt idx="790">
                        <c:v>39182</c:v>
                      </c:pt>
                      <c:pt idx="791">
                        <c:v>39183</c:v>
                      </c:pt>
                      <c:pt idx="792">
                        <c:v>39184</c:v>
                      </c:pt>
                      <c:pt idx="793">
                        <c:v>39185</c:v>
                      </c:pt>
                      <c:pt idx="794">
                        <c:v>39188</c:v>
                      </c:pt>
                      <c:pt idx="795">
                        <c:v>39189</c:v>
                      </c:pt>
                      <c:pt idx="796">
                        <c:v>39190</c:v>
                      </c:pt>
                      <c:pt idx="797">
                        <c:v>39191</c:v>
                      </c:pt>
                      <c:pt idx="798">
                        <c:v>39192</c:v>
                      </c:pt>
                      <c:pt idx="799">
                        <c:v>39195</c:v>
                      </c:pt>
                      <c:pt idx="800">
                        <c:v>39196</c:v>
                      </c:pt>
                      <c:pt idx="801">
                        <c:v>39197</c:v>
                      </c:pt>
                      <c:pt idx="802">
                        <c:v>39198</c:v>
                      </c:pt>
                      <c:pt idx="803">
                        <c:v>39199</c:v>
                      </c:pt>
                      <c:pt idx="804">
                        <c:v>39202</c:v>
                      </c:pt>
                      <c:pt idx="805">
                        <c:v>39203</c:v>
                      </c:pt>
                      <c:pt idx="806">
                        <c:v>39204</c:v>
                      </c:pt>
                      <c:pt idx="807">
                        <c:v>39205</c:v>
                      </c:pt>
                      <c:pt idx="808">
                        <c:v>39206</c:v>
                      </c:pt>
                      <c:pt idx="809">
                        <c:v>39209</c:v>
                      </c:pt>
                      <c:pt idx="810">
                        <c:v>39210</c:v>
                      </c:pt>
                      <c:pt idx="811">
                        <c:v>39211</c:v>
                      </c:pt>
                      <c:pt idx="812">
                        <c:v>39212</c:v>
                      </c:pt>
                      <c:pt idx="813">
                        <c:v>39213</c:v>
                      </c:pt>
                      <c:pt idx="814">
                        <c:v>39216</c:v>
                      </c:pt>
                      <c:pt idx="815">
                        <c:v>39217</c:v>
                      </c:pt>
                      <c:pt idx="816">
                        <c:v>39218</c:v>
                      </c:pt>
                      <c:pt idx="817">
                        <c:v>39219</c:v>
                      </c:pt>
                      <c:pt idx="818">
                        <c:v>39220</c:v>
                      </c:pt>
                      <c:pt idx="819">
                        <c:v>39223</c:v>
                      </c:pt>
                      <c:pt idx="820">
                        <c:v>39224</c:v>
                      </c:pt>
                      <c:pt idx="821">
                        <c:v>39225</c:v>
                      </c:pt>
                      <c:pt idx="822">
                        <c:v>39226</c:v>
                      </c:pt>
                      <c:pt idx="823">
                        <c:v>39227</c:v>
                      </c:pt>
                      <c:pt idx="824">
                        <c:v>39230</c:v>
                      </c:pt>
                      <c:pt idx="825">
                        <c:v>39231</c:v>
                      </c:pt>
                      <c:pt idx="826">
                        <c:v>39232</c:v>
                      </c:pt>
                      <c:pt idx="827">
                        <c:v>39233</c:v>
                      </c:pt>
                      <c:pt idx="828">
                        <c:v>39234</c:v>
                      </c:pt>
                      <c:pt idx="829">
                        <c:v>39237</c:v>
                      </c:pt>
                      <c:pt idx="830">
                        <c:v>39238</c:v>
                      </c:pt>
                      <c:pt idx="831">
                        <c:v>39239</c:v>
                      </c:pt>
                      <c:pt idx="832">
                        <c:v>39240</c:v>
                      </c:pt>
                      <c:pt idx="833">
                        <c:v>39241</c:v>
                      </c:pt>
                      <c:pt idx="834">
                        <c:v>39244</c:v>
                      </c:pt>
                      <c:pt idx="835">
                        <c:v>39245</c:v>
                      </c:pt>
                      <c:pt idx="836">
                        <c:v>39246</c:v>
                      </c:pt>
                      <c:pt idx="837">
                        <c:v>39247</c:v>
                      </c:pt>
                      <c:pt idx="838">
                        <c:v>39248</c:v>
                      </c:pt>
                      <c:pt idx="839">
                        <c:v>39251</c:v>
                      </c:pt>
                      <c:pt idx="840">
                        <c:v>39252</c:v>
                      </c:pt>
                      <c:pt idx="841">
                        <c:v>39253</c:v>
                      </c:pt>
                      <c:pt idx="842">
                        <c:v>39254</c:v>
                      </c:pt>
                      <c:pt idx="843">
                        <c:v>39255</c:v>
                      </c:pt>
                      <c:pt idx="844">
                        <c:v>39258</c:v>
                      </c:pt>
                      <c:pt idx="845">
                        <c:v>39259</c:v>
                      </c:pt>
                      <c:pt idx="846">
                        <c:v>39260</c:v>
                      </c:pt>
                      <c:pt idx="847">
                        <c:v>39261</c:v>
                      </c:pt>
                      <c:pt idx="848">
                        <c:v>39262</c:v>
                      </c:pt>
                      <c:pt idx="849">
                        <c:v>39265</c:v>
                      </c:pt>
                      <c:pt idx="850">
                        <c:v>39266</c:v>
                      </c:pt>
                      <c:pt idx="851">
                        <c:v>39267</c:v>
                      </c:pt>
                      <c:pt idx="852">
                        <c:v>39268</c:v>
                      </c:pt>
                      <c:pt idx="853">
                        <c:v>39269</c:v>
                      </c:pt>
                      <c:pt idx="854">
                        <c:v>39272</c:v>
                      </c:pt>
                      <c:pt idx="855">
                        <c:v>39273</c:v>
                      </c:pt>
                      <c:pt idx="856">
                        <c:v>39274</c:v>
                      </c:pt>
                      <c:pt idx="857">
                        <c:v>39275</c:v>
                      </c:pt>
                      <c:pt idx="858">
                        <c:v>39276</c:v>
                      </c:pt>
                      <c:pt idx="859">
                        <c:v>39279</c:v>
                      </c:pt>
                      <c:pt idx="860">
                        <c:v>39280</c:v>
                      </c:pt>
                      <c:pt idx="861">
                        <c:v>39281</c:v>
                      </c:pt>
                      <c:pt idx="862">
                        <c:v>39282</c:v>
                      </c:pt>
                      <c:pt idx="863">
                        <c:v>39283</c:v>
                      </c:pt>
                      <c:pt idx="864">
                        <c:v>39286</c:v>
                      </c:pt>
                      <c:pt idx="865">
                        <c:v>39287</c:v>
                      </c:pt>
                      <c:pt idx="866">
                        <c:v>39288</c:v>
                      </c:pt>
                      <c:pt idx="867">
                        <c:v>39289</c:v>
                      </c:pt>
                      <c:pt idx="868">
                        <c:v>39290</c:v>
                      </c:pt>
                      <c:pt idx="869">
                        <c:v>39293</c:v>
                      </c:pt>
                      <c:pt idx="870">
                        <c:v>39294</c:v>
                      </c:pt>
                      <c:pt idx="871">
                        <c:v>39295</c:v>
                      </c:pt>
                      <c:pt idx="872">
                        <c:v>39296</c:v>
                      </c:pt>
                      <c:pt idx="873">
                        <c:v>39297</c:v>
                      </c:pt>
                      <c:pt idx="874">
                        <c:v>39300</c:v>
                      </c:pt>
                      <c:pt idx="875">
                        <c:v>39301</c:v>
                      </c:pt>
                      <c:pt idx="876">
                        <c:v>39302</c:v>
                      </c:pt>
                      <c:pt idx="877">
                        <c:v>39303</c:v>
                      </c:pt>
                      <c:pt idx="878">
                        <c:v>39304</c:v>
                      </c:pt>
                      <c:pt idx="879">
                        <c:v>39307</c:v>
                      </c:pt>
                      <c:pt idx="880">
                        <c:v>39308</c:v>
                      </c:pt>
                      <c:pt idx="881">
                        <c:v>39309</c:v>
                      </c:pt>
                      <c:pt idx="882">
                        <c:v>39310</c:v>
                      </c:pt>
                      <c:pt idx="883">
                        <c:v>39311</c:v>
                      </c:pt>
                      <c:pt idx="884">
                        <c:v>39314</c:v>
                      </c:pt>
                      <c:pt idx="885">
                        <c:v>39315</c:v>
                      </c:pt>
                      <c:pt idx="886">
                        <c:v>39316</c:v>
                      </c:pt>
                      <c:pt idx="887">
                        <c:v>39317</c:v>
                      </c:pt>
                      <c:pt idx="888">
                        <c:v>39318</c:v>
                      </c:pt>
                      <c:pt idx="889">
                        <c:v>39321</c:v>
                      </c:pt>
                      <c:pt idx="890">
                        <c:v>39322</c:v>
                      </c:pt>
                      <c:pt idx="891">
                        <c:v>39323</c:v>
                      </c:pt>
                      <c:pt idx="892">
                        <c:v>39324</c:v>
                      </c:pt>
                      <c:pt idx="893">
                        <c:v>39325</c:v>
                      </c:pt>
                      <c:pt idx="894">
                        <c:v>39328</c:v>
                      </c:pt>
                      <c:pt idx="895">
                        <c:v>39329</c:v>
                      </c:pt>
                      <c:pt idx="896">
                        <c:v>39330</c:v>
                      </c:pt>
                      <c:pt idx="897">
                        <c:v>39331</c:v>
                      </c:pt>
                      <c:pt idx="898">
                        <c:v>39332</c:v>
                      </c:pt>
                      <c:pt idx="899">
                        <c:v>39335</c:v>
                      </c:pt>
                      <c:pt idx="900">
                        <c:v>39336</c:v>
                      </c:pt>
                      <c:pt idx="901">
                        <c:v>39337</c:v>
                      </c:pt>
                      <c:pt idx="902">
                        <c:v>39338</c:v>
                      </c:pt>
                      <c:pt idx="903">
                        <c:v>39339</c:v>
                      </c:pt>
                      <c:pt idx="904">
                        <c:v>39342</c:v>
                      </c:pt>
                      <c:pt idx="905">
                        <c:v>39343</c:v>
                      </c:pt>
                      <c:pt idx="906">
                        <c:v>39344</c:v>
                      </c:pt>
                      <c:pt idx="907">
                        <c:v>39345</c:v>
                      </c:pt>
                      <c:pt idx="908">
                        <c:v>39346</c:v>
                      </c:pt>
                      <c:pt idx="909">
                        <c:v>39349</c:v>
                      </c:pt>
                      <c:pt idx="910">
                        <c:v>39350</c:v>
                      </c:pt>
                      <c:pt idx="911">
                        <c:v>39351</c:v>
                      </c:pt>
                      <c:pt idx="912">
                        <c:v>39352</c:v>
                      </c:pt>
                      <c:pt idx="913">
                        <c:v>39353</c:v>
                      </c:pt>
                      <c:pt idx="914">
                        <c:v>39356</c:v>
                      </c:pt>
                      <c:pt idx="915">
                        <c:v>39357</c:v>
                      </c:pt>
                      <c:pt idx="916">
                        <c:v>39358</c:v>
                      </c:pt>
                      <c:pt idx="917">
                        <c:v>39359</c:v>
                      </c:pt>
                      <c:pt idx="918">
                        <c:v>39360</c:v>
                      </c:pt>
                      <c:pt idx="919">
                        <c:v>39363</c:v>
                      </c:pt>
                      <c:pt idx="920">
                        <c:v>39364</c:v>
                      </c:pt>
                      <c:pt idx="921">
                        <c:v>39365</c:v>
                      </c:pt>
                      <c:pt idx="922">
                        <c:v>39366</c:v>
                      </c:pt>
                      <c:pt idx="923">
                        <c:v>39367</c:v>
                      </c:pt>
                      <c:pt idx="924">
                        <c:v>39370</c:v>
                      </c:pt>
                      <c:pt idx="925">
                        <c:v>39371</c:v>
                      </c:pt>
                      <c:pt idx="926">
                        <c:v>39372</c:v>
                      </c:pt>
                      <c:pt idx="927">
                        <c:v>39373</c:v>
                      </c:pt>
                      <c:pt idx="928">
                        <c:v>39374</c:v>
                      </c:pt>
                      <c:pt idx="929">
                        <c:v>39377</c:v>
                      </c:pt>
                      <c:pt idx="930">
                        <c:v>39378</c:v>
                      </c:pt>
                      <c:pt idx="931">
                        <c:v>39379</c:v>
                      </c:pt>
                      <c:pt idx="932">
                        <c:v>39380</c:v>
                      </c:pt>
                      <c:pt idx="933">
                        <c:v>39381</c:v>
                      </c:pt>
                      <c:pt idx="934">
                        <c:v>39384</c:v>
                      </c:pt>
                      <c:pt idx="935">
                        <c:v>39385</c:v>
                      </c:pt>
                      <c:pt idx="936">
                        <c:v>39386</c:v>
                      </c:pt>
                      <c:pt idx="937">
                        <c:v>39387</c:v>
                      </c:pt>
                      <c:pt idx="938">
                        <c:v>39388</c:v>
                      </c:pt>
                      <c:pt idx="939">
                        <c:v>39391</c:v>
                      </c:pt>
                      <c:pt idx="940">
                        <c:v>39392</c:v>
                      </c:pt>
                      <c:pt idx="941">
                        <c:v>39393</c:v>
                      </c:pt>
                      <c:pt idx="942">
                        <c:v>39394</c:v>
                      </c:pt>
                      <c:pt idx="943">
                        <c:v>39395</c:v>
                      </c:pt>
                      <c:pt idx="944">
                        <c:v>39398</c:v>
                      </c:pt>
                      <c:pt idx="945">
                        <c:v>39399</c:v>
                      </c:pt>
                      <c:pt idx="946">
                        <c:v>39400</c:v>
                      </c:pt>
                      <c:pt idx="947">
                        <c:v>39401</c:v>
                      </c:pt>
                      <c:pt idx="948">
                        <c:v>39402</c:v>
                      </c:pt>
                      <c:pt idx="949">
                        <c:v>39405</c:v>
                      </c:pt>
                      <c:pt idx="950">
                        <c:v>39406</c:v>
                      </c:pt>
                      <c:pt idx="951">
                        <c:v>39407</c:v>
                      </c:pt>
                      <c:pt idx="952">
                        <c:v>39408</c:v>
                      </c:pt>
                      <c:pt idx="953">
                        <c:v>39409</c:v>
                      </c:pt>
                      <c:pt idx="954">
                        <c:v>39412</c:v>
                      </c:pt>
                      <c:pt idx="955">
                        <c:v>39413</c:v>
                      </c:pt>
                      <c:pt idx="956">
                        <c:v>39414</c:v>
                      </c:pt>
                      <c:pt idx="957">
                        <c:v>39415</c:v>
                      </c:pt>
                      <c:pt idx="958">
                        <c:v>39416</c:v>
                      </c:pt>
                      <c:pt idx="959">
                        <c:v>39419</c:v>
                      </c:pt>
                      <c:pt idx="960">
                        <c:v>39420</c:v>
                      </c:pt>
                      <c:pt idx="961">
                        <c:v>39421</c:v>
                      </c:pt>
                      <c:pt idx="962">
                        <c:v>39422</c:v>
                      </c:pt>
                      <c:pt idx="963">
                        <c:v>39423</c:v>
                      </c:pt>
                      <c:pt idx="964">
                        <c:v>39426</c:v>
                      </c:pt>
                      <c:pt idx="965">
                        <c:v>39427</c:v>
                      </c:pt>
                      <c:pt idx="966">
                        <c:v>39428</c:v>
                      </c:pt>
                      <c:pt idx="967">
                        <c:v>39429</c:v>
                      </c:pt>
                      <c:pt idx="968">
                        <c:v>39430</c:v>
                      </c:pt>
                      <c:pt idx="969">
                        <c:v>39433</c:v>
                      </c:pt>
                      <c:pt idx="970">
                        <c:v>39434</c:v>
                      </c:pt>
                      <c:pt idx="971">
                        <c:v>39435</c:v>
                      </c:pt>
                      <c:pt idx="972">
                        <c:v>39436</c:v>
                      </c:pt>
                      <c:pt idx="973">
                        <c:v>39437</c:v>
                      </c:pt>
                      <c:pt idx="974">
                        <c:v>39440</c:v>
                      </c:pt>
                      <c:pt idx="975">
                        <c:v>39441</c:v>
                      </c:pt>
                      <c:pt idx="976">
                        <c:v>39442</c:v>
                      </c:pt>
                      <c:pt idx="977">
                        <c:v>39443</c:v>
                      </c:pt>
                      <c:pt idx="978">
                        <c:v>39444</c:v>
                      </c:pt>
                      <c:pt idx="979">
                        <c:v>39447</c:v>
                      </c:pt>
                      <c:pt idx="980">
                        <c:v>39448</c:v>
                      </c:pt>
                      <c:pt idx="981">
                        <c:v>39449</c:v>
                      </c:pt>
                      <c:pt idx="982">
                        <c:v>39450</c:v>
                      </c:pt>
                      <c:pt idx="983">
                        <c:v>39451</c:v>
                      </c:pt>
                      <c:pt idx="984">
                        <c:v>39454</c:v>
                      </c:pt>
                      <c:pt idx="985">
                        <c:v>39455</c:v>
                      </c:pt>
                      <c:pt idx="986">
                        <c:v>39456</c:v>
                      </c:pt>
                      <c:pt idx="987">
                        <c:v>39457</c:v>
                      </c:pt>
                      <c:pt idx="988">
                        <c:v>39458</c:v>
                      </c:pt>
                      <c:pt idx="989">
                        <c:v>39461</c:v>
                      </c:pt>
                      <c:pt idx="990">
                        <c:v>39462</c:v>
                      </c:pt>
                      <c:pt idx="991">
                        <c:v>39463</c:v>
                      </c:pt>
                      <c:pt idx="992">
                        <c:v>39464</c:v>
                      </c:pt>
                      <c:pt idx="993">
                        <c:v>39465</c:v>
                      </c:pt>
                      <c:pt idx="994">
                        <c:v>39468</c:v>
                      </c:pt>
                      <c:pt idx="995">
                        <c:v>39469</c:v>
                      </c:pt>
                      <c:pt idx="996">
                        <c:v>39470</c:v>
                      </c:pt>
                      <c:pt idx="997">
                        <c:v>39471</c:v>
                      </c:pt>
                      <c:pt idx="998">
                        <c:v>39472</c:v>
                      </c:pt>
                      <c:pt idx="999">
                        <c:v>39475</c:v>
                      </c:pt>
                      <c:pt idx="1000">
                        <c:v>39476</c:v>
                      </c:pt>
                      <c:pt idx="1001">
                        <c:v>39477</c:v>
                      </c:pt>
                      <c:pt idx="1002">
                        <c:v>39478</c:v>
                      </c:pt>
                      <c:pt idx="1003">
                        <c:v>39479</c:v>
                      </c:pt>
                      <c:pt idx="1004">
                        <c:v>39482</c:v>
                      </c:pt>
                      <c:pt idx="1005">
                        <c:v>39483</c:v>
                      </c:pt>
                      <c:pt idx="1006">
                        <c:v>39484</c:v>
                      </c:pt>
                      <c:pt idx="1007">
                        <c:v>39485</c:v>
                      </c:pt>
                      <c:pt idx="1008">
                        <c:v>39486</c:v>
                      </c:pt>
                      <c:pt idx="1009">
                        <c:v>39489</c:v>
                      </c:pt>
                      <c:pt idx="1010">
                        <c:v>39490</c:v>
                      </c:pt>
                      <c:pt idx="1011">
                        <c:v>39491</c:v>
                      </c:pt>
                      <c:pt idx="1012">
                        <c:v>39492</c:v>
                      </c:pt>
                      <c:pt idx="1013">
                        <c:v>39493</c:v>
                      </c:pt>
                      <c:pt idx="1014">
                        <c:v>39496</c:v>
                      </c:pt>
                      <c:pt idx="1015">
                        <c:v>39497</c:v>
                      </c:pt>
                      <c:pt idx="1016">
                        <c:v>39498</c:v>
                      </c:pt>
                      <c:pt idx="1017">
                        <c:v>39499</c:v>
                      </c:pt>
                      <c:pt idx="1018">
                        <c:v>39500</c:v>
                      </c:pt>
                      <c:pt idx="1019">
                        <c:v>39503</c:v>
                      </c:pt>
                      <c:pt idx="1020">
                        <c:v>39504</c:v>
                      </c:pt>
                      <c:pt idx="1021">
                        <c:v>39505</c:v>
                      </c:pt>
                      <c:pt idx="1022">
                        <c:v>39506</c:v>
                      </c:pt>
                      <c:pt idx="1023">
                        <c:v>39507</c:v>
                      </c:pt>
                      <c:pt idx="1024">
                        <c:v>39510</c:v>
                      </c:pt>
                      <c:pt idx="1025">
                        <c:v>39511</c:v>
                      </c:pt>
                      <c:pt idx="1026">
                        <c:v>39512</c:v>
                      </c:pt>
                      <c:pt idx="1027">
                        <c:v>39513</c:v>
                      </c:pt>
                      <c:pt idx="1028">
                        <c:v>39514</c:v>
                      </c:pt>
                      <c:pt idx="1029">
                        <c:v>39517</c:v>
                      </c:pt>
                      <c:pt idx="1030">
                        <c:v>39518</c:v>
                      </c:pt>
                      <c:pt idx="1031">
                        <c:v>39519</c:v>
                      </c:pt>
                      <c:pt idx="1032">
                        <c:v>39520</c:v>
                      </c:pt>
                      <c:pt idx="1033">
                        <c:v>39521</c:v>
                      </c:pt>
                      <c:pt idx="1034">
                        <c:v>39524</c:v>
                      </c:pt>
                      <c:pt idx="1035">
                        <c:v>39525</c:v>
                      </c:pt>
                      <c:pt idx="1036">
                        <c:v>39526</c:v>
                      </c:pt>
                      <c:pt idx="1037">
                        <c:v>39527</c:v>
                      </c:pt>
                      <c:pt idx="1038">
                        <c:v>39528</c:v>
                      </c:pt>
                      <c:pt idx="1039">
                        <c:v>39531</c:v>
                      </c:pt>
                      <c:pt idx="1040">
                        <c:v>39532</c:v>
                      </c:pt>
                      <c:pt idx="1041">
                        <c:v>39533</c:v>
                      </c:pt>
                      <c:pt idx="1042">
                        <c:v>39534</c:v>
                      </c:pt>
                      <c:pt idx="1043">
                        <c:v>39535</c:v>
                      </c:pt>
                      <c:pt idx="1044">
                        <c:v>39538</c:v>
                      </c:pt>
                      <c:pt idx="1045">
                        <c:v>39539</c:v>
                      </c:pt>
                      <c:pt idx="1046">
                        <c:v>39540</c:v>
                      </c:pt>
                      <c:pt idx="1047">
                        <c:v>39541</c:v>
                      </c:pt>
                      <c:pt idx="1048">
                        <c:v>39542</c:v>
                      </c:pt>
                      <c:pt idx="1049">
                        <c:v>39545</c:v>
                      </c:pt>
                      <c:pt idx="1050">
                        <c:v>39546</c:v>
                      </c:pt>
                      <c:pt idx="1051">
                        <c:v>39547</c:v>
                      </c:pt>
                      <c:pt idx="1052">
                        <c:v>39548</c:v>
                      </c:pt>
                      <c:pt idx="1053">
                        <c:v>39549</c:v>
                      </c:pt>
                      <c:pt idx="1054">
                        <c:v>39552</c:v>
                      </c:pt>
                      <c:pt idx="1055">
                        <c:v>39553</c:v>
                      </c:pt>
                      <c:pt idx="1056">
                        <c:v>39554</c:v>
                      </c:pt>
                      <c:pt idx="1057">
                        <c:v>39555</c:v>
                      </c:pt>
                      <c:pt idx="1058">
                        <c:v>39556</c:v>
                      </c:pt>
                      <c:pt idx="1059">
                        <c:v>39559</c:v>
                      </c:pt>
                      <c:pt idx="1060">
                        <c:v>39560</c:v>
                      </c:pt>
                      <c:pt idx="1061">
                        <c:v>39561</c:v>
                      </c:pt>
                      <c:pt idx="1062">
                        <c:v>39562</c:v>
                      </c:pt>
                      <c:pt idx="1063">
                        <c:v>39563</c:v>
                      </c:pt>
                      <c:pt idx="1064">
                        <c:v>39566</c:v>
                      </c:pt>
                      <c:pt idx="1065">
                        <c:v>39567</c:v>
                      </c:pt>
                      <c:pt idx="1066">
                        <c:v>39568</c:v>
                      </c:pt>
                      <c:pt idx="1067">
                        <c:v>39569</c:v>
                      </c:pt>
                      <c:pt idx="1068">
                        <c:v>39570</c:v>
                      </c:pt>
                      <c:pt idx="1069">
                        <c:v>39573</c:v>
                      </c:pt>
                      <c:pt idx="1070">
                        <c:v>39574</c:v>
                      </c:pt>
                      <c:pt idx="1071">
                        <c:v>39575</c:v>
                      </c:pt>
                      <c:pt idx="1072">
                        <c:v>39576</c:v>
                      </c:pt>
                      <c:pt idx="1073">
                        <c:v>39577</c:v>
                      </c:pt>
                      <c:pt idx="1074">
                        <c:v>39580</c:v>
                      </c:pt>
                      <c:pt idx="1075">
                        <c:v>39581</c:v>
                      </c:pt>
                      <c:pt idx="1076">
                        <c:v>39582</c:v>
                      </c:pt>
                      <c:pt idx="1077">
                        <c:v>39583</c:v>
                      </c:pt>
                      <c:pt idx="1078">
                        <c:v>39584</c:v>
                      </c:pt>
                      <c:pt idx="1079">
                        <c:v>39587</c:v>
                      </c:pt>
                      <c:pt idx="1080">
                        <c:v>39588</c:v>
                      </c:pt>
                      <c:pt idx="1081">
                        <c:v>39589</c:v>
                      </c:pt>
                      <c:pt idx="1082">
                        <c:v>39590</c:v>
                      </c:pt>
                      <c:pt idx="1083">
                        <c:v>39591</c:v>
                      </c:pt>
                      <c:pt idx="1084">
                        <c:v>39594</c:v>
                      </c:pt>
                      <c:pt idx="1085">
                        <c:v>39595</c:v>
                      </c:pt>
                      <c:pt idx="1086">
                        <c:v>39596</c:v>
                      </c:pt>
                      <c:pt idx="1087">
                        <c:v>39597</c:v>
                      </c:pt>
                      <c:pt idx="1088">
                        <c:v>39598</c:v>
                      </c:pt>
                      <c:pt idx="1089">
                        <c:v>39601</c:v>
                      </c:pt>
                      <c:pt idx="1090">
                        <c:v>39602</c:v>
                      </c:pt>
                      <c:pt idx="1091">
                        <c:v>39603</c:v>
                      </c:pt>
                      <c:pt idx="1092">
                        <c:v>39604</c:v>
                      </c:pt>
                      <c:pt idx="1093">
                        <c:v>39605</c:v>
                      </c:pt>
                      <c:pt idx="1094">
                        <c:v>39608</c:v>
                      </c:pt>
                      <c:pt idx="1095">
                        <c:v>39609</c:v>
                      </c:pt>
                      <c:pt idx="1096">
                        <c:v>39610</c:v>
                      </c:pt>
                      <c:pt idx="1097">
                        <c:v>39611</c:v>
                      </c:pt>
                      <c:pt idx="1098">
                        <c:v>39612</c:v>
                      </c:pt>
                      <c:pt idx="1099">
                        <c:v>39615</c:v>
                      </c:pt>
                      <c:pt idx="1100">
                        <c:v>39616</c:v>
                      </c:pt>
                      <c:pt idx="1101">
                        <c:v>39617</c:v>
                      </c:pt>
                      <c:pt idx="1102">
                        <c:v>39618</c:v>
                      </c:pt>
                      <c:pt idx="1103">
                        <c:v>39619</c:v>
                      </c:pt>
                      <c:pt idx="1104">
                        <c:v>39622</c:v>
                      </c:pt>
                      <c:pt idx="1105">
                        <c:v>39623</c:v>
                      </c:pt>
                      <c:pt idx="1106">
                        <c:v>39624</c:v>
                      </c:pt>
                      <c:pt idx="1107">
                        <c:v>39625</c:v>
                      </c:pt>
                      <c:pt idx="1108">
                        <c:v>39626</c:v>
                      </c:pt>
                      <c:pt idx="1109">
                        <c:v>39629</c:v>
                      </c:pt>
                      <c:pt idx="1110">
                        <c:v>39630</c:v>
                      </c:pt>
                      <c:pt idx="1111">
                        <c:v>39631</c:v>
                      </c:pt>
                      <c:pt idx="1112">
                        <c:v>39632</c:v>
                      </c:pt>
                      <c:pt idx="1113">
                        <c:v>39633</c:v>
                      </c:pt>
                      <c:pt idx="1114">
                        <c:v>39636</c:v>
                      </c:pt>
                      <c:pt idx="1115">
                        <c:v>39637</c:v>
                      </c:pt>
                      <c:pt idx="1116">
                        <c:v>39638</c:v>
                      </c:pt>
                      <c:pt idx="1117">
                        <c:v>39639</c:v>
                      </c:pt>
                      <c:pt idx="1118">
                        <c:v>39640</c:v>
                      </c:pt>
                      <c:pt idx="1119">
                        <c:v>39643</c:v>
                      </c:pt>
                      <c:pt idx="1120">
                        <c:v>39644</c:v>
                      </c:pt>
                      <c:pt idx="1121">
                        <c:v>39645</c:v>
                      </c:pt>
                      <c:pt idx="1122">
                        <c:v>39646</c:v>
                      </c:pt>
                      <c:pt idx="1123">
                        <c:v>39647</c:v>
                      </c:pt>
                      <c:pt idx="1124">
                        <c:v>39650</c:v>
                      </c:pt>
                      <c:pt idx="1125">
                        <c:v>39651</c:v>
                      </c:pt>
                      <c:pt idx="1126">
                        <c:v>39652</c:v>
                      </c:pt>
                      <c:pt idx="1127">
                        <c:v>39653</c:v>
                      </c:pt>
                      <c:pt idx="1128">
                        <c:v>39654</c:v>
                      </c:pt>
                      <c:pt idx="1129">
                        <c:v>39657</c:v>
                      </c:pt>
                      <c:pt idx="1130">
                        <c:v>39658</c:v>
                      </c:pt>
                      <c:pt idx="1131">
                        <c:v>39659</c:v>
                      </c:pt>
                      <c:pt idx="1132">
                        <c:v>39660</c:v>
                      </c:pt>
                      <c:pt idx="1133">
                        <c:v>39661</c:v>
                      </c:pt>
                      <c:pt idx="1134">
                        <c:v>39664</c:v>
                      </c:pt>
                      <c:pt idx="1135">
                        <c:v>39665</c:v>
                      </c:pt>
                      <c:pt idx="1136">
                        <c:v>39666</c:v>
                      </c:pt>
                      <c:pt idx="1137">
                        <c:v>39667</c:v>
                      </c:pt>
                      <c:pt idx="1138">
                        <c:v>39668</c:v>
                      </c:pt>
                      <c:pt idx="1139">
                        <c:v>39671</c:v>
                      </c:pt>
                      <c:pt idx="1140">
                        <c:v>39672</c:v>
                      </c:pt>
                      <c:pt idx="1141">
                        <c:v>39673</c:v>
                      </c:pt>
                      <c:pt idx="1142">
                        <c:v>39674</c:v>
                      </c:pt>
                      <c:pt idx="1143">
                        <c:v>39675</c:v>
                      </c:pt>
                      <c:pt idx="1144">
                        <c:v>39678</c:v>
                      </c:pt>
                      <c:pt idx="1145">
                        <c:v>39679</c:v>
                      </c:pt>
                      <c:pt idx="1146">
                        <c:v>39680</c:v>
                      </c:pt>
                      <c:pt idx="1147">
                        <c:v>39681</c:v>
                      </c:pt>
                      <c:pt idx="1148">
                        <c:v>39682</c:v>
                      </c:pt>
                      <c:pt idx="1149">
                        <c:v>39685</c:v>
                      </c:pt>
                      <c:pt idx="1150">
                        <c:v>39686</c:v>
                      </c:pt>
                      <c:pt idx="1151">
                        <c:v>39687</c:v>
                      </c:pt>
                      <c:pt idx="1152">
                        <c:v>39688</c:v>
                      </c:pt>
                      <c:pt idx="1153">
                        <c:v>39689</c:v>
                      </c:pt>
                      <c:pt idx="1154">
                        <c:v>39692</c:v>
                      </c:pt>
                      <c:pt idx="1155">
                        <c:v>39693</c:v>
                      </c:pt>
                      <c:pt idx="1156">
                        <c:v>39694</c:v>
                      </c:pt>
                      <c:pt idx="1157">
                        <c:v>39695</c:v>
                      </c:pt>
                      <c:pt idx="1158">
                        <c:v>39696</c:v>
                      </c:pt>
                      <c:pt idx="1159">
                        <c:v>39699</c:v>
                      </c:pt>
                      <c:pt idx="1160">
                        <c:v>39700</c:v>
                      </c:pt>
                      <c:pt idx="1161">
                        <c:v>39701</c:v>
                      </c:pt>
                      <c:pt idx="1162">
                        <c:v>39702</c:v>
                      </c:pt>
                      <c:pt idx="1163">
                        <c:v>39703</c:v>
                      </c:pt>
                      <c:pt idx="1164">
                        <c:v>39706</c:v>
                      </c:pt>
                      <c:pt idx="1165">
                        <c:v>39707</c:v>
                      </c:pt>
                      <c:pt idx="1166">
                        <c:v>39708</c:v>
                      </c:pt>
                      <c:pt idx="1167">
                        <c:v>39709</c:v>
                      </c:pt>
                      <c:pt idx="1168">
                        <c:v>39710</c:v>
                      </c:pt>
                      <c:pt idx="1169">
                        <c:v>39713</c:v>
                      </c:pt>
                      <c:pt idx="1170">
                        <c:v>39714</c:v>
                      </c:pt>
                      <c:pt idx="1171">
                        <c:v>39715</c:v>
                      </c:pt>
                      <c:pt idx="1172">
                        <c:v>39716</c:v>
                      </c:pt>
                      <c:pt idx="1173">
                        <c:v>39717</c:v>
                      </c:pt>
                      <c:pt idx="1174">
                        <c:v>39720</c:v>
                      </c:pt>
                      <c:pt idx="1175">
                        <c:v>39721</c:v>
                      </c:pt>
                      <c:pt idx="1176">
                        <c:v>39722</c:v>
                      </c:pt>
                      <c:pt idx="1177">
                        <c:v>39723</c:v>
                      </c:pt>
                      <c:pt idx="1178">
                        <c:v>39724</c:v>
                      </c:pt>
                      <c:pt idx="1179">
                        <c:v>39727</c:v>
                      </c:pt>
                      <c:pt idx="1180">
                        <c:v>39728</c:v>
                      </c:pt>
                      <c:pt idx="1181">
                        <c:v>39729</c:v>
                      </c:pt>
                      <c:pt idx="1182">
                        <c:v>39730</c:v>
                      </c:pt>
                      <c:pt idx="1183">
                        <c:v>39731</c:v>
                      </c:pt>
                      <c:pt idx="1184">
                        <c:v>39734</c:v>
                      </c:pt>
                      <c:pt idx="1185">
                        <c:v>39735</c:v>
                      </c:pt>
                      <c:pt idx="1186">
                        <c:v>39736</c:v>
                      </c:pt>
                      <c:pt idx="1187">
                        <c:v>39737</c:v>
                      </c:pt>
                      <c:pt idx="1188">
                        <c:v>39738</c:v>
                      </c:pt>
                      <c:pt idx="1189">
                        <c:v>39741</c:v>
                      </c:pt>
                      <c:pt idx="1190">
                        <c:v>39742</c:v>
                      </c:pt>
                      <c:pt idx="1191">
                        <c:v>39743</c:v>
                      </c:pt>
                      <c:pt idx="1192">
                        <c:v>39744</c:v>
                      </c:pt>
                      <c:pt idx="1193">
                        <c:v>39745</c:v>
                      </c:pt>
                      <c:pt idx="1194">
                        <c:v>39748</c:v>
                      </c:pt>
                      <c:pt idx="1195">
                        <c:v>39749</c:v>
                      </c:pt>
                      <c:pt idx="1196">
                        <c:v>39750</c:v>
                      </c:pt>
                      <c:pt idx="1197">
                        <c:v>39751</c:v>
                      </c:pt>
                      <c:pt idx="1198">
                        <c:v>39752</c:v>
                      </c:pt>
                      <c:pt idx="1199">
                        <c:v>39755</c:v>
                      </c:pt>
                      <c:pt idx="1200">
                        <c:v>39756</c:v>
                      </c:pt>
                      <c:pt idx="1201">
                        <c:v>39757</c:v>
                      </c:pt>
                      <c:pt idx="1202">
                        <c:v>39758</c:v>
                      </c:pt>
                      <c:pt idx="1203">
                        <c:v>39759</c:v>
                      </c:pt>
                      <c:pt idx="1204">
                        <c:v>39762</c:v>
                      </c:pt>
                      <c:pt idx="1205">
                        <c:v>39763</c:v>
                      </c:pt>
                      <c:pt idx="1206">
                        <c:v>39764</c:v>
                      </c:pt>
                      <c:pt idx="1207">
                        <c:v>39765</c:v>
                      </c:pt>
                      <c:pt idx="1208">
                        <c:v>39766</c:v>
                      </c:pt>
                      <c:pt idx="1209">
                        <c:v>39769</c:v>
                      </c:pt>
                      <c:pt idx="1210">
                        <c:v>39770</c:v>
                      </c:pt>
                      <c:pt idx="1211">
                        <c:v>39771</c:v>
                      </c:pt>
                      <c:pt idx="1212">
                        <c:v>39772</c:v>
                      </c:pt>
                      <c:pt idx="1213">
                        <c:v>39773</c:v>
                      </c:pt>
                      <c:pt idx="1214">
                        <c:v>39776</c:v>
                      </c:pt>
                      <c:pt idx="1215">
                        <c:v>39777</c:v>
                      </c:pt>
                      <c:pt idx="1216">
                        <c:v>39778</c:v>
                      </c:pt>
                      <c:pt idx="1217">
                        <c:v>39779</c:v>
                      </c:pt>
                      <c:pt idx="1218">
                        <c:v>39780</c:v>
                      </c:pt>
                      <c:pt idx="1219">
                        <c:v>39783</c:v>
                      </c:pt>
                      <c:pt idx="1220">
                        <c:v>39784</c:v>
                      </c:pt>
                      <c:pt idx="1221">
                        <c:v>39785</c:v>
                      </c:pt>
                      <c:pt idx="1222">
                        <c:v>39786</c:v>
                      </c:pt>
                      <c:pt idx="1223">
                        <c:v>39787</c:v>
                      </c:pt>
                      <c:pt idx="1224">
                        <c:v>39790</c:v>
                      </c:pt>
                      <c:pt idx="1225">
                        <c:v>39791</c:v>
                      </c:pt>
                      <c:pt idx="1226">
                        <c:v>39792</c:v>
                      </c:pt>
                      <c:pt idx="1227">
                        <c:v>39793</c:v>
                      </c:pt>
                      <c:pt idx="1228">
                        <c:v>39794</c:v>
                      </c:pt>
                      <c:pt idx="1229">
                        <c:v>39797</c:v>
                      </c:pt>
                      <c:pt idx="1230">
                        <c:v>39798</c:v>
                      </c:pt>
                      <c:pt idx="1231">
                        <c:v>39799</c:v>
                      </c:pt>
                      <c:pt idx="1232">
                        <c:v>39800</c:v>
                      </c:pt>
                      <c:pt idx="1233">
                        <c:v>39801</c:v>
                      </c:pt>
                      <c:pt idx="1234">
                        <c:v>39804</c:v>
                      </c:pt>
                      <c:pt idx="1235">
                        <c:v>39805</c:v>
                      </c:pt>
                      <c:pt idx="1236">
                        <c:v>39806</c:v>
                      </c:pt>
                      <c:pt idx="1237">
                        <c:v>39808</c:v>
                      </c:pt>
                      <c:pt idx="1238">
                        <c:v>39811</c:v>
                      </c:pt>
                      <c:pt idx="1239">
                        <c:v>39812</c:v>
                      </c:pt>
                      <c:pt idx="1240">
                        <c:v>39813</c:v>
                      </c:pt>
                      <c:pt idx="1241">
                        <c:v>39814</c:v>
                      </c:pt>
                      <c:pt idx="1242">
                        <c:v>39815</c:v>
                      </c:pt>
                      <c:pt idx="1243">
                        <c:v>39818</c:v>
                      </c:pt>
                      <c:pt idx="1244">
                        <c:v>39819</c:v>
                      </c:pt>
                      <c:pt idx="1245">
                        <c:v>39820</c:v>
                      </c:pt>
                      <c:pt idx="1246">
                        <c:v>39821</c:v>
                      </c:pt>
                      <c:pt idx="1247">
                        <c:v>39822</c:v>
                      </c:pt>
                      <c:pt idx="1248">
                        <c:v>39825</c:v>
                      </c:pt>
                      <c:pt idx="1249">
                        <c:v>39826</c:v>
                      </c:pt>
                      <c:pt idx="1250">
                        <c:v>39827</c:v>
                      </c:pt>
                      <c:pt idx="1251">
                        <c:v>39828</c:v>
                      </c:pt>
                      <c:pt idx="1252">
                        <c:v>39829</c:v>
                      </c:pt>
                      <c:pt idx="1253">
                        <c:v>39832</c:v>
                      </c:pt>
                      <c:pt idx="1254">
                        <c:v>39833</c:v>
                      </c:pt>
                      <c:pt idx="1255">
                        <c:v>39834</c:v>
                      </c:pt>
                      <c:pt idx="1256">
                        <c:v>39835</c:v>
                      </c:pt>
                      <c:pt idx="1257">
                        <c:v>39836</c:v>
                      </c:pt>
                      <c:pt idx="1258">
                        <c:v>39839</c:v>
                      </c:pt>
                      <c:pt idx="1259">
                        <c:v>39840</c:v>
                      </c:pt>
                      <c:pt idx="1260">
                        <c:v>39841</c:v>
                      </c:pt>
                      <c:pt idx="1261">
                        <c:v>39842</c:v>
                      </c:pt>
                      <c:pt idx="1262">
                        <c:v>39843</c:v>
                      </c:pt>
                      <c:pt idx="1263">
                        <c:v>39846</c:v>
                      </c:pt>
                      <c:pt idx="1264">
                        <c:v>39847</c:v>
                      </c:pt>
                      <c:pt idx="1265">
                        <c:v>39848</c:v>
                      </c:pt>
                      <c:pt idx="1266">
                        <c:v>39849</c:v>
                      </c:pt>
                      <c:pt idx="1267">
                        <c:v>39850</c:v>
                      </c:pt>
                      <c:pt idx="1268">
                        <c:v>39853</c:v>
                      </c:pt>
                      <c:pt idx="1269">
                        <c:v>39854</c:v>
                      </c:pt>
                      <c:pt idx="1270">
                        <c:v>39855</c:v>
                      </c:pt>
                      <c:pt idx="1271">
                        <c:v>39856</c:v>
                      </c:pt>
                      <c:pt idx="1272">
                        <c:v>39857</c:v>
                      </c:pt>
                      <c:pt idx="1273">
                        <c:v>39860</c:v>
                      </c:pt>
                      <c:pt idx="1274">
                        <c:v>39861</c:v>
                      </c:pt>
                      <c:pt idx="1275">
                        <c:v>39862</c:v>
                      </c:pt>
                      <c:pt idx="1276">
                        <c:v>39863</c:v>
                      </c:pt>
                      <c:pt idx="1277">
                        <c:v>39864</c:v>
                      </c:pt>
                      <c:pt idx="1278">
                        <c:v>39867</c:v>
                      </c:pt>
                      <c:pt idx="1279">
                        <c:v>39868</c:v>
                      </c:pt>
                      <c:pt idx="1280">
                        <c:v>39869</c:v>
                      </c:pt>
                      <c:pt idx="1281">
                        <c:v>39870</c:v>
                      </c:pt>
                      <c:pt idx="1282">
                        <c:v>39871</c:v>
                      </c:pt>
                      <c:pt idx="1283">
                        <c:v>39874</c:v>
                      </c:pt>
                      <c:pt idx="1284">
                        <c:v>39875</c:v>
                      </c:pt>
                      <c:pt idx="1285">
                        <c:v>39876</c:v>
                      </c:pt>
                      <c:pt idx="1286">
                        <c:v>39877</c:v>
                      </c:pt>
                      <c:pt idx="1287">
                        <c:v>39878</c:v>
                      </c:pt>
                      <c:pt idx="1288">
                        <c:v>39881</c:v>
                      </c:pt>
                      <c:pt idx="1289">
                        <c:v>39882</c:v>
                      </c:pt>
                      <c:pt idx="1290">
                        <c:v>39883</c:v>
                      </c:pt>
                      <c:pt idx="1291">
                        <c:v>39884</c:v>
                      </c:pt>
                      <c:pt idx="1292">
                        <c:v>39885</c:v>
                      </c:pt>
                      <c:pt idx="1293">
                        <c:v>39888</c:v>
                      </c:pt>
                      <c:pt idx="1294">
                        <c:v>39889</c:v>
                      </c:pt>
                      <c:pt idx="1295">
                        <c:v>39890</c:v>
                      </c:pt>
                      <c:pt idx="1296">
                        <c:v>39891</c:v>
                      </c:pt>
                      <c:pt idx="1297">
                        <c:v>39892</c:v>
                      </c:pt>
                      <c:pt idx="1298">
                        <c:v>39895</c:v>
                      </c:pt>
                      <c:pt idx="1299">
                        <c:v>39896</c:v>
                      </c:pt>
                      <c:pt idx="1300">
                        <c:v>39897</c:v>
                      </c:pt>
                      <c:pt idx="1301">
                        <c:v>39898</c:v>
                      </c:pt>
                      <c:pt idx="1302">
                        <c:v>39899</c:v>
                      </c:pt>
                      <c:pt idx="1303">
                        <c:v>39902</c:v>
                      </c:pt>
                      <c:pt idx="1304">
                        <c:v>39903</c:v>
                      </c:pt>
                      <c:pt idx="1305">
                        <c:v>39904</c:v>
                      </c:pt>
                      <c:pt idx="1306">
                        <c:v>39905</c:v>
                      </c:pt>
                      <c:pt idx="1307">
                        <c:v>39906</c:v>
                      </c:pt>
                      <c:pt idx="1308">
                        <c:v>39909</c:v>
                      </c:pt>
                      <c:pt idx="1309">
                        <c:v>39910</c:v>
                      </c:pt>
                      <c:pt idx="1310">
                        <c:v>39911</c:v>
                      </c:pt>
                      <c:pt idx="1311">
                        <c:v>39912</c:v>
                      </c:pt>
                      <c:pt idx="1312">
                        <c:v>39913</c:v>
                      </c:pt>
                      <c:pt idx="1313">
                        <c:v>39916</c:v>
                      </c:pt>
                      <c:pt idx="1314">
                        <c:v>39917</c:v>
                      </c:pt>
                      <c:pt idx="1315">
                        <c:v>39918</c:v>
                      </c:pt>
                      <c:pt idx="1316">
                        <c:v>39919</c:v>
                      </c:pt>
                      <c:pt idx="1317">
                        <c:v>39920</c:v>
                      </c:pt>
                      <c:pt idx="1318">
                        <c:v>39923</c:v>
                      </c:pt>
                      <c:pt idx="1319">
                        <c:v>39924</c:v>
                      </c:pt>
                      <c:pt idx="1320">
                        <c:v>39925</c:v>
                      </c:pt>
                      <c:pt idx="1321">
                        <c:v>39926</c:v>
                      </c:pt>
                      <c:pt idx="1322">
                        <c:v>39927</c:v>
                      </c:pt>
                      <c:pt idx="1323">
                        <c:v>39930</c:v>
                      </c:pt>
                      <c:pt idx="1324">
                        <c:v>39931</c:v>
                      </c:pt>
                      <c:pt idx="1325">
                        <c:v>39932</c:v>
                      </c:pt>
                      <c:pt idx="1326">
                        <c:v>39933</c:v>
                      </c:pt>
                      <c:pt idx="1327">
                        <c:v>39934</c:v>
                      </c:pt>
                      <c:pt idx="1328">
                        <c:v>39937</c:v>
                      </c:pt>
                      <c:pt idx="1329">
                        <c:v>39938</c:v>
                      </c:pt>
                      <c:pt idx="1330">
                        <c:v>39939</c:v>
                      </c:pt>
                      <c:pt idx="1331">
                        <c:v>39940</c:v>
                      </c:pt>
                      <c:pt idx="1332">
                        <c:v>39941</c:v>
                      </c:pt>
                      <c:pt idx="1333">
                        <c:v>39944</c:v>
                      </c:pt>
                      <c:pt idx="1334">
                        <c:v>39945</c:v>
                      </c:pt>
                      <c:pt idx="1335">
                        <c:v>39946</c:v>
                      </c:pt>
                      <c:pt idx="1336">
                        <c:v>39947</c:v>
                      </c:pt>
                      <c:pt idx="1337">
                        <c:v>39948</c:v>
                      </c:pt>
                      <c:pt idx="1338">
                        <c:v>39951</c:v>
                      </c:pt>
                      <c:pt idx="1339">
                        <c:v>39952</c:v>
                      </c:pt>
                      <c:pt idx="1340">
                        <c:v>39953</c:v>
                      </c:pt>
                      <c:pt idx="1341">
                        <c:v>39954</c:v>
                      </c:pt>
                      <c:pt idx="1342">
                        <c:v>39955</c:v>
                      </c:pt>
                      <c:pt idx="1343">
                        <c:v>39958</c:v>
                      </c:pt>
                      <c:pt idx="1344">
                        <c:v>39959</c:v>
                      </c:pt>
                      <c:pt idx="1345">
                        <c:v>39960</c:v>
                      </c:pt>
                      <c:pt idx="1346">
                        <c:v>39961</c:v>
                      </c:pt>
                      <c:pt idx="1347">
                        <c:v>39962</c:v>
                      </c:pt>
                      <c:pt idx="1348">
                        <c:v>39965</c:v>
                      </c:pt>
                      <c:pt idx="1349">
                        <c:v>39966</c:v>
                      </c:pt>
                      <c:pt idx="1350">
                        <c:v>39967</c:v>
                      </c:pt>
                      <c:pt idx="1351">
                        <c:v>39968</c:v>
                      </c:pt>
                      <c:pt idx="1352">
                        <c:v>39969</c:v>
                      </c:pt>
                      <c:pt idx="1353">
                        <c:v>39972</c:v>
                      </c:pt>
                      <c:pt idx="1354">
                        <c:v>39973</c:v>
                      </c:pt>
                      <c:pt idx="1355">
                        <c:v>39974</c:v>
                      </c:pt>
                      <c:pt idx="1356">
                        <c:v>39975</c:v>
                      </c:pt>
                      <c:pt idx="1357">
                        <c:v>39976</c:v>
                      </c:pt>
                      <c:pt idx="1358">
                        <c:v>39979</c:v>
                      </c:pt>
                      <c:pt idx="1359">
                        <c:v>39980</c:v>
                      </c:pt>
                      <c:pt idx="1360">
                        <c:v>39981</c:v>
                      </c:pt>
                      <c:pt idx="1361">
                        <c:v>39982</c:v>
                      </c:pt>
                      <c:pt idx="1362">
                        <c:v>39983</c:v>
                      </c:pt>
                      <c:pt idx="1363">
                        <c:v>39986</c:v>
                      </c:pt>
                      <c:pt idx="1364">
                        <c:v>39987</c:v>
                      </c:pt>
                      <c:pt idx="1365">
                        <c:v>39988</c:v>
                      </c:pt>
                      <c:pt idx="1366">
                        <c:v>39989</c:v>
                      </c:pt>
                      <c:pt idx="1367">
                        <c:v>39990</c:v>
                      </c:pt>
                      <c:pt idx="1368">
                        <c:v>39993</c:v>
                      </c:pt>
                      <c:pt idx="1369">
                        <c:v>39994</c:v>
                      </c:pt>
                      <c:pt idx="1370">
                        <c:v>39995</c:v>
                      </c:pt>
                      <c:pt idx="1371">
                        <c:v>39996</c:v>
                      </c:pt>
                      <c:pt idx="1372">
                        <c:v>39997</c:v>
                      </c:pt>
                      <c:pt idx="1373">
                        <c:v>40000</c:v>
                      </c:pt>
                      <c:pt idx="1374">
                        <c:v>40001</c:v>
                      </c:pt>
                      <c:pt idx="1375">
                        <c:v>40002</c:v>
                      </c:pt>
                      <c:pt idx="1376">
                        <c:v>40003</c:v>
                      </c:pt>
                      <c:pt idx="1377">
                        <c:v>40004</c:v>
                      </c:pt>
                      <c:pt idx="1378">
                        <c:v>40007</c:v>
                      </c:pt>
                      <c:pt idx="1379">
                        <c:v>40008</c:v>
                      </c:pt>
                      <c:pt idx="1380">
                        <c:v>40009</c:v>
                      </c:pt>
                      <c:pt idx="1381">
                        <c:v>40010</c:v>
                      </c:pt>
                      <c:pt idx="1382">
                        <c:v>40011</c:v>
                      </c:pt>
                      <c:pt idx="1383">
                        <c:v>40014</c:v>
                      </c:pt>
                      <c:pt idx="1384">
                        <c:v>40015</c:v>
                      </c:pt>
                      <c:pt idx="1385">
                        <c:v>40016</c:v>
                      </c:pt>
                      <c:pt idx="1386">
                        <c:v>40017</c:v>
                      </c:pt>
                      <c:pt idx="1387">
                        <c:v>40018</c:v>
                      </c:pt>
                      <c:pt idx="1388">
                        <c:v>40021</c:v>
                      </c:pt>
                      <c:pt idx="1389">
                        <c:v>40022</c:v>
                      </c:pt>
                      <c:pt idx="1390">
                        <c:v>40023</c:v>
                      </c:pt>
                      <c:pt idx="1391">
                        <c:v>40024</c:v>
                      </c:pt>
                      <c:pt idx="1392">
                        <c:v>40025</c:v>
                      </c:pt>
                      <c:pt idx="1393">
                        <c:v>40028</c:v>
                      </c:pt>
                      <c:pt idx="1394">
                        <c:v>40029</c:v>
                      </c:pt>
                      <c:pt idx="1395">
                        <c:v>40030</c:v>
                      </c:pt>
                      <c:pt idx="1396">
                        <c:v>40031</c:v>
                      </c:pt>
                      <c:pt idx="1397">
                        <c:v>40032</c:v>
                      </c:pt>
                      <c:pt idx="1398">
                        <c:v>40035</c:v>
                      </c:pt>
                      <c:pt idx="1399">
                        <c:v>40036</c:v>
                      </c:pt>
                      <c:pt idx="1400">
                        <c:v>40037</c:v>
                      </c:pt>
                      <c:pt idx="1401">
                        <c:v>40038</c:v>
                      </c:pt>
                      <c:pt idx="1402">
                        <c:v>40039</c:v>
                      </c:pt>
                      <c:pt idx="1403">
                        <c:v>40042</c:v>
                      </c:pt>
                      <c:pt idx="1404">
                        <c:v>40043</c:v>
                      </c:pt>
                      <c:pt idx="1405">
                        <c:v>40044</c:v>
                      </c:pt>
                      <c:pt idx="1406">
                        <c:v>40045</c:v>
                      </c:pt>
                      <c:pt idx="1407">
                        <c:v>40046</c:v>
                      </c:pt>
                      <c:pt idx="1408">
                        <c:v>40049</c:v>
                      </c:pt>
                      <c:pt idx="1409">
                        <c:v>40050</c:v>
                      </c:pt>
                      <c:pt idx="1410">
                        <c:v>40051</c:v>
                      </c:pt>
                      <c:pt idx="1411">
                        <c:v>40052</c:v>
                      </c:pt>
                      <c:pt idx="1412">
                        <c:v>40053</c:v>
                      </c:pt>
                      <c:pt idx="1413">
                        <c:v>40056</c:v>
                      </c:pt>
                      <c:pt idx="1414">
                        <c:v>40057</c:v>
                      </c:pt>
                      <c:pt idx="1415">
                        <c:v>40058</c:v>
                      </c:pt>
                      <c:pt idx="1416">
                        <c:v>40059</c:v>
                      </c:pt>
                      <c:pt idx="1417">
                        <c:v>40060</c:v>
                      </c:pt>
                      <c:pt idx="1418">
                        <c:v>40063</c:v>
                      </c:pt>
                      <c:pt idx="1419">
                        <c:v>40064</c:v>
                      </c:pt>
                      <c:pt idx="1420">
                        <c:v>40065</c:v>
                      </c:pt>
                      <c:pt idx="1421">
                        <c:v>40066</c:v>
                      </c:pt>
                      <c:pt idx="1422">
                        <c:v>40067</c:v>
                      </c:pt>
                      <c:pt idx="1423">
                        <c:v>40070</c:v>
                      </c:pt>
                      <c:pt idx="1424">
                        <c:v>40071</c:v>
                      </c:pt>
                      <c:pt idx="1425">
                        <c:v>40072</c:v>
                      </c:pt>
                      <c:pt idx="1426">
                        <c:v>40073</c:v>
                      </c:pt>
                      <c:pt idx="1427">
                        <c:v>40074</c:v>
                      </c:pt>
                      <c:pt idx="1428">
                        <c:v>40077</c:v>
                      </c:pt>
                      <c:pt idx="1429">
                        <c:v>40078</c:v>
                      </c:pt>
                      <c:pt idx="1430">
                        <c:v>40079</c:v>
                      </c:pt>
                      <c:pt idx="1431">
                        <c:v>40080</c:v>
                      </c:pt>
                      <c:pt idx="1432">
                        <c:v>40081</c:v>
                      </c:pt>
                      <c:pt idx="1433">
                        <c:v>40084</c:v>
                      </c:pt>
                      <c:pt idx="1434">
                        <c:v>40085</c:v>
                      </c:pt>
                      <c:pt idx="1435">
                        <c:v>40086</c:v>
                      </c:pt>
                      <c:pt idx="1436">
                        <c:v>40087</c:v>
                      </c:pt>
                      <c:pt idx="1437">
                        <c:v>40088</c:v>
                      </c:pt>
                      <c:pt idx="1438">
                        <c:v>40091</c:v>
                      </c:pt>
                      <c:pt idx="1439">
                        <c:v>40092</c:v>
                      </c:pt>
                      <c:pt idx="1440">
                        <c:v>40093</c:v>
                      </c:pt>
                      <c:pt idx="1441">
                        <c:v>40094</c:v>
                      </c:pt>
                      <c:pt idx="1442">
                        <c:v>40095</c:v>
                      </c:pt>
                      <c:pt idx="1443">
                        <c:v>40098</c:v>
                      </c:pt>
                      <c:pt idx="1444">
                        <c:v>40099</c:v>
                      </c:pt>
                      <c:pt idx="1445">
                        <c:v>40100</c:v>
                      </c:pt>
                      <c:pt idx="1446">
                        <c:v>40101</c:v>
                      </c:pt>
                      <c:pt idx="1447">
                        <c:v>40102</c:v>
                      </c:pt>
                      <c:pt idx="1448">
                        <c:v>40105</c:v>
                      </c:pt>
                      <c:pt idx="1449">
                        <c:v>40106</c:v>
                      </c:pt>
                      <c:pt idx="1450">
                        <c:v>40107</c:v>
                      </c:pt>
                      <c:pt idx="1451">
                        <c:v>40108</c:v>
                      </c:pt>
                      <c:pt idx="1452">
                        <c:v>40109</c:v>
                      </c:pt>
                      <c:pt idx="1453">
                        <c:v>40112</c:v>
                      </c:pt>
                      <c:pt idx="1454">
                        <c:v>40113</c:v>
                      </c:pt>
                      <c:pt idx="1455">
                        <c:v>40114</c:v>
                      </c:pt>
                      <c:pt idx="1456">
                        <c:v>40115</c:v>
                      </c:pt>
                      <c:pt idx="1457">
                        <c:v>40116</c:v>
                      </c:pt>
                      <c:pt idx="1458">
                        <c:v>40119</c:v>
                      </c:pt>
                      <c:pt idx="1459">
                        <c:v>40120</c:v>
                      </c:pt>
                      <c:pt idx="1460">
                        <c:v>40121</c:v>
                      </c:pt>
                      <c:pt idx="1461">
                        <c:v>40122</c:v>
                      </c:pt>
                      <c:pt idx="1462">
                        <c:v>40123</c:v>
                      </c:pt>
                      <c:pt idx="1463">
                        <c:v>40126</c:v>
                      </c:pt>
                      <c:pt idx="1464">
                        <c:v>40127</c:v>
                      </c:pt>
                      <c:pt idx="1465">
                        <c:v>40128</c:v>
                      </c:pt>
                      <c:pt idx="1466">
                        <c:v>40129</c:v>
                      </c:pt>
                      <c:pt idx="1467">
                        <c:v>40130</c:v>
                      </c:pt>
                      <c:pt idx="1468">
                        <c:v>40133</c:v>
                      </c:pt>
                      <c:pt idx="1469">
                        <c:v>40134</c:v>
                      </c:pt>
                      <c:pt idx="1470">
                        <c:v>40135</c:v>
                      </c:pt>
                      <c:pt idx="1471">
                        <c:v>40136</c:v>
                      </c:pt>
                      <c:pt idx="1472">
                        <c:v>40137</c:v>
                      </c:pt>
                      <c:pt idx="1473">
                        <c:v>40140</c:v>
                      </c:pt>
                      <c:pt idx="1474">
                        <c:v>40141</c:v>
                      </c:pt>
                      <c:pt idx="1475">
                        <c:v>40142</c:v>
                      </c:pt>
                      <c:pt idx="1476">
                        <c:v>40143</c:v>
                      </c:pt>
                      <c:pt idx="1477">
                        <c:v>40144</c:v>
                      </c:pt>
                      <c:pt idx="1478">
                        <c:v>40147</c:v>
                      </c:pt>
                      <c:pt idx="1479">
                        <c:v>40148</c:v>
                      </c:pt>
                      <c:pt idx="1480">
                        <c:v>40149</c:v>
                      </c:pt>
                      <c:pt idx="1481">
                        <c:v>40150</c:v>
                      </c:pt>
                      <c:pt idx="1482">
                        <c:v>40151</c:v>
                      </c:pt>
                      <c:pt idx="1483">
                        <c:v>40154</c:v>
                      </c:pt>
                      <c:pt idx="1484">
                        <c:v>40155</c:v>
                      </c:pt>
                      <c:pt idx="1485">
                        <c:v>40156</c:v>
                      </c:pt>
                      <c:pt idx="1486">
                        <c:v>40157</c:v>
                      </c:pt>
                      <c:pt idx="1487">
                        <c:v>40158</c:v>
                      </c:pt>
                      <c:pt idx="1488">
                        <c:v>40161</c:v>
                      </c:pt>
                      <c:pt idx="1489">
                        <c:v>40162</c:v>
                      </c:pt>
                      <c:pt idx="1490">
                        <c:v>40163</c:v>
                      </c:pt>
                      <c:pt idx="1491">
                        <c:v>40164</c:v>
                      </c:pt>
                      <c:pt idx="1492">
                        <c:v>40165</c:v>
                      </c:pt>
                      <c:pt idx="1493">
                        <c:v>40168</c:v>
                      </c:pt>
                      <c:pt idx="1494">
                        <c:v>40169</c:v>
                      </c:pt>
                      <c:pt idx="1495">
                        <c:v>40170</c:v>
                      </c:pt>
                      <c:pt idx="1496">
                        <c:v>40171</c:v>
                      </c:pt>
                      <c:pt idx="1497">
                        <c:v>40172</c:v>
                      </c:pt>
                      <c:pt idx="1498">
                        <c:v>40175</c:v>
                      </c:pt>
                      <c:pt idx="1499">
                        <c:v>40176</c:v>
                      </c:pt>
                      <c:pt idx="1500">
                        <c:v>40177</c:v>
                      </c:pt>
                      <c:pt idx="1501">
                        <c:v>40178</c:v>
                      </c:pt>
                      <c:pt idx="1502">
                        <c:v>40179</c:v>
                      </c:pt>
                      <c:pt idx="1503">
                        <c:v>40182</c:v>
                      </c:pt>
                      <c:pt idx="1504">
                        <c:v>40183</c:v>
                      </c:pt>
                      <c:pt idx="1505">
                        <c:v>40184</c:v>
                      </c:pt>
                      <c:pt idx="1506">
                        <c:v>40185</c:v>
                      </c:pt>
                      <c:pt idx="1507">
                        <c:v>40186</c:v>
                      </c:pt>
                      <c:pt idx="1508">
                        <c:v>40189</c:v>
                      </c:pt>
                      <c:pt idx="1509">
                        <c:v>40190</c:v>
                      </c:pt>
                      <c:pt idx="1510">
                        <c:v>40191</c:v>
                      </c:pt>
                      <c:pt idx="1511">
                        <c:v>40192</c:v>
                      </c:pt>
                      <c:pt idx="1512">
                        <c:v>40193</c:v>
                      </c:pt>
                      <c:pt idx="1513">
                        <c:v>40196</c:v>
                      </c:pt>
                      <c:pt idx="1514">
                        <c:v>40197</c:v>
                      </c:pt>
                      <c:pt idx="1515">
                        <c:v>40198</c:v>
                      </c:pt>
                      <c:pt idx="1516">
                        <c:v>40199</c:v>
                      </c:pt>
                      <c:pt idx="1517">
                        <c:v>40200</c:v>
                      </c:pt>
                      <c:pt idx="1518">
                        <c:v>40203</c:v>
                      </c:pt>
                      <c:pt idx="1519">
                        <c:v>40204</c:v>
                      </c:pt>
                      <c:pt idx="1520">
                        <c:v>40205</c:v>
                      </c:pt>
                      <c:pt idx="1521">
                        <c:v>40206</c:v>
                      </c:pt>
                      <c:pt idx="1522">
                        <c:v>40207</c:v>
                      </c:pt>
                      <c:pt idx="1523">
                        <c:v>40210</c:v>
                      </c:pt>
                      <c:pt idx="1524">
                        <c:v>40211</c:v>
                      </c:pt>
                      <c:pt idx="1525">
                        <c:v>40212</c:v>
                      </c:pt>
                      <c:pt idx="1526">
                        <c:v>40213</c:v>
                      </c:pt>
                      <c:pt idx="1527">
                        <c:v>40214</c:v>
                      </c:pt>
                      <c:pt idx="1528">
                        <c:v>40217</c:v>
                      </c:pt>
                      <c:pt idx="1529">
                        <c:v>40218</c:v>
                      </c:pt>
                      <c:pt idx="1530">
                        <c:v>40219</c:v>
                      </c:pt>
                      <c:pt idx="1531">
                        <c:v>40220</c:v>
                      </c:pt>
                      <c:pt idx="1532">
                        <c:v>40221</c:v>
                      </c:pt>
                      <c:pt idx="1533">
                        <c:v>40224</c:v>
                      </c:pt>
                      <c:pt idx="1534">
                        <c:v>40225</c:v>
                      </c:pt>
                      <c:pt idx="1535">
                        <c:v>40226</c:v>
                      </c:pt>
                      <c:pt idx="1536">
                        <c:v>40227</c:v>
                      </c:pt>
                      <c:pt idx="1537">
                        <c:v>40228</c:v>
                      </c:pt>
                      <c:pt idx="1538">
                        <c:v>40231</c:v>
                      </c:pt>
                      <c:pt idx="1539">
                        <c:v>40232</c:v>
                      </c:pt>
                      <c:pt idx="1540">
                        <c:v>40233</c:v>
                      </c:pt>
                      <c:pt idx="1541">
                        <c:v>40234</c:v>
                      </c:pt>
                      <c:pt idx="1542">
                        <c:v>40235</c:v>
                      </c:pt>
                      <c:pt idx="1543">
                        <c:v>40238</c:v>
                      </c:pt>
                      <c:pt idx="1544">
                        <c:v>40239</c:v>
                      </c:pt>
                      <c:pt idx="1545">
                        <c:v>40240</c:v>
                      </c:pt>
                      <c:pt idx="1546">
                        <c:v>40241</c:v>
                      </c:pt>
                      <c:pt idx="1547">
                        <c:v>40242</c:v>
                      </c:pt>
                      <c:pt idx="1548">
                        <c:v>40245</c:v>
                      </c:pt>
                      <c:pt idx="1549">
                        <c:v>40246</c:v>
                      </c:pt>
                      <c:pt idx="1550">
                        <c:v>40247</c:v>
                      </c:pt>
                      <c:pt idx="1551">
                        <c:v>40248</c:v>
                      </c:pt>
                      <c:pt idx="1552">
                        <c:v>40249</c:v>
                      </c:pt>
                      <c:pt idx="1553">
                        <c:v>40252</c:v>
                      </c:pt>
                      <c:pt idx="1554">
                        <c:v>40253</c:v>
                      </c:pt>
                      <c:pt idx="1555">
                        <c:v>40254</c:v>
                      </c:pt>
                      <c:pt idx="1556">
                        <c:v>40255</c:v>
                      </c:pt>
                      <c:pt idx="1557">
                        <c:v>40256</c:v>
                      </c:pt>
                      <c:pt idx="1558">
                        <c:v>40259</c:v>
                      </c:pt>
                      <c:pt idx="1559">
                        <c:v>40260</c:v>
                      </c:pt>
                      <c:pt idx="1560">
                        <c:v>40261</c:v>
                      </c:pt>
                      <c:pt idx="1561">
                        <c:v>40262</c:v>
                      </c:pt>
                      <c:pt idx="1562">
                        <c:v>40263</c:v>
                      </c:pt>
                      <c:pt idx="1563">
                        <c:v>40266</c:v>
                      </c:pt>
                      <c:pt idx="1564">
                        <c:v>40267</c:v>
                      </c:pt>
                      <c:pt idx="1565">
                        <c:v>40268</c:v>
                      </c:pt>
                      <c:pt idx="1566">
                        <c:v>40269</c:v>
                      </c:pt>
                      <c:pt idx="1567">
                        <c:v>40270</c:v>
                      </c:pt>
                      <c:pt idx="1568">
                        <c:v>40273</c:v>
                      </c:pt>
                      <c:pt idx="1569">
                        <c:v>40274</c:v>
                      </c:pt>
                      <c:pt idx="1570">
                        <c:v>40275</c:v>
                      </c:pt>
                      <c:pt idx="1571">
                        <c:v>40276</c:v>
                      </c:pt>
                      <c:pt idx="1572">
                        <c:v>40277</c:v>
                      </c:pt>
                      <c:pt idx="1573">
                        <c:v>40280</c:v>
                      </c:pt>
                      <c:pt idx="1574">
                        <c:v>40281</c:v>
                      </c:pt>
                      <c:pt idx="1575">
                        <c:v>40282</c:v>
                      </c:pt>
                      <c:pt idx="1576">
                        <c:v>40283</c:v>
                      </c:pt>
                      <c:pt idx="1577">
                        <c:v>40284</c:v>
                      </c:pt>
                      <c:pt idx="1578">
                        <c:v>40287</c:v>
                      </c:pt>
                      <c:pt idx="1579">
                        <c:v>40288</c:v>
                      </c:pt>
                      <c:pt idx="1580">
                        <c:v>40289</c:v>
                      </c:pt>
                      <c:pt idx="1581">
                        <c:v>40290</c:v>
                      </c:pt>
                      <c:pt idx="1582">
                        <c:v>40291</c:v>
                      </c:pt>
                      <c:pt idx="1583">
                        <c:v>40294</c:v>
                      </c:pt>
                      <c:pt idx="1584">
                        <c:v>40295</c:v>
                      </c:pt>
                      <c:pt idx="1585">
                        <c:v>40296</c:v>
                      </c:pt>
                      <c:pt idx="1586">
                        <c:v>40297</c:v>
                      </c:pt>
                      <c:pt idx="1587">
                        <c:v>40298</c:v>
                      </c:pt>
                      <c:pt idx="1588">
                        <c:v>40301</c:v>
                      </c:pt>
                      <c:pt idx="1589">
                        <c:v>40302</c:v>
                      </c:pt>
                      <c:pt idx="1590">
                        <c:v>40303</c:v>
                      </c:pt>
                      <c:pt idx="1591">
                        <c:v>40304</c:v>
                      </c:pt>
                      <c:pt idx="1592">
                        <c:v>40305</c:v>
                      </c:pt>
                      <c:pt idx="1593">
                        <c:v>40308</c:v>
                      </c:pt>
                      <c:pt idx="1594">
                        <c:v>40309</c:v>
                      </c:pt>
                      <c:pt idx="1595">
                        <c:v>40310</c:v>
                      </c:pt>
                      <c:pt idx="1596">
                        <c:v>40311</c:v>
                      </c:pt>
                      <c:pt idx="1597">
                        <c:v>40312</c:v>
                      </c:pt>
                      <c:pt idx="1598">
                        <c:v>40315</c:v>
                      </c:pt>
                      <c:pt idx="1599">
                        <c:v>40316</c:v>
                      </c:pt>
                      <c:pt idx="1600">
                        <c:v>40317</c:v>
                      </c:pt>
                      <c:pt idx="1601">
                        <c:v>40318</c:v>
                      </c:pt>
                      <c:pt idx="1602">
                        <c:v>40319</c:v>
                      </c:pt>
                      <c:pt idx="1603">
                        <c:v>40322</c:v>
                      </c:pt>
                      <c:pt idx="1604">
                        <c:v>40323</c:v>
                      </c:pt>
                      <c:pt idx="1605">
                        <c:v>40324</c:v>
                      </c:pt>
                      <c:pt idx="1606">
                        <c:v>40325</c:v>
                      </c:pt>
                      <c:pt idx="1607">
                        <c:v>40326</c:v>
                      </c:pt>
                      <c:pt idx="1608">
                        <c:v>40329</c:v>
                      </c:pt>
                      <c:pt idx="1609">
                        <c:v>40330</c:v>
                      </c:pt>
                      <c:pt idx="1610">
                        <c:v>40331</c:v>
                      </c:pt>
                      <c:pt idx="1611">
                        <c:v>40332</c:v>
                      </c:pt>
                      <c:pt idx="1612">
                        <c:v>40333</c:v>
                      </c:pt>
                      <c:pt idx="1613">
                        <c:v>40336</c:v>
                      </c:pt>
                      <c:pt idx="1614">
                        <c:v>40337</c:v>
                      </c:pt>
                      <c:pt idx="1615">
                        <c:v>40338</c:v>
                      </c:pt>
                      <c:pt idx="1616">
                        <c:v>40339</c:v>
                      </c:pt>
                      <c:pt idx="1617">
                        <c:v>40340</c:v>
                      </c:pt>
                      <c:pt idx="1618">
                        <c:v>40343</c:v>
                      </c:pt>
                      <c:pt idx="1619">
                        <c:v>40344</c:v>
                      </c:pt>
                      <c:pt idx="1620">
                        <c:v>40345</c:v>
                      </c:pt>
                      <c:pt idx="1621">
                        <c:v>40346</c:v>
                      </c:pt>
                      <c:pt idx="1622">
                        <c:v>40347</c:v>
                      </c:pt>
                      <c:pt idx="1623">
                        <c:v>40350</c:v>
                      </c:pt>
                      <c:pt idx="1624">
                        <c:v>40351</c:v>
                      </c:pt>
                      <c:pt idx="1625">
                        <c:v>40352</c:v>
                      </c:pt>
                      <c:pt idx="1626">
                        <c:v>40353</c:v>
                      </c:pt>
                      <c:pt idx="1627">
                        <c:v>40354</c:v>
                      </c:pt>
                      <c:pt idx="1628">
                        <c:v>40357</c:v>
                      </c:pt>
                      <c:pt idx="1629">
                        <c:v>40358</c:v>
                      </c:pt>
                      <c:pt idx="1630">
                        <c:v>40359</c:v>
                      </c:pt>
                      <c:pt idx="1631">
                        <c:v>40360</c:v>
                      </c:pt>
                      <c:pt idx="1632">
                        <c:v>40361</c:v>
                      </c:pt>
                      <c:pt idx="1633">
                        <c:v>40364</c:v>
                      </c:pt>
                      <c:pt idx="1634">
                        <c:v>40365</c:v>
                      </c:pt>
                      <c:pt idx="1635">
                        <c:v>40366</c:v>
                      </c:pt>
                      <c:pt idx="1636">
                        <c:v>40367</c:v>
                      </c:pt>
                      <c:pt idx="1637">
                        <c:v>40368</c:v>
                      </c:pt>
                      <c:pt idx="1638">
                        <c:v>40371</c:v>
                      </c:pt>
                      <c:pt idx="1639">
                        <c:v>40372</c:v>
                      </c:pt>
                      <c:pt idx="1640">
                        <c:v>40373</c:v>
                      </c:pt>
                      <c:pt idx="1641">
                        <c:v>40374</c:v>
                      </c:pt>
                      <c:pt idx="1642">
                        <c:v>40375</c:v>
                      </c:pt>
                      <c:pt idx="1643">
                        <c:v>40378</c:v>
                      </c:pt>
                      <c:pt idx="1644">
                        <c:v>40379</c:v>
                      </c:pt>
                      <c:pt idx="1645">
                        <c:v>40380</c:v>
                      </c:pt>
                      <c:pt idx="1646">
                        <c:v>40381</c:v>
                      </c:pt>
                      <c:pt idx="1647">
                        <c:v>40382</c:v>
                      </c:pt>
                      <c:pt idx="1648">
                        <c:v>40385</c:v>
                      </c:pt>
                      <c:pt idx="1649">
                        <c:v>40386</c:v>
                      </c:pt>
                      <c:pt idx="1650">
                        <c:v>40387</c:v>
                      </c:pt>
                      <c:pt idx="1651">
                        <c:v>40388</c:v>
                      </c:pt>
                      <c:pt idx="1652">
                        <c:v>40389</c:v>
                      </c:pt>
                      <c:pt idx="1653">
                        <c:v>40392</c:v>
                      </c:pt>
                      <c:pt idx="1654">
                        <c:v>40393</c:v>
                      </c:pt>
                      <c:pt idx="1655">
                        <c:v>40394</c:v>
                      </c:pt>
                      <c:pt idx="1656">
                        <c:v>40395</c:v>
                      </c:pt>
                      <c:pt idx="1657">
                        <c:v>40396</c:v>
                      </c:pt>
                      <c:pt idx="1658">
                        <c:v>40399</c:v>
                      </c:pt>
                      <c:pt idx="1659">
                        <c:v>40400</c:v>
                      </c:pt>
                      <c:pt idx="1660">
                        <c:v>40401</c:v>
                      </c:pt>
                      <c:pt idx="1661">
                        <c:v>40402</c:v>
                      </c:pt>
                      <c:pt idx="1662">
                        <c:v>40403</c:v>
                      </c:pt>
                      <c:pt idx="1663">
                        <c:v>40406</c:v>
                      </c:pt>
                      <c:pt idx="1664">
                        <c:v>40407</c:v>
                      </c:pt>
                      <c:pt idx="1665">
                        <c:v>40408</c:v>
                      </c:pt>
                      <c:pt idx="1666">
                        <c:v>40409</c:v>
                      </c:pt>
                      <c:pt idx="1667">
                        <c:v>40410</c:v>
                      </c:pt>
                      <c:pt idx="1668">
                        <c:v>40413</c:v>
                      </c:pt>
                      <c:pt idx="1669">
                        <c:v>40414</c:v>
                      </c:pt>
                      <c:pt idx="1670">
                        <c:v>40415</c:v>
                      </c:pt>
                      <c:pt idx="1671">
                        <c:v>40416</c:v>
                      </c:pt>
                      <c:pt idx="1672">
                        <c:v>40417</c:v>
                      </c:pt>
                      <c:pt idx="1673">
                        <c:v>40420</c:v>
                      </c:pt>
                      <c:pt idx="1674">
                        <c:v>40421</c:v>
                      </c:pt>
                      <c:pt idx="1675">
                        <c:v>40422</c:v>
                      </c:pt>
                      <c:pt idx="1676">
                        <c:v>40423</c:v>
                      </c:pt>
                      <c:pt idx="1677">
                        <c:v>40424</c:v>
                      </c:pt>
                      <c:pt idx="1678">
                        <c:v>40427</c:v>
                      </c:pt>
                      <c:pt idx="1679">
                        <c:v>40428</c:v>
                      </c:pt>
                      <c:pt idx="1680">
                        <c:v>40429</c:v>
                      </c:pt>
                      <c:pt idx="1681">
                        <c:v>40430</c:v>
                      </c:pt>
                      <c:pt idx="1682">
                        <c:v>40431</c:v>
                      </c:pt>
                      <c:pt idx="1683">
                        <c:v>40434</c:v>
                      </c:pt>
                      <c:pt idx="1684">
                        <c:v>40435</c:v>
                      </c:pt>
                      <c:pt idx="1685">
                        <c:v>40436</c:v>
                      </c:pt>
                      <c:pt idx="1686">
                        <c:v>40437</c:v>
                      </c:pt>
                      <c:pt idx="1687">
                        <c:v>40438</c:v>
                      </c:pt>
                      <c:pt idx="1688">
                        <c:v>40441</c:v>
                      </c:pt>
                      <c:pt idx="1689">
                        <c:v>40442</c:v>
                      </c:pt>
                      <c:pt idx="1690">
                        <c:v>40443</c:v>
                      </c:pt>
                      <c:pt idx="1691">
                        <c:v>40444</c:v>
                      </c:pt>
                      <c:pt idx="1692">
                        <c:v>40445</c:v>
                      </c:pt>
                      <c:pt idx="1693">
                        <c:v>40448</c:v>
                      </c:pt>
                      <c:pt idx="1694">
                        <c:v>40449</c:v>
                      </c:pt>
                      <c:pt idx="1695">
                        <c:v>40450</c:v>
                      </c:pt>
                      <c:pt idx="1696">
                        <c:v>40451</c:v>
                      </c:pt>
                      <c:pt idx="1697">
                        <c:v>40452</c:v>
                      </c:pt>
                      <c:pt idx="1698">
                        <c:v>40455</c:v>
                      </c:pt>
                      <c:pt idx="1699">
                        <c:v>40456</c:v>
                      </c:pt>
                      <c:pt idx="1700">
                        <c:v>40457</c:v>
                      </c:pt>
                      <c:pt idx="1701">
                        <c:v>40458</c:v>
                      </c:pt>
                      <c:pt idx="1702">
                        <c:v>40459</c:v>
                      </c:pt>
                      <c:pt idx="1703">
                        <c:v>40462</c:v>
                      </c:pt>
                      <c:pt idx="1704">
                        <c:v>40463</c:v>
                      </c:pt>
                      <c:pt idx="1705">
                        <c:v>40464</c:v>
                      </c:pt>
                      <c:pt idx="1706">
                        <c:v>40465</c:v>
                      </c:pt>
                      <c:pt idx="1707">
                        <c:v>40466</c:v>
                      </c:pt>
                      <c:pt idx="1708">
                        <c:v>40469</c:v>
                      </c:pt>
                      <c:pt idx="1709">
                        <c:v>40470</c:v>
                      </c:pt>
                      <c:pt idx="1710">
                        <c:v>40471</c:v>
                      </c:pt>
                      <c:pt idx="1711">
                        <c:v>40472</c:v>
                      </c:pt>
                      <c:pt idx="1712">
                        <c:v>40473</c:v>
                      </c:pt>
                      <c:pt idx="1713">
                        <c:v>40476</c:v>
                      </c:pt>
                      <c:pt idx="1714">
                        <c:v>40477</c:v>
                      </c:pt>
                      <c:pt idx="1715">
                        <c:v>40478</c:v>
                      </c:pt>
                      <c:pt idx="1716">
                        <c:v>40479</c:v>
                      </c:pt>
                      <c:pt idx="1717">
                        <c:v>40480</c:v>
                      </c:pt>
                      <c:pt idx="1718">
                        <c:v>40483</c:v>
                      </c:pt>
                      <c:pt idx="1719">
                        <c:v>40484</c:v>
                      </c:pt>
                      <c:pt idx="1720">
                        <c:v>40485</c:v>
                      </c:pt>
                      <c:pt idx="1721">
                        <c:v>40486</c:v>
                      </c:pt>
                      <c:pt idx="1722">
                        <c:v>40487</c:v>
                      </c:pt>
                      <c:pt idx="1723">
                        <c:v>40490</c:v>
                      </c:pt>
                      <c:pt idx="1724">
                        <c:v>40491</c:v>
                      </c:pt>
                      <c:pt idx="1725">
                        <c:v>40492</c:v>
                      </c:pt>
                      <c:pt idx="1726">
                        <c:v>40493</c:v>
                      </c:pt>
                      <c:pt idx="1727">
                        <c:v>40494</c:v>
                      </c:pt>
                      <c:pt idx="1728">
                        <c:v>40497</c:v>
                      </c:pt>
                      <c:pt idx="1729">
                        <c:v>40498</c:v>
                      </c:pt>
                      <c:pt idx="1730">
                        <c:v>40499</c:v>
                      </c:pt>
                      <c:pt idx="1731">
                        <c:v>40500</c:v>
                      </c:pt>
                      <c:pt idx="1732">
                        <c:v>40501</c:v>
                      </c:pt>
                      <c:pt idx="1733">
                        <c:v>40504</c:v>
                      </c:pt>
                      <c:pt idx="1734">
                        <c:v>40505</c:v>
                      </c:pt>
                      <c:pt idx="1735">
                        <c:v>40506</c:v>
                      </c:pt>
                      <c:pt idx="1736">
                        <c:v>40507</c:v>
                      </c:pt>
                      <c:pt idx="1737">
                        <c:v>40508</c:v>
                      </c:pt>
                      <c:pt idx="1738">
                        <c:v>40511</c:v>
                      </c:pt>
                      <c:pt idx="1739">
                        <c:v>40512</c:v>
                      </c:pt>
                      <c:pt idx="1740">
                        <c:v>40513</c:v>
                      </c:pt>
                      <c:pt idx="1741">
                        <c:v>40514</c:v>
                      </c:pt>
                      <c:pt idx="1742">
                        <c:v>40515</c:v>
                      </c:pt>
                      <c:pt idx="1743">
                        <c:v>40518</c:v>
                      </c:pt>
                      <c:pt idx="1744">
                        <c:v>40519</c:v>
                      </c:pt>
                      <c:pt idx="1745">
                        <c:v>40520</c:v>
                      </c:pt>
                      <c:pt idx="1746">
                        <c:v>40521</c:v>
                      </c:pt>
                      <c:pt idx="1747">
                        <c:v>40522</c:v>
                      </c:pt>
                      <c:pt idx="1748">
                        <c:v>40525</c:v>
                      </c:pt>
                      <c:pt idx="1749">
                        <c:v>40526</c:v>
                      </c:pt>
                      <c:pt idx="1750">
                        <c:v>40527</c:v>
                      </c:pt>
                      <c:pt idx="1751">
                        <c:v>40528</c:v>
                      </c:pt>
                      <c:pt idx="1752">
                        <c:v>40529</c:v>
                      </c:pt>
                      <c:pt idx="1753">
                        <c:v>40532</c:v>
                      </c:pt>
                      <c:pt idx="1754">
                        <c:v>40533</c:v>
                      </c:pt>
                      <c:pt idx="1755">
                        <c:v>40534</c:v>
                      </c:pt>
                      <c:pt idx="1756">
                        <c:v>40535</c:v>
                      </c:pt>
                      <c:pt idx="1757">
                        <c:v>40536</c:v>
                      </c:pt>
                      <c:pt idx="1758">
                        <c:v>40539</c:v>
                      </c:pt>
                      <c:pt idx="1759">
                        <c:v>40540</c:v>
                      </c:pt>
                      <c:pt idx="1760">
                        <c:v>40541</c:v>
                      </c:pt>
                      <c:pt idx="1761">
                        <c:v>40542</c:v>
                      </c:pt>
                      <c:pt idx="1762">
                        <c:v>40543</c:v>
                      </c:pt>
                      <c:pt idx="1763">
                        <c:v>40546</c:v>
                      </c:pt>
                      <c:pt idx="1764">
                        <c:v>40547</c:v>
                      </c:pt>
                      <c:pt idx="1765">
                        <c:v>40548</c:v>
                      </c:pt>
                      <c:pt idx="1766">
                        <c:v>40549</c:v>
                      </c:pt>
                      <c:pt idx="1767">
                        <c:v>40550</c:v>
                      </c:pt>
                      <c:pt idx="1768">
                        <c:v>40553</c:v>
                      </c:pt>
                      <c:pt idx="1769">
                        <c:v>40554</c:v>
                      </c:pt>
                      <c:pt idx="1770">
                        <c:v>40555</c:v>
                      </c:pt>
                      <c:pt idx="1771">
                        <c:v>40556</c:v>
                      </c:pt>
                      <c:pt idx="1772">
                        <c:v>40557</c:v>
                      </c:pt>
                      <c:pt idx="1773">
                        <c:v>40560</c:v>
                      </c:pt>
                      <c:pt idx="1774">
                        <c:v>40561</c:v>
                      </c:pt>
                      <c:pt idx="1775">
                        <c:v>40562</c:v>
                      </c:pt>
                      <c:pt idx="1776">
                        <c:v>40563</c:v>
                      </c:pt>
                      <c:pt idx="1777">
                        <c:v>40564</c:v>
                      </c:pt>
                      <c:pt idx="1778">
                        <c:v>40567</c:v>
                      </c:pt>
                      <c:pt idx="1779">
                        <c:v>40568</c:v>
                      </c:pt>
                      <c:pt idx="1780">
                        <c:v>40569</c:v>
                      </c:pt>
                      <c:pt idx="1781">
                        <c:v>40570</c:v>
                      </c:pt>
                      <c:pt idx="1782">
                        <c:v>40571</c:v>
                      </c:pt>
                      <c:pt idx="1783">
                        <c:v>40574</c:v>
                      </c:pt>
                      <c:pt idx="1784">
                        <c:v>40575</c:v>
                      </c:pt>
                      <c:pt idx="1785">
                        <c:v>40576</c:v>
                      </c:pt>
                      <c:pt idx="1786">
                        <c:v>40577</c:v>
                      </c:pt>
                      <c:pt idx="1787">
                        <c:v>40578</c:v>
                      </c:pt>
                      <c:pt idx="1788">
                        <c:v>40581</c:v>
                      </c:pt>
                      <c:pt idx="1789">
                        <c:v>40582</c:v>
                      </c:pt>
                      <c:pt idx="1790">
                        <c:v>40583</c:v>
                      </c:pt>
                      <c:pt idx="1791">
                        <c:v>40584</c:v>
                      </c:pt>
                      <c:pt idx="1792">
                        <c:v>40585</c:v>
                      </c:pt>
                      <c:pt idx="1793">
                        <c:v>40588</c:v>
                      </c:pt>
                      <c:pt idx="1794">
                        <c:v>40589</c:v>
                      </c:pt>
                      <c:pt idx="1795">
                        <c:v>40590</c:v>
                      </c:pt>
                      <c:pt idx="1796">
                        <c:v>40591</c:v>
                      </c:pt>
                      <c:pt idx="1797">
                        <c:v>40592</c:v>
                      </c:pt>
                      <c:pt idx="1798">
                        <c:v>40595</c:v>
                      </c:pt>
                      <c:pt idx="1799">
                        <c:v>40596</c:v>
                      </c:pt>
                      <c:pt idx="1800">
                        <c:v>40597</c:v>
                      </c:pt>
                      <c:pt idx="1801">
                        <c:v>40598</c:v>
                      </c:pt>
                      <c:pt idx="1802">
                        <c:v>40599</c:v>
                      </c:pt>
                      <c:pt idx="1803">
                        <c:v>40602</c:v>
                      </c:pt>
                      <c:pt idx="1804">
                        <c:v>40603</c:v>
                      </c:pt>
                      <c:pt idx="1805">
                        <c:v>40604</c:v>
                      </c:pt>
                      <c:pt idx="1806">
                        <c:v>40605</c:v>
                      </c:pt>
                      <c:pt idx="1807">
                        <c:v>40606</c:v>
                      </c:pt>
                      <c:pt idx="1808">
                        <c:v>40609</c:v>
                      </c:pt>
                      <c:pt idx="1809">
                        <c:v>40610</c:v>
                      </c:pt>
                      <c:pt idx="1810">
                        <c:v>40611</c:v>
                      </c:pt>
                      <c:pt idx="1811">
                        <c:v>40612</c:v>
                      </c:pt>
                      <c:pt idx="1812">
                        <c:v>40613</c:v>
                      </c:pt>
                      <c:pt idx="1813">
                        <c:v>40616</c:v>
                      </c:pt>
                      <c:pt idx="1814">
                        <c:v>40617</c:v>
                      </c:pt>
                      <c:pt idx="1815">
                        <c:v>40618</c:v>
                      </c:pt>
                      <c:pt idx="1816">
                        <c:v>40619</c:v>
                      </c:pt>
                      <c:pt idx="1817">
                        <c:v>40620</c:v>
                      </c:pt>
                      <c:pt idx="1818">
                        <c:v>40623</c:v>
                      </c:pt>
                      <c:pt idx="1819">
                        <c:v>40624</c:v>
                      </c:pt>
                      <c:pt idx="1820">
                        <c:v>40625</c:v>
                      </c:pt>
                      <c:pt idx="1821">
                        <c:v>40626</c:v>
                      </c:pt>
                      <c:pt idx="1822">
                        <c:v>40627</c:v>
                      </c:pt>
                      <c:pt idx="1823">
                        <c:v>40630</c:v>
                      </c:pt>
                      <c:pt idx="1824">
                        <c:v>40631</c:v>
                      </c:pt>
                      <c:pt idx="1825">
                        <c:v>40632</c:v>
                      </c:pt>
                      <c:pt idx="1826">
                        <c:v>40633</c:v>
                      </c:pt>
                      <c:pt idx="1827">
                        <c:v>40634</c:v>
                      </c:pt>
                      <c:pt idx="1828">
                        <c:v>40637</c:v>
                      </c:pt>
                      <c:pt idx="1829">
                        <c:v>40638</c:v>
                      </c:pt>
                      <c:pt idx="1830">
                        <c:v>40639</c:v>
                      </c:pt>
                      <c:pt idx="1831">
                        <c:v>40640</c:v>
                      </c:pt>
                      <c:pt idx="1832">
                        <c:v>40641</c:v>
                      </c:pt>
                      <c:pt idx="1833">
                        <c:v>40644</c:v>
                      </c:pt>
                      <c:pt idx="1834">
                        <c:v>40645</c:v>
                      </c:pt>
                      <c:pt idx="1835">
                        <c:v>40646</c:v>
                      </c:pt>
                      <c:pt idx="1836">
                        <c:v>40647</c:v>
                      </c:pt>
                      <c:pt idx="1837">
                        <c:v>40648</c:v>
                      </c:pt>
                      <c:pt idx="1838">
                        <c:v>40651</c:v>
                      </c:pt>
                      <c:pt idx="1839">
                        <c:v>40652</c:v>
                      </c:pt>
                      <c:pt idx="1840">
                        <c:v>40653</c:v>
                      </c:pt>
                      <c:pt idx="1841">
                        <c:v>40654</c:v>
                      </c:pt>
                      <c:pt idx="1842">
                        <c:v>40655</c:v>
                      </c:pt>
                      <c:pt idx="1843">
                        <c:v>40658</c:v>
                      </c:pt>
                      <c:pt idx="1844">
                        <c:v>40659</c:v>
                      </c:pt>
                      <c:pt idx="1845">
                        <c:v>40660</c:v>
                      </c:pt>
                      <c:pt idx="1846">
                        <c:v>40661</c:v>
                      </c:pt>
                      <c:pt idx="1847">
                        <c:v>40662</c:v>
                      </c:pt>
                      <c:pt idx="1848">
                        <c:v>40665</c:v>
                      </c:pt>
                      <c:pt idx="1849">
                        <c:v>40666</c:v>
                      </c:pt>
                      <c:pt idx="1850">
                        <c:v>40667</c:v>
                      </c:pt>
                      <c:pt idx="1851">
                        <c:v>40668</c:v>
                      </c:pt>
                      <c:pt idx="1852">
                        <c:v>40669</c:v>
                      </c:pt>
                      <c:pt idx="1853">
                        <c:v>40672</c:v>
                      </c:pt>
                      <c:pt idx="1854">
                        <c:v>40673</c:v>
                      </c:pt>
                      <c:pt idx="1855">
                        <c:v>40674</c:v>
                      </c:pt>
                      <c:pt idx="1856">
                        <c:v>40675</c:v>
                      </c:pt>
                      <c:pt idx="1857">
                        <c:v>40676</c:v>
                      </c:pt>
                      <c:pt idx="1858">
                        <c:v>40679</c:v>
                      </c:pt>
                      <c:pt idx="1859">
                        <c:v>40680</c:v>
                      </c:pt>
                      <c:pt idx="1860">
                        <c:v>40681</c:v>
                      </c:pt>
                      <c:pt idx="1861">
                        <c:v>40682</c:v>
                      </c:pt>
                      <c:pt idx="1862">
                        <c:v>40683</c:v>
                      </c:pt>
                      <c:pt idx="1863">
                        <c:v>40686</c:v>
                      </c:pt>
                      <c:pt idx="1864">
                        <c:v>40687</c:v>
                      </c:pt>
                      <c:pt idx="1865">
                        <c:v>40688</c:v>
                      </c:pt>
                      <c:pt idx="1866">
                        <c:v>40689</c:v>
                      </c:pt>
                      <c:pt idx="1867">
                        <c:v>40690</c:v>
                      </c:pt>
                      <c:pt idx="1868">
                        <c:v>40693</c:v>
                      </c:pt>
                      <c:pt idx="1869">
                        <c:v>40694</c:v>
                      </c:pt>
                      <c:pt idx="1870">
                        <c:v>40695</c:v>
                      </c:pt>
                      <c:pt idx="1871">
                        <c:v>40696</c:v>
                      </c:pt>
                      <c:pt idx="1872">
                        <c:v>40697</c:v>
                      </c:pt>
                      <c:pt idx="1873">
                        <c:v>40700</c:v>
                      </c:pt>
                      <c:pt idx="1874">
                        <c:v>40701</c:v>
                      </c:pt>
                      <c:pt idx="1875">
                        <c:v>40702</c:v>
                      </c:pt>
                      <c:pt idx="1876">
                        <c:v>40703</c:v>
                      </c:pt>
                      <c:pt idx="1877">
                        <c:v>40704</c:v>
                      </c:pt>
                      <c:pt idx="1878">
                        <c:v>40707</c:v>
                      </c:pt>
                      <c:pt idx="1879">
                        <c:v>40708</c:v>
                      </c:pt>
                      <c:pt idx="1880">
                        <c:v>40709</c:v>
                      </c:pt>
                      <c:pt idx="1881">
                        <c:v>40710</c:v>
                      </c:pt>
                      <c:pt idx="1882">
                        <c:v>40711</c:v>
                      </c:pt>
                      <c:pt idx="1883">
                        <c:v>40714</c:v>
                      </c:pt>
                      <c:pt idx="1884">
                        <c:v>40715</c:v>
                      </c:pt>
                      <c:pt idx="1885">
                        <c:v>40716</c:v>
                      </c:pt>
                      <c:pt idx="1886">
                        <c:v>40717</c:v>
                      </c:pt>
                      <c:pt idx="1887">
                        <c:v>40718</c:v>
                      </c:pt>
                      <c:pt idx="1888">
                        <c:v>40721</c:v>
                      </c:pt>
                      <c:pt idx="1889">
                        <c:v>40722</c:v>
                      </c:pt>
                      <c:pt idx="1890">
                        <c:v>40723</c:v>
                      </c:pt>
                      <c:pt idx="1891">
                        <c:v>40724</c:v>
                      </c:pt>
                      <c:pt idx="1892">
                        <c:v>40725</c:v>
                      </c:pt>
                      <c:pt idx="1893">
                        <c:v>40728</c:v>
                      </c:pt>
                      <c:pt idx="1894">
                        <c:v>40729</c:v>
                      </c:pt>
                      <c:pt idx="1895">
                        <c:v>40730</c:v>
                      </c:pt>
                      <c:pt idx="1896">
                        <c:v>40731</c:v>
                      </c:pt>
                      <c:pt idx="1897">
                        <c:v>40732</c:v>
                      </c:pt>
                      <c:pt idx="1898">
                        <c:v>40735</c:v>
                      </c:pt>
                      <c:pt idx="1899">
                        <c:v>40736</c:v>
                      </c:pt>
                      <c:pt idx="1900">
                        <c:v>40737</c:v>
                      </c:pt>
                      <c:pt idx="1901">
                        <c:v>40738</c:v>
                      </c:pt>
                      <c:pt idx="1902">
                        <c:v>40739</c:v>
                      </c:pt>
                      <c:pt idx="1903">
                        <c:v>40742</c:v>
                      </c:pt>
                      <c:pt idx="1904">
                        <c:v>40743</c:v>
                      </c:pt>
                      <c:pt idx="1905">
                        <c:v>40744</c:v>
                      </c:pt>
                      <c:pt idx="1906">
                        <c:v>40745</c:v>
                      </c:pt>
                      <c:pt idx="1907">
                        <c:v>40746</c:v>
                      </c:pt>
                      <c:pt idx="1908">
                        <c:v>40749</c:v>
                      </c:pt>
                      <c:pt idx="1909">
                        <c:v>40750</c:v>
                      </c:pt>
                      <c:pt idx="1910">
                        <c:v>40751</c:v>
                      </c:pt>
                      <c:pt idx="1911">
                        <c:v>40752</c:v>
                      </c:pt>
                      <c:pt idx="1912">
                        <c:v>40753</c:v>
                      </c:pt>
                      <c:pt idx="1913">
                        <c:v>40756</c:v>
                      </c:pt>
                      <c:pt idx="1914">
                        <c:v>40757</c:v>
                      </c:pt>
                      <c:pt idx="1915">
                        <c:v>40758</c:v>
                      </c:pt>
                      <c:pt idx="1916">
                        <c:v>40759</c:v>
                      </c:pt>
                      <c:pt idx="1917">
                        <c:v>40760</c:v>
                      </c:pt>
                      <c:pt idx="1918">
                        <c:v>40763</c:v>
                      </c:pt>
                      <c:pt idx="1919">
                        <c:v>40764</c:v>
                      </c:pt>
                      <c:pt idx="1920">
                        <c:v>40765</c:v>
                      </c:pt>
                      <c:pt idx="1921">
                        <c:v>40766</c:v>
                      </c:pt>
                      <c:pt idx="1922">
                        <c:v>40767</c:v>
                      </c:pt>
                      <c:pt idx="1923">
                        <c:v>40770</c:v>
                      </c:pt>
                      <c:pt idx="1924">
                        <c:v>40771</c:v>
                      </c:pt>
                      <c:pt idx="1925">
                        <c:v>40772</c:v>
                      </c:pt>
                      <c:pt idx="1926">
                        <c:v>40773</c:v>
                      </c:pt>
                      <c:pt idx="1927">
                        <c:v>40774</c:v>
                      </c:pt>
                      <c:pt idx="1928">
                        <c:v>40777</c:v>
                      </c:pt>
                      <c:pt idx="1929">
                        <c:v>40778</c:v>
                      </c:pt>
                      <c:pt idx="1930">
                        <c:v>40779</c:v>
                      </c:pt>
                      <c:pt idx="1931">
                        <c:v>40780</c:v>
                      </c:pt>
                      <c:pt idx="1932">
                        <c:v>40781</c:v>
                      </c:pt>
                      <c:pt idx="1933">
                        <c:v>40784</c:v>
                      </c:pt>
                      <c:pt idx="1934">
                        <c:v>40785</c:v>
                      </c:pt>
                      <c:pt idx="1935">
                        <c:v>40786</c:v>
                      </c:pt>
                      <c:pt idx="1936">
                        <c:v>40787</c:v>
                      </c:pt>
                      <c:pt idx="1937">
                        <c:v>40788</c:v>
                      </c:pt>
                      <c:pt idx="1938">
                        <c:v>40791</c:v>
                      </c:pt>
                      <c:pt idx="1939">
                        <c:v>40792</c:v>
                      </c:pt>
                      <c:pt idx="1940">
                        <c:v>40793</c:v>
                      </c:pt>
                      <c:pt idx="1941">
                        <c:v>40794</c:v>
                      </c:pt>
                      <c:pt idx="1942">
                        <c:v>40795</c:v>
                      </c:pt>
                      <c:pt idx="1943">
                        <c:v>40798</c:v>
                      </c:pt>
                      <c:pt idx="1944">
                        <c:v>40799</c:v>
                      </c:pt>
                      <c:pt idx="1945">
                        <c:v>40800</c:v>
                      </c:pt>
                      <c:pt idx="1946">
                        <c:v>40801</c:v>
                      </c:pt>
                      <c:pt idx="1947">
                        <c:v>40802</c:v>
                      </c:pt>
                      <c:pt idx="1948">
                        <c:v>40805</c:v>
                      </c:pt>
                      <c:pt idx="1949">
                        <c:v>40806</c:v>
                      </c:pt>
                      <c:pt idx="1950">
                        <c:v>40807</c:v>
                      </c:pt>
                      <c:pt idx="1951">
                        <c:v>40808</c:v>
                      </c:pt>
                      <c:pt idx="1952">
                        <c:v>40809</c:v>
                      </c:pt>
                      <c:pt idx="1953">
                        <c:v>40812</c:v>
                      </c:pt>
                      <c:pt idx="1954">
                        <c:v>40813</c:v>
                      </c:pt>
                      <c:pt idx="1955">
                        <c:v>40814</c:v>
                      </c:pt>
                      <c:pt idx="1956">
                        <c:v>40815</c:v>
                      </c:pt>
                      <c:pt idx="1957">
                        <c:v>40816</c:v>
                      </c:pt>
                      <c:pt idx="1958">
                        <c:v>40819</c:v>
                      </c:pt>
                      <c:pt idx="1959">
                        <c:v>40820</c:v>
                      </c:pt>
                      <c:pt idx="1960">
                        <c:v>40821</c:v>
                      </c:pt>
                      <c:pt idx="1961">
                        <c:v>40822</c:v>
                      </c:pt>
                      <c:pt idx="1962">
                        <c:v>40823</c:v>
                      </c:pt>
                      <c:pt idx="1963">
                        <c:v>40826</c:v>
                      </c:pt>
                      <c:pt idx="1964">
                        <c:v>40827</c:v>
                      </c:pt>
                      <c:pt idx="1965">
                        <c:v>40828</c:v>
                      </c:pt>
                      <c:pt idx="1966">
                        <c:v>40829</c:v>
                      </c:pt>
                      <c:pt idx="1967">
                        <c:v>40830</c:v>
                      </c:pt>
                      <c:pt idx="1968">
                        <c:v>40833</c:v>
                      </c:pt>
                      <c:pt idx="1969">
                        <c:v>40834</c:v>
                      </c:pt>
                      <c:pt idx="1970">
                        <c:v>40835</c:v>
                      </c:pt>
                      <c:pt idx="1971">
                        <c:v>40836</c:v>
                      </c:pt>
                      <c:pt idx="1972">
                        <c:v>40837</c:v>
                      </c:pt>
                      <c:pt idx="1973">
                        <c:v>40840</c:v>
                      </c:pt>
                      <c:pt idx="1974">
                        <c:v>40841</c:v>
                      </c:pt>
                      <c:pt idx="1975">
                        <c:v>40842</c:v>
                      </c:pt>
                      <c:pt idx="1976">
                        <c:v>40843</c:v>
                      </c:pt>
                      <c:pt idx="1977">
                        <c:v>40844</c:v>
                      </c:pt>
                      <c:pt idx="1978">
                        <c:v>40847</c:v>
                      </c:pt>
                      <c:pt idx="1979">
                        <c:v>40848</c:v>
                      </c:pt>
                      <c:pt idx="1980">
                        <c:v>40849</c:v>
                      </c:pt>
                      <c:pt idx="1981">
                        <c:v>40850</c:v>
                      </c:pt>
                      <c:pt idx="1982">
                        <c:v>40851</c:v>
                      </c:pt>
                      <c:pt idx="1983">
                        <c:v>40854</c:v>
                      </c:pt>
                      <c:pt idx="1984">
                        <c:v>40855</c:v>
                      </c:pt>
                      <c:pt idx="1985">
                        <c:v>40856</c:v>
                      </c:pt>
                      <c:pt idx="1986">
                        <c:v>40857</c:v>
                      </c:pt>
                      <c:pt idx="1987">
                        <c:v>40858</c:v>
                      </c:pt>
                      <c:pt idx="1988">
                        <c:v>40861</c:v>
                      </c:pt>
                      <c:pt idx="1989">
                        <c:v>40862</c:v>
                      </c:pt>
                      <c:pt idx="1990">
                        <c:v>40863</c:v>
                      </c:pt>
                      <c:pt idx="1991">
                        <c:v>40864</c:v>
                      </c:pt>
                      <c:pt idx="1992">
                        <c:v>40865</c:v>
                      </c:pt>
                      <c:pt idx="1993">
                        <c:v>40868</c:v>
                      </c:pt>
                      <c:pt idx="1994">
                        <c:v>40869</c:v>
                      </c:pt>
                      <c:pt idx="1995">
                        <c:v>40870</c:v>
                      </c:pt>
                      <c:pt idx="1996">
                        <c:v>40871</c:v>
                      </c:pt>
                      <c:pt idx="1997">
                        <c:v>40872</c:v>
                      </c:pt>
                      <c:pt idx="1998">
                        <c:v>40875</c:v>
                      </c:pt>
                      <c:pt idx="1999">
                        <c:v>40876</c:v>
                      </c:pt>
                      <c:pt idx="2000">
                        <c:v>40877</c:v>
                      </c:pt>
                      <c:pt idx="2001">
                        <c:v>40878</c:v>
                      </c:pt>
                      <c:pt idx="2002">
                        <c:v>40879</c:v>
                      </c:pt>
                      <c:pt idx="2003">
                        <c:v>40882</c:v>
                      </c:pt>
                      <c:pt idx="2004">
                        <c:v>40883</c:v>
                      </c:pt>
                      <c:pt idx="2005">
                        <c:v>40884</c:v>
                      </c:pt>
                      <c:pt idx="2006">
                        <c:v>40885</c:v>
                      </c:pt>
                      <c:pt idx="2007">
                        <c:v>40886</c:v>
                      </c:pt>
                      <c:pt idx="2008">
                        <c:v>40889</c:v>
                      </c:pt>
                      <c:pt idx="2009">
                        <c:v>40890</c:v>
                      </c:pt>
                      <c:pt idx="2010">
                        <c:v>40891</c:v>
                      </c:pt>
                      <c:pt idx="2011">
                        <c:v>40892</c:v>
                      </c:pt>
                      <c:pt idx="2012">
                        <c:v>40893</c:v>
                      </c:pt>
                      <c:pt idx="2013">
                        <c:v>40896</c:v>
                      </c:pt>
                      <c:pt idx="2014">
                        <c:v>40897</c:v>
                      </c:pt>
                      <c:pt idx="2015">
                        <c:v>40898</c:v>
                      </c:pt>
                      <c:pt idx="2016">
                        <c:v>40899</c:v>
                      </c:pt>
                      <c:pt idx="2017">
                        <c:v>40900</c:v>
                      </c:pt>
                      <c:pt idx="2018">
                        <c:v>40903</c:v>
                      </c:pt>
                      <c:pt idx="2019">
                        <c:v>40904</c:v>
                      </c:pt>
                      <c:pt idx="2020">
                        <c:v>40905</c:v>
                      </c:pt>
                      <c:pt idx="2021">
                        <c:v>40906</c:v>
                      </c:pt>
                      <c:pt idx="2022">
                        <c:v>40907</c:v>
                      </c:pt>
                      <c:pt idx="2023">
                        <c:v>40910</c:v>
                      </c:pt>
                      <c:pt idx="2024">
                        <c:v>40911</c:v>
                      </c:pt>
                      <c:pt idx="2025">
                        <c:v>40912</c:v>
                      </c:pt>
                      <c:pt idx="2026">
                        <c:v>40913</c:v>
                      </c:pt>
                      <c:pt idx="2027">
                        <c:v>40914</c:v>
                      </c:pt>
                      <c:pt idx="2028">
                        <c:v>40917</c:v>
                      </c:pt>
                      <c:pt idx="2029">
                        <c:v>40918</c:v>
                      </c:pt>
                      <c:pt idx="2030">
                        <c:v>40919</c:v>
                      </c:pt>
                      <c:pt idx="2031">
                        <c:v>40920</c:v>
                      </c:pt>
                      <c:pt idx="2032">
                        <c:v>40921</c:v>
                      </c:pt>
                      <c:pt idx="2033">
                        <c:v>40924</c:v>
                      </c:pt>
                      <c:pt idx="2034">
                        <c:v>40925</c:v>
                      </c:pt>
                      <c:pt idx="2035">
                        <c:v>40926</c:v>
                      </c:pt>
                      <c:pt idx="2036">
                        <c:v>40927</c:v>
                      </c:pt>
                      <c:pt idx="2037">
                        <c:v>40928</c:v>
                      </c:pt>
                      <c:pt idx="2038">
                        <c:v>40931</c:v>
                      </c:pt>
                      <c:pt idx="2039">
                        <c:v>40932</c:v>
                      </c:pt>
                      <c:pt idx="2040">
                        <c:v>40933</c:v>
                      </c:pt>
                      <c:pt idx="2041">
                        <c:v>40934</c:v>
                      </c:pt>
                      <c:pt idx="2042">
                        <c:v>40935</c:v>
                      </c:pt>
                      <c:pt idx="2043">
                        <c:v>40938</c:v>
                      </c:pt>
                      <c:pt idx="2044">
                        <c:v>40939</c:v>
                      </c:pt>
                      <c:pt idx="2045">
                        <c:v>40940</c:v>
                      </c:pt>
                      <c:pt idx="2046">
                        <c:v>40941</c:v>
                      </c:pt>
                      <c:pt idx="2047">
                        <c:v>40942</c:v>
                      </c:pt>
                      <c:pt idx="2048">
                        <c:v>40945</c:v>
                      </c:pt>
                      <c:pt idx="2049">
                        <c:v>40946</c:v>
                      </c:pt>
                      <c:pt idx="2050">
                        <c:v>40947</c:v>
                      </c:pt>
                      <c:pt idx="2051">
                        <c:v>40948</c:v>
                      </c:pt>
                      <c:pt idx="2052">
                        <c:v>40949</c:v>
                      </c:pt>
                      <c:pt idx="2053">
                        <c:v>40952</c:v>
                      </c:pt>
                      <c:pt idx="2054">
                        <c:v>40953</c:v>
                      </c:pt>
                      <c:pt idx="2055">
                        <c:v>40954</c:v>
                      </c:pt>
                      <c:pt idx="2056">
                        <c:v>40955</c:v>
                      </c:pt>
                      <c:pt idx="2057">
                        <c:v>40956</c:v>
                      </c:pt>
                      <c:pt idx="2058">
                        <c:v>40959</c:v>
                      </c:pt>
                      <c:pt idx="2059">
                        <c:v>40960</c:v>
                      </c:pt>
                      <c:pt idx="2060">
                        <c:v>40961</c:v>
                      </c:pt>
                      <c:pt idx="2061">
                        <c:v>40962</c:v>
                      </c:pt>
                      <c:pt idx="2062">
                        <c:v>40963</c:v>
                      </c:pt>
                      <c:pt idx="2063">
                        <c:v>40966</c:v>
                      </c:pt>
                      <c:pt idx="2064">
                        <c:v>40967</c:v>
                      </c:pt>
                      <c:pt idx="2065">
                        <c:v>40968</c:v>
                      </c:pt>
                      <c:pt idx="2066">
                        <c:v>40969</c:v>
                      </c:pt>
                      <c:pt idx="2067">
                        <c:v>40970</c:v>
                      </c:pt>
                      <c:pt idx="2068">
                        <c:v>40973</c:v>
                      </c:pt>
                      <c:pt idx="2069">
                        <c:v>40974</c:v>
                      </c:pt>
                      <c:pt idx="2070">
                        <c:v>40975</c:v>
                      </c:pt>
                      <c:pt idx="2071">
                        <c:v>40976</c:v>
                      </c:pt>
                      <c:pt idx="2072">
                        <c:v>40977</c:v>
                      </c:pt>
                      <c:pt idx="2073">
                        <c:v>40980</c:v>
                      </c:pt>
                      <c:pt idx="2074">
                        <c:v>40981</c:v>
                      </c:pt>
                      <c:pt idx="2075">
                        <c:v>40982</c:v>
                      </c:pt>
                      <c:pt idx="2076">
                        <c:v>40983</c:v>
                      </c:pt>
                      <c:pt idx="2077">
                        <c:v>40984</c:v>
                      </c:pt>
                      <c:pt idx="2078">
                        <c:v>40987</c:v>
                      </c:pt>
                      <c:pt idx="2079">
                        <c:v>40988</c:v>
                      </c:pt>
                      <c:pt idx="2080">
                        <c:v>40989</c:v>
                      </c:pt>
                      <c:pt idx="2081">
                        <c:v>40990</c:v>
                      </c:pt>
                      <c:pt idx="2082">
                        <c:v>40991</c:v>
                      </c:pt>
                      <c:pt idx="2083">
                        <c:v>40994</c:v>
                      </c:pt>
                      <c:pt idx="2084">
                        <c:v>40995</c:v>
                      </c:pt>
                      <c:pt idx="2085">
                        <c:v>40996</c:v>
                      </c:pt>
                      <c:pt idx="2086">
                        <c:v>40997</c:v>
                      </c:pt>
                      <c:pt idx="2087">
                        <c:v>40998</c:v>
                      </c:pt>
                      <c:pt idx="2088">
                        <c:v>41001</c:v>
                      </c:pt>
                      <c:pt idx="2089">
                        <c:v>41002</c:v>
                      </c:pt>
                      <c:pt idx="2090">
                        <c:v>41003</c:v>
                      </c:pt>
                      <c:pt idx="2091">
                        <c:v>41004</c:v>
                      </c:pt>
                      <c:pt idx="2092">
                        <c:v>41005</c:v>
                      </c:pt>
                      <c:pt idx="2093">
                        <c:v>41008</c:v>
                      </c:pt>
                      <c:pt idx="2094">
                        <c:v>41009</c:v>
                      </c:pt>
                      <c:pt idx="2095">
                        <c:v>41010</c:v>
                      </c:pt>
                      <c:pt idx="2096">
                        <c:v>41011</c:v>
                      </c:pt>
                      <c:pt idx="2097">
                        <c:v>41012</c:v>
                      </c:pt>
                      <c:pt idx="2098">
                        <c:v>41015</c:v>
                      </c:pt>
                      <c:pt idx="2099">
                        <c:v>41016</c:v>
                      </c:pt>
                      <c:pt idx="2100">
                        <c:v>41017</c:v>
                      </c:pt>
                      <c:pt idx="2101">
                        <c:v>41018</c:v>
                      </c:pt>
                      <c:pt idx="2102">
                        <c:v>41019</c:v>
                      </c:pt>
                      <c:pt idx="2103">
                        <c:v>41022</c:v>
                      </c:pt>
                      <c:pt idx="2104">
                        <c:v>41023</c:v>
                      </c:pt>
                      <c:pt idx="2105">
                        <c:v>41024</c:v>
                      </c:pt>
                      <c:pt idx="2106">
                        <c:v>41025</c:v>
                      </c:pt>
                      <c:pt idx="2107">
                        <c:v>41026</c:v>
                      </c:pt>
                      <c:pt idx="2108">
                        <c:v>41029</c:v>
                      </c:pt>
                      <c:pt idx="2109">
                        <c:v>41030</c:v>
                      </c:pt>
                      <c:pt idx="2110">
                        <c:v>41031</c:v>
                      </c:pt>
                      <c:pt idx="2111">
                        <c:v>41032</c:v>
                      </c:pt>
                      <c:pt idx="2112">
                        <c:v>41033</c:v>
                      </c:pt>
                      <c:pt idx="2113">
                        <c:v>41036</c:v>
                      </c:pt>
                      <c:pt idx="2114">
                        <c:v>41037</c:v>
                      </c:pt>
                      <c:pt idx="2115">
                        <c:v>41038</c:v>
                      </c:pt>
                      <c:pt idx="2116">
                        <c:v>41039</c:v>
                      </c:pt>
                      <c:pt idx="2117">
                        <c:v>41040</c:v>
                      </c:pt>
                      <c:pt idx="2118">
                        <c:v>41043</c:v>
                      </c:pt>
                      <c:pt idx="2119">
                        <c:v>41044</c:v>
                      </c:pt>
                      <c:pt idx="2120">
                        <c:v>41045</c:v>
                      </c:pt>
                      <c:pt idx="2121">
                        <c:v>41046</c:v>
                      </c:pt>
                      <c:pt idx="2122">
                        <c:v>41047</c:v>
                      </c:pt>
                      <c:pt idx="2123">
                        <c:v>41050</c:v>
                      </c:pt>
                      <c:pt idx="2124">
                        <c:v>41051</c:v>
                      </c:pt>
                      <c:pt idx="2125">
                        <c:v>41052</c:v>
                      </c:pt>
                      <c:pt idx="2126">
                        <c:v>41053</c:v>
                      </c:pt>
                      <c:pt idx="2127">
                        <c:v>41054</c:v>
                      </c:pt>
                      <c:pt idx="2128">
                        <c:v>41057</c:v>
                      </c:pt>
                      <c:pt idx="2129">
                        <c:v>41058</c:v>
                      </c:pt>
                      <c:pt idx="2130">
                        <c:v>41059</c:v>
                      </c:pt>
                      <c:pt idx="2131">
                        <c:v>41060</c:v>
                      </c:pt>
                      <c:pt idx="2132">
                        <c:v>41061</c:v>
                      </c:pt>
                      <c:pt idx="2133">
                        <c:v>41064</c:v>
                      </c:pt>
                      <c:pt idx="2134">
                        <c:v>41065</c:v>
                      </c:pt>
                      <c:pt idx="2135">
                        <c:v>41066</c:v>
                      </c:pt>
                      <c:pt idx="2136">
                        <c:v>41067</c:v>
                      </c:pt>
                      <c:pt idx="2137">
                        <c:v>41068</c:v>
                      </c:pt>
                      <c:pt idx="2138">
                        <c:v>41071</c:v>
                      </c:pt>
                      <c:pt idx="2139">
                        <c:v>41072</c:v>
                      </c:pt>
                      <c:pt idx="2140">
                        <c:v>41073</c:v>
                      </c:pt>
                      <c:pt idx="2141">
                        <c:v>41074</c:v>
                      </c:pt>
                      <c:pt idx="2142">
                        <c:v>41075</c:v>
                      </c:pt>
                      <c:pt idx="2143">
                        <c:v>41078</c:v>
                      </c:pt>
                      <c:pt idx="2144">
                        <c:v>41079</c:v>
                      </c:pt>
                      <c:pt idx="2145">
                        <c:v>41080</c:v>
                      </c:pt>
                      <c:pt idx="2146">
                        <c:v>41081</c:v>
                      </c:pt>
                      <c:pt idx="2147">
                        <c:v>41082</c:v>
                      </c:pt>
                      <c:pt idx="2148">
                        <c:v>41085</c:v>
                      </c:pt>
                      <c:pt idx="2149">
                        <c:v>41086</c:v>
                      </c:pt>
                      <c:pt idx="2150">
                        <c:v>41087</c:v>
                      </c:pt>
                      <c:pt idx="2151">
                        <c:v>41088</c:v>
                      </c:pt>
                      <c:pt idx="2152">
                        <c:v>41089</c:v>
                      </c:pt>
                      <c:pt idx="2153">
                        <c:v>41092</c:v>
                      </c:pt>
                      <c:pt idx="2154">
                        <c:v>41093</c:v>
                      </c:pt>
                      <c:pt idx="2155">
                        <c:v>41094</c:v>
                      </c:pt>
                      <c:pt idx="2156">
                        <c:v>41095</c:v>
                      </c:pt>
                      <c:pt idx="2157">
                        <c:v>41096</c:v>
                      </c:pt>
                      <c:pt idx="2158">
                        <c:v>41099</c:v>
                      </c:pt>
                      <c:pt idx="2159">
                        <c:v>41100</c:v>
                      </c:pt>
                      <c:pt idx="2160">
                        <c:v>41101</c:v>
                      </c:pt>
                      <c:pt idx="2161">
                        <c:v>41102</c:v>
                      </c:pt>
                      <c:pt idx="2162">
                        <c:v>41103</c:v>
                      </c:pt>
                      <c:pt idx="2163">
                        <c:v>41106</c:v>
                      </c:pt>
                      <c:pt idx="2164">
                        <c:v>41107</c:v>
                      </c:pt>
                      <c:pt idx="2165">
                        <c:v>41108</c:v>
                      </c:pt>
                      <c:pt idx="2166">
                        <c:v>41109</c:v>
                      </c:pt>
                      <c:pt idx="2167">
                        <c:v>41110</c:v>
                      </c:pt>
                      <c:pt idx="2168">
                        <c:v>41113</c:v>
                      </c:pt>
                      <c:pt idx="2169">
                        <c:v>41114</c:v>
                      </c:pt>
                      <c:pt idx="2170">
                        <c:v>41115</c:v>
                      </c:pt>
                      <c:pt idx="2171">
                        <c:v>41116</c:v>
                      </c:pt>
                      <c:pt idx="2172">
                        <c:v>41117</c:v>
                      </c:pt>
                      <c:pt idx="2173">
                        <c:v>41120</c:v>
                      </c:pt>
                      <c:pt idx="2174">
                        <c:v>41121</c:v>
                      </c:pt>
                      <c:pt idx="2175">
                        <c:v>41122</c:v>
                      </c:pt>
                      <c:pt idx="2176">
                        <c:v>41123</c:v>
                      </c:pt>
                      <c:pt idx="2177">
                        <c:v>41124</c:v>
                      </c:pt>
                      <c:pt idx="2178">
                        <c:v>41127</c:v>
                      </c:pt>
                      <c:pt idx="2179">
                        <c:v>41128</c:v>
                      </c:pt>
                      <c:pt idx="2180">
                        <c:v>41129</c:v>
                      </c:pt>
                      <c:pt idx="2181">
                        <c:v>41130</c:v>
                      </c:pt>
                      <c:pt idx="2182">
                        <c:v>41131</c:v>
                      </c:pt>
                      <c:pt idx="2183">
                        <c:v>41134</c:v>
                      </c:pt>
                      <c:pt idx="2184">
                        <c:v>41135</c:v>
                      </c:pt>
                      <c:pt idx="2185">
                        <c:v>41136</c:v>
                      </c:pt>
                      <c:pt idx="2186">
                        <c:v>41137</c:v>
                      </c:pt>
                      <c:pt idx="2187">
                        <c:v>41138</c:v>
                      </c:pt>
                      <c:pt idx="2188">
                        <c:v>41141</c:v>
                      </c:pt>
                      <c:pt idx="2189">
                        <c:v>41142</c:v>
                      </c:pt>
                      <c:pt idx="2190">
                        <c:v>41143</c:v>
                      </c:pt>
                      <c:pt idx="2191">
                        <c:v>41144</c:v>
                      </c:pt>
                      <c:pt idx="2192">
                        <c:v>41145</c:v>
                      </c:pt>
                      <c:pt idx="2193">
                        <c:v>41148</c:v>
                      </c:pt>
                      <c:pt idx="2194">
                        <c:v>41149</c:v>
                      </c:pt>
                      <c:pt idx="2195">
                        <c:v>41150</c:v>
                      </c:pt>
                      <c:pt idx="2196">
                        <c:v>41151</c:v>
                      </c:pt>
                      <c:pt idx="2197">
                        <c:v>41152</c:v>
                      </c:pt>
                      <c:pt idx="2198">
                        <c:v>41155</c:v>
                      </c:pt>
                      <c:pt idx="2199">
                        <c:v>41156</c:v>
                      </c:pt>
                      <c:pt idx="2200">
                        <c:v>41157</c:v>
                      </c:pt>
                      <c:pt idx="2201">
                        <c:v>41158</c:v>
                      </c:pt>
                      <c:pt idx="2202">
                        <c:v>41159</c:v>
                      </c:pt>
                      <c:pt idx="2203">
                        <c:v>41162</c:v>
                      </c:pt>
                      <c:pt idx="2204">
                        <c:v>41163</c:v>
                      </c:pt>
                      <c:pt idx="2205">
                        <c:v>41164</c:v>
                      </c:pt>
                      <c:pt idx="2206">
                        <c:v>41165</c:v>
                      </c:pt>
                      <c:pt idx="2207">
                        <c:v>41166</c:v>
                      </c:pt>
                      <c:pt idx="2208">
                        <c:v>41169</c:v>
                      </c:pt>
                      <c:pt idx="2209">
                        <c:v>41170</c:v>
                      </c:pt>
                      <c:pt idx="2210">
                        <c:v>41171</c:v>
                      </c:pt>
                      <c:pt idx="2211">
                        <c:v>41172</c:v>
                      </c:pt>
                      <c:pt idx="2212">
                        <c:v>41173</c:v>
                      </c:pt>
                      <c:pt idx="2213">
                        <c:v>41176</c:v>
                      </c:pt>
                      <c:pt idx="2214">
                        <c:v>41177</c:v>
                      </c:pt>
                      <c:pt idx="2215">
                        <c:v>41178</c:v>
                      </c:pt>
                      <c:pt idx="2216">
                        <c:v>41179</c:v>
                      </c:pt>
                      <c:pt idx="2217">
                        <c:v>41180</c:v>
                      </c:pt>
                      <c:pt idx="2218">
                        <c:v>41183</c:v>
                      </c:pt>
                      <c:pt idx="2219">
                        <c:v>41184</c:v>
                      </c:pt>
                      <c:pt idx="2220">
                        <c:v>41185</c:v>
                      </c:pt>
                      <c:pt idx="2221">
                        <c:v>41186</c:v>
                      </c:pt>
                      <c:pt idx="2222">
                        <c:v>41187</c:v>
                      </c:pt>
                      <c:pt idx="2223">
                        <c:v>41190</c:v>
                      </c:pt>
                      <c:pt idx="2224">
                        <c:v>41191</c:v>
                      </c:pt>
                      <c:pt idx="2225">
                        <c:v>41192</c:v>
                      </c:pt>
                      <c:pt idx="2226">
                        <c:v>41193</c:v>
                      </c:pt>
                      <c:pt idx="2227">
                        <c:v>41194</c:v>
                      </c:pt>
                      <c:pt idx="2228">
                        <c:v>41197</c:v>
                      </c:pt>
                      <c:pt idx="2229">
                        <c:v>41198</c:v>
                      </c:pt>
                      <c:pt idx="2230">
                        <c:v>41199</c:v>
                      </c:pt>
                      <c:pt idx="2231">
                        <c:v>41200</c:v>
                      </c:pt>
                      <c:pt idx="2232">
                        <c:v>41201</c:v>
                      </c:pt>
                      <c:pt idx="2233">
                        <c:v>41204</c:v>
                      </c:pt>
                      <c:pt idx="2234">
                        <c:v>41205</c:v>
                      </c:pt>
                      <c:pt idx="2235">
                        <c:v>41206</c:v>
                      </c:pt>
                      <c:pt idx="2236">
                        <c:v>41207</c:v>
                      </c:pt>
                      <c:pt idx="2237">
                        <c:v>41208</c:v>
                      </c:pt>
                      <c:pt idx="2238">
                        <c:v>41211</c:v>
                      </c:pt>
                      <c:pt idx="2239">
                        <c:v>41212</c:v>
                      </c:pt>
                      <c:pt idx="2240">
                        <c:v>41213</c:v>
                      </c:pt>
                      <c:pt idx="2241">
                        <c:v>41214</c:v>
                      </c:pt>
                      <c:pt idx="2242">
                        <c:v>41215</c:v>
                      </c:pt>
                      <c:pt idx="2243">
                        <c:v>41218</c:v>
                      </c:pt>
                      <c:pt idx="2244">
                        <c:v>41219</c:v>
                      </c:pt>
                      <c:pt idx="2245">
                        <c:v>41220</c:v>
                      </c:pt>
                      <c:pt idx="2246">
                        <c:v>41221</c:v>
                      </c:pt>
                      <c:pt idx="2247">
                        <c:v>41222</c:v>
                      </c:pt>
                      <c:pt idx="2248">
                        <c:v>41225</c:v>
                      </c:pt>
                      <c:pt idx="2249">
                        <c:v>41226</c:v>
                      </c:pt>
                      <c:pt idx="2250">
                        <c:v>41227</c:v>
                      </c:pt>
                      <c:pt idx="2251">
                        <c:v>41228</c:v>
                      </c:pt>
                      <c:pt idx="2252">
                        <c:v>41229</c:v>
                      </c:pt>
                      <c:pt idx="2253">
                        <c:v>41232</c:v>
                      </c:pt>
                      <c:pt idx="2254">
                        <c:v>41233</c:v>
                      </c:pt>
                      <c:pt idx="2255">
                        <c:v>41234</c:v>
                      </c:pt>
                      <c:pt idx="2256">
                        <c:v>41235</c:v>
                      </c:pt>
                      <c:pt idx="2257">
                        <c:v>41236</c:v>
                      </c:pt>
                      <c:pt idx="2258">
                        <c:v>41239</c:v>
                      </c:pt>
                      <c:pt idx="2259">
                        <c:v>41240</c:v>
                      </c:pt>
                      <c:pt idx="2260">
                        <c:v>41241</c:v>
                      </c:pt>
                      <c:pt idx="2261">
                        <c:v>41242</c:v>
                      </c:pt>
                      <c:pt idx="2262">
                        <c:v>41243</c:v>
                      </c:pt>
                      <c:pt idx="2263">
                        <c:v>41246</c:v>
                      </c:pt>
                      <c:pt idx="2264">
                        <c:v>41247</c:v>
                      </c:pt>
                      <c:pt idx="2265">
                        <c:v>41248</c:v>
                      </c:pt>
                      <c:pt idx="2266">
                        <c:v>41249</c:v>
                      </c:pt>
                      <c:pt idx="2267">
                        <c:v>41250</c:v>
                      </c:pt>
                      <c:pt idx="2268">
                        <c:v>41253</c:v>
                      </c:pt>
                      <c:pt idx="2269">
                        <c:v>41254</c:v>
                      </c:pt>
                      <c:pt idx="2270">
                        <c:v>41255</c:v>
                      </c:pt>
                      <c:pt idx="2271">
                        <c:v>41256</c:v>
                      </c:pt>
                      <c:pt idx="2272">
                        <c:v>41257</c:v>
                      </c:pt>
                      <c:pt idx="2273">
                        <c:v>41260</c:v>
                      </c:pt>
                      <c:pt idx="2274">
                        <c:v>41261</c:v>
                      </c:pt>
                      <c:pt idx="2275">
                        <c:v>41262</c:v>
                      </c:pt>
                      <c:pt idx="2276">
                        <c:v>41263</c:v>
                      </c:pt>
                      <c:pt idx="2277">
                        <c:v>41264</c:v>
                      </c:pt>
                      <c:pt idx="2278">
                        <c:v>41267</c:v>
                      </c:pt>
                      <c:pt idx="2279">
                        <c:v>41268</c:v>
                      </c:pt>
                      <c:pt idx="2280">
                        <c:v>41269</c:v>
                      </c:pt>
                      <c:pt idx="2281">
                        <c:v>41270</c:v>
                      </c:pt>
                      <c:pt idx="2282">
                        <c:v>41271</c:v>
                      </c:pt>
                      <c:pt idx="2283">
                        <c:v>41274</c:v>
                      </c:pt>
                      <c:pt idx="2284">
                        <c:v>41275</c:v>
                      </c:pt>
                      <c:pt idx="2285">
                        <c:v>41276</c:v>
                      </c:pt>
                      <c:pt idx="2286">
                        <c:v>41277</c:v>
                      </c:pt>
                      <c:pt idx="2287">
                        <c:v>41278</c:v>
                      </c:pt>
                      <c:pt idx="2288">
                        <c:v>41281</c:v>
                      </c:pt>
                      <c:pt idx="2289">
                        <c:v>41282</c:v>
                      </c:pt>
                      <c:pt idx="2290">
                        <c:v>41283</c:v>
                      </c:pt>
                      <c:pt idx="2291">
                        <c:v>41284</c:v>
                      </c:pt>
                      <c:pt idx="2292">
                        <c:v>41285</c:v>
                      </c:pt>
                      <c:pt idx="2293">
                        <c:v>41288</c:v>
                      </c:pt>
                      <c:pt idx="2294">
                        <c:v>41289</c:v>
                      </c:pt>
                      <c:pt idx="2295">
                        <c:v>41290</c:v>
                      </c:pt>
                      <c:pt idx="2296">
                        <c:v>41291</c:v>
                      </c:pt>
                      <c:pt idx="2297">
                        <c:v>41292</c:v>
                      </c:pt>
                      <c:pt idx="2298">
                        <c:v>41295</c:v>
                      </c:pt>
                      <c:pt idx="2299">
                        <c:v>41296</c:v>
                      </c:pt>
                      <c:pt idx="2300">
                        <c:v>41297</c:v>
                      </c:pt>
                      <c:pt idx="2301">
                        <c:v>41298</c:v>
                      </c:pt>
                      <c:pt idx="2302">
                        <c:v>41299</c:v>
                      </c:pt>
                      <c:pt idx="2303">
                        <c:v>41302</c:v>
                      </c:pt>
                      <c:pt idx="2304">
                        <c:v>41303</c:v>
                      </c:pt>
                      <c:pt idx="2305">
                        <c:v>41304</c:v>
                      </c:pt>
                      <c:pt idx="2306">
                        <c:v>41305</c:v>
                      </c:pt>
                      <c:pt idx="2307">
                        <c:v>41306</c:v>
                      </c:pt>
                      <c:pt idx="2308">
                        <c:v>41309</c:v>
                      </c:pt>
                      <c:pt idx="2309">
                        <c:v>41310</c:v>
                      </c:pt>
                      <c:pt idx="2310">
                        <c:v>41311</c:v>
                      </c:pt>
                      <c:pt idx="2311">
                        <c:v>41312</c:v>
                      </c:pt>
                      <c:pt idx="2312">
                        <c:v>41313</c:v>
                      </c:pt>
                      <c:pt idx="2313">
                        <c:v>41316</c:v>
                      </c:pt>
                      <c:pt idx="2314">
                        <c:v>41317</c:v>
                      </c:pt>
                      <c:pt idx="2315">
                        <c:v>41318</c:v>
                      </c:pt>
                      <c:pt idx="2316">
                        <c:v>41319</c:v>
                      </c:pt>
                      <c:pt idx="2317">
                        <c:v>41320</c:v>
                      </c:pt>
                      <c:pt idx="2318">
                        <c:v>41323</c:v>
                      </c:pt>
                      <c:pt idx="2319">
                        <c:v>41324</c:v>
                      </c:pt>
                      <c:pt idx="2320">
                        <c:v>41325</c:v>
                      </c:pt>
                      <c:pt idx="2321">
                        <c:v>41326</c:v>
                      </c:pt>
                      <c:pt idx="2322">
                        <c:v>41327</c:v>
                      </c:pt>
                      <c:pt idx="2323">
                        <c:v>41330</c:v>
                      </c:pt>
                      <c:pt idx="2324">
                        <c:v>41331</c:v>
                      </c:pt>
                      <c:pt idx="2325">
                        <c:v>41332</c:v>
                      </c:pt>
                      <c:pt idx="2326">
                        <c:v>41333</c:v>
                      </c:pt>
                      <c:pt idx="2327">
                        <c:v>41334</c:v>
                      </c:pt>
                      <c:pt idx="2328">
                        <c:v>41337</c:v>
                      </c:pt>
                      <c:pt idx="2329">
                        <c:v>41338</c:v>
                      </c:pt>
                      <c:pt idx="2330">
                        <c:v>41339</c:v>
                      </c:pt>
                      <c:pt idx="2331">
                        <c:v>41340</c:v>
                      </c:pt>
                      <c:pt idx="2332">
                        <c:v>41341</c:v>
                      </c:pt>
                      <c:pt idx="2333">
                        <c:v>41344</c:v>
                      </c:pt>
                      <c:pt idx="2334">
                        <c:v>41345</c:v>
                      </c:pt>
                      <c:pt idx="2335">
                        <c:v>41346</c:v>
                      </c:pt>
                      <c:pt idx="2336">
                        <c:v>41347</c:v>
                      </c:pt>
                      <c:pt idx="2337">
                        <c:v>41348</c:v>
                      </c:pt>
                      <c:pt idx="2338">
                        <c:v>41351</c:v>
                      </c:pt>
                      <c:pt idx="2339">
                        <c:v>41352</c:v>
                      </c:pt>
                      <c:pt idx="2340">
                        <c:v>41353</c:v>
                      </c:pt>
                      <c:pt idx="2341">
                        <c:v>41354</c:v>
                      </c:pt>
                      <c:pt idx="2342">
                        <c:v>41355</c:v>
                      </c:pt>
                      <c:pt idx="2343">
                        <c:v>41358</c:v>
                      </c:pt>
                      <c:pt idx="2344">
                        <c:v>41359</c:v>
                      </c:pt>
                      <c:pt idx="2345">
                        <c:v>41360</c:v>
                      </c:pt>
                      <c:pt idx="2346">
                        <c:v>41361</c:v>
                      </c:pt>
                      <c:pt idx="2347">
                        <c:v>41362</c:v>
                      </c:pt>
                      <c:pt idx="2348">
                        <c:v>41365</c:v>
                      </c:pt>
                      <c:pt idx="2349">
                        <c:v>41366</c:v>
                      </c:pt>
                      <c:pt idx="2350">
                        <c:v>41367</c:v>
                      </c:pt>
                      <c:pt idx="2351">
                        <c:v>41368</c:v>
                      </c:pt>
                      <c:pt idx="2352">
                        <c:v>41369</c:v>
                      </c:pt>
                      <c:pt idx="2353">
                        <c:v>41372</c:v>
                      </c:pt>
                      <c:pt idx="2354">
                        <c:v>41373</c:v>
                      </c:pt>
                      <c:pt idx="2355">
                        <c:v>41374</c:v>
                      </c:pt>
                      <c:pt idx="2356">
                        <c:v>41375</c:v>
                      </c:pt>
                      <c:pt idx="2357">
                        <c:v>41376</c:v>
                      </c:pt>
                      <c:pt idx="2358">
                        <c:v>41379</c:v>
                      </c:pt>
                      <c:pt idx="2359">
                        <c:v>41380</c:v>
                      </c:pt>
                      <c:pt idx="2360">
                        <c:v>41381</c:v>
                      </c:pt>
                      <c:pt idx="2361">
                        <c:v>41382</c:v>
                      </c:pt>
                      <c:pt idx="2362">
                        <c:v>41383</c:v>
                      </c:pt>
                      <c:pt idx="2363">
                        <c:v>41386</c:v>
                      </c:pt>
                      <c:pt idx="2364">
                        <c:v>41387</c:v>
                      </c:pt>
                      <c:pt idx="2365">
                        <c:v>41388</c:v>
                      </c:pt>
                      <c:pt idx="2366">
                        <c:v>41389</c:v>
                      </c:pt>
                      <c:pt idx="2367">
                        <c:v>41390</c:v>
                      </c:pt>
                      <c:pt idx="2368">
                        <c:v>41393</c:v>
                      </c:pt>
                      <c:pt idx="2369">
                        <c:v>41394</c:v>
                      </c:pt>
                      <c:pt idx="2370">
                        <c:v>41395</c:v>
                      </c:pt>
                      <c:pt idx="2371">
                        <c:v>41396</c:v>
                      </c:pt>
                      <c:pt idx="2372">
                        <c:v>41397</c:v>
                      </c:pt>
                      <c:pt idx="2373">
                        <c:v>41400</c:v>
                      </c:pt>
                      <c:pt idx="2374">
                        <c:v>41401</c:v>
                      </c:pt>
                      <c:pt idx="2375">
                        <c:v>41402</c:v>
                      </c:pt>
                      <c:pt idx="2376">
                        <c:v>41403</c:v>
                      </c:pt>
                      <c:pt idx="2377">
                        <c:v>41404</c:v>
                      </c:pt>
                      <c:pt idx="2378">
                        <c:v>41407</c:v>
                      </c:pt>
                      <c:pt idx="2379">
                        <c:v>41408</c:v>
                      </c:pt>
                      <c:pt idx="2380">
                        <c:v>41409</c:v>
                      </c:pt>
                      <c:pt idx="2381">
                        <c:v>41410</c:v>
                      </c:pt>
                      <c:pt idx="2382">
                        <c:v>41411</c:v>
                      </c:pt>
                      <c:pt idx="2383">
                        <c:v>41414</c:v>
                      </c:pt>
                      <c:pt idx="2384">
                        <c:v>41415</c:v>
                      </c:pt>
                      <c:pt idx="2385">
                        <c:v>41416</c:v>
                      </c:pt>
                      <c:pt idx="2386">
                        <c:v>41417</c:v>
                      </c:pt>
                      <c:pt idx="2387">
                        <c:v>41418</c:v>
                      </c:pt>
                      <c:pt idx="2388">
                        <c:v>41421</c:v>
                      </c:pt>
                      <c:pt idx="2389">
                        <c:v>41422</c:v>
                      </c:pt>
                      <c:pt idx="2390">
                        <c:v>41423</c:v>
                      </c:pt>
                      <c:pt idx="2391">
                        <c:v>41424</c:v>
                      </c:pt>
                      <c:pt idx="2392">
                        <c:v>41425</c:v>
                      </c:pt>
                      <c:pt idx="2393">
                        <c:v>41428</c:v>
                      </c:pt>
                      <c:pt idx="2394">
                        <c:v>41429</c:v>
                      </c:pt>
                      <c:pt idx="2395">
                        <c:v>41430</c:v>
                      </c:pt>
                      <c:pt idx="2396">
                        <c:v>41431</c:v>
                      </c:pt>
                      <c:pt idx="2397">
                        <c:v>41432</c:v>
                      </c:pt>
                      <c:pt idx="2398">
                        <c:v>41435</c:v>
                      </c:pt>
                      <c:pt idx="2399">
                        <c:v>41436</c:v>
                      </c:pt>
                      <c:pt idx="2400">
                        <c:v>41437</c:v>
                      </c:pt>
                      <c:pt idx="2401">
                        <c:v>41438</c:v>
                      </c:pt>
                      <c:pt idx="2402">
                        <c:v>41439</c:v>
                      </c:pt>
                      <c:pt idx="2403">
                        <c:v>41442</c:v>
                      </c:pt>
                      <c:pt idx="2404">
                        <c:v>41443</c:v>
                      </c:pt>
                      <c:pt idx="2405">
                        <c:v>41444</c:v>
                      </c:pt>
                      <c:pt idx="2406">
                        <c:v>41445</c:v>
                      </c:pt>
                      <c:pt idx="2407">
                        <c:v>41446</c:v>
                      </c:pt>
                      <c:pt idx="2408">
                        <c:v>41449</c:v>
                      </c:pt>
                      <c:pt idx="2409">
                        <c:v>41450</c:v>
                      </c:pt>
                      <c:pt idx="2410">
                        <c:v>41451</c:v>
                      </c:pt>
                      <c:pt idx="2411">
                        <c:v>41452</c:v>
                      </c:pt>
                      <c:pt idx="2412">
                        <c:v>41453</c:v>
                      </c:pt>
                      <c:pt idx="2413">
                        <c:v>41456</c:v>
                      </c:pt>
                      <c:pt idx="2414">
                        <c:v>41457</c:v>
                      </c:pt>
                      <c:pt idx="2415">
                        <c:v>41458</c:v>
                      </c:pt>
                      <c:pt idx="2416">
                        <c:v>41459</c:v>
                      </c:pt>
                      <c:pt idx="2417">
                        <c:v>41460</c:v>
                      </c:pt>
                      <c:pt idx="2418">
                        <c:v>41463</c:v>
                      </c:pt>
                      <c:pt idx="2419">
                        <c:v>41464</c:v>
                      </c:pt>
                      <c:pt idx="2420">
                        <c:v>41465</c:v>
                      </c:pt>
                      <c:pt idx="2421">
                        <c:v>41466</c:v>
                      </c:pt>
                      <c:pt idx="2422">
                        <c:v>41467</c:v>
                      </c:pt>
                      <c:pt idx="2423">
                        <c:v>41470</c:v>
                      </c:pt>
                      <c:pt idx="2424">
                        <c:v>41471</c:v>
                      </c:pt>
                      <c:pt idx="2425">
                        <c:v>41472</c:v>
                      </c:pt>
                      <c:pt idx="2426">
                        <c:v>41473</c:v>
                      </c:pt>
                      <c:pt idx="2427">
                        <c:v>41474</c:v>
                      </c:pt>
                      <c:pt idx="2428">
                        <c:v>41477</c:v>
                      </c:pt>
                      <c:pt idx="2429">
                        <c:v>41478</c:v>
                      </c:pt>
                      <c:pt idx="2430">
                        <c:v>41479</c:v>
                      </c:pt>
                      <c:pt idx="2431">
                        <c:v>41480</c:v>
                      </c:pt>
                      <c:pt idx="2432">
                        <c:v>41481</c:v>
                      </c:pt>
                      <c:pt idx="2433">
                        <c:v>41484</c:v>
                      </c:pt>
                      <c:pt idx="2434">
                        <c:v>41485</c:v>
                      </c:pt>
                      <c:pt idx="2435">
                        <c:v>41486</c:v>
                      </c:pt>
                      <c:pt idx="2436">
                        <c:v>41487</c:v>
                      </c:pt>
                      <c:pt idx="2437">
                        <c:v>41488</c:v>
                      </c:pt>
                      <c:pt idx="2438">
                        <c:v>41491</c:v>
                      </c:pt>
                      <c:pt idx="2439">
                        <c:v>41492</c:v>
                      </c:pt>
                      <c:pt idx="2440">
                        <c:v>41493</c:v>
                      </c:pt>
                      <c:pt idx="2441">
                        <c:v>41494</c:v>
                      </c:pt>
                      <c:pt idx="2442">
                        <c:v>41495</c:v>
                      </c:pt>
                      <c:pt idx="2443">
                        <c:v>41498</c:v>
                      </c:pt>
                      <c:pt idx="2444">
                        <c:v>41499</c:v>
                      </c:pt>
                      <c:pt idx="2445">
                        <c:v>41500</c:v>
                      </c:pt>
                      <c:pt idx="2446">
                        <c:v>41501</c:v>
                      </c:pt>
                      <c:pt idx="2447">
                        <c:v>41502</c:v>
                      </c:pt>
                      <c:pt idx="2448">
                        <c:v>41505</c:v>
                      </c:pt>
                      <c:pt idx="2449">
                        <c:v>41506</c:v>
                      </c:pt>
                      <c:pt idx="2450">
                        <c:v>41507</c:v>
                      </c:pt>
                      <c:pt idx="2451">
                        <c:v>41508</c:v>
                      </c:pt>
                      <c:pt idx="2452">
                        <c:v>41509</c:v>
                      </c:pt>
                      <c:pt idx="2453">
                        <c:v>41512</c:v>
                      </c:pt>
                      <c:pt idx="2454">
                        <c:v>41513</c:v>
                      </c:pt>
                      <c:pt idx="2455">
                        <c:v>41514</c:v>
                      </c:pt>
                      <c:pt idx="2456">
                        <c:v>41515</c:v>
                      </c:pt>
                      <c:pt idx="2457">
                        <c:v>41516</c:v>
                      </c:pt>
                      <c:pt idx="2458">
                        <c:v>41519</c:v>
                      </c:pt>
                      <c:pt idx="2459">
                        <c:v>41520</c:v>
                      </c:pt>
                      <c:pt idx="2460">
                        <c:v>41521</c:v>
                      </c:pt>
                      <c:pt idx="2461">
                        <c:v>41522</c:v>
                      </c:pt>
                      <c:pt idx="2462">
                        <c:v>41523</c:v>
                      </c:pt>
                      <c:pt idx="2463">
                        <c:v>41526</c:v>
                      </c:pt>
                      <c:pt idx="2464">
                        <c:v>41527</c:v>
                      </c:pt>
                      <c:pt idx="2465">
                        <c:v>41528</c:v>
                      </c:pt>
                      <c:pt idx="2466">
                        <c:v>41529</c:v>
                      </c:pt>
                      <c:pt idx="2467">
                        <c:v>41530</c:v>
                      </c:pt>
                      <c:pt idx="2468">
                        <c:v>41533</c:v>
                      </c:pt>
                      <c:pt idx="2469">
                        <c:v>41534</c:v>
                      </c:pt>
                      <c:pt idx="2470">
                        <c:v>41535</c:v>
                      </c:pt>
                      <c:pt idx="2471">
                        <c:v>41536</c:v>
                      </c:pt>
                      <c:pt idx="2472">
                        <c:v>41537</c:v>
                      </c:pt>
                      <c:pt idx="2473">
                        <c:v>41540</c:v>
                      </c:pt>
                      <c:pt idx="2474">
                        <c:v>41541</c:v>
                      </c:pt>
                      <c:pt idx="2475">
                        <c:v>41542</c:v>
                      </c:pt>
                      <c:pt idx="2476">
                        <c:v>41543</c:v>
                      </c:pt>
                      <c:pt idx="2477">
                        <c:v>41544</c:v>
                      </c:pt>
                      <c:pt idx="2478">
                        <c:v>41547</c:v>
                      </c:pt>
                      <c:pt idx="2479">
                        <c:v>41548</c:v>
                      </c:pt>
                      <c:pt idx="2480">
                        <c:v>41549</c:v>
                      </c:pt>
                      <c:pt idx="2481">
                        <c:v>41550</c:v>
                      </c:pt>
                      <c:pt idx="2482">
                        <c:v>41551</c:v>
                      </c:pt>
                      <c:pt idx="2483">
                        <c:v>41554</c:v>
                      </c:pt>
                      <c:pt idx="2484">
                        <c:v>41555</c:v>
                      </c:pt>
                      <c:pt idx="2485">
                        <c:v>41556</c:v>
                      </c:pt>
                      <c:pt idx="2486">
                        <c:v>41557</c:v>
                      </c:pt>
                      <c:pt idx="2487">
                        <c:v>41558</c:v>
                      </c:pt>
                      <c:pt idx="2488">
                        <c:v>41561</c:v>
                      </c:pt>
                      <c:pt idx="2489">
                        <c:v>41562</c:v>
                      </c:pt>
                      <c:pt idx="2490">
                        <c:v>41563</c:v>
                      </c:pt>
                      <c:pt idx="2491">
                        <c:v>41564</c:v>
                      </c:pt>
                      <c:pt idx="2492">
                        <c:v>41565</c:v>
                      </c:pt>
                      <c:pt idx="2493">
                        <c:v>41568</c:v>
                      </c:pt>
                      <c:pt idx="2494">
                        <c:v>41569</c:v>
                      </c:pt>
                      <c:pt idx="2495">
                        <c:v>41570</c:v>
                      </c:pt>
                      <c:pt idx="2496">
                        <c:v>41571</c:v>
                      </c:pt>
                      <c:pt idx="2497">
                        <c:v>41572</c:v>
                      </c:pt>
                      <c:pt idx="2498">
                        <c:v>41575</c:v>
                      </c:pt>
                      <c:pt idx="2499">
                        <c:v>41576</c:v>
                      </c:pt>
                      <c:pt idx="2500">
                        <c:v>41577</c:v>
                      </c:pt>
                      <c:pt idx="2501">
                        <c:v>41578</c:v>
                      </c:pt>
                      <c:pt idx="2502">
                        <c:v>41579</c:v>
                      </c:pt>
                      <c:pt idx="2503">
                        <c:v>41582</c:v>
                      </c:pt>
                      <c:pt idx="2504">
                        <c:v>41583</c:v>
                      </c:pt>
                      <c:pt idx="2505">
                        <c:v>41584</c:v>
                      </c:pt>
                      <c:pt idx="2506">
                        <c:v>41585</c:v>
                      </c:pt>
                      <c:pt idx="2507">
                        <c:v>41586</c:v>
                      </c:pt>
                      <c:pt idx="2508">
                        <c:v>41589</c:v>
                      </c:pt>
                      <c:pt idx="2509">
                        <c:v>41590</c:v>
                      </c:pt>
                      <c:pt idx="2510">
                        <c:v>41591</c:v>
                      </c:pt>
                      <c:pt idx="2511">
                        <c:v>41592</c:v>
                      </c:pt>
                      <c:pt idx="2512">
                        <c:v>41593</c:v>
                      </c:pt>
                      <c:pt idx="2513">
                        <c:v>41596</c:v>
                      </c:pt>
                      <c:pt idx="2514">
                        <c:v>41597</c:v>
                      </c:pt>
                      <c:pt idx="2515">
                        <c:v>41598</c:v>
                      </c:pt>
                      <c:pt idx="2516">
                        <c:v>41599</c:v>
                      </c:pt>
                      <c:pt idx="2517">
                        <c:v>41600</c:v>
                      </c:pt>
                      <c:pt idx="2518">
                        <c:v>41603</c:v>
                      </c:pt>
                      <c:pt idx="2519">
                        <c:v>41604</c:v>
                      </c:pt>
                      <c:pt idx="2520">
                        <c:v>41605</c:v>
                      </c:pt>
                      <c:pt idx="2521">
                        <c:v>41606</c:v>
                      </c:pt>
                      <c:pt idx="2522">
                        <c:v>41607</c:v>
                      </c:pt>
                      <c:pt idx="2523">
                        <c:v>41610</c:v>
                      </c:pt>
                      <c:pt idx="2524">
                        <c:v>41611</c:v>
                      </c:pt>
                      <c:pt idx="2525">
                        <c:v>41612</c:v>
                      </c:pt>
                      <c:pt idx="2526">
                        <c:v>41613</c:v>
                      </c:pt>
                      <c:pt idx="2527">
                        <c:v>41614</c:v>
                      </c:pt>
                      <c:pt idx="2528">
                        <c:v>41617</c:v>
                      </c:pt>
                      <c:pt idx="2529">
                        <c:v>41618</c:v>
                      </c:pt>
                      <c:pt idx="2530">
                        <c:v>41619</c:v>
                      </c:pt>
                      <c:pt idx="2531">
                        <c:v>41620</c:v>
                      </c:pt>
                      <c:pt idx="2532">
                        <c:v>41621</c:v>
                      </c:pt>
                      <c:pt idx="2533">
                        <c:v>41624</c:v>
                      </c:pt>
                      <c:pt idx="2534">
                        <c:v>41625</c:v>
                      </c:pt>
                      <c:pt idx="2535">
                        <c:v>41626</c:v>
                      </c:pt>
                      <c:pt idx="2536">
                        <c:v>41627</c:v>
                      </c:pt>
                      <c:pt idx="2537">
                        <c:v>41628</c:v>
                      </c:pt>
                      <c:pt idx="2538">
                        <c:v>41631</c:v>
                      </c:pt>
                      <c:pt idx="2539">
                        <c:v>41632</c:v>
                      </c:pt>
                      <c:pt idx="2540">
                        <c:v>41633</c:v>
                      </c:pt>
                      <c:pt idx="2541">
                        <c:v>41634</c:v>
                      </c:pt>
                      <c:pt idx="2542">
                        <c:v>41635</c:v>
                      </c:pt>
                      <c:pt idx="2543">
                        <c:v>41638</c:v>
                      </c:pt>
                      <c:pt idx="2544">
                        <c:v>41639</c:v>
                      </c:pt>
                      <c:pt idx="2545">
                        <c:v>41640</c:v>
                      </c:pt>
                      <c:pt idx="2546">
                        <c:v>41641</c:v>
                      </c:pt>
                      <c:pt idx="2547">
                        <c:v>41642</c:v>
                      </c:pt>
                      <c:pt idx="2548">
                        <c:v>41645</c:v>
                      </c:pt>
                      <c:pt idx="2549">
                        <c:v>41646</c:v>
                      </c:pt>
                      <c:pt idx="2550">
                        <c:v>41647</c:v>
                      </c:pt>
                      <c:pt idx="2551">
                        <c:v>41648</c:v>
                      </c:pt>
                      <c:pt idx="2552">
                        <c:v>41649</c:v>
                      </c:pt>
                      <c:pt idx="2553">
                        <c:v>41652</c:v>
                      </c:pt>
                      <c:pt idx="2554">
                        <c:v>41653</c:v>
                      </c:pt>
                      <c:pt idx="2555">
                        <c:v>41654</c:v>
                      </c:pt>
                      <c:pt idx="2556">
                        <c:v>41655</c:v>
                      </c:pt>
                      <c:pt idx="2557">
                        <c:v>41656</c:v>
                      </c:pt>
                      <c:pt idx="2558">
                        <c:v>41659</c:v>
                      </c:pt>
                      <c:pt idx="2559">
                        <c:v>41660</c:v>
                      </c:pt>
                      <c:pt idx="2560">
                        <c:v>41661</c:v>
                      </c:pt>
                      <c:pt idx="2561">
                        <c:v>41662</c:v>
                      </c:pt>
                      <c:pt idx="2562">
                        <c:v>41663</c:v>
                      </c:pt>
                      <c:pt idx="2563">
                        <c:v>41666</c:v>
                      </c:pt>
                      <c:pt idx="2564">
                        <c:v>41667</c:v>
                      </c:pt>
                      <c:pt idx="2565">
                        <c:v>41668</c:v>
                      </c:pt>
                      <c:pt idx="2566">
                        <c:v>41669</c:v>
                      </c:pt>
                      <c:pt idx="2567">
                        <c:v>41670</c:v>
                      </c:pt>
                      <c:pt idx="2568">
                        <c:v>41673</c:v>
                      </c:pt>
                      <c:pt idx="2569">
                        <c:v>41674</c:v>
                      </c:pt>
                      <c:pt idx="2570">
                        <c:v>41675</c:v>
                      </c:pt>
                      <c:pt idx="2571">
                        <c:v>41676</c:v>
                      </c:pt>
                      <c:pt idx="2572">
                        <c:v>41677</c:v>
                      </c:pt>
                      <c:pt idx="2573">
                        <c:v>41680</c:v>
                      </c:pt>
                      <c:pt idx="2574">
                        <c:v>41681</c:v>
                      </c:pt>
                      <c:pt idx="2575">
                        <c:v>41682</c:v>
                      </c:pt>
                      <c:pt idx="2576">
                        <c:v>41683</c:v>
                      </c:pt>
                      <c:pt idx="2577">
                        <c:v>41684</c:v>
                      </c:pt>
                      <c:pt idx="2578">
                        <c:v>41687</c:v>
                      </c:pt>
                      <c:pt idx="2579">
                        <c:v>41688</c:v>
                      </c:pt>
                      <c:pt idx="2580">
                        <c:v>41689</c:v>
                      </c:pt>
                      <c:pt idx="2581">
                        <c:v>41690</c:v>
                      </c:pt>
                      <c:pt idx="2582">
                        <c:v>41691</c:v>
                      </c:pt>
                      <c:pt idx="2583">
                        <c:v>41694</c:v>
                      </c:pt>
                      <c:pt idx="2584">
                        <c:v>41695</c:v>
                      </c:pt>
                      <c:pt idx="2585">
                        <c:v>41696</c:v>
                      </c:pt>
                      <c:pt idx="2586">
                        <c:v>41697</c:v>
                      </c:pt>
                      <c:pt idx="2587">
                        <c:v>41698</c:v>
                      </c:pt>
                      <c:pt idx="2588">
                        <c:v>41701</c:v>
                      </c:pt>
                      <c:pt idx="2589">
                        <c:v>41702</c:v>
                      </c:pt>
                      <c:pt idx="2590">
                        <c:v>41703</c:v>
                      </c:pt>
                      <c:pt idx="2591">
                        <c:v>41704</c:v>
                      </c:pt>
                      <c:pt idx="2592">
                        <c:v>41705</c:v>
                      </c:pt>
                      <c:pt idx="2593">
                        <c:v>41708</c:v>
                      </c:pt>
                      <c:pt idx="2594">
                        <c:v>41709</c:v>
                      </c:pt>
                      <c:pt idx="2595">
                        <c:v>41710</c:v>
                      </c:pt>
                      <c:pt idx="2596">
                        <c:v>41711</c:v>
                      </c:pt>
                      <c:pt idx="2597">
                        <c:v>41712</c:v>
                      </c:pt>
                      <c:pt idx="2598">
                        <c:v>41715</c:v>
                      </c:pt>
                      <c:pt idx="2599">
                        <c:v>41716</c:v>
                      </c:pt>
                      <c:pt idx="2600">
                        <c:v>41717</c:v>
                      </c:pt>
                      <c:pt idx="2601">
                        <c:v>41718</c:v>
                      </c:pt>
                      <c:pt idx="2602">
                        <c:v>41719</c:v>
                      </c:pt>
                      <c:pt idx="2603">
                        <c:v>41722</c:v>
                      </c:pt>
                      <c:pt idx="2604">
                        <c:v>41723</c:v>
                      </c:pt>
                      <c:pt idx="2605">
                        <c:v>41724</c:v>
                      </c:pt>
                      <c:pt idx="2606">
                        <c:v>41725</c:v>
                      </c:pt>
                      <c:pt idx="2607">
                        <c:v>41726</c:v>
                      </c:pt>
                      <c:pt idx="2608">
                        <c:v>41729</c:v>
                      </c:pt>
                      <c:pt idx="2609">
                        <c:v>41730</c:v>
                      </c:pt>
                      <c:pt idx="2610">
                        <c:v>41731</c:v>
                      </c:pt>
                      <c:pt idx="2611">
                        <c:v>41732</c:v>
                      </c:pt>
                      <c:pt idx="2612">
                        <c:v>41733</c:v>
                      </c:pt>
                      <c:pt idx="2613">
                        <c:v>41736</c:v>
                      </c:pt>
                      <c:pt idx="2614">
                        <c:v>41737</c:v>
                      </c:pt>
                      <c:pt idx="2615">
                        <c:v>41738</c:v>
                      </c:pt>
                      <c:pt idx="2616">
                        <c:v>41739</c:v>
                      </c:pt>
                      <c:pt idx="2617">
                        <c:v>41740</c:v>
                      </c:pt>
                      <c:pt idx="2618">
                        <c:v>41743</c:v>
                      </c:pt>
                      <c:pt idx="2619">
                        <c:v>41744</c:v>
                      </c:pt>
                      <c:pt idx="2620">
                        <c:v>41745</c:v>
                      </c:pt>
                      <c:pt idx="2621">
                        <c:v>41746</c:v>
                      </c:pt>
                      <c:pt idx="2622">
                        <c:v>41747</c:v>
                      </c:pt>
                      <c:pt idx="2623">
                        <c:v>41750</c:v>
                      </c:pt>
                      <c:pt idx="2624">
                        <c:v>41751</c:v>
                      </c:pt>
                      <c:pt idx="2625">
                        <c:v>41752</c:v>
                      </c:pt>
                      <c:pt idx="2626">
                        <c:v>41753</c:v>
                      </c:pt>
                      <c:pt idx="2627">
                        <c:v>41754</c:v>
                      </c:pt>
                      <c:pt idx="2628">
                        <c:v>41757</c:v>
                      </c:pt>
                      <c:pt idx="2629">
                        <c:v>41758</c:v>
                      </c:pt>
                      <c:pt idx="2630">
                        <c:v>41759</c:v>
                      </c:pt>
                      <c:pt idx="2631">
                        <c:v>41760</c:v>
                      </c:pt>
                      <c:pt idx="2632">
                        <c:v>41761</c:v>
                      </c:pt>
                      <c:pt idx="2633">
                        <c:v>41764</c:v>
                      </c:pt>
                      <c:pt idx="2634">
                        <c:v>41765</c:v>
                      </c:pt>
                      <c:pt idx="2635">
                        <c:v>41766</c:v>
                      </c:pt>
                      <c:pt idx="2636">
                        <c:v>41767</c:v>
                      </c:pt>
                      <c:pt idx="2637">
                        <c:v>41768</c:v>
                      </c:pt>
                      <c:pt idx="2638">
                        <c:v>41771</c:v>
                      </c:pt>
                      <c:pt idx="2639">
                        <c:v>41772</c:v>
                      </c:pt>
                      <c:pt idx="2640">
                        <c:v>41773</c:v>
                      </c:pt>
                      <c:pt idx="2641">
                        <c:v>41774</c:v>
                      </c:pt>
                      <c:pt idx="2642">
                        <c:v>41775</c:v>
                      </c:pt>
                      <c:pt idx="2643">
                        <c:v>41778</c:v>
                      </c:pt>
                      <c:pt idx="2644">
                        <c:v>41779</c:v>
                      </c:pt>
                      <c:pt idx="2645">
                        <c:v>41780</c:v>
                      </c:pt>
                      <c:pt idx="2646">
                        <c:v>41781</c:v>
                      </c:pt>
                      <c:pt idx="2647">
                        <c:v>41782</c:v>
                      </c:pt>
                      <c:pt idx="2648">
                        <c:v>41785</c:v>
                      </c:pt>
                      <c:pt idx="2649">
                        <c:v>41786</c:v>
                      </c:pt>
                      <c:pt idx="2650">
                        <c:v>41787</c:v>
                      </c:pt>
                      <c:pt idx="2651">
                        <c:v>41788</c:v>
                      </c:pt>
                      <c:pt idx="2652">
                        <c:v>41789</c:v>
                      </c:pt>
                      <c:pt idx="2653">
                        <c:v>41792</c:v>
                      </c:pt>
                      <c:pt idx="2654">
                        <c:v>41793</c:v>
                      </c:pt>
                      <c:pt idx="2655">
                        <c:v>41794</c:v>
                      </c:pt>
                      <c:pt idx="2656">
                        <c:v>41795</c:v>
                      </c:pt>
                      <c:pt idx="2657">
                        <c:v>41796</c:v>
                      </c:pt>
                      <c:pt idx="2658">
                        <c:v>41799</c:v>
                      </c:pt>
                      <c:pt idx="2659">
                        <c:v>41800</c:v>
                      </c:pt>
                      <c:pt idx="2660">
                        <c:v>41801</c:v>
                      </c:pt>
                      <c:pt idx="2661">
                        <c:v>41802</c:v>
                      </c:pt>
                      <c:pt idx="2662">
                        <c:v>41803</c:v>
                      </c:pt>
                      <c:pt idx="2663">
                        <c:v>41806</c:v>
                      </c:pt>
                      <c:pt idx="2664">
                        <c:v>41807</c:v>
                      </c:pt>
                      <c:pt idx="2665">
                        <c:v>41808</c:v>
                      </c:pt>
                      <c:pt idx="2666">
                        <c:v>41809</c:v>
                      </c:pt>
                      <c:pt idx="2667">
                        <c:v>41810</c:v>
                      </c:pt>
                      <c:pt idx="2668">
                        <c:v>41813</c:v>
                      </c:pt>
                      <c:pt idx="2669">
                        <c:v>41814</c:v>
                      </c:pt>
                      <c:pt idx="2670">
                        <c:v>41815</c:v>
                      </c:pt>
                      <c:pt idx="2671">
                        <c:v>41816</c:v>
                      </c:pt>
                      <c:pt idx="2672">
                        <c:v>41817</c:v>
                      </c:pt>
                      <c:pt idx="2673">
                        <c:v>41820</c:v>
                      </c:pt>
                      <c:pt idx="2674">
                        <c:v>41821</c:v>
                      </c:pt>
                      <c:pt idx="2675">
                        <c:v>41822</c:v>
                      </c:pt>
                      <c:pt idx="2676">
                        <c:v>41823</c:v>
                      </c:pt>
                      <c:pt idx="2677">
                        <c:v>41824</c:v>
                      </c:pt>
                      <c:pt idx="2678">
                        <c:v>41827</c:v>
                      </c:pt>
                      <c:pt idx="2679">
                        <c:v>41828</c:v>
                      </c:pt>
                      <c:pt idx="2680">
                        <c:v>41829</c:v>
                      </c:pt>
                      <c:pt idx="2681">
                        <c:v>41830</c:v>
                      </c:pt>
                      <c:pt idx="2682">
                        <c:v>41831</c:v>
                      </c:pt>
                      <c:pt idx="2683">
                        <c:v>41834</c:v>
                      </c:pt>
                      <c:pt idx="2684">
                        <c:v>41835</c:v>
                      </c:pt>
                      <c:pt idx="2685">
                        <c:v>41836</c:v>
                      </c:pt>
                      <c:pt idx="2686">
                        <c:v>41837</c:v>
                      </c:pt>
                      <c:pt idx="2687">
                        <c:v>41838</c:v>
                      </c:pt>
                      <c:pt idx="2688">
                        <c:v>41841</c:v>
                      </c:pt>
                      <c:pt idx="2689">
                        <c:v>41842</c:v>
                      </c:pt>
                      <c:pt idx="2690">
                        <c:v>41843</c:v>
                      </c:pt>
                      <c:pt idx="2691">
                        <c:v>41844</c:v>
                      </c:pt>
                      <c:pt idx="2692">
                        <c:v>41845</c:v>
                      </c:pt>
                      <c:pt idx="2693">
                        <c:v>41848</c:v>
                      </c:pt>
                      <c:pt idx="2694">
                        <c:v>41849</c:v>
                      </c:pt>
                      <c:pt idx="2695">
                        <c:v>41850</c:v>
                      </c:pt>
                      <c:pt idx="2696">
                        <c:v>41851</c:v>
                      </c:pt>
                      <c:pt idx="2697">
                        <c:v>41852</c:v>
                      </c:pt>
                      <c:pt idx="2698">
                        <c:v>41855</c:v>
                      </c:pt>
                      <c:pt idx="2699">
                        <c:v>41856</c:v>
                      </c:pt>
                      <c:pt idx="2700">
                        <c:v>41857</c:v>
                      </c:pt>
                      <c:pt idx="2701">
                        <c:v>41858</c:v>
                      </c:pt>
                      <c:pt idx="2702">
                        <c:v>41859</c:v>
                      </c:pt>
                      <c:pt idx="2703">
                        <c:v>41862</c:v>
                      </c:pt>
                      <c:pt idx="2704">
                        <c:v>41863</c:v>
                      </c:pt>
                      <c:pt idx="2705">
                        <c:v>41864</c:v>
                      </c:pt>
                      <c:pt idx="2706">
                        <c:v>41865</c:v>
                      </c:pt>
                      <c:pt idx="2707">
                        <c:v>41866</c:v>
                      </c:pt>
                      <c:pt idx="2708">
                        <c:v>41869</c:v>
                      </c:pt>
                      <c:pt idx="2709">
                        <c:v>41870</c:v>
                      </c:pt>
                      <c:pt idx="2710">
                        <c:v>41871</c:v>
                      </c:pt>
                      <c:pt idx="2711">
                        <c:v>41872</c:v>
                      </c:pt>
                      <c:pt idx="2712">
                        <c:v>41873</c:v>
                      </c:pt>
                      <c:pt idx="2713">
                        <c:v>41876</c:v>
                      </c:pt>
                      <c:pt idx="2714">
                        <c:v>41877</c:v>
                      </c:pt>
                      <c:pt idx="2715">
                        <c:v>41878</c:v>
                      </c:pt>
                      <c:pt idx="2716">
                        <c:v>41879</c:v>
                      </c:pt>
                      <c:pt idx="2717">
                        <c:v>41880</c:v>
                      </c:pt>
                      <c:pt idx="2718">
                        <c:v>41883</c:v>
                      </c:pt>
                      <c:pt idx="2719">
                        <c:v>41884</c:v>
                      </c:pt>
                      <c:pt idx="2720">
                        <c:v>41885</c:v>
                      </c:pt>
                      <c:pt idx="2721">
                        <c:v>41886</c:v>
                      </c:pt>
                      <c:pt idx="2722">
                        <c:v>41887</c:v>
                      </c:pt>
                      <c:pt idx="2723">
                        <c:v>41890</c:v>
                      </c:pt>
                      <c:pt idx="2724">
                        <c:v>41891</c:v>
                      </c:pt>
                      <c:pt idx="2725">
                        <c:v>41892</c:v>
                      </c:pt>
                      <c:pt idx="2726">
                        <c:v>41893</c:v>
                      </c:pt>
                      <c:pt idx="2727">
                        <c:v>41894</c:v>
                      </c:pt>
                      <c:pt idx="2728">
                        <c:v>41897</c:v>
                      </c:pt>
                      <c:pt idx="2729">
                        <c:v>41898</c:v>
                      </c:pt>
                      <c:pt idx="2730">
                        <c:v>41899</c:v>
                      </c:pt>
                      <c:pt idx="2731">
                        <c:v>41900</c:v>
                      </c:pt>
                      <c:pt idx="2732">
                        <c:v>41901</c:v>
                      </c:pt>
                      <c:pt idx="2733">
                        <c:v>41904</c:v>
                      </c:pt>
                      <c:pt idx="2734">
                        <c:v>41905</c:v>
                      </c:pt>
                      <c:pt idx="2735">
                        <c:v>41906</c:v>
                      </c:pt>
                      <c:pt idx="2736">
                        <c:v>41907</c:v>
                      </c:pt>
                      <c:pt idx="2737">
                        <c:v>41908</c:v>
                      </c:pt>
                      <c:pt idx="2738">
                        <c:v>41911</c:v>
                      </c:pt>
                      <c:pt idx="2739">
                        <c:v>41912</c:v>
                      </c:pt>
                      <c:pt idx="2740">
                        <c:v>41913</c:v>
                      </c:pt>
                      <c:pt idx="2741">
                        <c:v>41914</c:v>
                      </c:pt>
                      <c:pt idx="2742">
                        <c:v>41915</c:v>
                      </c:pt>
                      <c:pt idx="2743">
                        <c:v>41918</c:v>
                      </c:pt>
                      <c:pt idx="2744">
                        <c:v>41919</c:v>
                      </c:pt>
                      <c:pt idx="2745">
                        <c:v>41920</c:v>
                      </c:pt>
                      <c:pt idx="2746">
                        <c:v>41921</c:v>
                      </c:pt>
                      <c:pt idx="2747">
                        <c:v>41922</c:v>
                      </c:pt>
                      <c:pt idx="2748">
                        <c:v>41925</c:v>
                      </c:pt>
                      <c:pt idx="2749">
                        <c:v>41926</c:v>
                      </c:pt>
                      <c:pt idx="2750">
                        <c:v>41927</c:v>
                      </c:pt>
                      <c:pt idx="2751">
                        <c:v>41928</c:v>
                      </c:pt>
                      <c:pt idx="2752">
                        <c:v>41929</c:v>
                      </c:pt>
                      <c:pt idx="2753">
                        <c:v>41932</c:v>
                      </c:pt>
                      <c:pt idx="2754">
                        <c:v>41933</c:v>
                      </c:pt>
                      <c:pt idx="2755">
                        <c:v>41934</c:v>
                      </c:pt>
                      <c:pt idx="2756">
                        <c:v>41935</c:v>
                      </c:pt>
                      <c:pt idx="2757">
                        <c:v>41936</c:v>
                      </c:pt>
                      <c:pt idx="2758">
                        <c:v>41939</c:v>
                      </c:pt>
                      <c:pt idx="2759">
                        <c:v>41940</c:v>
                      </c:pt>
                      <c:pt idx="2760">
                        <c:v>41941</c:v>
                      </c:pt>
                      <c:pt idx="2761">
                        <c:v>41942</c:v>
                      </c:pt>
                      <c:pt idx="2762">
                        <c:v>41943</c:v>
                      </c:pt>
                      <c:pt idx="2763">
                        <c:v>41946</c:v>
                      </c:pt>
                      <c:pt idx="2764">
                        <c:v>41947</c:v>
                      </c:pt>
                      <c:pt idx="2765">
                        <c:v>41948</c:v>
                      </c:pt>
                      <c:pt idx="2766">
                        <c:v>41949</c:v>
                      </c:pt>
                      <c:pt idx="2767">
                        <c:v>41950</c:v>
                      </c:pt>
                      <c:pt idx="2768">
                        <c:v>41953</c:v>
                      </c:pt>
                      <c:pt idx="2769">
                        <c:v>41954</c:v>
                      </c:pt>
                      <c:pt idx="2770">
                        <c:v>41955</c:v>
                      </c:pt>
                      <c:pt idx="2771">
                        <c:v>41956</c:v>
                      </c:pt>
                      <c:pt idx="2772">
                        <c:v>41957</c:v>
                      </c:pt>
                      <c:pt idx="2773">
                        <c:v>41960</c:v>
                      </c:pt>
                      <c:pt idx="2774">
                        <c:v>41961</c:v>
                      </c:pt>
                      <c:pt idx="2775">
                        <c:v>41962</c:v>
                      </c:pt>
                      <c:pt idx="2776">
                        <c:v>41963</c:v>
                      </c:pt>
                      <c:pt idx="2777">
                        <c:v>41964</c:v>
                      </c:pt>
                      <c:pt idx="2778">
                        <c:v>41967</c:v>
                      </c:pt>
                      <c:pt idx="2779">
                        <c:v>41968</c:v>
                      </c:pt>
                      <c:pt idx="2780">
                        <c:v>41969</c:v>
                      </c:pt>
                      <c:pt idx="2781">
                        <c:v>41970</c:v>
                      </c:pt>
                      <c:pt idx="2782">
                        <c:v>41971</c:v>
                      </c:pt>
                      <c:pt idx="2783">
                        <c:v>41974</c:v>
                      </c:pt>
                      <c:pt idx="2784">
                        <c:v>41975</c:v>
                      </c:pt>
                      <c:pt idx="2785">
                        <c:v>41976</c:v>
                      </c:pt>
                      <c:pt idx="2786">
                        <c:v>41977</c:v>
                      </c:pt>
                      <c:pt idx="2787">
                        <c:v>41978</c:v>
                      </c:pt>
                      <c:pt idx="2788">
                        <c:v>41981</c:v>
                      </c:pt>
                      <c:pt idx="2789">
                        <c:v>41982</c:v>
                      </c:pt>
                      <c:pt idx="2790">
                        <c:v>41983</c:v>
                      </c:pt>
                      <c:pt idx="2791">
                        <c:v>41984</c:v>
                      </c:pt>
                      <c:pt idx="2792">
                        <c:v>41985</c:v>
                      </c:pt>
                      <c:pt idx="2793">
                        <c:v>41988</c:v>
                      </c:pt>
                      <c:pt idx="2794">
                        <c:v>41989</c:v>
                      </c:pt>
                      <c:pt idx="2795">
                        <c:v>41990</c:v>
                      </c:pt>
                      <c:pt idx="2796">
                        <c:v>41991</c:v>
                      </c:pt>
                      <c:pt idx="2797">
                        <c:v>41992</c:v>
                      </c:pt>
                      <c:pt idx="2798">
                        <c:v>41995</c:v>
                      </c:pt>
                      <c:pt idx="2799">
                        <c:v>41996</c:v>
                      </c:pt>
                      <c:pt idx="2800">
                        <c:v>41997</c:v>
                      </c:pt>
                      <c:pt idx="2801">
                        <c:v>41998</c:v>
                      </c:pt>
                      <c:pt idx="2802">
                        <c:v>41999</c:v>
                      </c:pt>
                      <c:pt idx="2803">
                        <c:v>42002</c:v>
                      </c:pt>
                      <c:pt idx="2804">
                        <c:v>42003</c:v>
                      </c:pt>
                      <c:pt idx="2805">
                        <c:v>42004</c:v>
                      </c:pt>
                      <c:pt idx="2806">
                        <c:v>42005</c:v>
                      </c:pt>
                      <c:pt idx="2807">
                        <c:v>42006</c:v>
                      </c:pt>
                      <c:pt idx="2808">
                        <c:v>42009</c:v>
                      </c:pt>
                      <c:pt idx="2809">
                        <c:v>42010</c:v>
                      </c:pt>
                      <c:pt idx="2810">
                        <c:v>42011</c:v>
                      </c:pt>
                      <c:pt idx="2811">
                        <c:v>42012</c:v>
                      </c:pt>
                      <c:pt idx="2812">
                        <c:v>42013</c:v>
                      </c:pt>
                      <c:pt idx="2813">
                        <c:v>42016</c:v>
                      </c:pt>
                      <c:pt idx="2814">
                        <c:v>42017</c:v>
                      </c:pt>
                      <c:pt idx="2815">
                        <c:v>42018</c:v>
                      </c:pt>
                      <c:pt idx="2816">
                        <c:v>42019</c:v>
                      </c:pt>
                      <c:pt idx="2817">
                        <c:v>42020</c:v>
                      </c:pt>
                      <c:pt idx="2818">
                        <c:v>42023</c:v>
                      </c:pt>
                      <c:pt idx="2819">
                        <c:v>42024</c:v>
                      </c:pt>
                      <c:pt idx="2820">
                        <c:v>42025</c:v>
                      </c:pt>
                      <c:pt idx="2821">
                        <c:v>42026</c:v>
                      </c:pt>
                      <c:pt idx="2822">
                        <c:v>42027</c:v>
                      </c:pt>
                      <c:pt idx="2823">
                        <c:v>42030</c:v>
                      </c:pt>
                      <c:pt idx="2824">
                        <c:v>42031</c:v>
                      </c:pt>
                      <c:pt idx="2825">
                        <c:v>42032</c:v>
                      </c:pt>
                      <c:pt idx="2826">
                        <c:v>42033</c:v>
                      </c:pt>
                      <c:pt idx="2827">
                        <c:v>42034</c:v>
                      </c:pt>
                      <c:pt idx="2828">
                        <c:v>42037</c:v>
                      </c:pt>
                      <c:pt idx="2829">
                        <c:v>42038</c:v>
                      </c:pt>
                      <c:pt idx="2830">
                        <c:v>42039</c:v>
                      </c:pt>
                      <c:pt idx="2831">
                        <c:v>42040</c:v>
                      </c:pt>
                      <c:pt idx="2832">
                        <c:v>42041</c:v>
                      </c:pt>
                      <c:pt idx="2833">
                        <c:v>42044</c:v>
                      </c:pt>
                      <c:pt idx="2834">
                        <c:v>42045</c:v>
                      </c:pt>
                      <c:pt idx="2835">
                        <c:v>42046</c:v>
                      </c:pt>
                      <c:pt idx="2836">
                        <c:v>42047</c:v>
                      </c:pt>
                      <c:pt idx="2837">
                        <c:v>42048</c:v>
                      </c:pt>
                      <c:pt idx="2838">
                        <c:v>42051</c:v>
                      </c:pt>
                      <c:pt idx="2839">
                        <c:v>42052</c:v>
                      </c:pt>
                      <c:pt idx="2840">
                        <c:v>42053</c:v>
                      </c:pt>
                      <c:pt idx="2841">
                        <c:v>42054</c:v>
                      </c:pt>
                      <c:pt idx="2842">
                        <c:v>42055</c:v>
                      </c:pt>
                      <c:pt idx="2843">
                        <c:v>42058</c:v>
                      </c:pt>
                      <c:pt idx="2844">
                        <c:v>42059</c:v>
                      </c:pt>
                      <c:pt idx="2845">
                        <c:v>42060</c:v>
                      </c:pt>
                      <c:pt idx="2846">
                        <c:v>42061</c:v>
                      </c:pt>
                      <c:pt idx="2847">
                        <c:v>42062</c:v>
                      </c:pt>
                      <c:pt idx="2848">
                        <c:v>42065</c:v>
                      </c:pt>
                      <c:pt idx="2849">
                        <c:v>42066</c:v>
                      </c:pt>
                      <c:pt idx="2850">
                        <c:v>42067</c:v>
                      </c:pt>
                      <c:pt idx="2851">
                        <c:v>42068</c:v>
                      </c:pt>
                      <c:pt idx="2852">
                        <c:v>42069</c:v>
                      </c:pt>
                      <c:pt idx="2853">
                        <c:v>42072</c:v>
                      </c:pt>
                      <c:pt idx="2854">
                        <c:v>42073</c:v>
                      </c:pt>
                      <c:pt idx="2855">
                        <c:v>42074</c:v>
                      </c:pt>
                      <c:pt idx="2856">
                        <c:v>42075</c:v>
                      </c:pt>
                      <c:pt idx="2857">
                        <c:v>42076</c:v>
                      </c:pt>
                      <c:pt idx="2858">
                        <c:v>42079</c:v>
                      </c:pt>
                      <c:pt idx="2859">
                        <c:v>42080</c:v>
                      </c:pt>
                      <c:pt idx="2860">
                        <c:v>42081</c:v>
                      </c:pt>
                      <c:pt idx="2861">
                        <c:v>42082</c:v>
                      </c:pt>
                      <c:pt idx="2862">
                        <c:v>42083</c:v>
                      </c:pt>
                      <c:pt idx="2863">
                        <c:v>42086</c:v>
                      </c:pt>
                      <c:pt idx="2864">
                        <c:v>42087</c:v>
                      </c:pt>
                      <c:pt idx="2865">
                        <c:v>42088</c:v>
                      </c:pt>
                      <c:pt idx="2866">
                        <c:v>42089</c:v>
                      </c:pt>
                      <c:pt idx="2867">
                        <c:v>42090</c:v>
                      </c:pt>
                      <c:pt idx="2868">
                        <c:v>42093</c:v>
                      </c:pt>
                      <c:pt idx="2869">
                        <c:v>42094</c:v>
                      </c:pt>
                      <c:pt idx="2870">
                        <c:v>42095</c:v>
                      </c:pt>
                      <c:pt idx="2871">
                        <c:v>42096</c:v>
                      </c:pt>
                      <c:pt idx="2872">
                        <c:v>42097</c:v>
                      </c:pt>
                      <c:pt idx="2873">
                        <c:v>42100</c:v>
                      </c:pt>
                      <c:pt idx="2874">
                        <c:v>42101</c:v>
                      </c:pt>
                      <c:pt idx="2875">
                        <c:v>42102</c:v>
                      </c:pt>
                      <c:pt idx="2876">
                        <c:v>42103</c:v>
                      </c:pt>
                      <c:pt idx="2877">
                        <c:v>42104</c:v>
                      </c:pt>
                      <c:pt idx="2878">
                        <c:v>42107</c:v>
                      </c:pt>
                      <c:pt idx="2879">
                        <c:v>42108</c:v>
                      </c:pt>
                      <c:pt idx="2880">
                        <c:v>42109</c:v>
                      </c:pt>
                      <c:pt idx="2881">
                        <c:v>42110</c:v>
                      </c:pt>
                      <c:pt idx="2882">
                        <c:v>42111</c:v>
                      </c:pt>
                      <c:pt idx="2883">
                        <c:v>42114</c:v>
                      </c:pt>
                      <c:pt idx="2884">
                        <c:v>42115</c:v>
                      </c:pt>
                      <c:pt idx="2885">
                        <c:v>42116</c:v>
                      </c:pt>
                      <c:pt idx="2886">
                        <c:v>42117</c:v>
                      </c:pt>
                      <c:pt idx="2887">
                        <c:v>42118</c:v>
                      </c:pt>
                      <c:pt idx="2888">
                        <c:v>42121</c:v>
                      </c:pt>
                      <c:pt idx="2889">
                        <c:v>42122</c:v>
                      </c:pt>
                      <c:pt idx="2890">
                        <c:v>42123</c:v>
                      </c:pt>
                      <c:pt idx="2891">
                        <c:v>42124</c:v>
                      </c:pt>
                      <c:pt idx="2892">
                        <c:v>42125</c:v>
                      </c:pt>
                      <c:pt idx="2893">
                        <c:v>42128</c:v>
                      </c:pt>
                      <c:pt idx="2894">
                        <c:v>42129</c:v>
                      </c:pt>
                      <c:pt idx="2895">
                        <c:v>42130</c:v>
                      </c:pt>
                      <c:pt idx="2896">
                        <c:v>42131</c:v>
                      </c:pt>
                      <c:pt idx="2897">
                        <c:v>42132</c:v>
                      </c:pt>
                      <c:pt idx="2898">
                        <c:v>42135</c:v>
                      </c:pt>
                      <c:pt idx="2899">
                        <c:v>42136</c:v>
                      </c:pt>
                      <c:pt idx="2900">
                        <c:v>42137</c:v>
                      </c:pt>
                      <c:pt idx="2901">
                        <c:v>42138</c:v>
                      </c:pt>
                      <c:pt idx="2902">
                        <c:v>42139</c:v>
                      </c:pt>
                      <c:pt idx="2903">
                        <c:v>42142</c:v>
                      </c:pt>
                      <c:pt idx="2904">
                        <c:v>42143</c:v>
                      </c:pt>
                      <c:pt idx="2905">
                        <c:v>42144</c:v>
                      </c:pt>
                      <c:pt idx="2906">
                        <c:v>42145</c:v>
                      </c:pt>
                      <c:pt idx="2907">
                        <c:v>42146</c:v>
                      </c:pt>
                      <c:pt idx="2908">
                        <c:v>42149</c:v>
                      </c:pt>
                      <c:pt idx="2909">
                        <c:v>42150</c:v>
                      </c:pt>
                      <c:pt idx="2910">
                        <c:v>42151</c:v>
                      </c:pt>
                      <c:pt idx="2911">
                        <c:v>42152</c:v>
                      </c:pt>
                      <c:pt idx="2912">
                        <c:v>42153</c:v>
                      </c:pt>
                      <c:pt idx="2913">
                        <c:v>42156</c:v>
                      </c:pt>
                      <c:pt idx="2914">
                        <c:v>42157</c:v>
                      </c:pt>
                      <c:pt idx="2915">
                        <c:v>42158</c:v>
                      </c:pt>
                      <c:pt idx="2916">
                        <c:v>42159</c:v>
                      </c:pt>
                      <c:pt idx="2917">
                        <c:v>42160</c:v>
                      </c:pt>
                      <c:pt idx="2918">
                        <c:v>42163</c:v>
                      </c:pt>
                      <c:pt idx="2919">
                        <c:v>42164</c:v>
                      </c:pt>
                      <c:pt idx="2920">
                        <c:v>42165</c:v>
                      </c:pt>
                      <c:pt idx="2921">
                        <c:v>42166</c:v>
                      </c:pt>
                      <c:pt idx="2922">
                        <c:v>42167</c:v>
                      </c:pt>
                      <c:pt idx="2923">
                        <c:v>42170</c:v>
                      </c:pt>
                      <c:pt idx="2924">
                        <c:v>42171</c:v>
                      </c:pt>
                      <c:pt idx="2925">
                        <c:v>42172</c:v>
                      </c:pt>
                      <c:pt idx="2926">
                        <c:v>42173</c:v>
                      </c:pt>
                      <c:pt idx="2927">
                        <c:v>42174</c:v>
                      </c:pt>
                      <c:pt idx="2928">
                        <c:v>42177</c:v>
                      </c:pt>
                      <c:pt idx="2929">
                        <c:v>42178</c:v>
                      </c:pt>
                      <c:pt idx="2930">
                        <c:v>42179</c:v>
                      </c:pt>
                      <c:pt idx="2931">
                        <c:v>42180</c:v>
                      </c:pt>
                      <c:pt idx="2932">
                        <c:v>42181</c:v>
                      </c:pt>
                      <c:pt idx="2933">
                        <c:v>42184</c:v>
                      </c:pt>
                      <c:pt idx="2934">
                        <c:v>42185</c:v>
                      </c:pt>
                      <c:pt idx="2935">
                        <c:v>42186</c:v>
                      </c:pt>
                      <c:pt idx="2936">
                        <c:v>42187</c:v>
                      </c:pt>
                      <c:pt idx="2937">
                        <c:v>42188</c:v>
                      </c:pt>
                      <c:pt idx="2938">
                        <c:v>42191</c:v>
                      </c:pt>
                      <c:pt idx="2939">
                        <c:v>42192</c:v>
                      </c:pt>
                      <c:pt idx="2940">
                        <c:v>42193</c:v>
                      </c:pt>
                      <c:pt idx="2941">
                        <c:v>42194</c:v>
                      </c:pt>
                      <c:pt idx="2942">
                        <c:v>42195</c:v>
                      </c:pt>
                      <c:pt idx="2943">
                        <c:v>42198</c:v>
                      </c:pt>
                      <c:pt idx="2944">
                        <c:v>42199</c:v>
                      </c:pt>
                      <c:pt idx="2945">
                        <c:v>42200</c:v>
                      </c:pt>
                      <c:pt idx="2946">
                        <c:v>42201</c:v>
                      </c:pt>
                      <c:pt idx="2947">
                        <c:v>42202</c:v>
                      </c:pt>
                      <c:pt idx="2948">
                        <c:v>42205</c:v>
                      </c:pt>
                      <c:pt idx="2949">
                        <c:v>42206</c:v>
                      </c:pt>
                      <c:pt idx="2950">
                        <c:v>42207</c:v>
                      </c:pt>
                      <c:pt idx="2951">
                        <c:v>42208</c:v>
                      </c:pt>
                      <c:pt idx="2952">
                        <c:v>42209</c:v>
                      </c:pt>
                      <c:pt idx="2953">
                        <c:v>42212</c:v>
                      </c:pt>
                      <c:pt idx="2954">
                        <c:v>42213</c:v>
                      </c:pt>
                      <c:pt idx="2955">
                        <c:v>42214</c:v>
                      </c:pt>
                      <c:pt idx="2956">
                        <c:v>42215</c:v>
                      </c:pt>
                      <c:pt idx="2957">
                        <c:v>42216</c:v>
                      </c:pt>
                      <c:pt idx="2958">
                        <c:v>42219</c:v>
                      </c:pt>
                      <c:pt idx="2959">
                        <c:v>42220</c:v>
                      </c:pt>
                      <c:pt idx="2960">
                        <c:v>42221</c:v>
                      </c:pt>
                      <c:pt idx="2961">
                        <c:v>42222</c:v>
                      </c:pt>
                      <c:pt idx="2962">
                        <c:v>42223</c:v>
                      </c:pt>
                      <c:pt idx="2963">
                        <c:v>42226</c:v>
                      </c:pt>
                      <c:pt idx="2964">
                        <c:v>42227</c:v>
                      </c:pt>
                      <c:pt idx="2965">
                        <c:v>42228</c:v>
                      </c:pt>
                      <c:pt idx="2966">
                        <c:v>42229</c:v>
                      </c:pt>
                      <c:pt idx="2967">
                        <c:v>42230</c:v>
                      </c:pt>
                      <c:pt idx="2968">
                        <c:v>42233</c:v>
                      </c:pt>
                      <c:pt idx="2969">
                        <c:v>42234</c:v>
                      </c:pt>
                      <c:pt idx="2970">
                        <c:v>42235</c:v>
                      </c:pt>
                      <c:pt idx="2971">
                        <c:v>42236</c:v>
                      </c:pt>
                      <c:pt idx="2972">
                        <c:v>42237</c:v>
                      </c:pt>
                      <c:pt idx="2973">
                        <c:v>42240</c:v>
                      </c:pt>
                      <c:pt idx="2974">
                        <c:v>42241</c:v>
                      </c:pt>
                      <c:pt idx="2975">
                        <c:v>42242</c:v>
                      </c:pt>
                      <c:pt idx="2976">
                        <c:v>42243</c:v>
                      </c:pt>
                      <c:pt idx="2977">
                        <c:v>42244</c:v>
                      </c:pt>
                      <c:pt idx="2978">
                        <c:v>42247</c:v>
                      </c:pt>
                      <c:pt idx="2979">
                        <c:v>42248</c:v>
                      </c:pt>
                      <c:pt idx="2980">
                        <c:v>42249</c:v>
                      </c:pt>
                      <c:pt idx="2981">
                        <c:v>42250</c:v>
                      </c:pt>
                      <c:pt idx="2982">
                        <c:v>42251</c:v>
                      </c:pt>
                      <c:pt idx="2983">
                        <c:v>42254</c:v>
                      </c:pt>
                      <c:pt idx="2984">
                        <c:v>42255</c:v>
                      </c:pt>
                      <c:pt idx="2985">
                        <c:v>42256</c:v>
                      </c:pt>
                      <c:pt idx="2986">
                        <c:v>42257</c:v>
                      </c:pt>
                      <c:pt idx="2987">
                        <c:v>42258</c:v>
                      </c:pt>
                      <c:pt idx="2988">
                        <c:v>42261</c:v>
                      </c:pt>
                      <c:pt idx="2989">
                        <c:v>42262</c:v>
                      </c:pt>
                      <c:pt idx="2990">
                        <c:v>42263</c:v>
                      </c:pt>
                      <c:pt idx="2991">
                        <c:v>42264</c:v>
                      </c:pt>
                      <c:pt idx="2992">
                        <c:v>42265</c:v>
                      </c:pt>
                      <c:pt idx="2993">
                        <c:v>42268</c:v>
                      </c:pt>
                      <c:pt idx="2994">
                        <c:v>42269</c:v>
                      </c:pt>
                      <c:pt idx="2995">
                        <c:v>42270</c:v>
                      </c:pt>
                      <c:pt idx="2996">
                        <c:v>42271</c:v>
                      </c:pt>
                      <c:pt idx="2997">
                        <c:v>42272</c:v>
                      </c:pt>
                      <c:pt idx="2998">
                        <c:v>42275</c:v>
                      </c:pt>
                      <c:pt idx="2999">
                        <c:v>42276</c:v>
                      </c:pt>
                      <c:pt idx="3000">
                        <c:v>42277</c:v>
                      </c:pt>
                      <c:pt idx="3001">
                        <c:v>42278</c:v>
                      </c:pt>
                      <c:pt idx="3002">
                        <c:v>42279</c:v>
                      </c:pt>
                      <c:pt idx="3003">
                        <c:v>42282</c:v>
                      </c:pt>
                      <c:pt idx="3004">
                        <c:v>42283</c:v>
                      </c:pt>
                      <c:pt idx="3005">
                        <c:v>42284</c:v>
                      </c:pt>
                      <c:pt idx="3006">
                        <c:v>42285</c:v>
                      </c:pt>
                      <c:pt idx="3007">
                        <c:v>42286</c:v>
                      </c:pt>
                      <c:pt idx="3008">
                        <c:v>42289</c:v>
                      </c:pt>
                      <c:pt idx="3009">
                        <c:v>42290</c:v>
                      </c:pt>
                      <c:pt idx="3010">
                        <c:v>42291</c:v>
                      </c:pt>
                      <c:pt idx="3011">
                        <c:v>42292</c:v>
                      </c:pt>
                      <c:pt idx="3012">
                        <c:v>42293</c:v>
                      </c:pt>
                      <c:pt idx="3013">
                        <c:v>42296</c:v>
                      </c:pt>
                      <c:pt idx="3014">
                        <c:v>42297</c:v>
                      </c:pt>
                      <c:pt idx="3015">
                        <c:v>42298</c:v>
                      </c:pt>
                      <c:pt idx="3016">
                        <c:v>42299</c:v>
                      </c:pt>
                      <c:pt idx="3017">
                        <c:v>42300</c:v>
                      </c:pt>
                      <c:pt idx="3018">
                        <c:v>42303</c:v>
                      </c:pt>
                      <c:pt idx="3019">
                        <c:v>42304</c:v>
                      </c:pt>
                      <c:pt idx="3020">
                        <c:v>42305</c:v>
                      </c:pt>
                      <c:pt idx="3021">
                        <c:v>42306</c:v>
                      </c:pt>
                      <c:pt idx="3022">
                        <c:v>42307</c:v>
                      </c:pt>
                      <c:pt idx="3023">
                        <c:v>42310</c:v>
                      </c:pt>
                      <c:pt idx="3024">
                        <c:v>42311</c:v>
                      </c:pt>
                      <c:pt idx="3025">
                        <c:v>42312</c:v>
                      </c:pt>
                      <c:pt idx="3026">
                        <c:v>42313</c:v>
                      </c:pt>
                      <c:pt idx="3027">
                        <c:v>42314</c:v>
                      </c:pt>
                      <c:pt idx="3028">
                        <c:v>42317</c:v>
                      </c:pt>
                      <c:pt idx="3029">
                        <c:v>42318</c:v>
                      </c:pt>
                      <c:pt idx="3030">
                        <c:v>42319</c:v>
                      </c:pt>
                      <c:pt idx="3031">
                        <c:v>42320</c:v>
                      </c:pt>
                      <c:pt idx="3032">
                        <c:v>42321</c:v>
                      </c:pt>
                      <c:pt idx="3033">
                        <c:v>42324</c:v>
                      </c:pt>
                      <c:pt idx="3034">
                        <c:v>42325</c:v>
                      </c:pt>
                      <c:pt idx="3035">
                        <c:v>42326</c:v>
                      </c:pt>
                      <c:pt idx="3036">
                        <c:v>42327</c:v>
                      </c:pt>
                      <c:pt idx="3037">
                        <c:v>42328</c:v>
                      </c:pt>
                      <c:pt idx="3038">
                        <c:v>42331</c:v>
                      </c:pt>
                      <c:pt idx="3039">
                        <c:v>42332</c:v>
                      </c:pt>
                      <c:pt idx="3040">
                        <c:v>42333</c:v>
                      </c:pt>
                      <c:pt idx="3041">
                        <c:v>42334</c:v>
                      </c:pt>
                      <c:pt idx="3042">
                        <c:v>42335</c:v>
                      </c:pt>
                      <c:pt idx="3043">
                        <c:v>42338</c:v>
                      </c:pt>
                      <c:pt idx="3044">
                        <c:v>42339</c:v>
                      </c:pt>
                      <c:pt idx="3045">
                        <c:v>42340</c:v>
                      </c:pt>
                      <c:pt idx="3046">
                        <c:v>42341</c:v>
                      </c:pt>
                      <c:pt idx="3047">
                        <c:v>42342</c:v>
                      </c:pt>
                      <c:pt idx="3048">
                        <c:v>42345</c:v>
                      </c:pt>
                      <c:pt idx="3049">
                        <c:v>42346</c:v>
                      </c:pt>
                      <c:pt idx="3050">
                        <c:v>42347</c:v>
                      </c:pt>
                      <c:pt idx="3051">
                        <c:v>42348</c:v>
                      </c:pt>
                      <c:pt idx="3052">
                        <c:v>42349</c:v>
                      </c:pt>
                      <c:pt idx="3053">
                        <c:v>42352</c:v>
                      </c:pt>
                      <c:pt idx="3054">
                        <c:v>42353</c:v>
                      </c:pt>
                      <c:pt idx="3055">
                        <c:v>42354</c:v>
                      </c:pt>
                      <c:pt idx="3056">
                        <c:v>42355</c:v>
                      </c:pt>
                      <c:pt idx="3057">
                        <c:v>42356</c:v>
                      </c:pt>
                      <c:pt idx="3058">
                        <c:v>42359</c:v>
                      </c:pt>
                      <c:pt idx="3059">
                        <c:v>42360</c:v>
                      </c:pt>
                      <c:pt idx="3060">
                        <c:v>42361</c:v>
                      </c:pt>
                      <c:pt idx="3061">
                        <c:v>42362</c:v>
                      </c:pt>
                      <c:pt idx="3062">
                        <c:v>42363</c:v>
                      </c:pt>
                      <c:pt idx="3063">
                        <c:v>42366</c:v>
                      </c:pt>
                      <c:pt idx="3064">
                        <c:v>42367</c:v>
                      </c:pt>
                      <c:pt idx="3065">
                        <c:v>42368</c:v>
                      </c:pt>
                      <c:pt idx="3066">
                        <c:v>42369</c:v>
                      </c:pt>
                      <c:pt idx="3067">
                        <c:v>42370</c:v>
                      </c:pt>
                      <c:pt idx="3068">
                        <c:v>42373</c:v>
                      </c:pt>
                      <c:pt idx="3069">
                        <c:v>42374</c:v>
                      </c:pt>
                      <c:pt idx="3070">
                        <c:v>42375</c:v>
                      </c:pt>
                      <c:pt idx="3071">
                        <c:v>42376</c:v>
                      </c:pt>
                      <c:pt idx="3072">
                        <c:v>42377</c:v>
                      </c:pt>
                      <c:pt idx="3073">
                        <c:v>42380</c:v>
                      </c:pt>
                      <c:pt idx="3074">
                        <c:v>42381</c:v>
                      </c:pt>
                      <c:pt idx="3075">
                        <c:v>42382</c:v>
                      </c:pt>
                      <c:pt idx="3076">
                        <c:v>42383</c:v>
                      </c:pt>
                      <c:pt idx="3077">
                        <c:v>42384</c:v>
                      </c:pt>
                      <c:pt idx="3078">
                        <c:v>42387</c:v>
                      </c:pt>
                      <c:pt idx="3079">
                        <c:v>42388</c:v>
                      </c:pt>
                      <c:pt idx="3080">
                        <c:v>42389</c:v>
                      </c:pt>
                      <c:pt idx="3081">
                        <c:v>42390</c:v>
                      </c:pt>
                      <c:pt idx="3082">
                        <c:v>42391</c:v>
                      </c:pt>
                      <c:pt idx="3083">
                        <c:v>42394</c:v>
                      </c:pt>
                      <c:pt idx="3084">
                        <c:v>42395</c:v>
                      </c:pt>
                      <c:pt idx="3085">
                        <c:v>42396</c:v>
                      </c:pt>
                      <c:pt idx="3086">
                        <c:v>42397</c:v>
                      </c:pt>
                      <c:pt idx="3087">
                        <c:v>42398</c:v>
                      </c:pt>
                      <c:pt idx="3088">
                        <c:v>42401</c:v>
                      </c:pt>
                      <c:pt idx="3089">
                        <c:v>42402</c:v>
                      </c:pt>
                      <c:pt idx="3090">
                        <c:v>42403</c:v>
                      </c:pt>
                      <c:pt idx="3091">
                        <c:v>42404</c:v>
                      </c:pt>
                      <c:pt idx="3092">
                        <c:v>42405</c:v>
                      </c:pt>
                      <c:pt idx="3093">
                        <c:v>42408</c:v>
                      </c:pt>
                      <c:pt idx="3094">
                        <c:v>42409</c:v>
                      </c:pt>
                      <c:pt idx="3095">
                        <c:v>42410</c:v>
                      </c:pt>
                      <c:pt idx="3096">
                        <c:v>42411</c:v>
                      </c:pt>
                      <c:pt idx="3097">
                        <c:v>42412</c:v>
                      </c:pt>
                      <c:pt idx="3098">
                        <c:v>42415</c:v>
                      </c:pt>
                      <c:pt idx="3099">
                        <c:v>42416</c:v>
                      </c:pt>
                      <c:pt idx="3100">
                        <c:v>42417</c:v>
                      </c:pt>
                      <c:pt idx="3101">
                        <c:v>42418</c:v>
                      </c:pt>
                      <c:pt idx="3102">
                        <c:v>42419</c:v>
                      </c:pt>
                      <c:pt idx="3103">
                        <c:v>42422</c:v>
                      </c:pt>
                      <c:pt idx="3104">
                        <c:v>42423</c:v>
                      </c:pt>
                      <c:pt idx="3105">
                        <c:v>42424</c:v>
                      </c:pt>
                      <c:pt idx="3106">
                        <c:v>42425</c:v>
                      </c:pt>
                      <c:pt idx="3107">
                        <c:v>42426</c:v>
                      </c:pt>
                      <c:pt idx="3108">
                        <c:v>42429</c:v>
                      </c:pt>
                      <c:pt idx="3109">
                        <c:v>42430</c:v>
                      </c:pt>
                      <c:pt idx="3110">
                        <c:v>42431</c:v>
                      </c:pt>
                      <c:pt idx="3111">
                        <c:v>42432</c:v>
                      </c:pt>
                      <c:pt idx="3112">
                        <c:v>42433</c:v>
                      </c:pt>
                      <c:pt idx="3113">
                        <c:v>42436</c:v>
                      </c:pt>
                      <c:pt idx="3114">
                        <c:v>42437</c:v>
                      </c:pt>
                      <c:pt idx="3115">
                        <c:v>42438</c:v>
                      </c:pt>
                      <c:pt idx="3116">
                        <c:v>42439</c:v>
                      </c:pt>
                      <c:pt idx="3117">
                        <c:v>42440</c:v>
                      </c:pt>
                      <c:pt idx="3118">
                        <c:v>42443</c:v>
                      </c:pt>
                      <c:pt idx="3119">
                        <c:v>42444</c:v>
                      </c:pt>
                      <c:pt idx="3120">
                        <c:v>42445</c:v>
                      </c:pt>
                      <c:pt idx="3121">
                        <c:v>42446</c:v>
                      </c:pt>
                      <c:pt idx="3122">
                        <c:v>42447</c:v>
                      </c:pt>
                      <c:pt idx="3123">
                        <c:v>42450</c:v>
                      </c:pt>
                      <c:pt idx="3124">
                        <c:v>42451</c:v>
                      </c:pt>
                      <c:pt idx="3125">
                        <c:v>42452</c:v>
                      </c:pt>
                      <c:pt idx="3126">
                        <c:v>42453</c:v>
                      </c:pt>
                      <c:pt idx="3127">
                        <c:v>42454</c:v>
                      </c:pt>
                      <c:pt idx="3128">
                        <c:v>42457</c:v>
                      </c:pt>
                      <c:pt idx="3129">
                        <c:v>42458</c:v>
                      </c:pt>
                      <c:pt idx="3130">
                        <c:v>42459</c:v>
                      </c:pt>
                      <c:pt idx="3131">
                        <c:v>42460</c:v>
                      </c:pt>
                      <c:pt idx="3132">
                        <c:v>42461</c:v>
                      </c:pt>
                      <c:pt idx="3133">
                        <c:v>42464</c:v>
                      </c:pt>
                      <c:pt idx="3134">
                        <c:v>42465</c:v>
                      </c:pt>
                      <c:pt idx="3135">
                        <c:v>42466</c:v>
                      </c:pt>
                      <c:pt idx="3136">
                        <c:v>42467</c:v>
                      </c:pt>
                      <c:pt idx="3137">
                        <c:v>42468</c:v>
                      </c:pt>
                      <c:pt idx="3138">
                        <c:v>42471</c:v>
                      </c:pt>
                      <c:pt idx="3139">
                        <c:v>42472</c:v>
                      </c:pt>
                      <c:pt idx="3140">
                        <c:v>42473</c:v>
                      </c:pt>
                      <c:pt idx="3141">
                        <c:v>42474</c:v>
                      </c:pt>
                      <c:pt idx="3142">
                        <c:v>42475</c:v>
                      </c:pt>
                      <c:pt idx="3143">
                        <c:v>42478</c:v>
                      </c:pt>
                      <c:pt idx="3144">
                        <c:v>42479</c:v>
                      </c:pt>
                      <c:pt idx="3145">
                        <c:v>42480</c:v>
                      </c:pt>
                      <c:pt idx="3146">
                        <c:v>42481</c:v>
                      </c:pt>
                      <c:pt idx="3147">
                        <c:v>42482</c:v>
                      </c:pt>
                      <c:pt idx="3148">
                        <c:v>42485</c:v>
                      </c:pt>
                      <c:pt idx="3149">
                        <c:v>42486</c:v>
                      </c:pt>
                      <c:pt idx="3150">
                        <c:v>42487</c:v>
                      </c:pt>
                      <c:pt idx="3151">
                        <c:v>42488</c:v>
                      </c:pt>
                      <c:pt idx="3152">
                        <c:v>42489</c:v>
                      </c:pt>
                      <c:pt idx="3153">
                        <c:v>42492</c:v>
                      </c:pt>
                      <c:pt idx="3154">
                        <c:v>42493</c:v>
                      </c:pt>
                      <c:pt idx="3155">
                        <c:v>42494</c:v>
                      </c:pt>
                      <c:pt idx="3156">
                        <c:v>42495</c:v>
                      </c:pt>
                      <c:pt idx="3157">
                        <c:v>42496</c:v>
                      </c:pt>
                      <c:pt idx="3158">
                        <c:v>42499</c:v>
                      </c:pt>
                      <c:pt idx="3159">
                        <c:v>42500</c:v>
                      </c:pt>
                      <c:pt idx="3160">
                        <c:v>42501</c:v>
                      </c:pt>
                      <c:pt idx="3161">
                        <c:v>42502</c:v>
                      </c:pt>
                      <c:pt idx="3162">
                        <c:v>42503</c:v>
                      </c:pt>
                      <c:pt idx="3163">
                        <c:v>42506</c:v>
                      </c:pt>
                      <c:pt idx="3164">
                        <c:v>42507</c:v>
                      </c:pt>
                      <c:pt idx="3165">
                        <c:v>42508</c:v>
                      </c:pt>
                      <c:pt idx="3166">
                        <c:v>42509</c:v>
                      </c:pt>
                      <c:pt idx="3167">
                        <c:v>42510</c:v>
                      </c:pt>
                      <c:pt idx="3168">
                        <c:v>42513</c:v>
                      </c:pt>
                      <c:pt idx="3169">
                        <c:v>42514</c:v>
                      </c:pt>
                      <c:pt idx="3170">
                        <c:v>42515</c:v>
                      </c:pt>
                      <c:pt idx="3171">
                        <c:v>42516</c:v>
                      </c:pt>
                      <c:pt idx="3172">
                        <c:v>42517</c:v>
                      </c:pt>
                      <c:pt idx="3173">
                        <c:v>42520</c:v>
                      </c:pt>
                      <c:pt idx="3174">
                        <c:v>42521</c:v>
                      </c:pt>
                      <c:pt idx="3175">
                        <c:v>42522</c:v>
                      </c:pt>
                      <c:pt idx="3176">
                        <c:v>42523</c:v>
                      </c:pt>
                      <c:pt idx="3177">
                        <c:v>42524</c:v>
                      </c:pt>
                      <c:pt idx="3178">
                        <c:v>42527</c:v>
                      </c:pt>
                      <c:pt idx="3179">
                        <c:v>42528</c:v>
                      </c:pt>
                      <c:pt idx="3180">
                        <c:v>42529</c:v>
                      </c:pt>
                      <c:pt idx="3181">
                        <c:v>42530</c:v>
                      </c:pt>
                      <c:pt idx="3182">
                        <c:v>42531</c:v>
                      </c:pt>
                      <c:pt idx="3183">
                        <c:v>42534</c:v>
                      </c:pt>
                      <c:pt idx="3184">
                        <c:v>42535</c:v>
                      </c:pt>
                      <c:pt idx="3185">
                        <c:v>42536</c:v>
                      </c:pt>
                      <c:pt idx="3186">
                        <c:v>42537</c:v>
                      </c:pt>
                      <c:pt idx="3187">
                        <c:v>42538</c:v>
                      </c:pt>
                      <c:pt idx="3188">
                        <c:v>42541</c:v>
                      </c:pt>
                      <c:pt idx="3189">
                        <c:v>42542</c:v>
                      </c:pt>
                      <c:pt idx="3190">
                        <c:v>42543</c:v>
                      </c:pt>
                      <c:pt idx="3191">
                        <c:v>42544</c:v>
                      </c:pt>
                      <c:pt idx="3192">
                        <c:v>42545</c:v>
                      </c:pt>
                      <c:pt idx="3193">
                        <c:v>42548</c:v>
                      </c:pt>
                      <c:pt idx="3194">
                        <c:v>42549</c:v>
                      </c:pt>
                      <c:pt idx="3195">
                        <c:v>42550</c:v>
                      </c:pt>
                      <c:pt idx="3196">
                        <c:v>42551</c:v>
                      </c:pt>
                      <c:pt idx="3197">
                        <c:v>42552</c:v>
                      </c:pt>
                      <c:pt idx="3198">
                        <c:v>42555</c:v>
                      </c:pt>
                      <c:pt idx="3199">
                        <c:v>42556</c:v>
                      </c:pt>
                      <c:pt idx="3200">
                        <c:v>42557</c:v>
                      </c:pt>
                      <c:pt idx="3201">
                        <c:v>42558</c:v>
                      </c:pt>
                      <c:pt idx="3202">
                        <c:v>42559</c:v>
                      </c:pt>
                      <c:pt idx="3203">
                        <c:v>42562</c:v>
                      </c:pt>
                      <c:pt idx="3204">
                        <c:v>42563</c:v>
                      </c:pt>
                      <c:pt idx="3205">
                        <c:v>42564</c:v>
                      </c:pt>
                      <c:pt idx="3206">
                        <c:v>42565</c:v>
                      </c:pt>
                      <c:pt idx="3207">
                        <c:v>42566</c:v>
                      </c:pt>
                      <c:pt idx="3208">
                        <c:v>42569</c:v>
                      </c:pt>
                      <c:pt idx="3209">
                        <c:v>42570</c:v>
                      </c:pt>
                      <c:pt idx="3210">
                        <c:v>42571</c:v>
                      </c:pt>
                      <c:pt idx="3211">
                        <c:v>42572</c:v>
                      </c:pt>
                      <c:pt idx="3212">
                        <c:v>42573</c:v>
                      </c:pt>
                      <c:pt idx="3213">
                        <c:v>42576</c:v>
                      </c:pt>
                      <c:pt idx="3214">
                        <c:v>42577</c:v>
                      </c:pt>
                      <c:pt idx="3215">
                        <c:v>42578</c:v>
                      </c:pt>
                      <c:pt idx="3216">
                        <c:v>42579</c:v>
                      </c:pt>
                      <c:pt idx="3217">
                        <c:v>42580</c:v>
                      </c:pt>
                      <c:pt idx="3218">
                        <c:v>42583</c:v>
                      </c:pt>
                      <c:pt idx="3219">
                        <c:v>42584</c:v>
                      </c:pt>
                      <c:pt idx="3220">
                        <c:v>42585</c:v>
                      </c:pt>
                      <c:pt idx="3221">
                        <c:v>42586</c:v>
                      </c:pt>
                      <c:pt idx="3222">
                        <c:v>42587</c:v>
                      </c:pt>
                      <c:pt idx="3223">
                        <c:v>42590</c:v>
                      </c:pt>
                      <c:pt idx="3224">
                        <c:v>42591</c:v>
                      </c:pt>
                      <c:pt idx="3225">
                        <c:v>42592</c:v>
                      </c:pt>
                      <c:pt idx="3226">
                        <c:v>42593</c:v>
                      </c:pt>
                      <c:pt idx="3227">
                        <c:v>42594</c:v>
                      </c:pt>
                      <c:pt idx="3228">
                        <c:v>42597</c:v>
                      </c:pt>
                      <c:pt idx="3229">
                        <c:v>42598</c:v>
                      </c:pt>
                      <c:pt idx="3230">
                        <c:v>42599</c:v>
                      </c:pt>
                      <c:pt idx="3231">
                        <c:v>42600</c:v>
                      </c:pt>
                      <c:pt idx="3232">
                        <c:v>42601</c:v>
                      </c:pt>
                      <c:pt idx="3233">
                        <c:v>42604</c:v>
                      </c:pt>
                      <c:pt idx="3234">
                        <c:v>42605</c:v>
                      </c:pt>
                      <c:pt idx="3235">
                        <c:v>42606</c:v>
                      </c:pt>
                      <c:pt idx="3236">
                        <c:v>42607</c:v>
                      </c:pt>
                      <c:pt idx="3237">
                        <c:v>42608</c:v>
                      </c:pt>
                      <c:pt idx="3238">
                        <c:v>42611</c:v>
                      </c:pt>
                      <c:pt idx="3239">
                        <c:v>42612</c:v>
                      </c:pt>
                      <c:pt idx="3240">
                        <c:v>42613</c:v>
                      </c:pt>
                      <c:pt idx="3241">
                        <c:v>42614</c:v>
                      </c:pt>
                      <c:pt idx="3242">
                        <c:v>42615</c:v>
                      </c:pt>
                      <c:pt idx="3243">
                        <c:v>42618</c:v>
                      </c:pt>
                      <c:pt idx="3244">
                        <c:v>42619</c:v>
                      </c:pt>
                      <c:pt idx="3245">
                        <c:v>42620</c:v>
                      </c:pt>
                      <c:pt idx="3246">
                        <c:v>42621</c:v>
                      </c:pt>
                      <c:pt idx="3247">
                        <c:v>42622</c:v>
                      </c:pt>
                      <c:pt idx="3248">
                        <c:v>42625</c:v>
                      </c:pt>
                      <c:pt idx="3249">
                        <c:v>42626</c:v>
                      </c:pt>
                      <c:pt idx="3250">
                        <c:v>42627</c:v>
                      </c:pt>
                      <c:pt idx="3251">
                        <c:v>42628</c:v>
                      </c:pt>
                      <c:pt idx="3252">
                        <c:v>42629</c:v>
                      </c:pt>
                      <c:pt idx="3253">
                        <c:v>42632</c:v>
                      </c:pt>
                      <c:pt idx="3254">
                        <c:v>42633</c:v>
                      </c:pt>
                      <c:pt idx="3255">
                        <c:v>42634</c:v>
                      </c:pt>
                      <c:pt idx="3256">
                        <c:v>42635</c:v>
                      </c:pt>
                      <c:pt idx="3257">
                        <c:v>42636</c:v>
                      </c:pt>
                      <c:pt idx="3258">
                        <c:v>42639</c:v>
                      </c:pt>
                      <c:pt idx="3259">
                        <c:v>42640</c:v>
                      </c:pt>
                      <c:pt idx="3260">
                        <c:v>42641</c:v>
                      </c:pt>
                      <c:pt idx="3261">
                        <c:v>42642</c:v>
                      </c:pt>
                      <c:pt idx="3262">
                        <c:v>42643</c:v>
                      </c:pt>
                      <c:pt idx="3263">
                        <c:v>42646</c:v>
                      </c:pt>
                      <c:pt idx="3264">
                        <c:v>42647</c:v>
                      </c:pt>
                      <c:pt idx="3265">
                        <c:v>42648</c:v>
                      </c:pt>
                      <c:pt idx="3266">
                        <c:v>42649</c:v>
                      </c:pt>
                      <c:pt idx="3267">
                        <c:v>42650</c:v>
                      </c:pt>
                      <c:pt idx="3268">
                        <c:v>42653</c:v>
                      </c:pt>
                      <c:pt idx="3269">
                        <c:v>42654</c:v>
                      </c:pt>
                      <c:pt idx="3270">
                        <c:v>42655</c:v>
                      </c:pt>
                      <c:pt idx="3271">
                        <c:v>42656</c:v>
                      </c:pt>
                      <c:pt idx="3272">
                        <c:v>42657</c:v>
                      </c:pt>
                      <c:pt idx="3273">
                        <c:v>42660</c:v>
                      </c:pt>
                      <c:pt idx="3274">
                        <c:v>42661</c:v>
                      </c:pt>
                      <c:pt idx="3275">
                        <c:v>42662</c:v>
                      </c:pt>
                      <c:pt idx="3276">
                        <c:v>42663</c:v>
                      </c:pt>
                      <c:pt idx="3277">
                        <c:v>42664</c:v>
                      </c:pt>
                      <c:pt idx="3278">
                        <c:v>42667</c:v>
                      </c:pt>
                      <c:pt idx="3279">
                        <c:v>42668</c:v>
                      </c:pt>
                      <c:pt idx="3280">
                        <c:v>42669</c:v>
                      </c:pt>
                      <c:pt idx="3281">
                        <c:v>42670</c:v>
                      </c:pt>
                      <c:pt idx="3282">
                        <c:v>42671</c:v>
                      </c:pt>
                      <c:pt idx="3283">
                        <c:v>42674</c:v>
                      </c:pt>
                      <c:pt idx="3284">
                        <c:v>42675</c:v>
                      </c:pt>
                      <c:pt idx="3285">
                        <c:v>42676</c:v>
                      </c:pt>
                      <c:pt idx="3286">
                        <c:v>42677</c:v>
                      </c:pt>
                      <c:pt idx="3287">
                        <c:v>42678</c:v>
                      </c:pt>
                      <c:pt idx="3288">
                        <c:v>42681</c:v>
                      </c:pt>
                      <c:pt idx="3289">
                        <c:v>42682</c:v>
                      </c:pt>
                      <c:pt idx="3290">
                        <c:v>42683</c:v>
                      </c:pt>
                      <c:pt idx="3291">
                        <c:v>42684</c:v>
                      </c:pt>
                      <c:pt idx="3292">
                        <c:v>42685</c:v>
                      </c:pt>
                      <c:pt idx="3293">
                        <c:v>42688</c:v>
                      </c:pt>
                      <c:pt idx="3294">
                        <c:v>42689</c:v>
                      </c:pt>
                      <c:pt idx="3295">
                        <c:v>42690</c:v>
                      </c:pt>
                      <c:pt idx="3296">
                        <c:v>42691</c:v>
                      </c:pt>
                      <c:pt idx="3297">
                        <c:v>42692</c:v>
                      </c:pt>
                      <c:pt idx="3298">
                        <c:v>42695</c:v>
                      </c:pt>
                      <c:pt idx="3299">
                        <c:v>42696</c:v>
                      </c:pt>
                      <c:pt idx="3300">
                        <c:v>42697</c:v>
                      </c:pt>
                      <c:pt idx="3301">
                        <c:v>42698</c:v>
                      </c:pt>
                      <c:pt idx="3302">
                        <c:v>42699</c:v>
                      </c:pt>
                      <c:pt idx="3303">
                        <c:v>42702</c:v>
                      </c:pt>
                      <c:pt idx="3304">
                        <c:v>42703</c:v>
                      </c:pt>
                      <c:pt idx="3305">
                        <c:v>42704</c:v>
                      </c:pt>
                      <c:pt idx="3306">
                        <c:v>42705</c:v>
                      </c:pt>
                      <c:pt idx="3307">
                        <c:v>42706</c:v>
                      </c:pt>
                      <c:pt idx="3308">
                        <c:v>42709</c:v>
                      </c:pt>
                      <c:pt idx="3309">
                        <c:v>42710</c:v>
                      </c:pt>
                      <c:pt idx="3310">
                        <c:v>42711</c:v>
                      </c:pt>
                      <c:pt idx="3311">
                        <c:v>42712</c:v>
                      </c:pt>
                      <c:pt idx="3312">
                        <c:v>42713</c:v>
                      </c:pt>
                      <c:pt idx="3313">
                        <c:v>42716</c:v>
                      </c:pt>
                      <c:pt idx="3314">
                        <c:v>42717</c:v>
                      </c:pt>
                      <c:pt idx="3315">
                        <c:v>42718</c:v>
                      </c:pt>
                      <c:pt idx="3316">
                        <c:v>42719</c:v>
                      </c:pt>
                      <c:pt idx="3317">
                        <c:v>42720</c:v>
                      </c:pt>
                      <c:pt idx="3318">
                        <c:v>42723</c:v>
                      </c:pt>
                      <c:pt idx="3319">
                        <c:v>42724</c:v>
                      </c:pt>
                      <c:pt idx="3320">
                        <c:v>42725</c:v>
                      </c:pt>
                      <c:pt idx="3321">
                        <c:v>42726</c:v>
                      </c:pt>
                      <c:pt idx="3322">
                        <c:v>42727</c:v>
                      </c:pt>
                      <c:pt idx="3323">
                        <c:v>42730</c:v>
                      </c:pt>
                      <c:pt idx="3324">
                        <c:v>42731</c:v>
                      </c:pt>
                      <c:pt idx="3325">
                        <c:v>42732</c:v>
                      </c:pt>
                      <c:pt idx="3326">
                        <c:v>42733</c:v>
                      </c:pt>
                      <c:pt idx="3327">
                        <c:v>42734</c:v>
                      </c:pt>
                      <c:pt idx="3328">
                        <c:v>42737</c:v>
                      </c:pt>
                      <c:pt idx="3329">
                        <c:v>42738</c:v>
                      </c:pt>
                      <c:pt idx="3330">
                        <c:v>42739</c:v>
                      </c:pt>
                      <c:pt idx="3331">
                        <c:v>42740</c:v>
                      </c:pt>
                      <c:pt idx="3332">
                        <c:v>42741</c:v>
                      </c:pt>
                      <c:pt idx="3333">
                        <c:v>42744</c:v>
                      </c:pt>
                      <c:pt idx="3334">
                        <c:v>42745</c:v>
                      </c:pt>
                      <c:pt idx="3335">
                        <c:v>42746</c:v>
                      </c:pt>
                      <c:pt idx="3336">
                        <c:v>42747</c:v>
                      </c:pt>
                      <c:pt idx="3337">
                        <c:v>42748</c:v>
                      </c:pt>
                      <c:pt idx="3338">
                        <c:v>42751</c:v>
                      </c:pt>
                      <c:pt idx="3339">
                        <c:v>42752</c:v>
                      </c:pt>
                      <c:pt idx="3340">
                        <c:v>42753</c:v>
                      </c:pt>
                      <c:pt idx="3341">
                        <c:v>42754</c:v>
                      </c:pt>
                      <c:pt idx="3342">
                        <c:v>42755</c:v>
                      </c:pt>
                      <c:pt idx="3343">
                        <c:v>42758</c:v>
                      </c:pt>
                      <c:pt idx="3344">
                        <c:v>42759</c:v>
                      </c:pt>
                      <c:pt idx="3345">
                        <c:v>42760</c:v>
                      </c:pt>
                      <c:pt idx="3346">
                        <c:v>42761</c:v>
                      </c:pt>
                      <c:pt idx="3347">
                        <c:v>42762</c:v>
                      </c:pt>
                      <c:pt idx="3348">
                        <c:v>42765</c:v>
                      </c:pt>
                      <c:pt idx="3349">
                        <c:v>42766</c:v>
                      </c:pt>
                      <c:pt idx="3350">
                        <c:v>42767</c:v>
                      </c:pt>
                      <c:pt idx="3351">
                        <c:v>42768</c:v>
                      </c:pt>
                      <c:pt idx="3352">
                        <c:v>42769</c:v>
                      </c:pt>
                      <c:pt idx="3353">
                        <c:v>42772</c:v>
                      </c:pt>
                      <c:pt idx="3354">
                        <c:v>42773</c:v>
                      </c:pt>
                      <c:pt idx="3355">
                        <c:v>42774</c:v>
                      </c:pt>
                      <c:pt idx="3356">
                        <c:v>42775</c:v>
                      </c:pt>
                      <c:pt idx="3357">
                        <c:v>42776</c:v>
                      </c:pt>
                      <c:pt idx="3358">
                        <c:v>42779</c:v>
                      </c:pt>
                      <c:pt idx="3359">
                        <c:v>42780</c:v>
                      </c:pt>
                      <c:pt idx="3360">
                        <c:v>42781</c:v>
                      </c:pt>
                      <c:pt idx="3361">
                        <c:v>42782</c:v>
                      </c:pt>
                      <c:pt idx="3362">
                        <c:v>42783</c:v>
                      </c:pt>
                      <c:pt idx="3363">
                        <c:v>42786</c:v>
                      </c:pt>
                      <c:pt idx="3364">
                        <c:v>42787</c:v>
                      </c:pt>
                      <c:pt idx="3365">
                        <c:v>42788</c:v>
                      </c:pt>
                      <c:pt idx="3366">
                        <c:v>42789</c:v>
                      </c:pt>
                      <c:pt idx="3367">
                        <c:v>42790</c:v>
                      </c:pt>
                      <c:pt idx="3368">
                        <c:v>42793</c:v>
                      </c:pt>
                      <c:pt idx="3369">
                        <c:v>42794</c:v>
                      </c:pt>
                      <c:pt idx="3370">
                        <c:v>42795</c:v>
                      </c:pt>
                      <c:pt idx="3371">
                        <c:v>42796</c:v>
                      </c:pt>
                      <c:pt idx="3372">
                        <c:v>42797</c:v>
                      </c:pt>
                      <c:pt idx="3373">
                        <c:v>42800</c:v>
                      </c:pt>
                      <c:pt idx="3374">
                        <c:v>42801</c:v>
                      </c:pt>
                      <c:pt idx="3375">
                        <c:v>42802</c:v>
                      </c:pt>
                      <c:pt idx="3376">
                        <c:v>42803</c:v>
                      </c:pt>
                      <c:pt idx="3377">
                        <c:v>42804</c:v>
                      </c:pt>
                      <c:pt idx="3378">
                        <c:v>42807</c:v>
                      </c:pt>
                      <c:pt idx="3379">
                        <c:v>42808</c:v>
                      </c:pt>
                      <c:pt idx="3380">
                        <c:v>42809</c:v>
                      </c:pt>
                      <c:pt idx="3381">
                        <c:v>42810</c:v>
                      </c:pt>
                      <c:pt idx="3382">
                        <c:v>42811</c:v>
                      </c:pt>
                      <c:pt idx="3383">
                        <c:v>42814</c:v>
                      </c:pt>
                      <c:pt idx="3384">
                        <c:v>42815</c:v>
                      </c:pt>
                      <c:pt idx="3385">
                        <c:v>42816</c:v>
                      </c:pt>
                      <c:pt idx="3386">
                        <c:v>42817</c:v>
                      </c:pt>
                      <c:pt idx="3387">
                        <c:v>42818</c:v>
                      </c:pt>
                      <c:pt idx="3388">
                        <c:v>42821</c:v>
                      </c:pt>
                      <c:pt idx="3389">
                        <c:v>42822</c:v>
                      </c:pt>
                      <c:pt idx="3390">
                        <c:v>42823</c:v>
                      </c:pt>
                      <c:pt idx="3391">
                        <c:v>42824</c:v>
                      </c:pt>
                      <c:pt idx="3392">
                        <c:v>42825</c:v>
                      </c:pt>
                      <c:pt idx="3393">
                        <c:v>42828</c:v>
                      </c:pt>
                      <c:pt idx="3394">
                        <c:v>42829</c:v>
                      </c:pt>
                      <c:pt idx="3395">
                        <c:v>42830</c:v>
                      </c:pt>
                      <c:pt idx="3396">
                        <c:v>42831</c:v>
                      </c:pt>
                      <c:pt idx="3397">
                        <c:v>42832</c:v>
                      </c:pt>
                      <c:pt idx="3398">
                        <c:v>42835</c:v>
                      </c:pt>
                      <c:pt idx="3399">
                        <c:v>42836</c:v>
                      </c:pt>
                      <c:pt idx="3400">
                        <c:v>42837</c:v>
                      </c:pt>
                      <c:pt idx="3401">
                        <c:v>42838</c:v>
                      </c:pt>
                      <c:pt idx="3402">
                        <c:v>42839</c:v>
                      </c:pt>
                      <c:pt idx="3403">
                        <c:v>42842</c:v>
                      </c:pt>
                      <c:pt idx="3404">
                        <c:v>42843</c:v>
                      </c:pt>
                      <c:pt idx="3405">
                        <c:v>42844</c:v>
                      </c:pt>
                      <c:pt idx="3406">
                        <c:v>42845</c:v>
                      </c:pt>
                      <c:pt idx="3407">
                        <c:v>42846</c:v>
                      </c:pt>
                      <c:pt idx="3408">
                        <c:v>42849</c:v>
                      </c:pt>
                      <c:pt idx="3409">
                        <c:v>42850</c:v>
                      </c:pt>
                      <c:pt idx="3410">
                        <c:v>42851</c:v>
                      </c:pt>
                      <c:pt idx="3411">
                        <c:v>42852</c:v>
                      </c:pt>
                      <c:pt idx="3412">
                        <c:v>42853</c:v>
                      </c:pt>
                      <c:pt idx="3413">
                        <c:v>42856</c:v>
                      </c:pt>
                      <c:pt idx="3414">
                        <c:v>42857</c:v>
                      </c:pt>
                      <c:pt idx="3415">
                        <c:v>42858</c:v>
                      </c:pt>
                      <c:pt idx="3416">
                        <c:v>42859</c:v>
                      </c:pt>
                      <c:pt idx="3417">
                        <c:v>42860</c:v>
                      </c:pt>
                      <c:pt idx="3418">
                        <c:v>42863</c:v>
                      </c:pt>
                      <c:pt idx="3419">
                        <c:v>42864</c:v>
                      </c:pt>
                      <c:pt idx="3420">
                        <c:v>42865</c:v>
                      </c:pt>
                      <c:pt idx="3421">
                        <c:v>42866</c:v>
                      </c:pt>
                      <c:pt idx="3422">
                        <c:v>42867</c:v>
                      </c:pt>
                      <c:pt idx="3423">
                        <c:v>42870</c:v>
                      </c:pt>
                      <c:pt idx="3424">
                        <c:v>42871</c:v>
                      </c:pt>
                      <c:pt idx="3425">
                        <c:v>42872</c:v>
                      </c:pt>
                      <c:pt idx="3426">
                        <c:v>42873</c:v>
                      </c:pt>
                      <c:pt idx="3427">
                        <c:v>42874</c:v>
                      </c:pt>
                      <c:pt idx="3428">
                        <c:v>42877</c:v>
                      </c:pt>
                      <c:pt idx="3429">
                        <c:v>42878</c:v>
                      </c:pt>
                      <c:pt idx="3430">
                        <c:v>42879</c:v>
                      </c:pt>
                      <c:pt idx="3431">
                        <c:v>42880</c:v>
                      </c:pt>
                      <c:pt idx="3432">
                        <c:v>42881</c:v>
                      </c:pt>
                      <c:pt idx="3433">
                        <c:v>42884</c:v>
                      </c:pt>
                      <c:pt idx="3434">
                        <c:v>42885</c:v>
                      </c:pt>
                      <c:pt idx="3435">
                        <c:v>42886</c:v>
                      </c:pt>
                      <c:pt idx="3436">
                        <c:v>42887</c:v>
                      </c:pt>
                      <c:pt idx="3437">
                        <c:v>42888</c:v>
                      </c:pt>
                      <c:pt idx="3438">
                        <c:v>42891</c:v>
                      </c:pt>
                      <c:pt idx="3439">
                        <c:v>42892</c:v>
                      </c:pt>
                      <c:pt idx="3440">
                        <c:v>42893</c:v>
                      </c:pt>
                      <c:pt idx="3441">
                        <c:v>42894</c:v>
                      </c:pt>
                      <c:pt idx="3442">
                        <c:v>42895</c:v>
                      </c:pt>
                      <c:pt idx="3443">
                        <c:v>42898</c:v>
                      </c:pt>
                      <c:pt idx="3444">
                        <c:v>42899</c:v>
                      </c:pt>
                      <c:pt idx="3445">
                        <c:v>42900</c:v>
                      </c:pt>
                      <c:pt idx="3446">
                        <c:v>42901</c:v>
                      </c:pt>
                      <c:pt idx="3447">
                        <c:v>42902</c:v>
                      </c:pt>
                      <c:pt idx="3448">
                        <c:v>42905</c:v>
                      </c:pt>
                      <c:pt idx="3449">
                        <c:v>42906</c:v>
                      </c:pt>
                      <c:pt idx="3450">
                        <c:v>42907</c:v>
                      </c:pt>
                      <c:pt idx="3451">
                        <c:v>42908</c:v>
                      </c:pt>
                      <c:pt idx="3452">
                        <c:v>42909</c:v>
                      </c:pt>
                      <c:pt idx="3453">
                        <c:v>42912</c:v>
                      </c:pt>
                      <c:pt idx="3454">
                        <c:v>42913</c:v>
                      </c:pt>
                      <c:pt idx="3455">
                        <c:v>42914</c:v>
                      </c:pt>
                      <c:pt idx="3456">
                        <c:v>42915</c:v>
                      </c:pt>
                      <c:pt idx="3457">
                        <c:v>42916</c:v>
                      </c:pt>
                      <c:pt idx="3458">
                        <c:v>42919</c:v>
                      </c:pt>
                      <c:pt idx="3459">
                        <c:v>42920</c:v>
                      </c:pt>
                      <c:pt idx="3460">
                        <c:v>42921</c:v>
                      </c:pt>
                      <c:pt idx="3461">
                        <c:v>42922</c:v>
                      </c:pt>
                      <c:pt idx="3462">
                        <c:v>42923</c:v>
                      </c:pt>
                      <c:pt idx="3463">
                        <c:v>42926</c:v>
                      </c:pt>
                      <c:pt idx="3464">
                        <c:v>42927</c:v>
                      </c:pt>
                      <c:pt idx="3465">
                        <c:v>42928</c:v>
                      </c:pt>
                      <c:pt idx="3466">
                        <c:v>42929</c:v>
                      </c:pt>
                      <c:pt idx="3467">
                        <c:v>42930</c:v>
                      </c:pt>
                      <c:pt idx="3468">
                        <c:v>42933</c:v>
                      </c:pt>
                      <c:pt idx="3469">
                        <c:v>42934</c:v>
                      </c:pt>
                      <c:pt idx="3470">
                        <c:v>42935</c:v>
                      </c:pt>
                      <c:pt idx="3471">
                        <c:v>42936</c:v>
                      </c:pt>
                      <c:pt idx="3472">
                        <c:v>42937</c:v>
                      </c:pt>
                      <c:pt idx="3473">
                        <c:v>42940</c:v>
                      </c:pt>
                      <c:pt idx="3474">
                        <c:v>42941</c:v>
                      </c:pt>
                      <c:pt idx="3475">
                        <c:v>42942</c:v>
                      </c:pt>
                      <c:pt idx="3476">
                        <c:v>42943</c:v>
                      </c:pt>
                      <c:pt idx="3477">
                        <c:v>42944</c:v>
                      </c:pt>
                      <c:pt idx="3478">
                        <c:v>42947</c:v>
                      </c:pt>
                      <c:pt idx="3479">
                        <c:v>42948</c:v>
                      </c:pt>
                      <c:pt idx="3480">
                        <c:v>42949</c:v>
                      </c:pt>
                      <c:pt idx="3481">
                        <c:v>42950</c:v>
                      </c:pt>
                      <c:pt idx="3482">
                        <c:v>42951</c:v>
                      </c:pt>
                      <c:pt idx="3483">
                        <c:v>42954</c:v>
                      </c:pt>
                      <c:pt idx="3484">
                        <c:v>42955</c:v>
                      </c:pt>
                      <c:pt idx="3485">
                        <c:v>42956</c:v>
                      </c:pt>
                      <c:pt idx="3486">
                        <c:v>42957</c:v>
                      </c:pt>
                      <c:pt idx="3487">
                        <c:v>42958</c:v>
                      </c:pt>
                      <c:pt idx="3488">
                        <c:v>42961</c:v>
                      </c:pt>
                      <c:pt idx="3489">
                        <c:v>42962</c:v>
                      </c:pt>
                      <c:pt idx="3490">
                        <c:v>42963</c:v>
                      </c:pt>
                      <c:pt idx="3491">
                        <c:v>42964</c:v>
                      </c:pt>
                      <c:pt idx="3492">
                        <c:v>42965</c:v>
                      </c:pt>
                      <c:pt idx="3493">
                        <c:v>42968</c:v>
                      </c:pt>
                      <c:pt idx="3494">
                        <c:v>42969</c:v>
                      </c:pt>
                      <c:pt idx="3495">
                        <c:v>42970</c:v>
                      </c:pt>
                      <c:pt idx="3496">
                        <c:v>42971</c:v>
                      </c:pt>
                      <c:pt idx="3497">
                        <c:v>42972</c:v>
                      </c:pt>
                      <c:pt idx="3498">
                        <c:v>42975</c:v>
                      </c:pt>
                      <c:pt idx="3499">
                        <c:v>42976</c:v>
                      </c:pt>
                      <c:pt idx="3500">
                        <c:v>42977</c:v>
                      </c:pt>
                      <c:pt idx="3501">
                        <c:v>42978</c:v>
                      </c:pt>
                      <c:pt idx="3502">
                        <c:v>42979</c:v>
                      </c:pt>
                      <c:pt idx="3503">
                        <c:v>42982</c:v>
                      </c:pt>
                      <c:pt idx="3504">
                        <c:v>42983</c:v>
                      </c:pt>
                      <c:pt idx="3505">
                        <c:v>42984</c:v>
                      </c:pt>
                      <c:pt idx="3506">
                        <c:v>42985</c:v>
                      </c:pt>
                      <c:pt idx="3507">
                        <c:v>42986</c:v>
                      </c:pt>
                      <c:pt idx="3508">
                        <c:v>42989</c:v>
                      </c:pt>
                      <c:pt idx="3509">
                        <c:v>42990</c:v>
                      </c:pt>
                      <c:pt idx="3510">
                        <c:v>42991</c:v>
                      </c:pt>
                      <c:pt idx="3511">
                        <c:v>42992</c:v>
                      </c:pt>
                      <c:pt idx="3512">
                        <c:v>42993</c:v>
                      </c:pt>
                      <c:pt idx="3513">
                        <c:v>42996</c:v>
                      </c:pt>
                      <c:pt idx="3514">
                        <c:v>42997</c:v>
                      </c:pt>
                      <c:pt idx="3515">
                        <c:v>42998</c:v>
                      </c:pt>
                      <c:pt idx="3516">
                        <c:v>42999</c:v>
                      </c:pt>
                      <c:pt idx="3517">
                        <c:v>43000</c:v>
                      </c:pt>
                      <c:pt idx="3518">
                        <c:v>43003</c:v>
                      </c:pt>
                      <c:pt idx="3519">
                        <c:v>43004</c:v>
                      </c:pt>
                      <c:pt idx="3520">
                        <c:v>43005</c:v>
                      </c:pt>
                      <c:pt idx="3521">
                        <c:v>43006</c:v>
                      </c:pt>
                      <c:pt idx="3522">
                        <c:v>43007</c:v>
                      </c:pt>
                      <c:pt idx="3523">
                        <c:v>43010</c:v>
                      </c:pt>
                      <c:pt idx="3524">
                        <c:v>43011</c:v>
                      </c:pt>
                      <c:pt idx="3525">
                        <c:v>43012</c:v>
                      </c:pt>
                      <c:pt idx="3526">
                        <c:v>43013</c:v>
                      </c:pt>
                      <c:pt idx="3527">
                        <c:v>43014</c:v>
                      </c:pt>
                      <c:pt idx="3528">
                        <c:v>43017</c:v>
                      </c:pt>
                      <c:pt idx="3529">
                        <c:v>43018</c:v>
                      </c:pt>
                      <c:pt idx="3530">
                        <c:v>43019</c:v>
                      </c:pt>
                      <c:pt idx="3531">
                        <c:v>43020</c:v>
                      </c:pt>
                      <c:pt idx="3532">
                        <c:v>43021</c:v>
                      </c:pt>
                      <c:pt idx="3533">
                        <c:v>43024</c:v>
                      </c:pt>
                      <c:pt idx="3534">
                        <c:v>43025</c:v>
                      </c:pt>
                      <c:pt idx="3535">
                        <c:v>43026</c:v>
                      </c:pt>
                      <c:pt idx="3536">
                        <c:v>43027</c:v>
                      </c:pt>
                      <c:pt idx="3537">
                        <c:v>43028</c:v>
                      </c:pt>
                      <c:pt idx="3538">
                        <c:v>43031</c:v>
                      </c:pt>
                      <c:pt idx="3539">
                        <c:v>43032</c:v>
                      </c:pt>
                      <c:pt idx="3540">
                        <c:v>43033</c:v>
                      </c:pt>
                      <c:pt idx="3541">
                        <c:v>43034</c:v>
                      </c:pt>
                      <c:pt idx="3542">
                        <c:v>43035</c:v>
                      </c:pt>
                      <c:pt idx="3543">
                        <c:v>43038</c:v>
                      </c:pt>
                      <c:pt idx="3544">
                        <c:v>43039</c:v>
                      </c:pt>
                      <c:pt idx="3545">
                        <c:v>43040</c:v>
                      </c:pt>
                      <c:pt idx="3546">
                        <c:v>43041</c:v>
                      </c:pt>
                      <c:pt idx="3547">
                        <c:v>43042</c:v>
                      </c:pt>
                      <c:pt idx="3548">
                        <c:v>43045</c:v>
                      </c:pt>
                      <c:pt idx="3549">
                        <c:v>43046</c:v>
                      </c:pt>
                      <c:pt idx="3550">
                        <c:v>43047</c:v>
                      </c:pt>
                      <c:pt idx="3551">
                        <c:v>43048</c:v>
                      </c:pt>
                      <c:pt idx="3552">
                        <c:v>43049</c:v>
                      </c:pt>
                      <c:pt idx="3553">
                        <c:v>43052</c:v>
                      </c:pt>
                      <c:pt idx="3554">
                        <c:v>43053</c:v>
                      </c:pt>
                      <c:pt idx="3555">
                        <c:v>43054</c:v>
                      </c:pt>
                      <c:pt idx="3556">
                        <c:v>43055</c:v>
                      </c:pt>
                      <c:pt idx="3557">
                        <c:v>43056</c:v>
                      </c:pt>
                      <c:pt idx="3558">
                        <c:v>43059</c:v>
                      </c:pt>
                      <c:pt idx="3559">
                        <c:v>43060</c:v>
                      </c:pt>
                      <c:pt idx="3560">
                        <c:v>43061</c:v>
                      </c:pt>
                      <c:pt idx="3561">
                        <c:v>43062</c:v>
                      </c:pt>
                      <c:pt idx="3562">
                        <c:v>43063</c:v>
                      </c:pt>
                      <c:pt idx="3563">
                        <c:v>43066</c:v>
                      </c:pt>
                      <c:pt idx="3564">
                        <c:v>43067</c:v>
                      </c:pt>
                      <c:pt idx="3565">
                        <c:v>43068</c:v>
                      </c:pt>
                      <c:pt idx="3566">
                        <c:v>43069</c:v>
                      </c:pt>
                      <c:pt idx="3567">
                        <c:v>43070</c:v>
                      </c:pt>
                      <c:pt idx="3568">
                        <c:v>43073</c:v>
                      </c:pt>
                      <c:pt idx="3569">
                        <c:v>43074</c:v>
                      </c:pt>
                      <c:pt idx="3570">
                        <c:v>43075</c:v>
                      </c:pt>
                      <c:pt idx="3571">
                        <c:v>43076</c:v>
                      </c:pt>
                      <c:pt idx="3572">
                        <c:v>43077</c:v>
                      </c:pt>
                      <c:pt idx="3573">
                        <c:v>43080</c:v>
                      </c:pt>
                      <c:pt idx="3574">
                        <c:v>43081</c:v>
                      </c:pt>
                      <c:pt idx="3575">
                        <c:v>43082</c:v>
                      </c:pt>
                      <c:pt idx="3576">
                        <c:v>43083</c:v>
                      </c:pt>
                      <c:pt idx="3577">
                        <c:v>43084</c:v>
                      </c:pt>
                      <c:pt idx="3578">
                        <c:v>43087</c:v>
                      </c:pt>
                      <c:pt idx="3579">
                        <c:v>43088</c:v>
                      </c:pt>
                      <c:pt idx="3580">
                        <c:v>43089</c:v>
                      </c:pt>
                      <c:pt idx="3581">
                        <c:v>43090</c:v>
                      </c:pt>
                      <c:pt idx="3582">
                        <c:v>43091</c:v>
                      </c:pt>
                      <c:pt idx="3583">
                        <c:v>43094</c:v>
                      </c:pt>
                      <c:pt idx="3584">
                        <c:v>43095</c:v>
                      </c:pt>
                      <c:pt idx="3585">
                        <c:v>43096</c:v>
                      </c:pt>
                      <c:pt idx="3586">
                        <c:v>43097</c:v>
                      </c:pt>
                      <c:pt idx="3587">
                        <c:v>43098</c:v>
                      </c:pt>
                      <c:pt idx="3588">
                        <c:v>43101</c:v>
                      </c:pt>
                      <c:pt idx="3589">
                        <c:v>43102</c:v>
                      </c:pt>
                      <c:pt idx="3590">
                        <c:v>43103</c:v>
                      </c:pt>
                      <c:pt idx="3591">
                        <c:v>43104</c:v>
                      </c:pt>
                      <c:pt idx="3592">
                        <c:v>43105</c:v>
                      </c:pt>
                      <c:pt idx="3593">
                        <c:v>43108</c:v>
                      </c:pt>
                      <c:pt idx="3594">
                        <c:v>43109</c:v>
                      </c:pt>
                      <c:pt idx="3595">
                        <c:v>43110</c:v>
                      </c:pt>
                      <c:pt idx="3596">
                        <c:v>43111</c:v>
                      </c:pt>
                      <c:pt idx="3597">
                        <c:v>43112</c:v>
                      </c:pt>
                      <c:pt idx="3598">
                        <c:v>43115</c:v>
                      </c:pt>
                      <c:pt idx="3599">
                        <c:v>43116</c:v>
                      </c:pt>
                      <c:pt idx="3600">
                        <c:v>43117</c:v>
                      </c:pt>
                      <c:pt idx="3601">
                        <c:v>43118</c:v>
                      </c:pt>
                      <c:pt idx="3602">
                        <c:v>43119</c:v>
                      </c:pt>
                      <c:pt idx="3603">
                        <c:v>43122</c:v>
                      </c:pt>
                      <c:pt idx="3604">
                        <c:v>43123</c:v>
                      </c:pt>
                      <c:pt idx="3605">
                        <c:v>43124</c:v>
                      </c:pt>
                      <c:pt idx="3606">
                        <c:v>43125</c:v>
                      </c:pt>
                      <c:pt idx="3607">
                        <c:v>43126</c:v>
                      </c:pt>
                      <c:pt idx="3608">
                        <c:v>43129</c:v>
                      </c:pt>
                      <c:pt idx="3609">
                        <c:v>43130</c:v>
                      </c:pt>
                      <c:pt idx="3610">
                        <c:v>43131</c:v>
                      </c:pt>
                      <c:pt idx="3611">
                        <c:v>43132</c:v>
                      </c:pt>
                      <c:pt idx="3612">
                        <c:v>43133</c:v>
                      </c:pt>
                      <c:pt idx="3613">
                        <c:v>43136</c:v>
                      </c:pt>
                      <c:pt idx="3614">
                        <c:v>43137</c:v>
                      </c:pt>
                      <c:pt idx="3615">
                        <c:v>43138</c:v>
                      </c:pt>
                      <c:pt idx="3616">
                        <c:v>43139</c:v>
                      </c:pt>
                      <c:pt idx="3617">
                        <c:v>43140</c:v>
                      </c:pt>
                      <c:pt idx="3618">
                        <c:v>43143</c:v>
                      </c:pt>
                      <c:pt idx="3619">
                        <c:v>43144</c:v>
                      </c:pt>
                      <c:pt idx="3620">
                        <c:v>43145</c:v>
                      </c:pt>
                      <c:pt idx="3621">
                        <c:v>43146</c:v>
                      </c:pt>
                      <c:pt idx="3622">
                        <c:v>43147</c:v>
                      </c:pt>
                      <c:pt idx="3623">
                        <c:v>43150</c:v>
                      </c:pt>
                      <c:pt idx="3624">
                        <c:v>43151</c:v>
                      </c:pt>
                      <c:pt idx="3625">
                        <c:v>43152</c:v>
                      </c:pt>
                      <c:pt idx="3626">
                        <c:v>43153</c:v>
                      </c:pt>
                      <c:pt idx="3627">
                        <c:v>43154</c:v>
                      </c:pt>
                      <c:pt idx="3628">
                        <c:v>43157</c:v>
                      </c:pt>
                      <c:pt idx="3629">
                        <c:v>43158</c:v>
                      </c:pt>
                      <c:pt idx="3630">
                        <c:v>43159</c:v>
                      </c:pt>
                      <c:pt idx="3631">
                        <c:v>43160</c:v>
                      </c:pt>
                      <c:pt idx="3632">
                        <c:v>43161</c:v>
                      </c:pt>
                      <c:pt idx="3633">
                        <c:v>43164</c:v>
                      </c:pt>
                      <c:pt idx="3634">
                        <c:v>43165</c:v>
                      </c:pt>
                      <c:pt idx="3635">
                        <c:v>43166</c:v>
                      </c:pt>
                      <c:pt idx="3636">
                        <c:v>43167</c:v>
                      </c:pt>
                      <c:pt idx="3637">
                        <c:v>43168</c:v>
                      </c:pt>
                      <c:pt idx="3638">
                        <c:v>43171</c:v>
                      </c:pt>
                      <c:pt idx="3639">
                        <c:v>43172</c:v>
                      </c:pt>
                      <c:pt idx="3640">
                        <c:v>43173</c:v>
                      </c:pt>
                      <c:pt idx="3641">
                        <c:v>43174</c:v>
                      </c:pt>
                      <c:pt idx="3642">
                        <c:v>43175</c:v>
                      </c:pt>
                      <c:pt idx="3643">
                        <c:v>43178</c:v>
                      </c:pt>
                      <c:pt idx="3644">
                        <c:v>43179</c:v>
                      </c:pt>
                      <c:pt idx="3645">
                        <c:v>43180</c:v>
                      </c:pt>
                      <c:pt idx="3646">
                        <c:v>43181</c:v>
                      </c:pt>
                      <c:pt idx="3647">
                        <c:v>43182</c:v>
                      </c:pt>
                      <c:pt idx="3648">
                        <c:v>43185</c:v>
                      </c:pt>
                      <c:pt idx="3649">
                        <c:v>43186</c:v>
                      </c:pt>
                      <c:pt idx="3650">
                        <c:v>43187</c:v>
                      </c:pt>
                      <c:pt idx="3651">
                        <c:v>43188</c:v>
                      </c:pt>
                      <c:pt idx="3652">
                        <c:v>43189</c:v>
                      </c:pt>
                      <c:pt idx="3653">
                        <c:v>43192</c:v>
                      </c:pt>
                      <c:pt idx="3654">
                        <c:v>43193</c:v>
                      </c:pt>
                      <c:pt idx="3655">
                        <c:v>43194</c:v>
                      </c:pt>
                      <c:pt idx="3656">
                        <c:v>43195</c:v>
                      </c:pt>
                      <c:pt idx="3657">
                        <c:v>43196</c:v>
                      </c:pt>
                      <c:pt idx="3658">
                        <c:v>43199</c:v>
                      </c:pt>
                      <c:pt idx="3659">
                        <c:v>43200</c:v>
                      </c:pt>
                      <c:pt idx="3660">
                        <c:v>43201</c:v>
                      </c:pt>
                      <c:pt idx="3661">
                        <c:v>43202</c:v>
                      </c:pt>
                      <c:pt idx="3662">
                        <c:v>43203</c:v>
                      </c:pt>
                      <c:pt idx="3663">
                        <c:v>43206</c:v>
                      </c:pt>
                      <c:pt idx="3664">
                        <c:v>43207</c:v>
                      </c:pt>
                      <c:pt idx="3665">
                        <c:v>43208</c:v>
                      </c:pt>
                      <c:pt idx="3666">
                        <c:v>43209</c:v>
                      </c:pt>
                      <c:pt idx="3667">
                        <c:v>43210</c:v>
                      </c:pt>
                      <c:pt idx="3668">
                        <c:v>43213</c:v>
                      </c:pt>
                      <c:pt idx="3669">
                        <c:v>43214</c:v>
                      </c:pt>
                      <c:pt idx="3670">
                        <c:v>43215</c:v>
                      </c:pt>
                      <c:pt idx="3671">
                        <c:v>43216</c:v>
                      </c:pt>
                      <c:pt idx="3672">
                        <c:v>43217</c:v>
                      </c:pt>
                      <c:pt idx="3673">
                        <c:v>43220</c:v>
                      </c:pt>
                      <c:pt idx="3674">
                        <c:v>43221</c:v>
                      </c:pt>
                      <c:pt idx="3675">
                        <c:v>43222</c:v>
                      </c:pt>
                      <c:pt idx="3676">
                        <c:v>43223</c:v>
                      </c:pt>
                      <c:pt idx="3677">
                        <c:v>43224</c:v>
                      </c:pt>
                      <c:pt idx="3678">
                        <c:v>43227</c:v>
                      </c:pt>
                      <c:pt idx="3679">
                        <c:v>43228</c:v>
                      </c:pt>
                      <c:pt idx="3680">
                        <c:v>43229</c:v>
                      </c:pt>
                      <c:pt idx="3681">
                        <c:v>43230</c:v>
                      </c:pt>
                      <c:pt idx="3682">
                        <c:v>43231</c:v>
                      </c:pt>
                      <c:pt idx="3683">
                        <c:v>43234</c:v>
                      </c:pt>
                      <c:pt idx="3684">
                        <c:v>43235</c:v>
                      </c:pt>
                      <c:pt idx="3685">
                        <c:v>43236</c:v>
                      </c:pt>
                      <c:pt idx="3686">
                        <c:v>43237</c:v>
                      </c:pt>
                      <c:pt idx="3687">
                        <c:v>43238</c:v>
                      </c:pt>
                      <c:pt idx="3688">
                        <c:v>43241</c:v>
                      </c:pt>
                      <c:pt idx="3689">
                        <c:v>43242</c:v>
                      </c:pt>
                      <c:pt idx="3690">
                        <c:v>43243</c:v>
                      </c:pt>
                      <c:pt idx="3691">
                        <c:v>43244</c:v>
                      </c:pt>
                      <c:pt idx="3692">
                        <c:v>43245</c:v>
                      </c:pt>
                      <c:pt idx="3693">
                        <c:v>43248</c:v>
                      </c:pt>
                      <c:pt idx="3694">
                        <c:v>43249</c:v>
                      </c:pt>
                      <c:pt idx="3695">
                        <c:v>43250</c:v>
                      </c:pt>
                      <c:pt idx="3696">
                        <c:v>43251</c:v>
                      </c:pt>
                      <c:pt idx="3697">
                        <c:v>43252</c:v>
                      </c:pt>
                      <c:pt idx="3698">
                        <c:v>43255</c:v>
                      </c:pt>
                      <c:pt idx="3699">
                        <c:v>43256</c:v>
                      </c:pt>
                      <c:pt idx="3700">
                        <c:v>43257</c:v>
                      </c:pt>
                      <c:pt idx="3701">
                        <c:v>43258</c:v>
                      </c:pt>
                      <c:pt idx="3702">
                        <c:v>43259</c:v>
                      </c:pt>
                      <c:pt idx="3703">
                        <c:v>43262</c:v>
                      </c:pt>
                      <c:pt idx="3704">
                        <c:v>43263</c:v>
                      </c:pt>
                      <c:pt idx="3705">
                        <c:v>43264</c:v>
                      </c:pt>
                      <c:pt idx="3706">
                        <c:v>43265</c:v>
                      </c:pt>
                      <c:pt idx="3707">
                        <c:v>43266</c:v>
                      </c:pt>
                      <c:pt idx="3708">
                        <c:v>43269</c:v>
                      </c:pt>
                      <c:pt idx="3709">
                        <c:v>43270</c:v>
                      </c:pt>
                      <c:pt idx="3710">
                        <c:v>43271</c:v>
                      </c:pt>
                      <c:pt idx="3711">
                        <c:v>43272</c:v>
                      </c:pt>
                      <c:pt idx="3712">
                        <c:v>43273</c:v>
                      </c:pt>
                      <c:pt idx="3713">
                        <c:v>43276</c:v>
                      </c:pt>
                      <c:pt idx="3714">
                        <c:v>43277</c:v>
                      </c:pt>
                      <c:pt idx="3715">
                        <c:v>43278</c:v>
                      </c:pt>
                      <c:pt idx="3716">
                        <c:v>43279</c:v>
                      </c:pt>
                      <c:pt idx="3717">
                        <c:v>43280</c:v>
                      </c:pt>
                      <c:pt idx="3718">
                        <c:v>43283</c:v>
                      </c:pt>
                      <c:pt idx="3719">
                        <c:v>43284</c:v>
                      </c:pt>
                      <c:pt idx="3720">
                        <c:v>43285</c:v>
                      </c:pt>
                      <c:pt idx="3721">
                        <c:v>43286</c:v>
                      </c:pt>
                      <c:pt idx="3722">
                        <c:v>43287</c:v>
                      </c:pt>
                      <c:pt idx="3723">
                        <c:v>43290</c:v>
                      </c:pt>
                      <c:pt idx="3724">
                        <c:v>43291</c:v>
                      </c:pt>
                      <c:pt idx="3725">
                        <c:v>43292</c:v>
                      </c:pt>
                      <c:pt idx="3726">
                        <c:v>43293</c:v>
                      </c:pt>
                      <c:pt idx="3727">
                        <c:v>43294</c:v>
                      </c:pt>
                      <c:pt idx="3728">
                        <c:v>43297</c:v>
                      </c:pt>
                      <c:pt idx="3729">
                        <c:v>43298</c:v>
                      </c:pt>
                      <c:pt idx="3730">
                        <c:v>43299</c:v>
                      </c:pt>
                      <c:pt idx="3731">
                        <c:v>43300</c:v>
                      </c:pt>
                      <c:pt idx="3732">
                        <c:v>43301</c:v>
                      </c:pt>
                      <c:pt idx="3733">
                        <c:v>43304</c:v>
                      </c:pt>
                      <c:pt idx="3734">
                        <c:v>43305</c:v>
                      </c:pt>
                      <c:pt idx="3735">
                        <c:v>43306</c:v>
                      </c:pt>
                      <c:pt idx="3736">
                        <c:v>43307</c:v>
                      </c:pt>
                      <c:pt idx="3737">
                        <c:v>43308</c:v>
                      </c:pt>
                      <c:pt idx="3738">
                        <c:v>43311</c:v>
                      </c:pt>
                      <c:pt idx="3739">
                        <c:v>43312</c:v>
                      </c:pt>
                      <c:pt idx="3740">
                        <c:v>43313</c:v>
                      </c:pt>
                      <c:pt idx="3741">
                        <c:v>43314</c:v>
                      </c:pt>
                      <c:pt idx="3742">
                        <c:v>43315</c:v>
                      </c:pt>
                      <c:pt idx="3743">
                        <c:v>43318</c:v>
                      </c:pt>
                      <c:pt idx="3744">
                        <c:v>43319</c:v>
                      </c:pt>
                      <c:pt idx="3745">
                        <c:v>43320</c:v>
                      </c:pt>
                      <c:pt idx="3746">
                        <c:v>43321</c:v>
                      </c:pt>
                      <c:pt idx="3747">
                        <c:v>43322</c:v>
                      </c:pt>
                      <c:pt idx="3748">
                        <c:v>43325</c:v>
                      </c:pt>
                      <c:pt idx="3749">
                        <c:v>43326</c:v>
                      </c:pt>
                      <c:pt idx="3750">
                        <c:v>43327</c:v>
                      </c:pt>
                      <c:pt idx="3751">
                        <c:v>43328</c:v>
                      </c:pt>
                      <c:pt idx="3752">
                        <c:v>43329</c:v>
                      </c:pt>
                      <c:pt idx="3753">
                        <c:v>43332</c:v>
                      </c:pt>
                      <c:pt idx="3754">
                        <c:v>43333</c:v>
                      </c:pt>
                      <c:pt idx="3755">
                        <c:v>43334</c:v>
                      </c:pt>
                      <c:pt idx="3756">
                        <c:v>43335</c:v>
                      </c:pt>
                      <c:pt idx="3757">
                        <c:v>43336</c:v>
                      </c:pt>
                      <c:pt idx="3758">
                        <c:v>43339</c:v>
                      </c:pt>
                      <c:pt idx="3759">
                        <c:v>43340</c:v>
                      </c:pt>
                      <c:pt idx="3760">
                        <c:v>43341</c:v>
                      </c:pt>
                      <c:pt idx="3761">
                        <c:v>43342</c:v>
                      </c:pt>
                      <c:pt idx="3762">
                        <c:v>43343</c:v>
                      </c:pt>
                      <c:pt idx="3763">
                        <c:v>43346</c:v>
                      </c:pt>
                      <c:pt idx="3764">
                        <c:v>43347</c:v>
                      </c:pt>
                      <c:pt idx="3765">
                        <c:v>43348</c:v>
                      </c:pt>
                      <c:pt idx="3766">
                        <c:v>43349</c:v>
                      </c:pt>
                      <c:pt idx="3767">
                        <c:v>43350</c:v>
                      </c:pt>
                      <c:pt idx="3768">
                        <c:v>43353</c:v>
                      </c:pt>
                      <c:pt idx="3769">
                        <c:v>43354</c:v>
                      </c:pt>
                      <c:pt idx="3770">
                        <c:v>43355</c:v>
                      </c:pt>
                      <c:pt idx="3771">
                        <c:v>43356</c:v>
                      </c:pt>
                      <c:pt idx="3772">
                        <c:v>43357</c:v>
                      </c:pt>
                      <c:pt idx="3773">
                        <c:v>43360</c:v>
                      </c:pt>
                      <c:pt idx="3774">
                        <c:v>43361</c:v>
                      </c:pt>
                      <c:pt idx="3775">
                        <c:v>43362</c:v>
                      </c:pt>
                      <c:pt idx="3776">
                        <c:v>43363</c:v>
                      </c:pt>
                      <c:pt idx="3777">
                        <c:v>43364</c:v>
                      </c:pt>
                      <c:pt idx="3778">
                        <c:v>43367</c:v>
                      </c:pt>
                      <c:pt idx="3779">
                        <c:v>43368</c:v>
                      </c:pt>
                      <c:pt idx="3780">
                        <c:v>43369</c:v>
                      </c:pt>
                      <c:pt idx="3781">
                        <c:v>43370</c:v>
                      </c:pt>
                      <c:pt idx="3782">
                        <c:v>43371</c:v>
                      </c:pt>
                      <c:pt idx="3783">
                        <c:v>43374</c:v>
                      </c:pt>
                      <c:pt idx="3784">
                        <c:v>43375</c:v>
                      </c:pt>
                      <c:pt idx="3785">
                        <c:v>43376</c:v>
                      </c:pt>
                      <c:pt idx="3786">
                        <c:v>43377</c:v>
                      </c:pt>
                      <c:pt idx="3787">
                        <c:v>43378</c:v>
                      </c:pt>
                      <c:pt idx="3788">
                        <c:v>43381</c:v>
                      </c:pt>
                      <c:pt idx="3789">
                        <c:v>43382</c:v>
                      </c:pt>
                      <c:pt idx="3790">
                        <c:v>43383</c:v>
                      </c:pt>
                      <c:pt idx="3791">
                        <c:v>43384</c:v>
                      </c:pt>
                      <c:pt idx="3792">
                        <c:v>43385</c:v>
                      </c:pt>
                      <c:pt idx="3793">
                        <c:v>43388</c:v>
                      </c:pt>
                      <c:pt idx="3794">
                        <c:v>43389</c:v>
                      </c:pt>
                      <c:pt idx="3795">
                        <c:v>43390</c:v>
                      </c:pt>
                      <c:pt idx="3796">
                        <c:v>43391</c:v>
                      </c:pt>
                      <c:pt idx="3797">
                        <c:v>43392</c:v>
                      </c:pt>
                      <c:pt idx="3798">
                        <c:v>43395</c:v>
                      </c:pt>
                      <c:pt idx="3799">
                        <c:v>43396</c:v>
                      </c:pt>
                      <c:pt idx="3800">
                        <c:v>43397</c:v>
                      </c:pt>
                      <c:pt idx="3801">
                        <c:v>43398</c:v>
                      </c:pt>
                      <c:pt idx="3802">
                        <c:v>43399</c:v>
                      </c:pt>
                      <c:pt idx="3803">
                        <c:v>43402</c:v>
                      </c:pt>
                      <c:pt idx="3804">
                        <c:v>43403</c:v>
                      </c:pt>
                      <c:pt idx="3805">
                        <c:v>43404</c:v>
                      </c:pt>
                      <c:pt idx="3806">
                        <c:v>43405</c:v>
                      </c:pt>
                      <c:pt idx="3807">
                        <c:v>43406</c:v>
                      </c:pt>
                      <c:pt idx="3808">
                        <c:v>43409</c:v>
                      </c:pt>
                      <c:pt idx="3809">
                        <c:v>43410</c:v>
                      </c:pt>
                      <c:pt idx="3810">
                        <c:v>43411</c:v>
                      </c:pt>
                      <c:pt idx="3811">
                        <c:v>43412</c:v>
                      </c:pt>
                      <c:pt idx="3812">
                        <c:v>43413</c:v>
                      </c:pt>
                      <c:pt idx="3813">
                        <c:v>43416</c:v>
                      </c:pt>
                      <c:pt idx="3814">
                        <c:v>43417</c:v>
                      </c:pt>
                      <c:pt idx="3815">
                        <c:v>43418</c:v>
                      </c:pt>
                      <c:pt idx="3816">
                        <c:v>43419</c:v>
                      </c:pt>
                      <c:pt idx="3817">
                        <c:v>43420</c:v>
                      </c:pt>
                      <c:pt idx="3818">
                        <c:v>43423</c:v>
                      </c:pt>
                      <c:pt idx="3819">
                        <c:v>43424</c:v>
                      </c:pt>
                      <c:pt idx="3820">
                        <c:v>43425</c:v>
                      </c:pt>
                      <c:pt idx="3821">
                        <c:v>43426</c:v>
                      </c:pt>
                      <c:pt idx="3822">
                        <c:v>43427</c:v>
                      </c:pt>
                      <c:pt idx="3823">
                        <c:v>43430</c:v>
                      </c:pt>
                      <c:pt idx="3824">
                        <c:v>43431</c:v>
                      </c:pt>
                      <c:pt idx="3825">
                        <c:v>43432</c:v>
                      </c:pt>
                      <c:pt idx="3826">
                        <c:v>43433</c:v>
                      </c:pt>
                      <c:pt idx="3827">
                        <c:v>43434</c:v>
                      </c:pt>
                      <c:pt idx="3828">
                        <c:v>43437</c:v>
                      </c:pt>
                      <c:pt idx="3829">
                        <c:v>43438</c:v>
                      </c:pt>
                      <c:pt idx="3830">
                        <c:v>43439</c:v>
                      </c:pt>
                      <c:pt idx="3831">
                        <c:v>43440</c:v>
                      </c:pt>
                      <c:pt idx="3832">
                        <c:v>43441</c:v>
                      </c:pt>
                      <c:pt idx="3833">
                        <c:v>43444</c:v>
                      </c:pt>
                      <c:pt idx="3834">
                        <c:v>43445</c:v>
                      </c:pt>
                      <c:pt idx="3835">
                        <c:v>43446</c:v>
                      </c:pt>
                      <c:pt idx="3836">
                        <c:v>43447</c:v>
                      </c:pt>
                      <c:pt idx="3837">
                        <c:v>43448</c:v>
                      </c:pt>
                      <c:pt idx="3838">
                        <c:v>43451</c:v>
                      </c:pt>
                      <c:pt idx="3839">
                        <c:v>43452</c:v>
                      </c:pt>
                      <c:pt idx="3840">
                        <c:v>43453</c:v>
                      </c:pt>
                      <c:pt idx="3841">
                        <c:v>43454</c:v>
                      </c:pt>
                      <c:pt idx="3842">
                        <c:v>43455</c:v>
                      </c:pt>
                      <c:pt idx="3843">
                        <c:v>43458</c:v>
                      </c:pt>
                      <c:pt idx="3844">
                        <c:v>43459</c:v>
                      </c:pt>
                      <c:pt idx="3845">
                        <c:v>43460</c:v>
                      </c:pt>
                      <c:pt idx="3846">
                        <c:v>43461</c:v>
                      </c:pt>
                      <c:pt idx="3847">
                        <c:v>43462</c:v>
                      </c:pt>
                      <c:pt idx="3848">
                        <c:v>43465</c:v>
                      </c:pt>
                      <c:pt idx="3849">
                        <c:v>43466</c:v>
                      </c:pt>
                      <c:pt idx="3850">
                        <c:v>43467</c:v>
                      </c:pt>
                      <c:pt idx="3851">
                        <c:v>43468</c:v>
                      </c:pt>
                      <c:pt idx="3852">
                        <c:v>43469</c:v>
                      </c:pt>
                      <c:pt idx="3853">
                        <c:v>43472</c:v>
                      </c:pt>
                      <c:pt idx="3854">
                        <c:v>43473</c:v>
                      </c:pt>
                      <c:pt idx="3855">
                        <c:v>43474</c:v>
                      </c:pt>
                      <c:pt idx="3856">
                        <c:v>43475</c:v>
                      </c:pt>
                      <c:pt idx="3857">
                        <c:v>43476</c:v>
                      </c:pt>
                      <c:pt idx="3858">
                        <c:v>43479</c:v>
                      </c:pt>
                      <c:pt idx="3859">
                        <c:v>43480</c:v>
                      </c:pt>
                      <c:pt idx="3860">
                        <c:v>43481</c:v>
                      </c:pt>
                      <c:pt idx="3861">
                        <c:v>43482</c:v>
                      </c:pt>
                      <c:pt idx="3862">
                        <c:v>43483</c:v>
                      </c:pt>
                      <c:pt idx="3863">
                        <c:v>43486</c:v>
                      </c:pt>
                      <c:pt idx="3864">
                        <c:v>43487</c:v>
                      </c:pt>
                      <c:pt idx="3865">
                        <c:v>43488</c:v>
                      </c:pt>
                      <c:pt idx="3866">
                        <c:v>43489</c:v>
                      </c:pt>
                      <c:pt idx="3867">
                        <c:v>43490</c:v>
                      </c:pt>
                      <c:pt idx="3868">
                        <c:v>43493</c:v>
                      </c:pt>
                      <c:pt idx="3869">
                        <c:v>43494</c:v>
                      </c:pt>
                      <c:pt idx="3870">
                        <c:v>43495</c:v>
                      </c:pt>
                      <c:pt idx="3871">
                        <c:v>43496</c:v>
                      </c:pt>
                      <c:pt idx="3872">
                        <c:v>43497</c:v>
                      </c:pt>
                      <c:pt idx="3873">
                        <c:v>43500</c:v>
                      </c:pt>
                      <c:pt idx="3874">
                        <c:v>43501</c:v>
                      </c:pt>
                      <c:pt idx="3875">
                        <c:v>43502</c:v>
                      </c:pt>
                      <c:pt idx="3876">
                        <c:v>43503</c:v>
                      </c:pt>
                      <c:pt idx="3877">
                        <c:v>43504</c:v>
                      </c:pt>
                      <c:pt idx="3878">
                        <c:v>43507</c:v>
                      </c:pt>
                      <c:pt idx="3879">
                        <c:v>43508</c:v>
                      </c:pt>
                      <c:pt idx="3880">
                        <c:v>43509</c:v>
                      </c:pt>
                      <c:pt idx="3881">
                        <c:v>43510</c:v>
                      </c:pt>
                      <c:pt idx="3882">
                        <c:v>43511</c:v>
                      </c:pt>
                      <c:pt idx="3883">
                        <c:v>43514</c:v>
                      </c:pt>
                      <c:pt idx="3884">
                        <c:v>43515</c:v>
                      </c:pt>
                      <c:pt idx="3885">
                        <c:v>43516</c:v>
                      </c:pt>
                      <c:pt idx="3886">
                        <c:v>43517</c:v>
                      </c:pt>
                      <c:pt idx="3887">
                        <c:v>43518</c:v>
                      </c:pt>
                      <c:pt idx="3888">
                        <c:v>43521</c:v>
                      </c:pt>
                      <c:pt idx="3889">
                        <c:v>43522</c:v>
                      </c:pt>
                      <c:pt idx="3890">
                        <c:v>43523</c:v>
                      </c:pt>
                      <c:pt idx="3891">
                        <c:v>43524</c:v>
                      </c:pt>
                      <c:pt idx="3892">
                        <c:v>43525</c:v>
                      </c:pt>
                      <c:pt idx="3893">
                        <c:v>43528</c:v>
                      </c:pt>
                      <c:pt idx="3894">
                        <c:v>43529</c:v>
                      </c:pt>
                      <c:pt idx="3895">
                        <c:v>43530</c:v>
                      </c:pt>
                      <c:pt idx="3896">
                        <c:v>43531</c:v>
                      </c:pt>
                      <c:pt idx="3897">
                        <c:v>43532</c:v>
                      </c:pt>
                      <c:pt idx="3898">
                        <c:v>43535</c:v>
                      </c:pt>
                      <c:pt idx="3899">
                        <c:v>43536</c:v>
                      </c:pt>
                      <c:pt idx="3900">
                        <c:v>43537</c:v>
                      </c:pt>
                      <c:pt idx="3901">
                        <c:v>43538</c:v>
                      </c:pt>
                      <c:pt idx="3902">
                        <c:v>43539</c:v>
                      </c:pt>
                      <c:pt idx="3903">
                        <c:v>43542</c:v>
                      </c:pt>
                      <c:pt idx="3904">
                        <c:v>43543</c:v>
                      </c:pt>
                      <c:pt idx="3905">
                        <c:v>43544</c:v>
                      </c:pt>
                      <c:pt idx="3906">
                        <c:v>43545</c:v>
                      </c:pt>
                      <c:pt idx="3907">
                        <c:v>43546</c:v>
                      </c:pt>
                      <c:pt idx="3908">
                        <c:v>43549</c:v>
                      </c:pt>
                      <c:pt idx="3909">
                        <c:v>43550</c:v>
                      </c:pt>
                      <c:pt idx="3910">
                        <c:v>43551</c:v>
                      </c:pt>
                      <c:pt idx="3911">
                        <c:v>43552</c:v>
                      </c:pt>
                      <c:pt idx="3912">
                        <c:v>43553</c:v>
                      </c:pt>
                      <c:pt idx="3913">
                        <c:v>43556</c:v>
                      </c:pt>
                      <c:pt idx="3914">
                        <c:v>43557</c:v>
                      </c:pt>
                      <c:pt idx="3915">
                        <c:v>43558</c:v>
                      </c:pt>
                      <c:pt idx="3916">
                        <c:v>43559</c:v>
                      </c:pt>
                      <c:pt idx="3917">
                        <c:v>43560</c:v>
                      </c:pt>
                      <c:pt idx="3918">
                        <c:v>43563</c:v>
                      </c:pt>
                      <c:pt idx="3919">
                        <c:v>43564</c:v>
                      </c:pt>
                      <c:pt idx="3920">
                        <c:v>43565</c:v>
                      </c:pt>
                      <c:pt idx="3921">
                        <c:v>43566</c:v>
                      </c:pt>
                      <c:pt idx="3922">
                        <c:v>43567</c:v>
                      </c:pt>
                      <c:pt idx="3923">
                        <c:v>43570</c:v>
                      </c:pt>
                      <c:pt idx="3924">
                        <c:v>43571</c:v>
                      </c:pt>
                      <c:pt idx="3925">
                        <c:v>43572</c:v>
                      </c:pt>
                      <c:pt idx="3926">
                        <c:v>43573</c:v>
                      </c:pt>
                      <c:pt idx="3927">
                        <c:v>43574</c:v>
                      </c:pt>
                      <c:pt idx="3928">
                        <c:v>43577</c:v>
                      </c:pt>
                      <c:pt idx="3929">
                        <c:v>43578</c:v>
                      </c:pt>
                      <c:pt idx="3930">
                        <c:v>43579</c:v>
                      </c:pt>
                      <c:pt idx="3931">
                        <c:v>43580</c:v>
                      </c:pt>
                      <c:pt idx="3932">
                        <c:v>43581</c:v>
                      </c:pt>
                      <c:pt idx="3933">
                        <c:v>43584</c:v>
                      </c:pt>
                      <c:pt idx="3934">
                        <c:v>43585</c:v>
                      </c:pt>
                      <c:pt idx="3935">
                        <c:v>43586</c:v>
                      </c:pt>
                      <c:pt idx="3936">
                        <c:v>43587</c:v>
                      </c:pt>
                      <c:pt idx="3937">
                        <c:v>43588</c:v>
                      </c:pt>
                      <c:pt idx="3938">
                        <c:v>43591</c:v>
                      </c:pt>
                      <c:pt idx="3939">
                        <c:v>43592</c:v>
                      </c:pt>
                      <c:pt idx="3940">
                        <c:v>43593</c:v>
                      </c:pt>
                      <c:pt idx="3941">
                        <c:v>43594</c:v>
                      </c:pt>
                      <c:pt idx="3942">
                        <c:v>43595</c:v>
                      </c:pt>
                      <c:pt idx="3943">
                        <c:v>43598</c:v>
                      </c:pt>
                      <c:pt idx="3944">
                        <c:v>43599</c:v>
                      </c:pt>
                      <c:pt idx="3945">
                        <c:v>43600</c:v>
                      </c:pt>
                      <c:pt idx="3946">
                        <c:v>43601</c:v>
                      </c:pt>
                      <c:pt idx="3947">
                        <c:v>43602</c:v>
                      </c:pt>
                      <c:pt idx="3948">
                        <c:v>43605</c:v>
                      </c:pt>
                      <c:pt idx="3949">
                        <c:v>43606</c:v>
                      </c:pt>
                      <c:pt idx="3950">
                        <c:v>43607</c:v>
                      </c:pt>
                      <c:pt idx="3951">
                        <c:v>43608</c:v>
                      </c:pt>
                      <c:pt idx="3952">
                        <c:v>43609</c:v>
                      </c:pt>
                      <c:pt idx="3953">
                        <c:v>43612</c:v>
                      </c:pt>
                      <c:pt idx="3954">
                        <c:v>43613</c:v>
                      </c:pt>
                      <c:pt idx="3955">
                        <c:v>43614</c:v>
                      </c:pt>
                      <c:pt idx="3956">
                        <c:v>43615</c:v>
                      </c:pt>
                      <c:pt idx="3957">
                        <c:v>43616</c:v>
                      </c:pt>
                      <c:pt idx="3958">
                        <c:v>43619</c:v>
                      </c:pt>
                      <c:pt idx="3959">
                        <c:v>43620</c:v>
                      </c:pt>
                      <c:pt idx="3960">
                        <c:v>43621</c:v>
                      </c:pt>
                      <c:pt idx="3961">
                        <c:v>43622</c:v>
                      </c:pt>
                      <c:pt idx="3962">
                        <c:v>43623</c:v>
                      </c:pt>
                      <c:pt idx="3963">
                        <c:v>43626</c:v>
                      </c:pt>
                      <c:pt idx="3964">
                        <c:v>43627</c:v>
                      </c:pt>
                      <c:pt idx="3965">
                        <c:v>43628</c:v>
                      </c:pt>
                      <c:pt idx="3966">
                        <c:v>43629</c:v>
                      </c:pt>
                      <c:pt idx="3967">
                        <c:v>43630</c:v>
                      </c:pt>
                      <c:pt idx="3968">
                        <c:v>43633</c:v>
                      </c:pt>
                      <c:pt idx="3969">
                        <c:v>43634</c:v>
                      </c:pt>
                      <c:pt idx="3970">
                        <c:v>43635</c:v>
                      </c:pt>
                      <c:pt idx="3971">
                        <c:v>43636</c:v>
                      </c:pt>
                      <c:pt idx="3972">
                        <c:v>43637</c:v>
                      </c:pt>
                      <c:pt idx="3973">
                        <c:v>43640</c:v>
                      </c:pt>
                      <c:pt idx="3974">
                        <c:v>43641</c:v>
                      </c:pt>
                      <c:pt idx="3975">
                        <c:v>43642</c:v>
                      </c:pt>
                      <c:pt idx="3976">
                        <c:v>43643</c:v>
                      </c:pt>
                      <c:pt idx="3977">
                        <c:v>43644</c:v>
                      </c:pt>
                      <c:pt idx="3978">
                        <c:v>43647</c:v>
                      </c:pt>
                      <c:pt idx="3979">
                        <c:v>43648</c:v>
                      </c:pt>
                      <c:pt idx="3980">
                        <c:v>43649</c:v>
                      </c:pt>
                      <c:pt idx="3981">
                        <c:v>43650</c:v>
                      </c:pt>
                      <c:pt idx="3982">
                        <c:v>43651</c:v>
                      </c:pt>
                      <c:pt idx="3983">
                        <c:v>43654</c:v>
                      </c:pt>
                      <c:pt idx="3984">
                        <c:v>43655</c:v>
                      </c:pt>
                      <c:pt idx="3985">
                        <c:v>43656</c:v>
                      </c:pt>
                      <c:pt idx="3986">
                        <c:v>43657</c:v>
                      </c:pt>
                      <c:pt idx="3987">
                        <c:v>43658</c:v>
                      </c:pt>
                      <c:pt idx="3988">
                        <c:v>43661</c:v>
                      </c:pt>
                      <c:pt idx="3989">
                        <c:v>43662</c:v>
                      </c:pt>
                      <c:pt idx="3990">
                        <c:v>43663</c:v>
                      </c:pt>
                      <c:pt idx="3991">
                        <c:v>43664</c:v>
                      </c:pt>
                      <c:pt idx="3992">
                        <c:v>43665</c:v>
                      </c:pt>
                      <c:pt idx="3993">
                        <c:v>43668</c:v>
                      </c:pt>
                      <c:pt idx="3994">
                        <c:v>43669</c:v>
                      </c:pt>
                      <c:pt idx="3995">
                        <c:v>43670</c:v>
                      </c:pt>
                      <c:pt idx="3996">
                        <c:v>43671</c:v>
                      </c:pt>
                      <c:pt idx="3997">
                        <c:v>43672</c:v>
                      </c:pt>
                      <c:pt idx="3998">
                        <c:v>43675</c:v>
                      </c:pt>
                      <c:pt idx="3999">
                        <c:v>43676</c:v>
                      </c:pt>
                      <c:pt idx="4000">
                        <c:v>43677</c:v>
                      </c:pt>
                      <c:pt idx="4001">
                        <c:v>43678</c:v>
                      </c:pt>
                      <c:pt idx="4002">
                        <c:v>43679</c:v>
                      </c:pt>
                      <c:pt idx="4003">
                        <c:v>43682</c:v>
                      </c:pt>
                      <c:pt idx="4004">
                        <c:v>43683</c:v>
                      </c:pt>
                      <c:pt idx="4005">
                        <c:v>43684</c:v>
                      </c:pt>
                      <c:pt idx="4006">
                        <c:v>43685</c:v>
                      </c:pt>
                      <c:pt idx="4007">
                        <c:v>43686</c:v>
                      </c:pt>
                      <c:pt idx="4008">
                        <c:v>43689</c:v>
                      </c:pt>
                      <c:pt idx="4009">
                        <c:v>43690</c:v>
                      </c:pt>
                      <c:pt idx="4010">
                        <c:v>43691</c:v>
                      </c:pt>
                      <c:pt idx="4011">
                        <c:v>43692</c:v>
                      </c:pt>
                      <c:pt idx="4012">
                        <c:v>43693</c:v>
                      </c:pt>
                      <c:pt idx="4013">
                        <c:v>43696</c:v>
                      </c:pt>
                      <c:pt idx="4014">
                        <c:v>43697</c:v>
                      </c:pt>
                      <c:pt idx="4015">
                        <c:v>43698</c:v>
                      </c:pt>
                      <c:pt idx="4016">
                        <c:v>43699</c:v>
                      </c:pt>
                      <c:pt idx="4017">
                        <c:v>43700</c:v>
                      </c:pt>
                      <c:pt idx="4018">
                        <c:v>43703</c:v>
                      </c:pt>
                      <c:pt idx="4019">
                        <c:v>43704</c:v>
                      </c:pt>
                      <c:pt idx="4020">
                        <c:v>43705</c:v>
                      </c:pt>
                      <c:pt idx="4021">
                        <c:v>43706</c:v>
                      </c:pt>
                      <c:pt idx="4022">
                        <c:v>43707</c:v>
                      </c:pt>
                      <c:pt idx="4023">
                        <c:v>43710</c:v>
                      </c:pt>
                      <c:pt idx="4024">
                        <c:v>43711</c:v>
                      </c:pt>
                      <c:pt idx="4025">
                        <c:v>43712</c:v>
                      </c:pt>
                      <c:pt idx="4026">
                        <c:v>43713</c:v>
                      </c:pt>
                      <c:pt idx="4027">
                        <c:v>43714</c:v>
                      </c:pt>
                      <c:pt idx="4028">
                        <c:v>43717</c:v>
                      </c:pt>
                      <c:pt idx="4029">
                        <c:v>43718</c:v>
                      </c:pt>
                      <c:pt idx="4030">
                        <c:v>43719</c:v>
                      </c:pt>
                      <c:pt idx="4031">
                        <c:v>43720</c:v>
                      </c:pt>
                      <c:pt idx="4032">
                        <c:v>43721</c:v>
                      </c:pt>
                      <c:pt idx="4033">
                        <c:v>43724</c:v>
                      </c:pt>
                      <c:pt idx="4034">
                        <c:v>43725</c:v>
                      </c:pt>
                      <c:pt idx="4035">
                        <c:v>43726</c:v>
                      </c:pt>
                      <c:pt idx="4036">
                        <c:v>43727</c:v>
                      </c:pt>
                      <c:pt idx="4037">
                        <c:v>43728</c:v>
                      </c:pt>
                      <c:pt idx="4038">
                        <c:v>43731</c:v>
                      </c:pt>
                      <c:pt idx="4039">
                        <c:v>43732</c:v>
                      </c:pt>
                      <c:pt idx="4040">
                        <c:v>43733</c:v>
                      </c:pt>
                      <c:pt idx="4041">
                        <c:v>43734</c:v>
                      </c:pt>
                      <c:pt idx="4042">
                        <c:v>43735</c:v>
                      </c:pt>
                      <c:pt idx="4043">
                        <c:v>43738</c:v>
                      </c:pt>
                      <c:pt idx="4044">
                        <c:v>43739</c:v>
                      </c:pt>
                      <c:pt idx="4045">
                        <c:v>43740</c:v>
                      </c:pt>
                      <c:pt idx="4046">
                        <c:v>43741</c:v>
                      </c:pt>
                      <c:pt idx="4047">
                        <c:v>43742</c:v>
                      </c:pt>
                      <c:pt idx="4048">
                        <c:v>43745</c:v>
                      </c:pt>
                      <c:pt idx="4049">
                        <c:v>43746</c:v>
                      </c:pt>
                      <c:pt idx="4050">
                        <c:v>43747</c:v>
                      </c:pt>
                      <c:pt idx="4051">
                        <c:v>43748</c:v>
                      </c:pt>
                      <c:pt idx="4052">
                        <c:v>43749</c:v>
                      </c:pt>
                      <c:pt idx="4053">
                        <c:v>43752</c:v>
                      </c:pt>
                      <c:pt idx="4054">
                        <c:v>43753</c:v>
                      </c:pt>
                      <c:pt idx="4055">
                        <c:v>43754</c:v>
                      </c:pt>
                      <c:pt idx="4056">
                        <c:v>43755</c:v>
                      </c:pt>
                      <c:pt idx="4057">
                        <c:v>43756</c:v>
                      </c:pt>
                      <c:pt idx="4058">
                        <c:v>43759</c:v>
                      </c:pt>
                      <c:pt idx="4059">
                        <c:v>43760</c:v>
                      </c:pt>
                      <c:pt idx="4060">
                        <c:v>43761</c:v>
                      </c:pt>
                      <c:pt idx="4061">
                        <c:v>43762</c:v>
                      </c:pt>
                      <c:pt idx="4062">
                        <c:v>43763</c:v>
                      </c:pt>
                      <c:pt idx="4063">
                        <c:v>43766</c:v>
                      </c:pt>
                      <c:pt idx="4064">
                        <c:v>43767</c:v>
                      </c:pt>
                      <c:pt idx="4065">
                        <c:v>43768</c:v>
                      </c:pt>
                      <c:pt idx="4066">
                        <c:v>43769</c:v>
                      </c:pt>
                      <c:pt idx="4067">
                        <c:v>43770</c:v>
                      </c:pt>
                      <c:pt idx="4068">
                        <c:v>43773</c:v>
                      </c:pt>
                      <c:pt idx="4069">
                        <c:v>43774</c:v>
                      </c:pt>
                      <c:pt idx="4070">
                        <c:v>43775</c:v>
                      </c:pt>
                      <c:pt idx="4071">
                        <c:v>43776</c:v>
                      </c:pt>
                      <c:pt idx="4072">
                        <c:v>43777</c:v>
                      </c:pt>
                      <c:pt idx="4073">
                        <c:v>43780</c:v>
                      </c:pt>
                      <c:pt idx="4074">
                        <c:v>43781</c:v>
                      </c:pt>
                      <c:pt idx="4075">
                        <c:v>43782</c:v>
                      </c:pt>
                      <c:pt idx="4076">
                        <c:v>43783</c:v>
                      </c:pt>
                      <c:pt idx="4077">
                        <c:v>43784</c:v>
                      </c:pt>
                      <c:pt idx="4078">
                        <c:v>43787</c:v>
                      </c:pt>
                      <c:pt idx="4079">
                        <c:v>43788</c:v>
                      </c:pt>
                      <c:pt idx="4080">
                        <c:v>43789</c:v>
                      </c:pt>
                      <c:pt idx="4081">
                        <c:v>43790</c:v>
                      </c:pt>
                      <c:pt idx="4082">
                        <c:v>43791</c:v>
                      </c:pt>
                      <c:pt idx="4083">
                        <c:v>43794</c:v>
                      </c:pt>
                      <c:pt idx="4084">
                        <c:v>43795</c:v>
                      </c:pt>
                      <c:pt idx="4085">
                        <c:v>43796</c:v>
                      </c:pt>
                      <c:pt idx="4086">
                        <c:v>43797</c:v>
                      </c:pt>
                      <c:pt idx="4087">
                        <c:v>43798</c:v>
                      </c:pt>
                      <c:pt idx="4088">
                        <c:v>43801</c:v>
                      </c:pt>
                      <c:pt idx="4089">
                        <c:v>43802</c:v>
                      </c:pt>
                      <c:pt idx="4090">
                        <c:v>43803</c:v>
                      </c:pt>
                      <c:pt idx="4091">
                        <c:v>43804</c:v>
                      </c:pt>
                      <c:pt idx="4092">
                        <c:v>43805</c:v>
                      </c:pt>
                      <c:pt idx="4093">
                        <c:v>43808</c:v>
                      </c:pt>
                      <c:pt idx="4094">
                        <c:v>43809</c:v>
                      </c:pt>
                      <c:pt idx="4095">
                        <c:v>43810</c:v>
                      </c:pt>
                      <c:pt idx="4096">
                        <c:v>43811</c:v>
                      </c:pt>
                      <c:pt idx="4097">
                        <c:v>43812</c:v>
                      </c:pt>
                      <c:pt idx="4098">
                        <c:v>43815</c:v>
                      </c:pt>
                      <c:pt idx="4099">
                        <c:v>43816</c:v>
                      </c:pt>
                      <c:pt idx="4100">
                        <c:v>43817</c:v>
                      </c:pt>
                      <c:pt idx="4101">
                        <c:v>43818</c:v>
                      </c:pt>
                      <c:pt idx="4102">
                        <c:v>43819</c:v>
                      </c:pt>
                      <c:pt idx="4103">
                        <c:v>43822</c:v>
                      </c:pt>
                      <c:pt idx="4104">
                        <c:v>43823</c:v>
                      </c:pt>
                      <c:pt idx="4105">
                        <c:v>43824</c:v>
                      </c:pt>
                      <c:pt idx="4106">
                        <c:v>43825</c:v>
                      </c:pt>
                      <c:pt idx="4107">
                        <c:v>43826</c:v>
                      </c:pt>
                      <c:pt idx="4108">
                        <c:v>43829</c:v>
                      </c:pt>
                      <c:pt idx="4109">
                        <c:v>43830</c:v>
                      </c:pt>
                      <c:pt idx="4110">
                        <c:v>43831</c:v>
                      </c:pt>
                      <c:pt idx="4111">
                        <c:v>43832</c:v>
                      </c:pt>
                      <c:pt idx="4112">
                        <c:v>43833</c:v>
                      </c:pt>
                      <c:pt idx="4113">
                        <c:v>43836</c:v>
                      </c:pt>
                      <c:pt idx="4114">
                        <c:v>43837</c:v>
                      </c:pt>
                      <c:pt idx="4115">
                        <c:v>43838</c:v>
                      </c:pt>
                      <c:pt idx="4116">
                        <c:v>43839</c:v>
                      </c:pt>
                      <c:pt idx="4117">
                        <c:v>43840</c:v>
                      </c:pt>
                      <c:pt idx="4118">
                        <c:v>43843</c:v>
                      </c:pt>
                      <c:pt idx="4119">
                        <c:v>43844</c:v>
                      </c:pt>
                      <c:pt idx="4120">
                        <c:v>43845</c:v>
                      </c:pt>
                      <c:pt idx="4121">
                        <c:v>43846</c:v>
                      </c:pt>
                      <c:pt idx="4122">
                        <c:v>43847</c:v>
                      </c:pt>
                      <c:pt idx="4123">
                        <c:v>43850</c:v>
                      </c:pt>
                      <c:pt idx="4124">
                        <c:v>43851</c:v>
                      </c:pt>
                      <c:pt idx="4125">
                        <c:v>43852</c:v>
                      </c:pt>
                      <c:pt idx="4126">
                        <c:v>43853</c:v>
                      </c:pt>
                      <c:pt idx="4127">
                        <c:v>43854</c:v>
                      </c:pt>
                      <c:pt idx="4128">
                        <c:v>43857</c:v>
                      </c:pt>
                      <c:pt idx="4129">
                        <c:v>43858</c:v>
                      </c:pt>
                      <c:pt idx="4130">
                        <c:v>43859</c:v>
                      </c:pt>
                      <c:pt idx="4131">
                        <c:v>43860</c:v>
                      </c:pt>
                      <c:pt idx="4132">
                        <c:v>43861</c:v>
                      </c:pt>
                      <c:pt idx="4133">
                        <c:v>43864</c:v>
                      </c:pt>
                      <c:pt idx="4134">
                        <c:v>43865</c:v>
                      </c:pt>
                      <c:pt idx="4135">
                        <c:v>43866</c:v>
                      </c:pt>
                      <c:pt idx="4136">
                        <c:v>43867</c:v>
                      </c:pt>
                      <c:pt idx="4137">
                        <c:v>43868</c:v>
                      </c:pt>
                      <c:pt idx="4138">
                        <c:v>43871</c:v>
                      </c:pt>
                      <c:pt idx="4139">
                        <c:v>43872</c:v>
                      </c:pt>
                      <c:pt idx="4140">
                        <c:v>43873</c:v>
                      </c:pt>
                      <c:pt idx="4141">
                        <c:v>43874</c:v>
                      </c:pt>
                      <c:pt idx="4142">
                        <c:v>43875</c:v>
                      </c:pt>
                      <c:pt idx="4143">
                        <c:v>43878</c:v>
                      </c:pt>
                      <c:pt idx="4144">
                        <c:v>43879</c:v>
                      </c:pt>
                      <c:pt idx="4145">
                        <c:v>43880</c:v>
                      </c:pt>
                      <c:pt idx="4146">
                        <c:v>43881</c:v>
                      </c:pt>
                      <c:pt idx="4147">
                        <c:v>43882</c:v>
                      </c:pt>
                      <c:pt idx="4148">
                        <c:v>43885</c:v>
                      </c:pt>
                      <c:pt idx="4149">
                        <c:v>43886</c:v>
                      </c:pt>
                      <c:pt idx="4150">
                        <c:v>43887</c:v>
                      </c:pt>
                      <c:pt idx="4151">
                        <c:v>43888</c:v>
                      </c:pt>
                      <c:pt idx="4152">
                        <c:v>43889</c:v>
                      </c:pt>
                      <c:pt idx="4153">
                        <c:v>43892</c:v>
                      </c:pt>
                      <c:pt idx="4154">
                        <c:v>43893</c:v>
                      </c:pt>
                      <c:pt idx="4155">
                        <c:v>43894</c:v>
                      </c:pt>
                      <c:pt idx="4156">
                        <c:v>43895</c:v>
                      </c:pt>
                      <c:pt idx="4157">
                        <c:v>43896</c:v>
                      </c:pt>
                      <c:pt idx="4158">
                        <c:v>43899</c:v>
                      </c:pt>
                      <c:pt idx="4159">
                        <c:v>43900</c:v>
                      </c:pt>
                      <c:pt idx="4160">
                        <c:v>43901</c:v>
                      </c:pt>
                      <c:pt idx="4161">
                        <c:v>43902</c:v>
                      </c:pt>
                      <c:pt idx="4162">
                        <c:v>43903</c:v>
                      </c:pt>
                      <c:pt idx="4163">
                        <c:v>43906</c:v>
                      </c:pt>
                      <c:pt idx="4164">
                        <c:v>43907</c:v>
                      </c:pt>
                      <c:pt idx="4165">
                        <c:v>43908</c:v>
                      </c:pt>
                      <c:pt idx="4166">
                        <c:v>43909</c:v>
                      </c:pt>
                      <c:pt idx="4167">
                        <c:v>43910</c:v>
                      </c:pt>
                      <c:pt idx="4168">
                        <c:v>43913</c:v>
                      </c:pt>
                      <c:pt idx="4169">
                        <c:v>43914</c:v>
                      </c:pt>
                      <c:pt idx="4170">
                        <c:v>43915</c:v>
                      </c:pt>
                      <c:pt idx="4171">
                        <c:v>43916</c:v>
                      </c:pt>
                      <c:pt idx="4172">
                        <c:v>43917</c:v>
                      </c:pt>
                      <c:pt idx="4173">
                        <c:v>43920</c:v>
                      </c:pt>
                      <c:pt idx="4174">
                        <c:v>43921</c:v>
                      </c:pt>
                      <c:pt idx="4175">
                        <c:v>43922</c:v>
                      </c:pt>
                      <c:pt idx="4176">
                        <c:v>43923</c:v>
                      </c:pt>
                      <c:pt idx="4177">
                        <c:v>43924</c:v>
                      </c:pt>
                      <c:pt idx="4178">
                        <c:v>43927</c:v>
                      </c:pt>
                      <c:pt idx="4179">
                        <c:v>43928</c:v>
                      </c:pt>
                      <c:pt idx="4180">
                        <c:v>43929</c:v>
                      </c:pt>
                      <c:pt idx="4181">
                        <c:v>43930</c:v>
                      </c:pt>
                      <c:pt idx="4182">
                        <c:v>43931</c:v>
                      </c:pt>
                      <c:pt idx="4183">
                        <c:v>43934</c:v>
                      </c:pt>
                      <c:pt idx="4184">
                        <c:v>43935</c:v>
                      </c:pt>
                      <c:pt idx="4185">
                        <c:v>43936</c:v>
                      </c:pt>
                      <c:pt idx="4186">
                        <c:v>43937</c:v>
                      </c:pt>
                      <c:pt idx="4187">
                        <c:v>43938</c:v>
                      </c:pt>
                      <c:pt idx="4188">
                        <c:v>43941</c:v>
                      </c:pt>
                      <c:pt idx="4189">
                        <c:v>43942</c:v>
                      </c:pt>
                      <c:pt idx="4190">
                        <c:v>43943</c:v>
                      </c:pt>
                      <c:pt idx="4191">
                        <c:v>43944</c:v>
                      </c:pt>
                      <c:pt idx="4192">
                        <c:v>43945</c:v>
                      </c:pt>
                      <c:pt idx="4193">
                        <c:v>43948</c:v>
                      </c:pt>
                      <c:pt idx="4194">
                        <c:v>43949</c:v>
                      </c:pt>
                      <c:pt idx="4195">
                        <c:v>43950</c:v>
                      </c:pt>
                      <c:pt idx="4196">
                        <c:v>43951</c:v>
                      </c:pt>
                      <c:pt idx="4197">
                        <c:v>43952</c:v>
                      </c:pt>
                      <c:pt idx="4198">
                        <c:v>43955</c:v>
                      </c:pt>
                      <c:pt idx="4199">
                        <c:v>43956</c:v>
                      </c:pt>
                      <c:pt idx="4200">
                        <c:v>43957</c:v>
                      </c:pt>
                      <c:pt idx="4201">
                        <c:v>43958</c:v>
                      </c:pt>
                      <c:pt idx="4202">
                        <c:v>43959</c:v>
                      </c:pt>
                      <c:pt idx="4203">
                        <c:v>43962</c:v>
                      </c:pt>
                      <c:pt idx="4204">
                        <c:v>43963</c:v>
                      </c:pt>
                      <c:pt idx="4205">
                        <c:v>43964</c:v>
                      </c:pt>
                      <c:pt idx="4206">
                        <c:v>43965</c:v>
                      </c:pt>
                      <c:pt idx="4207">
                        <c:v>43966</c:v>
                      </c:pt>
                      <c:pt idx="4208">
                        <c:v>43969</c:v>
                      </c:pt>
                      <c:pt idx="4209">
                        <c:v>43970</c:v>
                      </c:pt>
                      <c:pt idx="4210">
                        <c:v>43971</c:v>
                      </c:pt>
                      <c:pt idx="4211">
                        <c:v>43972</c:v>
                      </c:pt>
                      <c:pt idx="4212">
                        <c:v>43973</c:v>
                      </c:pt>
                      <c:pt idx="4213">
                        <c:v>43976</c:v>
                      </c:pt>
                      <c:pt idx="4214">
                        <c:v>43977</c:v>
                      </c:pt>
                      <c:pt idx="4215">
                        <c:v>43978</c:v>
                      </c:pt>
                      <c:pt idx="4216">
                        <c:v>43979</c:v>
                      </c:pt>
                      <c:pt idx="4217">
                        <c:v>43980</c:v>
                      </c:pt>
                      <c:pt idx="4218">
                        <c:v>43983</c:v>
                      </c:pt>
                      <c:pt idx="4219">
                        <c:v>43984</c:v>
                      </c:pt>
                      <c:pt idx="4220">
                        <c:v>43985</c:v>
                      </c:pt>
                      <c:pt idx="4221">
                        <c:v>43986</c:v>
                      </c:pt>
                      <c:pt idx="4222">
                        <c:v>43987</c:v>
                      </c:pt>
                      <c:pt idx="4223">
                        <c:v>43990</c:v>
                      </c:pt>
                      <c:pt idx="4224">
                        <c:v>43991</c:v>
                      </c:pt>
                      <c:pt idx="4225">
                        <c:v>43992</c:v>
                      </c:pt>
                      <c:pt idx="4226">
                        <c:v>43993</c:v>
                      </c:pt>
                      <c:pt idx="4227">
                        <c:v>43994</c:v>
                      </c:pt>
                      <c:pt idx="4228">
                        <c:v>43997</c:v>
                      </c:pt>
                      <c:pt idx="4229">
                        <c:v>43998</c:v>
                      </c:pt>
                      <c:pt idx="4230">
                        <c:v>43999</c:v>
                      </c:pt>
                      <c:pt idx="4231">
                        <c:v>44000</c:v>
                      </c:pt>
                      <c:pt idx="4232">
                        <c:v>44001</c:v>
                      </c:pt>
                      <c:pt idx="4233">
                        <c:v>44004</c:v>
                      </c:pt>
                      <c:pt idx="4234">
                        <c:v>44005</c:v>
                      </c:pt>
                      <c:pt idx="4235">
                        <c:v>44006</c:v>
                      </c:pt>
                      <c:pt idx="4236">
                        <c:v>44007</c:v>
                      </c:pt>
                      <c:pt idx="4237">
                        <c:v>44008</c:v>
                      </c:pt>
                      <c:pt idx="4238">
                        <c:v>44011</c:v>
                      </c:pt>
                      <c:pt idx="4239">
                        <c:v>44012</c:v>
                      </c:pt>
                      <c:pt idx="4240">
                        <c:v>44013</c:v>
                      </c:pt>
                      <c:pt idx="4241">
                        <c:v>44014</c:v>
                      </c:pt>
                      <c:pt idx="4242">
                        <c:v>44015</c:v>
                      </c:pt>
                      <c:pt idx="4243">
                        <c:v>44018</c:v>
                      </c:pt>
                      <c:pt idx="4244">
                        <c:v>44019</c:v>
                      </c:pt>
                      <c:pt idx="4245">
                        <c:v>44020</c:v>
                      </c:pt>
                      <c:pt idx="4246">
                        <c:v>44021</c:v>
                      </c:pt>
                      <c:pt idx="4247">
                        <c:v>44022</c:v>
                      </c:pt>
                      <c:pt idx="4248">
                        <c:v>44025</c:v>
                      </c:pt>
                      <c:pt idx="4249">
                        <c:v>44026</c:v>
                      </c:pt>
                      <c:pt idx="4250">
                        <c:v>44027</c:v>
                      </c:pt>
                      <c:pt idx="4251">
                        <c:v>44028</c:v>
                      </c:pt>
                      <c:pt idx="4252">
                        <c:v>44029</c:v>
                      </c:pt>
                      <c:pt idx="4253">
                        <c:v>44032</c:v>
                      </c:pt>
                      <c:pt idx="4254">
                        <c:v>44033</c:v>
                      </c:pt>
                      <c:pt idx="4255">
                        <c:v>44034</c:v>
                      </c:pt>
                      <c:pt idx="4256">
                        <c:v>44035</c:v>
                      </c:pt>
                      <c:pt idx="4257">
                        <c:v>44036</c:v>
                      </c:pt>
                      <c:pt idx="4258">
                        <c:v>44039</c:v>
                      </c:pt>
                      <c:pt idx="4259">
                        <c:v>44040</c:v>
                      </c:pt>
                      <c:pt idx="4260">
                        <c:v>44041</c:v>
                      </c:pt>
                      <c:pt idx="4261">
                        <c:v>44042</c:v>
                      </c:pt>
                      <c:pt idx="4262">
                        <c:v>44043</c:v>
                      </c:pt>
                      <c:pt idx="4263">
                        <c:v>44046</c:v>
                      </c:pt>
                      <c:pt idx="4264">
                        <c:v>44047</c:v>
                      </c:pt>
                      <c:pt idx="4265">
                        <c:v>44048</c:v>
                      </c:pt>
                      <c:pt idx="4266">
                        <c:v>44049</c:v>
                      </c:pt>
                      <c:pt idx="4267">
                        <c:v>44050</c:v>
                      </c:pt>
                      <c:pt idx="4268">
                        <c:v>44053</c:v>
                      </c:pt>
                      <c:pt idx="4269">
                        <c:v>44054</c:v>
                      </c:pt>
                      <c:pt idx="4270">
                        <c:v>44055</c:v>
                      </c:pt>
                      <c:pt idx="4271">
                        <c:v>44056</c:v>
                      </c:pt>
                      <c:pt idx="4272">
                        <c:v>44057</c:v>
                      </c:pt>
                      <c:pt idx="4273">
                        <c:v>44060</c:v>
                      </c:pt>
                      <c:pt idx="4274">
                        <c:v>44061</c:v>
                      </c:pt>
                      <c:pt idx="4275">
                        <c:v>44062</c:v>
                      </c:pt>
                      <c:pt idx="4276">
                        <c:v>44063</c:v>
                      </c:pt>
                      <c:pt idx="4277">
                        <c:v>44064</c:v>
                      </c:pt>
                      <c:pt idx="4278">
                        <c:v>44067</c:v>
                      </c:pt>
                      <c:pt idx="4279">
                        <c:v>44068</c:v>
                      </c:pt>
                      <c:pt idx="4280">
                        <c:v>44069</c:v>
                      </c:pt>
                      <c:pt idx="4281">
                        <c:v>44070</c:v>
                      </c:pt>
                      <c:pt idx="4282">
                        <c:v>44071</c:v>
                      </c:pt>
                      <c:pt idx="4283">
                        <c:v>44074</c:v>
                      </c:pt>
                      <c:pt idx="4284">
                        <c:v>44075</c:v>
                      </c:pt>
                      <c:pt idx="4285">
                        <c:v>44076</c:v>
                      </c:pt>
                      <c:pt idx="4286">
                        <c:v>44077</c:v>
                      </c:pt>
                      <c:pt idx="4287">
                        <c:v>44078</c:v>
                      </c:pt>
                      <c:pt idx="4288">
                        <c:v>44081</c:v>
                      </c:pt>
                      <c:pt idx="4289">
                        <c:v>44082</c:v>
                      </c:pt>
                      <c:pt idx="4290">
                        <c:v>44083</c:v>
                      </c:pt>
                      <c:pt idx="4291">
                        <c:v>44084</c:v>
                      </c:pt>
                      <c:pt idx="4292">
                        <c:v>44085</c:v>
                      </c:pt>
                      <c:pt idx="4293">
                        <c:v>44088</c:v>
                      </c:pt>
                      <c:pt idx="4294">
                        <c:v>44089</c:v>
                      </c:pt>
                      <c:pt idx="4295">
                        <c:v>44090</c:v>
                      </c:pt>
                      <c:pt idx="4296">
                        <c:v>44091</c:v>
                      </c:pt>
                      <c:pt idx="4297">
                        <c:v>44092</c:v>
                      </c:pt>
                      <c:pt idx="4298">
                        <c:v>44095</c:v>
                      </c:pt>
                      <c:pt idx="4299">
                        <c:v>44096</c:v>
                      </c:pt>
                      <c:pt idx="4300">
                        <c:v>44097</c:v>
                      </c:pt>
                      <c:pt idx="4301">
                        <c:v>44098</c:v>
                      </c:pt>
                      <c:pt idx="4302">
                        <c:v>44099</c:v>
                      </c:pt>
                      <c:pt idx="4303">
                        <c:v>44102</c:v>
                      </c:pt>
                      <c:pt idx="4304">
                        <c:v>44103</c:v>
                      </c:pt>
                      <c:pt idx="4305">
                        <c:v>44104</c:v>
                      </c:pt>
                      <c:pt idx="4306">
                        <c:v>44105</c:v>
                      </c:pt>
                      <c:pt idx="4307">
                        <c:v>44106</c:v>
                      </c:pt>
                      <c:pt idx="4308">
                        <c:v>44109</c:v>
                      </c:pt>
                      <c:pt idx="4309">
                        <c:v>44110</c:v>
                      </c:pt>
                      <c:pt idx="4310">
                        <c:v>44111</c:v>
                      </c:pt>
                      <c:pt idx="4311">
                        <c:v>44112</c:v>
                      </c:pt>
                      <c:pt idx="4312">
                        <c:v>44113</c:v>
                      </c:pt>
                      <c:pt idx="4313">
                        <c:v>44116</c:v>
                      </c:pt>
                      <c:pt idx="4314">
                        <c:v>44117</c:v>
                      </c:pt>
                      <c:pt idx="4315">
                        <c:v>44118</c:v>
                      </c:pt>
                      <c:pt idx="4316">
                        <c:v>44119</c:v>
                      </c:pt>
                      <c:pt idx="4317">
                        <c:v>44120</c:v>
                      </c:pt>
                      <c:pt idx="4318">
                        <c:v>44123</c:v>
                      </c:pt>
                      <c:pt idx="4319">
                        <c:v>44124</c:v>
                      </c:pt>
                      <c:pt idx="4320">
                        <c:v>44125</c:v>
                      </c:pt>
                      <c:pt idx="4321">
                        <c:v>44126</c:v>
                      </c:pt>
                      <c:pt idx="4322">
                        <c:v>44127</c:v>
                      </c:pt>
                      <c:pt idx="4323">
                        <c:v>44130</c:v>
                      </c:pt>
                      <c:pt idx="4324">
                        <c:v>44131</c:v>
                      </c:pt>
                      <c:pt idx="4325">
                        <c:v>44132</c:v>
                      </c:pt>
                      <c:pt idx="4326">
                        <c:v>44133</c:v>
                      </c:pt>
                      <c:pt idx="4327">
                        <c:v>44134</c:v>
                      </c:pt>
                      <c:pt idx="4328">
                        <c:v>44137</c:v>
                      </c:pt>
                      <c:pt idx="4329">
                        <c:v>44138</c:v>
                      </c:pt>
                      <c:pt idx="4330">
                        <c:v>44139</c:v>
                      </c:pt>
                      <c:pt idx="4331">
                        <c:v>44140</c:v>
                      </c:pt>
                      <c:pt idx="4332">
                        <c:v>44141</c:v>
                      </c:pt>
                      <c:pt idx="4333">
                        <c:v>44144</c:v>
                      </c:pt>
                      <c:pt idx="4334">
                        <c:v>44145</c:v>
                      </c:pt>
                      <c:pt idx="4335">
                        <c:v>44146</c:v>
                      </c:pt>
                      <c:pt idx="4336">
                        <c:v>44147</c:v>
                      </c:pt>
                      <c:pt idx="4337">
                        <c:v>44148</c:v>
                      </c:pt>
                      <c:pt idx="4338">
                        <c:v>44151</c:v>
                      </c:pt>
                      <c:pt idx="4339">
                        <c:v>44152</c:v>
                      </c:pt>
                      <c:pt idx="4340">
                        <c:v>44153</c:v>
                      </c:pt>
                      <c:pt idx="4341">
                        <c:v>44154</c:v>
                      </c:pt>
                      <c:pt idx="4342">
                        <c:v>44155</c:v>
                      </c:pt>
                      <c:pt idx="4343">
                        <c:v>44158</c:v>
                      </c:pt>
                      <c:pt idx="4344">
                        <c:v>44159</c:v>
                      </c:pt>
                      <c:pt idx="4345">
                        <c:v>44160</c:v>
                      </c:pt>
                      <c:pt idx="4346">
                        <c:v>44161</c:v>
                      </c:pt>
                      <c:pt idx="4347">
                        <c:v>44162</c:v>
                      </c:pt>
                      <c:pt idx="4348">
                        <c:v>44165</c:v>
                      </c:pt>
                      <c:pt idx="4349">
                        <c:v>44166</c:v>
                      </c:pt>
                      <c:pt idx="4350">
                        <c:v>44167</c:v>
                      </c:pt>
                      <c:pt idx="4351">
                        <c:v>44168</c:v>
                      </c:pt>
                      <c:pt idx="4352">
                        <c:v>44169</c:v>
                      </c:pt>
                      <c:pt idx="4353">
                        <c:v>44172</c:v>
                      </c:pt>
                      <c:pt idx="4354">
                        <c:v>44173</c:v>
                      </c:pt>
                      <c:pt idx="4355">
                        <c:v>44174</c:v>
                      </c:pt>
                      <c:pt idx="4356">
                        <c:v>44175</c:v>
                      </c:pt>
                      <c:pt idx="4357">
                        <c:v>44176</c:v>
                      </c:pt>
                      <c:pt idx="4358">
                        <c:v>44179</c:v>
                      </c:pt>
                      <c:pt idx="4359">
                        <c:v>44180</c:v>
                      </c:pt>
                      <c:pt idx="4360">
                        <c:v>44181</c:v>
                      </c:pt>
                      <c:pt idx="4361">
                        <c:v>44182</c:v>
                      </c:pt>
                      <c:pt idx="4362">
                        <c:v>44183</c:v>
                      </c:pt>
                      <c:pt idx="4363">
                        <c:v>44186</c:v>
                      </c:pt>
                      <c:pt idx="4364">
                        <c:v>44187</c:v>
                      </c:pt>
                      <c:pt idx="4365">
                        <c:v>44188</c:v>
                      </c:pt>
                      <c:pt idx="4366">
                        <c:v>44189</c:v>
                      </c:pt>
                      <c:pt idx="4367">
                        <c:v>44190</c:v>
                      </c:pt>
                      <c:pt idx="4368">
                        <c:v>44193</c:v>
                      </c:pt>
                      <c:pt idx="4369">
                        <c:v>44194</c:v>
                      </c:pt>
                      <c:pt idx="4370">
                        <c:v>44195</c:v>
                      </c:pt>
                      <c:pt idx="4371">
                        <c:v>44196</c:v>
                      </c:pt>
                      <c:pt idx="4372">
                        <c:v>44197</c:v>
                      </c:pt>
                      <c:pt idx="4373">
                        <c:v>44200</c:v>
                      </c:pt>
                      <c:pt idx="4374">
                        <c:v>44201</c:v>
                      </c:pt>
                      <c:pt idx="4375">
                        <c:v>44202</c:v>
                      </c:pt>
                      <c:pt idx="4376">
                        <c:v>44203</c:v>
                      </c:pt>
                      <c:pt idx="4377">
                        <c:v>44204</c:v>
                      </c:pt>
                      <c:pt idx="4378">
                        <c:v>44207</c:v>
                      </c:pt>
                      <c:pt idx="4379">
                        <c:v>44208</c:v>
                      </c:pt>
                      <c:pt idx="4380">
                        <c:v>44209</c:v>
                      </c:pt>
                      <c:pt idx="4381">
                        <c:v>44210</c:v>
                      </c:pt>
                      <c:pt idx="4382">
                        <c:v>44211</c:v>
                      </c:pt>
                      <c:pt idx="4383">
                        <c:v>44214</c:v>
                      </c:pt>
                      <c:pt idx="4384">
                        <c:v>44215</c:v>
                      </c:pt>
                      <c:pt idx="4385">
                        <c:v>44216</c:v>
                      </c:pt>
                      <c:pt idx="4386">
                        <c:v>44217</c:v>
                      </c:pt>
                      <c:pt idx="4387">
                        <c:v>44218</c:v>
                      </c:pt>
                      <c:pt idx="4388">
                        <c:v>44221</c:v>
                      </c:pt>
                      <c:pt idx="4389">
                        <c:v>44222</c:v>
                      </c:pt>
                      <c:pt idx="4390">
                        <c:v>44223</c:v>
                      </c:pt>
                      <c:pt idx="4391">
                        <c:v>44224</c:v>
                      </c:pt>
                      <c:pt idx="4392">
                        <c:v>44225</c:v>
                      </c:pt>
                      <c:pt idx="4393">
                        <c:v>44228</c:v>
                      </c:pt>
                      <c:pt idx="4394">
                        <c:v>44229</c:v>
                      </c:pt>
                      <c:pt idx="4395">
                        <c:v>44230</c:v>
                      </c:pt>
                      <c:pt idx="4396">
                        <c:v>44231</c:v>
                      </c:pt>
                      <c:pt idx="4397">
                        <c:v>44232</c:v>
                      </c:pt>
                      <c:pt idx="4398">
                        <c:v>44235</c:v>
                      </c:pt>
                      <c:pt idx="4399">
                        <c:v>44236</c:v>
                      </c:pt>
                      <c:pt idx="4400">
                        <c:v>44237</c:v>
                      </c:pt>
                      <c:pt idx="4401">
                        <c:v>44238</c:v>
                      </c:pt>
                      <c:pt idx="4402">
                        <c:v>44239</c:v>
                      </c:pt>
                      <c:pt idx="4403">
                        <c:v>44242</c:v>
                      </c:pt>
                      <c:pt idx="4404">
                        <c:v>44243</c:v>
                      </c:pt>
                      <c:pt idx="4405">
                        <c:v>44244</c:v>
                      </c:pt>
                      <c:pt idx="4406">
                        <c:v>44245</c:v>
                      </c:pt>
                      <c:pt idx="4407">
                        <c:v>44246</c:v>
                      </c:pt>
                      <c:pt idx="4408">
                        <c:v>44249</c:v>
                      </c:pt>
                      <c:pt idx="4409">
                        <c:v>44250</c:v>
                      </c:pt>
                      <c:pt idx="4410">
                        <c:v>44251</c:v>
                      </c:pt>
                      <c:pt idx="4411">
                        <c:v>44252</c:v>
                      </c:pt>
                      <c:pt idx="4412">
                        <c:v>44253</c:v>
                      </c:pt>
                      <c:pt idx="4413">
                        <c:v>44256</c:v>
                      </c:pt>
                      <c:pt idx="4414">
                        <c:v>44257</c:v>
                      </c:pt>
                      <c:pt idx="4415">
                        <c:v>44258</c:v>
                      </c:pt>
                      <c:pt idx="4416">
                        <c:v>44259</c:v>
                      </c:pt>
                      <c:pt idx="4417">
                        <c:v>44260</c:v>
                      </c:pt>
                      <c:pt idx="4418">
                        <c:v>44263</c:v>
                      </c:pt>
                      <c:pt idx="4419">
                        <c:v>44264</c:v>
                      </c:pt>
                      <c:pt idx="4420">
                        <c:v>44265</c:v>
                      </c:pt>
                      <c:pt idx="4421">
                        <c:v>44266</c:v>
                      </c:pt>
                      <c:pt idx="4422">
                        <c:v>44267</c:v>
                      </c:pt>
                      <c:pt idx="4423">
                        <c:v>44270</c:v>
                      </c:pt>
                      <c:pt idx="4424">
                        <c:v>44271</c:v>
                      </c:pt>
                      <c:pt idx="4425">
                        <c:v>44272</c:v>
                      </c:pt>
                      <c:pt idx="4426">
                        <c:v>44273</c:v>
                      </c:pt>
                      <c:pt idx="4427">
                        <c:v>44274</c:v>
                      </c:pt>
                      <c:pt idx="4428">
                        <c:v>44277</c:v>
                      </c:pt>
                      <c:pt idx="4429">
                        <c:v>44278</c:v>
                      </c:pt>
                      <c:pt idx="4430">
                        <c:v>44279</c:v>
                      </c:pt>
                      <c:pt idx="4431">
                        <c:v>44280</c:v>
                      </c:pt>
                      <c:pt idx="4432">
                        <c:v>44281</c:v>
                      </c:pt>
                      <c:pt idx="4433">
                        <c:v>44284</c:v>
                      </c:pt>
                      <c:pt idx="4434">
                        <c:v>44285</c:v>
                      </c:pt>
                      <c:pt idx="4435">
                        <c:v>44286</c:v>
                      </c:pt>
                      <c:pt idx="4436">
                        <c:v>44287</c:v>
                      </c:pt>
                      <c:pt idx="4437">
                        <c:v>44288</c:v>
                      </c:pt>
                      <c:pt idx="4438">
                        <c:v>44291</c:v>
                      </c:pt>
                      <c:pt idx="4439">
                        <c:v>44292</c:v>
                      </c:pt>
                      <c:pt idx="4440">
                        <c:v>44293</c:v>
                      </c:pt>
                      <c:pt idx="4441">
                        <c:v>44294</c:v>
                      </c:pt>
                      <c:pt idx="4442">
                        <c:v>44295</c:v>
                      </c:pt>
                      <c:pt idx="4443">
                        <c:v>44298</c:v>
                      </c:pt>
                      <c:pt idx="4444">
                        <c:v>44299</c:v>
                      </c:pt>
                      <c:pt idx="4445">
                        <c:v>44300</c:v>
                      </c:pt>
                      <c:pt idx="4446">
                        <c:v>44301</c:v>
                      </c:pt>
                      <c:pt idx="4447">
                        <c:v>44302</c:v>
                      </c:pt>
                      <c:pt idx="4448">
                        <c:v>44305</c:v>
                      </c:pt>
                      <c:pt idx="4449">
                        <c:v>44306</c:v>
                      </c:pt>
                      <c:pt idx="4450">
                        <c:v>44307</c:v>
                      </c:pt>
                      <c:pt idx="4451">
                        <c:v>44308</c:v>
                      </c:pt>
                      <c:pt idx="4452">
                        <c:v>44309</c:v>
                      </c:pt>
                      <c:pt idx="4453">
                        <c:v>44312</c:v>
                      </c:pt>
                      <c:pt idx="4454">
                        <c:v>44313</c:v>
                      </c:pt>
                      <c:pt idx="4455">
                        <c:v>44314</c:v>
                      </c:pt>
                      <c:pt idx="4456">
                        <c:v>44315</c:v>
                      </c:pt>
                      <c:pt idx="4457">
                        <c:v>44316</c:v>
                      </c:pt>
                      <c:pt idx="4458">
                        <c:v>44319</c:v>
                      </c:pt>
                      <c:pt idx="4459">
                        <c:v>44320</c:v>
                      </c:pt>
                      <c:pt idx="4460">
                        <c:v>44321</c:v>
                      </c:pt>
                      <c:pt idx="4461">
                        <c:v>44322</c:v>
                      </c:pt>
                      <c:pt idx="4462">
                        <c:v>44323</c:v>
                      </c:pt>
                      <c:pt idx="4463">
                        <c:v>44326</c:v>
                      </c:pt>
                      <c:pt idx="4464">
                        <c:v>44327</c:v>
                      </c:pt>
                      <c:pt idx="4465">
                        <c:v>44328</c:v>
                      </c:pt>
                      <c:pt idx="4466">
                        <c:v>44329</c:v>
                      </c:pt>
                      <c:pt idx="4467">
                        <c:v>44330</c:v>
                      </c:pt>
                      <c:pt idx="4468">
                        <c:v>44333</c:v>
                      </c:pt>
                      <c:pt idx="4469">
                        <c:v>44334</c:v>
                      </c:pt>
                      <c:pt idx="4470">
                        <c:v>44335</c:v>
                      </c:pt>
                      <c:pt idx="4471">
                        <c:v>44336</c:v>
                      </c:pt>
                      <c:pt idx="4472">
                        <c:v>44337</c:v>
                      </c:pt>
                      <c:pt idx="4473">
                        <c:v>44340</c:v>
                      </c:pt>
                      <c:pt idx="4474">
                        <c:v>44341</c:v>
                      </c:pt>
                      <c:pt idx="4475">
                        <c:v>44342</c:v>
                      </c:pt>
                      <c:pt idx="4476">
                        <c:v>44343</c:v>
                      </c:pt>
                      <c:pt idx="4477">
                        <c:v>44344</c:v>
                      </c:pt>
                      <c:pt idx="4478">
                        <c:v>44347</c:v>
                      </c:pt>
                      <c:pt idx="4479">
                        <c:v>44348</c:v>
                      </c:pt>
                      <c:pt idx="4480">
                        <c:v>44349</c:v>
                      </c:pt>
                      <c:pt idx="4481">
                        <c:v>44350</c:v>
                      </c:pt>
                      <c:pt idx="4482">
                        <c:v>44351</c:v>
                      </c:pt>
                      <c:pt idx="4483">
                        <c:v>44354</c:v>
                      </c:pt>
                      <c:pt idx="4484">
                        <c:v>44355</c:v>
                      </c:pt>
                      <c:pt idx="4485">
                        <c:v>44356</c:v>
                      </c:pt>
                      <c:pt idx="4486">
                        <c:v>44357</c:v>
                      </c:pt>
                      <c:pt idx="4487">
                        <c:v>44358</c:v>
                      </c:pt>
                      <c:pt idx="4488">
                        <c:v>44361</c:v>
                      </c:pt>
                      <c:pt idx="4489">
                        <c:v>44362</c:v>
                      </c:pt>
                      <c:pt idx="4490">
                        <c:v>44363</c:v>
                      </c:pt>
                      <c:pt idx="4491">
                        <c:v>44364</c:v>
                      </c:pt>
                      <c:pt idx="4492">
                        <c:v>44365</c:v>
                      </c:pt>
                      <c:pt idx="4493">
                        <c:v>44368</c:v>
                      </c:pt>
                      <c:pt idx="4494">
                        <c:v>44369</c:v>
                      </c:pt>
                      <c:pt idx="4495">
                        <c:v>44370</c:v>
                      </c:pt>
                      <c:pt idx="4496">
                        <c:v>44371</c:v>
                      </c:pt>
                      <c:pt idx="4497">
                        <c:v>44372</c:v>
                      </c:pt>
                      <c:pt idx="4498">
                        <c:v>44375</c:v>
                      </c:pt>
                      <c:pt idx="4499">
                        <c:v>44376</c:v>
                      </c:pt>
                      <c:pt idx="4500">
                        <c:v>44377</c:v>
                      </c:pt>
                      <c:pt idx="4501">
                        <c:v>44378</c:v>
                      </c:pt>
                      <c:pt idx="4502">
                        <c:v>44379</c:v>
                      </c:pt>
                      <c:pt idx="4503">
                        <c:v>44382</c:v>
                      </c:pt>
                      <c:pt idx="4504">
                        <c:v>44383</c:v>
                      </c:pt>
                      <c:pt idx="4505">
                        <c:v>44384</c:v>
                      </c:pt>
                      <c:pt idx="4506">
                        <c:v>44385</c:v>
                      </c:pt>
                      <c:pt idx="4507">
                        <c:v>44386</c:v>
                      </c:pt>
                      <c:pt idx="4508">
                        <c:v>44389</c:v>
                      </c:pt>
                      <c:pt idx="4509">
                        <c:v>44390</c:v>
                      </c:pt>
                      <c:pt idx="4510">
                        <c:v>44391</c:v>
                      </c:pt>
                      <c:pt idx="4511">
                        <c:v>44392</c:v>
                      </c:pt>
                      <c:pt idx="4512">
                        <c:v>44393</c:v>
                      </c:pt>
                      <c:pt idx="4513">
                        <c:v>44396</c:v>
                      </c:pt>
                      <c:pt idx="4514">
                        <c:v>44397</c:v>
                      </c:pt>
                      <c:pt idx="4515">
                        <c:v>44398</c:v>
                      </c:pt>
                      <c:pt idx="4516">
                        <c:v>44399</c:v>
                      </c:pt>
                      <c:pt idx="4517">
                        <c:v>44400</c:v>
                      </c:pt>
                      <c:pt idx="4518">
                        <c:v>44403</c:v>
                      </c:pt>
                      <c:pt idx="4519">
                        <c:v>44404</c:v>
                      </c:pt>
                      <c:pt idx="4520">
                        <c:v>44405</c:v>
                      </c:pt>
                      <c:pt idx="4521">
                        <c:v>44406</c:v>
                      </c:pt>
                      <c:pt idx="4522">
                        <c:v>44407</c:v>
                      </c:pt>
                      <c:pt idx="4523">
                        <c:v>44410</c:v>
                      </c:pt>
                      <c:pt idx="4524">
                        <c:v>44411</c:v>
                      </c:pt>
                      <c:pt idx="4525">
                        <c:v>44412</c:v>
                      </c:pt>
                      <c:pt idx="4526">
                        <c:v>44413</c:v>
                      </c:pt>
                      <c:pt idx="4527">
                        <c:v>44414</c:v>
                      </c:pt>
                      <c:pt idx="4528">
                        <c:v>44417</c:v>
                      </c:pt>
                      <c:pt idx="4529">
                        <c:v>44418</c:v>
                      </c:pt>
                      <c:pt idx="4530">
                        <c:v>44419</c:v>
                      </c:pt>
                      <c:pt idx="4531">
                        <c:v>44420</c:v>
                      </c:pt>
                      <c:pt idx="4532">
                        <c:v>44421</c:v>
                      </c:pt>
                      <c:pt idx="4533">
                        <c:v>44424</c:v>
                      </c:pt>
                      <c:pt idx="4534">
                        <c:v>44425</c:v>
                      </c:pt>
                      <c:pt idx="4535">
                        <c:v>44426</c:v>
                      </c:pt>
                      <c:pt idx="4536">
                        <c:v>44427</c:v>
                      </c:pt>
                      <c:pt idx="4537">
                        <c:v>44428</c:v>
                      </c:pt>
                      <c:pt idx="4538">
                        <c:v>44431</c:v>
                      </c:pt>
                      <c:pt idx="4539">
                        <c:v>44432</c:v>
                      </c:pt>
                      <c:pt idx="4540">
                        <c:v>44433</c:v>
                      </c:pt>
                      <c:pt idx="4541">
                        <c:v>44434</c:v>
                      </c:pt>
                      <c:pt idx="4542">
                        <c:v>44435</c:v>
                      </c:pt>
                      <c:pt idx="4543">
                        <c:v>44438</c:v>
                      </c:pt>
                      <c:pt idx="4544">
                        <c:v>44439</c:v>
                      </c:pt>
                      <c:pt idx="4545">
                        <c:v>44440</c:v>
                      </c:pt>
                      <c:pt idx="4546">
                        <c:v>44441</c:v>
                      </c:pt>
                      <c:pt idx="4547">
                        <c:v>44442</c:v>
                      </c:pt>
                      <c:pt idx="4548">
                        <c:v>44445</c:v>
                      </c:pt>
                      <c:pt idx="4549">
                        <c:v>44446</c:v>
                      </c:pt>
                      <c:pt idx="4550">
                        <c:v>44447</c:v>
                      </c:pt>
                      <c:pt idx="4551">
                        <c:v>44448</c:v>
                      </c:pt>
                      <c:pt idx="4552">
                        <c:v>44449</c:v>
                      </c:pt>
                      <c:pt idx="4553">
                        <c:v>44452</c:v>
                      </c:pt>
                      <c:pt idx="4554">
                        <c:v>44453</c:v>
                      </c:pt>
                      <c:pt idx="4555">
                        <c:v>44454</c:v>
                      </c:pt>
                      <c:pt idx="4556">
                        <c:v>44455</c:v>
                      </c:pt>
                      <c:pt idx="4557">
                        <c:v>44456</c:v>
                      </c:pt>
                      <c:pt idx="4558">
                        <c:v>44459</c:v>
                      </c:pt>
                      <c:pt idx="4559">
                        <c:v>44460</c:v>
                      </c:pt>
                      <c:pt idx="4560">
                        <c:v>44461</c:v>
                      </c:pt>
                      <c:pt idx="4561">
                        <c:v>44462</c:v>
                      </c:pt>
                      <c:pt idx="4562">
                        <c:v>44463</c:v>
                      </c:pt>
                      <c:pt idx="4563">
                        <c:v>44466</c:v>
                      </c:pt>
                      <c:pt idx="4564">
                        <c:v>44467</c:v>
                      </c:pt>
                      <c:pt idx="4565">
                        <c:v>44468</c:v>
                      </c:pt>
                      <c:pt idx="4566">
                        <c:v>44469</c:v>
                      </c:pt>
                      <c:pt idx="4567">
                        <c:v>44470</c:v>
                      </c:pt>
                      <c:pt idx="4568">
                        <c:v>44473</c:v>
                      </c:pt>
                      <c:pt idx="4569">
                        <c:v>44474</c:v>
                      </c:pt>
                      <c:pt idx="4570">
                        <c:v>44475</c:v>
                      </c:pt>
                      <c:pt idx="4571">
                        <c:v>44476</c:v>
                      </c:pt>
                      <c:pt idx="4572">
                        <c:v>44477</c:v>
                      </c:pt>
                      <c:pt idx="4573">
                        <c:v>44480</c:v>
                      </c:pt>
                      <c:pt idx="4574">
                        <c:v>44481</c:v>
                      </c:pt>
                      <c:pt idx="4575">
                        <c:v>44482</c:v>
                      </c:pt>
                      <c:pt idx="4576">
                        <c:v>44483</c:v>
                      </c:pt>
                      <c:pt idx="4577">
                        <c:v>44484</c:v>
                      </c:pt>
                      <c:pt idx="4578">
                        <c:v>44487</c:v>
                      </c:pt>
                      <c:pt idx="4579">
                        <c:v>44488</c:v>
                      </c:pt>
                      <c:pt idx="4580">
                        <c:v>44489</c:v>
                      </c:pt>
                      <c:pt idx="4581">
                        <c:v>44490</c:v>
                      </c:pt>
                      <c:pt idx="4582">
                        <c:v>44491</c:v>
                      </c:pt>
                      <c:pt idx="4583">
                        <c:v>44494</c:v>
                      </c:pt>
                      <c:pt idx="4584">
                        <c:v>44495</c:v>
                      </c:pt>
                      <c:pt idx="4585">
                        <c:v>44496</c:v>
                      </c:pt>
                      <c:pt idx="4586">
                        <c:v>44497</c:v>
                      </c:pt>
                      <c:pt idx="4587">
                        <c:v>44498</c:v>
                      </c:pt>
                      <c:pt idx="4588">
                        <c:v>44501</c:v>
                      </c:pt>
                      <c:pt idx="4589">
                        <c:v>44502</c:v>
                      </c:pt>
                      <c:pt idx="4590">
                        <c:v>44503</c:v>
                      </c:pt>
                      <c:pt idx="4591">
                        <c:v>44504</c:v>
                      </c:pt>
                      <c:pt idx="4592">
                        <c:v>44505</c:v>
                      </c:pt>
                      <c:pt idx="4593">
                        <c:v>44508</c:v>
                      </c:pt>
                      <c:pt idx="4594">
                        <c:v>44509</c:v>
                      </c:pt>
                      <c:pt idx="4595">
                        <c:v>44510</c:v>
                      </c:pt>
                      <c:pt idx="4596">
                        <c:v>44511</c:v>
                      </c:pt>
                      <c:pt idx="4597">
                        <c:v>44512</c:v>
                      </c:pt>
                      <c:pt idx="4598">
                        <c:v>44515</c:v>
                      </c:pt>
                      <c:pt idx="4599">
                        <c:v>44516</c:v>
                      </c:pt>
                      <c:pt idx="4600">
                        <c:v>44517</c:v>
                      </c:pt>
                      <c:pt idx="4601">
                        <c:v>44518</c:v>
                      </c:pt>
                      <c:pt idx="4602">
                        <c:v>44519</c:v>
                      </c:pt>
                      <c:pt idx="4603">
                        <c:v>44522</c:v>
                      </c:pt>
                      <c:pt idx="4604">
                        <c:v>44523</c:v>
                      </c:pt>
                      <c:pt idx="4605">
                        <c:v>44524</c:v>
                      </c:pt>
                      <c:pt idx="4606">
                        <c:v>44525</c:v>
                      </c:pt>
                      <c:pt idx="4607">
                        <c:v>44526</c:v>
                      </c:pt>
                      <c:pt idx="4608">
                        <c:v>44529</c:v>
                      </c:pt>
                      <c:pt idx="4609">
                        <c:v>44530</c:v>
                      </c:pt>
                      <c:pt idx="4610">
                        <c:v>44531</c:v>
                      </c:pt>
                      <c:pt idx="4611">
                        <c:v>44532</c:v>
                      </c:pt>
                      <c:pt idx="4612">
                        <c:v>44533</c:v>
                      </c:pt>
                      <c:pt idx="4613">
                        <c:v>44536</c:v>
                      </c:pt>
                      <c:pt idx="4614">
                        <c:v>44537</c:v>
                      </c:pt>
                      <c:pt idx="4615">
                        <c:v>44538</c:v>
                      </c:pt>
                      <c:pt idx="4616">
                        <c:v>44539</c:v>
                      </c:pt>
                      <c:pt idx="4617">
                        <c:v>44540</c:v>
                      </c:pt>
                      <c:pt idx="4618">
                        <c:v>44543</c:v>
                      </c:pt>
                      <c:pt idx="4619">
                        <c:v>44544</c:v>
                      </c:pt>
                      <c:pt idx="4620">
                        <c:v>44545</c:v>
                      </c:pt>
                      <c:pt idx="4621">
                        <c:v>44546</c:v>
                      </c:pt>
                      <c:pt idx="4622">
                        <c:v>44547</c:v>
                      </c:pt>
                      <c:pt idx="4623">
                        <c:v>44550</c:v>
                      </c:pt>
                      <c:pt idx="4624">
                        <c:v>44551</c:v>
                      </c:pt>
                      <c:pt idx="4625">
                        <c:v>44552</c:v>
                      </c:pt>
                      <c:pt idx="4626">
                        <c:v>44553</c:v>
                      </c:pt>
                      <c:pt idx="4627">
                        <c:v>44554</c:v>
                      </c:pt>
                      <c:pt idx="4628">
                        <c:v>44557</c:v>
                      </c:pt>
                      <c:pt idx="4629">
                        <c:v>44558</c:v>
                      </c:pt>
                      <c:pt idx="4630">
                        <c:v>44559</c:v>
                      </c:pt>
                      <c:pt idx="4631">
                        <c:v>44560</c:v>
                      </c:pt>
                      <c:pt idx="4632">
                        <c:v>44561</c:v>
                      </c:pt>
                      <c:pt idx="4633">
                        <c:v>44564</c:v>
                      </c:pt>
                      <c:pt idx="4634">
                        <c:v>44565</c:v>
                      </c:pt>
                      <c:pt idx="4635">
                        <c:v>44566</c:v>
                      </c:pt>
                      <c:pt idx="4636">
                        <c:v>44567</c:v>
                      </c:pt>
                      <c:pt idx="4637">
                        <c:v>44568</c:v>
                      </c:pt>
                      <c:pt idx="4638">
                        <c:v>44571</c:v>
                      </c:pt>
                      <c:pt idx="4639">
                        <c:v>44572</c:v>
                      </c:pt>
                      <c:pt idx="4640">
                        <c:v>44573</c:v>
                      </c:pt>
                      <c:pt idx="4641">
                        <c:v>44574</c:v>
                      </c:pt>
                      <c:pt idx="4642">
                        <c:v>44575</c:v>
                      </c:pt>
                      <c:pt idx="4643">
                        <c:v>44578</c:v>
                      </c:pt>
                      <c:pt idx="4644">
                        <c:v>44579</c:v>
                      </c:pt>
                      <c:pt idx="4645">
                        <c:v>44580</c:v>
                      </c:pt>
                      <c:pt idx="4646">
                        <c:v>44581</c:v>
                      </c:pt>
                      <c:pt idx="4647">
                        <c:v>44582</c:v>
                      </c:pt>
                      <c:pt idx="4648">
                        <c:v>44585</c:v>
                      </c:pt>
                      <c:pt idx="4649">
                        <c:v>44586</c:v>
                      </c:pt>
                      <c:pt idx="4650">
                        <c:v>44587</c:v>
                      </c:pt>
                      <c:pt idx="4651">
                        <c:v>44588</c:v>
                      </c:pt>
                      <c:pt idx="4652">
                        <c:v>44589</c:v>
                      </c:pt>
                      <c:pt idx="4653">
                        <c:v>44592</c:v>
                      </c:pt>
                      <c:pt idx="4654">
                        <c:v>44593</c:v>
                      </c:pt>
                      <c:pt idx="4655">
                        <c:v>44594</c:v>
                      </c:pt>
                      <c:pt idx="4656">
                        <c:v>44595</c:v>
                      </c:pt>
                      <c:pt idx="4657">
                        <c:v>44596</c:v>
                      </c:pt>
                      <c:pt idx="4658">
                        <c:v>44599</c:v>
                      </c:pt>
                      <c:pt idx="4659">
                        <c:v>44600</c:v>
                      </c:pt>
                      <c:pt idx="4660">
                        <c:v>44601</c:v>
                      </c:pt>
                      <c:pt idx="4661">
                        <c:v>44602</c:v>
                      </c:pt>
                      <c:pt idx="4662">
                        <c:v>44603</c:v>
                      </c:pt>
                      <c:pt idx="4663">
                        <c:v>44606</c:v>
                      </c:pt>
                      <c:pt idx="4664">
                        <c:v>44607</c:v>
                      </c:pt>
                      <c:pt idx="4665">
                        <c:v>44608</c:v>
                      </c:pt>
                      <c:pt idx="4666">
                        <c:v>44609</c:v>
                      </c:pt>
                      <c:pt idx="4667">
                        <c:v>44610</c:v>
                      </c:pt>
                      <c:pt idx="4668">
                        <c:v>44613</c:v>
                      </c:pt>
                      <c:pt idx="4669">
                        <c:v>44614</c:v>
                      </c:pt>
                      <c:pt idx="4670">
                        <c:v>44615</c:v>
                      </c:pt>
                      <c:pt idx="4671">
                        <c:v>44616</c:v>
                      </c:pt>
                      <c:pt idx="4672">
                        <c:v>44617</c:v>
                      </c:pt>
                      <c:pt idx="4673">
                        <c:v>44620</c:v>
                      </c:pt>
                      <c:pt idx="4674">
                        <c:v>44621</c:v>
                      </c:pt>
                      <c:pt idx="4675">
                        <c:v>44622</c:v>
                      </c:pt>
                      <c:pt idx="4676">
                        <c:v>44623</c:v>
                      </c:pt>
                      <c:pt idx="4677">
                        <c:v>44624</c:v>
                      </c:pt>
                      <c:pt idx="4678">
                        <c:v>44627</c:v>
                      </c:pt>
                      <c:pt idx="4679">
                        <c:v>44628</c:v>
                      </c:pt>
                      <c:pt idx="4680">
                        <c:v>44629</c:v>
                      </c:pt>
                      <c:pt idx="4681">
                        <c:v>44630</c:v>
                      </c:pt>
                      <c:pt idx="4682">
                        <c:v>44631</c:v>
                      </c:pt>
                      <c:pt idx="4683">
                        <c:v>44634</c:v>
                      </c:pt>
                      <c:pt idx="4684">
                        <c:v>44635</c:v>
                      </c:pt>
                      <c:pt idx="4685">
                        <c:v>44636</c:v>
                      </c:pt>
                      <c:pt idx="4686">
                        <c:v>44637</c:v>
                      </c:pt>
                      <c:pt idx="4687">
                        <c:v>44638</c:v>
                      </c:pt>
                      <c:pt idx="4688">
                        <c:v>44641</c:v>
                      </c:pt>
                      <c:pt idx="4689">
                        <c:v>44642</c:v>
                      </c:pt>
                      <c:pt idx="4690">
                        <c:v>44643</c:v>
                      </c:pt>
                      <c:pt idx="4691">
                        <c:v>44644</c:v>
                      </c:pt>
                      <c:pt idx="4692">
                        <c:v>44645</c:v>
                      </c:pt>
                      <c:pt idx="4693">
                        <c:v>44648</c:v>
                      </c:pt>
                      <c:pt idx="4694">
                        <c:v>44649</c:v>
                      </c:pt>
                      <c:pt idx="4695">
                        <c:v>44650</c:v>
                      </c:pt>
                      <c:pt idx="4696">
                        <c:v>44651</c:v>
                      </c:pt>
                      <c:pt idx="4697">
                        <c:v>44652</c:v>
                      </c:pt>
                      <c:pt idx="4698">
                        <c:v>44655</c:v>
                      </c:pt>
                      <c:pt idx="4699">
                        <c:v>44656</c:v>
                      </c:pt>
                      <c:pt idx="4700">
                        <c:v>44657</c:v>
                      </c:pt>
                      <c:pt idx="4701">
                        <c:v>44658</c:v>
                      </c:pt>
                      <c:pt idx="4702">
                        <c:v>44659</c:v>
                      </c:pt>
                      <c:pt idx="4703">
                        <c:v>44662</c:v>
                      </c:pt>
                      <c:pt idx="4704">
                        <c:v>44663</c:v>
                      </c:pt>
                      <c:pt idx="4705">
                        <c:v>44664</c:v>
                      </c:pt>
                      <c:pt idx="4706">
                        <c:v>44665</c:v>
                      </c:pt>
                      <c:pt idx="4707">
                        <c:v>44666</c:v>
                      </c:pt>
                      <c:pt idx="4708">
                        <c:v>44669</c:v>
                      </c:pt>
                      <c:pt idx="4709">
                        <c:v>44670</c:v>
                      </c:pt>
                      <c:pt idx="4710">
                        <c:v>44671</c:v>
                      </c:pt>
                      <c:pt idx="4711">
                        <c:v>44672</c:v>
                      </c:pt>
                      <c:pt idx="4712">
                        <c:v>44673</c:v>
                      </c:pt>
                      <c:pt idx="4713">
                        <c:v>44676</c:v>
                      </c:pt>
                      <c:pt idx="4714">
                        <c:v>44677</c:v>
                      </c:pt>
                      <c:pt idx="4715">
                        <c:v>44678</c:v>
                      </c:pt>
                      <c:pt idx="4716">
                        <c:v>44679</c:v>
                      </c:pt>
                      <c:pt idx="4717">
                        <c:v>44680</c:v>
                      </c:pt>
                      <c:pt idx="4718">
                        <c:v>44683</c:v>
                      </c:pt>
                      <c:pt idx="4719">
                        <c:v>44684</c:v>
                      </c:pt>
                      <c:pt idx="4720">
                        <c:v>44685</c:v>
                      </c:pt>
                      <c:pt idx="4721">
                        <c:v>44686</c:v>
                      </c:pt>
                      <c:pt idx="4722">
                        <c:v>44687</c:v>
                      </c:pt>
                      <c:pt idx="4723">
                        <c:v>44690</c:v>
                      </c:pt>
                      <c:pt idx="4724">
                        <c:v>44691</c:v>
                      </c:pt>
                      <c:pt idx="4725">
                        <c:v>44692</c:v>
                      </c:pt>
                      <c:pt idx="4726">
                        <c:v>44693</c:v>
                      </c:pt>
                      <c:pt idx="4727">
                        <c:v>44694</c:v>
                      </c:pt>
                      <c:pt idx="4728">
                        <c:v>44697</c:v>
                      </c:pt>
                      <c:pt idx="4729">
                        <c:v>44698</c:v>
                      </c:pt>
                      <c:pt idx="4730">
                        <c:v>44699</c:v>
                      </c:pt>
                      <c:pt idx="4731">
                        <c:v>44700</c:v>
                      </c:pt>
                      <c:pt idx="4732">
                        <c:v>44701</c:v>
                      </c:pt>
                      <c:pt idx="4733">
                        <c:v>44704</c:v>
                      </c:pt>
                      <c:pt idx="4734">
                        <c:v>44705</c:v>
                      </c:pt>
                      <c:pt idx="4735">
                        <c:v>44706</c:v>
                      </c:pt>
                      <c:pt idx="4736">
                        <c:v>44707</c:v>
                      </c:pt>
                      <c:pt idx="4737">
                        <c:v>44708</c:v>
                      </c:pt>
                      <c:pt idx="4738">
                        <c:v>44711</c:v>
                      </c:pt>
                      <c:pt idx="4739">
                        <c:v>44712</c:v>
                      </c:pt>
                      <c:pt idx="4740">
                        <c:v>44713</c:v>
                      </c:pt>
                      <c:pt idx="4741">
                        <c:v>44714</c:v>
                      </c:pt>
                      <c:pt idx="4742">
                        <c:v>44715</c:v>
                      </c:pt>
                      <c:pt idx="4743">
                        <c:v>44718</c:v>
                      </c:pt>
                      <c:pt idx="4744">
                        <c:v>44719</c:v>
                      </c:pt>
                      <c:pt idx="4745">
                        <c:v>44720</c:v>
                      </c:pt>
                      <c:pt idx="4746">
                        <c:v>44721</c:v>
                      </c:pt>
                      <c:pt idx="4747">
                        <c:v>44722</c:v>
                      </c:pt>
                      <c:pt idx="4748">
                        <c:v>44725</c:v>
                      </c:pt>
                      <c:pt idx="4749">
                        <c:v>44726</c:v>
                      </c:pt>
                      <c:pt idx="4750">
                        <c:v>44727</c:v>
                      </c:pt>
                      <c:pt idx="4751">
                        <c:v>44728</c:v>
                      </c:pt>
                      <c:pt idx="4752">
                        <c:v>44729</c:v>
                      </c:pt>
                      <c:pt idx="4753">
                        <c:v>44732</c:v>
                      </c:pt>
                      <c:pt idx="4754">
                        <c:v>44733</c:v>
                      </c:pt>
                      <c:pt idx="4755">
                        <c:v>44734</c:v>
                      </c:pt>
                      <c:pt idx="4756">
                        <c:v>44735</c:v>
                      </c:pt>
                      <c:pt idx="4757">
                        <c:v>44736</c:v>
                      </c:pt>
                      <c:pt idx="4758">
                        <c:v>44739</c:v>
                      </c:pt>
                      <c:pt idx="4759">
                        <c:v>44740</c:v>
                      </c:pt>
                      <c:pt idx="4760">
                        <c:v>44741</c:v>
                      </c:pt>
                      <c:pt idx="4761">
                        <c:v>44742</c:v>
                      </c:pt>
                      <c:pt idx="4762">
                        <c:v>44743</c:v>
                      </c:pt>
                      <c:pt idx="4763">
                        <c:v>44747</c:v>
                      </c:pt>
                      <c:pt idx="4764">
                        <c:v>44748</c:v>
                      </c:pt>
                      <c:pt idx="4765">
                        <c:v>44749</c:v>
                      </c:pt>
                      <c:pt idx="4766">
                        <c:v>44750</c:v>
                      </c:pt>
                      <c:pt idx="4767">
                        <c:v>44753</c:v>
                      </c:pt>
                      <c:pt idx="4768">
                        <c:v>44754</c:v>
                      </c:pt>
                      <c:pt idx="4769">
                        <c:v>44755</c:v>
                      </c:pt>
                      <c:pt idx="4770">
                        <c:v>44756</c:v>
                      </c:pt>
                      <c:pt idx="4771">
                        <c:v>44757</c:v>
                      </c:pt>
                      <c:pt idx="4772">
                        <c:v>44760</c:v>
                      </c:pt>
                      <c:pt idx="4773">
                        <c:v>44761</c:v>
                      </c:pt>
                      <c:pt idx="4774">
                        <c:v>44762</c:v>
                      </c:pt>
                      <c:pt idx="4775">
                        <c:v>44763</c:v>
                      </c:pt>
                      <c:pt idx="4776">
                        <c:v>44764</c:v>
                      </c:pt>
                      <c:pt idx="4777">
                        <c:v>44767</c:v>
                      </c:pt>
                      <c:pt idx="4778">
                        <c:v>44768</c:v>
                      </c:pt>
                      <c:pt idx="4779">
                        <c:v>44769</c:v>
                      </c:pt>
                      <c:pt idx="4780">
                        <c:v>44770</c:v>
                      </c:pt>
                      <c:pt idx="4781">
                        <c:v>44771</c:v>
                      </c:pt>
                      <c:pt idx="4782">
                        <c:v>44774</c:v>
                      </c:pt>
                      <c:pt idx="4783">
                        <c:v>44775</c:v>
                      </c:pt>
                      <c:pt idx="4784">
                        <c:v>44776</c:v>
                      </c:pt>
                      <c:pt idx="4785">
                        <c:v>44777</c:v>
                      </c:pt>
                      <c:pt idx="4786">
                        <c:v>44778</c:v>
                      </c:pt>
                      <c:pt idx="4787">
                        <c:v>44781</c:v>
                      </c:pt>
                      <c:pt idx="4788">
                        <c:v>44782</c:v>
                      </c:pt>
                      <c:pt idx="4789">
                        <c:v>44783</c:v>
                      </c:pt>
                      <c:pt idx="4790">
                        <c:v>44784</c:v>
                      </c:pt>
                      <c:pt idx="4791">
                        <c:v>44785</c:v>
                      </c:pt>
                      <c:pt idx="4792">
                        <c:v>44788</c:v>
                      </c:pt>
                      <c:pt idx="4793">
                        <c:v>44789</c:v>
                      </c:pt>
                      <c:pt idx="4794">
                        <c:v>44790</c:v>
                      </c:pt>
                      <c:pt idx="4795">
                        <c:v>44791</c:v>
                      </c:pt>
                      <c:pt idx="4796">
                        <c:v>44792</c:v>
                      </c:pt>
                      <c:pt idx="4797">
                        <c:v>44795</c:v>
                      </c:pt>
                      <c:pt idx="4798">
                        <c:v>44796</c:v>
                      </c:pt>
                      <c:pt idx="4799">
                        <c:v>44797</c:v>
                      </c:pt>
                      <c:pt idx="4800">
                        <c:v>44798</c:v>
                      </c:pt>
                      <c:pt idx="4801">
                        <c:v>44799</c:v>
                      </c:pt>
                      <c:pt idx="4802">
                        <c:v>44802</c:v>
                      </c:pt>
                      <c:pt idx="4803">
                        <c:v>44803</c:v>
                      </c:pt>
                      <c:pt idx="4804">
                        <c:v>44804</c:v>
                      </c:pt>
                      <c:pt idx="4805">
                        <c:v>44805</c:v>
                      </c:pt>
                      <c:pt idx="4806">
                        <c:v>44806</c:v>
                      </c:pt>
                      <c:pt idx="4807">
                        <c:v>44809</c:v>
                      </c:pt>
                      <c:pt idx="4808">
                        <c:v>44810</c:v>
                      </c:pt>
                      <c:pt idx="4809">
                        <c:v>44811</c:v>
                      </c:pt>
                      <c:pt idx="4810">
                        <c:v>44812</c:v>
                      </c:pt>
                      <c:pt idx="4811">
                        <c:v>44813</c:v>
                      </c:pt>
                      <c:pt idx="4812">
                        <c:v>44816</c:v>
                      </c:pt>
                      <c:pt idx="4813">
                        <c:v>44817</c:v>
                      </c:pt>
                      <c:pt idx="4814">
                        <c:v>44818</c:v>
                      </c:pt>
                      <c:pt idx="4815">
                        <c:v>44819</c:v>
                      </c:pt>
                      <c:pt idx="4816">
                        <c:v>44820</c:v>
                      </c:pt>
                      <c:pt idx="4817">
                        <c:v>44823</c:v>
                      </c:pt>
                      <c:pt idx="4818">
                        <c:v>44824</c:v>
                      </c:pt>
                      <c:pt idx="4819">
                        <c:v>44825</c:v>
                      </c:pt>
                      <c:pt idx="4820">
                        <c:v>44826</c:v>
                      </c:pt>
                      <c:pt idx="4821">
                        <c:v>44827</c:v>
                      </c:pt>
                      <c:pt idx="4822">
                        <c:v>44830</c:v>
                      </c:pt>
                      <c:pt idx="4823">
                        <c:v>44831</c:v>
                      </c:pt>
                      <c:pt idx="4824">
                        <c:v>44832</c:v>
                      </c:pt>
                      <c:pt idx="4825">
                        <c:v>44833</c:v>
                      </c:pt>
                      <c:pt idx="4826">
                        <c:v>44834</c:v>
                      </c:pt>
                      <c:pt idx="4827">
                        <c:v>44837</c:v>
                      </c:pt>
                      <c:pt idx="4828">
                        <c:v>44838</c:v>
                      </c:pt>
                      <c:pt idx="4829">
                        <c:v>44839</c:v>
                      </c:pt>
                      <c:pt idx="4830">
                        <c:v>44840</c:v>
                      </c:pt>
                      <c:pt idx="4831">
                        <c:v>44841</c:v>
                      </c:pt>
                      <c:pt idx="4832">
                        <c:v>44844</c:v>
                      </c:pt>
                      <c:pt idx="4833">
                        <c:v>44845</c:v>
                      </c:pt>
                      <c:pt idx="4834">
                        <c:v>44846</c:v>
                      </c:pt>
                      <c:pt idx="4835">
                        <c:v>44847</c:v>
                      </c:pt>
                      <c:pt idx="4836">
                        <c:v>44848</c:v>
                      </c:pt>
                      <c:pt idx="4837">
                        <c:v>44851</c:v>
                      </c:pt>
                      <c:pt idx="4838">
                        <c:v>44852</c:v>
                      </c:pt>
                      <c:pt idx="4839">
                        <c:v>44853</c:v>
                      </c:pt>
                      <c:pt idx="4840">
                        <c:v>44854</c:v>
                      </c:pt>
                      <c:pt idx="4841">
                        <c:v>44855</c:v>
                      </c:pt>
                      <c:pt idx="4842">
                        <c:v>44858</c:v>
                      </c:pt>
                      <c:pt idx="4843">
                        <c:v>44859</c:v>
                      </c:pt>
                      <c:pt idx="4844">
                        <c:v>44860</c:v>
                      </c:pt>
                      <c:pt idx="4845">
                        <c:v>44861</c:v>
                      </c:pt>
                      <c:pt idx="4846">
                        <c:v>44862</c:v>
                      </c:pt>
                      <c:pt idx="4847">
                        <c:v>44865</c:v>
                      </c:pt>
                      <c:pt idx="4848">
                        <c:v>44866</c:v>
                      </c:pt>
                      <c:pt idx="4849">
                        <c:v>44867</c:v>
                      </c:pt>
                      <c:pt idx="4850">
                        <c:v>44868</c:v>
                      </c:pt>
                      <c:pt idx="4851">
                        <c:v>44869</c:v>
                      </c:pt>
                      <c:pt idx="4852">
                        <c:v>44872</c:v>
                      </c:pt>
                      <c:pt idx="4853">
                        <c:v>44873</c:v>
                      </c:pt>
                      <c:pt idx="4854">
                        <c:v>44874</c:v>
                      </c:pt>
                      <c:pt idx="4855">
                        <c:v>44875</c:v>
                      </c:pt>
                      <c:pt idx="4856">
                        <c:v>44876</c:v>
                      </c:pt>
                      <c:pt idx="4857">
                        <c:v>44879</c:v>
                      </c:pt>
                      <c:pt idx="4858">
                        <c:v>44880</c:v>
                      </c:pt>
                      <c:pt idx="4859">
                        <c:v>44881</c:v>
                      </c:pt>
                      <c:pt idx="4860">
                        <c:v>44882</c:v>
                      </c:pt>
                      <c:pt idx="4861">
                        <c:v>44883</c:v>
                      </c:pt>
                      <c:pt idx="4862">
                        <c:v>44886</c:v>
                      </c:pt>
                      <c:pt idx="4863">
                        <c:v>44887</c:v>
                      </c:pt>
                      <c:pt idx="4864">
                        <c:v>44888</c:v>
                      </c:pt>
                      <c:pt idx="4865">
                        <c:v>44889</c:v>
                      </c:pt>
                      <c:pt idx="4866">
                        <c:v>44890</c:v>
                      </c:pt>
                      <c:pt idx="4867">
                        <c:v>44893</c:v>
                      </c:pt>
                      <c:pt idx="4868">
                        <c:v>44894</c:v>
                      </c:pt>
                      <c:pt idx="4869">
                        <c:v>44895</c:v>
                      </c:pt>
                      <c:pt idx="4870">
                        <c:v>44896</c:v>
                      </c:pt>
                      <c:pt idx="4871">
                        <c:v>44897</c:v>
                      </c:pt>
                      <c:pt idx="4872">
                        <c:v>44900</c:v>
                      </c:pt>
                      <c:pt idx="4873">
                        <c:v>44901</c:v>
                      </c:pt>
                      <c:pt idx="4874">
                        <c:v>44902</c:v>
                      </c:pt>
                      <c:pt idx="4875">
                        <c:v>44903</c:v>
                      </c:pt>
                      <c:pt idx="4876">
                        <c:v>44904</c:v>
                      </c:pt>
                      <c:pt idx="4877">
                        <c:v>44907</c:v>
                      </c:pt>
                      <c:pt idx="4878">
                        <c:v>44908</c:v>
                      </c:pt>
                      <c:pt idx="4879">
                        <c:v>44909</c:v>
                      </c:pt>
                      <c:pt idx="4880">
                        <c:v>44910</c:v>
                      </c:pt>
                      <c:pt idx="4881">
                        <c:v>44911</c:v>
                      </c:pt>
                      <c:pt idx="4882">
                        <c:v>44914</c:v>
                      </c:pt>
                      <c:pt idx="4883">
                        <c:v>44915</c:v>
                      </c:pt>
                      <c:pt idx="4884">
                        <c:v>44916</c:v>
                      </c:pt>
                      <c:pt idx="4885">
                        <c:v>44917</c:v>
                      </c:pt>
                      <c:pt idx="4886">
                        <c:v>44918</c:v>
                      </c:pt>
                      <c:pt idx="4887">
                        <c:v>44921</c:v>
                      </c:pt>
                      <c:pt idx="4888">
                        <c:v>44922</c:v>
                      </c:pt>
                      <c:pt idx="4889">
                        <c:v>44923</c:v>
                      </c:pt>
                      <c:pt idx="4890">
                        <c:v>44924</c:v>
                      </c:pt>
                      <c:pt idx="4891">
                        <c:v>44925</c:v>
                      </c:pt>
                      <c:pt idx="4892">
                        <c:v>44928</c:v>
                      </c:pt>
                      <c:pt idx="4893">
                        <c:v>44929</c:v>
                      </c:pt>
                      <c:pt idx="4894">
                        <c:v>44930</c:v>
                      </c:pt>
                      <c:pt idx="4895">
                        <c:v>44931</c:v>
                      </c:pt>
                      <c:pt idx="4896">
                        <c:v>44932</c:v>
                      </c:pt>
                      <c:pt idx="4897">
                        <c:v>44935</c:v>
                      </c:pt>
                      <c:pt idx="4898">
                        <c:v>44936</c:v>
                      </c:pt>
                      <c:pt idx="4899">
                        <c:v>44937</c:v>
                      </c:pt>
                      <c:pt idx="4900">
                        <c:v>44938</c:v>
                      </c:pt>
                      <c:pt idx="4901">
                        <c:v>44939</c:v>
                      </c:pt>
                      <c:pt idx="4902">
                        <c:v>44942</c:v>
                      </c:pt>
                      <c:pt idx="4903">
                        <c:v>44943</c:v>
                      </c:pt>
                      <c:pt idx="4904">
                        <c:v>44944</c:v>
                      </c:pt>
                      <c:pt idx="4905">
                        <c:v>44945</c:v>
                      </c:pt>
                      <c:pt idx="4906">
                        <c:v>44946</c:v>
                      </c:pt>
                      <c:pt idx="4907">
                        <c:v>44949</c:v>
                      </c:pt>
                      <c:pt idx="4908">
                        <c:v>44950</c:v>
                      </c:pt>
                      <c:pt idx="4909">
                        <c:v>44951</c:v>
                      </c:pt>
                      <c:pt idx="4910">
                        <c:v>44952</c:v>
                      </c:pt>
                      <c:pt idx="4911">
                        <c:v>44953</c:v>
                      </c:pt>
                      <c:pt idx="4912">
                        <c:v>44956</c:v>
                      </c:pt>
                      <c:pt idx="4913">
                        <c:v>44957</c:v>
                      </c:pt>
                      <c:pt idx="4914">
                        <c:v>44958</c:v>
                      </c:pt>
                      <c:pt idx="4915">
                        <c:v>44959</c:v>
                      </c:pt>
                      <c:pt idx="4916">
                        <c:v>44960</c:v>
                      </c:pt>
                      <c:pt idx="4917">
                        <c:v>44963</c:v>
                      </c:pt>
                      <c:pt idx="4918">
                        <c:v>44964</c:v>
                      </c:pt>
                      <c:pt idx="4919">
                        <c:v>44965</c:v>
                      </c:pt>
                      <c:pt idx="4920">
                        <c:v>44966</c:v>
                      </c:pt>
                      <c:pt idx="4921">
                        <c:v>44967</c:v>
                      </c:pt>
                      <c:pt idx="4922">
                        <c:v>44970</c:v>
                      </c:pt>
                      <c:pt idx="4923">
                        <c:v>44971</c:v>
                      </c:pt>
                      <c:pt idx="4924">
                        <c:v>44972</c:v>
                      </c:pt>
                      <c:pt idx="4925">
                        <c:v>44973</c:v>
                      </c:pt>
                      <c:pt idx="4926">
                        <c:v>44974</c:v>
                      </c:pt>
                      <c:pt idx="4927">
                        <c:v>44977</c:v>
                      </c:pt>
                      <c:pt idx="4928">
                        <c:v>44978</c:v>
                      </c:pt>
                      <c:pt idx="4929">
                        <c:v>44979</c:v>
                      </c:pt>
                      <c:pt idx="4930">
                        <c:v>44980</c:v>
                      </c:pt>
                      <c:pt idx="4931">
                        <c:v>44981</c:v>
                      </c:pt>
                      <c:pt idx="4932">
                        <c:v>44984</c:v>
                      </c:pt>
                      <c:pt idx="4933">
                        <c:v>44985</c:v>
                      </c:pt>
                      <c:pt idx="4934">
                        <c:v>44986</c:v>
                      </c:pt>
                      <c:pt idx="4935">
                        <c:v>44987</c:v>
                      </c:pt>
                      <c:pt idx="4936">
                        <c:v>44988</c:v>
                      </c:pt>
                      <c:pt idx="4937">
                        <c:v>44991</c:v>
                      </c:pt>
                      <c:pt idx="4938">
                        <c:v>44992</c:v>
                      </c:pt>
                      <c:pt idx="4939">
                        <c:v>44993</c:v>
                      </c:pt>
                      <c:pt idx="4940">
                        <c:v>44994</c:v>
                      </c:pt>
                      <c:pt idx="4941">
                        <c:v>44995</c:v>
                      </c:pt>
                      <c:pt idx="4942">
                        <c:v>44998</c:v>
                      </c:pt>
                      <c:pt idx="4943">
                        <c:v>44999</c:v>
                      </c:pt>
                      <c:pt idx="4944">
                        <c:v>45000</c:v>
                      </c:pt>
                      <c:pt idx="4945">
                        <c:v>45001</c:v>
                      </c:pt>
                      <c:pt idx="4946">
                        <c:v>45002</c:v>
                      </c:pt>
                      <c:pt idx="4947">
                        <c:v>45005</c:v>
                      </c:pt>
                      <c:pt idx="4948">
                        <c:v>45006</c:v>
                      </c:pt>
                      <c:pt idx="4949">
                        <c:v>45007</c:v>
                      </c:pt>
                      <c:pt idx="4950">
                        <c:v>45008</c:v>
                      </c:pt>
                      <c:pt idx="4951">
                        <c:v>45009</c:v>
                      </c:pt>
                      <c:pt idx="4952">
                        <c:v>45012</c:v>
                      </c:pt>
                      <c:pt idx="4953">
                        <c:v>45013</c:v>
                      </c:pt>
                      <c:pt idx="4954">
                        <c:v>45014</c:v>
                      </c:pt>
                      <c:pt idx="4955">
                        <c:v>45015</c:v>
                      </c:pt>
                      <c:pt idx="4956">
                        <c:v>45016</c:v>
                      </c:pt>
                      <c:pt idx="4957">
                        <c:v>45019</c:v>
                      </c:pt>
                      <c:pt idx="4958">
                        <c:v>45020</c:v>
                      </c:pt>
                      <c:pt idx="4959">
                        <c:v>45021</c:v>
                      </c:pt>
                      <c:pt idx="4960">
                        <c:v>45022</c:v>
                      </c:pt>
                      <c:pt idx="4961">
                        <c:v>45023</c:v>
                      </c:pt>
                      <c:pt idx="4962">
                        <c:v>45026</c:v>
                      </c:pt>
                      <c:pt idx="4963">
                        <c:v>45027</c:v>
                      </c:pt>
                      <c:pt idx="4964">
                        <c:v>45028</c:v>
                      </c:pt>
                      <c:pt idx="4965">
                        <c:v>45029</c:v>
                      </c:pt>
                      <c:pt idx="4966">
                        <c:v>45030</c:v>
                      </c:pt>
                      <c:pt idx="4967">
                        <c:v>45033</c:v>
                      </c:pt>
                      <c:pt idx="4968">
                        <c:v>45034</c:v>
                      </c:pt>
                      <c:pt idx="4969">
                        <c:v>45035</c:v>
                      </c:pt>
                      <c:pt idx="4970">
                        <c:v>45036</c:v>
                      </c:pt>
                      <c:pt idx="4971">
                        <c:v>45037</c:v>
                      </c:pt>
                      <c:pt idx="4972">
                        <c:v>45040</c:v>
                      </c:pt>
                      <c:pt idx="4973">
                        <c:v>45041</c:v>
                      </c:pt>
                      <c:pt idx="4974">
                        <c:v>45042</c:v>
                      </c:pt>
                      <c:pt idx="4975">
                        <c:v>45043</c:v>
                      </c:pt>
                      <c:pt idx="4976">
                        <c:v>45044</c:v>
                      </c:pt>
                      <c:pt idx="4977">
                        <c:v>45047</c:v>
                      </c:pt>
                      <c:pt idx="4978">
                        <c:v>45048</c:v>
                      </c:pt>
                      <c:pt idx="4979">
                        <c:v>45049</c:v>
                      </c:pt>
                      <c:pt idx="4980">
                        <c:v>45050</c:v>
                      </c:pt>
                      <c:pt idx="4981">
                        <c:v>45051</c:v>
                      </c:pt>
                      <c:pt idx="4982">
                        <c:v>45054</c:v>
                      </c:pt>
                      <c:pt idx="4983">
                        <c:v>45055</c:v>
                      </c:pt>
                      <c:pt idx="4984">
                        <c:v>45056</c:v>
                      </c:pt>
                      <c:pt idx="4985">
                        <c:v>45057</c:v>
                      </c:pt>
                      <c:pt idx="4986">
                        <c:v>45058</c:v>
                      </c:pt>
                      <c:pt idx="4987">
                        <c:v>45061</c:v>
                      </c:pt>
                      <c:pt idx="4988">
                        <c:v>45062</c:v>
                      </c:pt>
                      <c:pt idx="4989">
                        <c:v>45063</c:v>
                      </c:pt>
                      <c:pt idx="4990">
                        <c:v>45064</c:v>
                      </c:pt>
                      <c:pt idx="4991">
                        <c:v>45065</c:v>
                      </c:pt>
                      <c:pt idx="4992">
                        <c:v>45068</c:v>
                      </c:pt>
                      <c:pt idx="4993">
                        <c:v>45069</c:v>
                      </c:pt>
                      <c:pt idx="4994">
                        <c:v>45070</c:v>
                      </c:pt>
                      <c:pt idx="4995">
                        <c:v>45071</c:v>
                      </c:pt>
                      <c:pt idx="4996">
                        <c:v>45072</c:v>
                      </c:pt>
                      <c:pt idx="4997">
                        <c:v>45075</c:v>
                      </c:pt>
                      <c:pt idx="4998">
                        <c:v>45076</c:v>
                      </c:pt>
                      <c:pt idx="4999">
                        <c:v>45077</c:v>
                      </c:pt>
                      <c:pt idx="5000">
                        <c:v>45078</c:v>
                      </c:pt>
                      <c:pt idx="5001">
                        <c:v>45079</c:v>
                      </c:pt>
                      <c:pt idx="5002">
                        <c:v>45082</c:v>
                      </c:pt>
                      <c:pt idx="5003">
                        <c:v>45083</c:v>
                      </c:pt>
                      <c:pt idx="5004">
                        <c:v>45084</c:v>
                      </c:pt>
                      <c:pt idx="5005">
                        <c:v>45085</c:v>
                      </c:pt>
                      <c:pt idx="5006">
                        <c:v>45086</c:v>
                      </c:pt>
                      <c:pt idx="5007">
                        <c:v>45089</c:v>
                      </c:pt>
                      <c:pt idx="5008">
                        <c:v>45090</c:v>
                      </c:pt>
                      <c:pt idx="5009">
                        <c:v>45091</c:v>
                      </c:pt>
                      <c:pt idx="5010">
                        <c:v>45092</c:v>
                      </c:pt>
                      <c:pt idx="5011">
                        <c:v>45093</c:v>
                      </c:pt>
                      <c:pt idx="5012">
                        <c:v>45096</c:v>
                      </c:pt>
                      <c:pt idx="5013">
                        <c:v>45097</c:v>
                      </c:pt>
                      <c:pt idx="5014">
                        <c:v>45098</c:v>
                      </c:pt>
                      <c:pt idx="5015">
                        <c:v>45099</c:v>
                      </c:pt>
                      <c:pt idx="5016">
                        <c:v>45100</c:v>
                      </c:pt>
                      <c:pt idx="5017">
                        <c:v>45103</c:v>
                      </c:pt>
                      <c:pt idx="5018">
                        <c:v>45104</c:v>
                      </c:pt>
                      <c:pt idx="5019">
                        <c:v>45105</c:v>
                      </c:pt>
                      <c:pt idx="5020">
                        <c:v>45106</c:v>
                      </c:pt>
                      <c:pt idx="5021">
                        <c:v>45107</c:v>
                      </c:pt>
                      <c:pt idx="5022">
                        <c:v>45110</c:v>
                      </c:pt>
                      <c:pt idx="5023">
                        <c:v>45111</c:v>
                      </c:pt>
                      <c:pt idx="5024">
                        <c:v>45112</c:v>
                      </c:pt>
                      <c:pt idx="5025">
                        <c:v>45113</c:v>
                      </c:pt>
                      <c:pt idx="5026">
                        <c:v>45114</c:v>
                      </c:pt>
                      <c:pt idx="5027">
                        <c:v>45117</c:v>
                      </c:pt>
                      <c:pt idx="5028">
                        <c:v>45118</c:v>
                      </c:pt>
                      <c:pt idx="5029">
                        <c:v>45119</c:v>
                      </c:pt>
                      <c:pt idx="5030">
                        <c:v>45120</c:v>
                      </c:pt>
                      <c:pt idx="5031">
                        <c:v>45121</c:v>
                      </c:pt>
                      <c:pt idx="5032">
                        <c:v>45124</c:v>
                      </c:pt>
                      <c:pt idx="5033">
                        <c:v>45125</c:v>
                      </c:pt>
                      <c:pt idx="5034">
                        <c:v>45126</c:v>
                      </c:pt>
                      <c:pt idx="5035">
                        <c:v>45127</c:v>
                      </c:pt>
                      <c:pt idx="5036">
                        <c:v>45128</c:v>
                      </c:pt>
                      <c:pt idx="5037">
                        <c:v>45131</c:v>
                      </c:pt>
                      <c:pt idx="5038">
                        <c:v>45132</c:v>
                      </c:pt>
                      <c:pt idx="5039">
                        <c:v>45133</c:v>
                      </c:pt>
                      <c:pt idx="5040">
                        <c:v>45134</c:v>
                      </c:pt>
                      <c:pt idx="5041">
                        <c:v>45135</c:v>
                      </c:pt>
                      <c:pt idx="5042">
                        <c:v>45138</c:v>
                      </c:pt>
                      <c:pt idx="5043">
                        <c:v>45139</c:v>
                      </c:pt>
                      <c:pt idx="5044">
                        <c:v>45140</c:v>
                      </c:pt>
                      <c:pt idx="5045">
                        <c:v>45141</c:v>
                      </c:pt>
                      <c:pt idx="5046">
                        <c:v>45142</c:v>
                      </c:pt>
                      <c:pt idx="5047">
                        <c:v>45145</c:v>
                      </c:pt>
                      <c:pt idx="5048">
                        <c:v>45146</c:v>
                      </c:pt>
                      <c:pt idx="5049">
                        <c:v>45147</c:v>
                      </c:pt>
                      <c:pt idx="5050">
                        <c:v>45148</c:v>
                      </c:pt>
                      <c:pt idx="5051">
                        <c:v>45149</c:v>
                      </c:pt>
                      <c:pt idx="5052">
                        <c:v>45152</c:v>
                      </c:pt>
                      <c:pt idx="5053">
                        <c:v>45153</c:v>
                      </c:pt>
                      <c:pt idx="5054">
                        <c:v>45154</c:v>
                      </c:pt>
                      <c:pt idx="5055">
                        <c:v>45155</c:v>
                      </c:pt>
                      <c:pt idx="5056">
                        <c:v>45156</c:v>
                      </c:pt>
                      <c:pt idx="5057">
                        <c:v>45159</c:v>
                      </c:pt>
                      <c:pt idx="5058">
                        <c:v>45160</c:v>
                      </c:pt>
                      <c:pt idx="5059">
                        <c:v>45161</c:v>
                      </c:pt>
                      <c:pt idx="5060">
                        <c:v>45162</c:v>
                      </c:pt>
                      <c:pt idx="5061">
                        <c:v>45163</c:v>
                      </c:pt>
                      <c:pt idx="5062">
                        <c:v>45166</c:v>
                      </c:pt>
                      <c:pt idx="5063">
                        <c:v>45167</c:v>
                      </c:pt>
                      <c:pt idx="5064">
                        <c:v>45168</c:v>
                      </c:pt>
                      <c:pt idx="5065">
                        <c:v>45169</c:v>
                      </c:pt>
                      <c:pt idx="5066">
                        <c:v>45170</c:v>
                      </c:pt>
                      <c:pt idx="5067">
                        <c:v>45173</c:v>
                      </c:pt>
                      <c:pt idx="5068">
                        <c:v>45174</c:v>
                      </c:pt>
                      <c:pt idx="5069">
                        <c:v>45175</c:v>
                      </c:pt>
                      <c:pt idx="5070">
                        <c:v>45176</c:v>
                      </c:pt>
                      <c:pt idx="5071">
                        <c:v>45177</c:v>
                      </c:pt>
                      <c:pt idx="5072">
                        <c:v>45180</c:v>
                      </c:pt>
                      <c:pt idx="5073">
                        <c:v>45181</c:v>
                      </c:pt>
                      <c:pt idx="5074">
                        <c:v>45182</c:v>
                      </c:pt>
                      <c:pt idx="5075">
                        <c:v>45183</c:v>
                      </c:pt>
                      <c:pt idx="5076">
                        <c:v>45184</c:v>
                      </c:pt>
                      <c:pt idx="5077">
                        <c:v>45187</c:v>
                      </c:pt>
                      <c:pt idx="5078">
                        <c:v>45188</c:v>
                      </c:pt>
                      <c:pt idx="5079">
                        <c:v>45189</c:v>
                      </c:pt>
                      <c:pt idx="5080">
                        <c:v>45190</c:v>
                      </c:pt>
                      <c:pt idx="5081">
                        <c:v>45191</c:v>
                      </c:pt>
                      <c:pt idx="5082">
                        <c:v>45194</c:v>
                      </c:pt>
                      <c:pt idx="5083">
                        <c:v>45195</c:v>
                      </c:pt>
                      <c:pt idx="5084">
                        <c:v>45196</c:v>
                      </c:pt>
                      <c:pt idx="5085">
                        <c:v>45197</c:v>
                      </c:pt>
                      <c:pt idx="5086">
                        <c:v>45198</c:v>
                      </c:pt>
                      <c:pt idx="5087">
                        <c:v>45201</c:v>
                      </c:pt>
                      <c:pt idx="5088">
                        <c:v>45202</c:v>
                      </c:pt>
                      <c:pt idx="5089">
                        <c:v>45203</c:v>
                      </c:pt>
                      <c:pt idx="5090">
                        <c:v>45204</c:v>
                      </c:pt>
                      <c:pt idx="5091">
                        <c:v>45205</c:v>
                      </c:pt>
                      <c:pt idx="5092">
                        <c:v>45208</c:v>
                      </c:pt>
                      <c:pt idx="5093">
                        <c:v>45209</c:v>
                      </c:pt>
                      <c:pt idx="5094">
                        <c:v>45210</c:v>
                      </c:pt>
                      <c:pt idx="5095">
                        <c:v>45211</c:v>
                      </c:pt>
                      <c:pt idx="5096">
                        <c:v>45212</c:v>
                      </c:pt>
                      <c:pt idx="5097">
                        <c:v>45215</c:v>
                      </c:pt>
                      <c:pt idx="5098">
                        <c:v>45216</c:v>
                      </c:pt>
                      <c:pt idx="5099">
                        <c:v>45217</c:v>
                      </c:pt>
                      <c:pt idx="5100">
                        <c:v>45218</c:v>
                      </c:pt>
                      <c:pt idx="5101">
                        <c:v>45219</c:v>
                      </c:pt>
                      <c:pt idx="5102">
                        <c:v>45222</c:v>
                      </c:pt>
                      <c:pt idx="5103">
                        <c:v>45223</c:v>
                      </c:pt>
                      <c:pt idx="5104">
                        <c:v>45224</c:v>
                      </c:pt>
                      <c:pt idx="5105">
                        <c:v>45225</c:v>
                      </c:pt>
                      <c:pt idx="5106">
                        <c:v>45226</c:v>
                      </c:pt>
                      <c:pt idx="5107">
                        <c:v>45229</c:v>
                      </c:pt>
                      <c:pt idx="5108">
                        <c:v>45230</c:v>
                      </c:pt>
                      <c:pt idx="5109">
                        <c:v>45231</c:v>
                      </c:pt>
                      <c:pt idx="5110">
                        <c:v>45232</c:v>
                      </c:pt>
                      <c:pt idx="5111">
                        <c:v>45233</c:v>
                      </c:pt>
                      <c:pt idx="5112">
                        <c:v>45236</c:v>
                      </c:pt>
                      <c:pt idx="5113">
                        <c:v>45237</c:v>
                      </c:pt>
                      <c:pt idx="5114">
                        <c:v>45238</c:v>
                      </c:pt>
                      <c:pt idx="5115">
                        <c:v>45239</c:v>
                      </c:pt>
                      <c:pt idx="5116">
                        <c:v>45240</c:v>
                      </c:pt>
                      <c:pt idx="5117">
                        <c:v>45243</c:v>
                      </c:pt>
                      <c:pt idx="5118">
                        <c:v>45244</c:v>
                      </c:pt>
                      <c:pt idx="5119">
                        <c:v>45245</c:v>
                      </c:pt>
                      <c:pt idx="5120">
                        <c:v>45246</c:v>
                      </c:pt>
                      <c:pt idx="5121">
                        <c:v>45247</c:v>
                      </c:pt>
                      <c:pt idx="5122">
                        <c:v>45250</c:v>
                      </c:pt>
                      <c:pt idx="5123">
                        <c:v>45251</c:v>
                      </c:pt>
                      <c:pt idx="5124">
                        <c:v>45252</c:v>
                      </c:pt>
                      <c:pt idx="5125">
                        <c:v>45253</c:v>
                      </c:pt>
                      <c:pt idx="5126">
                        <c:v>45254</c:v>
                      </c:pt>
                      <c:pt idx="5127">
                        <c:v>45257</c:v>
                      </c:pt>
                      <c:pt idx="5128">
                        <c:v>45258</c:v>
                      </c:pt>
                      <c:pt idx="5129">
                        <c:v>45259</c:v>
                      </c:pt>
                      <c:pt idx="5130">
                        <c:v>45260</c:v>
                      </c:pt>
                      <c:pt idx="5131">
                        <c:v>45261</c:v>
                      </c:pt>
                      <c:pt idx="5132">
                        <c:v>45264</c:v>
                      </c:pt>
                      <c:pt idx="5133">
                        <c:v>45265</c:v>
                      </c:pt>
                      <c:pt idx="5134">
                        <c:v>45266</c:v>
                      </c:pt>
                      <c:pt idx="5135">
                        <c:v>45267</c:v>
                      </c:pt>
                      <c:pt idx="5136">
                        <c:v>45268</c:v>
                      </c:pt>
                      <c:pt idx="5137">
                        <c:v>45271</c:v>
                      </c:pt>
                      <c:pt idx="5138">
                        <c:v>45272</c:v>
                      </c:pt>
                      <c:pt idx="5139">
                        <c:v>45273</c:v>
                      </c:pt>
                      <c:pt idx="5140">
                        <c:v>45274</c:v>
                      </c:pt>
                      <c:pt idx="5141">
                        <c:v>45275</c:v>
                      </c:pt>
                      <c:pt idx="5142">
                        <c:v>45278</c:v>
                      </c:pt>
                      <c:pt idx="5143">
                        <c:v>45279</c:v>
                      </c:pt>
                      <c:pt idx="5144">
                        <c:v>45280</c:v>
                      </c:pt>
                      <c:pt idx="5145">
                        <c:v>45281</c:v>
                      </c:pt>
                      <c:pt idx="5146">
                        <c:v>45282</c:v>
                      </c:pt>
                      <c:pt idx="5147">
                        <c:v>45285</c:v>
                      </c:pt>
                      <c:pt idx="5148">
                        <c:v>45286</c:v>
                      </c:pt>
                      <c:pt idx="5149">
                        <c:v>45287</c:v>
                      </c:pt>
                      <c:pt idx="5150">
                        <c:v>45288</c:v>
                      </c:pt>
                      <c:pt idx="5151">
                        <c:v>45289</c:v>
                      </c:pt>
                      <c:pt idx="5152">
                        <c:v>45292</c:v>
                      </c:pt>
                      <c:pt idx="5153">
                        <c:v>45293</c:v>
                      </c:pt>
                      <c:pt idx="5154">
                        <c:v>45294</c:v>
                      </c:pt>
                      <c:pt idx="5155">
                        <c:v>45295</c:v>
                      </c:pt>
                      <c:pt idx="5156">
                        <c:v>45296</c:v>
                      </c:pt>
                      <c:pt idx="5157">
                        <c:v>45299</c:v>
                      </c:pt>
                      <c:pt idx="5158">
                        <c:v>45300</c:v>
                      </c:pt>
                      <c:pt idx="5159">
                        <c:v>45301</c:v>
                      </c:pt>
                      <c:pt idx="5160">
                        <c:v>45302</c:v>
                      </c:pt>
                      <c:pt idx="5161">
                        <c:v>45303</c:v>
                      </c:pt>
                      <c:pt idx="5162">
                        <c:v>45306</c:v>
                      </c:pt>
                      <c:pt idx="5163">
                        <c:v>45307</c:v>
                      </c:pt>
                      <c:pt idx="5164">
                        <c:v>45308</c:v>
                      </c:pt>
                      <c:pt idx="5165">
                        <c:v>45309</c:v>
                      </c:pt>
                      <c:pt idx="5166">
                        <c:v>45310</c:v>
                      </c:pt>
                      <c:pt idx="5167">
                        <c:v>45313</c:v>
                      </c:pt>
                      <c:pt idx="5168">
                        <c:v>45314</c:v>
                      </c:pt>
                      <c:pt idx="5169">
                        <c:v>45315</c:v>
                      </c:pt>
                      <c:pt idx="5170">
                        <c:v>45316</c:v>
                      </c:pt>
                      <c:pt idx="5171">
                        <c:v>45317</c:v>
                      </c:pt>
                      <c:pt idx="5172">
                        <c:v>45320</c:v>
                      </c:pt>
                      <c:pt idx="5173">
                        <c:v>45321</c:v>
                      </c:pt>
                      <c:pt idx="5174">
                        <c:v>45322</c:v>
                      </c:pt>
                      <c:pt idx="5175">
                        <c:v>45323</c:v>
                      </c:pt>
                      <c:pt idx="5176">
                        <c:v>45324</c:v>
                      </c:pt>
                      <c:pt idx="5177">
                        <c:v>45327</c:v>
                      </c:pt>
                      <c:pt idx="5178">
                        <c:v>45328</c:v>
                      </c:pt>
                      <c:pt idx="5179">
                        <c:v>45329</c:v>
                      </c:pt>
                      <c:pt idx="5180">
                        <c:v>45330</c:v>
                      </c:pt>
                      <c:pt idx="5181">
                        <c:v>45331</c:v>
                      </c:pt>
                      <c:pt idx="5182">
                        <c:v>45334</c:v>
                      </c:pt>
                      <c:pt idx="5183">
                        <c:v>45335</c:v>
                      </c:pt>
                      <c:pt idx="5184">
                        <c:v>45336</c:v>
                      </c:pt>
                      <c:pt idx="5185">
                        <c:v>45337</c:v>
                      </c:pt>
                      <c:pt idx="5186">
                        <c:v>45338</c:v>
                      </c:pt>
                      <c:pt idx="5187">
                        <c:v>45341</c:v>
                      </c:pt>
                      <c:pt idx="5188">
                        <c:v>45342</c:v>
                      </c:pt>
                      <c:pt idx="5189">
                        <c:v>45343</c:v>
                      </c:pt>
                      <c:pt idx="5190">
                        <c:v>45344</c:v>
                      </c:pt>
                      <c:pt idx="5191">
                        <c:v>45345</c:v>
                      </c:pt>
                      <c:pt idx="5192">
                        <c:v>45348</c:v>
                      </c:pt>
                      <c:pt idx="5193">
                        <c:v>45349</c:v>
                      </c:pt>
                      <c:pt idx="5194">
                        <c:v>45350</c:v>
                      </c:pt>
                      <c:pt idx="5195">
                        <c:v>45351</c:v>
                      </c:pt>
                      <c:pt idx="5196">
                        <c:v>45352</c:v>
                      </c:pt>
                      <c:pt idx="5197">
                        <c:v>45355</c:v>
                      </c:pt>
                      <c:pt idx="5198">
                        <c:v>45356</c:v>
                      </c:pt>
                      <c:pt idx="5199">
                        <c:v>45357</c:v>
                      </c:pt>
                      <c:pt idx="5200">
                        <c:v>45358</c:v>
                      </c:pt>
                      <c:pt idx="5201">
                        <c:v>45359</c:v>
                      </c:pt>
                      <c:pt idx="5202">
                        <c:v>45362</c:v>
                      </c:pt>
                      <c:pt idx="5203">
                        <c:v>45363</c:v>
                      </c:pt>
                      <c:pt idx="5204">
                        <c:v>45364</c:v>
                      </c:pt>
                      <c:pt idx="5205">
                        <c:v>45365</c:v>
                      </c:pt>
                      <c:pt idx="5206">
                        <c:v>45366</c:v>
                      </c:pt>
                      <c:pt idx="5207">
                        <c:v>45369</c:v>
                      </c:pt>
                      <c:pt idx="5208">
                        <c:v>45370</c:v>
                      </c:pt>
                      <c:pt idx="5209">
                        <c:v>45371</c:v>
                      </c:pt>
                      <c:pt idx="5210">
                        <c:v>45372</c:v>
                      </c:pt>
                      <c:pt idx="5211">
                        <c:v>45373</c:v>
                      </c:pt>
                      <c:pt idx="5212">
                        <c:v>45376</c:v>
                      </c:pt>
                      <c:pt idx="5213">
                        <c:v>45377</c:v>
                      </c:pt>
                      <c:pt idx="5214">
                        <c:v>45378</c:v>
                      </c:pt>
                      <c:pt idx="5215">
                        <c:v>45379</c:v>
                      </c:pt>
                      <c:pt idx="5216">
                        <c:v>45380</c:v>
                      </c:pt>
                      <c:pt idx="5217">
                        <c:v>45383</c:v>
                      </c:pt>
                      <c:pt idx="5218">
                        <c:v>45384</c:v>
                      </c:pt>
                      <c:pt idx="5219">
                        <c:v>45385</c:v>
                      </c:pt>
                      <c:pt idx="5220">
                        <c:v>45386</c:v>
                      </c:pt>
                      <c:pt idx="5221">
                        <c:v>45387</c:v>
                      </c:pt>
                      <c:pt idx="5222">
                        <c:v>45390</c:v>
                      </c:pt>
                      <c:pt idx="5223">
                        <c:v>45391</c:v>
                      </c:pt>
                      <c:pt idx="5224">
                        <c:v>45392</c:v>
                      </c:pt>
                      <c:pt idx="5225">
                        <c:v>45393</c:v>
                      </c:pt>
                      <c:pt idx="5226">
                        <c:v>45394</c:v>
                      </c:pt>
                      <c:pt idx="5227">
                        <c:v>45397</c:v>
                      </c:pt>
                      <c:pt idx="5228">
                        <c:v>45398</c:v>
                      </c:pt>
                      <c:pt idx="5229">
                        <c:v>45399</c:v>
                      </c:pt>
                      <c:pt idx="5230">
                        <c:v>45400</c:v>
                      </c:pt>
                      <c:pt idx="5231">
                        <c:v>45401</c:v>
                      </c:pt>
                      <c:pt idx="5232">
                        <c:v>45404</c:v>
                      </c:pt>
                      <c:pt idx="5233">
                        <c:v>45405</c:v>
                      </c:pt>
                      <c:pt idx="5234">
                        <c:v>45406</c:v>
                      </c:pt>
                      <c:pt idx="5235">
                        <c:v>45407</c:v>
                      </c:pt>
                      <c:pt idx="5236">
                        <c:v>45408</c:v>
                      </c:pt>
                      <c:pt idx="5237">
                        <c:v>45411</c:v>
                      </c:pt>
                      <c:pt idx="5238">
                        <c:v>45412</c:v>
                      </c:pt>
                      <c:pt idx="5239">
                        <c:v>45413</c:v>
                      </c:pt>
                      <c:pt idx="5240">
                        <c:v>45414</c:v>
                      </c:pt>
                      <c:pt idx="5241">
                        <c:v>45415</c:v>
                      </c:pt>
                      <c:pt idx="5242">
                        <c:v>45418</c:v>
                      </c:pt>
                      <c:pt idx="5243">
                        <c:v>45419</c:v>
                      </c:pt>
                      <c:pt idx="5244">
                        <c:v>45420</c:v>
                      </c:pt>
                      <c:pt idx="5245">
                        <c:v>45421</c:v>
                      </c:pt>
                      <c:pt idx="5246">
                        <c:v>45422</c:v>
                      </c:pt>
                      <c:pt idx="5247">
                        <c:v>45425</c:v>
                      </c:pt>
                      <c:pt idx="5248">
                        <c:v>45426</c:v>
                      </c:pt>
                      <c:pt idx="5249">
                        <c:v>45427</c:v>
                      </c:pt>
                      <c:pt idx="5250">
                        <c:v>45428</c:v>
                      </c:pt>
                      <c:pt idx="5251">
                        <c:v>45429</c:v>
                      </c:pt>
                      <c:pt idx="5252">
                        <c:v>45432</c:v>
                      </c:pt>
                      <c:pt idx="5253">
                        <c:v>45433</c:v>
                      </c:pt>
                      <c:pt idx="5254">
                        <c:v>45434</c:v>
                      </c:pt>
                      <c:pt idx="5255">
                        <c:v>45435</c:v>
                      </c:pt>
                      <c:pt idx="5256">
                        <c:v>45436</c:v>
                      </c:pt>
                      <c:pt idx="5257">
                        <c:v>45439</c:v>
                      </c:pt>
                      <c:pt idx="5258">
                        <c:v>45440</c:v>
                      </c:pt>
                      <c:pt idx="5259">
                        <c:v>45441</c:v>
                      </c:pt>
                      <c:pt idx="5260">
                        <c:v>45442</c:v>
                      </c:pt>
                      <c:pt idx="5261">
                        <c:v>45443</c:v>
                      </c:pt>
                      <c:pt idx="5262">
                        <c:v>45446</c:v>
                      </c:pt>
                      <c:pt idx="5263">
                        <c:v>45447</c:v>
                      </c:pt>
                      <c:pt idx="5264">
                        <c:v>45448</c:v>
                      </c:pt>
                      <c:pt idx="5265">
                        <c:v>45449</c:v>
                      </c:pt>
                      <c:pt idx="5266">
                        <c:v>45450</c:v>
                      </c:pt>
                      <c:pt idx="5267">
                        <c:v>45453</c:v>
                      </c:pt>
                      <c:pt idx="5268">
                        <c:v>45454</c:v>
                      </c:pt>
                      <c:pt idx="5269">
                        <c:v>45455</c:v>
                      </c:pt>
                      <c:pt idx="5270">
                        <c:v>45456</c:v>
                      </c:pt>
                      <c:pt idx="5271">
                        <c:v>45457</c:v>
                      </c:pt>
                      <c:pt idx="5272">
                        <c:v>45460</c:v>
                      </c:pt>
                      <c:pt idx="5273">
                        <c:v>45461</c:v>
                      </c:pt>
                      <c:pt idx="5274">
                        <c:v>45462</c:v>
                      </c:pt>
                      <c:pt idx="5275">
                        <c:v>45463</c:v>
                      </c:pt>
                      <c:pt idx="5276">
                        <c:v>45464</c:v>
                      </c:pt>
                      <c:pt idx="5277">
                        <c:v>45467</c:v>
                      </c:pt>
                      <c:pt idx="5278">
                        <c:v>45468</c:v>
                      </c:pt>
                      <c:pt idx="5279">
                        <c:v>45469</c:v>
                      </c:pt>
                      <c:pt idx="5280">
                        <c:v>45470</c:v>
                      </c:pt>
                      <c:pt idx="5281">
                        <c:v>45471</c:v>
                      </c:pt>
                      <c:pt idx="5282">
                        <c:v>45474</c:v>
                      </c:pt>
                      <c:pt idx="5283">
                        <c:v>45475</c:v>
                      </c:pt>
                      <c:pt idx="5284">
                        <c:v>45476</c:v>
                      </c:pt>
                      <c:pt idx="5285">
                        <c:v>45477</c:v>
                      </c:pt>
                      <c:pt idx="5286">
                        <c:v>45478</c:v>
                      </c:pt>
                      <c:pt idx="5287">
                        <c:v>45481</c:v>
                      </c:pt>
                      <c:pt idx="5288">
                        <c:v>45482</c:v>
                      </c:pt>
                      <c:pt idx="5289">
                        <c:v>45483</c:v>
                      </c:pt>
                      <c:pt idx="5290">
                        <c:v>45484</c:v>
                      </c:pt>
                      <c:pt idx="5291">
                        <c:v>45485</c:v>
                      </c:pt>
                      <c:pt idx="5292">
                        <c:v>45488</c:v>
                      </c:pt>
                      <c:pt idx="5293">
                        <c:v>45489</c:v>
                      </c:pt>
                      <c:pt idx="5294">
                        <c:v>45490</c:v>
                      </c:pt>
                      <c:pt idx="5295">
                        <c:v>45491</c:v>
                      </c:pt>
                      <c:pt idx="5296">
                        <c:v>45492</c:v>
                      </c:pt>
                      <c:pt idx="5297">
                        <c:v>45495</c:v>
                      </c:pt>
                      <c:pt idx="5298">
                        <c:v>45496</c:v>
                      </c:pt>
                      <c:pt idx="5299">
                        <c:v>45497</c:v>
                      </c:pt>
                      <c:pt idx="5300">
                        <c:v>45498</c:v>
                      </c:pt>
                      <c:pt idx="5301">
                        <c:v>45499</c:v>
                      </c:pt>
                      <c:pt idx="5302">
                        <c:v>45502</c:v>
                      </c:pt>
                      <c:pt idx="5303">
                        <c:v>45503</c:v>
                      </c:pt>
                      <c:pt idx="5304">
                        <c:v>45504</c:v>
                      </c:pt>
                      <c:pt idx="5305">
                        <c:v>45505</c:v>
                      </c:pt>
                      <c:pt idx="5306">
                        <c:v>45506</c:v>
                      </c:pt>
                      <c:pt idx="5307">
                        <c:v>45509</c:v>
                      </c:pt>
                      <c:pt idx="5308">
                        <c:v>45510</c:v>
                      </c:pt>
                      <c:pt idx="5309">
                        <c:v>45511</c:v>
                      </c:pt>
                      <c:pt idx="5310">
                        <c:v>45512</c:v>
                      </c:pt>
                      <c:pt idx="5311">
                        <c:v>45513</c:v>
                      </c:pt>
                      <c:pt idx="5312">
                        <c:v>45516</c:v>
                      </c:pt>
                      <c:pt idx="5313">
                        <c:v>45517</c:v>
                      </c:pt>
                      <c:pt idx="5314">
                        <c:v>45518</c:v>
                      </c:pt>
                      <c:pt idx="5315">
                        <c:v>45519</c:v>
                      </c:pt>
                      <c:pt idx="5316">
                        <c:v>45520</c:v>
                      </c:pt>
                      <c:pt idx="5317">
                        <c:v>45523</c:v>
                      </c:pt>
                      <c:pt idx="5318">
                        <c:v>45524</c:v>
                      </c:pt>
                      <c:pt idx="5319">
                        <c:v>45525</c:v>
                      </c:pt>
                      <c:pt idx="5320">
                        <c:v>45526</c:v>
                      </c:pt>
                      <c:pt idx="5321">
                        <c:v>45527</c:v>
                      </c:pt>
                      <c:pt idx="5322">
                        <c:v>45530</c:v>
                      </c:pt>
                      <c:pt idx="5323">
                        <c:v>45531</c:v>
                      </c:pt>
                      <c:pt idx="5324">
                        <c:v>45532</c:v>
                      </c:pt>
                      <c:pt idx="5325">
                        <c:v>45533</c:v>
                      </c:pt>
                      <c:pt idx="5326">
                        <c:v>45534</c:v>
                      </c:pt>
                      <c:pt idx="5327">
                        <c:v>45537</c:v>
                      </c:pt>
                      <c:pt idx="5328">
                        <c:v>45538</c:v>
                      </c:pt>
                      <c:pt idx="5329">
                        <c:v>45539</c:v>
                      </c:pt>
                      <c:pt idx="5330">
                        <c:v>45540</c:v>
                      </c:pt>
                      <c:pt idx="5331">
                        <c:v>45541</c:v>
                      </c:pt>
                      <c:pt idx="5332">
                        <c:v>45544</c:v>
                      </c:pt>
                      <c:pt idx="5333">
                        <c:v>45545</c:v>
                      </c:pt>
                      <c:pt idx="5334">
                        <c:v>45546</c:v>
                      </c:pt>
                      <c:pt idx="5335">
                        <c:v>45547</c:v>
                      </c:pt>
                      <c:pt idx="5336">
                        <c:v>45548</c:v>
                      </c:pt>
                      <c:pt idx="5337">
                        <c:v>45551</c:v>
                      </c:pt>
                      <c:pt idx="5338">
                        <c:v>45552</c:v>
                      </c:pt>
                      <c:pt idx="5339">
                        <c:v>45553</c:v>
                      </c:pt>
                      <c:pt idx="5340">
                        <c:v>45554</c:v>
                      </c:pt>
                      <c:pt idx="5341">
                        <c:v>45555</c:v>
                      </c:pt>
                      <c:pt idx="5342">
                        <c:v>45558</c:v>
                      </c:pt>
                      <c:pt idx="5343">
                        <c:v>45559</c:v>
                      </c:pt>
                      <c:pt idx="5344">
                        <c:v>45560</c:v>
                      </c:pt>
                      <c:pt idx="5345">
                        <c:v>45561</c:v>
                      </c:pt>
                      <c:pt idx="5346">
                        <c:v>45562</c:v>
                      </c:pt>
                      <c:pt idx="5347">
                        <c:v>45565</c:v>
                      </c:pt>
                      <c:pt idx="5348">
                        <c:v>45566</c:v>
                      </c:pt>
                      <c:pt idx="5349">
                        <c:v>45567</c:v>
                      </c:pt>
                      <c:pt idx="5350">
                        <c:v>45568</c:v>
                      </c:pt>
                      <c:pt idx="5351">
                        <c:v>45569</c:v>
                      </c:pt>
                      <c:pt idx="5352">
                        <c:v>45572</c:v>
                      </c:pt>
                      <c:pt idx="5353">
                        <c:v>45573</c:v>
                      </c:pt>
                      <c:pt idx="5354">
                        <c:v>45574</c:v>
                      </c:pt>
                      <c:pt idx="5355">
                        <c:v>45575</c:v>
                      </c:pt>
                      <c:pt idx="5356">
                        <c:v>45576</c:v>
                      </c:pt>
                      <c:pt idx="5357">
                        <c:v>45579</c:v>
                      </c:pt>
                      <c:pt idx="5358">
                        <c:v>45580</c:v>
                      </c:pt>
                      <c:pt idx="5359">
                        <c:v>45581</c:v>
                      </c:pt>
                      <c:pt idx="5360">
                        <c:v>45582</c:v>
                      </c:pt>
                      <c:pt idx="5361">
                        <c:v>45583</c:v>
                      </c:pt>
                      <c:pt idx="5362">
                        <c:v>45586</c:v>
                      </c:pt>
                      <c:pt idx="5363">
                        <c:v>45587</c:v>
                      </c:pt>
                      <c:pt idx="5364">
                        <c:v>45588</c:v>
                      </c:pt>
                      <c:pt idx="5365">
                        <c:v>45589</c:v>
                      </c:pt>
                      <c:pt idx="5366">
                        <c:v>45590</c:v>
                      </c:pt>
                      <c:pt idx="5367">
                        <c:v>45593</c:v>
                      </c:pt>
                      <c:pt idx="5368">
                        <c:v>45594</c:v>
                      </c:pt>
                      <c:pt idx="5369">
                        <c:v>45595</c:v>
                      </c:pt>
                      <c:pt idx="5370">
                        <c:v>45596</c:v>
                      </c:pt>
                      <c:pt idx="5371">
                        <c:v>45597</c:v>
                      </c:pt>
                      <c:pt idx="5372">
                        <c:v>45601</c:v>
                      </c:pt>
                      <c:pt idx="5373">
                        <c:v>45602</c:v>
                      </c:pt>
                      <c:pt idx="5374">
                        <c:v>45603</c:v>
                      </c:pt>
                      <c:pt idx="5375">
                        <c:v>45604</c:v>
                      </c:pt>
                      <c:pt idx="5376">
                        <c:v>45608</c:v>
                      </c:pt>
                      <c:pt idx="5377">
                        <c:v>45609</c:v>
                      </c:pt>
                      <c:pt idx="5378">
                        <c:v>45610</c:v>
                      </c:pt>
                      <c:pt idx="5379">
                        <c:v>45611</c:v>
                      </c:pt>
                      <c:pt idx="5380">
                        <c:v>45614</c:v>
                      </c:pt>
                      <c:pt idx="5381">
                        <c:v>45615</c:v>
                      </c:pt>
                      <c:pt idx="5382">
                        <c:v>45616</c:v>
                      </c:pt>
                      <c:pt idx="5383">
                        <c:v>45617</c:v>
                      </c:pt>
                      <c:pt idx="5384">
                        <c:v>45618</c:v>
                      </c:pt>
                      <c:pt idx="5385">
                        <c:v>45621</c:v>
                      </c:pt>
                      <c:pt idx="5386">
                        <c:v>45622</c:v>
                      </c:pt>
                      <c:pt idx="5387">
                        <c:v>45623</c:v>
                      </c:pt>
                      <c:pt idx="5388">
                        <c:v>45624</c:v>
                      </c:pt>
                      <c:pt idx="5389">
                        <c:v>45625</c:v>
                      </c:pt>
                      <c:pt idx="5390">
                        <c:v>45628</c:v>
                      </c:pt>
                      <c:pt idx="5391">
                        <c:v>45629</c:v>
                      </c:pt>
                      <c:pt idx="5392">
                        <c:v>45630</c:v>
                      </c:pt>
                      <c:pt idx="5393">
                        <c:v>45631</c:v>
                      </c:pt>
                      <c:pt idx="5394">
                        <c:v>45632</c:v>
                      </c:pt>
                      <c:pt idx="5395">
                        <c:v>45635</c:v>
                      </c:pt>
                      <c:pt idx="5396">
                        <c:v>45636</c:v>
                      </c:pt>
                      <c:pt idx="5397">
                        <c:v>45637</c:v>
                      </c:pt>
                      <c:pt idx="5398">
                        <c:v>45638</c:v>
                      </c:pt>
                      <c:pt idx="5399">
                        <c:v>45639</c:v>
                      </c:pt>
                      <c:pt idx="5400">
                        <c:v>45642</c:v>
                      </c:pt>
                      <c:pt idx="5401">
                        <c:v>45643</c:v>
                      </c:pt>
                      <c:pt idx="5402">
                        <c:v>45644</c:v>
                      </c:pt>
                      <c:pt idx="5403">
                        <c:v>45645</c:v>
                      </c:pt>
                      <c:pt idx="5404">
                        <c:v>45646</c:v>
                      </c:pt>
                      <c:pt idx="5405">
                        <c:v>45649</c:v>
                      </c:pt>
                      <c:pt idx="5406">
                        <c:v>45650</c:v>
                      </c:pt>
                      <c:pt idx="5407">
                        <c:v>45652</c:v>
                      </c:pt>
                      <c:pt idx="5408">
                        <c:v>45653</c:v>
                      </c:pt>
                      <c:pt idx="5409">
                        <c:v>45656</c:v>
                      </c:pt>
                      <c:pt idx="5410">
                        <c:v>45657</c:v>
                      </c:pt>
                      <c:pt idx="5411">
                        <c:v>45659</c:v>
                      </c:pt>
                      <c:pt idx="5412">
                        <c:v>45660</c:v>
                      </c:pt>
                      <c:pt idx="5413">
                        <c:v>45663</c:v>
                      </c:pt>
                      <c:pt idx="5414">
                        <c:v>45664</c:v>
                      </c:pt>
                      <c:pt idx="5415">
                        <c:v>45665</c:v>
                      </c:pt>
                      <c:pt idx="5416">
                        <c:v>45666</c:v>
                      </c:pt>
                      <c:pt idx="5417">
                        <c:v>45667</c:v>
                      </c:pt>
                      <c:pt idx="5418">
                        <c:v>45670</c:v>
                      </c:pt>
                      <c:pt idx="5419">
                        <c:v>45671</c:v>
                      </c:pt>
                      <c:pt idx="5420">
                        <c:v>45672</c:v>
                      </c:pt>
                      <c:pt idx="5421">
                        <c:v>45673</c:v>
                      </c:pt>
                      <c:pt idx="5422">
                        <c:v>45674</c:v>
                      </c:pt>
                      <c:pt idx="5423">
                        <c:v>45677</c:v>
                      </c:pt>
                      <c:pt idx="5424">
                        <c:v>45678</c:v>
                      </c:pt>
                      <c:pt idx="5425">
                        <c:v>45679</c:v>
                      </c:pt>
                      <c:pt idx="5426">
                        <c:v>45680</c:v>
                      </c:pt>
                      <c:pt idx="5427">
                        <c:v>45681</c:v>
                      </c:pt>
                      <c:pt idx="5428">
                        <c:v>45684</c:v>
                      </c:pt>
                      <c:pt idx="5429">
                        <c:v>45685</c:v>
                      </c:pt>
                      <c:pt idx="5430">
                        <c:v>45686</c:v>
                      </c:pt>
                      <c:pt idx="5431">
                        <c:v>45687</c:v>
                      </c:pt>
                      <c:pt idx="5432">
                        <c:v>45688</c:v>
                      </c:pt>
                      <c:pt idx="5433">
                        <c:v>45691</c:v>
                      </c:pt>
                      <c:pt idx="5434">
                        <c:v>45692</c:v>
                      </c:pt>
                      <c:pt idx="5435">
                        <c:v>45693</c:v>
                      </c:pt>
                      <c:pt idx="5436">
                        <c:v>45694</c:v>
                      </c:pt>
                      <c:pt idx="5437">
                        <c:v>45695</c:v>
                      </c:pt>
                      <c:pt idx="5438">
                        <c:v>45698</c:v>
                      </c:pt>
                      <c:pt idx="5439">
                        <c:v>45699</c:v>
                      </c:pt>
                      <c:pt idx="5440">
                        <c:v>45700</c:v>
                      </c:pt>
                      <c:pt idx="5441">
                        <c:v>45701</c:v>
                      </c:pt>
                      <c:pt idx="5442">
                        <c:v>45702</c:v>
                      </c:pt>
                      <c:pt idx="5443">
                        <c:v>45706</c:v>
                      </c:pt>
                      <c:pt idx="5444">
                        <c:v>45707</c:v>
                      </c:pt>
                      <c:pt idx="5445">
                        <c:v>45708</c:v>
                      </c:pt>
                      <c:pt idx="5446">
                        <c:v>45709</c:v>
                      </c:pt>
                      <c:pt idx="5447">
                        <c:v>45712</c:v>
                      </c:pt>
                      <c:pt idx="5448">
                        <c:v>45713</c:v>
                      </c:pt>
                      <c:pt idx="5449">
                        <c:v>45714</c:v>
                      </c:pt>
                      <c:pt idx="5450">
                        <c:v>45715</c:v>
                      </c:pt>
                      <c:pt idx="5451">
                        <c:v>45716</c:v>
                      </c:pt>
                      <c:pt idx="5452">
                        <c:v>45719</c:v>
                      </c:pt>
                      <c:pt idx="5453">
                        <c:v>45720</c:v>
                      </c:pt>
                      <c:pt idx="5454">
                        <c:v>45721</c:v>
                      </c:pt>
                      <c:pt idx="5455">
                        <c:v>45722</c:v>
                      </c:pt>
                      <c:pt idx="5456">
                        <c:v>45723</c:v>
                      </c:pt>
                      <c:pt idx="5457">
                        <c:v>45726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Hoja2!$C$316:$C$5773</c15:sqref>
                        </c15:formulaRef>
                      </c:ext>
                    </c:extLst>
                    <c:numCache>
                      <c:formatCode>0.00</c:formatCode>
                      <c:ptCount val="5458"/>
                      <c:pt idx="0">
                        <c:v>11.798475036810499</c:v>
                      </c:pt>
                      <c:pt idx="1">
                        <c:v>11.766912961388901</c:v>
                      </c:pt>
                      <c:pt idx="2">
                        <c:v>11.704147094906601</c:v>
                      </c:pt>
                      <c:pt idx="3">
                        <c:v>11.7460493218608</c:v>
                      </c:pt>
                      <c:pt idx="4">
                        <c:v>11.7973210039642</c:v>
                      </c:pt>
                      <c:pt idx="5">
                        <c:v>11.7541239810043</c:v>
                      </c:pt>
                      <c:pt idx="6">
                        <c:v>11.6485744374886</c:v>
                      </c:pt>
                      <c:pt idx="7">
                        <c:v>11.525273587796001</c:v>
                      </c:pt>
                      <c:pt idx="8">
                        <c:v>11.5829372175501</c:v>
                      </c:pt>
                      <c:pt idx="9">
                        <c:v>11.382291512871101</c:v>
                      </c:pt>
                      <c:pt idx="10">
                        <c:v>11.2839871689338</c:v>
                      </c:pt>
                      <c:pt idx="11">
                        <c:v>11.2839871689338</c:v>
                      </c:pt>
                      <c:pt idx="12">
                        <c:v>11.277413615991</c:v>
                      </c:pt>
                      <c:pt idx="13">
                        <c:v>11.178426789160399</c:v>
                      </c:pt>
                      <c:pt idx="14">
                        <c:v>11.2171875509828</c:v>
                      </c:pt>
                      <c:pt idx="15">
                        <c:v>11.367890420688701</c:v>
                      </c:pt>
                      <c:pt idx="16">
                        <c:v>11.6556894894543</c:v>
                      </c:pt>
                      <c:pt idx="17">
                        <c:v>11.703272335721101</c:v>
                      </c:pt>
                      <c:pt idx="18">
                        <c:v>12.314008511574499</c:v>
                      </c:pt>
                      <c:pt idx="19">
                        <c:v>12.558525507218</c:v>
                      </c:pt>
                      <c:pt idx="20">
                        <c:v>12.287837605863</c:v>
                      </c:pt>
                      <c:pt idx="21">
                        <c:v>12.280052935972099</c:v>
                      </c:pt>
                      <c:pt idx="22">
                        <c:v>11.908066480065701</c:v>
                      </c:pt>
                      <c:pt idx="23">
                        <c:v>12.002146614126699</c:v>
                      </c:pt>
                      <c:pt idx="24">
                        <c:v>12.3576036927436</c:v>
                      </c:pt>
                      <c:pt idx="25">
                        <c:v>12.7237751761096</c:v>
                      </c:pt>
                      <c:pt idx="26">
                        <c:v>13.049822170891</c:v>
                      </c:pt>
                      <c:pt idx="27">
                        <c:v>13.1741168184806</c:v>
                      </c:pt>
                      <c:pt idx="28">
                        <c:v>13.203639011420099</c:v>
                      </c:pt>
                      <c:pt idx="29">
                        <c:v>13.1891150419232</c:v>
                      </c:pt>
                      <c:pt idx="30">
                        <c:v>14.030146276274101</c:v>
                      </c:pt>
                      <c:pt idx="31">
                        <c:v>14.3117329068091</c:v>
                      </c:pt>
                      <c:pt idx="32">
                        <c:v>14.4614775044656</c:v>
                      </c:pt>
                      <c:pt idx="33">
                        <c:v>14.1784088403745</c:v>
                      </c:pt>
                      <c:pt idx="34">
                        <c:v>14.150539143964499</c:v>
                      </c:pt>
                      <c:pt idx="35">
                        <c:v>14.4121336861757</c:v>
                      </c:pt>
                      <c:pt idx="36">
                        <c:v>13.879938594518499</c:v>
                      </c:pt>
                      <c:pt idx="37">
                        <c:v>13.7411955234406</c:v>
                      </c:pt>
                      <c:pt idx="38">
                        <c:v>13.765925589578901</c:v>
                      </c:pt>
                      <c:pt idx="39">
                        <c:v>14.062741684477</c:v>
                      </c:pt>
                      <c:pt idx="40">
                        <c:v>14.052647545302101</c:v>
                      </c:pt>
                      <c:pt idx="41">
                        <c:v>14.3892946938062</c:v>
                      </c:pt>
                      <c:pt idx="42">
                        <c:v>14.3892946938062</c:v>
                      </c:pt>
                      <c:pt idx="43">
                        <c:v>14.032845584019601</c:v>
                      </c:pt>
                      <c:pt idx="44">
                        <c:v>14.284452656025801</c:v>
                      </c:pt>
                      <c:pt idx="45">
                        <c:v>13.8338642604466</c:v>
                      </c:pt>
                      <c:pt idx="46">
                        <c:v>13.926876124726</c:v>
                      </c:pt>
                      <c:pt idx="47">
                        <c:v>13.8927611233756</c:v>
                      </c:pt>
                      <c:pt idx="48">
                        <c:v>14.0730589050637</c:v>
                      </c:pt>
                      <c:pt idx="49">
                        <c:v>14.0135169512518</c:v>
                      </c:pt>
                      <c:pt idx="50">
                        <c:v>13.9317557520737</c:v>
                      </c:pt>
                      <c:pt idx="51">
                        <c:v>13.7689155081096</c:v>
                      </c:pt>
                      <c:pt idx="52">
                        <c:v>13.672889213363099</c:v>
                      </c:pt>
                      <c:pt idx="53">
                        <c:v>13.781443678769399</c:v>
                      </c:pt>
                      <c:pt idx="54">
                        <c:v>14.129212580727</c:v>
                      </c:pt>
                      <c:pt idx="55">
                        <c:v>14.299474541852099</c:v>
                      </c:pt>
                      <c:pt idx="56">
                        <c:v>14.393011727338299</c:v>
                      </c:pt>
                      <c:pt idx="57">
                        <c:v>14.393011727338299</c:v>
                      </c:pt>
                      <c:pt idx="58">
                        <c:v>14.344733089038099</c:v>
                      </c:pt>
                      <c:pt idx="59">
                        <c:v>14.1427396207451</c:v>
                      </c:pt>
                      <c:pt idx="60">
                        <c:v>14.146835662137899</c:v>
                      </c:pt>
                      <c:pt idx="61">
                        <c:v>14.1277676396743</c:v>
                      </c:pt>
                      <c:pt idx="62">
                        <c:v>14.1277676396743</c:v>
                      </c:pt>
                      <c:pt idx="63">
                        <c:v>13.9703629336001</c:v>
                      </c:pt>
                      <c:pt idx="64">
                        <c:v>13.971417689146699</c:v>
                      </c:pt>
                      <c:pt idx="65">
                        <c:v>13.895906352208</c:v>
                      </c:pt>
                      <c:pt idx="66">
                        <c:v>13.9524167974006</c:v>
                      </c:pt>
                      <c:pt idx="67">
                        <c:v>14.244588185479</c:v>
                      </c:pt>
                      <c:pt idx="68">
                        <c:v>14.013486636428199</c:v>
                      </c:pt>
                      <c:pt idx="69">
                        <c:v>13.7725754101901</c:v>
                      </c:pt>
                      <c:pt idx="70">
                        <c:v>14.0326348688906</c:v>
                      </c:pt>
                      <c:pt idx="71">
                        <c:v>13.977693308176599</c:v>
                      </c:pt>
                      <c:pt idx="72">
                        <c:v>14.0730597631712</c:v>
                      </c:pt>
                      <c:pt idx="73">
                        <c:v>13.9534331013369</c:v>
                      </c:pt>
                      <c:pt idx="74">
                        <c:v>13.9226114370279</c:v>
                      </c:pt>
                      <c:pt idx="75">
                        <c:v>13.8730830180672</c:v>
                      </c:pt>
                      <c:pt idx="76">
                        <c:v>13.922024819286101</c:v>
                      </c:pt>
                      <c:pt idx="77">
                        <c:v>14.129396625462601</c:v>
                      </c:pt>
                      <c:pt idx="78">
                        <c:v>13.9389657814615</c:v>
                      </c:pt>
                      <c:pt idx="79">
                        <c:v>13.7822161780038</c:v>
                      </c:pt>
                      <c:pt idx="80">
                        <c:v>13.940140828571099</c:v>
                      </c:pt>
                      <c:pt idx="81">
                        <c:v>13.945539420897701</c:v>
                      </c:pt>
                      <c:pt idx="82">
                        <c:v>13.945539420897701</c:v>
                      </c:pt>
                      <c:pt idx="83">
                        <c:v>13.9844872229644</c:v>
                      </c:pt>
                      <c:pt idx="84">
                        <c:v>14.0265480437871</c:v>
                      </c:pt>
                      <c:pt idx="85">
                        <c:v>14.1213880702685</c:v>
                      </c:pt>
                      <c:pt idx="86">
                        <c:v>14.0320756133211</c:v>
                      </c:pt>
                      <c:pt idx="87">
                        <c:v>14.353949862410699</c:v>
                      </c:pt>
                      <c:pt idx="88">
                        <c:v>14.0629202154834</c:v>
                      </c:pt>
                      <c:pt idx="89">
                        <c:v>14.0277237821265</c:v>
                      </c:pt>
                      <c:pt idx="90">
                        <c:v>14.0503861766905</c:v>
                      </c:pt>
                      <c:pt idx="91">
                        <c:v>14.059099360425501</c:v>
                      </c:pt>
                      <c:pt idx="92">
                        <c:v>14.091386302136399</c:v>
                      </c:pt>
                      <c:pt idx="93">
                        <c:v>14.0817088095021</c:v>
                      </c:pt>
                      <c:pt idx="94">
                        <c:v>14.046084908190499</c:v>
                      </c:pt>
                      <c:pt idx="95">
                        <c:v>14.044142509166001</c:v>
                      </c:pt>
                      <c:pt idx="96">
                        <c:v>14.1993535930881</c:v>
                      </c:pt>
                      <c:pt idx="97">
                        <c:v>14.165372744243699</c:v>
                      </c:pt>
                      <c:pt idx="98">
                        <c:v>13.9499654231384</c:v>
                      </c:pt>
                      <c:pt idx="99">
                        <c:v>13.9994212333833</c:v>
                      </c:pt>
                      <c:pt idx="100">
                        <c:v>13.956267318422301</c:v>
                      </c:pt>
                      <c:pt idx="101">
                        <c:v>13.956267318422301</c:v>
                      </c:pt>
                      <c:pt idx="102">
                        <c:v>13.8742259674459</c:v>
                      </c:pt>
                      <c:pt idx="103">
                        <c:v>13.8397438001682</c:v>
                      </c:pt>
                      <c:pt idx="104">
                        <c:v>13.7801145160663</c:v>
                      </c:pt>
                      <c:pt idx="105">
                        <c:v>13.761580153188801</c:v>
                      </c:pt>
                      <c:pt idx="106">
                        <c:v>13.622302118687299</c:v>
                      </c:pt>
                      <c:pt idx="107">
                        <c:v>13.4543629191637</c:v>
                      </c:pt>
                      <c:pt idx="108">
                        <c:v>13.3531006739112</c:v>
                      </c:pt>
                      <c:pt idx="109">
                        <c:v>13.3105303477096</c:v>
                      </c:pt>
                      <c:pt idx="110">
                        <c:v>13.4282274648696</c:v>
                      </c:pt>
                      <c:pt idx="111">
                        <c:v>13.3149240586612</c:v>
                      </c:pt>
                      <c:pt idx="112">
                        <c:v>13.270134534571699</c:v>
                      </c:pt>
                      <c:pt idx="113">
                        <c:v>13.2616231547805</c:v>
                      </c:pt>
                      <c:pt idx="114">
                        <c:v>13.407487545553</c:v>
                      </c:pt>
                      <c:pt idx="115">
                        <c:v>13.3904434614377</c:v>
                      </c:pt>
                      <c:pt idx="116">
                        <c:v>13.421858276942601</c:v>
                      </c:pt>
                      <c:pt idx="117">
                        <c:v>13.3483696805744</c:v>
                      </c:pt>
                      <c:pt idx="118">
                        <c:v>13.2385112533595</c:v>
                      </c:pt>
                      <c:pt idx="119">
                        <c:v>13.022732141095901</c:v>
                      </c:pt>
                      <c:pt idx="120">
                        <c:v>13.0967013671424</c:v>
                      </c:pt>
                      <c:pt idx="121">
                        <c:v>12.9209822748658</c:v>
                      </c:pt>
                      <c:pt idx="122">
                        <c:v>12.8800676028753</c:v>
                      </c:pt>
                      <c:pt idx="123">
                        <c:v>13.1798315517321</c:v>
                      </c:pt>
                      <c:pt idx="124">
                        <c:v>13.0153465556497</c:v>
                      </c:pt>
                      <c:pt idx="125">
                        <c:v>12.930757614400401</c:v>
                      </c:pt>
                      <c:pt idx="126">
                        <c:v>13.0621855012098</c:v>
                      </c:pt>
                      <c:pt idx="127">
                        <c:v>13.287592208053599</c:v>
                      </c:pt>
                      <c:pt idx="128">
                        <c:v>13.204533709258699</c:v>
                      </c:pt>
                      <c:pt idx="129">
                        <c:v>13.1147552042206</c:v>
                      </c:pt>
                      <c:pt idx="130">
                        <c:v>13.2830067276301</c:v>
                      </c:pt>
                      <c:pt idx="131">
                        <c:v>13.2849340340626</c:v>
                      </c:pt>
                      <c:pt idx="132">
                        <c:v>13.095722201762801</c:v>
                      </c:pt>
                      <c:pt idx="133">
                        <c:v>13.1282367680524</c:v>
                      </c:pt>
                      <c:pt idx="134">
                        <c:v>13.058257777770899</c:v>
                      </c:pt>
                      <c:pt idx="135">
                        <c:v>13.1145294530331</c:v>
                      </c:pt>
                      <c:pt idx="136">
                        <c:v>13.2542463859851</c:v>
                      </c:pt>
                      <c:pt idx="137">
                        <c:v>13.0782652525073</c:v>
                      </c:pt>
                      <c:pt idx="138">
                        <c:v>12.9842432391789</c:v>
                      </c:pt>
                      <c:pt idx="139">
                        <c:v>13.0281148272287</c:v>
                      </c:pt>
                      <c:pt idx="140">
                        <c:v>12.950541250216601</c:v>
                      </c:pt>
                      <c:pt idx="141">
                        <c:v>12.856018503814299</c:v>
                      </c:pt>
                      <c:pt idx="142">
                        <c:v>12.880519606924601</c:v>
                      </c:pt>
                      <c:pt idx="143">
                        <c:v>12.8320837717998</c:v>
                      </c:pt>
                      <c:pt idx="144">
                        <c:v>12.7768456025864</c:v>
                      </c:pt>
                      <c:pt idx="145">
                        <c:v>12.7996964775627</c:v>
                      </c:pt>
                      <c:pt idx="146">
                        <c:v>12.7996964775627</c:v>
                      </c:pt>
                      <c:pt idx="147">
                        <c:v>12.832424821318099</c:v>
                      </c:pt>
                      <c:pt idx="148">
                        <c:v>12.828760160804</c:v>
                      </c:pt>
                      <c:pt idx="149">
                        <c:v>12.7883947486611</c:v>
                      </c:pt>
                      <c:pt idx="150">
                        <c:v>12.7316734360222</c:v>
                      </c:pt>
                      <c:pt idx="151">
                        <c:v>12.736263938673501</c:v>
                      </c:pt>
                      <c:pt idx="152">
                        <c:v>12.769449935371799</c:v>
                      </c:pt>
                      <c:pt idx="153">
                        <c:v>12.731142969494799</c:v>
                      </c:pt>
                      <c:pt idx="154">
                        <c:v>12.8264313986024</c:v>
                      </c:pt>
                      <c:pt idx="155">
                        <c:v>12.835958777959901</c:v>
                      </c:pt>
                      <c:pt idx="156">
                        <c:v>12.835958777959901</c:v>
                      </c:pt>
                      <c:pt idx="157">
                        <c:v>12.7615690202149</c:v>
                      </c:pt>
                      <c:pt idx="158">
                        <c:v>12.730933795387401</c:v>
                      </c:pt>
                      <c:pt idx="159">
                        <c:v>12.677359441289299</c:v>
                      </c:pt>
                      <c:pt idx="160">
                        <c:v>12.7512561083725</c:v>
                      </c:pt>
                      <c:pt idx="161">
                        <c:v>12.735447275174799</c:v>
                      </c:pt>
                      <c:pt idx="162">
                        <c:v>12.629132320511401</c:v>
                      </c:pt>
                      <c:pt idx="163">
                        <c:v>12.6007781706288</c:v>
                      </c:pt>
                      <c:pt idx="164">
                        <c:v>12.5996115130676</c:v>
                      </c:pt>
                      <c:pt idx="165">
                        <c:v>12.5126658314837</c:v>
                      </c:pt>
                      <c:pt idx="166">
                        <c:v>12.5126658314837</c:v>
                      </c:pt>
                      <c:pt idx="167">
                        <c:v>12.5351227919514</c:v>
                      </c:pt>
                      <c:pt idx="168">
                        <c:v>12.429823717642201</c:v>
                      </c:pt>
                      <c:pt idx="169">
                        <c:v>12.3476940768979</c:v>
                      </c:pt>
                      <c:pt idx="170">
                        <c:v>12.4308806119364</c:v>
                      </c:pt>
                      <c:pt idx="171">
                        <c:v>12.5110701994619</c:v>
                      </c:pt>
                      <c:pt idx="172">
                        <c:v>12.3627556185158</c:v>
                      </c:pt>
                      <c:pt idx="173">
                        <c:v>12.3229113247175</c:v>
                      </c:pt>
                      <c:pt idx="174">
                        <c:v>12.2420097586227</c:v>
                      </c:pt>
                      <c:pt idx="175">
                        <c:v>12.1208931343452</c:v>
                      </c:pt>
                      <c:pt idx="176">
                        <c:v>12.262959878370999</c:v>
                      </c:pt>
                      <c:pt idx="177">
                        <c:v>12.3642873912578</c:v>
                      </c:pt>
                      <c:pt idx="178">
                        <c:v>12.3673979234195</c:v>
                      </c:pt>
                      <c:pt idx="179">
                        <c:v>12.582855215187299</c:v>
                      </c:pt>
                      <c:pt idx="180">
                        <c:v>12.492859364748</c:v>
                      </c:pt>
                      <c:pt idx="181">
                        <c:v>12.5047643968716</c:v>
                      </c:pt>
                      <c:pt idx="182">
                        <c:v>12.6165863009007</c:v>
                      </c:pt>
                      <c:pt idx="183">
                        <c:v>12.6165863009007</c:v>
                      </c:pt>
                      <c:pt idx="184">
                        <c:v>12.703718138374599</c:v>
                      </c:pt>
                      <c:pt idx="185">
                        <c:v>12.5284581924817</c:v>
                      </c:pt>
                      <c:pt idx="186">
                        <c:v>12.4448322093124</c:v>
                      </c:pt>
                      <c:pt idx="187">
                        <c:v>12.4328718495796</c:v>
                      </c:pt>
                      <c:pt idx="188">
                        <c:v>12.453058579387401</c:v>
                      </c:pt>
                      <c:pt idx="189">
                        <c:v>12.3605046873297</c:v>
                      </c:pt>
                      <c:pt idx="190">
                        <c:v>12.2849905200562</c:v>
                      </c:pt>
                      <c:pt idx="191">
                        <c:v>12.094932518616099</c:v>
                      </c:pt>
                      <c:pt idx="192">
                        <c:v>12.0919898989185</c:v>
                      </c:pt>
                      <c:pt idx="193">
                        <c:v>12.026211201448801</c:v>
                      </c:pt>
                      <c:pt idx="194">
                        <c:v>12.0824392594435</c:v>
                      </c:pt>
                      <c:pt idx="195">
                        <c:v>9.0201969306783703</c:v>
                      </c:pt>
                      <c:pt idx="196">
                        <c:v>11.9762372103126</c:v>
                      </c:pt>
                      <c:pt idx="197">
                        <c:v>11.9180910093155</c:v>
                      </c:pt>
                      <c:pt idx="198">
                        <c:v>11.7906489094444</c:v>
                      </c:pt>
                      <c:pt idx="199">
                        <c:v>11.836120898616199</c:v>
                      </c:pt>
                      <c:pt idx="200">
                        <c:v>11.836120898616199</c:v>
                      </c:pt>
                      <c:pt idx="201">
                        <c:v>11.568487202410401</c:v>
                      </c:pt>
                      <c:pt idx="202">
                        <c:v>11.365516742374</c:v>
                      </c:pt>
                      <c:pt idx="203">
                        <c:v>11.507513595828399</c:v>
                      </c:pt>
                      <c:pt idx="204">
                        <c:v>11.5696723118458</c:v>
                      </c:pt>
                      <c:pt idx="205">
                        <c:v>11.577856304489</c:v>
                      </c:pt>
                      <c:pt idx="206">
                        <c:v>11.577856304489</c:v>
                      </c:pt>
                      <c:pt idx="207">
                        <c:v>11.821964668248</c:v>
                      </c:pt>
                      <c:pt idx="208">
                        <c:v>11.604447201083399</c:v>
                      </c:pt>
                      <c:pt idx="209">
                        <c:v>11.553680019191599</c:v>
                      </c:pt>
                      <c:pt idx="210">
                        <c:v>11.6447217484942</c:v>
                      </c:pt>
                      <c:pt idx="211">
                        <c:v>11.8887018702991</c:v>
                      </c:pt>
                      <c:pt idx="212">
                        <c:v>11.763198029500399</c:v>
                      </c:pt>
                      <c:pt idx="213">
                        <c:v>11.704149396906701</c:v>
                      </c:pt>
                      <c:pt idx="214">
                        <c:v>11.9108059344063</c:v>
                      </c:pt>
                      <c:pt idx="215">
                        <c:v>11.7564643770051</c:v>
                      </c:pt>
                      <c:pt idx="216">
                        <c:v>11.9610381540479</c:v>
                      </c:pt>
                      <c:pt idx="217">
                        <c:v>11.7185644657533</c:v>
                      </c:pt>
                      <c:pt idx="218">
                        <c:v>11.712100859583501</c:v>
                      </c:pt>
                      <c:pt idx="219">
                        <c:v>11.7193174577439</c:v>
                      </c:pt>
                      <c:pt idx="220">
                        <c:v>11.673267207286401</c:v>
                      </c:pt>
                      <c:pt idx="221">
                        <c:v>11.6209340985806</c:v>
                      </c:pt>
                      <c:pt idx="222">
                        <c:v>11.6133249853011</c:v>
                      </c:pt>
                      <c:pt idx="223">
                        <c:v>11.444029060544599</c:v>
                      </c:pt>
                      <c:pt idx="224">
                        <c:v>11.625443617211401</c:v>
                      </c:pt>
                      <c:pt idx="225">
                        <c:v>11.5814053965896</c:v>
                      </c:pt>
                      <c:pt idx="226">
                        <c:v>11.590101505496101</c:v>
                      </c:pt>
                      <c:pt idx="227">
                        <c:v>11.584132237990801</c:v>
                      </c:pt>
                      <c:pt idx="228">
                        <c:v>11.524384365298699</c:v>
                      </c:pt>
                      <c:pt idx="229">
                        <c:v>11.4228693066978</c:v>
                      </c:pt>
                      <c:pt idx="230">
                        <c:v>11.4230734809368</c:v>
                      </c:pt>
                      <c:pt idx="231">
                        <c:v>11.3583879900567</c:v>
                      </c:pt>
                      <c:pt idx="232">
                        <c:v>11.3284864689816</c:v>
                      </c:pt>
                      <c:pt idx="233">
                        <c:v>11.327944796580301</c:v>
                      </c:pt>
                      <c:pt idx="234">
                        <c:v>11.27848809312</c:v>
                      </c:pt>
                      <c:pt idx="235">
                        <c:v>11.274892874224999</c:v>
                      </c:pt>
                      <c:pt idx="236">
                        <c:v>11.3296982272901</c:v>
                      </c:pt>
                      <c:pt idx="237">
                        <c:v>11.316516938667</c:v>
                      </c:pt>
                      <c:pt idx="238">
                        <c:v>11.352346201773001</c:v>
                      </c:pt>
                      <c:pt idx="239">
                        <c:v>11.378582046487301</c:v>
                      </c:pt>
                      <c:pt idx="240">
                        <c:v>11.4594256164679</c:v>
                      </c:pt>
                      <c:pt idx="241">
                        <c:v>11.4254943817838</c:v>
                      </c:pt>
                      <c:pt idx="242">
                        <c:v>11.4417270213062</c:v>
                      </c:pt>
                      <c:pt idx="243">
                        <c:v>11.552508597493899</c:v>
                      </c:pt>
                      <c:pt idx="244">
                        <c:v>11.5609082746669</c:v>
                      </c:pt>
                      <c:pt idx="245">
                        <c:v>11.5529994617672</c:v>
                      </c:pt>
                      <c:pt idx="246">
                        <c:v>11.4952706515909</c:v>
                      </c:pt>
                      <c:pt idx="247">
                        <c:v>11.5769123609101</c:v>
                      </c:pt>
                      <c:pt idx="248">
                        <c:v>11.5583564725566</c:v>
                      </c:pt>
                      <c:pt idx="249">
                        <c:v>11.5635291603067</c:v>
                      </c:pt>
                      <c:pt idx="250">
                        <c:v>11.5896776554564</c:v>
                      </c:pt>
                      <c:pt idx="251">
                        <c:v>11.785522480704801</c:v>
                      </c:pt>
                      <c:pt idx="252">
                        <c:v>11.8653319480345</c:v>
                      </c:pt>
                      <c:pt idx="253">
                        <c:v>12.0665422851302</c:v>
                      </c:pt>
                      <c:pt idx="254">
                        <c:v>11.9792021039685</c:v>
                      </c:pt>
                      <c:pt idx="255">
                        <c:v>12.039285662396701</c:v>
                      </c:pt>
                      <c:pt idx="256">
                        <c:v>12.039285662396701</c:v>
                      </c:pt>
                      <c:pt idx="257">
                        <c:v>11.973562509321599</c:v>
                      </c:pt>
                      <c:pt idx="258">
                        <c:v>12.2826320513353</c:v>
                      </c:pt>
                      <c:pt idx="259">
                        <c:v>12.2826320513353</c:v>
                      </c:pt>
                      <c:pt idx="260">
                        <c:v>12.2826320513353</c:v>
                      </c:pt>
                      <c:pt idx="261">
                        <c:v>12.5862245336091</c:v>
                      </c:pt>
                      <c:pt idx="262">
                        <c:v>12.5775288817884</c:v>
                      </c:pt>
                      <c:pt idx="263">
                        <c:v>12.3711337489225</c:v>
                      </c:pt>
                      <c:pt idx="264">
                        <c:v>12.2577088089075</c:v>
                      </c:pt>
                      <c:pt idx="265">
                        <c:v>12.188938150476201</c:v>
                      </c:pt>
                      <c:pt idx="266">
                        <c:v>12.172247631143</c:v>
                      </c:pt>
                      <c:pt idx="267">
                        <c:v>12.141407965865699</c:v>
                      </c:pt>
                      <c:pt idx="268">
                        <c:v>12.1474336449697</c:v>
                      </c:pt>
                      <c:pt idx="269">
                        <c:v>12.0764211001622</c:v>
                      </c:pt>
                      <c:pt idx="270">
                        <c:v>12.126575738472299</c:v>
                      </c:pt>
                      <c:pt idx="271">
                        <c:v>12.056881699008001</c:v>
                      </c:pt>
                      <c:pt idx="272">
                        <c:v>12.085765431629</c:v>
                      </c:pt>
                      <c:pt idx="273">
                        <c:v>11.975413941662699</c:v>
                      </c:pt>
                      <c:pt idx="274">
                        <c:v>11.967897110201299</c:v>
                      </c:pt>
                      <c:pt idx="275">
                        <c:v>11.8729031646827</c:v>
                      </c:pt>
                      <c:pt idx="276">
                        <c:v>11.9098775809508</c:v>
                      </c:pt>
                      <c:pt idx="277">
                        <c:v>11.827760922284501</c:v>
                      </c:pt>
                      <c:pt idx="278">
                        <c:v>11.7834471735036</c:v>
                      </c:pt>
                      <c:pt idx="279">
                        <c:v>11.813790373886601</c:v>
                      </c:pt>
                      <c:pt idx="280">
                        <c:v>11.762889704701299</c:v>
                      </c:pt>
                      <c:pt idx="281">
                        <c:v>11.7374239241487</c:v>
                      </c:pt>
                      <c:pt idx="282">
                        <c:v>11.609286533790501</c:v>
                      </c:pt>
                      <c:pt idx="283">
                        <c:v>11.490202321063901</c:v>
                      </c:pt>
                      <c:pt idx="284">
                        <c:v>11.4425056144102</c:v>
                      </c:pt>
                      <c:pt idx="285">
                        <c:v>11.427901427951101</c:v>
                      </c:pt>
                      <c:pt idx="286">
                        <c:v>11.4342544419563</c:v>
                      </c:pt>
                      <c:pt idx="287">
                        <c:v>11.344195945272499</c:v>
                      </c:pt>
                      <c:pt idx="288">
                        <c:v>11.2954951885259</c:v>
                      </c:pt>
                      <c:pt idx="289">
                        <c:v>11.309372257726899</c:v>
                      </c:pt>
                      <c:pt idx="290">
                        <c:v>11.3227117059457</c:v>
                      </c:pt>
                      <c:pt idx="291">
                        <c:v>11.3227117059457</c:v>
                      </c:pt>
                      <c:pt idx="292">
                        <c:v>11.306825135957</c:v>
                      </c:pt>
                      <c:pt idx="293">
                        <c:v>11.3536060374302</c:v>
                      </c:pt>
                      <c:pt idx="294">
                        <c:v>11.317886526893</c:v>
                      </c:pt>
                      <c:pt idx="295">
                        <c:v>11.3202992935525</c:v>
                      </c:pt>
                      <c:pt idx="296">
                        <c:v>11.266429220441101</c:v>
                      </c:pt>
                      <c:pt idx="297">
                        <c:v>11.214834164609201</c:v>
                      </c:pt>
                      <c:pt idx="298">
                        <c:v>11.152248649995499</c:v>
                      </c:pt>
                      <c:pt idx="299">
                        <c:v>11.087813951478999</c:v>
                      </c:pt>
                      <c:pt idx="300">
                        <c:v>11.051804579742701</c:v>
                      </c:pt>
                      <c:pt idx="301">
                        <c:v>11.0097710287789</c:v>
                      </c:pt>
                      <c:pt idx="302">
                        <c:v>11.021655221071899</c:v>
                      </c:pt>
                      <c:pt idx="303">
                        <c:v>10.9791577630624</c:v>
                      </c:pt>
                      <c:pt idx="304">
                        <c:v>10.9814094929205</c:v>
                      </c:pt>
                      <c:pt idx="305">
                        <c:v>10.9746978898301</c:v>
                      </c:pt>
                      <c:pt idx="306">
                        <c:v>10.9085270504817</c:v>
                      </c:pt>
                      <c:pt idx="307">
                        <c:v>10.8465413722968</c:v>
                      </c:pt>
                      <c:pt idx="308">
                        <c:v>10.775276042418399</c:v>
                      </c:pt>
                      <c:pt idx="309">
                        <c:v>10.557390448583201</c:v>
                      </c:pt>
                      <c:pt idx="310">
                        <c:v>10.557390448583201</c:v>
                      </c:pt>
                      <c:pt idx="311">
                        <c:v>10.5645645466219</c:v>
                      </c:pt>
                      <c:pt idx="312">
                        <c:v>10.659580655463699</c:v>
                      </c:pt>
                      <c:pt idx="313">
                        <c:v>10.666907839738901</c:v>
                      </c:pt>
                      <c:pt idx="314">
                        <c:v>10.5146963025655</c:v>
                      </c:pt>
                      <c:pt idx="315">
                        <c:v>10.528075097185701</c:v>
                      </c:pt>
                      <c:pt idx="316">
                        <c:v>10.3050287785073</c:v>
                      </c:pt>
                      <c:pt idx="317">
                        <c:v>10.3261967965654</c:v>
                      </c:pt>
                      <c:pt idx="318">
                        <c:v>10.378242916739699</c:v>
                      </c:pt>
                      <c:pt idx="319">
                        <c:v>10.2853211654852</c:v>
                      </c:pt>
                      <c:pt idx="320">
                        <c:v>10.259230032584799</c:v>
                      </c:pt>
                      <c:pt idx="321">
                        <c:v>10.1451540936574</c:v>
                      </c:pt>
                      <c:pt idx="322">
                        <c:v>10.106427139594899</c:v>
                      </c:pt>
                      <c:pt idx="323">
                        <c:v>10.071829496450601</c:v>
                      </c:pt>
                      <c:pt idx="324">
                        <c:v>10.0156425699141</c:v>
                      </c:pt>
                      <c:pt idx="325">
                        <c:v>9.9874551838604599</c:v>
                      </c:pt>
                      <c:pt idx="326">
                        <c:v>10.0061614214021</c:v>
                      </c:pt>
                      <c:pt idx="327">
                        <c:v>10.0256072635124</c:v>
                      </c:pt>
                      <c:pt idx="328">
                        <c:v>9.8895802962276704</c:v>
                      </c:pt>
                      <c:pt idx="329">
                        <c:v>9.8817341559363392</c:v>
                      </c:pt>
                      <c:pt idx="330">
                        <c:v>9.8817341559363392</c:v>
                      </c:pt>
                      <c:pt idx="331">
                        <c:v>9.9238273895376494</c:v>
                      </c:pt>
                      <c:pt idx="332">
                        <c:v>9.8899080490541298</c:v>
                      </c:pt>
                      <c:pt idx="333">
                        <c:v>9.6874873436147499</c:v>
                      </c:pt>
                      <c:pt idx="334">
                        <c:v>9.5937456627700808</c:v>
                      </c:pt>
                      <c:pt idx="335">
                        <c:v>9.3755074241733602</c:v>
                      </c:pt>
                      <c:pt idx="336">
                        <c:v>9.1847491217275508</c:v>
                      </c:pt>
                      <c:pt idx="337">
                        <c:v>9.3182230012989606</c:v>
                      </c:pt>
                      <c:pt idx="338">
                        <c:v>9.3682503576574003</c:v>
                      </c:pt>
                      <c:pt idx="339">
                        <c:v>9.6541422436026902</c:v>
                      </c:pt>
                      <c:pt idx="340">
                        <c:v>9.5982656091809595</c:v>
                      </c:pt>
                      <c:pt idx="341">
                        <c:v>9.6960665011327798</c:v>
                      </c:pt>
                      <c:pt idx="342">
                        <c:v>9.6960665011327798</c:v>
                      </c:pt>
                      <c:pt idx="343">
                        <c:v>9.7278492974289605</c:v>
                      </c:pt>
                      <c:pt idx="344">
                        <c:v>9.7662009791452995</c:v>
                      </c:pt>
                      <c:pt idx="345">
                        <c:v>9.7290185594544596</c:v>
                      </c:pt>
                      <c:pt idx="346">
                        <c:v>9.7116845621106407</c:v>
                      </c:pt>
                      <c:pt idx="347">
                        <c:v>9.6202862738497501</c:v>
                      </c:pt>
                      <c:pt idx="348">
                        <c:v>9.5622285435806003</c:v>
                      </c:pt>
                      <c:pt idx="349">
                        <c:v>9.5098652465748206</c:v>
                      </c:pt>
                      <c:pt idx="350">
                        <c:v>9.6023998677262608</c:v>
                      </c:pt>
                      <c:pt idx="351">
                        <c:v>9.4637230041521292</c:v>
                      </c:pt>
                      <c:pt idx="352">
                        <c:v>9.3155560688079202</c:v>
                      </c:pt>
                      <c:pt idx="353">
                        <c:v>9.3404944359565807</c:v>
                      </c:pt>
                      <c:pt idx="354">
                        <c:v>9.3950168465463104</c:v>
                      </c:pt>
                      <c:pt idx="355">
                        <c:v>9.4882859039684</c:v>
                      </c:pt>
                      <c:pt idx="356">
                        <c:v>9.4862742431768403</c:v>
                      </c:pt>
                      <c:pt idx="357">
                        <c:v>9.3967343616729799</c:v>
                      </c:pt>
                      <c:pt idx="358">
                        <c:v>9.3998394811838697</c:v>
                      </c:pt>
                      <c:pt idx="359">
                        <c:v>9.4478933944021808</c:v>
                      </c:pt>
                      <c:pt idx="360">
                        <c:v>9.4478933944021808</c:v>
                      </c:pt>
                      <c:pt idx="361">
                        <c:v>9.5940605188913093</c:v>
                      </c:pt>
                      <c:pt idx="362">
                        <c:v>9.5995748281165802</c:v>
                      </c:pt>
                      <c:pt idx="363">
                        <c:v>9.5152550077500297</c:v>
                      </c:pt>
                      <c:pt idx="364">
                        <c:v>9.6145646199889399</c:v>
                      </c:pt>
                      <c:pt idx="365">
                        <c:v>9.5807843919986997</c:v>
                      </c:pt>
                      <c:pt idx="366">
                        <c:v>9.5392774582529896</c:v>
                      </c:pt>
                      <c:pt idx="367">
                        <c:v>9.5630172621237204</c:v>
                      </c:pt>
                      <c:pt idx="368">
                        <c:v>9.5290047549667491</c:v>
                      </c:pt>
                      <c:pt idx="369">
                        <c:v>9.5020591803833803</c:v>
                      </c:pt>
                      <c:pt idx="370">
                        <c:v>9.4213612762797698</c:v>
                      </c:pt>
                      <c:pt idx="371">
                        <c:v>9.3914837908214892</c:v>
                      </c:pt>
                      <c:pt idx="372">
                        <c:v>9.3435705105134197</c:v>
                      </c:pt>
                      <c:pt idx="373">
                        <c:v>9.35768695000103</c:v>
                      </c:pt>
                      <c:pt idx="374">
                        <c:v>9.2447828075896297</c:v>
                      </c:pt>
                      <c:pt idx="375">
                        <c:v>9.1725951543640605</c:v>
                      </c:pt>
                      <c:pt idx="376">
                        <c:v>9.0587094368655201</c:v>
                      </c:pt>
                      <c:pt idx="377">
                        <c:v>8.9506752598899908</c:v>
                      </c:pt>
                      <c:pt idx="378">
                        <c:v>8.9532925377362798</c:v>
                      </c:pt>
                      <c:pt idx="379">
                        <c:v>9.0111152061674602</c:v>
                      </c:pt>
                      <c:pt idx="380">
                        <c:v>9.0253027008630706</c:v>
                      </c:pt>
                      <c:pt idx="381">
                        <c:v>8.8719430752364108</c:v>
                      </c:pt>
                      <c:pt idx="382">
                        <c:v>8.7674038891624804</c:v>
                      </c:pt>
                      <c:pt idx="383">
                        <c:v>8.8288846656085607</c:v>
                      </c:pt>
                      <c:pt idx="384">
                        <c:v>8.9195758104352691</c:v>
                      </c:pt>
                      <c:pt idx="385">
                        <c:v>8.5138773320126706</c:v>
                      </c:pt>
                      <c:pt idx="386">
                        <c:v>8.5566896973372994</c:v>
                      </c:pt>
                      <c:pt idx="387">
                        <c:v>8.3892276724579204</c:v>
                      </c:pt>
                      <c:pt idx="388">
                        <c:v>8.3344627051153601</c:v>
                      </c:pt>
                      <c:pt idx="389">
                        <c:v>8.2302925371455604</c:v>
                      </c:pt>
                      <c:pt idx="390">
                        <c:v>8.0983163082178606</c:v>
                      </c:pt>
                      <c:pt idx="391">
                        <c:v>8.0291768728327195</c:v>
                      </c:pt>
                      <c:pt idx="392">
                        <c:v>7.9875026851820703</c:v>
                      </c:pt>
                      <c:pt idx="393">
                        <c:v>7.8045874717411596</c:v>
                      </c:pt>
                      <c:pt idx="394">
                        <c:v>7.63769107342765</c:v>
                      </c:pt>
                      <c:pt idx="395">
                        <c:v>7.6340443684154202</c:v>
                      </c:pt>
                      <c:pt idx="396">
                        <c:v>7.53259997014327</c:v>
                      </c:pt>
                      <c:pt idx="397">
                        <c:v>7.7034038198468604</c:v>
                      </c:pt>
                      <c:pt idx="398">
                        <c:v>8.0159326444182604</c:v>
                      </c:pt>
                      <c:pt idx="399">
                        <c:v>8.2612862297236695</c:v>
                      </c:pt>
                      <c:pt idx="400">
                        <c:v>8.3585824664310895</c:v>
                      </c:pt>
                      <c:pt idx="401">
                        <c:v>8.6567990208627901</c:v>
                      </c:pt>
                      <c:pt idx="402">
                        <c:v>8.7116775141809093</c:v>
                      </c:pt>
                      <c:pt idx="403">
                        <c:v>8.6825873087967906</c:v>
                      </c:pt>
                      <c:pt idx="404">
                        <c:v>8.6065515459918398</c:v>
                      </c:pt>
                      <c:pt idx="405">
                        <c:v>8.6065515459918398</c:v>
                      </c:pt>
                      <c:pt idx="406">
                        <c:v>8.4793627902115105</c:v>
                      </c:pt>
                      <c:pt idx="407">
                        <c:v>8.2169423347374106</c:v>
                      </c:pt>
                      <c:pt idx="408">
                        <c:v>8.0508524270969399</c:v>
                      </c:pt>
                      <c:pt idx="409">
                        <c:v>8.3183870241193798</c:v>
                      </c:pt>
                      <c:pt idx="410">
                        <c:v>8.2152660290897597</c:v>
                      </c:pt>
                      <c:pt idx="411">
                        <c:v>8.2629790251241406</c:v>
                      </c:pt>
                      <c:pt idx="412">
                        <c:v>8.3988064529674595</c:v>
                      </c:pt>
                      <c:pt idx="413">
                        <c:v>8.5239219649035505</c:v>
                      </c:pt>
                      <c:pt idx="414">
                        <c:v>8.6446164592306598</c:v>
                      </c:pt>
                      <c:pt idx="415">
                        <c:v>8.6669801029740796</c:v>
                      </c:pt>
                      <c:pt idx="416">
                        <c:v>8.6309120453955703</c:v>
                      </c:pt>
                      <c:pt idx="417">
                        <c:v>8.66463566038483</c:v>
                      </c:pt>
                      <c:pt idx="418">
                        <c:v>8.6487799939909298</c:v>
                      </c:pt>
                      <c:pt idx="419">
                        <c:v>8.7008435785801694</c:v>
                      </c:pt>
                      <c:pt idx="420">
                        <c:v>8.7008435785801694</c:v>
                      </c:pt>
                      <c:pt idx="421">
                        <c:v>8.7717257199751497</c:v>
                      </c:pt>
                      <c:pt idx="422">
                        <c:v>8.6847532411469395</c:v>
                      </c:pt>
                      <c:pt idx="423">
                        <c:v>8.6741309331645695</c:v>
                      </c:pt>
                      <c:pt idx="424">
                        <c:v>8.6705092345536592</c:v>
                      </c:pt>
                      <c:pt idx="425">
                        <c:v>8.6705092345536592</c:v>
                      </c:pt>
                      <c:pt idx="426">
                        <c:v>8.7054142164956296</c:v>
                      </c:pt>
                      <c:pt idx="427">
                        <c:v>8.6298449487686</c:v>
                      </c:pt>
                      <c:pt idx="428">
                        <c:v>8.5939691285086202</c:v>
                      </c:pt>
                      <c:pt idx="429">
                        <c:v>8.5678722304002992</c:v>
                      </c:pt>
                      <c:pt idx="430">
                        <c:v>8.4895883589825996</c:v>
                      </c:pt>
                      <c:pt idx="431">
                        <c:v>8.4201706044307691</c:v>
                      </c:pt>
                      <c:pt idx="432">
                        <c:v>8.24850812736363</c:v>
                      </c:pt>
                      <c:pt idx="433">
                        <c:v>8.1583120200549306</c:v>
                      </c:pt>
                      <c:pt idx="434">
                        <c:v>8.2007423600170597</c:v>
                      </c:pt>
                      <c:pt idx="435">
                        <c:v>8.0947844201897308</c:v>
                      </c:pt>
                      <c:pt idx="436">
                        <c:v>8.3086139914090005</c:v>
                      </c:pt>
                      <c:pt idx="437">
                        <c:v>8.3951102089819702</c:v>
                      </c:pt>
                      <c:pt idx="438">
                        <c:v>8.26692524617118</c:v>
                      </c:pt>
                      <c:pt idx="439">
                        <c:v>8.3342467041916706</c:v>
                      </c:pt>
                      <c:pt idx="440">
                        <c:v>8.4449047352242008</c:v>
                      </c:pt>
                      <c:pt idx="441">
                        <c:v>8.3565530864884394</c:v>
                      </c:pt>
                      <c:pt idx="442">
                        <c:v>8.2764639534904596</c:v>
                      </c:pt>
                      <c:pt idx="443">
                        <c:v>8.2764639534904596</c:v>
                      </c:pt>
                      <c:pt idx="444">
                        <c:v>8.3283581263604596</c:v>
                      </c:pt>
                      <c:pt idx="445">
                        <c:v>8.2600058280492998</c:v>
                      </c:pt>
                      <c:pt idx="446">
                        <c:v>8.2269680936718608</c:v>
                      </c:pt>
                      <c:pt idx="447">
                        <c:v>8.1782638115407096</c:v>
                      </c:pt>
                      <c:pt idx="448">
                        <c:v>8.1700197976863809</c:v>
                      </c:pt>
                      <c:pt idx="449">
                        <c:v>8.1680267014948793</c:v>
                      </c:pt>
                      <c:pt idx="450">
                        <c:v>8.2809512367952305</c:v>
                      </c:pt>
                      <c:pt idx="451">
                        <c:v>8.2821995272227493</c:v>
                      </c:pt>
                      <c:pt idx="452">
                        <c:v>8.2293392944167802</c:v>
                      </c:pt>
                      <c:pt idx="453">
                        <c:v>8.1936638221032698</c:v>
                      </c:pt>
                      <c:pt idx="454">
                        <c:v>8.1679968459023407</c:v>
                      </c:pt>
                      <c:pt idx="455">
                        <c:v>8.12953734248023</c:v>
                      </c:pt>
                      <c:pt idx="456">
                        <c:v>8.1143164878939409</c:v>
                      </c:pt>
                      <c:pt idx="457">
                        <c:v>8.1443232981338305</c:v>
                      </c:pt>
                      <c:pt idx="458">
                        <c:v>8.0080883294585501</c:v>
                      </c:pt>
                      <c:pt idx="459">
                        <c:v>8.0080883294585501</c:v>
                      </c:pt>
                      <c:pt idx="460">
                        <c:v>8.0350059558829194</c:v>
                      </c:pt>
                      <c:pt idx="461">
                        <c:v>8.0286392490347307</c:v>
                      </c:pt>
                      <c:pt idx="462">
                        <c:v>8.0386805306360198</c:v>
                      </c:pt>
                      <c:pt idx="463">
                        <c:v>7.9987809174413202</c:v>
                      </c:pt>
                      <c:pt idx="464">
                        <c:v>7.9517176999018702</c:v>
                      </c:pt>
                      <c:pt idx="465">
                        <c:v>7.9517176999018702</c:v>
                      </c:pt>
                      <c:pt idx="466">
                        <c:v>7.9025846483058997</c:v>
                      </c:pt>
                      <c:pt idx="467">
                        <c:v>7.8319012384320796</c:v>
                      </c:pt>
                      <c:pt idx="468">
                        <c:v>7.7615682396344399</c:v>
                      </c:pt>
                      <c:pt idx="469">
                        <c:v>7.6733800935487499</c:v>
                      </c:pt>
                      <c:pt idx="470">
                        <c:v>7.6595308572935403</c:v>
                      </c:pt>
                      <c:pt idx="471">
                        <c:v>7.6543460129173697</c:v>
                      </c:pt>
                      <c:pt idx="472">
                        <c:v>7.6382099519450399</c:v>
                      </c:pt>
                      <c:pt idx="473">
                        <c:v>7.6586156942999297</c:v>
                      </c:pt>
                      <c:pt idx="474">
                        <c:v>7.5610236557941803</c:v>
                      </c:pt>
                      <c:pt idx="475">
                        <c:v>7.5390364300163499</c:v>
                      </c:pt>
                      <c:pt idx="476">
                        <c:v>7.4813585653957997</c:v>
                      </c:pt>
                      <c:pt idx="477">
                        <c:v>7.5068506242670603</c:v>
                      </c:pt>
                      <c:pt idx="478">
                        <c:v>7.5728854986461398</c:v>
                      </c:pt>
                      <c:pt idx="479">
                        <c:v>7.4439802494836398</c:v>
                      </c:pt>
                      <c:pt idx="480">
                        <c:v>7.4910067085938801</c:v>
                      </c:pt>
                      <c:pt idx="481">
                        <c:v>7.4989369005297801</c:v>
                      </c:pt>
                      <c:pt idx="482">
                        <c:v>7.50454226754362</c:v>
                      </c:pt>
                      <c:pt idx="483">
                        <c:v>7.4008273678089003</c:v>
                      </c:pt>
                      <c:pt idx="484">
                        <c:v>7.4008273678089003</c:v>
                      </c:pt>
                      <c:pt idx="485">
                        <c:v>7.3787535934048796</c:v>
                      </c:pt>
                      <c:pt idx="486">
                        <c:v>7.3137932655916797</c:v>
                      </c:pt>
                      <c:pt idx="487">
                        <c:v>7.3196926648706997</c:v>
                      </c:pt>
                      <c:pt idx="488">
                        <c:v>7.2382263464310697</c:v>
                      </c:pt>
                      <c:pt idx="489">
                        <c:v>7.2137496851799199</c:v>
                      </c:pt>
                      <c:pt idx="490">
                        <c:v>7.1451973782255704</c:v>
                      </c:pt>
                      <c:pt idx="491">
                        <c:v>7.1085632266171404</c:v>
                      </c:pt>
                      <c:pt idx="492">
                        <c:v>7.1171891918619599</c:v>
                      </c:pt>
                      <c:pt idx="493">
                        <c:v>7.0898595797370501</c:v>
                      </c:pt>
                      <c:pt idx="494">
                        <c:v>6.9996657310913202</c:v>
                      </c:pt>
                      <c:pt idx="495">
                        <c:v>6.9714824713380796</c:v>
                      </c:pt>
                      <c:pt idx="496">
                        <c:v>6.9517024647062797</c:v>
                      </c:pt>
                      <c:pt idx="497">
                        <c:v>6.9286682055755104</c:v>
                      </c:pt>
                      <c:pt idx="498">
                        <c:v>6.80229036139212</c:v>
                      </c:pt>
                      <c:pt idx="499">
                        <c:v>6.7804595017212099</c:v>
                      </c:pt>
                      <c:pt idx="500">
                        <c:v>6.8034406131270204</c:v>
                      </c:pt>
                      <c:pt idx="501">
                        <c:v>6.7978418939352103</c:v>
                      </c:pt>
                      <c:pt idx="502">
                        <c:v>6.82350610623946</c:v>
                      </c:pt>
                      <c:pt idx="503">
                        <c:v>6.8882317980869701</c:v>
                      </c:pt>
                      <c:pt idx="504">
                        <c:v>7.0246440027560197</c:v>
                      </c:pt>
                      <c:pt idx="505">
                        <c:v>7.1354998539094199</c:v>
                      </c:pt>
                      <c:pt idx="506">
                        <c:v>7.2308811697249604</c:v>
                      </c:pt>
                      <c:pt idx="507">
                        <c:v>7.1760895799856499</c:v>
                      </c:pt>
                      <c:pt idx="508">
                        <c:v>7.1572057164159899</c:v>
                      </c:pt>
                      <c:pt idx="509">
                        <c:v>7.2893890270304196</c:v>
                      </c:pt>
                      <c:pt idx="510">
                        <c:v>7.36626374190491</c:v>
                      </c:pt>
                      <c:pt idx="511">
                        <c:v>7.2390352951407904</c:v>
                      </c:pt>
                      <c:pt idx="512">
                        <c:v>7.1611003978445504</c:v>
                      </c:pt>
                      <c:pt idx="513">
                        <c:v>7.06123715426284</c:v>
                      </c:pt>
                      <c:pt idx="514">
                        <c:v>7.0694757593217803</c:v>
                      </c:pt>
                      <c:pt idx="515">
                        <c:v>7.0694757593217803</c:v>
                      </c:pt>
                      <c:pt idx="516">
                        <c:v>7.1340477458702596</c:v>
                      </c:pt>
                      <c:pt idx="517">
                        <c:v>7.2405084348931998</c:v>
                      </c:pt>
                      <c:pt idx="518">
                        <c:v>7.25842496790463</c:v>
                      </c:pt>
                      <c:pt idx="519">
                        <c:v>7.27280709967531</c:v>
                      </c:pt>
                      <c:pt idx="520">
                        <c:v>7.2948928183484201</c:v>
                      </c:pt>
                      <c:pt idx="521">
                        <c:v>7.2946845985119904</c:v>
                      </c:pt>
                      <c:pt idx="522">
                        <c:v>7.33267423593598</c:v>
                      </c:pt>
                      <c:pt idx="523">
                        <c:v>7.35863488578629</c:v>
                      </c:pt>
                      <c:pt idx="524">
                        <c:v>7.3262477129735597</c:v>
                      </c:pt>
                      <c:pt idx="525">
                        <c:v>7.3590978669909903</c:v>
                      </c:pt>
                      <c:pt idx="526">
                        <c:v>7.3796956860415497</c:v>
                      </c:pt>
                      <c:pt idx="527">
                        <c:v>7.4403267382270597</c:v>
                      </c:pt>
                      <c:pt idx="528">
                        <c:v>7.5013762692642896</c:v>
                      </c:pt>
                      <c:pt idx="529">
                        <c:v>7.7588185113922004</c:v>
                      </c:pt>
                      <c:pt idx="530">
                        <c:v>7.9470116170716096</c:v>
                      </c:pt>
                      <c:pt idx="531">
                        <c:v>7.9366168476219103</c:v>
                      </c:pt>
                      <c:pt idx="532">
                        <c:v>7.9848825755695403</c:v>
                      </c:pt>
                      <c:pt idx="533">
                        <c:v>7.9848825755695403</c:v>
                      </c:pt>
                      <c:pt idx="534">
                        <c:v>7.9848825755695403</c:v>
                      </c:pt>
                      <c:pt idx="535">
                        <c:v>8.3830372986462205</c:v>
                      </c:pt>
                      <c:pt idx="536">
                        <c:v>8.3578298368585404</c:v>
                      </c:pt>
                      <c:pt idx="537">
                        <c:v>8.2372469842221996</c:v>
                      </c:pt>
                      <c:pt idx="538">
                        <c:v>8.2372469842221996</c:v>
                      </c:pt>
                      <c:pt idx="539">
                        <c:v>8.1122180142619094</c:v>
                      </c:pt>
                      <c:pt idx="540">
                        <c:v>8.0263979830071008</c:v>
                      </c:pt>
                      <c:pt idx="541">
                        <c:v>8.3385764670274707</c:v>
                      </c:pt>
                      <c:pt idx="542">
                        <c:v>8.52376846832734</c:v>
                      </c:pt>
                      <c:pt idx="543">
                        <c:v>8.4715814182447104</c:v>
                      </c:pt>
                      <c:pt idx="544">
                        <c:v>8.5288517787732108</c:v>
                      </c:pt>
                      <c:pt idx="545">
                        <c:v>8.5288517787732108</c:v>
                      </c:pt>
                      <c:pt idx="546">
                        <c:v>8.8785711152998701</c:v>
                      </c:pt>
                      <c:pt idx="547">
                        <c:v>8.9270434126577296</c:v>
                      </c:pt>
                      <c:pt idx="548">
                        <c:v>9.0081664624822899</c:v>
                      </c:pt>
                      <c:pt idx="549">
                        <c:v>8.9109040549770402</c:v>
                      </c:pt>
                      <c:pt idx="550">
                        <c:v>8.6870629358318006</c:v>
                      </c:pt>
                      <c:pt idx="551">
                        <c:v>8.8301525489096093</c:v>
                      </c:pt>
                      <c:pt idx="552">
                        <c:v>8.6145649519433896</c:v>
                      </c:pt>
                      <c:pt idx="553">
                        <c:v>8.8052948414642103</c:v>
                      </c:pt>
                      <c:pt idx="554">
                        <c:v>8.9309852841818707</c:v>
                      </c:pt>
                      <c:pt idx="555">
                        <c:v>9.1167578632932305</c:v>
                      </c:pt>
                      <c:pt idx="556">
                        <c:v>9.0002157460651908</c:v>
                      </c:pt>
                      <c:pt idx="557">
                        <c:v>9.2204188163737992</c:v>
                      </c:pt>
                      <c:pt idx="558">
                        <c:v>9.3445403685702804</c:v>
                      </c:pt>
                      <c:pt idx="559">
                        <c:v>9.31806539064711</c:v>
                      </c:pt>
                      <c:pt idx="560">
                        <c:v>9.5578756836027203</c:v>
                      </c:pt>
                      <c:pt idx="561">
                        <c:v>9.5116546989103199</c:v>
                      </c:pt>
                      <c:pt idx="562">
                        <c:v>9.87111936266529</c:v>
                      </c:pt>
                      <c:pt idx="563">
                        <c:v>9.82185105318149</c:v>
                      </c:pt>
                      <c:pt idx="564">
                        <c:v>9.4037059780145498</c:v>
                      </c:pt>
                      <c:pt idx="565">
                        <c:v>9.4037059780145498</c:v>
                      </c:pt>
                      <c:pt idx="566">
                        <c:v>9.5675178163528507</c:v>
                      </c:pt>
                      <c:pt idx="567">
                        <c:v>9.8073350942855999</c:v>
                      </c:pt>
                      <c:pt idx="568">
                        <c:v>9.7201698449318403</c:v>
                      </c:pt>
                      <c:pt idx="569">
                        <c:v>9.6029226108536694</c:v>
                      </c:pt>
                      <c:pt idx="570">
                        <c:v>9.5616276992131901</c:v>
                      </c:pt>
                      <c:pt idx="571">
                        <c:v>9.7889632934729303</c:v>
                      </c:pt>
                      <c:pt idx="572">
                        <c:v>9.7889632934729303</c:v>
                      </c:pt>
                      <c:pt idx="573">
                        <c:v>9.7889632934729303</c:v>
                      </c:pt>
                      <c:pt idx="574">
                        <c:v>9.9624925312753803</c:v>
                      </c:pt>
                      <c:pt idx="575">
                        <c:v>10.0246374079841</c:v>
                      </c:pt>
                      <c:pt idx="576">
                        <c:v>10.265611265303299</c:v>
                      </c:pt>
                      <c:pt idx="577">
                        <c:v>10.2653985706034</c:v>
                      </c:pt>
                      <c:pt idx="578">
                        <c:v>10.295007155680899</c:v>
                      </c:pt>
                      <c:pt idx="579">
                        <c:v>10.3639372283203</c:v>
                      </c:pt>
                      <c:pt idx="580">
                        <c:v>10.3639372283203</c:v>
                      </c:pt>
                      <c:pt idx="581">
                        <c:v>10.3490925717322</c:v>
                      </c:pt>
                      <c:pt idx="582">
                        <c:v>10.4039306758596</c:v>
                      </c:pt>
                      <c:pt idx="583">
                        <c:v>10.6245499261547</c:v>
                      </c:pt>
                      <c:pt idx="584">
                        <c:v>10.8388877696325</c:v>
                      </c:pt>
                      <c:pt idx="585">
                        <c:v>10.8388877696325</c:v>
                      </c:pt>
                      <c:pt idx="586">
                        <c:v>11.388715759622199</c:v>
                      </c:pt>
                      <c:pt idx="587">
                        <c:v>12.097735029702701</c:v>
                      </c:pt>
                      <c:pt idx="588">
                        <c:v>11.853310882225101</c:v>
                      </c:pt>
                      <c:pt idx="589">
                        <c:v>10.927295469846699</c:v>
                      </c:pt>
                      <c:pt idx="590">
                        <c:v>10.927295469846699</c:v>
                      </c:pt>
                      <c:pt idx="591">
                        <c:v>10.728183168370601</c:v>
                      </c:pt>
                      <c:pt idx="592">
                        <c:v>11.1084310119438</c:v>
                      </c:pt>
                      <c:pt idx="593">
                        <c:v>10.783446471383501</c:v>
                      </c:pt>
                      <c:pt idx="594">
                        <c:v>10.6094368741326</c:v>
                      </c:pt>
                      <c:pt idx="595">
                        <c:v>10.147926691088999</c:v>
                      </c:pt>
                      <c:pt idx="596">
                        <c:v>10.156881050997701</c:v>
                      </c:pt>
                      <c:pt idx="597">
                        <c:v>10.4479663611757</c:v>
                      </c:pt>
                      <c:pt idx="598">
                        <c:v>10.814229512647399</c:v>
                      </c:pt>
                      <c:pt idx="599">
                        <c:v>10.9368321381908</c:v>
                      </c:pt>
                      <c:pt idx="600">
                        <c:v>10.9515333671528</c:v>
                      </c:pt>
                      <c:pt idx="601">
                        <c:v>10.836064381135801</c:v>
                      </c:pt>
                      <c:pt idx="602">
                        <c:v>10.706127473754901</c:v>
                      </c:pt>
                      <c:pt idx="603">
                        <c:v>10.706127473754901</c:v>
                      </c:pt>
                      <c:pt idx="604">
                        <c:v>10.2844622004983</c:v>
                      </c:pt>
                      <c:pt idx="605">
                        <c:v>10.0008263498831</c:v>
                      </c:pt>
                      <c:pt idx="606">
                        <c:v>10.079672082016501</c:v>
                      </c:pt>
                      <c:pt idx="607">
                        <c:v>10.0810734765815</c:v>
                      </c:pt>
                      <c:pt idx="608">
                        <c:v>9.9475840660500197</c:v>
                      </c:pt>
                      <c:pt idx="609">
                        <c:v>9.9475840660500197</c:v>
                      </c:pt>
                      <c:pt idx="610">
                        <c:v>9.7119097145287405</c:v>
                      </c:pt>
                      <c:pt idx="611">
                        <c:v>9.6911453435065802</c:v>
                      </c:pt>
                      <c:pt idx="612">
                        <c:v>9.84203200064246</c:v>
                      </c:pt>
                      <c:pt idx="613">
                        <c:v>9.8042179533132394</c:v>
                      </c:pt>
                      <c:pt idx="614">
                        <c:v>9.5870950764531404</c:v>
                      </c:pt>
                      <c:pt idx="615">
                        <c:v>9.5870950764531404</c:v>
                      </c:pt>
                      <c:pt idx="616">
                        <c:v>9.5718705626139595</c:v>
                      </c:pt>
                      <c:pt idx="617">
                        <c:v>9.4448419871536498</c:v>
                      </c:pt>
                      <c:pt idx="618">
                        <c:v>9.4134305132141005</c:v>
                      </c:pt>
                      <c:pt idx="619">
                        <c:v>9.5322979872630498</c:v>
                      </c:pt>
                      <c:pt idx="620">
                        <c:v>9.6721878816047795</c:v>
                      </c:pt>
                      <c:pt idx="621">
                        <c:v>9.5452071554057198</c:v>
                      </c:pt>
                      <c:pt idx="622">
                        <c:v>9.3988953015163403</c:v>
                      </c:pt>
                      <c:pt idx="623">
                        <c:v>9.3755643150491306</c:v>
                      </c:pt>
                      <c:pt idx="624">
                        <c:v>9.3759426886153694</c:v>
                      </c:pt>
                      <c:pt idx="625">
                        <c:v>9.3759426886153694</c:v>
                      </c:pt>
                      <c:pt idx="626">
                        <c:v>9.3169254716951695</c:v>
                      </c:pt>
                      <c:pt idx="627">
                        <c:v>9.4994420123440495</c:v>
                      </c:pt>
                      <c:pt idx="628">
                        <c:v>9.6024223403271591</c:v>
                      </c:pt>
                      <c:pt idx="629">
                        <c:v>9.68244131690229</c:v>
                      </c:pt>
                      <c:pt idx="630">
                        <c:v>9.5835241197361505</c:v>
                      </c:pt>
                      <c:pt idx="631">
                        <c:v>9.4720508123273799</c:v>
                      </c:pt>
                      <c:pt idx="632">
                        <c:v>9.4882768191025093</c:v>
                      </c:pt>
                      <c:pt idx="633">
                        <c:v>9.4275177435267299</c:v>
                      </c:pt>
                      <c:pt idx="634">
                        <c:v>9.4646944837276408</c:v>
                      </c:pt>
                      <c:pt idx="635">
                        <c:v>9.4540734555167294</c:v>
                      </c:pt>
                      <c:pt idx="636">
                        <c:v>9.4830347588371406</c:v>
                      </c:pt>
                      <c:pt idx="637">
                        <c:v>9.6130498780983107</c:v>
                      </c:pt>
                      <c:pt idx="638">
                        <c:v>9.5528830609960593</c:v>
                      </c:pt>
                      <c:pt idx="639">
                        <c:v>9.4290954573797094</c:v>
                      </c:pt>
                      <c:pt idx="640">
                        <c:v>10.1256418419082</c:v>
                      </c:pt>
                      <c:pt idx="641">
                        <c:v>9.5186140419883305</c:v>
                      </c:pt>
                      <c:pt idx="642">
                        <c:v>9.5413572157946493</c:v>
                      </c:pt>
                      <c:pt idx="643">
                        <c:v>9.4714618003994193</c:v>
                      </c:pt>
                      <c:pt idx="644">
                        <c:v>9.4961007104275001</c:v>
                      </c:pt>
                      <c:pt idx="645">
                        <c:v>9.5443732229155795</c:v>
                      </c:pt>
                      <c:pt idx="646">
                        <c:v>9.5081591390203606</c:v>
                      </c:pt>
                      <c:pt idx="647">
                        <c:v>9.5010596076478997</c:v>
                      </c:pt>
                      <c:pt idx="648">
                        <c:v>9.6126614832698802</c:v>
                      </c:pt>
                      <c:pt idx="649">
                        <c:v>9.7790029536012408</c:v>
                      </c:pt>
                      <c:pt idx="650">
                        <c:v>9.8204762787986102</c:v>
                      </c:pt>
                      <c:pt idx="651">
                        <c:v>9.7923484823243303</c:v>
                      </c:pt>
                      <c:pt idx="652">
                        <c:v>9.7547657181080503</c:v>
                      </c:pt>
                      <c:pt idx="653">
                        <c:v>9.6689852778013705</c:v>
                      </c:pt>
                      <c:pt idx="654">
                        <c:v>9.5393848828826808</c:v>
                      </c:pt>
                      <c:pt idx="655">
                        <c:v>9.6147926148133607</c:v>
                      </c:pt>
                      <c:pt idx="656">
                        <c:v>9.61313232121047</c:v>
                      </c:pt>
                      <c:pt idx="657">
                        <c:v>9.6559259880157899</c:v>
                      </c:pt>
                      <c:pt idx="658">
                        <c:v>9.5898127483017799</c:v>
                      </c:pt>
                      <c:pt idx="659">
                        <c:v>9.5498228226772692</c:v>
                      </c:pt>
                      <c:pt idx="660">
                        <c:v>9.5039363028810193</c:v>
                      </c:pt>
                      <c:pt idx="661">
                        <c:v>9.4902268947176207</c:v>
                      </c:pt>
                      <c:pt idx="662">
                        <c:v>9.5055384250610704</c:v>
                      </c:pt>
                      <c:pt idx="663">
                        <c:v>9.5117068746752693</c:v>
                      </c:pt>
                      <c:pt idx="664">
                        <c:v>9.4752662828625294</c:v>
                      </c:pt>
                      <c:pt idx="665">
                        <c:v>9.4752662828625294</c:v>
                      </c:pt>
                      <c:pt idx="666">
                        <c:v>9.5398669415214101</c:v>
                      </c:pt>
                      <c:pt idx="667">
                        <c:v>9.4764284270333992</c:v>
                      </c:pt>
                      <c:pt idx="668">
                        <c:v>9.4511289075768392</c:v>
                      </c:pt>
                      <c:pt idx="669">
                        <c:v>9.4736474809435691</c:v>
                      </c:pt>
                      <c:pt idx="670">
                        <c:v>9.4618159591512505</c:v>
                      </c:pt>
                      <c:pt idx="671">
                        <c:v>9.6098551528597795</c:v>
                      </c:pt>
                      <c:pt idx="672">
                        <c:v>9.4653244126993599</c:v>
                      </c:pt>
                      <c:pt idx="673">
                        <c:v>9.6981354591466005</c:v>
                      </c:pt>
                      <c:pt idx="674">
                        <c:v>9.3044539297539401</c:v>
                      </c:pt>
                      <c:pt idx="675">
                        <c:v>9.2938773485428499</c:v>
                      </c:pt>
                      <c:pt idx="676">
                        <c:v>9.22235176864009</c:v>
                      </c:pt>
                      <c:pt idx="677">
                        <c:v>9.1695226111469896</c:v>
                      </c:pt>
                      <c:pt idx="678">
                        <c:v>9.1761064438023894</c:v>
                      </c:pt>
                      <c:pt idx="679">
                        <c:v>9.1734085478351304</c:v>
                      </c:pt>
                      <c:pt idx="680">
                        <c:v>9.1734085478351304</c:v>
                      </c:pt>
                      <c:pt idx="681">
                        <c:v>9.0933254967508095</c:v>
                      </c:pt>
                      <c:pt idx="682">
                        <c:v>9.0198288626670209</c:v>
                      </c:pt>
                      <c:pt idx="683">
                        <c:v>8.9852343266904899</c:v>
                      </c:pt>
                      <c:pt idx="684">
                        <c:v>9.0428273606021907</c:v>
                      </c:pt>
                      <c:pt idx="685">
                        <c:v>9.0428273606021907</c:v>
                      </c:pt>
                      <c:pt idx="686">
                        <c:v>8.9898478874119103</c:v>
                      </c:pt>
                      <c:pt idx="687">
                        <c:v>8.9464439951179706</c:v>
                      </c:pt>
                      <c:pt idx="688">
                        <c:v>9.0188048045200695</c:v>
                      </c:pt>
                      <c:pt idx="689">
                        <c:v>9.0337015558291807</c:v>
                      </c:pt>
                      <c:pt idx="690">
                        <c:v>9.0461832088865108</c:v>
                      </c:pt>
                      <c:pt idx="691">
                        <c:v>9.0361066174155908</c:v>
                      </c:pt>
                      <c:pt idx="692">
                        <c:v>9.0815838848890706</c:v>
                      </c:pt>
                      <c:pt idx="693">
                        <c:v>9.1255064690978998</c:v>
                      </c:pt>
                      <c:pt idx="694">
                        <c:v>9.1795039805444496</c:v>
                      </c:pt>
                      <c:pt idx="695">
                        <c:v>9.3992665488686296</c:v>
                      </c:pt>
                      <c:pt idx="696">
                        <c:v>9.4047754857184795</c:v>
                      </c:pt>
                      <c:pt idx="697">
                        <c:v>9.3523428990584208</c:v>
                      </c:pt>
                      <c:pt idx="698">
                        <c:v>9.3124529711879092</c:v>
                      </c:pt>
                      <c:pt idx="699">
                        <c:v>9.2855718068502693</c:v>
                      </c:pt>
                      <c:pt idx="700">
                        <c:v>9.2430955086710096</c:v>
                      </c:pt>
                      <c:pt idx="701">
                        <c:v>9.1397838955447792</c:v>
                      </c:pt>
                      <c:pt idx="702">
                        <c:v>9.1462136089695907</c:v>
                      </c:pt>
                      <c:pt idx="703">
                        <c:v>9.1789620323870107</c:v>
                      </c:pt>
                      <c:pt idx="704">
                        <c:v>9.1789620323870107</c:v>
                      </c:pt>
                      <c:pt idx="705">
                        <c:v>9.1400827227668202</c:v>
                      </c:pt>
                      <c:pt idx="706">
                        <c:v>9.1157468246824092</c:v>
                      </c:pt>
                      <c:pt idx="707">
                        <c:v>9.1030650353268694</c:v>
                      </c:pt>
                      <c:pt idx="708">
                        <c:v>9.1265476860265498</c:v>
                      </c:pt>
                      <c:pt idx="709">
                        <c:v>9.0386725287214098</c:v>
                      </c:pt>
                      <c:pt idx="710">
                        <c:v>8.97022449608499</c:v>
                      </c:pt>
                      <c:pt idx="711">
                        <c:v>8.9802457911263005</c:v>
                      </c:pt>
                      <c:pt idx="712">
                        <c:v>8.94854075419744</c:v>
                      </c:pt>
                      <c:pt idx="713">
                        <c:v>8.6976337099031493</c:v>
                      </c:pt>
                      <c:pt idx="714">
                        <c:v>8.9822320584979494</c:v>
                      </c:pt>
                      <c:pt idx="715">
                        <c:v>8.9468151366102493</c:v>
                      </c:pt>
                      <c:pt idx="716">
                        <c:v>8.7456824093240595</c:v>
                      </c:pt>
                      <c:pt idx="717">
                        <c:v>8.9819526558128704</c:v>
                      </c:pt>
                      <c:pt idx="718">
                        <c:v>8.9819526558128704</c:v>
                      </c:pt>
                      <c:pt idx="719">
                        <c:v>8.9819526558128704</c:v>
                      </c:pt>
                      <c:pt idx="720">
                        <c:v>8.9475691536505995</c:v>
                      </c:pt>
                      <c:pt idx="721">
                        <c:v>8.8868060358449199</c:v>
                      </c:pt>
                      <c:pt idx="722">
                        <c:v>8.9337802424531905</c:v>
                      </c:pt>
                      <c:pt idx="723">
                        <c:v>9.05279380374939</c:v>
                      </c:pt>
                      <c:pt idx="724">
                        <c:v>9.05279380374939</c:v>
                      </c:pt>
                      <c:pt idx="725">
                        <c:v>9.2306335097428303</c:v>
                      </c:pt>
                      <c:pt idx="726">
                        <c:v>9.5567814871276795</c:v>
                      </c:pt>
                      <c:pt idx="727">
                        <c:v>9.30961333932024</c:v>
                      </c:pt>
                      <c:pt idx="728">
                        <c:v>9.3032303711706206</c:v>
                      </c:pt>
                      <c:pt idx="729">
                        <c:v>9.1925722423708098</c:v>
                      </c:pt>
                      <c:pt idx="730">
                        <c:v>9.2129684944620305</c:v>
                      </c:pt>
                      <c:pt idx="731">
                        <c:v>9.1623246730180607</c:v>
                      </c:pt>
                      <c:pt idx="732">
                        <c:v>9.1311453709053598</c:v>
                      </c:pt>
                      <c:pt idx="733">
                        <c:v>9.1884511788234295</c:v>
                      </c:pt>
                      <c:pt idx="734">
                        <c:v>9.1942230512139407</c:v>
                      </c:pt>
                      <c:pt idx="735">
                        <c:v>9.3050650507818293</c:v>
                      </c:pt>
                      <c:pt idx="736">
                        <c:v>9.2849054436817493</c:v>
                      </c:pt>
                      <c:pt idx="737">
                        <c:v>9.2845692963125597</c:v>
                      </c:pt>
                      <c:pt idx="738">
                        <c:v>9.4759136226748701</c:v>
                      </c:pt>
                      <c:pt idx="739">
                        <c:v>9.4710006387109509</c:v>
                      </c:pt>
                      <c:pt idx="740">
                        <c:v>9.4709224421653193</c:v>
                      </c:pt>
                      <c:pt idx="741">
                        <c:v>9.4489573002313403</c:v>
                      </c:pt>
                      <c:pt idx="742">
                        <c:v>9.3954558921317997</c:v>
                      </c:pt>
                      <c:pt idx="743">
                        <c:v>9.4010200499979</c:v>
                      </c:pt>
                      <c:pt idx="744">
                        <c:v>9.3825875799215304</c:v>
                      </c:pt>
                      <c:pt idx="745">
                        <c:v>9.4203687135812793</c:v>
                      </c:pt>
                      <c:pt idx="746">
                        <c:v>9.5402350918149708</c:v>
                      </c:pt>
                      <c:pt idx="747">
                        <c:v>9.7735541560134092</c:v>
                      </c:pt>
                      <c:pt idx="748">
                        <c:v>9.6905880009415508</c:v>
                      </c:pt>
                      <c:pt idx="749">
                        <c:v>9.6211936866620604</c:v>
                      </c:pt>
                      <c:pt idx="750">
                        <c:v>9.5705862622214894</c:v>
                      </c:pt>
                      <c:pt idx="751">
                        <c:v>9.4651076464294395</c:v>
                      </c:pt>
                      <c:pt idx="752">
                        <c:v>9.4443802871269291</c:v>
                      </c:pt>
                      <c:pt idx="753">
                        <c:v>9.3474482850321596</c:v>
                      </c:pt>
                      <c:pt idx="754">
                        <c:v>9.5058446757169897</c:v>
                      </c:pt>
                      <c:pt idx="755">
                        <c:v>9.4416748221578093</c:v>
                      </c:pt>
                      <c:pt idx="756">
                        <c:v>9.5640988917102892</c:v>
                      </c:pt>
                      <c:pt idx="757">
                        <c:v>9.4637849064123696</c:v>
                      </c:pt>
                      <c:pt idx="758">
                        <c:v>9.4341279769544695</c:v>
                      </c:pt>
                      <c:pt idx="759">
                        <c:v>9.4588508901763593</c:v>
                      </c:pt>
                      <c:pt idx="760">
                        <c:v>9.6349227404691202</c:v>
                      </c:pt>
                      <c:pt idx="761">
                        <c:v>9.6875851072707704</c:v>
                      </c:pt>
                      <c:pt idx="762">
                        <c:v>9.9913138754796904</c:v>
                      </c:pt>
                      <c:pt idx="763">
                        <c:v>9.9664765713998094</c:v>
                      </c:pt>
                      <c:pt idx="764">
                        <c:v>10.0076842717313</c:v>
                      </c:pt>
                      <c:pt idx="765">
                        <c:v>9.8711457467519903</c:v>
                      </c:pt>
                      <c:pt idx="766">
                        <c:v>9.7729183462024807</c:v>
                      </c:pt>
                      <c:pt idx="767">
                        <c:v>9.8107482785892692</c:v>
                      </c:pt>
                      <c:pt idx="768">
                        <c:v>9.8009341116492994</c:v>
                      </c:pt>
                      <c:pt idx="769">
                        <c:v>9.8412540920786498</c:v>
                      </c:pt>
                      <c:pt idx="770">
                        <c:v>9.8726788094289404</c:v>
                      </c:pt>
                      <c:pt idx="771">
                        <c:v>9.9407738754187207</c:v>
                      </c:pt>
                      <c:pt idx="772">
                        <c:v>9.9146132403106595</c:v>
                      </c:pt>
                      <c:pt idx="773">
                        <c:v>9.9168132561041897</c:v>
                      </c:pt>
                      <c:pt idx="774">
                        <c:v>9.9168132561041897</c:v>
                      </c:pt>
                      <c:pt idx="775">
                        <c:v>9.9400806995984201</c:v>
                      </c:pt>
                      <c:pt idx="776">
                        <c:v>9.9032326908184594</c:v>
                      </c:pt>
                      <c:pt idx="777">
                        <c:v>9.9043395164484895</c:v>
                      </c:pt>
                      <c:pt idx="778">
                        <c:v>9.9282094777684193</c:v>
                      </c:pt>
                      <c:pt idx="779">
                        <c:v>9.9723962809870503</c:v>
                      </c:pt>
                      <c:pt idx="780">
                        <c:v>9.93427221932936</c:v>
                      </c:pt>
                      <c:pt idx="781">
                        <c:v>9.9412246918153109</c:v>
                      </c:pt>
                      <c:pt idx="782">
                        <c:v>9.9332818745271005</c:v>
                      </c:pt>
                      <c:pt idx="783">
                        <c:v>9.9808522771493209</c:v>
                      </c:pt>
                      <c:pt idx="784">
                        <c:v>10.184010370986799</c:v>
                      </c:pt>
                      <c:pt idx="785">
                        <c:v>10.0980281342284</c:v>
                      </c:pt>
                      <c:pt idx="786">
                        <c:v>10.077633891049601</c:v>
                      </c:pt>
                      <c:pt idx="787">
                        <c:v>10.077633891049601</c:v>
                      </c:pt>
                      <c:pt idx="788">
                        <c:v>10.077633891049601</c:v>
                      </c:pt>
                      <c:pt idx="789">
                        <c:v>10.0488083109458</c:v>
                      </c:pt>
                      <c:pt idx="790">
                        <c:v>10.049844738679401</c:v>
                      </c:pt>
                      <c:pt idx="791">
                        <c:v>10.1252427336648</c:v>
                      </c:pt>
                      <c:pt idx="792">
                        <c:v>10.1510444205499</c:v>
                      </c:pt>
                      <c:pt idx="793">
                        <c:v>10.0849676756684</c:v>
                      </c:pt>
                      <c:pt idx="794">
                        <c:v>10.099542358552499</c:v>
                      </c:pt>
                      <c:pt idx="795">
                        <c:v>10.2475855602474</c:v>
                      </c:pt>
                      <c:pt idx="796">
                        <c:v>10.19162250554</c:v>
                      </c:pt>
                      <c:pt idx="797">
                        <c:v>10.214381497257</c:v>
                      </c:pt>
                      <c:pt idx="798">
                        <c:v>10.1637708280385</c:v>
                      </c:pt>
                      <c:pt idx="799">
                        <c:v>10.163788018669999</c:v>
                      </c:pt>
                      <c:pt idx="800">
                        <c:v>10.253778058356099</c:v>
                      </c:pt>
                      <c:pt idx="801">
                        <c:v>10.142006638371701</c:v>
                      </c:pt>
                      <c:pt idx="802">
                        <c:v>10.190291109486701</c:v>
                      </c:pt>
                      <c:pt idx="803">
                        <c:v>10.169169665084899</c:v>
                      </c:pt>
                      <c:pt idx="804">
                        <c:v>10.1682996105309</c:v>
                      </c:pt>
                      <c:pt idx="805">
                        <c:v>10.1682996105309</c:v>
                      </c:pt>
                      <c:pt idx="806">
                        <c:v>10.291041030653499</c:v>
                      </c:pt>
                      <c:pt idx="807">
                        <c:v>10.2943628517602</c:v>
                      </c:pt>
                      <c:pt idx="808">
                        <c:v>10.353096916644599</c:v>
                      </c:pt>
                      <c:pt idx="809">
                        <c:v>10.3563112541561</c:v>
                      </c:pt>
                      <c:pt idx="810">
                        <c:v>10.3083217833116</c:v>
                      </c:pt>
                      <c:pt idx="811">
                        <c:v>10.2258513015868</c:v>
                      </c:pt>
                      <c:pt idx="812">
                        <c:v>9.9776748329588703</c:v>
                      </c:pt>
                      <c:pt idx="813">
                        <c:v>10.1962463546622</c:v>
                      </c:pt>
                      <c:pt idx="814">
                        <c:v>10.218628897232399</c:v>
                      </c:pt>
                      <c:pt idx="815">
                        <c:v>10.249356818688099</c:v>
                      </c:pt>
                      <c:pt idx="816">
                        <c:v>10.229710446845299</c:v>
                      </c:pt>
                      <c:pt idx="817">
                        <c:v>10.2174953464217</c:v>
                      </c:pt>
                      <c:pt idx="818">
                        <c:v>9.9372924559955909</c:v>
                      </c:pt>
                      <c:pt idx="819">
                        <c:v>9.9372924559955909</c:v>
                      </c:pt>
                      <c:pt idx="820">
                        <c:v>10.0953197951248</c:v>
                      </c:pt>
                      <c:pt idx="821">
                        <c:v>10.0952326181859</c:v>
                      </c:pt>
                      <c:pt idx="822">
                        <c:v>10.1368768075194</c:v>
                      </c:pt>
                      <c:pt idx="823">
                        <c:v>10.0737319500273</c:v>
                      </c:pt>
                      <c:pt idx="824">
                        <c:v>10.012910496264601</c:v>
                      </c:pt>
                      <c:pt idx="825">
                        <c:v>9.97913263853982</c:v>
                      </c:pt>
                      <c:pt idx="826">
                        <c:v>9.9485782517577501</c:v>
                      </c:pt>
                      <c:pt idx="827">
                        <c:v>9.9493010310952297</c:v>
                      </c:pt>
                      <c:pt idx="828">
                        <c:v>9.9500378712674902</c:v>
                      </c:pt>
                      <c:pt idx="829">
                        <c:v>9.8561796926060108</c:v>
                      </c:pt>
                      <c:pt idx="830">
                        <c:v>9.8595290898401995</c:v>
                      </c:pt>
                      <c:pt idx="831">
                        <c:v>9.8577581392264992</c:v>
                      </c:pt>
                      <c:pt idx="832">
                        <c:v>9.9667757770921899</c:v>
                      </c:pt>
                      <c:pt idx="833">
                        <c:v>9.9929750507508004</c:v>
                      </c:pt>
                      <c:pt idx="834">
                        <c:v>9.9929750507508004</c:v>
                      </c:pt>
                      <c:pt idx="835">
                        <c:v>9.9265935859075594</c:v>
                      </c:pt>
                      <c:pt idx="836">
                        <c:v>9.9072568722857799</c:v>
                      </c:pt>
                      <c:pt idx="837">
                        <c:v>9.8793763794880505</c:v>
                      </c:pt>
                      <c:pt idx="838">
                        <c:v>9.8164793718639096</c:v>
                      </c:pt>
                      <c:pt idx="839">
                        <c:v>9.8164793718639096</c:v>
                      </c:pt>
                      <c:pt idx="840">
                        <c:v>9.8539452888576697</c:v>
                      </c:pt>
                      <c:pt idx="841">
                        <c:v>9.8818947747839196</c:v>
                      </c:pt>
                      <c:pt idx="842">
                        <c:v>9.9743210046419293</c:v>
                      </c:pt>
                      <c:pt idx="843">
                        <c:v>10.0610940065788</c:v>
                      </c:pt>
                      <c:pt idx="844">
                        <c:v>10.0644659637489</c:v>
                      </c:pt>
                      <c:pt idx="845">
                        <c:v>10.0603383370466</c:v>
                      </c:pt>
                      <c:pt idx="846">
                        <c:v>10.049106682080501</c:v>
                      </c:pt>
                      <c:pt idx="847">
                        <c:v>9.9954865990566599</c:v>
                      </c:pt>
                      <c:pt idx="848">
                        <c:v>9.9096620435846603</c:v>
                      </c:pt>
                      <c:pt idx="849">
                        <c:v>9.9096620435846603</c:v>
                      </c:pt>
                      <c:pt idx="850">
                        <c:v>9.9736340735589</c:v>
                      </c:pt>
                      <c:pt idx="851">
                        <c:v>10.026225903759601</c:v>
                      </c:pt>
                      <c:pt idx="852">
                        <c:v>10.0369582259921</c:v>
                      </c:pt>
                      <c:pt idx="853">
                        <c:v>10.023300680017501</c:v>
                      </c:pt>
                      <c:pt idx="854">
                        <c:v>10.1677252983994</c:v>
                      </c:pt>
                      <c:pt idx="855">
                        <c:v>9.9847435184532092</c:v>
                      </c:pt>
                      <c:pt idx="856">
                        <c:v>10.0092544180734</c:v>
                      </c:pt>
                      <c:pt idx="857">
                        <c:v>9.9353319717791706</c:v>
                      </c:pt>
                      <c:pt idx="858">
                        <c:v>9.9446357172136999</c:v>
                      </c:pt>
                      <c:pt idx="859">
                        <c:v>9.9040879923394005</c:v>
                      </c:pt>
                      <c:pt idx="860">
                        <c:v>9.9861207248139507</c:v>
                      </c:pt>
                      <c:pt idx="861">
                        <c:v>10.006430745572599</c:v>
                      </c:pt>
                      <c:pt idx="862">
                        <c:v>9.9581152123435199</c:v>
                      </c:pt>
                      <c:pt idx="863">
                        <c:v>9.9581152123435199</c:v>
                      </c:pt>
                      <c:pt idx="864">
                        <c:v>9.9531009294060002</c:v>
                      </c:pt>
                      <c:pt idx="865">
                        <c:v>9.9862603821771501</c:v>
                      </c:pt>
                      <c:pt idx="866">
                        <c:v>10.000939364839001</c:v>
                      </c:pt>
                      <c:pt idx="867">
                        <c:v>10.0616367600059</c:v>
                      </c:pt>
                      <c:pt idx="868">
                        <c:v>10.0028796922309</c:v>
                      </c:pt>
                      <c:pt idx="869">
                        <c:v>10.054148421514</c:v>
                      </c:pt>
                      <c:pt idx="870">
                        <c:v>10.011443852621101</c:v>
                      </c:pt>
                      <c:pt idx="871">
                        <c:v>9.98975066016264</c:v>
                      </c:pt>
                      <c:pt idx="872">
                        <c:v>9.9886228608443908</c:v>
                      </c:pt>
                      <c:pt idx="873">
                        <c:v>10.0281675389658</c:v>
                      </c:pt>
                      <c:pt idx="874">
                        <c:v>9.9807656396102598</c:v>
                      </c:pt>
                      <c:pt idx="875">
                        <c:v>9.9807656396102598</c:v>
                      </c:pt>
                      <c:pt idx="876">
                        <c:v>10.0431446284272</c:v>
                      </c:pt>
                      <c:pt idx="877">
                        <c:v>10.201848881463601</c:v>
                      </c:pt>
                      <c:pt idx="878">
                        <c:v>10.203898577092</c:v>
                      </c:pt>
                      <c:pt idx="879">
                        <c:v>10.2668757945641</c:v>
                      </c:pt>
                      <c:pt idx="880">
                        <c:v>10.3118290116224</c:v>
                      </c:pt>
                      <c:pt idx="881">
                        <c:v>10.440874629010301</c:v>
                      </c:pt>
                      <c:pt idx="882">
                        <c:v>10.748938077279201</c:v>
                      </c:pt>
                      <c:pt idx="883">
                        <c:v>10.757617901874401</c:v>
                      </c:pt>
                      <c:pt idx="884">
                        <c:v>10.757617901874401</c:v>
                      </c:pt>
                      <c:pt idx="885">
                        <c:v>10.7743826623347</c:v>
                      </c:pt>
                      <c:pt idx="886">
                        <c:v>10.731270455818599</c:v>
                      </c:pt>
                      <c:pt idx="887">
                        <c:v>10.7033136736729</c:v>
                      </c:pt>
                      <c:pt idx="888">
                        <c:v>10.701840063572901</c:v>
                      </c:pt>
                      <c:pt idx="889">
                        <c:v>10.6032018172703</c:v>
                      </c:pt>
                      <c:pt idx="890">
                        <c:v>10.476962735860001</c:v>
                      </c:pt>
                      <c:pt idx="891">
                        <c:v>10.8143285279202</c:v>
                      </c:pt>
                      <c:pt idx="892">
                        <c:v>10.8809794486436</c:v>
                      </c:pt>
                      <c:pt idx="893">
                        <c:v>10.7583209840324</c:v>
                      </c:pt>
                      <c:pt idx="894">
                        <c:v>10.609985815722499</c:v>
                      </c:pt>
                      <c:pt idx="895">
                        <c:v>10.7229444427256</c:v>
                      </c:pt>
                      <c:pt idx="896">
                        <c:v>10.717277880638701</c:v>
                      </c:pt>
                      <c:pt idx="897">
                        <c:v>10.651707076628</c:v>
                      </c:pt>
                      <c:pt idx="898">
                        <c:v>10.826052812897601</c:v>
                      </c:pt>
                      <c:pt idx="899">
                        <c:v>11.281460857072499</c:v>
                      </c:pt>
                      <c:pt idx="900">
                        <c:v>11.2358118182913</c:v>
                      </c:pt>
                      <c:pt idx="901">
                        <c:v>10.815370908964599</c:v>
                      </c:pt>
                      <c:pt idx="902">
                        <c:v>10.739547994901899</c:v>
                      </c:pt>
                      <c:pt idx="903">
                        <c:v>10.634807353603099</c:v>
                      </c:pt>
                      <c:pt idx="904">
                        <c:v>10.5938958722565</c:v>
                      </c:pt>
                      <c:pt idx="905">
                        <c:v>10.543772561959299</c:v>
                      </c:pt>
                      <c:pt idx="906">
                        <c:v>10.3044018924881</c:v>
                      </c:pt>
                      <c:pt idx="907">
                        <c:v>10.4440576604879</c:v>
                      </c:pt>
                      <c:pt idx="908">
                        <c:v>10.374886761342101</c:v>
                      </c:pt>
                      <c:pt idx="909">
                        <c:v>10.5068219803325</c:v>
                      </c:pt>
                      <c:pt idx="910">
                        <c:v>10.4632668923892</c:v>
                      </c:pt>
                      <c:pt idx="911">
                        <c:v>10.367767502976401</c:v>
                      </c:pt>
                      <c:pt idx="912">
                        <c:v>10.4004948237296</c:v>
                      </c:pt>
                      <c:pt idx="913">
                        <c:v>10.360489023384799</c:v>
                      </c:pt>
                      <c:pt idx="914">
                        <c:v>10.3112960940091</c:v>
                      </c:pt>
                      <c:pt idx="915">
                        <c:v>10.293698489080301</c:v>
                      </c:pt>
                      <c:pt idx="916">
                        <c:v>10.28920767176</c:v>
                      </c:pt>
                      <c:pt idx="917">
                        <c:v>10.330383996888999</c:v>
                      </c:pt>
                      <c:pt idx="918">
                        <c:v>10.299321731240999</c:v>
                      </c:pt>
                      <c:pt idx="919">
                        <c:v>10.326195269471899</c:v>
                      </c:pt>
                      <c:pt idx="920">
                        <c:v>10.341009316584501</c:v>
                      </c:pt>
                      <c:pt idx="921">
                        <c:v>10.3406728373891</c:v>
                      </c:pt>
                      <c:pt idx="922">
                        <c:v>10.3293359383515</c:v>
                      </c:pt>
                      <c:pt idx="923">
                        <c:v>10.332853269159401</c:v>
                      </c:pt>
                      <c:pt idx="924">
                        <c:v>10.332853269159401</c:v>
                      </c:pt>
                      <c:pt idx="925">
                        <c:v>10.3913229020175</c:v>
                      </c:pt>
                      <c:pt idx="926">
                        <c:v>10.4430109587773</c:v>
                      </c:pt>
                      <c:pt idx="927">
                        <c:v>10.3630355927053</c:v>
                      </c:pt>
                      <c:pt idx="928">
                        <c:v>10.4019068841995</c:v>
                      </c:pt>
                      <c:pt idx="929">
                        <c:v>10.368242363910101</c:v>
                      </c:pt>
                      <c:pt idx="930">
                        <c:v>10.376010850640901</c:v>
                      </c:pt>
                      <c:pt idx="931">
                        <c:v>10.3809299128907</c:v>
                      </c:pt>
                      <c:pt idx="932">
                        <c:v>10.4669883830451</c:v>
                      </c:pt>
                      <c:pt idx="933">
                        <c:v>10.392135874243699</c:v>
                      </c:pt>
                      <c:pt idx="934">
                        <c:v>10.3880533561251</c:v>
                      </c:pt>
                      <c:pt idx="935">
                        <c:v>10.400593854182</c:v>
                      </c:pt>
                      <c:pt idx="936">
                        <c:v>10.351583543724599</c:v>
                      </c:pt>
                      <c:pt idx="937">
                        <c:v>10.156130753045501</c:v>
                      </c:pt>
                      <c:pt idx="938">
                        <c:v>10.2159157647909</c:v>
                      </c:pt>
                      <c:pt idx="939">
                        <c:v>10.2159157647909</c:v>
                      </c:pt>
                      <c:pt idx="940">
                        <c:v>10.2849745152997</c:v>
                      </c:pt>
                      <c:pt idx="941">
                        <c:v>10.352490957368699</c:v>
                      </c:pt>
                      <c:pt idx="942">
                        <c:v>10.229881171477899</c:v>
                      </c:pt>
                      <c:pt idx="943">
                        <c:v>10.3206049208839</c:v>
                      </c:pt>
                      <c:pt idx="944">
                        <c:v>10.3206049208839</c:v>
                      </c:pt>
                      <c:pt idx="945">
                        <c:v>10.2919056657614</c:v>
                      </c:pt>
                      <c:pt idx="946">
                        <c:v>10.2576897929459</c:v>
                      </c:pt>
                      <c:pt idx="947">
                        <c:v>10.3146183784269</c:v>
                      </c:pt>
                      <c:pt idx="948">
                        <c:v>10.2395770506253</c:v>
                      </c:pt>
                      <c:pt idx="949">
                        <c:v>10.218705708187899</c:v>
                      </c:pt>
                      <c:pt idx="950">
                        <c:v>10.2508031154796</c:v>
                      </c:pt>
                      <c:pt idx="951">
                        <c:v>10.27211262692</c:v>
                      </c:pt>
                      <c:pt idx="952">
                        <c:v>10.283599575000601</c:v>
                      </c:pt>
                      <c:pt idx="953">
                        <c:v>10.289284738994001</c:v>
                      </c:pt>
                      <c:pt idx="954">
                        <c:v>10.2916726561694</c:v>
                      </c:pt>
                      <c:pt idx="955">
                        <c:v>10.3321745308508</c:v>
                      </c:pt>
                      <c:pt idx="956">
                        <c:v>10.286738559001</c:v>
                      </c:pt>
                      <c:pt idx="957">
                        <c:v>10.2573423683725</c:v>
                      </c:pt>
                      <c:pt idx="958">
                        <c:v>10.231115766800301</c:v>
                      </c:pt>
                      <c:pt idx="959">
                        <c:v>10.2600391354826</c:v>
                      </c:pt>
                      <c:pt idx="960">
                        <c:v>10.2686215674332</c:v>
                      </c:pt>
                      <c:pt idx="961">
                        <c:v>10.251235038427501</c:v>
                      </c:pt>
                      <c:pt idx="962">
                        <c:v>10.234374020689</c:v>
                      </c:pt>
                      <c:pt idx="963">
                        <c:v>10.2499828033472</c:v>
                      </c:pt>
                      <c:pt idx="964">
                        <c:v>10.281476499377099</c:v>
                      </c:pt>
                      <c:pt idx="965">
                        <c:v>10.199518829364401</c:v>
                      </c:pt>
                      <c:pt idx="966">
                        <c:v>10.2216747601852</c:v>
                      </c:pt>
                      <c:pt idx="967">
                        <c:v>10.2216747601852</c:v>
                      </c:pt>
                      <c:pt idx="968">
                        <c:v>10.272397593123101</c:v>
                      </c:pt>
                      <c:pt idx="969">
                        <c:v>10.234082919818</c:v>
                      </c:pt>
                      <c:pt idx="970">
                        <c:v>10.3484352474259</c:v>
                      </c:pt>
                      <c:pt idx="971">
                        <c:v>10.3274472155554</c:v>
                      </c:pt>
                      <c:pt idx="972">
                        <c:v>10.2838234133983</c:v>
                      </c:pt>
                      <c:pt idx="973">
                        <c:v>10.345249861820699</c:v>
                      </c:pt>
                      <c:pt idx="974">
                        <c:v>9.2255954071890098</c:v>
                      </c:pt>
                      <c:pt idx="975">
                        <c:v>9.2255954071890098</c:v>
                      </c:pt>
                      <c:pt idx="976">
                        <c:v>10.3584110692493</c:v>
                      </c:pt>
                      <c:pt idx="977">
                        <c:v>10.339886529967799</c:v>
                      </c:pt>
                      <c:pt idx="978">
                        <c:v>10.3073594554102</c:v>
                      </c:pt>
                      <c:pt idx="979">
                        <c:v>10.3073594554102</c:v>
                      </c:pt>
                      <c:pt idx="980">
                        <c:v>10.3073594554102</c:v>
                      </c:pt>
                      <c:pt idx="981">
                        <c:v>10.3001980157141</c:v>
                      </c:pt>
                      <c:pt idx="982">
                        <c:v>10.466254417043</c:v>
                      </c:pt>
                      <c:pt idx="983">
                        <c:v>10.4755251324071</c:v>
                      </c:pt>
                      <c:pt idx="984">
                        <c:v>10.4755251324071</c:v>
                      </c:pt>
                      <c:pt idx="985">
                        <c:v>10.4159329057756</c:v>
                      </c:pt>
                      <c:pt idx="986">
                        <c:v>10.492285099958</c:v>
                      </c:pt>
                      <c:pt idx="987">
                        <c:v>10.5029326522065</c:v>
                      </c:pt>
                      <c:pt idx="988">
                        <c:v>10.474544244184999</c:v>
                      </c:pt>
                      <c:pt idx="989">
                        <c:v>10.451414193465499</c:v>
                      </c:pt>
                      <c:pt idx="990">
                        <c:v>10.496501509865301</c:v>
                      </c:pt>
                      <c:pt idx="991">
                        <c:v>10.592053423344799</c:v>
                      </c:pt>
                      <c:pt idx="992">
                        <c:v>10.5896840645413</c:v>
                      </c:pt>
                      <c:pt idx="993">
                        <c:v>10.6943001409531</c:v>
                      </c:pt>
                      <c:pt idx="994">
                        <c:v>11.143058263649101</c:v>
                      </c:pt>
                      <c:pt idx="995">
                        <c:v>11.200989048353501</c:v>
                      </c:pt>
                      <c:pt idx="996">
                        <c:v>11.2045983756667</c:v>
                      </c:pt>
                      <c:pt idx="997">
                        <c:v>11.138119728107201</c:v>
                      </c:pt>
                      <c:pt idx="998">
                        <c:v>10.980610151559601</c:v>
                      </c:pt>
                      <c:pt idx="999">
                        <c:v>11.194206218748899</c:v>
                      </c:pt>
                      <c:pt idx="1000">
                        <c:v>11.0630260140447</c:v>
                      </c:pt>
                      <c:pt idx="1001">
                        <c:v>11.136573285001701</c:v>
                      </c:pt>
                      <c:pt idx="1002">
                        <c:v>11.0843746640611</c:v>
                      </c:pt>
                      <c:pt idx="1003">
                        <c:v>11.131717031165101</c:v>
                      </c:pt>
                      <c:pt idx="1004">
                        <c:v>11.1213781368411</c:v>
                      </c:pt>
                      <c:pt idx="1005">
                        <c:v>11.2832443147874</c:v>
                      </c:pt>
                      <c:pt idx="1006">
                        <c:v>11.231244789415801</c:v>
                      </c:pt>
                      <c:pt idx="1007">
                        <c:v>12.614368401457901</c:v>
                      </c:pt>
                      <c:pt idx="1008">
                        <c:v>11.2106222578581</c:v>
                      </c:pt>
                      <c:pt idx="1009">
                        <c:v>11.190141074387499</c:v>
                      </c:pt>
                      <c:pt idx="1010">
                        <c:v>11.1985818416937</c:v>
                      </c:pt>
                      <c:pt idx="1011">
                        <c:v>11.147202744812899</c:v>
                      </c:pt>
                      <c:pt idx="1012">
                        <c:v>11.1498128503984</c:v>
                      </c:pt>
                      <c:pt idx="1013">
                        <c:v>11.2396798568076</c:v>
                      </c:pt>
                      <c:pt idx="1014">
                        <c:v>11.1336002209024</c:v>
                      </c:pt>
                      <c:pt idx="1015">
                        <c:v>11.2543739675378</c:v>
                      </c:pt>
                      <c:pt idx="1016">
                        <c:v>11.2830576782543</c:v>
                      </c:pt>
                      <c:pt idx="1017">
                        <c:v>11.221688250782901</c:v>
                      </c:pt>
                      <c:pt idx="1018">
                        <c:v>11.268658702846601</c:v>
                      </c:pt>
                      <c:pt idx="1019">
                        <c:v>11.3668833924062</c:v>
                      </c:pt>
                      <c:pt idx="1020">
                        <c:v>11.275858723478599</c:v>
                      </c:pt>
                      <c:pt idx="1021">
                        <c:v>11.3537255154554</c:v>
                      </c:pt>
                      <c:pt idx="1022">
                        <c:v>11.3677936156553</c:v>
                      </c:pt>
                      <c:pt idx="1023">
                        <c:v>11.4814473693562</c:v>
                      </c:pt>
                      <c:pt idx="1024">
                        <c:v>11.6114076825273</c:v>
                      </c:pt>
                      <c:pt idx="1025">
                        <c:v>11.650610961660901</c:v>
                      </c:pt>
                      <c:pt idx="1026">
                        <c:v>11.6219699745245</c:v>
                      </c:pt>
                      <c:pt idx="1027">
                        <c:v>11.7218686692388</c:v>
                      </c:pt>
                      <c:pt idx="1028">
                        <c:v>11.635160910672001</c:v>
                      </c:pt>
                      <c:pt idx="1029">
                        <c:v>11.5796196190418</c:v>
                      </c:pt>
                      <c:pt idx="1030">
                        <c:v>11.5649470457495</c:v>
                      </c:pt>
                      <c:pt idx="1031">
                        <c:v>11.5728400428982</c:v>
                      </c:pt>
                      <c:pt idx="1032">
                        <c:v>11.6318270683803</c:v>
                      </c:pt>
                      <c:pt idx="1033">
                        <c:v>11.652740325240901</c:v>
                      </c:pt>
                      <c:pt idx="1034">
                        <c:v>11.647346051832599</c:v>
                      </c:pt>
                      <c:pt idx="1035">
                        <c:v>11.622890346149299</c:v>
                      </c:pt>
                      <c:pt idx="1036">
                        <c:v>11.852456452498</c:v>
                      </c:pt>
                      <c:pt idx="1037">
                        <c:v>11.852456452498</c:v>
                      </c:pt>
                      <c:pt idx="1038">
                        <c:v>11.852456452498</c:v>
                      </c:pt>
                      <c:pt idx="1039">
                        <c:v>11.852456452498</c:v>
                      </c:pt>
                      <c:pt idx="1040">
                        <c:v>11.658291748282201</c:v>
                      </c:pt>
                      <c:pt idx="1041">
                        <c:v>11.6236340926758</c:v>
                      </c:pt>
                      <c:pt idx="1042">
                        <c:v>11.5995005956732</c:v>
                      </c:pt>
                      <c:pt idx="1043">
                        <c:v>11.553984672712801</c:v>
                      </c:pt>
                      <c:pt idx="1044">
                        <c:v>11.5730132740795</c:v>
                      </c:pt>
                      <c:pt idx="1045">
                        <c:v>11.5410333159817</c:v>
                      </c:pt>
                      <c:pt idx="1046">
                        <c:v>11.483487825176001</c:v>
                      </c:pt>
                      <c:pt idx="1047">
                        <c:v>11.4724451891777</c:v>
                      </c:pt>
                      <c:pt idx="1048">
                        <c:v>11.4318224451189</c:v>
                      </c:pt>
                      <c:pt idx="1049">
                        <c:v>11.3765735526691</c:v>
                      </c:pt>
                      <c:pt idx="1050">
                        <c:v>11.3680854450759</c:v>
                      </c:pt>
                      <c:pt idx="1051">
                        <c:v>11.3245670242547</c:v>
                      </c:pt>
                      <c:pt idx="1052">
                        <c:v>11.3133570547181</c:v>
                      </c:pt>
                      <c:pt idx="1053">
                        <c:v>11.338610849848401</c:v>
                      </c:pt>
                      <c:pt idx="1054">
                        <c:v>11.2932245215256</c:v>
                      </c:pt>
                      <c:pt idx="1055">
                        <c:v>11.2987802387561</c:v>
                      </c:pt>
                      <c:pt idx="1056">
                        <c:v>11.2418923137869</c:v>
                      </c:pt>
                      <c:pt idx="1057">
                        <c:v>11.205968128709801</c:v>
                      </c:pt>
                      <c:pt idx="1058">
                        <c:v>11.241006757408</c:v>
                      </c:pt>
                      <c:pt idx="1059">
                        <c:v>11.2169181636341</c:v>
                      </c:pt>
                      <c:pt idx="1060">
                        <c:v>11.2676378346905</c:v>
                      </c:pt>
                      <c:pt idx="1061">
                        <c:v>11.2273170343283</c:v>
                      </c:pt>
                      <c:pt idx="1062">
                        <c:v>11.195753011391099</c:v>
                      </c:pt>
                      <c:pt idx="1063">
                        <c:v>11.1862013940168</c:v>
                      </c:pt>
                      <c:pt idx="1064">
                        <c:v>11.1488989777908</c:v>
                      </c:pt>
                      <c:pt idx="1065">
                        <c:v>11.122075019551501</c:v>
                      </c:pt>
                      <c:pt idx="1066">
                        <c:v>11.006166817482001</c:v>
                      </c:pt>
                      <c:pt idx="1067">
                        <c:v>11.006166817482001</c:v>
                      </c:pt>
                      <c:pt idx="1068">
                        <c:v>11.065869688110601</c:v>
                      </c:pt>
                      <c:pt idx="1069">
                        <c:v>11.065869688110601</c:v>
                      </c:pt>
                      <c:pt idx="1070">
                        <c:v>11.0932442601378</c:v>
                      </c:pt>
                      <c:pt idx="1071">
                        <c:v>11.1333250933644</c:v>
                      </c:pt>
                      <c:pt idx="1072">
                        <c:v>11.1534466914605</c:v>
                      </c:pt>
                      <c:pt idx="1073">
                        <c:v>11.2449759628606</c:v>
                      </c:pt>
                      <c:pt idx="1074">
                        <c:v>11.271570860885401</c:v>
                      </c:pt>
                      <c:pt idx="1075">
                        <c:v>11.2264197680466</c:v>
                      </c:pt>
                      <c:pt idx="1076">
                        <c:v>11.268414562581199</c:v>
                      </c:pt>
                      <c:pt idx="1077">
                        <c:v>11.429745247564099</c:v>
                      </c:pt>
                      <c:pt idx="1078">
                        <c:v>11.4147300275579</c:v>
                      </c:pt>
                      <c:pt idx="1079">
                        <c:v>11.4335845769728</c:v>
                      </c:pt>
                      <c:pt idx="1080">
                        <c:v>11.393621405420401</c:v>
                      </c:pt>
                      <c:pt idx="1081">
                        <c:v>11.4533083135134</c:v>
                      </c:pt>
                      <c:pt idx="1082">
                        <c:v>11.514413295488</c:v>
                      </c:pt>
                      <c:pt idx="1083">
                        <c:v>11.449581664841</c:v>
                      </c:pt>
                      <c:pt idx="1084">
                        <c:v>11.449581664841</c:v>
                      </c:pt>
                      <c:pt idx="1085">
                        <c:v>11.471640377113699</c:v>
                      </c:pt>
                      <c:pt idx="1086">
                        <c:v>11.502868304474401</c:v>
                      </c:pt>
                      <c:pt idx="1087">
                        <c:v>11.590340422445299</c:v>
                      </c:pt>
                      <c:pt idx="1088">
                        <c:v>11.5738408341302</c:v>
                      </c:pt>
                      <c:pt idx="1089">
                        <c:v>11.5738408341302</c:v>
                      </c:pt>
                      <c:pt idx="1090">
                        <c:v>11.6986004425976</c:v>
                      </c:pt>
                      <c:pt idx="1091">
                        <c:v>11.9459862065401</c:v>
                      </c:pt>
                      <c:pt idx="1092">
                        <c:v>11.9646804405906</c:v>
                      </c:pt>
                      <c:pt idx="1093">
                        <c:v>12.036223236848899</c:v>
                      </c:pt>
                      <c:pt idx="1094">
                        <c:v>11.975633441065099</c:v>
                      </c:pt>
                      <c:pt idx="1095">
                        <c:v>11.975197173828899</c:v>
                      </c:pt>
                      <c:pt idx="1096">
                        <c:v>12.0109199018559</c:v>
                      </c:pt>
                      <c:pt idx="1097">
                        <c:v>12.240199379903601</c:v>
                      </c:pt>
                      <c:pt idx="1098">
                        <c:v>12.1460290984246</c:v>
                      </c:pt>
                      <c:pt idx="1099">
                        <c:v>12.165425342820299</c:v>
                      </c:pt>
                      <c:pt idx="1100">
                        <c:v>12.1555901822077</c:v>
                      </c:pt>
                      <c:pt idx="1101">
                        <c:v>12.262888680823</c:v>
                      </c:pt>
                      <c:pt idx="1102">
                        <c:v>12.4337086559221</c:v>
                      </c:pt>
                      <c:pt idx="1103">
                        <c:v>12.3141472112308</c:v>
                      </c:pt>
                      <c:pt idx="1104">
                        <c:v>12.263657123551299</c:v>
                      </c:pt>
                      <c:pt idx="1105">
                        <c:v>12.295857484754899</c:v>
                      </c:pt>
                      <c:pt idx="1106">
                        <c:v>12.3810330819814</c:v>
                      </c:pt>
                      <c:pt idx="1107">
                        <c:v>12.498935976484301</c:v>
                      </c:pt>
                      <c:pt idx="1108">
                        <c:v>12.8058769039965</c:v>
                      </c:pt>
                      <c:pt idx="1109">
                        <c:v>12.8058769039965</c:v>
                      </c:pt>
                      <c:pt idx="1110">
                        <c:v>12.906270852447699</c:v>
                      </c:pt>
                      <c:pt idx="1111">
                        <c:v>13.1608357680396</c:v>
                      </c:pt>
                      <c:pt idx="1112">
                        <c:v>12.965885953808201</c:v>
                      </c:pt>
                      <c:pt idx="1113">
                        <c:v>13.0218892153087</c:v>
                      </c:pt>
                      <c:pt idx="1114">
                        <c:v>12.6920222330104</c:v>
                      </c:pt>
                      <c:pt idx="1115">
                        <c:v>13.1413510247194</c:v>
                      </c:pt>
                      <c:pt idx="1116">
                        <c:v>13.210693877295</c:v>
                      </c:pt>
                      <c:pt idx="1117">
                        <c:v>13.3217524341462</c:v>
                      </c:pt>
                      <c:pt idx="1118">
                        <c:v>13.3406852010185</c:v>
                      </c:pt>
                      <c:pt idx="1119">
                        <c:v>13.307069513490299</c:v>
                      </c:pt>
                      <c:pt idx="1120">
                        <c:v>13.299581333880299</c:v>
                      </c:pt>
                      <c:pt idx="1121">
                        <c:v>13.1938056613347</c:v>
                      </c:pt>
                      <c:pt idx="1122">
                        <c:v>13.0681700052453</c:v>
                      </c:pt>
                      <c:pt idx="1123">
                        <c:v>13.085468273747599</c:v>
                      </c:pt>
                      <c:pt idx="1124">
                        <c:v>13.020292934945401</c:v>
                      </c:pt>
                      <c:pt idx="1125">
                        <c:v>13.168986134401401</c:v>
                      </c:pt>
                      <c:pt idx="1126">
                        <c:v>13.126472225893499</c:v>
                      </c:pt>
                      <c:pt idx="1127">
                        <c:v>13.0573393228482</c:v>
                      </c:pt>
                      <c:pt idx="1128">
                        <c:v>13.0429148757708</c:v>
                      </c:pt>
                      <c:pt idx="1129">
                        <c:v>13.0213201900507</c:v>
                      </c:pt>
                      <c:pt idx="1130">
                        <c:v>13.041531074290299</c:v>
                      </c:pt>
                      <c:pt idx="1131">
                        <c:v>12.848430067616601</c:v>
                      </c:pt>
                      <c:pt idx="1132">
                        <c:v>12.761011203686801</c:v>
                      </c:pt>
                      <c:pt idx="1133">
                        <c:v>12.719360039793999</c:v>
                      </c:pt>
                      <c:pt idx="1134">
                        <c:v>12.428839240182199</c:v>
                      </c:pt>
                      <c:pt idx="1135">
                        <c:v>12.3189403593177</c:v>
                      </c:pt>
                      <c:pt idx="1136">
                        <c:v>12.272813173880699</c:v>
                      </c:pt>
                      <c:pt idx="1137">
                        <c:v>12.272813173880699</c:v>
                      </c:pt>
                      <c:pt idx="1138">
                        <c:v>12.219863837201199</c:v>
                      </c:pt>
                      <c:pt idx="1139">
                        <c:v>12.2279540653119</c:v>
                      </c:pt>
                      <c:pt idx="1140">
                        <c:v>12.286670872232399</c:v>
                      </c:pt>
                      <c:pt idx="1141">
                        <c:v>12.2298275999648</c:v>
                      </c:pt>
                      <c:pt idx="1142">
                        <c:v>12.111457468772199</c:v>
                      </c:pt>
                      <c:pt idx="1143">
                        <c:v>12.0797369829431</c:v>
                      </c:pt>
                      <c:pt idx="1144">
                        <c:v>12.0797369829431</c:v>
                      </c:pt>
                      <c:pt idx="1145">
                        <c:v>11.901996660252401</c:v>
                      </c:pt>
                      <c:pt idx="1146">
                        <c:v>11.8574154052847</c:v>
                      </c:pt>
                      <c:pt idx="1147">
                        <c:v>11.8614783740846</c:v>
                      </c:pt>
                      <c:pt idx="1148">
                        <c:v>11.801795076644</c:v>
                      </c:pt>
                      <c:pt idx="1149">
                        <c:v>11.7194246848677</c:v>
                      </c:pt>
                      <c:pt idx="1150">
                        <c:v>11.6924069269191</c:v>
                      </c:pt>
                      <c:pt idx="1151">
                        <c:v>11.533434763902401</c:v>
                      </c:pt>
                      <c:pt idx="1152">
                        <c:v>11.5316326363822</c:v>
                      </c:pt>
                      <c:pt idx="1153">
                        <c:v>11.501950796305501</c:v>
                      </c:pt>
                      <c:pt idx="1154">
                        <c:v>11.4665192048433</c:v>
                      </c:pt>
                      <c:pt idx="1155">
                        <c:v>11.5917674893143</c:v>
                      </c:pt>
                      <c:pt idx="1156">
                        <c:v>11.6615118495062</c:v>
                      </c:pt>
                      <c:pt idx="1157">
                        <c:v>11.6235623859956</c:v>
                      </c:pt>
                      <c:pt idx="1158">
                        <c:v>11.7708788024763</c:v>
                      </c:pt>
                      <c:pt idx="1159">
                        <c:v>11.7482477000597</c:v>
                      </c:pt>
                      <c:pt idx="1160">
                        <c:v>11.859812399189799</c:v>
                      </c:pt>
                      <c:pt idx="1161">
                        <c:v>11.8183736515037</c:v>
                      </c:pt>
                      <c:pt idx="1162">
                        <c:v>11.758706800313499</c:v>
                      </c:pt>
                      <c:pt idx="1163">
                        <c:v>11.6976100596751</c:v>
                      </c:pt>
                      <c:pt idx="1164">
                        <c:v>11.835254331556699</c:v>
                      </c:pt>
                      <c:pt idx="1165">
                        <c:v>11.9721249629069</c:v>
                      </c:pt>
                      <c:pt idx="1166">
                        <c:v>12.129099204393601</c:v>
                      </c:pt>
                      <c:pt idx="1167">
                        <c:v>12.565253099948499</c:v>
                      </c:pt>
                      <c:pt idx="1168">
                        <c:v>12.118548354729301</c:v>
                      </c:pt>
                      <c:pt idx="1169">
                        <c:v>11.955921535790599</c:v>
                      </c:pt>
                      <c:pt idx="1170">
                        <c:v>12.2940410375243</c:v>
                      </c:pt>
                      <c:pt idx="1171">
                        <c:v>12.286319585716299</c:v>
                      </c:pt>
                      <c:pt idx="1172">
                        <c:v>12.119375828685399</c:v>
                      </c:pt>
                      <c:pt idx="1173">
                        <c:v>12.070474133744</c:v>
                      </c:pt>
                      <c:pt idx="1174">
                        <c:v>12.100105047069899</c:v>
                      </c:pt>
                      <c:pt idx="1175">
                        <c:v>12.1463590512206</c:v>
                      </c:pt>
                      <c:pt idx="1176">
                        <c:v>12.0222950317641</c:v>
                      </c:pt>
                      <c:pt idx="1177">
                        <c:v>12.0107625196316</c:v>
                      </c:pt>
                      <c:pt idx="1178">
                        <c:v>11.7828572035422</c:v>
                      </c:pt>
                      <c:pt idx="1179">
                        <c:v>12.058171296632199</c:v>
                      </c:pt>
                      <c:pt idx="1180">
                        <c:v>12.0729998410071</c:v>
                      </c:pt>
                      <c:pt idx="1181">
                        <c:v>12.4573935374525</c:v>
                      </c:pt>
                      <c:pt idx="1182">
                        <c:v>12.297012121310299</c:v>
                      </c:pt>
                      <c:pt idx="1183">
                        <c:v>12.788916511244899</c:v>
                      </c:pt>
                      <c:pt idx="1184">
                        <c:v>12.788916511244899</c:v>
                      </c:pt>
                      <c:pt idx="1185">
                        <c:v>12.6922529366819</c:v>
                      </c:pt>
                      <c:pt idx="1186">
                        <c:v>12.855172165190799</c:v>
                      </c:pt>
                      <c:pt idx="1187">
                        <c:v>13.167635650525</c:v>
                      </c:pt>
                      <c:pt idx="1188">
                        <c:v>12.797906023832899</c:v>
                      </c:pt>
                      <c:pt idx="1189">
                        <c:v>12.8596429203808</c:v>
                      </c:pt>
                      <c:pt idx="1190">
                        <c:v>12.707414596140101</c:v>
                      </c:pt>
                      <c:pt idx="1191">
                        <c:v>12.711640680797901</c:v>
                      </c:pt>
                      <c:pt idx="1192">
                        <c:v>13.118760912354899</c:v>
                      </c:pt>
                      <c:pt idx="1193">
                        <c:v>13.233589063175</c:v>
                      </c:pt>
                      <c:pt idx="1194">
                        <c:v>13.0818725315281</c:v>
                      </c:pt>
                      <c:pt idx="1195">
                        <c:v>13.2435524575857</c:v>
                      </c:pt>
                      <c:pt idx="1196">
                        <c:v>12.9191664533432</c:v>
                      </c:pt>
                      <c:pt idx="1197">
                        <c:v>12.8291785186606</c:v>
                      </c:pt>
                      <c:pt idx="1198">
                        <c:v>12.7756013471293</c:v>
                      </c:pt>
                      <c:pt idx="1199">
                        <c:v>12.7756013471293</c:v>
                      </c:pt>
                      <c:pt idx="1200">
                        <c:v>12.8145763621798</c:v>
                      </c:pt>
                      <c:pt idx="1201">
                        <c:v>12.8145763621798</c:v>
                      </c:pt>
                      <c:pt idx="1202">
                        <c:v>12.6924694329419</c:v>
                      </c:pt>
                      <c:pt idx="1203">
                        <c:v>12.542215130088501</c:v>
                      </c:pt>
                      <c:pt idx="1204">
                        <c:v>12.476698954588599</c:v>
                      </c:pt>
                      <c:pt idx="1205">
                        <c:v>12.435242793349101</c:v>
                      </c:pt>
                      <c:pt idx="1206">
                        <c:v>12.4084927154722</c:v>
                      </c:pt>
                      <c:pt idx="1207">
                        <c:v>12.2951127938243</c:v>
                      </c:pt>
                      <c:pt idx="1208">
                        <c:v>12.256836791828</c:v>
                      </c:pt>
                      <c:pt idx="1209">
                        <c:v>12.256836791828</c:v>
                      </c:pt>
                      <c:pt idx="1210">
                        <c:v>12.4956814845259</c:v>
                      </c:pt>
                      <c:pt idx="1211">
                        <c:v>12.2033218160422</c:v>
                      </c:pt>
                      <c:pt idx="1212">
                        <c:v>12.2033218160422</c:v>
                      </c:pt>
                      <c:pt idx="1213">
                        <c:v>12.2755060166884</c:v>
                      </c:pt>
                      <c:pt idx="1214">
                        <c:v>12.4349190976109</c:v>
                      </c:pt>
                      <c:pt idx="1215">
                        <c:v>12.0710397683278</c:v>
                      </c:pt>
                      <c:pt idx="1216">
                        <c:v>11.931073805666999</c:v>
                      </c:pt>
                      <c:pt idx="1217">
                        <c:v>11.5686408335328</c:v>
                      </c:pt>
                      <c:pt idx="1218">
                        <c:v>11.5299755622144</c:v>
                      </c:pt>
                      <c:pt idx="1219">
                        <c:v>11.6020790409212</c:v>
                      </c:pt>
                      <c:pt idx="1220">
                        <c:v>11.7276923372717</c:v>
                      </c:pt>
                      <c:pt idx="1221">
                        <c:v>11.590175547193001</c:v>
                      </c:pt>
                      <c:pt idx="1222">
                        <c:v>11.496674309168499</c:v>
                      </c:pt>
                      <c:pt idx="1223">
                        <c:v>11.557208587341799</c:v>
                      </c:pt>
                      <c:pt idx="1224">
                        <c:v>11.557208587341799</c:v>
                      </c:pt>
                      <c:pt idx="1225">
                        <c:v>11.283860232662899</c:v>
                      </c:pt>
                      <c:pt idx="1226">
                        <c:v>11.326609196498501</c:v>
                      </c:pt>
                      <c:pt idx="1227">
                        <c:v>11.0153473526497</c:v>
                      </c:pt>
                      <c:pt idx="1228">
                        <c:v>11.0421337094431</c:v>
                      </c:pt>
                      <c:pt idx="1229">
                        <c:v>10.8054311719632</c:v>
                      </c:pt>
                      <c:pt idx="1230">
                        <c:v>10.805109840835801</c:v>
                      </c:pt>
                      <c:pt idx="1231">
                        <c:v>10.6726663703746</c:v>
                      </c:pt>
                      <c:pt idx="1232">
                        <c:v>10.4659313956278</c:v>
                      </c:pt>
                      <c:pt idx="1233">
                        <c:v>10.475401736956901</c:v>
                      </c:pt>
                      <c:pt idx="1234">
                        <c:v>10.2797392826907</c:v>
                      </c:pt>
                      <c:pt idx="1235">
                        <c:v>10.204544578603301</c:v>
                      </c:pt>
                      <c:pt idx="1236">
                        <c:v>10.077695296963499</c:v>
                      </c:pt>
                      <c:pt idx="1237">
                        <c:v>9.9005322062371999</c:v>
                      </c:pt>
                      <c:pt idx="1238">
                        <c:v>10.1873584150882</c:v>
                      </c:pt>
                      <c:pt idx="1239">
                        <c:v>10.2982961190745</c:v>
                      </c:pt>
                      <c:pt idx="1240">
                        <c:v>10.2982961190745</c:v>
                      </c:pt>
                      <c:pt idx="1241">
                        <c:v>10.2982961190745</c:v>
                      </c:pt>
                      <c:pt idx="1242">
                        <c:v>10.133945684588801</c:v>
                      </c:pt>
                      <c:pt idx="1243">
                        <c:v>9.8929656585549601</c:v>
                      </c:pt>
                      <c:pt idx="1244">
                        <c:v>10.1213016607571</c:v>
                      </c:pt>
                      <c:pt idx="1245">
                        <c:v>10.1805389437421</c:v>
                      </c:pt>
                      <c:pt idx="1246">
                        <c:v>10.0312042342116</c:v>
                      </c:pt>
                      <c:pt idx="1247">
                        <c:v>9.9470520472324999</c:v>
                      </c:pt>
                      <c:pt idx="1248">
                        <c:v>9.9470520472324999</c:v>
                      </c:pt>
                      <c:pt idx="1249">
                        <c:v>9.9154920999357898</c:v>
                      </c:pt>
                      <c:pt idx="1250">
                        <c:v>9.8170236324517592</c:v>
                      </c:pt>
                      <c:pt idx="1251">
                        <c:v>9.8612414313526902</c:v>
                      </c:pt>
                      <c:pt idx="1252">
                        <c:v>9.8383442413983104</c:v>
                      </c:pt>
                      <c:pt idx="1253">
                        <c:v>9.8192983707891699</c:v>
                      </c:pt>
                      <c:pt idx="1254">
                        <c:v>9.9905032557225404</c:v>
                      </c:pt>
                      <c:pt idx="1255">
                        <c:v>9.9463821750395702</c:v>
                      </c:pt>
                      <c:pt idx="1256">
                        <c:v>9.6707070359376708</c:v>
                      </c:pt>
                      <c:pt idx="1257">
                        <c:v>9.75783686890966</c:v>
                      </c:pt>
                      <c:pt idx="1258">
                        <c:v>9.7212197292388094</c:v>
                      </c:pt>
                      <c:pt idx="1259">
                        <c:v>9.7402715305533007</c:v>
                      </c:pt>
                      <c:pt idx="1260">
                        <c:v>9.7168139023113707</c:v>
                      </c:pt>
                      <c:pt idx="1261">
                        <c:v>9.7259878396728503</c:v>
                      </c:pt>
                      <c:pt idx="1262">
                        <c:v>9.5887157539162597</c:v>
                      </c:pt>
                      <c:pt idx="1263">
                        <c:v>9.5819544244415091</c:v>
                      </c:pt>
                      <c:pt idx="1264">
                        <c:v>9.6393820775653296</c:v>
                      </c:pt>
                      <c:pt idx="1265">
                        <c:v>9.60238819436168</c:v>
                      </c:pt>
                      <c:pt idx="1266">
                        <c:v>9.5843834088657793</c:v>
                      </c:pt>
                      <c:pt idx="1267">
                        <c:v>9.5329861799522799</c:v>
                      </c:pt>
                      <c:pt idx="1268">
                        <c:v>9.4998578373791993</c:v>
                      </c:pt>
                      <c:pt idx="1269">
                        <c:v>9.7552162436574594</c:v>
                      </c:pt>
                      <c:pt idx="1270">
                        <c:v>9.8515605157885595</c:v>
                      </c:pt>
                      <c:pt idx="1271">
                        <c:v>9.7783271174001491</c:v>
                      </c:pt>
                      <c:pt idx="1272">
                        <c:v>9.6841937027427107</c:v>
                      </c:pt>
                      <c:pt idx="1273">
                        <c:v>9.6909564925248208</c:v>
                      </c:pt>
                      <c:pt idx="1274">
                        <c:v>9.7448140950736803</c:v>
                      </c:pt>
                      <c:pt idx="1275">
                        <c:v>9.6995725390851408</c:v>
                      </c:pt>
                      <c:pt idx="1276">
                        <c:v>9.6658516189818897</c:v>
                      </c:pt>
                      <c:pt idx="1277">
                        <c:v>9.70008798106476</c:v>
                      </c:pt>
                      <c:pt idx="1278">
                        <c:v>9.6665923855822307</c:v>
                      </c:pt>
                      <c:pt idx="1279">
                        <c:v>9.6665923855822307</c:v>
                      </c:pt>
                      <c:pt idx="1280">
                        <c:v>9.6665923855822307</c:v>
                      </c:pt>
                      <c:pt idx="1281">
                        <c:v>9.4756277546603798</c:v>
                      </c:pt>
                      <c:pt idx="1282">
                        <c:v>9.4509798443139399</c:v>
                      </c:pt>
                      <c:pt idx="1283">
                        <c:v>9.2652603784517407</c:v>
                      </c:pt>
                      <c:pt idx="1284">
                        <c:v>9.1962856145577803</c:v>
                      </c:pt>
                      <c:pt idx="1285">
                        <c:v>9.1191408825568807</c:v>
                      </c:pt>
                      <c:pt idx="1286">
                        <c:v>9.0820257733822398</c:v>
                      </c:pt>
                      <c:pt idx="1287">
                        <c:v>9.0987776230472601</c:v>
                      </c:pt>
                      <c:pt idx="1288">
                        <c:v>9.1517328318313993</c:v>
                      </c:pt>
                      <c:pt idx="1289">
                        <c:v>9.1010639592520608</c:v>
                      </c:pt>
                      <c:pt idx="1290">
                        <c:v>9.1261146301108909</c:v>
                      </c:pt>
                      <c:pt idx="1291">
                        <c:v>9.0939119083837099</c:v>
                      </c:pt>
                      <c:pt idx="1292">
                        <c:v>9.0304138134096306</c:v>
                      </c:pt>
                      <c:pt idx="1293">
                        <c:v>8.9493861785286306</c:v>
                      </c:pt>
                      <c:pt idx="1294">
                        <c:v>8.8401018358461005</c:v>
                      </c:pt>
                      <c:pt idx="1295">
                        <c:v>8.8339100380333804</c:v>
                      </c:pt>
                      <c:pt idx="1296">
                        <c:v>8.7956798251104598</c:v>
                      </c:pt>
                      <c:pt idx="1297">
                        <c:v>8.7765750724585807</c:v>
                      </c:pt>
                      <c:pt idx="1298">
                        <c:v>8.7765750724585807</c:v>
                      </c:pt>
                      <c:pt idx="1299">
                        <c:v>8.77201242262473</c:v>
                      </c:pt>
                      <c:pt idx="1300">
                        <c:v>8.8857425262265508</c:v>
                      </c:pt>
                      <c:pt idx="1301">
                        <c:v>8.9355145925693797</c:v>
                      </c:pt>
                      <c:pt idx="1302">
                        <c:v>8.9519407435278193</c:v>
                      </c:pt>
                      <c:pt idx="1303">
                        <c:v>9.0611179230990508</c:v>
                      </c:pt>
                      <c:pt idx="1304">
                        <c:v>8.9879008418889104</c:v>
                      </c:pt>
                      <c:pt idx="1305">
                        <c:v>8.9273673755530893</c:v>
                      </c:pt>
                      <c:pt idx="1306">
                        <c:v>8.8389638895455995</c:v>
                      </c:pt>
                      <c:pt idx="1307">
                        <c:v>8.8354568525001298</c:v>
                      </c:pt>
                      <c:pt idx="1308">
                        <c:v>8.7224342884215602</c:v>
                      </c:pt>
                      <c:pt idx="1309">
                        <c:v>8.7364340060314802</c:v>
                      </c:pt>
                      <c:pt idx="1310">
                        <c:v>8.5443367998080006</c:v>
                      </c:pt>
                      <c:pt idx="1311">
                        <c:v>8.5443367998080006</c:v>
                      </c:pt>
                      <c:pt idx="1312">
                        <c:v>8.5443367998080006</c:v>
                      </c:pt>
                      <c:pt idx="1313">
                        <c:v>8.5693528819349094</c:v>
                      </c:pt>
                      <c:pt idx="1314">
                        <c:v>8.5452107184487307</c:v>
                      </c:pt>
                      <c:pt idx="1315">
                        <c:v>8.4092341959683505</c:v>
                      </c:pt>
                      <c:pt idx="1316">
                        <c:v>8.3919418210276202</c:v>
                      </c:pt>
                      <c:pt idx="1317">
                        <c:v>8.4037204178768494</c:v>
                      </c:pt>
                      <c:pt idx="1318">
                        <c:v>8.3912127111841901</c:v>
                      </c:pt>
                      <c:pt idx="1319">
                        <c:v>8.2385746111338403</c:v>
                      </c:pt>
                      <c:pt idx="1320">
                        <c:v>8.1335430601687708</c:v>
                      </c:pt>
                      <c:pt idx="1321">
                        <c:v>8.1441274589727399</c:v>
                      </c:pt>
                      <c:pt idx="1322">
                        <c:v>8.08828592477151</c:v>
                      </c:pt>
                      <c:pt idx="1323">
                        <c:v>8.1808263620776405</c:v>
                      </c:pt>
                      <c:pt idx="1324">
                        <c:v>8.1778266331392704</c:v>
                      </c:pt>
                      <c:pt idx="1325">
                        <c:v>8.0222957619798105</c:v>
                      </c:pt>
                      <c:pt idx="1326">
                        <c:v>7.95143795855987</c:v>
                      </c:pt>
                      <c:pt idx="1327">
                        <c:v>7.95143795855987</c:v>
                      </c:pt>
                      <c:pt idx="1328">
                        <c:v>7.9414835104684096</c:v>
                      </c:pt>
                      <c:pt idx="1329">
                        <c:v>7.9865344024106601</c:v>
                      </c:pt>
                      <c:pt idx="1330">
                        <c:v>7.9858357718457098</c:v>
                      </c:pt>
                      <c:pt idx="1331">
                        <c:v>7.9750225215468902</c:v>
                      </c:pt>
                      <c:pt idx="1332">
                        <c:v>7.9330878200146104</c:v>
                      </c:pt>
                      <c:pt idx="1333">
                        <c:v>7.9744542615672298</c:v>
                      </c:pt>
                      <c:pt idx="1334">
                        <c:v>7.9096328574851302</c:v>
                      </c:pt>
                      <c:pt idx="1335">
                        <c:v>7.8960762071612596</c:v>
                      </c:pt>
                      <c:pt idx="1336">
                        <c:v>7.8098488308225997</c:v>
                      </c:pt>
                      <c:pt idx="1337">
                        <c:v>7.8526920012650097</c:v>
                      </c:pt>
                      <c:pt idx="1338">
                        <c:v>7.82622103680115</c:v>
                      </c:pt>
                      <c:pt idx="1339">
                        <c:v>7.7279792787395403</c:v>
                      </c:pt>
                      <c:pt idx="1340">
                        <c:v>7.6830160418618103</c:v>
                      </c:pt>
                      <c:pt idx="1341">
                        <c:v>7.8567406316274297</c:v>
                      </c:pt>
                      <c:pt idx="1342">
                        <c:v>8.0744713673013493</c:v>
                      </c:pt>
                      <c:pt idx="1343">
                        <c:v>8.0744713673013493</c:v>
                      </c:pt>
                      <c:pt idx="1344">
                        <c:v>8.1382139116732599</c:v>
                      </c:pt>
                      <c:pt idx="1345">
                        <c:v>8.0137007497926298</c:v>
                      </c:pt>
                      <c:pt idx="1346">
                        <c:v>8.1426171478413707</c:v>
                      </c:pt>
                      <c:pt idx="1347">
                        <c:v>8.1278390899780302</c:v>
                      </c:pt>
                      <c:pt idx="1348">
                        <c:v>8.1190247179409099</c:v>
                      </c:pt>
                      <c:pt idx="1349">
                        <c:v>8.4460156743432506</c:v>
                      </c:pt>
                      <c:pt idx="1350">
                        <c:v>8.4460156743432506</c:v>
                      </c:pt>
                      <c:pt idx="1351">
                        <c:v>8.4460156743432506</c:v>
                      </c:pt>
                      <c:pt idx="1352">
                        <c:v>8.6599510563592599</c:v>
                      </c:pt>
                      <c:pt idx="1353">
                        <c:v>8.9624074057997394</c:v>
                      </c:pt>
                      <c:pt idx="1354">
                        <c:v>8.9011037091398393</c:v>
                      </c:pt>
                      <c:pt idx="1355">
                        <c:v>8.9279192164365995</c:v>
                      </c:pt>
                      <c:pt idx="1356">
                        <c:v>8.8075638053172405</c:v>
                      </c:pt>
                      <c:pt idx="1357">
                        <c:v>8.7833639676829698</c:v>
                      </c:pt>
                      <c:pt idx="1358">
                        <c:v>8.7833639676829698</c:v>
                      </c:pt>
                      <c:pt idx="1359">
                        <c:v>9.0008841728573294</c:v>
                      </c:pt>
                      <c:pt idx="1360">
                        <c:v>8.8824575054764594</c:v>
                      </c:pt>
                      <c:pt idx="1361">
                        <c:v>9.0024615841921207</c:v>
                      </c:pt>
                      <c:pt idx="1362">
                        <c:v>8.9798805825488603</c:v>
                      </c:pt>
                      <c:pt idx="1363">
                        <c:v>8.9798805825488603</c:v>
                      </c:pt>
                      <c:pt idx="1364">
                        <c:v>9.9392347357043498</c:v>
                      </c:pt>
                      <c:pt idx="1365">
                        <c:v>9.0922598325484891</c:v>
                      </c:pt>
                      <c:pt idx="1366">
                        <c:v>9.0171734126802008</c:v>
                      </c:pt>
                      <c:pt idx="1367">
                        <c:v>8.9360513496364593</c:v>
                      </c:pt>
                      <c:pt idx="1368">
                        <c:v>8.9360513496364593</c:v>
                      </c:pt>
                      <c:pt idx="1369">
                        <c:v>8.8596378392477604</c:v>
                      </c:pt>
                      <c:pt idx="1370">
                        <c:v>8.8056967807228403</c:v>
                      </c:pt>
                      <c:pt idx="1371">
                        <c:v>8.8367061950384205</c:v>
                      </c:pt>
                      <c:pt idx="1372">
                        <c:v>8.7553570533074208</c:v>
                      </c:pt>
                      <c:pt idx="1373">
                        <c:v>8.6124785356814293</c:v>
                      </c:pt>
                      <c:pt idx="1374">
                        <c:v>8.4405301018411993</c:v>
                      </c:pt>
                      <c:pt idx="1375">
                        <c:v>8.50319901804788</c:v>
                      </c:pt>
                      <c:pt idx="1376">
                        <c:v>8.4597660855220305</c:v>
                      </c:pt>
                      <c:pt idx="1377">
                        <c:v>8.8389558574110296</c:v>
                      </c:pt>
                      <c:pt idx="1378">
                        <c:v>8.9408418339703299</c:v>
                      </c:pt>
                      <c:pt idx="1379">
                        <c:v>8.9524309882696897</c:v>
                      </c:pt>
                      <c:pt idx="1380">
                        <c:v>8.83834996410733</c:v>
                      </c:pt>
                      <c:pt idx="1381">
                        <c:v>8.7942066385428301</c:v>
                      </c:pt>
                      <c:pt idx="1382">
                        <c:v>8.7476441270613403</c:v>
                      </c:pt>
                      <c:pt idx="1383">
                        <c:v>8.7476441270613403</c:v>
                      </c:pt>
                      <c:pt idx="1384">
                        <c:v>8.6948598330753697</c:v>
                      </c:pt>
                      <c:pt idx="1385">
                        <c:v>8.6914712453218499</c:v>
                      </c:pt>
                      <c:pt idx="1386">
                        <c:v>8.6671058164060994</c:v>
                      </c:pt>
                      <c:pt idx="1387">
                        <c:v>8.6004099825277596</c:v>
                      </c:pt>
                      <c:pt idx="1388">
                        <c:v>8.5668677785384801</c:v>
                      </c:pt>
                      <c:pt idx="1389">
                        <c:v>8.6319665513311499</c:v>
                      </c:pt>
                      <c:pt idx="1390">
                        <c:v>8.8104038543865997</c:v>
                      </c:pt>
                      <c:pt idx="1391">
                        <c:v>8.8363498914572993</c:v>
                      </c:pt>
                      <c:pt idx="1392">
                        <c:v>8.8004549769058702</c:v>
                      </c:pt>
                      <c:pt idx="1393">
                        <c:v>8.6721374926521992</c:v>
                      </c:pt>
                      <c:pt idx="1394">
                        <c:v>8.7120994643798593</c:v>
                      </c:pt>
                      <c:pt idx="1395">
                        <c:v>8.7750020379329197</c:v>
                      </c:pt>
                      <c:pt idx="1396">
                        <c:v>8.72759091842134</c:v>
                      </c:pt>
                      <c:pt idx="1397">
                        <c:v>8.72759091842134</c:v>
                      </c:pt>
                      <c:pt idx="1398">
                        <c:v>8.8751449002813594</c:v>
                      </c:pt>
                      <c:pt idx="1399">
                        <c:v>8.8453330912679995</c:v>
                      </c:pt>
                      <c:pt idx="1400">
                        <c:v>8.8256889197893003</c:v>
                      </c:pt>
                      <c:pt idx="1401">
                        <c:v>8.8114799218281892</c:v>
                      </c:pt>
                      <c:pt idx="1402">
                        <c:v>8.77067788555647</c:v>
                      </c:pt>
                      <c:pt idx="1403">
                        <c:v>8.77067788555647</c:v>
                      </c:pt>
                      <c:pt idx="1404">
                        <c:v>8.8408693821133895</c:v>
                      </c:pt>
                      <c:pt idx="1405">
                        <c:v>8.9925595278866304</c:v>
                      </c:pt>
                      <c:pt idx="1406">
                        <c:v>8.9093936620584397</c:v>
                      </c:pt>
                      <c:pt idx="1407">
                        <c:v>9.0165088743603601</c:v>
                      </c:pt>
                      <c:pt idx="1408">
                        <c:v>8.9021850649284495</c:v>
                      </c:pt>
                      <c:pt idx="1409">
                        <c:v>9.0384351845954392</c:v>
                      </c:pt>
                      <c:pt idx="1410">
                        <c:v>8.9914594186913508</c:v>
                      </c:pt>
                      <c:pt idx="1411">
                        <c:v>8.9529535032354897</c:v>
                      </c:pt>
                      <c:pt idx="1412">
                        <c:v>9.0005621198461903</c:v>
                      </c:pt>
                      <c:pt idx="1413">
                        <c:v>9.01718121333578</c:v>
                      </c:pt>
                      <c:pt idx="1414">
                        <c:v>9.0257003392970692</c:v>
                      </c:pt>
                      <c:pt idx="1415">
                        <c:v>9.0257003392970692</c:v>
                      </c:pt>
                      <c:pt idx="1416">
                        <c:v>8.9743853866251104</c:v>
                      </c:pt>
                      <c:pt idx="1417">
                        <c:v>8.8671908571954905</c:v>
                      </c:pt>
                      <c:pt idx="1418">
                        <c:v>8.8292283825511593</c:v>
                      </c:pt>
                      <c:pt idx="1419">
                        <c:v>8.9462315756634805</c:v>
                      </c:pt>
                      <c:pt idx="1420">
                        <c:v>8.9574696002101692</c:v>
                      </c:pt>
                      <c:pt idx="1421">
                        <c:v>9.0126250664541594</c:v>
                      </c:pt>
                      <c:pt idx="1422">
                        <c:v>9.0622234476730501</c:v>
                      </c:pt>
                      <c:pt idx="1423">
                        <c:v>8.9459378991167</c:v>
                      </c:pt>
                      <c:pt idx="1424">
                        <c:v>9.0039706989493897</c:v>
                      </c:pt>
                      <c:pt idx="1425">
                        <c:v>9.0491412539689993</c:v>
                      </c:pt>
                      <c:pt idx="1426">
                        <c:v>9.0878837344131806</c:v>
                      </c:pt>
                      <c:pt idx="1427">
                        <c:v>8.9467592602763695</c:v>
                      </c:pt>
                      <c:pt idx="1428">
                        <c:v>8.9517666981452404</c:v>
                      </c:pt>
                      <c:pt idx="1429">
                        <c:v>8.9021936359567402</c:v>
                      </c:pt>
                      <c:pt idx="1430">
                        <c:v>8.93153560608026</c:v>
                      </c:pt>
                      <c:pt idx="1431">
                        <c:v>8.8742030861826695</c:v>
                      </c:pt>
                      <c:pt idx="1432">
                        <c:v>8.85914957682912</c:v>
                      </c:pt>
                      <c:pt idx="1433">
                        <c:v>8.7057402368600201</c:v>
                      </c:pt>
                      <c:pt idx="1434">
                        <c:v>8.6451461777956897</c:v>
                      </c:pt>
                      <c:pt idx="1435">
                        <c:v>8.6420556365505306</c:v>
                      </c:pt>
                      <c:pt idx="1436">
                        <c:v>8.5326769769323807</c:v>
                      </c:pt>
                      <c:pt idx="1437">
                        <c:v>8.5709962327781604</c:v>
                      </c:pt>
                      <c:pt idx="1438">
                        <c:v>8.5642406770213704</c:v>
                      </c:pt>
                      <c:pt idx="1439">
                        <c:v>8.4021279208943902</c:v>
                      </c:pt>
                      <c:pt idx="1440">
                        <c:v>8.4598926569846196</c:v>
                      </c:pt>
                      <c:pt idx="1441">
                        <c:v>8.4824968538544194</c:v>
                      </c:pt>
                      <c:pt idx="1442">
                        <c:v>8.47411378904172</c:v>
                      </c:pt>
                      <c:pt idx="1443">
                        <c:v>8.47411378904172</c:v>
                      </c:pt>
                      <c:pt idx="1444">
                        <c:v>8.4927608018359599</c:v>
                      </c:pt>
                      <c:pt idx="1445">
                        <c:v>8.4331508205772998</c:v>
                      </c:pt>
                      <c:pt idx="1446">
                        <c:v>8.3966996912370107</c:v>
                      </c:pt>
                      <c:pt idx="1447">
                        <c:v>8.4043881069377893</c:v>
                      </c:pt>
                      <c:pt idx="1448">
                        <c:v>8.23216186111339</c:v>
                      </c:pt>
                      <c:pt idx="1449">
                        <c:v>8.3716374028824205</c:v>
                      </c:pt>
                      <c:pt idx="1450">
                        <c:v>8.4191128281295704</c:v>
                      </c:pt>
                      <c:pt idx="1451">
                        <c:v>8.29274307315392</c:v>
                      </c:pt>
                      <c:pt idx="1452">
                        <c:v>8.2954714326202001</c:v>
                      </c:pt>
                      <c:pt idx="1453">
                        <c:v>8.0650467799016194</c:v>
                      </c:pt>
                      <c:pt idx="1454">
                        <c:v>7.9575251328479899</c:v>
                      </c:pt>
                      <c:pt idx="1455">
                        <c:v>7.9675154642674997</c:v>
                      </c:pt>
                      <c:pt idx="1456">
                        <c:v>7.8680748216263101</c:v>
                      </c:pt>
                      <c:pt idx="1457">
                        <c:v>7.7946309756950098</c:v>
                      </c:pt>
                      <c:pt idx="1458">
                        <c:v>7.7946309756950098</c:v>
                      </c:pt>
                      <c:pt idx="1459">
                        <c:v>7.78820387381327</c:v>
                      </c:pt>
                      <c:pt idx="1460">
                        <c:v>7.6304174828513203</c:v>
                      </c:pt>
                      <c:pt idx="1461">
                        <c:v>7.7542653306731504</c:v>
                      </c:pt>
                      <c:pt idx="1462">
                        <c:v>7.4534684702668796</c:v>
                      </c:pt>
                      <c:pt idx="1463">
                        <c:v>7.4899578055972196</c:v>
                      </c:pt>
                      <c:pt idx="1464">
                        <c:v>7.3989014933537103</c:v>
                      </c:pt>
                      <c:pt idx="1465">
                        <c:v>7.2842069673188599</c:v>
                      </c:pt>
                      <c:pt idx="1466">
                        <c:v>7.1854517407635097</c:v>
                      </c:pt>
                      <c:pt idx="1467">
                        <c:v>7.0950314254020297</c:v>
                      </c:pt>
                      <c:pt idx="1468">
                        <c:v>7.0950314254020297</c:v>
                      </c:pt>
                      <c:pt idx="1469">
                        <c:v>7.3267762538959698</c:v>
                      </c:pt>
                      <c:pt idx="1470">
                        <c:v>7.3369091864665998</c:v>
                      </c:pt>
                      <c:pt idx="1471">
                        <c:v>7.32439150481183</c:v>
                      </c:pt>
                      <c:pt idx="1472">
                        <c:v>7.2039519980800497</c:v>
                      </c:pt>
                      <c:pt idx="1473">
                        <c:v>7.3278147487831298</c:v>
                      </c:pt>
                      <c:pt idx="1474">
                        <c:v>7.1105467334355401</c:v>
                      </c:pt>
                      <c:pt idx="1475">
                        <c:v>7.0408252121336599</c:v>
                      </c:pt>
                      <c:pt idx="1476">
                        <c:v>6.79699979441064</c:v>
                      </c:pt>
                      <c:pt idx="1477">
                        <c:v>7.10474231961435</c:v>
                      </c:pt>
                      <c:pt idx="1478">
                        <c:v>6.93240397590949</c:v>
                      </c:pt>
                      <c:pt idx="1479">
                        <c:v>6.8295803869371499</c:v>
                      </c:pt>
                      <c:pt idx="1480">
                        <c:v>6.8481794034593699</c:v>
                      </c:pt>
                      <c:pt idx="1481">
                        <c:v>6.8925377184874499</c:v>
                      </c:pt>
                      <c:pt idx="1482">
                        <c:v>7.1823875846822798</c:v>
                      </c:pt>
                      <c:pt idx="1483">
                        <c:v>7.0870676023505599</c:v>
                      </c:pt>
                      <c:pt idx="1484">
                        <c:v>7.0870676023505599</c:v>
                      </c:pt>
                      <c:pt idx="1485">
                        <c:v>7.2767681111308802</c:v>
                      </c:pt>
                      <c:pt idx="1486">
                        <c:v>7.03421082066256</c:v>
                      </c:pt>
                      <c:pt idx="1487">
                        <c:v>7.1833684007605001</c:v>
                      </c:pt>
                      <c:pt idx="1488">
                        <c:v>7.14478602806998</c:v>
                      </c:pt>
                      <c:pt idx="1489">
                        <c:v>7.12832231152428</c:v>
                      </c:pt>
                      <c:pt idx="1490">
                        <c:v>7.1092594998049998</c:v>
                      </c:pt>
                      <c:pt idx="1491">
                        <c:v>7.1561256533163</c:v>
                      </c:pt>
                      <c:pt idx="1492">
                        <c:v>7.1927404070560996</c:v>
                      </c:pt>
                      <c:pt idx="1493">
                        <c:v>7.4058182473498402</c:v>
                      </c:pt>
                      <c:pt idx="1494">
                        <c:v>7.2439593456372098</c:v>
                      </c:pt>
                      <c:pt idx="1495">
                        <c:v>7.3192425031105701</c:v>
                      </c:pt>
                      <c:pt idx="1496">
                        <c:v>7.1806008213210601</c:v>
                      </c:pt>
                      <c:pt idx="1497">
                        <c:v>7.1806008213210601</c:v>
                      </c:pt>
                      <c:pt idx="1498">
                        <c:v>7.2479852936523903</c:v>
                      </c:pt>
                      <c:pt idx="1499">
                        <c:v>7.2618248645493102</c:v>
                      </c:pt>
                      <c:pt idx="1500">
                        <c:v>7.3250263310887203</c:v>
                      </c:pt>
                      <c:pt idx="1501">
                        <c:v>7.3250263310887203</c:v>
                      </c:pt>
                      <c:pt idx="1502">
                        <c:v>7.3250263310887203</c:v>
                      </c:pt>
                      <c:pt idx="1503">
                        <c:v>7.3654929034863299</c:v>
                      </c:pt>
                      <c:pt idx="1504">
                        <c:v>7.3851151679122697</c:v>
                      </c:pt>
                      <c:pt idx="1505">
                        <c:v>7.3777121889367896</c:v>
                      </c:pt>
                      <c:pt idx="1506">
                        <c:v>7.6715181299837996</c:v>
                      </c:pt>
                      <c:pt idx="1507">
                        <c:v>7.5965673598309502</c:v>
                      </c:pt>
                      <c:pt idx="1508">
                        <c:v>7.5965673598309502</c:v>
                      </c:pt>
                      <c:pt idx="1509">
                        <c:v>7.7413009531719101</c:v>
                      </c:pt>
                      <c:pt idx="1510">
                        <c:v>7.9790428506194404</c:v>
                      </c:pt>
                      <c:pt idx="1511">
                        <c:v>8.0885338249213898</c:v>
                      </c:pt>
                      <c:pt idx="1512">
                        <c:v>8.2288221575459506</c:v>
                      </c:pt>
                      <c:pt idx="1513">
                        <c:v>8.0743282029891095</c:v>
                      </c:pt>
                      <c:pt idx="1514">
                        <c:v>8.0057458092051395</c:v>
                      </c:pt>
                      <c:pt idx="1515">
                        <c:v>8.0746872587470104</c:v>
                      </c:pt>
                      <c:pt idx="1516">
                        <c:v>8.0697871008797808</c:v>
                      </c:pt>
                      <c:pt idx="1517">
                        <c:v>7.9876105263155601</c:v>
                      </c:pt>
                      <c:pt idx="1518">
                        <c:v>7.9602242838076798</c:v>
                      </c:pt>
                      <c:pt idx="1519">
                        <c:v>7.9776632307803803</c:v>
                      </c:pt>
                      <c:pt idx="1520">
                        <c:v>8.13715977305419</c:v>
                      </c:pt>
                      <c:pt idx="1521">
                        <c:v>8.2246518679315805</c:v>
                      </c:pt>
                      <c:pt idx="1522">
                        <c:v>8.2370666316908405</c:v>
                      </c:pt>
                      <c:pt idx="1523">
                        <c:v>8.3280072498486994</c:v>
                      </c:pt>
                      <c:pt idx="1524">
                        <c:v>8.4524982479854192</c:v>
                      </c:pt>
                      <c:pt idx="1525">
                        <c:v>8.3106492287924798</c:v>
                      </c:pt>
                      <c:pt idx="1526">
                        <c:v>8.5010054533680304</c:v>
                      </c:pt>
                      <c:pt idx="1527">
                        <c:v>8.4906714795027103</c:v>
                      </c:pt>
                      <c:pt idx="1528">
                        <c:v>8.3222249801957702</c:v>
                      </c:pt>
                      <c:pt idx="1529">
                        <c:v>8.3416418834626107</c:v>
                      </c:pt>
                      <c:pt idx="1530">
                        <c:v>8.3639518392466101</c:v>
                      </c:pt>
                      <c:pt idx="1531">
                        <c:v>8.3659076504454895</c:v>
                      </c:pt>
                      <c:pt idx="1532">
                        <c:v>8.3112736827437708</c:v>
                      </c:pt>
                      <c:pt idx="1533">
                        <c:v>8.3555399180189696</c:v>
                      </c:pt>
                      <c:pt idx="1534">
                        <c:v>8.5682078750715203</c:v>
                      </c:pt>
                      <c:pt idx="1535">
                        <c:v>8.4353802639550803</c:v>
                      </c:pt>
                      <c:pt idx="1536">
                        <c:v>8.4707384596232291</c:v>
                      </c:pt>
                      <c:pt idx="1537">
                        <c:v>8.5187548680281608</c:v>
                      </c:pt>
                      <c:pt idx="1538">
                        <c:v>8.5119139877957899</c:v>
                      </c:pt>
                      <c:pt idx="1539">
                        <c:v>8.5709726124480596</c:v>
                      </c:pt>
                      <c:pt idx="1540">
                        <c:v>8.5201138794678997</c:v>
                      </c:pt>
                      <c:pt idx="1541">
                        <c:v>8.5604983987667698</c:v>
                      </c:pt>
                      <c:pt idx="1542">
                        <c:v>8.5693960865055008</c:v>
                      </c:pt>
                      <c:pt idx="1543">
                        <c:v>8.4956168804504806</c:v>
                      </c:pt>
                      <c:pt idx="1544">
                        <c:v>8.4738181777672104</c:v>
                      </c:pt>
                      <c:pt idx="1545">
                        <c:v>8.50135430143383</c:v>
                      </c:pt>
                      <c:pt idx="1546">
                        <c:v>8.5267081398880507</c:v>
                      </c:pt>
                      <c:pt idx="1547">
                        <c:v>8.4280627640654195</c:v>
                      </c:pt>
                      <c:pt idx="1548">
                        <c:v>8.4014586546352206</c:v>
                      </c:pt>
                      <c:pt idx="1549">
                        <c:v>8.4972804328777798</c:v>
                      </c:pt>
                      <c:pt idx="1550">
                        <c:v>8.5176023735979207</c:v>
                      </c:pt>
                      <c:pt idx="1551">
                        <c:v>8.5000023739367698</c:v>
                      </c:pt>
                      <c:pt idx="1552">
                        <c:v>8.4577300620239395</c:v>
                      </c:pt>
                      <c:pt idx="1553">
                        <c:v>8.4702913708930101</c:v>
                      </c:pt>
                      <c:pt idx="1554">
                        <c:v>8.3443371296104392</c:v>
                      </c:pt>
                      <c:pt idx="1555">
                        <c:v>8.3093218003323397</c:v>
                      </c:pt>
                      <c:pt idx="1556">
                        <c:v>8.4049303741995498</c:v>
                      </c:pt>
                      <c:pt idx="1557">
                        <c:v>8.4090187275641703</c:v>
                      </c:pt>
                      <c:pt idx="1558">
                        <c:v>8.4090187275641703</c:v>
                      </c:pt>
                      <c:pt idx="1559">
                        <c:v>8.38327832485888</c:v>
                      </c:pt>
                      <c:pt idx="1560">
                        <c:v>8.3830095442481394</c:v>
                      </c:pt>
                      <c:pt idx="1561">
                        <c:v>8.3996348944826895</c:v>
                      </c:pt>
                      <c:pt idx="1562">
                        <c:v>8.4562141362925693</c:v>
                      </c:pt>
                      <c:pt idx="1563">
                        <c:v>8.4042175947865907</c:v>
                      </c:pt>
                      <c:pt idx="1564">
                        <c:v>8.38942737626164</c:v>
                      </c:pt>
                      <c:pt idx="1565">
                        <c:v>8.4271116885773605</c:v>
                      </c:pt>
                      <c:pt idx="1566">
                        <c:v>8.4271116885773605</c:v>
                      </c:pt>
                      <c:pt idx="1567">
                        <c:v>8.4271116885773605</c:v>
                      </c:pt>
                      <c:pt idx="1568">
                        <c:v>8.3862790450749802</c:v>
                      </c:pt>
                      <c:pt idx="1569">
                        <c:v>8.2605917749511608</c:v>
                      </c:pt>
                      <c:pt idx="1570">
                        <c:v>8.1112483417992305</c:v>
                      </c:pt>
                      <c:pt idx="1571">
                        <c:v>8.1536387640617605</c:v>
                      </c:pt>
                      <c:pt idx="1572">
                        <c:v>8.0489842275689991</c:v>
                      </c:pt>
                      <c:pt idx="1573">
                        <c:v>7.9628166533821503</c:v>
                      </c:pt>
                      <c:pt idx="1574">
                        <c:v>8.0628260683679596</c:v>
                      </c:pt>
                      <c:pt idx="1575">
                        <c:v>8.0745523146296598</c:v>
                      </c:pt>
                      <c:pt idx="1576">
                        <c:v>8.0238251163088705</c:v>
                      </c:pt>
                      <c:pt idx="1577">
                        <c:v>8.0248605595131099</c:v>
                      </c:pt>
                      <c:pt idx="1578">
                        <c:v>8.0382263449716493</c:v>
                      </c:pt>
                      <c:pt idx="1579">
                        <c:v>7.9386738325291697</c:v>
                      </c:pt>
                      <c:pt idx="1580">
                        <c:v>7.9717558553476202</c:v>
                      </c:pt>
                      <c:pt idx="1581">
                        <c:v>7.9762211889387098</c:v>
                      </c:pt>
                      <c:pt idx="1582">
                        <c:v>8.0365108651362807</c:v>
                      </c:pt>
                      <c:pt idx="1583">
                        <c:v>8.0138251061299393</c:v>
                      </c:pt>
                      <c:pt idx="1584">
                        <c:v>8.09988875753419</c:v>
                      </c:pt>
                      <c:pt idx="1585">
                        <c:v>8.0887904305210903</c:v>
                      </c:pt>
                      <c:pt idx="1586">
                        <c:v>8.0535345423105102</c:v>
                      </c:pt>
                      <c:pt idx="1587">
                        <c:v>8.0906939132150804</c:v>
                      </c:pt>
                      <c:pt idx="1588">
                        <c:v>7.7637415624690904</c:v>
                      </c:pt>
                      <c:pt idx="1589">
                        <c:v>7.7369457021286099</c:v>
                      </c:pt>
                      <c:pt idx="1590">
                        <c:v>7.8028262003216602</c:v>
                      </c:pt>
                      <c:pt idx="1591">
                        <c:v>7.7114115150650901</c:v>
                      </c:pt>
                      <c:pt idx="1592">
                        <c:v>7.9119015395276699</c:v>
                      </c:pt>
                      <c:pt idx="1593">
                        <c:v>7.8506229872029598</c:v>
                      </c:pt>
                      <c:pt idx="1594">
                        <c:v>7.82705732296807</c:v>
                      </c:pt>
                      <c:pt idx="1595">
                        <c:v>7.7954436193837902</c:v>
                      </c:pt>
                      <c:pt idx="1596">
                        <c:v>7.8199162547113596</c:v>
                      </c:pt>
                      <c:pt idx="1597">
                        <c:v>7.9503765604303798</c:v>
                      </c:pt>
                      <c:pt idx="1598">
                        <c:v>7.9503765604303798</c:v>
                      </c:pt>
                      <c:pt idx="1599">
                        <c:v>7.9860121212130304</c:v>
                      </c:pt>
                      <c:pt idx="1600">
                        <c:v>8.0143667855119407</c:v>
                      </c:pt>
                      <c:pt idx="1601">
                        <c:v>8.0061701772280998</c:v>
                      </c:pt>
                      <c:pt idx="1602">
                        <c:v>7.9431017688177104</c:v>
                      </c:pt>
                      <c:pt idx="1603">
                        <c:v>7.8531012196893002</c:v>
                      </c:pt>
                      <c:pt idx="1604">
                        <c:v>7.8870912862375899</c:v>
                      </c:pt>
                      <c:pt idx="1605">
                        <c:v>7.8225636172137696</c:v>
                      </c:pt>
                      <c:pt idx="1606">
                        <c:v>7.8045698057105897</c:v>
                      </c:pt>
                      <c:pt idx="1607">
                        <c:v>7.8611819450208298</c:v>
                      </c:pt>
                      <c:pt idx="1608">
                        <c:v>7.8503434941667596</c:v>
                      </c:pt>
                      <c:pt idx="1609">
                        <c:v>7.8184535194517402</c:v>
                      </c:pt>
                      <c:pt idx="1610">
                        <c:v>7.7647252712767001</c:v>
                      </c:pt>
                      <c:pt idx="1611">
                        <c:v>7.7334760041110799</c:v>
                      </c:pt>
                      <c:pt idx="1612">
                        <c:v>7.7426219599569404</c:v>
                      </c:pt>
                      <c:pt idx="1613">
                        <c:v>7.7426219599569404</c:v>
                      </c:pt>
                      <c:pt idx="1614">
                        <c:v>7.4217880602800497</c:v>
                      </c:pt>
                      <c:pt idx="1615">
                        <c:v>7.4928590579475003</c:v>
                      </c:pt>
                      <c:pt idx="1616">
                        <c:v>7.4556750937907204</c:v>
                      </c:pt>
                      <c:pt idx="1617">
                        <c:v>7.4598466151642899</c:v>
                      </c:pt>
                      <c:pt idx="1618">
                        <c:v>7.4598466151642899</c:v>
                      </c:pt>
                      <c:pt idx="1619">
                        <c:v>7.5001237903251203</c:v>
                      </c:pt>
                      <c:pt idx="1620">
                        <c:v>7.6173704149703001</c:v>
                      </c:pt>
                      <c:pt idx="1621">
                        <c:v>7.6290221094956898</c:v>
                      </c:pt>
                      <c:pt idx="1622">
                        <c:v>7.5322711460328202</c:v>
                      </c:pt>
                      <c:pt idx="1623">
                        <c:v>7.6789869806828399</c:v>
                      </c:pt>
                      <c:pt idx="1624">
                        <c:v>7.6826229102413404</c:v>
                      </c:pt>
                      <c:pt idx="1625">
                        <c:v>7.6980904274893902</c:v>
                      </c:pt>
                      <c:pt idx="1626">
                        <c:v>7.6515537120705597</c:v>
                      </c:pt>
                      <c:pt idx="1627">
                        <c:v>7.6247318351048996</c:v>
                      </c:pt>
                      <c:pt idx="1628">
                        <c:v>7.59400065249008</c:v>
                      </c:pt>
                      <c:pt idx="1629">
                        <c:v>7.5501120881274497</c:v>
                      </c:pt>
                      <c:pt idx="1630">
                        <c:v>7.5214152005666</c:v>
                      </c:pt>
                      <c:pt idx="1631">
                        <c:v>7.3171470623140902</c:v>
                      </c:pt>
                      <c:pt idx="1632">
                        <c:v>7.2929420067325497</c:v>
                      </c:pt>
                      <c:pt idx="1633">
                        <c:v>7.2929420067325497</c:v>
                      </c:pt>
                      <c:pt idx="1634">
                        <c:v>7.2749796236163498</c:v>
                      </c:pt>
                      <c:pt idx="1635">
                        <c:v>7.3639678325102</c:v>
                      </c:pt>
                      <c:pt idx="1636">
                        <c:v>7.2511504185785602</c:v>
                      </c:pt>
                      <c:pt idx="1637">
                        <c:v>7.2924674022024201</c:v>
                      </c:pt>
                      <c:pt idx="1638">
                        <c:v>7.23079184160986</c:v>
                      </c:pt>
                      <c:pt idx="1639">
                        <c:v>7.3186556129920897</c:v>
                      </c:pt>
                      <c:pt idx="1640">
                        <c:v>7.2090222134617097</c:v>
                      </c:pt>
                      <c:pt idx="1641">
                        <c:v>7.1639824853110596</c:v>
                      </c:pt>
                      <c:pt idx="1642">
                        <c:v>7.1818968908992904</c:v>
                      </c:pt>
                      <c:pt idx="1643">
                        <c:v>6.9508312787547402</c:v>
                      </c:pt>
                      <c:pt idx="1644">
                        <c:v>6.9508312787547402</c:v>
                      </c:pt>
                      <c:pt idx="1645">
                        <c:v>7.0050743358989003</c:v>
                      </c:pt>
                      <c:pt idx="1646">
                        <c:v>7.2021169640699503</c:v>
                      </c:pt>
                      <c:pt idx="1647">
                        <c:v>7.2618888872881504</c:v>
                      </c:pt>
                      <c:pt idx="1648">
                        <c:v>7.2823669787503302</c:v>
                      </c:pt>
                      <c:pt idx="1649">
                        <c:v>7.2817845836464903</c:v>
                      </c:pt>
                      <c:pt idx="1650">
                        <c:v>7.31218407446445</c:v>
                      </c:pt>
                      <c:pt idx="1651">
                        <c:v>7.2430533264466099</c:v>
                      </c:pt>
                      <c:pt idx="1652">
                        <c:v>7.1691156729811496</c:v>
                      </c:pt>
                      <c:pt idx="1653">
                        <c:v>7.1051374710508197</c:v>
                      </c:pt>
                      <c:pt idx="1654">
                        <c:v>7.2213252281912101</c:v>
                      </c:pt>
                      <c:pt idx="1655">
                        <c:v>7.1026042778393803</c:v>
                      </c:pt>
                      <c:pt idx="1656">
                        <c:v>7.0940371346601196</c:v>
                      </c:pt>
                      <c:pt idx="1657">
                        <c:v>6.9647311910162504</c:v>
                      </c:pt>
                      <c:pt idx="1658">
                        <c:v>6.7400422966419598</c:v>
                      </c:pt>
                      <c:pt idx="1659">
                        <c:v>6.9237331738967303</c:v>
                      </c:pt>
                      <c:pt idx="1660">
                        <c:v>6.9118951698927003</c:v>
                      </c:pt>
                      <c:pt idx="1661">
                        <c:v>7.1050629349058498</c:v>
                      </c:pt>
                      <c:pt idx="1662">
                        <c:v>6.9950790481345004</c:v>
                      </c:pt>
                      <c:pt idx="1663">
                        <c:v>6.9950790481345004</c:v>
                      </c:pt>
                      <c:pt idx="1664">
                        <c:v>6.9702261747366903</c:v>
                      </c:pt>
                      <c:pt idx="1665">
                        <c:v>6.90692201581974</c:v>
                      </c:pt>
                      <c:pt idx="1666">
                        <c:v>6.85894335724511</c:v>
                      </c:pt>
                      <c:pt idx="1667">
                        <c:v>6.8540233016412504</c:v>
                      </c:pt>
                      <c:pt idx="1668">
                        <c:v>6.7428428292408897</c:v>
                      </c:pt>
                      <c:pt idx="1669">
                        <c:v>6.8683263695450201</c:v>
                      </c:pt>
                      <c:pt idx="1670">
                        <c:v>6.8475349810257704</c:v>
                      </c:pt>
                      <c:pt idx="1671">
                        <c:v>6.8018291663013102</c:v>
                      </c:pt>
                      <c:pt idx="1672">
                        <c:v>6.8182545224102196</c:v>
                      </c:pt>
                      <c:pt idx="1673">
                        <c:v>6.7173778140457596</c:v>
                      </c:pt>
                      <c:pt idx="1674">
                        <c:v>6.8148541268873304</c:v>
                      </c:pt>
                      <c:pt idx="1675">
                        <c:v>6.7048072460790902</c:v>
                      </c:pt>
                      <c:pt idx="1676">
                        <c:v>6.7247678569006304</c:v>
                      </c:pt>
                      <c:pt idx="1677">
                        <c:v>6.7157558175628402</c:v>
                      </c:pt>
                      <c:pt idx="1678">
                        <c:v>6.5573467707473601</c:v>
                      </c:pt>
                      <c:pt idx="1679">
                        <c:v>6.65477417106736</c:v>
                      </c:pt>
                      <c:pt idx="1680">
                        <c:v>6.6730647281865698</c:v>
                      </c:pt>
                      <c:pt idx="1681">
                        <c:v>6.9045446464345002</c:v>
                      </c:pt>
                      <c:pt idx="1682">
                        <c:v>6.82556020516025</c:v>
                      </c:pt>
                      <c:pt idx="1683">
                        <c:v>6.9866789007952699</c:v>
                      </c:pt>
                      <c:pt idx="1684">
                        <c:v>6.9069853778176196</c:v>
                      </c:pt>
                      <c:pt idx="1685">
                        <c:v>6.8355742980376197</c:v>
                      </c:pt>
                      <c:pt idx="1686">
                        <c:v>6.8229434870419201</c:v>
                      </c:pt>
                      <c:pt idx="1687">
                        <c:v>6.6513072554183603</c:v>
                      </c:pt>
                      <c:pt idx="1688">
                        <c:v>6.65951552531725</c:v>
                      </c:pt>
                      <c:pt idx="1689">
                        <c:v>6.7480917783138903</c:v>
                      </c:pt>
                      <c:pt idx="1690">
                        <c:v>6.8077962029424999</c:v>
                      </c:pt>
                      <c:pt idx="1691">
                        <c:v>6.7113843814556704</c:v>
                      </c:pt>
                      <c:pt idx="1692">
                        <c:v>6.7878859351494203</c:v>
                      </c:pt>
                      <c:pt idx="1693">
                        <c:v>6.7427565482681802</c:v>
                      </c:pt>
                      <c:pt idx="1694">
                        <c:v>6.6209036256250702</c:v>
                      </c:pt>
                      <c:pt idx="1695">
                        <c:v>6.6208280867551599</c:v>
                      </c:pt>
                      <c:pt idx="1696">
                        <c:v>6.7213837639110903</c:v>
                      </c:pt>
                      <c:pt idx="1697">
                        <c:v>6.6869474998126597</c:v>
                      </c:pt>
                      <c:pt idx="1698">
                        <c:v>6.7337953520568101</c:v>
                      </c:pt>
                      <c:pt idx="1699">
                        <c:v>6.73900988710189</c:v>
                      </c:pt>
                      <c:pt idx="1700">
                        <c:v>6.7425381845052001</c:v>
                      </c:pt>
                      <c:pt idx="1701">
                        <c:v>6.6373224649531899</c:v>
                      </c:pt>
                      <c:pt idx="1702">
                        <c:v>6.5793578053934096</c:v>
                      </c:pt>
                      <c:pt idx="1703">
                        <c:v>6.5408457350282596</c:v>
                      </c:pt>
                      <c:pt idx="1704">
                        <c:v>6.5617531678255903</c:v>
                      </c:pt>
                      <c:pt idx="1705">
                        <c:v>6.5748612772640298</c:v>
                      </c:pt>
                      <c:pt idx="1706">
                        <c:v>6.54088844017474</c:v>
                      </c:pt>
                      <c:pt idx="1707">
                        <c:v>6.5473664642097802</c:v>
                      </c:pt>
                      <c:pt idx="1708">
                        <c:v>6.5473664642097802</c:v>
                      </c:pt>
                      <c:pt idx="1709">
                        <c:v>6.6311146381267898</c:v>
                      </c:pt>
                      <c:pt idx="1710">
                        <c:v>6.5633459208044496</c:v>
                      </c:pt>
                      <c:pt idx="1711">
                        <c:v>6.5212340323447204</c:v>
                      </c:pt>
                      <c:pt idx="1712">
                        <c:v>6.4822889972008797</c:v>
                      </c:pt>
                      <c:pt idx="1713">
                        <c:v>6.4323261402066798</c:v>
                      </c:pt>
                      <c:pt idx="1714">
                        <c:v>6.4738752178439603</c:v>
                      </c:pt>
                      <c:pt idx="1715">
                        <c:v>6.4391963172635798</c:v>
                      </c:pt>
                      <c:pt idx="1716">
                        <c:v>6.3820660646549197</c:v>
                      </c:pt>
                      <c:pt idx="1717">
                        <c:v>6.4153604234917498</c:v>
                      </c:pt>
                      <c:pt idx="1718">
                        <c:v>6.4153604234917498</c:v>
                      </c:pt>
                      <c:pt idx="1719">
                        <c:v>6.4470614820577996</c:v>
                      </c:pt>
                      <c:pt idx="1720">
                        <c:v>6.5321603117316096</c:v>
                      </c:pt>
                      <c:pt idx="1721">
                        <c:v>6.4814040736541401</c:v>
                      </c:pt>
                      <c:pt idx="1722">
                        <c:v>6.4645768349675201</c:v>
                      </c:pt>
                      <c:pt idx="1723">
                        <c:v>6.44505171303953</c:v>
                      </c:pt>
                      <c:pt idx="1724">
                        <c:v>6.4110849795566001</c:v>
                      </c:pt>
                      <c:pt idx="1725">
                        <c:v>6.4163681065086804</c:v>
                      </c:pt>
                      <c:pt idx="1726">
                        <c:v>6.5203556960295801</c:v>
                      </c:pt>
                      <c:pt idx="1727">
                        <c:v>6.6649406545344103</c:v>
                      </c:pt>
                      <c:pt idx="1728">
                        <c:v>6.6649406545344103</c:v>
                      </c:pt>
                      <c:pt idx="1729">
                        <c:v>6.9025448603286303</c:v>
                      </c:pt>
                      <c:pt idx="1730">
                        <c:v>6.7576476992181602</c:v>
                      </c:pt>
                      <c:pt idx="1731">
                        <c:v>6.7166100945653904</c:v>
                      </c:pt>
                      <c:pt idx="1732">
                        <c:v>6.6415213910280899</c:v>
                      </c:pt>
                      <c:pt idx="1733">
                        <c:v>6.7347165731451799</c:v>
                      </c:pt>
                      <c:pt idx="1734">
                        <c:v>6.8760021439310002</c:v>
                      </c:pt>
                      <c:pt idx="1735">
                        <c:v>6.7594015688584097</c:v>
                      </c:pt>
                      <c:pt idx="1736">
                        <c:v>6.8266950844059604</c:v>
                      </c:pt>
                      <c:pt idx="1737">
                        <c:v>6.8858454803204099</c:v>
                      </c:pt>
                      <c:pt idx="1738">
                        <c:v>6.8950953854629802</c:v>
                      </c:pt>
                      <c:pt idx="1739">
                        <c:v>6.9135819211514704</c:v>
                      </c:pt>
                      <c:pt idx="1740">
                        <c:v>6.8197857755614404</c:v>
                      </c:pt>
                      <c:pt idx="1741">
                        <c:v>6.8988704994722196</c:v>
                      </c:pt>
                      <c:pt idx="1742">
                        <c:v>6.8406125423967303</c:v>
                      </c:pt>
                      <c:pt idx="1743">
                        <c:v>6.8133649295977197</c:v>
                      </c:pt>
                      <c:pt idx="1744">
                        <c:v>6.8614859381898201</c:v>
                      </c:pt>
                      <c:pt idx="1745">
                        <c:v>6.8614859381898201</c:v>
                      </c:pt>
                      <c:pt idx="1746">
                        <c:v>6.92667630906183</c:v>
                      </c:pt>
                      <c:pt idx="1747">
                        <c:v>7.1251871754384801</c:v>
                      </c:pt>
                      <c:pt idx="1748">
                        <c:v>7.29512973161758</c:v>
                      </c:pt>
                      <c:pt idx="1749">
                        <c:v>7.2686369372538397</c:v>
                      </c:pt>
                      <c:pt idx="1750">
                        <c:v>7.2766994515665102</c:v>
                      </c:pt>
                      <c:pt idx="1751">
                        <c:v>7.2740873046984902</c:v>
                      </c:pt>
                      <c:pt idx="1752">
                        <c:v>7.1960821671833903</c:v>
                      </c:pt>
                      <c:pt idx="1753">
                        <c:v>7.33286725354683</c:v>
                      </c:pt>
                      <c:pt idx="1754">
                        <c:v>7.2975947046973104</c:v>
                      </c:pt>
                      <c:pt idx="1755">
                        <c:v>7.2783752804529804</c:v>
                      </c:pt>
                      <c:pt idx="1756">
                        <c:v>7.2593277854262599</c:v>
                      </c:pt>
                      <c:pt idx="1757">
                        <c:v>7.19242010319679</c:v>
                      </c:pt>
                      <c:pt idx="1758">
                        <c:v>7.2589164986343997</c:v>
                      </c:pt>
                      <c:pt idx="1759">
                        <c:v>7.2465482612913199</c:v>
                      </c:pt>
                      <c:pt idx="1760">
                        <c:v>7.2761316359858004</c:v>
                      </c:pt>
                      <c:pt idx="1761">
                        <c:v>7.3206496035267996</c:v>
                      </c:pt>
                      <c:pt idx="1762">
                        <c:v>7.3206496035267996</c:v>
                      </c:pt>
                      <c:pt idx="1763">
                        <c:v>7.2627368062316799</c:v>
                      </c:pt>
                      <c:pt idx="1764">
                        <c:v>7.5296200284115997</c:v>
                      </c:pt>
                      <c:pt idx="1765">
                        <c:v>7.5674496182004498</c:v>
                      </c:pt>
                      <c:pt idx="1766">
                        <c:v>7.6791834672983201</c:v>
                      </c:pt>
                      <c:pt idx="1767">
                        <c:v>7.5495500398750899</c:v>
                      </c:pt>
                      <c:pt idx="1768">
                        <c:v>7.5495500398750899</c:v>
                      </c:pt>
                      <c:pt idx="1769">
                        <c:v>7.5194669247207404</c:v>
                      </c:pt>
                      <c:pt idx="1770">
                        <c:v>7.3879945957478697</c:v>
                      </c:pt>
                      <c:pt idx="1771">
                        <c:v>7.4111240383827903</c:v>
                      </c:pt>
                      <c:pt idx="1772">
                        <c:v>7.4469345349059601</c:v>
                      </c:pt>
                      <c:pt idx="1773">
                        <c:v>7.5438154660665502</c:v>
                      </c:pt>
                      <c:pt idx="1774">
                        <c:v>7.5988569640739998</c:v>
                      </c:pt>
                      <c:pt idx="1775">
                        <c:v>7.5852914400496996</c:v>
                      </c:pt>
                      <c:pt idx="1776">
                        <c:v>7.5391465400072102</c:v>
                      </c:pt>
                      <c:pt idx="1777">
                        <c:v>7.61343080662256</c:v>
                      </c:pt>
                      <c:pt idx="1778">
                        <c:v>7.6302853423155304</c:v>
                      </c:pt>
                      <c:pt idx="1779">
                        <c:v>7.6587919979908303</c:v>
                      </c:pt>
                      <c:pt idx="1780">
                        <c:v>7.6288821953097097</c:v>
                      </c:pt>
                      <c:pt idx="1781">
                        <c:v>7.6511840171830396</c:v>
                      </c:pt>
                      <c:pt idx="1782">
                        <c:v>7.6803258589063699</c:v>
                      </c:pt>
                      <c:pt idx="1783">
                        <c:v>7.6456401732372301</c:v>
                      </c:pt>
                      <c:pt idx="1784">
                        <c:v>7.7475983101986801</c:v>
                      </c:pt>
                      <c:pt idx="1785">
                        <c:v>7.7813464504563097</c:v>
                      </c:pt>
                      <c:pt idx="1786">
                        <c:v>7.7871781234454298</c:v>
                      </c:pt>
                      <c:pt idx="1787">
                        <c:v>7.8173183695319199</c:v>
                      </c:pt>
                      <c:pt idx="1788">
                        <c:v>7.8285660016696701</c:v>
                      </c:pt>
                      <c:pt idx="1789">
                        <c:v>7.9923856244551397</c:v>
                      </c:pt>
                      <c:pt idx="1790">
                        <c:v>7.9509972171565204</c:v>
                      </c:pt>
                      <c:pt idx="1791">
                        <c:v>7.9265290244032398</c:v>
                      </c:pt>
                      <c:pt idx="1792">
                        <c:v>7.8470450318933498</c:v>
                      </c:pt>
                      <c:pt idx="1793">
                        <c:v>7.92099548186685</c:v>
                      </c:pt>
                      <c:pt idx="1794">
                        <c:v>7.9193199772547498</c:v>
                      </c:pt>
                      <c:pt idx="1795">
                        <c:v>7.8465640200644602</c:v>
                      </c:pt>
                      <c:pt idx="1796">
                        <c:v>7.9801294670090801</c:v>
                      </c:pt>
                      <c:pt idx="1797">
                        <c:v>7.9605443401443701</c:v>
                      </c:pt>
                      <c:pt idx="1798">
                        <c:v>8.0387425198044493</c:v>
                      </c:pt>
                      <c:pt idx="1799">
                        <c:v>7.9150873562407202</c:v>
                      </c:pt>
                      <c:pt idx="1800">
                        <c:v>8.0238101285080692</c:v>
                      </c:pt>
                      <c:pt idx="1801">
                        <c:v>8.1007249434413602</c:v>
                      </c:pt>
                      <c:pt idx="1802">
                        <c:v>8.1220236275101403</c:v>
                      </c:pt>
                      <c:pt idx="1803">
                        <c:v>8.0911618017498004</c:v>
                      </c:pt>
                      <c:pt idx="1804">
                        <c:v>8.1036408061955196</c:v>
                      </c:pt>
                      <c:pt idx="1805">
                        <c:v>8.2205477207074509</c:v>
                      </c:pt>
                      <c:pt idx="1806">
                        <c:v>8.2090277242824605</c:v>
                      </c:pt>
                      <c:pt idx="1807">
                        <c:v>8.1417534920551908</c:v>
                      </c:pt>
                      <c:pt idx="1808">
                        <c:v>7.9979815800094203</c:v>
                      </c:pt>
                      <c:pt idx="1809">
                        <c:v>7.9432523260303798</c:v>
                      </c:pt>
                      <c:pt idx="1810">
                        <c:v>7.9561180516879801</c:v>
                      </c:pt>
                      <c:pt idx="1811">
                        <c:v>7.5941829838278903</c:v>
                      </c:pt>
                      <c:pt idx="1812">
                        <c:v>7.9343870802983796</c:v>
                      </c:pt>
                      <c:pt idx="1813">
                        <c:v>7.9348700966515802</c:v>
                      </c:pt>
                      <c:pt idx="1814">
                        <c:v>7.9683789249147496</c:v>
                      </c:pt>
                      <c:pt idx="1815">
                        <c:v>7.99391979319459</c:v>
                      </c:pt>
                      <c:pt idx="1816">
                        <c:v>7.8660930918335099</c:v>
                      </c:pt>
                      <c:pt idx="1817">
                        <c:v>7.8941585972780501</c:v>
                      </c:pt>
                      <c:pt idx="1818">
                        <c:v>7.8941585972780501</c:v>
                      </c:pt>
                      <c:pt idx="1819">
                        <c:v>7.8645252249189204</c:v>
                      </c:pt>
                      <c:pt idx="1820">
                        <c:v>7.8235978124330003</c:v>
                      </c:pt>
                      <c:pt idx="1821">
                        <c:v>8.00430653306727</c:v>
                      </c:pt>
                      <c:pt idx="1822">
                        <c:v>8.0829336757459593</c:v>
                      </c:pt>
                      <c:pt idx="1823">
                        <c:v>8.0834943379002997</c:v>
                      </c:pt>
                      <c:pt idx="1824">
                        <c:v>8.0702148572965093</c:v>
                      </c:pt>
                      <c:pt idx="1825">
                        <c:v>8.0677906909378301</c:v>
                      </c:pt>
                      <c:pt idx="1826">
                        <c:v>8.0325320272589007</c:v>
                      </c:pt>
                      <c:pt idx="1827">
                        <c:v>7.9637510684182997</c:v>
                      </c:pt>
                      <c:pt idx="1828">
                        <c:v>7.88949387522206</c:v>
                      </c:pt>
                      <c:pt idx="1829">
                        <c:v>7.8515589304053996</c:v>
                      </c:pt>
                      <c:pt idx="1830">
                        <c:v>7.86004118561259</c:v>
                      </c:pt>
                      <c:pt idx="1831">
                        <c:v>7.8605520316487301</c:v>
                      </c:pt>
                      <c:pt idx="1832">
                        <c:v>7.8214852352467901</c:v>
                      </c:pt>
                      <c:pt idx="1833">
                        <c:v>7.7519101126756498</c:v>
                      </c:pt>
                      <c:pt idx="1834">
                        <c:v>7.7464254781867199</c:v>
                      </c:pt>
                      <c:pt idx="1835">
                        <c:v>7.7290188441860401</c:v>
                      </c:pt>
                      <c:pt idx="1836">
                        <c:v>7.6761516982301998</c:v>
                      </c:pt>
                      <c:pt idx="1837">
                        <c:v>7.6927353783488801</c:v>
                      </c:pt>
                      <c:pt idx="1838">
                        <c:v>7.7551838599156904</c:v>
                      </c:pt>
                      <c:pt idx="1839">
                        <c:v>7.7321767095845697</c:v>
                      </c:pt>
                      <c:pt idx="1840">
                        <c:v>7.6801447158507701</c:v>
                      </c:pt>
                      <c:pt idx="1841">
                        <c:v>7.6801447158507701</c:v>
                      </c:pt>
                      <c:pt idx="1842">
                        <c:v>7.6801447158507701</c:v>
                      </c:pt>
                      <c:pt idx="1843">
                        <c:v>7.7771149295930098</c:v>
                      </c:pt>
                      <c:pt idx="1844">
                        <c:v>7.8574285442388501</c:v>
                      </c:pt>
                      <c:pt idx="1845">
                        <c:v>7.8347032872364997</c:v>
                      </c:pt>
                      <c:pt idx="1846">
                        <c:v>7.8369737166102</c:v>
                      </c:pt>
                      <c:pt idx="1847">
                        <c:v>7.7775976208883497</c:v>
                      </c:pt>
                      <c:pt idx="1848">
                        <c:v>7.7882003099920203</c:v>
                      </c:pt>
                      <c:pt idx="1849">
                        <c:v>7.7196760961223596</c:v>
                      </c:pt>
                      <c:pt idx="1850">
                        <c:v>7.6878191978058004</c:v>
                      </c:pt>
                      <c:pt idx="1851">
                        <c:v>7.6742366983866397</c:v>
                      </c:pt>
                      <c:pt idx="1852">
                        <c:v>7.6389187452601304</c:v>
                      </c:pt>
                      <c:pt idx="1853">
                        <c:v>7.6537882320129</c:v>
                      </c:pt>
                      <c:pt idx="1854">
                        <c:v>7.5742898189366796</c:v>
                      </c:pt>
                      <c:pt idx="1855">
                        <c:v>7.6378587266472504</c:v>
                      </c:pt>
                      <c:pt idx="1856">
                        <c:v>7.6546425851139901</c:v>
                      </c:pt>
                      <c:pt idx="1857">
                        <c:v>7.65095802515477</c:v>
                      </c:pt>
                      <c:pt idx="1858">
                        <c:v>7.70208220224991</c:v>
                      </c:pt>
                      <c:pt idx="1859">
                        <c:v>7.6627604594093199</c:v>
                      </c:pt>
                      <c:pt idx="1860">
                        <c:v>7.5877366563297404</c:v>
                      </c:pt>
                      <c:pt idx="1861">
                        <c:v>7.61040860691618</c:v>
                      </c:pt>
                      <c:pt idx="1862">
                        <c:v>7.5969507137945502</c:v>
                      </c:pt>
                      <c:pt idx="1863">
                        <c:v>7.66229840561512</c:v>
                      </c:pt>
                      <c:pt idx="1864">
                        <c:v>7.605467533243</c:v>
                      </c:pt>
                      <c:pt idx="1865">
                        <c:v>7.6186736510075903</c:v>
                      </c:pt>
                      <c:pt idx="1866">
                        <c:v>7.6066280136610098</c:v>
                      </c:pt>
                      <c:pt idx="1867">
                        <c:v>7.6137171399120698</c:v>
                      </c:pt>
                      <c:pt idx="1868">
                        <c:v>7.5568147805393497</c:v>
                      </c:pt>
                      <c:pt idx="1869">
                        <c:v>7.4868982259005197</c:v>
                      </c:pt>
                      <c:pt idx="1870">
                        <c:v>7.3963327793577696</c:v>
                      </c:pt>
                      <c:pt idx="1871">
                        <c:v>7.3852713352359496</c:v>
                      </c:pt>
                      <c:pt idx="1872">
                        <c:v>7.4333926730554998</c:v>
                      </c:pt>
                      <c:pt idx="1873">
                        <c:v>7.4333926730554998</c:v>
                      </c:pt>
                      <c:pt idx="1874">
                        <c:v>7.3338523663912296</c:v>
                      </c:pt>
                      <c:pt idx="1875">
                        <c:v>7.2487146391162502</c:v>
                      </c:pt>
                      <c:pt idx="1876">
                        <c:v>7.2477182398165896</c:v>
                      </c:pt>
                      <c:pt idx="1877">
                        <c:v>7.2475639244587002</c:v>
                      </c:pt>
                      <c:pt idx="1878">
                        <c:v>7.26081959321019</c:v>
                      </c:pt>
                      <c:pt idx="1879">
                        <c:v>7.2242432668218202</c:v>
                      </c:pt>
                      <c:pt idx="1880">
                        <c:v>7.1667919757862801</c:v>
                      </c:pt>
                      <c:pt idx="1881">
                        <c:v>7.1580027223578897</c:v>
                      </c:pt>
                      <c:pt idx="1882">
                        <c:v>7.1450648843902904</c:v>
                      </c:pt>
                      <c:pt idx="1883">
                        <c:v>7.1206010862130302</c:v>
                      </c:pt>
                      <c:pt idx="1884">
                        <c:v>7.0873487585925599</c:v>
                      </c:pt>
                      <c:pt idx="1885">
                        <c:v>7.1386309155690997</c:v>
                      </c:pt>
                      <c:pt idx="1886">
                        <c:v>7.1144431747947197</c:v>
                      </c:pt>
                      <c:pt idx="1887">
                        <c:v>7.0856854863552403</c:v>
                      </c:pt>
                      <c:pt idx="1888">
                        <c:v>7.0856854863552403</c:v>
                      </c:pt>
                      <c:pt idx="1889">
                        <c:v>7.0714419094533403</c:v>
                      </c:pt>
                      <c:pt idx="1890">
                        <c:v>7.0632567087457998</c:v>
                      </c:pt>
                      <c:pt idx="1891">
                        <c:v>7.0651230563456204</c:v>
                      </c:pt>
                      <c:pt idx="1892">
                        <c:v>7.0715504879023596</c:v>
                      </c:pt>
                      <c:pt idx="1893">
                        <c:v>7.0715504879023596</c:v>
                      </c:pt>
                      <c:pt idx="1894">
                        <c:v>7.1193913043923196</c:v>
                      </c:pt>
                      <c:pt idx="1895">
                        <c:v>7.1239765224435496</c:v>
                      </c:pt>
                      <c:pt idx="1896">
                        <c:v>7.0846846256135203</c:v>
                      </c:pt>
                      <c:pt idx="1897">
                        <c:v>7.0448706531357699</c:v>
                      </c:pt>
                      <c:pt idx="1898">
                        <c:v>7.0843833928655604</c:v>
                      </c:pt>
                      <c:pt idx="1899">
                        <c:v>7.0926186526917796</c:v>
                      </c:pt>
                      <c:pt idx="1900">
                        <c:v>7.1040444039058199</c:v>
                      </c:pt>
                      <c:pt idx="1901">
                        <c:v>7.0960748643180498</c:v>
                      </c:pt>
                      <c:pt idx="1902">
                        <c:v>7.0811455865846504</c:v>
                      </c:pt>
                      <c:pt idx="1903">
                        <c:v>7.1293807995861904</c:v>
                      </c:pt>
                      <c:pt idx="1904">
                        <c:v>7.1663849380376599</c:v>
                      </c:pt>
                      <c:pt idx="1905">
                        <c:v>7.1663849380376599</c:v>
                      </c:pt>
                      <c:pt idx="1906">
                        <c:v>7.1272732962646597</c:v>
                      </c:pt>
                      <c:pt idx="1907">
                        <c:v>7.0984913105122596</c:v>
                      </c:pt>
                      <c:pt idx="1908">
                        <c:v>7.0802333237414903</c:v>
                      </c:pt>
                      <c:pt idx="1909">
                        <c:v>7.0294299715903703</c:v>
                      </c:pt>
                      <c:pt idx="1910">
                        <c:v>7.01111544911958</c:v>
                      </c:pt>
                      <c:pt idx="1911">
                        <c:v>6.9840917215201603</c:v>
                      </c:pt>
                      <c:pt idx="1912">
                        <c:v>6.9311524384702503</c:v>
                      </c:pt>
                      <c:pt idx="1913">
                        <c:v>6.9188757841173896</c:v>
                      </c:pt>
                      <c:pt idx="1914">
                        <c:v>6.9044244929140097</c:v>
                      </c:pt>
                      <c:pt idx="1915">
                        <c:v>6.9158387190544</c:v>
                      </c:pt>
                      <c:pt idx="1916">
                        <c:v>6.9207622153408996</c:v>
                      </c:pt>
                      <c:pt idx="1917">
                        <c:v>7.0120786870821501</c:v>
                      </c:pt>
                      <c:pt idx="1918">
                        <c:v>6.9810048617376799</c:v>
                      </c:pt>
                      <c:pt idx="1919">
                        <c:v>6.9665267915126901</c:v>
                      </c:pt>
                      <c:pt idx="1920">
                        <c:v>6.8342075177280499</c:v>
                      </c:pt>
                      <c:pt idx="1921">
                        <c:v>6.8025920940442797</c:v>
                      </c:pt>
                      <c:pt idx="1922">
                        <c:v>6.7543569611214398</c:v>
                      </c:pt>
                      <c:pt idx="1923">
                        <c:v>6.7543569611214398</c:v>
                      </c:pt>
                      <c:pt idx="1924">
                        <c:v>6.72783626670443</c:v>
                      </c:pt>
                      <c:pt idx="1925">
                        <c:v>6.7452755576460701</c:v>
                      </c:pt>
                      <c:pt idx="1926">
                        <c:v>6.7104884458015999</c:v>
                      </c:pt>
                      <c:pt idx="1927">
                        <c:v>6.6845023721515204</c:v>
                      </c:pt>
                      <c:pt idx="1928">
                        <c:v>6.5782738534521803</c:v>
                      </c:pt>
                      <c:pt idx="1929">
                        <c:v>6.5788527497153604</c:v>
                      </c:pt>
                      <c:pt idx="1930">
                        <c:v>6.5681596584388098</c:v>
                      </c:pt>
                      <c:pt idx="1931">
                        <c:v>6.6359319701103896</c:v>
                      </c:pt>
                      <c:pt idx="1932">
                        <c:v>6.6549867996702998</c:v>
                      </c:pt>
                      <c:pt idx="1933">
                        <c:v>6.6479289920774498</c:v>
                      </c:pt>
                      <c:pt idx="1934">
                        <c:v>6.6264523440593797</c:v>
                      </c:pt>
                      <c:pt idx="1935">
                        <c:v>6.6205410650876004</c:v>
                      </c:pt>
                      <c:pt idx="1936">
                        <c:v>6.5907990360855599</c:v>
                      </c:pt>
                      <c:pt idx="1937">
                        <c:v>6.5232591210535498</c:v>
                      </c:pt>
                      <c:pt idx="1938">
                        <c:v>6.4700291930884397</c:v>
                      </c:pt>
                      <c:pt idx="1939">
                        <c:v>6.4119434309115402</c:v>
                      </c:pt>
                      <c:pt idx="1940">
                        <c:v>6.43070547172153</c:v>
                      </c:pt>
                      <c:pt idx="1941">
                        <c:v>6.3278459418535498</c:v>
                      </c:pt>
                      <c:pt idx="1942">
                        <c:v>6.3139114839363302</c:v>
                      </c:pt>
                      <c:pt idx="1943">
                        <c:v>6.37872446430847</c:v>
                      </c:pt>
                      <c:pt idx="1944">
                        <c:v>6.4110228313549902</c:v>
                      </c:pt>
                      <c:pt idx="1945">
                        <c:v>6.4410765714123004</c:v>
                      </c:pt>
                      <c:pt idx="1946">
                        <c:v>6.4212183017071496</c:v>
                      </c:pt>
                      <c:pt idx="1947">
                        <c:v>6.4621897598796902</c:v>
                      </c:pt>
                      <c:pt idx="1948">
                        <c:v>6.4631486705012602</c:v>
                      </c:pt>
                      <c:pt idx="1949">
                        <c:v>6.4599664068061102</c:v>
                      </c:pt>
                      <c:pt idx="1950">
                        <c:v>6.5695244446153804</c:v>
                      </c:pt>
                      <c:pt idx="1951">
                        <c:v>6.7547521244310804</c:v>
                      </c:pt>
                      <c:pt idx="1952">
                        <c:v>6.8603672708800802</c:v>
                      </c:pt>
                      <c:pt idx="1953">
                        <c:v>6.81216944621299</c:v>
                      </c:pt>
                      <c:pt idx="1954">
                        <c:v>6.7754077569348601</c:v>
                      </c:pt>
                      <c:pt idx="1955">
                        <c:v>6.7332947660967797</c:v>
                      </c:pt>
                      <c:pt idx="1956">
                        <c:v>6.7444339726279896</c:v>
                      </c:pt>
                      <c:pt idx="1957">
                        <c:v>6.7859270707815202</c:v>
                      </c:pt>
                      <c:pt idx="1958">
                        <c:v>6.9462484116443104</c:v>
                      </c:pt>
                      <c:pt idx="1959">
                        <c:v>6.9883373204636596</c:v>
                      </c:pt>
                      <c:pt idx="1960">
                        <c:v>6.8979171563825696</c:v>
                      </c:pt>
                      <c:pt idx="1961">
                        <c:v>6.9532308356086903</c:v>
                      </c:pt>
                      <c:pt idx="1962">
                        <c:v>6.8800520606797999</c:v>
                      </c:pt>
                      <c:pt idx="1963">
                        <c:v>6.7955723357242999</c:v>
                      </c:pt>
                      <c:pt idx="1964">
                        <c:v>6.7974494177756997</c:v>
                      </c:pt>
                      <c:pt idx="1965">
                        <c:v>6.79545489020723</c:v>
                      </c:pt>
                      <c:pt idx="1966">
                        <c:v>6.8799066731803</c:v>
                      </c:pt>
                      <c:pt idx="1967">
                        <c:v>6.7863084381493302</c:v>
                      </c:pt>
                      <c:pt idx="1968">
                        <c:v>6.7863084381493302</c:v>
                      </c:pt>
                      <c:pt idx="1969">
                        <c:v>6.8076596345768001</c:v>
                      </c:pt>
                      <c:pt idx="1970">
                        <c:v>6.8119216370508502</c:v>
                      </c:pt>
                      <c:pt idx="1971">
                        <c:v>6.9271417173238197</c:v>
                      </c:pt>
                      <c:pt idx="1972">
                        <c:v>6.9766161832885798</c:v>
                      </c:pt>
                      <c:pt idx="1973">
                        <c:v>6.9096727281337103</c:v>
                      </c:pt>
                      <c:pt idx="1974">
                        <c:v>6.9210152151870199</c:v>
                      </c:pt>
                      <c:pt idx="1975">
                        <c:v>6.93483016676928</c:v>
                      </c:pt>
                      <c:pt idx="1976">
                        <c:v>6.8770142964832601</c:v>
                      </c:pt>
                      <c:pt idx="1977">
                        <c:v>6.9645446785066003</c:v>
                      </c:pt>
                      <c:pt idx="1978">
                        <c:v>6.9477769341356099</c:v>
                      </c:pt>
                      <c:pt idx="1979">
                        <c:v>6.9489824931102397</c:v>
                      </c:pt>
                      <c:pt idx="1980">
                        <c:v>6.9498595342849097</c:v>
                      </c:pt>
                      <c:pt idx="1981">
                        <c:v>6.95347518437588</c:v>
                      </c:pt>
                      <c:pt idx="1982">
                        <c:v>6.99372161644773</c:v>
                      </c:pt>
                      <c:pt idx="1983">
                        <c:v>6.99372161644773</c:v>
                      </c:pt>
                      <c:pt idx="1984">
                        <c:v>6.9657513945506304</c:v>
                      </c:pt>
                      <c:pt idx="1985">
                        <c:v>6.9882670636211603</c:v>
                      </c:pt>
                      <c:pt idx="1986">
                        <c:v>7.0097797529406902</c:v>
                      </c:pt>
                      <c:pt idx="1987">
                        <c:v>7.0131687356933998</c:v>
                      </c:pt>
                      <c:pt idx="1988">
                        <c:v>7.0131687356933998</c:v>
                      </c:pt>
                      <c:pt idx="1989">
                        <c:v>7.0354162161835996</c:v>
                      </c:pt>
                      <c:pt idx="1990">
                        <c:v>7.0834941984941402</c:v>
                      </c:pt>
                      <c:pt idx="1991">
                        <c:v>7.0823290881628402</c:v>
                      </c:pt>
                      <c:pt idx="1992">
                        <c:v>7.0786911073784502</c:v>
                      </c:pt>
                      <c:pt idx="1993">
                        <c:v>7.0920305292783103</c:v>
                      </c:pt>
                      <c:pt idx="1994">
                        <c:v>7.1134806584400101</c:v>
                      </c:pt>
                      <c:pt idx="1995">
                        <c:v>7.1257435345771603</c:v>
                      </c:pt>
                      <c:pt idx="1996">
                        <c:v>7.1390006824998897</c:v>
                      </c:pt>
                      <c:pt idx="1997">
                        <c:v>7.0946875741945696</c:v>
                      </c:pt>
                      <c:pt idx="1998">
                        <c:v>7.11855940331096</c:v>
                      </c:pt>
                      <c:pt idx="1999">
                        <c:v>7.1106470756132598</c:v>
                      </c:pt>
                      <c:pt idx="2000">
                        <c:v>7.0964993278936497</c:v>
                      </c:pt>
                      <c:pt idx="2001">
                        <c:v>7.0589995618427297</c:v>
                      </c:pt>
                      <c:pt idx="2002">
                        <c:v>7.03523443510145</c:v>
                      </c:pt>
                      <c:pt idx="2003">
                        <c:v>7.0128904295311498</c:v>
                      </c:pt>
                      <c:pt idx="2004">
                        <c:v>7.0492757119253699</c:v>
                      </c:pt>
                      <c:pt idx="2005">
                        <c:v>7.1240335168220001</c:v>
                      </c:pt>
                      <c:pt idx="2006">
                        <c:v>7.1240335168220001</c:v>
                      </c:pt>
                      <c:pt idx="2007">
                        <c:v>7.0192126795581098</c:v>
                      </c:pt>
                      <c:pt idx="2008">
                        <c:v>7.0862125157037301</c:v>
                      </c:pt>
                      <c:pt idx="2009">
                        <c:v>7.0937908916025503</c:v>
                      </c:pt>
                      <c:pt idx="2010">
                        <c:v>7.0938671072737298</c:v>
                      </c:pt>
                      <c:pt idx="2011">
                        <c:v>7.0611910520006598</c:v>
                      </c:pt>
                      <c:pt idx="2012">
                        <c:v>6.98703129490384</c:v>
                      </c:pt>
                      <c:pt idx="2013">
                        <c:v>7.1266723710658502</c:v>
                      </c:pt>
                      <c:pt idx="2014">
                        <c:v>7.1198273327860004</c:v>
                      </c:pt>
                      <c:pt idx="2015">
                        <c:v>7.1175721223319499</c:v>
                      </c:pt>
                      <c:pt idx="2016">
                        <c:v>7.1476459188661297</c:v>
                      </c:pt>
                      <c:pt idx="2017">
                        <c:v>7.0507119573802903</c:v>
                      </c:pt>
                      <c:pt idx="2018">
                        <c:v>7.1921071863701904</c:v>
                      </c:pt>
                      <c:pt idx="2019">
                        <c:v>7.1417623566276296</c:v>
                      </c:pt>
                      <c:pt idx="2020">
                        <c:v>7.1512161809188504</c:v>
                      </c:pt>
                      <c:pt idx="2021">
                        <c:v>7.1445070044156997</c:v>
                      </c:pt>
                      <c:pt idx="2022">
                        <c:v>7.1445070044156997</c:v>
                      </c:pt>
                      <c:pt idx="2023">
                        <c:v>7.1743425421096996</c:v>
                      </c:pt>
                      <c:pt idx="2024">
                        <c:v>7.1758507525952799</c:v>
                      </c:pt>
                      <c:pt idx="2025">
                        <c:v>7.1097656255833996</c:v>
                      </c:pt>
                      <c:pt idx="2026">
                        <c:v>7.0787728964727101</c:v>
                      </c:pt>
                      <c:pt idx="2027">
                        <c:v>7.0697125934529099</c:v>
                      </c:pt>
                      <c:pt idx="2028">
                        <c:v>7.0697125934529099</c:v>
                      </c:pt>
                      <c:pt idx="2029">
                        <c:v>7.0441454984483798</c:v>
                      </c:pt>
                      <c:pt idx="2030">
                        <c:v>7.0237901998733197</c:v>
                      </c:pt>
                      <c:pt idx="2031">
                        <c:v>6.9646659813974496</c:v>
                      </c:pt>
                      <c:pt idx="2032">
                        <c:v>6.9300445158301702</c:v>
                      </c:pt>
                      <c:pt idx="2033">
                        <c:v>6.9389623464813699</c:v>
                      </c:pt>
                      <c:pt idx="2034">
                        <c:v>6.9115169150638298</c:v>
                      </c:pt>
                      <c:pt idx="2035">
                        <c:v>6.9339192021709701</c:v>
                      </c:pt>
                      <c:pt idx="2036">
                        <c:v>6.9122696560737404</c:v>
                      </c:pt>
                      <c:pt idx="2037">
                        <c:v>6.9341831644151801</c:v>
                      </c:pt>
                      <c:pt idx="2038">
                        <c:v>6.9065916641323604</c:v>
                      </c:pt>
                      <c:pt idx="2039">
                        <c:v>6.9022179255926499</c:v>
                      </c:pt>
                      <c:pt idx="2040">
                        <c:v>6.8308507540193597</c:v>
                      </c:pt>
                      <c:pt idx="2041">
                        <c:v>6.77469979436583</c:v>
                      </c:pt>
                      <c:pt idx="2042">
                        <c:v>6.81731389031465</c:v>
                      </c:pt>
                      <c:pt idx="2043">
                        <c:v>6.8564443560573096</c:v>
                      </c:pt>
                      <c:pt idx="2044">
                        <c:v>6.9533434798039098</c:v>
                      </c:pt>
                      <c:pt idx="2045">
                        <c:v>6.8913667274285997</c:v>
                      </c:pt>
                      <c:pt idx="2046">
                        <c:v>6.8924552593090302</c:v>
                      </c:pt>
                      <c:pt idx="2047">
                        <c:v>6.8597705233526503</c:v>
                      </c:pt>
                      <c:pt idx="2048">
                        <c:v>6.8806415059302397</c:v>
                      </c:pt>
                      <c:pt idx="2049">
                        <c:v>6.9207704362037701</c:v>
                      </c:pt>
                      <c:pt idx="2050">
                        <c:v>6.9467791269153603</c:v>
                      </c:pt>
                      <c:pt idx="2051">
                        <c:v>6.9431069214894103</c:v>
                      </c:pt>
                      <c:pt idx="2052">
                        <c:v>6.9558463903236296</c:v>
                      </c:pt>
                      <c:pt idx="2053">
                        <c:v>7.0239987049328203</c:v>
                      </c:pt>
                      <c:pt idx="2054">
                        <c:v>7.0226648698356096</c:v>
                      </c:pt>
                      <c:pt idx="2055">
                        <c:v>7.0456412618963098</c:v>
                      </c:pt>
                      <c:pt idx="2056">
                        <c:v>6.99465519711827</c:v>
                      </c:pt>
                      <c:pt idx="2057">
                        <c:v>6.9519609175139703</c:v>
                      </c:pt>
                      <c:pt idx="2058">
                        <c:v>6.9742731608534596</c:v>
                      </c:pt>
                      <c:pt idx="2059">
                        <c:v>7.0155996131012301</c:v>
                      </c:pt>
                      <c:pt idx="2060">
                        <c:v>7.0173599219469702</c:v>
                      </c:pt>
                      <c:pt idx="2061">
                        <c:v>7.0349908291117602</c:v>
                      </c:pt>
                      <c:pt idx="2062">
                        <c:v>7.0399358889634298</c:v>
                      </c:pt>
                      <c:pt idx="2063">
                        <c:v>6.9873414153045399</c:v>
                      </c:pt>
                      <c:pt idx="2064">
                        <c:v>6.9770107983754599</c:v>
                      </c:pt>
                      <c:pt idx="2065">
                        <c:v>6.95462930046717</c:v>
                      </c:pt>
                      <c:pt idx="2066">
                        <c:v>6.9586591059653502</c:v>
                      </c:pt>
                      <c:pt idx="2067">
                        <c:v>6.9017932573707697</c:v>
                      </c:pt>
                      <c:pt idx="2068">
                        <c:v>6.8321123344556698</c:v>
                      </c:pt>
                      <c:pt idx="2069">
                        <c:v>6.7833697306060596</c:v>
                      </c:pt>
                      <c:pt idx="2070">
                        <c:v>6.7797836897858597</c:v>
                      </c:pt>
                      <c:pt idx="2071">
                        <c:v>6.7464907468530599</c:v>
                      </c:pt>
                      <c:pt idx="2072">
                        <c:v>6.7864112467165398</c:v>
                      </c:pt>
                      <c:pt idx="2073">
                        <c:v>6.7470309372248503</c:v>
                      </c:pt>
                      <c:pt idx="2074">
                        <c:v>6.7436644361704001</c:v>
                      </c:pt>
                      <c:pt idx="2075">
                        <c:v>6.7996266245120003</c:v>
                      </c:pt>
                      <c:pt idx="2076">
                        <c:v>6.8224113804834197</c:v>
                      </c:pt>
                      <c:pt idx="2077">
                        <c:v>6.8025117839976996</c:v>
                      </c:pt>
                      <c:pt idx="2078">
                        <c:v>6.8025117839976996</c:v>
                      </c:pt>
                      <c:pt idx="2079">
                        <c:v>6.8286066683269304</c:v>
                      </c:pt>
                      <c:pt idx="2080">
                        <c:v>6.8147164917904597</c:v>
                      </c:pt>
                      <c:pt idx="2081">
                        <c:v>6.7910295090791202</c:v>
                      </c:pt>
                      <c:pt idx="2082">
                        <c:v>6.7764490098291299</c:v>
                      </c:pt>
                      <c:pt idx="2083">
                        <c:v>6.7695967802980102</c:v>
                      </c:pt>
                      <c:pt idx="2084">
                        <c:v>6.72709899223329</c:v>
                      </c:pt>
                      <c:pt idx="2085">
                        <c:v>6.7057327370522302</c:v>
                      </c:pt>
                      <c:pt idx="2086">
                        <c:v>6.7225658803411701</c:v>
                      </c:pt>
                      <c:pt idx="2087">
                        <c:v>6.7126817701540098</c:v>
                      </c:pt>
                      <c:pt idx="2088">
                        <c:v>6.7000970151362802</c:v>
                      </c:pt>
                      <c:pt idx="2089">
                        <c:v>6.6578049861187401</c:v>
                      </c:pt>
                      <c:pt idx="2090">
                        <c:v>6.6576575217045297</c:v>
                      </c:pt>
                      <c:pt idx="2091">
                        <c:v>6.6576575217045297</c:v>
                      </c:pt>
                      <c:pt idx="2092">
                        <c:v>6.6576575217045297</c:v>
                      </c:pt>
                      <c:pt idx="2093">
                        <c:v>6.5892411704953</c:v>
                      </c:pt>
                      <c:pt idx="2094">
                        <c:v>6.6013007080017596</c:v>
                      </c:pt>
                      <c:pt idx="2095">
                        <c:v>6.6176604994629598</c:v>
                      </c:pt>
                      <c:pt idx="2096">
                        <c:v>6.5966812361131604</c:v>
                      </c:pt>
                      <c:pt idx="2097">
                        <c:v>6.5700945289561901</c:v>
                      </c:pt>
                      <c:pt idx="2098">
                        <c:v>6.54162994337947</c:v>
                      </c:pt>
                      <c:pt idx="2099">
                        <c:v>6.54899303108001</c:v>
                      </c:pt>
                      <c:pt idx="2100">
                        <c:v>6.5532735562137301</c:v>
                      </c:pt>
                      <c:pt idx="2101">
                        <c:v>6.55933554904456</c:v>
                      </c:pt>
                      <c:pt idx="2102">
                        <c:v>6.5553663191242402</c:v>
                      </c:pt>
                      <c:pt idx="2103">
                        <c:v>6.57839019086326</c:v>
                      </c:pt>
                      <c:pt idx="2104">
                        <c:v>6.6075190020012302</c:v>
                      </c:pt>
                      <c:pt idx="2105">
                        <c:v>6.60028529244991</c:v>
                      </c:pt>
                      <c:pt idx="2106">
                        <c:v>6.5730361656959797</c:v>
                      </c:pt>
                      <c:pt idx="2107">
                        <c:v>6.56093793591576</c:v>
                      </c:pt>
                      <c:pt idx="2108">
                        <c:v>6.5754548340991104</c:v>
                      </c:pt>
                      <c:pt idx="2109">
                        <c:v>6.5754548340991104</c:v>
                      </c:pt>
                      <c:pt idx="2110">
                        <c:v>6.58649707513612</c:v>
                      </c:pt>
                      <c:pt idx="2111">
                        <c:v>6.5475170913321001</c:v>
                      </c:pt>
                      <c:pt idx="2112">
                        <c:v>6.5444040893483004</c:v>
                      </c:pt>
                      <c:pt idx="2113">
                        <c:v>6.5436470737757499</c:v>
                      </c:pt>
                      <c:pt idx="2114">
                        <c:v>6.5348117465339302</c:v>
                      </c:pt>
                      <c:pt idx="2115">
                        <c:v>6.6067837321082203</c:v>
                      </c:pt>
                      <c:pt idx="2116">
                        <c:v>6.5848663288522999</c:v>
                      </c:pt>
                      <c:pt idx="2117">
                        <c:v>6.6030049843927898</c:v>
                      </c:pt>
                      <c:pt idx="2118">
                        <c:v>6.6499769079069901</c:v>
                      </c:pt>
                      <c:pt idx="2119">
                        <c:v>6.7005285730113604</c:v>
                      </c:pt>
                      <c:pt idx="2120">
                        <c:v>6.6931461628988496</c:v>
                      </c:pt>
                      <c:pt idx="2121">
                        <c:v>6.7097776543367802</c:v>
                      </c:pt>
                      <c:pt idx="2122">
                        <c:v>6.6698533406321499</c:v>
                      </c:pt>
                      <c:pt idx="2123">
                        <c:v>6.6698533406321499</c:v>
                      </c:pt>
                      <c:pt idx="2124">
                        <c:v>6.6515348632548896</c:v>
                      </c:pt>
                      <c:pt idx="2125">
                        <c:v>6.7204514344017596</c:v>
                      </c:pt>
                      <c:pt idx="2126">
                        <c:v>6.7147052695230798</c:v>
                      </c:pt>
                      <c:pt idx="2127">
                        <c:v>6.7193006769231101</c:v>
                      </c:pt>
                      <c:pt idx="2128">
                        <c:v>6.6891391865800198</c:v>
                      </c:pt>
                      <c:pt idx="2129">
                        <c:v>6.69874906568828</c:v>
                      </c:pt>
                      <c:pt idx="2130">
                        <c:v>6.6831519837559199</c:v>
                      </c:pt>
                      <c:pt idx="2131">
                        <c:v>6.6677067741901599</c:v>
                      </c:pt>
                      <c:pt idx="2132">
                        <c:v>6.6378716551830799</c:v>
                      </c:pt>
                      <c:pt idx="2133">
                        <c:v>6.5901679067655898</c:v>
                      </c:pt>
                      <c:pt idx="2134">
                        <c:v>6.5565289212041504</c:v>
                      </c:pt>
                      <c:pt idx="2135">
                        <c:v>6.5878337539708296</c:v>
                      </c:pt>
                      <c:pt idx="2136">
                        <c:v>6.5526508673311099</c:v>
                      </c:pt>
                      <c:pt idx="2137">
                        <c:v>6.5485112443745699</c:v>
                      </c:pt>
                      <c:pt idx="2138">
                        <c:v>6.5485112443745699</c:v>
                      </c:pt>
                      <c:pt idx="2139">
                        <c:v>6.5435327015085498</c:v>
                      </c:pt>
                      <c:pt idx="2140">
                        <c:v>6.5178780015978202</c:v>
                      </c:pt>
                      <c:pt idx="2141">
                        <c:v>6.5589674527481501</c:v>
                      </c:pt>
                      <c:pt idx="2142">
                        <c:v>6.5413775208239402</c:v>
                      </c:pt>
                      <c:pt idx="2143">
                        <c:v>6.5413775208239402</c:v>
                      </c:pt>
                      <c:pt idx="2144">
                        <c:v>6.5210684177073199</c:v>
                      </c:pt>
                      <c:pt idx="2145">
                        <c:v>6.52642871480748</c:v>
                      </c:pt>
                      <c:pt idx="2146">
                        <c:v>6.44733917459493</c:v>
                      </c:pt>
                      <c:pt idx="2147">
                        <c:v>6.4367381154987999</c:v>
                      </c:pt>
                      <c:pt idx="2148">
                        <c:v>6.4188450950918901</c:v>
                      </c:pt>
                      <c:pt idx="2149">
                        <c:v>6.3900815257678696</c:v>
                      </c:pt>
                      <c:pt idx="2150">
                        <c:v>6.3872879641270801</c:v>
                      </c:pt>
                      <c:pt idx="2151">
                        <c:v>6.41261184088106</c:v>
                      </c:pt>
                      <c:pt idx="2152">
                        <c:v>6.3992081024653498</c:v>
                      </c:pt>
                      <c:pt idx="2153">
                        <c:v>6.3992081024653498</c:v>
                      </c:pt>
                      <c:pt idx="2154">
                        <c:v>6.4177166744908503</c:v>
                      </c:pt>
                      <c:pt idx="2155">
                        <c:v>6.3950547555565196</c:v>
                      </c:pt>
                      <c:pt idx="2156">
                        <c:v>6.3865020455063801</c:v>
                      </c:pt>
                      <c:pt idx="2157">
                        <c:v>6.3596753214320803</c:v>
                      </c:pt>
                      <c:pt idx="2158">
                        <c:v>6.3850602127827196</c:v>
                      </c:pt>
                      <c:pt idx="2159">
                        <c:v>6.34482787067925</c:v>
                      </c:pt>
                      <c:pt idx="2160">
                        <c:v>6.2852378601225496</c:v>
                      </c:pt>
                      <c:pt idx="2161">
                        <c:v>6.2593581095556896</c:v>
                      </c:pt>
                      <c:pt idx="2162">
                        <c:v>6.1876074142301496</c:v>
                      </c:pt>
                      <c:pt idx="2163">
                        <c:v>6.16722836578339</c:v>
                      </c:pt>
                      <c:pt idx="2164">
                        <c:v>6.1844353720712997</c:v>
                      </c:pt>
                      <c:pt idx="2165">
                        <c:v>6.1997098316014698</c:v>
                      </c:pt>
                      <c:pt idx="2166">
                        <c:v>6.1901972700650596</c:v>
                      </c:pt>
                      <c:pt idx="2167">
                        <c:v>6.1901972700650596</c:v>
                      </c:pt>
                      <c:pt idx="2168">
                        <c:v>6.1562254243374097</c:v>
                      </c:pt>
                      <c:pt idx="2169">
                        <c:v>6.1211371107553498</c:v>
                      </c:pt>
                      <c:pt idx="2170">
                        <c:v>6.1414961549981104</c:v>
                      </c:pt>
                      <c:pt idx="2171">
                        <c:v>6.10476742238468</c:v>
                      </c:pt>
                      <c:pt idx="2172">
                        <c:v>6.12888494926412</c:v>
                      </c:pt>
                      <c:pt idx="2173">
                        <c:v>6.0357813441271899</c:v>
                      </c:pt>
                      <c:pt idx="2174">
                        <c:v>5.98880925407357</c:v>
                      </c:pt>
                      <c:pt idx="2175">
                        <c:v>5.9642439214889302</c:v>
                      </c:pt>
                      <c:pt idx="2176">
                        <c:v>5.9544301447399501</c:v>
                      </c:pt>
                      <c:pt idx="2177">
                        <c:v>5.9331551595979501</c:v>
                      </c:pt>
                      <c:pt idx="2178">
                        <c:v>5.8961577059513504</c:v>
                      </c:pt>
                      <c:pt idx="2179">
                        <c:v>5.8961577059513504</c:v>
                      </c:pt>
                      <c:pt idx="2180">
                        <c:v>5.8868769500863198</c:v>
                      </c:pt>
                      <c:pt idx="2181">
                        <c:v>5.9164829777323602</c:v>
                      </c:pt>
                      <c:pt idx="2182">
                        <c:v>5.89931556807921</c:v>
                      </c:pt>
                      <c:pt idx="2183">
                        <c:v>5.8555258271451498</c:v>
                      </c:pt>
                      <c:pt idx="2184">
                        <c:v>5.8541709512887197</c:v>
                      </c:pt>
                      <c:pt idx="2185">
                        <c:v>5.8470189809975803</c:v>
                      </c:pt>
                      <c:pt idx="2186">
                        <c:v>5.8011605902327199</c:v>
                      </c:pt>
                      <c:pt idx="2187">
                        <c:v>5.8087414356671196</c:v>
                      </c:pt>
                      <c:pt idx="2188">
                        <c:v>5.8087414356671196</c:v>
                      </c:pt>
                      <c:pt idx="2189">
                        <c:v>5.7977182116505404</c:v>
                      </c:pt>
                      <c:pt idx="2190">
                        <c:v>5.8187739196988604</c:v>
                      </c:pt>
                      <c:pt idx="2191">
                        <c:v>5.8690702081935999</c:v>
                      </c:pt>
                      <c:pt idx="2192">
                        <c:v>5.86468846720601</c:v>
                      </c:pt>
                      <c:pt idx="2193">
                        <c:v>5.8476723474158598</c:v>
                      </c:pt>
                      <c:pt idx="2194">
                        <c:v>5.8438058999000804</c:v>
                      </c:pt>
                      <c:pt idx="2195">
                        <c:v>5.8729269606905001</c:v>
                      </c:pt>
                      <c:pt idx="2196">
                        <c:v>5.8882143998230001</c:v>
                      </c:pt>
                      <c:pt idx="2197">
                        <c:v>5.88743027930665</c:v>
                      </c:pt>
                      <c:pt idx="2198">
                        <c:v>5.8520571264539099</c:v>
                      </c:pt>
                      <c:pt idx="2199">
                        <c:v>5.8650873558224097</c:v>
                      </c:pt>
                      <c:pt idx="2200">
                        <c:v>5.86995345069296</c:v>
                      </c:pt>
                      <c:pt idx="2201">
                        <c:v>5.8302240859194496</c:v>
                      </c:pt>
                      <c:pt idx="2202">
                        <c:v>5.7756804157515402</c:v>
                      </c:pt>
                      <c:pt idx="2203">
                        <c:v>5.7483473095395601</c:v>
                      </c:pt>
                      <c:pt idx="2204">
                        <c:v>5.7673651236387897</c:v>
                      </c:pt>
                      <c:pt idx="2205">
                        <c:v>5.8032243897948499</c:v>
                      </c:pt>
                      <c:pt idx="2206">
                        <c:v>5.7718468582629798</c:v>
                      </c:pt>
                      <c:pt idx="2207">
                        <c:v>5.8262490210303</c:v>
                      </c:pt>
                      <c:pt idx="2208">
                        <c:v>5.8182633875273497</c:v>
                      </c:pt>
                      <c:pt idx="2209">
                        <c:v>5.8420896931613999</c:v>
                      </c:pt>
                      <c:pt idx="2210">
                        <c:v>5.8530617137625196</c:v>
                      </c:pt>
                      <c:pt idx="2211">
                        <c:v>5.79877171835897</c:v>
                      </c:pt>
                      <c:pt idx="2212">
                        <c:v>5.80954134666261</c:v>
                      </c:pt>
                      <c:pt idx="2213">
                        <c:v>5.7821475608630601</c:v>
                      </c:pt>
                      <c:pt idx="2214">
                        <c:v>5.7636463665868396</c:v>
                      </c:pt>
                      <c:pt idx="2215">
                        <c:v>5.7293889917510299</c:v>
                      </c:pt>
                      <c:pt idx="2216">
                        <c:v>5.72643920759353</c:v>
                      </c:pt>
                      <c:pt idx="2217">
                        <c:v>5.70102964354591</c:v>
                      </c:pt>
                      <c:pt idx="2218">
                        <c:v>5.7448863897760303</c:v>
                      </c:pt>
                      <c:pt idx="2219">
                        <c:v>5.6970753676811796</c:v>
                      </c:pt>
                      <c:pt idx="2220">
                        <c:v>5.6881938738890998</c:v>
                      </c:pt>
                      <c:pt idx="2221">
                        <c:v>5.6924853885770101</c:v>
                      </c:pt>
                      <c:pt idx="2222">
                        <c:v>5.6375409169629203</c:v>
                      </c:pt>
                      <c:pt idx="2223">
                        <c:v>5.6078592406741699</c:v>
                      </c:pt>
                      <c:pt idx="2224">
                        <c:v>5.5952411471669103</c:v>
                      </c:pt>
                      <c:pt idx="2225">
                        <c:v>5.6103819256707999</c:v>
                      </c:pt>
                      <c:pt idx="2226">
                        <c:v>5.5690646763449596</c:v>
                      </c:pt>
                      <c:pt idx="2227">
                        <c:v>5.4849065614976196</c:v>
                      </c:pt>
                      <c:pt idx="2228">
                        <c:v>5.4849065614976196</c:v>
                      </c:pt>
                      <c:pt idx="2229">
                        <c:v>5.4673022374392497</c:v>
                      </c:pt>
                      <c:pt idx="2230">
                        <c:v>5.51193365942569</c:v>
                      </c:pt>
                      <c:pt idx="2231">
                        <c:v>5.5579604298484799</c:v>
                      </c:pt>
                      <c:pt idx="2232">
                        <c:v>5.4695536856899896</c:v>
                      </c:pt>
                      <c:pt idx="2233">
                        <c:v>5.4580521379660798</c:v>
                      </c:pt>
                      <c:pt idx="2234">
                        <c:v>5.4781812074454601</c:v>
                      </c:pt>
                      <c:pt idx="2235">
                        <c:v>5.48931065172453</c:v>
                      </c:pt>
                      <c:pt idx="2236">
                        <c:v>5.4938020690591598</c:v>
                      </c:pt>
                      <c:pt idx="2237">
                        <c:v>5.4675684692065003</c:v>
                      </c:pt>
                      <c:pt idx="2238">
                        <c:v>5.5071274223628404</c:v>
                      </c:pt>
                      <c:pt idx="2239">
                        <c:v>5.5502836047769399</c:v>
                      </c:pt>
                      <c:pt idx="2240">
                        <c:v>5.57740776475912</c:v>
                      </c:pt>
                      <c:pt idx="2241">
                        <c:v>5.5807514421627102</c:v>
                      </c:pt>
                      <c:pt idx="2242">
                        <c:v>5.60770682968574</c:v>
                      </c:pt>
                      <c:pt idx="2243">
                        <c:v>5.60770682968574</c:v>
                      </c:pt>
                      <c:pt idx="2244">
                        <c:v>5.5820560323733996</c:v>
                      </c:pt>
                      <c:pt idx="2245">
                        <c:v>5.54863911166587</c:v>
                      </c:pt>
                      <c:pt idx="2246">
                        <c:v>5.5441106594525298</c:v>
                      </c:pt>
                      <c:pt idx="2247">
                        <c:v>5.5980624631007396</c:v>
                      </c:pt>
                      <c:pt idx="2248">
                        <c:v>5.5980624631007396</c:v>
                      </c:pt>
                      <c:pt idx="2249">
                        <c:v>5.6220672636412701</c:v>
                      </c:pt>
                      <c:pt idx="2250">
                        <c:v>5.7049902916606596</c:v>
                      </c:pt>
                      <c:pt idx="2251">
                        <c:v>5.7328101664614302</c:v>
                      </c:pt>
                      <c:pt idx="2252">
                        <c:v>5.7267756439853104</c:v>
                      </c:pt>
                      <c:pt idx="2253">
                        <c:v>5.6706632275208504</c:v>
                      </c:pt>
                      <c:pt idx="2254">
                        <c:v>5.6663784822824699</c:v>
                      </c:pt>
                      <c:pt idx="2255">
                        <c:v>5.6439209851772896</c:v>
                      </c:pt>
                      <c:pt idx="2256">
                        <c:v>5.7107178606840696</c:v>
                      </c:pt>
                      <c:pt idx="2257">
                        <c:v>5.6391471028175504</c:v>
                      </c:pt>
                      <c:pt idx="2258">
                        <c:v>5.5024912232632204</c:v>
                      </c:pt>
                      <c:pt idx="2259">
                        <c:v>5.4720864260846902</c:v>
                      </c:pt>
                      <c:pt idx="2260">
                        <c:v>5.4673769709063098</c:v>
                      </c:pt>
                      <c:pt idx="2261">
                        <c:v>5.5061609445680597</c:v>
                      </c:pt>
                      <c:pt idx="2262">
                        <c:v>5.4402249204866298</c:v>
                      </c:pt>
                      <c:pt idx="2263">
                        <c:v>5.4280849608150801</c:v>
                      </c:pt>
                      <c:pt idx="2264">
                        <c:v>5.4214340438860003</c:v>
                      </c:pt>
                      <c:pt idx="2265">
                        <c:v>5.4205201490328401</c:v>
                      </c:pt>
                      <c:pt idx="2266">
                        <c:v>5.29981737085724</c:v>
                      </c:pt>
                      <c:pt idx="2267">
                        <c:v>5.3154672058208501</c:v>
                      </c:pt>
                      <c:pt idx="2268">
                        <c:v>5.2917078923716598</c:v>
                      </c:pt>
                      <c:pt idx="2269">
                        <c:v>5.4023671729149001</c:v>
                      </c:pt>
                      <c:pt idx="2270">
                        <c:v>5.4295405625803097</c:v>
                      </c:pt>
                      <c:pt idx="2271">
                        <c:v>5.4329124283801304</c:v>
                      </c:pt>
                      <c:pt idx="2272">
                        <c:v>5.3457050033453797</c:v>
                      </c:pt>
                      <c:pt idx="2273">
                        <c:v>5.4050122101565501</c:v>
                      </c:pt>
                      <c:pt idx="2274">
                        <c:v>5.37047529762234</c:v>
                      </c:pt>
                      <c:pt idx="2275">
                        <c:v>5.3814507641745903</c:v>
                      </c:pt>
                      <c:pt idx="2276">
                        <c:v>5.3663730037561503</c:v>
                      </c:pt>
                      <c:pt idx="2277">
                        <c:v>5.2413981996864596</c:v>
                      </c:pt>
                      <c:pt idx="2278">
                        <c:v>5.1183060113154601</c:v>
                      </c:pt>
                      <c:pt idx="2279">
                        <c:v>5.1183060113154601</c:v>
                      </c:pt>
                      <c:pt idx="2280">
                        <c:v>5.1509233393101601</c:v>
                      </c:pt>
                      <c:pt idx="2281">
                        <c:v>5.1910673870529997</c:v>
                      </c:pt>
                      <c:pt idx="2282">
                        <c:v>5.1606724501525498</c:v>
                      </c:pt>
                      <c:pt idx="2283">
                        <c:v>5.1606724501525498</c:v>
                      </c:pt>
                      <c:pt idx="2284">
                        <c:v>5.1606724501525498</c:v>
                      </c:pt>
                      <c:pt idx="2285">
                        <c:v>5.1678687893705799</c:v>
                      </c:pt>
                      <c:pt idx="2286">
                        <c:v>5.1509193162986602</c:v>
                      </c:pt>
                      <c:pt idx="2287">
                        <c:v>5.1744082351503602</c:v>
                      </c:pt>
                      <c:pt idx="2288">
                        <c:v>5.1744082351503602</c:v>
                      </c:pt>
                      <c:pt idx="2289">
                        <c:v>5.0654927605254496</c:v>
                      </c:pt>
                      <c:pt idx="2290">
                        <c:v>5.0505013107686603</c:v>
                      </c:pt>
                      <c:pt idx="2291">
                        <c:v>4.9666494519253002</c:v>
                      </c:pt>
                      <c:pt idx="2292">
                        <c:v>4.9599307736805196</c:v>
                      </c:pt>
                      <c:pt idx="2293">
                        <c:v>4.9048946810805596</c:v>
                      </c:pt>
                      <c:pt idx="2294">
                        <c:v>4.8832430864471297</c:v>
                      </c:pt>
                      <c:pt idx="2295">
                        <c:v>4.8718737499923597</c:v>
                      </c:pt>
                      <c:pt idx="2296">
                        <c:v>4.8071656051450598</c:v>
                      </c:pt>
                      <c:pt idx="2297">
                        <c:v>4.8007565078018297</c:v>
                      </c:pt>
                      <c:pt idx="2298">
                        <c:v>4.7407708668331798</c:v>
                      </c:pt>
                      <c:pt idx="2299">
                        <c:v>4.7587344516496799</c:v>
                      </c:pt>
                      <c:pt idx="2300">
                        <c:v>4.6997418040728398</c:v>
                      </c:pt>
                      <c:pt idx="2301">
                        <c:v>4.7243673635386303</c:v>
                      </c:pt>
                      <c:pt idx="2302">
                        <c:v>4.7411695232683702</c:v>
                      </c:pt>
                      <c:pt idx="2303">
                        <c:v>4.7502169991801004</c:v>
                      </c:pt>
                      <c:pt idx="2304">
                        <c:v>4.7472222886516899</c:v>
                      </c:pt>
                      <c:pt idx="2305">
                        <c:v>4.7634375170264303</c:v>
                      </c:pt>
                      <c:pt idx="2306">
                        <c:v>4.75173837443963</c:v>
                      </c:pt>
                      <c:pt idx="2307">
                        <c:v>4.7313992288015498</c:v>
                      </c:pt>
                      <c:pt idx="2308">
                        <c:v>4.74341302419991</c:v>
                      </c:pt>
                      <c:pt idx="2309">
                        <c:v>4.7448179616895096</c:v>
                      </c:pt>
                      <c:pt idx="2310">
                        <c:v>4.6324531910751396</c:v>
                      </c:pt>
                      <c:pt idx="2311">
                        <c:v>4.6038024616899396</c:v>
                      </c:pt>
                      <c:pt idx="2312">
                        <c:v>4.6040817239136196</c:v>
                      </c:pt>
                      <c:pt idx="2313">
                        <c:v>4.6303464977868902</c:v>
                      </c:pt>
                      <c:pt idx="2314">
                        <c:v>4.6236628122656702</c:v>
                      </c:pt>
                      <c:pt idx="2315">
                        <c:v>4.5881339390570197</c:v>
                      </c:pt>
                      <c:pt idx="2316">
                        <c:v>4.57353199552833</c:v>
                      </c:pt>
                      <c:pt idx="2317">
                        <c:v>4.5502430643117702</c:v>
                      </c:pt>
                      <c:pt idx="2318">
                        <c:v>4.55008577660894</c:v>
                      </c:pt>
                      <c:pt idx="2319">
                        <c:v>4.5545556774837301</c:v>
                      </c:pt>
                      <c:pt idx="2320">
                        <c:v>4.5467138806890404</c:v>
                      </c:pt>
                      <c:pt idx="2321">
                        <c:v>4.51459233810405</c:v>
                      </c:pt>
                      <c:pt idx="2322">
                        <c:v>4.4895867029565597</c:v>
                      </c:pt>
                      <c:pt idx="2323">
                        <c:v>4.5241172053793202</c:v>
                      </c:pt>
                      <c:pt idx="2324">
                        <c:v>4.5346416957907802</c:v>
                      </c:pt>
                      <c:pt idx="2325">
                        <c:v>4.5334305949677596</c:v>
                      </c:pt>
                      <c:pt idx="2326">
                        <c:v>4.51188624606496</c:v>
                      </c:pt>
                      <c:pt idx="2327">
                        <c:v>4.4944004163394098</c:v>
                      </c:pt>
                      <c:pt idx="2328">
                        <c:v>4.4957872168553203</c:v>
                      </c:pt>
                      <c:pt idx="2329">
                        <c:v>4.4702834410824304</c:v>
                      </c:pt>
                      <c:pt idx="2330">
                        <c:v>4.4481927482435504</c:v>
                      </c:pt>
                      <c:pt idx="2331">
                        <c:v>4.38979730203173</c:v>
                      </c:pt>
                      <c:pt idx="2332">
                        <c:v>4.4235584854537002</c:v>
                      </c:pt>
                      <c:pt idx="2333">
                        <c:v>4.4683372764053297</c:v>
                      </c:pt>
                      <c:pt idx="2334">
                        <c:v>4.4800793390939697</c:v>
                      </c:pt>
                      <c:pt idx="2335">
                        <c:v>4.4639357561931901</c:v>
                      </c:pt>
                      <c:pt idx="2336">
                        <c:v>4.4721754378385299</c:v>
                      </c:pt>
                      <c:pt idx="2337">
                        <c:v>4.4633354967566197</c:v>
                      </c:pt>
                      <c:pt idx="2338">
                        <c:v>4.4641104845571897</c:v>
                      </c:pt>
                      <c:pt idx="2339">
                        <c:v>4.46629293164417</c:v>
                      </c:pt>
                      <c:pt idx="2340">
                        <c:v>4.49015585714863</c:v>
                      </c:pt>
                      <c:pt idx="2341">
                        <c:v>4.59497169388057</c:v>
                      </c:pt>
                      <c:pt idx="2342">
                        <c:v>4.6385034299022596</c:v>
                      </c:pt>
                      <c:pt idx="2343">
                        <c:v>4.6385034299022596</c:v>
                      </c:pt>
                      <c:pt idx="2344">
                        <c:v>4.3927731722746897</c:v>
                      </c:pt>
                      <c:pt idx="2345">
                        <c:v>4.43752459788195</c:v>
                      </c:pt>
                      <c:pt idx="2346">
                        <c:v>4.43752459788195</c:v>
                      </c:pt>
                      <c:pt idx="2347">
                        <c:v>4.43752459788195</c:v>
                      </c:pt>
                      <c:pt idx="2348">
                        <c:v>4.5217536893078396</c:v>
                      </c:pt>
                      <c:pt idx="2349">
                        <c:v>4.5276075419309203</c:v>
                      </c:pt>
                      <c:pt idx="2350">
                        <c:v>4.5518612350251004</c:v>
                      </c:pt>
                      <c:pt idx="2351">
                        <c:v>4.5884322901233299</c:v>
                      </c:pt>
                      <c:pt idx="2352">
                        <c:v>4.5188380155468204</c:v>
                      </c:pt>
                      <c:pt idx="2353">
                        <c:v>4.4881114595973104</c:v>
                      </c:pt>
                      <c:pt idx="2354">
                        <c:v>4.5179808716265697</c:v>
                      </c:pt>
                      <c:pt idx="2355">
                        <c:v>4.5250581957827096</c:v>
                      </c:pt>
                      <c:pt idx="2356">
                        <c:v>4.4694606191978901</c:v>
                      </c:pt>
                      <c:pt idx="2357">
                        <c:v>4.4565968244476899</c:v>
                      </c:pt>
                      <c:pt idx="2358">
                        <c:v>4.4966409450758702</c:v>
                      </c:pt>
                      <c:pt idx="2359">
                        <c:v>4.47593381824682</c:v>
                      </c:pt>
                      <c:pt idx="2360">
                        <c:v>4.4946076035024696</c:v>
                      </c:pt>
                      <c:pt idx="2361">
                        <c:v>4.47581899685877</c:v>
                      </c:pt>
                      <c:pt idx="2362">
                        <c:v>4.45051281937518</c:v>
                      </c:pt>
                      <c:pt idx="2363">
                        <c:v>4.4430031748199896</c:v>
                      </c:pt>
                      <c:pt idx="2364">
                        <c:v>4.4517750791610897</c:v>
                      </c:pt>
                      <c:pt idx="2365">
                        <c:v>4.4538411292028597</c:v>
                      </c:pt>
                      <c:pt idx="2366">
                        <c:v>4.4517631684122403</c:v>
                      </c:pt>
                      <c:pt idx="2367">
                        <c:v>4.4529584594919003</c:v>
                      </c:pt>
                      <c:pt idx="2368">
                        <c:v>4.4917843754095301</c:v>
                      </c:pt>
                      <c:pt idx="2369">
                        <c:v>4.4936646153065203</c:v>
                      </c:pt>
                      <c:pt idx="2370">
                        <c:v>4.4936646153065203</c:v>
                      </c:pt>
                      <c:pt idx="2371">
                        <c:v>4.5026502448827301</c:v>
                      </c:pt>
                      <c:pt idx="2372">
                        <c:v>4.5178975624033901</c:v>
                      </c:pt>
                      <c:pt idx="2373">
                        <c:v>4.61144751071157</c:v>
                      </c:pt>
                      <c:pt idx="2374">
                        <c:v>4.6819584984302196</c:v>
                      </c:pt>
                      <c:pt idx="2375">
                        <c:v>4.63474785704308</c:v>
                      </c:pt>
                      <c:pt idx="2376">
                        <c:v>4.6155798069684799</c:v>
                      </c:pt>
                      <c:pt idx="2377">
                        <c:v>4.6347566829734399</c:v>
                      </c:pt>
                      <c:pt idx="2378">
                        <c:v>4.6347566829734399</c:v>
                      </c:pt>
                      <c:pt idx="2379">
                        <c:v>4.6098840984635503</c:v>
                      </c:pt>
                      <c:pt idx="2380">
                        <c:v>4.6139948166691198</c:v>
                      </c:pt>
                      <c:pt idx="2381">
                        <c:v>4.6956772213036304</c:v>
                      </c:pt>
                      <c:pt idx="2382">
                        <c:v>4.7335313689057203</c:v>
                      </c:pt>
                      <c:pt idx="2383">
                        <c:v>4.6586827562431203</c:v>
                      </c:pt>
                      <c:pt idx="2384">
                        <c:v>4.7669968604447996</c:v>
                      </c:pt>
                      <c:pt idx="2385">
                        <c:v>4.7664096274357597</c:v>
                      </c:pt>
                      <c:pt idx="2386">
                        <c:v>4.8387812431557302</c:v>
                      </c:pt>
                      <c:pt idx="2387">
                        <c:v>4.8683680845541204</c:v>
                      </c:pt>
                      <c:pt idx="2388">
                        <c:v>4.9164492542363103</c:v>
                      </c:pt>
                      <c:pt idx="2389">
                        <c:v>5.0560270132729803</c:v>
                      </c:pt>
                      <c:pt idx="2390">
                        <c:v>5.0747964070158504</c:v>
                      </c:pt>
                      <c:pt idx="2391">
                        <c:v>5.3628388800800302</c:v>
                      </c:pt>
                      <c:pt idx="2392">
                        <c:v>5.3115715666184498</c:v>
                      </c:pt>
                      <c:pt idx="2393">
                        <c:v>5.3115715666184498</c:v>
                      </c:pt>
                      <c:pt idx="2394">
                        <c:v>5.5258069820290299</c:v>
                      </c:pt>
                      <c:pt idx="2395">
                        <c:v>5.8359010079752496</c:v>
                      </c:pt>
                      <c:pt idx="2396">
                        <c:v>6.0680319251733597</c:v>
                      </c:pt>
                      <c:pt idx="2397">
                        <c:v>5.9092814834710001</c:v>
                      </c:pt>
                      <c:pt idx="2398">
                        <c:v>5.9092814834710001</c:v>
                      </c:pt>
                      <c:pt idx="2399">
                        <c:v>6.0915831042248501</c:v>
                      </c:pt>
                      <c:pt idx="2400">
                        <c:v>6.2156457838687702</c:v>
                      </c:pt>
                      <c:pt idx="2401">
                        <c:v>6.1280909950580202</c:v>
                      </c:pt>
                      <c:pt idx="2402">
                        <c:v>5.9665311889196504</c:v>
                      </c:pt>
                      <c:pt idx="2403">
                        <c:v>6.0102322752989403</c:v>
                      </c:pt>
                      <c:pt idx="2404">
                        <c:v>6.0720833262312501</c:v>
                      </c:pt>
                      <c:pt idx="2405">
                        <c:v>6.1334290399156304</c:v>
                      </c:pt>
                      <c:pt idx="2406">
                        <c:v>6.5027098545483097</c:v>
                      </c:pt>
                      <c:pt idx="2407">
                        <c:v>6.6257838612001496</c:v>
                      </c:pt>
                      <c:pt idx="2408">
                        <c:v>7.04699944908874</c:v>
                      </c:pt>
                      <c:pt idx="2409">
                        <c:v>6.9329058760980997</c:v>
                      </c:pt>
                      <c:pt idx="2410">
                        <c:v>6.6905688029020602</c:v>
                      </c:pt>
                      <c:pt idx="2411">
                        <c:v>6.4611437556861198</c:v>
                      </c:pt>
                      <c:pt idx="2412">
                        <c:v>6.3902930013965999</c:v>
                      </c:pt>
                      <c:pt idx="2413">
                        <c:v>6.3902930013965999</c:v>
                      </c:pt>
                      <c:pt idx="2414">
                        <c:v>6.4052231373645503</c:v>
                      </c:pt>
                      <c:pt idx="2415">
                        <c:v>6.4434496848107203</c:v>
                      </c:pt>
                      <c:pt idx="2416">
                        <c:v>6.4245199225603002</c:v>
                      </c:pt>
                      <c:pt idx="2417">
                        <c:v>6.5325228654805798</c:v>
                      </c:pt>
                      <c:pt idx="2418">
                        <c:v>6.5319341356506397</c:v>
                      </c:pt>
                      <c:pt idx="2419">
                        <c:v>6.38613346652979</c:v>
                      </c:pt>
                      <c:pt idx="2420">
                        <c:v>6.3704967500315401</c:v>
                      </c:pt>
                      <c:pt idx="2421">
                        <c:v>6.1613522291655602</c:v>
                      </c:pt>
                      <c:pt idx="2422">
                        <c:v>6.1559418707855</c:v>
                      </c:pt>
                      <c:pt idx="2423">
                        <c:v>6.0897989017303802</c:v>
                      </c:pt>
                      <c:pt idx="2424">
                        <c:v>6.1755343197806196</c:v>
                      </c:pt>
                      <c:pt idx="2425">
                        <c:v>6.0985654675697898</c:v>
                      </c:pt>
                      <c:pt idx="2426">
                        <c:v>6.1853926284919698</c:v>
                      </c:pt>
                      <c:pt idx="2427">
                        <c:v>6.3922337374485902</c:v>
                      </c:pt>
                      <c:pt idx="2428">
                        <c:v>6.06615158236374</c:v>
                      </c:pt>
                      <c:pt idx="2429">
                        <c:v>6.1399416379520799</c:v>
                      </c:pt>
                      <c:pt idx="2430">
                        <c:v>6.3849285240112597</c:v>
                      </c:pt>
                      <c:pt idx="2431">
                        <c:v>6.4059804605272497</c:v>
                      </c:pt>
                      <c:pt idx="2432">
                        <c:v>6.3854278096865302</c:v>
                      </c:pt>
                      <c:pt idx="2433">
                        <c:v>6.4219691470860996</c:v>
                      </c:pt>
                      <c:pt idx="2434">
                        <c:v>6.4331728848392098</c:v>
                      </c:pt>
                      <c:pt idx="2435">
                        <c:v>6.5110432829356801</c:v>
                      </c:pt>
                      <c:pt idx="2436">
                        <c:v>6.4474816524077099</c:v>
                      </c:pt>
                      <c:pt idx="2437">
                        <c:v>6.3900753577963201</c:v>
                      </c:pt>
                      <c:pt idx="2438">
                        <c:v>6.2426901189448696</c:v>
                      </c:pt>
                      <c:pt idx="2439">
                        <c:v>6.3468976809698097</c:v>
                      </c:pt>
                      <c:pt idx="2440">
                        <c:v>6.3468976809698097</c:v>
                      </c:pt>
                      <c:pt idx="2441">
                        <c:v>6.2146899874623998</c:v>
                      </c:pt>
                      <c:pt idx="2442">
                        <c:v>6.1507998135685398</c:v>
                      </c:pt>
                      <c:pt idx="2443">
                        <c:v>6.2215258023566502</c:v>
                      </c:pt>
                      <c:pt idx="2444">
                        <c:v>6.4604891753495899</c:v>
                      </c:pt>
                      <c:pt idx="2445">
                        <c:v>6.4630381072396901</c:v>
                      </c:pt>
                      <c:pt idx="2446">
                        <c:v>6.5127569003029802</c:v>
                      </c:pt>
                      <c:pt idx="2447">
                        <c:v>6.61862963839509</c:v>
                      </c:pt>
                      <c:pt idx="2448">
                        <c:v>6.61862963839509</c:v>
                      </c:pt>
                      <c:pt idx="2449">
                        <c:v>6.64496577073926</c:v>
                      </c:pt>
                      <c:pt idx="2450">
                        <c:v>6.7057324698903598</c:v>
                      </c:pt>
                      <c:pt idx="2451">
                        <c:v>6.6768581209629296</c:v>
                      </c:pt>
                      <c:pt idx="2452">
                        <c:v>6.6502376554756797</c:v>
                      </c:pt>
                      <c:pt idx="2453">
                        <c:v>6.6430540861095499</c:v>
                      </c:pt>
                      <c:pt idx="2454">
                        <c:v>6.8171037291068997</c:v>
                      </c:pt>
                      <c:pt idx="2455">
                        <c:v>6.7627231060630599</c:v>
                      </c:pt>
                      <c:pt idx="2456">
                        <c:v>6.7655543605715396</c:v>
                      </c:pt>
                      <c:pt idx="2457">
                        <c:v>6.7955667026061004</c:v>
                      </c:pt>
                      <c:pt idx="2458">
                        <c:v>6.7428962357878302</c:v>
                      </c:pt>
                      <c:pt idx="2459">
                        <c:v>6.8098845924269797</c:v>
                      </c:pt>
                      <c:pt idx="2460">
                        <c:v>6.82386436067587</c:v>
                      </c:pt>
                      <c:pt idx="2461">
                        <c:v>6.7932282515289604</c:v>
                      </c:pt>
                      <c:pt idx="2462">
                        <c:v>6.68630276314199</c:v>
                      </c:pt>
                      <c:pt idx="2463">
                        <c:v>6.7247170881868099</c:v>
                      </c:pt>
                      <c:pt idx="2464">
                        <c:v>6.6157048873963804</c:v>
                      </c:pt>
                      <c:pt idx="2465">
                        <c:v>6.5279737795952997</c:v>
                      </c:pt>
                      <c:pt idx="2466">
                        <c:v>6.4622344594161598</c:v>
                      </c:pt>
                      <c:pt idx="2467">
                        <c:v>6.3953361091727201</c:v>
                      </c:pt>
                      <c:pt idx="2468">
                        <c:v>6.3223057876737299</c:v>
                      </c:pt>
                      <c:pt idx="2469">
                        <c:v>6.54949902491839</c:v>
                      </c:pt>
                      <c:pt idx="2470">
                        <c:v>6.5471630592195798</c:v>
                      </c:pt>
                      <c:pt idx="2471">
                        <c:v>6.44825998768113</c:v>
                      </c:pt>
                      <c:pt idx="2472">
                        <c:v>6.3771292935049297</c:v>
                      </c:pt>
                      <c:pt idx="2473">
                        <c:v>6.3804356734939898</c:v>
                      </c:pt>
                      <c:pt idx="2474">
                        <c:v>6.4208761533005401</c:v>
                      </c:pt>
                      <c:pt idx="2475">
                        <c:v>6.3966702324412896</c:v>
                      </c:pt>
                      <c:pt idx="2476">
                        <c:v>6.3853742001446303</c:v>
                      </c:pt>
                      <c:pt idx="2477">
                        <c:v>6.1273796928782396</c:v>
                      </c:pt>
                      <c:pt idx="2478">
                        <c:v>6.4307963295202999</c:v>
                      </c:pt>
                      <c:pt idx="2479">
                        <c:v>6.4987710678241601</c:v>
                      </c:pt>
                      <c:pt idx="2480">
                        <c:v>6.46829010914891</c:v>
                      </c:pt>
                      <c:pt idx="2481">
                        <c:v>6.4998276791045599</c:v>
                      </c:pt>
                      <c:pt idx="2482">
                        <c:v>6.44019409147809</c:v>
                      </c:pt>
                      <c:pt idx="2483">
                        <c:v>6.3681915293931697</c:v>
                      </c:pt>
                      <c:pt idx="2484">
                        <c:v>6.39039630995011</c:v>
                      </c:pt>
                      <c:pt idx="2485">
                        <c:v>6.47071993210223</c:v>
                      </c:pt>
                      <c:pt idx="2486">
                        <c:v>6.4133582512247704</c:v>
                      </c:pt>
                      <c:pt idx="2487">
                        <c:v>6.38441190681674</c:v>
                      </c:pt>
                      <c:pt idx="2488">
                        <c:v>6.38441190681674</c:v>
                      </c:pt>
                      <c:pt idx="2489">
                        <c:v>6.3199268341799897</c:v>
                      </c:pt>
                      <c:pt idx="2490">
                        <c:v>6.4149251733570702</c:v>
                      </c:pt>
                      <c:pt idx="2491">
                        <c:v>6.2941594704948098</c:v>
                      </c:pt>
                      <c:pt idx="2492">
                        <c:v>6.2576606266202797</c:v>
                      </c:pt>
                      <c:pt idx="2493">
                        <c:v>6.2402192294737198</c:v>
                      </c:pt>
                      <c:pt idx="2494">
                        <c:v>6.3488475082872702</c:v>
                      </c:pt>
                      <c:pt idx="2495">
                        <c:v>6.0623778578476797</c:v>
                      </c:pt>
                      <c:pt idx="2496">
                        <c:v>5.9336377091117098</c:v>
                      </c:pt>
                      <c:pt idx="2497">
                        <c:v>5.94820416854198</c:v>
                      </c:pt>
                      <c:pt idx="2498">
                        <c:v>6.1193608819540604</c:v>
                      </c:pt>
                      <c:pt idx="2499">
                        <c:v>6.1223024320913</c:v>
                      </c:pt>
                      <c:pt idx="2500">
                        <c:v>6.0680887184763801</c:v>
                      </c:pt>
                      <c:pt idx="2501">
                        <c:v>6.1528723265234397</c:v>
                      </c:pt>
                      <c:pt idx="2502">
                        <c:v>6.3364902093833901</c:v>
                      </c:pt>
                      <c:pt idx="2503">
                        <c:v>6.3364902093833901</c:v>
                      </c:pt>
                      <c:pt idx="2504">
                        <c:v>6.4124771343414597</c:v>
                      </c:pt>
                      <c:pt idx="2505">
                        <c:v>6.33332277717453</c:v>
                      </c:pt>
                      <c:pt idx="2506">
                        <c:v>6.3178742424037999</c:v>
                      </c:pt>
                      <c:pt idx="2507">
                        <c:v>6.5309604844972098</c:v>
                      </c:pt>
                      <c:pt idx="2508">
                        <c:v>6.5309604844972098</c:v>
                      </c:pt>
                      <c:pt idx="2509">
                        <c:v>6.5975344504395004</c:v>
                      </c:pt>
                      <c:pt idx="2510">
                        <c:v>6.5100117996033804</c:v>
                      </c:pt>
                      <c:pt idx="2511">
                        <c:v>6.4922679175554396</c:v>
                      </c:pt>
                      <c:pt idx="2512">
                        <c:v>6.4125825559479397</c:v>
                      </c:pt>
                      <c:pt idx="2513">
                        <c:v>6.3535333917505596</c:v>
                      </c:pt>
                      <c:pt idx="2514">
                        <c:v>6.3212172781028304</c:v>
                      </c:pt>
                      <c:pt idx="2515">
                        <c:v>6.3138538698170299</c:v>
                      </c:pt>
                      <c:pt idx="2516">
                        <c:v>6.4231952655676503</c:v>
                      </c:pt>
                      <c:pt idx="2517">
                        <c:v>6.2761940153242604</c:v>
                      </c:pt>
                      <c:pt idx="2518">
                        <c:v>6.3085878292614597</c:v>
                      </c:pt>
                      <c:pt idx="2519">
                        <c:v>6.2916144362988202</c:v>
                      </c:pt>
                      <c:pt idx="2520">
                        <c:v>6.3045861942359398</c:v>
                      </c:pt>
                      <c:pt idx="2521">
                        <c:v>6.3094910089180596</c:v>
                      </c:pt>
                      <c:pt idx="2522">
                        <c:v>6.3175195127276096</c:v>
                      </c:pt>
                      <c:pt idx="2523">
                        <c:v>6.3595823902543502</c:v>
                      </c:pt>
                      <c:pt idx="2524">
                        <c:v>6.3820102085510797</c:v>
                      </c:pt>
                      <c:pt idx="2525">
                        <c:v>6.4474072062855203</c:v>
                      </c:pt>
                      <c:pt idx="2526">
                        <c:v>6.4502314846512299</c:v>
                      </c:pt>
                      <c:pt idx="2527">
                        <c:v>6.2987670842875101</c:v>
                      </c:pt>
                      <c:pt idx="2528">
                        <c:v>6.2177527046096399</c:v>
                      </c:pt>
                      <c:pt idx="2529">
                        <c:v>6.2174627424578102</c:v>
                      </c:pt>
                      <c:pt idx="2530">
                        <c:v>6.2279412693426899</c:v>
                      </c:pt>
                      <c:pt idx="2531">
                        <c:v>6.3195215519424304</c:v>
                      </c:pt>
                      <c:pt idx="2532">
                        <c:v>6.3114717835134702</c:v>
                      </c:pt>
                      <c:pt idx="2533">
                        <c:v>6.2757127549554301</c:v>
                      </c:pt>
                      <c:pt idx="2534">
                        <c:v>6.2868767584479404</c:v>
                      </c:pt>
                      <c:pt idx="2535">
                        <c:v>6.28445285259368</c:v>
                      </c:pt>
                      <c:pt idx="2536">
                        <c:v>6.3150073325512297</c:v>
                      </c:pt>
                      <c:pt idx="2537">
                        <c:v>6.2542718775371204</c:v>
                      </c:pt>
                      <c:pt idx="2538">
                        <c:v>6.1696616438880101</c:v>
                      </c:pt>
                      <c:pt idx="2539">
                        <c:v>6.1559041596884301</c:v>
                      </c:pt>
                      <c:pt idx="2540">
                        <c:v>6.1559041596884301</c:v>
                      </c:pt>
                      <c:pt idx="2541">
                        <c:v>6.0610387769227998</c:v>
                      </c:pt>
                      <c:pt idx="2542">
                        <c:v>6.1293008209488402</c:v>
                      </c:pt>
                      <c:pt idx="2543">
                        <c:v>6.2703278018269302</c:v>
                      </c:pt>
                      <c:pt idx="2544">
                        <c:v>6.2703278018269302</c:v>
                      </c:pt>
                      <c:pt idx="2545">
                        <c:v>6.2703278018269302</c:v>
                      </c:pt>
                      <c:pt idx="2546">
                        <c:v>6.2993383962175704</c:v>
                      </c:pt>
                      <c:pt idx="2547">
                        <c:v>6.2257987734953204</c:v>
                      </c:pt>
                      <c:pt idx="2548">
                        <c:v>6.2257987734953204</c:v>
                      </c:pt>
                      <c:pt idx="2549">
                        <c:v>6.2919150846716096</c:v>
                      </c:pt>
                      <c:pt idx="2550">
                        <c:v>6.2744236025990698</c:v>
                      </c:pt>
                      <c:pt idx="2551">
                        <c:v>6.2499833053582501</c:v>
                      </c:pt>
                      <c:pt idx="2552">
                        <c:v>6.2150359723529798</c:v>
                      </c:pt>
                      <c:pt idx="2553">
                        <c:v>6.1973099080301202</c:v>
                      </c:pt>
                      <c:pt idx="2554">
                        <c:v>6.1887669902726401</c:v>
                      </c:pt>
                      <c:pt idx="2555">
                        <c:v>6.1649426231954401</c:v>
                      </c:pt>
                      <c:pt idx="2556">
                        <c:v>6.1534627588886499</c:v>
                      </c:pt>
                      <c:pt idx="2557">
                        <c:v>6.1912335727536298</c:v>
                      </c:pt>
                      <c:pt idx="2558">
                        <c:v>6.2071132539888199</c:v>
                      </c:pt>
                      <c:pt idx="2559">
                        <c:v>6.2230932318422099</c:v>
                      </c:pt>
                      <c:pt idx="2560">
                        <c:v>6.1964048922217003</c:v>
                      </c:pt>
                      <c:pt idx="2561">
                        <c:v>6.2015822540451602</c:v>
                      </c:pt>
                      <c:pt idx="2562">
                        <c:v>6.2722033149177996</c:v>
                      </c:pt>
                      <c:pt idx="2563">
                        <c:v>6.1888305418869303</c:v>
                      </c:pt>
                      <c:pt idx="2564">
                        <c:v>6.2697605498901297</c:v>
                      </c:pt>
                      <c:pt idx="2565">
                        <c:v>6.3838628976320502</c:v>
                      </c:pt>
                      <c:pt idx="2566">
                        <c:v>6.4237225676681904</c:v>
                      </c:pt>
                      <c:pt idx="2567">
                        <c:v>6.6251996369439796</c:v>
                      </c:pt>
                      <c:pt idx="2568">
                        <c:v>6.65207491046288</c:v>
                      </c:pt>
                      <c:pt idx="2569">
                        <c:v>6.6506766809866802</c:v>
                      </c:pt>
                      <c:pt idx="2570">
                        <c:v>6.6268587526174896</c:v>
                      </c:pt>
                      <c:pt idx="2571">
                        <c:v>6.5960906743030598</c:v>
                      </c:pt>
                      <c:pt idx="2572">
                        <c:v>6.5806190492611503</c:v>
                      </c:pt>
                      <c:pt idx="2573">
                        <c:v>6.5531585013929901</c:v>
                      </c:pt>
                      <c:pt idx="2574">
                        <c:v>6.5214630846422299</c:v>
                      </c:pt>
                      <c:pt idx="2575">
                        <c:v>6.4998185724781097</c:v>
                      </c:pt>
                      <c:pt idx="2576">
                        <c:v>6.5462357020605602</c:v>
                      </c:pt>
                      <c:pt idx="2577">
                        <c:v>6.5300225958749198</c:v>
                      </c:pt>
                      <c:pt idx="2578">
                        <c:v>6.5171422658751199</c:v>
                      </c:pt>
                      <c:pt idx="2579">
                        <c:v>6.5402518354529802</c:v>
                      </c:pt>
                      <c:pt idx="2580">
                        <c:v>6.5953253099994003</c:v>
                      </c:pt>
                      <c:pt idx="2581">
                        <c:v>6.6801142787783698</c:v>
                      </c:pt>
                      <c:pt idx="2582">
                        <c:v>6.6226781088262801</c:v>
                      </c:pt>
                      <c:pt idx="2583">
                        <c:v>6.6423634805960701</c:v>
                      </c:pt>
                      <c:pt idx="2584">
                        <c:v>6.6369629227667302</c:v>
                      </c:pt>
                      <c:pt idx="2585">
                        <c:v>6.6383193364936401</c:v>
                      </c:pt>
                      <c:pt idx="2586">
                        <c:v>6.6407510655819504</c:v>
                      </c:pt>
                      <c:pt idx="2587">
                        <c:v>6.6157119113838698</c:v>
                      </c:pt>
                      <c:pt idx="2588">
                        <c:v>6.6104874670058704</c:v>
                      </c:pt>
                      <c:pt idx="2589">
                        <c:v>6.5846776438045902</c:v>
                      </c:pt>
                      <c:pt idx="2590">
                        <c:v>6.5715385517295104</c:v>
                      </c:pt>
                      <c:pt idx="2591">
                        <c:v>6.5071030012813003</c:v>
                      </c:pt>
                      <c:pt idx="2592">
                        <c:v>6.5237470490050598</c:v>
                      </c:pt>
                      <c:pt idx="2593">
                        <c:v>6.5394015253499704</c:v>
                      </c:pt>
                      <c:pt idx="2594">
                        <c:v>6.5245426427870896</c:v>
                      </c:pt>
                      <c:pt idx="2595">
                        <c:v>6.5141448232490902</c:v>
                      </c:pt>
                      <c:pt idx="2596">
                        <c:v>6.5002676010751799</c:v>
                      </c:pt>
                      <c:pt idx="2597">
                        <c:v>6.5024825123979904</c:v>
                      </c:pt>
                      <c:pt idx="2598">
                        <c:v>6.4694703300696101</c:v>
                      </c:pt>
                      <c:pt idx="2599">
                        <c:v>6.5089923913324403</c:v>
                      </c:pt>
                      <c:pt idx="2600">
                        <c:v>6.3834714505762697</c:v>
                      </c:pt>
                      <c:pt idx="2601">
                        <c:v>6.1719092869011201</c:v>
                      </c:pt>
                      <c:pt idx="2602">
                        <c:v>6.1556903084248802</c:v>
                      </c:pt>
                      <c:pt idx="2603">
                        <c:v>6.1556903084248802</c:v>
                      </c:pt>
                      <c:pt idx="2604">
                        <c:v>6.1452307777964297</c:v>
                      </c:pt>
                      <c:pt idx="2605">
                        <c:v>5.9740938187258399</c:v>
                      </c:pt>
                      <c:pt idx="2606">
                        <c:v>5.9168445112234602</c:v>
                      </c:pt>
                      <c:pt idx="2607">
                        <c:v>5.9311326895552998</c:v>
                      </c:pt>
                      <c:pt idx="2608">
                        <c:v>5.9285424641831996</c:v>
                      </c:pt>
                      <c:pt idx="2609">
                        <c:v>5.8828361713116903</c:v>
                      </c:pt>
                      <c:pt idx="2610">
                        <c:v>5.9070064886098903</c:v>
                      </c:pt>
                      <c:pt idx="2611">
                        <c:v>5.8978330196161899</c:v>
                      </c:pt>
                      <c:pt idx="2612">
                        <c:v>5.8631286158531202</c:v>
                      </c:pt>
                      <c:pt idx="2613">
                        <c:v>5.8176155750535301</c:v>
                      </c:pt>
                      <c:pt idx="2614">
                        <c:v>5.7040559668792401</c:v>
                      </c:pt>
                      <c:pt idx="2615">
                        <c:v>5.7039099970517304</c:v>
                      </c:pt>
                      <c:pt idx="2616">
                        <c:v>5.7204189393582796</c:v>
                      </c:pt>
                      <c:pt idx="2617">
                        <c:v>5.7158466403243198</c:v>
                      </c:pt>
                      <c:pt idx="2618">
                        <c:v>5.7115459430543902</c:v>
                      </c:pt>
                      <c:pt idx="2619">
                        <c:v>5.7363674463093304</c:v>
                      </c:pt>
                      <c:pt idx="2620">
                        <c:v>5.7543367169154598</c:v>
                      </c:pt>
                      <c:pt idx="2621">
                        <c:v>5.7543367169154598</c:v>
                      </c:pt>
                      <c:pt idx="2622">
                        <c:v>5.7543367169154598</c:v>
                      </c:pt>
                      <c:pt idx="2623">
                        <c:v>5.7346752973587796</c:v>
                      </c:pt>
                      <c:pt idx="2624">
                        <c:v>5.7633008670955999</c:v>
                      </c:pt>
                      <c:pt idx="2625">
                        <c:v>5.8289185241820203</c:v>
                      </c:pt>
                      <c:pt idx="2626">
                        <c:v>5.9031813863050697</c:v>
                      </c:pt>
                      <c:pt idx="2627">
                        <c:v>5.8842636896901501</c:v>
                      </c:pt>
                      <c:pt idx="2628">
                        <c:v>6.0635213279729197</c:v>
                      </c:pt>
                      <c:pt idx="2629">
                        <c:v>6.0388677002735296</c:v>
                      </c:pt>
                      <c:pt idx="2630">
                        <c:v>6.0264714569280597</c:v>
                      </c:pt>
                      <c:pt idx="2631">
                        <c:v>6.0264714569280597</c:v>
                      </c:pt>
                      <c:pt idx="2632">
                        <c:v>6.0460126560961198</c:v>
                      </c:pt>
                      <c:pt idx="2633">
                        <c:v>6.0434589821152596</c:v>
                      </c:pt>
                      <c:pt idx="2634">
                        <c:v>6.0783508328417897</c:v>
                      </c:pt>
                      <c:pt idx="2635">
                        <c:v>6.04086138943783</c:v>
                      </c:pt>
                      <c:pt idx="2636">
                        <c:v>5.9776909907504097</c:v>
                      </c:pt>
                      <c:pt idx="2637">
                        <c:v>5.9991624594801802</c:v>
                      </c:pt>
                      <c:pt idx="2638">
                        <c:v>6.0129584654246804</c:v>
                      </c:pt>
                      <c:pt idx="2639">
                        <c:v>6.0561768314272397</c:v>
                      </c:pt>
                      <c:pt idx="2640">
                        <c:v>6.0847529075532103</c:v>
                      </c:pt>
                      <c:pt idx="2641">
                        <c:v>6.1503712057603801</c:v>
                      </c:pt>
                      <c:pt idx="2642">
                        <c:v>6.0990110406172402</c:v>
                      </c:pt>
                      <c:pt idx="2643">
                        <c:v>6.1438450225091499</c:v>
                      </c:pt>
                      <c:pt idx="2644">
                        <c:v>6.0773912034071804</c:v>
                      </c:pt>
                      <c:pt idx="2645">
                        <c:v>6.07875692900339</c:v>
                      </c:pt>
                      <c:pt idx="2646">
                        <c:v>6.0263815190405197</c:v>
                      </c:pt>
                      <c:pt idx="2647">
                        <c:v>6.0135098765957498</c:v>
                      </c:pt>
                      <c:pt idx="2648">
                        <c:v>6.0365921811373298</c:v>
                      </c:pt>
                      <c:pt idx="2649">
                        <c:v>6.0756865999313696</c:v>
                      </c:pt>
                      <c:pt idx="2650">
                        <c:v>6.0244040072099203</c:v>
                      </c:pt>
                      <c:pt idx="2651">
                        <c:v>6.0654259275509697</c:v>
                      </c:pt>
                      <c:pt idx="2652">
                        <c:v>6.0517307007965497</c:v>
                      </c:pt>
                      <c:pt idx="2653">
                        <c:v>6.0517307007965497</c:v>
                      </c:pt>
                      <c:pt idx="2654">
                        <c:v>6.0401707915871201</c:v>
                      </c:pt>
                      <c:pt idx="2655">
                        <c:v>6.0749937768876396</c:v>
                      </c:pt>
                      <c:pt idx="2656">
                        <c:v>6.0378547657313097</c:v>
                      </c:pt>
                      <c:pt idx="2657">
                        <c:v>6.0011980355618402</c:v>
                      </c:pt>
                      <c:pt idx="2658">
                        <c:v>6.01534852436198</c:v>
                      </c:pt>
                      <c:pt idx="2659">
                        <c:v>6.0286020797310602</c:v>
                      </c:pt>
                      <c:pt idx="2660">
                        <c:v>6.00842751309421</c:v>
                      </c:pt>
                      <c:pt idx="2661">
                        <c:v>6.0330923167090598</c:v>
                      </c:pt>
                      <c:pt idx="2662">
                        <c:v>6.0319887487172901</c:v>
                      </c:pt>
                      <c:pt idx="2663">
                        <c:v>6.0894029273078099</c:v>
                      </c:pt>
                      <c:pt idx="2664">
                        <c:v>6.2628276813620101</c:v>
                      </c:pt>
                      <c:pt idx="2665">
                        <c:v>6.2782543514721798</c:v>
                      </c:pt>
                      <c:pt idx="2666">
                        <c:v>6.2345498878002896</c:v>
                      </c:pt>
                      <c:pt idx="2667">
                        <c:v>6.2408750343103501</c:v>
                      </c:pt>
                      <c:pt idx="2668">
                        <c:v>6.2408750343103501</c:v>
                      </c:pt>
                      <c:pt idx="2669">
                        <c:v>6.2135510869571604</c:v>
                      </c:pt>
                      <c:pt idx="2670">
                        <c:v>6.2540881023704298</c:v>
                      </c:pt>
                      <c:pt idx="2671">
                        <c:v>6.25922052564019</c:v>
                      </c:pt>
                      <c:pt idx="2672">
                        <c:v>6.24222622946023</c:v>
                      </c:pt>
                      <c:pt idx="2673">
                        <c:v>6.24222622946023</c:v>
                      </c:pt>
                      <c:pt idx="2674">
                        <c:v>6.25712646874649</c:v>
                      </c:pt>
                      <c:pt idx="2675">
                        <c:v>6.28343531501974</c:v>
                      </c:pt>
                      <c:pt idx="2676">
                        <c:v>6.36103976313529</c:v>
                      </c:pt>
                      <c:pt idx="2677">
                        <c:v>6.2845643838210901</c:v>
                      </c:pt>
                      <c:pt idx="2678">
                        <c:v>6.2559187345972997</c:v>
                      </c:pt>
                      <c:pt idx="2679">
                        <c:v>6.2452017910168802</c:v>
                      </c:pt>
                      <c:pt idx="2680">
                        <c:v>6.2900853361045899</c:v>
                      </c:pt>
                      <c:pt idx="2681">
                        <c:v>6.2814977074999598</c:v>
                      </c:pt>
                      <c:pt idx="2682">
                        <c:v>6.2704726081322404</c:v>
                      </c:pt>
                      <c:pt idx="2683">
                        <c:v>6.23719470017436</c:v>
                      </c:pt>
                      <c:pt idx="2684">
                        <c:v>6.2643189417075602</c:v>
                      </c:pt>
                      <c:pt idx="2685">
                        <c:v>6.2565101900098501</c:v>
                      </c:pt>
                      <c:pt idx="2686">
                        <c:v>6.2080727464282504</c:v>
                      </c:pt>
                      <c:pt idx="2687">
                        <c:v>6.2496643054613497</c:v>
                      </c:pt>
                      <c:pt idx="2688">
                        <c:v>6.2791036054862097</c:v>
                      </c:pt>
                      <c:pt idx="2689">
                        <c:v>6.1804716441602796</c:v>
                      </c:pt>
                      <c:pt idx="2690">
                        <c:v>6.1862672365587397</c:v>
                      </c:pt>
                      <c:pt idx="2691">
                        <c:v>6.14661088397144</c:v>
                      </c:pt>
                      <c:pt idx="2692">
                        <c:v>6.1512094613179302</c:v>
                      </c:pt>
                      <c:pt idx="2693">
                        <c:v>6.0967344304896196</c:v>
                      </c:pt>
                      <c:pt idx="2694">
                        <c:v>6.1165826166470403</c:v>
                      </c:pt>
                      <c:pt idx="2695">
                        <c:v>6.1997152073895503</c:v>
                      </c:pt>
                      <c:pt idx="2696">
                        <c:v>6.25674953766028</c:v>
                      </c:pt>
                      <c:pt idx="2697">
                        <c:v>6.1879380186449104</c:v>
                      </c:pt>
                      <c:pt idx="2698">
                        <c:v>6.2268375204718698</c:v>
                      </c:pt>
                      <c:pt idx="2699">
                        <c:v>6.24663528968932</c:v>
                      </c:pt>
                      <c:pt idx="2700">
                        <c:v>6.2121546802643302</c:v>
                      </c:pt>
                      <c:pt idx="2701">
                        <c:v>6.2121546802643302</c:v>
                      </c:pt>
                      <c:pt idx="2702">
                        <c:v>6.2398333606565002</c:v>
                      </c:pt>
                      <c:pt idx="2703">
                        <c:v>6.2310853074483799</c:v>
                      </c:pt>
                      <c:pt idx="2704">
                        <c:v>6.2215087797334698</c:v>
                      </c:pt>
                      <c:pt idx="2705">
                        <c:v>6.2039609023109303</c:v>
                      </c:pt>
                      <c:pt idx="2706">
                        <c:v>6.2069011101741101</c:v>
                      </c:pt>
                      <c:pt idx="2707">
                        <c:v>6.1139757644323698</c:v>
                      </c:pt>
                      <c:pt idx="2708">
                        <c:v>6.1139757644323698</c:v>
                      </c:pt>
                      <c:pt idx="2709">
                        <c:v>6.11966858135676</c:v>
                      </c:pt>
                      <c:pt idx="2710">
                        <c:v>6.11123779053883</c:v>
                      </c:pt>
                      <c:pt idx="2711">
                        <c:v>6.1225174513792604</c:v>
                      </c:pt>
                      <c:pt idx="2712">
                        <c:v>6.1338174539756602</c:v>
                      </c:pt>
                      <c:pt idx="2713">
                        <c:v>6.1322807898971696</c:v>
                      </c:pt>
                      <c:pt idx="2714">
                        <c:v>6.0826992852812296</c:v>
                      </c:pt>
                      <c:pt idx="2715">
                        <c:v>6.0593865425714801</c:v>
                      </c:pt>
                      <c:pt idx="2716">
                        <c:v>6.0306684006526803</c:v>
                      </c:pt>
                      <c:pt idx="2717">
                        <c:v>5.9916975495057496</c:v>
                      </c:pt>
                      <c:pt idx="2718">
                        <c:v>5.9491026795397204</c:v>
                      </c:pt>
                      <c:pt idx="2719">
                        <c:v>6.0030108624564402</c:v>
                      </c:pt>
                      <c:pt idx="2720">
                        <c:v>5.9998670917474204</c:v>
                      </c:pt>
                      <c:pt idx="2721">
                        <c:v>5.9885264173843398</c:v>
                      </c:pt>
                      <c:pt idx="2722">
                        <c:v>5.9708116458705804</c:v>
                      </c:pt>
                      <c:pt idx="2723">
                        <c:v>5.9728058430364497</c:v>
                      </c:pt>
                      <c:pt idx="2724">
                        <c:v>6.0356678471623404</c:v>
                      </c:pt>
                      <c:pt idx="2725">
                        <c:v>6.0584131385769702</c:v>
                      </c:pt>
                      <c:pt idx="2726">
                        <c:v>6.0535133495912898</c:v>
                      </c:pt>
                      <c:pt idx="2727">
                        <c:v>6.087700621642</c:v>
                      </c:pt>
                      <c:pt idx="2728">
                        <c:v>6.0840117803227098</c:v>
                      </c:pt>
                      <c:pt idx="2729">
                        <c:v>6.0645073519731998</c:v>
                      </c:pt>
                      <c:pt idx="2730">
                        <c:v>6.0157186660015496</c:v>
                      </c:pt>
                      <c:pt idx="2731">
                        <c:v>6.0274522618158199</c:v>
                      </c:pt>
                      <c:pt idx="2732">
                        <c:v>6.0146917437533398</c:v>
                      </c:pt>
                      <c:pt idx="2733">
                        <c:v>6.0155124127715096</c:v>
                      </c:pt>
                      <c:pt idx="2734">
                        <c:v>6.0370301483667799</c:v>
                      </c:pt>
                      <c:pt idx="2735">
                        <c:v>6.0656196807102898</c:v>
                      </c:pt>
                      <c:pt idx="2736">
                        <c:v>6.0794954166548898</c:v>
                      </c:pt>
                      <c:pt idx="2737">
                        <c:v>6.1056071248954602</c:v>
                      </c:pt>
                      <c:pt idx="2738">
                        <c:v>6.1809863537824796</c:v>
                      </c:pt>
                      <c:pt idx="2739">
                        <c:v>6.2190635365500704</c:v>
                      </c:pt>
                      <c:pt idx="2740">
                        <c:v>6.1599273333042204</c:v>
                      </c:pt>
                      <c:pt idx="2741">
                        <c:v>6.1662601944532698</c:v>
                      </c:pt>
                      <c:pt idx="2742">
                        <c:v>6.1602774012646604</c:v>
                      </c:pt>
                      <c:pt idx="2743">
                        <c:v>6.1339995292467799</c:v>
                      </c:pt>
                      <c:pt idx="2744">
                        <c:v>6.1295857893166099</c:v>
                      </c:pt>
                      <c:pt idx="2745">
                        <c:v>6.1407731115457898</c:v>
                      </c:pt>
                      <c:pt idx="2746">
                        <c:v>6.1047780447431297</c:v>
                      </c:pt>
                      <c:pt idx="2747">
                        <c:v>6.14406837342377</c:v>
                      </c:pt>
                      <c:pt idx="2748">
                        <c:v>6.14406837342377</c:v>
                      </c:pt>
                      <c:pt idx="2749">
                        <c:v>6.0904522394922704</c:v>
                      </c:pt>
                      <c:pt idx="2750">
                        <c:v>6.0444681875920701</c:v>
                      </c:pt>
                      <c:pt idx="2751">
                        <c:v>6.0881373436805104</c:v>
                      </c:pt>
                      <c:pt idx="2752">
                        <c:v>6.03695645796798</c:v>
                      </c:pt>
                      <c:pt idx="2753">
                        <c:v>6.0319569210552704</c:v>
                      </c:pt>
                      <c:pt idx="2754">
                        <c:v>6.0112779399426204</c:v>
                      </c:pt>
                      <c:pt idx="2755">
                        <c:v>6.01784944615037</c:v>
                      </c:pt>
                      <c:pt idx="2756">
                        <c:v>6.0155014622257701</c:v>
                      </c:pt>
                      <c:pt idx="2757">
                        <c:v>6.0108748912032404</c:v>
                      </c:pt>
                      <c:pt idx="2758">
                        <c:v>6.0231373122478304</c:v>
                      </c:pt>
                      <c:pt idx="2759">
                        <c:v>5.9752099431274903</c:v>
                      </c:pt>
                      <c:pt idx="2760">
                        <c:v>5.9288357418314996</c:v>
                      </c:pt>
                      <c:pt idx="2761">
                        <c:v>5.9168757056447099</c:v>
                      </c:pt>
                      <c:pt idx="2762">
                        <c:v>5.90082271510515</c:v>
                      </c:pt>
                      <c:pt idx="2763">
                        <c:v>5.90082271510515</c:v>
                      </c:pt>
                      <c:pt idx="2764">
                        <c:v>5.88125308232864</c:v>
                      </c:pt>
                      <c:pt idx="2765">
                        <c:v>5.8150595198401502</c:v>
                      </c:pt>
                      <c:pt idx="2766">
                        <c:v>5.8122212240783604</c:v>
                      </c:pt>
                      <c:pt idx="2767">
                        <c:v>5.79099862092108</c:v>
                      </c:pt>
                      <c:pt idx="2768">
                        <c:v>5.7634683861796097</c:v>
                      </c:pt>
                      <c:pt idx="2769">
                        <c:v>5.7814102857048102</c:v>
                      </c:pt>
                      <c:pt idx="2770">
                        <c:v>5.7282830739557999</c:v>
                      </c:pt>
                      <c:pt idx="2771">
                        <c:v>5.7273718002856304</c:v>
                      </c:pt>
                      <c:pt idx="2772">
                        <c:v>5.7729501585945302</c:v>
                      </c:pt>
                      <c:pt idx="2773">
                        <c:v>5.7729501585945302</c:v>
                      </c:pt>
                      <c:pt idx="2774">
                        <c:v>5.7439482342172701</c:v>
                      </c:pt>
                      <c:pt idx="2775">
                        <c:v>5.7409156056485697</c:v>
                      </c:pt>
                      <c:pt idx="2776">
                        <c:v>5.6745429468791801</c:v>
                      </c:pt>
                      <c:pt idx="2777">
                        <c:v>5.65402335992004</c:v>
                      </c:pt>
                      <c:pt idx="2778">
                        <c:v>5.6577901615469699</c:v>
                      </c:pt>
                      <c:pt idx="2779">
                        <c:v>5.6547613937059804</c:v>
                      </c:pt>
                      <c:pt idx="2780">
                        <c:v>5.6708266415346298</c:v>
                      </c:pt>
                      <c:pt idx="2781">
                        <c:v>5.7126231112785799</c:v>
                      </c:pt>
                      <c:pt idx="2782">
                        <c:v>5.68863503562938</c:v>
                      </c:pt>
                      <c:pt idx="2783">
                        <c:v>5.6813886253466803</c:v>
                      </c:pt>
                      <c:pt idx="2784">
                        <c:v>5.7071026237450697</c:v>
                      </c:pt>
                      <c:pt idx="2785">
                        <c:v>5.6939266690140196</c:v>
                      </c:pt>
                      <c:pt idx="2786">
                        <c:v>5.7381744056653998</c:v>
                      </c:pt>
                      <c:pt idx="2787">
                        <c:v>5.8090711511284399</c:v>
                      </c:pt>
                      <c:pt idx="2788">
                        <c:v>5.8090711511284399</c:v>
                      </c:pt>
                      <c:pt idx="2789">
                        <c:v>5.9216812708459097</c:v>
                      </c:pt>
                      <c:pt idx="2790">
                        <c:v>6.1356039424797704</c:v>
                      </c:pt>
                      <c:pt idx="2791">
                        <c:v>6.1552136860011899</c:v>
                      </c:pt>
                      <c:pt idx="2792">
                        <c:v>6.1233022078132997</c:v>
                      </c:pt>
                      <c:pt idx="2793">
                        <c:v>6.2046334785350403</c:v>
                      </c:pt>
                      <c:pt idx="2794">
                        <c:v>6.3494078104793203</c:v>
                      </c:pt>
                      <c:pt idx="2795">
                        <c:v>6.3083552932592699</c:v>
                      </c:pt>
                      <c:pt idx="2796">
                        <c:v>6.2401802674259299</c:v>
                      </c:pt>
                      <c:pt idx="2797">
                        <c:v>6.2757489326744702</c:v>
                      </c:pt>
                      <c:pt idx="2798">
                        <c:v>6.3118896894494103</c:v>
                      </c:pt>
                      <c:pt idx="2799">
                        <c:v>6.3695051153761399</c:v>
                      </c:pt>
                      <c:pt idx="2800">
                        <c:v>6.3154854366845701</c:v>
                      </c:pt>
                      <c:pt idx="2801">
                        <c:v>6.3154854366845701</c:v>
                      </c:pt>
                      <c:pt idx="2802">
                        <c:v>6.2743121097963899</c:v>
                      </c:pt>
                      <c:pt idx="2803">
                        <c:v>6.3138402390701804</c:v>
                      </c:pt>
                      <c:pt idx="2804">
                        <c:v>6.3125411700596903</c:v>
                      </c:pt>
                      <c:pt idx="2805">
                        <c:v>6.3125411700596903</c:v>
                      </c:pt>
                      <c:pt idx="2806">
                        <c:v>6.3125411700596903</c:v>
                      </c:pt>
                      <c:pt idx="2807">
                        <c:v>6.2443996427584096</c:v>
                      </c:pt>
                      <c:pt idx="2808">
                        <c:v>6.2724391442482998</c:v>
                      </c:pt>
                      <c:pt idx="2809">
                        <c:v>6.3187117556881196</c:v>
                      </c:pt>
                      <c:pt idx="2810">
                        <c:v>6.2465150216352603</c:v>
                      </c:pt>
                      <c:pt idx="2811">
                        <c:v>6.0974275390586596</c:v>
                      </c:pt>
                      <c:pt idx="2812">
                        <c:v>6.1210111762675101</c:v>
                      </c:pt>
                      <c:pt idx="2813">
                        <c:v>6.1210111762675101</c:v>
                      </c:pt>
                      <c:pt idx="2814">
                        <c:v>6.1517764945546096</c:v>
                      </c:pt>
                      <c:pt idx="2815">
                        <c:v>6.0940905890847796</c:v>
                      </c:pt>
                      <c:pt idx="2816">
                        <c:v>5.9589897596895796</c:v>
                      </c:pt>
                      <c:pt idx="2817">
                        <c:v>5.8913046537960803</c:v>
                      </c:pt>
                      <c:pt idx="2818">
                        <c:v>5.8548523249675002</c:v>
                      </c:pt>
                      <c:pt idx="2819">
                        <c:v>5.8515901869743097</c:v>
                      </c:pt>
                      <c:pt idx="2820">
                        <c:v>5.8212196026636196</c:v>
                      </c:pt>
                      <c:pt idx="2821">
                        <c:v>5.6761951071476</c:v>
                      </c:pt>
                      <c:pt idx="2822">
                        <c:v>5.6148453497501301</c:v>
                      </c:pt>
                      <c:pt idx="2823">
                        <c:v>5.5891388681199299</c:v>
                      </c:pt>
                      <c:pt idx="2824">
                        <c:v>5.53854243896411</c:v>
                      </c:pt>
                      <c:pt idx="2825">
                        <c:v>5.5345547022338204</c:v>
                      </c:pt>
                      <c:pt idx="2826">
                        <c:v>5.5022269929786702</c:v>
                      </c:pt>
                      <c:pt idx="2827">
                        <c:v>5.6178206720874</c:v>
                      </c:pt>
                      <c:pt idx="2828">
                        <c:v>5.5059036567598501</c:v>
                      </c:pt>
                      <c:pt idx="2829">
                        <c:v>5.5336311121452901</c:v>
                      </c:pt>
                      <c:pt idx="2830">
                        <c:v>5.60684755434258</c:v>
                      </c:pt>
                      <c:pt idx="2831">
                        <c:v>5.6269068330417804</c:v>
                      </c:pt>
                      <c:pt idx="2832">
                        <c:v>5.7064915592218801</c:v>
                      </c:pt>
                      <c:pt idx="2833">
                        <c:v>5.7545462463246304</c:v>
                      </c:pt>
                      <c:pt idx="2834">
                        <c:v>5.8150543520633704</c:v>
                      </c:pt>
                      <c:pt idx="2835">
                        <c:v>5.8083475886513698</c:v>
                      </c:pt>
                      <c:pt idx="2836">
                        <c:v>5.6834747966367001</c:v>
                      </c:pt>
                      <c:pt idx="2837">
                        <c:v>5.6317764128958201</c:v>
                      </c:pt>
                      <c:pt idx="2838">
                        <c:v>5.6214027604093397</c:v>
                      </c:pt>
                      <c:pt idx="2839">
                        <c:v>5.6463870596588697</c:v>
                      </c:pt>
                      <c:pt idx="2840">
                        <c:v>5.6197733899965803</c:v>
                      </c:pt>
                      <c:pt idx="2841">
                        <c:v>5.5878407110064696</c:v>
                      </c:pt>
                      <c:pt idx="2842">
                        <c:v>5.6066015440226797</c:v>
                      </c:pt>
                      <c:pt idx="2843">
                        <c:v>5.5660014912501401</c:v>
                      </c:pt>
                      <c:pt idx="2844">
                        <c:v>5.5744822710935003</c:v>
                      </c:pt>
                      <c:pt idx="2845">
                        <c:v>5.52447955859689</c:v>
                      </c:pt>
                      <c:pt idx="2846">
                        <c:v>5.51999933507145</c:v>
                      </c:pt>
                      <c:pt idx="2847">
                        <c:v>5.5439352511727602</c:v>
                      </c:pt>
                      <c:pt idx="2848">
                        <c:v>5.5727180728755501</c:v>
                      </c:pt>
                      <c:pt idx="2849">
                        <c:v>5.6199307504393996</c:v>
                      </c:pt>
                      <c:pt idx="2850">
                        <c:v>5.65884969384516</c:v>
                      </c:pt>
                      <c:pt idx="2851">
                        <c:v>5.6679232424238402</c:v>
                      </c:pt>
                      <c:pt idx="2852">
                        <c:v>5.9034295950166804</c:v>
                      </c:pt>
                      <c:pt idx="2853">
                        <c:v>5.9607247231187301</c:v>
                      </c:pt>
                      <c:pt idx="2854">
                        <c:v>6.0761141324492502</c:v>
                      </c:pt>
                      <c:pt idx="2855">
                        <c:v>6.0554162458944099</c:v>
                      </c:pt>
                      <c:pt idx="2856">
                        <c:v>6.0120159267673596</c:v>
                      </c:pt>
                      <c:pt idx="2857">
                        <c:v>6.1763251344158796</c:v>
                      </c:pt>
                      <c:pt idx="2858">
                        <c:v>6.23667516322155</c:v>
                      </c:pt>
                      <c:pt idx="2859">
                        <c:v>6.1695132411806703</c:v>
                      </c:pt>
                      <c:pt idx="2860">
                        <c:v>6.0832195214796698</c:v>
                      </c:pt>
                      <c:pt idx="2861">
                        <c:v>5.9870560862819602</c:v>
                      </c:pt>
                      <c:pt idx="2862">
                        <c:v>5.94795367578421</c:v>
                      </c:pt>
                      <c:pt idx="2863">
                        <c:v>5.94795367578421</c:v>
                      </c:pt>
                      <c:pt idx="2864">
                        <c:v>5.8966962052701497</c:v>
                      </c:pt>
                      <c:pt idx="2865">
                        <c:v>5.9608423458538704</c:v>
                      </c:pt>
                      <c:pt idx="2866">
                        <c:v>6.0200357772066804</c:v>
                      </c:pt>
                      <c:pt idx="2867">
                        <c:v>6.0664300791308996</c:v>
                      </c:pt>
                      <c:pt idx="2868">
                        <c:v>6.1022356986258801</c:v>
                      </c:pt>
                      <c:pt idx="2869">
                        <c:v>6.1258120964963396</c:v>
                      </c:pt>
                      <c:pt idx="2870">
                        <c:v>6.0844529072556703</c:v>
                      </c:pt>
                      <c:pt idx="2871">
                        <c:v>6.0844529072556703</c:v>
                      </c:pt>
                      <c:pt idx="2872">
                        <c:v>6.0844529072556703</c:v>
                      </c:pt>
                      <c:pt idx="2873">
                        <c:v>5.9691808076772599</c:v>
                      </c:pt>
                      <c:pt idx="2874">
                        <c:v>5.9717294715133002</c:v>
                      </c:pt>
                      <c:pt idx="2875">
                        <c:v>5.8767249542439099</c:v>
                      </c:pt>
                      <c:pt idx="2876">
                        <c:v>5.9458483032676304</c:v>
                      </c:pt>
                      <c:pt idx="2877">
                        <c:v>5.9489836573074397</c:v>
                      </c:pt>
                      <c:pt idx="2878">
                        <c:v>5.8600468886877097</c:v>
                      </c:pt>
                      <c:pt idx="2879">
                        <c:v>5.8902121130605396</c:v>
                      </c:pt>
                      <c:pt idx="2880">
                        <c:v>5.8666326222315996</c:v>
                      </c:pt>
                      <c:pt idx="2881">
                        <c:v>5.8565679601414402</c:v>
                      </c:pt>
                      <c:pt idx="2882">
                        <c:v>5.8581083933552804</c:v>
                      </c:pt>
                      <c:pt idx="2883">
                        <c:v>5.8581741563100298</c:v>
                      </c:pt>
                      <c:pt idx="2884">
                        <c:v>5.8355515671526703</c:v>
                      </c:pt>
                      <c:pt idx="2885">
                        <c:v>5.8326732607394103</c:v>
                      </c:pt>
                      <c:pt idx="2886">
                        <c:v>5.8453751970458301</c:v>
                      </c:pt>
                      <c:pt idx="2887">
                        <c:v>5.81522613288936</c:v>
                      </c:pt>
                      <c:pt idx="2888">
                        <c:v>5.8230689390562702</c:v>
                      </c:pt>
                      <c:pt idx="2889">
                        <c:v>5.8490697496592103</c:v>
                      </c:pt>
                      <c:pt idx="2890">
                        <c:v>5.8411368717054799</c:v>
                      </c:pt>
                      <c:pt idx="2891">
                        <c:v>5.8870275135200698</c:v>
                      </c:pt>
                      <c:pt idx="2892">
                        <c:v>5.8870275135200698</c:v>
                      </c:pt>
                      <c:pt idx="2893">
                        <c:v>5.9084239117785398</c:v>
                      </c:pt>
                      <c:pt idx="2894">
                        <c:v>5.9389378361382397</c:v>
                      </c:pt>
                      <c:pt idx="2895">
                        <c:v>5.9953013220383102</c:v>
                      </c:pt>
                      <c:pt idx="2896">
                        <c:v>5.9708232016252198</c:v>
                      </c:pt>
                      <c:pt idx="2897">
                        <c:v>5.9321996394910697</c:v>
                      </c:pt>
                      <c:pt idx="2898">
                        <c:v>5.9762064829356802</c:v>
                      </c:pt>
                      <c:pt idx="2899">
                        <c:v>6.0243828604215102</c:v>
                      </c:pt>
                      <c:pt idx="2900">
                        <c:v>5.9704505524243903</c:v>
                      </c:pt>
                      <c:pt idx="2901">
                        <c:v>5.9773881731969896</c:v>
                      </c:pt>
                      <c:pt idx="2902">
                        <c:v>5.9760313485251499</c:v>
                      </c:pt>
                      <c:pt idx="2903">
                        <c:v>5.9760313485251499</c:v>
                      </c:pt>
                      <c:pt idx="2904">
                        <c:v>6.0094197059287104</c:v>
                      </c:pt>
                      <c:pt idx="2905">
                        <c:v>6.0248180124906199</c:v>
                      </c:pt>
                      <c:pt idx="2906">
                        <c:v>5.9869593076912304</c:v>
                      </c:pt>
                      <c:pt idx="2907">
                        <c:v>6.0168895961745896</c:v>
                      </c:pt>
                      <c:pt idx="2908">
                        <c:v>6.0155933801343497</c:v>
                      </c:pt>
                      <c:pt idx="2909">
                        <c:v>6.0178583744554999</c:v>
                      </c:pt>
                      <c:pt idx="2910">
                        <c:v>6.0343971931054901</c:v>
                      </c:pt>
                      <c:pt idx="2911">
                        <c:v>6.0133652880358497</c:v>
                      </c:pt>
                      <c:pt idx="2912">
                        <c:v>5.9863778151028804</c:v>
                      </c:pt>
                      <c:pt idx="2913">
                        <c:v>6.0277997207990497</c:v>
                      </c:pt>
                      <c:pt idx="2914">
                        <c:v>6.0754420394920299</c:v>
                      </c:pt>
                      <c:pt idx="2915">
                        <c:v>6.1155384102714496</c:v>
                      </c:pt>
                      <c:pt idx="2916">
                        <c:v>6.1364687082773104</c:v>
                      </c:pt>
                      <c:pt idx="2917">
                        <c:v>6.1714805145661904</c:v>
                      </c:pt>
                      <c:pt idx="2918">
                        <c:v>6.1714805145661904</c:v>
                      </c:pt>
                      <c:pt idx="2919">
                        <c:v>6.1569892432115303</c:v>
                      </c:pt>
                      <c:pt idx="2920">
                        <c:v>6.1467823678441098</c:v>
                      </c:pt>
                      <c:pt idx="2921">
                        <c:v>6.1656918350449397</c:v>
                      </c:pt>
                      <c:pt idx="2922">
                        <c:v>6.1523977998384902</c:v>
                      </c:pt>
                      <c:pt idx="2923">
                        <c:v>6.1523977998384902</c:v>
                      </c:pt>
                      <c:pt idx="2924">
                        <c:v>6.1659031760569203</c:v>
                      </c:pt>
                      <c:pt idx="2925">
                        <c:v>6.2434836583357001</c:v>
                      </c:pt>
                      <c:pt idx="2926">
                        <c:v>6.2366282565160702</c:v>
                      </c:pt>
                      <c:pt idx="2927">
                        <c:v>6.2050176481544801</c:v>
                      </c:pt>
                      <c:pt idx="2928">
                        <c:v>6.2321459463339304</c:v>
                      </c:pt>
                      <c:pt idx="2929">
                        <c:v>6.2305597627290803</c:v>
                      </c:pt>
                      <c:pt idx="2930">
                        <c:v>6.2552859602509301</c:v>
                      </c:pt>
                      <c:pt idx="2931">
                        <c:v>6.2925622218061896</c:v>
                      </c:pt>
                      <c:pt idx="2932">
                        <c:v>6.3618067446520996</c:v>
                      </c:pt>
                      <c:pt idx="2933">
                        <c:v>6.3618067446520996</c:v>
                      </c:pt>
                      <c:pt idx="2934">
                        <c:v>6.3229009101764397</c:v>
                      </c:pt>
                      <c:pt idx="2935">
                        <c:v>6.3615211868813697</c:v>
                      </c:pt>
                      <c:pt idx="2936">
                        <c:v>6.3911384574025698</c:v>
                      </c:pt>
                      <c:pt idx="2937">
                        <c:v>6.3991204670534101</c:v>
                      </c:pt>
                      <c:pt idx="2938">
                        <c:v>6.4300735684233796</c:v>
                      </c:pt>
                      <c:pt idx="2939">
                        <c:v>6.4268053910358303</c:v>
                      </c:pt>
                      <c:pt idx="2940">
                        <c:v>6.4143253666185496</c:v>
                      </c:pt>
                      <c:pt idx="2941">
                        <c:v>6.3790959606035598</c:v>
                      </c:pt>
                      <c:pt idx="2942">
                        <c:v>6.3732774923258404</c:v>
                      </c:pt>
                      <c:pt idx="2943">
                        <c:v>6.3690390142597497</c:v>
                      </c:pt>
                      <c:pt idx="2944">
                        <c:v>6.36479944369301</c:v>
                      </c:pt>
                      <c:pt idx="2945">
                        <c:v>6.3758009186848303</c:v>
                      </c:pt>
                      <c:pt idx="2946">
                        <c:v>6.34236452358242</c:v>
                      </c:pt>
                      <c:pt idx="2947">
                        <c:v>6.3398491612553398</c:v>
                      </c:pt>
                      <c:pt idx="2948">
                        <c:v>6.3398491612553398</c:v>
                      </c:pt>
                      <c:pt idx="2949">
                        <c:v>6.3463450005798698</c:v>
                      </c:pt>
                      <c:pt idx="2950">
                        <c:v>6.3200801706060901</c:v>
                      </c:pt>
                      <c:pt idx="2951">
                        <c:v>6.2649886603769298</c:v>
                      </c:pt>
                      <c:pt idx="2952">
                        <c:v>6.3106626721011798</c:v>
                      </c:pt>
                      <c:pt idx="2953">
                        <c:v>6.3072942686951201</c:v>
                      </c:pt>
                      <c:pt idx="2954">
                        <c:v>6.33009627062407</c:v>
                      </c:pt>
                      <c:pt idx="2955">
                        <c:v>6.3127151864305304</c:v>
                      </c:pt>
                      <c:pt idx="2956">
                        <c:v>6.3038631308626698</c:v>
                      </c:pt>
                      <c:pt idx="2957">
                        <c:v>6.2964240690201603</c:v>
                      </c:pt>
                      <c:pt idx="2958">
                        <c:v>6.4115662124678598</c:v>
                      </c:pt>
                      <c:pt idx="2959">
                        <c:v>6.4291013694476797</c:v>
                      </c:pt>
                      <c:pt idx="2960">
                        <c:v>6.5089276173621498</c:v>
                      </c:pt>
                      <c:pt idx="2961">
                        <c:v>6.5984598824899603</c:v>
                      </c:pt>
                      <c:pt idx="2962">
                        <c:v>6.5984598824899603</c:v>
                      </c:pt>
                      <c:pt idx="2963">
                        <c:v>6.6031103854480699</c:v>
                      </c:pt>
                      <c:pt idx="2964">
                        <c:v>6.5753432269021301</c:v>
                      </c:pt>
                      <c:pt idx="2965">
                        <c:v>6.4983593571832596</c:v>
                      </c:pt>
                      <c:pt idx="2966">
                        <c:v>6.5719377003603903</c:v>
                      </c:pt>
                      <c:pt idx="2967">
                        <c:v>6.5712790690881002</c:v>
                      </c:pt>
                      <c:pt idx="2968">
                        <c:v>6.5712790690881002</c:v>
                      </c:pt>
                      <c:pt idx="2969">
                        <c:v>6.6187965785428</c:v>
                      </c:pt>
                      <c:pt idx="2970">
                        <c:v>6.6193352797376104</c:v>
                      </c:pt>
                      <c:pt idx="2971">
                        <c:v>6.6124858643346602</c:v>
                      </c:pt>
                      <c:pt idx="2972">
                        <c:v>6.7736452320901996</c:v>
                      </c:pt>
                      <c:pt idx="2973">
                        <c:v>6.9055246295483101</c:v>
                      </c:pt>
                      <c:pt idx="2974">
                        <c:v>6.8619344509184197</c:v>
                      </c:pt>
                      <c:pt idx="2975">
                        <c:v>6.9901377497357</c:v>
                      </c:pt>
                      <c:pt idx="2976">
                        <c:v>6.94350923276071</c:v>
                      </c:pt>
                      <c:pt idx="2977">
                        <c:v>6.9116445332188396</c:v>
                      </c:pt>
                      <c:pt idx="2978">
                        <c:v>6.88495431075658</c:v>
                      </c:pt>
                      <c:pt idx="2979">
                        <c:v>6.9128286816329698</c:v>
                      </c:pt>
                      <c:pt idx="2980">
                        <c:v>7.01961149297781</c:v>
                      </c:pt>
                      <c:pt idx="2981">
                        <c:v>7.0602454640987</c:v>
                      </c:pt>
                      <c:pt idx="2982">
                        <c:v>7.0810088128772097</c:v>
                      </c:pt>
                      <c:pt idx="2983">
                        <c:v>7.2880200753989399</c:v>
                      </c:pt>
                      <c:pt idx="2984">
                        <c:v>7.37583380009203</c:v>
                      </c:pt>
                      <c:pt idx="2985">
                        <c:v>7.3513888584950502</c:v>
                      </c:pt>
                      <c:pt idx="2986">
                        <c:v>7.2997355967453901</c:v>
                      </c:pt>
                      <c:pt idx="2987">
                        <c:v>7.2525029191803299</c:v>
                      </c:pt>
                      <c:pt idx="2988">
                        <c:v>7.2332104040758001</c:v>
                      </c:pt>
                      <c:pt idx="2989">
                        <c:v>7.3273595058974603</c:v>
                      </c:pt>
                      <c:pt idx="2990">
                        <c:v>7.2975168918915703</c:v>
                      </c:pt>
                      <c:pt idx="2991">
                        <c:v>7.1722557678132901</c:v>
                      </c:pt>
                      <c:pt idx="2992">
                        <c:v>7.0695714039255497</c:v>
                      </c:pt>
                      <c:pt idx="2993">
                        <c:v>6.9821847518657698</c:v>
                      </c:pt>
                      <c:pt idx="2994">
                        <c:v>7.1141232431237897</c:v>
                      </c:pt>
                      <c:pt idx="2995">
                        <c:v>7.1287705804243799</c:v>
                      </c:pt>
                      <c:pt idx="2996">
                        <c:v>7.2268572049554898</c:v>
                      </c:pt>
                      <c:pt idx="2997">
                        <c:v>7.1137430174957599</c:v>
                      </c:pt>
                      <c:pt idx="2998">
                        <c:v>7.3875690183623401</c:v>
                      </c:pt>
                      <c:pt idx="2999">
                        <c:v>7.5201889541351301</c:v>
                      </c:pt>
                      <c:pt idx="3000">
                        <c:v>7.49808269446876</c:v>
                      </c:pt>
                      <c:pt idx="3001">
                        <c:v>7.44999607270812</c:v>
                      </c:pt>
                      <c:pt idx="3002">
                        <c:v>7.3386385699843197</c:v>
                      </c:pt>
                      <c:pt idx="3003">
                        <c:v>7.2516035431130401</c:v>
                      </c:pt>
                      <c:pt idx="3004">
                        <c:v>7.3508605679500798</c:v>
                      </c:pt>
                      <c:pt idx="3005">
                        <c:v>7.2380823329890598</c:v>
                      </c:pt>
                      <c:pt idx="3006">
                        <c:v>7.2796050240471999</c:v>
                      </c:pt>
                      <c:pt idx="3007">
                        <c:v>7.2276549530647998</c:v>
                      </c:pt>
                      <c:pt idx="3008">
                        <c:v>7.2276549530647998</c:v>
                      </c:pt>
                      <c:pt idx="3009">
                        <c:v>7.2828942634335103</c:v>
                      </c:pt>
                      <c:pt idx="3010">
                        <c:v>7.2523886374234099</c:v>
                      </c:pt>
                      <c:pt idx="3011">
                        <c:v>7.1920972321242198</c:v>
                      </c:pt>
                      <c:pt idx="3012">
                        <c:v>7.1648519535053001</c:v>
                      </c:pt>
                      <c:pt idx="3013">
                        <c:v>7.3029497406140198</c:v>
                      </c:pt>
                      <c:pt idx="3014">
                        <c:v>7.4531271264108998</c:v>
                      </c:pt>
                      <c:pt idx="3015">
                        <c:v>7.3560815764644998</c:v>
                      </c:pt>
                      <c:pt idx="3016">
                        <c:v>7.3709996078496003</c:v>
                      </c:pt>
                      <c:pt idx="3017">
                        <c:v>7.24942769575848</c:v>
                      </c:pt>
                      <c:pt idx="3018">
                        <c:v>7.3309042136104301</c:v>
                      </c:pt>
                      <c:pt idx="3019">
                        <c:v>7.3352876102560698</c:v>
                      </c:pt>
                      <c:pt idx="3020">
                        <c:v>7.3061296745855202</c:v>
                      </c:pt>
                      <c:pt idx="3021">
                        <c:v>7.3526376910825197</c:v>
                      </c:pt>
                      <c:pt idx="3022">
                        <c:v>7.3645117816847403</c:v>
                      </c:pt>
                      <c:pt idx="3023">
                        <c:v>7.3645117816847403</c:v>
                      </c:pt>
                      <c:pt idx="3024">
                        <c:v>7.4136833024863202</c:v>
                      </c:pt>
                      <c:pt idx="3025">
                        <c:v>7.41537642762479</c:v>
                      </c:pt>
                      <c:pt idx="3026">
                        <c:v>7.4906759768980598</c:v>
                      </c:pt>
                      <c:pt idx="3027">
                        <c:v>7.5068481748708997</c:v>
                      </c:pt>
                      <c:pt idx="3028">
                        <c:v>7.4798511996214803</c:v>
                      </c:pt>
                      <c:pt idx="3029">
                        <c:v>7.36385496139905</c:v>
                      </c:pt>
                      <c:pt idx="3030">
                        <c:v>7.4536589593559501</c:v>
                      </c:pt>
                      <c:pt idx="3031">
                        <c:v>7.4986891924837797</c:v>
                      </c:pt>
                      <c:pt idx="3032">
                        <c:v>7.5249884793016903</c:v>
                      </c:pt>
                      <c:pt idx="3033">
                        <c:v>7.5249884793016903</c:v>
                      </c:pt>
                      <c:pt idx="3034">
                        <c:v>7.5073935792454796</c:v>
                      </c:pt>
                      <c:pt idx="3035">
                        <c:v>7.6174402392417697</c:v>
                      </c:pt>
                      <c:pt idx="3036">
                        <c:v>7.5633416341582</c:v>
                      </c:pt>
                      <c:pt idx="3037">
                        <c:v>7.5941642005321404</c:v>
                      </c:pt>
                      <c:pt idx="3038">
                        <c:v>7.6981065194654796</c:v>
                      </c:pt>
                      <c:pt idx="3039">
                        <c:v>7.6986171265661696</c:v>
                      </c:pt>
                      <c:pt idx="3040">
                        <c:v>7.6624927416173696</c:v>
                      </c:pt>
                      <c:pt idx="3041">
                        <c:v>7.7066496891087004</c:v>
                      </c:pt>
                      <c:pt idx="3042">
                        <c:v>7.7981471863688796</c:v>
                      </c:pt>
                      <c:pt idx="3043">
                        <c:v>7.6807002498254704</c:v>
                      </c:pt>
                      <c:pt idx="3044">
                        <c:v>7.6360846737991404</c:v>
                      </c:pt>
                      <c:pt idx="3045">
                        <c:v>7.6093807179856396</c:v>
                      </c:pt>
                      <c:pt idx="3046">
                        <c:v>7.6986689863269699</c:v>
                      </c:pt>
                      <c:pt idx="3047">
                        <c:v>7.7206237696876299</c:v>
                      </c:pt>
                      <c:pt idx="3048">
                        <c:v>7.8128921658771704</c:v>
                      </c:pt>
                      <c:pt idx="3049">
                        <c:v>7.8128921658771704</c:v>
                      </c:pt>
                      <c:pt idx="3050">
                        <c:v>7.7855085019130801</c:v>
                      </c:pt>
                      <c:pt idx="3051">
                        <c:v>7.78181866419812</c:v>
                      </c:pt>
                      <c:pt idx="3052">
                        <c:v>7.9459259459325899</c:v>
                      </c:pt>
                      <c:pt idx="3053">
                        <c:v>8.1620808563626799</c:v>
                      </c:pt>
                      <c:pt idx="3054">
                        <c:v>8.0644192032744701</c:v>
                      </c:pt>
                      <c:pt idx="3055">
                        <c:v>8.0446870498237892</c:v>
                      </c:pt>
                      <c:pt idx="3056">
                        <c:v>8.0256692481185006</c:v>
                      </c:pt>
                      <c:pt idx="3057">
                        <c:v>8.0374216094106803</c:v>
                      </c:pt>
                      <c:pt idx="3058">
                        <c:v>8.0599408321921295</c:v>
                      </c:pt>
                      <c:pt idx="3059">
                        <c:v>7.8621156567719499</c:v>
                      </c:pt>
                      <c:pt idx="3060">
                        <c:v>7.8922360909785203</c:v>
                      </c:pt>
                      <c:pt idx="3061">
                        <c:v>7.8454074340449003</c:v>
                      </c:pt>
                      <c:pt idx="3062">
                        <c:v>7.8454074340449003</c:v>
                      </c:pt>
                      <c:pt idx="3063">
                        <c:v>7.9001994411095504</c:v>
                      </c:pt>
                      <c:pt idx="3064">
                        <c:v>7.9166800334629999</c:v>
                      </c:pt>
                      <c:pt idx="3065">
                        <c:v>7.9405544473150602</c:v>
                      </c:pt>
                      <c:pt idx="3066">
                        <c:v>7.9405544473150602</c:v>
                      </c:pt>
                      <c:pt idx="3067">
                        <c:v>7.9405544473150602</c:v>
                      </c:pt>
                      <c:pt idx="3068">
                        <c:v>8.0289300839416704</c:v>
                      </c:pt>
                      <c:pt idx="3069">
                        <c:v>8.1844398559862306</c:v>
                      </c:pt>
                      <c:pt idx="3070">
                        <c:v>8.1784409293753306</c:v>
                      </c:pt>
                      <c:pt idx="3071">
                        <c:v>8.2004276812771604</c:v>
                      </c:pt>
                      <c:pt idx="3072">
                        <c:v>8.1795927751895405</c:v>
                      </c:pt>
                      <c:pt idx="3073">
                        <c:v>8.1795927751895405</c:v>
                      </c:pt>
                      <c:pt idx="3074">
                        <c:v>8.2298959302104109</c:v>
                      </c:pt>
                      <c:pt idx="3075">
                        <c:v>8.1890778325165794</c:v>
                      </c:pt>
                      <c:pt idx="3076">
                        <c:v>8.1451195805132492</c:v>
                      </c:pt>
                      <c:pt idx="3077">
                        <c:v>8.12893652383943</c:v>
                      </c:pt>
                      <c:pt idx="3078">
                        <c:v>8.1792254750776596</c:v>
                      </c:pt>
                      <c:pt idx="3079">
                        <c:v>8.2016887142733097</c:v>
                      </c:pt>
                      <c:pt idx="3080">
                        <c:v>8.2755748604144692</c:v>
                      </c:pt>
                      <c:pt idx="3081">
                        <c:v>8.3087330552293697</c:v>
                      </c:pt>
                      <c:pt idx="3082">
                        <c:v>8.2235393774323295</c:v>
                      </c:pt>
                      <c:pt idx="3083">
                        <c:v>8.3200352055206501</c:v>
                      </c:pt>
                      <c:pt idx="3084">
                        <c:v>8.3625150537599797</c:v>
                      </c:pt>
                      <c:pt idx="3085">
                        <c:v>8.3504743968270994</c:v>
                      </c:pt>
                      <c:pt idx="3086">
                        <c:v>8.2842565615298795</c:v>
                      </c:pt>
                      <c:pt idx="3087">
                        <c:v>8.2559356929697891</c:v>
                      </c:pt>
                      <c:pt idx="3088">
                        <c:v>8.2884674763883393</c:v>
                      </c:pt>
                      <c:pt idx="3089">
                        <c:v>8.2902228557861104</c:v>
                      </c:pt>
                      <c:pt idx="3090">
                        <c:v>8.2929632927954895</c:v>
                      </c:pt>
                      <c:pt idx="3091">
                        <c:v>8.2618038303625294</c:v>
                      </c:pt>
                      <c:pt idx="3092">
                        <c:v>8.2480103218196508</c:v>
                      </c:pt>
                      <c:pt idx="3093">
                        <c:v>8.3951662595183603</c:v>
                      </c:pt>
                      <c:pt idx="3094">
                        <c:v>8.4464778811352605</c:v>
                      </c:pt>
                      <c:pt idx="3095">
                        <c:v>8.5262718701976006</c:v>
                      </c:pt>
                      <c:pt idx="3096">
                        <c:v>8.8001333440661202</c:v>
                      </c:pt>
                      <c:pt idx="3097">
                        <c:v>8.7397210097508005</c:v>
                      </c:pt>
                      <c:pt idx="3098">
                        <c:v>8.6841119738964903</c:v>
                      </c:pt>
                      <c:pt idx="3099">
                        <c:v>8.7197732284403902</c:v>
                      </c:pt>
                      <c:pt idx="3100">
                        <c:v>8.7173266474709603</c:v>
                      </c:pt>
                      <c:pt idx="3101">
                        <c:v>8.6778653830077594</c:v>
                      </c:pt>
                      <c:pt idx="3102">
                        <c:v>8.6947735129784292</c:v>
                      </c:pt>
                      <c:pt idx="3103">
                        <c:v>8.5676000695036603</c:v>
                      </c:pt>
                      <c:pt idx="3104">
                        <c:v>8.5364162602805305</c:v>
                      </c:pt>
                      <c:pt idx="3105">
                        <c:v>8.5408476799587394</c:v>
                      </c:pt>
                      <c:pt idx="3106">
                        <c:v>8.4487108059237794</c:v>
                      </c:pt>
                      <c:pt idx="3107">
                        <c:v>8.4704081193592398</c:v>
                      </c:pt>
                      <c:pt idx="3108">
                        <c:v>8.4231709325143598</c:v>
                      </c:pt>
                      <c:pt idx="3109">
                        <c:v>8.3507988438787599</c:v>
                      </c:pt>
                      <c:pt idx="3110">
                        <c:v>8.2927376850997394</c:v>
                      </c:pt>
                      <c:pt idx="3111">
                        <c:v>8.2644587430640293</c:v>
                      </c:pt>
                      <c:pt idx="3112">
                        <c:v>8.2645610846108006</c:v>
                      </c:pt>
                      <c:pt idx="3113">
                        <c:v>8.0610262727732298</c:v>
                      </c:pt>
                      <c:pt idx="3114">
                        <c:v>8.0194018649673406</c:v>
                      </c:pt>
                      <c:pt idx="3115">
                        <c:v>8.0268253566575201</c:v>
                      </c:pt>
                      <c:pt idx="3116">
                        <c:v>7.9175005967001999</c:v>
                      </c:pt>
                      <c:pt idx="3117">
                        <c:v>7.8276537135887398</c:v>
                      </c:pt>
                      <c:pt idx="3118">
                        <c:v>7.9575918286282796</c:v>
                      </c:pt>
                      <c:pt idx="3119">
                        <c:v>8.0068826283422503</c:v>
                      </c:pt>
                      <c:pt idx="3120">
                        <c:v>7.92587259758354</c:v>
                      </c:pt>
                      <c:pt idx="3121">
                        <c:v>7.7640520449680901</c:v>
                      </c:pt>
                      <c:pt idx="3122">
                        <c:v>7.6876528759373803</c:v>
                      </c:pt>
                      <c:pt idx="3123">
                        <c:v>7.6876528759373803</c:v>
                      </c:pt>
                      <c:pt idx="3124">
                        <c:v>7.7508712336465502</c:v>
                      </c:pt>
                      <c:pt idx="3125">
                        <c:v>7.76043680737651</c:v>
                      </c:pt>
                      <c:pt idx="3126">
                        <c:v>7.76043680737651</c:v>
                      </c:pt>
                      <c:pt idx="3127">
                        <c:v>7.76043680737651</c:v>
                      </c:pt>
                      <c:pt idx="3128">
                        <c:v>7.8048093850828897</c:v>
                      </c:pt>
                      <c:pt idx="3129">
                        <c:v>7.7641257028441499</c:v>
                      </c:pt>
                      <c:pt idx="3130">
                        <c:v>7.7109041826631701</c:v>
                      </c:pt>
                      <c:pt idx="3131">
                        <c:v>7.6647460592000902</c:v>
                      </c:pt>
                      <c:pt idx="3132">
                        <c:v>7.6432100930616897</c:v>
                      </c:pt>
                      <c:pt idx="3133">
                        <c:v>7.6415991368913598</c:v>
                      </c:pt>
                      <c:pt idx="3134">
                        <c:v>7.6154348904306701</c:v>
                      </c:pt>
                      <c:pt idx="3135">
                        <c:v>7.6864085971498701</c:v>
                      </c:pt>
                      <c:pt idx="3136">
                        <c:v>7.8051139272291703</c:v>
                      </c:pt>
                      <c:pt idx="3137">
                        <c:v>7.8120476545646902</c:v>
                      </c:pt>
                      <c:pt idx="3138">
                        <c:v>7.8214385725625704</c:v>
                      </c:pt>
                      <c:pt idx="3139">
                        <c:v>7.7979837268732801</c:v>
                      </c:pt>
                      <c:pt idx="3140">
                        <c:v>7.7435312503247102</c:v>
                      </c:pt>
                      <c:pt idx="3141">
                        <c:v>7.7474158655702299</c:v>
                      </c:pt>
                      <c:pt idx="3142">
                        <c:v>7.7636337301287801</c:v>
                      </c:pt>
                      <c:pt idx="3143">
                        <c:v>7.7878888811829796</c:v>
                      </c:pt>
                      <c:pt idx="3144">
                        <c:v>7.6505278520880902</c:v>
                      </c:pt>
                      <c:pt idx="3145">
                        <c:v>7.6812898268035203</c:v>
                      </c:pt>
                      <c:pt idx="3146">
                        <c:v>7.7434161813167597</c:v>
                      </c:pt>
                      <c:pt idx="3147">
                        <c:v>7.7319196507920003</c:v>
                      </c:pt>
                      <c:pt idx="3148">
                        <c:v>7.7518535794614003</c:v>
                      </c:pt>
                      <c:pt idx="3149">
                        <c:v>7.7577170160016502</c:v>
                      </c:pt>
                      <c:pt idx="3150">
                        <c:v>7.73395852298819</c:v>
                      </c:pt>
                      <c:pt idx="3151">
                        <c:v>7.6347492383241597</c:v>
                      </c:pt>
                      <c:pt idx="3152">
                        <c:v>7.6487408621289799</c:v>
                      </c:pt>
                      <c:pt idx="3153">
                        <c:v>7.7147074147150603</c:v>
                      </c:pt>
                      <c:pt idx="3154">
                        <c:v>7.7544685370412996</c:v>
                      </c:pt>
                      <c:pt idx="3155">
                        <c:v>7.7224979447388504</c:v>
                      </c:pt>
                      <c:pt idx="3156">
                        <c:v>7.7460547764877496</c:v>
                      </c:pt>
                      <c:pt idx="3157">
                        <c:v>7.6250754293114102</c:v>
                      </c:pt>
                      <c:pt idx="3158">
                        <c:v>7.6250754293114102</c:v>
                      </c:pt>
                      <c:pt idx="3159">
                        <c:v>7.5807043440203596</c:v>
                      </c:pt>
                      <c:pt idx="3160">
                        <c:v>7.4913084332137103</c:v>
                      </c:pt>
                      <c:pt idx="3161">
                        <c:v>7.50508762539015</c:v>
                      </c:pt>
                      <c:pt idx="3162">
                        <c:v>7.4897177445020198</c:v>
                      </c:pt>
                      <c:pt idx="3163">
                        <c:v>7.5457994013464003</c:v>
                      </c:pt>
                      <c:pt idx="3164">
                        <c:v>7.5258198971048698</c:v>
                      </c:pt>
                      <c:pt idx="3165">
                        <c:v>7.5377804402653803</c:v>
                      </c:pt>
                      <c:pt idx="3166">
                        <c:v>7.6123964099986603</c:v>
                      </c:pt>
                      <c:pt idx="3167">
                        <c:v>7.6189548768292497</c:v>
                      </c:pt>
                      <c:pt idx="3168">
                        <c:v>7.66747615061864</c:v>
                      </c:pt>
                      <c:pt idx="3169">
                        <c:v>7.6800659986728297</c:v>
                      </c:pt>
                      <c:pt idx="3170">
                        <c:v>7.6348842332663898</c:v>
                      </c:pt>
                      <c:pt idx="3171">
                        <c:v>7.6240646189134296</c:v>
                      </c:pt>
                      <c:pt idx="3172">
                        <c:v>7.6539439627322698</c:v>
                      </c:pt>
                      <c:pt idx="3173">
                        <c:v>7.6539439627322698</c:v>
                      </c:pt>
                      <c:pt idx="3174">
                        <c:v>7.6203684895619404</c:v>
                      </c:pt>
                      <c:pt idx="3175">
                        <c:v>7.5682504507640402</c:v>
                      </c:pt>
                      <c:pt idx="3176">
                        <c:v>7.5022253498478699</c:v>
                      </c:pt>
                      <c:pt idx="3177">
                        <c:v>7.43340810922074</c:v>
                      </c:pt>
                      <c:pt idx="3178">
                        <c:v>7.43340810922074</c:v>
                      </c:pt>
                      <c:pt idx="3179">
                        <c:v>7.4672468116319397</c:v>
                      </c:pt>
                      <c:pt idx="3180">
                        <c:v>7.4257932193134701</c:v>
                      </c:pt>
                      <c:pt idx="3181">
                        <c:v>7.4502062413024097</c:v>
                      </c:pt>
                      <c:pt idx="3182">
                        <c:v>7.6130340988099503</c:v>
                      </c:pt>
                      <c:pt idx="3183">
                        <c:v>7.5229106576427904</c:v>
                      </c:pt>
                      <c:pt idx="3184">
                        <c:v>7.4741666865209497</c:v>
                      </c:pt>
                      <c:pt idx="3185">
                        <c:v>7.4556623634085302</c:v>
                      </c:pt>
                      <c:pt idx="3186">
                        <c:v>7.4462799384522</c:v>
                      </c:pt>
                      <c:pt idx="3187">
                        <c:v>7.4795933187234001</c:v>
                      </c:pt>
                      <c:pt idx="3188">
                        <c:v>7.4704508390355402</c:v>
                      </c:pt>
                      <c:pt idx="3189">
                        <c:v>7.5207930050972296</c:v>
                      </c:pt>
                      <c:pt idx="3190">
                        <c:v>7.5589665044233803</c:v>
                      </c:pt>
                      <c:pt idx="3191">
                        <c:v>7.5223442268858998</c:v>
                      </c:pt>
                      <c:pt idx="3192">
                        <c:v>7.4990152191049102</c:v>
                      </c:pt>
                      <c:pt idx="3193">
                        <c:v>7.3454288193042201</c:v>
                      </c:pt>
                      <c:pt idx="3194">
                        <c:v>7.2434046766607798</c:v>
                      </c:pt>
                      <c:pt idx="3195">
                        <c:v>6.9695737744051396</c:v>
                      </c:pt>
                      <c:pt idx="3196">
                        <c:v>6.9832196617185396</c:v>
                      </c:pt>
                      <c:pt idx="3197">
                        <c:v>6.9627281185477896</c:v>
                      </c:pt>
                      <c:pt idx="3198">
                        <c:v>6.9627281185477896</c:v>
                      </c:pt>
                      <c:pt idx="3199">
                        <c:v>6.9797686635701597</c:v>
                      </c:pt>
                      <c:pt idx="3200">
                        <c:v>6.9884973775704102</c:v>
                      </c:pt>
                      <c:pt idx="3201">
                        <c:v>7.02125379293261</c:v>
                      </c:pt>
                      <c:pt idx="3202">
                        <c:v>6.9906122326052502</c:v>
                      </c:pt>
                      <c:pt idx="3203">
                        <c:v>6.9921836218084596</c:v>
                      </c:pt>
                      <c:pt idx="3204">
                        <c:v>7.03501824985441</c:v>
                      </c:pt>
                      <c:pt idx="3205">
                        <c:v>7.0636567079800097</c:v>
                      </c:pt>
                      <c:pt idx="3206">
                        <c:v>7.0859126304832998</c:v>
                      </c:pt>
                      <c:pt idx="3207">
                        <c:v>7.1397148247919402</c:v>
                      </c:pt>
                      <c:pt idx="3208">
                        <c:v>7.2056677341419197</c:v>
                      </c:pt>
                      <c:pt idx="3209">
                        <c:v>7.1903185496853599</c:v>
                      </c:pt>
                      <c:pt idx="3210">
                        <c:v>7.1903185496853599</c:v>
                      </c:pt>
                      <c:pt idx="3211">
                        <c:v>7.2211466525754604</c:v>
                      </c:pt>
                      <c:pt idx="3212">
                        <c:v>6.9810088641296497</c:v>
                      </c:pt>
                      <c:pt idx="3213">
                        <c:v>7.0511227162008199</c:v>
                      </c:pt>
                      <c:pt idx="3214">
                        <c:v>7.11737836050757</c:v>
                      </c:pt>
                      <c:pt idx="3215">
                        <c:v>7.0867949031356297</c:v>
                      </c:pt>
                      <c:pt idx="3216">
                        <c:v>7.18899010278788</c:v>
                      </c:pt>
                      <c:pt idx="3217">
                        <c:v>7.2424987475827098</c:v>
                      </c:pt>
                      <c:pt idx="3218">
                        <c:v>7.34710257184173</c:v>
                      </c:pt>
                      <c:pt idx="3219">
                        <c:v>7.3631245568154604</c:v>
                      </c:pt>
                      <c:pt idx="3220">
                        <c:v>7.3766011568522698</c:v>
                      </c:pt>
                      <c:pt idx="3221">
                        <c:v>7.3335362854709301</c:v>
                      </c:pt>
                      <c:pt idx="3222">
                        <c:v>7.3072222534609903</c:v>
                      </c:pt>
                      <c:pt idx="3223">
                        <c:v>7.2362401726794996</c:v>
                      </c:pt>
                      <c:pt idx="3224">
                        <c:v>7.2294448718283304</c:v>
                      </c:pt>
                      <c:pt idx="3225">
                        <c:v>7.2686053143655203</c:v>
                      </c:pt>
                      <c:pt idx="3226">
                        <c:v>7.2605605369865298</c:v>
                      </c:pt>
                      <c:pt idx="3227">
                        <c:v>7.2670643357911704</c:v>
                      </c:pt>
                      <c:pt idx="3228">
                        <c:v>7.2670643357911704</c:v>
                      </c:pt>
                      <c:pt idx="3229">
                        <c:v>7.24315776817041</c:v>
                      </c:pt>
                      <c:pt idx="3230">
                        <c:v>7.1766888083904696</c:v>
                      </c:pt>
                      <c:pt idx="3231">
                        <c:v>7.0746863995423697</c:v>
                      </c:pt>
                      <c:pt idx="3232">
                        <c:v>7.0321154806234203</c:v>
                      </c:pt>
                      <c:pt idx="3233">
                        <c:v>7.0342542592271302</c:v>
                      </c:pt>
                      <c:pt idx="3234">
                        <c:v>7.0539685665814602</c:v>
                      </c:pt>
                      <c:pt idx="3235">
                        <c:v>6.98392734347438</c:v>
                      </c:pt>
                      <c:pt idx="3236">
                        <c:v>6.94573060196414</c:v>
                      </c:pt>
                      <c:pt idx="3237">
                        <c:v>6.9615734283096602</c:v>
                      </c:pt>
                      <c:pt idx="3238">
                        <c:v>7.0725503897033901</c:v>
                      </c:pt>
                      <c:pt idx="3239">
                        <c:v>7.0999527793378299</c:v>
                      </c:pt>
                      <c:pt idx="3240">
                        <c:v>7.0964719445698599</c:v>
                      </c:pt>
                      <c:pt idx="3241">
                        <c:v>7.02169347724021</c:v>
                      </c:pt>
                      <c:pt idx="3242">
                        <c:v>6.9633817976635504</c:v>
                      </c:pt>
                      <c:pt idx="3243">
                        <c:v>6.8722068670288303</c:v>
                      </c:pt>
                      <c:pt idx="3244">
                        <c:v>6.6914279873447402</c:v>
                      </c:pt>
                      <c:pt idx="3245">
                        <c:v>6.6203828546322097</c:v>
                      </c:pt>
                      <c:pt idx="3246">
                        <c:v>6.6200686447007904</c:v>
                      </c:pt>
                      <c:pt idx="3247">
                        <c:v>6.7601860767871598</c:v>
                      </c:pt>
                      <c:pt idx="3248">
                        <c:v>6.7661699831141</c:v>
                      </c:pt>
                      <c:pt idx="3249">
                        <c:v>6.7818061445270699</c:v>
                      </c:pt>
                      <c:pt idx="3250">
                        <c:v>6.7674701028386997</c:v>
                      </c:pt>
                      <c:pt idx="3251">
                        <c:v>6.7387038625068802</c:v>
                      </c:pt>
                      <c:pt idx="3252">
                        <c:v>6.72846324508469</c:v>
                      </c:pt>
                      <c:pt idx="3253">
                        <c:v>6.7960018081274098</c:v>
                      </c:pt>
                      <c:pt idx="3254">
                        <c:v>6.7494506522992497</c:v>
                      </c:pt>
                      <c:pt idx="3255">
                        <c:v>6.7175409288995196</c:v>
                      </c:pt>
                      <c:pt idx="3256">
                        <c:v>6.6298337320293097</c:v>
                      </c:pt>
                      <c:pt idx="3257">
                        <c:v>6.63091130609949</c:v>
                      </c:pt>
                      <c:pt idx="3258">
                        <c:v>6.6529132621564004</c:v>
                      </c:pt>
                      <c:pt idx="3259">
                        <c:v>6.6422049010336304</c:v>
                      </c:pt>
                      <c:pt idx="3260">
                        <c:v>6.5770723171842302</c:v>
                      </c:pt>
                      <c:pt idx="3261">
                        <c:v>6.5745726188159903</c:v>
                      </c:pt>
                      <c:pt idx="3262">
                        <c:v>6.55735009485708</c:v>
                      </c:pt>
                      <c:pt idx="3263">
                        <c:v>6.7211189039188</c:v>
                      </c:pt>
                      <c:pt idx="3264">
                        <c:v>6.8050328882938498</c:v>
                      </c:pt>
                      <c:pt idx="3265">
                        <c:v>6.8402287584875401</c:v>
                      </c:pt>
                      <c:pt idx="3266">
                        <c:v>6.7311441312061797</c:v>
                      </c:pt>
                      <c:pt idx="3267">
                        <c:v>6.7110372171230503</c:v>
                      </c:pt>
                      <c:pt idx="3268">
                        <c:v>6.6447466586955803</c:v>
                      </c:pt>
                      <c:pt idx="3269">
                        <c:v>6.6085624686348696</c:v>
                      </c:pt>
                      <c:pt idx="3270">
                        <c:v>6.6130970019124602</c:v>
                      </c:pt>
                      <c:pt idx="3271">
                        <c:v>6.62550996439934</c:v>
                      </c:pt>
                      <c:pt idx="3272">
                        <c:v>6.6380904235436802</c:v>
                      </c:pt>
                      <c:pt idx="3273">
                        <c:v>6.6380904235436802</c:v>
                      </c:pt>
                      <c:pt idx="3274">
                        <c:v>6.6385936938103596</c:v>
                      </c:pt>
                      <c:pt idx="3275">
                        <c:v>6.69786692697852</c:v>
                      </c:pt>
                      <c:pt idx="3276">
                        <c:v>6.63844752107424</c:v>
                      </c:pt>
                      <c:pt idx="3277">
                        <c:v>6.6583626522869297</c:v>
                      </c:pt>
                      <c:pt idx="3278">
                        <c:v>6.6859446435205196</c:v>
                      </c:pt>
                      <c:pt idx="3279">
                        <c:v>6.7325694541074999</c:v>
                      </c:pt>
                      <c:pt idx="3280">
                        <c:v>6.70322320687466</c:v>
                      </c:pt>
                      <c:pt idx="3281">
                        <c:v>6.6863045793217104</c:v>
                      </c:pt>
                      <c:pt idx="3282">
                        <c:v>6.7036821961298303</c:v>
                      </c:pt>
                      <c:pt idx="3283">
                        <c:v>6.7508165139578296</c:v>
                      </c:pt>
                      <c:pt idx="3284">
                        <c:v>6.7885604718048</c:v>
                      </c:pt>
                      <c:pt idx="3285">
                        <c:v>6.8223691390758097</c:v>
                      </c:pt>
                      <c:pt idx="3286">
                        <c:v>6.7880207908591697</c:v>
                      </c:pt>
                      <c:pt idx="3287">
                        <c:v>6.8078316063518098</c:v>
                      </c:pt>
                      <c:pt idx="3288">
                        <c:v>6.8078316063518098</c:v>
                      </c:pt>
                      <c:pt idx="3289">
                        <c:v>6.7018025888521198</c:v>
                      </c:pt>
                      <c:pt idx="3290">
                        <c:v>6.7381805073652101</c:v>
                      </c:pt>
                      <c:pt idx="3291">
                        <c:v>6.9876086143691802</c:v>
                      </c:pt>
                      <c:pt idx="3292">
                        <c:v>7.18017085509649</c:v>
                      </c:pt>
                      <c:pt idx="3293">
                        <c:v>7.18017085509649</c:v>
                      </c:pt>
                      <c:pt idx="3294">
                        <c:v>7.0556954436448702</c:v>
                      </c:pt>
                      <c:pt idx="3295">
                        <c:v>7.0563966336332697</c:v>
                      </c:pt>
                      <c:pt idx="3296">
                        <c:v>7.04854831035333</c:v>
                      </c:pt>
                      <c:pt idx="3297">
                        <c:v>7.1388968805623199</c:v>
                      </c:pt>
                      <c:pt idx="3298">
                        <c:v>7.1837302787302901</c:v>
                      </c:pt>
                      <c:pt idx="3299">
                        <c:v>7.12636428695762</c:v>
                      </c:pt>
                      <c:pt idx="3300">
                        <c:v>7.115221926956</c:v>
                      </c:pt>
                      <c:pt idx="3301">
                        <c:v>7.0264662510490297</c:v>
                      </c:pt>
                      <c:pt idx="3302">
                        <c:v>6.9847407743022698</c:v>
                      </c:pt>
                      <c:pt idx="3303">
                        <c:v>6.8479709556408803</c:v>
                      </c:pt>
                      <c:pt idx="3304">
                        <c:v>6.8145550226678697</c:v>
                      </c:pt>
                      <c:pt idx="3305">
                        <c:v>6.7701378039031104</c:v>
                      </c:pt>
                      <c:pt idx="3306">
                        <c:v>6.9173813953763199</c:v>
                      </c:pt>
                      <c:pt idx="3307">
                        <c:v>6.9348688688246103</c:v>
                      </c:pt>
                      <c:pt idx="3308">
                        <c:v>6.8961236077407504</c:v>
                      </c:pt>
                      <c:pt idx="3309">
                        <c:v>6.8687161179536398</c:v>
                      </c:pt>
                      <c:pt idx="3310">
                        <c:v>6.8140037355065903</c:v>
                      </c:pt>
                      <c:pt idx="3311">
                        <c:v>6.8140037355065903</c:v>
                      </c:pt>
                      <c:pt idx="3312">
                        <c:v>6.8691381456385097</c:v>
                      </c:pt>
                      <c:pt idx="3313">
                        <c:v>6.8942514187492696</c:v>
                      </c:pt>
                      <c:pt idx="3314">
                        <c:v>6.8319940497795004</c:v>
                      </c:pt>
                      <c:pt idx="3315">
                        <c:v>6.8686233926819602</c:v>
                      </c:pt>
                      <c:pt idx="3316">
                        <c:v>6.9406673285334897</c:v>
                      </c:pt>
                      <c:pt idx="3317">
                        <c:v>6.92205020736544</c:v>
                      </c:pt>
                      <c:pt idx="3318">
                        <c:v>6.7573527790215797</c:v>
                      </c:pt>
                      <c:pt idx="3319">
                        <c:v>6.6955131504427099</c:v>
                      </c:pt>
                      <c:pt idx="3320">
                        <c:v>6.6465917287373202</c:v>
                      </c:pt>
                      <c:pt idx="3321">
                        <c:v>6.6227051150855001</c:v>
                      </c:pt>
                      <c:pt idx="3322">
                        <c:v>6.6227051150855001</c:v>
                      </c:pt>
                      <c:pt idx="3323">
                        <c:v>6.6101486436035701</c:v>
                      </c:pt>
                      <c:pt idx="3324">
                        <c:v>6.6102412546810001</c:v>
                      </c:pt>
                      <c:pt idx="3325">
                        <c:v>6.6390283513278101</c:v>
                      </c:pt>
                      <c:pt idx="3326">
                        <c:v>6.6204175435911896</c:v>
                      </c:pt>
                      <c:pt idx="3327">
                        <c:v>6.6204175435911896</c:v>
                      </c:pt>
                      <c:pt idx="3328">
                        <c:v>6.6229949194691304</c:v>
                      </c:pt>
                      <c:pt idx="3329">
                        <c:v>6.6369250050258097</c:v>
                      </c:pt>
                      <c:pt idx="3330">
                        <c:v>6.5690384349872</c:v>
                      </c:pt>
                      <c:pt idx="3331">
                        <c:v>6.4661256707885997</c:v>
                      </c:pt>
                      <c:pt idx="3332">
                        <c:v>6.3591863521421903</c:v>
                      </c:pt>
                      <c:pt idx="3333">
                        <c:v>6.3591863521421903</c:v>
                      </c:pt>
                      <c:pt idx="3334">
                        <c:v>6.3872251551986503</c:v>
                      </c:pt>
                      <c:pt idx="3335">
                        <c:v>6.4067880084504498</c:v>
                      </c:pt>
                      <c:pt idx="3336">
                        <c:v>6.3485945531499297</c:v>
                      </c:pt>
                      <c:pt idx="3337">
                        <c:v>6.4224345171623698</c:v>
                      </c:pt>
                      <c:pt idx="3338">
                        <c:v>6.49456931383647</c:v>
                      </c:pt>
                      <c:pt idx="3339">
                        <c:v>6.4799096753189298</c:v>
                      </c:pt>
                      <c:pt idx="3340">
                        <c:v>6.5367826462513703</c:v>
                      </c:pt>
                      <c:pt idx="3341">
                        <c:v>6.5634910494435799</c:v>
                      </c:pt>
                      <c:pt idx="3342">
                        <c:v>6.5755458908727</c:v>
                      </c:pt>
                      <c:pt idx="3343">
                        <c:v>6.5045716837169998</c:v>
                      </c:pt>
                      <c:pt idx="3344">
                        <c:v>6.5031312923640403</c:v>
                      </c:pt>
                      <c:pt idx="3345">
                        <c:v>6.4568049268811896</c:v>
                      </c:pt>
                      <c:pt idx="3346">
                        <c:v>6.4022126876223098</c:v>
                      </c:pt>
                      <c:pt idx="3347">
                        <c:v>6.3725667628593596</c:v>
                      </c:pt>
                      <c:pt idx="3348">
                        <c:v>6.5019727154522098</c:v>
                      </c:pt>
                      <c:pt idx="3349">
                        <c:v>6.5371440763520701</c:v>
                      </c:pt>
                      <c:pt idx="3350">
                        <c:v>6.5200055318505203</c:v>
                      </c:pt>
                      <c:pt idx="3351">
                        <c:v>6.4881471327584297</c:v>
                      </c:pt>
                      <c:pt idx="3352">
                        <c:v>6.4657467844904097</c:v>
                      </c:pt>
                      <c:pt idx="3353">
                        <c:v>6.5092023806018497</c:v>
                      </c:pt>
                      <c:pt idx="3354">
                        <c:v>6.4786431092834498</c:v>
                      </c:pt>
                      <c:pt idx="3355">
                        <c:v>6.4413724880025098</c:v>
                      </c:pt>
                      <c:pt idx="3356">
                        <c:v>6.45961042107084</c:v>
                      </c:pt>
                      <c:pt idx="3357">
                        <c:v>6.4801703731340004</c:v>
                      </c:pt>
                      <c:pt idx="3358">
                        <c:v>6.4808577872483903</c:v>
                      </c:pt>
                      <c:pt idx="3359">
                        <c:v>6.5146865432796099</c:v>
                      </c:pt>
                      <c:pt idx="3360">
                        <c:v>6.6091246971070898</c:v>
                      </c:pt>
                      <c:pt idx="3361">
                        <c:v>6.6158319607377498</c:v>
                      </c:pt>
                      <c:pt idx="3362">
                        <c:v>6.7325695599250004</c:v>
                      </c:pt>
                      <c:pt idx="3363">
                        <c:v>6.6985217191953401</c:v>
                      </c:pt>
                      <c:pt idx="3364">
                        <c:v>6.67541592213035</c:v>
                      </c:pt>
                      <c:pt idx="3365">
                        <c:v>6.5884579025239596</c:v>
                      </c:pt>
                      <c:pt idx="3366">
                        <c:v>6.5293993250379803</c:v>
                      </c:pt>
                      <c:pt idx="3367">
                        <c:v>6.5335901608998697</c:v>
                      </c:pt>
                      <c:pt idx="3368">
                        <c:v>6.4337782133682699</c:v>
                      </c:pt>
                      <c:pt idx="3369">
                        <c:v>6.5162966943820999</c:v>
                      </c:pt>
                      <c:pt idx="3370">
                        <c:v>6.5878495446848797</c:v>
                      </c:pt>
                      <c:pt idx="3371">
                        <c:v>6.6117164584362502</c:v>
                      </c:pt>
                      <c:pt idx="3372">
                        <c:v>6.58139178277884</c:v>
                      </c:pt>
                      <c:pt idx="3373">
                        <c:v>6.5644912824546298</c:v>
                      </c:pt>
                      <c:pt idx="3374">
                        <c:v>6.6406107193901303</c:v>
                      </c:pt>
                      <c:pt idx="3375">
                        <c:v>6.69026588707204</c:v>
                      </c:pt>
                      <c:pt idx="3376">
                        <c:v>6.6850040713734504</c:v>
                      </c:pt>
                      <c:pt idx="3377">
                        <c:v>6.6480539322562002</c:v>
                      </c:pt>
                      <c:pt idx="3378">
                        <c:v>6.6320110428502499</c:v>
                      </c:pt>
                      <c:pt idx="3379">
                        <c:v>6.56638128386271</c:v>
                      </c:pt>
                      <c:pt idx="3380">
                        <c:v>6.4842905139832299</c:v>
                      </c:pt>
                      <c:pt idx="3381">
                        <c:v>6.4358766036682296</c:v>
                      </c:pt>
                      <c:pt idx="3382">
                        <c:v>6.3923753993069301</c:v>
                      </c:pt>
                      <c:pt idx="3383">
                        <c:v>6.3923753993069301</c:v>
                      </c:pt>
                      <c:pt idx="3384">
                        <c:v>6.3529527301126798</c:v>
                      </c:pt>
                      <c:pt idx="3385">
                        <c:v>6.3424334973901599</c:v>
                      </c:pt>
                      <c:pt idx="3386">
                        <c:v>6.2549953830550704</c:v>
                      </c:pt>
                      <c:pt idx="3387">
                        <c:v>6.2708311482473498</c:v>
                      </c:pt>
                      <c:pt idx="3388">
                        <c:v>6.3191223948187902</c:v>
                      </c:pt>
                      <c:pt idx="3389">
                        <c:v>6.2755808808496498</c:v>
                      </c:pt>
                      <c:pt idx="3390">
                        <c:v>6.25708497123422</c:v>
                      </c:pt>
                      <c:pt idx="3391">
                        <c:v>6.2205443163542196</c:v>
                      </c:pt>
                      <c:pt idx="3392">
                        <c:v>6.23108957921393</c:v>
                      </c:pt>
                      <c:pt idx="3393">
                        <c:v>6.1844710258513196</c:v>
                      </c:pt>
                      <c:pt idx="3394">
                        <c:v>6.1457005145753101</c:v>
                      </c:pt>
                      <c:pt idx="3395">
                        <c:v>6.1248501171238399</c:v>
                      </c:pt>
                      <c:pt idx="3396">
                        <c:v>6.1389570346022397</c:v>
                      </c:pt>
                      <c:pt idx="3397">
                        <c:v>6.17342873076697</c:v>
                      </c:pt>
                      <c:pt idx="3398">
                        <c:v>6.1787377548470204</c:v>
                      </c:pt>
                      <c:pt idx="3399">
                        <c:v>6.2089060319604101</c:v>
                      </c:pt>
                      <c:pt idx="3400">
                        <c:v>6.2468277642700203</c:v>
                      </c:pt>
                      <c:pt idx="3401">
                        <c:v>6.2468277642700203</c:v>
                      </c:pt>
                      <c:pt idx="3402">
                        <c:v>6.2468277642700203</c:v>
                      </c:pt>
                      <c:pt idx="3403">
                        <c:v>6.2166497794329203</c:v>
                      </c:pt>
                      <c:pt idx="3404">
                        <c:v>6.1052892037951398</c:v>
                      </c:pt>
                      <c:pt idx="3405">
                        <c:v>6.0321189162687601</c:v>
                      </c:pt>
                      <c:pt idx="3406">
                        <c:v>6.0113846310731702</c:v>
                      </c:pt>
                      <c:pt idx="3407">
                        <c:v>5.9558718305504099</c:v>
                      </c:pt>
                      <c:pt idx="3408">
                        <c:v>5.9895369229184103</c:v>
                      </c:pt>
                      <c:pt idx="3409">
                        <c:v>5.9995798647935201</c:v>
                      </c:pt>
                      <c:pt idx="3410">
                        <c:v>5.9712519024574204</c:v>
                      </c:pt>
                      <c:pt idx="3411">
                        <c:v>5.90109659239004</c:v>
                      </c:pt>
                      <c:pt idx="3412">
                        <c:v>5.8357293150152802</c:v>
                      </c:pt>
                      <c:pt idx="3413">
                        <c:v>5.8357293150152802</c:v>
                      </c:pt>
                      <c:pt idx="3414">
                        <c:v>5.8763064792852804</c:v>
                      </c:pt>
                      <c:pt idx="3415">
                        <c:v>5.8261482210926099</c:v>
                      </c:pt>
                      <c:pt idx="3416">
                        <c:v>5.8847724894652398</c:v>
                      </c:pt>
                      <c:pt idx="3417">
                        <c:v>5.8548181515543396</c:v>
                      </c:pt>
                      <c:pt idx="3418">
                        <c:v>5.9183141233095098</c:v>
                      </c:pt>
                      <c:pt idx="3419">
                        <c:v>5.9223309741399204</c:v>
                      </c:pt>
                      <c:pt idx="3420">
                        <c:v>5.9997816653091398</c:v>
                      </c:pt>
                      <c:pt idx="3421">
                        <c:v>5.9828515618669602</c:v>
                      </c:pt>
                      <c:pt idx="3422">
                        <c:v>5.9610984615968103</c:v>
                      </c:pt>
                      <c:pt idx="3423">
                        <c:v>5.9666401319834499</c:v>
                      </c:pt>
                      <c:pt idx="3424">
                        <c:v>6.0313842893741398</c:v>
                      </c:pt>
                      <c:pt idx="3425">
                        <c:v>5.9577818530146702</c:v>
                      </c:pt>
                      <c:pt idx="3426">
                        <c:v>5.9407344641111202</c:v>
                      </c:pt>
                      <c:pt idx="3427">
                        <c:v>5.84917998406205</c:v>
                      </c:pt>
                      <c:pt idx="3428">
                        <c:v>5.8499874291241802</c:v>
                      </c:pt>
                      <c:pt idx="3429">
                        <c:v>5.8472151199873501</c:v>
                      </c:pt>
                      <c:pt idx="3430">
                        <c:v>5.8847146835936197</c:v>
                      </c:pt>
                      <c:pt idx="3431">
                        <c:v>5.8914244043083697</c:v>
                      </c:pt>
                      <c:pt idx="3432">
                        <c:v>5.8607964534149497</c:v>
                      </c:pt>
                      <c:pt idx="3433">
                        <c:v>5.8607964534149497</c:v>
                      </c:pt>
                      <c:pt idx="3434">
                        <c:v>5.8488378132537999</c:v>
                      </c:pt>
                      <c:pt idx="3435">
                        <c:v>5.77866377556823</c:v>
                      </c:pt>
                      <c:pt idx="3436">
                        <c:v>5.8174660961863598</c:v>
                      </c:pt>
                      <c:pt idx="3437">
                        <c:v>5.7452965544860302</c:v>
                      </c:pt>
                      <c:pt idx="3438">
                        <c:v>5.7181077343931603</c:v>
                      </c:pt>
                      <c:pt idx="3439">
                        <c:v>5.6187449792985404</c:v>
                      </c:pt>
                      <c:pt idx="3440">
                        <c:v>5.6743823904130801</c:v>
                      </c:pt>
                      <c:pt idx="3441">
                        <c:v>5.77788767938193</c:v>
                      </c:pt>
                      <c:pt idx="3442">
                        <c:v>5.8234097818921704</c:v>
                      </c:pt>
                      <c:pt idx="3443">
                        <c:v>5.7852426909562196</c:v>
                      </c:pt>
                      <c:pt idx="3444">
                        <c:v>5.7811602906913704</c:v>
                      </c:pt>
                      <c:pt idx="3445">
                        <c:v>5.7330992644689598</c:v>
                      </c:pt>
                      <c:pt idx="3446">
                        <c:v>5.8365114881627802</c:v>
                      </c:pt>
                      <c:pt idx="3447">
                        <c:v>5.8751747239722096</c:v>
                      </c:pt>
                      <c:pt idx="3448">
                        <c:v>5.8751747239722096</c:v>
                      </c:pt>
                      <c:pt idx="3449">
                        <c:v>6.0080926115878901</c:v>
                      </c:pt>
                      <c:pt idx="3450">
                        <c:v>6.0619420673636597</c:v>
                      </c:pt>
                      <c:pt idx="3451">
                        <c:v>5.9856383441194803</c:v>
                      </c:pt>
                      <c:pt idx="3452">
                        <c:v>5.9600346228368997</c:v>
                      </c:pt>
                      <c:pt idx="3453">
                        <c:v>5.9600346228368997</c:v>
                      </c:pt>
                      <c:pt idx="3454">
                        <c:v>5.9135676116923497</c:v>
                      </c:pt>
                      <c:pt idx="3455">
                        <c:v>5.9127033642224998</c:v>
                      </c:pt>
                      <c:pt idx="3456">
                        <c:v>6.0035639025037097</c:v>
                      </c:pt>
                      <c:pt idx="3457">
                        <c:v>5.9458130865822598</c:v>
                      </c:pt>
                      <c:pt idx="3458">
                        <c:v>5.9458130865822598</c:v>
                      </c:pt>
                      <c:pt idx="3459">
                        <c:v>5.9534152461837504</c:v>
                      </c:pt>
                      <c:pt idx="3460">
                        <c:v>6.1072106881761501</c:v>
                      </c:pt>
                      <c:pt idx="3461">
                        <c:v>6.2085373720637698</c:v>
                      </c:pt>
                      <c:pt idx="3462">
                        <c:v>6.2895662732463302</c:v>
                      </c:pt>
                      <c:pt idx="3463">
                        <c:v>6.23398844270341</c:v>
                      </c:pt>
                      <c:pt idx="3464">
                        <c:v>6.1898733361348999</c:v>
                      </c:pt>
                      <c:pt idx="3465">
                        <c:v>6.2033590051415102</c:v>
                      </c:pt>
                      <c:pt idx="3466">
                        <c:v>6.1496968663640104</c:v>
                      </c:pt>
                      <c:pt idx="3467">
                        <c:v>6.1500743419258104</c:v>
                      </c:pt>
                      <c:pt idx="3468">
                        <c:v>6.0824117929837298</c:v>
                      </c:pt>
                      <c:pt idx="3469">
                        <c:v>6.1742609751827802</c:v>
                      </c:pt>
                      <c:pt idx="3470">
                        <c:v>6.1450982113447097</c:v>
                      </c:pt>
                      <c:pt idx="3471">
                        <c:v>6.1450982113447097</c:v>
                      </c:pt>
                      <c:pt idx="3472">
                        <c:v>6.2161336375737104</c:v>
                      </c:pt>
                      <c:pt idx="3473">
                        <c:v>6.2346079654425699</c:v>
                      </c:pt>
                      <c:pt idx="3474">
                        <c:v>6.2191712534629398</c:v>
                      </c:pt>
                      <c:pt idx="3475">
                        <c:v>6.3086550195840703</c:v>
                      </c:pt>
                      <c:pt idx="3476">
                        <c:v>6.2470288026283303</c:v>
                      </c:pt>
                      <c:pt idx="3477">
                        <c:v>6.3150440752949297</c:v>
                      </c:pt>
                      <c:pt idx="3478">
                        <c:v>6.2160091212889101</c:v>
                      </c:pt>
                      <c:pt idx="3479">
                        <c:v>6.30719800162003</c:v>
                      </c:pt>
                      <c:pt idx="3480">
                        <c:v>6.3596066459480198</c:v>
                      </c:pt>
                      <c:pt idx="3481">
                        <c:v>6.39064199245112</c:v>
                      </c:pt>
                      <c:pt idx="3482">
                        <c:v>6.3764290216182404</c:v>
                      </c:pt>
                      <c:pt idx="3483">
                        <c:v>6.3764290216182404</c:v>
                      </c:pt>
                      <c:pt idx="3484">
                        <c:v>6.3298963466912799</c:v>
                      </c:pt>
                      <c:pt idx="3485">
                        <c:v>6.3337926601072496</c:v>
                      </c:pt>
                      <c:pt idx="3486">
                        <c:v>6.2957811526563496</c:v>
                      </c:pt>
                      <c:pt idx="3487">
                        <c:v>6.3025607352060504</c:v>
                      </c:pt>
                      <c:pt idx="3488">
                        <c:v>6.3033897142900299</c:v>
                      </c:pt>
                      <c:pt idx="3489">
                        <c:v>6.2757129350154699</c:v>
                      </c:pt>
                      <c:pt idx="3490">
                        <c:v>6.2408852126075001</c:v>
                      </c:pt>
                      <c:pt idx="3491">
                        <c:v>6.2157086490145801</c:v>
                      </c:pt>
                      <c:pt idx="3492">
                        <c:v>6.2683413085986199</c:v>
                      </c:pt>
                      <c:pt idx="3493">
                        <c:v>6.2683413085986199</c:v>
                      </c:pt>
                      <c:pt idx="3494">
                        <c:v>6.2454065176647298</c:v>
                      </c:pt>
                      <c:pt idx="3495">
                        <c:v>6.2618207685154799</c:v>
                      </c:pt>
                      <c:pt idx="3496">
                        <c:v>6.2340335603346704</c:v>
                      </c:pt>
                      <c:pt idx="3497">
                        <c:v>6.1844307162694303</c:v>
                      </c:pt>
                      <c:pt idx="3498">
                        <c:v>6.2142373302834999</c:v>
                      </c:pt>
                      <c:pt idx="3499">
                        <c:v>6.2341155424242096</c:v>
                      </c:pt>
                      <c:pt idx="3500">
                        <c:v>6.2261815411826902</c:v>
                      </c:pt>
                      <c:pt idx="3501">
                        <c:v>6.17427228848263</c:v>
                      </c:pt>
                      <c:pt idx="3502">
                        <c:v>6.1652693416218201</c:v>
                      </c:pt>
                      <c:pt idx="3503">
                        <c:v>6.2341747134078496</c:v>
                      </c:pt>
                      <c:pt idx="3504">
                        <c:v>6.2190559152462797</c:v>
                      </c:pt>
                      <c:pt idx="3505">
                        <c:v>6.1831486687184798</c:v>
                      </c:pt>
                      <c:pt idx="3506">
                        <c:v>6.14554737833621</c:v>
                      </c:pt>
                      <c:pt idx="3507">
                        <c:v>6.0954602613510502</c:v>
                      </c:pt>
                      <c:pt idx="3508">
                        <c:v>6.0666694717588401</c:v>
                      </c:pt>
                      <c:pt idx="3509">
                        <c:v>6.0754072974484004</c:v>
                      </c:pt>
                      <c:pt idx="3510">
                        <c:v>6.0472927412429502</c:v>
                      </c:pt>
                      <c:pt idx="3511">
                        <c:v>6.0610235314465299</c:v>
                      </c:pt>
                      <c:pt idx="3512">
                        <c:v>6.0380310205208296</c:v>
                      </c:pt>
                      <c:pt idx="3513">
                        <c:v>6.0437788394086098</c:v>
                      </c:pt>
                      <c:pt idx="3514">
                        <c:v>6.0540007538924199</c:v>
                      </c:pt>
                      <c:pt idx="3515">
                        <c:v>6.0535237726566304</c:v>
                      </c:pt>
                      <c:pt idx="3516">
                        <c:v>6.0740529477295198</c:v>
                      </c:pt>
                      <c:pt idx="3517">
                        <c:v>6.0681495536204801</c:v>
                      </c:pt>
                      <c:pt idx="3518">
                        <c:v>6.0648886306830301</c:v>
                      </c:pt>
                      <c:pt idx="3519">
                        <c:v>6.1079937099954797</c:v>
                      </c:pt>
                      <c:pt idx="3520">
                        <c:v>6.0601365100337201</c:v>
                      </c:pt>
                      <c:pt idx="3521">
                        <c:v>6.0992417540748498</c:v>
                      </c:pt>
                      <c:pt idx="3522">
                        <c:v>6.0445303930640897</c:v>
                      </c:pt>
                      <c:pt idx="3523">
                        <c:v>6.0859489570415102</c:v>
                      </c:pt>
                      <c:pt idx="3524">
                        <c:v>6.0674674202366301</c:v>
                      </c:pt>
                      <c:pt idx="3525">
                        <c:v>6.0118580357675304</c:v>
                      </c:pt>
                      <c:pt idx="3526">
                        <c:v>6.1213367208627503</c:v>
                      </c:pt>
                      <c:pt idx="3527">
                        <c:v>6.1334202096000903</c:v>
                      </c:pt>
                      <c:pt idx="3528">
                        <c:v>5.9721069006171996</c:v>
                      </c:pt>
                      <c:pt idx="3529">
                        <c:v>6.03648746192916</c:v>
                      </c:pt>
                      <c:pt idx="3530">
                        <c:v>6.0337308385825903</c:v>
                      </c:pt>
                      <c:pt idx="3531">
                        <c:v>5.9210985292968701</c:v>
                      </c:pt>
                      <c:pt idx="3532">
                        <c:v>5.8769747859243804</c:v>
                      </c:pt>
                      <c:pt idx="3533">
                        <c:v>5.8769747859243804</c:v>
                      </c:pt>
                      <c:pt idx="3534">
                        <c:v>5.9271863174530299</c:v>
                      </c:pt>
                      <c:pt idx="3535">
                        <c:v>5.9268853820514904</c:v>
                      </c:pt>
                      <c:pt idx="3536">
                        <c:v>5.9646298089780796</c:v>
                      </c:pt>
                      <c:pt idx="3537">
                        <c:v>6.1074641451803204</c:v>
                      </c:pt>
                      <c:pt idx="3538">
                        <c:v>6.1222976236145197</c:v>
                      </c:pt>
                      <c:pt idx="3539">
                        <c:v>6.04368804834772</c:v>
                      </c:pt>
                      <c:pt idx="3540">
                        <c:v>6.0879240739920197</c:v>
                      </c:pt>
                      <c:pt idx="3541">
                        <c:v>6.0834620730524902</c:v>
                      </c:pt>
                      <c:pt idx="3542">
                        <c:v>6.1664392310159304</c:v>
                      </c:pt>
                      <c:pt idx="3543">
                        <c:v>6.0984465296767301</c:v>
                      </c:pt>
                      <c:pt idx="3544">
                        <c:v>6.1282109330792096</c:v>
                      </c:pt>
                      <c:pt idx="3545">
                        <c:v>6.2045680567856198</c:v>
                      </c:pt>
                      <c:pt idx="3546">
                        <c:v>6.2915953689342796</c:v>
                      </c:pt>
                      <c:pt idx="3547">
                        <c:v>6.2607679964291902</c:v>
                      </c:pt>
                      <c:pt idx="3548">
                        <c:v>6.2607679964291902</c:v>
                      </c:pt>
                      <c:pt idx="3549">
                        <c:v>6.2014009477606002</c:v>
                      </c:pt>
                      <c:pt idx="3550">
                        <c:v>6.1530278320992604</c:v>
                      </c:pt>
                      <c:pt idx="3551">
                        <c:v>6.1641583084031799</c:v>
                      </c:pt>
                      <c:pt idx="3552">
                        <c:v>6.1722193389443802</c:v>
                      </c:pt>
                      <c:pt idx="3553">
                        <c:v>6.1722193389443802</c:v>
                      </c:pt>
                      <c:pt idx="3554">
                        <c:v>6.2260182940940503</c:v>
                      </c:pt>
                      <c:pt idx="3555">
                        <c:v>6.22582810277137</c:v>
                      </c:pt>
                      <c:pt idx="3556">
                        <c:v>6.1835428930074103</c:v>
                      </c:pt>
                      <c:pt idx="3557">
                        <c:v>6.1270426637725999</c:v>
                      </c:pt>
                      <c:pt idx="3558">
                        <c:v>6.1448716403802504</c:v>
                      </c:pt>
                      <c:pt idx="3559">
                        <c:v>6.0801696061002399</c:v>
                      </c:pt>
                      <c:pt idx="3560">
                        <c:v>6.0626547595941602</c:v>
                      </c:pt>
                      <c:pt idx="3561">
                        <c:v>6.0134629517545202</c:v>
                      </c:pt>
                      <c:pt idx="3562">
                        <c:v>6.0088919570348596</c:v>
                      </c:pt>
                      <c:pt idx="3563">
                        <c:v>5.7206900060192298</c:v>
                      </c:pt>
                      <c:pt idx="3564">
                        <c:v>5.9507075757619097</c:v>
                      </c:pt>
                      <c:pt idx="3565">
                        <c:v>5.9221447568500096</c:v>
                      </c:pt>
                      <c:pt idx="3566">
                        <c:v>5.8461608627701303</c:v>
                      </c:pt>
                      <c:pt idx="3567">
                        <c:v>5.8776553985517204</c:v>
                      </c:pt>
                      <c:pt idx="3568">
                        <c:v>5.8974164367066502</c:v>
                      </c:pt>
                      <c:pt idx="3569">
                        <c:v>5.88106623364237</c:v>
                      </c:pt>
                      <c:pt idx="3570">
                        <c:v>5.8858193466095603</c:v>
                      </c:pt>
                      <c:pt idx="3571">
                        <c:v>5.9232961174424696</c:v>
                      </c:pt>
                      <c:pt idx="3572">
                        <c:v>5.9232961174424696</c:v>
                      </c:pt>
                      <c:pt idx="3573">
                        <c:v>6.00487007086556</c:v>
                      </c:pt>
                      <c:pt idx="3574">
                        <c:v>6.0661646137342196</c:v>
                      </c:pt>
                      <c:pt idx="3575">
                        <c:v>5.9937035784289199</c:v>
                      </c:pt>
                      <c:pt idx="3576">
                        <c:v>5.9091546791171998</c:v>
                      </c:pt>
                      <c:pt idx="3577">
                        <c:v>5.8718774511158296</c:v>
                      </c:pt>
                      <c:pt idx="3578">
                        <c:v>5.77496628546045</c:v>
                      </c:pt>
                      <c:pt idx="3579">
                        <c:v>5.8256129019109597</c:v>
                      </c:pt>
                      <c:pt idx="3580">
                        <c:v>5.8758743107415903</c:v>
                      </c:pt>
                      <c:pt idx="3581">
                        <c:v>5.8822762430969497</c:v>
                      </c:pt>
                      <c:pt idx="3582">
                        <c:v>5.9337613587404601</c:v>
                      </c:pt>
                      <c:pt idx="3583">
                        <c:v>5.9337613587404601</c:v>
                      </c:pt>
                      <c:pt idx="3584">
                        <c:v>5.9385621940165603</c:v>
                      </c:pt>
                      <c:pt idx="3585">
                        <c:v>5.93477752335553</c:v>
                      </c:pt>
                      <c:pt idx="3586">
                        <c:v>5.9361988111477499</c:v>
                      </c:pt>
                      <c:pt idx="3587">
                        <c:v>5.9361988111477499</c:v>
                      </c:pt>
                      <c:pt idx="3588">
                        <c:v>5.9361988111477499</c:v>
                      </c:pt>
                      <c:pt idx="3589">
                        <c:v>5.90145021607883</c:v>
                      </c:pt>
                      <c:pt idx="3590">
                        <c:v>5.8435901844585603</c:v>
                      </c:pt>
                      <c:pt idx="3591">
                        <c:v>5.8328331091474901</c:v>
                      </c:pt>
                      <c:pt idx="3592">
                        <c:v>5.7791144249741304</c:v>
                      </c:pt>
                      <c:pt idx="3593">
                        <c:v>5.7791144249741304</c:v>
                      </c:pt>
                      <c:pt idx="3594">
                        <c:v>5.7928095778324602</c:v>
                      </c:pt>
                      <c:pt idx="3595">
                        <c:v>5.8115490703883204</c:v>
                      </c:pt>
                      <c:pt idx="3596">
                        <c:v>5.7807336725522704</c:v>
                      </c:pt>
                      <c:pt idx="3597">
                        <c:v>5.8006376867316103</c:v>
                      </c:pt>
                      <c:pt idx="3598">
                        <c:v>5.8334229264285096</c:v>
                      </c:pt>
                      <c:pt idx="3599">
                        <c:v>5.8866551152065396</c:v>
                      </c:pt>
                      <c:pt idx="3600">
                        <c:v>5.8626159818744101</c:v>
                      </c:pt>
                      <c:pt idx="3601">
                        <c:v>5.8786072527037003</c:v>
                      </c:pt>
                      <c:pt idx="3602">
                        <c:v>5.8929171258047299</c:v>
                      </c:pt>
                      <c:pt idx="3603">
                        <c:v>5.9176188963306702</c:v>
                      </c:pt>
                      <c:pt idx="3604">
                        <c:v>5.8646292578280397</c:v>
                      </c:pt>
                      <c:pt idx="3605">
                        <c:v>5.8722681996784702</c:v>
                      </c:pt>
                      <c:pt idx="3606">
                        <c:v>5.8339731960782197</c:v>
                      </c:pt>
                      <c:pt idx="3607">
                        <c:v>5.8601581662801498</c:v>
                      </c:pt>
                      <c:pt idx="3608">
                        <c:v>5.8646427523214797</c:v>
                      </c:pt>
                      <c:pt idx="3609">
                        <c:v>5.8997449305920799</c:v>
                      </c:pt>
                      <c:pt idx="3610">
                        <c:v>5.8977506909911899</c:v>
                      </c:pt>
                      <c:pt idx="3611">
                        <c:v>5.89504145128143</c:v>
                      </c:pt>
                      <c:pt idx="3612">
                        <c:v>5.9157615163406696</c:v>
                      </c:pt>
                      <c:pt idx="3613">
                        <c:v>5.9950329016653097</c:v>
                      </c:pt>
                      <c:pt idx="3614">
                        <c:v>6.0017610003656898</c:v>
                      </c:pt>
                      <c:pt idx="3615">
                        <c:v>5.9811312099785798</c:v>
                      </c:pt>
                      <c:pt idx="3616">
                        <c:v>6.0192845229305201</c:v>
                      </c:pt>
                      <c:pt idx="3617">
                        <c:v>6.0460096442696303</c:v>
                      </c:pt>
                      <c:pt idx="3618">
                        <c:v>6.0289084439520604</c:v>
                      </c:pt>
                      <c:pt idx="3619">
                        <c:v>6.04817963284043</c:v>
                      </c:pt>
                      <c:pt idx="3620">
                        <c:v>6.0618718761470403</c:v>
                      </c:pt>
                      <c:pt idx="3621">
                        <c:v>6.0602492648880002</c:v>
                      </c:pt>
                      <c:pt idx="3622">
                        <c:v>6.02486221347863</c:v>
                      </c:pt>
                      <c:pt idx="3623">
                        <c:v>6.0364226632456903</c:v>
                      </c:pt>
                      <c:pt idx="3624">
                        <c:v>6.0467788019490101</c:v>
                      </c:pt>
                      <c:pt idx="3625">
                        <c:v>6.0335451605294503</c:v>
                      </c:pt>
                      <c:pt idx="3626">
                        <c:v>6.0100214526376696</c:v>
                      </c:pt>
                      <c:pt idx="3627">
                        <c:v>6.00054056987618</c:v>
                      </c:pt>
                      <c:pt idx="3628">
                        <c:v>5.9787031051691404</c:v>
                      </c:pt>
                      <c:pt idx="3629">
                        <c:v>6.0111884591112101</c:v>
                      </c:pt>
                      <c:pt idx="3630">
                        <c:v>6.0507005157416698</c:v>
                      </c:pt>
                      <c:pt idx="3631">
                        <c:v>6.1482675750556703</c:v>
                      </c:pt>
                      <c:pt idx="3632">
                        <c:v>6.1781399493254199</c:v>
                      </c:pt>
                      <c:pt idx="3633">
                        <c:v>6.1663035749894002</c:v>
                      </c:pt>
                      <c:pt idx="3634">
                        <c:v>6.1158761154340002</c:v>
                      </c:pt>
                      <c:pt idx="3635">
                        <c:v>6.1490316847831803</c:v>
                      </c:pt>
                      <c:pt idx="3636">
                        <c:v>6.14667478937384</c:v>
                      </c:pt>
                      <c:pt idx="3637">
                        <c:v>6.1181567633616796</c:v>
                      </c:pt>
                      <c:pt idx="3638">
                        <c:v>6.0669402485178701</c:v>
                      </c:pt>
                      <c:pt idx="3639">
                        <c:v>6.0388352406069101</c:v>
                      </c:pt>
                      <c:pt idx="3640">
                        <c:v>6.0539520959009803</c:v>
                      </c:pt>
                      <c:pt idx="3641">
                        <c:v>6.0281605566832797</c:v>
                      </c:pt>
                      <c:pt idx="3642">
                        <c:v>5.9881645914331401</c:v>
                      </c:pt>
                      <c:pt idx="3643">
                        <c:v>5.9881645914331401</c:v>
                      </c:pt>
                      <c:pt idx="3644">
                        <c:v>5.9881645914331401</c:v>
                      </c:pt>
                      <c:pt idx="3645">
                        <c:v>5.9913789020158603</c:v>
                      </c:pt>
                      <c:pt idx="3646">
                        <c:v>6.0021208146577898</c:v>
                      </c:pt>
                      <c:pt idx="3647">
                        <c:v>6.0240567718124698</c:v>
                      </c:pt>
                      <c:pt idx="3648">
                        <c:v>5.98136343341156</c:v>
                      </c:pt>
                      <c:pt idx="3649">
                        <c:v>5.9076438215723801</c:v>
                      </c:pt>
                      <c:pt idx="3650">
                        <c:v>5.8820567771755599</c:v>
                      </c:pt>
                      <c:pt idx="3651">
                        <c:v>5.8820567771755599</c:v>
                      </c:pt>
                      <c:pt idx="3652">
                        <c:v>5.8820567771755599</c:v>
                      </c:pt>
                      <c:pt idx="3653">
                        <c:v>5.8965488001758803</c:v>
                      </c:pt>
                      <c:pt idx="3654">
                        <c:v>5.8986883832574701</c:v>
                      </c:pt>
                      <c:pt idx="3655">
                        <c:v>5.9126188005328304</c:v>
                      </c:pt>
                      <c:pt idx="3656">
                        <c:v>5.8832917367162301</c:v>
                      </c:pt>
                      <c:pt idx="3657">
                        <c:v>5.8201868283981897</c:v>
                      </c:pt>
                      <c:pt idx="3658">
                        <c:v>5.8246595654217197</c:v>
                      </c:pt>
                      <c:pt idx="3659">
                        <c:v>5.7606998089560602</c:v>
                      </c:pt>
                      <c:pt idx="3660">
                        <c:v>5.7183804658550796</c:v>
                      </c:pt>
                      <c:pt idx="3661">
                        <c:v>5.75991555549012</c:v>
                      </c:pt>
                      <c:pt idx="3662">
                        <c:v>5.7234521863545602</c:v>
                      </c:pt>
                      <c:pt idx="3663">
                        <c:v>5.7021539301270403</c:v>
                      </c:pt>
                      <c:pt idx="3664">
                        <c:v>5.6813271726249299</c:v>
                      </c:pt>
                      <c:pt idx="3665">
                        <c:v>5.6777486018892498</c:v>
                      </c:pt>
                      <c:pt idx="3666">
                        <c:v>5.7397231104749302</c:v>
                      </c:pt>
                      <c:pt idx="3667">
                        <c:v>5.7400577505252501</c:v>
                      </c:pt>
                      <c:pt idx="3668">
                        <c:v>5.7380186801832203</c:v>
                      </c:pt>
                      <c:pt idx="3669">
                        <c:v>5.7414278699992396</c:v>
                      </c:pt>
                      <c:pt idx="3670">
                        <c:v>5.77438103108629</c:v>
                      </c:pt>
                      <c:pt idx="3671">
                        <c:v>5.7714988691105802</c:v>
                      </c:pt>
                      <c:pt idx="3672">
                        <c:v>5.7180321561580598</c:v>
                      </c:pt>
                      <c:pt idx="3673">
                        <c:v>5.7836192802448103</c:v>
                      </c:pt>
                      <c:pt idx="3674">
                        <c:v>5.7836192802448103</c:v>
                      </c:pt>
                      <c:pt idx="3675">
                        <c:v>5.7681894385908299</c:v>
                      </c:pt>
                      <c:pt idx="3676">
                        <c:v>5.7609564561059896</c:v>
                      </c:pt>
                      <c:pt idx="3677">
                        <c:v>5.7681882799525299</c:v>
                      </c:pt>
                      <c:pt idx="3678">
                        <c:v>5.8002075023414097</c:v>
                      </c:pt>
                      <c:pt idx="3679">
                        <c:v>5.8690667785915496</c:v>
                      </c:pt>
                      <c:pt idx="3680">
                        <c:v>5.8870335135707297</c:v>
                      </c:pt>
                      <c:pt idx="3681">
                        <c:v>5.8350497904285197</c:v>
                      </c:pt>
                      <c:pt idx="3682">
                        <c:v>5.8352479224569898</c:v>
                      </c:pt>
                      <c:pt idx="3683">
                        <c:v>5.8352479224569898</c:v>
                      </c:pt>
                      <c:pt idx="3684">
                        <c:v>5.8883357519625497</c:v>
                      </c:pt>
                      <c:pt idx="3685">
                        <c:v>5.9050607655601004</c:v>
                      </c:pt>
                      <c:pt idx="3686">
                        <c:v>5.95261531401915</c:v>
                      </c:pt>
                      <c:pt idx="3687">
                        <c:v>6.0560169202911096</c:v>
                      </c:pt>
                      <c:pt idx="3688">
                        <c:v>6.0384549786169099</c:v>
                      </c:pt>
                      <c:pt idx="3689">
                        <c:v>5.9921572288910099</c:v>
                      </c:pt>
                      <c:pt idx="3690">
                        <c:v>5.9781236505376496</c:v>
                      </c:pt>
                      <c:pt idx="3691">
                        <c:v>5.9530655955909397</c:v>
                      </c:pt>
                      <c:pt idx="3692">
                        <c:v>5.9631402918978598</c:v>
                      </c:pt>
                      <c:pt idx="3693">
                        <c:v>5.9487826887619102</c:v>
                      </c:pt>
                      <c:pt idx="3694">
                        <c:v>5.9731838056516402</c:v>
                      </c:pt>
                      <c:pt idx="3695">
                        <c:v>6.0017979784081898</c:v>
                      </c:pt>
                      <c:pt idx="3696">
                        <c:v>6.0090350130813404</c:v>
                      </c:pt>
                      <c:pt idx="3697">
                        <c:v>5.9663236294611304</c:v>
                      </c:pt>
                      <c:pt idx="3698">
                        <c:v>5.9663236294611304</c:v>
                      </c:pt>
                      <c:pt idx="3699">
                        <c:v>5.9677689507708296</c:v>
                      </c:pt>
                      <c:pt idx="3700">
                        <c:v>5.9122080811271296</c:v>
                      </c:pt>
                      <c:pt idx="3701">
                        <c:v>5.9330973337152102</c:v>
                      </c:pt>
                      <c:pt idx="3702">
                        <c:v>5.98472858140883</c:v>
                      </c:pt>
                      <c:pt idx="3703">
                        <c:v>5.98472858140883</c:v>
                      </c:pt>
                      <c:pt idx="3704">
                        <c:v>6.0335979325559403</c:v>
                      </c:pt>
                      <c:pt idx="3705">
                        <c:v>6.0627116081191996</c:v>
                      </c:pt>
                      <c:pt idx="3706">
                        <c:v>6.0532938605233104</c:v>
                      </c:pt>
                      <c:pt idx="3707">
                        <c:v>6.1333153795415196</c:v>
                      </c:pt>
                      <c:pt idx="3708">
                        <c:v>6.1296246818123397</c:v>
                      </c:pt>
                      <c:pt idx="3709">
                        <c:v>6.1279922307469104</c:v>
                      </c:pt>
                      <c:pt idx="3710">
                        <c:v>6.1061001096505896</c:v>
                      </c:pt>
                      <c:pt idx="3711">
                        <c:v>6.1513881172135196</c:v>
                      </c:pt>
                      <c:pt idx="3712">
                        <c:v>6.1185219160786204</c:v>
                      </c:pt>
                      <c:pt idx="3713">
                        <c:v>6.1239424194678502</c:v>
                      </c:pt>
                      <c:pt idx="3714">
                        <c:v>6.1377667493549399</c:v>
                      </c:pt>
                      <c:pt idx="3715">
                        <c:v>6.1167057314516704</c:v>
                      </c:pt>
                      <c:pt idx="3716">
                        <c:v>6.1458060498134799</c:v>
                      </c:pt>
                      <c:pt idx="3717">
                        <c:v>6.14489212280969</c:v>
                      </c:pt>
                      <c:pt idx="3718">
                        <c:v>6.14489212280969</c:v>
                      </c:pt>
                      <c:pt idx="3719">
                        <c:v>6.1202976165466003</c:v>
                      </c:pt>
                      <c:pt idx="3720">
                        <c:v>6.0898858092371997</c:v>
                      </c:pt>
                      <c:pt idx="3721">
                        <c:v>6.1014053536663804</c:v>
                      </c:pt>
                      <c:pt idx="3722">
                        <c:v>6.1030625045520601</c:v>
                      </c:pt>
                      <c:pt idx="3723">
                        <c:v>6.1591350298488896</c:v>
                      </c:pt>
                      <c:pt idx="3724">
                        <c:v>6.1055703176454301</c:v>
                      </c:pt>
                      <c:pt idx="3725">
                        <c:v>6.1308097530992196</c:v>
                      </c:pt>
                      <c:pt idx="3726">
                        <c:v>6.1409794446798696</c:v>
                      </c:pt>
                      <c:pt idx="3727">
                        <c:v>6.1378413702343302</c:v>
                      </c:pt>
                      <c:pt idx="3728">
                        <c:v>6.1396452963404702</c:v>
                      </c:pt>
                      <c:pt idx="3729">
                        <c:v>6.1498478186767302</c:v>
                      </c:pt>
                      <c:pt idx="3730">
                        <c:v>6.1230916285233699</c:v>
                      </c:pt>
                      <c:pt idx="3731">
                        <c:v>6.0894518199666798</c:v>
                      </c:pt>
                      <c:pt idx="3732">
                        <c:v>6.0894518199666798</c:v>
                      </c:pt>
                      <c:pt idx="3733">
                        <c:v>6.0946778720488402</c:v>
                      </c:pt>
                      <c:pt idx="3734">
                        <c:v>6.1343553207335804</c:v>
                      </c:pt>
                      <c:pt idx="3735">
                        <c:v>6.1452378141822104</c:v>
                      </c:pt>
                      <c:pt idx="3736">
                        <c:v>6.1158036513746001</c:v>
                      </c:pt>
                      <c:pt idx="3737">
                        <c:v>6.1090943852594597</c:v>
                      </c:pt>
                      <c:pt idx="3738">
                        <c:v>6.1575260485696699</c:v>
                      </c:pt>
                      <c:pt idx="3739">
                        <c:v>6.20771306952863</c:v>
                      </c:pt>
                      <c:pt idx="3740">
                        <c:v>6.2061591115273202</c:v>
                      </c:pt>
                      <c:pt idx="3741">
                        <c:v>6.2072748010910299</c:v>
                      </c:pt>
                      <c:pt idx="3742">
                        <c:v>6.2116384417821404</c:v>
                      </c:pt>
                      <c:pt idx="3743">
                        <c:v>6.1703152238258001</c:v>
                      </c:pt>
                      <c:pt idx="3744">
                        <c:v>6.1703152238258001</c:v>
                      </c:pt>
                      <c:pt idx="3745">
                        <c:v>6.1561428248481</c:v>
                      </c:pt>
                      <c:pt idx="3746">
                        <c:v>6.1448674469819897</c:v>
                      </c:pt>
                      <c:pt idx="3747">
                        <c:v>6.1366738895286597</c:v>
                      </c:pt>
                      <c:pt idx="3748">
                        <c:v>6.1901620951186098</c:v>
                      </c:pt>
                      <c:pt idx="3749">
                        <c:v>6.1994782270732802</c:v>
                      </c:pt>
                      <c:pt idx="3750">
                        <c:v>6.2002830279045504</c:v>
                      </c:pt>
                      <c:pt idx="3751">
                        <c:v>6.1718530209846199</c:v>
                      </c:pt>
                      <c:pt idx="3752">
                        <c:v>6.1927015449465497</c:v>
                      </c:pt>
                      <c:pt idx="3753">
                        <c:v>6.1927015449465497</c:v>
                      </c:pt>
                      <c:pt idx="3754">
                        <c:v>6.1703869131623801</c:v>
                      </c:pt>
                      <c:pt idx="3755">
                        <c:v>6.1557644179963198</c:v>
                      </c:pt>
                      <c:pt idx="3756">
                        <c:v>6.1228948922592501</c:v>
                      </c:pt>
                      <c:pt idx="3757">
                        <c:v>6.1216116581427604</c:v>
                      </c:pt>
                      <c:pt idx="3758">
                        <c:v>6.0996612362799398</c:v>
                      </c:pt>
                      <c:pt idx="3759">
                        <c:v>6.1214544726418403</c:v>
                      </c:pt>
                      <c:pt idx="3760">
                        <c:v>6.1560360029226304</c:v>
                      </c:pt>
                      <c:pt idx="3761">
                        <c:v>6.1723738226673204</c:v>
                      </c:pt>
                      <c:pt idx="3762">
                        <c:v>6.1836044231136302</c:v>
                      </c:pt>
                      <c:pt idx="3763">
                        <c:v>6.17897051052626</c:v>
                      </c:pt>
                      <c:pt idx="3764">
                        <c:v>6.2014091733410703</c:v>
                      </c:pt>
                      <c:pt idx="3765">
                        <c:v>6.2047507914551998</c:v>
                      </c:pt>
                      <c:pt idx="3766">
                        <c:v>6.2122248260921298</c:v>
                      </c:pt>
                      <c:pt idx="3767">
                        <c:v>6.2593618254112</c:v>
                      </c:pt>
                      <c:pt idx="3768">
                        <c:v>6.2867004267462798</c:v>
                      </c:pt>
                      <c:pt idx="3769">
                        <c:v>6.2891430218884397</c:v>
                      </c:pt>
                      <c:pt idx="3770">
                        <c:v>6.2841053257220096</c:v>
                      </c:pt>
                      <c:pt idx="3771">
                        <c:v>6.2431551017216904</c:v>
                      </c:pt>
                      <c:pt idx="3772">
                        <c:v>6.2600197074193904</c:v>
                      </c:pt>
                      <c:pt idx="3773">
                        <c:v>6.2659588120983898</c:v>
                      </c:pt>
                      <c:pt idx="3774">
                        <c:v>6.2724484916459096</c:v>
                      </c:pt>
                      <c:pt idx="3775">
                        <c:v>6.3033481367541304</c:v>
                      </c:pt>
                      <c:pt idx="3776">
                        <c:v>6.28443520793373</c:v>
                      </c:pt>
                      <c:pt idx="3777">
                        <c:v>6.2458011565997298</c:v>
                      </c:pt>
                      <c:pt idx="3778">
                        <c:v>6.2588431127405499</c:v>
                      </c:pt>
                      <c:pt idx="3779">
                        <c:v>6.2726940895613801</c:v>
                      </c:pt>
                      <c:pt idx="3780">
                        <c:v>6.2440140011633396</c:v>
                      </c:pt>
                      <c:pt idx="3781">
                        <c:v>6.22680687809759</c:v>
                      </c:pt>
                      <c:pt idx="3782">
                        <c:v>6.2108354796121104</c:v>
                      </c:pt>
                      <c:pt idx="3783">
                        <c:v>6.2101846657840101</c:v>
                      </c:pt>
                      <c:pt idx="3784">
                        <c:v>6.2169836870548396</c:v>
                      </c:pt>
                      <c:pt idx="3785">
                        <c:v>6.2164443249339598</c:v>
                      </c:pt>
                      <c:pt idx="3786">
                        <c:v>6.28928814841092</c:v>
                      </c:pt>
                      <c:pt idx="3787">
                        <c:v>6.3126468444690698</c:v>
                      </c:pt>
                      <c:pt idx="3788">
                        <c:v>6.27398127363342</c:v>
                      </c:pt>
                      <c:pt idx="3789">
                        <c:v>6.2799006393756498</c:v>
                      </c:pt>
                      <c:pt idx="3790">
                        <c:v>6.30134869855286</c:v>
                      </c:pt>
                      <c:pt idx="3791">
                        <c:v>6.3522501587574798</c:v>
                      </c:pt>
                      <c:pt idx="3792">
                        <c:v>6.3998624449497701</c:v>
                      </c:pt>
                      <c:pt idx="3793">
                        <c:v>6.3998624449497701</c:v>
                      </c:pt>
                      <c:pt idx="3794">
                        <c:v>6.3599878373637999</c:v>
                      </c:pt>
                      <c:pt idx="3795">
                        <c:v>6.3289672319436097</c:v>
                      </c:pt>
                      <c:pt idx="3796">
                        <c:v>6.3557507111550002</c:v>
                      </c:pt>
                      <c:pt idx="3797">
                        <c:v>6.34199616982505</c:v>
                      </c:pt>
                      <c:pt idx="3798">
                        <c:v>6.33583578250611</c:v>
                      </c:pt>
                      <c:pt idx="3799">
                        <c:v>6.39156851047073</c:v>
                      </c:pt>
                      <c:pt idx="3800">
                        <c:v>6.3939057652772702</c:v>
                      </c:pt>
                      <c:pt idx="3801">
                        <c:v>6.4292741419183201</c:v>
                      </c:pt>
                      <c:pt idx="3802">
                        <c:v>6.46983808425676</c:v>
                      </c:pt>
                      <c:pt idx="3803">
                        <c:v>6.4735436907847896</c:v>
                      </c:pt>
                      <c:pt idx="3804">
                        <c:v>6.4937845240496497</c:v>
                      </c:pt>
                      <c:pt idx="3805">
                        <c:v>6.4588654997371497</c:v>
                      </c:pt>
                      <c:pt idx="3806">
                        <c:v>6.4412361142111898</c:v>
                      </c:pt>
                      <c:pt idx="3807">
                        <c:v>6.5083725095098801</c:v>
                      </c:pt>
                      <c:pt idx="3808">
                        <c:v>6.5083725095098801</c:v>
                      </c:pt>
                      <c:pt idx="3809">
                        <c:v>6.5310493126057203</c:v>
                      </c:pt>
                      <c:pt idx="3810">
                        <c:v>6.4618321312614198</c:v>
                      </c:pt>
                      <c:pt idx="3811">
                        <c:v>6.4634562892550198</c:v>
                      </c:pt>
                      <c:pt idx="3812">
                        <c:v>6.5125507999723604</c:v>
                      </c:pt>
                      <c:pt idx="3813">
                        <c:v>6.5125507999723604</c:v>
                      </c:pt>
                      <c:pt idx="3814">
                        <c:v>6.5320812411020501</c:v>
                      </c:pt>
                      <c:pt idx="3815">
                        <c:v>6.5358198197634199</c:v>
                      </c:pt>
                      <c:pt idx="3816">
                        <c:v>6.5086045109091302</c:v>
                      </c:pt>
                      <c:pt idx="3817">
                        <c:v>6.4438656567853698</c:v>
                      </c:pt>
                      <c:pt idx="3818">
                        <c:v>6.4372752988056696</c:v>
                      </c:pt>
                      <c:pt idx="3819">
                        <c:v>6.5209925245759202</c:v>
                      </c:pt>
                      <c:pt idx="3820">
                        <c:v>6.4019148725663602</c:v>
                      </c:pt>
                      <c:pt idx="3821">
                        <c:v>6.3706812079383797</c:v>
                      </c:pt>
                      <c:pt idx="3822">
                        <c:v>6.3611895394255003</c:v>
                      </c:pt>
                      <c:pt idx="3823">
                        <c:v>6.3896127064762602</c:v>
                      </c:pt>
                      <c:pt idx="3824">
                        <c:v>6.3920818368622498</c:v>
                      </c:pt>
                      <c:pt idx="3825">
                        <c:v>6.4558255566801304</c:v>
                      </c:pt>
                      <c:pt idx="3826">
                        <c:v>6.3493246062910904</c:v>
                      </c:pt>
                      <c:pt idx="3827">
                        <c:v>6.3297013783332403</c:v>
                      </c:pt>
                      <c:pt idx="3828">
                        <c:v>6.2959108472073098</c:v>
                      </c:pt>
                      <c:pt idx="3829">
                        <c:v>6.2864433339882799</c:v>
                      </c:pt>
                      <c:pt idx="3830">
                        <c:v>6.3058961350895197</c:v>
                      </c:pt>
                      <c:pt idx="3831">
                        <c:v>6.3100461197712896</c:v>
                      </c:pt>
                      <c:pt idx="3832">
                        <c:v>6.2584617220082199</c:v>
                      </c:pt>
                      <c:pt idx="3833">
                        <c:v>6.2654234917666596</c:v>
                      </c:pt>
                      <c:pt idx="3834">
                        <c:v>6.2347539753854804</c:v>
                      </c:pt>
                      <c:pt idx="3835">
                        <c:v>6.2478065797705904</c:v>
                      </c:pt>
                      <c:pt idx="3836">
                        <c:v>6.2130180301845597</c:v>
                      </c:pt>
                      <c:pt idx="3837">
                        <c:v>6.2120419502237203</c:v>
                      </c:pt>
                      <c:pt idx="3838">
                        <c:v>6.2086786683712996</c:v>
                      </c:pt>
                      <c:pt idx="3839">
                        <c:v>6.2113965768432102</c:v>
                      </c:pt>
                      <c:pt idx="3840">
                        <c:v>6.1941196152050804</c:v>
                      </c:pt>
                      <c:pt idx="3841">
                        <c:v>6.1439520968666699</c:v>
                      </c:pt>
                      <c:pt idx="3842">
                        <c:v>6.12816131061457</c:v>
                      </c:pt>
                      <c:pt idx="3843">
                        <c:v>6.1408445915054202</c:v>
                      </c:pt>
                      <c:pt idx="3844">
                        <c:v>6.1408445915054202</c:v>
                      </c:pt>
                      <c:pt idx="3845">
                        <c:v>6.1724867406436896</c:v>
                      </c:pt>
                      <c:pt idx="3846">
                        <c:v>6.1605799863951196</c:v>
                      </c:pt>
                      <c:pt idx="3847">
                        <c:v>6.1362574640221403</c:v>
                      </c:pt>
                      <c:pt idx="3848">
                        <c:v>6.1362574640221403</c:v>
                      </c:pt>
                      <c:pt idx="3849">
                        <c:v>6.1362574640221403</c:v>
                      </c:pt>
                      <c:pt idx="3850">
                        <c:v>6.1600520052388896</c:v>
                      </c:pt>
                      <c:pt idx="3851">
                        <c:v>6.1730322125616901</c:v>
                      </c:pt>
                      <c:pt idx="3852">
                        <c:v>6.1846536158156198</c:v>
                      </c:pt>
                      <c:pt idx="3853">
                        <c:v>6.1846536158156198</c:v>
                      </c:pt>
                      <c:pt idx="3854">
                        <c:v>6.1085635434481498</c:v>
                      </c:pt>
                      <c:pt idx="3855">
                        <c:v>6.0733463678521602</c:v>
                      </c:pt>
                      <c:pt idx="3856">
                        <c:v>6.1306704645268404</c:v>
                      </c:pt>
                      <c:pt idx="3857">
                        <c:v>6.1298057363514804</c:v>
                      </c:pt>
                      <c:pt idx="3858">
                        <c:v>6.11370059184675</c:v>
                      </c:pt>
                      <c:pt idx="3859">
                        <c:v>6.1433550787356399</c:v>
                      </c:pt>
                      <c:pt idx="3860">
                        <c:v>6.16444473541371</c:v>
                      </c:pt>
                      <c:pt idx="3861">
                        <c:v>6.1844341169778403</c:v>
                      </c:pt>
                      <c:pt idx="3862">
                        <c:v>6.1753937360075399</c:v>
                      </c:pt>
                      <c:pt idx="3863">
                        <c:v>6.1706111617701698</c:v>
                      </c:pt>
                      <c:pt idx="3864">
                        <c:v>6.1923260451425399</c:v>
                      </c:pt>
                      <c:pt idx="3865">
                        <c:v>6.2026260030813702</c:v>
                      </c:pt>
                      <c:pt idx="3866">
                        <c:v>6.2011133037150197</c:v>
                      </c:pt>
                      <c:pt idx="3867">
                        <c:v>6.1943801166872197</c:v>
                      </c:pt>
                      <c:pt idx="3868">
                        <c:v>6.1827495648219299</c:v>
                      </c:pt>
                      <c:pt idx="3869">
                        <c:v>6.1471976638416699</c:v>
                      </c:pt>
                      <c:pt idx="3870">
                        <c:v>6.1169778793593101</c:v>
                      </c:pt>
                      <c:pt idx="3871">
                        <c:v>6.0481250481337803</c:v>
                      </c:pt>
                      <c:pt idx="3872">
                        <c:v>6.0312825150581197</c:v>
                      </c:pt>
                      <c:pt idx="3873">
                        <c:v>6.0185548044159196</c:v>
                      </c:pt>
                      <c:pt idx="3874">
                        <c:v>6.0468364191086499</c:v>
                      </c:pt>
                      <c:pt idx="3875">
                        <c:v>5.9777195289207601</c:v>
                      </c:pt>
                      <c:pt idx="3876">
                        <c:v>6.0131101431420397</c:v>
                      </c:pt>
                      <c:pt idx="3877">
                        <c:v>6.0199807935018503</c:v>
                      </c:pt>
                      <c:pt idx="3878">
                        <c:v>6.0478929289309402</c:v>
                      </c:pt>
                      <c:pt idx="3879">
                        <c:v>6.0480410487228902</c:v>
                      </c:pt>
                      <c:pt idx="3880">
                        <c:v>6.0387967892772396</c:v>
                      </c:pt>
                      <c:pt idx="3881">
                        <c:v>6.0334828199138899</c:v>
                      </c:pt>
                      <c:pt idx="3882">
                        <c:v>6.0006952084698399</c:v>
                      </c:pt>
                      <c:pt idx="3883">
                        <c:v>6.0015995236008299</c:v>
                      </c:pt>
                      <c:pt idx="3884">
                        <c:v>5.9932822511866704</c:v>
                      </c:pt>
                      <c:pt idx="3885">
                        <c:v>5.9833905620936001</c:v>
                      </c:pt>
                      <c:pt idx="3886">
                        <c:v>6.0101436403298001</c:v>
                      </c:pt>
                      <c:pt idx="3887">
                        <c:v>5.9964555988206998</c:v>
                      </c:pt>
                      <c:pt idx="3888">
                        <c:v>5.9732353750735303</c:v>
                      </c:pt>
                      <c:pt idx="3889">
                        <c:v>5.97786697494747</c:v>
                      </c:pt>
                      <c:pt idx="3890">
                        <c:v>5.9796086591581501</c:v>
                      </c:pt>
                      <c:pt idx="3891">
                        <c:v>5.9882530124095403</c:v>
                      </c:pt>
                      <c:pt idx="3892">
                        <c:v>6.0231993544885398</c:v>
                      </c:pt>
                      <c:pt idx="3893">
                        <c:v>6.0380617598756299</c:v>
                      </c:pt>
                      <c:pt idx="3894">
                        <c:v>6.0201445706096903</c:v>
                      </c:pt>
                      <c:pt idx="3895">
                        <c:v>5.9549980096122104</c:v>
                      </c:pt>
                      <c:pt idx="3896">
                        <c:v>5.95092292265781</c:v>
                      </c:pt>
                      <c:pt idx="3897">
                        <c:v>5.9012609369329398</c:v>
                      </c:pt>
                      <c:pt idx="3898">
                        <c:v>5.8530645297658399</c:v>
                      </c:pt>
                      <c:pt idx="3899">
                        <c:v>5.8534324416928003</c:v>
                      </c:pt>
                      <c:pt idx="3900">
                        <c:v>5.8539735133263999</c:v>
                      </c:pt>
                      <c:pt idx="3901">
                        <c:v>5.8367379534948096</c:v>
                      </c:pt>
                      <c:pt idx="3902">
                        <c:v>5.7983894985346804</c:v>
                      </c:pt>
                      <c:pt idx="3903">
                        <c:v>5.8192561304324197</c:v>
                      </c:pt>
                      <c:pt idx="3904">
                        <c:v>5.80519341518609</c:v>
                      </c:pt>
                      <c:pt idx="3905">
                        <c:v>5.7632299546401704</c:v>
                      </c:pt>
                      <c:pt idx="3906">
                        <c:v>5.6980801001626302</c:v>
                      </c:pt>
                      <c:pt idx="3907">
                        <c:v>5.7103875381320703</c:v>
                      </c:pt>
                      <c:pt idx="3908">
                        <c:v>5.7103875381320703</c:v>
                      </c:pt>
                      <c:pt idx="3909">
                        <c:v>5.7224025718778702</c:v>
                      </c:pt>
                      <c:pt idx="3910">
                        <c:v>5.7742242368681502</c:v>
                      </c:pt>
                      <c:pt idx="3911">
                        <c:v>5.7508149683828904</c:v>
                      </c:pt>
                      <c:pt idx="3912">
                        <c:v>5.7505270870059499</c:v>
                      </c:pt>
                      <c:pt idx="3913">
                        <c:v>5.7500111376482899</c:v>
                      </c:pt>
                      <c:pt idx="3914">
                        <c:v>5.8137421613907998</c:v>
                      </c:pt>
                      <c:pt idx="3915">
                        <c:v>5.8060254269955598</c:v>
                      </c:pt>
                      <c:pt idx="3916">
                        <c:v>5.8148870518225504</c:v>
                      </c:pt>
                      <c:pt idx="3917">
                        <c:v>5.8018346860554502</c:v>
                      </c:pt>
                      <c:pt idx="3918">
                        <c:v>5.7696606375955799</c:v>
                      </c:pt>
                      <c:pt idx="3919">
                        <c:v>5.7231999675561802</c:v>
                      </c:pt>
                      <c:pt idx="3920">
                        <c:v>5.7169880507405697</c:v>
                      </c:pt>
                      <c:pt idx="3921">
                        <c:v>5.7174218410826203</c:v>
                      </c:pt>
                      <c:pt idx="3922">
                        <c:v>5.7364840775045902</c:v>
                      </c:pt>
                      <c:pt idx="3923">
                        <c:v>5.7584664593080799</c:v>
                      </c:pt>
                      <c:pt idx="3924">
                        <c:v>5.8161961538211999</c:v>
                      </c:pt>
                      <c:pt idx="3925">
                        <c:v>5.7727953919388701</c:v>
                      </c:pt>
                      <c:pt idx="3926">
                        <c:v>5.7727953919388701</c:v>
                      </c:pt>
                      <c:pt idx="3927">
                        <c:v>5.7727953919388701</c:v>
                      </c:pt>
                      <c:pt idx="3928">
                        <c:v>5.7687541980440002</c:v>
                      </c:pt>
                      <c:pt idx="3929">
                        <c:v>5.7858928081956398</c:v>
                      </c:pt>
                      <c:pt idx="3930">
                        <c:v>5.8321501869872199</c:v>
                      </c:pt>
                      <c:pt idx="3931">
                        <c:v>5.8692978502100104</c:v>
                      </c:pt>
                      <c:pt idx="3932">
                        <c:v>5.9030332961081298</c:v>
                      </c:pt>
                      <c:pt idx="3933">
                        <c:v>5.9287917787408997</c:v>
                      </c:pt>
                      <c:pt idx="3934">
                        <c:v>5.9355988129747699</c:v>
                      </c:pt>
                      <c:pt idx="3935">
                        <c:v>5.9355988129747699</c:v>
                      </c:pt>
                      <c:pt idx="3936">
                        <c:v>6.0446758804960998</c:v>
                      </c:pt>
                      <c:pt idx="3937">
                        <c:v>5.9606677976972096</c:v>
                      </c:pt>
                      <c:pt idx="3938">
                        <c:v>5.9846578527016598</c:v>
                      </c:pt>
                      <c:pt idx="3939">
                        <c:v>5.9787484722199498</c:v>
                      </c:pt>
                      <c:pt idx="3940">
                        <c:v>5.9192271040178399</c:v>
                      </c:pt>
                      <c:pt idx="3941">
                        <c:v>5.8901333500697399</c:v>
                      </c:pt>
                      <c:pt idx="3942">
                        <c:v>5.8352473567329604</c:v>
                      </c:pt>
                      <c:pt idx="3943">
                        <c:v>5.8778027442252796</c:v>
                      </c:pt>
                      <c:pt idx="3944">
                        <c:v>5.8756093256326798</c:v>
                      </c:pt>
                      <c:pt idx="3945">
                        <c:v>5.89385721828722</c:v>
                      </c:pt>
                      <c:pt idx="3946">
                        <c:v>5.8801873207476403</c:v>
                      </c:pt>
                      <c:pt idx="3947">
                        <c:v>5.8939754772059203</c:v>
                      </c:pt>
                      <c:pt idx="3948">
                        <c:v>5.88910550072245</c:v>
                      </c:pt>
                      <c:pt idx="3949">
                        <c:v>5.8837010476014804</c:v>
                      </c:pt>
                      <c:pt idx="3950">
                        <c:v>5.8866852950270303</c:v>
                      </c:pt>
                      <c:pt idx="3951">
                        <c:v>5.9096829454607196</c:v>
                      </c:pt>
                      <c:pt idx="3952">
                        <c:v>5.8606336559941798</c:v>
                      </c:pt>
                      <c:pt idx="3953">
                        <c:v>5.8580109043781698</c:v>
                      </c:pt>
                      <c:pt idx="3954">
                        <c:v>5.8299649499559703</c:v>
                      </c:pt>
                      <c:pt idx="3955">
                        <c:v>5.8206993455587899</c:v>
                      </c:pt>
                      <c:pt idx="3956">
                        <c:v>5.7748218884264997</c:v>
                      </c:pt>
                      <c:pt idx="3957">
                        <c:v>5.7607523952331396</c:v>
                      </c:pt>
                      <c:pt idx="3958">
                        <c:v>5.7607523952331396</c:v>
                      </c:pt>
                      <c:pt idx="3959">
                        <c:v>5.7052940750246499</c:v>
                      </c:pt>
                      <c:pt idx="3960">
                        <c:v>5.6374265685279497</c:v>
                      </c:pt>
                      <c:pt idx="3961">
                        <c:v>5.60638925391053</c:v>
                      </c:pt>
                      <c:pt idx="3962">
                        <c:v>5.5864161385599997</c:v>
                      </c:pt>
                      <c:pt idx="3963">
                        <c:v>5.5349084897292098</c:v>
                      </c:pt>
                      <c:pt idx="3964">
                        <c:v>5.4871421093376904</c:v>
                      </c:pt>
                      <c:pt idx="3965">
                        <c:v>5.4709333477034097</c:v>
                      </c:pt>
                      <c:pt idx="3966">
                        <c:v>5.3871004087865</c:v>
                      </c:pt>
                      <c:pt idx="3967">
                        <c:v>5.3998968258776001</c:v>
                      </c:pt>
                      <c:pt idx="3968">
                        <c:v>5.4881736632367701</c:v>
                      </c:pt>
                      <c:pt idx="3969">
                        <c:v>5.4621275626982104</c:v>
                      </c:pt>
                      <c:pt idx="3970">
                        <c:v>5.4561241316280098</c:v>
                      </c:pt>
                      <c:pt idx="3971">
                        <c:v>5.3287093999251303</c:v>
                      </c:pt>
                      <c:pt idx="3972">
                        <c:v>5.2879761197080004</c:v>
                      </c:pt>
                      <c:pt idx="3973">
                        <c:v>5.2879761197080004</c:v>
                      </c:pt>
                      <c:pt idx="3974">
                        <c:v>5.3312519446359898</c:v>
                      </c:pt>
                      <c:pt idx="3975">
                        <c:v>5.3319970100228096</c:v>
                      </c:pt>
                      <c:pt idx="3976">
                        <c:v>5.3664493011939003</c:v>
                      </c:pt>
                      <c:pt idx="3977">
                        <c:v>5.3120711726707599</c:v>
                      </c:pt>
                      <c:pt idx="3978">
                        <c:v>5.3120711726707599</c:v>
                      </c:pt>
                      <c:pt idx="3979">
                        <c:v>5.22602922380407</c:v>
                      </c:pt>
                      <c:pt idx="3980">
                        <c:v>5.1628632672802803</c:v>
                      </c:pt>
                      <c:pt idx="3981">
                        <c:v>5.1364814227830404</c:v>
                      </c:pt>
                      <c:pt idx="3982">
                        <c:v>5.2174814925732802</c:v>
                      </c:pt>
                      <c:pt idx="3983">
                        <c:v>5.2453429402641403</c:v>
                      </c:pt>
                      <c:pt idx="3984">
                        <c:v>5.2730307323167001</c:v>
                      </c:pt>
                      <c:pt idx="3985">
                        <c:v>5.2265365266088297</c:v>
                      </c:pt>
                      <c:pt idx="3986">
                        <c:v>5.2746809468090499</c:v>
                      </c:pt>
                      <c:pt idx="3987">
                        <c:v>5.3018695703946399</c:v>
                      </c:pt>
                      <c:pt idx="3988">
                        <c:v>5.2564831434426704</c:v>
                      </c:pt>
                      <c:pt idx="3989">
                        <c:v>5.2769805562895096</c:v>
                      </c:pt>
                      <c:pt idx="3990">
                        <c:v>5.2356867262011599</c:v>
                      </c:pt>
                      <c:pt idx="3991">
                        <c:v>5.2468968167902101</c:v>
                      </c:pt>
                      <c:pt idx="3992">
                        <c:v>5.1866639966586296</c:v>
                      </c:pt>
                      <c:pt idx="3993">
                        <c:v>5.1631486617897604</c:v>
                      </c:pt>
                      <c:pt idx="3994">
                        <c:v>5.17691225213387</c:v>
                      </c:pt>
                      <c:pt idx="3995">
                        <c:v>5.1458412010854104</c:v>
                      </c:pt>
                      <c:pt idx="3996">
                        <c:v>5.1715211132495602</c:v>
                      </c:pt>
                      <c:pt idx="3997">
                        <c:v>5.1585774529607402</c:v>
                      </c:pt>
                      <c:pt idx="3998">
                        <c:v>5.2251754859950497</c:v>
                      </c:pt>
                      <c:pt idx="3999">
                        <c:v>5.2833720815689196</c:v>
                      </c:pt>
                      <c:pt idx="4000">
                        <c:v>5.2851533572029297</c:v>
                      </c:pt>
                      <c:pt idx="4001">
                        <c:v>5.3254259992876696</c:v>
                      </c:pt>
                      <c:pt idx="4002">
                        <c:v>5.2900973558323097</c:v>
                      </c:pt>
                      <c:pt idx="4003">
                        <c:v>5.3632181605065403</c:v>
                      </c:pt>
                      <c:pt idx="4004">
                        <c:v>5.3689581173429399</c:v>
                      </c:pt>
                      <c:pt idx="4005">
                        <c:v>5.3689581173429399</c:v>
                      </c:pt>
                      <c:pt idx="4006">
                        <c:v>5.3351768541228202</c:v>
                      </c:pt>
                      <c:pt idx="4007">
                        <c:v>5.3010557421929398</c:v>
                      </c:pt>
                      <c:pt idx="4008">
                        <c:v>5.3219817040908097</c:v>
                      </c:pt>
                      <c:pt idx="4009">
                        <c:v>5.2620442348848</c:v>
                      </c:pt>
                      <c:pt idx="4010">
                        <c:v>5.23970401490313</c:v>
                      </c:pt>
                      <c:pt idx="4011">
                        <c:v>5.20296838127725</c:v>
                      </c:pt>
                      <c:pt idx="4012">
                        <c:v>5.1904529012781904</c:v>
                      </c:pt>
                      <c:pt idx="4013">
                        <c:v>5.1904529012781904</c:v>
                      </c:pt>
                      <c:pt idx="4014">
                        <c:v>5.2115734484362299</c:v>
                      </c:pt>
                      <c:pt idx="4015">
                        <c:v>5.21902957705628</c:v>
                      </c:pt>
                      <c:pt idx="4016">
                        <c:v>5.2726990839122099</c:v>
                      </c:pt>
                      <c:pt idx="4017">
                        <c:v>5.3233025679208001</c:v>
                      </c:pt>
                      <c:pt idx="4018">
                        <c:v>5.3006368420553303</c:v>
                      </c:pt>
                      <c:pt idx="4019">
                        <c:v>5.3411936113849796</c:v>
                      </c:pt>
                      <c:pt idx="4020">
                        <c:v>5.3586360036301297</c:v>
                      </c:pt>
                      <c:pt idx="4021">
                        <c:v>5.3834830316210196</c:v>
                      </c:pt>
                      <c:pt idx="4022">
                        <c:v>5.3368346536375304</c:v>
                      </c:pt>
                      <c:pt idx="4023">
                        <c:v>5.3652986260114996</c:v>
                      </c:pt>
                      <c:pt idx="4024">
                        <c:v>5.3644040387157297</c:v>
                      </c:pt>
                      <c:pt idx="4025">
                        <c:v>5.3267585773348198</c:v>
                      </c:pt>
                      <c:pt idx="4026">
                        <c:v>5.3083885928132997</c:v>
                      </c:pt>
                      <c:pt idx="4027">
                        <c:v>5.25708680702542</c:v>
                      </c:pt>
                      <c:pt idx="4028">
                        <c:v>5.2897397830388702</c:v>
                      </c:pt>
                      <c:pt idx="4029">
                        <c:v>5.3268290228197497</c:v>
                      </c:pt>
                      <c:pt idx="4030">
                        <c:v>5.3173036331318002</c:v>
                      </c:pt>
                      <c:pt idx="4031">
                        <c:v>5.2812251035095796</c:v>
                      </c:pt>
                      <c:pt idx="4032">
                        <c:v>5.30571080271186</c:v>
                      </c:pt>
                      <c:pt idx="4033">
                        <c:v>5.2972820925299198</c:v>
                      </c:pt>
                      <c:pt idx="4034">
                        <c:v>5.2740581797155199</c:v>
                      </c:pt>
                      <c:pt idx="4035">
                        <c:v>5.2711904363152602</c:v>
                      </c:pt>
                      <c:pt idx="4036">
                        <c:v>5.2595427323015098</c:v>
                      </c:pt>
                      <c:pt idx="4037">
                        <c:v>5.22050053678604</c:v>
                      </c:pt>
                      <c:pt idx="4038">
                        <c:v>5.1868510276940398</c:v>
                      </c:pt>
                      <c:pt idx="4039">
                        <c:v>5.1906147953968604</c:v>
                      </c:pt>
                      <c:pt idx="4040">
                        <c:v>5.2195862908366104</c:v>
                      </c:pt>
                      <c:pt idx="4041">
                        <c:v>5.1875384287727799</c:v>
                      </c:pt>
                      <c:pt idx="4042">
                        <c:v>5.2279249769448102</c:v>
                      </c:pt>
                      <c:pt idx="4043">
                        <c:v>5.2471042245384698</c:v>
                      </c:pt>
                      <c:pt idx="4044">
                        <c:v>5.2478176141716002</c:v>
                      </c:pt>
                      <c:pt idx="4045">
                        <c:v>5.2522696003685398</c:v>
                      </c:pt>
                      <c:pt idx="4046">
                        <c:v>5.2110295041359098</c:v>
                      </c:pt>
                      <c:pt idx="4047">
                        <c:v>5.1879169088355903</c:v>
                      </c:pt>
                      <c:pt idx="4048">
                        <c:v>5.2284583085410503</c:v>
                      </c:pt>
                      <c:pt idx="4049">
                        <c:v>5.2153325408822999</c:v>
                      </c:pt>
                      <c:pt idx="4050">
                        <c:v>5.2154322427631099</c:v>
                      </c:pt>
                      <c:pt idx="4051">
                        <c:v>5.2526781951840897</c:v>
                      </c:pt>
                      <c:pt idx="4052">
                        <c:v>5.2844940215276504</c:v>
                      </c:pt>
                      <c:pt idx="4053">
                        <c:v>5.2844940215276504</c:v>
                      </c:pt>
                      <c:pt idx="4054">
                        <c:v>5.3311457140890397</c:v>
                      </c:pt>
                      <c:pt idx="4055">
                        <c:v>5.3682984796733297</c:v>
                      </c:pt>
                      <c:pt idx="4056">
                        <c:v>5.3787255422274303</c:v>
                      </c:pt>
                      <c:pt idx="4057">
                        <c:v>5.3357199202315604</c:v>
                      </c:pt>
                      <c:pt idx="4058">
                        <c:v>5.38463494607252</c:v>
                      </c:pt>
                      <c:pt idx="4059">
                        <c:v>5.4124420004693397</c:v>
                      </c:pt>
                      <c:pt idx="4060">
                        <c:v>5.38566074125134</c:v>
                      </c:pt>
                      <c:pt idx="4061">
                        <c:v>5.3413843647465997</c:v>
                      </c:pt>
                      <c:pt idx="4062">
                        <c:v>5.3258692300617199</c:v>
                      </c:pt>
                      <c:pt idx="4063">
                        <c:v>5.3790218642543302</c:v>
                      </c:pt>
                      <c:pt idx="4064">
                        <c:v>5.3734226479902096</c:v>
                      </c:pt>
                      <c:pt idx="4065">
                        <c:v>5.4200016447447004</c:v>
                      </c:pt>
                      <c:pt idx="4066">
                        <c:v>5.3507675752447597</c:v>
                      </c:pt>
                      <c:pt idx="4067">
                        <c:v>5.3231416523008104</c:v>
                      </c:pt>
                      <c:pt idx="4068">
                        <c:v>5.3231416523008104</c:v>
                      </c:pt>
                      <c:pt idx="4069">
                        <c:v>5.3916591013447501</c:v>
                      </c:pt>
                      <c:pt idx="4070">
                        <c:v>5.3985053163350898</c:v>
                      </c:pt>
                      <c:pt idx="4071">
                        <c:v>5.4352054524621902</c:v>
                      </c:pt>
                      <c:pt idx="4072">
                        <c:v>5.4749231065610902</c:v>
                      </c:pt>
                      <c:pt idx="4073">
                        <c:v>5.4749231065610902</c:v>
                      </c:pt>
                      <c:pt idx="4074">
                        <c:v>5.5576633176445096</c:v>
                      </c:pt>
                      <c:pt idx="4075">
                        <c:v>5.6387736603181997</c:v>
                      </c:pt>
                      <c:pt idx="4076">
                        <c:v>5.5935394004086296</c:v>
                      </c:pt>
                      <c:pt idx="4077">
                        <c:v>5.5787001836865802</c:v>
                      </c:pt>
                      <c:pt idx="4078">
                        <c:v>5.6292328621906504</c:v>
                      </c:pt>
                      <c:pt idx="4079">
                        <c:v>5.6345887981704497</c:v>
                      </c:pt>
                      <c:pt idx="4080">
                        <c:v>5.6437219281292901</c:v>
                      </c:pt>
                      <c:pt idx="4081">
                        <c:v>5.5903266117295898</c:v>
                      </c:pt>
                      <c:pt idx="4082">
                        <c:v>5.5871246160180803</c:v>
                      </c:pt>
                      <c:pt idx="4083">
                        <c:v>5.7626470950178899</c:v>
                      </c:pt>
                      <c:pt idx="4084">
                        <c:v>5.8697408679291501</c:v>
                      </c:pt>
                      <c:pt idx="4085">
                        <c:v>5.8277500878827002</c:v>
                      </c:pt>
                      <c:pt idx="4086">
                        <c:v>5.77001481555933</c:v>
                      </c:pt>
                      <c:pt idx="4087">
                        <c:v>5.7569163177512399</c:v>
                      </c:pt>
                      <c:pt idx="4088">
                        <c:v>5.7698207017007803</c:v>
                      </c:pt>
                      <c:pt idx="4089">
                        <c:v>5.6996825702693403</c:v>
                      </c:pt>
                      <c:pt idx="4090">
                        <c:v>5.6715790861011603</c:v>
                      </c:pt>
                      <c:pt idx="4091">
                        <c:v>5.5989077467788499</c:v>
                      </c:pt>
                      <c:pt idx="4092">
                        <c:v>5.5294944724289401</c:v>
                      </c:pt>
                      <c:pt idx="4093">
                        <c:v>5.55661840566429</c:v>
                      </c:pt>
                      <c:pt idx="4094">
                        <c:v>5.58617949107553</c:v>
                      </c:pt>
                      <c:pt idx="4095">
                        <c:v>5.5318522591413597</c:v>
                      </c:pt>
                      <c:pt idx="4096">
                        <c:v>5.5216060064444097</c:v>
                      </c:pt>
                      <c:pt idx="4097">
                        <c:v>5.5319058703909301</c:v>
                      </c:pt>
                      <c:pt idx="4098">
                        <c:v>5.5612504397396796</c:v>
                      </c:pt>
                      <c:pt idx="4099">
                        <c:v>5.5499718768882396</c:v>
                      </c:pt>
                      <c:pt idx="4100">
                        <c:v>5.5326713131835001</c:v>
                      </c:pt>
                      <c:pt idx="4101">
                        <c:v>5.56022650512827</c:v>
                      </c:pt>
                      <c:pt idx="4102">
                        <c:v>5.5700960848997401</c:v>
                      </c:pt>
                      <c:pt idx="4103">
                        <c:v>5.56455988347538</c:v>
                      </c:pt>
                      <c:pt idx="4104">
                        <c:v>5.6513532159406097</c:v>
                      </c:pt>
                      <c:pt idx="4105">
                        <c:v>5.6513532159406097</c:v>
                      </c:pt>
                      <c:pt idx="4106">
                        <c:v>5.5748137552838299</c:v>
                      </c:pt>
                      <c:pt idx="4107">
                        <c:v>5.5515092645459099</c:v>
                      </c:pt>
                      <c:pt idx="4108">
                        <c:v>5.5629762485676499</c:v>
                      </c:pt>
                      <c:pt idx="4109">
                        <c:v>5.5629762485676499</c:v>
                      </c:pt>
                      <c:pt idx="4110">
                        <c:v>5.5629762485676499</c:v>
                      </c:pt>
                      <c:pt idx="4111">
                        <c:v>5.5811367449898004</c:v>
                      </c:pt>
                      <c:pt idx="4112">
                        <c:v>5.6100090023533298</c:v>
                      </c:pt>
                      <c:pt idx="4113">
                        <c:v>5.6100090023533298</c:v>
                      </c:pt>
                      <c:pt idx="4114">
                        <c:v>5.5628725450140903</c:v>
                      </c:pt>
                      <c:pt idx="4115">
                        <c:v>5.48175346658926</c:v>
                      </c:pt>
                      <c:pt idx="4116">
                        <c:v>5.4332541620474704</c:v>
                      </c:pt>
                      <c:pt idx="4117">
                        <c:v>5.3885737735534702</c:v>
                      </c:pt>
                      <c:pt idx="4118">
                        <c:v>5.4232726578316797</c:v>
                      </c:pt>
                      <c:pt idx="4119">
                        <c:v>5.4248862497793198</c:v>
                      </c:pt>
                      <c:pt idx="4120">
                        <c:v>5.3623384980404403</c:v>
                      </c:pt>
                      <c:pt idx="4121">
                        <c:v>5.3386166886582904</c:v>
                      </c:pt>
                      <c:pt idx="4122">
                        <c:v>5.3319753966385504</c:v>
                      </c:pt>
                      <c:pt idx="4123">
                        <c:v>5.3692101394367899</c:v>
                      </c:pt>
                      <c:pt idx="4124">
                        <c:v>5.37326603406897</c:v>
                      </c:pt>
                      <c:pt idx="4125">
                        <c:v>5.3293386031146204</c:v>
                      </c:pt>
                      <c:pt idx="4126">
                        <c:v>5.3227678717749303</c:v>
                      </c:pt>
                      <c:pt idx="4127">
                        <c:v>5.3113340839619596</c:v>
                      </c:pt>
                      <c:pt idx="4128">
                        <c:v>5.3382000547682704</c:v>
                      </c:pt>
                      <c:pt idx="4129">
                        <c:v>5.3466911538459003</c:v>
                      </c:pt>
                      <c:pt idx="4130">
                        <c:v>5.3278075457586596</c:v>
                      </c:pt>
                      <c:pt idx="4131">
                        <c:v>5.32807174802638</c:v>
                      </c:pt>
                      <c:pt idx="4132">
                        <c:v>5.2737814404877703</c:v>
                      </c:pt>
                      <c:pt idx="4133">
                        <c:v>5.2494915019938402</c:v>
                      </c:pt>
                      <c:pt idx="4134">
                        <c:v>5.3054908771746403</c:v>
                      </c:pt>
                      <c:pt idx="4135">
                        <c:v>5.2692991111412804</c:v>
                      </c:pt>
                      <c:pt idx="4136">
                        <c:v>5.2229081732241402</c:v>
                      </c:pt>
                      <c:pt idx="4137">
                        <c:v>5.2437258096403196</c:v>
                      </c:pt>
                      <c:pt idx="4138">
                        <c:v>5.2232563382490298</c:v>
                      </c:pt>
                      <c:pt idx="4139">
                        <c:v>5.2027431899399801</c:v>
                      </c:pt>
                      <c:pt idx="4140">
                        <c:v>5.1674275051669598</c:v>
                      </c:pt>
                      <c:pt idx="4141">
                        <c:v>5.2013411349951699</c:v>
                      </c:pt>
                      <c:pt idx="4142">
                        <c:v>5.1956924770441599</c:v>
                      </c:pt>
                      <c:pt idx="4143">
                        <c:v>5.1500945306661201</c:v>
                      </c:pt>
                      <c:pt idx="4144">
                        <c:v>5.1481312126168799</c:v>
                      </c:pt>
                      <c:pt idx="4145">
                        <c:v>5.1660071141927499</c:v>
                      </c:pt>
                      <c:pt idx="4146">
                        <c:v>5.1779942624514304</c:v>
                      </c:pt>
                      <c:pt idx="4147">
                        <c:v>5.1484797156192297</c:v>
                      </c:pt>
                      <c:pt idx="4148">
                        <c:v>5.1147931116712204</c:v>
                      </c:pt>
                      <c:pt idx="4149">
                        <c:v>5.1159610925391199</c:v>
                      </c:pt>
                      <c:pt idx="4150">
                        <c:v>5.1156068962208199</c:v>
                      </c:pt>
                      <c:pt idx="4151">
                        <c:v>5.2053119378378598</c:v>
                      </c:pt>
                      <c:pt idx="4152">
                        <c:v>5.3594412259712803</c:v>
                      </c:pt>
                      <c:pt idx="4153">
                        <c:v>5.2599723110559502</c:v>
                      </c:pt>
                      <c:pt idx="4154">
                        <c:v>5.1860751595680297</c:v>
                      </c:pt>
                      <c:pt idx="4155">
                        <c:v>5.0234086239984403</c:v>
                      </c:pt>
                      <c:pt idx="4156">
                        <c:v>5.0642847807525904</c:v>
                      </c:pt>
                      <c:pt idx="4157">
                        <c:v>5.1714863763179402</c:v>
                      </c:pt>
                      <c:pt idx="4158">
                        <c:v>5.7091469935822401</c:v>
                      </c:pt>
                      <c:pt idx="4159">
                        <c:v>5.8084744456590904</c:v>
                      </c:pt>
                      <c:pt idx="4160">
                        <c:v>6.3301573214510798</c:v>
                      </c:pt>
                      <c:pt idx="4161">
                        <c:v>7.5885063429983202</c:v>
                      </c:pt>
                      <c:pt idx="4162">
                        <c:v>7.6576555176872603</c:v>
                      </c:pt>
                      <c:pt idx="4163">
                        <c:v>8.7716140959486708</c:v>
                      </c:pt>
                      <c:pt idx="4164">
                        <c:v>7.9897133290279703</c:v>
                      </c:pt>
                      <c:pt idx="4165">
                        <c:v>8.3277998751233504</c:v>
                      </c:pt>
                      <c:pt idx="4166">
                        <c:v>8.3778933686594605</c:v>
                      </c:pt>
                      <c:pt idx="4167">
                        <c:v>8.2363830030230005</c:v>
                      </c:pt>
                      <c:pt idx="4168">
                        <c:v>8.2363830030230005</c:v>
                      </c:pt>
                      <c:pt idx="4169">
                        <c:v>7.2711831883378402</c:v>
                      </c:pt>
                      <c:pt idx="4170">
                        <c:v>6.9146545956288499</c:v>
                      </c:pt>
                      <c:pt idx="4171">
                        <c:v>6.1220800286008501</c:v>
                      </c:pt>
                      <c:pt idx="4172">
                        <c:v>6.34565953437688</c:v>
                      </c:pt>
                      <c:pt idx="4173">
                        <c:v>6.4069034419316901</c:v>
                      </c:pt>
                      <c:pt idx="4174">
                        <c:v>6.4616042915744103</c:v>
                      </c:pt>
                      <c:pt idx="4175">
                        <c:v>6.9780131228336097</c:v>
                      </c:pt>
                      <c:pt idx="4176">
                        <c:v>6.9980874398233102</c:v>
                      </c:pt>
                      <c:pt idx="4177">
                        <c:v>6.9965842527389697</c:v>
                      </c:pt>
                      <c:pt idx="4178">
                        <c:v>7.0773750438689804</c:v>
                      </c:pt>
                      <c:pt idx="4179">
                        <c:v>6.7945818334337602</c:v>
                      </c:pt>
                      <c:pt idx="4180">
                        <c:v>6.7347298236785003</c:v>
                      </c:pt>
                      <c:pt idx="4181">
                        <c:v>6.7347298236785003</c:v>
                      </c:pt>
                      <c:pt idx="4182">
                        <c:v>6.7347298236785003</c:v>
                      </c:pt>
                      <c:pt idx="4183">
                        <c:v>6.5383670378730203</c:v>
                      </c:pt>
                      <c:pt idx="4184">
                        <c:v>6.2844008614069704</c:v>
                      </c:pt>
                      <c:pt idx="4185">
                        <c:v>6.0142585819303598</c:v>
                      </c:pt>
                      <c:pt idx="4186">
                        <c:v>5.7393965389955497</c:v>
                      </c:pt>
                      <c:pt idx="4187">
                        <c:v>5.7954243217209402</c:v>
                      </c:pt>
                      <c:pt idx="4188">
                        <c:v>5.9949753614377199</c:v>
                      </c:pt>
                      <c:pt idx="4189">
                        <c:v>6.1135675299791599</c:v>
                      </c:pt>
                      <c:pt idx="4190">
                        <c:v>5.9821747208055998</c:v>
                      </c:pt>
                      <c:pt idx="4191">
                        <c:v>5.8766404866300697</c:v>
                      </c:pt>
                      <c:pt idx="4192">
                        <c:v>5.8495908819605003</c:v>
                      </c:pt>
                      <c:pt idx="4193">
                        <c:v>5.8867298398289396</c:v>
                      </c:pt>
                      <c:pt idx="4194">
                        <c:v>5.8810793817881502</c:v>
                      </c:pt>
                      <c:pt idx="4195">
                        <c:v>5.8604508432353004</c:v>
                      </c:pt>
                      <c:pt idx="4196">
                        <c:v>5.8164897352257201</c:v>
                      </c:pt>
                      <c:pt idx="4197">
                        <c:v>5.8164897352257201</c:v>
                      </c:pt>
                      <c:pt idx="4198">
                        <c:v>5.7359109743368499</c:v>
                      </c:pt>
                      <c:pt idx="4199">
                        <c:v>5.56631258623334</c:v>
                      </c:pt>
                      <c:pt idx="4200">
                        <c:v>5.4473885909044499</c:v>
                      </c:pt>
                      <c:pt idx="4201">
                        <c:v>5.3523424517600597</c:v>
                      </c:pt>
                      <c:pt idx="4202">
                        <c:v>5.2006948502219501</c:v>
                      </c:pt>
                      <c:pt idx="4203">
                        <c:v>5.1642097706676404</c:v>
                      </c:pt>
                      <c:pt idx="4204">
                        <c:v>5.13071346495353</c:v>
                      </c:pt>
                      <c:pt idx="4205">
                        <c:v>5.1088016423871396</c:v>
                      </c:pt>
                      <c:pt idx="4206">
                        <c:v>5.0082792748252603</c:v>
                      </c:pt>
                      <c:pt idx="4207">
                        <c:v>4.99644612328155</c:v>
                      </c:pt>
                      <c:pt idx="4208">
                        <c:v>4.8942789579374004</c:v>
                      </c:pt>
                      <c:pt idx="4209">
                        <c:v>4.8288758883303204</c:v>
                      </c:pt>
                      <c:pt idx="4210">
                        <c:v>4.66636653569571</c:v>
                      </c:pt>
                      <c:pt idx="4211">
                        <c:v>4.5971329792296602</c:v>
                      </c:pt>
                      <c:pt idx="4212">
                        <c:v>4.5449788268812101</c:v>
                      </c:pt>
                      <c:pt idx="4213">
                        <c:v>4.5449788268812101</c:v>
                      </c:pt>
                      <c:pt idx="4214">
                        <c:v>4.40859162358056</c:v>
                      </c:pt>
                      <c:pt idx="4215">
                        <c:v>4.3826730461665404</c:v>
                      </c:pt>
                      <c:pt idx="4216">
                        <c:v>4.4602967898399202</c:v>
                      </c:pt>
                      <c:pt idx="4217">
                        <c:v>4.5422933796039802</c:v>
                      </c:pt>
                      <c:pt idx="4218">
                        <c:v>4.5986576098069003</c:v>
                      </c:pt>
                      <c:pt idx="4219">
                        <c:v>4.5068069549324301</c:v>
                      </c:pt>
                      <c:pt idx="4220">
                        <c:v>4.5613078050209399</c:v>
                      </c:pt>
                      <c:pt idx="4221">
                        <c:v>4.6688389687136098</c:v>
                      </c:pt>
                      <c:pt idx="4222">
                        <c:v>4.6280788539526601</c:v>
                      </c:pt>
                      <c:pt idx="4223">
                        <c:v>4.57088400288887</c:v>
                      </c:pt>
                      <c:pt idx="4224">
                        <c:v>4.6080708640829</c:v>
                      </c:pt>
                      <c:pt idx="4225">
                        <c:v>4.7554842961702404</c:v>
                      </c:pt>
                      <c:pt idx="4226">
                        <c:v>5.1213362658900099</c:v>
                      </c:pt>
                      <c:pt idx="4227">
                        <c:v>4.9935866737694097</c:v>
                      </c:pt>
                      <c:pt idx="4228">
                        <c:v>4.9935866737694097</c:v>
                      </c:pt>
                      <c:pt idx="4229">
                        <c:v>5.0324040772816403</c:v>
                      </c:pt>
                      <c:pt idx="4230">
                        <c:v>4.9765307074202303</c:v>
                      </c:pt>
                      <c:pt idx="4231">
                        <c:v>4.8243489066604299</c:v>
                      </c:pt>
                      <c:pt idx="4232">
                        <c:v>4.6763628335575902</c:v>
                      </c:pt>
                      <c:pt idx="4233">
                        <c:v>4.6763628335575902</c:v>
                      </c:pt>
                      <c:pt idx="4234">
                        <c:v>4.6294871323248499</c:v>
                      </c:pt>
                      <c:pt idx="4235">
                        <c:v>4.6577044577065596</c:v>
                      </c:pt>
                      <c:pt idx="4236">
                        <c:v>4.6716293178172696</c:v>
                      </c:pt>
                      <c:pt idx="4237">
                        <c:v>4.6598323399070303</c:v>
                      </c:pt>
                      <c:pt idx="4238">
                        <c:v>4.6598323399070303</c:v>
                      </c:pt>
                      <c:pt idx="4239">
                        <c:v>4.5693983539129102</c:v>
                      </c:pt>
                      <c:pt idx="4240">
                        <c:v>4.5369229031418801</c:v>
                      </c:pt>
                      <c:pt idx="4241">
                        <c:v>4.4426859375440397</c:v>
                      </c:pt>
                      <c:pt idx="4242">
                        <c:v>4.3421761501936302</c:v>
                      </c:pt>
                      <c:pt idx="4243">
                        <c:v>4.2442436390945302</c:v>
                      </c:pt>
                      <c:pt idx="4244">
                        <c:v>4.2929119514522798</c:v>
                      </c:pt>
                      <c:pt idx="4245">
                        <c:v>4.2367187029622704</c:v>
                      </c:pt>
                      <c:pt idx="4246">
                        <c:v>4.2201551564325497</c:v>
                      </c:pt>
                      <c:pt idx="4247">
                        <c:v>4.2116806179790398</c:v>
                      </c:pt>
                      <c:pt idx="4248">
                        <c:v>4.2115849228037403</c:v>
                      </c:pt>
                      <c:pt idx="4249">
                        <c:v>4.2330721842949899</c:v>
                      </c:pt>
                      <c:pt idx="4250">
                        <c:v>4.2147740244862399</c:v>
                      </c:pt>
                      <c:pt idx="4251">
                        <c:v>4.2123357768893204</c:v>
                      </c:pt>
                      <c:pt idx="4252">
                        <c:v>4.2063947171978002</c:v>
                      </c:pt>
                      <c:pt idx="4253">
                        <c:v>4.2063947171978002</c:v>
                      </c:pt>
                      <c:pt idx="4254">
                        <c:v>4.1744734917746102</c:v>
                      </c:pt>
                      <c:pt idx="4255">
                        <c:v>4.1981960137277303</c:v>
                      </c:pt>
                      <c:pt idx="4256">
                        <c:v>4.1733773713413198</c:v>
                      </c:pt>
                      <c:pt idx="4257">
                        <c:v>4.2125107398628998</c:v>
                      </c:pt>
                      <c:pt idx="4258">
                        <c:v>4.1642567435518201</c:v>
                      </c:pt>
                      <c:pt idx="4259">
                        <c:v>4.1614396633689896</c:v>
                      </c:pt>
                      <c:pt idx="4260">
                        <c:v>4.1561329450110298</c:v>
                      </c:pt>
                      <c:pt idx="4261">
                        <c:v>4.1919951573750698</c:v>
                      </c:pt>
                      <c:pt idx="4262">
                        <c:v>4.1522219311981097</c:v>
                      </c:pt>
                      <c:pt idx="4263">
                        <c:v>4.1055309589524596</c:v>
                      </c:pt>
                      <c:pt idx="4264">
                        <c:v>4.0792304888110396</c:v>
                      </c:pt>
                      <c:pt idx="4265">
                        <c:v>4.0445819322757899</c:v>
                      </c:pt>
                      <c:pt idx="4266">
                        <c:v>4.0907113743052701</c:v>
                      </c:pt>
                      <c:pt idx="4267">
                        <c:v>4.0907113743052701</c:v>
                      </c:pt>
                      <c:pt idx="4268">
                        <c:v>4.0478245614648101</c:v>
                      </c:pt>
                      <c:pt idx="4269">
                        <c:v>4.1388169863289397</c:v>
                      </c:pt>
                      <c:pt idx="4270">
                        <c:v>4.3558178082982897</c:v>
                      </c:pt>
                      <c:pt idx="4271">
                        <c:v>4.3009791866196396</c:v>
                      </c:pt>
                      <c:pt idx="4272">
                        <c:v>4.3152552876927404</c:v>
                      </c:pt>
                      <c:pt idx="4273">
                        <c:v>4.3152552876927404</c:v>
                      </c:pt>
                      <c:pt idx="4274">
                        <c:v>4.3277197756625103</c:v>
                      </c:pt>
                      <c:pt idx="4275">
                        <c:v>4.2937601339671998</c:v>
                      </c:pt>
                      <c:pt idx="4276">
                        <c:v>4.2779455630833496</c:v>
                      </c:pt>
                      <c:pt idx="4277">
                        <c:v>4.3159807018027099</c:v>
                      </c:pt>
                      <c:pt idx="4278">
                        <c:v>4.3562532008780197</c:v>
                      </c:pt>
                      <c:pt idx="4279">
                        <c:v>4.4088575745732204</c:v>
                      </c:pt>
                      <c:pt idx="4280">
                        <c:v>4.4616118537014202</c:v>
                      </c:pt>
                      <c:pt idx="4281">
                        <c:v>4.45220229984875</c:v>
                      </c:pt>
                      <c:pt idx="4282">
                        <c:v>4.4078597944867699</c:v>
                      </c:pt>
                      <c:pt idx="4283">
                        <c:v>4.3843078519294902</c:v>
                      </c:pt>
                      <c:pt idx="4284">
                        <c:v>4.2503701090695198</c:v>
                      </c:pt>
                      <c:pt idx="4285">
                        <c:v>4.1096969953065603</c:v>
                      </c:pt>
                      <c:pt idx="4286">
                        <c:v>4.1549227499082804</c:v>
                      </c:pt>
                      <c:pt idx="4287">
                        <c:v>4.1660736063794301</c:v>
                      </c:pt>
                      <c:pt idx="4288">
                        <c:v>4.1027677641742804</c:v>
                      </c:pt>
                      <c:pt idx="4289">
                        <c:v>4.1824253928541397</c:v>
                      </c:pt>
                      <c:pt idx="4290">
                        <c:v>4.1283290091690903</c:v>
                      </c:pt>
                      <c:pt idx="4291">
                        <c:v>4.1203826518168603</c:v>
                      </c:pt>
                      <c:pt idx="4292">
                        <c:v>4.0885677822310402</c:v>
                      </c:pt>
                      <c:pt idx="4293">
                        <c:v>4.1941416509801197</c:v>
                      </c:pt>
                      <c:pt idx="4294">
                        <c:v>4.1622775516475903</c:v>
                      </c:pt>
                      <c:pt idx="4295">
                        <c:v>4.1825901708750797</c:v>
                      </c:pt>
                      <c:pt idx="4296">
                        <c:v>4.1894835357100497</c:v>
                      </c:pt>
                      <c:pt idx="4297">
                        <c:v>4.2223333831948198</c:v>
                      </c:pt>
                      <c:pt idx="4298">
                        <c:v>4.3955307091061799</c:v>
                      </c:pt>
                      <c:pt idx="4299">
                        <c:v>4.3830084720615501</c:v>
                      </c:pt>
                      <c:pt idx="4300">
                        <c:v>4.4001554214116201</c:v>
                      </c:pt>
                      <c:pt idx="4301">
                        <c:v>4.3907993590636698</c:v>
                      </c:pt>
                      <c:pt idx="4302">
                        <c:v>4.4204755916899101</c:v>
                      </c:pt>
                      <c:pt idx="4303">
                        <c:v>4.3716243235747401</c:v>
                      </c:pt>
                      <c:pt idx="4304">
                        <c:v>4.3755264512764702</c:v>
                      </c:pt>
                      <c:pt idx="4305">
                        <c:v>4.3600970203191398</c:v>
                      </c:pt>
                      <c:pt idx="4306">
                        <c:v>4.3639537629049396</c:v>
                      </c:pt>
                      <c:pt idx="4307">
                        <c:v>4.4679857434804502</c:v>
                      </c:pt>
                      <c:pt idx="4308">
                        <c:v>4.4272484379120796</c:v>
                      </c:pt>
                      <c:pt idx="4309">
                        <c:v>4.5392390994596798</c:v>
                      </c:pt>
                      <c:pt idx="4310">
                        <c:v>4.45021237857764</c:v>
                      </c:pt>
                      <c:pt idx="4311">
                        <c:v>4.4281020107279199</c:v>
                      </c:pt>
                      <c:pt idx="4312">
                        <c:v>4.3827388365073396</c:v>
                      </c:pt>
                      <c:pt idx="4313">
                        <c:v>4.3827388365073396</c:v>
                      </c:pt>
                      <c:pt idx="4314">
                        <c:v>4.38215313605928</c:v>
                      </c:pt>
                      <c:pt idx="4315">
                        <c:v>4.3573659117911996</c:v>
                      </c:pt>
                      <c:pt idx="4316">
                        <c:v>4.3338970688948004</c:v>
                      </c:pt>
                      <c:pt idx="4317">
                        <c:v>4.3271782969048704</c:v>
                      </c:pt>
                      <c:pt idx="4318">
                        <c:v>4.3523388319966996</c:v>
                      </c:pt>
                      <c:pt idx="4319">
                        <c:v>4.3843144457886103</c:v>
                      </c:pt>
                      <c:pt idx="4320">
                        <c:v>4.4157882024144497</c:v>
                      </c:pt>
                      <c:pt idx="4321">
                        <c:v>4.44009138289276</c:v>
                      </c:pt>
                      <c:pt idx="4322">
                        <c:v>4.4219345111403499</c:v>
                      </c:pt>
                      <c:pt idx="4323">
                        <c:v>4.5300136095983197</c:v>
                      </c:pt>
                      <c:pt idx="4324">
                        <c:v>4.5254830560224502</c:v>
                      </c:pt>
                      <c:pt idx="4325">
                        <c:v>4.5551276242896002</c:v>
                      </c:pt>
                      <c:pt idx="4326">
                        <c:v>4.5828063660190104</c:v>
                      </c:pt>
                      <c:pt idx="4327">
                        <c:v>4.57147842128294</c:v>
                      </c:pt>
                      <c:pt idx="4328">
                        <c:v>4.57147842128294</c:v>
                      </c:pt>
                      <c:pt idx="4329">
                        <c:v>4.57781045882043</c:v>
                      </c:pt>
                      <c:pt idx="4330">
                        <c:v>4.55050309830267</c:v>
                      </c:pt>
                      <c:pt idx="4331">
                        <c:v>4.45989236652452</c:v>
                      </c:pt>
                      <c:pt idx="4332">
                        <c:v>4.3849143200402398</c:v>
                      </c:pt>
                      <c:pt idx="4333">
                        <c:v>4.3442745101257003</c:v>
                      </c:pt>
                      <c:pt idx="4334">
                        <c:v>4.4376114688066197</c:v>
                      </c:pt>
                      <c:pt idx="4335">
                        <c:v>4.4509253609493502</c:v>
                      </c:pt>
                      <c:pt idx="4336">
                        <c:v>4.4046637836385596</c:v>
                      </c:pt>
                      <c:pt idx="4337">
                        <c:v>4.4095985375473603</c:v>
                      </c:pt>
                      <c:pt idx="4338">
                        <c:v>4.4095985375473603</c:v>
                      </c:pt>
                      <c:pt idx="4339">
                        <c:v>4.4207249985931796</c:v>
                      </c:pt>
                      <c:pt idx="4340">
                        <c:v>4.3574666854044501</c:v>
                      </c:pt>
                      <c:pt idx="4341">
                        <c:v>4.3464820913215396</c:v>
                      </c:pt>
                      <c:pt idx="4342">
                        <c:v>4.3145049112703502</c:v>
                      </c:pt>
                      <c:pt idx="4343">
                        <c:v>4.4203117207051097</c:v>
                      </c:pt>
                      <c:pt idx="4344">
                        <c:v>4.3197733377628298</c:v>
                      </c:pt>
                      <c:pt idx="4345">
                        <c:v>4.3285839943426803</c:v>
                      </c:pt>
                      <c:pt idx="4346">
                        <c:v>4.3375106184580101</c:v>
                      </c:pt>
                      <c:pt idx="4347">
                        <c:v>4.3456650868097597</c:v>
                      </c:pt>
                      <c:pt idx="4348">
                        <c:v>4.3589011052570399</c:v>
                      </c:pt>
                      <c:pt idx="4349">
                        <c:v>4.3083731768931903</c:v>
                      </c:pt>
                      <c:pt idx="4350">
                        <c:v>4.3899886610322501</c:v>
                      </c:pt>
                      <c:pt idx="4351">
                        <c:v>4.3793817902391199</c:v>
                      </c:pt>
                      <c:pt idx="4352">
                        <c:v>4.3597770206691404</c:v>
                      </c:pt>
                      <c:pt idx="4353">
                        <c:v>4.3487533752951304</c:v>
                      </c:pt>
                      <c:pt idx="4354">
                        <c:v>4.3487533752951304</c:v>
                      </c:pt>
                      <c:pt idx="4355">
                        <c:v>4.3801267569237599</c:v>
                      </c:pt>
                      <c:pt idx="4356">
                        <c:v>4.4052689500607096</c:v>
                      </c:pt>
                      <c:pt idx="4357">
                        <c:v>4.3627782035192997</c:v>
                      </c:pt>
                      <c:pt idx="4358">
                        <c:v>4.35590144899348</c:v>
                      </c:pt>
                      <c:pt idx="4359">
                        <c:v>4.3694701586409703</c:v>
                      </c:pt>
                      <c:pt idx="4360">
                        <c:v>4.3946775580900104</c:v>
                      </c:pt>
                      <c:pt idx="4361">
                        <c:v>4.3574575893301501</c:v>
                      </c:pt>
                      <c:pt idx="4362">
                        <c:v>4.3111845891618001</c:v>
                      </c:pt>
                      <c:pt idx="4363">
                        <c:v>4.2956946351918797</c:v>
                      </c:pt>
                      <c:pt idx="4364">
                        <c:v>4.2700758379693404</c:v>
                      </c:pt>
                      <c:pt idx="4365">
                        <c:v>4.2894499255258198</c:v>
                      </c:pt>
                      <c:pt idx="4366">
                        <c:v>4.2894499255258198</c:v>
                      </c:pt>
                      <c:pt idx="4367">
                        <c:v>4.2894499255258198</c:v>
                      </c:pt>
                      <c:pt idx="4368">
                        <c:v>4.3101995604662102</c:v>
                      </c:pt>
                      <c:pt idx="4369">
                        <c:v>4.2983760291952402</c:v>
                      </c:pt>
                      <c:pt idx="4370">
                        <c:v>4.2721252251441397</c:v>
                      </c:pt>
                      <c:pt idx="4371">
                        <c:v>4.2721252251441397</c:v>
                      </c:pt>
                      <c:pt idx="4372">
                        <c:v>4.2721252251441397</c:v>
                      </c:pt>
                      <c:pt idx="4373">
                        <c:v>4.2362874668317696</c:v>
                      </c:pt>
                      <c:pt idx="4374">
                        <c:v>4.2182845194548699</c:v>
                      </c:pt>
                      <c:pt idx="4375">
                        <c:v>4.2465990203181203</c:v>
                      </c:pt>
                      <c:pt idx="4376">
                        <c:v>4.2651905526286802</c:v>
                      </c:pt>
                      <c:pt idx="4377">
                        <c:v>4.2409746335876601</c:v>
                      </c:pt>
                      <c:pt idx="4378">
                        <c:v>4.2409746335876601</c:v>
                      </c:pt>
                      <c:pt idx="4379">
                        <c:v>4.3125737260900801</c:v>
                      </c:pt>
                      <c:pt idx="4380">
                        <c:v>4.2841971378598496</c:v>
                      </c:pt>
                      <c:pt idx="4381">
                        <c:v>4.2567775012380498</c:v>
                      </c:pt>
                      <c:pt idx="4382">
                        <c:v>4.2349463493629802</c:v>
                      </c:pt>
                      <c:pt idx="4383">
                        <c:v>4.2526466669939298</c:v>
                      </c:pt>
                      <c:pt idx="4384">
                        <c:v>4.2561002250524798</c:v>
                      </c:pt>
                      <c:pt idx="4385">
                        <c:v>4.1913935543326604</c:v>
                      </c:pt>
                      <c:pt idx="4386">
                        <c:v>4.2139570223255598</c:v>
                      </c:pt>
                      <c:pt idx="4387">
                        <c:v>4.2336616980424902</c:v>
                      </c:pt>
                      <c:pt idx="4388">
                        <c:v>4.2571079532713201</c:v>
                      </c:pt>
                      <c:pt idx="4389">
                        <c:v>4.2641287040490896</c:v>
                      </c:pt>
                      <c:pt idx="4390">
                        <c:v>4.2771711822134399</c:v>
                      </c:pt>
                      <c:pt idx="4391">
                        <c:v>4.2586857610222797</c:v>
                      </c:pt>
                      <c:pt idx="4392">
                        <c:v>4.2126355026503299</c:v>
                      </c:pt>
                      <c:pt idx="4393">
                        <c:v>4.2164369718988599</c:v>
                      </c:pt>
                      <c:pt idx="4394">
                        <c:v>4.2457150835333399</c:v>
                      </c:pt>
                      <c:pt idx="4395">
                        <c:v>4.1899764667103501</c:v>
                      </c:pt>
                      <c:pt idx="4396">
                        <c:v>4.2093938532413002</c:v>
                      </c:pt>
                      <c:pt idx="4397">
                        <c:v>4.2229801660378401</c:v>
                      </c:pt>
                      <c:pt idx="4398">
                        <c:v>4.2516300819137296</c:v>
                      </c:pt>
                      <c:pt idx="4399">
                        <c:v>4.2487100434006901</c:v>
                      </c:pt>
                      <c:pt idx="4400">
                        <c:v>4.2142140731619504</c:v>
                      </c:pt>
                      <c:pt idx="4401">
                        <c:v>4.20347557255882</c:v>
                      </c:pt>
                      <c:pt idx="4402">
                        <c:v>4.2126587863270899</c:v>
                      </c:pt>
                      <c:pt idx="4403">
                        <c:v>4.2208410440109603</c:v>
                      </c:pt>
                      <c:pt idx="4404">
                        <c:v>4.2944847734924396</c:v>
                      </c:pt>
                      <c:pt idx="4405">
                        <c:v>4.3341457122317699</c:v>
                      </c:pt>
                      <c:pt idx="4406">
                        <c:v>4.3337801497174704</c:v>
                      </c:pt>
                      <c:pt idx="4407">
                        <c:v>4.3743370102528303</c:v>
                      </c:pt>
                      <c:pt idx="4408">
                        <c:v>4.4678058857996801</c:v>
                      </c:pt>
                      <c:pt idx="4409">
                        <c:v>4.53148960974299</c:v>
                      </c:pt>
                      <c:pt idx="4410">
                        <c:v>4.5820801279392196</c:v>
                      </c:pt>
                      <c:pt idx="4411">
                        <c:v>4.6834623445703203</c:v>
                      </c:pt>
                      <c:pt idx="4412">
                        <c:v>4.7695071749523201</c:v>
                      </c:pt>
                      <c:pt idx="4413">
                        <c:v>4.7064801255393096</c:v>
                      </c:pt>
                      <c:pt idx="4414">
                        <c:v>4.8058131602264602</c:v>
                      </c:pt>
                      <c:pt idx="4415">
                        <c:v>5.0003580555623204</c:v>
                      </c:pt>
                      <c:pt idx="4416">
                        <c:v>4.9989099147988298</c:v>
                      </c:pt>
                      <c:pt idx="4417">
                        <c:v>5.6846065926621598</c:v>
                      </c:pt>
                      <c:pt idx="4418">
                        <c:v>5.1654100927865798</c:v>
                      </c:pt>
                      <c:pt idx="4419">
                        <c:v>5.1237717532592404</c:v>
                      </c:pt>
                      <c:pt idx="4420">
                        <c:v>5.0524864133890697</c:v>
                      </c:pt>
                      <c:pt idx="4421">
                        <c:v>4.9731236198625304</c:v>
                      </c:pt>
                      <c:pt idx="4422">
                        <c:v>5.0545051841159996</c:v>
                      </c:pt>
                      <c:pt idx="4423">
                        <c:v>5.0672387633066398</c:v>
                      </c:pt>
                      <c:pt idx="4424">
                        <c:v>5.0800276500973798</c:v>
                      </c:pt>
                      <c:pt idx="4425">
                        <c:v>5.2109307128670697</c:v>
                      </c:pt>
                      <c:pt idx="4426">
                        <c:v>5.3049618406302397</c:v>
                      </c:pt>
                      <c:pt idx="4427">
                        <c:v>5.36439000020534</c:v>
                      </c:pt>
                      <c:pt idx="4428">
                        <c:v>5.36439000020534</c:v>
                      </c:pt>
                      <c:pt idx="4429">
                        <c:v>5.4534569864312203</c:v>
                      </c:pt>
                      <c:pt idx="4430">
                        <c:v>5.6161231391842996</c:v>
                      </c:pt>
                      <c:pt idx="4431">
                        <c:v>5.6139482690769302</c:v>
                      </c:pt>
                      <c:pt idx="4432">
                        <c:v>5.6018204300921104</c:v>
                      </c:pt>
                      <c:pt idx="4433">
                        <c:v>5.6417040497273101</c:v>
                      </c:pt>
                      <c:pt idx="4434">
                        <c:v>5.8122977908259399</c:v>
                      </c:pt>
                      <c:pt idx="4435">
                        <c:v>5.7106709556475099</c:v>
                      </c:pt>
                      <c:pt idx="4436">
                        <c:v>5.7106709556475099</c:v>
                      </c:pt>
                      <c:pt idx="4437">
                        <c:v>5.7106709556475099</c:v>
                      </c:pt>
                      <c:pt idx="4438">
                        <c:v>5.6802498948167104</c:v>
                      </c:pt>
                      <c:pt idx="4439">
                        <c:v>5.5275812006513902</c:v>
                      </c:pt>
                      <c:pt idx="4440">
                        <c:v>5.3905127375283604</c:v>
                      </c:pt>
                      <c:pt idx="4441">
                        <c:v>5.3240278579097504</c:v>
                      </c:pt>
                      <c:pt idx="4442">
                        <c:v>5.3375619093402999</c:v>
                      </c:pt>
                      <c:pt idx="4443">
                        <c:v>5.4745524037911899</c:v>
                      </c:pt>
                      <c:pt idx="4444">
                        <c:v>5.4486451727365797</c:v>
                      </c:pt>
                      <c:pt idx="4445">
                        <c:v>5.4598826575978903</c:v>
                      </c:pt>
                      <c:pt idx="4446">
                        <c:v>5.33736308834811</c:v>
                      </c:pt>
                      <c:pt idx="4447">
                        <c:v>5.3606148326356404</c:v>
                      </c:pt>
                      <c:pt idx="4448">
                        <c:v>5.3614818940565101</c:v>
                      </c:pt>
                      <c:pt idx="4449">
                        <c:v>5.3805383831217402</c:v>
                      </c:pt>
                      <c:pt idx="4450">
                        <c:v>5.4080936547176304</c:v>
                      </c:pt>
                      <c:pt idx="4451">
                        <c:v>5.4078077529658799</c:v>
                      </c:pt>
                      <c:pt idx="4452">
                        <c:v>5.4412866648604297</c:v>
                      </c:pt>
                      <c:pt idx="4453">
                        <c:v>5.5220551947350298</c:v>
                      </c:pt>
                      <c:pt idx="4454">
                        <c:v>5.6337988933874596</c:v>
                      </c:pt>
                      <c:pt idx="4455">
                        <c:v>5.65019166125228</c:v>
                      </c:pt>
                      <c:pt idx="4456">
                        <c:v>5.7611213023818397</c:v>
                      </c:pt>
                      <c:pt idx="4457">
                        <c:v>5.7065260790815104</c:v>
                      </c:pt>
                      <c:pt idx="4458">
                        <c:v>5.9751328535155404</c:v>
                      </c:pt>
                      <c:pt idx="4459">
                        <c:v>6.0631836328278501</c:v>
                      </c:pt>
                      <c:pt idx="4460">
                        <c:v>6.3453293677301703</c:v>
                      </c:pt>
                      <c:pt idx="4461">
                        <c:v>5.9263294999616196</c:v>
                      </c:pt>
                      <c:pt idx="4462">
                        <c:v>5.9765138916094998</c:v>
                      </c:pt>
                      <c:pt idx="4463">
                        <c:v>6.1029986550069504</c:v>
                      </c:pt>
                      <c:pt idx="4464">
                        <c:v>6.1737460284633903</c:v>
                      </c:pt>
                      <c:pt idx="4465">
                        <c:v>6.1812061708164903</c:v>
                      </c:pt>
                      <c:pt idx="4466">
                        <c:v>5.9802476183808499</c:v>
                      </c:pt>
                      <c:pt idx="4467">
                        <c:v>5.9293277805697597</c:v>
                      </c:pt>
                      <c:pt idx="4468">
                        <c:v>5.9293277805697597</c:v>
                      </c:pt>
                      <c:pt idx="4469">
                        <c:v>5.8761211662513704</c:v>
                      </c:pt>
                      <c:pt idx="4470">
                        <c:v>5.9195951303626604</c:v>
                      </c:pt>
                      <c:pt idx="4471">
                        <c:v>5.9681059609690497</c:v>
                      </c:pt>
                      <c:pt idx="4472">
                        <c:v>6.0555706265218001</c:v>
                      </c:pt>
                      <c:pt idx="4473">
                        <c:v>6.1157406835608299</c:v>
                      </c:pt>
                      <c:pt idx="4474">
                        <c:v>6.0704740613876504</c:v>
                      </c:pt>
                      <c:pt idx="4475">
                        <c:v>6.06187546661286</c:v>
                      </c:pt>
                      <c:pt idx="4476">
                        <c:v>6.0191391232337201</c:v>
                      </c:pt>
                      <c:pt idx="4477">
                        <c:v>5.9928337066261603</c:v>
                      </c:pt>
                      <c:pt idx="4478">
                        <c:v>5.9532877637885502</c:v>
                      </c:pt>
                      <c:pt idx="4479">
                        <c:v>5.9119171311050902</c:v>
                      </c:pt>
                      <c:pt idx="4480">
                        <c:v>5.83311962038076</c:v>
                      </c:pt>
                      <c:pt idx="4481">
                        <c:v>5.8721182005267201</c:v>
                      </c:pt>
                      <c:pt idx="4482">
                        <c:v>5.7566936791287304</c:v>
                      </c:pt>
                      <c:pt idx="4483">
                        <c:v>5.7566936791287304</c:v>
                      </c:pt>
                      <c:pt idx="4484">
                        <c:v>5.7500369355293497</c:v>
                      </c:pt>
                      <c:pt idx="4485">
                        <c:v>5.70725835631377</c:v>
                      </c:pt>
                      <c:pt idx="4486">
                        <c:v>5.8087354724195297</c:v>
                      </c:pt>
                      <c:pt idx="4487">
                        <c:v>5.9275005621736199</c:v>
                      </c:pt>
                      <c:pt idx="4488">
                        <c:v>5.9275005621736199</c:v>
                      </c:pt>
                      <c:pt idx="4489">
                        <c:v>5.9726649410204402</c:v>
                      </c:pt>
                      <c:pt idx="4490">
                        <c:v>5.8714799968403799</c:v>
                      </c:pt>
                      <c:pt idx="4491">
                        <c:v>5.84773141694816</c:v>
                      </c:pt>
                      <c:pt idx="4492">
                        <c:v>5.8819449013426599</c:v>
                      </c:pt>
                      <c:pt idx="4493">
                        <c:v>5.9774083541052097</c:v>
                      </c:pt>
                      <c:pt idx="4494">
                        <c:v>6.0059547941040901</c:v>
                      </c:pt>
                      <c:pt idx="4495">
                        <c:v>5.9906053745735699</c:v>
                      </c:pt>
                      <c:pt idx="4496">
                        <c:v>6.1074772948136298</c:v>
                      </c:pt>
                      <c:pt idx="4497">
                        <c:v>6.24706721061452</c:v>
                      </c:pt>
                      <c:pt idx="4498">
                        <c:v>6.2358928852973499</c:v>
                      </c:pt>
                      <c:pt idx="4499">
                        <c:v>6.1105643425609397</c:v>
                      </c:pt>
                      <c:pt idx="4500">
                        <c:v>6.1611871288388196</c:v>
                      </c:pt>
                      <c:pt idx="4501">
                        <c:v>6.1623077435093299</c:v>
                      </c:pt>
                      <c:pt idx="4502">
                        <c:v>6.1808091162916297</c:v>
                      </c:pt>
                      <c:pt idx="4503">
                        <c:v>6.1808091162916297</c:v>
                      </c:pt>
                      <c:pt idx="4504">
                        <c:v>6.1396967146526702</c:v>
                      </c:pt>
                      <c:pt idx="4505">
                        <c:v>6.1667960833557904</c:v>
                      </c:pt>
                      <c:pt idx="4506">
                        <c:v>6.1676771976708604</c:v>
                      </c:pt>
                      <c:pt idx="4507">
                        <c:v>6.0926388415161901</c:v>
                      </c:pt>
                      <c:pt idx="4508">
                        <c:v>6.09359736393949</c:v>
                      </c:pt>
                      <c:pt idx="4509">
                        <c:v>6.1370449518602701</c:v>
                      </c:pt>
                      <c:pt idx="4510">
                        <c:v>6.1476221527046997</c:v>
                      </c:pt>
                      <c:pt idx="4511">
                        <c:v>6.1106752194651603</c:v>
                      </c:pt>
                      <c:pt idx="4512">
                        <c:v>6.1229957843434404</c:v>
                      </c:pt>
                      <c:pt idx="4513">
                        <c:v>6.10672421837549</c:v>
                      </c:pt>
                      <c:pt idx="4514">
                        <c:v>6.10672421837549</c:v>
                      </c:pt>
                      <c:pt idx="4515">
                        <c:v>6.11298386207433</c:v>
                      </c:pt>
                      <c:pt idx="4516">
                        <c:v>6.0868937031674797</c:v>
                      </c:pt>
                      <c:pt idx="4517">
                        <c:v>6.0699044482069002</c:v>
                      </c:pt>
                      <c:pt idx="4518">
                        <c:v>6.1237009834500897</c:v>
                      </c:pt>
                      <c:pt idx="4519">
                        <c:v>6.1550969687504402</c:v>
                      </c:pt>
                      <c:pt idx="4520">
                        <c:v>6.1423848045596499</c:v>
                      </c:pt>
                      <c:pt idx="4521">
                        <c:v>6.1136080017119001</c:v>
                      </c:pt>
                      <c:pt idx="4522">
                        <c:v>6.1088534261601399</c:v>
                      </c:pt>
                      <c:pt idx="4523">
                        <c:v>6.1089147319174302</c:v>
                      </c:pt>
                      <c:pt idx="4524">
                        <c:v>6.1019621670146398</c:v>
                      </c:pt>
                      <c:pt idx="4525">
                        <c:v>6.113291085717</c:v>
                      </c:pt>
                      <c:pt idx="4526">
                        <c:v>6.1334436477199201</c:v>
                      </c:pt>
                      <c:pt idx="4527">
                        <c:v>6.1984421190969599</c:v>
                      </c:pt>
                      <c:pt idx="4528">
                        <c:v>6.2908409508643803</c:v>
                      </c:pt>
                      <c:pt idx="4529">
                        <c:v>6.3044585522921199</c:v>
                      </c:pt>
                      <c:pt idx="4530">
                        <c:v>6.27351595786803</c:v>
                      </c:pt>
                      <c:pt idx="4531">
                        <c:v>6.2539706370545796</c:v>
                      </c:pt>
                      <c:pt idx="4532">
                        <c:v>6.2098659130294296</c:v>
                      </c:pt>
                      <c:pt idx="4533">
                        <c:v>6.2098659130294296</c:v>
                      </c:pt>
                      <c:pt idx="4534">
                        <c:v>6.2081763079434298</c:v>
                      </c:pt>
                      <c:pt idx="4535">
                        <c:v>6.2411260693097104</c:v>
                      </c:pt>
                      <c:pt idx="4536">
                        <c:v>6.2566649359852597</c:v>
                      </c:pt>
                      <c:pt idx="4537">
                        <c:v>6.2579830999377002</c:v>
                      </c:pt>
                      <c:pt idx="4538">
                        <c:v>6.22643839002804</c:v>
                      </c:pt>
                      <c:pt idx="4539">
                        <c:v>6.2338910340989004</c:v>
                      </c:pt>
                      <c:pt idx="4540">
                        <c:v>6.2346138245033798</c:v>
                      </c:pt>
                      <c:pt idx="4541">
                        <c:v>6.2228082413530101</c:v>
                      </c:pt>
                      <c:pt idx="4542">
                        <c:v>6.1785853646248396</c:v>
                      </c:pt>
                      <c:pt idx="4543">
                        <c:v>6.1767573678023098</c:v>
                      </c:pt>
                      <c:pt idx="4544">
                        <c:v>6.1430315197710801</c:v>
                      </c:pt>
                      <c:pt idx="4545">
                        <c:v>6.1379131402796201</c:v>
                      </c:pt>
                      <c:pt idx="4546">
                        <c:v>6.1995849903696101</c:v>
                      </c:pt>
                      <c:pt idx="4547">
                        <c:v>6.2157022988639303</c:v>
                      </c:pt>
                      <c:pt idx="4548">
                        <c:v>6.2746623826759302</c:v>
                      </c:pt>
                      <c:pt idx="4549">
                        <c:v>6.3359322487801597</c:v>
                      </c:pt>
                      <c:pt idx="4550">
                        <c:v>6.3031276155669103</c:v>
                      </c:pt>
                      <c:pt idx="4551">
                        <c:v>6.3530775212158197</c:v>
                      </c:pt>
                      <c:pt idx="4552">
                        <c:v>6.3533396331016396</c:v>
                      </c:pt>
                      <c:pt idx="4553">
                        <c:v>6.3814217154478099</c:v>
                      </c:pt>
                      <c:pt idx="4554">
                        <c:v>6.4314532704116898</c:v>
                      </c:pt>
                      <c:pt idx="4555">
                        <c:v>6.4103466986681203</c:v>
                      </c:pt>
                      <c:pt idx="4556">
                        <c:v>6.48548136717692</c:v>
                      </c:pt>
                      <c:pt idx="4557">
                        <c:v>6.5650895749833698</c:v>
                      </c:pt>
                      <c:pt idx="4558">
                        <c:v>6.6559769480472699</c:v>
                      </c:pt>
                      <c:pt idx="4559">
                        <c:v>6.6491511633706999</c:v>
                      </c:pt>
                      <c:pt idx="4560">
                        <c:v>6.6300264297021503</c:v>
                      </c:pt>
                      <c:pt idx="4561">
                        <c:v>6.7314175858310801</c:v>
                      </c:pt>
                      <c:pt idx="4562">
                        <c:v>6.7896795014074796</c:v>
                      </c:pt>
                      <c:pt idx="4563">
                        <c:v>6.7787109569758304</c:v>
                      </c:pt>
                      <c:pt idx="4564">
                        <c:v>6.7757882122678001</c:v>
                      </c:pt>
                      <c:pt idx="4565">
                        <c:v>6.7046264129533197</c:v>
                      </c:pt>
                      <c:pt idx="4566">
                        <c:v>6.6943576550503803</c:v>
                      </c:pt>
                      <c:pt idx="4567">
                        <c:v>6.6475642892653299</c:v>
                      </c:pt>
                      <c:pt idx="4568">
                        <c:v>6.7190587321596098</c:v>
                      </c:pt>
                      <c:pt idx="4569">
                        <c:v>6.7641313784879102</c:v>
                      </c:pt>
                      <c:pt idx="4570">
                        <c:v>6.7216159523857302</c:v>
                      </c:pt>
                      <c:pt idx="4571">
                        <c:v>6.6742036374214297</c:v>
                      </c:pt>
                      <c:pt idx="4572">
                        <c:v>6.7224952679468597</c:v>
                      </c:pt>
                      <c:pt idx="4573">
                        <c:v>6.7333408156332304</c:v>
                      </c:pt>
                      <c:pt idx="4574">
                        <c:v>6.7222117126832002</c:v>
                      </c:pt>
                      <c:pt idx="4575">
                        <c:v>6.7268643874024496</c:v>
                      </c:pt>
                      <c:pt idx="4576">
                        <c:v>6.78839052488902</c:v>
                      </c:pt>
                      <c:pt idx="4577">
                        <c:v>6.83378738366339</c:v>
                      </c:pt>
                      <c:pt idx="4578">
                        <c:v>6.83378738366339</c:v>
                      </c:pt>
                      <c:pt idx="4579">
                        <c:v>6.8961238378588297</c:v>
                      </c:pt>
                      <c:pt idx="4580">
                        <c:v>6.9048914342931198</c:v>
                      </c:pt>
                      <c:pt idx="4581">
                        <c:v>6.9365312512647703</c:v>
                      </c:pt>
                      <c:pt idx="4582">
                        <c:v>7.0767425005824798</c:v>
                      </c:pt>
                      <c:pt idx="4583">
                        <c:v>7.1127434325048799</c:v>
                      </c:pt>
                      <c:pt idx="4584">
                        <c:v>7.17946307896809</c:v>
                      </c:pt>
                      <c:pt idx="4585">
                        <c:v>7.2412462850740802</c:v>
                      </c:pt>
                      <c:pt idx="4586">
                        <c:v>7.2940539554511803</c:v>
                      </c:pt>
                      <c:pt idx="4587">
                        <c:v>7.2925772373325604</c:v>
                      </c:pt>
                      <c:pt idx="4588">
                        <c:v>7.2925772373325604</c:v>
                      </c:pt>
                      <c:pt idx="4589">
                        <c:v>7.1801742659125303</c:v>
                      </c:pt>
                      <c:pt idx="4590">
                        <c:v>7.30016655581223</c:v>
                      </c:pt>
                      <c:pt idx="4591">
                        <c:v>7.4254677467579002</c:v>
                      </c:pt>
                      <c:pt idx="4592">
                        <c:v>7.4089248510036603</c:v>
                      </c:pt>
                      <c:pt idx="4593">
                        <c:v>7.3301962596492798</c:v>
                      </c:pt>
                      <c:pt idx="4594">
                        <c:v>7.3348646396761303</c:v>
                      </c:pt>
                      <c:pt idx="4595">
                        <c:v>7.2985789605661102</c:v>
                      </c:pt>
                      <c:pt idx="4596">
                        <c:v>7.3100177225139502</c:v>
                      </c:pt>
                      <c:pt idx="4597">
                        <c:v>7.44729980697086</c:v>
                      </c:pt>
                      <c:pt idx="4598">
                        <c:v>7.44729980697086</c:v>
                      </c:pt>
                      <c:pt idx="4599">
                        <c:v>7.6261822869346396</c:v>
                      </c:pt>
                      <c:pt idx="4600">
                        <c:v>7.6093817371585502</c:v>
                      </c:pt>
                      <c:pt idx="4601">
                        <c:v>7.4851035776385402</c:v>
                      </c:pt>
                      <c:pt idx="4602">
                        <c:v>7.4593478739848598</c:v>
                      </c:pt>
                      <c:pt idx="4603">
                        <c:v>7.5962152344537603</c:v>
                      </c:pt>
                      <c:pt idx="4604">
                        <c:v>7.6886057511755599</c:v>
                      </c:pt>
                      <c:pt idx="4605">
                        <c:v>7.8140408377878501</c:v>
                      </c:pt>
                      <c:pt idx="4606">
                        <c:v>7.78047279110171</c:v>
                      </c:pt>
                      <c:pt idx="4607">
                        <c:v>7.7460104977513398</c:v>
                      </c:pt>
                      <c:pt idx="4608">
                        <c:v>7.7590605274331601</c:v>
                      </c:pt>
                      <c:pt idx="4609">
                        <c:v>7.6721885091413498</c:v>
                      </c:pt>
                      <c:pt idx="4610">
                        <c:v>7.54667262665403</c:v>
                      </c:pt>
                      <c:pt idx="4611">
                        <c:v>7.4413822300566199</c:v>
                      </c:pt>
                      <c:pt idx="4612">
                        <c:v>7.4671721569895997</c:v>
                      </c:pt>
                      <c:pt idx="4613">
                        <c:v>7.5147341827442702</c:v>
                      </c:pt>
                      <c:pt idx="4614">
                        <c:v>7.5162887427318203</c:v>
                      </c:pt>
                      <c:pt idx="4615">
                        <c:v>7.5162887427318203</c:v>
                      </c:pt>
                      <c:pt idx="4616">
                        <c:v>7.3998139549260999</c:v>
                      </c:pt>
                      <c:pt idx="4617">
                        <c:v>7.37635600997758</c:v>
                      </c:pt>
                      <c:pt idx="4618">
                        <c:v>7.5311235967421801</c:v>
                      </c:pt>
                      <c:pt idx="4619">
                        <c:v>7.7266051768922299</c:v>
                      </c:pt>
                      <c:pt idx="4620">
                        <c:v>7.73629810669925</c:v>
                      </c:pt>
                      <c:pt idx="4621">
                        <c:v>7.6333669630438701</c:v>
                      </c:pt>
                      <c:pt idx="4622">
                        <c:v>7.5327947539106397</c:v>
                      </c:pt>
                      <c:pt idx="4623">
                        <c:v>7.5584078577004403</c:v>
                      </c:pt>
                      <c:pt idx="4624">
                        <c:v>7.6226951998009698</c:v>
                      </c:pt>
                      <c:pt idx="4625">
                        <c:v>7.64245405589398</c:v>
                      </c:pt>
                      <c:pt idx="4626">
                        <c:v>7.6923668486607104</c:v>
                      </c:pt>
                      <c:pt idx="4627">
                        <c:v>7.6923668486607104</c:v>
                      </c:pt>
                      <c:pt idx="4628">
                        <c:v>7.6080988063407702</c:v>
                      </c:pt>
                      <c:pt idx="4629">
                        <c:v>7.65505180844825</c:v>
                      </c:pt>
                      <c:pt idx="4630">
                        <c:v>7.7055272205599099</c:v>
                      </c:pt>
                      <c:pt idx="4631">
                        <c:v>7.7169560145123501</c:v>
                      </c:pt>
                      <c:pt idx="4632">
                        <c:v>7.7169560145123501</c:v>
                      </c:pt>
                      <c:pt idx="4633">
                        <c:v>7.8111502041738499</c:v>
                      </c:pt>
                      <c:pt idx="4634">
                        <c:v>7.9329995828624398</c:v>
                      </c:pt>
                      <c:pt idx="4635">
                        <c:v>7.9522802732361697</c:v>
                      </c:pt>
                      <c:pt idx="4636">
                        <c:v>8.1287541811153599</c:v>
                      </c:pt>
                      <c:pt idx="4637">
                        <c:v>8.2686794709319393</c:v>
                      </c:pt>
                      <c:pt idx="4638">
                        <c:v>8.2686794709319393</c:v>
                      </c:pt>
                      <c:pt idx="4639">
                        <c:v>8.4805777990464701</c:v>
                      </c:pt>
                      <c:pt idx="4640">
                        <c:v>8.4097669937867394</c:v>
                      </c:pt>
                      <c:pt idx="4641">
                        <c:v>8.3711333720966206</c:v>
                      </c:pt>
                      <c:pt idx="4642">
                        <c:v>8.3808263690909293</c:v>
                      </c:pt>
                      <c:pt idx="4643">
                        <c:v>8.4946497400002894</c:v>
                      </c:pt>
                      <c:pt idx="4644">
                        <c:v>8.6856267520064598</c:v>
                      </c:pt>
                      <c:pt idx="4645">
                        <c:v>8.6404070896930794</c:v>
                      </c:pt>
                      <c:pt idx="4646">
                        <c:v>8.5099552074787503</c:v>
                      </c:pt>
                      <c:pt idx="4647">
                        <c:v>8.3653218358486594</c:v>
                      </c:pt>
                      <c:pt idx="4648">
                        <c:v>8.4860866566086308</c:v>
                      </c:pt>
                      <c:pt idx="4649">
                        <c:v>8.48082268620227</c:v>
                      </c:pt>
                      <c:pt idx="4650">
                        <c:v>8.4207496780823696</c:v>
                      </c:pt>
                      <c:pt idx="4651">
                        <c:v>8.5160592977975202</c:v>
                      </c:pt>
                      <c:pt idx="4652">
                        <c:v>8.5597821428688601</c:v>
                      </c:pt>
                      <c:pt idx="4653">
                        <c:v>8.5595212155176394</c:v>
                      </c:pt>
                      <c:pt idx="4654">
                        <c:v>8.4277640214192804</c:v>
                      </c:pt>
                      <c:pt idx="4655">
                        <c:v>8.3577047320887203</c:v>
                      </c:pt>
                      <c:pt idx="4656">
                        <c:v>8.4300289376432804</c:v>
                      </c:pt>
                      <c:pt idx="4657">
                        <c:v>8.3869440532491808</c:v>
                      </c:pt>
                      <c:pt idx="4658">
                        <c:v>8.4065373510713695</c:v>
                      </c:pt>
                      <c:pt idx="4659">
                        <c:v>8.5688634705652902</c:v>
                      </c:pt>
                      <c:pt idx="4660">
                        <c:v>8.6630773137863404</c:v>
                      </c:pt>
                      <c:pt idx="4661">
                        <c:v>8.7656371090397798</c:v>
                      </c:pt>
                      <c:pt idx="4662">
                        <c:v>8.7521511144732091</c:v>
                      </c:pt>
                      <c:pt idx="4663">
                        <c:v>8.8981691656265909</c:v>
                      </c:pt>
                      <c:pt idx="4664">
                        <c:v>8.8642118076810501</c:v>
                      </c:pt>
                      <c:pt idx="4665">
                        <c:v>8.8252691394133596</c:v>
                      </c:pt>
                      <c:pt idx="4666">
                        <c:v>8.7881802130985207</c:v>
                      </c:pt>
                      <c:pt idx="4667">
                        <c:v>8.7455492119909302</c:v>
                      </c:pt>
                      <c:pt idx="4668">
                        <c:v>8.7980707587961309</c:v>
                      </c:pt>
                      <c:pt idx="4669">
                        <c:v>8.8759007905315492</c:v>
                      </c:pt>
                      <c:pt idx="4670">
                        <c:v>8.9391343042447104</c:v>
                      </c:pt>
                      <c:pt idx="4671">
                        <c:v>9.1810260223490996</c:v>
                      </c:pt>
                      <c:pt idx="4672">
                        <c:v>9.1368564485211596</c:v>
                      </c:pt>
                      <c:pt idx="4673">
                        <c:v>9.2176987048111805</c:v>
                      </c:pt>
                      <c:pt idx="4674">
                        <c:v>9.1075764822896002</c:v>
                      </c:pt>
                      <c:pt idx="4675">
                        <c:v>9.0440338440600705</c:v>
                      </c:pt>
                      <c:pt idx="4676">
                        <c:v>8.9944559510990398</c:v>
                      </c:pt>
                      <c:pt idx="4677">
                        <c:v>9.0228635485863702</c:v>
                      </c:pt>
                      <c:pt idx="4678">
                        <c:v>9.2668663125156794</c:v>
                      </c:pt>
                      <c:pt idx="4679">
                        <c:v>9.3794175743444494</c:v>
                      </c:pt>
                      <c:pt idx="4680">
                        <c:v>9.4107951777309609</c:v>
                      </c:pt>
                      <c:pt idx="4681">
                        <c:v>9.4280467924239399</c:v>
                      </c:pt>
                      <c:pt idx="4682">
                        <c:v>9.4553866882251096</c:v>
                      </c:pt>
                      <c:pt idx="4683">
                        <c:v>9.5092898186049606</c:v>
                      </c:pt>
                      <c:pt idx="4684">
                        <c:v>9.4636009332986593</c:v>
                      </c:pt>
                      <c:pt idx="4685">
                        <c:v>9.4469213762153199</c:v>
                      </c:pt>
                      <c:pt idx="4686">
                        <c:v>9.4189582214078396</c:v>
                      </c:pt>
                      <c:pt idx="4687">
                        <c:v>9.4413752827724693</c:v>
                      </c:pt>
                      <c:pt idx="4688">
                        <c:v>9.4413752827724693</c:v>
                      </c:pt>
                      <c:pt idx="4689">
                        <c:v>9.54566053735544</c:v>
                      </c:pt>
                      <c:pt idx="4690">
                        <c:v>9.6309679662127898</c:v>
                      </c:pt>
                      <c:pt idx="4691">
                        <c:v>9.8239708308996008</c:v>
                      </c:pt>
                      <c:pt idx="4692">
                        <c:v>9.9253128234262604</c:v>
                      </c:pt>
                      <c:pt idx="4693">
                        <c:v>9.9119889810034607</c:v>
                      </c:pt>
                      <c:pt idx="4694">
                        <c:v>9.6358496502851398</c:v>
                      </c:pt>
                      <c:pt idx="4695">
                        <c:v>9.4380181028618306</c:v>
                      </c:pt>
                      <c:pt idx="4696">
                        <c:v>9.4169325802561605</c:v>
                      </c:pt>
                      <c:pt idx="4697">
                        <c:v>9.2143554890367803</c:v>
                      </c:pt>
                      <c:pt idx="4698">
                        <c:v>9.0540005808486796</c:v>
                      </c:pt>
                      <c:pt idx="4699">
                        <c:v>9.0391684399647598</c:v>
                      </c:pt>
                      <c:pt idx="4700">
                        <c:v>9.0598277127501508</c:v>
                      </c:pt>
                      <c:pt idx="4701">
                        <c:v>9.0008876481163096</c:v>
                      </c:pt>
                      <c:pt idx="4702">
                        <c:v>9.2432623287495392</c:v>
                      </c:pt>
                      <c:pt idx="4703">
                        <c:v>9.4453765695383698</c:v>
                      </c:pt>
                      <c:pt idx="4704">
                        <c:v>9.3039995295331099</c:v>
                      </c:pt>
                      <c:pt idx="4705">
                        <c:v>9.3308360346783505</c:v>
                      </c:pt>
                      <c:pt idx="4706">
                        <c:v>9.3308360346783505</c:v>
                      </c:pt>
                      <c:pt idx="4707">
                        <c:v>9.3308360346783505</c:v>
                      </c:pt>
                      <c:pt idx="4708">
                        <c:v>9.5117962914175003</c:v>
                      </c:pt>
                      <c:pt idx="4709">
                        <c:v>9.5540691970387304</c:v>
                      </c:pt>
                      <c:pt idx="4710">
                        <c:v>9.5735786996199508</c:v>
                      </c:pt>
                      <c:pt idx="4711">
                        <c:v>9.5996090708327309</c:v>
                      </c:pt>
                      <c:pt idx="4712">
                        <c:v>9.6166250822397199</c:v>
                      </c:pt>
                      <c:pt idx="4713">
                        <c:v>9.7592010463865506</c:v>
                      </c:pt>
                      <c:pt idx="4714">
                        <c:v>9.8204393086193793</c:v>
                      </c:pt>
                      <c:pt idx="4715">
                        <c:v>9.8840040133062406</c:v>
                      </c:pt>
                      <c:pt idx="4716">
                        <c:v>9.9185632530547494</c:v>
                      </c:pt>
                      <c:pt idx="4717">
                        <c:v>10.0395086847561</c:v>
                      </c:pt>
                      <c:pt idx="4718">
                        <c:v>10.294892927138401</c:v>
                      </c:pt>
                      <c:pt idx="4719">
                        <c:v>10.1647883446953</c:v>
                      </c:pt>
                      <c:pt idx="4720">
                        <c:v>10.162977609479</c:v>
                      </c:pt>
                      <c:pt idx="4721">
                        <c:v>10.238471170698601</c:v>
                      </c:pt>
                      <c:pt idx="4722">
                        <c:v>10.4793720815544</c:v>
                      </c:pt>
                      <c:pt idx="4723">
                        <c:v>10.6286255178589</c:v>
                      </c:pt>
                      <c:pt idx="4724">
                        <c:v>10.6346929384283</c:v>
                      </c:pt>
                      <c:pt idx="4725">
                        <c:v>10.7212391862671</c:v>
                      </c:pt>
                      <c:pt idx="4726">
                        <c:v>10.787249343061401</c:v>
                      </c:pt>
                      <c:pt idx="4727">
                        <c:v>10.8646481223922</c:v>
                      </c:pt>
                      <c:pt idx="4728">
                        <c:v>10.9864303770328</c:v>
                      </c:pt>
                      <c:pt idx="4729">
                        <c:v>11.217934378453901</c:v>
                      </c:pt>
                      <c:pt idx="4730">
                        <c:v>11.2536472697421</c:v>
                      </c:pt>
                      <c:pt idx="4731">
                        <c:v>11.0095307402805</c:v>
                      </c:pt>
                      <c:pt idx="4732">
                        <c:v>11.009979912413501</c:v>
                      </c:pt>
                      <c:pt idx="4733">
                        <c:v>10.8806789722705</c:v>
                      </c:pt>
                      <c:pt idx="4734">
                        <c:v>10.991628631224801</c:v>
                      </c:pt>
                      <c:pt idx="4735">
                        <c:v>10.801130092509499</c:v>
                      </c:pt>
                      <c:pt idx="4736">
                        <c:v>10.6719939001533</c:v>
                      </c:pt>
                      <c:pt idx="4737">
                        <c:v>10.6581632406838</c:v>
                      </c:pt>
                      <c:pt idx="4738">
                        <c:v>10.6581632406838</c:v>
                      </c:pt>
                      <c:pt idx="4739">
                        <c:v>10.348176383478</c:v>
                      </c:pt>
                      <c:pt idx="4740">
                        <c:v>10.4538116995323</c:v>
                      </c:pt>
                      <c:pt idx="4741">
                        <c:v>10.378449824459</c:v>
                      </c:pt>
                      <c:pt idx="4742">
                        <c:v>10.238103039333399</c:v>
                      </c:pt>
                      <c:pt idx="4743">
                        <c:v>10.4684011366309</c:v>
                      </c:pt>
                      <c:pt idx="4744">
                        <c:v>10.8203016687174</c:v>
                      </c:pt>
                      <c:pt idx="4745">
                        <c:v>11.0006261812345</c:v>
                      </c:pt>
                      <c:pt idx="4746">
                        <c:v>10.9716388131143</c:v>
                      </c:pt>
                      <c:pt idx="4747">
                        <c:v>11.0192691115326</c:v>
                      </c:pt>
                      <c:pt idx="4748">
                        <c:v>11.1469437122188</c:v>
                      </c:pt>
                      <c:pt idx="4749">
                        <c:v>11.3247158820193</c:v>
                      </c:pt>
                      <c:pt idx="4750">
                        <c:v>11.137672398741101</c:v>
                      </c:pt>
                      <c:pt idx="4751">
                        <c:v>11.2300899860921</c:v>
                      </c:pt>
                      <c:pt idx="4752">
                        <c:v>11.126793682930799</c:v>
                      </c:pt>
                      <c:pt idx="4753">
                        <c:v>11.126793682930799</c:v>
                      </c:pt>
                      <c:pt idx="4754">
                        <c:v>11.6866261564225</c:v>
                      </c:pt>
                      <c:pt idx="4755">
                        <c:v>11.644813740489599</c:v>
                      </c:pt>
                      <c:pt idx="4756">
                        <c:v>11.422249677717</c:v>
                      </c:pt>
                      <c:pt idx="4757">
                        <c:v>11.421743304399101</c:v>
                      </c:pt>
                      <c:pt idx="4758">
                        <c:v>11.421743304399101</c:v>
                      </c:pt>
                      <c:pt idx="4759">
                        <c:v>11.283097277183201</c:v>
                      </c:pt>
                      <c:pt idx="4760">
                        <c:v>11.196977669758301</c:v>
                      </c:pt>
                      <c:pt idx="4761">
                        <c:v>11.1794334618231</c:v>
                      </c:pt>
                      <c:pt idx="4762">
                        <c:v>11.162126273836501</c:v>
                      </c:pt>
                      <c:pt idx="4763">
                        <c:v>10.8179960868296</c:v>
                      </c:pt>
                      <c:pt idx="4764">
                        <c:v>11.0909611670908</c:v>
                      </c:pt>
                      <c:pt idx="4765">
                        <c:v>11.2607620945079</c:v>
                      </c:pt>
                      <c:pt idx="4766">
                        <c:v>11.3820123994358</c:v>
                      </c:pt>
                      <c:pt idx="4767">
                        <c:v>11.7117283798193</c:v>
                      </c:pt>
                      <c:pt idx="4768">
                        <c:v>12.168815910328201</c:v>
                      </c:pt>
                      <c:pt idx="4769">
                        <c:v>12.1427143105381</c:v>
                      </c:pt>
                      <c:pt idx="4770">
                        <c:v>12.6383831393645</c:v>
                      </c:pt>
                      <c:pt idx="4771">
                        <c:v>12.7616627457944</c:v>
                      </c:pt>
                      <c:pt idx="4772">
                        <c:v>12.567838953805399</c:v>
                      </c:pt>
                      <c:pt idx="4773">
                        <c:v>12.5426576170077</c:v>
                      </c:pt>
                      <c:pt idx="4774">
                        <c:v>12.5426576170077</c:v>
                      </c:pt>
                      <c:pt idx="4775">
                        <c:v>12.730210959980701</c:v>
                      </c:pt>
                      <c:pt idx="4776">
                        <c:v>12.589320170399199</c:v>
                      </c:pt>
                      <c:pt idx="4777">
                        <c:v>12.613337195632001</c:v>
                      </c:pt>
                      <c:pt idx="4778">
                        <c:v>12.7074483579998</c:v>
                      </c:pt>
                      <c:pt idx="4779">
                        <c:v>12.570393726456899</c:v>
                      </c:pt>
                      <c:pt idx="4780">
                        <c:v>12.2955664406549</c:v>
                      </c:pt>
                      <c:pt idx="4781">
                        <c:v>11.982250246189199</c:v>
                      </c:pt>
                      <c:pt idx="4782">
                        <c:v>11.492336681191601</c:v>
                      </c:pt>
                      <c:pt idx="4783">
                        <c:v>11.5026577971629</c:v>
                      </c:pt>
                      <c:pt idx="4784">
                        <c:v>11.500200902318401</c:v>
                      </c:pt>
                      <c:pt idx="4785">
                        <c:v>11.305109691273</c:v>
                      </c:pt>
                      <c:pt idx="4786">
                        <c:v>11.7044502928679</c:v>
                      </c:pt>
                      <c:pt idx="4787">
                        <c:v>11.9489284756809</c:v>
                      </c:pt>
                      <c:pt idx="4788">
                        <c:v>11.9287782727876</c:v>
                      </c:pt>
                      <c:pt idx="4789">
                        <c:v>11.584093736198</c:v>
                      </c:pt>
                      <c:pt idx="4790">
                        <c:v>11.366601757617</c:v>
                      </c:pt>
                      <c:pt idx="4791">
                        <c:v>11.518703647452501</c:v>
                      </c:pt>
                      <c:pt idx="4792">
                        <c:v>11.518703647452501</c:v>
                      </c:pt>
                      <c:pt idx="4793">
                        <c:v>11.562910387180001</c:v>
                      </c:pt>
                      <c:pt idx="4794">
                        <c:v>11.548478822236801</c:v>
                      </c:pt>
                      <c:pt idx="4795">
                        <c:v>11.6135240158898</c:v>
                      </c:pt>
                      <c:pt idx="4796">
                        <c:v>11.7578369537841</c:v>
                      </c:pt>
                      <c:pt idx="4797">
                        <c:v>11.9144122067559</c:v>
                      </c:pt>
                      <c:pt idx="4798">
                        <c:v>11.8330891388773</c:v>
                      </c:pt>
                      <c:pt idx="4799">
                        <c:v>11.869638843144299</c:v>
                      </c:pt>
                      <c:pt idx="4800">
                        <c:v>11.719486443111601</c:v>
                      </c:pt>
                      <c:pt idx="4801">
                        <c:v>11.6389995454314</c:v>
                      </c:pt>
                      <c:pt idx="4802">
                        <c:v>11.7751578692374</c:v>
                      </c:pt>
                      <c:pt idx="4803">
                        <c:v>11.7814204816073</c:v>
                      </c:pt>
                      <c:pt idx="4804">
                        <c:v>11.8004305620872</c:v>
                      </c:pt>
                      <c:pt idx="4805">
                        <c:v>11.9541628819187</c:v>
                      </c:pt>
                      <c:pt idx="4806">
                        <c:v>11.8823018546834</c:v>
                      </c:pt>
                      <c:pt idx="4807">
                        <c:v>12.0952712807357</c:v>
                      </c:pt>
                      <c:pt idx="4808">
                        <c:v>12.2124437447166</c:v>
                      </c:pt>
                      <c:pt idx="4809">
                        <c:v>12.1492380840564</c:v>
                      </c:pt>
                      <c:pt idx="4810">
                        <c:v>12.0968562095437</c:v>
                      </c:pt>
                      <c:pt idx="4811">
                        <c:v>12.120630568071</c:v>
                      </c:pt>
                      <c:pt idx="4812">
                        <c:v>12.348676513792499</c:v>
                      </c:pt>
                      <c:pt idx="4813">
                        <c:v>12.479373401122499</c:v>
                      </c:pt>
                      <c:pt idx="4814">
                        <c:v>12.4926688044131</c:v>
                      </c:pt>
                      <c:pt idx="4815">
                        <c:v>12.379726627273699</c:v>
                      </c:pt>
                      <c:pt idx="4816">
                        <c:v>12.355765261556</c:v>
                      </c:pt>
                      <c:pt idx="4817">
                        <c:v>12.267929300098499</c:v>
                      </c:pt>
                      <c:pt idx="4818">
                        <c:v>12.338734568837101</c:v>
                      </c:pt>
                      <c:pt idx="4819">
                        <c:v>12.3510807038067</c:v>
                      </c:pt>
                      <c:pt idx="4820">
                        <c:v>12.3684971186686</c:v>
                      </c:pt>
                      <c:pt idx="4821">
                        <c:v>12.396126926781101</c:v>
                      </c:pt>
                      <c:pt idx="4822">
                        <c:v>12.533954860333001</c:v>
                      </c:pt>
                      <c:pt idx="4823">
                        <c:v>12.5911635946734</c:v>
                      </c:pt>
                      <c:pt idx="4824">
                        <c:v>12.4952692249148</c:v>
                      </c:pt>
                      <c:pt idx="4825">
                        <c:v>12.590513356424699</c:v>
                      </c:pt>
                      <c:pt idx="4826">
                        <c:v>12.508109795746501</c:v>
                      </c:pt>
                      <c:pt idx="4827">
                        <c:v>12.4612603719135</c:v>
                      </c:pt>
                      <c:pt idx="4828">
                        <c:v>12.392011323603301</c:v>
                      </c:pt>
                      <c:pt idx="4829">
                        <c:v>12.576763841809401</c:v>
                      </c:pt>
                      <c:pt idx="4830">
                        <c:v>12.9210532650344</c:v>
                      </c:pt>
                      <c:pt idx="4831">
                        <c:v>12.892142391336201</c:v>
                      </c:pt>
                      <c:pt idx="4832">
                        <c:v>13.0196527746998</c:v>
                      </c:pt>
                      <c:pt idx="4833">
                        <c:v>13.1552505255094</c:v>
                      </c:pt>
                      <c:pt idx="4834">
                        <c:v>13.315900636516</c:v>
                      </c:pt>
                      <c:pt idx="4835">
                        <c:v>13.344592156997001</c:v>
                      </c:pt>
                      <c:pt idx="4836">
                        <c:v>13.621750130083999</c:v>
                      </c:pt>
                      <c:pt idx="4837">
                        <c:v>13.621750130083999</c:v>
                      </c:pt>
                      <c:pt idx="4838">
                        <c:v>13.8880807302529</c:v>
                      </c:pt>
                      <c:pt idx="4839">
                        <c:v>14.269475310495199</c:v>
                      </c:pt>
                      <c:pt idx="4840">
                        <c:v>14.7021919186832</c:v>
                      </c:pt>
                      <c:pt idx="4841">
                        <c:v>14.924235062802</c:v>
                      </c:pt>
                      <c:pt idx="4842">
                        <c:v>14.683342294414301</c:v>
                      </c:pt>
                      <c:pt idx="4843">
                        <c:v>14.079730493388499</c:v>
                      </c:pt>
                      <c:pt idx="4844">
                        <c:v>13.499241578704</c:v>
                      </c:pt>
                      <c:pt idx="4845">
                        <c:v>13.4855313724635</c:v>
                      </c:pt>
                      <c:pt idx="4846">
                        <c:v>13.5096581553208</c:v>
                      </c:pt>
                      <c:pt idx="4847">
                        <c:v>13.5270354953874</c:v>
                      </c:pt>
                      <c:pt idx="4848">
                        <c:v>13.7490012837923</c:v>
                      </c:pt>
                      <c:pt idx="4849">
                        <c:v>14.0383077920006</c:v>
                      </c:pt>
                      <c:pt idx="4850">
                        <c:v>14.2091307679311</c:v>
                      </c:pt>
                      <c:pt idx="4851">
                        <c:v>14.1156153028153</c:v>
                      </c:pt>
                      <c:pt idx="4852">
                        <c:v>14.1156153028153</c:v>
                      </c:pt>
                      <c:pt idx="4853">
                        <c:v>13.954496906844399</c:v>
                      </c:pt>
                      <c:pt idx="4854">
                        <c:v>13.7691809340107</c:v>
                      </c:pt>
                      <c:pt idx="4855">
                        <c:v>13.3606826974339</c:v>
                      </c:pt>
                      <c:pt idx="4856">
                        <c:v>13.2876452484452</c:v>
                      </c:pt>
                      <c:pt idx="4857">
                        <c:v>13.2876452484452</c:v>
                      </c:pt>
                      <c:pt idx="4858">
                        <c:v>13.128051968657999</c:v>
                      </c:pt>
                      <c:pt idx="4859">
                        <c:v>13.090552210286299</c:v>
                      </c:pt>
                      <c:pt idx="4860">
                        <c:v>13.479906561653101</c:v>
                      </c:pt>
                      <c:pt idx="4861">
                        <c:v>13.179936049635399</c:v>
                      </c:pt>
                      <c:pt idx="4862">
                        <c:v>13.239025755999799</c:v>
                      </c:pt>
                      <c:pt idx="4863">
                        <c:v>13.093028459827901</c:v>
                      </c:pt>
                      <c:pt idx="4864">
                        <c:v>12.8905620895958</c:v>
                      </c:pt>
                      <c:pt idx="4865">
                        <c:v>12.8457862075315</c:v>
                      </c:pt>
                      <c:pt idx="4866">
                        <c:v>13.123402864384801</c:v>
                      </c:pt>
                      <c:pt idx="4867">
                        <c:v>13.1875217271333</c:v>
                      </c:pt>
                      <c:pt idx="4868">
                        <c:v>13.0706261549263</c:v>
                      </c:pt>
                      <c:pt idx="4869">
                        <c:v>12.995604037544499</c:v>
                      </c:pt>
                      <c:pt idx="4870">
                        <c:v>12.688929446298699</c:v>
                      </c:pt>
                      <c:pt idx="4871">
                        <c:v>12.1060639465008</c:v>
                      </c:pt>
                      <c:pt idx="4872">
                        <c:v>12.276396467792001</c:v>
                      </c:pt>
                      <c:pt idx="4873">
                        <c:v>12.3313570022165</c:v>
                      </c:pt>
                      <c:pt idx="4874">
                        <c:v>12.5672473083968</c:v>
                      </c:pt>
                      <c:pt idx="4875">
                        <c:v>12.5672473083968</c:v>
                      </c:pt>
                      <c:pt idx="4876">
                        <c:v>12.8043664018263</c:v>
                      </c:pt>
                      <c:pt idx="4877">
                        <c:v>13.0548650500529</c:v>
                      </c:pt>
                      <c:pt idx="4878">
                        <c:v>12.878175602707699</c:v>
                      </c:pt>
                      <c:pt idx="4879">
                        <c:v>12.978992904435399</c:v>
                      </c:pt>
                      <c:pt idx="4880">
                        <c:v>12.891947099824201</c:v>
                      </c:pt>
                      <c:pt idx="4881">
                        <c:v>12.825406857831901</c:v>
                      </c:pt>
                      <c:pt idx="4882">
                        <c:v>12.919787792909601</c:v>
                      </c:pt>
                      <c:pt idx="4883">
                        <c:v>12.8526219112047</c:v>
                      </c:pt>
                      <c:pt idx="4884">
                        <c:v>12.7815984293313</c:v>
                      </c:pt>
                      <c:pt idx="4885">
                        <c:v>12.809410970343301</c:v>
                      </c:pt>
                      <c:pt idx="4886">
                        <c:v>12.6786588846107</c:v>
                      </c:pt>
                      <c:pt idx="4887">
                        <c:v>12.6332701576471</c:v>
                      </c:pt>
                      <c:pt idx="4888">
                        <c:v>12.765605133108901</c:v>
                      </c:pt>
                      <c:pt idx="4889">
                        <c:v>12.761985532889399</c:v>
                      </c:pt>
                      <c:pt idx="4890">
                        <c:v>12.8263405002663</c:v>
                      </c:pt>
                      <c:pt idx="4891">
                        <c:v>12.8263405002663</c:v>
                      </c:pt>
                      <c:pt idx="4892">
                        <c:v>13.013335594825399</c:v>
                      </c:pt>
                      <c:pt idx="4893">
                        <c:v>12.9799801781655</c:v>
                      </c:pt>
                      <c:pt idx="4894">
                        <c:v>13.1004789195563</c:v>
                      </c:pt>
                      <c:pt idx="4895">
                        <c:v>13.3069693545681</c:v>
                      </c:pt>
                      <c:pt idx="4896">
                        <c:v>13.1322284701742</c:v>
                      </c:pt>
                      <c:pt idx="4897">
                        <c:v>13.1322284701742</c:v>
                      </c:pt>
                      <c:pt idx="4898">
                        <c:v>13.0180024730941</c:v>
                      </c:pt>
                      <c:pt idx="4899">
                        <c:v>12.736176013745901</c:v>
                      </c:pt>
                      <c:pt idx="4900">
                        <c:v>12.3460315359765</c:v>
                      </c:pt>
                      <c:pt idx="4901">
                        <c:v>12.0896070918715</c:v>
                      </c:pt>
                      <c:pt idx="4902">
                        <c:v>12.172598819940999</c:v>
                      </c:pt>
                      <c:pt idx="4903">
                        <c:v>12.109671042829699</c:v>
                      </c:pt>
                      <c:pt idx="4904">
                        <c:v>12.356385892496901</c:v>
                      </c:pt>
                      <c:pt idx="4905">
                        <c:v>12.334493692244701</c:v>
                      </c:pt>
                      <c:pt idx="4906">
                        <c:v>12.3799870265713</c:v>
                      </c:pt>
                      <c:pt idx="4907">
                        <c:v>12.4612260680803</c:v>
                      </c:pt>
                      <c:pt idx="4908">
                        <c:v>12.357552721075299</c:v>
                      </c:pt>
                      <c:pt idx="4909">
                        <c:v>11.9043943661462</c:v>
                      </c:pt>
                      <c:pt idx="4910">
                        <c:v>11.97380010304</c:v>
                      </c:pt>
                      <c:pt idx="4911">
                        <c:v>12.113474504299999</c:v>
                      </c:pt>
                      <c:pt idx="4912">
                        <c:v>12.148922872995</c:v>
                      </c:pt>
                      <c:pt idx="4913">
                        <c:v>12.062848105692099</c:v>
                      </c:pt>
                      <c:pt idx="4914">
                        <c:v>11.9168711198935</c:v>
                      </c:pt>
                      <c:pt idx="4915">
                        <c:v>11.6967024885675</c:v>
                      </c:pt>
                      <c:pt idx="4916">
                        <c:v>11.798445382108801</c:v>
                      </c:pt>
                      <c:pt idx="4917">
                        <c:v>11.787502840868299</c:v>
                      </c:pt>
                      <c:pt idx="4918">
                        <c:v>11.675649966463199</c:v>
                      </c:pt>
                      <c:pt idx="4919">
                        <c:v>11.689266240672501</c:v>
                      </c:pt>
                      <c:pt idx="4920">
                        <c:v>11.771205684261499</c:v>
                      </c:pt>
                      <c:pt idx="4921">
                        <c:v>11.9037495655363</c:v>
                      </c:pt>
                      <c:pt idx="4922">
                        <c:v>12.0067674136851</c:v>
                      </c:pt>
                      <c:pt idx="4923">
                        <c:v>12.0038368921431</c:v>
                      </c:pt>
                      <c:pt idx="4924">
                        <c:v>12.1888679002308</c:v>
                      </c:pt>
                      <c:pt idx="4925">
                        <c:v>12.4156177272004</c:v>
                      </c:pt>
                      <c:pt idx="4926">
                        <c:v>12.599706664766099</c:v>
                      </c:pt>
                      <c:pt idx="4927">
                        <c:v>13.019537618493599</c:v>
                      </c:pt>
                      <c:pt idx="4928">
                        <c:v>13.0795557465279</c:v>
                      </c:pt>
                      <c:pt idx="4929">
                        <c:v>12.8903989937352</c:v>
                      </c:pt>
                      <c:pt idx="4930">
                        <c:v>12.685250711435399</c:v>
                      </c:pt>
                      <c:pt idx="4931">
                        <c:v>12.7638430379754</c:v>
                      </c:pt>
                      <c:pt idx="4932">
                        <c:v>12.735025474711501</c:v>
                      </c:pt>
                      <c:pt idx="4933">
                        <c:v>12.8719272136958</c:v>
                      </c:pt>
                      <c:pt idx="4934">
                        <c:v>12.794211654311001</c:v>
                      </c:pt>
                      <c:pt idx="4935">
                        <c:v>12.8241130192357</c:v>
                      </c:pt>
                      <c:pt idx="4936">
                        <c:v>12.5136395590463</c:v>
                      </c:pt>
                      <c:pt idx="4937">
                        <c:v>12.182735034163301</c:v>
                      </c:pt>
                      <c:pt idx="4938">
                        <c:v>12.367604016890301</c:v>
                      </c:pt>
                      <c:pt idx="4939">
                        <c:v>12.3858400249821</c:v>
                      </c:pt>
                      <c:pt idx="4940">
                        <c:v>12.304248200162499</c:v>
                      </c:pt>
                      <c:pt idx="4941">
                        <c:v>12.1560365065891</c:v>
                      </c:pt>
                      <c:pt idx="4942">
                        <c:v>11.987395074129401</c:v>
                      </c:pt>
                      <c:pt idx="4943">
                        <c:v>12.227925702199199</c:v>
                      </c:pt>
                      <c:pt idx="4944">
                        <c:v>12.172140587917299</c:v>
                      </c:pt>
                      <c:pt idx="4945">
                        <c:v>12.175781936835101</c:v>
                      </c:pt>
                      <c:pt idx="4946">
                        <c:v>11.9326467093478</c:v>
                      </c:pt>
                      <c:pt idx="4947">
                        <c:v>11.9326467093478</c:v>
                      </c:pt>
                      <c:pt idx="4948">
                        <c:v>11.8295918711237</c:v>
                      </c:pt>
                      <c:pt idx="4949">
                        <c:v>11.816304576093801</c:v>
                      </c:pt>
                      <c:pt idx="4950">
                        <c:v>11.534523705707</c:v>
                      </c:pt>
                      <c:pt idx="4951">
                        <c:v>11.540176194650201</c:v>
                      </c:pt>
                      <c:pt idx="4952">
                        <c:v>11.529494564641301</c:v>
                      </c:pt>
                      <c:pt idx="4953">
                        <c:v>11.597408943306901</c:v>
                      </c:pt>
                      <c:pt idx="4954">
                        <c:v>11.5306958774823</c:v>
                      </c:pt>
                      <c:pt idx="4955">
                        <c:v>11.5113652705398</c:v>
                      </c:pt>
                      <c:pt idx="4956">
                        <c:v>11.4557338892432</c:v>
                      </c:pt>
                      <c:pt idx="4957">
                        <c:v>11.171158648932201</c:v>
                      </c:pt>
                      <c:pt idx="4958">
                        <c:v>11.0852038163102</c:v>
                      </c:pt>
                      <c:pt idx="4959">
                        <c:v>11.1362056647583</c:v>
                      </c:pt>
                      <c:pt idx="4960">
                        <c:v>11.1362056647583</c:v>
                      </c:pt>
                      <c:pt idx="4961">
                        <c:v>11.1362056647583</c:v>
                      </c:pt>
                      <c:pt idx="4962">
                        <c:v>11.4213780923453</c:v>
                      </c:pt>
                      <c:pt idx="4963">
                        <c:v>11.4333867337279</c:v>
                      </c:pt>
                      <c:pt idx="4964">
                        <c:v>11.283533735161599</c:v>
                      </c:pt>
                      <c:pt idx="4965">
                        <c:v>11.198407183106999</c:v>
                      </c:pt>
                      <c:pt idx="4966">
                        <c:v>11.196440522808301</c:v>
                      </c:pt>
                      <c:pt idx="4967">
                        <c:v>11.2959623864171</c:v>
                      </c:pt>
                      <c:pt idx="4968">
                        <c:v>11.2403458429184</c:v>
                      </c:pt>
                      <c:pt idx="4969">
                        <c:v>11.2678226523715</c:v>
                      </c:pt>
                      <c:pt idx="4970">
                        <c:v>11.2354553900496</c:v>
                      </c:pt>
                      <c:pt idx="4971">
                        <c:v>11.192026733068399</c:v>
                      </c:pt>
                      <c:pt idx="4972">
                        <c:v>11.1571334323529</c:v>
                      </c:pt>
                      <c:pt idx="4973">
                        <c:v>11.022463976394199</c:v>
                      </c:pt>
                      <c:pt idx="4974">
                        <c:v>11.1683846167642</c:v>
                      </c:pt>
                      <c:pt idx="4975">
                        <c:v>11.5193518802513</c:v>
                      </c:pt>
                      <c:pt idx="4976">
                        <c:v>11.46380170368</c:v>
                      </c:pt>
                      <c:pt idx="4977">
                        <c:v>11.46380170368</c:v>
                      </c:pt>
                      <c:pt idx="4978">
                        <c:v>11.678167046307401</c:v>
                      </c:pt>
                      <c:pt idx="4979">
                        <c:v>11.4648769784497</c:v>
                      </c:pt>
                      <c:pt idx="4980">
                        <c:v>11.383675823200401</c:v>
                      </c:pt>
                      <c:pt idx="4981">
                        <c:v>11.1480601307643</c:v>
                      </c:pt>
                      <c:pt idx="4982">
                        <c:v>11.053355275850301</c:v>
                      </c:pt>
                      <c:pt idx="4983">
                        <c:v>11.0812518439106</c:v>
                      </c:pt>
                      <c:pt idx="4984">
                        <c:v>11.0406035771021</c:v>
                      </c:pt>
                      <c:pt idx="4985">
                        <c:v>10.990232679696399</c:v>
                      </c:pt>
                      <c:pt idx="4986">
                        <c:v>10.957925750771601</c:v>
                      </c:pt>
                      <c:pt idx="4987">
                        <c:v>10.772199763434701</c:v>
                      </c:pt>
                      <c:pt idx="4988">
                        <c:v>10.740359400726099</c:v>
                      </c:pt>
                      <c:pt idx="4989">
                        <c:v>10.744573812197601</c:v>
                      </c:pt>
                      <c:pt idx="4990">
                        <c:v>10.8869227652226</c:v>
                      </c:pt>
                      <c:pt idx="4991">
                        <c:v>10.995058520858199</c:v>
                      </c:pt>
                      <c:pt idx="4992">
                        <c:v>10.995058520858199</c:v>
                      </c:pt>
                      <c:pt idx="4993">
                        <c:v>11.088106340463</c:v>
                      </c:pt>
                      <c:pt idx="4994">
                        <c:v>11.0748761542279</c:v>
                      </c:pt>
                      <c:pt idx="4995">
                        <c:v>11.123220322991401</c:v>
                      </c:pt>
                      <c:pt idx="4996">
                        <c:v>11.1447856689636</c:v>
                      </c:pt>
                      <c:pt idx="4997">
                        <c:v>10.9745527232896</c:v>
                      </c:pt>
                      <c:pt idx="4998">
                        <c:v>10.880118246672</c:v>
                      </c:pt>
                      <c:pt idx="4999">
                        <c:v>10.865971673959001</c:v>
                      </c:pt>
                      <c:pt idx="5000">
                        <c:v>10.921422272356301</c:v>
                      </c:pt>
                      <c:pt idx="5001">
                        <c:v>10.870665242756001</c:v>
                      </c:pt>
                      <c:pt idx="5002">
                        <c:v>10.7229596913982</c:v>
                      </c:pt>
                      <c:pt idx="5003">
                        <c:v>10.715388384575</c:v>
                      </c:pt>
                      <c:pt idx="5004">
                        <c:v>10.6675612409851</c:v>
                      </c:pt>
                      <c:pt idx="5005">
                        <c:v>10.407187638493699</c:v>
                      </c:pt>
                      <c:pt idx="5006">
                        <c:v>10.3322483925293</c:v>
                      </c:pt>
                      <c:pt idx="5007">
                        <c:v>10.3322483925293</c:v>
                      </c:pt>
                      <c:pt idx="5008">
                        <c:v>10.3111552679231</c:v>
                      </c:pt>
                      <c:pt idx="5009">
                        <c:v>10.368815466758299</c:v>
                      </c:pt>
                      <c:pt idx="5010">
                        <c:v>10.4314241775703</c:v>
                      </c:pt>
                      <c:pt idx="5011">
                        <c:v>10.3091269300063</c:v>
                      </c:pt>
                      <c:pt idx="5012">
                        <c:v>10.3091269300063</c:v>
                      </c:pt>
                      <c:pt idx="5013">
                        <c:v>10.092541814506999</c:v>
                      </c:pt>
                      <c:pt idx="5014">
                        <c:v>10.071226869828999</c:v>
                      </c:pt>
                      <c:pt idx="5015">
                        <c:v>10.063157184762099</c:v>
                      </c:pt>
                      <c:pt idx="5016">
                        <c:v>10.148964760418099</c:v>
                      </c:pt>
                      <c:pt idx="5017">
                        <c:v>10.0419447281577</c:v>
                      </c:pt>
                      <c:pt idx="5018">
                        <c:v>10.008220548866699</c:v>
                      </c:pt>
                      <c:pt idx="5019">
                        <c:v>9.9697707586256801</c:v>
                      </c:pt>
                      <c:pt idx="5020">
                        <c:v>10.077786246730801</c:v>
                      </c:pt>
                      <c:pt idx="5021">
                        <c:v>9.9647990979912908</c:v>
                      </c:pt>
                      <c:pt idx="5022">
                        <c:v>9.9647990979912908</c:v>
                      </c:pt>
                      <c:pt idx="5023">
                        <c:v>9.8898340256411199</c:v>
                      </c:pt>
                      <c:pt idx="5024">
                        <c:v>9.8870574672272902</c:v>
                      </c:pt>
                      <c:pt idx="5025">
                        <c:v>10.0817080216757</c:v>
                      </c:pt>
                      <c:pt idx="5026">
                        <c:v>10.0334853984034</c:v>
                      </c:pt>
                      <c:pt idx="5027">
                        <c:v>9.9180993044353905</c:v>
                      </c:pt>
                      <c:pt idx="5028">
                        <c:v>9.7854861333843903</c:v>
                      </c:pt>
                      <c:pt idx="5029">
                        <c:v>9.67643999693456</c:v>
                      </c:pt>
                      <c:pt idx="5030">
                        <c:v>9.6700121718058405</c:v>
                      </c:pt>
                      <c:pt idx="5031">
                        <c:v>9.6921614799158196</c:v>
                      </c:pt>
                      <c:pt idx="5032">
                        <c:v>9.8052139462740708</c:v>
                      </c:pt>
                      <c:pt idx="5033">
                        <c:v>9.7473360283737698</c:v>
                      </c:pt>
                      <c:pt idx="5034">
                        <c:v>9.8519577405325602</c:v>
                      </c:pt>
                      <c:pt idx="5035">
                        <c:v>9.8519577405325602</c:v>
                      </c:pt>
                      <c:pt idx="5036">
                        <c:v>9.8752142549170294</c:v>
                      </c:pt>
                      <c:pt idx="5037">
                        <c:v>9.9938998755431303</c:v>
                      </c:pt>
                      <c:pt idx="5038">
                        <c:v>10.2090347663418</c:v>
                      </c:pt>
                      <c:pt idx="5039">
                        <c:v>10.1454796110662</c:v>
                      </c:pt>
                      <c:pt idx="5040">
                        <c:v>10.168161420877601</c:v>
                      </c:pt>
                      <c:pt idx="5041">
                        <c:v>10.1898503868582</c:v>
                      </c:pt>
                      <c:pt idx="5042">
                        <c:v>10.021956807820199</c:v>
                      </c:pt>
                      <c:pt idx="5043">
                        <c:v>10.118054044669501</c:v>
                      </c:pt>
                      <c:pt idx="5044">
                        <c:v>10.2292805467044</c:v>
                      </c:pt>
                      <c:pt idx="5045">
                        <c:v>10.3574352420944</c:v>
                      </c:pt>
                      <c:pt idx="5046">
                        <c:v>10.1770994743481</c:v>
                      </c:pt>
                      <c:pt idx="5047">
                        <c:v>10.1770994743481</c:v>
                      </c:pt>
                      <c:pt idx="5048">
                        <c:v>10.0958783755508</c:v>
                      </c:pt>
                      <c:pt idx="5049">
                        <c:v>10.187392253192201</c:v>
                      </c:pt>
                      <c:pt idx="5050">
                        <c:v>10.0979920992751</c:v>
                      </c:pt>
                      <c:pt idx="5051">
                        <c:v>10.149519315223399</c:v>
                      </c:pt>
                      <c:pt idx="5052">
                        <c:v>10.253261249968</c:v>
                      </c:pt>
                      <c:pt idx="5053">
                        <c:v>10.272120790450399</c:v>
                      </c:pt>
                      <c:pt idx="5054">
                        <c:v>10.3302158420108</c:v>
                      </c:pt>
                      <c:pt idx="5055">
                        <c:v>10.515971273943199</c:v>
                      </c:pt>
                      <c:pt idx="5056">
                        <c:v>10.5400208259911</c:v>
                      </c:pt>
                      <c:pt idx="5057">
                        <c:v>10.5400208259911</c:v>
                      </c:pt>
                      <c:pt idx="5058">
                        <c:v>10.5760689887362</c:v>
                      </c:pt>
                      <c:pt idx="5059">
                        <c:v>10.417878193302901</c:v>
                      </c:pt>
                      <c:pt idx="5060">
                        <c:v>10.3784952501539</c:v>
                      </c:pt>
                      <c:pt idx="5061">
                        <c:v>10.2938139183792</c:v>
                      </c:pt>
                      <c:pt idx="5062">
                        <c:v>10.1890112134326</c:v>
                      </c:pt>
                      <c:pt idx="5063">
                        <c:v>10.1252693490153</c:v>
                      </c:pt>
                      <c:pt idx="5064">
                        <c:v>10.1052345625695</c:v>
                      </c:pt>
                      <c:pt idx="5065">
                        <c:v>10.194203203287</c:v>
                      </c:pt>
                      <c:pt idx="5066">
                        <c:v>10.2579169792989</c:v>
                      </c:pt>
                      <c:pt idx="5067">
                        <c:v>10.332180707839299</c:v>
                      </c:pt>
                      <c:pt idx="5068">
                        <c:v>10.4886293663426</c:v>
                      </c:pt>
                      <c:pt idx="5069">
                        <c:v>10.633226046543401</c:v>
                      </c:pt>
                      <c:pt idx="5070">
                        <c:v>10.4985315509361</c:v>
                      </c:pt>
                      <c:pt idx="5071">
                        <c:v>10.5235672372336</c:v>
                      </c:pt>
                      <c:pt idx="5072">
                        <c:v>10.665179447995699</c:v>
                      </c:pt>
                      <c:pt idx="5073">
                        <c:v>10.6895088389932</c:v>
                      </c:pt>
                      <c:pt idx="5074">
                        <c:v>10.5814299089323</c:v>
                      </c:pt>
                      <c:pt idx="5075">
                        <c:v>10.5363252407939</c:v>
                      </c:pt>
                      <c:pt idx="5076">
                        <c:v>10.611321551353599</c:v>
                      </c:pt>
                      <c:pt idx="5077">
                        <c:v>10.5251659790492</c:v>
                      </c:pt>
                      <c:pt idx="5078">
                        <c:v>10.6272525453942</c:v>
                      </c:pt>
                      <c:pt idx="5079">
                        <c:v>10.675325100575799</c:v>
                      </c:pt>
                      <c:pt idx="5080">
                        <c:v>10.894273568499001</c:v>
                      </c:pt>
                      <c:pt idx="5081">
                        <c:v>10.8964354905475</c:v>
                      </c:pt>
                      <c:pt idx="5082">
                        <c:v>11.215846357033501</c:v>
                      </c:pt>
                      <c:pt idx="5083">
                        <c:v>11.3679583425572</c:v>
                      </c:pt>
                      <c:pt idx="5084">
                        <c:v>11.697951542620601</c:v>
                      </c:pt>
                      <c:pt idx="5085">
                        <c:v>11.687038082427801</c:v>
                      </c:pt>
                      <c:pt idx="5086">
                        <c:v>11.3931852349873</c:v>
                      </c:pt>
                      <c:pt idx="5087">
                        <c:v>11.441305711584</c:v>
                      </c:pt>
                      <c:pt idx="5088">
                        <c:v>11.687301977528801</c:v>
                      </c:pt>
                      <c:pt idx="5089">
                        <c:v>11.557597093134399</c:v>
                      </c:pt>
                      <c:pt idx="5090">
                        <c:v>11.562618419902901</c:v>
                      </c:pt>
                      <c:pt idx="5091">
                        <c:v>11.814031900724199</c:v>
                      </c:pt>
                      <c:pt idx="5092">
                        <c:v>11.7102599532505</c:v>
                      </c:pt>
                      <c:pt idx="5093">
                        <c:v>11.6150333136664</c:v>
                      </c:pt>
                      <c:pt idx="5094">
                        <c:v>11.376539711305099</c:v>
                      </c:pt>
                      <c:pt idx="5095">
                        <c:v>11.2708622305435</c:v>
                      </c:pt>
                      <c:pt idx="5096">
                        <c:v>11.264297246366199</c:v>
                      </c:pt>
                      <c:pt idx="5097">
                        <c:v>11.264297246366199</c:v>
                      </c:pt>
                      <c:pt idx="5098">
                        <c:v>11.536613683917899</c:v>
                      </c:pt>
                      <c:pt idx="5099">
                        <c:v>11.533044867918299</c:v>
                      </c:pt>
                      <c:pt idx="5100">
                        <c:v>11.4444294811122</c:v>
                      </c:pt>
                      <c:pt idx="5101">
                        <c:v>11.325677903563101</c:v>
                      </c:pt>
                      <c:pt idx="5102">
                        <c:v>11.4382303423699</c:v>
                      </c:pt>
                      <c:pt idx="5103">
                        <c:v>11.657655906225999</c:v>
                      </c:pt>
                      <c:pt idx="5104">
                        <c:v>11.5813125084712</c:v>
                      </c:pt>
                      <c:pt idx="5105">
                        <c:v>11.573896792857401</c:v>
                      </c:pt>
                      <c:pt idx="5106">
                        <c:v>11.485002210575001</c:v>
                      </c:pt>
                      <c:pt idx="5107">
                        <c:v>11.434900759291301</c:v>
                      </c:pt>
                      <c:pt idx="5108">
                        <c:v>11.383742738752</c:v>
                      </c:pt>
                      <c:pt idx="5109">
                        <c:v>11.2152267160706</c:v>
                      </c:pt>
                      <c:pt idx="5110">
                        <c:v>10.91388184024</c:v>
                      </c:pt>
                      <c:pt idx="5111">
                        <c:v>10.7546892610239</c:v>
                      </c:pt>
                      <c:pt idx="5112">
                        <c:v>10.7546892610239</c:v>
                      </c:pt>
                      <c:pt idx="5113">
                        <c:v>10.7924237189672</c:v>
                      </c:pt>
                      <c:pt idx="5114">
                        <c:v>10.6395782939939</c:v>
                      </c:pt>
                      <c:pt idx="5115">
                        <c:v>10.570641891564399</c:v>
                      </c:pt>
                      <c:pt idx="5116">
                        <c:v>10.774003526241501</c:v>
                      </c:pt>
                      <c:pt idx="5117">
                        <c:v>10.774003526241501</c:v>
                      </c:pt>
                      <c:pt idx="5118">
                        <c:v>10.5410086751642</c:v>
                      </c:pt>
                      <c:pt idx="5119">
                        <c:v>10.4899511013208</c:v>
                      </c:pt>
                      <c:pt idx="5120">
                        <c:v>10.379618256532</c:v>
                      </c:pt>
                      <c:pt idx="5121">
                        <c:v>10.427229079987301</c:v>
                      </c:pt>
                      <c:pt idx="5122">
                        <c:v>10.3848811076014</c:v>
                      </c:pt>
                      <c:pt idx="5123">
                        <c:v>10.220606996900599</c:v>
                      </c:pt>
                      <c:pt idx="5124">
                        <c:v>10.2194458814927</c:v>
                      </c:pt>
                      <c:pt idx="5125">
                        <c:v>10.337755248055201</c:v>
                      </c:pt>
                      <c:pt idx="5126">
                        <c:v>10.405226523074599</c:v>
                      </c:pt>
                      <c:pt idx="5127">
                        <c:v>10.2698728223288</c:v>
                      </c:pt>
                      <c:pt idx="5128">
                        <c:v>10.2185570916074</c:v>
                      </c:pt>
                      <c:pt idx="5129">
                        <c:v>10.1642577654771</c:v>
                      </c:pt>
                      <c:pt idx="5130">
                        <c:v>10.314095279363601</c:v>
                      </c:pt>
                      <c:pt idx="5131">
                        <c:v>10.3391627443647</c:v>
                      </c:pt>
                      <c:pt idx="5132">
                        <c:v>10.378663387603501</c:v>
                      </c:pt>
                      <c:pt idx="5133">
                        <c:v>10.247998961906999</c:v>
                      </c:pt>
                      <c:pt idx="5134">
                        <c:v>10.176045462111</c:v>
                      </c:pt>
                      <c:pt idx="5135">
                        <c:v>10.2057334750775</c:v>
                      </c:pt>
                      <c:pt idx="5136">
                        <c:v>10.2057334750775</c:v>
                      </c:pt>
                      <c:pt idx="5137">
                        <c:v>10.321078304889999</c:v>
                      </c:pt>
                      <c:pt idx="5138">
                        <c:v>10.372245171964099</c:v>
                      </c:pt>
                      <c:pt idx="5139">
                        <c:v>10.238332602725499</c:v>
                      </c:pt>
                      <c:pt idx="5140">
                        <c:v>9.9500060001970798</c:v>
                      </c:pt>
                      <c:pt idx="5141">
                        <c:v>9.93417700761084</c:v>
                      </c:pt>
                      <c:pt idx="5142">
                        <c:v>9.8631308846847592</c:v>
                      </c:pt>
                      <c:pt idx="5143">
                        <c:v>9.7616268040642797</c:v>
                      </c:pt>
                      <c:pt idx="5144">
                        <c:v>9.6386607686070995</c:v>
                      </c:pt>
                      <c:pt idx="5145">
                        <c:v>9.6564002779842397</c:v>
                      </c:pt>
                      <c:pt idx="5146">
                        <c:v>9.5993068168476103</c:v>
                      </c:pt>
                      <c:pt idx="5147">
                        <c:v>9.5993068168476103</c:v>
                      </c:pt>
                      <c:pt idx="5148">
                        <c:v>9.6880085847473598</c:v>
                      </c:pt>
                      <c:pt idx="5149">
                        <c:v>9.5770058530996707</c:v>
                      </c:pt>
                      <c:pt idx="5150">
                        <c:v>9.5913968626744008</c:v>
                      </c:pt>
                      <c:pt idx="5151">
                        <c:v>9.5913968626744008</c:v>
                      </c:pt>
                      <c:pt idx="5152">
                        <c:v>9.5913968626744008</c:v>
                      </c:pt>
                      <c:pt idx="5153">
                        <c:v>9.6861199900015098</c:v>
                      </c:pt>
                      <c:pt idx="5154">
                        <c:v>9.7084093082858001</c:v>
                      </c:pt>
                      <c:pt idx="5155">
                        <c:v>9.7234490641685092</c:v>
                      </c:pt>
                      <c:pt idx="5156">
                        <c:v>9.6738900087049604</c:v>
                      </c:pt>
                      <c:pt idx="5157">
                        <c:v>9.6738900087049604</c:v>
                      </c:pt>
                      <c:pt idx="5158">
                        <c:v>9.5661031760892001</c:v>
                      </c:pt>
                      <c:pt idx="5159">
                        <c:v>9.3818933057741098</c:v>
                      </c:pt>
                      <c:pt idx="5160">
                        <c:v>9.2981051196289393</c:v>
                      </c:pt>
                      <c:pt idx="5161">
                        <c:v>9.2248573419317097</c:v>
                      </c:pt>
                      <c:pt idx="5162">
                        <c:v>9.1853611507493405</c:v>
                      </c:pt>
                      <c:pt idx="5163">
                        <c:v>9.2100457807399305</c:v>
                      </c:pt>
                      <c:pt idx="5164">
                        <c:v>9.2847660854951304</c:v>
                      </c:pt>
                      <c:pt idx="5165">
                        <c:v>9.2864720135757004</c:v>
                      </c:pt>
                      <c:pt idx="5166">
                        <c:v>9.3455474340467894</c:v>
                      </c:pt>
                      <c:pt idx="5167">
                        <c:v>9.2711152606458107</c:v>
                      </c:pt>
                      <c:pt idx="5168">
                        <c:v>9.2842605380758094</c:v>
                      </c:pt>
                      <c:pt idx="5169">
                        <c:v>9.2472908719909608</c:v>
                      </c:pt>
                      <c:pt idx="5170">
                        <c:v>9.2221076425702098</c:v>
                      </c:pt>
                      <c:pt idx="5171">
                        <c:v>9.2342332458557905</c:v>
                      </c:pt>
                      <c:pt idx="5172">
                        <c:v>9.2018974344414506</c:v>
                      </c:pt>
                      <c:pt idx="5173">
                        <c:v>9.1594654210547208</c:v>
                      </c:pt>
                      <c:pt idx="5174">
                        <c:v>9.0582266679421597</c:v>
                      </c:pt>
                      <c:pt idx="5175">
                        <c:v>8.9969978749303294</c:v>
                      </c:pt>
                      <c:pt idx="5176">
                        <c:v>9.2768130122176107</c:v>
                      </c:pt>
                      <c:pt idx="5177">
                        <c:v>9.4573500350198607</c:v>
                      </c:pt>
                      <c:pt idx="5178">
                        <c:v>9.3027996017155097</c:v>
                      </c:pt>
                      <c:pt idx="5179">
                        <c:v>9.2316422322371299</c:v>
                      </c:pt>
                      <c:pt idx="5180">
                        <c:v>9.2937025560484905</c:v>
                      </c:pt>
                      <c:pt idx="5181">
                        <c:v>9.1834634820287295</c:v>
                      </c:pt>
                      <c:pt idx="5182">
                        <c:v>9.2225888108148304</c:v>
                      </c:pt>
                      <c:pt idx="5183">
                        <c:v>9.3150250305267193</c:v>
                      </c:pt>
                      <c:pt idx="5184">
                        <c:v>9.2978758980354499</c:v>
                      </c:pt>
                      <c:pt idx="5185">
                        <c:v>9.1984547295254</c:v>
                      </c:pt>
                      <c:pt idx="5186">
                        <c:v>9.1727254404558796</c:v>
                      </c:pt>
                      <c:pt idx="5187">
                        <c:v>9.1677730612295196</c:v>
                      </c:pt>
                      <c:pt idx="5188">
                        <c:v>9.1814601881950892</c:v>
                      </c:pt>
                      <c:pt idx="5189">
                        <c:v>9.25125925824746</c:v>
                      </c:pt>
                      <c:pt idx="5190">
                        <c:v>9.3148727179624302</c:v>
                      </c:pt>
                      <c:pt idx="5191">
                        <c:v>9.3357439639582793</c:v>
                      </c:pt>
                      <c:pt idx="5192">
                        <c:v>9.3314129029389097</c:v>
                      </c:pt>
                      <c:pt idx="5193">
                        <c:v>9.3525502343256601</c:v>
                      </c:pt>
                      <c:pt idx="5194">
                        <c:v>9.3796720668289506</c:v>
                      </c:pt>
                      <c:pt idx="5195">
                        <c:v>9.4075637115249808</c:v>
                      </c:pt>
                      <c:pt idx="5196">
                        <c:v>9.3180533659014593</c:v>
                      </c:pt>
                      <c:pt idx="5197">
                        <c:v>9.3503411773093994</c:v>
                      </c:pt>
                      <c:pt idx="5198">
                        <c:v>9.3542643566607797</c:v>
                      </c:pt>
                      <c:pt idx="5199">
                        <c:v>9.4250867494529391</c:v>
                      </c:pt>
                      <c:pt idx="5200">
                        <c:v>9.3726816757984803</c:v>
                      </c:pt>
                      <c:pt idx="5201">
                        <c:v>9.3981465839832001</c:v>
                      </c:pt>
                      <c:pt idx="5202">
                        <c:v>9.4624145344875501</c:v>
                      </c:pt>
                      <c:pt idx="5203">
                        <c:v>9.5491178839985107</c:v>
                      </c:pt>
                      <c:pt idx="5204">
                        <c:v>9.5342386820401508</c:v>
                      </c:pt>
                      <c:pt idx="5205">
                        <c:v>9.6259867199451001</c:v>
                      </c:pt>
                      <c:pt idx="5206">
                        <c:v>9.6033185949866606</c:v>
                      </c:pt>
                      <c:pt idx="5207">
                        <c:v>9.6933391365507493</c:v>
                      </c:pt>
                      <c:pt idx="5208">
                        <c:v>9.6060081058781108</c:v>
                      </c:pt>
                      <c:pt idx="5209">
                        <c:v>9.5884183969218206</c:v>
                      </c:pt>
                      <c:pt idx="5210">
                        <c:v>9.5718438478168704</c:v>
                      </c:pt>
                      <c:pt idx="5211">
                        <c:v>9.5629668249129498</c:v>
                      </c:pt>
                      <c:pt idx="5212">
                        <c:v>9.5629668249129498</c:v>
                      </c:pt>
                      <c:pt idx="5213">
                        <c:v>9.6379864284487997</c:v>
                      </c:pt>
                      <c:pt idx="5214">
                        <c:v>9.6265201036155208</c:v>
                      </c:pt>
                      <c:pt idx="5215">
                        <c:v>9.6265201036155208</c:v>
                      </c:pt>
                      <c:pt idx="5216">
                        <c:v>9.6265201036155208</c:v>
                      </c:pt>
                      <c:pt idx="5217">
                        <c:v>9.7517553639030208</c:v>
                      </c:pt>
                      <c:pt idx="5218">
                        <c:v>9.9486366930055095</c:v>
                      </c:pt>
                      <c:pt idx="5219">
                        <c:v>9.9319990389552295</c:v>
                      </c:pt>
                      <c:pt idx="5220">
                        <c:v>9.8586595671232296</c:v>
                      </c:pt>
                      <c:pt idx="5221">
                        <c:v>9.8342859932200302</c:v>
                      </c:pt>
                      <c:pt idx="5222">
                        <c:v>10.058734612848401</c:v>
                      </c:pt>
                      <c:pt idx="5223">
                        <c:v>10.096376130350601</c:v>
                      </c:pt>
                      <c:pt idx="5224">
                        <c:v>10.420751588652699</c:v>
                      </c:pt>
                      <c:pt idx="5225">
                        <c:v>10.6455174963882</c:v>
                      </c:pt>
                      <c:pt idx="5226">
                        <c:v>10.3975651370985</c:v>
                      </c:pt>
                      <c:pt idx="5227">
                        <c:v>10.6248339659896</c:v>
                      </c:pt>
                      <c:pt idx="5228">
                        <c:v>10.820145775493501</c:v>
                      </c:pt>
                      <c:pt idx="5229">
                        <c:v>10.655123011299199</c:v>
                      </c:pt>
                      <c:pt idx="5230">
                        <c:v>10.6398484038844</c:v>
                      </c:pt>
                      <c:pt idx="5231">
                        <c:v>10.399909978074399</c:v>
                      </c:pt>
                      <c:pt idx="5232">
                        <c:v>10.2681788678151</c:v>
                      </c:pt>
                      <c:pt idx="5233">
                        <c:v>10.2103571025711</c:v>
                      </c:pt>
                      <c:pt idx="5234">
                        <c:v>10.3442049998334</c:v>
                      </c:pt>
                      <c:pt idx="5235">
                        <c:v>10.4939669693127</c:v>
                      </c:pt>
                      <c:pt idx="5236">
                        <c:v>10.412599152697499</c:v>
                      </c:pt>
                      <c:pt idx="5237">
                        <c:v>10.232535655136999</c:v>
                      </c:pt>
                      <c:pt idx="5238">
                        <c:v>10.218990696938301</c:v>
                      </c:pt>
                      <c:pt idx="5239">
                        <c:v>10.218990696938301</c:v>
                      </c:pt>
                      <c:pt idx="5240">
                        <c:v>10.1437454133009</c:v>
                      </c:pt>
                      <c:pt idx="5241">
                        <c:v>10.157000923227599</c:v>
                      </c:pt>
                      <c:pt idx="5242">
                        <c:v>10.194217339671599</c:v>
                      </c:pt>
                      <c:pt idx="5243">
                        <c:v>10.080120958045701</c:v>
                      </c:pt>
                      <c:pt idx="5244">
                        <c:v>10.0547638773961</c:v>
                      </c:pt>
                      <c:pt idx="5245">
                        <c:v>10.1526691049517</c:v>
                      </c:pt>
                      <c:pt idx="5246">
                        <c:v>10.317858627961099</c:v>
                      </c:pt>
                      <c:pt idx="5247">
                        <c:v>10.317858627961099</c:v>
                      </c:pt>
                      <c:pt idx="5248">
                        <c:v>10.2990838963128</c:v>
                      </c:pt>
                      <c:pt idx="5249">
                        <c:v>10.119309191275599</c:v>
                      </c:pt>
                      <c:pt idx="5250">
                        <c:v>9.9985140969837492</c:v>
                      </c:pt>
                      <c:pt idx="5251">
                        <c:v>10.0379631484704</c:v>
                      </c:pt>
                      <c:pt idx="5252">
                        <c:v>10.1471919213751</c:v>
                      </c:pt>
                      <c:pt idx="5253">
                        <c:v>10.1281374720863</c:v>
                      </c:pt>
                      <c:pt idx="5254">
                        <c:v>10.190306966163799</c:v>
                      </c:pt>
                      <c:pt idx="5255">
                        <c:v>10.293202587157801</c:v>
                      </c:pt>
                      <c:pt idx="5256">
                        <c:v>10.3528998743347</c:v>
                      </c:pt>
                      <c:pt idx="5257">
                        <c:v>10.399396928106899</c:v>
                      </c:pt>
                      <c:pt idx="5258">
                        <c:v>10.4672252579191</c:v>
                      </c:pt>
                      <c:pt idx="5259">
                        <c:v>10.524580779887099</c:v>
                      </c:pt>
                      <c:pt idx="5260">
                        <c:v>10.551487715072099</c:v>
                      </c:pt>
                      <c:pt idx="5261">
                        <c:v>10.5198809887381</c:v>
                      </c:pt>
                      <c:pt idx="5262">
                        <c:v>10.5198809887381</c:v>
                      </c:pt>
                      <c:pt idx="5263">
                        <c:v>10.2555288944046</c:v>
                      </c:pt>
                      <c:pt idx="5264">
                        <c:v>10.2534311272621</c:v>
                      </c:pt>
                      <c:pt idx="5265">
                        <c:v>10.1641500066708</c:v>
                      </c:pt>
                      <c:pt idx="5266">
                        <c:v>10.047859866391899</c:v>
                      </c:pt>
                      <c:pt idx="5267">
                        <c:v>10.047859866391899</c:v>
                      </c:pt>
                      <c:pt idx="5268">
                        <c:v>10.019520935094899</c:v>
                      </c:pt>
                      <c:pt idx="5269">
                        <c:v>10.0748022085</c:v>
                      </c:pt>
                      <c:pt idx="5270">
                        <c:v>10.351722861930901</c:v>
                      </c:pt>
                      <c:pt idx="5271">
                        <c:v>10.4000165130032</c:v>
                      </c:pt>
                      <c:pt idx="5272">
                        <c:v>10.4608419220343</c:v>
                      </c:pt>
                      <c:pt idx="5273">
                        <c:v>10.2610922365878</c:v>
                      </c:pt>
                      <c:pt idx="5274">
                        <c:v>10.342271972353499</c:v>
                      </c:pt>
                      <c:pt idx="5275">
                        <c:v>10.3794804039635</c:v>
                      </c:pt>
                      <c:pt idx="5276">
                        <c:v>10.364050512504299</c:v>
                      </c:pt>
                      <c:pt idx="5277">
                        <c:v>10.258909180139099</c:v>
                      </c:pt>
                      <c:pt idx="5278">
                        <c:v>10.401524048661599</c:v>
                      </c:pt>
                      <c:pt idx="5279">
                        <c:v>10.2612981307671</c:v>
                      </c:pt>
                      <c:pt idx="5280">
                        <c:v>10.194226035138</c:v>
                      </c:pt>
                      <c:pt idx="5281">
                        <c:v>10.166523601828199</c:v>
                      </c:pt>
                      <c:pt idx="5282">
                        <c:v>10.166523601828199</c:v>
                      </c:pt>
                      <c:pt idx="5283">
                        <c:v>10.2033730333719</c:v>
                      </c:pt>
                      <c:pt idx="5284">
                        <c:v>10.089029354754899</c:v>
                      </c:pt>
                      <c:pt idx="5285">
                        <c:v>10.2238692315681</c:v>
                      </c:pt>
                      <c:pt idx="5286">
                        <c:v>10.282265962480601</c:v>
                      </c:pt>
                      <c:pt idx="5287">
                        <c:v>10.290380747344701</c:v>
                      </c:pt>
                      <c:pt idx="5288">
                        <c:v>10.352197994771499</c:v>
                      </c:pt>
                      <c:pt idx="5289">
                        <c:v>10.344830429103901</c:v>
                      </c:pt>
                      <c:pt idx="5290">
                        <c:v>10.276777559404399</c:v>
                      </c:pt>
                      <c:pt idx="5291">
                        <c:v>10.1993821256305</c:v>
                      </c:pt>
                      <c:pt idx="5292">
                        <c:v>10.094781965521401</c:v>
                      </c:pt>
                      <c:pt idx="5293">
                        <c:v>10.034673370051999</c:v>
                      </c:pt>
                      <c:pt idx="5294">
                        <c:v>10.047221604339001</c:v>
                      </c:pt>
                      <c:pt idx="5295">
                        <c:v>10.120138274484701</c:v>
                      </c:pt>
                      <c:pt idx="5296">
                        <c:v>10.169845249149599</c:v>
                      </c:pt>
                      <c:pt idx="5297">
                        <c:v>10.209752422209601</c:v>
                      </c:pt>
                      <c:pt idx="5298">
                        <c:v>10.197915402508899</c:v>
                      </c:pt>
                      <c:pt idx="5299">
                        <c:v>10.191060348452799</c:v>
                      </c:pt>
                      <c:pt idx="5300">
                        <c:v>10.200912139784799</c:v>
                      </c:pt>
                      <c:pt idx="5301">
                        <c:v>10.162396059506101</c:v>
                      </c:pt>
                      <c:pt idx="5302">
                        <c:v>10.316538915167399</c:v>
                      </c:pt>
                      <c:pt idx="5303">
                        <c:v>10.260744398926001</c:v>
                      </c:pt>
                      <c:pt idx="5304">
                        <c:v>10.0856908950716</c:v>
                      </c:pt>
                      <c:pt idx="5305">
                        <c:v>9.8996241370281197</c:v>
                      </c:pt>
                      <c:pt idx="5306">
                        <c:v>9.7464855304365496</c:v>
                      </c:pt>
                      <c:pt idx="5307">
                        <c:v>9.7578723026507799</c:v>
                      </c:pt>
                      <c:pt idx="5308">
                        <c:v>9.7952456665057106</c:v>
                      </c:pt>
                      <c:pt idx="5309">
                        <c:v>9.7952456665057106</c:v>
                      </c:pt>
                      <c:pt idx="5310">
                        <c:v>9.8611680478294303</c:v>
                      </c:pt>
                      <c:pt idx="5311">
                        <c:v>9.6554826594522396</c:v>
                      </c:pt>
                      <c:pt idx="5312">
                        <c:v>9.6015971278073007</c:v>
                      </c:pt>
                      <c:pt idx="5313">
                        <c:v>9.4648265717664497</c:v>
                      </c:pt>
                      <c:pt idx="5314">
                        <c:v>9.4068535515045806</c:v>
                      </c:pt>
                      <c:pt idx="5315">
                        <c:v>9.4296669088988097</c:v>
                      </c:pt>
                      <c:pt idx="5316">
                        <c:v>9.4673970766352902</c:v>
                      </c:pt>
                      <c:pt idx="5317">
                        <c:v>9.4673970766352902</c:v>
                      </c:pt>
                      <c:pt idx="5318">
                        <c:v>9.4049279384448301</c:v>
                      </c:pt>
                      <c:pt idx="5319">
                        <c:v>9.4593441647293304</c:v>
                      </c:pt>
                      <c:pt idx="5320">
                        <c:v>9.5597266693342693</c:v>
                      </c:pt>
                      <c:pt idx="5321">
                        <c:v>9.52951694621499</c:v>
                      </c:pt>
                      <c:pt idx="5322">
                        <c:v>9.4810290045469507</c:v>
                      </c:pt>
                      <c:pt idx="5323">
                        <c:v>9.4623351230274402</c:v>
                      </c:pt>
                      <c:pt idx="5324">
                        <c:v>9.52428274432366</c:v>
                      </c:pt>
                      <c:pt idx="5325">
                        <c:v>9.5599139672584403</c:v>
                      </c:pt>
                      <c:pt idx="5326">
                        <c:v>9.5712418003210704</c:v>
                      </c:pt>
                      <c:pt idx="5327">
                        <c:v>9.5883976418138506</c:v>
                      </c:pt>
                      <c:pt idx="5328">
                        <c:v>9.19958088029572</c:v>
                      </c:pt>
                      <c:pt idx="5329">
                        <c:v>9.2908283636394309</c:v>
                      </c:pt>
                      <c:pt idx="5330">
                        <c:v>9.2647890672195601</c:v>
                      </c:pt>
                      <c:pt idx="5331">
                        <c:v>9.5746411600518098</c:v>
                      </c:pt>
                      <c:pt idx="5332">
                        <c:v>9.3696072052147308</c:v>
                      </c:pt>
                      <c:pt idx="5333">
                        <c:v>9.3995761504499793</c:v>
                      </c:pt>
                      <c:pt idx="5334">
                        <c:v>9.3328679956637295</c:v>
                      </c:pt>
                      <c:pt idx="5335">
                        <c:v>9.38213916685479</c:v>
                      </c:pt>
                      <c:pt idx="5336">
                        <c:v>9.3388703189638296</c:v>
                      </c:pt>
                      <c:pt idx="5337">
                        <c:v>9.3022365423891191</c:v>
                      </c:pt>
                      <c:pt idx="5338">
                        <c:v>9.3277537684747909</c:v>
                      </c:pt>
                      <c:pt idx="5339">
                        <c:v>9.2982358813288499</c:v>
                      </c:pt>
                      <c:pt idx="5340">
                        <c:v>9.2791247383504096</c:v>
                      </c:pt>
                      <c:pt idx="5341">
                        <c:v>9.3404086208631796</c:v>
                      </c:pt>
                      <c:pt idx="5342">
                        <c:v>9.4061156961925008</c:v>
                      </c:pt>
                      <c:pt idx="5343">
                        <c:v>9.4187519729419993</c:v>
                      </c:pt>
                      <c:pt idx="5344">
                        <c:v>9.0264771828971302</c:v>
                      </c:pt>
                      <c:pt idx="5345">
                        <c:v>9.5373967484728102</c:v>
                      </c:pt>
                      <c:pt idx="5346">
                        <c:v>9.4367355364228196</c:v>
                      </c:pt>
                      <c:pt idx="5347">
                        <c:v>9.4412625740212608</c:v>
                      </c:pt>
                      <c:pt idx="5348">
                        <c:v>9.4871943367064695</c:v>
                      </c:pt>
                      <c:pt idx="5349">
                        <c:v>9.1152079776828803</c:v>
                      </c:pt>
                      <c:pt idx="5350">
                        <c:v>9.2107825538439503</c:v>
                      </c:pt>
                      <c:pt idx="5351">
                        <c:v>9.3507635275898302</c:v>
                      </c:pt>
                      <c:pt idx="5352">
                        <c:v>9.4625106177629004</c:v>
                      </c:pt>
                      <c:pt idx="5353">
                        <c:v>9.3822580931668096</c:v>
                      </c:pt>
                      <c:pt idx="5354">
                        <c:v>9.4711150782763696</c:v>
                      </c:pt>
                      <c:pt idx="5355">
                        <c:v>9.5360255634502202</c:v>
                      </c:pt>
                      <c:pt idx="5356">
                        <c:v>9.5331367006309407</c:v>
                      </c:pt>
                      <c:pt idx="5357">
                        <c:v>9.5331367006309407</c:v>
                      </c:pt>
                      <c:pt idx="5358">
                        <c:v>9.5332854646296106</c:v>
                      </c:pt>
                      <c:pt idx="5359">
                        <c:v>9.5470580546636192</c:v>
                      </c:pt>
                      <c:pt idx="5360">
                        <c:v>9.6361613652354201</c:v>
                      </c:pt>
                      <c:pt idx="5361">
                        <c:v>9.6228590545221397</c:v>
                      </c:pt>
                      <c:pt idx="5362">
                        <c:v>9.8600277785167005</c:v>
                      </c:pt>
                      <c:pt idx="5363">
                        <c:v>9.9088589474827202</c:v>
                      </c:pt>
                      <c:pt idx="5364">
                        <c:v>10.0665328512677</c:v>
                      </c:pt>
                      <c:pt idx="5365">
                        <c:v>10.010462212529699</c:v>
                      </c:pt>
                      <c:pt idx="5366">
                        <c:v>10.1154361289259</c:v>
                      </c:pt>
                      <c:pt idx="5367" formatCode="General">
                        <c:v>10.37</c:v>
                      </c:pt>
                      <c:pt idx="5368" formatCode="General">
                        <c:v>10.27</c:v>
                      </c:pt>
                      <c:pt idx="5369" formatCode="#,##0.00">
                        <c:v>10.15</c:v>
                      </c:pt>
                      <c:pt idx="5370" formatCode="#,##0.00">
                        <c:v>10.18</c:v>
                      </c:pt>
                      <c:pt idx="5371" formatCode="#,##0.00">
                        <c:v>10.199999999999999</c:v>
                      </c:pt>
                      <c:pt idx="5372" formatCode="#,##0.00">
                        <c:v>10.4</c:v>
                      </c:pt>
                      <c:pt idx="5373" formatCode="#,##0.00">
                        <c:v>10.26</c:v>
                      </c:pt>
                      <c:pt idx="5374" formatCode="#,##0.00">
                        <c:v>10.06</c:v>
                      </c:pt>
                      <c:pt idx="5375" formatCode="#,##0.00">
                        <c:v>10.01</c:v>
                      </c:pt>
                      <c:pt idx="5376" formatCode="#,##0.00">
                        <c:v>10.08</c:v>
                      </c:pt>
                      <c:pt idx="5377" formatCode="#,##0.00">
                        <c:v>10.15</c:v>
                      </c:pt>
                      <c:pt idx="5378" formatCode="#,##0.00">
                        <c:v>10.11</c:v>
                      </c:pt>
                      <c:pt idx="5379" formatCode="#,##0.00">
                        <c:v>9.85</c:v>
                      </c:pt>
                      <c:pt idx="5380" formatCode="#,##0.00">
                        <c:v>10.130000000000001</c:v>
                      </c:pt>
                      <c:pt idx="5381" formatCode="#,##0.00">
                        <c:v>9.7200000000000006</c:v>
                      </c:pt>
                      <c:pt idx="5382" formatCode="#,##0.00">
                        <c:v>9.6199999999999992</c:v>
                      </c:pt>
                      <c:pt idx="5383" formatCode="#,##0.00">
                        <c:v>9.44</c:v>
                      </c:pt>
                      <c:pt idx="5384" formatCode="#,##0.00">
                        <c:v>9.51</c:v>
                      </c:pt>
                      <c:pt idx="5385" formatCode="#,##0.00">
                        <c:v>10.029999999999999</c:v>
                      </c:pt>
                      <c:pt idx="5386" formatCode="#,##0.00">
                        <c:v>10.14</c:v>
                      </c:pt>
                      <c:pt idx="5387" formatCode="#,##0.00">
                        <c:v>10.18</c:v>
                      </c:pt>
                      <c:pt idx="5388" formatCode="#,##0.00">
                        <c:v>10.25</c:v>
                      </c:pt>
                      <c:pt idx="5389" formatCode="#,##0.00">
                        <c:v>10.28</c:v>
                      </c:pt>
                      <c:pt idx="5390" formatCode="#,##0.00">
                        <c:v>10.215875436375301</c:v>
                      </c:pt>
                      <c:pt idx="5391" formatCode="#,##0.00">
                        <c:v>9.9760083481507298</c:v>
                      </c:pt>
                      <c:pt idx="5392" formatCode="#,##0.00">
                        <c:v>10.019688059482601</c:v>
                      </c:pt>
                      <c:pt idx="5393" formatCode="#,##0.00">
                        <c:v>9.9534226127193097</c:v>
                      </c:pt>
                      <c:pt idx="5394" formatCode="#,##0.00">
                        <c:v>9.8973927689700005</c:v>
                      </c:pt>
                      <c:pt idx="5395" formatCode="#,##0.00">
                        <c:v>9.9165443938859905</c:v>
                      </c:pt>
                      <c:pt idx="5396" formatCode="#,##0.00">
                        <c:v>10.0907422874334</c:v>
                      </c:pt>
                      <c:pt idx="5397" formatCode="#,##0.00">
                        <c:v>10.133277989095101</c:v>
                      </c:pt>
                      <c:pt idx="5398" formatCode="#,##0.00">
                        <c:v>10.2544125371709</c:v>
                      </c:pt>
                      <c:pt idx="5399" formatCode="#,##0.00">
                        <c:v>10.3177441918111</c:v>
                      </c:pt>
                      <c:pt idx="5400" formatCode="#,##0.00">
                        <c:v>10.3596192765401</c:v>
                      </c:pt>
                      <c:pt idx="5401" formatCode="#,##0.00">
                        <c:v>10.5493495119259</c:v>
                      </c:pt>
                      <c:pt idx="5402" formatCode="#,##0.00">
                        <c:v>10.4484716387453</c:v>
                      </c:pt>
                      <c:pt idx="5403" formatCode="#,##0.00">
                        <c:v>10.5723286197126</c:v>
                      </c:pt>
                      <c:pt idx="5404" formatCode="#,##0.00">
                        <c:v>10.7136386979529</c:v>
                      </c:pt>
                      <c:pt idx="5405" formatCode="#,##0.00">
                        <c:v>10.513711660517</c:v>
                      </c:pt>
                      <c:pt idx="5406" formatCode="#,##0.00">
                        <c:v>10.5410779358595</c:v>
                      </c:pt>
                      <c:pt idx="5407" formatCode="#,##0.00">
                        <c:v>10.943256825809801</c:v>
                      </c:pt>
                      <c:pt idx="5408" formatCode="#,##0.00">
                        <c:v>10.921739516114</c:v>
                      </c:pt>
                      <c:pt idx="5409" formatCode="#,##0.00">
                        <c:v>11.0900440984501</c:v>
                      </c:pt>
                      <c:pt idx="5410" formatCode="#,##0.00">
                        <c:v>11.0900440984501</c:v>
                      </c:pt>
                      <c:pt idx="5411" formatCode="#,##0.00">
                        <c:v>10.919920615711501</c:v>
                      </c:pt>
                      <c:pt idx="5412" formatCode="#,##0.00">
                        <c:v>10.8825173446319</c:v>
                      </c:pt>
                      <c:pt idx="5413" formatCode="#,##0.00">
                        <c:v>10.8825173446319</c:v>
                      </c:pt>
                      <c:pt idx="5414" formatCode="#,##0.00">
                        <c:v>10.8381787729883</c:v>
                      </c:pt>
                      <c:pt idx="5415" formatCode="#,##0.00">
                        <c:v>10.828757665413599</c:v>
                      </c:pt>
                      <c:pt idx="5416" formatCode="#,##0.00">
                        <c:v>10.7033073595434</c:v>
                      </c:pt>
                      <c:pt idx="5417" formatCode="#,##0.00">
                        <c:v>10.7060548218442</c:v>
                      </c:pt>
                      <c:pt idx="5418" formatCode="#,##0.00">
                        <c:v>10.937770077461799</c:v>
                      </c:pt>
                      <c:pt idx="5419" formatCode="#,##0.00">
                        <c:v>10.9817431690573</c:v>
                      </c:pt>
                      <c:pt idx="5420" formatCode="#,##0.00">
                        <c:v>10.908177762451601</c:v>
                      </c:pt>
                      <c:pt idx="5421" formatCode="#,##0.00">
                        <c:v>10.887651675227699</c:v>
                      </c:pt>
                      <c:pt idx="5422" formatCode="#,##0.00">
                        <c:v>10.883623017703201</c:v>
                      </c:pt>
                      <c:pt idx="5423" formatCode="#,##0.00">
                        <c:v>10.757233046558399</c:v>
                      </c:pt>
                      <c:pt idx="5424" formatCode="#,##0.00">
                        <c:v>10.6875580546272</c:v>
                      </c:pt>
                      <c:pt idx="5425" formatCode="#,##0.00">
                        <c:v>10.493907399477401</c:v>
                      </c:pt>
                      <c:pt idx="5426" formatCode="#,##0.00">
                        <c:v>10.459308216523199</c:v>
                      </c:pt>
                      <c:pt idx="5427" formatCode="#,##0.00">
                        <c:v>10.1968111410622</c:v>
                      </c:pt>
                      <c:pt idx="5428" formatCode="#,##0.00">
                        <c:v>10.43</c:v>
                      </c:pt>
                      <c:pt idx="5429" formatCode="#,##0.00">
                        <c:v>10.57</c:v>
                      </c:pt>
                      <c:pt idx="5430" formatCode="#,##0.00">
                        <c:v>10.63</c:v>
                      </c:pt>
                      <c:pt idx="5431" formatCode="#,##0.00">
                        <c:v>10.46</c:v>
                      </c:pt>
                      <c:pt idx="5432" formatCode="#,##0.00">
                        <c:v>10.59</c:v>
                      </c:pt>
                      <c:pt idx="5433" formatCode="#,##0.00">
                        <c:v>10.68</c:v>
                      </c:pt>
                      <c:pt idx="5434" formatCode="#,##0.00">
                        <c:v>10.52</c:v>
                      </c:pt>
                      <c:pt idx="5435" formatCode="General">
                        <c:v>10.42</c:v>
                      </c:pt>
                      <c:pt idx="5436" formatCode="General">
                        <c:v>10.52</c:v>
                      </c:pt>
                      <c:pt idx="5437" formatCode="General">
                        <c:v>10.55</c:v>
                      </c:pt>
                      <c:pt idx="5438" formatCode="General">
                        <c:v>10.59</c:v>
                      </c:pt>
                      <c:pt idx="5439" formatCode="General">
                        <c:v>10.66</c:v>
                      </c:pt>
                      <c:pt idx="5440" formatCode="General">
                        <c:v>10.79</c:v>
                      </c:pt>
                      <c:pt idx="5441" formatCode="General">
                        <c:v>10.71</c:v>
                      </c:pt>
                      <c:pt idx="5442" formatCode="General">
                        <c:v>10.6</c:v>
                      </c:pt>
                      <c:pt idx="5443" formatCode="General">
                        <c:v>10.91</c:v>
                      </c:pt>
                      <c:pt idx="5444" formatCode="General">
                        <c:v>10.86</c:v>
                      </c:pt>
                      <c:pt idx="5445" formatCode="General">
                        <c:v>10.84</c:v>
                      </c:pt>
                      <c:pt idx="5446" formatCode="General">
                        <c:v>10.81</c:v>
                      </c:pt>
                      <c:pt idx="5447" formatCode="General">
                        <c:v>10.77</c:v>
                      </c:pt>
                      <c:pt idx="5448" formatCode="General">
                        <c:v>10.77</c:v>
                      </c:pt>
                      <c:pt idx="5449" formatCode="General">
                        <c:v>10.76</c:v>
                      </c:pt>
                      <c:pt idx="5450" formatCode="General">
                        <c:v>10.8</c:v>
                      </c:pt>
                      <c:pt idx="5451" formatCode="General">
                        <c:v>10.73</c:v>
                      </c:pt>
                      <c:pt idx="5452" formatCode="General">
                        <c:v>10.76</c:v>
                      </c:pt>
                      <c:pt idx="5453" formatCode="General">
                        <c:v>10.71</c:v>
                      </c:pt>
                      <c:pt idx="5454" formatCode="#,##0.00">
                        <c:v>10.66</c:v>
                      </c:pt>
                      <c:pt idx="5455" formatCode="General">
                        <c:v>10.72</c:v>
                      </c:pt>
                      <c:pt idx="5456" formatCode="General">
                        <c:v>10.69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0-49E9-4D25-B60A-92C31AFE1E83}"/>
                  </c:ext>
                </c:extLst>
              </c15:ser>
            </c15:filteredLineSeries>
            <c15:filteredLineSeries>
              <c15:ser>
                <c:idx val="2"/>
                <c:order val="2"/>
                <c:tx>
                  <c:strRef>
                    <c:extLst>
                      <c:ext xmlns:c15="http://schemas.microsoft.com/office/drawing/2012/chart" uri="{02D57815-91ED-43cb-92C2-25804820EDAC}">
                        <c15:formulaRef>
                          <c15:sqref>Hoja2!$E$2</c15:sqref>
                        </c15:formulaRef>
                      </c:ext>
                    </c:extLst>
                    <c:strCache>
                      <c:ptCount val="1"/>
                      <c:pt idx="0">
                        <c:v>CDS 5 años %</c:v>
                      </c:pt>
                    </c:strCache>
                  </c:strRef>
                </c:tx>
                <c:spPr>
                  <a:ln w="22225" cap="rnd">
                    <a:solidFill>
                      <a:srgbClr val="92D050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Hoja2!$B$316:$B$5773</c15:sqref>
                        </c15:formulaRef>
                      </c:ext>
                    </c:extLst>
                    <c:numCache>
                      <c:formatCode>m/d/yyyy</c:formatCode>
                      <c:ptCount val="5458"/>
                      <c:pt idx="0">
                        <c:v>38070</c:v>
                      </c:pt>
                      <c:pt idx="1">
                        <c:v>38071</c:v>
                      </c:pt>
                      <c:pt idx="2">
                        <c:v>38072</c:v>
                      </c:pt>
                      <c:pt idx="3">
                        <c:v>38075</c:v>
                      </c:pt>
                      <c:pt idx="4">
                        <c:v>38076</c:v>
                      </c:pt>
                      <c:pt idx="5">
                        <c:v>38077</c:v>
                      </c:pt>
                      <c:pt idx="6">
                        <c:v>38078</c:v>
                      </c:pt>
                      <c:pt idx="7">
                        <c:v>38079</c:v>
                      </c:pt>
                      <c:pt idx="8">
                        <c:v>38082</c:v>
                      </c:pt>
                      <c:pt idx="9">
                        <c:v>38083</c:v>
                      </c:pt>
                      <c:pt idx="10">
                        <c:v>38084</c:v>
                      </c:pt>
                      <c:pt idx="11">
                        <c:v>38085</c:v>
                      </c:pt>
                      <c:pt idx="12">
                        <c:v>38089</c:v>
                      </c:pt>
                      <c:pt idx="13">
                        <c:v>38090</c:v>
                      </c:pt>
                      <c:pt idx="14">
                        <c:v>38091</c:v>
                      </c:pt>
                      <c:pt idx="15">
                        <c:v>38092</c:v>
                      </c:pt>
                      <c:pt idx="16">
                        <c:v>38093</c:v>
                      </c:pt>
                      <c:pt idx="17">
                        <c:v>38096</c:v>
                      </c:pt>
                      <c:pt idx="18">
                        <c:v>38097</c:v>
                      </c:pt>
                      <c:pt idx="19">
                        <c:v>38098</c:v>
                      </c:pt>
                      <c:pt idx="20">
                        <c:v>38099</c:v>
                      </c:pt>
                      <c:pt idx="21">
                        <c:v>38100</c:v>
                      </c:pt>
                      <c:pt idx="22">
                        <c:v>38103</c:v>
                      </c:pt>
                      <c:pt idx="23">
                        <c:v>38104</c:v>
                      </c:pt>
                      <c:pt idx="24">
                        <c:v>38105</c:v>
                      </c:pt>
                      <c:pt idx="25">
                        <c:v>38106</c:v>
                      </c:pt>
                      <c:pt idx="26">
                        <c:v>38107</c:v>
                      </c:pt>
                      <c:pt idx="27">
                        <c:v>38110</c:v>
                      </c:pt>
                      <c:pt idx="28">
                        <c:v>38111</c:v>
                      </c:pt>
                      <c:pt idx="29">
                        <c:v>38112</c:v>
                      </c:pt>
                      <c:pt idx="30">
                        <c:v>38113</c:v>
                      </c:pt>
                      <c:pt idx="31">
                        <c:v>38114</c:v>
                      </c:pt>
                      <c:pt idx="32">
                        <c:v>38117</c:v>
                      </c:pt>
                      <c:pt idx="33">
                        <c:v>38118</c:v>
                      </c:pt>
                      <c:pt idx="34">
                        <c:v>38119</c:v>
                      </c:pt>
                      <c:pt idx="35">
                        <c:v>38120</c:v>
                      </c:pt>
                      <c:pt idx="36">
                        <c:v>38121</c:v>
                      </c:pt>
                      <c:pt idx="37">
                        <c:v>38124</c:v>
                      </c:pt>
                      <c:pt idx="38">
                        <c:v>38125</c:v>
                      </c:pt>
                      <c:pt idx="39">
                        <c:v>38126</c:v>
                      </c:pt>
                      <c:pt idx="40">
                        <c:v>38127</c:v>
                      </c:pt>
                      <c:pt idx="41">
                        <c:v>38128</c:v>
                      </c:pt>
                      <c:pt idx="42">
                        <c:v>38131</c:v>
                      </c:pt>
                      <c:pt idx="43">
                        <c:v>38132</c:v>
                      </c:pt>
                      <c:pt idx="44">
                        <c:v>38133</c:v>
                      </c:pt>
                      <c:pt idx="45">
                        <c:v>38134</c:v>
                      </c:pt>
                      <c:pt idx="46">
                        <c:v>38135</c:v>
                      </c:pt>
                      <c:pt idx="47">
                        <c:v>38138</c:v>
                      </c:pt>
                      <c:pt idx="48">
                        <c:v>38139</c:v>
                      </c:pt>
                      <c:pt idx="49">
                        <c:v>38140</c:v>
                      </c:pt>
                      <c:pt idx="50">
                        <c:v>38141</c:v>
                      </c:pt>
                      <c:pt idx="51">
                        <c:v>38142</c:v>
                      </c:pt>
                      <c:pt idx="52">
                        <c:v>38145</c:v>
                      </c:pt>
                      <c:pt idx="53">
                        <c:v>38146</c:v>
                      </c:pt>
                      <c:pt idx="54">
                        <c:v>38147</c:v>
                      </c:pt>
                      <c:pt idx="55">
                        <c:v>38148</c:v>
                      </c:pt>
                      <c:pt idx="56">
                        <c:v>38149</c:v>
                      </c:pt>
                      <c:pt idx="57">
                        <c:v>38152</c:v>
                      </c:pt>
                      <c:pt idx="58">
                        <c:v>38153</c:v>
                      </c:pt>
                      <c:pt idx="59">
                        <c:v>38154</c:v>
                      </c:pt>
                      <c:pt idx="60">
                        <c:v>38155</c:v>
                      </c:pt>
                      <c:pt idx="61">
                        <c:v>38156</c:v>
                      </c:pt>
                      <c:pt idx="62">
                        <c:v>38159</c:v>
                      </c:pt>
                      <c:pt idx="63">
                        <c:v>38160</c:v>
                      </c:pt>
                      <c:pt idx="64">
                        <c:v>38161</c:v>
                      </c:pt>
                      <c:pt idx="65">
                        <c:v>38162</c:v>
                      </c:pt>
                      <c:pt idx="66">
                        <c:v>38163</c:v>
                      </c:pt>
                      <c:pt idx="67">
                        <c:v>38166</c:v>
                      </c:pt>
                      <c:pt idx="68">
                        <c:v>38167</c:v>
                      </c:pt>
                      <c:pt idx="69">
                        <c:v>38168</c:v>
                      </c:pt>
                      <c:pt idx="70">
                        <c:v>38169</c:v>
                      </c:pt>
                      <c:pt idx="71">
                        <c:v>38170</c:v>
                      </c:pt>
                      <c:pt idx="72">
                        <c:v>38174</c:v>
                      </c:pt>
                      <c:pt idx="73">
                        <c:v>38175</c:v>
                      </c:pt>
                      <c:pt idx="74">
                        <c:v>38176</c:v>
                      </c:pt>
                      <c:pt idx="75">
                        <c:v>38177</c:v>
                      </c:pt>
                      <c:pt idx="76">
                        <c:v>38180</c:v>
                      </c:pt>
                      <c:pt idx="77">
                        <c:v>38181</c:v>
                      </c:pt>
                      <c:pt idx="78">
                        <c:v>38182</c:v>
                      </c:pt>
                      <c:pt idx="79">
                        <c:v>38183</c:v>
                      </c:pt>
                      <c:pt idx="80">
                        <c:v>38184</c:v>
                      </c:pt>
                      <c:pt idx="81">
                        <c:v>38187</c:v>
                      </c:pt>
                      <c:pt idx="82">
                        <c:v>38188</c:v>
                      </c:pt>
                      <c:pt idx="83">
                        <c:v>38189</c:v>
                      </c:pt>
                      <c:pt idx="84">
                        <c:v>38190</c:v>
                      </c:pt>
                      <c:pt idx="85">
                        <c:v>38191</c:v>
                      </c:pt>
                      <c:pt idx="86">
                        <c:v>38194</c:v>
                      </c:pt>
                      <c:pt idx="87">
                        <c:v>38195</c:v>
                      </c:pt>
                      <c:pt idx="88">
                        <c:v>38196</c:v>
                      </c:pt>
                      <c:pt idx="89">
                        <c:v>38197</c:v>
                      </c:pt>
                      <c:pt idx="90">
                        <c:v>38198</c:v>
                      </c:pt>
                      <c:pt idx="91">
                        <c:v>38201</c:v>
                      </c:pt>
                      <c:pt idx="92">
                        <c:v>38202</c:v>
                      </c:pt>
                      <c:pt idx="93">
                        <c:v>38203</c:v>
                      </c:pt>
                      <c:pt idx="94">
                        <c:v>38204</c:v>
                      </c:pt>
                      <c:pt idx="95">
                        <c:v>38205</c:v>
                      </c:pt>
                      <c:pt idx="96">
                        <c:v>38208</c:v>
                      </c:pt>
                      <c:pt idx="97">
                        <c:v>38209</c:v>
                      </c:pt>
                      <c:pt idx="98">
                        <c:v>38210</c:v>
                      </c:pt>
                      <c:pt idx="99">
                        <c:v>38211</c:v>
                      </c:pt>
                      <c:pt idx="100">
                        <c:v>38212</c:v>
                      </c:pt>
                      <c:pt idx="101">
                        <c:v>38215</c:v>
                      </c:pt>
                      <c:pt idx="102">
                        <c:v>38216</c:v>
                      </c:pt>
                      <c:pt idx="103">
                        <c:v>38217</c:v>
                      </c:pt>
                      <c:pt idx="104">
                        <c:v>38218</c:v>
                      </c:pt>
                      <c:pt idx="105">
                        <c:v>38219</c:v>
                      </c:pt>
                      <c:pt idx="106">
                        <c:v>38222</c:v>
                      </c:pt>
                      <c:pt idx="107">
                        <c:v>38223</c:v>
                      </c:pt>
                      <c:pt idx="108">
                        <c:v>38224</c:v>
                      </c:pt>
                      <c:pt idx="109">
                        <c:v>38225</c:v>
                      </c:pt>
                      <c:pt idx="110">
                        <c:v>38226</c:v>
                      </c:pt>
                      <c:pt idx="111">
                        <c:v>38229</c:v>
                      </c:pt>
                      <c:pt idx="112">
                        <c:v>38230</c:v>
                      </c:pt>
                      <c:pt idx="113">
                        <c:v>38231</c:v>
                      </c:pt>
                      <c:pt idx="114">
                        <c:v>38232</c:v>
                      </c:pt>
                      <c:pt idx="115">
                        <c:v>38233</c:v>
                      </c:pt>
                      <c:pt idx="116">
                        <c:v>38236</c:v>
                      </c:pt>
                      <c:pt idx="117">
                        <c:v>38237</c:v>
                      </c:pt>
                      <c:pt idx="118">
                        <c:v>38238</c:v>
                      </c:pt>
                      <c:pt idx="119">
                        <c:v>38239</c:v>
                      </c:pt>
                      <c:pt idx="120">
                        <c:v>38240</c:v>
                      </c:pt>
                      <c:pt idx="121">
                        <c:v>38243</c:v>
                      </c:pt>
                      <c:pt idx="122">
                        <c:v>38244</c:v>
                      </c:pt>
                      <c:pt idx="123">
                        <c:v>38245</c:v>
                      </c:pt>
                      <c:pt idx="124">
                        <c:v>38246</c:v>
                      </c:pt>
                      <c:pt idx="125">
                        <c:v>38247</c:v>
                      </c:pt>
                      <c:pt idx="126">
                        <c:v>38250</c:v>
                      </c:pt>
                      <c:pt idx="127">
                        <c:v>38251</c:v>
                      </c:pt>
                      <c:pt idx="128">
                        <c:v>38252</c:v>
                      </c:pt>
                      <c:pt idx="129">
                        <c:v>38253</c:v>
                      </c:pt>
                      <c:pt idx="130">
                        <c:v>38254</c:v>
                      </c:pt>
                      <c:pt idx="131">
                        <c:v>38257</c:v>
                      </c:pt>
                      <c:pt idx="132">
                        <c:v>38258</c:v>
                      </c:pt>
                      <c:pt idx="133">
                        <c:v>38259</c:v>
                      </c:pt>
                      <c:pt idx="134">
                        <c:v>38260</c:v>
                      </c:pt>
                      <c:pt idx="135">
                        <c:v>38261</c:v>
                      </c:pt>
                      <c:pt idx="136">
                        <c:v>38264</c:v>
                      </c:pt>
                      <c:pt idx="137">
                        <c:v>38265</c:v>
                      </c:pt>
                      <c:pt idx="138">
                        <c:v>38266</c:v>
                      </c:pt>
                      <c:pt idx="139">
                        <c:v>38267</c:v>
                      </c:pt>
                      <c:pt idx="140">
                        <c:v>38268</c:v>
                      </c:pt>
                      <c:pt idx="141">
                        <c:v>38271</c:v>
                      </c:pt>
                      <c:pt idx="142">
                        <c:v>38272</c:v>
                      </c:pt>
                      <c:pt idx="143">
                        <c:v>38273</c:v>
                      </c:pt>
                      <c:pt idx="144">
                        <c:v>38274</c:v>
                      </c:pt>
                      <c:pt idx="145">
                        <c:v>38275</c:v>
                      </c:pt>
                      <c:pt idx="146">
                        <c:v>38278</c:v>
                      </c:pt>
                      <c:pt idx="147">
                        <c:v>38279</c:v>
                      </c:pt>
                      <c:pt idx="148">
                        <c:v>38280</c:v>
                      </c:pt>
                      <c:pt idx="149">
                        <c:v>38281</c:v>
                      </c:pt>
                      <c:pt idx="150">
                        <c:v>38282</c:v>
                      </c:pt>
                      <c:pt idx="151">
                        <c:v>38285</c:v>
                      </c:pt>
                      <c:pt idx="152">
                        <c:v>38286</c:v>
                      </c:pt>
                      <c:pt idx="153">
                        <c:v>38287</c:v>
                      </c:pt>
                      <c:pt idx="154">
                        <c:v>38288</c:v>
                      </c:pt>
                      <c:pt idx="155">
                        <c:v>38289</c:v>
                      </c:pt>
                      <c:pt idx="156">
                        <c:v>38292</c:v>
                      </c:pt>
                      <c:pt idx="157">
                        <c:v>38293</c:v>
                      </c:pt>
                      <c:pt idx="158">
                        <c:v>38294</c:v>
                      </c:pt>
                      <c:pt idx="159">
                        <c:v>38295</c:v>
                      </c:pt>
                      <c:pt idx="160">
                        <c:v>38296</c:v>
                      </c:pt>
                      <c:pt idx="161">
                        <c:v>38299</c:v>
                      </c:pt>
                      <c:pt idx="162">
                        <c:v>38300</c:v>
                      </c:pt>
                      <c:pt idx="163">
                        <c:v>38301</c:v>
                      </c:pt>
                      <c:pt idx="164">
                        <c:v>38302</c:v>
                      </c:pt>
                      <c:pt idx="165">
                        <c:v>38303</c:v>
                      </c:pt>
                      <c:pt idx="166">
                        <c:v>38306</c:v>
                      </c:pt>
                      <c:pt idx="167">
                        <c:v>38307</c:v>
                      </c:pt>
                      <c:pt idx="168">
                        <c:v>38308</c:v>
                      </c:pt>
                      <c:pt idx="169">
                        <c:v>38309</c:v>
                      </c:pt>
                      <c:pt idx="170">
                        <c:v>38310</c:v>
                      </c:pt>
                      <c:pt idx="171">
                        <c:v>38313</c:v>
                      </c:pt>
                      <c:pt idx="172">
                        <c:v>38314</c:v>
                      </c:pt>
                      <c:pt idx="173">
                        <c:v>38315</c:v>
                      </c:pt>
                      <c:pt idx="174">
                        <c:v>38316</c:v>
                      </c:pt>
                      <c:pt idx="175">
                        <c:v>38317</c:v>
                      </c:pt>
                      <c:pt idx="176">
                        <c:v>38320</c:v>
                      </c:pt>
                      <c:pt idx="177">
                        <c:v>38321</c:v>
                      </c:pt>
                      <c:pt idx="178">
                        <c:v>38322</c:v>
                      </c:pt>
                      <c:pt idx="179">
                        <c:v>38323</c:v>
                      </c:pt>
                      <c:pt idx="180">
                        <c:v>38324</c:v>
                      </c:pt>
                      <c:pt idx="181">
                        <c:v>38327</c:v>
                      </c:pt>
                      <c:pt idx="182">
                        <c:v>38328</c:v>
                      </c:pt>
                      <c:pt idx="183">
                        <c:v>38329</c:v>
                      </c:pt>
                      <c:pt idx="184">
                        <c:v>38330</c:v>
                      </c:pt>
                      <c:pt idx="185">
                        <c:v>38331</c:v>
                      </c:pt>
                      <c:pt idx="186">
                        <c:v>38334</c:v>
                      </c:pt>
                      <c:pt idx="187">
                        <c:v>38335</c:v>
                      </c:pt>
                      <c:pt idx="188">
                        <c:v>38336</c:v>
                      </c:pt>
                      <c:pt idx="189">
                        <c:v>38337</c:v>
                      </c:pt>
                      <c:pt idx="190">
                        <c:v>38338</c:v>
                      </c:pt>
                      <c:pt idx="191">
                        <c:v>38341</c:v>
                      </c:pt>
                      <c:pt idx="192">
                        <c:v>38342</c:v>
                      </c:pt>
                      <c:pt idx="193">
                        <c:v>38343</c:v>
                      </c:pt>
                      <c:pt idx="194">
                        <c:v>38344</c:v>
                      </c:pt>
                      <c:pt idx="195">
                        <c:v>38345</c:v>
                      </c:pt>
                      <c:pt idx="196">
                        <c:v>38348</c:v>
                      </c:pt>
                      <c:pt idx="197">
                        <c:v>38349</c:v>
                      </c:pt>
                      <c:pt idx="198">
                        <c:v>38350</c:v>
                      </c:pt>
                      <c:pt idx="199">
                        <c:v>38351</c:v>
                      </c:pt>
                      <c:pt idx="200">
                        <c:v>38352</c:v>
                      </c:pt>
                      <c:pt idx="201">
                        <c:v>38355</c:v>
                      </c:pt>
                      <c:pt idx="202">
                        <c:v>38356</c:v>
                      </c:pt>
                      <c:pt idx="203">
                        <c:v>38357</c:v>
                      </c:pt>
                      <c:pt idx="204">
                        <c:v>38358</c:v>
                      </c:pt>
                      <c:pt idx="205">
                        <c:v>38359</c:v>
                      </c:pt>
                      <c:pt idx="206">
                        <c:v>38362</c:v>
                      </c:pt>
                      <c:pt idx="207">
                        <c:v>38363</c:v>
                      </c:pt>
                      <c:pt idx="208">
                        <c:v>38364</c:v>
                      </c:pt>
                      <c:pt idx="209">
                        <c:v>38365</c:v>
                      </c:pt>
                      <c:pt idx="210">
                        <c:v>38366</c:v>
                      </c:pt>
                      <c:pt idx="211">
                        <c:v>38369</c:v>
                      </c:pt>
                      <c:pt idx="212">
                        <c:v>38370</c:v>
                      </c:pt>
                      <c:pt idx="213">
                        <c:v>38371</c:v>
                      </c:pt>
                      <c:pt idx="214">
                        <c:v>38372</c:v>
                      </c:pt>
                      <c:pt idx="215">
                        <c:v>38373</c:v>
                      </c:pt>
                      <c:pt idx="216">
                        <c:v>38376</c:v>
                      </c:pt>
                      <c:pt idx="217">
                        <c:v>38377</c:v>
                      </c:pt>
                      <c:pt idx="218">
                        <c:v>38378</c:v>
                      </c:pt>
                      <c:pt idx="219">
                        <c:v>38379</c:v>
                      </c:pt>
                      <c:pt idx="220">
                        <c:v>38380</c:v>
                      </c:pt>
                      <c:pt idx="221">
                        <c:v>38383</c:v>
                      </c:pt>
                      <c:pt idx="222">
                        <c:v>38384</c:v>
                      </c:pt>
                      <c:pt idx="223">
                        <c:v>38385</c:v>
                      </c:pt>
                      <c:pt idx="224">
                        <c:v>38386</c:v>
                      </c:pt>
                      <c:pt idx="225">
                        <c:v>38387</c:v>
                      </c:pt>
                      <c:pt idx="226">
                        <c:v>38390</c:v>
                      </c:pt>
                      <c:pt idx="227">
                        <c:v>38391</c:v>
                      </c:pt>
                      <c:pt idx="228">
                        <c:v>38392</c:v>
                      </c:pt>
                      <c:pt idx="229">
                        <c:v>38393</c:v>
                      </c:pt>
                      <c:pt idx="230">
                        <c:v>38394</c:v>
                      </c:pt>
                      <c:pt idx="231">
                        <c:v>38397</c:v>
                      </c:pt>
                      <c:pt idx="232">
                        <c:v>38398</c:v>
                      </c:pt>
                      <c:pt idx="233">
                        <c:v>38399</c:v>
                      </c:pt>
                      <c:pt idx="234">
                        <c:v>38400</c:v>
                      </c:pt>
                      <c:pt idx="235">
                        <c:v>38401</c:v>
                      </c:pt>
                      <c:pt idx="236">
                        <c:v>38404</c:v>
                      </c:pt>
                      <c:pt idx="237">
                        <c:v>38405</c:v>
                      </c:pt>
                      <c:pt idx="238">
                        <c:v>38406</c:v>
                      </c:pt>
                      <c:pt idx="239">
                        <c:v>38407</c:v>
                      </c:pt>
                      <c:pt idx="240">
                        <c:v>38408</c:v>
                      </c:pt>
                      <c:pt idx="241">
                        <c:v>38411</c:v>
                      </c:pt>
                      <c:pt idx="242">
                        <c:v>38412</c:v>
                      </c:pt>
                      <c:pt idx="243">
                        <c:v>38413</c:v>
                      </c:pt>
                      <c:pt idx="244">
                        <c:v>38414</c:v>
                      </c:pt>
                      <c:pt idx="245">
                        <c:v>38415</c:v>
                      </c:pt>
                      <c:pt idx="246">
                        <c:v>38418</c:v>
                      </c:pt>
                      <c:pt idx="247">
                        <c:v>38419</c:v>
                      </c:pt>
                      <c:pt idx="248">
                        <c:v>38420</c:v>
                      </c:pt>
                      <c:pt idx="249">
                        <c:v>38421</c:v>
                      </c:pt>
                      <c:pt idx="250">
                        <c:v>38422</c:v>
                      </c:pt>
                      <c:pt idx="251">
                        <c:v>38425</c:v>
                      </c:pt>
                      <c:pt idx="252">
                        <c:v>38426</c:v>
                      </c:pt>
                      <c:pt idx="253">
                        <c:v>38427</c:v>
                      </c:pt>
                      <c:pt idx="254">
                        <c:v>38428</c:v>
                      </c:pt>
                      <c:pt idx="255">
                        <c:v>38429</c:v>
                      </c:pt>
                      <c:pt idx="256">
                        <c:v>38432</c:v>
                      </c:pt>
                      <c:pt idx="257">
                        <c:v>38433</c:v>
                      </c:pt>
                      <c:pt idx="258">
                        <c:v>38434</c:v>
                      </c:pt>
                      <c:pt idx="259">
                        <c:v>38435</c:v>
                      </c:pt>
                      <c:pt idx="260">
                        <c:v>38436</c:v>
                      </c:pt>
                      <c:pt idx="261">
                        <c:v>38439</c:v>
                      </c:pt>
                      <c:pt idx="262">
                        <c:v>38440</c:v>
                      </c:pt>
                      <c:pt idx="263">
                        <c:v>38441</c:v>
                      </c:pt>
                      <c:pt idx="264">
                        <c:v>38442</c:v>
                      </c:pt>
                      <c:pt idx="265">
                        <c:v>38443</c:v>
                      </c:pt>
                      <c:pt idx="266">
                        <c:v>38446</c:v>
                      </c:pt>
                      <c:pt idx="267">
                        <c:v>38447</c:v>
                      </c:pt>
                      <c:pt idx="268">
                        <c:v>38448</c:v>
                      </c:pt>
                      <c:pt idx="269">
                        <c:v>38449</c:v>
                      </c:pt>
                      <c:pt idx="270">
                        <c:v>38450</c:v>
                      </c:pt>
                      <c:pt idx="271">
                        <c:v>38453</c:v>
                      </c:pt>
                      <c:pt idx="272">
                        <c:v>38454</c:v>
                      </c:pt>
                      <c:pt idx="273">
                        <c:v>38455</c:v>
                      </c:pt>
                      <c:pt idx="274">
                        <c:v>38456</c:v>
                      </c:pt>
                      <c:pt idx="275">
                        <c:v>38457</c:v>
                      </c:pt>
                      <c:pt idx="276">
                        <c:v>38460</c:v>
                      </c:pt>
                      <c:pt idx="277">
                        <c:v>38461</c:v>
                      </c:pt>
                      <c:pt idx="278">
                        <c:v>38462</c:v>
                      </c:pt>
                      <c:pt idx="279">
                        <c:v>38463</c:v>
                      </c:pt>
                      <c:pt idx="280">
                        <c:v>38464</c:v>
                      </c:pt>
                      <c:pt idx="281">
                        <c:v>38467</c:v>
                      </c:pt>
                      <c:pt idx="282">
                        <c:v>38468</c:v>
                      </c:pt>
                      <c:pt idx="283">
                        <c:v>38469</c:v>
                      </c:pt>
                      <c:pt idx="284">
                        <c:v>38470</c:v>
                      </c:pt>
                      <c:pt idx="285">
                        <c:v>38471</c:v>
                      </c:pt>
                      <c:pt idx="286">
                        <c:v>38474</c:v>
                      </c:pt>
                      <c:pt idx="287">
                        <c:v>38475</c:v>
                      </c:pt>
                      <c:pt idx="288">
                        <c:v>38476</c:v>
                      </c:pt>
                      <c:pt idx="289">
                        <c:v>38477</c:v>
                      </c:pt>
                      <c:pt idx="290">
                        <c:v>38478</c:v>
                      </c:pt>
                      <c:pt idx="291">
                        <c:v>38481</c:v>
                      </c:pt>
                      <c:pt idx="292">
                        <c:v>38482</c:v>
                      </c:pt>
                      <c:pt idx="293">
                        <c:v>38483</c:v>
                      </c:pt>
                      <c:pt idx="294">
                        <c:v>38484</c:v>
                      </c:pt>
                      <c:pt idx="295">
                        <c:v>38485</c:v>
                      </c:pt>
                      <c:pt idx="296">
                        <c:v>38488</c:v>
                      </c:pt>
                      <c:pt idx="297">
                        <c:v>38489</c:v>
                      </c:pt>
                      <c:pt idx="298">
                        <c:v>38490</c:v>
                      </c:pt>
                      <c:pt idx="299">
                        <c:v>38491</c:v>
                      </c:pt>
                      <c:pt idx="300">
                        <c:v>38492</c:v>
                      </c:pt>
                      <c:pt idx="301">
                        <c:v>38495</c:v>
                      </c:pt>
                      <c:pt idx="302">
                        <c:v>38496</c:v>
                      </c:pt>
                      <c:pt idx="303">
                        <c:v>38497</c:v>
                      </c:pt>
                      <c:pt idx="304">
                        <c:v>38498</c:v>
                      </c:pt>
                      <c:pt idx="305">
                        <c:v>38499</c:v>
                      </c:pt>
                      <c:pt idx="306">
                        <c:v>38503</c:v>
                      </c:pt>
                      <c:pt idx="307">
                        <c:v>38504</c:v>
                      </c:pt>
                      <c:pt idx="308">
                        <c:v>38505</c:v>
                      </c:pt>
                      <c:pt idx="309">
                        <c:v>38506</c:v>
                      </c:pt>
                      <c:pt idx="310">
                        <c:v>38509</c:v>
                      </c:pt>
                      <c:pt idx="311">
                        <c:v>38510</c:v>
                      </c:pt>
                      <c:pt idx="312">
                        <c:v>38511</c:v>
                      </c:pt>
                      <c:pt idx="313">
                        <c:v>38512</c:v>
                      </c:pt>
                      <c:pt idx="314">
                        <c:v>38513</c:v>
                      </c:pt>
                      <c:pt idx="315">
                        <c:v>38516</c:v>
                      </c:pt>
                      <c:pt idx="316">
                        <c:v>38517</c:v>
                      </c:pt>
                      <c:pt idx="317">
                        <c:v>38518</c:v>
                      </c:pt>
                      <c:pt idx="318">
                        <c:v>38519</c:v>
                      </c:pt>
                      <c:pt idx="319">
                        <c:v>38520</c:v>
                      </c:pt>
                      <c:pt idx="320">
                        <c:v>38523</c:v>
                      </c:pt>
                      <c:pt idx="321">
                        <c:v>38524</c:v>
                      </c:pt>
                      <c:pt idx="322">
                        <c:v>38525</c:v>
                      </c:pt>
                      <c:pt idx="323">
                        <c:v>38526</c:v>
                      </c:pt>
                      <c:pt idx="324">
                        <c:v>38527</c:v>
                      </c:pt>
                      <c:pt idx="325">
                        <c:v>38530</c:v>
                      </c:pt>
                      <c:pt idx="326">
                        <c:v>38531</c:v>
                      </c:pt>
                      <c:pt idx="327">
                        <c:v>38532</c:v>
                      </c:pt>
                      <c:pt idx="328">
                        <c:v>38533</c:v>
                      </c:pt>
                      <c:pt idx="329">
                        <c:v>38534</c:v>
                      </c:pt>
                      <c:pt idx="330">
                        <c:v>38537</c:v>
                      </c:pt>
                      <c:pt idx="331">
                        <c:v>38538</c:v>
                      </c:pt>
                      <c:pt idx="332">
                        <c:v>38539</c:v>
                      </c:pt>
                      <c:pt idx="333">
                        <c:v>38540</c:v>
                      </c:pt>
                      <c:pt idx="334">
                        <c:v>38541</c:v>
                      </c:pt>
                      <c:pt idx="335">
                        <c:v>38544</c:v>
                      </c:pt>
                      <c:pt idx="336">
                        <c:v>38545</c:v>
                      </c:pt>
                      <c:pt idx="337">
                        <c:v>38546</c:v>
                      </c:pt>
                      <c:pt idx="338">
                        <c:v>38547</c:v>
                      </c:pt>
                      <c:pt idx="339">
                        <c:v>38548</c:v>
                      </c:pt>
                      <c:pt idx="340">
                        <c:v>38551</c:v>
                      </c:pt>
                      <c:pt idx="341">
                        <c:v>38552</c:v>
                      </c:pt>
                      <c:pt idx="342">
                        <c:v>38553</c:v>
                      </c:pt>
                      <c:pt idx="343">
                        <c:v>38554</c:v>
                      </c:pt>
                      <c:pt idx="344">
                        <c:v>38555</c:v>
                      </c:pt>
                      <c:pt idx="345">
                        <c:v>38558</c:v>
                      </c:pt>
                      <c:pt idx="346">
                        <c:v>38559</c:v>
                      </c:pt>
                      <c:pt idx="347">
                        <c:v>38560</c:v>
                      </c:pt>
                      <c:pt idx="348">
                        <c:v>38561</c:v>
                      </c:pt>
                      <c:pt idx="349">
                        <c:v>38562</c:v>
                      </c:pt>
                      <c:pt idx="350">
                        <c:v>38565</c:v>
                      </c:pt>
                      <c:pt idx="351">
                        <c:v>38566</c:v>
                      </c:pt>
                      <c:pt idx="352">
                        <c:v>38567</c:v>
                      </c:pt>
                      <c:pt idx="353">
                        <c:v>38568</c:v>
                      </c:pt>
                      <c:pt idx="354">
                        <c:v>38569</c:v>
                      </c:pt>
                      <c:pt idx="355">
                        <c:v>38572</c:v>
                      </c:pt>
                      <c:pt idx="356">
                        <c:v>38573</c:v>
                      </c:pt>
                      <c:pt idx="357">
                        <c:v>38574</c:v>
                      </c:pt>
                      <c:pt idx="358">
                        <c:v>38575</c:v>
                      </c:pt>
                      <c:pt idx="359">
                        <c:v>38576</c:v>
                      </c:pt>
                      <c:pt idx="360">
                        <c:v>38579</c:v>
                      </c:pt>
                      <c:pt idx="361">
                        <c:v>38580</c:v>
                      </c:pt>
                      <c:pt idx="362">
                        <c:v>38581</c:v>
                      </c:pt>
                      <c:pt idx="363">
                        <c:v>38582</c:v>
                      </c:pt>
                      <c:pt idx="364">
                        <c:v>38583</c:v>
                      </c:pt>
                      <c:pt idx="365">
                        <c:v>38586</c:v>
                      </c:pt>
                      <c:pt idx="366">
                        <c:v>38587</c:v>
                      </c:pt>
                      <c:pt idx="367">
                        <c:v>38588</c:v>
                      </c:pt>
                      <c:pt idx="368">
                        <c:v>38589</c:v>
                      </c:pt>
                      <c:pt idx="369">
                        <c:v>38590</c:v>
                      </c:pt>
                      <c:pt idx="370">
                        <c:v>38593</c:v>
                      </c:pt>
                      <c:pt idx="371">
                        <c:v>38594</c:v>
                      </c:pt>
                      <c:pt idx="372">
                        <c:v>38595</c:v>
                      </c:pt>
                      <c:pt idx="373">
                        <c:v>38596</c:v>
                      </c:pt>
                      <c:pt idx="374">
                        <c:v>38597</c:v>
                      </c:pt>
                      <c:pt idx="375">
                        <c:v>38600</c:v>
                      </c:pt>
                      <c:pt idx="376">
                        <c:v>38601</c:v>
                      </c:pt>
                      <c:pt idx="377">
                        <c:v>38602</c:v>
                      </c:pt>
                      <c:pt idx="378">
                        <c:v>38603</c:v>
                      </c:pt>
                      <c:pt idx="379">
                        <c:v>38604</c:v>
                      </c:pt>
                      <c:pt idx="380">
                        <c:v>38607</c:v>
                      </c:pt>
                      <c:pt idx="381">
                        <c:v>38608</c:v>
                      </c:pt>
                      <c:pt idx="382">
                        <c:v>38609</c:v>
                      </c:pt>
                      <c:pt idx="383">
                        <c:v>38610</c:v>
                      </c:pt>
                      <c:pt idx="384">
                        <c:v>38611</c:v>
                      </c:pt>
                      <c:pt idx="385">
                        <c:v>38614</c:v>
                      </c:pt>
                      <c:pt idx="386">
                        <c:v>38615</c:v>
                      </c:pt>
                      <c:pt idx="387">
                        <c:v>38616</c:v>
                      </c:pt>
                      <c:pt idx="388">
                        <c:v>38617</c:v>
                      </c:pt>
                      <c:pt idx="389">
                        <c:v>38618</c:v>
                      </c:pt>
                      <c:pt idx="390">
                        <c:v>38621</c:v>
                      </c:pt>
                      <c:pt idx="391">
                        <c:v>38622</c:v>
                      </c:pt>
                      <c:pt idx="392">
                        <c:v>38623</c:v>
                      </c:pt>
                      <c:pt idx="393">
                        <c:v>38624</c:v>
                      </c:pt>
                      <c:pt idx="394">
                        <c:v>38625</c:v>
                      </c:pt>
                      <c:pt idx="395">
                        <c:v>38628</c:v>
                      </c:pt>
                      <c:pt idx="396">
                        <c:v>38629</c:v>
                      </c:pt>
                      <c:pt idx="397">
                        <c:v>38630</c:v>
                      </c:pt>
                      <c:pt idx="398">
                        <c:v>38631</c:v>
                      </c:pt>
                      <c:pt idx="399">
                        <c:v>38632</c:v>
                      </c:pt>
                      <c:pt idx="400">
                        <c:v>38635</c:v>
                      </c:pt>
                      <c:pt idx="401">
                        <c:v>38636</c:v>
                      </c:pt>
                      <c:pt idx="402">
                        <c:v>38637</c:v>
                      </c:pt>
                      <c:pt idx="403">
                        <c:v>38638</c:v>
                      </c:pt>
                      <c:pt idx="404">
                        <c:v>38639</c:v>
                      </c:pt>
                      <c:pt idx="405">
                        <c:v>38642</c:v>
                      </c:pt>
                      <c:pt idx="406">
                        <c:v>38643</c:v>
                      </c:pt>
                      <c:pt idx="407">
                        <c:v>38644</c:v>
                      </c:pt>
                      <c:pt idx="408">
                        <c:v>38645</c:v>
                      </c:pt>
                      <c:pt idx="409">
                        <c:v>38646</c:v>
                      </c:pt>
                      <c:pt idx="410">
                        <c:v>38649</c:v>
                      </c:pt>
                      <c:pt idx="411">
                        <c:v>38650</c:v>
                      </c:pt>
                      <c:pt idx="412">
                        <c:v>38651</c:v>
                      </c:pt>
                      <c:pt idx="413">
                        <c:v>38652</c:v>
                      </c:pt>
                      <c:pt idx="414">
                        <c:v>38653</c:v>
                      </c:pt>
                      <c:pt idx="415">
                        <c:v>38656</c:v>
                      </c:pt>
                      <c:pt idx="416">
                        <c:v>38657</c:v>
                      </c:pt>
                      <c:pt idx="417">
                        <c:v>38658</c:v>
                      </c:pt>
                      <c:pt idx="418">
                        <c:v>38659</c:v>
                      </c:pt>
                      <c:pt idx="419">
                        <c:v>38660</c:v>
                      </c:pt>
                      <c:pt idx="420">
                        <c:v>38663</c:v>
                      </c:pt>
                      <c:pt idx="421">
                        <c:v>38664</c:v>
                      </c:pt>
                      <c:pt idx="422">
                        <c:v>38665</c:v>
                      </c:pt>
                      <c:pt idx="423">
                        <c:v>38666</c:v>
                      </c:pt>
                      <c:pt idx="424">
                        <c:v>38667</c:v>
                      </c:pt>
                      <c:pt idx="425">
                        <c:v>38670</c:v>
                      </c:pt>
                      <c:pt idx="426">
                        <c:v>38671</c:v>
                      </c:pt>
                      <c:pt idx="427">
                        <c:v>38672</c:v>
                      </c:pt>
                      <c:pt idx="428">
                        <c:v>38673</c:v>
                      </c:pt>
                      <c:pt idx="429">
                        <c:v>38674</c:v>
                      </c:pt>
                      <c:pt idx="430">
                        <c:v>38677</c:v>
                      </c:pt>
                      <c:pt idx="431">
                        <c:v>38678</c:v>
                      </c:pt>
                      <c:pt idx="432">
                        <c:v>38679</c:v>
                      </c:pt>
                      <c:pt idx="433">
                        <c:v>38680</c:v>
                      </c:pt>
                      <c:pt idx="434">
                        <c:v>38681</c:v>
                      </c:pt>
                      <c:pt idx="435">
                        <c:v>38684</c:v>
                      </c:pt>
                      <c:pt idx="436">
                        <c:v>38685</c:v>
                      </c:pt>
                      <c:pt idx="437">
                        <c:v>38686</c:v>
                      </c:pt>
                      <c:pt idx="438">
                        <c:v>38687</c:v>
                      </c:pt>
                      <c:pt idx="439">
                        <c:v>38688</c:v>
                      </c:pt>
                      <c:pt idx="440">
                        <c:v>38691</c:v>
                      </c:pt>
                      <c:pt idx="441">
                        <c:v>38692</c:v>
                      </c:pt>
                      <c:pt idx="442">
                        <c:v>38693</c:v>
                      </c:pt>
                      <c:pt idx="443">
                        <c:v>38694</c:v>
                      </c:pt>
                      <c:pt idx="444">
                        <c:v>38695</c:v>
                      </c:pt>
                      <c:pt idx="445">
                        <c:v>38698</c:v>
                      </c:pt>
                      <c:pt idx="446">
                        <c:v>38699</c:v>
                      </c:pt>
                      <c:pt idx="447">
                        <c:v>38700</c:v>
                      </c:pt>
                      <c:pt idx="448">
                        <c:v>38701</c:v>
                      </c:pt>
                      <c:pt idx="449">
                        <c:v>38702</c:v>
                      </c:pt>
                      <c:pt idx="450">
                        <c:v>38705</c:v>
                      </c:pt>
                      <c:pt idx="451">
                        <c:v>38706</c:v>
                      </c:pt>
                      <c:pt idx="452">
                        <c:v>38707</c:v>
                      </c:pt>
                      <c:pt idx="453">
                        <c:v>38708</c:v>
                      </c:pt>
                      <c:pt idx="454">
                        <c:v>38709</c:v>
                      </c:pt>
                      <c:pt idx="455">
                        <c:v>38712</c:v>
                      </c:pt>
                      <c:pt idx="456">
                        <c:v>38713</c:v>
                      </c:pt>
                      <c:pt idx="457">
                        <c:v>38714</c:v>
                      </c:pt>
                      <c:pt idx="458">
                        <c:v>38715</c:v>
                      </c:pt>
                      <c:pt idx="459">
                        <c:v>38716</c:v>
                      </c:pt>
                      <c:pt idx="460">
                        <c:v>38719</c:v>
                      </c:pt>
                      <c:pt idx="461">
                        <c:v>38720</c:v>
                      </c:pt>
                      <c:pt idx="462">
                        <c:v>38721</c:v>
                      </c:pt>
                      <c:pt idx="463">
                        <c:v>38722</c:v>
                      </c:pt>
                      <c:pt idx="464">
                        <c:v>38723</c:v>
                      </c:pt>
                      <c:pt idx="465">
                        <c:v>38726</c:v>
                      </c:pt>
                      <c:pt idx="466">
                        <c:v>38727</c:v>
                      </c:pt>
                      <c:pt idx="467">
                        <c:v>38728</c:v>
                      </c:pt>
                      <c:pt idx="468">
                        <c:v>38729</c:v>
                      </c:pt>
                      <c:pt idx="469">
                        <c:v>38730</c:v>
                      </c:pt>
                      <c:pt idx="470">
                        <c:v>38733</c:v>
                      </c:pt>
                      <c:pt idx="471">
                        <c:v>38734</c:v>
                      </c:pt>
                      <c:pt idx="472">
                        <c:v>38735</c:v>
                      </c:pt>
                      <c:pt idx="473">
                        <c:v>38736</c:v>
                      </c:pt>
                      <c:pt idx="474">
                        <c:v>38737</c:v>
                      </c:pt>
                      <c:pt idx="475">
                        <c:v>38740</c:v>
                      </c:pt>
                      <c:pt idx="476">
                        <c:v>38741</c:v>
                      </c:pt>
                      <c:pt idx="477">
                        <c:v>38742</c:v>
                      </c:pt>
                      <c:pt idx="478">
                        <c:v>38743</c:v>
                      </c:pt>
                      <c:pt idx="479">
                        <c:v>38744</c:v>
                      </c:pt>
                      <c:pt idx="480">
                        <c:v>38747</c:v>
                      </c:pt>
                      <c:pt idx="481">
                        <c:v>38748</c:v>
                      </c:pt>
                      <c:pt idx="482">
                        <c:v>38749</c:v>
                      </c:pt>
                      <c:pt idx="483">
                        <c:v>38750</c:v>
                      </c:pt>
                      <c:pt idx="484">
                        <c:v>38751</c:v>
                      </c:pt>
                      <c:pt idx="485">
                        <c:v>38754</c:v>
                      </c:pt>
                      <c:pt idx="486">
                        <c:v>38755</c:v>
                      </c:pt>
                      <c:pt idx="487">
                        <c:v>38756</c:v>
                      </c:pt>
                      <c:pt idx="488">
                        <c:v>38757</c:v>
                      </c:pt>
                      <c:pt idx="489">
                        <c:v>38758</c:v>
                      </c:pt>
                      <c:pt idx="490">
                        <c:v>38761</c:v>
                      </c:pt>
                      <c:pt idx="491">
                        <c:v>38762</c:v>
                      </c:pt>
                      <c:pt idx="492">
                        <c:v>38763</c:v>
                      </c:pt>
                      <c:pt idx="493">
                        <c:v>38764</c:v>
                      </c:pt>
                      <c:pt idx="494">
                        <c:v>38765</c:v>
                      </c:pt>
                      <c:pt idx="495">
                        <c:v>38768</c:v>
                      </c:pt>
                      <c:pt idx="496">
                        <c:v>38769</c:v>
                      </c:pt>
                      <c:pt idx="497">
                        <c:v>38770</c:v>
                      </c:pt>
                      <c:pt idx="498">
                        <c:v>38771</c:v>
                      </c:pt>
                      <c:pt idx="499">
                        <c:v>38772</c:v>
                      </c:pt>
                      <c:pt idx="500">
                        <c:v>38775</c:v>
                      </c:pt>
                      <c:pt idx="501">
                        <c:v>38776</c:v>
                      </c:pt>
                      <c:pt idx="502">
                        <c:v>38777</c:v>
                      </c:pt>
                      <c:pt idx="503">
                        <c:v>38778</c:v>
                      </c:pt>
                      <c:pt idx="504">
                        <c:v>38779</c:v>
                      </c:pt>
                      <c:pt idx="505">
                        <c:v>38782</c:v>
                      </c:pt>
                      <c:pt idx="506">
                        <c:v>38783</c:v>
                      </c:pt>
                      <c:pt idx="507">
                        <c:v>38784</c:v>
                      </c:pt>
                      <c:pt idx="508">
                        <c:v>38785</c:v>
                      </c:pt>
                      <c:pt idx="509">
                        <c:v>38786</c:v>
                      </c:pt>
                      <c:pt idx="510">
                        <c:v>38789</c:v>
                      </c:pt>
                      <c:pt idx="511">
                        <c:v>38790</c:v>
                      </c:pt>
                      <c:pt idx="512">
                        <c:v>38791</c:v>
                      </c:pt>
                      <c:pt idx="513">
                        <c:v>38792</c:v>
                      </c:pt>
                      <c:pt idx="514">
                        <c:v>38793</c:v>
                      </c:pt>
                      <c:pt idx="515">
                        <c:v>38796</c:v>
                      </c:pt>
                      <c:pt idx="516">
                        <c:v>38797</c:v>
                      </c:pt>
                      <c:pt idx="517">
                        <c:v>38798</c:v>
                      </c:pt>
                      <c:pt idx="518">
                        <c:v>38799</c:v>
                      </c:pt>
                      <c:pt idx="519">
                        <c:v>38800</c:v>
                      </c:pt>
                      <c:pt idx="520">
                        <c:v>38803</c:v>
                      </c:pt>
                      <c:pt idx="521">
                        <c:v>38804</c:v>
                      </c:pt>
                      <c:pt idx="522">
                        <c:v>38805</c:v>
                      </c:pt>
                      <c:pt idx="523">
                        <c:v>38806</c:v>
                      </c:pt>
                      <c:pt idx="524">
                        <c:v>38807</c:v>
                      </c:pt>
                      <c:pt idx="525">
                        <c:v>38810</c:v>
                      </c:pt>
                      <c:pt idx="526">
                        <c:v>38811</c:v>
                      </c:pt>
                      <c:pt idx="527">
                        <c:v>38812</c:v>
                      </c:pt>
                      <c:pt idx="528">
                        <c:v>38813</c:v>
                      </c:pt>
                      <c:pt idx="529">
                        <c:v>38814</c:v>
                      </c:pt>
                      <c:pt idx="530">
                        <c:v>38817</c:v>
                      </c:pt>
                      <c:pt idx="531">
                        <c:v>38818</c:v>
                      </c:pt>
                      <c:pt idx="532">
                        <c:v>38819</c:v>
                      </c:pt>
                      <c:pt idx="533">
                        <c:v>38820</c:v>
                      </c:pt>
                      <c:pt idx="534">
                        <c:v>38821</c:v>
                      </c:pt>
                      <c:pt idx="535">
                        <c:v>38824</c:v>
                      </c:pt>
                      <c:pt idx="536">
                        <c:v>38825</c:v>
                      </c:pt>
                      <c:pt idx="537">
                        <c:v>38826</c:v>
                      </c:pt>
                      <c:pt idx="538">
                        <c:v>38827</c:v>
                      </c:pt>
                      <c:pt idx="539">
                        <c:v>38828</c:v>
                      </c:pt>
                      <c:pt idx="540">
                        <c:v>38831</c:v>
                      </c:pt>
                      <c:pt idx="541">
                        <c:v>38832</c:v>
                      </c:pt>
                      <c:pt idx="542">
                        <c:v>38833</c:v>
                      </c:pt>
                      <c:pt idx="543">
                        <c:v>38834</c:v>
                      </c:pt>
                      <c:pt idx="544">
                        <c:v>38835</c:v>
                      </c:pt>
                      <c:pt idx="545">
                        <c:v>38838</c:v>
                      </c:pt>
                      <c:pt idx="546">
                        <c:v>38839</c:v>
                      </c:pt>
                      <c:pt idx="547">
                        <c:v>38840</c:v>
                      </c:pt>
                      <c:pt idx="548">
                        <c:v>38841</c:v>
                      </c:pt>
                      <c:pt idx="549">
                        <c:v>38842</c:v>
                      </c:pt>
                      <c:pt idx="550">
                        <c:v>38845</c:v>
                      </c:pt>
                      <c:pt idx="551">
                        <c:v>38846</c:v>
                      </c:pt>
                      <c:pt idx="552">
                        <c:v>38847</c:v>
                      </c:pt>
                      <c:pt idx="553">
                        <c:v>38848</c:v>
                      </c:pt>
                      <c:pt idx="554">
                        <c:v>38849</c:v>
                      </c:pt>
                      <c:pt idx="555">
                        <c:v>38852</c:v>
                      </c:pt>
                      <c:pt idx="556">
                        <c:v>38853</c:v>
                      </c:pt>
                      <c:pt idx="557">
                        <c:v>38854</c:v>
                      </c:pt>
                      <c:pt idx="558">
                        <c:v>38855</c:v>
                      </c:pt>
                      <c:pt idx="559">
                        <c:v>38856</c:v>
                      </c:pt>
                      <c:pt idx="560">
                        <c:v>38859</c:v>
                      </c:pt>
                      <c:pt idx="561">
                        <c:v>38860</c:v>
                      </c:pt>
                      <c:pt idx="562">
                        <c:v>38861</c:v>
                      </c:pt>
                      <c:pt idx="563">
                        <c:v>38862</c:v>
                      </c:pt>
                      <c:pt idx="564">
                        <c:v>38863</c:v>
                      </c:pt>
                      <c:pt idx="565">
                        <c:v>38866</c:v>
                      </c:pt>
                      <c:pt idx="566">
                        <c:v>38867</c:v>
                      </c:pt>
                      <c:pt idx="567">
                        <c:v>38868</c:v>
                      </c:pt>
                      <c:pt idx="568">
                        <c:v>38869</c:v>
                      </c:pt>
                      <c:pt idx="569">
                        <c:v>38870</c:v>
                      </c:pt>
                      <c:pt idx="570">
                        <c:v>38873</c:v>
                      </c:pt>
                      <c:pt idx="571">
                        <c:v>38874</c:v>
                      </c:pt>
                      <c:pt idx="572">
                        <c:v>38875</c:v>
                      </c:pt>
                      <c:pt idx="573">
                        <c:v>38876</c:v>
                      </c:pt>
                      <c:pt idx="574">
                        <c:v>38877</c:v>
                      </c:pt>
                      <c:pt idx="575">
                        <c:v>38880</c:v>
                      </c:pt>
                      <c:pt idx="576">
                        <c:v>38881</c:v>
                      </c:pt>
                      <c:pt idx="577">
                        <c:v>38882</c:v>
                      </c:pt>
                      <c:pt idx="578">
                        <c:v>38883</c:v>
                      </c:pt>
                      <c:pt idx="579">
                        <c:v>38884</c:v>
                      </c:pt>
                      <c:pt idx="580">
                        <c:v>38887</c:v>
                      </c:pt>
                      <c:pt idx="581">
                        <c:v>38888</c:v>
                      </c:pt>
                      <c:pt idx="582">
                        <c:v>38889</c:v>
                      </c:pt>
                      <c:pt idx="583">
                        <c:v>38890</c:v>
                      </c:pt>
                      <c:pt idx="584">
                        <c:v>38891</c:v>
                      </c:pt>
                      <c:pt idx="585">
                        <c:v>38894</c:v>
                      </c:pt>
                      <c:pt idx="586">
                        <c:v>38895</c:v>
                      </c:pt>
                      <c:pt idx="587">
                        <c:v>38896</c:v>
                      </c:pt>
                      <c:pt idx="588">
                        <c:v>38897</c:v>
                      </c:pt>
                      <c:pt idx="589">
                        <c:v>38898</c:v>
                      </c:pt>
                      <c:pt idx="590">
                        <c:v>38901</c:v>
                      </c:pt>
                      <c:pt idx="591">
                        <c:v>38902</c:v>
                      </c:pt>
                      <c:pt idx="592">
                        <c:v>38903</c:v>
                      </c:pt>
                      <c:pt idx="593">
                        <c:v>38904</c:v>
                      </c:pt>
                      <c:pt idx="594">
                        <c:v>38905</c:v>
                      </c:pt>
                      <c:pt idx="595">
                        <c:v>38908</c:v>
                      </c:pt>
                      <c:pt idx="596">
                        <c:v>38909</c:v>
                      </c:pt>
                      <c:pt idx="597">
                        <c:v>38910</c:v>
                      </c:pt>
                      <c:pt idx="598">
                        <c:v>38911</c:v>
                      </c:pt>
                      <c:pt idx="599">
                        <c:v>38912</c:v>
                      </c:pt>
                      <c:pt idx="600">
                        <c:v>38915</c:v>
                      </c:pt>
                      <c:pt idx="601">
                        <c:v>38916</c:v>
                      </c:pt>
                      <c:pt idx="602">
                        <c:v>38917</c:v>
                      </c:pt>
                      <c:pt idx="603">
                        <c:v>38918</c:v>
                      </c:pt>
                      <c:pt idx="604">
                        <c:v>38919</c:v>
                      </c:pt>
                      <c:pt idx="605">
                        <c:v>38922</c:v>
                      </c:pt>
                      <c:pt idx="606">
                        <c:v>38923</c:v>
                      </c:pt>
                      <c:pt idx="607">
                        <c:v>38924</c:v>
                      </c:pt>
                      <c:pt idx="608">
                        <c:v>38925</c:v>
                      </c:pt>
                      <c:pt idx="609">
                        <c:v>38926</c:v>
                      </c:pt>
                      <c:pt idx="610">
                        <c:v>38929</c:v>
                      </c:pt>
                      <c:pt idx="611">
                        <c:v>38930</c:v>
                      </c:pt>
                      <c:pt idx="612">
                        <c:v>38931</c:v>
                      </c:pt>
                      <c:pt idx="613">
                        <c:v>38932</c:v>
                      </c:pt>
                      <c:pt idx="614">
                        <c:v>38933</c:v>
                      </c:pt>
                      <c:pt idx="615">
                        <c:v>38936</c:v>
                      </c:pt>
                      <c:pt idx="616">
                        <c:v>38937</c:v>
                      </c:pt>
                      <c:pt idx="617">
                        <c:v>38938</c:v>
                      </c:pt>
                      <c:pt idx="618">
                        <c:v>38939</c:v>
                      </c:pt>
                      <c:pt idx="619">
                        <c:v>38940</c:v>
                      </c:pt>
                      <c:pt idx="620">
                        <c:v>38943</c:v>
                      </c:pt>
                      <c:pt idx="621">
                        <c:v>38944</c:v>
                      </c:pt>
                      <c:pt idx="622">
                        <c:v>38945</c:v>
                      </c:pt>
                      <c:pt idx="623">
                        <c:v>38946</c:v>
                      </c:pt>
                      <c:pt idx="624">
                        <c:v>38947</c:v>
                      </c:pt>
                      <c:pt idx="625">
                        <c:v>38950</c:v>
                      </c:pt>
                      <c:pt idx="626">
                        <c:v>38951</c:v>
                      </c:pt>
                      <c:pt idx="627">
                        <c:v>38952</c:v>
                      </c:pt>
                      <c:pt idx="628">
                        <c:v>38953</c:v>
                      </c:pt>
                      <c:pt idx="629">
                        <c:v>38954</c:v>
                      </c:pt>
                      <c:pt idx="630">
                        <c:v>38957</c:v>
                      </c:pt>
                      <c:pt idx="631">
                        <c:v>38958</c:v>
                      </c:pt>
                      <c:pt idx="632">
                        <c:v>38959</c:v>
                      </c:pt>
                      <c:pt idx="633">
                        <c:v>38960</c:v>
                      </c:pt>
                      <c:pt idx="634">
                        <c:v>38961</c:v>
                      </c:pt>
                      <c:pt idx="635">
                        <c:v>38964</c:v>
                      </c:pt>
                      <c:pt idx="636">
                        <c:v>38965</c:v>
                      </c:pt>
                      <c:pt idx="637">
                        <c:v>38966</c:v>
                      </c:pt>
                      <c:pt idx="638">
                        <c:v>38967</c:v>
                      </c:pt>
                      <c:pt idx="639">
                        <c:v>38968</c:v>
                      </c:pt>
                      <c:pt idx="640">
                        <c:v>38971</c:v>
                      </c:pt>
                      <c:pt idx="641">
                        <c:v>38972</c:v>
                      </c:pt>
                      <c:pt idx="642">
                        <c:v>38973</c:v>
                      </c:pt>
                      <c:pt idx="643">
                        <c:v>38974</c:v>
                      </c:pt>
                      <c:pt idx="644">
                        <c:v>38975</c:v>
                      </c:pt>
                      <c:pt idx="645">
                        <c:v>38978</c:v>
                      </c:pt>
                      <c:pt idx="646">
                        <c:v>38979</c:v>
                      </c:pt>
                      <c:pt idx="647">
                        <c:v>38980</c:v>
                      </c:pt>
                      <c:pt idx="648">
                        <c:v>38981</c:v>
                      </c:pt>
                      <c:pt idx="649">
                        <c:v>38982</c:v>
                      </c:pt>
                      <c:pt idx="650">
                        <c:v>38985</c:v>
                      </c:pt>
                      <c:pt idx="651">
                        <c:v>38986</c:v>
                      </c:pt>
                      <c:pt idx="652">
                        <c:v>38987</c:v>
                      </c:pt>
                      <c:pt idx="653">
                        <c:v>38988</c:v>
                      </c:pt>
                      <c:pt idx="654">
                        <c:v>38989</c:v>
                      </c:pt>
                      <c:pt idx="655">
                        <c:v>38992</c:v>
                      </c:pt>
                      <c:pt idx="656">
                        <c:v>38993</c:v>
                      </c:pt>
                      <c:pt idx="657">
                        <c:v>38994</c:v>
                      </c:pt>
                      <c:pt idx="658">
                        <c:v>38995</c:v>
                      </c:pt>
                      <c:pt idx="659">
                        <c:v>38996</c:v>
                      </c:pt>
                      <c:pt idx="660">
                        <c:v>38999</c:v>
                      </c:pt>
                      <c:pt idx="661">
                        <c:v>39000</c:v>
                      </c:pt>
                      <c:pt idx="662">
                        <c:v>39001</c:v>
                      </c:pt>
                      <c:pt idx="663">
                        <c:v>39002</c:v>
                      </c:pt>
                      <c:pt idx="664">
                        <c:v>39003</c:v>
                      </c:pt>
                      <c:pt idx="665">
                        <c:v>39006</c:v>
                      </c:pt>
                      <c:pt idx="666">
                        <c:v>39007</c:v>
                      </c:pt>
                      <c:pt idx="667">
                        <c:v>39008</c:v>
                      </c:pt>
                      <c:pt idx="668">
                        <c:v>39009</c:v>
                      </c:pt>
                      <c:pt idx="669">
                        <c:v>39010</c:v>
                      </c:pt>
                      <c:pt idx="670">
                        <c:v>39013</c:v>
                      </c:pt>
                      <c:pt idx="671">
                        <c:v>39014</c:v>
                      </c:pt>
                      <c:pt idx="672">
                        <c:v>39015</c:v>
                      </c:pt>
                      <c:pt idx="673">
                        <c:v>39016</c:v>
                      </c:pt>
                      <c:pt idx="674">
                        <c:v>39017</c:v>
                      </c:pt>
                      <c:pt idx="675">
                        <c:v>39020</c:v>
                      </c:pt>
                      <c:pt idx="676">
                        <c:v>39021</c:v>
                      </c:pt>
                      <c:pt idx="677">
                        <c:v>39022</c:v>
                      </c:pt>
                      <c:pt idx="678">
                        <c:v>39023</c:v>
                      </c:pt>
                      <c:pt idx="679">
                        <c:v>39024</c:v>
                      </c:pt>
                      <c:pt idx="680">
                        <c:v>39027</c:v>
                      </c:pt>
                      <c:pt idx="681">
                        <c:v>39028</c:v>
                      </c:pt>
                      <c:pt idx="682">
                        <c:v>39029</c:v>
                      </c:pt>
                      <c:pt idx="683">
                        <c:v>39030</c:v>
                      </c:pt>
                      <c:pt idx="684">
                        <c:v>39031</c:v>
                      </c:pt>
                      <c:pt idx="685">
                        <c:v>39034</c:v>
                      </c:pt>
                      <c:pt idx="686">
                        <c:v>39035</c:v>
                      </c:pt>
                      <c:pt idx="687">
                        <c:v>39036</c:v>
                      </c:pt>
                      <c:pt idx="688">
                        <c:v>39037</c:v>
                      </c:pt>
                      <c:pt idx="689">
                        <c:v>39038</c:v>
                      </c:pt>
                      <c:pt idx="690">
                        <c:v>39041</c:v>
                      </c:pt>
                      <c:pt idx="691">
                        <c:v>39042</c:v>
                      </c:pt>
                      <c:pt idx="692">
                        <c:v>39043</c:v>
                      </c:pt>
                      <c:pt idx="693">
                        <c:v>39044</c:v>
                      </c:pt>
                      <c:pt idx="694">
                        <c:v>39045</c:v>
                      </c:pt>
                      <c:pt idx="695">
                        <c:v>39048</c:v>
                      </c:pt>
                      <c:pt idx="696">
                        <c:v>39049</c:v>
                      </c:pt>
                      <c:pt idx="697">
                        <c:v>39050</c:v>
                      </c:pt>
                      <c:pt idx="698">
                        <c:v>39051</c:v>
                      </c:pt>
                      <c:pt idx="699">
                        <c:v>39052</c:v>
                      </c:pt>
                      <c:pt idx="700">
                        <c:v>39055</c:v>
                      </c:pt>
                      <c:pt idx="701">
                        <c:v>39056</c:v>
                      </c:pt>
                      <c:pt idx="702">
                        <c:v>39057</c:v>
                      </c:pt>
                      <c:pt idx="703">
                        <c:v>39058</c:v>
                      </c:pt>
                      <c:pt idx="704">
                        <c:v>39059</c:v>
                      </c:pt>
                      <c:pt idx="705">
                        <c:v>39062</c:v>
                      </c:pt>
                      <c:pt idx="706">
                        <c:v>39063</c:v>
                      </c:pt>
                      <c:pt idx="707">
                        <c:v>39064</c:v>
                      </c:pt>
                      <c:pt idx="708">
                        <c:v>39065</c:v>
                      </c:pt>
                      <c:pt idx="709">
                        <c:v>39066</c:v>
                      </c:pt>
                      <c:pt idx="710">
                        <c:v>39069</c:v>
                      </c:pt>
                      <c:pt idx="711">
                        <c:v>39070</c:v>
                      </c:pt>
                      <c:pt idx="712">
                        <c:v>39071</c:v>
                      </c:pt>
                      <c:pt idx="713">
                        <c:v>39072</c:v>
                      </c:pt>
                      <c:pt idx="714">
                        <c:v>39073</c:v>
                      </c:pt>
                      <c:pt idx="715">
                        <c:v>39077</c:v>
                      </c:pt>
                      <c:pt idx="716">
                        <c:v>39078</c:v>
                      </c:pt>
                      <c:pt idx="717">
                        <c:v>39079</c:v>
                      </c:pt>
                      <c:pt idx="718">
                        <c:v>39080</c:v>
                      </c:pt>
                      <c:pt idx="719">
                        <c:v>39083</c:v>
                      </c:pt>
                      <c:pt idx="720">
                        <c:v>39084</c:v>
                      </c:pt>
                      <c:pt idx="721">
                        <c:v>39085</c:v>
                      </c:pt>
                      <c:pt idx="722">
                        <c:v>39086</c:v>
                      </c:pt>
                      <c:pt idx="723">
                        <c:v>39087</c:v>
                      </c:pt>
                      <c:pt idx="724">
                        <c:v>39090</c:v>
                      </c:pt>
                      <c:pt idx="725">
                        <c:v>39091</c:v>
                      </c:pt>
                      <c:pt idx="726">
                        <c:v>39092</c:v>
                      </c:pt>
                      <c:pt idx="727">
                        <c:v>39093</c:v>
                      </c:pt>
                      <c:pt idx="728">
                        <c:v>39094</c:v>
                      </c:pt>
                      <c:pt idx="729">
                        <c:v>39097</c:v>
                      </c:pt>
                      <c:pt idx="730">
                        <c:v>39098</c:v>
                      </c:pt>
                      <c:pt idx="731">
                        <c:v>39099</c:v>
                      </c:pt>
                      <c:pt idx="732">
                        <c:v>39100</c:v>
                      </c:pt>
                      <c:pt idx="733">
                        <c:v>39101</c:v>
                      </c:pt>
                      <c:pt idx="734">
                        <c:v>39104</c:v>
                      </c:pt>
                      <c:pt idx="735">
                        <c:v>39105</c:v>
                      </c:pt>
                      <c:pt idx="736">
                        <c:v>39106</c:v>
                      </c:pt>
                      <c:pt idx="737">
                        <c:v>39107</c:v>
                      </c:pt>
                      <c:pt idx="738">
                        <c:v>39108</c:v>
                      </c:pt>
                      <c:pt idx="739">
                        <c:v>39111</c:v>
                      </c:pt>
                      <c:pt idx="740">
                        <c:v>39112</c:v>
                      </c:pt>
                      <c:pt idx="741">
                        <c:v>39113</c:v>
                      </c:pt>
                      <c:pt idx="742">
                        <c:v>39114</c:v>
                      </c:pt>
                      <c:pt idx="743">
                        <c:v>39115</c:v>
                      </c:pt>
                      <c:pt idx="744">
                        <c:v>39118</c:v>
                      </c:pt>
                      <c:pt idx="745">
                        <c:v>39119</c:v>
                      </c:pt>
                      <c:pt idx="746">
                        <c:v>39120</c:v>
                      </c:pt>
                      <c:pt idx="747">
                        <c:v>39121</c:v>
                      </c:pt>
                      <c:pt idx="748">
                        <c:v>39122</c:v>
                      </c:pt>
                      <c:pt idx="749">
                        <c:v>39125</c:v>
                      </c:pt>
                      <c:pt idx="750">
                        <c:v>39126</c:v>
                      </c:pt>
                      <c:pt idx="751">
                        <c:v>39127</c:v>
                      </c:pt>
                      <c:pt idx="752">
                        <c:v>39128</c:v>
                      </c:pt>
                      <c:pt idx="753">
                        <c:v>39129</c:v>
                      </c:pt>
                      <c:pt idx="754">
                        <c:v>39132</c:v>
                      </c:pt>
                      <c:pt idx="755">
                        <c:v>39133</c:v>
                      </c:pt>
                      <c:pt idx="756">
                        <c:v>39134</c:v>
                      </c:pt>
                      <c:pt idx="757">
                        <c:v>39135</c:v>
                      </c:pt>
                      <c:pt idx="758">
                        <c:v>39136</c:v>
                      </c:pt>
                      <c:pt idx="759">
                        <c:v>39139</c:v>
                      </c:pt>
                      <c:pt idx="760">
                        <c:v>39140</c:v>
                      </c:pt>
                      <c:pt idx="761">
                        <c:v>39141</c:v>
                      </c:pt>
                      <c:pt idx="762">
                        <c:v>39142</c:v>
                      </c:pt>
                      <c:pt idx="763">
                        <c:v>39143</c:v>
                      </c:pt>
                      <c:pt idx="764">
                        <c:v>39146</c:v>
                      </c:pt>
                      <c:pt idx="765">
                        <c:v>39147</c:v>
                      </c:pt>
                      <c:pt idx="766">
                        <c:v>39148</c:v>
                      </c:pt>
                      <c:pt idx="767">
                        <c:v>39149</c:v>
                      </c:pt>
                      <c:pt idx="768">
                        <c:v>39150</c:v>
                      </c:pt>
                      <c:pt idx="769">
                        <c:v>39153</c:v>
                      </c:pt>
                      <c:pt idx="770">
                        <c:v>39154</c:v>
                      </c:pt>
                      <c:pt idx="771">
                        <c:v>39155</c:v>
                      </c:pt>
                      <c:pt idx="772">
                        <c:v>39156</c:v>
                      </c:pt>
                      <c:pt idx="773">
                        <c:v>39157</c:v>
                      </c:pt>
                      <c:pt idx="774">
                        <c:v>39160</c:v>
                      </c:pt>
                      <c:pt idx="775">
                        <c:v>39161</c:v>
                      </c:pt>
                      <c:pt idx="776">
                        <c:v>39162</c:v>
                      </c:pt>
                      <c:pt idx="777">
                        <c:v>39163</c:v>
                      </c:pt>
                      <c:pt idx="778">
                        <c:v>39164</c:v>
                      </c:pt>
                      <c:pt idx="779">
                        <c:v>39167</c:v>
                      </c:pt>
                      <c:pt idx="780">
                        <c:v>39168</c:v>
                      </c:pt>
                      <c:pt idx="781">
                        <c:v>39169</c:v>
                      </c:pt>
                      <c:pt idx="782">
                        <c:v>39170</c:v>
                      </c:pt>
                      <c:pt idx="783">
                        <c:v>39171</c:v>
                      </c:pt>
                      <c:pt idx="784">
                        <c:v>39174</c:v>
                      </c:pt>
                      <c:pt idx="785">
                        <c:v>39175</c:v>
                      </c:pt>
                      <c:pt idx="786">
                        <c:v>39176</c:v>
                      </c:pt>
                      <c:pt idx="787">
                        <c:v>39177</c:v>
                      </c:pt>
                      <c:pt idx="788">
                        <c:v>39178</c:v>
                      </c:pt>
                      <c:pt idx="789">
                        <c:v>39181</c:v>
                      </c:pt>
                      <c:pt idx="790">
                        <c:v>39182</c:v>
                      </c:pt>
                      <c:pt idx="791">
                        <c:v>39183</c:v>
                      </c:pt>
                      <c:pt idx="792">
                        <c:v>39184</c:v>
                      </c:pt>
                      <c:pt idx="793">
                        <c:v>39185</c:v>
                      </c:pt>
                      <c:pt idx="794">
                        <c:v>39188</c:v>
                      </c:pt>
                      <c:pt idx="795">
                        <c:v>39189</c:v>
                      </c:pt>
                      <c:pt idx="796">
                        <c:v>39190</c:v>
                      </c:pt>
                      <c:pt idx="797">
                        <c:v>39191</c:v>
                      </c:pt>
                      <c:pt idx="798">
                        <c:v>39192</c:v>
                      </c:pt>
                      <c:pt idx="799">
                        <c:v>39195</c:v>
                      </c:pt>
                      <c:pt idx="800">
                        <c:v>39196</c:v>
                      </c:pt>
                      <c:pt idx="801">
                        <c:v>39197</c:v>
                      </c:pt>
                      <c:pt idx="802">
                        <c:v>39198</c:v>
                      </c:pt>
                      <c:pt idx="803">
                        <c:v>39199</c:v>
                      </c:pt>
                      <c:pt idx="804">
                        <c:v>39202</c:v>
                      </c:pt>
                      <c:pt idx="805">
                        <c:v>39203</c:v>
                      </c:pt>
                      <c:pt idx="806">
                        <c:v>39204</c:v>
                      </c:pt>
                      <c:pt idx="807">
                        <c:v>39205</c:v>
                      </c:pt>
                      <c:pt idx="808">
                        <c:v>39206</c:v>
                      </c:pt>
                      <c:pt idx="809">
                        <c:v>39209</c:v>
                      </c:pt>
                      <c:pt idx="810">
                        <c:v>39210</c:v>
                      </c:pt>
                      <c:pt idx="811">
                        <c:v>39211</c:v>
                      </c:pt>
                      <c:pt idx="812">
                        <c:v>39212</c:v>
                      </c:pt>
                      <c:pt idx="813">
                        <c:v>39213</c:v>
                      </c:pt>
                      <c:pt idx="814">
                        <c:v>39216</c:v>
                      </c:pt>
                      <c:pt idx="815">
                        <c:v>39217</c:v>
                      </c:pt>
                      <c:pt idx="816">
                        <c:v>39218</c:v>
                      </c:pt>
                      <c:pt idx="817">
                        <c:v>39219</c:v>
                      </c:pt>
                      <c:pt idx="818">
                        <c:v>39220</c:v>
                      </c:pt>
                      <c:pt idx="819">
                        <c:v>39223</c:v>
                      </c:pt>
                      <c:pt idx="820">
                        <c:v>39224</c:v>
                      </c:pt>
                      <c:pt idx="821">
                        <c:v>39225</c:v>
                      </c:pt>
                      <c:pt idx="822">
                        <c:v>39226</c:v>
                      </c:pt>
                      <c:pt idx="823">
                        <c:v>39227</c:v>
                      </c:pt>
                      <c:pt idx="824">
                        <c:v>39230</c:v>
                      </c:pt>
                      <c:pt idx="825">
                        <c:v>39231</c:v>
                      </c:pt>
                      <c:pt idx="826">
                        <c:v>39232</c:v>
                      </c:pt>
                      <c:pt idx="827">
                        <c:v>39233</c:v>
                      </c:pt>
                      <c:pt idx="828">
                        <c:v>39234</c:v>
                      </c:pt>
                      <c:pt idx="829">
                        <c:v>39237</c:v>
                      </c:pt>
                      <c:pt idx="830">
                        <c:v>39238</c:v>
                      </c:pt>
                      <c:pt idx="831">
                        <c:v>39239</c:v>
                      </c:pt>
                      <c:pt idx="832">
                        <c:v>39240</c:v>
                      </c:pt>
                      <c:pt idx="833">
                        <c:v>39241</c:v>
                      </c:pt>
                      <c:pt idx="834">
                        <c:v>39244</c:v>
                      </c:pt>
                      <c:pt idx="835">
                        <c:v>39245</c:v>
                      </c:pt>
                      <c:pt idx="836">
                        <c:v>39246</c:v>
                      </c:pt>
                      <c:pt idx="837">
                        <c:v>39247</c:v>
                      </c:pt>
                      <c:pt idx="838">
                        <c:v>39248</c:v>
                      </c:pt>
                      <c:pt idx="839">
                        <c:v>39251</c:v>
                      </c:pt>
                      <c:pt idx="840">
                        <c:v>39252</c:v>
                      </c:pt>
                      <c:pt idx="841">
                        <c:v>39253</c:v>
                      </c:pt>
                      <c:pt idx="842">
                        <c:v>39254</c:v>
                      </c:pt>
                      <c:pt idx="843">
                        <c:v>39255</c:v>
                      </c:pt>
                      <c:pt idx="844">
                        <c:v>39258</c:v>
                      </c:pt>
                      <c:pt idx="845">
                        <c:v>39259</c:v>
                      </c:pt>
                      <c:pt idx="846">
                        <c:v>39260</c:v>
                      </c:pt>
                      <c:pt idx="847">
                        <c:v>39261</c:v>
                      </c:pt>
                      <c:pt idx="848">
                        <c:v>39262</c:v>
                      </c:pt>
                      <c:pt idx="849">
                        <c:v>39265</c:v>
                      </c:pt>
                      <c:pt idx="850">
                        <c:v>39266</c:v>
                      </c:pt>
                      <c:pt idx="851">
                        <c:v>39267</c:v>
                      </c:pt>
                      <c:pt idx="852">
                        <c:v>39268</c:v>
                      </c:pt>
                      <c:pt idx="853">
                        <c:v>39269</c:v>
                      </c:pt>
                      <c:pt idx="854">
                        <c:v>39272</c:v>
                      </c:pt>
                      <c:pt idx="855">
                        <c:v>39273</c:v>
                      </c:pt>
                      <c:pt idx="856">
                        <c:v>39274</c:v>
                      </c:pt>
                      <c:pt idx="857">
                        <c:v>39275</c:v>
                      </c:pt>
                      <c:pt idx="858">
                        <c:v>39276</c:v>
                      </c:pt>
                      <c:pt idx="859">
                        <c:v>39279</c:v>
                      </c:pt>
                      <c:pt idx="860">
                        <c:v>39280</c:v>
                      </c:pt>
                      <c:pt idx="861">
                        <c:v>39281</c:v>
                      </c:pt>
                      <c:pt idx="862">
                        <c:v>39282</c:v>
                      </c:pt>
                      <c:pt idx="863">
                        <c:v>39283</c:v>
                      </c:pt>
                      <c:pt idx="864">
                        <c:v>39286</c:v>
                      </c:pt>
                      <c:pt idx="865">
                        <c:v>39287</c:v>
                      </c:pt>
                      <c:pt idx="866">
                        <c:v>39288</c:v>
                      </c:pt>
                      <c:pt idx="867">
                        <c:v>39289</c:v>
                      </c:pt>
                      <c:pt idx="868">
                        <c:v>39290</c:v>
                      </c:pt>
                      <c:pt idx="869">
                        <c:v>39293</c:v>
                      </c:pt>
                      <c:pt idx="870">
                        <c:v>39294</c:v>
                      </c:pt>
                      <c:pt idx="871">
                        <c:v>39295</c:v>
                      </c:pt>
                      <c:pt idx="872">
                        <c:v>39296</c:v>
                      </c:pt>
                      <c:pt idx="873">
                        <c:v>39297</c:v>
                      </c:pt>
                      <c:pt idx="874">
                        <c:v>39300</c:v>
                      </c:pt>
                      <c:pt idx="875">
                        <c:v>39301</c:v>
                      </c:pt>
                      <c:pt idx="876">
                        <c:v>39302</c:v>
                      </c:pt>
                      <c:pt idx="877">
                        <c:v>39303</c:v>
                      </c:pt>
                      <c:pt idx="878">
                        <c:v>39304</c:v>
                      </c:pt>
                      <c:pt idx="879">
                        <c:v>39307</c:v>
                      </c:pt>
                      <c:pt idx="880">
                        <c:v>39308</c:v>
                      </c:pt>
                      <c:pt idx="881">
                        <c:v>39309</c:v>
                      </c:pt>
                      <c:pt idx="882">
                        <c:v>39310</c:v>
                      </c:pt>
                      <c:pt idx="883">
                        <c:v>39311</c:v>
                      </c:pt>
                      <c:pt idx="884">
                        <c:v>39314</c:v>
                      </c:pt>
                      <c:pt idx="885">
                        <c:v>39315</c:v>
                      </c:pt>
                      <c:pt idx="886">
                        <c:v>39316</c:v>
                      </c:pt>
                      <c:pt idx="887">
                        <c:v>39317</c:v>
                      </c:pt>
                      <c:pt idx="888">
                        <c:v>39318</c:v>
                      </c:pt>
                      <c:pt idx="889">
                        <c:v>39321</c:v>
                      </c:pt>
                      <c:pt idx="890">
                        <c:v>39322</c:v>
                      </c:pt>
                      <c:pt idx="891">
                        <c:v>39323</c:v>
                      </c:pt>
                      <c:pt idx="892">
                        <c:v>39324</c:v>
                      </c:pt>
                      <c:pt idx="893">
                        <c:v>39325</c:v>
                      </c:pt>
                      <c:pt idx="894">
                        <c:v>39328</c:v>
                      </c:pt>
                      <c:pt idx="895">
                        <c:v>39329</c:v>
                      </c:pt>
                      <c:pt idx="896">
                        <c:v>39330</c:v>
                      </c:pt>
                      <c:pt idx="897">
                        <c:v>39331</c:v>
                      </c:pt>
                      <c:pt idx="898">
                        <c:v>39332</c:v>
                      </c:pt>
                      <c:pt idx="899">
                        <c:v>39335</c:v>
                      </c:pt>
                      <c:pt idx="900">
                        <c:v>39336</c:v>
                      </c:pt>
                      <c:pt idx="901">
                        <c:v>39337</c:v>
                      </c:pt>
                      <c:pt idx="902">
                        <c:v>39338</c:v>
                      </c:pt>
                      <c:pt idx="903">
                        <c:v>39339</c:v>
                      </c:pt>
                      <c:pt idx="904">
                        <c:v>39342</c:v>
                      </c:pt>
                      <c:pt idx="905">
                        <c:v>39343</c:v>
                      </c:pt>
                      <c:pt idx="906">
                        <c:v>39344</c:v>
                      </c:pt>
                      <c:pt idx="907">
                        <c:v>39345</c:v>
                      </c:pt>
                      <c:pt idx="908">
                        <c:v>39346</c:v>
                      </c:pt>
                      <c:pt idx="909">
                        <c:v>39349</c:v>
                      </c:pt>
                      <c:pt idx="910">
                        <c:v>39350</c:v>
                      </c:pt>
                      <c:pt idx="911">
                        <c:v>39351</c:v>
                      </c:pt>
                      <c:pt idx="912">
                        <c:v>39352</c:v>
                      </c:pt>
                      <c:pt idx="913">
                        <c:v>39353</c:v>
                      </c:pt>
                      <c:pt idx="914">
                        <c:v>39356</c:v>
                      </c:pt>
                      <c:pt idx="915">
                        <c:v>39357</c:v>
                      </c:pt>
                      <c:pt idx="916">
                        <c:v>39358</c:v>
                      </c:pt>
                      <c:pt idx="917">
                        <c:v>39359</c:v>
                      </c:pt>
                      <c:pt idx="918">
                        <c:v>39360</c:v>
                      </c:pt>
                      <c:pt idx="919">
                        <c:v>39363</c:v>
                      </c:pt>
                      <c:pt idx="920">
                        <c:v>39364</c:v>
                      </c:pt>
                      <c:pt idx="921">
                        <c:v>39365</c:v>
                      </c:pt>
                      <c:pt idx="922">
                        <c:v>39366</c:v>
                      </c:pt>
                      <c:pt idx="923">
                        <c:v>39367</c:v>
                      </c:pt>
                      <c:pt idx="924">
                        <c:v>39370</c:v>
                      </c:pt>
                      <c:pt idx="925">
                        <c:v>39371</c:v>
                      </c:pt>
                      <c:pt idx="926">
                        <c:v>39372</c:v>
                      </c:pt>
                      <c:pt idx="927">
                        <c:v>39373</c:v>
                      </c:pt>
                      <c:pt idx="928">
                        <c:v>39374</c:v>
                      </c:pt>
                      <c:pt idx="929">
                        <c:v>39377</c:v>
                      </c:pt>
                      <c:pt idx="930">
                        <c:v>39378</c:v>
                      </c:pt>
                      <c:pt idx="931">
                        <c:v>39379</c:v>
                      </c:pt>
                      <c:pt idx="932">
                        <c:v>39380</c:v>
                      </c:pt>
                      <c:pt idx="933">
                        <c:v>39381</c:v>
                      </c:pt>
                      <c:pt idx="934">
                        <c:v>39384</c:v>
                      </c:pt>
                      <c:pt idx="935">
                        <c:v>39385</c:v>
                      </c:pt>
                      <c:pt idx="936">
                        <c:v>39386</c:v>
                      </c:pt>
                      <c:pt idx="937">
                        <c:v>39387</c:v>
                      </c:pt>
                      <c:pt idx="938">
                        <c:v>39388</c:v>
                      </c:pt>
                      <c:pt idx="939">
                        <c:v>39391</c:v>
                      </c:pt>
                      <c:pt idx="940">
                        <c:v>39392</c:v>
                      </c:pt>
                      <c:pt idx="941">
                        <c:v>39393</c:v>
                      </c:pt>
                      <c:pt idx="942">
                        <c:v>39394</c:v>
                      </c:pt>
                      <c:pt idx="943">
                        <c:v>39395</c:v>
                      </c:pt>
                      <c:pt idx="944">
                        <c:v>39398</c:v>
                      </c:pt>
                      <c:pt idx="945">
                        <c:v>39399</c:v>
                      </c:pt>
                      <c:pt idx="946">
                        <c:v>39400</c:v>
                      </c:pt>
                      <c:pt idx="947">
                        <c:v>39401</c:v>
                      </c:pt>
                      <c:pt idx="948">
                        <c:v>39402</c:v>
                      </c:pt>
                      <c:pt idx="949">
                        <c:v>39405</c:v>
                      </c:pt>
                      <c:pt idx="950">
                        <c:v>39406</c:v>
                      </c:pt>
                      <c:pt idx="951">
                        <c:v>39407</c:v>
                      </c:pt>
                      <c:pt idx="952">
                        <c:v>39408</c:v>
                      </c:pt>
                      <c:pt idx="953">
                        <c:v>39409</c:v>
                      </c:pt>
                      <c:pt idx="954">
                        <c:v>39412</c:v>
                      </c:pt>
                      <c:pt idx="955">
                        <c:v>39413</c:v>
                      </c:pt>
                      <c:pt idx="956">
                        <c:v>39414</c:v>
                      </c:pt>
                      <c:pt idx="957">
                        <c:v>39415</c:v>
                      </c:pt>
                      <c:pt idx="958">
                        <c:v>39416</c:v>
                      </c:pt>
                      <c:pt idx="959">
                        <c:v>39419</c:v>
                      </c:pt>
                      <c:pt idx="960">
                        <c:v>39420</c:v>
                      </c:pt>
                      <c:pt idx="961">
                        <c:v>39421</c:v>
                      </c:pt>
                      <c:pt idx="962">
                        <c:v>39422</c:v>
                      </c:pt>
                      <c:pt idx="963">
                        <c:v>39423</c:v>
                      </c:pt>
                      <c:pt idx="964">
                        <c:v>39426</c:v>
                      </c:pt>
                      <c:pt idx="965">
                        <c:v>39427</c:v>
                      </c:pt>
                      <c:pt idx="966">
                        <c:v>39428</c:v>
                      </c:pt>
                      <c:pt idx="967">
                        <c:v>39429</c:v>
                      </c:pt>
                      <c:pt idx="968">
                        <c:v>39430</c:v>
                      </c:pt>
                      <c:pt idx="969">
                        <c:v>39433</c:v>
                      </c:pt>
                      <c:pt idx="970">
                        <c:v>39434</c:v>
                      </c:pt>
                      <c:pt idx="971">
                        <c:v>39435</c:v>
                      </c:pt>
                      <c:pt idx="972">
                        <c:v>39436</c:v>
                      </c:pt>
                      <c:pt idx="973">
                        <c:v>39437</c:v>
                      </c:pt>
                      <c:pt idx="974">
                        <c:v>39440</c:v>
                      </c:pt>
                      <c:pt idx="975">
                        <c:v>39441</c:v>
                      </c:pt>
                      <c:pt idx="976">
                        <c:v>39442</c:v>
                      </c:pt>
                      <c:pt idx="977">
                        <c:v>39443</c:v>
                      </c:pt>
                      <c:pt idx="978">
                        <c:v>39444</c:v>
                      </c:pt>
                      <c:pt idx="979">
                        <c:v>39447</c:v>
                      </c:pt>
                      <c:pt idx="980">
                        <c:v>39448</c:v>
                      </c:pt>
                      <c:pt idx="981">
                        <c:v>39449</c:v>
                      </c:pt>
                      <c:pt idx="982">
                        <c:v>39450</c:v>
                      </c:pt>
                      <c:pt idx="983">
                        <c:v>39451</c:v>
                      </c:pt>
                      <c:pt idx="984">
                        <c:v>39454</c:v>
                      </c:pt>
                      <c:pt idx="985">
                        <c:v>39455</c:v>
                      </c:pt>
                      <c:pt idx="986">
                        <c:v>39456</c:v>
                      </c:pt>
                      <c:pt idx="987">
                        <c:v>39457</c:v>
                      </c:pt>
                      <c:pt idx="988">
                        <c:v>39458</c:v>
                      </c:pt>
                      <c:pt idx="989">
                        <c:v>39461</c:v>
                      </c:pt>
                      <c:pt idx="990">
                        <c:v>39462</c:v>
                      </c:pt>
                      <c:pt idx="991">
                        <c:v>39463</c:v>
                      </c:pt>
                      <c:pt idx="992">
                        <c:v>39464</c:v>
                      </c:pt>
                      <c:pt idx="993">
                        <c:v>39465</c:v>
                      </c:pt>
                      <c:pt idx="994">
                        <c:v>39468</c:v>
                      </c:pt>
                      <c:pt idx="995">
                        <c:v>39469</c:v>
                      </c:pt>
                      <c:pt idx="996">
                        <c:v>39470</c:v>
                      </c:pt>
                      <c:pt idx="997">
                        <c:v>39471</c:v>
                      </c:pt>
                      <c:pt idx="998">
                        <c:v>39472</c:v>
                      </c:pt>
                      <c:pt idx="999">
                        <c:v>39475</c:v>
                      </c:pt>
                      <c:pt idx="1000">
                        <c:v>39476</c:v>
                      </c:pt>
                      <c:pt idx="1001">
                        <c:v>39477</c:v>
                      </c:pt>
                      <c:pt idx="1002">
                        <c:v>39478</c:v>
                      </c:pt>
                      <c:pt idx="1003">
                        <c:v>39479</c:v>
                      </c:pt>
                      <c:pt idx="1004">
                        <c:v>39482</c:v>
                      </c:pt>
                      <c:pt idx="1005">
                        <c:v>39483</c:v>
                      </c:pt>
                      <c:pt idx="1006">
                        <c:v>39484</c:v>
                      </c:pt>
                      <c:pt idx="1007">
                        <c:v>39485</c:v>
                      </c:pt>
                      <c:pt idx="1008">
                        <c:v>39486</c:v>
                      </c:pt>
                      <c:pt idx="1009">
                        <c:v>39489</c:v>
                      </c:pt>
                      <c:pt idx="1010">
                        <c:v>39490</c:v>
                      </c:pt>
                      <c:pt idx="1011">
                        <c:v>39491</c:v>
                      </c:pt>
                      <c:pt idx="1012">
                        <c:v>39492</c:v>
                      </c:pt>
                      <c:pt idx="1013">
                        <c:v>39493</c:v>
                      </c:pt>
                      <c:pt idx="1014">
                        <c:v>39496</c:v>
                      </c:pt>
                      <c:pt idx="1015">
                        <c:v>39497</c:v>
                      </c:pt>
                      <c:pt idx="1016">
                        <c:v>39498</c:v>
                      </c:pt>
                      <c:pt idx="1017">
                        <c:v>39499</c:v>
                      </c:pt>
                      <c:pt idx="1018">
                        <c:v>39500</c:v>
                      </c:pt>
                      <c:pt idx="1019">
                        <c:v>39503</c:v>
                      </c:pt>
                      <c:pt idx="1020">
                        <c:v>39504</c:v>
                      </c:pt>
                      <c:pt idx="1021">
                        <c:v>39505</c:v>
                      </c:pt>
                      <c:pt idx="1022">
                        <c:v>39506</c:v>
                      </c:pt>
                      <c:pt idx="1023">
                        <c:v>39507</c:v>
                      </c:pt>
                      <c:pt idx="1024">
                        <c:v>39510</c:v>
                      </c:pt>
                      <c:pt idx="1025">
                        <c:v>39511</c:v>
                      </c:pt>
                      <c:pt idx="1026">
                        <c:v>39512</c:v>
                      </c:pt>
                      <c:pt idx="1027">
                        <c:v>39513</c:v>
                      </c:pt>
                      <c:pt idx="1028">
                        <c:v>39514</c:v>
                      </c:pt>
                      <c:pt idx="1029">
                        <c:v>39517</c:v>
                      </c:pt>
                      <c:pt idx="1030">
                        <c:v>39518</c:v>
                      </c:pt>
                      <c:pt idx="1031">
                        <c:v>39519</c:v>
                      </c:pt>
                      <c:pt idx="1032">
                        <c:v>39520</c:v>
                      </c:pt>
                      <c:pt idx="1033">
                        <c:v>39521</c:v>
                      </c:pt>
                      <c:pt idx="1034">
                        <c:v>39524</c:v>
                      </c:pt>
                      <c:pt idx="1035">
                        <c:v>39525</c:v>
                      </c:pt>
                      <c:pt idx="1036">
                        <c:v>39526</c:v>
                      </c:pt>
                      <c:pt idx="1037">
                        <c:v>39527</c:v>
                      </c:pt>
                      <c:pt idx="1038">
                        <c:v>39528</c:v>
                      </c:pt>
                      <c:pt idx="1039">
                        <c:v>39531</c:v>
                      </c:pt>
                      <c:pt idx="1040">
                        <c:v>39532</c:v>
                      </c:pt>
                      <c:pt idx="1041">
                        <c:v>39533</c:v>
                      </c:pt>
                      <c:pt idx="1042">
                        <c:v>39534</c:v>
                      </c:pt>
                      <c:pt idx="1043">
                        <c:v>39535</c:v>
                      </c:pt>
                      <c:pt idx="1044">
                        <c:v>39538</c:v>
                      </c:pt>
                      <c:pt idx="1045">
                        <c:v>39539</c:v>
                      </c:pt>
                      <c:pt idx="1046">
                        <c:v>39540</c:v>
                      </c:pt>
                      <c:pt idx="1047">
                        <c:v>39541</c:v>
                      </c:pt>
                      <c:pt idx="1048">
                        <c:v>39542</c:v>
                      </c:pt>
                      <c:pt idx="1049">
                        <c:v>39545</c:v>
                      </c:pt>
                      <c:pt idx="1050">
                        <c:v>39546</c:v>
                      </c:pt>
                      <c:pt idx="1051">
                        <c:v>39547</c:v>
                      </c:pt>
                      <c:pt idx="1052">
                        <c:v>39548</c:v>
                      </c:pt>
                      <c:pt idx="1053">
                        <c:v>39549</c:v>
                      </c:pt>
                      <c:pt idx="1054">
                        <c:v>39552</c:v>
                      </c:pt>
                      <c:pt idx="1055">
                        <c:v>39553</c:v>
                      </c:pt>
                      <c:pt idx="1056">
                        <c:v>39554</c:v>
                      </c:pt>
                      <c:pt idx="1057">
                        <c:v>39555</c:v>
                      </c:pt>
                      <c:pt idx="1058">
                        <c:v>39556</c:v>
                      </c:pt>
                      <c:pt idx="1059">
                        <c:v>39559</c:v>
                      </c:pt>
                      <c:pt idx="1060">
                        <c:v>39560</c:v>
                      </c:pt>
                      <c:pt idx="1061">
                        <c:v>39561</c:v>
                      </c:pt>
                      <c:pt idx="1062">
                        <c:v>39562</c:v>
                      </c:pt>
                      <c:pt idx="1063">
                        <c:v>39563</c:v>
                      </c:pt>
                      <c:pt idx="1064">
                        <c:v>39566</c:v>
                      </c:pt>
                      <c:pt idx="1065">
                        <c:v>39567</c:v>
                      </c:pt>
                      <c:pt idx="1066">
                        <c:v>39568</c:v>
                      </c:pt>
                      <c:pt idx="1067">
                        <c:v>39569</c:v>
                      </c:pt>
                      <c:pt idx="1068">
                        <c:v>39570</c:v>
                      </c:pt>
                      <c:pt idx="1069">
                        <c:v>39573</c:v>
                      </c:pt>
                      <c:pt idx="1070">
                        <c:v>39574</c:v>
                      </c:pt>
                      <c:pt idx="1071">
                        <c:v>39575</c:v>
                      </c:pt>
                      <c:pt idx="1072">
                        <c:v>39576</c:v>
                      </c:pt>
                      <c:pt idx="1073">
                        <c:v>39577</c:v>
                      </c:pt>
                      <c:pt idx="1074">
                        <c:v>39580</c:v>
                      </c:pt>
                      <c:pt idx="1075">
                        <c:v>39581</c:v>
                      </c:pt>
                      <c:pt idx="1076">
                        <c:v>39582</c:v>
                      </c:pt>
                      <c:pt idx="1077">
                        <c:v>39583</c:v>
                      </c:pt>
                      <c:pt idx="1078">
                        <c:v>39584</c:v>
                      </c:pt>
                      <c:pt idx="1079">
                        <c:v>39587</c:v>
                      </c:pt>
                      <c:pt idx="1080">
                        <c:v>39588</c:v>
                      </c:pt>
                      <c:pt idx="1081">
                        <c:v>39589</c:v>
                      </c:pt>
                      <c:pt idx="1082">
                        <c:v>39590</c:v>
                      </c:pt>
                      <c:pt idx="1083">
                        <c:v>39591</c:v>
                      </c:pt>
                      <c:pt idx="1084">
                        <c:v>39594</c:v>
                      </c:pt>
                      <c:pt idx="1085">
                        <c:v>39595</c:v>
                      </c:pt>
                      <c:pt idx="1086">
                        <c:v>39596</c:v>
                      </c:pt>
                      <c:pt idx="1087">
                        <c:v>39597</c:v>
                      </c:pt>
                      <c:pt idx="1088">
                        <c:v>39598</c:v>
                      </c:pt>
                      <c:pt idx="1089">
                        <c:v>39601</c:v>
                      </c:pt>
                      <c:pt idx="1090">
                        <c:v>39602</c:v>
                      </c:pt>
                      <c:pt idx="1091">
                        <c:v>39603</c:v>
                      </c:pt>
                      <c:pt idx="1092">
                        <c:v>39604</c:v>
                      </c:pt>
                      <c:pt idx="1093">
                        <c:v>39605</c:v>
                      </c:pt>
                      <c:pt idx="1094">
                        <c:v>39608</c:v>
                      </c:pt>
                      <c:pt idx="1095">
                        <c:v>39609</c:v>
                      </c:pt>
                      <c:pt idx="1096">
                        <c:v>39610</c:v>
                      </c:pt>
                      <c:pt idx="1097">
                        <c:v>39611</c:v>
                      </c:pt>
                      <c:pt idx="1098">
                        <c:v>39612</c:v>
                      </c:pt>
                      <c:pt idx="1099">
                        <c:v>39615</c:v>
                      </c:pt>
                      <c:pt idx="1100">
                        <c:v>39616</c:v>
                      </c:pt>
                      <c:pt idx="1101">
                        <c:v>39617</c:v>
                      </c:pt>
                      <c:pt idx="1102">
                        <c:v>39618</c:v>
                      </c:pt>
                      <c:pt idx="1103">
                        <c:v>39619</c:v>
                      </c:pt>
                      <c:pt idx="1104">
                        <c:v>39622</c:v>
                      </c:pt>
                      <c:pt idx="1105">
                        <c:v>39623</c:v>
                      </c:pt>
                      <c:pt idx="1106">
                        <c:v>39624</c:v>
                      </c:pt>
                      <c:pt idx="1107">
                        <c:v>39625</c:v>
                      </c:pt>
                      <c:pt idx="1108">
                        <c:v>39626</c:v>
                      </c:pt>
                      <c:pt idx="1109">
                        <c:v>39629</c:v>
                      </c:pt>
                      <c:pt idx="1110">
                        <c:v>39630</c:v>
                      </c:pt>
                      <c:pt idx="1111">
                        <c:v>39631</c:v>
                      </c:pt>
                      <c:pt idx="1112">
                        <c:v>39632</c:v>
                      </c:pt>
                      <c:pt idx="1113">
                        <c:v>39633</c:v>
                      </c:pt>
                      <c:pt idx="1114">
                        <c:v>39636</c:v>
                      </c:pt>
                      <c:pt idx="1115">
                        <c:v>39637</c:v>
                      </c:pt>
                      <c:pt idx="1116">
                        <c:v>39638</c:v>
                      </c:pt>
                      <c:pt idx="1117">
                        <c:v>39639</c:v>
                      </c:pt>
                      <c:pt idx="1118">
                        <c:v>39640</c:v>
                      </c:pt>
                      <c:pt idx="1119">
                        <c:v>39643</c:v>
                      </c:pt>
                      <c:pt idx="1120">
                        <c:v>39644</c:v>
                      </c:pt>
                      <c:pt idx="1121">
                        <c:v>39645</c:v>
                      </c:pt>
                      <c:pt idx="1122">
                        <c:v>39646</c:v>
                      </c:pt>
                      <c:pt idx="1123">
                        <c:v>39647</c:v>
                      </c:pt>
                      <c:pt idx="1124">
                        <c:v>39650</c:v>
                      </c:pt>
                      <c:pt idx="1125">
                        <c:v>39651</c:v>
                      </c:pt>
                      <c:pt idx="1126">
                        <c:v>39652</c:v>
                      </c:pt>
                      <c:pt idx="1127">
                        <c:v>39653</c:v>
                      </c:pt>
                      <c:pt idx="1128">
                        <c:v>39654</c:v>
                      </c:pt>
                      <c:pt idx="1129">
                        <c:v>39657</c:v>
                      </c:pt>
                      <c:pt idx="1130">
                        <c:v>39658</c:v>
                      </c:pt>
                      <c:pt idx="1131">
                        <c:v>39659</c:v>
                      </c:pt>
                      <c:pt idx="1132">
                        <c:v>39660</c:v>
                      </c:pt>
                      <c:pt idx="1133">
                        <c:v>39661</c:v>
                      </c:pt>
                      <c:pt idx="1134">
                        <c:v>39664</c:v>
                      </c:pt>
                      <c:pt idx="1135">
                        <c:v>39665</c:v>
                      </c:pt>
                      <c:pt idx="1136">
                        <c:v>39666</c:v>
                      </c:pt>
                      <c:pt idx="1137">
                        <c:v>39667</c:v>
                      </c:pt>
                      <c:pt idx="1138">
                        <c:v>39668</c:v>
                      </c:pt>
                      <c:pt idx="1139">
                        <c:v>39671</c:v>
                      </c:pt>
                      <c:pt idx="1140">
                        <c:v>39672</c:v>
                      </c:pt>
                      <c:pt idx="1141">
                        <c:v>39673</c:v>
                      </c:pt>
                      <c:pt idx="1142">
                        <c:v>39674</c:v>
                      </c:pt>
                      <c:pt idx="1143">
                        <c:v>39675</c:v>
                      </c:pt>
                      <c:pt idx="1144">
                        <c:v>39678</c:v>
                      </c:pt>
                      <c:pt idx="1145">
                        <c:v>39679</c:v>
                      </c:pt>
                      <c:pt idx="1146">
                        <c:v>39680</c:v>
                      </c:pt>
                      <c:pt idx="1147">
                        <c:v>39681</c:v>
                      </c:pt>
                      <c:pt idx="1148">
                        <c:v>39682</c:v>
                      </c:pt>
                      <c:pt idx="1149">
                        <c:v>39685</c:v>
                      </c:pt>
                      <c:pt idx="1150">
                        <c:v>39686</c:v>
                      </c:pt>
                      <c:pt idx="1151">
                        <c:v>39687</c:v>
                      </c:pt>
                      <c:pt idx="1152">
                        <c:v>39688</c:v>
                      </c:pt>
                      <c:pt idx="1153">
                        <c:v>39689</c:v>
                      </c:pt>
                      <c:pt idx="1154">
                        <c:v>39692</c:v>
                      </c:pt>
                      <c:pt idx="1155">
                        <c:v>39693</c:v>
                      </c:pt>
                      <c:pt idx="1156">
                        <c:v>39694</c:v>
                      </c:pt>
                      <c:pt idx="1157">
                        <c:v>39695</c:v>
                      </c:pt>
                      <c:pt idx="1158">
                        <c:v>39696</c:v>
                      </c:pt>
                      <c:pt idx="1159">
                        <c:v>39699</c:v>
                      </c:pt>
                      <c:pt idx="1160">
                        <c:v>39700</c:v>
                      </c:pt>
                      <c:pt idx="1161">
                        <c:v>39701</c:v>
                      </c:pt>
                      <c:pt idx="1162">
                        <c:v>39702</c:v>
                      </c:pt>
                      <c:pt idx="1163">
                        <c:v>39703</c:v>
                      </c:pt>
                      <c:pt idx="1164">
                        <c:v>39706</c:v>
                      </c:pt>
                      <c:pt idx="1165">
                        <c:v>39707</c:v>
                      </c:pt>
                      <c:pt idx="1166">
                        <c:v>39708</c:v>
                      </c:pt>
                      <c:pt idx="1167">
                        <c:v>39709</c:v>
                      </c:pt>
                      <c:pt idx="1168">
                        <c:v>39710</c:v>
                      </c:pt>
                      <c:pt idx="1169">
                        <c:v>39713</c:v>
                      </c:pt>
                      <c:pt idx="1170">
                        <c:v>39714</c:v>
                      </c:pt>
                      <c:pt idx="1171">
                        <c:v>39715</c:v>
                      </c:pt>
                      <c:pt idx="1172">
                        <c:v>39716</c:v>
                      </c:pt>
                      <c:pt idx="1173">
                        <c:v>39717</c:v>
                      </c:pt>
                      <c:pt idx="1174">
                        <c:v>39720</c:v>
                      </c:pt>
                      <c:pt idx="1175">
                        <c:v>39721</c:v>
                      </c:pt>
                      <c:pt idx="1176">
                        <c:v>39722</c:v>
                      </c:pt>
                      <c:pt idx="1177">
                        <c:v>39723</c:v>
                      </c:pt>
                      <c:pt idx="1178">
                        <c:v>39724</c:v>
                      </c:pt>
                      <c:pt idx="1179">
                        <c:v>39727</c:v>
                      </c:pt>
                      <c:pt idx="1180">
                        <c:v>39728</c:v>
                      </c:pt>
                      <c:pt idx="1181">
                        <c:v>39729</c:v>
                      </c:pt>
                      <c:pt idx="1182">
                        <c:v>39730</c:v>
                      </c:pt>
                      <c:pt idx="1183">
                        <c:v>39731</c:v>
                      </c:pt>
                      <c:pt idx="1184">
                        <c:v>39734</c:v>
                      </c:pt>
                      <c:pt idx="1185">
                        <c:v>39735</c:v>
                      </c:pt>
                      <c:pt idx="1186">
                        <c:v>39736</c:v>
                      </c:pt>
                      <c:pt idx="1187">
                        <c:v>39737</c:v>
                      </c:pt>
                      <c:pt idx="1188">
                        <c:v>39738</c:v>
                      </c:pt>
                      <c:pt idx="1189">
                        <c:v>39741</c:v>
                      </c:pt>
                      <c:pt idx="1190">
                        <c:v>39742</c:v>
                      </c:pt>
                      <c:pt idx="1191">
                        <c:v>39743</c:v>
                      </c:pt>
                      <c:pt idx="1192">
                        <c:v>39744</c:v>
                      </c:pt>
                      <c:pt idx="1193">
                        <c:v>39745</c:v>
                      </c:pt>
                      <c:pt idx="1194">
                        <c:v>39748</c:v>
                      </c:pt>
                      <c:pt idx="1195">
                        <c:v>39749</c:v>
                      </c:pt>
                      <c:pt idx="1196">
                        <c:v>39750</c:v>
                      </c:pt>
                      <c:pt idx="1197">
                        <c:v>39751</c:v>
                      </c:pt>
                      <c:pt idx="1198">
                        <c:v>39752</c:v>
                      </c:pt>
                      <c:pt idx="1199">
                        <c:v>39755</c:v>
                      </c:pt>
                      <c:pt idx="1200">
                        <c:v>39756</c:v>
                      </c:pt>
                      <c:pt idx="1201">
                        <c:v>39757</c:v>
                      </c:pt>
                      <c:pt idx="1202">
                        <c:v>39758</c:v>
                      </c:pt>
                      <c:pt idx="1203">
                        <c:v>39759</c:v>
                      </c:pt>
                      <c:pt idx="1204">
                        <c:v>39762</c:v>
                      </c:pt>
                      <c:pt idx="1205">
                        <c:v>39763</c:v>
                      </c:pt>
                      <c:pt idx="1206">
                        <c:v>39764</c:v>
                      </c:pt>
                      <c:pt idx="1207">
                        <c:v>39765</c:v>
                      </c:pt>
                      <c:pt idx="1208">
                        <c:v>39766</c:v>
                      </c:pt>
                      <c:pt idx="1209">
                        <c:v>39769</c:v>
                      </c:pt>
                      <c:pt idx="1210">
                        <c:v>39770</c:v>
                      </c:pt>
                      <c:pt idx="1211">
                        <c:v>39771</c:v>
                      </c:pt>
                      <c:pt idx="1212">
                        <c:v>39772</c:v>
                      </c:pt>
                      <c:pt idx="1213">
                        <c:v>39773</c:v>
                      </c:pt>
                      <c:pt idx="1214">
                        <c:v>39776</c:v>
                      </c:pt>
                      <c:pt idx="1215">
                        <c:v>39777</c:v>
                      </c:pt>
                      <c:pt idx="1216">
                        <c:v>39778</c:v>
                      </c:pt>
                      <c:pt idx="1217">
                        <c:v>39779</c:v>
                      </c:pt>
                      <c:pt idx="1218">
                        <c:v>39780</c:v>
                      </c:pt>
                      <c:pt idx="1219">
                        <c:v>39783</c:v>
                      </c:pt>
                      <c:pt idx="1220">
                        <c:v>39784</c:v>
                      </c:pt>
                      <c:pt idx="1221">
                        <c:v>39785</c:v>
                      </c:pt>
                      <c:pt idx="1222">
                        <c:v>39786</c:v>
                      </c:pt>
                      <c:pt idx="1223">
                        <c:v>39787</c:v>
                      </c:pt>
                      <c:pt idx="1224">
                        <c:v>39790</c:v>
                      </c:pt>
                      <c:pt idx="1225">
                        <c:v>39791</c:v>
                      </c:pt>
                      <c:pt idx="1226">
                        <c:v>39792</c:v>
                      </c:pt>
                      <c:pt idx="1227">
                        <c:v>39793</c:v>
                      </c:pt>
                      <c:pt idx="1228">
                        <c:v>39794</c:v>
                      </c:pt>
                      <c:pt idx="1229">
                        <c:v>39797</c:v>
                      </c:pt>
                      <c:pt idx="1230">
                        <c:v>39798</c:v>
                      </c:pt>
                      <c:pt idx="1231">
                        <c:v>39799</c:v>
                      </c:pt>
                      <c:pt idx="1232">
                        <c:v>39800</c:v>
                      </c:pt>
                      <c:pt idx="1233">
                        <c:v>39801</c:v>
                      </c:pt>
                      <c:pt idx="1234">
                        <c:v>39804</c:v>
                      </c:pt>
                      <c:pt idx="1235">
                        <c:v>39805</c:v>
                      </c:pt>
                      <c:pt idx="1236">
                        <c:v>39806</c:v>
                      </c:pt>
                      <c:pt idx="1237">
                        <c:v>39808</c:v>
                      </c:pt>
                      <c:pt idx="1238">
                        <c:v>39811</c:v>
                      </c:pt>
                      <c:pt idx="1239">
                        <c:v>39812</c:v>
                      </c:pt>
                      <c:pt idx="1240">
                        <c:v>39813</c:v>
                      </c:pt>
                      <c:pt idx="1241">
                        <c:v>39814</c:v>
                      </c:pt>
                      <c:pt idx="1242">
                        <c:v>39815</c:v>
                      </c:pt>
                      <c:pt idx="1243">
                        <c:v>39818</c:v>
                      </c:pt>
                      <c:pt idx="1244">
                        <c:v>39819</c:v>
                      </c:pt>
                      <c:pt idx="1245">
                        <c:v>39820</c:v>
                      </c:pt>
                      <c:pt idx="1246">
                        <c:v>39821</c:v>
                      </c:pt>
                      <c:pt idx="1247">
                        <c:v>39822</c:v>
                      </c:pt>
                      <c:pt idx="1248">
                        <c:v>39825</c:v>
                      </c:pt>
                      <c:pt idx="1249">
                        <c:v>39826</c:v>
                      </c:pt>
                      <c:pt idx="1250">
                        <c:v>39827</c:v>
                      </c:pt>
                      <c:pt idx="1251">
                        <c:v>39828</c:v>
                      </c:pt>
                      <c:pt idx="1252">
                        <c:v>39829</c:v>
                      </c:pt>
                      <c:pt idx="1253">
                        <c:v>39832</c:v>
                      </c:pt>
                      <c:pt idx="1254">
                        <c:v>39833</c:v>
                      </c:pt>
                      <c:pt idx="1255">
                        <c:v>39834</c:v>
                      </c:pt>
                      <c:pt idx="1256">
                        <c:v>39835</c:v>
                      </c:pt>
                      <c:pt idx="1257">
                        <c:v>39836</c:v>
                      </c:pt>
                      <c:pt idx="1258">
                        <c:v>39839</c:v>
                      </c:pt>
                      <c:pt idx="1259">
                        <c:v>39840</c:v>
                      </c:pt>
                      <c:pt idx="1260">
                        <c:v>39841</c:v>
                      </c:pt>
                      <c:pt idx="1261">
                        <c:v>39842</c:v>
                      </c:pt>
                      <c:pt idx="1262">
                        <c:v>39843</c:v>
                      </c:pt>
                      <c:pt idx="1263">
                        <c:v>39846</c:v>
                      </c:pt>
                      <c:pt idx="1264">
                        <c:v>39847</c:v>
                      </c:pt>
                      <c:pt idx="1265">
                        <c:v>39848</c:v>
                      </c:pt>
                      <c:pt idx="1266">
                        <c:v>39849</c:v>
                      </c:pt>
                      <c:pt idx="1267">
                        <c:v>39850</c:v>
                      </c:pt>
                      <c:pt idx="1268">
                        <c:v>39853</c:v>
                      </c:pt>
                      <c:pt idx="1269">
                        <c:v>39854</c:v>
                      </c:pt>
                      <c:pt idx="1270">
                        <c:v>39855</c:v>
                      </c:pt>
                      <c:pt idx="1271">
                        <c:v>39856</c:v>
                      </c:pt>
                      <c:pt idx="1272">
                        <c:v>39857</c:v>
                      </c:pt>
                      <c:pt idx="1273">
                        <c:v>39860</c:v>
                      </c:pt>
                      <c:pt idx="1274">
                        <c:v>39861</c:v>
                      </c:pt>
                      <c:pt idx="1275">
                        <c:v>39862</c:v>
                      </c:pt>
                      <c:pt idx="1276">
                        <c:v>39863</c:v>
                      </c:pt>
                      <c:pt idx="1277">
                        <c:v>39864</c:v>
                      </c:pt>
                      <c:pt idx="1278">
                        <c:v>39867</c:v>
                      </c:pt>
                      <c:pt idx="1279">
                        <c:v>39868</c:v>
                      </c:pt>
                      <c:pt idx="1280">
                        <c:v>39869</c:v>
                      </c:pt>
                      <c:pt idx="1281">
                        <c:v>39870</c:v>
                      </c:pt>
                      <c:pt idx="1282">
                        <c:v>39871</c:v>
                      </c:pt>
                      <c:pt idx="1283">
                        <c:v>39874</c:v>
                      </c:pt>
                      <c:pt idx="1284">
                        <c:v>39875</c:v>
                      </c:pt>
                      <c:pt idx="1285">
                        <c:v>39876</c:v>
                      </c:pt>
                      <c:pt idx="1286">
                        <c:v>39877</c:v>
                      </c:pt>
                      <c:pt idx="1287">
                        <c:v>39878</c:v>
                      </c:pt>
                      <c:pt idx="1288">
                        <c:v>39881</c:v>
                      </c:pt>
                      <c:pt idx="1289">
                        <c:v>39882</c:v>
                      </c:pt>
                      <c:pt idx="1290">
                        <c:v>39883</c:v>
                      </c:pt>
                      <c:pt idx="1291">
                        <c:v>39884</c:v>
                      </c:pt>
                      <c:pt idx="1292">
                        <c:v>39885</c:v>
                      </c:pt>
                      <c:pt idx="1293">
                        <c:v>39888</c:v>
                      </c:pt>
                      <c:pt idx="1294">
                        <c:v>39889</c:v>
                      </c:pt>
                      <c:pt idx="1295">
                        <c:v>39890</c:v>
                      </c:pt>
                      <c:pt idx="1296">
                        <c:v>39891</c:v>
                      </c:pt>
                      <c:pt idx="1297">
                        <c:v>39892</c:v>
                      </c:pt>
                      <c:pt idx="1298">
                        <c:v>39895</c:v>
                      </c:pt>
                      <c:pt idx="1299">
                        <c:v>39896</c:v>
                      </c:pt>
                      <c:pt idx="1300">
                        <c:v>39897</c:v>
                      </c:pt>
                      <c:pt idx="1301">
                        <c:v>39898</c:v>
                      </c:pt>
                      <c:pt idx="1302">
                        <c:v>39899</c:v>
                      </c:pt>
                      <c:pt idx="1303">
                        <c:v>39902</c:v>
                      </c:pt>
                      <c:pt idx="1304">
                        <c:v>39903</c:v>
                      </c:pt>
                      <c:pt idx="1305">
                        <c:v>39904</c:v>
                      </c:pt>
                      <c:pt idx="1306">
                        <c:v>39905</c:v>
                      </c:pt>
                      <c:pt idx="1307">
                        <c:v>39906</c:v>
                      </c:pt>
                      <c:pt idx="1308">
                        <c:v>39909</c:v>
                      </c:pt>
                      <c:pt idx="1309">
                        <c:v>39910</c:v>
                      </c:pt>
                      <c:pt idx="1310">
                        <c:v>39911</c:v>
                      </c:pt>
                      <c:pt idx="1311">
                        <c:v>39912</c:v>
                      </c:pt>
                      <c:pt idx="1312">
                        <c:v>39913</c:v>
                      </c:pt>
                      <c:pt idx="1313">
                        <c:v>39916</c:v>
                      </c:pt>
                      <c:pt idx="1314">
                        <c:v>39917</c:v>
                      </c:pt>
                      <c:pt idx="1315">
                        <c:v>39918</c:v>
                      </c:pt>
                      <c:pt idx="1316">
                        <c:v>39919</c:v>
                      </c:pt>
                      <c:pt idx="1317">
                        <c:v>39920</c:v>
                      </c:pt>
                      <c:pt idx="1318">
                        <c:v>39923</c:v>
                      </c:pt>
                      <c:pt idx="1319">
                        <c:v>39924</c:v>
                      </c:pt>
                      <c:pt idx="1320">
                        <c:v>39925</c:v>
                      </c:pt>
                      <c:pt idx="1321">
                        <c:v>39926</c:v>
                      </c:pt>
                      <c:pt idx="1322">
                        <c:v>39927</c:v>
                      </c:pt>
                      <c:pt idx="1323">
                        <c:v>39930</c:v>
                      </c:pt>
                      <c:pt idx="1324">
                        <c:v>39931</c:v>
                      </c:pt>
                      <c:pt idx="1325">
                        <c:v>39932</c:v>
                      </c:pt>
                      <c:pt idx="1326">
                        <c:v>39933</c:v>
                      </c:pt>
                      <c:pt idx="1327">
                        <c:v>39934</c:v>
                      </c:pt>
                      <c:pt idx="1328">
                        <c:v>39937</c:v>
                      </c:pt>
                      <c:pt idx="1329">
                        <c:v>39938</c:v>
                      </c:pt>
                      <c:pt idx="1330">
                        <c:v>39939</c:v>
                      </c:pt>
                      <c:pt idx="1331">
                        <c:v>39940</c:v>
                      </c:pt>
                      <c:pt idx="1332">
                        <c:v>39941</c:v>
                      </c:pt>
                      <c:pt idx="1333">
                        <c:v>39944</c:v>
                      </c:pt>
                      <c:pt idx="1334">
                        <c:v>39945</c:v>
                      </c:pt>
                      <c:pt idx="1335">
                        <c:v>39946</c:v>
                      </c:pt>
                      <c:pt idx="1336">
                        <c:v>39947</c:v>
                      </c:pt>
                      <c:pt idx="1337">
                        <c:v>39948</c:v>
                      </c:pt>
                      <c:pt idx="1338">
                        <c:v>39951</c:v>
                      </c:pt>
                      <c:pt idx="1339">
                        <c:v>39952</c:v>
                      </c:pt>
                      <c:pt idx="1340">
                        <c:v>39953</c:v>
                      </c:pt>
                      <c:pt idx="1341">
                        <c:v>39954</c:v>
                      </c:pt>
                      <c:pt idx="1342">
                        <c:v>39955</c:v>
                      </c:pt>
                      <c:pt idx="1343">
                        <c:v>39958</c:v>
                      </c:pt>
                      <c:pt idx="1344">
                        <c:v>39959</c:v>
                      </c:pt>
                      <c:pt idx="1345">
                        <c:v>39960</c:v>
                      </c:pt>
                      <c:pt idx="1346">
                        <c:v>39961</c:v>
                      </c:pt>
                      <c:pt idx="1347">
                        <c:v>39962</c:v>
                      </c:pt>
                      <c:pt idx="1348">
                        <c:v>39965</c:v>
                      </c:pt>
                      <c:pt idx="1349">
                        <c:v>39966</c:v>
                      </c:pt>
                      <c:pt idx="1350">
                        <c:v>39967</c:v>
                      </c:pt>
                      <c:pt idx="1351">
                        <c:v>39968</c:v>
                      </c:pt>
                      <c:pt idx="1352">
                        <c:v>39969</c:v>
                      </c:pt>
                      <c:pt idx="1353">
                        <c:v>39972</c:v>
                      </c:pt>
                      <c:pt idx="1354">
                        <c:v>39973</c:v>
                      </c:pt>
                      <c:pt idx="1355">
                        <c:v>39974</c:v>
                      </c:pt>
                      <c:pt idx="1356">
                        <c:v>39975</c:v>
                      </c:pt>
                      <c:pt idx="1357">
                        <c:v>39976</c:v>
                      </c:pt>
                      <c:pt idx="1358">
                        <c:v>39979</c:v>
                      </c:pt>
                      <c:pt idx="1359">
                        <c:v>39980</c:v>
                      </c:pt>
                      <c:pt idx="1360">
                        <c:v>39981</c:v>
                      </c:pt>
                      <c:pt idx="1361">
                        <c:v>39982</c:v>
                      </c:pt>
                      <c:pt idx="1362">
                        <c:v>39983</c:v>
                      </c:pt>
                      <c:pt idx="1363">
                        <c:v>39986</c:v>
                      </c:pt>
                      <c:pt idx="1364">
                        <c:v>39987</c:v>
                      </c:pt>
                      <c:pt idx="1365">
                        <c:v>39988</c:v>
                      </c:pt>
                      <c:pt idx="1366">
                        <c:v>39989</c:v>
                      </c:pt>
                      <c:pt idx="1367">
                        <c:v>39990</c:v>
                      </c:pt>
                      <c:pt idx="1368">
                        <c:v>39993</c:v>
                      </c:pt>
                      <c:pt idx="1369">
                        <c:v>39994</c:v>
                      </c:pt>
                      <c:pt idx="1370">
                        <c:v>39995</c:v>
                      </c:pt>
                      <c:pt idx="1371">
                        <c:v>39996</c:v>
                      </c:pt>
                      <c:pt idx="1372">
                        <c:v>39997</c:v>
                      </c:pt>
                      <c:pt idx="1373">
                        <c:v>40000</c:v>
                      </c:pt>
                      <c:pt idx="1374">
                        <c:v>40001</c:v>
                      </c:pt>
                      <c:pt idx="1375">
                        <c:v>40002</c:v>
                      </c:pt>
                      <c:pt idx="1376">
                        <c:v>40003</c:v>
                      </c:pt>
                      <c:pt idx="1377">
                        <c:v>40004</c:v>
                      </c:pt>
                      <c:pt idx="1378">
                        <c:v>40007</c:v>
                      </c:pt>
                      <c:pt idx="1379">
                        <c:v>40008</c:v>
                      </c:pt>
                      <c:pt idx="1380">
                        <c:v>40009</c:v>
                      </c:pt>
                      <c:pt idx="1381">
                        <c:v>40010</c:v>
                      </c:pt>
                      <c:pt idx="1382">
                        <c:v>40011</c:v>
                      </c:pt>
                      <c:pt idx="1383">
                        <c:v>40014</c:v>
                      </c:pt>
                      <c:pt idx="1384">
                        <c:v>40015</c:v>
                      </c:pt>
                      <c:pt idx="1385">
                        <c:v>40016</c:v>
                      </c:pt>
                      <c:pt idx="1386">
                        <c:v>40017</c:v>
                      </c:pt>
                      <c:pt idx="1387">
                        <c:v>40018</c:v>
                      </c:pt>
                      <c:pt idx="1388">
                        <c:v>40021</c:v>
                      </c:pt>
                      <c:pt idx="1389">
                        <c:v>40022</c:v>
                      </c:pt>
                      <c:pt idx="1390">
                        <c:v>40023</c:v>
                      </c:pt>
                      <c:pt idx="1391">
                        <c:v>40024</c:v>
                      </c:pt>
                      <c:pt idx="1392">
                        <c:v>40025</c:v>
                      </c:pt>
                      <c:pt idx="1393">
                        <c:v>40028</c:v>
                      </c:pt>
                      <c:pt idx="1394">
                        <c:v>40029</c:v>
                      </c:pt>
                      <c:pt idx="1395">
                        <c:v>40030</c:v>
                      </c:pt>
                      <c:pt idx="1396">
                        <c:v>40031</c:v>
                      </c:pt>
                      <c:pt idx="1397">
                        <c:v>40032</c:v>
                      </c:pt>
                      <c:pt idx="1398">
                        <c:v>40035</c:v>
                      </c:pt>
                      <c:pt idx="1399">
                        <c:v>40036</c:v>
                      </c:pt>
                      <c:pt idx="1400">
                        <c:v>40037</c:v>
                      </c:pt>
                      <c:pt idx="1401">
                        <c:v>40038</c:v>
                      </c:pt>
                      <c:pt idx="1402">
                        <c:v>40039</c:v>
                      </c:pt>
                      <c:pt idx="1403">
                        <c:v>40042</c:v>
                      </c:pt>
                      <c:pt idx="1404">
                        <c:v>40043</c:v>
                      </c:pt>
                      <c:pt idx="1405">
                        <c:v>40044</c:v>
                      </c:pt>
                      <c:pt idx="1406">
                        <c:v>40045</c:v>
                      </c:pt>
                      <c:pt idx="1407">
                        <c:v>40046</c:v>
                      </c:pt>
                      <c:pt idx="1408">
                        <c:v>40049</c:v>
                      </c:pt>
                      <c:pt idx="1409">
                        <c:v>40050</c:v>
                      </c:pt>
                      <c:pt idx="1410">
                        <c:v>40051</c:v>
                      </c:pt>
                      <c:pt idx="1411">
                        <c:v>40052</c:v>
                      </c:pt>
                      <c:pt idx="1412">
                        <c:v>40053</c:v>
                      </c:pt>
                      <c:pt idx="1413">
                        <c:v>40056</c:v>
                      </c:pt>
                      <c:pt idx="1414">
                        <c:v>40057</c:v>
                      </c:pt>
                      <c:pt idx="1415">
                        <c:v>40058</c:v>
                      </c:pt>
                      <c:pt idx="1416">
                        <c:v>40059</c:v>
                      </c:pt>
                      <c:pt idx="1417">
                        <c:v>40060</c:v>
                      </c:pt>
                      <c:pt idx="1418">
                        <c:v>40063</c:v>
                      </c:pt>
                      <c:pt idx="1419">
                        <c:v>40064</c:v>
                      </c:pt>
                      <c:pt idx="1420">
                        <c:v>40065</c:v>
                      </c:pt>
                      <c:pt idx="1421">
                        <c:v>40066</c:v>
                      </c:pt>
                      <c:pt idx="1422">
                        <c:v>40067</c:v>
                      </c:pt>
                      <c:pt idx="1423">
                        <c:v>40070</c:v>
                      </c:pt>
                      <c:pt idx="1424">
                        <c:v>40071</c:v>
                      </c:pt>
                      <c:pt idx="1425">
                        <c:v>40072</c:v>
                      </c:pt>
                      <c:pt idx="1426">
                        <c:v>40073</c:v>
                      </c:pt>
                      <c:pt idx="1427">
                        <c:v>40074</c:v>
                      </c:pt>
                      <c:pt idx="1428">
                        <c:v>40077</c:v>
                      </c:pt>
                      <c:pt idx="1429">
                        <c:v>40078</c:v>
                      </c:pt>
                      <c:pt idx="1430">
                        <c:v>40079</c:v>
                      </c:pt>
                      <c:pt idx="1431">
                        <c:v>40080</c:v>
                      </c:pt>
                      <c:pt idx="1432">
                        <c:v>40081</c:v>
                      </c:pt>
                      <c:pt idx="1433">
                        <c:v>40084</c:v>
                      </c:pt>
                      <c:pt idx="1434">
                        <c:v>40085</c:v>
                      </c:pt>
                      <c:pt idx="1435">
                        <c:v>40086</c:v>
                      </c:pt>
                      <c:pt idx="1436">
                        <c:v>40087</c:v>
                      </c:pt>
                      <c:pt idx="1437">
                        <c:v>40088</c:v>
                      </c:pt>
                      <c:pt idx="1438">
                        <c:v>40091</c:v>
                      </c:pt>
                      <c:pt idx="1439">
                        <c:v>40092</c:v>
                      </c:pt>
                      <c:pt idx="1440">
                        <c:v>40093</c:v>
                      </c:pt>
                      <c:pt idx="1441">
                        <c:v>40094</c:v>
                      </c:pt>
                      <c:pt idx="1442">
                        <c:v>40095</c:v>
                      </c:pt>
                      <c:pt idx="1443">
                        <c:v>40098</c:v>
                      </c:pt>
                      <c:pt idx="1444">
                        <c:v>40099</c:v>
                      </c:pt>
                      <c:pt idx="1445">
                        <c:v>40100</c:v>
                      </c:pt>
                      <c:pt idx="1446">
                        <c:v>40101</c:v>
                      </c:pt>
                      <c:pt idx="1447">
                        <c:v>40102</c:v>
                      </c:pt>
                      <c:pt idx="1448">
                        <c:v>40105</c:v>
                      </c:pt>
                      <c:pt idx="1449">
                        <c:v>40106</c:v>
                      </c:pt>
                      <c:pt idx="1450">
                        <c:v>40107</c:v>
                      </c:pt>
                      <c:pt idx="1451">
                        <c:v>40108</c:v>
                      </c:pt>
                      <c:pt idx="1452">
                        <c:v>40109</c:v>
                      </c:pt>
                      <c:pt idx="1453">
                        <c:v>40112</c:v>
                      </c:pt>
                      <c:pt idx="1454">
                        <c:v>40113</c:v>
                      </c:pt>
                      <c:pt idx="1455">
                        <c:v>40114</c:v>
                      </c:pt>
                      <c:pt idx="1456">
                        <c:v>40115</c:v>
                      </c:pt>
                      <c:pt idx="1457">
                        <c:v>40116</c:v>
                      </c:pt>
                      <c:pt idx="1458">
                        <c:v>40119</c:v>
                      </c:pt>
                      <c:pt idx="1459">
                        <c:v>40120</c:v>
                      </c:pt>
                      <c:pt idx="1460">
                        <c:v>40121</c:v>
                      </c:pt>
                      <c:pt idx="1461">
                        <c:v>40122</c:v>
                      </c:pt>
                      <c:pt idx="1462">
                        <c:v>40123</c:v>
                      </c:pt>
                      <c:pt idx="1463">
                        <c:v>40126</c:v>
                      </c:pt>
                      <c:pt idx="1464">
                        <c:v>40127</c:v>
                      </c:pt>
                      <c:pt idx="1465">
                        <c:v>40128</c:v>
                      </c:pt>
                      <c:pt idx="1466">
                        <c:v>40129</c:v>
                      </c:pt>
                      <c:pt idx="1467">
                        <c:v>40130</c:v>
                      </c:pt>
                      <c:pt idx="1468">
                        <c:v>40133</c:v>
                      </c:pt>
                      <c:pt idx="1469">
                        <c:v>40134</c:v>
                      </c:pt>
                      <c:pt idx="1470">
                        <c:v>40135</c:v>
                      </c:pt>
                      <c:pt idx="1471">
                        <c:v>40136</c:v>
                      </c:pt>
                      <c:pt idx="1472">
                        <c:v>40137</c:v>
                      </c:pt>
                      <c:pt idx="1473">
                        <c:v>40140</c:v>
                      </c:pt>
                      <c:pt idx="1474">
                        <c:v>40141</c:v>
                      </c:pt>
                      <c:pt idx="1475">
                        <c:v>40142</c:v>
                      </c:pt>
                      <c:pt idx="1476">
                        <c:v>40143</c:v>
                      </c:pt>
                      <c:pt idx="1477">
                        <c:v>40144</c:v>
                      </c:pt>
                      <c:pt idx="1478">
                        <c:v>40147</c:v>
                      </c:pt>
                      <c:pt idx="1479">
                        <c:v>40148</c:v>
                      </c:pt>
                      <c:pt idx="1480">
                        <c:v>40149</c:v>
                      </c:pt>
                      <c:pt idx="1481">
                        <c:v>40150</c:v>
                      </c:pt>
                      <c:pt idx="1482">
                        <c:v>40151</c:v>
                      </c:pt>
                      <c:pt idx="1483">
                        <c:v>40154</c:v>
                      </c:pt>
                      <c:pt idx="1484">
                        <c:v>40155</c:v>
                      </c:pt>
                      <c:pt idx="1485">
                        <c:v>40156</c:v>
                      </c:pt>
                      <c:pt idx="1486">
                        <c:v>40157</c:v>
                      </c:pt>
                      <c:pt idx="1487">
                        <c:v>40158</c:v>
                      </c:pt>
                      <c:pt idx="1488">
                        <c:v>40161</c:v>
                      </c:pt>
                      <c:pt idx="1489">
                        <c:v>40162</c:v>
                      </c:pt>
                      <c:pt idx="1490">
                        <c:v>40163</c:v>
                      </c:pt>
                      <c:pt idx="1491">
                        <c:v>40164</c:v>
                      </c:pt>
                      <c:pt idx="1492">
                        <c:v>40165</c:v>
                      </c:pt>
                      <c:pt idx="1493">
                        <c:v>40168</c:v>
                      </c:pt>
                      <c:pt idx="1494">
                        <c:v>40169</c:v>
                      </c:pt>
                      <c:pt idx="1495">
                        <c:v>40170</c:v>
                      </c:pt>
                      <c:pt idx="1496">
                        <c:v>40171</c:v>
                      </c:pt>
                      <c:pt idx="1497">
                        <c:v>40172</c:v>
                      </c:pt>
                      <c:pt idx="1498">
                        <c:v>40175</c:v>
                      </c:pt>
                      <c:pt idx="1499">
                        <c:v>40176</c:v>
                      </c:pt>
                      <c:pt idx="1500">
                        <c:v>40177</c:v>
                      </c:pt>
                      <c:pt idx="1501">
                        <c:v>40178</c:v>
                      </c:pt>
                      <c:pt idx="1502">
                        <c:v>40179</c:v>
                      </c:pt>
                      <c:pt idx="1503">
                        <c:v>40182</c:v>
                      </c:pt>
                      <c:pt idx="1504">
                        <c:v>40183</c:v>
                      </c:pt>
                      <c:pt idx="1505">
                        <c:v>40184</c:v>
                      </c:pt>
                      <c:pt idx="1506">
                        <c:v>40185</c:v>
                      </c:pt>
                      <c:pt idx="1507">
                        <c:v>40186</c:v>
                      </c:pt>
                      <c:pt idx="1508">
                        <c:v>40189</c:v>
                      </c:pt>
                      <c:pt idx="1509">
                        <c:v>40190</c:v>
                      </c:pt>
                      <c:pt idx="1510">
                        <c:v>40191</c:v>
                      </c:pt>
                      <c:pt idx="1511">
                        <c:v>40192</c:v>
                      </c:pt>
                      <c:pt idx="1512">
                        <c:v>40193</c:v>
                      </c:pt>
                      <c:pt idx="1513">
                        <c:v>40196</c:v>
                      </c:pt>
                      <c:pt idx="1514">
                        <c:v>40197</c:v>
                      </c:pt>
                      <c:pt idx="1515">
                        <c:v>40198</c:v>
                      </c:pt>
                      <c:pt idx="1516">
                        <c:v>40199</c:v>
                      </c:pt>
                      <c:pt idx="1517">
                        <c:v>40200</c:v>
                      </c:pt>
                      <c:pt idx="1518">
                        <c:v>40203</c:v>
                      </c:pt>
                      <c:pt idx="1519">
                        <c:v>40204</c:v>
                      </c:pt>
                      <c:pt idx="1520">
                        <c:v>40205</c:v>
                      </c:pt>
                      <c:pt idx="1521">
                        <c:v>40206</c:v>
                      </c:pt>
                      <c:pt idx="1522">
                        <c:v>40207</c:v>
                      </c:pt>
                      <c:pt idx="1523">
                        <c:v>40210</c:v>
                      </c:pt>
                      <c:pt idx="1524">
                        <c:v>40211</c:v>
                      </c:pt>
                      <c:pt idx="1525">
                        <c:v>40212</c:v>
                      </c:pt>
                      <c:pt idx="1526">
                        <c:v>40213</c:v>
                      </c:pt>
                      <c:pt idx="1527">
                        <c:v>40214</c:v>
                      </c:pt>
                      <c:pt idx="1528">
                        <c:v>40217</c:v>
                      </c:pt>
                      <c:pt idx="1529">
                        <c:v>40218</c:v>
                      </c:pt>
                      <c:pt idx="1530">
                        <c:v>40219</c:v>
                      </c:pt>
                      <c:pt idx="1531">
                        <c:v>40220</c:v>
                      </c:pt>
                      <c:pt idx="1532">
                        <c:v>40221</c:v>
                      </c:pt>
                      <c:pt idx="1533">
                        <c:v>40224</c:v>
                      </c:pt>
                      <c:pt idx="1534">
                        <c:v>40225</c:v>
                      </c:pt>
                      <c:pt idx="1535">
                        <c:v>40226</c:v>
                      </c:pt>
                      <c:pt idx="1536">
                        <c:v>40227</c:v>
                      </c:pt>
                      <c:pt idx="1537">
                        <c:v>40228</c:v>
                      </c:pt>
                      <c:pt idx="1538">
                        <c:v>40231</c:v>
                      </c:pt>
                      <c:pt idx="1539">
                        <c:v>40232</c:v>
                      </c:pt>
                      <c:pt idx="1540">
                        <c:v>40233</c:v>
                      </c:pt>
                      <c:pt idx="1541">
                        <c:v>40234</c:v>
                      </c:pt>
                      <c:pt idx="1542">
                        <c:v>40235</c:v>
                      </c:pt>
                      <c:pt idx="1543">
                        <c:v>40238</c:v>
                      </c:pt>
                      <c:pt idx="1544">
                        <c:v>40239</c:v>
                      </c:pt>
                      <c:pt idx="1545">
                        <c:v>40240</c:v>
                      </c:pt>
                      <c:pt idx="1546">
                        <c:v>40241</c:v>
                      </c:pt>
                      <c:pt idx="1547">
                        <c:v>40242</c:v>
                      </c:pt>
                      <c:pt idx="1548">
                        <c:v>40245</c:v>
                      </c:pt>
                      <c:pt idx="1549">
                        <c:v>40246</c:v>
                      </c:pt>
                      <c:pt idx="1550">
                        <c:v>40247</c:v>
                      </c:pt>
                      <c:pt idx="1551">
                        <c:v>40248</c:v>
                      </c:pt>
                      <c:pt idx="1552">
                        <c:v>40249</c:v>
                      </c:pt>
                      <c:pt idx="1553">
                        <c:v>40252</c:v>
                      </c:pt>
                      <c:pt idx="1554">
                        <c:v>40253</c:v>
                      </c:pt>
                      <c:pt idx="1555">
                        <c:v>40254</c:v>
                      </c:pt>
                      <c:pt idx="1556">
                        <c:v>40255</c:v>
                      </c:pt>
                      <c:pt idx="1557">
                        <c:v>40256</c:v>
                      </c:pt>
                      <c:pt idx="1558">
                        <c:v>40259</c:v>
                      </c:pt>
                      <c:pt idx="1559">
                        <c:v>40260</c:v>
                      </c:pt>
                      <c:pt idx="1560">
                        <c:v>40261</c:v>
                      </c:pt>
                      <c:pt idx="1561">
                        <c:v>40262</c:v>
                      </c:pt>
                      <c:pt idx="1562">
                        <c:v>40263</c:v>
                      </c:pt>
                      <c:pt idx="1563">
                        <c:v>40266</c:v>
                      </c:pt>
                      <c:pt idx="1564">
                        <c:v>40267</c:v>
                      </c:pt>
                      <c:pt idx="1565">
                        <c:v>40268</c:v>
                      </c:pt>
                      <c:pt idx="1566">
                        <c:v>40269</c:v>
                      </c:pt>
                      <c:pt idx="1567">
                        <c:v>40270</c:v>
                      </c:pt>
                      <c:pt idx="1568">
                        <c:v>40273</c:v>
                      </c:pt>
                      <c:pt idx="1569">
                        <c:v>40274</c:v>
                      </c:pt>
                      <c:pt idx="1570">
                        <c:v>40275</c:v>
                      </c:pt>
                      <c:pt idx="1571">
                        <c:v>40276</c:v>
                      </c:pt>
                      <c:pt idx="1572">
                        <c:v>40277</c:v>
                      </c:pt>
                      <c:pt idx="1573">
                        <c:v>40280</c:v>
                      </c:pt>
                      <c:pt idx="1574">
                        <c:v>40281</c:v>
                      </c:pt>
                      <c:pt idx="1575">
                        <c:v>40282</c:v>
                      </c:pt>
                      <c:pt idx="1576">
                        <c:v>40283</c:v>
                      </c:pt>
                      <c:pt idx="1577">
                        <c:v>40284</c:v>
                      </c:pt>
                      <c:pt idx="1578">
                        <c:v>40287</c:v>
                      </c:pt>
                      <c:pt idx="1579">
                        <c:v>40288</c:v>
                      </c:pt>
                      <c:pt idx="1580">
                        <c:v>40289</c:v>
                      </c:pt>
                      <c:pt idx="1581">
                        <c:v>40290</c:v>
                      </c:pt>
                      <c:pt idx="1582">
                        <c:v>40291</c:v>
                      </c:pt>
                      <c:pt idx="1583">
                        <c:v>40294</c:v>
                      </c:pt>
                      <c:pt idx="1584">
                        <c:v>40295</c:v>
                      </c:pt>
                      <c:pt idx="1585">
                        <c:v>40296</c:v>
                      </c:pt>
                      <c:pt idx="1586">
                        <c:v>40297</c:v>
                      </c:pt>
                      <c:pt idx="1587">
                        <c:v>40298</c:v>
                      </c:pt>
                      <c:pt idx="1588">
                        <c:v>40301</c:v>
                      </c:pt>
                      <c:pt idx="1589">
                        <c:v>40302</c:v>
                      </c:pt>
                      <c:pt idx="1590">
                        <c:v>40303</c:v>
                      </c:pt>
                      <c:pt idx="1591">
                        <c:v>40304</c:v>
                      </c:pt>
                      <c:pt idx="1592">
                        <c:v>40305</c:v>
                      </c:pt>
                      <c:pt idx="1593">
                        <c:v>40308</c:v>
                      </c:pt>
                      <c:pt idx="1594">
                        <c:v>40309</c:v>
                      </c:pt>
                      <c:pt idx="1595">
                        <c:v>40310</c:v>
                      </c:pt>
                      <c:pt idx="1596">
                        <c:v>40311</c:v>
                      </c:pt>
                      <c:pt idx="1597">
                        <c:v>40312</c:v>
                      </c:pt>
                      <c:pt idx="1598">
                        <c:v>40315</c:v>
                      </c:pt>
                      <c:pt idx="1599">
                        <c:v>40316</c:v>
                      </c:pt>
                      <c:pt idx="1600">
                        <c:v>40317</c:v>
                      </c:pt>
                      <c:pt idx="1601">
                        <c:v>40318</c:v>
                      </c:pt>
                      <c:pt idx="1602">
                        <c:v>40319</c:v>
                      </c:pt>
                      <c:pt idx="1603">
                        <c:v>40322</c:v>
                      </c:pt>
                      <c:pt idx="1604">
                        <c:v>40323</c:v>
                      </c:pt>
                      <c:pt idx="1605">
                        <c:v>40324</c:v>
                      </c:pt>
                      <c:pt idx="1606">
                        <c:v>40325</c:v>
                      </c:pt>
                      <c:pt idx="1607">
                        <c:v>40326</c:v>
                      </c:pt>
                      <c:pt idx="1608">
                        <c:v>40329</c:v>
                      </c:pt>
                      <c:pt idx="1609">
                        <c:v>40330</c:v>
                      </c:pt>
                      <c:pt idx="1610">
                        <c:v>40331</c:v>
                      </c:pt>
                      <c:pt idx="1611">
                        <c:v>40332</c:v>
                      </c:pt>
                      <c:pt idx="1612">
                        <c:v>40333</c:v>
                      </c:pt>
                      <c:pt idx="1613">
                        <c:v>40336</c:v>
                      </c:pt>
                      <c:pt idx="1614">
                        <c:v>40337</c:v>
                      </c:pt>
                      <c:pt idx="1615">
                        <c:v>40338</c:v>
                      </c:pt>
                      <c:pt idx="1616">
                        <c:v>40339</c:v>
                      </c:pt>
                      <c:pt idx="1617">
                        <c:v>40340</c:v>
                      </c:pt>
                      <c:pt idx="1618">
                        <c:v>40343</c:v>
                      </c:pt>
                      <c:pt idx="1619">
                        <c:v>40344</c:v>
                      </c:pt>
                      <c:pt idx="1620">
                        <c:v>40345</c:v>
                      </c:pt>
                      <c:pt idx="1621">
                        <c:v>40346</c:v>
                      </c:pt>
                      <c:pt idx="1622">
                        <c:v>40347</c:v>
                      </c:pt>
                      <c:pt idx="1623">
                        <c:v>40350</c:v>
                      </c:pt>
                      <c:pt idx="1624">
                        <c:v>40351</c:v>
                      </c:pt>
                      <c:pt idx="1625">
                        <c:v>40352</c:v>
                      </c:pt>
                      <c:pt idx="1626">
                        <c:v>40353</c:v>
                      </c:pt>
                      <c:pt idx="1627">
                        <c:v>40354</c:v>
                      </c:pt>
                      <c:pt idx="1628">
                        <c:v>40357</c:v>
                      </c:pt>
                      <c:pt idx="1629">
                        <c:v>40358</c:v>
                      </c:pt>
                      <c:pt idx="1630">
                        <c:v>40359</c:v>
                      </c:pt>
                      <c:pt idx="1631">
                        <c:v>40360</c:v>
                      </c:pt>
                      <c:pt idx="1632">
                        <c:v>40361</c:v>
                      </c:pt>
                      <c:pt idx="1633">
                        <c:v>40364</c:v>
                      </c:pt>
                      <c:pt idx="1634">
                        <c:v>40365</c:v>
                      </c:pt>
                      <c:pt idx="1635">
                        <c:v>40366</c:v>
                      </c:pt>
                      <c:pt idx="1636">
                        <c:v>40367</c:v>
                      </c:pt>
                      <c:pt idx="1637">
                        <c:v>40368</c:v>
                      </c:pt>
                      <c:pt idx="1638">
                        <c:v>40371</c:v>
                      </c:pt>
                      <c:pt idx="1639">
                        <c:v>40372</c:v>
                      </c:pt>
                      <c:pt idx="1640">
                        <c:v>40373</c:v>
                      </c:pt>
                      <c:pt idx="1641">
                        <c:v>40374</c:v>
                      </c:pt>
                      <c:pt idx="1642">
                        <c:v>40375</c:v>
                      </c:pt>
                      <c:pt idx="1643">
                        <c:v>40378</c:v>
                      </c:pt>
                      <c:pt idx="1644">
                        <c:v>40379</c:v>
                      </c:pt>
                      <c:pt idx="1645">
                        <c:v>40380</c:v>
                      </c:pt>
                      <c:pt idx="1646">
                        <c:v>40381</c:v>
                      </c:pt>
                      <c:pt idx="1647">
                        <c:v>40382</c:v>
                      </c:pt>
                      <c:pt idx="1648">
                        <c:v>40385</c:v>
                      </c:pt>
                      <c:pt idx="1649">
                        <c:v>40386</c:v>
                      </c:pt>
                      <c:pt idx="1650">
                        <c:v>40387</c:v>
                      </c:pt>
                      <c:pt idx="1651">
                        <c:v>40388</c:v>
                      </c:pt>
                      <c:pt idx="1652">
                        <c:v>40389</c:v>
                      </c:pt>
                      <c:pt idx="1653">
                        <c:v>40392</c:v>
                      </c:pt>
                      <c:pt idx="1654">
                        <c:v>40393</c:v>
                      </c:pt>
                      <c:pt idx="1655">
                        <c:v>40394</c:v>
                      </c:pt>
                      <c:pt idx="1656">
                        <c:v>40395</c:v>
                      </c:pt>
                      <c:pt idx="1657">
                        <c:v>40396</c:v>
                      </c:pt>
                      <c:pt idx="1658">
                        <c:v>40399</c:v>
                      </c:pt>
                      <c:pt idx="1659">
                        <c:v>40400</c:v>
                      </c:pt>
                      <c:pt idx="1660">
                        <c:v>40401</c:v>
                      </c:pt>
                      <c:pt idx="1661">
                        <c:v>40402</c:v>
                      </c:pt>
                      <c:pt idx="1662">
                        <c:v>40403</c:v>
                      </c:pt>
                      <c:pt idx="1663">
                        <c:v>40406</c:v>
                      </c:pt>
                      <c:pt idx="1664">
                        <c:v>40407</c:v>
                      </c:pt>
                      <c:pt idx="1665">
                        <c:v>40408</c:v>
                      </c:pt>
                      <c:pt idx="1666">
                        <c:v>40409</c:v>
                      </c:pt>
                      <c:pt idx="1667">
                        <c:v>40410</c:v>
                      </c:pt>
                      <c:pt idx="1668">
                        <c:v>40413</c:v>
                      </c:pt>
                      <c:pt idx="1669">
                        <c:v>40414</c:v>
                      </c:pt>
                      <c:pt idx="1670">
                        <c:v>40415</c:v>
                      </c:pt>
                      <c:pt idx="1671">
                        <c:v>40416</c:v>
                      </c:pt>
                      <c:pt idx="1672">
                        <c:v>40417</c:v>
                      </c:pt>
                      <c:pt idx="1673">
                        <c:v>40420</c:v>
                      </c:pt>
                      <c:pt idx="1674">
                        <c:v>40421</c:v>
                      </c:pt>
                      <c:pt idx="1675">
                        <c:v>40422</c:v>
                      </c:pt>
                      <c:pt idx="1676">
                        <c:v>40423</c:v>
                      </c:pt>
                      <c:pt idx="1677">
                        <c:v>40424</c:v>
                      </c:pt>
                      <c:pt idx="1678">
                        <c:v>40427</c:v>
                      </c:pt>
                      <c:pt idx="1679">
                        <c:v>40428</c:v>
                      </c:pt>
                      <c:pt idx="1680">
                        <c:v>40429</c:v>
                      </c:pt>
                      <c:pt idx="1681">
                        <c:v>40430</c:v>
                      </c:pt>
                      <c:pt idx="1682">
                        <c:v>40431</c:v>
                      </c:pt>
                      <c:pt idx="1683">
                        <c:v>40434</c:v>
                      </c:pt>
                      <c:pt idx="1684">
                        <c:v>40435</c:v>
                      </c:pt>
                      <c:pt idx="1685">
                        <c:v>40436</c:v>
                      </c:pt>
                      <c:pt idx="1686">
                        <c:v>40437</c:v>
                      </c:pt>
                      <c:pt idx="1687">
                        <c:v>40438</c:v>
                      </c:pt>
                      <c:pt idx="1688">
                        <c:v>40441</c:v>
                      </c:pt>
                      <c:pt idx="1689">
                        <c:v>40442</c:v>
                      </c:pt>
                      <c:pt idx="1690">
                        <c:v>40443</c:v>
                      </c:pt>
                      <c:pt idx="1691">
                        <c:v>40444</c:v>
                      </c:pt>
                      <c:pt idx="1692">
                        <c:v>40445</c:v>
                      </c:pt>
                      <c:pt idx="1693">
                        <c:v>40448</c:v>
                      </c:pt>
                      <c:pt idx="1694">
                        <c:v>40449</c:v>
                      </c:pt>
                      <c:pt idx="1695">
                        <c:v>40450</c:v>
                      </c:pt>
                      <c:pt idx="1696">
                        <c:v>40451</c:v>
                      </c:pt>
                      <c:pt idx="1697">
                        <c:v>40452</c:v>
                      </c:pt>
                      <c:pt idx="1698">
                        <c:v>40455</c:v>
                      </c:pt>
                      <c:pt idx="1699">
                        <c:v>40456</c:v>
                      </c:pt>
                      <c:pt idx="1700">
                        <c:v>40457</c:v>
                      </c:pt>
                      <c:pt idx="1701">
                        <c:v>40458</c:v>
                      </c:pt>
                      <c:pt idx="1702">
                        <c:v>40459</c:v>
                      </c:pt>
                      <c:pt idx="1703">
                        <c:v>40462</c:v>
                      </c:pt>
                      <c:pt idx="1704">
                        <c:v>40463</c:v>
                      </c:pt>
                      <c:pt idx="1705">
                        <c:v>40464</c:v>
                      </c:pt>
                      <c:pt idx="1706">
                        <c:v>40465</c:v>
                      </c:pt>
                      <c:pt idx="1707">
                        <c:v>40466</c:v>
                      </c:pt>
                      <c:pt idx="1708">
                        <c:v>40469</c:v>
                      </c:pt>
                      <c:pt idx="1709">
                        <c:v>40470</c:v>
                      </c:pt>
                      <c:pt idx="1710">
                        <c:v>40471</c:v>
                      </c:pt>
                      <c:pt idx="1711">
                        <c:v>40472</c:v>
                      </c:pt>
                      <c:pt idx="1712">
                        <c:v>40473</c:v>
                      </c:pt>
                      <c:pt idx="1713">
                        <c:v>40476</c:v>
                      </c:pt>
                      <c:pt idx="1714">
                        <c:v>40477</c:v>
                      </c:pt>
                      <c:pt idx="1715">
                        <c:v>40478</c:v>
                      </c:pt>
                      <c:pt idx="1716">
                        <c:v>40479</c:v>
                      </c:pt>
                      <c:pt idx="1717">
                        <c:v>40480</c:v>
                      </c:pt>
                      <c:pt idx="1718">
                        <c:v>40483</c:v>
                      </c:pt>
                      <c:pt idx="1719">
                        <c:v>40484</c:v>
                      </c:pt>
                      <c:pt idx="1720">
                        <c:v>40485</c:v>
                      </c:pt>
                      <c:pt idx="1721">
                        <c:v>40486</c:v>
                      </c:pt>
                      <c:pt idx="1722">
                        <c:v>40487</c:v>
                      </c:pt>
                      <c:pt idx="1723">
                        <c:v>40490</c:v>
                      </c:pt>
                      <c:pt idx="1724">
                        <c:v>40491</c:v>
                      </c:pt>
                      <c:pt idx="1725">
                        <c:v>40492</c:v>
                      </c:pt>
                      <c:pt idx="1726">
                        <c:v>40493</c:v>
                      </c:pt>
                      <c:pt idx="1727">
                        <c:v>40494</c:v>
                      </c:pt>
                      <c:pt idx="1728">
                        <c:v>40497</c:v>
                      </c:pt>
                      <c:pt idx="1729">
                        <c:v>40498</c:v>
                      </c:pt>
                      <c:pt idx="1730">
                        <c:v>40499</c:v>
                      </c:pt>
                      <c:pt idx="1731">
                        <c:v>40500</c:v>
                      </c:pt>
                      <c:pt idx="1732">
                        <c:v>40501</c:v>
                      </c:pt>
                      <c:pt idx="1733">
                        <c:v>40504</c:v>
                      </c:pt>
                      <c:pt idx="1734">
                        <c:v>40505</c:v>
                      </c:pt>
                      <c:pt idx="1735">
                        <c:v>40506</c:v>
                      </c:pt>
                      <c:pt idx="1736">
                        <c:v>40507</c:v>
                      </c:pt>
                      <c:pt idx="1737">
                        <c:v>40508</c:v>
                      </c:pt>
                      <c:pt idx="1738">
                        <c:v>40511</c:v>
                      </c:pt>
                      <c:pt idx="1739">
                        <c:v>40512</c:v>
                      </c:pt>
                      <c:pt idx="1740">
                        <c:v>40513</c:v>
                      </c:pt>
                      <c:pt idx="1741">
                        <c:v>40514</c:v>
                      </c:pt>
                      <c:pt idx="1742">
                        <c:v>40515</c:v>
                      </c:pt>
                      <c:pt idx="1743">
                        <c:v>40518</c:v>
                      </c:pt>
                      <c:pt idx="1744">
                        <c:v>40519</c:v>
                      </c:pt>
                      <c:pt idx="1745">
                        <c:v>40520</c:v>
                      </c:pt>
                      <c:pt idx="1746">
                        <c:v>40521</c:v>
                      </c:pt>
                      <c:pt idx="1747">
                        <c:v>40522</c:v>
                      </c:pt>
                      <c:pt idx="1748">
                        <c:v>40525</c:v>
                      </c:pt>
                      <c:pt idx="1749">
                        <c:v>40526</c:v>
                      </c:pt>
                      <c:pt idx="1750">
                        <c:v>40527</c:v>
                      </c:pt>
                      <c:pt idx="1751">
                        <c:v>40528</c:v>
                      </c:pt>
                      <c:pt idx="1752">
                        <c:v>40529</c:v>
                      </c:pt>
                      <c:pt idx="1753">
                        <c:v>40532</c:v>
                      </c:pt>
                      <c:pt idx="1754">
                        <c:v>40533</c:v>
                      </c:pt>
                      <c:pt idx="1755">
                        <c:v>40534</c:v>
                      </c:pt>
                      <c:pt idx="1756">
                        <c:v>40535</c:v>
                      </c:pt>
                      <c:pt idx="1757">
                        <c:v>40536</c:v>
                      </c:pt>
                      <c:pt idx="1758">
                        <c:v>40539</c:v>
                      </c:pt>
                      <c:pt idx="1759">
                        <c:v>40540</c:v>
                      </c:pt>
                      <c:pt idx="1760">
                        <c:v>40541</c:v>
                      </c:pt>
                      <c:pt idx="1761">
                        <c:v>40542</c:v>
                      </c:pt>
                      <c:pt idx="1762">
                        <c:v>40543</c:v>
                      </c:pt>
                      <c:pt idx="1763">
                        <c:v>40546</c:v>
                      </c:pt>
                      <c:pt idx="1764">
                        <c:v>40547</c:v>
                      </c:pt>
                      <c:pt idx="1765">
                        <c:v>40548</c:v>
                      </c:pt>
                      <c:pt idx="1766">
                        <c:v>40549</c:v>
                      </c:pt>
                      <c:pt idx="1767">
                        <c:v>40550</c:v>
                      </c:pt>
                      <c:pt idx="1768">
                        <c:v>40553</c:v>
                      </c:pt>
                      <c:pt idx="1769">
                        <c:v>40554</c:v>
                      </c:pt>
                      <c:pt idx="1770">
                        <c:v>40555</c:v>
                      </c:pt>
                      <c:pt idx="1771">
                        <c:v>40556</c:v>
                      </c:pt>
                      <c:pt idx="1772">
                        <c:v>40557</c:v>
                      </c:pt>
                      <c:pt idx="1773">
                        <c:v>40560</c:v>
                      </c:pt>
                      <c:pt idx="1774">
                        <c:v>40561</c:v>
                      </c:pt>
                      <c:pt idx="1775">
                        <c:v>40562</c:v>
                      </c:pt>
                      <c:pt idx="1776">
                        <c:v>40563</c:v>
                      </c:pt>
                      <c:pt idx="1777">
                        <c:v>40564</c:v>
                      </c:pt>
                      <c:pt idx="1778">
                        <c:v>40567</c:v>
                      </c:pt>
                      <c:pt idx="1779">
                        <c:v>40568</c:v>
                      </c:pt>
                      <c:pt idx="1780">
                        <c:v>40569</c:v>
                      </c:pt>
                      <c:pt idx="1781">
                        <c:v>40570</c:v>
                      </c:pt>
                      <c:pt idx="1782">
                        <c:v>40571</c:v>
                      </c:pt>
                      <c:pt idx="1783">
                        <c:v>40574</c:v>
                      </c:pt>
                      <c:pt idx="1784">
                        <c:v>40575</c:v>
                      </c:pt>
                      <c:pt idx="1785">
                        <c:v>40576</c:v>
                      </c:pt>
                      <c:pt idx="1786">
                        <c:v>40577</c:v>
                      </c:pt>
                      <c:pt idx="1787">
                        <c:v>40578</c:v>
                      </c:pt>
                      <c:pt idx="1788">
                        <c:v>40581</c:v>
                      </c:pt>
                      <c:pt idx="1789">
                        <c:v>40582</c:v>
                      </c:pt>
                      <c:pt idx="1790">
                        <c:v>40583</c:v>
                      </c:pt>
                      <c:pt idx="1791">
                        <c:v>40584</c:v>
                      </c:pt>
                      <c:pt idx="1792">
                        <c:v>40585</c:v>
                      </c:pt>
                      <c:pt idx="1793">
                        <c:v>40588</c:v>
                      </c:pt>
                      <c:pt idx="1794">
                        <c:v>40589</c:v>
                      </c:pt>
                      <c:pt idx="1795">
                        <c:v>40590</c:v>
                      </c:pt>
                      <c:pt idx="1796">
                        <c:v>40591</c:v>
                      </c:pt>
                      <c:pt idx="1797">
                        <c:v>40592</c:v>
                      </c:pt>
                      <c:pt idx="1798">
                        <c:v>40595</c:v>
                      </c:pt>
                      <c:pt idx="1799">
                        <c:v>40596</c:v>
                      </c:pt>
                      <c:pt idx="1800">
                        <c:v>40597</c:v>
                      </c:pt>
                      <c:pt idx="1801">
                        <c:v>40598</c:v>
                      </c:pt>
                      <c:pt idx="1802">
                        <c:v>40599</c:v>
                      </c:pt>
                      <c:pt idx="1803">
                        <c:v>40602</c:v>
                      </c:pt>
                      <c:pt idx="1804">
                        <c:v>40603</c:v>
                      </c:pt>
                      <c:pt idx="1805">
                        <c:v>40604</c:v>
                      </c:pt>
                      <c:pt idx="1806">
                        <c:v>40605</c:v>
                      </c:pt>
                      <c:pt idx="1807">
                        <c:v>40606</c:v>
                      </c:pt>
                      <c:pt idx="1808">
                        <c:v>40609</c:v>
                      </c:pt>
                      <c:pt idx="1809">
                        <c:v>40610</c:v>
                      </c:pt>
                      <c:pt idx="1810">
                        <c:v>40611</c:v>
                      </c:pt>
                      <c:pt idx="1811">
                        <c:v>40612</c:v>
                      </c:pt>
                      <c:pt idx="1812">
                        <c:v>40613</c:v>
                      </c:pt>
                      <c:pt idx="1813">
                        <c:v>40616</c:v>
                      </c:pt>
                      <c:pt idx="1814">
                        <c:v>40617</c:v>
                      </c:pt>
                      <c:pt idx="1815">
                        <c:v>40618</c:v>
                      </c:pt>
                      <c:pt idx="1816">
                        <c:v>40619</c:v>
                      </c:pt>
                      <c:pt idx="1817">
                        <c:v>40620</c:v>
                      </c:pt>
                      <c:pt idx="1818">
                        <c:v>40623</c:v>
                      </c:pt>
                      <c:pt idx="1819">
                        <c:v>40624</c:v>
                      </c:pt>
                      <c:pt idx="1820">
                        <c:v>40625</c:v>
                      </c:pt>
                      <c:pt idx="1821">
                        <c:v>40626</c:v>
                      </c:pt>
                      <c:pt idx="1822">
                        <c:v>40627</c:v>
                      </c:pt>
                      <c:pt idx="1823">
                        <c:v>40630</c:v>
                      </c:pt>
                      <c:pt idx="1824">
                        <c:v>40631</c:v>
                      </c:pt>
                      <c:pt idx="1825">
                        <c:v>40632</c:v>
                      </c:pt>
                      <c:pt idx="1826">
                        <c:v>40633</c:v>
                      </c:pt>
                      <c:pt idx="1827">
                        <c:v>40634</c:v>
                      </c:pt>
                      <c:pt idx="1828">
                        <c:v>40637</c:v>
                      </c:pt>
                      <c:pt idx="1829">
                        <c:v>40638</c:v>
                      </c:pt>
                      <c:pt idx="1830">
                        <c:v>40639</c:v>
                      </c:pt>
                      <c:pt idx="1831">
                        <c:v>40640</c:v>
                      </c:pt>
                      <c:pt idx="1832">
                        <c:v>40641</c:v>
                      </c:pt>
                      <c:pt idx="1833">
                        <c:v>40644</c:v>
                      </c:pt>
                      <c:pt idx="1834">
                        <c:v>40645</c:v>
                      </c:pt>
                      <c:pt idx="1835">
                        <c:v>40646</c:v>
                      </c:pt>
                      <c:pt idx="1836">
                        <c:v>40647</c:v>
                      </c:pt>
                      <c:pt idx="1837">
                        <c:v>40648</c:v>
                      </c:pt>
                      <c:pt idx="1838">
                        <c:v>40651</c:v>
                      </c:pt>
                      <c:pt idx="1839">
                        <c:v>40652</c:v>
                      </c:pt>
                      <c:pt idx="1840">
                        <c:v>40653</c:v>
                      </c:pt>
                      <c:pt idx="1841">
                        <c:v>40654</c:v>
                      </c:pt>
                      <c:pt idx="1842">
                        <c:v>40655</c:v>
                      </c:pt>
                      <c:pt idx="1843">
                        <c:v>40658</c:v>
                      </c:pt>
                      <c:pt idx="1844">
                        <c:v>40659</c:v>
                      </c:pt>
                      <c:pt idx="1845">
                        <c:v>40660</c:v>
                      </c:pt>
                      <c:pt idx="1846">
                        <c:v>40661</c:v>
                      </c:pt>
                      <c:pt idx="1847">
                        <c:v>40662</c:v>
                      </c:pt>
                      <c:pt idx="1848">
                        <c:v>40665</c:v>
                      </c:pt>
                      <c:pt idx="1849">
                        <c:v>40666</c:v>
                      </c:pt>
                      <c:pt idx="1850">
                        <c:v>40667</c:v>
                      </c:pt>
                      <c:pt idx="1851">
                        <c:v>40668</c:v>
                      </c:pt>
                      <c:pt idx="1852">
                        <c:v>40669</c:v>
                      </c:pt>
                      <c:pt idx="1853">
                        <c:v>40672</c:v>
                      </c:pt>
                      <c:pt idx="1854">
                        <c:v>40673</c:v>
                      </c:pt>
                      <c:pt idx="1855">
                        <c:v>40674</c:v>
                      </c:pt>
                      <c:pt idx="1856">
                        <c:v>40675</c:v>
                      </c:pt>
                      <c:pt idx="1857">
                        <c:v>40676</c:v>
                      </c:pt>
                      <c:pt idx="1858">
                        <c:v>40679</c:v>
                      </c:pt>
                      <c:pt idx="1859">
                        <c:v>40680</c:v>
                      </c:pt>
                      <c:pt idx="1860">
                        <c:v>40681</c:v>
                      </c:pt>
                      <c:pt idx="1861">
                        <c:v>40682</c:v>
                      </c:pt>
                      <c:pt idx="1862">
                        <c:v>40683</c:v>
                      </c:pt>
                      <c:pt idx="1863">
                        <c:v>40686</c:v>
                      </c:pt>
                      <c:pt idx="1864">
                        <c:v>40687</c:v>
                      </c:pt>
                      <c:pt idx="1865">
                        <c:v>40688</c:v>
                      </c:pt>
                      <c:pt idx="1866">
                        <c:v>40689</c:v>
                      </c:pt>
                      <c:pt idx="1867">
                        <c:v>40690</c:v>
                      </c:pt>
                      <c:pt idx="1868">
                        <c:v>40693</c:v>
                      </c:pt>
                      <c:pt idx="1869">
                        <c:v>40694</c:v>
                      </c:pt>
                      <c:pt idx="1870">
                        <c:v>40695</c:v>
                      </c:pt>
                      <c:pt idx="1871">
                        <c:v>40696</c:v>
                      </c:pt>
                      <c:pt idx="1872">
                        <c:v>40697</c:v>
                      </c:pt>
                      <c:pt idx="1873">
                        <c:v>40700</c:v>
                      </c:pt>
                      <c:pt idx="1874">
                        <c:v>40701</c:v>
                      </c:pt>
                      <c:pt idx="1875">
                        <c:v>40702</c:v>
                      </c:pt>
                      <c:pt idx="1876">
                        <c:v>40703</c:v>
                      </c:pt>
                      <c:pt idx="1877">
                        <c:v>40704</c:v>
                      </c:pt>
                      <c:pt idx="1878">
                        <c:v>40707</c:v>
                      </c:pt>
                      <c:pt idx="1879">
                        <c:v>40708</c:v>
                      </c:pt>
                      <c:pt idx="1880">
                        <c:v>40709</c:v>
                      </c:pt>
                      <c:pt idx="1881">
                        <c:v>40710</c:v>
                      </c:pt>
                      <c:pt idx="1882">
                        <c:v>40711</c:v>
                      </c:pt>
                      <c:pt idx="1883">
                        <c:v>40714</c:v>
                      </c:pt>
                      <c:pt idx="1884">
                        <c:v>40715</c:v>
                      </c:pt>
                      <c:pt idx="1885">
                        <c:v>40716</c:v>
                      </c:pt>
                      <c:pt idx="1886">
                        <c:v>40717</c:v>
                      </c:pt>
                      <c:pt idx="1887">
                        <c:v>40718</c:v>
                      </c:pt>
                      <c:pt idx="1888">
                        <c:v>40721</c:v>
                      </c:pt>
                      <c:pt idx="1889">
                        <c:v>40722</c:v>
                      </c:pt>
                      <c:pt idx="1890">
                        <c:v>40723</c:v>
                      </c:pt>
                      <c:pt idx="1891">
                        <c:v>40724</c:v>
                      </c:pt>
                      <c:pt idx="1892">
                        <c:v>40725</c:v>
                      </c:pt>
                      <c:pt idx="1893">
                        <c:v>40728</c:v>
                      </c:pt>
                      <c:pt idx="1894">
                        <c:v>40729</c:v>
                      </c:pt>
                      <c:pt idx="1895">
                        <c:v>40730</c:v>
                      </c:pt>
                      <c:pt idx="1896">
                        <c:v>40731</c:v>
                      </c:pt>
                      <c:pt idx="1897">
                        <c:v>40732</c:v>
                      </c:pt>
                      <c:pt idx="1898">
                        <c:v>40735</c:v>
                      </c:pt>
                      <c:pt idx="1899">
                        <c:v>40736</c:v>
                      </c:pt>
                      <c:pt idx="1900">
                        <c:v>40737</c:v>
                      </c:pt>
                      <c:pt idx="1901">
                        <c:v>40738</c:v>
                      </c:pt>
                      <c:pt idx="1902">
                        <c:v>40739</c:v>
                      </c:pt>
                      <c:pt idx="1903">
                        <c:v>40742</c:v>
                      </c:pt>
                      <c:pt idx="1904">
                        <c:v>40743</c:v>
                      </c:pt>
                      <c:pt idx="1905">
                        <c:v>40744</c:v>
                      </c:pt>
                      <c:pt idx="1906">
                        <c:v>40745</c:v>
                      </c:pt>
                      <c:pt idx="1907">
                        <c:v>40746</c:v>
                      </c:pt>
                      <c:pt idx="1908">
                        <c:v>40749</c:v>
                      </c:pt>
                      <c:pt idx="1909">
                        <c:v>40750</c:v>
                      </c:pt>
                      <c:pt idx="1910">
                        <c:v>40751</c:v>
                      </c:pt>
                      <c:pt idx="1911">
                        <c:v>40752</c:v>
                      </c:pt>
                      <c:pt idx="1912">
                        <c:v>40753</c:v>
                      </c:pt>
                      <c:pt idx="1913">
                        <c:v>40756</c:v>
                      </c:pt>
                      <c:pt idx="1914">
                        <c:v>40757</c:v>
                      </c:pt>
                      <c:pt idx="1915">
                        <c:v>40758</c:v>
                      </c:pt>
                      <c:pt idx="1916">
                        <c:v>40759</c:v>
                      </c:pt>
                      <c:pt idx="1917">
                        <c:v>40760</c:v>
                      </c:pt>
                      <c:pt idx="1918">
                        <c:v>40763</c:v>
                      </c:pt>
                      <c:pt idx="1919">
                        <c:v>40764</c:v>
                      </c:pt>
                      <c:pt idx="1920">
                        <c:v>40765</c:v>
                      </c:pt>
                      <c:pt idx="1921">
                        <c:v>40766</c:v>
                      </c:pt>
                      <c:pt idx="1922">
                        <c:v>40767</c:v>
                      </c:pt>
                      <c:pt idx="1923">
                        <c:v>40770</c:v>
                      </c:pt>
                      <c:pt idx="1924">
                        <c:v>40771</c:v>
                      </c:pt>
                      <c:pt idx="1925">
                        <c:v>40772</c:v>
                      </c:pt>
                      <c:pt idx="1926">
                        <c:v>40773</c:v>
                      </c:pt>
                      <c:pt idx="1927">
                        <c:v>40774</c:v>
                      </c:pt>
                      <c:pt idx="1928">
                        <c:v>40777</c:v>
                      </c:pt>
                      <c:pt idx="1929">
                        <c:v>40778</c:v>
                      </c:pt>
                      <c:pt idx="1930">
                        <c:v>40779</c:v>
                      </c:pt>
                      <c:pt idx="1931">
                        <c:v>40780</c:v>
                      </c:pt>
                      <c:pt idx="1932">
                        <c:v>40781</c:v>
                      </c:pt>
                      <c:pt idx="1933">
                        <c:v>40784</c:v>
                      </c:pt>
                      <c:pt idx="1934">
                        <c:v>40785</c:v>
                      </c:pt>
                      <c:pt idx="1935">
                        <c:v>40786</c:v>
                      </c:pt>
                      <c:pt idx="1936">
                        <c:v>40787</c:v>
                      </c:pt>
                      <c:pt idx="1937">
                        <c:v>40788</c:v>
                      </c:pt>
                      <c:pt idx="1938">
                        <c:v>40791</c:v>
                      </c:pt>
                      <c:pt idx="1939">
                        <c:v>40792</c:v>
                      </c:pt>
                      <c:pt idx="1940">
                        <c:v>40793</c:v>
                      </c:pt>
                      <c:pt idx="1941">
                        <c:v>40794</c:v>
                      </c:pt>
                      <c:pt idx="1942">
                        <c:v>40795</c:v>
                      </c:pt>
                      <c:pt idx="1943">
                        <c:v>40798</c:v>
                      </c:pt>
                      <c:pt idx="1944">
                        <c:v>40799</c:v>
                      </c:pt>
                      <c:pt idx="1945">
                        <c:v>40800</c:v>
                      </c:pt>
                      <c:pt idx="1946">
                        <c:v>40801</c:v>
                      </c:pt>
                      <c:pt idx="1947">
                        <c:v>40802</c:v>
                      </c:pt>
                      <c:pt idx="1948">
                        <c:v>40805</c:v>
                      </c:pt>
                      <c:pt idx="1949">
                        <c:v>40806</c:v>
                      </c:pt>
                      <c:pt idx="1950">
                        <c:v>40807</c:v>
                      </c:pt>
                      <c:pt idx="1951">
                        <c:v>40808</c:v>
                      </c:pt>
                      <c:pt idx="1952">
                        <c:v>40809</c:v>
                      </c:pt>
                      <c:pt idx="1953">
                        <c:v>40812</c:v>
                      </c:pt>
                      <c:pt idx="1954">
                        <c:v>40813</c:v>
                      </c:pt>
                      <c:pt idx="1955">
                        <c:v>40814</c:v>
                      </c:pt>
                      <c:pt idx="1956">
                        <c:v>40815</c:v>
                      </c:pt>
                      <c:pt idx="1957">
                        <c:v>40816</c:v>
                      </c:pt>
                      <c:pt idx="1958">
                        <c:v>40819</c:v>
                      </c:pt>
                      <c:pt idx="1959">
                        <c:v>40820</c:v>
                      </c:pt>
                      <c:pt idx="1960">
                        <c:v>40821</c:v>
                      </c:pt>
                      <c:pt idx="1961">
                        <c:v>40822</c:v>
                      </c:pt>
                      <c:pt idx="1962">
                        <c:v>40823</c:v>
                      </c:pt>
                      <c:pt idx="1963">
                        <c:v>40826</c:v>
                      </c:pt>
                      <c:pt idx="1964">
                        <c:v>40827</c:v>
                      </c:pt>
                      <c:pt idx="1965">
                        <c:v>40828</c:v>
                      </c:pt>
                      <c:pt idx="1966">
                        <c:v>40829</c:v>
                      </c:pt>
                      <c:pt idx="1967">
                        <c:v>40830</c:v>
                      </c:pt>
                      <c:pt idx="1968">
                        <c:v>40833</c:v>
                      </c:pt>
                      <c:pt idx="1969">
                        <c:v>40834</c:v>
                      </c:pt>
                      <c:pt idx="1970">
                        <c:v>40835</c:v>
                      </c:pt>
                      <c:pt idx="1971">
                        <c:v>40836</c:v>
                      </c:pt>
                      <c:pt idx="1972">
                        <c:v>40837</c:v>
                      </c:pt>
                      <c:pt idx="1973">
                        <c:v>40840</c:v>
                      </c:pt>
                      <c:pt idx="1974">
                        <c:v>40841</c:v>
                      </c:pt>
                      <c:pt idx="1975">
                        <c:v>40842</c:v>
                      </c:pt>
                      <c:pt idx="1976">
                        <c:v>40843</c:v>
                      </c:pt>
                      <c:pt idx="1977">
                        <c:v>40844</c:v>
                      </c:pt>
                      <c:pt idx="1978">
                        <c:v>40847</c:v>
                      </c:pt>
                      <c:pt idx="1979">
                        <c:v>40848</c:v>
                      </c:pt>
                      <c:pt idx="1980">
                        <c:v>40849</c:v>
                      </c:pt>
                      <c:pt idx="1981">
                        <c:v>40850</c:v>
                      </c:pt>
                      <c:pt idx="1982">
                        <c:v>40851</c:v>
                      </c:pt>
                      <c:pt idx="1983">
                        <c:v>40854</c:v>
                      </c:pt>
                      <c:pt idx="1984">
                        <c:v>40855</c:v>
                      </c:pt>
                      <c:pt idx="1985">
                        <c:v>40856</c:v>
                      </c:pt>
                      <c:pt idx="1986">
                        <c:v>40857</c:v>
                      </c:pt>
                      <c:pt idx="1987">
                        <c:v>40858</c:v>
                      </c:pt>
                      <c:pt idx="1988">
                        <c:v>40861</c:v>
                      </c:pt>
                      <c:pt idx="1989">
                        <c:v>40862</c:v>
                      </c:pt>
                      <c:pt idx="1990">
                        <c:v>40863</c:v>
                      </c:pt>
                      <c:pt idx="1991">
                        <c:v>40864</c:v>
                      </c:pt>
                      <c:pt idx="1992">
                        <c:v>40865</c:v>
                      </c:pt>
                      <c:pt idx="1993">
                        <c:v>40868</c:v>
                      </c:pt>
                      <c:pt idx="1994">
                        <c:v>40869</c:v>
                      </c:pt>
                      <c:pt idx="1995">
                        <c:v>40870</c:v>
                      </c:pt>
                      <c:pt idx="1996">
                        <c:v>40871</c:v>
                      </c:pt>
                      <c:pt idx="1997">
                        <c:v>40872</c:v>
                      </c:pt>
                      <c:pt idx="1998">
                        <c:v>40875</c:v>
                      </c:pt>
                      <c:pt idx="1999">
                        <c:v>40876</c:v>
                      </c:pt>
                      <c:pt idx="2000">
                        <c:v>40877</c:v>
                      </c:pt>
                      <c:pt idx="2001">
                        <c:v>40878</c:v>
                      </c:pt>
                      <c:pt idx="2002">
                        <c:v>40879</c:v>
                      </c:pt>
                      <c:pt idx="2003">
                        <c:v>40882</c:v>
                      </c:pt>
                      <c:pt idx="2004">
                        <c:v>40883</c:v>
                      </c:pt>
                      <c:pt idx="2005">
                        <c:v>40884</c:v>
                      </c:pt>
                      <c:pt idx="2006">
                        <c:v>40885</c:v>
                      </c:pt>
                      <c:pt idx="2007">
                        <c:v>40886</c:v>
                      </c:pt>
                      <c:pt idx="2008">
                        <c:v>40889</c:v>
                      </c:pt>
                      <c:pt idx="2009">
                        <c:v>40890</c:v>
                      </c:pt>
                      <c:pt idx="2010">
                        <c:v>40891</c:v>
                      </c:pt>
                      <c:pt idx="2011">
                        <c:v>40892</c:v>
                      </c:pt>
                      <c:pt idx="2012">
                        <c:v>40893</c:v>
                      </c:pt>
                      <c:pt idx="2013">
                        <c:v>40896</c:v>
                      </c:pt>
                      <c:pt idx="2014">
                        <c:v>40897</c:v>
                      </c:pt>
                      <c:pt idx="2015">
                        <c:v>40898</c:v>
                      </c:pt>
                      <c:pt idx="2016">
                        <c:v>40899</c:v>
                      </c:pt>
                      <c:pt idx="2017">
                        <c:v>40900</c:v>
                      </c:pt>
                      <c:pt idx="2018">
                        <c:v>40903</c:v>
                      </c:pt>
                      <c:pt idx="2019">
                        <c:v>40904</c:v>
                      </c:pt>
                      <c:pt idx="2020">
                        <c:v>40905</c:v>
                      </c:pt>
                      <c:pt idx="2021">
                        <c:v>40906</c:v>
                      </c:pt>
                      <c:pt idx="2022">
                        <c:v>40907</c:v>
                      </c:pt>
                      <c:pt idx="2023">
                        <c:v>40910</c:v>
                      </c:pt>
                      <c:pt idx="2024">
                        <c:v>40911</c:v>
                      </c:pt>
                      <c:pt idx="2025">
                        <c:v>40912</c:v>
                      </c:pt>
                      <c:pt idx="2026">
                        <c:v>40913</c:v>
                      </c:pt>
                      <c:pt idx="2027">
                        <c:v>40914</c:v>
                      </c:pt>
                      <c:pt idx="2028">
                        <c:v>40917</c:v>
                      </c:pt>
                      <c:pt idx="2029">
                        <c:v>40918</c:v>
                      </c:pt>
                      <c:pt idx="2030">
                        <c:v>40919</c:v>
                      </c:pt>
                      <c:pt idx="2031">
                        <c:v>40920</c:v>
                      </c:pt>
                      <c:pt idx="2032">
                        <c:v>40921</c:v>
                      </c:pt>
                      <c:pt idx="2033">
                        <c:v>40924</c:v>
                      </c:pt>
                      <c:pt idx="2034">
                        <c:v>40925</c:v>
                      </c:pt>
                      <c:pt idx="2035">
                        <c:v>40926</c:v>
                      </c:pt>
                      <c:pt idx="2036">
                        <c:v>40927</c:v>
                      </c:pt>
                      <c:pt idx="2037">
                        <c:v>40928</c:v>
                      </c:pt>
                      <c:pt idx="2038">
                        <c:v>40931</c:v>
                      </c:pt>
                      <c:pt idx="2039">
                        <c:v>40932</c:v>
                      </c:pt>
                      <c:pt idx="2040">
                        <c:v>40933</c:v>
                      </c:pt>
                      <c:pt idx="2041">
                        <c:v>40934</c:v>
                      </c:pt>
                      <c:pt idx="2042">
                        <c:v>40935</c:v>
                      </c:pt>
                      <c:pt idx="2043">
                        <c:v>40938</c:v>
                      </c:pt>
                      <c:pt idx="2044">
                        <c:v>40939</c:v>
                      </c:pt>
                      <c:pt idx="2045">
                        <c:v>40940</c:v>
                      </c:pt>
                      <c:pt idx="2046">
                        <c:v>40941</c:v>
                      </c:pt>
                      <c:pt idx="2047">
                        <c:v>40942</c:v>
                      </c:pt>
                      <c:pt idx="2048">
                        <c:v>40945</c:v>
                      </c:pt>
                      <c:pt idx="2049">
                        <c:v>40946</c:v>
                      </c:pt>
                      <c:pt idx="2050">
                        <c:v>40947</c:v>
                      </c:pt>
                      <c:pt idx="2051">
                        <c:v>40948</c:v>
                      </c:pt>
                      <c:pt idx="2052">
                        <c:v>40949</c:v>
                      </c:pt>
                      <c:pt idx="2053">
                        <c:v>40952</c:v>
                      </c:pt>
                      <c:pt idx="2054">
                        <c:v>40953</c:v>
                      </c:pt>
                      <c:pt idx="2055">
                        <c:v>40954</c:v>
                      </c:pt>
                      <c:pt idx="2056">
                        <c:v>40955</c:v>
                      </c:pt>
                      <c:pt idx="2057">
                        <c:v>40956</c:v>
                      </c:pt>
                      <c:pt idx="2058">
                        <c:v>40959</c:v>
                      </c:pt>
                      <c:pt idx="2059">
                        <c:v>40960</c:v>
                      </c:pt>
                      <c:pt idx="2060">
                        <c:v>40961</c:v>
                      </c:pt>
                      <c:pt idx="2061">
                        <c:v>40962</c:v>
                      </c:pt>
                      <c:pt idx="2062">
                        <c:v>40963</c:v>
                      </c:pt>
                      <c:pt idx="2063">
                        <c:v>40966</c:v>
                      </c:pt>
                      <c:pt idx="2064">
                        <c:v>40967</c:v>
                      </c:pt>
                      <c:pt idx="2065">
                        <c:v>40968</c:v>
                      </c:pt>
                      <c:pt idx="2066">
                        <c:v>40969</c:v>
                      </c:pt>
                      <c:pt idx="2067">
                        <c:v>40970</c:v>
                      </c:pt>
                      <c:pt idx="2068">
                        <c:v>40973</c:v>
                      </c:pt>
                      <c:pt idx="2069">
                        <c:v>40974</c:v>
                      </c:pt>
                      <c:pt idx="2070">
                        <c:v>40975</c:v>
                      </c:pt>
                      <c:pt idx="2071">
                        <c:v>40976</c:v>
                      </c:pt>
                      <c:pt idx="2072">
                        <c:v>40977</c:v>
                      </c:pt>
                      <c:pt idx="2073">
                        <c:v>40980</c:v>
                      </c:pt>
                      <c:pt idx="2074">
                        <c:v>40981</c:v>
                      </c:pt>
                      <c:pt idx="2075">
                        <c:v>40982</c:v>
                      </c:pt>
                      <c:pt idx="2076">
                        <c:v>40983</c:v>
                      </c:pt>
                      <c:pt idx="2077">
                        <c:v>40984</c:v>
                      </c:pt>
                      <c:pt idx="2078">
                        <c:v>40987</c:v>
                      </c:pt>
                      <c:pt idx="2079">
                        <c:v>40988</c:v>
                      </c:pt>
                      <c:pt idx="2080">
                        <c:v>40989</c:v>
                      </c:pt>
                      <c:pt idx="2081">
                        <c:v>40990</c:v>
                      </c:pt>
                      <c:pt idx="2082">
                        <c:v>40991</c:v>
                      </c:pt>
                      <c:pt idx="2083">
                        <c:v>40994</c:v>
                      </c:pt>
                      <c:pt idx="2084">
                        <c:v>40995</c:v>
                      </c:pt>
                      <c:pt idx="2085">
                        <c:v>40996</c:v>
                      </c:pt>
                      <c:pt idx="2086">
                        <c:v>40997</c:v>
                      </c:pt>
                      <c:pt idx="2087">
                        <c:v>40998</c:v>
                      </c:pt>
                      <c:pt idx="2088">
                        <c:v>41001</c:v>
                      </c:pt>
                      <c:pt idx="2089">
                        <c:v>41002</c:v>
                      </c:pt>
                      <c:pt idx="2090">
                        <c:v>41003</c:v>
                      </c:pt>
                      <c:pt idx="2091">
                        <c:v>41004</c:v>
                      </c:pt>
                      <c:pt idx="2092">
                        <c:v>41005</c:v>
                      </c:pt>
                      <c:pt idx="2093">
                        <c:v>41008</c:v>
                      </c:pt>
                      <c:pt idx="2094">
                        <c:v>41009</c:v>
                      </c:pt>
                      <c:pt idx="2095">
                        <c:v>41010</c:v>
                      </c:pt>
                      <c:pt idx="2096">
                        <c:v>41011</c:v>
                      </c:pt>
                      <c:pt idx="2097">
                        <c:v>41012</c:v>
                      </c:pt>
                      <c:pt idx="2098">
                        <c:v>41015</c:v>
                      </c:pt>
                      <c:pt idx="2099">
                        <c:v>41016</c:v>
                      </c:pt>
                      <c:pt idx="2100">
                        <c:v>41017</c:v>
                      </c:pt>
                      <c:pt idx="2101">
                        <c:v>41018</c:v>
                      </c:pt>
                      <c:pt idx="2102">
                        <c:v>41019</c:v>
                      </c:pt>
                      <c:pt idx="2103">
                        <c:v>41022</c:v>
                      </c:pt>
                      <c:pt idx="2104">
                        <c:v>41023</c:v>
                      </c:pt>
                      <c:pt idx="2105">
                        <c:v>41024</c:v>
                      </c:pt>
                      <c:pt idx="2106">
                        <c:v>41025</c:v>
                      </c:pt>
                      <c:pt idx="2107">
                        <c:v>41026</c:v>
                      </c:pt>
                      <c:pt idx="2108">
                        <c:v>41029</c:v>
                      </c:pt>
                      <c:pt idx="2109">
                        <c:v>41030</c:v>
                      </c:pt>
                      <c:pt idx="2110">
                        <c:v>41031</c:v>
                      </c:pt>
                      <c:pt idx="2111">
                        <c:v>41032</c:v>
                      </c:pt>
                      <c:pt idx="2112">
                        <c:v>41033</c:v>
                      </c:pt>
                      <c:pt idx="2113">
                        <c:v>41036</c:v>
                      </c:pt>
                      <c:pt idx="2114">
                        <c:v>41037</c:v>
                      </c:pt>
                      <c:pt idx="2115">
                        <c:v>41038</c:v>
                      </c:pt>
                      <c:pt idx="2116">
                        <c:v>41039</c:v>
                      </c:pt>
                      <c:pt idx="2117">
                        <c:v>41040</c:v>
                      </c:pt>
                      <c:pt idx="2118">
                        <c:v>41043</c:v>
                      </c:pt>
                      <c:pt idx="2119">
                        <c:v>41044</c:v>
                      </c:pt>
                      <c:pt idx="2120">
                        <c:v>41045</c:v>
                      </c:pt>
                      <c:pt idx="2121">
                        <c:v>41046</c:v>
                      </c:pt>
                      <c:pt idx="2122">
                        <c:v>41047</c:v>
                      </c:pt>
                      <c:pt idx="2123">
                        <c:v>41050</c:v>
                      </c:pt>
                      <c:pt idx="2124">
                        <c:v>41051</c:v>
                      </c:pt>
                      <c:pt idx="2125">
                        <c:v>41052</c:v>
                      </c:pt>
                      <c:pt idx="2126">
                        <c:v>41053</c:v>
                      </c:pt>
                      <c:pt idx="2127">
                        <c:v>41054</c:v>
                      </c:pt>
                      <c:pt idx="2128">
                        <c:v>41057</c:v>
                      </c:pt>
                      <c:pt idx="2129">
                        <c:v>41058</c:v>
                      </c:pt>
                      <c:pt idx="2130">
                        <c:v>41059</c:v>
                      </c:pt>
                      <c:pt idx="2131">
                        <c:v>41060</c:v>
                      </c:pt>
                      <c:pt idx="2132">
                        <c:v>41061</c:v>
                      </c:pt>
                      <c:pt idx="2133">
                        <c:v>41064</c:v>
                      </c:pt>
                      <c:pt idx="2134">
                        <c:v>41065</c:v>
                      </c:pt>
                      <c:pt idx="2135">
                        <c:v>41066</c:v>
                      </c:pt>
                      <c:pt idx="2136">
                        <c:v>41067</c:v>
                      </c:pt>
                      <c:pt idx="2137">
                        <c:v>41068</c:v>
                      </c:pt>
                      <c:pt idx="2138">
                        <c:v>41071</c:v>
                      </c:pt>
                      <c:pt idx="2139">
                        <c:v>41072</c:v>
                      </c:pt>
                      <c:pt idx="2140">
                        <c:v>41073</c:v>
                      </c:pt>
                      <c:pt idx="2141">
                        <c:v>41074</c:v>
                      </c:pt>
                      <c:pt idx="2142">
                        <c:v>41075</c:v>
                      </c:pt>
                      <c:pt idx="2143">
                        <c:v>41078</c:v>
                      </c:pt>
                      <c:pt idx="2144">
                        <c:v>41079</c:v>
                      </c:pt>
                      <c:pt idx="2145">
                        <c:v>41080</c:v>
                      </c:pt>
                      <c:pt idx="2146">
                        <c:v>41081</c:v>
                      </c:pt>
                      <c:pt idx="2147">
                        <c:v>41082</c:v>
                      </c:pt>
                      <c:pt idx="2148">
                        <c:v>41085</c:v>
                      </c:pt>
                      <c:pt idx="2149">
                        <c:v>41086</c:v>
                      </c:pt>
                      <c:pt idx="2150">
                        <c:v>41087</c:v>
                      </c:pt>
                      <c:pt idx="2151">
                        <c:v>41088</c:v>
                      </c:pt>
                      <c:pt idx="2152">
                        <c:v>41089</c:v>
                      </c:pt>
                      <c:pt idx="2153">
                        <c:v>41092</c:v>
                      </c:pt>
                      <c:pt idx="2154">
                        <c:v>41093</c:v>
                      </c:pt>
                      <c:pt idx="2155">
                        <c:v>41094</c:v>
                      </c:pt>
                      <c:pt idx="2156">
                        <c:v>41095</c:v>
                      </c:pt>
                      <c:pt idx="2157">
                        <c:v>41096</c:v>
                      </c:pt>
                      <c:pt idx="2158">
                        <c:v>41099</c:v>
                      </c:pt>
                      <c:pt idx="2159">
                        <c:v>41100</c:v>
                      </c:pt>
                      <c:pt idx="2160">
                        <c:v>41101</c:v>
                      </c:pt>
                      <c:pt idx="2161">
                        <c:v>41102</c:v>
                      </c:pt>
                      <c:pt idx="2162">
                        <c:v>41103</c:v>
                      </c:pt>
                      <c:pt idx="2163">
                        <c:v>41106</c:v>
                      </c:pt>
                      <c:pt idx="2164">
                        <c:v>41107</c:v>
                      </c:pt>
                      <c:pt idx="2165">
                        <c:v>41108</c:v>
                      </c:pt>
                      <c:pt idx="2166">
                        <c:v>41109</c:v>
                      </c:pt>
                      <c:pt idx="2167">
                        <c:v>41110</c:v>
                      </c:pt>
                      <c:pt idx="2168">
                        <c:v>41113</c:v>
                      </c:pt>
                      <c:pt idx="2169">
                        <c:v>41114</c:v>
                      </c:pt>
                      <c:pt idx="2170">
                        <c:v>41115</c:v>
                      </c:pt>
                      <c:pt idx="2171">
                        <c:v>41116</c:v>
                      </c:pt>
                      <c:pt idx="2172">
                        <c:v>41117</c:v>
                      </c:pt>
                      <c:pt idx="2173">
                        <c:v>41120</c:v>
                      </c:pt>
                      <c:pt idx="2174">
                        <c:v>41121</c:v>
                      </c:pt>
                      <c:pt idx="2175">
                        <c:v>41122</c:v>
                      </c:pt>
                      <c:pt idx="2176">
                        <c:v>41123</c:v>
                      </c:pt>
                      <c:pt idx="2177">
                        <c:v>41124</c:v>
                      </c:pt>
                      <c:pt idx="2178">
                        <c:v>41127</c:v>
                      </c:pt>
                      <c:pt idx="2179">
                        <c:v>41128</c:v>
                      </c:pt>
                      <c:pt idx="2180">
                        <c:v>41129</c:v>
                      </c:pt>
                      <c:pt idx="2181">
                        <c:v>41130</c:v>
                      </c:pt>
                      <c:pt idx="2182">
                        <c:v>41131</c:v>
                      </c:pt>
                      <c:pt idx="2183">
                        <c:v>41134</c:v>
                      </c:pt>
                      <c:pt idx="2184">
                        <c:v>41135</c:v>
                      </c:pt>
                      <c:pt idx="2185">
                        <c:v>41136</c:v>
                      </c:pt>
                      <c:pt idx="2186">
                        <c:v>41137</c:v>
                      </c:pt>
                      <c:pt idx="2187">
                        <c:v>41138</c:v>
                      </c:pt>
                      <c:pt idx="2188">
                        <c:v>41141</c:v>
                      </c:pt>
                      <c:pt idx="2189">
                        <c:v>41142</c:v>
                      </c:pt>
                      <c:pt idx="2190">
                        <c:v>41143</c:v>
                      </c:pt>
                      <c:pt idx="2191">
                        <c:v>41144</c:v>
                      </c:pt>
                      <c:pt idx="2192">
                        <c:v>41145</c:v>
                      </c:pt>
                      <c:pt idx="2193">
                        <c:v>41148</c:v>
                      </c:pt>
                      <c:pt idx="2194">
                        <c:v>41149</c:v>
                      </c:pt>
                      <c:pt idx="2195">
                        <c:v>41150</c:v>
                      </c:pt>
                      <c:pt idx="2196">
                        <c:v>41151</c:v>
                      </c:pt>
                      <c:pt idx="2197">
                        <c:v>41152</c:v>
                      </c:pt>
                      <c:pt idx="2198">
                        <c:v>41155</c:v>
                      </c:pt>
                      <c:pt idx="2199">
                        <c:v>41156</c:v>
                      </c:pt>
                      <c:pt idx="2200">
                        <c:v>41157</c:v>
                      </c:pt>
                      <c:pt idx="2201">
                        <c:v>41158</c:v>
                      </c:pt>
                      <c:pt idx="2202">
                        <c:v>41159</c:v>
                      </c:pt>
                      <c:pt idx="2203">
                        <c:v>41162</c:v>
                      </c:pt>
                      <c:pt idx="2204">
                        <c:v>41163</c:v>
                      </c:pt>
                      <c:pt idx="2205">
                        <c:v>41164</c:v>
                      </c:pt>
                      <c:pt idx="2206">
                        <c:v>41165</c:v>
                      </c:pt>
                      <c:pt idx="2207">
                        <c:v>41166</c:v>
                      </c:pt>
                      <c:pt idx="2208">
                        <c:v>41169</c:v>
                      </c:pt>
                      <c:pt idx="2209">
                        <c:v>41170</c:v>
                      </c:pt>
                      <c:pt idx="2210">
                        <c:v>41171</c:v>
                      </c:pt>
                      <c:pt idx="2211">
                        <c:v>41172</c:v>
                      </c:pt>
                      <c:pt idx="2212">
                        <c:v>41173</c:v>
                      </c:pt>
                      <c:pt idx="2213">
                        <c:v>41176</c:v>
                      </c:pt>
                      <c:pt idx="2214">
                        <c:v>41177</c:v>
                      </c:pt>
                      <c:pt idx="2215">
                        <c:v>41178</c:v>
                      </c:pt>
                      <c:pt idx="2216">
                        <c:v>41179</c:v>
                      </c:pt>
                      <c:pt idx="2217">
                        <c:v>41180</c:v>
                      </c:pt>
                      <c:pt idx="2218">
                        <c:v>41183</c:v>
                      </c:pt>
                      <c:pt idx="2219">
                        <c:v>41184</c:v>
                      </c:pt>
                      <c:pt idx="2220">
                        <c:v>41185</c:v>
                      </c:pt>
                      <c:pt idx="2221">
                        <c:v>41186</c:v>
                      </c:pt>
                      <c:pt idx="2222">
                        <c:v>41187</c:v>
                      </c:pt>
                      <c:pt idx="2223">
                        <c:v>41190</c:v>
                      </c:pt>
                      <c:pt idx="2224">
                        <c:v>41191</c:v>
                      </c:pt>
                      <c:pt idx="2225">
                        <c:v>41192</c:v>
                      </c:pt>
                      <c:pt idx="2226">
                        <c:v>41193</c:v>
                      </c:pt>
                      <c:pt idx="2227">
                        <c:v>41194</c:v>
                      </c:pt>
                      <c:pt idx="2228">
                        <c:v>41197</c:v>
                      </c:pt>
                      <c:pt idx="2229">
                        <c:v>41198</c:v>
                      </c:pt>
                      <c:pt idx="2230">
                        <c:v>41199</c:v>
                      </c:pt>
                      <c:pt idx="2231">
                        <c:v>41200</c:v>
                      </c:pt>
                      <c:pt idx="2232">
                        <c:v>41201</c:v>
                      </c:pt>
                      <c:pt idx="2233">
                        <c:v>41204</c:v>
                      </c:pt>
                      <c:pt idx="2234">
                        <c:v>41205</c:v>
                      </c:pt>
                      <c:pt idx="2235">
                        <c:v>41206</c:v>
                      </c:pt>
                      <c:pt idx="2236">
                        <c:v>41207</c:v>
                      </c:pt>
                      <c:pt idx="2237">
                        <c:v>41208</c:v>
                      </c:pt>
                      <c:pt idx="2238">
                        <c:v>41211</c:v>
                      </c:pt>
                      <c:pt idx="2239">
                        <c:v>41212</c:v>
                      </c:pt>
                      <c:pt idx="2240">
                        <c:v>41213</c:v>
                      </c:pt>
                      <c:pt idx="2241">
                        <c:v>41214</c:v>
                      </c:pt>
                      <c:pt idx="2242">
                        <c:v>41215</c:v>
                      </c:pt>
                      <c:pt idx="2243">
                        <c:v>41218</c:v>
                      </c:pt>
                      <c:pt idx="2244">
                        <c:v>41219</c:v>
                      </c:pt>
                      <c:pt idx="2245">
                        <c:v>41220</c:v>
                      </c:pt>
                      <c:pt idx="2246">
                        <c:v>41221</c:v>
                      </c:pt>
                      <c:pt idx="2247">
                        <c:v>41222</c:v>
                      </c:pt>
                      <c:pt idx="2248">
                        <c:v>41225</c:v>
                      </c:pt>
                      <c:pt idx="2249">
                        <c:v>41226</c:v>
                      </c:pt>
                      <c:pt idx="2250">
                        <c:v>41227</c:v>
                      </c:pt>
                      <c:pt idx="2251">
                        <c:v>41228</c:v>
                      </c:pt>
                      <c:pt idx="2252">
                        <c:v>41229</c:v>
                      </c:pt>
                      <c:pt idx="2253">
                        <c:v>41232</c:v>
                      </c:pt>
                      <c:pt idx="2254">
                        <c:v>41233</c:v>
                      </c:pt>
                      <c:pt idx="2255">
                        <c:v>41234</c:v>
                      </c:pt>
                      <c:pt idx="2256">
                        <c:v>41235</c:v>
                      </c:pt>
                      <c:pt idx="2257">
                        <c:v>41236</c:v>
                      </c:pt>
                      <c:pt idx="2258">
                        <c:v>41239</c:v>
                      </c:pt>
                      <c:pt idx="2259">
                        <c:v>41240</c:v>
                      </c:pt>
                      <c:pt idx="2260">
                        <c:v>41241</c:v>
                      </c:pt>
                      <c:pt idx="2261">
                        <c:v>41242</c:v>
                      </c:pt>
                      <c:pt idx="2262">
                        <c:v>41243</c:v>
                      </c:pt>
                      <c:pt idx="2263">
                        <c:v>41246</c:v>
                      </c:pt>
                      <c:pt idx="2264">
                        <c:v>41247</c:v>
                      </c:pt>
                      <c:pt idx="2265">
                        <c:v>41248</c:v>
                      </c:pt>
                      <c:pt idx="2266">
                        <c:v>41249</c:v>
                      </c:pt>
                      <c:pt idx="2267">
                        <c:v>41250</c:v>
                      </c:pt>
                      <c:pt idx="2268">
                        <c:v>41253</c:v>
                      </c:pt>
                      <c:pt idx="2269">
                        <c:v>41254</c:v>
                      </c:pt>
                      <c:pt idx="2270">
                        <c:v>41255</c:v>
                      </c:pt>
                      <c:pt idx="2271">
                        <c:v>41256</c:v>
                      </c:pt>
                      <c:pt idx="2272">
                        <c:v>41257</c:v>
                      </c:pt>
                      <c:pt idx="2273">
                        <c:v>41260</c:v>
                      </c:pt>
                      <c:pt idx="2274">
                        <c:v>41261</c:v>
                      </c:pt>
                      <c:pt idx="2275">
                        <c:v>41262</c:v>
                      </c:pt>
                      <c:pt idx="2276">
                        <c:v>41263</c:v>
                      </c:pt>
                      <c:pt idx="2277">
                        <c:v>41264</c:v>
                      </c:pt>
                      <c:pt idx="2278">
                        <c:v>41267</c:v>
                      </c:pt>
                      <c:pt idx="2279">
                        <c:v>41268</c:v>
                      </c:pt>
                      <c:pt idx="2280">
                        <c:v>41269</c:v>
                      </c:pt>
                      <c:pt idx="2281">
                        <c:v>41270</c:v>
                      </c:pt>
                      <c:pt idx="2282">
                        <c:v>41271</c:v>
                      </c:pt>
                      <c:pt idx="2283">
                        <c:v>41274</c:v>
                      </c:pt>
                      <c:pt idx="2284">
                        <c:v>41275</c:v>
                      </c:pt>
                      <c:pt idx="2285">
                        <c:v>41276</c:v>
                      </c:pt>
                      <c:pt idx="2286">
                        <c:v>41277</c:v>
                      </c:pt>
                      <c:pt idx="2287">
                        <c:v>41278</c:v>
                      </c:pt>
                      <c:pt idx="2288">
                        <c:v>41281</c:v>
                      </c:pt>
                      <c:pt idx="2289">
                        <c:v>41282</c:v>
                      </c:pt>
                      <c:pt idx="2290">
                        <c:v>41283</c:v>
                      </c:pt>
                      <c:pt idx="2291">
                        <c:v>41284</c:v>
                      </c:pt>
                      <c:pt idx="2292">
                        <c:v>41285</c:v>
                      </c:pt>
                      <c:pt idx="2293">
                        <c:v>41288</c:v>
                      </c:pt>
                      <c:pt idx="2294">
                        <c:v>41289</c:v>
                      </c:pt>
                      <c:pt idx="2295">
                        <c:v>41290</c:v>
                      </c:pt>
                      <c:pt idx="2296">
                        <c:v>41291</c:v>
                      </c:pt>
                      <c:pt idx="2297">
                        <c:v>41292</c:v>
                      </c:pt>
                      <c:pt idx="2298">
                        <c:v>41295</c:v>
                      </c:pt>
                      <c:pt idx="2299">
                        <c:v>41296</c:v>
                      </c:pt>
                      <c:pt idx="2300">
                        <c:v>41297</c:v>
                      </c:pt>
                      <c:pt idx="2301">
                        <c:v>41298</c:v>
                      </c:pt>
                      <c:pt idx="2302">
                        <c:v>41299</c:v>
                      </c:pt>
                      <c:pt idx="2303">
                        <c:v>41302</c:v>
                      </c:pt>
                      <c:pt idx="2304">
                        <c:v>41303</c:v>
                      </c:pt>
                      <c:pt idx="2305">
                        <c:v>41304</c:v>
                      </c:pt>
                      <c:pt idx="2306">
                        <c:v>41305</c:v>
                      </c:pt>
                      <c:pt idx="2307">
                        <c:v>41306</c:v>
                      </c:pt>
                      <c:pt idx="2308">
                        <c:v>41309</c:v>
                      </c:pt>
                      <c:pt idx="2309">
                        <c:v>41310</c:v>
                      </c:pt>
                      <c:pt idx="2310">
                        <c:v>41311</c:v>
                      </c:pt>
                      <c:pt idx="2311">
                        <c:v>41312</c:v>
                      </c:pt>
                      <c:pt idx="2312">
                        <c:v>41313</c:v>
                      </c:pt>
                      <c:pt idx="2313">
                        <c:v>41316</c:v>
                      </c:pt>
                      <c:pt idx="2314">
                        <c:v>41317</c:v>
                      </c:pt>
                      <c:pt idx="2315">
                        <c:v>41318</c:v>
                      </c:pt>
                      <c:pt idx="2316">
                        <c:v>41319</c:v>
                      </c:pt>
                      <c:pt idx="2317">
                        <c:v>41320</c:v>
                      </c:pt>
                      <c:pt idx="2318">
                        <c:v>41323</c:v>
                      </c:pt>
                      <c:pt idx="2319">
                        <c:v>41324</c:v>
                      </c:pt>
                      <c:pt idx="2320">
                        <c:v>41325</c:v>
                      </c:pt>
                      <c:pt idx="2321">
                        <c:v>41326</c:v>
                      </c:pt>
                      <c:pt idx="2322">
                        <c:v>41327</c:v>
                      </c:pt>
                      <c:pt idx="2323">
                        <c:v>41330</c:v>
                      </c:pt>
                      <c:pt idx="2324">
                        <c:v>41331</c:v>
                      </c:pt>
                      <c:pt idx="2325">
                        <c:v>41332</c:v>
                      </c:pt>
                      <c:pt idx="2326">
                        <c:v>41333</c:v>
                      </c:pt>
                      <c:pt idx="2327">
                        <c:v>41334</c:v>
                      </c:pt>
                      <c:pt idx="2328">
                        <c:v>41337</c:v>
                      </c:pt>
                      <c:pt idx="2329">
                        <c:v>41338</c:v>
                      </c:pt>
                      <c:pt idx="2330">
                        <c:v>41339</c:v>
                      </c:pt>
                      <c:pt idx="2331">
                        <c:v>41340</c:v>
                      </c:pt>
                      <c:pt idx="2332">
                        <c:v>41341</c:v>
                      </c:pt>
                      <c:pt idx="2333">
                        <c:v>41344</c:v>
                      </c:pt>
                      <c:pt idx="2334">
                        <c:v>41345</c:v>
                      </c:pt>
                      <c:pt idx="2335">
                        <c:v>41346</c:v>
                      </c:pt>
                      <c:pt idx="2336">
                        <c:v>41347</c:v>
                      </c:pt>
                      <c:pt idx="2337">
                        <c:v>41348</c:v>
                      </c:pt>
                      <c:pt idx="2338">
                        <c:v>41351</c:v>
                      </c:pt>
                      <c:pt idx="2339">
                        <c:v>41352</c:v>
                      </c:pt>
                      <c:pt idx="2340">
                        <c:v>41353</c:v>
                      </c:pt>
                      <c:pt idx="2341">
                        <c:v>41354</c:v>
                      </c:pt>
                      <c:pt idx="2342">
                        <c:v>41355</c:v>
                      </c:pt>
                      <c:pt idx="2343">
                        <c:v>41358</c:v>
                      </c:pt>
                      <c:pt idx="2344">
                        <c:v>41359</c:v>
                      </c:pt>
                      <c:pt idx="2345">
                        <c:v>41360</c:v>
                      </c:pt>
                      <c:pt idx="2346">
                        <c:v>41361</c:v>
                      </c:pt>
                      <c:pt idx="2347">
                        <c:v>41362</c:v>
                      </c:pt>
                      <c:pt idx="2348">
                        <c:v>41365</c:v>
                      </c:pt>
                      <c:pt idx="2349">
                        <c:v>41366</c:v>
                      </c:pt>
                      <c:pt idx="2350">
                        <c:v>41367</c:v>
                      </c:pt>
                      <c:pt idx="2351">
                        <c:v>41368</c:v>
                      </c:pt>
                      <c:pt idx="2352">
                        <c:v>41369</c:v>
                      </c:pt>
                      <c:pt idx="2353">
                        <c:v>41372</c:v>
                      </c:pt>
                      <c:pt idx="2354">
                        <c:v>41373</c:v>
                      </c:pt>
                      <c:pt idx="2355">
                        <c:v>41374</c:v>
                      </c:pt>
                      <c:pt idx="2356">
                        <c:v>41375</c:v>
                      </c:pt>
                      <c:pt idx="2357">
                        <c:v>41376</c:v>
                      </c:pt>
                      <c:pt idx="2358">
                        <c:v>41379</c:v>
                      </c:pt>
                      <c:pt idx="2359">
                        <c:v>41380</c:v>
                      </c:pt>
                      <c:pt idx="2360">
                        <c:v>41381</c:v>
                      </c:pt>
                      <c:pt idx="2361">
                        <c:v>41382</c:v>
                      </c:pt>
                      <c:pt idx="2362">
                        <c:v>41383</c:v>
                      </c:pt>
                      <c:pt idx="2363">
                        <c:v>41386</c:v>
                      </c:pt>
                      <c:pt idx="2364">
                        <c:v>41387</c:v>
                      </c:pt>
                      <c:pt idx="2365">
                        <c:v>41388</c:v>
                      </c:pt>
                      <c:pt idx="2366">
                        <c:v>41389</c:v>
                      </c:pt>
                      <c:pt idx="2367">
                        <c:v>41390</c:v>
                      </c:pt>
                      <c:pt idx="2368">
                        <c:v>41393</c:v>
                      </c:pt>
                      <c:pt idx="2369">
                        <c:v>41394</c:v>
                      </c:pt>
                      <c:pt idx="2370">
                        <c:v>41395</c:v>
                      </c:pt>
                      <c:pt idx="2371">
                        <c:v>41396</c:v>
                      </c:pt>
                      <c:pt idx="2372">
                        <c:v>41397</c:v>
                      </c:pt>
                      <c:pt idx="2373">
                        <c:v>41400</c:v>
                      </c:pt>
                      <c:pt idx="2374">
                        <c:v>41401</c:v>
                      </c:pt>
                      <c:pt idx="2375">
                        <c:v>41402</c:v>
                      </c:pt>
                      <c:pt idx="2376">
                        <c:v>41403</c:v>
                      </c:pt>
                      <c:pt idx="2377">
                        <c:v>41404</c:v>
                      </c:pt>
                      <c:pt idx="2378">
                        <c:v>41407</c:v>
                      </c:pt>
                      <c:pt idx="2379">
                        <c:v>41408</c:v>
                      </c:pt>
                      <c:pt idx="2380">
                        <c:v>41409</c:v>
                      </c:pt>
                      <c:pt idx="2381">
                        <c:v>41410</c:v>
                      </c:pt>
                      <c:pt idx="2382">
                        <c:v>41411</c:v>
                      </c:pt>
                      <c:pt idx="2383">
                        <c:v>41414</c:v>
                      </c:pt>
                      <c:pt idx="2384">
                        <c:v>41415</c:v>
                      </c:pt>
                      <c:pt idx="2385">
                        <c:v>41416</c:v>
                      </c:pt>
                      <c:pt idx="2386">
                        <c:v>41417</c:v>
                      </c:pt>
                      <c:pt idx="2387">
                        <c:v>41418</c:v>
                      </c:pt>
                      <c:pt idx="2388">
                        <c:v>41421</c:v>
                      </c:pt>
                      <c:pt idx="2389">
                        <c:v>41422</c:v>
                      </c:pt>
                      <c:pt idx="2390">
                        <c:v>41423</c:v>
                      </c:pt>
                      <c:pt idx="2391">
                        <c:v>41424</c:v>
                      </c:pt>
                      <c:pt idx="2392">
                        <c:v>41425</c:v>
                      </c:pt>
                      <c:pt idx="2393">
                        <c:v>41428</c:v>
                      </c:pt>
                      <c:pt idx="2394">
                        <c:v>41429</c:v>
                      </c:pt>
                      <c:pt idx="2395">
                        <c:v>41430</c:v>
                      </c:pt>
                      <c:pt idx="2396">
                        <c:v>41431</c:v>
                      </c:pt>
                      <c:pt idx="2397">
                        <c:v>41432</c:v>
                      </c:pt>
                      <c:pt idx="2398">
                        <c:v>41435</c:v>
                      </c:pt>
                      <c:pt idx="2399">
                        <c:v>41436</c:v>
                      </c:pt>
                      <c:pt idx="2400">
                        <c:v>41437</c:v>
                      </c:pt>
                      <c:pt idx="2401">
                        <c:v>41438</c:v>
                      </c:pt>
                      <c:pt idx="2402">
                        <c:v>41439</c:v>
                      </c:pt>
                      <c:pt idx="2403">
                        <c:v>41442</c:v>
                      </c:pt>
                      <c:pt idx="2404">
                        <c:v>41443</c:v>
                      </c:pt>
                      <c:pt idx="2405">
                        <c:v>41444</c:v>
                      </c:pt>
                      <c:pt idx="2406">
                        <c:v>41445</c:v>
                      </c:pt>
                      <c:pt idx="2407">
                        <c:v>41446</c:v>
                      </c:pt>
                      <c:pt idx="2408">
                        <c:v>41449</c:v>
                      </c:pt>
                      <c:pt idx="2409">
                        <c:v>41450</c:v>
                      </c:pt>
                      <c:pt idx="2410">
                        <c:v>41451</c:v>
                      </c:pt>
                      <c:pt idx="2411">
                        <c:v>41452</c:v>
                      </c:pt>
                      <c:pt idx="2412">
                        <c:v>41453</c:v>
                      </c:pt>
                      <c:pt idx="2413">
                        <c:v>41456</c:v>
                      </c:pt>
                      <c:pt idx="2414">
                        <c:v>41457</c:v>
                      </c:pt>
                      <c:pt idx="2415">
                        <c:v>41458</c:v>
                      </c:pt>
                      <c:pt idx="2416">
                        <c:v>41459</c:v>
                      </c:pt>
                      <c:pt idx="2417">
                        <c:v>41460</c:v>
                      </c:pt>
                      <c:pt idx="2418">
                        <c:v>41463</c:v>
                      </c:pt>
                      <c:pt idx="2419">
                        <c:v>41464</c:v>
                      </c:pt>
                      <c:pt idx="2420">
                        <c:v>41465</c:v>
                      </c:pt>
                      <c:pt idx="2421">
                        <c:v>41466</c:v>
                      </c:pt>
                      <c:pt idx="2422">
                        <c:v>41467</c:v>
                      </c:pt>
                      <c:pt idx="2423">
                        <c:v>41470</c:v>
                      </c:pt>
                      <c:pt idx="2424">
                        <c:v>41471</c:v>
                      </c:pt>
                      <c:pt idx="2425">
                        <c:v>41472</c:v>
                      </c:pt>
                      <c:pt idx="2426">
                        <c:v>41473</c:v>
                      </c:pt>
                      <c:pt idx="2427">
                        <c:v>41474</c:v>
                      </c:pt>
                      <c:pt idx="2428">
                        <c:v>41477</c:v>
                      </c:pt>
                      <c:pt idx="2429">
                        <c:v>41478</c:v>
                      </c:pt>
                      <c:pt idx="2430">
                        <c:v>41479</c:v>
                      </c:pt>
                      <c:pt idx="2431">
                        <c:v>41480</c:v>
                      </c:pt>
                      <c:pt idx="2432">
                        <c:v>41481</c:v>
                      </c:pt>
                      <c:pt idx="2433">
                        <c:v>41484</c:v>
                      </c:pt>
                      <c:pt idx="2434">
                        <c:v>41485</c:v>
                      </c:pt>
                      <c:pt idx="2435">
                        <c:v>41486</c:v>
                      </c:pt>
                      <c:pt idx="2436">
                        <c:v>41487</c:v>
                      </c:pt>
                      <c:pt idx="2437">
                        <c:v>41488</c:v>
                      </c:pt>
                      <c:pt idx="2438">
                        <c:v>41491</c:v>
                      </c:pt>
                      <c:pt idx="2439">
                        <c:v>41492</c:v>
                      </c:pt>
                      <c:pt idx="2440">
                        <c:v>41493</c:v>
                      </c:pt>
                      <c:pt idx="2441">
                        <c:v>41494</c:v>
                      </c:pt>
                      <c:pt idx="2442">
                        <c:v>41495</c:v>
                      </c:pt>
                      <c:pt idx="2443">
                        <c:v>41498</c:v>
                      </c:pt>
                      <c:pt idx="2444">
                        <c:v>41499</c:v>
                      </c:pt>
                      <c:pt idx="2445">
                        <c:v>41500</c:v>
                      </c:pt>
                      <c:pt idx="2446">
                        <c:v>41501</c:v>
                      </c:pt>
                      <c:pt idx="2447">
                        <c:v>41502</c:v>
                      </c:pt>
                      <c:pt idx="2448">
                        <c:v>41505</c:v>
                      </c:pt>
                      <c:pt idx="2449">
                        <c:v>41506</c:v>
                      </c:pt>
                      <c:pt idx="2450">
                        <c:v>41507</c:v>
                      </c:pt>
                      <c:pt idx="2451">
                        <c:v>41508</c:v>
                      </c:pt>
                      <c:pt idx="2452">
                        <c:v>41509</c:v>
                      </c:pt>
                      <c:pt idx="2453">
                        <c:v>41512</c:v>
                      </c:pt>
                      <c:pt idx="2454">
                        <c:v>41513</c:v>
                      </c:pt>
                      <c:pt idx="2455">
                        <c:v>41514</c:v>
                      </c:pt>
                      <c:pt idx="2456">
                        <c:v>41515</c:v>
                      </c:pt>
                      <c:pt idx="2457">
                        <c:v>41516</c:v>
                      </c:pt>
                      <c:pt idx="2458">
                        <c:v>41519</c:v>
                      </c:pt>
                      <c:pt idx="2459">
                        <c:v>41520</c:v>
                      </c:pt>
                      <c:pt idx="2460">
                        <c:v>41521</c:v>
                      </c:pt>
                      <c:pt idx="2461">
                        <c:v>41522</c:v>
                      </c:pt>
                      <c:pt idx="2462">
                        <c:v>41523</c:v>
                      </c:pt>
                      <c:pt idx="2463">
                        <c:v>41526</c:v>
                      </c:pt>
                      <c:pt idx="2464">
                        <c:v>41527</c:v>
                      </c:pt>
                      <c:pt idx="2465">
                        <c:v>41528</c:v>
                      </c:pt>
                      <c:pt idx="2466">
                        <c:v>41529</c:v>
                      </c:pt>
                      <c:pt idx="2467">
                        <c:v>41530</c:v>
                      </c:pt>
                      <c:pt idx="2468">
                        <c:v>41533</c:v>
                      </c:pt>
                      <c:pt idx="2469">
                        <c:v>41534</c:v>
                      </c:pt>
                      <c:pt idx="2470">
                        <c:v>41535</c:v>
                      </c:pt>
                      <c:pt idx="2471">
                        <c:v>41536</c:v>
                      </c:pt>
                      <c:pt idx="2472">
                        <c:v>41537</c:v>
                      </c:pt>
                      <c:pt idx="2473">
                        <c:v>41540</c:v>
                      </c:pt>
                      <c:pt idx="2474">
                        <c:v>41541</c:v>
                      </c:pt>
                      <c:pt idx="2475">
                        <c:v>41542</c:v>
                      </c:pt>
                      <c:pt idx="2476">
                        <c:v>41543</c:v>
                      </c:pt>
                      <c:pt idx="2477">
                        <c:v>41544</c:v>
                      </c:pt>
                      <c:pt idx="2478">
                        <c:v>41547</c:v>
                      </c:pt>
                      <c:pt idx="2479">
                        <c:v>41548</c:v>
                      </c:pt>
                      <c:pt idx="2480">
                        <c:v>41549</c:v>
                      </c:pt>
                      <c:pt idx="2481">
                        <c:v>41550</c:v>
                      </c:pt>
                      <c:pt idx="2482">
                        <c:v>41551</c:v>
                      </c:pt>
                      <c:pt idx="2483">
                        <c:v>41554</c:v>
                      </c:pt>
                      <c:pt idx="2484">
                        <c:v>41555</c:v>
                      </c:pt>
                      <c:pt idx="2485">
                        <c:v>41556</c:v>
                      </c:pt>
                      <c:pt idx="2486">
                        <c:v>41557</c:v>
                      </c:pt>
                      <c:pt idx="2487">
                        <c:v>41558</c:v>
                      </c:pt>
                      <c:pt idx="2488">
                        <c:v>41561</c:v>
                      </c:pt>
                      <c:pt idx="2489">
                        <c:v>41562</c:v>
                      </c:pt>
                      <c:pt idx="2490">
                        <c:v>41563</c:v>
                      </c:pt>
                      <c:pt idx="2491">
                        <c:v>41564</c:v>
                      </c:pt>
                      <c:pt idx="2492">
                        <c:v>41565</c:v>
                      </c:pt>
                      <c:pt idx="2493">
                        <c:v>41568</c:v>
                      </c:pt>
                      <c:pt idx="2494">
                        <c:v>41569</c:v>
                      </c:pt>
                      <c:pt idx="2495">
                        <c:v>41570</c:v>
                      </c:pt>
                      <c:pt idx="2496">
                        <c:v>41571</c:v>
                      </c:pt>
                      <c:pt idx="2497">
                        <c:v>41572</c:v>
                      </c:pt>
                      <c:pt idx="2498">
                        <c:v>41575</c:v>
                      </c:pt>
                      <c:pt idx="2499">
                        <c:v>41576</c:v>
                      </c:pt>
                      <c:pt idx="2500">
                        <c:v>41577</c:v>
                      </c:pt>
                      <c:pt idx="2501">
                        <c:v>41578</c:v>
                      </c:pt>
                      <c:pt idx="2502">
                        <c:v>41579</c:v>
                      </c:pt>
                      <c:pt idx="2503">
                        <c:v>41582</c:v>
                      </c:pt>
                      <c:pt idx="2504">
                        <c:v>41583</c:v>
                      </c:pt>
                      <c:pt idx="2505">
                        <c:v>41584</c:v>
                      </c:pt>
                      <c:pt idx="2506">
                        <c:v>41585</c:v>
                      </c:pt>
                      <c:pt idx="2507">
                        <c:v>41586</c:v>
                      </c:pt>
                      <c:pt idx="2508">
                        <c:v>41589</c:v>
                      </c:pt>
                      <c:pt idx="2509">
                        <c:v>41590</c:v>
                      </c:pt>
                      <c:pt idx="2510">
                        <c:v>41591</c:v>
                      </c:pt>
                      <c:pt idx="2511">
                        <c:v>41592</c:v>
                      </c:pt>
                      <c:pt idx="2512">
                        <c:v>41593</c:v>
                      </c:pt>
                      <c:pt idx="2513">
                        <c:v>41596</c:v>
                      </c:pt>
                      <c:pt idx="2514">
                        <c:v>41597</c:v>
                      </c:pt>
                      <c:pt idx="2515">
                        <c:v>41598</c:v>
                      </c:pt>
                      <c:pt idx="2516">
                        <c:v>41599</c:v>
                      </c:pt>
                      <c:pt idx="2517">
                        <c:v>41600</c:v>
                      </c:pt>
                      <c:pt idx="2518">
                        <c:v>41603</c:v>
                      </c:pt>
                      <c:pt idx="2519">
                        <c:v>41604</c:v>
                      </c:pt>
                      <c:pt idx="2520">
                        <c:v>41605</c:v>
                      </c:pt>
                      <c:pt idx="2521">
                        <c:v>41606</c:v>
                      </c:pt>
                      <c:pt idx="2522">
                        <c:v>41607</c:v>
                      </c:pt>
                      <c:pt idx="2523">
                        <c:v>41610</c:v>
                      </c:pt>
                      <c:pt idx="2524">
                        <c:v>41611</c:v>
                      </c:pt>
                      <c:pt idx="2525">
                        <c:v>41612</c:v>
                      </c:pt>
                      <c:pt idx="2526">
                        <c:v>41613</c:v>
                      </c:pt>
                      <c:pt idx="2527">
                        <c:v>41614</c:v>
                      </c:pt>
                      <c:pt idx="2528">
                        <c:v>41617</c:v>
                      </c:pt>
                      <c:pt idx="2529">
                        <c:v>41618</c:v>
                      </c:pt>
                      <c:pt idx="2530">
                        <c:v>41619</c:v>
                      </c:pt>
                      <c:pt idx="2531">
                        <c:v>41620</c:v>
                      </c:pt>
                      <c:pt idx="2532">
                        <c:v>41621</c:v>
                      </c:pt>
                      <c:pt idx="2533">
                        <c:v>41624</c:v>
                      </c:pt>
                      <c:pt idx="2534">
                        <c:v>41625</c:v>
                      </c:pt>
                      <c:pt idx="2535">
                        <c:v>41626</c:v>
                      </c:pt>
                      <c:pt idx="2536">
                        <c:v>41627</c:v>
                      </c:pt>
                      <c:pt idx="2537">
                        <c:v>41628</c:v>
                      </c:pt>
                      <c:pt idx="2538">
                        <c:v>41631</c:v>
                      </c:pt>
                      <c:pt idx="2539">
                        <c:v>41632</c:v>
                      </c:pt>
                      <c:pt idx="2540">
                        <c:v>41633</c:v>
                      </c:pt>
                      <c:pt idx="2541">
                        <c:v>41634</c:v>
                      </c:pt>
                      <c:pt idx="2542">
                        <c:v>41635</c:v>
                      </c:pt>
                      <c:pt idx="2543">
                        <c:v>41638</c:v>
                      </c:pt>
                      <c:pt idx="2544">
                        <c:v>41639</c:v>
                      </c:pt>
                      <c:pt idx="2545">
                        <c:v>41640</c:v>
                      </c:pt>
                      <c:pt idx="2546">
                        <c:v>41641</c:v>
                      </c:pt>
                      <c:pt idx="2547">
                        <c:v>41642</c:v>
                      </c:pt>
                      <c:pt idx="2548">
                        <c:v>41645</c:v>
                      </c:pt>
                      <c:pt idx="2549">
                        <c:v>41646</c:v>
                      </c:pt>
                      <c:pt idx="2550">
                        <c:v>41647</c:v>
                      </c:pt>
                      <c:pt idx="2551">
                        <c:v>41648</c:v>
                      </c:pt>
                      <c:pt idx="2552">
                        <c:v>41649</c:v>
                      </c:pt>
                      <c:pt idx="2553">
                        <c:v>41652</c:v>
                      </c:pt>
                      <c:pt idx="2554">
                        <c:v>41653</c:v>
                      </c:pt>
                      <c:pt idx="2555">
                        <c:v>41654</c:v>
                      </c:pt>
                      <c:pt idx="2556">
                        <c:v>41655</c:v>
                      </c:pt>
                      <c:pt idx="2557">
                        <c:v>41656</c:v>
                      </c:pt>
                      <c:pt idx="2558">
                        <c:v>41659</c:v>
                      </c:pt>
                      <c:pt idx="2559">
                        <c:v>41660</c:v>
                      </c:pt>
                      <c:pt idx="2560">
                        <c:v>41661</c:v>
                      </c:pt>
                      <c:pt idx="2561">
                        <c:v>41662</c:v>
                      </c:pt>
                      <c:pt idx="2562">
                        <c:v>41663</c:v>
                      </c:pt>
                      <c:pt idx="2563">
                        <c:v>41666</c:v>
                      </c:pt>
                      <c:pt idx="2564">
                        <c:v>41667</c:v>
                      </c:pt>
                      <c:pt idx="2565">
                        <c:v>41668</c:v>
                      </c:pt>
                      <c:pt idx="2566">
                        <c:v>41669</c:v>
                      </c:pt>
                      <c:pt idx="2567">
                        <c:v>41670</c:v>
                      </c:pt>
                      <c:pt idx="2568">
                        <c:v>41673</c:v>
                      </c:pt>
                      <c:pt idx="2569">
                        <c:v>41674</c:v>
                      </c:pt>
                      <c:pt idx="2570">
                        <c:v>41675</c:v>
                      </c:pt>
                      <c:pt idx="2571">
                        <c:v>41676</c:v>
                      </c:pt>
                      <c:pt idx="2572">
                        <c:v>41677</c:v>
                      </c:pt>
                      <c:pt idx="2573">
                        <c:v>41680</c:v>
                      </c:pt>
                      <c:pt idx="2574">
                        <c:v>41681</c:v>
                      </c:pt>
                      <c:pt idx="2575">
                        <c:v>41682</c:v>
                      </c:pt>
                      <c:pt idx="2576">
                        <c:v>41683</c:v>
                      </c:pt>
                      <c:pt idx="2577">
                        <c:v>41684</c:v>
                      </c:pt>
                      <c:pt idx="2578">
                        <c:v>41687</c:v>
                      </c:pt>
                      <c:pt idx="2579">
                        <c:v>41688</c:v>
                      </c:pt>
                      <c:pt idx="2580">
                        <c:v>41689</c:v>
                      </c:pt>
                      <c:pt idx="2581">
                        <c:v>41690</c:v>
                      </c:pt>
                      <c:pt idx="2582">
                        <c:v>41691</c:v>
                      </c:pt>
                      <c:pt idx="2583">
                        <c:v>41694</c:v>
                      </c:pt>
                      <c:pt idx="2584">
                        <c:v>41695</c:v>
                      </c:pt>
                      <c:pt idx="2585">
                        <c:v>41696</c:v>
                      </c:pt>
                      <c:pt idx="2586">
                        <c:v>41697</c:v>
                      </c:pt>
                      <c:pt idx="2587">
                        <c:v>41698</c:v>
                      </c:pt>
                      <c:pt idx="2588">
                        <c:v>41701</c:v>
                      </c:pt>
                      <c:pt idx="2589">
                        <c:v>41702</c:v>
                      </c:pt>
                      <c:pt idx="2590">
                        <c:v>41703</c:v>
                      </c:pt>
                      <c:pt idx="2591">
                        <c:v>41704</c:v>
                      </c:pt>
                      <c:pt idx="2592">
                        <c:v>41705</c:v>
                      </c:pt>
                      <c:pt idx="2593">
                        <c:v>41708</c:v>
                      </c:pt>
                      <c:pt idx="2594">
                        <c:v>41709</c:v>
                      </c:pt>
                      <c:pt idx="2595">
                        <c:v>41710</c:v>
                      </c:pt>
                      <c:pt idx="2596">
                        <c:v>41711</c:v>
                      </c:pt>
                      <c:pt idx="2597">
                        <c:v>41712</c:v>
                      </c:pt>
                      <c:pt idx="2598">
                        <c:v>41715</c:v>
                      </c:pt>
                      <c:pt idx="2599">
                        <c:v>41716</c:v>
                      </c:pt>
                      <c:pt idx="2600">
                        <c:v>41717</c:v>
                      </c:pt>
                      <c:pt idx="2601">
                        <c:v>41718</c:v>
                      </c:pt>
                      <c:pt idx="2602">
                        <c:v>41719</c:v>
                      </c:pt>
                      <c:pt idx="2603">
                        <c:v>41722</c:v>
                      </c:pt>
                      <c:pt idx="2604">
                        <c:v>41723</c:v>
                      </c:pt>
                      <c:pt idx="2605">
                        <c:v>41724</c:v>
                      </c:pt>
                      <c:pt idx="2606">
                        <c:v>41725</c:v>
                      </c:pt>
                      <c:pt idx="2607">
                        <c:v>41726</c:v>
                      </c:pt>
                      <c:pt idx="2608">
                        <c:v>41729</c:v>
                      </c:pt>
                      <c:pt idx="2609">
                        <c:v>41730</c:v>
                      </c:pt>
                      <c:pt idx="2610">
                        <c:v>41731</c:v>
                      </c:pt>
                      <c:pt idx="2611">
                        <c:v>41732</c:v>
                      </c:pt>
                      <c:pt idx="2612">
                        <c:v>41733</c:v>
                      </c:pt>
                      <c:pt idx="2613">
                        <c:v>41736</c:v>
                      </c:pt>
                      <c:pt idx="2614">
                        <c:v>41737</c:v>
                      </c:pt>
                      <c:pt idx="2615">
                        <c:v>41738</c:v>
                      </c:pt>
                      <c:pt idx="2616">
                        <c:v>41739</c:v>
                      </c:pt>
                      <c:pt idx="2617">
                        <c:v>41740</c:v>
                      </c:pt>
                      <c:pt idx="2618">
                        <c:v>41743</c:v>
                      </c:pt>
                      <c:pt idx="2619">
                        <c:v>41744</c:v>
                      </c:pt>
                      <c:pt idx="2620">
                        <c:v>41745</c:v>
                      </c:pt>
                      <c:pt idx="2621">
                        <c:v>41746</c:v>
                      </c:pt>
                      <c:pt idx="2622">
                        <c:v>41747</c:v>
                      </c:pt>
                      <c:pt idx="2623">
                        <c:v>41750</c:v>
                      </c:pt>
                      <c:pt idx="2624">
                        <c:v>41751</c:v>
                      </c:pt>
                      <c:pt idx="2625">
                        <c:v>41752</c:v>
                      </c:pt>
                      <c:pt idx="2626">
                        <c:v>41753</c:v>
                      </c:pt>
                      <c:pt idx="2627">
                        <c:v>41754</c:v>
                      </c:pt>
                      <c:pt idx="2628">
                        <c:v>41757</c:v>
                      </c:pt>
                      <c:pt idx="2629">
                        <c:v>41758</c:v>
                      </c:pt>
                      <c:pt idx="2630">
                        <c:v>41759</c:v>
                      </c:pt>
                      <c:pt idx="2631">
                        <c:v>41760</c:v>
                      </c:pt>
                      <c:pt idx="2632">
                        <c:v>41761</c:v>
                      </c:pt>
                      <c:pt idx="2633">
                        <c:v>41764</c:v>
                      </c:pt>
                      <c:pt idx="2634">
                        <c:v>41765</c:v>
                      </c:pt>
                      <c:pt idx="2635">
                        <c:v>41766</c:v>
                      </c:pt>
                      <c:pt idx="2636">
                        <c:v>41767</c:v>
                      </c:pt>
                      <c:pt idx="2637">
                        <c:v>41768</c:v>
                      </c:pt>
                      <c:pt idx="2638">
                        <c:v>41771</c:v>
                      </c:pt>
                      <c:pt idx="2639">
                        <c:v>41772</c:v>
                      </c:pt>
                      <c:pt idx="2640">
                        <c:v>41773</c:v>
                      </c:pt>
                      <c:pt idx="2641">
                        <c:v>41774</c:v>
                      </c:pt>
                      <c:pt idx="2642">
                        <c:v>41775</c:v>
                      </c:pt>
                      <c:pt idx="2643">
                        <c:v>41778</c:v>
                      </c:pt>
                      <c:pt idx="2644">
                        <c:v>41779</c:v>
                      </c:pt>
                      <c:pt idx="2645">
                        <c:v>41780</c:v>
                      </c:pt>
                      <c:pt idx="2646">
                        <c:v>41781</c:v>
                      </c:pt>
                      <c:pt idx="2647">
                        <c:v>41782</c:v>
                      </c:pt>
                      <c:pt idx="2648">
                        <c:v>41785</c:v>
                      </c:pt>
                      <c:pt idx="2649">
                        <c:v>41786</c:v>
                      </c:pt>
                      <c:pt idx="2650">
                        <c:v>41787</c:v>
                      </c:pt>
                      <c:pt idx="2651">
                        <c:v>41788</c:v>
                      </c:pt>
                      <c:pt idx="2652">
                        <c:v>41789</c:v>
                      </c:pt>
                      <c:pt idx="2653">
                        <c:v>41792</c:v>
                      </c:pt>
                      <c:pt idx="2654">
                        <c:v>41793</c:v>
                      </c:pt>
                      <c:pt idx="2655">
                        <c:v>41794</c:v>
                      </c:pt>
                      <c:pt idx="2656">
                        <c:v>41795</c:v>
                      </c:pt>
                      <c:pt idx="2657">
                        <c:v>41796</c:v>
                      </c:pt>
                      <c:pt idx="2658">
                        <c:v>41799</c:v>
                      </c:pt>
                      <c:pt idx="2659">
                        <c:v>41800</c:v>
                      </c:pt>
                      <c:pt idx="2660">
                        <c:v>41801</c:v>
                      </c:pt>
                      <c:pt idx="2661">
                        <c:v>41802</c:v>
                      </c:pt>
                      <c:pt idx="2662">
                        <c:v>41803</c:v>
                      </c:pt>
                      <c:pt idx="2663">
                        <c:v>41806</c:v>
                      </c:pt>
                      <c:pt idx="2664">
                        <c:v>41807</c:v>
                      </c:pt>
                      <c:pt idx="2665">
                        <c:v>41808</c:v>
                      </c:pt>
                      <c:pt idx="2666">
                        <c:v>41809</c:v>
                      </c:pt>
                      <c:pt idx="2667">
                        <c:v>41810</c:v>
                      </c:pt>
                      <c:pt idx="2668">
                        <c:v>41813</c:v>
                      </c:pt>
                      <c:pt idx="2669">
                        <c:v>41814</c:v>
                      </c:pt>
                      <c:pt idx="2670">
                        <c:v>41815</c:v>
                      </c:pt>
                      <c:pt idx="2671">
                        <c:v>41816</c:v>
                      </c:pt>
                      <c:pt idx="2672">
                        <c:v>41817</c:v>
                      </c:pt>
                      <c:pt idx="2673">
                        <c:v>41820</c:v>
                      </c:pt>
                      <c:pt idx="2674">
                        <c:v>41821</c:v>
                      </c:pt>
                      <c:pt idx="2675">
                        <c:v>41822</c:v>
                      </c:pt>
                      <c:pt idx="2676">
                        <c:v>41823</c:v>
                      </c:pt>
                      <c:pt idx="2677">
                        <c:v>41824</c:v>
                      </c:pt>
                      <c:pt idx="2678">
                        <c:v>41827</c:v>
                      </c:pt>
                      <c:pt idx="2679">
                        <c:v>41828</c:v>
                      </c:pt>
                      <c:pt idx="2680">
                        <c:v>41829</c:v>
                      </c:pt>
                      <c:pt idx="2681">
                        <c:v>41830</c:v>
                      </c:pt>
                      <c:pt idx="2682">
                        <c:v>41831</c:v>
                      </c:pt>
                      <c:pt idx="2683">
                        <c:v>41834</c:v>
                      </c:pt>
                      <c:pt idx="2684">
                        <c:v>41835</c:v>
                      </c:pt>
                      <c:pt idx="2685">
                        <c:v>41836</c:v>
                      </c:pt>
                      <c:pt idx="2686">
                        <c:v>41837</c:v>
                      </c:pt>
                      <c:pt idx="2687">
                        <c:v>41838</c:v>
                      </c:pt>
                      <c:pt idx="2688">
                        <c:v>41841</c:v>
                      </c:pt>
                      <c:pt idx="2689">
                        <c:v>41842</c:v>
                      </c:pt>
                      <c:pt idx="2690">
                        <c:v>41843</c:v>
                      </c:pt>
                      <c:pt idx="2691">
                        <c:v>41844</c:v>
                      </c:pt>
                      <c:pt idx="2692">
                        <c:v>41845</c:v>
                      </c:pt>
                      <c:pt idx="2693">
                        <c:v>41848</c:v>
                      </c:pt>
                      <c:pt idx="2694">
                        <c:v>41849</c:v>
                      </c:pt>
                      <c:pt idx="2695">
                        <c:v>41850</c:v>
                      </c:pt>
                      <c:pt idx="2696">
                        <c:v>41851</c:v>
                      </c:pt>
                      <c:pt idx="2697">
                        <c:v>41852</c:v>
                      </c:pt>
                      <c:pt idx="2698">
                        <c:v>41855</c:v>
                      </c:pt>
                      <c:pt idx="2699">
                        <c:v>41856</c:v>
                      </c:pt>
                      <c:pt idx="2700">
                        <c:v>41857</c:v>
                      </c:pt>
                      <c:pt idx="2701">
                        <c:v>41858</c:v>
                      </c:pt>
                      <c:pt idx="2702">
                        <c:v>41859</c:v>
                      </c:pt>
                      <c:pt idx="2703">
                        <c:v>41862</c:v>
                      </c:pt>
                      <c:pt idx="2704">
                        <c:v>41863</c:v>
                      </c:pt>
                      <c:pt idx="2705">
                        <c:v>41864</c:v>
                      </c:pt>
                      <c:pt idx="2706">
                        <c:v>41865</c:v>
                      </c:pt>
                      <c:pt idx="2707">
                        <c:v>41866</c:v>
                      </c:pt>
                      <c:pt idx="2708">
                        <c:v>41869</c:v>
                      </c:pt>
                      <c:pt idx="2709">
                        <c:v>41870</c:v>
                      </c:pt>
                      <c:pt idx="2710">
                        <c:v>41871</c:v>
                      </c:pt>
                      <c:pt idx="2711">
                        <c:v>41872</c:v>
                      </c:pt>
                      <c:pt idx="2712">
                        <c:v>41873</c:v>
                      </c:pt>
                      <c:pt idx="2713">
                        <c:v>41876</c:v>
                      </c:pt>
                      <c:pt idx="2714">
                        <c:v>41877</c:v>
                      </c:pt>
                      <c:pt idx="2715">
                        <c:v>41878</c:v>
                      </c:pt>
                      <c:pt idx="2716">
                        <c:v>41879</c:v>
                      </c:pt>
                      <c:pt idx="2717">
                        <c:v>41880</c:v>
                      </c:pt>
                      <c:pt idx="2718">
                        <c:v>41883</c:v>
                      </c:pt>
                      <c:pt idx="2719">
                        <c:v>41884</c:v>
                      </c:pt>
                      <c:pt idx="2720">
                        <c:v>41885</c:v>
                      </c:pt>
                      <c:pt idx="2721">
                        <c:v>41886</c:v>
                      </c:pt>
                      <c:pt idx="2722">
                        <c:v>41887</c:v>
                      </c:pt>
                      <c:pt idx="2723">
                        <c:v>41890</c:v>
                      </c:pt>
                      <c:pt idx="2724">
                        <c:v>41891</c:v>
                      </c:pt>
                      <c:pt idx="2725">
                        <c:v>41892</c:v>
                      </c:pt>
                      <c:pt idx="2726">
                        <c:v>41893</c:v>
                      </c:pt>
                      <c:pt idx="2727">
                        <c:v>41894</c:v>
                      </c:pt>
                      <c:pt idx="2728">
                        <c:v>41897</c:v>
                      </c:pt>
                      <c:pt idx="2729">
                        <c:v>41898</c:v>
                      </c:pt>
                      <c:pt idx="2730">
                        <c:v>41899</c:v>
                      </c:pt>
                      <c:pt idx="2731">
                        <c:v>41900</c:v>
                      </c:pt>
                      <c:pt idx="2732">
                        <c:v>41901</c:v>
                      </c:pt>
                      <c:pt idx="2733">
                        <c:v>41904</c:v>
                      </c:pt>
                      <c:pt idx="2734">
                        <c:v>41905</c:v>
                      </c:pt>
                      <c:pt idx="2735">
                        <c:v>41906</c:v>
                      </c:pt>
                      <c:pt idx="2736">
                        <c:v>41907</c:v>
                      </c:pt>
                      <c:pt idx="2737">
                        <c:v>41908</c:v>
                      </c:pt>
                      <c:pt idx="2738">
                        <c:v>41911</c:v>
                      </c:pt>
                      <c:pt idx="2739">
                        <c:v>41912</c:v>
                      </c:pt>
                      <c:pt idx="2740">
                        <c:v>41913</c:v>
                      </c:pt>
                      <c:pt idx="2741">
                        <c:v>41914</c:v>
                      </c:pt>
                      <c:pt idx="2742">
                        <c:v>41915</c:v>
                      </c:pt>
                      <c:pt idx="2743">
                        <c:v>41918</c:v>
                      </c:pt>
                      <c:pt idx="2744">
                        <c:v>41919</c:v>
                      </c:pt>
                      <c:pt idx="2745">
                        <c:v>41920</c:v>
                      </c:pt>
                      <c:pt idx="2746">
                        <c:v>41921</c:v>
                      </c:pt>
                      <c:pt idx="2747">
                        <c:v>41922</c:v>
                      </c:pt>
                      <c:pt idx="2748">
                        <c:v>41925</c:v>
                      </c:pt>
                      <c:pt idx="2749">
                        <c:v>41926</c:v>
                      </c:pt>
                      <c:pt idx="2750">
                        <c:v>41927</c:v>
                      </c:pt>
                      <c:pt idx="2751">
                        <c:v>41928</c:v>
                      </c:pt>
                      <c:pt idx="2752">
                        <c:v>41929</c:v>
                      </c:pt>
                      <c:pt idx="2753">
                        <c:v>41932</c:v>
                      </c:pt>
                      <c:pt idx="2754">
                        <c:v>41933</c:v>
                      </c:pt>
                      <c:pt idx="2755">
                        <c:v>41934</c:v>
                      </c:pt>
                      <c:pt idx="2756">
                        <c:v>41935</c:v>
                      </c:pt>
                      <c:pt idx="2757">
                        <c:v>41936</c:v>
                      </c:pt>
                      <c:pt idx="2758">
                        <c:v>41939</c:v>
                      </c:pt>
                      <c:pt idx="2759">
                        <c:v>41940</c:v>
                      </c:pt>
                      <c:pt idx="2760">
                        <c:v>41941</c:v>
                      </c:pt>
                      <c:pt idx="2761">
                        <c:v>41942</c:v>
                      </c:pt>
                      <c:pt idx="2762">
                        <c:v>41943</c:v>
                      </c:pt>
                      <c:pt idx="2763">
                        <c:v>41946</c:v>
                      </c:pt>
                      <c:pt idx="2764">
                        <c:v>41947</c:v>
                      </c:pt>
                      <c:pt idx="2765">
                        <c:v>41948</c:v>
                      </c:pt>
                      <c:pt idx="2766">
                        <c:v>41949</c:v>
                      </c:pt>
                      <c:pt idx="2767">
                        <c:v>41950</c:v>
                      </c:pt>
                      <c:pt idx="2768">
                        <c:v>41953</c:v>
                      </c:pt>
                      <c:pt idx="2769">
                        <c:v>41954</c:v>
                      </c:pt>
                      <c:pt idx="2770">
                        <c:v>41955</c:v>
                      </c:pt>
                      <c:pt idx="2771">
                        <c:v>41956</c:v>
                      </c:pt>
                      <c:pt idx="2772">
                        <c:v>41957</c:v>
                      </c:pt>
                      <c:pt idx="2773">
                        <c:v>41960</c:v>
                      </c:pt>
                      <c:pt idx="2774">
                        <c:v>41961</c:v>
                      </c:pt>
                      <c:pt idx="2775">
                        <c:v>41962</c:v>
                      </c:pt>
                      <c:pt idx="2776">
                        <c:v>41963</c:v>
                      </c:pt>
                      <c:pt idx="2777">
                        <c:v>41964</c:v>
                      </c:pt>
                      <c:pt idx="2778">
                        <c:v>41967</c:v>
                      </c:pt>
                      <c:pt idx="2779">
                        <c:v>41968</c:v>
                      </c:pt>
                      <c:pt idx="2780">
                        <c:v>41969</c:v>
                      </c:pt>
                      <c:pt idx="2781">
                        <c:v>41970</c:v>
                      </c:pt>
                      <c:pt idx="2782">
                        <c:v>41971</c:v>
                      </c:pt>
                      <c:pt idx="2783">
                        <c:v>41974</c:v>
                      </c:pt>
                      <c:pt idx="2784">
                        <c:v>41975</c:v>
                      </c:pt>
                      <c:pt idx="2785">
                        <c:v>41976</c:v>
                      </c:pt>
                      <c:pt idx="2786">
                        <c:v>41977</c:v>
                      </c:pt>
                      <c:pt idx="2787">
                        <c:v>41978</c:v>
                      </c:pt>
                      <c:pt idx="2788">
                        <c:v>41981</c:v>
                      </c:pt>
                      <c:pt idx="2789">
                        <c:v>41982</c:v>
                      </c:pt>
                      <c:pt idx="2790">
                        <c:v>41983</c:v>
                      </c:pt>
                      <c:pt idx="2791">
                        <c:v>41984</c:v>
                      </c:pt>
                      <c:pt idx="2792">
                        <c:v>41985</c:v>
                      </c:pt>
                      <c:pt idx="2793">
                        <c:v>41988</c:v>
                      </c:pt>
                      <c:pt idx="2794">
                        <c:v>41989</c:v>
                      </c:pt>
                      <c:pt idx="2795">
                        <c:v>41990</c:v>
                      </c:pt>
                      <c:pt idx="2796">
                        <c:v>41991</c:v>
                      </c:pt>
                      <c:pt idx="2797">
                        <c:v>41992</c:v>
                      </c:pt>
                      <c:pt idx="2798">
                        <c:v>41995</c:v>
                      </c:pt>
                      <c:pt idx="2799">
                        <c:v>41996</c:v>
                      </c:pt>
                      <c:pt idx="2800">
                        <c:v>41997</c:v>
                      </c:pt>
                      <c:pt idx="2801">
                        <c:v>41998</c:v>
                      </c:pt>
                      <c:pt idx="2802">
                        <c:v>41999</c:v>
                      </c:pt>
                      <c:pt idx="2803">
                        <c:v>42002</c:v>
                      </c:pt>
                      <c:pt idx="2804">
                        <c:v>42003</c:v>
                      </c:pt>
                      <c:pt idx="2805">
                        <c:v>42004</c:v>
                      </c:pt>
                      <c:pt idx="2806">
                        <c:v>42005</c:v>
                      </c:pt>
                      <c:pt idx="2807">
                        <c:v>42006</c:v>
                      </c:pt>
                      <c:pt idx="2808">
                        <c:v>42009</c:v>
                      </c:pt>
                      <c:pt idx="2809">
                        <c:v>42010</c:v>
                      </c:pt>
                      <c:pt idx="2810">
                        <c:v>42011</c:v>
                      </c:pt>
                      <c:pt idx="2811">
                        <c:v>42012</c:v>
                      </c:pt>
                      <c:pt idx="2812">
                        <c:v>42013</c:v>
                      </c:pt>
                      <c:pt idx="2813">
                        <c:v>42016</c:v>
                      </c:pt>
                      <c:pt idx="2814">
                        <c:v>42017</c:v>
                      </c:pt>
                      <c:pt idx="2815">
                        <c:v>42018</c:v>
                      </c:pt>
                      <c:pt idx="2816">
                        <c:v>42019</c:v>
                      </c:pt>
                      <c:pt idx="2817">
                        <c:v>42020</c:v>
                      </c:pt>
                      <c:pt idx="2818">
                        <c:v>42023</c:v>
                      </c:pt>
                      <c:pt idx="2819">
                        <c:v>42024</c:v>
                      </c:pt>
                      <c:pt idx="2820">
                        <c:v>42025</c:v>
                      </c:pt>
                      <c:pt idx="2821">
                        <c:v>42026</c:v>
                      </c:pt>
                      <c:pt idx="2822">
                        <c:v>42027</c:v>
                      </c:pt>
                      <c:pt idx="2823">
                        <c:v>42030</c:v>
                      </c:pt>
                      <c:pt idx="2824">
                        <c:v>42031</c:v>
                      </c:pt>
                      <c:pt idx="2825">
                        <c:v>42032</c:v>
                      </c:pt>
                      <c:pt idx="2826">
                        <c:v>42033</c:v>
                      </c:pt>
                      <c:pt idx="2827">
                        <c:v>42034</c:v>
                      </c:pt>
                      <c:pt idx="2828">
                        <c:v>42037</c:v>
                      </c:pt>
                      <c:pt idx="2829">
                        <c:v>42038</c:v>
                      </c:pt>
                      <c:pt idx="2830">
                        <c:v>42039</c:v>
                      </c:pt>
                      <c:pt idx="2831">
                        <c:v>42040</c:v>
                      </c:pt>
                      <c:pt idx="2832">
                        <c:v>42041</c:v>
                      </c:pt>
                      <c:pt idx="2833">
                        <c:v>42044</c:v>
                      </c:pt>
                      <c:pt idx="2834">
                        <c:v>42045</c:v>
                      </c:pt>
                      <c:pt idx="2835">
                        <c:v>42046</c:v>
                      </c:pt>
                      <c:pt idx="2836">
                        <c:v>42047</c:v>
                      </c:pt>
                      <c:pt idx="2837">
                        <c:v>42048</c:v>
                      </c:pt>
                      <c:pt idx="2838">
                        <c:v>42051</c:v>
                      </c:pt>
                      <c:pt idx="2839">
                        <c:v>42052</c:v>
                      </c:pt>
                      <c:pt idx="2840">
                        <c:v>42053</c:v>
                      </c:pt>
                      <c:pt idx="2841">
                        <c:v>42054</c:v>
                      </c:pt>
                      <c:pt idx="2842">
                        <c:v>42055</c:v>
                      </c:pt>
                      <c:pt idx="2843">
                        <c:v>42058</c:v>
                      </c:pt>
                      <c:pt idx="2844">
                        <c:v>42059</c:v>
                      </c:pt>
                      <c:pt idx="2845">
                        <c:v>42060</c:v>
                      </c:pt>
                      <c:pt idx="2846">
                        <c:v>42061</c:v>
                      </c:pt>
                      <c:pt idx="2847">
                        <c:v>42062</c:v>
                      </c:pt>
                      <c:pt idx="2848">
                        <c:v>42065</c:v>
                      </c:pt>
                      <c:pt idx="2849">
                        <c:v>42066</c:v>
                      </c:pt>
                      <c:pt idx="2850">
                        <c:v>42067</c:v>
                      </c:pt>
                      <c:pt idx="2851">
                        <c:v>42068</c:v>
                      </c:pt>
                      <c:pt idx="2852">
                        <c:v>42069</c:v>
                      </c:pt>
                      <c:pt idx="2853">
                        <c:v>42072</c:v>
                      </c:pt>
                      <c:pt idx="2854">
                        <c:v>42073</c:v>
                      </c:pt>
                      <c:pt idx="2855">
                        <c:v>42074</c:v>
                      </c:pt>
                      <c:pt idx="2856">
                        <c:v>42075</c:v>
                      </c:pt>
                      <c:pt idx="2857">
                        <c:v>42076</c:v>
                      </c:pt>
                      <c:pt idx="2858">
                        <c:v>42079</c:v>
                      </c:pt>
                      <c:pt idx="2859">
                        <c:v>42080</c:v>
                      </c:pt>
                      <c:pt idx="2860">
                        <c:v>42081</c:v>
                      </c:pt>
                      <c:pt idx="2861">
                        <c:v>42082</c:v>
                      </c:pt>
                      <c:pt idx="2862">
                        <c:v>42083</c:v>
                      </c:pt>
                      <c:pt idx="2863">
                        <c:v>42086</c:v>
                      </c:pt>
                      <c:pt idx="2864">
                        <c:v>42087</c:v>
                      </c:pt>
                      <c:pt idx="2865">
                        <c:v>42088</c:v>
                      </c:pt>
                      <c:pt idx="2866">
                        <c:v>42089</c:v>
                      </c:pt>
                      <c:pt idx="2867">
                        <c:v>42090</c:v>
                      </c:pt>
                      <c:pt idx="2868">
                        <c:v>42093</c:v>
                      </c:pt>
                      <c:pt idx="2869">
                        <c:v>42094</c:v>
                      </c:pt>
                      <c:pt idx="2870">
                        <c:v>42095</c:v>
                      </c:pt>
                      <c:pt idx="2871">
                        <c:v>42096</c:v>
                      </c:pt>
                      <c:pt idx="2872">
                        <c:v>42097</c:v>
                      </c:pt>
                      <c:pt idx="2873">
                        <c:v>42100</c:v>
                      </c:pt>
                      <c:pt idx="2874">
                        <c:v>42101</c:v>
                      </c:pt>
                      <c:pt idx="2875">
                        <c:v>42102</c:v>
                      </c:pt>
                      <c:pt idx="2876">
                        <c:v>42103</c:v>
                      </c:pt>
                      <c:pt idx="2877">
                        <c:v>42104</c:v>
                      </c:pt>
                      <c:pt idx="2878">
                        <c:v>42107</c:v>
                      </c:pt>
                      <c:pt idx="2879">
                        <c:v>42108</c:v>
                      </c:pt>
                      <c:pt idx="2880">
                        <c:v>42109</c:v>
                      </c:pt>
                      <c:pt idx="2881">
                        <c:v>42110</c:v>
                      </c:pt>
                      <c:pt idx="2882">
                        <c:v>42111</c:v>
                      </c:pt>
                      <c:pt idx="2883">
                        <c:v>42114</c:v>
                      </c:pt>
                      <c:pt idx="2884">
                        <c:v>42115</c:v>
                      </c:pt>
                      <c:pt idx="2885">
                        <c:v>42116</c:v>
                      </c:pt>
                      <c:pt idx="2886">
                        <c:v>42117</c:v>
                      </c:pt>
                      <c:pt idx="2887">
                        <c:v>42118</c:v>
                      </c:pt>
                      <c:pt idx="2888">
                        <c:v>42121</c:v>
                      </c:pt>
                      <c:pt idx="2889">
                        <c:v>42122</c:v>
                      </c:pt>
                      <c:pt idx="2890">
                        <c:v>42123</c:v>
                      </c:pt>
                      <c:pt idx="2891">
                        <c:v>42124</c:v>
                      </c:pt>
                      <c:pt idx="2892">
                        <c:v>42125</c:v>
                      </c:pt>
                      <c:pt idx="2893">
                        <c:v>42128</c:v>
                      </c:pt>
                      <c:pt idx="2894">
                        <c:v>42129</c:v>
                      </c:pt>
                      <c:pt idx="2895">
                        <c:v>42130</c:v>
                      </c:pt>
                      <c:pt idx="2896">
                        <c:v>42131</c:v>
                      </c:pt>
                      <c:pt idx="2897">
                        <c:v>42132</c:v>
                      </c:pt>
                      <c:pt idx="2898">
                        <c:v>42135</c:v>
                      </c:pt>
                      <c:pt idx="2899">
                        <c:v>42136</c:v>
                      </c:pt>
                      <c:pt idx="2900">
                        <c:v>42137</c:v>
                      </c:pt>
                      <c:pt idx="2901">
                        <c:v>42138</c:v>
                      </c:pt>
                      <c:pt idx="2902">
                        <c:v>42139</c:v>
                      </c:pt>
                      <c:pt idx="2903">
                        <c:v>42142</c:v>
                      </c:pt>
                      <c:pt idx="2904">
                        <c:v>42143</c:v>
                      </c:pt>
                      <c:pt idx="2905">
                        <c:v>42144</c:v>
                      </c:pt>
                      <c:pt idx="2906">
                        <c:v>42145</c:v>
                      </c:pt>
                      <c:pt idx="2907">
                        <c:v>42146</c:v>
                      </c:pt>
                      <c:pt idx="2908">
                        <c:v>42149</c:v>
                      </c:pt>
                      <c:pt idx="2909">
                        <c:v>42150</c:v>
                      </c:pt>
                      <c:pt idx="2910">
                        <c:v>42151</c:v>
                      </c:pt>
                      <c:pt idx="2911">
                        <c:v>42152</c:v>
                      </c:pt>
                      <c:pt idx="2912">
                        <c:v>42153</c:v>
                      </c:pt>
                      <c:pt idx="2913">
                        <c:v>42156</c:v>
                      </c:pt>
                      <c:pt idx="2914">
                        <c:v>42157</c:v>
                      </c:pt>
                      <c:pt idx="2915">
                        <c:v>42158</c:v>
                      </c:pt>
                      <c:pt idx="2916">
                        <c:v>42159</c:v>
                      </c:pt>
                      <c:pt idx="2917">
                        <c:v>42160</c:v>
                      </c:pt>
                      <c:pt idx="2918">
                        <c:v>42163</c:v>
                      </c:pt>
                      <c:pt idx="2919">
                        <c:v>42164</c:v>
                      </c:pt>
                      <c:pt idx="2920">
                        <c:v>42165</c:v>
                      </c:pt>
                      <c:pt idx="2921">
                        <c:v>42166</c:v>
                      </c:pt>
                      <c:pt idx="2922">
                        <c:v>42167</c:v>
                      </c:pt>
                      <c:pt idx="2923">
                        <c:v>42170</c:v>
                      </c:pt>
                      <c:pt idx="2924">
                        <c:v>42171</c:v>
                      </c:pt>
                      <c:pt idx="2925">
                        <c:v>42172</c:v>
                      </c:pt>
                      <c:pt idx="2926">
                        <c:v>42173</c:v>
                      </c:pt>
                      <c:pt idx="2927">
                        <c:v>42174</c:v>
                      </c:pt>
                      <c:pt idx="2928">
                        <c:v>42177</c:v>
                      </c:pt>
                      <c:pt idx="2929">
                        <c:v>42178</c:v>
                      </c:pt>
                      <c:pt idx="2930">
                        <c:v>42179</c:v>
                      </c:pt>
                      <c:pt idx="2931">
                        <c:v>42180</c:v>
                      </c:pt>
                      <c:pt idx="2932">
                        <c:v>42181</c:v>
                      </c:pt>
                      <c:pt idx="2933">
                        <c:v>42184</c:v>
                      </c:pt>
                      <c:pt idx="2934">
                        <c:v>42185</c:v>
                      </c:pt>
                      <c:pt idx="2935">
                        <c:v>42186</c:v>
                      </c:pt>
                      <c:pt idx="2936">
                        <c:v>42187</c:v>
                      </c:pt>
                      <c:pt idx="2937">
                        <c:v>42188</c:v>
                      </c:pt>
                      <c:pt idx="2938">
                        <c:v>42191</c:v>
                      </c:pt>
                      <c:pt idx="2939">
                        <c:v>42192</c:v>
                      </c:pt>
                      <c:pt idx="2940">
                        <c:v>42193</c:v>
                      </c:pt>
                      <c:pt idx="2941">
                        <c:v>42194</c:v>
                      </c:pt>
                      <c:pt idx="2942">
                        <c:v>42195</c:v>
                      </c:pt>
                      <c:pt idx="2943">
                        <c:v>42198</c:v>
                      </c:pt>
                      <c:pt idx="2944">
                        <c:v>42199</c:v>
                      </c:pt>
                      <c:pt idx="2945">
                        <c:v>42200</c:v>
                      </c:pt>
                      <c:pt idx="2946">
                        <c:v>42201</c:v>
                      </c:pt>
                      <c:pt idx="2947">
                        <c:v>42202</c:v>
                      </c:pt>
                      <c:pt idx="2948">
                        <c:v>42205</c:v>
                      </c:pt>
                      <c:pt idx="2949">
                        <c:v>42206</c:v>
                      </c:pt>
                      <c:pt idx="2950">
                        <c:v>42207</c:v>
                      </c:pt>
                      <c:pt idx="2951">
                        <c:v>42208</c:v>
                      </c:pt>
                      <c:pt idx="2952">
                        <c:v>42209</c:v>
                      </c:pt>
                      <c:pt idx="2953">
                        <c:v>42212</c:v>
                      </c:pt>
                      <c:pt idx="2954">
                        <c:v>42213</c:v>
                      </c:pt>
                      <c:pt idx="2955">
                        <c:v>42214</c:v>
                      </c:pt>
                      <c:pt idx="2956">
                        <c:v>42215</c:v>
                      </c:pt>
                      <c:pt idx="2957">
                        <c:v>42216</c:v>
                      </c:pt>
                      <c:pt idx="2958">
                        <c:v>42219</c:v>
                      </c:pt>
                      <c:pt idx="2959">
                        <c:v>42220</c:v>
                      </c:pt>
                      <c:pt idx="2960">
                        <c:v>42221</c:v>
                      </c:pt>
                      <c:pt idx="2961">
                        <c:v>42222</c:v>
                      </c:pt>
                      <c:pt idx="2962">
                        <c:v>42223</c:v>
                      </c:pt>
                      <c:pt idx="2963">
                        <c:v>42226</c:v>
                      </c:pt>
                      <c:pt idx="2964">
                        <c:v>42227</c:v>
                      </c:pt>
                      <c:pt idx="2965">
                        <c:v>42228</c:v>
                      </c:pt>
                      <c:pt idx="2966">
                        <c:v>42229</c:v>
                      </c:pt>
                      <c:pt idx="2967">
                        <c:v>42230</c:v>
                      </c:pt>
                      <c:pt idx="2968">
                        <c:v>42233</c:v>
                      </c:pt>
                      <c:pt idx="2969">
                        <c:v>42234</c:v>
                      </c:pt>
                      <c:pt idx="2970">
                        <c:v>42235</c:v>
                      </c:pt>
                      <c:pt idx="2971">
                        <c:v>42236</c:v>
                      </c:pt>
                      <c:pt idx="2972">
                        <c:v>42237</c:v>
                      </c:pt>
                      <c:pt idx="2973">
                        <c:v>42240</c:v>
                      </c:pt>
                      <c:pt idx="2974">
                        <c:v>42241</c:v>
                      </c:pt>
                      <c:pt idx="2975">
                        <c:v>42242</c:v>
                      </c:pt>
                      <c:pt idx="2976">
                        <c:v>42243</c:v>
                      </c:pt>
                      <c:pt idx="2977">
                        <c:v>42244</c:v>
                      </c:pt>
                      <c:pt idx="2978">
                        <c:v>42247</c:v>
                      </c:pt>
                      <c:pt idx="2979">
                        <c:v>42248</c:v>
                      </c:pt>
                      <c:pt idx="2980">
                        <c:v>42249</c:v>
                      </c:pt>
                      <c:pt idx="2981">
                        <c:v>42250</c:v>
                      </c:pt>
                      <c:pt idx="2982">
                        <c:v>42251</c:v>
                      </c:pt>
                      <c:pt idx="2983">
                        <c:v>42254</c:v>
                      </c:pt>
                      <c:pt idx="2984">
                        <c:v>42255</c:v>
                      </c:pt>
                      <c:pt idx="2985">
                        <c:v>42256</c:v>
                      </c:pt>
                      <c:pt idx="2986">
                        <c:v>42257</c:v>
                      </c:pt>
                      <c:pt idx="2987">
                        <c:v>42258</c:v>
                      </c:pt>
                      <c:pt idx="2988">
                        <c:v>42261</c:v>
                      </c:pt>
                      <c:pt idx="2989">
                        <c:v>42262</c:v>
                      </c:pt>
                      <c:pt idx="2990">
                        <c:v>42263</c:v>
                      </c:pt>
                      <c:pt idx="2991">
                        <c:v>42264</c:v>
                      </c:pt>
                      <c:pt idx="2992">
                        <c:v>42265</c:v>
                      </c:pt>
                      <c:pt idx="2993">
                        <c:v>42268</c:v>
                      </c:pt>
                      <c:pt idx="2994">
                        <c:v>42269</c:v>
                      </c:pt>
                      <c:pt idx="2995">
                        <c:v>42270</c:v>
                      </c:pt>
                      <c:pt idx="2996">
                        <c:v>42271</c:v>
                      </c:pt>
                      <c:pt idx="2997">
                        <c:v>42272</c:v>
                      </c:pt>
                      <c:pt idx="2998">
                        <c:v>42275</c:v>
                      </c:pt>
                      <c:pt idx="2999">
                        <c:v>42276</c:v>
                      </c:pt>
                      <c:pt idx="3000">
                        <c:v>42277</c:v>
                      </c:pt>
                      <c:pt idx="3001">
                        <c:v>42278</c:v>
                      </c:pt>
                      <c:pt idx="3002">
                        <c:v>42279</c:v>
                      </c:pt>
                      <c:pt idx="3003">
                        <c:v>42282</c:v>
                      </c:pt>
                      <c:pt idx="3004">
                        <c:v>42283</c:v>
                      </c:pt>
                      <c:pt idx="3005">
                        <c:v>42284</c:v>
                      </c:pt>
                      <c:pt idx="3006">
                        <c:v>42285</c:v>
                      </c:pt>
                      <c:pt idx="3007">
                        <c:v>42286</c:v>
                      </c:pt>
                      <c:pt idx="3008">
                        <c:v>42289</c:v>
                      </c:pt>
                      <c:pt idx="3009">
                        <c:v>42290</c:v>
                      </c:pt>
                      <c:pt idx="3010">
                        <c:v>42291</c:v>
                      </c:pt>
                      <c:pt idx="3011">
                        <c:v>42292</c:v>
                      </c:pt>
                      <c:pt idx="3012">
                        <c:v>42293</c:v>
                      </c:pt>
                      <c:pt idx="3013">
                        <c:v>42296</c:v>
                      </c:pt>
                      <c:pt idx="3014">
                        <c:v>42297</c:v>
                      </c:pt>
                      <c:pt idx="3015">
                        <c:v>42298</c:v>
                      </c:pt>
                      <c:pt idx="3016">
                        <c:v>42299</c:v>
                      </c:pt>
                      <c:pt idx="3017">
                        <c:v>42300</c:v>
                      </c:pt>
                      <c:pt idx="3018">
                        <c:v>42303</c:v>
                      </c:pt>
                      <c:pt idx="3019">
                        <c:v>42304</c:v>
                      </c:pt>
                      <c:pt idx="3020">
                        <c:v>42305</c:v>
                      </c:pt>
                      <c:pt idx="3021">
                        <c:v>42306</c:v>
                      </c:pt>
                      <c:pt idx="3022">
                        <c:v>42307</c:v>
                      </c:pt>
                      <c:pt idx="3023">
                        <c:v>42310</c:v>
                      </c:pt>
                      <c:pt idx="3024">
                        <c:v>42311</c:v>
                      </c:pt>
                      <c:pt idx="3025">
                        <c:v>42312</c:v>
                      </c:pt>
                      <c:pt idx="3026">
                        <c:v>42313</c:v>
                      </c:pt>
                      <c:pt idx="3027">
                        <c:v>42314</c:v>
                      </c:pt>
                      <c:pt idx="3028">
                        <c:v>42317</c:v>
                      </c:pt>
                      <c:pt idx="3029">
                        <c:v>42318</c:v>
                      </c:pt>
                      <c:pt idx="3030">
                        <c:v>42319</c:v>
                      </c:pt>
                      <c:pt idx="3031">
                        <c:v>42320</c:v>
                      </c:pt>
                      <c:pt idx="3032">
                        <c:v>42321</c:v>
                      </c:pt>
                      <c:pt idx="3033">
                        <c:v>42324</c:v>
                      </c:pt>
                      <c:pt idx="3034">
                        <c:v>42325</c:v>
                      </c:pt>
                      <c:pt idx="3035">
                        <c:v>42326</c:v>
                      </c:pt>
                      <c:pt idx="3036">
                        <c:v>42327</c:v>
                      </c:pt>
                      <c:pt idx="3037">
                        <c:v>42328</c:v>
                      </c:pt>
                      <c:pt idx="3038">
                        <c:v>42331</c:v>
                      </c:pt>
                      <c:pt idx="3039">
                        <c:v>42332</c:v>
                      </c:pt>
                      <c:pt idx="3040">
                        <c:v>42333</c:v>
                      </c:pt>
                      <c:pt idx="3041">
                        <c:v>42334</c:v>
                      </c:pt>
                      <c:pt idx="3042">
                        <c:v>42335</c:v>
                      </c:pt>
                      <c:pt idx="3043">
                        <c:v>42338</c:v>
                      </c:pt>
                      <c:pt idx="3044">
                        <c:v>42339</c:v>
                      </c:pt>
                      <c:pt idx="3045">
                        <c:v>42340</c:v>
                      </c:pt>
                      <c:pt idx="3046">
                        <c:v>42341</c:v>
                      </c:pt>
                      <c:pt idx="3047">
                        <c:v>42342</c:v>
                      </c:pt>
                      <c:pt idx="3048">
                        <c:v>42345</c:v>
                      </c:pt>
                      <c:pt idx="3049">
                        <c:v>42346</c:v>
                      </c:pt>
                      <c:pt idx="3050">
                        <c:v>42347</c:v>
                      </c:pt>
                      <c:pt idx="3051">
                        <c:v>42348</c:v>
                      </c:pt>
                      <c:pt idx="3052">
                        <c:v>42349</c:v>
                      </c:pt>
                      <c:pt idx="3053">
                        <c:v>42352</c:v>
                      </c:pt>
                      <c:pt idx="3054">
                        <c:v>42353</c:v>
                      </c:pt>
                      <c:pt idx="3055">
                        <c:v>42354</c:v>
                      </c:pt>
                      <c:pt idx="3056">
                        <c:v>42355</c:v>
                      </c:pt>
                      <c:pt idx="3057">
                        <c:v>42356</c:v>
                      </c:pt>
                      <c:pt idx="3058">
                        <c:v>42359</c:v>
                      </c:pt>
                      <c:pt idx="3059">
                        <c:v>42360</c:v>
                      </c:pt>
                      <c:pt idx="3060">
                        <c:v>42361</c:v>
                      </c:pt>
                      <c:pt idx="3061">
                        <c:v>42362</c:v>
                      </c:pt>
                      <c:pt idx="3062">
                        <c:v>42363</c:v>
                      </c:pt>
                      <c:pt idx="3063">
                        <c:v>42366</c:v>
                      </c:pt>
                      <c:pt idx="3064">
                        <c:v>42367</c:v>
                      </c:pt>
                      <c:pt idx="3065">
                        <c:v>42368</c:v>
                      </c:pt>
                      <c:pt idx="3066">
                        <c:v>42369</c:v>
                      </c:pt>
                      <c:pt idx="3067">
                        <c:v>42370</c:v>
                      </c:pt>
                      <c:pt idx="3068">
                        <c:v>42373</c:v>
                      </c:pt>
                      <c:pt idx="3069">
                        <c:v>42374</c:v>
                      </c:pt>
                      <c:pt idx="3070">
                        <c:v>42375</c:v>
                      </c:pt>
                      <c:pt idx="3071">
                        <c:v>42376</c:v>
                      </c:pt>
                      <c:pt idx="3072">
                        <c:v>42377</c:v>
                      </c:pt>
                      <c:pt idx="3073">
                        <c:v>42380</c:v>
                      </c:pt>
                      <c:pt idx="3074">
                        <c:v>42381</c:v>
                      </c:pt>
                      <c:pt idx="3075">
                        <c:v>42382</c:v>
                      </c:pt>
                      <c:pt idx="3076">
                        <c:v>42383</c:v>
                      </c:pt>
                      <c:pt idx="3077">
                        <c:v>42384</c:v>
                      </c:pt>
                      <c:pt idx="3078">
                        <c:v>42387</c:v>
                      </c:pt>
                      <c:pt idx="3079">
                        <c:v>42388</c:v>
                      </c:pt>
                      <c:pt idx="3080">
                        <c:v>42389</c:v>
                      </c:pt>
                      <c:pt idx="3081">
                        <c:v>42390</c:v>
                      </c:pt>
                      <c:pt idx="3082">
                        <c:v>42391</c:v>
                      </c:pt>
                      <c:pt idx="3083">
                        <c:v>42394</c:v>
                      </c:pt>
                      <c:pt idx="3084">
                        <c:v>42395</c:v>
                      </c:pt>
                      <c:pt idx="3085">
                        <c:v>42396</c:v>
                      </c:pt>
                      <c:pt idx="3086">
                        <c:v>42397</c:v>
                      </c:pt>
                      <c:pt idx="3087">
                        <c:v>42398</c:v>
                      </c:pt>
                      <c:pt idx="3088">
                        <c:v>42401</c:v>
                      </c:pt>
                      <c:pt idx="3089">
                        <c:v>42402</c:v>
                      </c:pt>
                      <c:pt idx="3090">
                        <c:v>42403</c:v>
                      </c:pt>
                      <c:pt idx="3091">
                        <c:v>42404</c:v>
                      </c:pt>
                      <c:pt idx="3092">
                        <c:v>42405</c:v>
                      </c:pt>
                      <c:pt idx="3093">
                        <c:v>42408</c:v>
                      </c:pt>
                      <c:pt idx="3094">
                        <c:v>42409</c:v>
                      </c:pt>
                      <c:pt idx="3095">
                        <c:v>42410</c:v>
                      </c:pt>
                      <c:pt idx="3096">
                        <c:v>42411</c:v>
                      </c:pt>
                      <c:pt idx="3097">
                        <c:v>42412</c:v>
                      </c:pt>
                      <c:pt idx="3098">
                        <c:v>42415</c:v>
                      </c:pt>
                      <c:pt idx="3099">
                        <c:v>42416</c:v>
                      </c:pt>
                      <c:pt idx="3100">
                        <c:v>42417</c:v>
                      </c:pt>
                      <c:pt idx="3101">
                        <c:v>42418</c:v>
                      </c:pt>
                      <c:pt idx="3102">
                        <c:v>42419</c:v>
                      </c:pt>
                      <c:pt idx="3103">
                        <c:v>42422</c:v>
                      </c:pt>
                      <c:pt idx="3104">
                        <c:v>42423</c:v>
                      </c:pt>
                      <c:pt idx="3105">
                        <c:v>42424</c:v>
                      </c:pt>
                      <c:pt idx="3106">
                        <c:v>42425</c:v>
                      </c:pt>
                      <c:pt idx="3107">
                        <c:v>42426</c:v>
                      </c:pt>
                      <c:pt idx="3108">
                        <c:v>42429</c:v>
                      </c:pt>
                      <c:pt idx="3109">
                        <c:v>42430</c:v>
                      </c:pt>
                      <c:pt idx="3110">
                        <c:v>42431</c:v>
                      </c:pt>
                      <c:pt idx="3111">
                        <c:v>42432</c:v>
                      </c:pt>
                      <c:pt idx="3112">
                        <c:v>42433</c:v>
                      </c:pt>
                      <c:pt idx="3113">
                        <c:v>42436</c:v>
                      </c:pt>
                      <c:pt idx="3114">
                        <c:v>42437</c:v>
                      </c:pt>
                      <c:pt idx="3115">
                        <c:v>42438</c:v>
                      </c:pt>
                      <c:pt idx="3116">
                        <c:v>42439</c:v>
                      </c:pt>
                      <c:pt idx="3117">
                        <c:v>42440</c:v>
                      </c:pt>
                      <c:pt idx="3118">
                        <c:v>42443</c:v>
                      </c:pt>
                      <c:pt idx="3119">
                        <c:v>42444</c:v>
                      </c:pt>
                      <c:pt idx="3120">
                        <c:v>42445</c:v>
                      </c:pt>
                      <c:pt idx="3121">
                        <c:v>42446</c:v>
                      </c:pt>
                      <c:pt idx="3122">
                        <c:v>42447</c:v>
                      </c:pt>
                      <c:pt idx="3123">
                        <c:v>42450</c:v>
                      </c:pt>
                      <c:pt idx="3124">
                        <c:v>42451</c:v>
                      </c:pt>
                      <c:pt idx="3125">
                        <c:v>42452</c:v>
                      </c:pt>
                      <c:pt idx="3126">
                        <c:v>42453</c:v>
                      </c:pt>
                      <c:pt idx="3127">
                        <c:v>42454</c:v>
                      </c:pt>
                      <c:pt idx="3128">
                        <c:v>42457</c:v>
                      </c:pt>
                      <c:pt idx="3129">
                        <c:v>42458</c:v>
                      </c:pt>
                      <c:pt idx="3130">
                        <c:v>42459</c:v>
                      </c:pt>
                      <c:pt idx="3131">
                        <c:v>42460</c:v>
                      </c:pt>
                      <c:pt idx="3132">
                        <c:v>42461</c:v>
                      </c:pt>
                      <c:pt idx="3133">
                        <c:v>42464</c:v>
                      </c:pt>
                      <c:pt idx="3134">
                        <c:v>42465</c:v>
                      </c:pt>
                      <c:pt idx="3135">
                        <c:v>42466</c:v>
                      </c:pt>
                      <c:pt idx="3136">
                        <c:v>42467</c:v>
                      </c:pt>
                      <c:pt idx="3137">
                        <c:v>42468</c:v>
                      </c:pt>
                      <c:pt idx="3138">
                        <c:v>42471</c:v>
                      </c:pt>
                      <c:pt idx="3139">
                        <c:v>42472</c:v>
                      </c:pt>
                      <c:pt idx="3140">
                        <c:v>42473</c:v>
                      </c:pt>
                      <c:pt idx="3141">
                        <c:v>42474</c:v>
                      </c:pt>
                      <c:pt idx="3142">
                        <c:v>42475</c:v>
                      </c:pt>
                      <c:pt idx="3143">
                        <c:v>42478</c:v>
                      </c:pt>
                      <c:pt idx="3144">
                        <c:v>42479</c:v>
                      </c:pt>
                      <c:pt idx="3145">
                        <c:v>42480</c:v>
                      </c:pt>
                      <c:pt idx="3146">
                        <c:v>42481</c:v>
                      </c:pt>
                      <c:pt idx="3147">
                        <c:v>42482</c:v>
                      </c:pt>
                      <c:pt idx="3148">
                        <c:v>42485</c:v>
                      </c:pt>
                      <c:pt idx="3149">
                        <c:v>42486</c:v>
                      </c:pt>
                      <c:pt idx="3150">
                        <c:v>42487</c:v>
                      </c:pt>
                      <c:pt idx="3151">
                        <c:v>42488</c:v>
                      </c:pt>
                      <c:pt idx="3152">
                        <c:v>42489</c:v>
                      </c:pt>
                      <c:pt idx="3153">
                        <c:v>42492</c:v>
                      </c:pt>
                      <c:pt idx="3154">
                        <c:v>42493</c:v>
                      </c:pt>
                      <c:pt idx="3155">
                        <c:v>42494</c:v>
                      </c:pt>
                      <c:pt idx="3156">
                        <c:v>42495</c:v>
                      </c:pt>
                      <c:pt idx="3157">
                        <c:v>42496</c:v>
                      </c:pt>
                      <c:pt idx="3158">
                        <c:v>42499</c:v>
                      </c:pt>
                      <c:pt idx="3159">
                        <c:v>42500</c:v>
                      </c:pt>
                      <c:pt idx="3160">
                        <c:v>42501</c:v>
                      </c:pt>
                      <c:pt idx="3161">
                        <c:v>42502</c:v>
                      </c:pt>
                      <c:pt idx="3162">
                        <c:v>42503</c:v>
                      </c:pt>
                      <c:pt idx="3163">
                        <c:v>42506</c:v>
                      </c:pt>
                      <c:pt idx="3164">
                        <c:v>42507</c:v>
                      </c:pt>
                      <c:pt idx="3165">
                        <c:v>42508</c:v>
                      </c:pt>
                      <c:pt idx="3166">
                        <c:v>42509</c:v>
                      </c:pt>
                      <c:pt idx="3167">
                        <c:v>42510</c:v>
                      </c:pt>
                      <c:pt idx="3168">
                        <c:v>42513</c:v>
                      </c:pt>
                      <c:pt idx="3169">
                        <c:v>42514</c:v>
                      </c:pt>
                      <c:pt idx="3170">
                        <c:v>42515</c:v>
                      </c:pt>
                      <c:pt idx="3171">
                        <c:v>42516</c:v>
                      </c:pt>
                      <c:pt idx="3172">
                        <c:v>42517</c:v>
                      </c:pt>
                      <c:pt idx="3173">
                        <c:v>42520</c:v>
                      </c:pt>
                      <c:pt idx="3174">
                        <c:v>42521</c:v>
                      </c:pt>
                      <c:pt idx="3175">
                        <c:v>42522</c:v>
                      </c:pt>
                      <c:pt idx="3176">
                        <c:v>42523</c:v>
                      </c:pt>
                      <c:pt idx="3177">
                        <c:v>42524</c:v>
                      </c:pt>
                      <c:pt idx="3178">
                        <c:v>42527</c:v>
                      </c:pt>
                      <c:pt idx="3179">
                        <c:v>42528</c:v>
                      </c:pt>
                      <c:pt idx="3180">
                        <c:v>42529</c:v>
                      </c:pt>
                      <c:pt idx="3181">
                        <c:v>42530</c:v>
                      </c:pt>
                      <c:pt idx="3182">
                        <c:v>42531</c:v>
                      </c:pt>
                      <c:pt idx="3183">
                        <c:v>42534</c:v>
                      </c:pt>
                      <c:pt idx="3184">
                        <c:v>42535</c:v>
                      </c:pt>
                      <c:pt idx="3185">
                        <c:v>42536</c:v>
                      </c:pt>
                      <c:pt idx="3186">
                        <c:v>42537</c:v>
                      </c:pt>
                      <c:pt idx="3187">
                        <c:v>42538</c:v>
                      </c:pt>
                      <c:pt idx="3188">
                        <c:v>42541</c:v>
                      </c:pt>
                      <c:pt idx="3189">
                        <c:v>42542</c:v>
                      </c:pt>
                      <c:pt idx="3190">
                        <c:v>42543</c:v>
                      </c:pt>
                      <c:pt idx="3191">
                        <c:v>42544</c:v>
                      </c:pt>
                      <c:pt idx="3192">
                        <c:v>42545</c:v>
                      </c:pt>
                      <c:pt idx="3193">
                        <c:v>42548</c:v>
                      </c:pt>
                      <c:pt idx="3194">
                        <c:v>42549</c:v>
                      </c:pt>
                      <c:pt idx="3195">
                        <c:v>42550</c:v>
                      </c:pt>
                      <c:pt idx="3196">
                        <c:v>42551</c:v>
                      </c:pt>
                      <c:pt idx="3197">
                        <c:v>42552</c:v>
                      </c:pt>
                      <c:pt idx="3198">
                        <c:v>42555</c:v>
                      </c:pt>
                      <c:pt idx="3199">
                        <c:v>42556</c:v>
                      </c:pt>
                      <c:pt idx="3200">
                        <c:v>42557</c:v>
                      </c:pt>
                      <c:pt idx="3201">
                        <c:v>42558</c:v>
                      </c:pt>
                      <c:pt idx="3202">
                        <c:v>42559</c:v>
                      </c:pt>
                      <c:pt idx="3203">
                        <c:v>42562</c:v>
                      </c:pt>
                      <c:pt idx="3204">
                        <c:v>42563</c:v>
                      </c:pt>
                      <c:pt idx="3205">
                        <c:v>42564</c:v>
                      </c:pt>
                      <c:pt idx="3206">
                        <c:v>42565</c:v>
                      </c:pt>
                      <c:pt idx="3207">
                        <c:v>42566</c:v>
                      </c:pt>
                      <c:pt idx="3208">
                        <c:v>42569</c:v>
                      </c:pt>
                      <c:pt idx="3209">
                        <c:v>42570</c:v>
                      </c:pt>
                      <c:pt idx="3210">
                        <c:v>42571</c:v>
                      </c:pt>
                      <c:pt idx="3211">
                        <c:v>42572</c:v>
                      </c:pt>
                      <c:pt idx="3212">
                        <c:v>42573</c:v>
                      </c:pt>
                      <c:pt idx="3213">
                        <c:v>42576</c:v>
                      </c:pt>
                      <c:pt idx="3214">
                        <c:v>42577</c:v>
                      </c:pt>
                      <c:pt idx="3215">
                        <c:v>42578</c:v>
                      </c:pt>
                      <c:pt idx="3216">
                        <c:v>42579</c:v>
                      </c:pt>
                      <c:pt idx="3217">
                        <c:v>42580</c:v>
                      </c:pt>
                      <c:pt idx="3218">
                        <c:v>42583</c:v>
                      </c:pt>
                      <c:pt idx="3219">
                        <c:v>42584</c:v>
                      </c:pt>
                      <c:pt idx="3220">
                        <c:v>42585</c:v>
                      </c:pt>
                      <c:pt idx="3221">
                        <c:v>42586</c:v>
                      </c:pt>
                      <c:pt idx="3222">
                        <c:v>42587</c:v>
                      </c:pt>
                      <c:pt idx="3223">
                        <c:v>42590</c:v>
                      </c:pt>
                      <c:pt idx="3224">
                        <c:v>42591</c:v>
                      </c:pt>
                      <c:pt idx="3225">
                        <c:v>42592</c:v>
                      </c:pt>
                      <c:pt idx="3226">
                        <c:v>42593</c:v>
                      </c:pt>
                      <c:pt idx="3227">
                        <c:v>42594</c:v>
                      </c:pt>
                      <c:pt idx="3228">
                        <c:v>42597</c:v>
                      </c:pt>
                      <c:pt idx="3229">
                        <c:v>42598</c:v>
                      </c:pt>
                      <c:pt idx="3230">
                        <c:v>42599</c:v>
                      </c:pt>
                      <c:pt idx="3231">
                        <c:v>42600</c:v>
                      </c:pt>
                      <c:pt idx="3232">
                        <c:v>42601</c:v>
                      </c:pt>
                      <c:pt idx="3233">
                        <c:v>42604</c:v>
                      </c:pt>
                      <c:pt idx="3234">
                        <c:v>42605</c:v>
                      </c:pt>
                      <c:pt idx="3235">
                        <c:v>42606</c:v>
                      </c:pt>
                      <c:pt idx="3236">
                        <c:v>42607</c:v>
                      </c:pt>
                      <c:pt idx="3237">
                        <c:v>42608</c:v>
                      </c:pt>
                      <c:pt idx="3238">
                        <c:v>42611</c:v>
                      </c:pt>
                      <c:pt idx="3239">
                        <c:v>42612</c:v>
                      </c:pt>
                      <c:pt idx="3240">
                        <c:v>42613</c:v>
                      </c:pt>
                      <c:pt idx="3241">
                        <c:v>42614</c:v>
                      </c:pt>
                      <c:pt idx="3242">
                        <c:v>42615</c:v>
                      </c:pt>
                      <c:pt idx="3243">
                        <c:v>42618</c:v>
                      </c:pt>
                      <c:pt idx="3244">
                        <c:v>42619</c:v>
                      </c:pt>
                      <c:pt idx="3245">
                        <c:v>42620</c:v>
                      </c:pt>
                      <c:pt idx="3246">
                        <c:v>42621</c:v>
                      </c:pt>
                      <c:pt idx="3247">
                        <c:v>42622</c:v>
                      </c:pt>
                      <c:pt idx="3248">
                        <c:v>42625</c:v>
                      </c:pt>
                      <c:pt idx="3249">
                        <c:v>42626</c:v>
                      </c:pt>
                      <c:pt idx="3250">
                        <c:v>42627</c:v>
                      </c:pt>
                      <c:pt idx="3251">
                        <c:v>42628</c:v>
                      </c:pt>
                      <c:pt idx="3252">
                        <c:v>42629</c:v>
                      </c:pt>
                      <c:pt idx="3253">
                        <c:v>42632</c:v>
                      </c:pt>
                      <c:pt idx="3254">
                        <c:v>42633</c:v>
                      </c:pt>
                      <c:pt idx="3255">
                        <c:v>42634</c:v>
                      </c:pt>
                      <c:pt idx="3256">
                        <c:v>42635</c:v>
                      </c:pt>
                      <c:pt idx="3257">
                        <c:v>42636</c:v>
                      </c:pt>
                      <c:pt idx="3258">
                        <c:v>42639</c:v>
                      </c:pt>
                      <c:pt idx="3259">
                        <c:v>42640</c:v>
                      </c:pt>
                      <c:pt idx="3260">
                        <c:v>42641</c:v>
                      </c:pt>
                      <c:pt idx="3261">
                        <c:v>42642</c:v>
                      </c:pt>
                      <c:pt idx="3262">
                        <c:v>42643</c:v>
                      </c:pt>
                      <c:pt idx="3263">
                        <c:v>42646</c:v>
                      </c:pt>
                      <c:pt idx="3264">
                        <c:v>42647</c:v>
                      </c:pt>
                      <c:pt idx="3265">
                        <c:v>42648</c:v>
                      </c:pt>
                      <c:pt idx="3266">
                        <c:v>42649</c:v>
                      </c:pt>
                      <c:pt idx="3267">
                        <c:v>42650</c:v>
                      </c:pt>
                      <c:pt idx="3268">
                        <c:v>42653</c:v>
                      </c:pt>
                      <c:pt idx="3269">
                        <c:v>42654</c:v>
                      </c:pt>
                      <c:pt idx="3270">
                        <c:v>42655</c:v>
                      </c:pt>
                      <c:pt idx="3271">
                        <c:v>42656</c:v>
                      </c:pt>
                      <c:pt idx="3272">
                        <c:v>42657</c:v>
                      </c:pt>
                      <c:pt idx="3273">
                        <c:v>42660</c:v>
                      </c:pt>
                      <c:pt idx="3274">
                        <c:v>42661</c:v>
                      </c:pt>
                      <c:pt idx="3275">
                        <c:v>42662</c:v>
                      </c:pt>
                      <c:pt idx="3276">
                        <c:v>42663</c:v>
                      </c:pt>
                      <c:pt idx="3277">
                        <c:v>42664</c:v>
                      </c:pt>
                      <c:pt idx="3278">
                        <c:v>42667</c:v>
                      </c:pt>
                      <c:pt idx="3279">
                        <c:v>42668</c:v>
                      </c:pt>
                      <c:pt idx="3280">
                        <c:v>42669</c:v>
                      </c:pt>
                      <c:pt idx="3281">
                        <c:v>42670</c:v>
                      </c:pt>
                      <c:pt idx="3282">
                        <c:v>42671</c:v>
                      </c:pt>
                      <c:pt idx="3283">
                        <c:v>42674</c:v>
                      </c:pt>
                      <c:pt idx="3284">
                        <c:v>42675</c:v>
                      </c:pt>
                      <c:pt idx="3285">
                        <c:v>42676</c:v>
                      </c:pt>
                      <c:pt idx="3286">
                        <c:v>42677</c:v>
                      </c:pt>
                      <c:pt idx="3287">
                        <c:v>42678</c:v>
                      </c:pt>
                      <c:pt idx="3288">
                        <c:v>42681</c:v>
                      </c:pt>
                      <c:pt idx="3289">
                        <c:v>42682</c:v>
                      </c:pt>
                      <c:pt idx="3290">
                        <c:v>42683</c:v>
                      </c:pt>
                      <c:pt idx="3291">
                        <c:v>42684</c:v>
                      </c:pt>
                      <c:pt idx="3292">
                        <c:v>42685</c:v>
                      </c:pt>
                      <c:pt idx="3293">
                        <c:v>42688</c:v>
                      </c:pt>
                      <c:pt idx="3294">
                        <c:v>42689</c:v>
                      </c:pt>
                      <c:pt idx="3295">
                        <c:v>42690</c:v>
                      </c:pt>
                      <c:pt idx="3296">
                        <c:v>42691</c:v>
                      </c:pt>
                      <c:pt idx="3297">
                        <c:v>42692</c:v>
                      </c:pt>
                      <c:pt idx="3298">
                        <c:v>42695</c:v>
                      </c:pt>
                      <c:pt idx="3299">
                        <c:v>42696</c:v>
                      </c:pt>
                      <c:pt idx="3300">
                        <c:v>42697</c:v>
                      </c:pt>
                      <c:pt idx="3301">
                        <c:v>42698</c:v>
                      </c:pt>
                      <c:pt idx="3302">
                        <c:v>42699</c:v>
                      </c:pt>
                      <c:pt idx="3303">
                        <c:v>42702</c:v>
                      </c:pt>
                      <c:pt idx="3304">
                        <c:v>42703</c:v>
                      </c:pt>
                      <c:pt idx="3305">
                        <c:v>42704</c:v>
                      </c:pt>
                      <c:pt idx="3306">
                        <c:v>42705</c:v>
                      </c:pt>
                      <c:pt idx="3307">
                        <c:v>42706</c:v>
                      </c:pt>
                      <c:pt idx="3308">
                        <c:v>42709</c:v>
                      </c:pt>
                      <c:pt idx="3309">
                        <c:v>42710</c:v>
                      </c:pt>
                      <c:pt idx="3310">
                        <c:v>42711</c:v>
                      </c:pt>
                      <c:pt idx="3311">
                        <c:v>42712</c:v>
                      </c:pt>
                      <c:pt idx="3312">
                        <c:v>42713</c:v>
                      </c:pt>
                      <c:pt idx="3313">
                        <c:v>42716</c:v>
                      </c:pt>
                      <c:pt idx="3314">
                        <c:v>42717</c:v>
                      </c:pt>
                      <c:pt idx="3315">
                        <c:v>42718</c:v>
                      </c:pt>
                      <c:pt idx="3316">
                        <c:v>42719</c:v>
                      </c:pt>
                      <c:pt idx="3317">
                        <c:v>42720</c:v>
                      </c:pt>
                      <c:pt idx="3318">
                        <c:v>42723</c:v>
                      </c:pt>
                      <c:pt idx="3319">
                        <c:v>42724</c:v>
                      </c:pt>
                      <c:pt idx="3320">
                        <c:v>42725</c:v>
                      </c:pt>
                      <c:pt idx="3321">
                        <c:v>42726</c:v>
                      </c:pt>
                      <c:pt idx="3322">
                        <c:v>42727</c:v>
                      </c:pt>
                      <c:pt idx="3323">
                        <c:v>42730</c:v>
                      </c:pt>
                      <c:pt idx="3324">
                        <c:v>42731</c:v>
                      </c:pt>
                      <c:pt idx="3325">
                        <c:v>42732</c:v>
                      </c:pt>
                      <c:pt idx="3326">
                        <c:v>42733</c:v>
                      </c:pt>
                      <c:pt idx="3327">
                        <c:v>42734</c:v>
                      </c:pt>
                      <c:pt idx="3328">
                        <c:v>42737</c:v>
                      </c:pt>
                      <c:pt idx="3329">
                        <c:v>42738</c:v>
                      </c:pt>
                      <c:pt idx="3330">
                        <c:v>42739</c:v>
                      </c:pt>
                      <c:pt idx="3331">
                        <c:v>42740</c:v>
                      </c:pt>
                      <c:pt idx="3332">
                        <c:v>42741</c:v>
                      </c:pt>
                      <c:pt idx="3333">
                        <c:v>42744</c:v>
                      </c:pt>
                      <c:pt idx="3334">
                        <c:v>42745</c:v>
                      </c:pt>
                      <c:pt idx="3335">
                        <c:v>42746</c:v>
                      </c:pt>
                      <c:pt idx="3336">
                        <c:v>42747</c:v>
                      </c:pt>
                      <c:pt idx="3337">
                        <c:v>42748</c:v>
                      </c:pt>
                      <c:pt idx="3338">
                        <c:v>42751</c:v>
                      </c:pt>
                      <c:pt idx="3339">
                        <c:v>42752</c:v>
                      </c:pt>
                      <c:pt idx="3340">
                        <c:v>42753</c:v>
                      </c:pt>
                      <c:pt idx="3341">
                        <c:v>42754</c:v>
                      </c:pt>
                      <c:pt idx="3342">
                        <c:v>42755</c:v>
                      </c:pt>
                      <c:pt idx="3343">
                        <c:v>42758</c:v>
                      </c:pt>
                      <c:pt idx="3344">
                        <c:v>42759</c:v>
                      </c:pt>
                      <c:pt idx="3345">
                        <c:v>42760</c:v>
                      </c:pt>
                      <c:pt idx="3346">
                        <c:v>42761</c:v>
                      </c:pt>
                      <c:pt idx="3347">
                        <c:v>42762</c:v>
                      </c:pt>
                      <c:pt idx="3348">
                        <c:v>42765</c:v>
                      </c:pt>
                      <c:pt idx="3349">
                        <c:v>42766</c:v>
                      </c:pt>
                      <c:pt idx="3350">
                        <c:v>42767</c:v>
                      </c:pt>
                      <c:pt idx="3351">
                        <c:v>42768</c:v>
                      </c:pt>
                      <c:pt idx="3352">
                        <c:v>42769</c:v>
                      </c:pt>
                      <c:pt idx="3353">
                        <c:v>42772</c:v>
                      </c:pt>
                      <c:pt idx="3354">
                        <c:v>42773</c:v>
                      </c:pt>
                      <c:pt idx="3355">
                        <c:v>42774</c:v>
                      </c:pt>
                      <c:pt idx="3356">
                        <c:v>42775</c:v>
                      </c:pt>
                      <c:pt idx="3357">
                        <c:v>42776</c:v>
                      </c:pt>
                      <c:pt idx="3358">
                        <c:v>42779</c:v>
                      </c:pt>
                      <c:pt idx="3359">
                        <c:v>42780</c:v>
                      </c:pt>
                      <c:pt idx="3360">
                        <c:v>42781</c:v>
                      </c:pt>
                      <c:pt idx="3361">
                        <c:v>42782</c:v>
                      </c:pt>
                      <c:pt idx="3362">
                        <c:v>42783</c:v>
                      </c:pt>
                      <c:pt idx="3363">
                        <c:v>42786</c:v>
                      </c:pt>
                      <c:pt idx="3364">
                        <c:v>42787</c:v>
                      </c:pt>
                      <c:pt idx="3365">
                        <c:v>42788</c:v>
                      </c:pt>
                      <c:pt idx="3366">
                        <c:v>42789</c:v>
                      </c:pt>
                      <c:pt idx="3367">
                        <c:v>42790</c:v>
                      </c:pt>
                      <c:pt idx="3368">
                        <c:v>42793</c:v>
                      </c:pt>
                      <c:pt idx="3369">
                        <c:v>42794</c:v>
                      </c:pt>
                      <c:pt idx="3370">
                        <c:v>42795</c:v>
                      </c:pt>
                      <c:pt idx="3371">
                        <c:v>42796</c:v>
                      </c:pt>
                      <c:pt idx="3372">
                        <c:v>42797</c:v>
                      </c:pt>
                      <c:pt idx="3373">
                        <c:v>42800</c:v>
                      </c:pt>
                      <c:pt idx="3374">
                        <c:v>42801</c:v>
                      </c:pt>
                      <c:pt idx="3375">
                        <c:v>42802</c:v>
                      </c:pt>
                      <c:pt idx="3376">
                        <c:v>42803</c:v>
                      </c:pt>
                      <c:pt idx="3377">
                        <c:v>42804</c:v>
                      </c:pt>
                      <c:pt idx="3378">
                        <c:v>42807</c:v>
                      </c:pt>
                      <c:pt idx="3379">
                        <c:v>42808</c:v>
                      </c:pt>
                      <c:pt idx="3380">
                        <c:v>42809</c:v>
                      </c:pt>
                      <c:pt idx="3381">
                        <c:v>42810</c:v>
                      </c:pt>
                      <c:pt idx="3382">
                        <c:v>42811</c:v>
                      </c:pt>
                      <c:pt idx="3383">
                        <c:v>42814</c:v>
                      </c:pt>
                      <c:pt idx="3384">
                        <c:v>42815</c:v>
                      </c:pt>
                      <c:pt idx="3385">
                        <c:v>42816</c:v>
                      </c:pt>
                      <c:pt idx="3386">
                        <c:v>42817</c:v>
                      </c:pt>
                      <c:pt idx="3387">
                        <c:v>42818</c:v>
                      </c:pt>
                      <c:pt idx="3388">
                        <c:v>42821</c:v>
                      </c:pt>
                      <c:pt idx="3389">
                        <c:v>42822</c:v>
                      </c:pt>
                      <c:pt idx="3390">
                        <c:v>42823</c:v>
                      </c:pt>
                      <c:pt idx="3391">
                        <c:v>42824</c:v>
                      </c:pt>
                      <c:pt idx="3392">
                        <c:v>42825</c:v>
                      </c:pt>
                      <c:pt idx="3393">
                        <c:v>42828</c:v>
                      </c:pt>
                      <c:pt idx="3394">
                        <c:v>42829</c:v>
                      </c:pt>
                      <c:pt idx="3395">
                        <c:v>42830</c:v>
                      </c:pt>
                      <c:pt idx="3396">
                        <c:v>42831</c:v>
                      </c:pt>
                      <c:pt idx="3397">
                        <c:v>42832</c:v>
                      </c:pt>
                      <c:pt idx="3398">
                        <c:v>42835</c:v>
                      </c:pt>
                      <c:pt idx="3399">
                        <c:v>42836</c:v>
                      </c:pt>
                      <c:pt idx="3400">
                        <c:v>42837</c:v>
                      </c:pt>
                      <c:pt idx="3401">
                        <c:v>42838</c:v>
                      </c:pt>
                      <c:pt idx="3402">
                        <c:v>42839</c:v>
                      </c:pt>
                      <c:pt idx="3403">
                        <c:v>42842</c:v>
                      </c:pt>
                      <c:pt idx="3404">
                        <c:v>42843</c:v>
                      </c:pt>
                      <c:pt idx="3405">
                        <c:v>42844</c:v>
                      </c:pt>
                      <c:pt idx="3406">
                        <c:v>42845</c:v>
                      </c:pt>
                      <c:pt idx="3407">
                        <c:v>42846</c:v>
                      </c:pt>
                      <c:pt idx="3408">
                        <c:v>42849</c:v>
                      </c:pt>
                      <c:pt idx="3409">
                        <c:v>42850</c:v>
                      </c:pt>
                      <c:pt idx="3410">
                        <c:v>42851</c:v>
                      </c:pt>
                      <c:pt idx="3411">
                        <c:v>42852</c:v>
                      </c:pt>
                      <c:pt idx="3412">
                        <c:v>42853</c:v>
                      </c:pt>
                      <c:pt idx="3413">
                        <c:v>42856</c:v>
                      </c:pt>
                      <c:pt idx="3414">
                        <c:v>42857</c:v>
                      </c:pt>
                      <c:pt idx="3415">
                        <c:v>42858</c:v>
                      </c:pt>
                      <c:pt idx="3416">
                        <c:v>42859</c:v>
                      </c:pt>
                      <c:pt idx="3417">
                        <c:v>42860</c:v>
                      </c:pt>
                      <c:pt idx="3418">
                        <c:v>42863</c:v>
                      </c:pt>
                      <c:pt idx="3419">
                        <c:v>42864</c:v>
                      </c:pt>
                      <c:pt idx="3420">
                        <c:v>42865</c:v>
                      </c:pt>
                      <c:pt idx="3421">
                        <c:v>42866</c:v>
                      </c:pt>
                      <c:pt idx="3422">
                        <c:v>42867</c:v>
                      </c:pt>
                      <c:pt idx="3423">
                        <c:v>42870</c:v>
                      </c:pt>
                      <c:pt idx="3424">
                        <c:v>42871</c:v>
                      </c:pt>
                      <c:pt idx="3425">
                        <c:v>42872</c:v>
                      </c:pt>
                      <c:pt idx="3426">
                        <c:v>42873</c:v>
                      </c:pt>
                      <c:pt idx="3427">
                        <c:v>42874</c:v>
                      </c:pt>
                      <c:pt idx="3428">
                        <c:v>42877</c:v>
                      </c:pt>
                      <c:pt idx="3429">
                        <c:v>42878</c:v>
                      </c:pt>
                      <c:pt idx="3430">
                        <c:v>42879</c:v>
                      </c:pt>
                      <c:pt idx="3431">
                        <c:v>42880</c:v>
                      </c:pt>
                      <c:pt idx="3432">
                        <c:v>42881</c:v>
                      </c:pt>
                      <c:pt idx="3433">
                        <c:v>42884</c:v>
                      </c:pt>
                      <c:pt idx="3434">
                        <c:v>42885</c:v>
                      </c:pt>
                      <c:pt idx="3435">
                        <c:v>42886</c:v>
                      </c:pt>
                      <c:pt idx="3436">
                        <c:v>42887</c:v>
                      </c:pt>
                      <c:pt idx="3437">
                        <c:v>42888</c:v>
                      </c:pt>
                      <c:pt idx="3438">
                        <c:v>42891</c:v>
                      </c:pt>
                      <c:pt idx="3439">
                        <c:v>42892</c:v>
                      </c:pt>
                      <c:pt idx="3440">
                        <c:v>42893</c:v>
                      </c:pt>
                      <c:pt idx="3441">
                        <c:v>42894</c:v>
                      </c:pt>
                      <c:pt idx="3442">
                        <c:v>42895</c:v>
                      </c:pt>
                      <c:pt idx="3443">
                        <c:v>42898</c:v>
                      </c:pt>
                      <c:pt idx="3444">
                        <c:v>42899</c:v>
                      </c:pt>
                      <c:pt idx="3445">
                        <c:v>42900</c:v>
                      </c:pt>
                      <c:pt idx="3446">
                        <c:v>42901</c:v>
                      </c:pt>
                      <c:pt idx="3447">
                        <c:v>42902</c:v>
                      </c:pt>
                      <c:pt idx="3448">
                        <c:v>42905</c:v>
                      </c:pt>
                      <c:pt idx="3449">
                        <c:v>42906</c:v>
                      </c:pt>
                      <c:pt idx="3450">
                        <c:v>42907</c:v>
                      </c:pt>
                      <c:pt idx="3451">
                        <c:v>42908</c:v>
                      </c:pt>
                      <c:pt idx="3452">
                        <c:v>42909</c:v>
                      </c:pt>
                      <c:pt idx="3453">
                        <c:v>42912</c:v>
                      </c:pt>
                      <c:pt idx="3454">
                        <c:v>42913</c:v>
                      </c:pt>
                      <c:pt idx="3455">
                        <c:v>42914</c:v>
                      </c:pt>
                      <c:pt idx="3456">
                        <c:v>42915</c:v>
                      </c:pt>
                      <c:pt idx="3457">
                        <c:v>42916</c:v>
                      </c:pt>
                      <c:pt idx="3458">
                        <c:v>42919</c:v>
                      </c:pt>
                      <c:pt idx="3459">
                        <c:v>42920</c:v>
                      </c:pt>
                      <c:pt idx="3460">
                        <c:v>42921</c:v>
                      </c:pt>
                      <c:pt idx="3461">
                        <c:v>42922</c:v>
                      </c:pt>
                      <c:pt idx="3462">
                        <c:v>42923</c:v>
                      </c:pt>
                      <c:pt idx="3463">
                        <c:v>42926</c:v>
                      </c:pt>
                      <c:pt idx="3464">
                        <c:v>42927</c:v>
                      </c:pt>
                      <c:pt idx="3465">
                        <c:v>42928</c:v>
                      </c:pt>
                      <c:pt idx="3466">
                        <c:v>42929</c:v>
                      </c:pt>
                      <c:pt idx="3467">
                        <c:v>42930</c:v>
                      </c:pt>
                      <c:pt idx="3468">
                        <c:v>42933</c:v>
                      </c:pt>
                      <c:pt idx="3469">
                        <c:v>42934</c:v>
                      </c:pt>
                      <c:pt idx="3470">
                        <c:v>42935</c:v>
                      </c:pt>
                      <c:pt idx="3471">
                        <c:v>42936</c:v>
                      </c:pt>
                      <c:pt idx="3472">
                        <c:v>42937</c:v>
                      </c:pt>
                      <c:pt idx="3473">
                        <c:v>42940</c:v>
                      </c:pt>
                      <c:pt idx="3474">
                        <c:v>42941</c:v>
                      </c:pt>
                      <c:pt idx="3475">
                        <c:v>42942</c:v>
                      </c:pt>
                      <c:pt idx="3476">
                        <c:v>42943</c:v>
                      </c:pt>
                      <c:pt idx="3477">
                        <c:v>42944</c:v>
                      </c:pt>
                      <c:pt idx="3478">
                        <c:v>42947</c:v>
                      </c:pt>
                      <c:pt idx="3479">
                        <c:v>42948</c:v>
                      </c:pt>
                      <c:pt idx="3480">
                        <c:v>42949</c:v>
                      </c:pt>
                      <c:pt idx="3481">
                        <c:v>42950</c:v>
                      </c:pt>
                      <c:pt idx="3482">
                        <c:v>42951</c:v>
                      </c:pt>
                      <c:pt idx="3483">
                        <c:v>42954</c:v>
                      </c:pt>
                      <c:pt idx="3484">
                        <c:v>42955</c:v>
                      </c:pt>
                      <c:pt idx="3485">
                        <c:v>42956</c:v>
                      </c:pt>
                      <c:pt idx="3486">
                        <c:v>42957</c:v>
                      </c:pt>
                      <c:pt idx="3487">
                        <c:v>42958</c:v>
                      </c:pt>
                      <c:pt idx="3488">
                        <c:v>42961</c:v>
                      </c:pt>
                      <c:pt idx="3489">
                        <c:v>42962</c:v>
                      </c:pt>
                      <c:pt idx="3490">
                        <c:v>42963</c:v>
                      </c:pt>
                      <c:pt idx="3491">
                        <c:v>42964</c:v>
                      </c:pt>
                      <c:pt idx="3492">
                        <c:v>42965</c:v>
                      </c:pt>
                      <c:pt idx="3493">
                        <c:v>42968</c:v>
                      </c:pt>
                      <c:pt idx="3494">
                        <c:v>42969</c:v>
                      </c:pt>
                      <c:pt idx="3495">
                        <c:v>42970</c:v>
                      </c:pt>
                      <c:pt idx="3496">
                        <c:v>42971</c:v>
                      </c:pt>
                      <c:pt idx="3497">
                        <c:v>42972</c:v>
                      </c:pt>
                      <c:pt idx="3498">
                        <c:v>42975</c:v>
                      </c:pt>
                      <c:pt idx="3499">
                        <c:v>42976</c:v>
                      </c:pt>
                      <c:pt idx="3500">
                        <c:v>42977</c:v>
                      </c:pt>
                      <c:pt idx="3501">
                        <c:v>42978</c:v>
                      </c:pt>
                      <c:pt idx="3502">
                        <c:v>42979</c:v>
                      </c:pt>
                      <c:pt idx="3503">
                        <c:v>42982</c:v>
                      </c:pt>
                      <c:pt idx="3504">
                        <c:v>42983</c:v>
                      </c:pt>
                      <c:pt idx="3505">
                        <c:v>42984</c:v>
                      </c:pt>
                      <c:pt idx="3506">
                        <c:v>42985</c:v>
                      </c:pt>
                      <c:pt idx="3507">
                        <c:v>42986</c:v>
                      </c:pt>
                      <c:pt idx="3508">
                        <c:v>42989</c:v>
                      </c:pt>
                      <c:pt idx="3509">
                        <c:v>42990</c:v>
                      </c:pt>
                      <c:pt idx="3510">
                        <c:v>42991</c:v>
                      </c:pt>
                      <c:pt idx="3511">
                        <c:v>42992</c:v>
                      </c:pt>
                      <c:pt idx="3512">
                        <c:v>42993</c:v>
                      </c:pt>
                      <c:pt idx="3513">
                        <c:v>42996</c:v>
                      </c:pt>
                      <c:pt idx="3514">
                        <c:v>42997</c:v>
                      </c:pt>
                      <c:pt idx="3515">
                        <c:v>42998</c:v>
                      </c:pt>
                      <c:pt idx="3516">
                        <c:v>42999</c:v>
                      </c:pt>
                      <c:pt idx="3517">
                        <c:v>43000</c:v>
                      </c:pt>
                      <c:pt idx="3518">
                        <c:v>43003</c:v>
                      </c:pt>
                      <c:pt idx="3519">
                        <c:v>43004</c:v>
                      </c:pt>
                      <c:pt idx="3520">
                        <c:v>43005</c:v>
                      </c:pt>
                      <c:pt idx="3521">
                        <c:v>43006</c:v>
                      </c:pt>
                      <c:pt idx="3522">
                        <c:v>43007</c:v>
                      </c:pt>
                      <c:pt idx="3523">
                        <c:v>43010</c:v>
                      </c:pt>
                      <c:pt idx="3524">
                        <c:v>43011</c:v>
                      </c:pt>
                      <c:pt idx="3525">
                        <c:v>43012</c:v>
                      </c:pt>
                      <c:pt idx="3526">
                        <c:v>43013</c:v>
                      </c:pt>
                      <c:pt idx="3527">
                        <c:v>43014</c:v>
                      </c:pt>
                      <c:pt idx="3528">
                        <c:v>43017</c:v>
                      </c:pt>
                      <c:pt idx="3529">
                        <c:v>43018</c:v>
                      </c:pt>
                      <c:pt idx="3530">
                        <c:v>43019</c:v>
                      </c:pt>
                      <c:pt idx="3531">
                        <c:v>43020</c:v>
                      </c:pt>
                      <c:pt idx="3532">
                        <c:v>43021</c:v>
                      </c:pt>
                      <c:pt idx="3533">
                        <c:v>43024</c:v>
                      </c:pt>
                      <c:pt idx="3534">
                        <c:v>43025</c:v>
                      </c:pt>
                      <c:pt idx="3535">
                        <c:v>43026</c:v>
                      </c:pt>
                      <c:pt idx="3536">
                        <c:v>43027</c:v>
                      </c:pt>
                      <c:pt idx="3537">
                        <c:v>43028</c:v>
                      </c:pt>
                      <c:pt idx="3538">
                        <c:v>43031</c:v>
                      </c:pt>
                      <c:pt idx="3539">
                        <c:v>43032</c:v>
                      </c:pt>
                      <c:pt idx="3540">
                        <c:v>43033</c:v>
                      </c:pt>
                      <c:pt idx="3541">
                        <c:v>43034</c:v>
                      </c:pt>
                      <c:pt idx="3542">
                        <c:v>43035</c:v>
                      </c:pt>
                      <c:pt idx="3543">
                        <c:v>43038</c:v>
                      </c:pt>
                      <c:pt idx="3544">
                        <c:v>43039</c:v>
                      </c:pt>
                      <c:pt idx="3545">
                        <c:v>43040</c:v>
                      </c:pt>
                      <c:pt idx="3546">
                        <c:v>43041</c:v>
                      </c:pt>
                      <c:pt idx="3547">
                        <c:v>43042</c:v>
                      </c:pt>
                      <c:pt idx="3548">
                        <c:v>43045</c:v>
                      </c:pt>
                      <c:pt idx="3549">
                        <c:v>43046</c:v>
                      </c:pt>
                      <c:pt idx="3550">
                        <c:v>43047</c:v>
                      </c:pt>
                      <c:pt idx="3551">
                        <c:v>43048</c:v>
                      </c:pt>
                      <c:pt idx="3552">
                        <c:v>43049</c:v>
                      </c:pt>
                      <c:pt idx="3553">
                        <c:v>43052</c:v>
                      </c:pt>
                      <c:pt idx="3554">
                        <c:v>43053</c:v>
                      </c:pt>
                      <c:pt idx="3555">
                        <c:v>43054</c:v>
                      </c:pt>
                      <c:pt idx="3556">
                        <c:v>43055</c:v>
                      </c:pt>
                      <c:pt idx="3557">
                        <c:v>43056</c:v>
                      </c:pt>
                      <c:pt idx="3558">
                        <c:v>43059</c:v>
                      </c:pt>
                      <c:pt idx="3559">
                        <c:v>43060</c:v>
                      </c:pt>
                      <c:pt idx="3560">
                        <c:v>43061</c:v>
                      </c:pt>
                      <c:pt idx="3561">
                        <c:v>43062</c:v>
                      </c:pt>
                      <c:pt idx="3562">
                        <c:v>43063</c:v>
                      </c:pt>
                      <c:pt idx="3563">
                        <c:v>43066</c:v>
                      </c:pt>
                      <c:pt idx="3564">
                        <c:v>43067</c:v>
                      </c:pt>
                      <c:pt idx="3565">
                        <c:v>43068</c:v>
                      </c:pt>
                      <c:pt idx="3566">
                        <c:v>43069</c:v>
                      </c:pt>
                      <c:pt idx="3567">
                        <c:v>43070</c:v>
                      </c:pt>
                      <c:pt idx="3568">
                        <c:v>43073</c:v>
                      </c:pt>
                      <c:pt idx="3569">
                        <c:v>43074</c:v>
                      </c:pt>
                      <c:pt idx="3570">
                        <c:v>43075</c:v>
                      </c:pt>
                      <c:pt idx="3571">
                        <c:v>43076</c:v>
                      </c:pt>
                      <c:pt idx="3572">
                        <c:v>43077</c:v>
                      </c:pt>
                      <c:pt idx="3573">
                        <c:v>43080</c:v>
                      </c:pt>
                      <c:pt idx="3574">
                        <c:v>43081</c:v>
                      </c:pt>
                      <c:pt idx="3575">
                        <c:v>43082</c:v>
                      </c:pt>
                      <c:pt idx="3576">
                        <c:v>43083</c:v>
                      </c:pt>
                      <c:pt idx="3577">
                        <c:v>43084</c:v>
                      </c:pt>
                      <c:pt idx="3578">
                        <c:v>43087</c:v>
                      </c:pt>
                      <c:pt idx="3579">
                        <c:v>43088</c:v>
                      </c:pt>
                      <c:pt idx="3580">
                        <c:v>43089</c:v>
                      </c:pt>
                      <c:pt idx="3581">
                        <c:v>43090</c:v>
                      </c:pt>
                      <c:pt idx="3582">
                        <c:v>43091</c:v>
                      </c:pt>
                      <c:pt idx="3583">
                        <c:v>43094</c:v>
                      </c:pt>
                      <c:pt idx="3584">
                        <c:v>43095</c:v>
                      </c:pt>
                      <c:pt idx="3585">
                        <c:v>43096</c:v>
                      </c:pt>
                      <c:pt idx="3586">
                        <c:v>43097</c:v>
                      </c:pt>
                      <c:pt idx="3587">
                        <c:v>43098</c:v>
                      </c:pt>
                      <c:pt idx="3588">
                        <c:v>43101</c:v>
                      </c:pt>
                      <c:pt idx="3589">
                        <c:v>43102</c:v>
                      </c:pt>
                      <c:pt idx="3590">
                        <c:v>43103</c:v>
                      </c:pt>
                      <c:pt idx="3591">
                        <c:v>43104</c:v>
                      </c:pt>
                      <c:pt idx="3592">
                        <c:v>43105</c:v>
                      </c:pt>
                      <c:pt idx="3593">
                        <c:v>43108</c:v>
                      </c:pt>
                      <c:pt idx="3594">
                        <c:v>43109</c:v>
                      </c:pt>
                      <c:pt idx="3595">
                        <c:v>43110</c:v>
                      </c:pt>
                      <c:pt idx="3596">
                        <c:v>43111</c:v>
                      </c:pt>
                      <c:pt idx="3597">
                        <c:v>43112</c:v>
                      </c:pt>
                      <c:pt idx="3598">
                        <c:v>43115</c:v>
                      </c:pt>
                      <c:pt idx="3599">
                        <c:v>43116</c:v>
                      </c:pt>
                      <c:pt idx="3600">
                        <c:v>43117</c:v>
                      </c:pt>
                      <c:pt idx="3601">
                        <c:v>43118</c:v>
                      </c:pt>
                      <c:pt idx="3602">
                        <c:v>43119</c:v>
                      </c:pt>
                      <c:pt idx="3603">
                        <c:v>43122</c:v>
                      </c:pt>
                      <c:pt idx="3604">
                        <c:v>43123</c:v>
                      </c:pt>
                      <c:pt idx="3605">
                        <c:v>43124</c:v>
                      </c:pt>
                      <c:pt idx="3606">
                        <c:v>43125</c:v>
                      </c:pt>
                      <c:pt idx="3607">
                        <c:v>43126</c:v>
                      </c:pt>
                      <c:pt idx="3608">
                        <c:v>43129</c:v>
                      </c:pt>
                      <c:pt idx="3609">
                        <c:v>43130</c:v>
                      </c:pt>
                      <c:pt idx="3610">
                        <c:v>43131</c:v>
                      </c:pt>
                      <c:pt idx="3611">
                        <c:v>43132</c:v>
                      </c:pt>
                      <c:pt idx="3612">
                        <c:v>43133</c:v>
                      </c:pt>
                      <c:pt idx="3613">
                        <c:v>43136</c:v>
                      </c:pt>
                      <c:pt idx="3614">
                        <c:v>43137</c:v>
                      </c:pt>
                      <c:pt idx="3615">
                        <c:v>43138</c:v>
                      </c:pt>
                      <c:pt idx="3616">
                        <c:v>43139</c:v>
                      </c:pt>
                      <c:pt idx="3617">
                        <c:v>43140</c:v>
                      </c:pt>
                      <c:pt idx="3618">
                        <c:v>43143</c:v>
                      </c:pt>
                      <c:pt idx="3619">
                        <c:v>43144</c:v>
                      </c:pt>
                      <c:pt idx="3620">
                        <c:v>43145</c:v>
                      </c:pt>
                      <c:pt idx="3621">
                        <c:v>43146</c:v>
                      </c:pt>
                      <c:pt idx="3622">
                        <c:v>43147</c:v>
                      </c:pt>
                      <c:pt idx="3623">
                        <c:v>43150</c:v>
                      </c:pt>
                      <c:pt idx="3624">
                        <c:v>43151</c:v>
                      </c:pt>
                      <c:pt idx="3625">
                        <c:v>43152</c:v>
                      </c:pt>
                      <c:pt idx="3626">
                        <c:v>43153</c:v>
                      </c:pt>
                      <c:pt idx="3627">
                        <c:v>43154</c:v>
                      </c:pt>
                      <c:pt idx="3628">
                        <c:v>43157</c:v>
                      </c:pt>
                      <c:pt idx="3629">
                        <c:v>43158</c:v>
                      </c:pt>
                      <c:pt idx="3630">
                        <c:v>43159</c:v>
                      </c:pt>
                      <c:pt idx="3631">
                        <c:v>43160</c:v>
                      </c:pt>
                      <c:pt idx="3632">
                        <c:v>43161</c:v>
                      </c:pt>
                      <c:pt idx="3633">
                        <c:v>43164</c:v>
                      </c:pt>
                      <c:pt idx="3634">
                        <c:v>43165</c:v>
                      </c:pt>
                      <c:pt idx="3635">
                        <c:v>43166</c:v>
                      </c:pt>
                      <c:pt idx="3636">
                        <c:v>43167</c:v>
                      </c:pt>
                      <c:pt idx="3637">
                        <c:v>43168</c:v>
                      </c:pt>
                      <c:pt idx="3638">
                        <c:v>43171</c:v>
                      </c:pt>
                      <c:pt idx="3639">
                        <c:v>43172</c:v>
                      </c:pt>
                      <c:pt idx="3640">
                        <c:v>43173</c:v>
                      </c:pt>
                      <c:pt idx="3641">
                        <c:v>43174</c:v>
                      </c:pt>
                      <c:pt idx="3642">
                        <c:v>43175</c:v>
                      </c:pt>
                      <c:pt idx="3643">
                        <c:v>43178</c:v>
                      </c:pt>
                      <c:pt idx="3644">
                        <c:v>43179</c:v>
                      </c:pt>
                      <c:pt idx="3645">
                        <c:v>43180</c:v>
                      </c:pt>
                      <c:pt idx="3646">
                        <c:v>43181</c:v>
                      </c:pt>
                      <c:pt idx="3647">
                        <c:v>43182</c:v>
                      </c:pt>
                      <c:pt idx="3648">
                        <c:v>43185</c:v>
                      </c:pt>
                      <c:pt idx="3649">
                        <c:v>43186</c:v>
                      </c:pt>
                      <c:pt idx="3650">
                        <c:v>43187</c:v>
                      </c:pt>
                      <c:pt idx="3651">
                        <c:v>43188</c:v>
                      </c:pt>
                      <c:pt idx="3652">
                        <c:v>43189</c:v>
                      </c:pt>
                      <c:pt idx="3653">
                        <c:v>43192</c:v>
                      </c:pt>
                      <c:pt idx="3654">
                        <c:v>43193</c:v>
                      </c:pt>
                      <c:pt idx="3655">
                        <c:v>43194</c:v>
                      </c:pt>
                      <c:pt idx="3656">
                        <c:v>43195</c:v>
                      </c:pt>
                      <c:pt idx="3657">
                        <c:v>43196</c:v>
                      </c:pt>
                      <c:pt idx="3658">
                        <c:v>43199</c:v>
                      </c:pt>
                      <c:pt idx="3659">
                        <c:v>43200</c:v>
                      </c:pt>
                      <c:pt idx="3660">
                        <c:v>43201</c:v>
                      </c:pt>
                      <c:pt idx="3661">
                        <c:v>43202</c:v>
                      </c:pt>
                      <c:pt idx="3662">
                        <c:v>43203</c:v>
                      </c:pt>
                      <c:pt idx="3663">
                        <c:v>43206</c:v>
                      </c:pt>
                      <c:pt idx="3664">
                        <c:v>43207</c:v>
                      </c:pt>
                      <c:pt idx="3665">
                        <c:v>43208</c:v>
                      </c:pt>
                      <c:pt idx="3666">
                        <c:v>43209</c:v>
                      </c:pt>
                      <c:pt idx="3667">
                        <c:v>43210</c:v>
                      </c:pt>
                      <c:pt idx="3668">
                        <c:v>43213</c:v>
                      </c:pt>
                      <c:pt idx="3669">
                        <c:v>43214</c:v>
                      </c:pt>
                      <c:pt idx="3670">
                        <c:v>43215</c:v>
                      </c:pt>
                      <c:pt idx="3671">
                        <c:v>43216</c:v>
                      </c:pt>
                      <c:pt idx="3672">
                        <c:v>43217</c:v>
                      </c:pt>
                      <c:pt idx="3673">
                        <c:v>43220</c:v>
                      </c:pt>
                      <c:pt idx="3674">
                        <c:v>43221</c:v>
                      </c:pt>
                      <c:pt idx="3675">
                        <c:v>43222</c:v>
                      </c:pt>
                      <c:pt idx="3676">
                        <c:v>43223</c:v>
                      </c:pt>
                      <c:pt idx="3677">
                        <c:v>43224</c:v>
                      </c:pt>
                      <c:pt idx="3678">
                        <c:v>43227</c:v>
                      </c:pt>
                      <c:pt idx="3679">
                        <c:v>43228</c:v>
                      </c:pt>
                      <c:pt idx="3680">
                        <c:v>43229</c:v>
                      </c:pt>
                      <c:pt idx="3681">
                        <c:v>43230</c:v>
                      </c:pt>
                      <c:pt idx="3682">
                        <c:v>43231</c:v>
                      </c:pt>
                      <c:pt idx="3683">
                        <c:v>43234</c:v>
                      </c:pt>
                      <c:pt idx="3684">
                        <c:v>43235</c:v>
                      </c:pt>
                      <c:pt idx="3685">
                        <c:v>43236</c:v>
                      </c:pt>
                      <c:pt idx="3686">
                        <c:v>43237</c:v>
                      </c:pt>
                      <c:pt idx="3687">
                        <c:v>43238</c:v>
                      </c:pt>
                      <c:pt idx="3688">
                        <c:v>43241</c:v>
                      </c:pt>
                      <c:pt idx="3689">
                        <c:v>43242</c:v>
                      </c:pt>
                      <c:pt idx="3690">
                        <c:v>43243</c:v>
                      </c:pt>
                      <c:pt idx="3691">
                        <c:v>43244</c:v>
                      </c:pt>
                      <c:pt idx="3692">
                        <c:v>43245</c:v>
                      </c:pt>
                      <c:pt idx="3693">
                        <c:v>43248</c:v>
                      </c:pt>
                      <c:pt idx="3694">
                        <c:v>43249</c:v>
                      </c:pt>
                      <c:pt idx="3695">
                        <c:v>43250</c:v>
                      </c:pt>
                      <c:pt idx="3696">
                        <c:v>43251</c:v>
                      </c:pt>
                      <c:pt idx="3697">
                        <c:v>43252</c:v>
                      </c:pt>
                      <c:pt idx="3698">
                        <c:v>43255</c:v>
                      </c:pt>
                      <c:pt idx="3699">
                        <c:v>43256</c:v>
                      </c:pt>
                      <c:pt idx="3700">
                        <c:v>43257</c:v>
                      </c:pt>
                      <c:pt idx="3701">
                        <c:v>43258</c:v>
                      </c:pt>
                      <c:pt idx="3702">
                        <c:v>43259</c:v>
                      </c:pt>
                      <c:pt idx="3703">
                        <c:v>43262</c:v>
                      </c:pt>
                      <c:pt idx="3704">
                        <c:v>43263</c:v>
                      </c:pt>
                      <c:pt idx="3705">
                        <c:v>43264</c:v>
                      </c:pt>
                      <c:pt idx="3706">
                        <c:v>43265</c:v>
                      </c:pt>
                      <c:pt idx="3707">
                        <c:v>43266</c:v>
                      </c:pt>
                      <c:pt idx="3708">
                        <c:v>43269</c:v>
                      </c:pt>
                      <c:pt idx="3709">
                        <c:v>43270</c:v>
                      </c:pt>
                      <c:pt idx="3710">
                        <c:v>43271</c:v>
                      </c:pt>
                      <c:pt idx="3711">
                        <c:v>43272</c:v>
                      </c:pt>
                      <c:pt idx="3712">
                        <c:v>43273</c:v>
                      </c:pt>
                      <c:pt idx="3713">
                        <c:v>43276</c:v>
                      </c:pt>
                      <c:pt idx="3714">
                        <c:v>43277</c:v>
                      </c:pt>
                      <c:pt idx="3715">
                        <c:v>43278</c:v>
                      </c:pt>
                      <c:pt idx="3716">
                        <c:v>43279</c:v>
                      </c:pt>
                      <c:pt idx="3717">
                        <c:v>43280</c:v>
                      </c:pt>
                      <c:pt idx="3718">
                        <c:v>43283</c:v>
                      </c:pt>
                      <c:pt idx="3719">
                        <c:v>43284</c:v>
                      </c:pt>
                      <c:pt idx="3720">
                        <c:v>43285</c:v>
                      </c:pt>
                      <c:pt idx="3721">
                        <c:v>43286</c:v>
                      </c:pt>
                      <c:pt idx="3722">
                        <c:v>43287</c:v>
                      </c:pt>
                      <c:pt idx="3723">
                        <c:v>43290</c:v>
                      </c:pt>
                      <c:pt idx="3724">
                        <c:v>43291</c:v>
                      </c:pt>
                      <c:pt idx="3725">
                        <c:v>43292</c:v>
                      </c:pt>
                      <c:pt idx="3726">
                        <c:v>43293</c:v>
                      </c:pt>
                      <c:pt idx="3727">
                        <c:v>43294</c:v>
                      </c:pt>
                      <c:pt idx="3728">
                        <c:v>43297</c:v>
                      </c:pt>
                      <c:pt idx="3729">
                        <c:v>43298</c:v>
                      </c:pt>
                      <c:pt idx="3730">
                        <c:v>43299</c:v>
                      </c:pt>
                      <c:pt idx="3731">
                        <c:v>43300</c:v>
                      </c:pt>
                      <c:pt idx="3732">
                        <c:v>43301</c:v>
                      </c:pt>
                      <c:pt idx="3733">
                        <c:v>43304</c:v>
                      </c:pt>
                      <c:pt idx="3734">
                        <c:v>43305</c:v>
                      </c:pt>
                      <c:pt idx="3735">
                        <c:v>43306</c:v>
                      </c:pt>
                      <c:pt idx="3736">
                        <c:v>43307</c:v>
                      </c:pt>
                      <c:pt idx="3737">
                        <c:v>43308</c:v>
                      </c:pt>
                      <c:pt idx="3738">
                        <c:v>43311</c:v>
                      </c:pt>
                      <c:pt idx="3739">
                        <c:v>43312</c:v>
                      </c:pt>
                      <c:pt idx="3740">
                        <c:v>43313</c:v>
                      </c:pt>
                      <c:pt idx="3741">
                        <c:v>43314</c:v>
                      </c:pt>
                      <c:pt idx="3742">
                        <c:v>43315</c:v>
                      </c:pt>
                      <c:pt idx="3743">
                        <c:v>43318</c:v>
                      </c:pt>
                      <c:pt idx="3744">
                        <c:v>43319</c:v>
                      </c:pt>
                      <c:pt idx="3745">
                        <c:v>43320</c:v>
                      </c:pt>
                      <c:pt idx="3746">
                        <c:v>43321</c:v>
                      </c:pt>
                      <c:pt idx="3747">
                        <c:v>43322</c:v>
                      </c:pt>
                      <c:pt idx="3748">
                        <c:v>43325</c:v>
                      </c:pt>
                      <c:pt idx="3749">
                        <c:v>43326</c:v>
                      </c:pt>
                      <c:pt idx="3750">
                        <c:v>43327</c:v>
                      </c:pt>
                      <c:pt idx="3751">
                        <c:v>43328</c:v>
                      </c:pt>
                      <c:pt idx="3752">
                        <c:v>43329</c:v>
                      </c:pt>
                      <c:pt idx="3753">
                        <c:v>43332</c:v>
                      </c:pt>
                      <c:pt idx="3754">
                        <c:v>43333</c:v>
                      </c:pt>
                      <c:pt idx="3755">
                        <c:v>43334</c:v>
                      </c:pt>
                      <c:pt idx="3756">
                        <c:v>43335</c:v>
                      </c:pt>
                      <c:pt idx="3757">
                        <c:v>43336</c:v>
                      </c:pt>
                      <c:pt idx="3758">
                        <c:v>43339</c:v>
                      </c:pt>
                      <c:pt idx="3759">
                        <c:v>43340</c:v>
                      </c:pt>
                      <c:pt idx="3760">
                        <c:v>43341</c:v>
                      </c:pt>
                      <c:pt idx="3761">
                        <c:v>43342</c:v>
                      </c:pt>
                      <c:pt idx="3762">
                        <c:v>43343</c:v>
                      </c:pt>
                      <c:pt idx="3763">
                        <c:v>43346</c:v>
                      </c:pt>
                      <c:pt idx="3764">
                        <c:v>43347</c:v>
                      </c:pt>
                      <c:pt idx="3765">
                        <c:v>43348</c:v>
                      </c:pt>
                      <c:pt idx="3766">
                        <c:v>43349</c:v>
                      </c:pt>
                      <c:pt idx="3767">
                        <c:v>43350</c:v>
                      </c:pt>
                      <c:pt idx="3768">
                        <c:v>43353</c:v>
                      </c:pt>
                      <c:pt idx="3769">
                        <c:v>43354</c:v>
                      </c:pt>
                      <c:pt idx="3770">
                        <c:v>43355</c:v>
                      </c:pt>
                      <c:pt idx="3771">
                        <c:v>43356</c:v>
                      </c:pt>
                      <c:pt idx="3772">
                        <c:v>43357</c:v>
                      </c:pt>
                      <c:pt idx="3773">
                        <c:v>43360</c:v>
                      </c:pt>
                      <c:pt idx="3774">
                        <c:v>43361</c:v>
                      </c:pt>
                      <c:pt idx="3775">
                        <c:v>43362</c:v>
                      </c:pt>
                      <c:pt idx="3776">
                        <c:v>43363</c:v>
                      </c:pt>
                      <c:pt idx="3777">
                        <c:v>43364</c:v>
                      </c:pt>
                      <c:pt idx="3778">
                        <c:v>43367</c:v>
                      </c:pt>
                      <c:pt idx="3779">
                        <c:v>43368</c:v>
                      </c:pt>
                      <c:pt idx="3780">
                        <c:v>43369</c:v>
                      </c:pt>
                      <c:pt idx="3781">
                        <c:v>43370</c:v>
                      </c:pt>
                      <c:pt idx="3782">
                        <c:v>43371</c:v>
                      </c:pt>
                      <c:pt idx="3783">
                        <c:v>43374</c:v>
                      </c:pt>
                      <c:pt idx="3784">
                        <c:v>43375</c:v>
                      </c:pt>
                      <c:pt idx="3785">
                        <c:v>43376</c:v>
                      </c:pt>
                      <c:pt idx="3786">
                        <c:v>43377</c:v>
                      </c:pt>
                      <c:pt idx="3787">
                        <c:v>43378</c:v>
                      </c:pt>
                      <c:pt idx="3788">
                        <c:v>43381</c:v>
                      </c:pt>
                      <c:pt idx="3789">
                        <c:v>43382</c:v>
                      </c:pt>
                      <c:pt idx="3790">
                        <c:v>43383</c:v>
                      </c:pt>
                      <c:pt idx="3791">
                        <c:v>43384</c:v>
                      </c:pt>
                      <c:pt idx="3792">
                        <c:v>43385</c:v>
                      </c:pt>
                      <c:pt idx="3793">
                        <c:v>43388</c:v>
                      </c:pt>
                      <c:pt idx="3794">
                        <c:v>43389</c:v>
                      </c:pt>
                      <c:pt idx="3795">
                        <c:v>43390</c:v>
                      </c:pt>
                      <c:pt idx="3796">
                        <c:v>43391</c:v>
                      </c:pt>
                      <c:pt idx="3797">
                        <c:v>43392</c:v>
                      </c:pt>
                      <c:pt idx="3798">
                        <c:v>43395</c:v>
                      </c:pt>
                      <c:pt idx="3799">
                        <c:v>43396</c:v>
                      </c:pt>
                      <c:pt idx="3800">
                        <c:v>43397</c:v>
                      </c:pt>
                      <c:pt idx="3801">
                        <c:v>43398</c:v>
                      </c:pt>
                      <c:pt idx="3802">
                        <c:v>43399</c:v>
                      </c:pt>
                      <c:pt idx="3803">
                        <c:v>43402</c:v>
                      </c:pt>
                      <c:pt idx="3804">
                        <c:v>43403</c:v>
                      </c:pt>
                      <c:pt idx="3805">
                        <c:v>43404</c:v>
                      </c:pt>
                      <c:pt idx="3806">
                        <c:v>43405</c:v>
                      </c:pt>
                      <c:pt idx="3807">
                        <c:v>43406</c:v>
                      </c:pt>
                      <c:pt idx="3808">
                        <c:v>43409</c:v>
                      </c:pt>
                      <c:pt idx="3809">
                        <c:v>43410</c:v>
                      </c:pt>
                      <c:pt idx="3810">
                        <c:v>43411</c:v>
                      </c:pt>
                      <c:pt idx="3811">
                        <c:v>43412</c:v>
                      </c:pt>
                      <c:pt idx="3812">
                        <c:v>43413</c:v>
                      </c:pt>
                      <c:pt idx="3813">
                        <c:v>43416</c:v>
                      </c:pt>
                      <c:pt idx="3814">
                        <c:v>43417</c:v>
                      </c:pt>
                      <c:pt idx="3815">
                        <c:v>43418</c:v>
                      </c:pt>
                      <c:pt idx="3816">
                        <c:v>43419</c:v>
                      </c:pt>
                      <c:pt idx="3817">
                        <c:v>43420</c:v>
                      </c:pt>
                      <c:pt idx="3818">
                        <c:v>43423</c:v>
                      </c:pt>
                      <c:pt idx="3819">
                        <c:v>43424</c:v>
                      </c:pt>
                      <c:pt idx="3820">
                        <c:v>43425</c:v>
                      </c:pt>
                      <c:pt idx="3821">
                        <c:v>43426</c:v>
                      </c:pt>
                      <c:pt idx="3822">
                        <c:v>43427</c:v>
                      </c:pt>
                      <c:pt idx="3823">
                        <c:v>43430</c:v>
                      </c:pt>
                      <c:pt idx="3824">
                        <c:v>43431</c:v>
                      </c:pt>
                      <c:pt idx="3825">
                        <c:v>43432</c:v>
                      </c:pt>
                      <c:pt idx="3826">
                        <c:v>43433</c:v>
                      </c:pt>
                      <c:pt idx="3827">
                        <c:v>43434</c:v>
                      </c:pt>
                      <c:pt idx="3828">
                        <c:v>43437</c:v>
                      </c:pt>
                      <c:pt idx="3829">
                        <c:v>43438</c:v>
                      </c:pt>
                      <c:pt idx="3830">
                        <c:v>43439</c:v>
                      </c:pt>
                      <c:pt idx="3831">
                        <c:v>43440</c:v>
                      </c:pt>
                      <c:pt idx="3832">
                        <c:v>43441</c:v>
                      </c:pt>
                      <c:pt idx="3833">
                        <c:v>43444</c:v>
                      </c:pt>
                      <c:pt idx="3834">
                        <c:v>43445</c:v>
                      </c:pt>
                      <c:pt idx="3835">
                        <c:v>43446</c:v>
                      </c:pt>
                      <c:pt idx="3836">
                        <c:v>43447</c:v>
                      </c:pt>
                      <c:pt idx="3837">
                        <c:v>43448</c:v>
                      </c:pt>
                      <c:pt idx="3838">
                        <c:v>43451</c:v>
                      </c:pt>
                      <c:pt idx="3839">
                        <c:v>43452</c:v>
                      </c:pt>
                      <c:pt idx="3840">
                        <c:v>43453</c:v>
                      </c:pt>
                      <c:pt idx="3841">
                        <c:v>43454</c:v>
                      </c:pt>
                      <c:pt idx="3842">
                        <c:v>43455</c:v>
                      </c:pt>
                      <c:pt idx="3843">
                        <c:v>43458</c:v>
                      </c:pt>
                      <c:pt idx="3844">
                        <c:v>43459</c:v>
                      </c:pt>
                      <c:pt idx="3845">
                        <c:v>43460</c:v>
                      </c:pt>
                      <c:pt idx="3846">
                        <c:v>43461</c:v>
                      </c:pt>
                      <c:pt idx="3847">
                        <c:v>43462</c:v>
                      </c:pt>
                      <c:pt idx="3848">
                        <c:v>43465</c:v>
                      </c:pt>
                      <c:pt idx="3849">
                        <c:v>43466</c:v>
                      </c:pt>
                      <c:pt idx="3850">
                        <c:v>43467</c:v>
                      </c:pt>
                      <c:pt idx="3851">
                        <c:v>43468</c:v>
                      </c:pt>
                      <c:pt idx="3852">
                        <c:v>43469</c:v>
                      </c:pt>
                      <c:pt idx="3853">
                        <c:v>43472</c:v>
                      </c:pt>
                      <c:pt idx="3854">
                        <c:v>43473</c:v>
                      </c:pt>
                      <c:pt idx="3855">
                        <c:v>43474</c:v>
                      </c:pt>
                      <c:pt idx="3856">
                        <c:v>43475</c:v>
                      </c:pt>
                      <c:pt idx="3857">
                        <c:v>43476</c:v>
                      </c:pt>
                      <c:pt idx="3858">
                        <c:v>43479</c:v>
                      </c:pt>
                      <c:pt idx="3859">
                        <c:v>43480</c:v>
                      </c:pt>
                      <c:pt idx="3860">
                        <c:v>43481</c:v>
                      </c:pt>
                      <c:pt idx="3861">
                        <c:v>43482</c:v>
                      </c:pt>
                      <c:pt idx="3862">
                        <c:v>43483</c:v>
                      </c:pt>
                      <c:pt idx="3863">
                        <c:v>43486</c:v>
                      </c:pt>
                      <c:pt idx="3864">
                        <c:v>43487</c:v>
                      </c:pt>
                      <c:pt idx="3865">
                        <c:v>43488</c:v>
                      </c:pt>
                      <c:pt idx="3866">
                        <c:v>43489</c:v>
                      </c:pt>
                      <c:pt idx="3867">
                        <c:v>43490</c:v>
                      </c:pt>
                      <c:pt idx="3868">
                        <c:v>43493</c:v>
                      </c:pt>
                      <c:pt idx="3869">
                        <c:v>43494</c:v>
                      </c:pt>
                      <c:pt idx="3870">
                        <c:v>43495</c:v>
                      </c:pt>
                      <c:pt idx="3871">
                        <c:v>43496</c:v>
                      </c:pt>
                      <c:pt idx="3872">
                        <c:v>43497</c:v>
                      </c:pt>
                      <c:pt idx="3873">
                        <c:v>43500</c:v>
                      </c:pt>
                      <c:pt idx="3874">
                        <c:v>43501</c:v>
                      </c:pt>
                      <c:pt idx="3875">
                        <c:v>43502</c:v>
                      </c:pt>
                      <c:pt idx="3876">
                        <c:v>43503</c:v>
                      </c:pt>
                      <c:pt idx="3877">
                        <c:v>43504</c:v>
                      </c:pt>
                      <c:pt idx="3878">
                        <c:v>43507</c:v>
                      </c:pt>
                      <c:pt idx="3879">
                        <c:v>43508</c:v>
                      </c:pt>
                      <c:pt idx="3880">
                        <c:v>43509</c:v>
                      </c:pt>
                      <c:pt idx="3881">
                        <c:v>43510</c:v>
                      </c:pt>
                      <c:pt idx="3882">
                        <c:v>43511</c:v>
                      </c:pt>
                      <c:pt idx="3883">
                        <c:v>43514</c:v>
                      </c:pt>
                      <c:pt idx="3884">
                        <c:v>43515</c:v>
                      </c:pt>
                      <c:pt idx="3885">
                        <c:v>43516</c:v>
                      </c:pt>
                      <c:pt idx="3886">
                        <c:v>43517</c:v>
                      </c:pt>
                      <c:pt idx="3887">
                        <c:v>43518</c:v>
                      </c:pt>
                      <c:pt idx="3888">
                        <c:v>43521</c:v>
                      </c:pt>
                      <c:pt idx="3889">
                        <c:v>43522</c:v>
                      </c:pt>
                      <c:pt idx="3890">
                        <c:v>43523</c:v>
                      </c:pt>
                      <c:pt idx="3891">
                        <c:v>43524</c:v>
                      </c:pt>
                      <c:pt idx="3892">
                        <c:v>43525</c:v>
                      </c:pt>
                      <c:pt idx="3893">
                        <c:v>43528</c:v>
                      </c:pt>
                      <c:pt idx="3894">
                        <c:v>43529</c:v>
                      </c:pt>
                      <c:pt idx="3895">
                        <c:v>43530</c:v>
                      </c:pt>
                      <c:pt idx="3896">
                        <c:v>43531</c:v>
                      </c:pt>
                      <c:pt idx="3897">
                        <c:v>43532</c:v>
                      </c:pt>
                      <c:pt idx="3898">
                        <c:v>43535</c:v>
                      </c:pt>
                      <c:pt idx="3899">
                        <c:v>43536</c:v>
                      </c:pt>
                      <c:pt idx="3900">
                        <c:v>43537</c:v>
                      </c:pt>
                      <c:pt idx="3901">
                        <c:v>43538</c:v>
                      </c:pt>
                      <c:pt idx="3902">
                        <c:v>43539</c:v>
                      </c:pt>
                      <c:pt idx="3903">
                        <c:v>43542</c:v>
                      </c:pt>
                      <c:pt idx="3904">
                        <c:v>43543</c:v>
                      </c:pt>
                      <c:pt idx="3905">
                        <c:v>43544</c:v>
                      </c:pt>
                      <c:pt idx="3906">
                        <c:v>43545</c:v>
                      </c:pt>
                      <c:pt idx="3907">
                        <c:v>43546</c:v>
                      </c:pt>
                      <c:pt idx="3908">
                        <c:v>43549</c:v>
                      </c:pt>
                      <c:pt idx="3909">
                        <c:v>43550</c:v>
                      </c:pt>
                      <c:pt idx="3910">
                        <c:v>43551</c:v>
                      </c:pt>
                      <c:pt idx="3911">
                        <c:v>43552</c:v>
                      </c:pt>
                      <c:pt idx="3912">
                        <c:v>43553</c:v>
                      </c:pt>
                      <c:pt idx="3913">
                        <c:v>43556</c:v>
                      </c:pt>
                      <c:pt idx="3914">
                        <c:v>43557</c:v>
                      </c:pt>
                      <c:pt idx="3915">
                        <c:v>43558</c:v>
                      </c:pt>
                      <c:pt idx="3916">
                        <c:v>43559</c:v>
                      </c:pt>
                      <c:pt idx="3917">
                        <c:v>43560</c:v>
                      </c:pt>
                      <c:pt idx="3918">
                        <c:v>43563</c:v>
                      </c:pt>
                      <c:pt idx="3919">
                        <c:v>43564</c:v>
                      </c:pt>
                      <c:pt idx="3920">
                        <c:v>43565</c:v>
                      </c:pt>
                      <c:pt idx="3921">
                        <c:v>43566</c:v>
                      </c:pt>
                      <c:pt idx="3922">
                        <c:v>43567</c:v>
                      </c:pt>
                      <c:pt idx="3923">
                        <c:v>43570</c:v>
                      </c:pt>
                      <c:pt idx="3924">
                        <c:v>43571</c:v>
                      </c:pt>
                      <c:pt idx="3925">
                        <c:v>43572</c:v>
                      </c:pt>
                      <c:pt idx="3926">
                        <c:v>43573</c:v>
                      </c:pt>
                      <c:pt idx="3927">
                        <c:v>43574</c:v>
                      </c:pt>
                      <c:pt idx="3928">
                        <c:v>43577</c:v>
                      </c:pt>
                      <c:pt idx="3929">
                        <c:v>43578</c:v>
                      </c:pt>
                      <c:pt idx="3930">
                        <c:v>43579</c:v>
                      </c:pt>
                      <c:pt idx="3931">
                        <c:v>43580</c:v>
                      </c:pt>
                      <c:pt idx="3932">
                        <c:v>43581</c:v>
                      </c:pt>
                      <c:pt idx="3933">
                        <c:v>43584</c:v>
                      </c:pt>
                      <c:pt idx="3934">
                        <c:v>43585</c:v>
                      </c:pt>
                      <c:pt idx="3935">
                        <c:v>43586</c:v>
                      </c:pt>
                      <c:pt idx="3936">
                        <c:v>43587</c:v>
                      </c:pt>
                      <c:pt idx="3937">
                        <c:v>43588</c:v>
                      </c:pt>
                      <c:pt idx="3938">
                        <c:v>43591</c:v>
                      </c:pt>
                      <c:pt idx="3939">
                        <c:v>43592</c:v>
                      </c:pt>
                      <c:pt idx="3940">
                        <c:v>43593</c:v>
                      </c:pt>
                      <c:pt idx="3941">
                        <c:v>43594</c:v>
                      </c:pt>
                      <c:pt idx="3942">
                        <c:v>43595</c:v>
                      </c:pt>
                      <c:pt idx="3943">
                        <c:v>43598</c:v>
                      </c:pt>
                      <c:pt idx="3944">
                        <c:v>43599</c:v>
                      </c:pt>
                      <c:pt idx="3945">
                        <c:v>43600</c:v>
                      </c:pt>
                      <c:pt idx="3946">
                        <c:v>43601</c:v>
                      </c:pt>
                      <c:pt idx="3947">
                        <c:v>43602</c:v>
                      </c:pt>
                      <c:pt idx="3948">
                        <c:v>43605</c:v>
                      </c:pt>
                      <c:pt idx="3949">
                        <c:v>43606</c:v>
                      </c:pt>
                      <c:pt idx="3950">
                        <c:v>43607</c:v>
                      </c:pt>
                      <c:pt idx="3951">
                        <c:v>43608</c:v>
                      </c:pt>
                      <c:pt idx="3952">
                        <c:v>43609</c:v>
                      </c:pt>
                      <c:pt idx="3953">
                        <c:v>43612</c:v>
                      </c:pt>
                      <c:pt idx="3954">
                        <c:v>43613</c:v>
                      </c:pt>
                      <c:pt idx="3955">
                        <c:v>43614</c:v>
                      </c:pt>
                      <c:pt idx="3956">
                        <c:v>43615</c:v>
                      </c:pt>
                      <c:pt idx="3957">
                        <c:v>43616</c:v>
                      </c:pt>
                      <c:pt idx="3958">
                        <c:v>43619</c:v>
                      </c:pt>
                      <c:pt idx="3959">
                        <c:v>43620</c:v>
                      </c:pt>
                      <c:pt idx="3960">
                        <c:v>43621</c:v>
                      </c:pt>
                      <c:pt idx="3961">
                        <c:v>43622</c:v>
                      </c:pt>
                      <c:pt idx="3962">
                        <c:v>43623</c:v>
                      </c:pt>
                      <c:pt idx="3963">
                        <c:v>43626</c:v>
                      </c:pt>
                      <c:pt idx="3964">
                        <c:v>43627</c:v>
                      </c:pt>
                      <c:pt idx="3965">
                        <c:v>43628</c:v>
                      </c:pt>
                      <c:pt idx="3966">
                        <c:v>43629</c:v>
                      </c:pt>
                      <c:pt idx="3967">
                        <c:v>43630</c:v>
                      </c:pt>
                      <c:pt idx="3968">
                        <c:v>43633</c:v>
                      </c:pt>
                      <c:pt idx="3969">
                        <c:v>43634</c:v>
                      </c:pt>
                      <c:pt idx="3970">
                        <c:v>43635</c:v>
                      </c:pt>
                      <c:pt idx="3971">
                        <c:v>43636</c:v>
                      </c:pt>
                      <c:pt idx="3972">
                        <c:v>43637</c:v>
                      </c:pt>
                      <c:pt idx="3973">
                        <c:v>43640</c:v>
                      </c:pt>
                      <c:pt idx="3974">
                        <c:v>43641</c:v>
                      </c:pt>
                      <c:pt idx="3975">
                        <c:v>43642</c:v>
                      </c:pt>
                      <c:pt idx="3976">
                        <c:v>43643</c:v>
                      </c:pt>
                      <c:pt idx="3977">
                        <c:v>43644</c:v>
                      </c:pt>
                      <c:pt idx="3978">
                        <c:v>43647</c:v>
                      </c:pt>
                      <c:pt idx="3979">
                        <c:v>43648</c:v>
                      </c:pt>
                      <c:pt idx="3980">
                        <c:v>43649</c:v>
                      </c:pt>
                      <c:pt idx="3981">
                        <c:v>43650</c:v>
                      </c:pt>
                      <c:pt idx="3982">
                        <c:v>43651</c:v>
                      </c:pt>
                      <c:pt idx="3983">
                        <c:v>43654</c:v>
                      </c:pt>
                      <c:pt idx="3984">
                        <c:v>43655</c:v>
                      </c:pt>
                      <c:pt idx="3985">
                        <c:v>43656</c:v>
                      </c:pt>
                      <c:pt idx="3986">
                        <c:v>43657</c:v>
                      </c:pt>
                      <c:pt idx="3987">
                        <c:v>43658</c:v>
                      </c:pt>
                      <c:pt idx="3988">
                        <c:v>43661</c:v>
                      </c:pt>
                      <c:pt idx="3989">
                        <c:v>43662</c:v>
                      </c:pt>
                      <c:pt idx="3990">
                        <c:v>43663</c:v>
                      </c:pt>
                      <c:pt idx="3991">
                        <c:v>43664</c:v>
                      </c:pt>
                      <c:pt idx="3992">
                        <c:v>43665</c:v>
                      </c:pt>
                      <c:pt idx="3993">
                        <c:v>43668</c:v>
                      </c:pt>
                      <c:pt idx="3994">
                        <c:v>43669</c:v>
                      </c:pt>
                      <c:pt idx="3995">
                        <c:v>43670</c:v>
                      </c:pt>
                      <c:pt idx="3996">
                        <c:v>43671</c:v>
                      </c:pt>
                      <c:pt idx="3997">
                        <c:v>43672</c:v>
                      </c:pt>
                      <c:pt idx="3998">
                        <c:v>43675</c:v>
                      </c:pt>
                      <c:pt idx="3999">
                        <c:v>43676</c:v>
                      </c:pt>
                      <c:pt idx="4000">
                        <c:v>43677</c:v>
                      </c:pt>
                      <c:pt idx="4001">
                        <c:v>43678</c:v>
                      </c:pt>
                      <c:pt idx="4002">
                        <c:v>43679</c:v>
                      </c:pt>
                      <c:pt idx="4003">
                        <c:v>43682</c:v>
                      </c:pt>
                      <c:pt idx="4004">
                        <c:v>43683</c:v>
                      </c:pt>
                      <c:pt idx="4005">
                        <c:v>43684</c:v>
                      </c:pt>
                      <c:pt idx="4006">
                        <c:v>43685</c:v>
                      </c:pt>
                      <c:pt idx="4007">
                        <c:v>43686</c:v>
                      </c:pt>
                      <c:pt idx="4008">
                        <c:v>43689</c:v>
                      </c:pt>
                      <c:pt idx="4009">
                        <c:v>43690</c:v>
                      </c:pt>
                      <c:pt idx="4010">
                        <c:v>43691</c:v>
                      </c:pt>
                      <c:pt idx="4011">
                        <c:v>43692</c:v>
                      </c:pt>
                      <c:pt idx="4012">
                        <c:v>43693</c:v>
                      </c:pt>
                      <c:pt idx="4013">
                        <c:v>43696</c:v>
                      </c:pt>
                      <c:pt idx="4014">
                        <c:v>43697</c:v>
                      </c:pt>
                      <c:pt idx="4015">
                        <c:v>43698</c:v>
                      </c:pt>
                      <c:pt idx="4016">
                        <c:v>43699</c:v>
                      </c:pt>
                      <c:pt idx="4017">
                        <c:v>43700</c:v>
                      </c:pt>
                      <c:pt idx="4018">
                        <c:v>43703</c:v>
                      </c:pt>
                      <c:pt idx="4019">
                        <c:v>43704</c:v>
                      </c:pt>
                      <c:pt idx="4020">
                        <c:v>43705</c:v>
                      </c:pt>
                      <c:pt idx="4021">
                        <c:v>43706</c:v>
                      </c:pt>
                      <c:pt idx="4022">
                        <c:v>43707</c:v>
                      </c:pt>
                      <c:pt idx="4023">
                        <c:v>43710</c:v>
                      </c:pt>
                      <c:pt idx="4024">
                        <c:v>43711</c:v>
                      </c:pt>
                      <c:pt idx="4025">
                        <c:v>43712</c:v>
                      </c:pt>
                      <c:pt idx="4026">
                        <c:v>43713</c:v>
                      </c:pt>
                      <c:pt idx="4027">
                        <c:v>43714</c:v>
                      </c:pt>
                      <c:pt idx="4028">
                        <c:v>43717</c:v>
                      </c:pt>
                      <c:pt idx="4029">
                        <c:v>43718</c:v>
                      </c:pt>
                      <c:pt idx="4030">
                        <c:v>43719</c:v>
                      </c:pt>
                      <c:pt idx="4031">
                        <c:v>43720</c:v>
                      </c:pt>
                      <c:pt idx="4032">
                        <c:v>43721</c:v>
                      </c:pt>
                      <c:pt idx="4033">
                        <c:v>43724</c:v>
                      </c:pt>
                      <c:pt idx="4034">
                        <c:v>43725</c:v>
                      </c:pt>
                      <c:pt idx="4035">
                        <c:v>43726</c:v>
                      </c:pt>
                      <c:pt idx="4036">
                        <c:v>43727</c:v>
                      </c:pt>
                      <c:pt idx="4037">
                        <c:v>43728</c:v>
                      </c:pt>
                      <c:pt idx="4038">
                        <c:v>43731</c:v>
                      </c:pt>
                      <c:pt idx="4039">
                        <c:v>43732</c:v>
                      </c:pt>
                      <c:pt idx="4040">
                        <c:v>43733</c:v>
                      </c:pt>
                      <c:pt idx="4041">
                        <c:v>43734</c:v>
                      </c:pt>
                      <c:pt idx="4042">
                        <c:v>43735</c:v>
                      </c:pt>
                      <c:pt idx="4043">
                        <c:v>43738</c:v>
                      </c:pt>
                      <c:pt idx="4044">
                        <c:v>43739</c:v>
                      </c:pt>
                      <c:pt idx="4045">
                        <c:v>43740</c:v>
                      </c:pt>
                      <c:pt idx="4046">
                        <c:v>43741</c:v>
                      </c:pt>
                      <c:pt idx="4047">
                        <c:v>43742</c:v>
                      </c:pt>
                      <c:pt idx="4048">
                        <c:v>43745</c:v>
                      </c:pt>
                      <c:pt idx="4049">
                        <c:v>43746</c:v>
                      </c:pt>
                      <c:pt idx="4050">
                        <c:v>43747</c:v>
                      </c:pt>
                      <c:pt idx="4051">
                        <c:v>43748</c:v>
                      </c:pt>
                      <c:pt idx="4052">
                        <c:v>43749</c:v>
                      </c:pt>
                      <c:pt idx="4053">
                        <c:v>43752</c:v>
                      </c:pt>
                      <c:pt idx="4054">
                        <c:v>43753</c:v>
                      </c:pt>
                      <c:pt idx="4055">
                        <c:v>43754</c:v>
                      </c:pt>
                      <c:pt idx="4056">
                        <c:v>43755</c:v>
                      </c:pt>
                      <c:pt idx="4057">
                        <c:v>43756</c:v>
                      </c:pt>
                      <c:pt idx="4058">
                        <c:v>43759</c:v>
                      </c:pt>
                      <c:pt idx="4059">
                        <c:v>43760</c:v>
                      </c:pt>
                      <c:pt idx="4060">
                        <c:v>43761</c:v>
                      </c:pt>
                      <c:pt idx="4061">
                        <c:v>43762</c:v>
                      </c:pt>
                      <c:pt idx="4062">
                        <c:v>43763</c:v>
                      </c:pt>
                      <c:pt idx="4063">
                        <c:v>43766</c:v>
                      </c:pt>
                      <c:pt idx="4064">
                        <c:v>43767</c:v>
                      </c:pt>
                      <c:pt idx="4065">
                        <c:v>43768</c:v>
                      </c:pt>
                      <c:pt idx="4066">
                        <c:v>43769</c:v>
                      </c:pt>
                      <c:pt idx="4067">
                        <c:v>43770</c:v>
                      </c:pt>
                      <c:pt idx="4068">
                        <c:v>43773</c:v>
                      </c:pt>
                      <c:pt idx="4069">
                        <c:v>43774</c:v>
                      </c:pt>
                      <c:pt idx="4070">
                        <c:v>43775</c:v>
                      </c:pt>
                      <c:pt idx="4071">
                        <c:v>43776</c:v>
                      </c:pt>
                      <c:pt idx="4072">
                        <c:v>43777</c:v>
                      </c:pt>
                      <c:pt idx="4073">
                        <c:v>43780</c:v>
                      </c:pt>
                      <c:pt idx="4074">
                        <c:v>43781</c:v>
                      </c:pt>
                      <c:pt idx="4075">
                        <c:v>43782</c:v>
                      </c:pt>
                      <c:pt idx="4076">
                        <c:v>43783</c:v>
                      </c:pt>
                      <c:pt idx="4077">
                        <c:v>43784</c:v>
                      </c:pt>
                      <c:pt idx="4078">
                        <c:v>43787</c:v>
                      </c:pt>
                      <c:pt idx="4079">
                        <c:v>43788</c:v>
                      </c:pt>
                      <c:pt idx="4080">
                        <c:v>43789</c:v>
                      </c:pt>
                      <c:pt idx="4081">
                        <c:v>43790</c:v>
                      </c:pt>
                      <c:pt idx="4082">
                        <c:v>43791</c:v>
                      </c:pt>
                      <c:pt idx="4083">
                        <c:v>43794</c:v>
                      </c:pt>
                      <c:pt idx="4084">
                        <c:v>43795</c:v>
                      </c:pt>
                      <c:pt idx="4085">
                        <c:v>43796</c:v>
                      </c:pt>
                      <c:pt idx="4086">
                        <c:v>43797</c:v>
                      </c:pt>
                      <c:pt idx="4087">
                        <c:v>43798</c:v>
                      </c:pt>
                      <c:pt idx="4088">
                        <c:v>43801</c:v>
                      </c:pt>
                      <c:pt idx="4089">
                        <c:v>43802</c:v>
                      </c:pt>
                      <c:pt idx="4090">
                        <c:v>43803</c:v>
                      </c:pt>
                      <c:pt idx="4091">
                        <c:v>43804</c:v>
                      </c:pt>
                      <c:pt idx="4092">
                        <c:v>43805</c:v>
                      </c:pt>
                      <c:pt idx="4093">
                        <c:v>43808</c:v>
                      </c:pt>
                      <c:pt idx="4094">
                        <c:v>43809</c:v>
                      </c:pt>
                      <c:pt idx="4095">
                        <c:v>43810</c:v>
                      </c:pt>
                      <c:pt idx="4096">
                        <c:v>43811</c:v>
                      </c:pt>
                      <c:pt idx="4097">
                        <c:v>43812</c:v>
                      </c:pt>
                      <c:pt idx="4098">
                        <c:v>43815</c:v>
                      </c:pt>
                      <c:pt idx="4099">
                        <c:v>43816</c:v>
                      </c:pt>
                      <c:pt idx="4100">
                        <c:v>43817</c:v>
                      </c:pt>
                      <c:pt idx="4101">
                        <c:v>43818</c:v>
                      </c:pt>
                      <c:pt idx="4102">
                        <c:v>43819</c:v>
                      </c:pt>
                      <c:pt idx="4103">
                        <c:v>43822</c:v>
                      </c:pt>
                      <c:pt idx="4104">
                        <c:v>43823</c:v>
                      </c:pt>
                      <c:pt idx="4105">
                        <c:v>43824</c:v>
                      </c:pt>
                      <c:pt idx="4106">
                        <c:v>43825</c:v>
                      </c:pt>
                      <c:pt idx="4107">
                        <c:v>43826</c:v>
                      </c:pt>
                      <c:pt idx="4108">
                        <c:v>43829</c:v>
                      </c:pt>
                      <c:pt idx="4109">
                        <c:v>43830</c:v>
                      </c:pt>
                      <c:pt idx="4110">
                        <c:v>43831</c:v>
                      </c:pt>
                      <c:pt idx="4111">
                        <c:v>43832</c:v>
                      </c:pt>
                      <c:pt idx="4112">
                        <c:v>43833</c:v>
                      </c:pt>
                      <c:pt idx="4113">
                        <c:v>43836</c:v>
                      </c:pt>
                      <c:pt idx="4114">
                        <c:v>43837</c:v>
                      </c:pt>
                      <c:pt idx="4115">
                        <c:v>43838</c:v>
                      </c:pt>
                      <c:pt idx="4116">
                        <c:v>43839</c:v>
                      </c:pt>
                      <c:pt idx="4117">
                        <c:v>43840</c:v>
                      </c:pt>
                      <c:pt idx="4118">
                        <c:v>43843</c:v>
                      </c:pt>
                      <c:pt idx="4119">
                        <c:v>43844</c:v>
                      </c:pt>
                      <c:pt idx="4120">
                        <c:v>43845</c:v>
                      </c:pt>
                      <c:pt idx="4121">
                        <c:v>43846</c:v>
                      </c:pt>
                      <c:pt idx="4122">
                        <c:v>43847</c:v>
                      </c:pt>
                      <c:pt idx="4123">
                        <c:v>43850</c:v>
                      </c:pt>
                      <c:pt idx="4124">
                        <c:v>43851</c:v>
                      </c:pt>
                      <c:pt idx="4125">
                        <c:v>43852</c:v>
                      </c:pt>
                      <c:pt idx="4126">
                        <c:v>43853</c:v>
                      </c:pt>
                      <c:pt idx="4127">
                        <c:v>43854</c:v>
                      </c:pt>
                      <c:pt idx="4128">
                        <c:v>43857</c:v>
                      </c:pt>
                      <c:pt idx="4129">
                        <c:v>43858</c:v>
                      </c:pt>
                      <c:pt idx="4130">
                        <c:v>43859</c:v>
                      </c:pt>
                      <c:pt idx="4131">
                        <c:v>43860</c:v>
                      </c:pt>
                      <c:pt idx="4132">
                        <c:v>43861</c:v>
                      </c:pt>
                      <c:pt idx="4133">
                        <c:v>43864</c:v>
                      </c:pt>
                      <c:pt idx="4134">
                        <c:v>43865</c:v>
                      </c:pt>
                      <c:pt idx="4135">
                        <c:v>43866</c:v>
                      </c:pt>
                      <c:pt idx="4136">
                        <c:v>43867</c:v>
                      </c:pt>
                      <c:pt idx="4137">
                        <c:v>43868</c:v>
                      </c:pt>
                      <c:pt idx="4138">
                        <c:v>43871</c:v>
                      </c:pt>
                      <c:pt idx="4139">
                        <c:v>43872</c:v>
                      </c:pt>
                      <c:pt idx="4140">
                        <c:v>43873</c:v>
                      </c:pt>
                      <c:pt idx="4141">
                        <c:v>43874</c:v>
                      </c:pt>
                      <c:pt idx="4142">
                        <c:v>43875</c:v>
                      </c:pt>
                      <c:pt idx="4143">
                        <c:v>43878</c:v>
                      </c:pt>
                      <c:pt idx="4144">
                        <c:v>43879</c:v>
                      </c:pt>
                      <c:pt idx="4145">
                        <c:v>43880</c:v>
                      </c:pt>
                      <c:pt idx="4146">
                        <c:v>43881</c:v>
                      </c:pt>
                      <c:pt idx="4147">
                        <c:v>43882</c:v>
                      </c:pt>
                      <c:pt idx="4148">
                        <c:v>43885</c:v>
                      </c:pt>
                      <c:pt idx="4149">
                        <c:v>43886</c:v>
                      </c:pt>
                      <c:pt idx="4150">
                        <c:v>43887</c:v>
                      </c:pt>
                      <c:pt idx="4151">
                        <c:v>43888</c:v>
                      </c:pt>
                      <c:pt idx="4152">
                        <c:v>43889</c:v>
                      </c:pt>
                      <c:pt idx="4153">
                        <c:v>43892</c:v>
                      </c:pt>
                      <c:pt idx="4154">
                        <c:v>43893</c:v>
                      </c:pt>
                      <c:pt idx="4155">
                        <c:v>43894</c:v>
                      </c:pt>
                      <c:pt idx="4156">
                        <c:v>43895</c:v>
                      </c:pt>
                      <c:pt idx="4157">
                        <c:v>43896</c:v>
                      </c:pt>
                      <c:pt idx="4158">
                        <c:v>43899</c:v>
                      </c:pt>
                      <c:pt idx="4159">
                        <c:v>43900</c:v>
                      </c:pt>
                      <c:pt idx="4160">
                        <c:v>43901</c:v>
                      </c:pt>
                      <c:pt idx="4161">
                        <c:v>43902</c:v>
                      </c:pt>
                      <c:pt idx="4162">
                        <c:v>43903</c:v>
                      </c:pt>
                      <c:pt idx="4163">
                        <c:v>43906</c:v>
                      </c:pt>
                      <c:pt idx="4164">
                        <c:v>43907</c:v>
                      </c:pt>
                      <c:pt idx="4165">
                        <c:v>43908</c:v>
                      </c:pt>
                      <c:pt idx="4166">
                        <c:v>43909</c:v>
                      </c:pt>
                      <c:pt idx="4167">
                        <c:v>43910</c:v>
                      </c:pt>
                      <c:pt idx="4168">
                        <c:v>43913</c:v>
                      </c:pt>
                      <c:pt idx="4169">
                        <c:v>43914</c:v>
                      </c:pt>
                      <c:pt idx="4170">
                        <c:v>43915</c:v>
                      </c:pt>
                      <c:pt idx="4171">
                        <c:v>43916</c:v>
                      </c:pt>
                      <c:pt idx="4172">
                        <c:v>43917</c:v>
                      </c:pt>
                      <c:pt idx="4173">
                        <c:v>43920</c:v>
                      </c:pt>
                      <c:pt idx="4174">
                        <c:v>43921</c:v>
                      </c:pt>
                      <c:pt idx="4175">
                        <c:v>43922</c:v>
                      </c:pt>
                      <c:pt idx="4176">
                        <c:v>43923</c:v>
                      </c:pt>
                      <c:pt idx="4177">
                        <c:v>43924</c:v>
                      </c:pt>
                      <c:pt idx="4178">
                        <c:v>43927</c:v>
                      </c:pt>
                      <c:pt idx="4179">
                        <c:v>43928</c:v>
                      </c:pt>
                      <c:pt idx="4180">
                        <c:v>43929</c:v>
                      </c:pt>
                      <c:pt idx="4181">
                        <c:v>43930</c:v>
                      </c:pt>
                      <c:pt idx="4182">
                        <c:v>43931</c:v>
                      </c:pt>
                      <c:pt idx="4183">
                        <c:v>43934</c:v>
                      </c:pt>
                      <c:pt idx="4184">
                        <c:v>43935</c:v>
                      </c:pt>
                      <c:pt idx="4185">
                        <c:v>43936</c:v>
                      </c:pt>
                      <c:pt idx="4186">
                        <c:v>43937</c:v>
                      </c:pt>
                      <c:pt idx="4187">
                        <c:v>43938</c:v>
                      </c:pt>
                      <c:pt idx="4188">
                        <c:v>43941</c:v>
                      </c:pt>
                      <c:pt idx="4189">
                        <c:v>43942</c:v>
                      </c:pt>
                      <c:pt idx="4190">
                        <c:v>43943</c:v>
                      </c:pt>
                      <c:pt idx="4191">
                        <c:v>43944</c:v>
                      </c:pt>
                      <c:pt idx="4192">
                        <c:v>43945</c:v>
                      </c:pt>
                      <c:pt idx="4193">
                        <c:v>43948</c:v>
                      </c:pt>
                      <c:pt idx="4194">
                        <c:v>43949</c:v>
                      </c:pt>
                      <c:pt idx="4195">
                        <c:v>43950</c:v>
                      </c:pt>
                      <c:pt idx="4196">
                        <c:v>43951</c:v>
                      </c:pt>
                      <c:pt idx="4197">
                        <c:v>43952</c:v>
                      </c:pt>
                      <c:pt idx="4198">
                        <c:v>43955</c:v>
                      </c:pt>
                      <c:pt idx="4199">
                        <c:v>43956</c:v>
                      </c:pt>
                      <c:pt idx="4200">
                        <c:v>43957</c:v>
                      </c:pt>
                      <c:pt idx="4201">
                        <c:v>43958</c:v>
                      </c:pt>
                      <c:pt idx="4202">
                        <c:v>43959</c:v>
                      </c:pt>
                      <c:pt idx="4203">
                        <c:v>43962</c:v>
                      </c:pt>
                      <c:pt idx="4204">
                        <c:v>43963</c:v>
                      </c:pt>
                      <c:pt idx="4205">
                        <c:v>43964</c:v>
                      </c:pt>
                      <c:pt idx="4206">
                        <c:v>43965</c:v>
                      </c:pt>
                      <c:pt idx="4207">
                        <c:v>43966</c:v>
                      </c:pt>
                      <c:pt idx="4208">
                        <c:v>43969</c:v>
                      </c:pt>
                      <c:pt idx="4209">
                        <c:v>43970</c:v>
                      </c:pt>
                      <c:pt idx="4210">
                        <c:v>43971</c:v>
                      </c:pt>
                      <c:pt idx="4211">
                        <c:v>43972</c:v>
                      </c:pt>
                      <c:pt idx="4212">
                        <c:v>43973</c:v>
                      </c:pt>
                      <c:pt idx="4213">
                        <c:v>43976</c:v>
                      </c:pt>
                      <c:pt idx="4214">
                        <c:v>43977</c:v>
                      </c:pt>
                      <c:pt idx="4215">
                        <c:v>43978</c:v>
                      </c:pt>
                      <c:pt idx="4216">
                        <c:v>43979</c:v>
                      </c:pt>
                      <c:pt idx="4217">
                        <c:v>43980</c:v>
                      </c:pt>
                      <c:pt idx="4218">
                        <c:v>43983</c:v>
                      </c:pt>
                      <c:pt idx="4219">
                        <c:v>43984</c:v>
                      </c:pt>
                      <c:pt idx="4220">
                        <c:v>43985</c:v>
                      </c:pt>
                      <c:pt idx="4221">
                        <c:v>43986</c:v>
                      </c:pt>
                      <c:pt idx="4222">
                        <c:v>43987</c:v>
                      </c:pt>
                      <c:pt idx="4223">
                        <c:v>43990</c:v>
                      </c:pt>
                      <c:pt idx="4224">
                        <c:v>43991</c:v>
                      </c:pt>
                      <c:pt idx="4225">
                        <c:v>43992</c:v>
                      </c:pt>
                      <c:pt idx="4226">
                        <c:v>43993</c:v>
                      </c:pt>
                      <c:pt idx="4227">
                        <c:v>43994</c:v>
                      </c:pt>
                      <c:pt idx="4228">
                        <c:v>43997</c:v>
                      </c:pt>
                      <c:pt idx="4229">
                        <c:v>43998</c:v>
                      </c:pt>
                      <c:pt idx="4230">
                        <c:v>43999</c:v>
                      </c:pt>
                      <c:pt idx="4231">
                        <c:v>44000</c:v>
                      </c:pt>
                      <c:pt idx="4232">
                        <c:v>44001</c:v>
                      </c:pt>
                      <c:pt idx="4233">
                        <c:v>44004</c:v>
                      </c:pt>
                      <c:pt idx="4234">
                        <c:v>44005</c:v>
                      </c:pt>
                      <c:pt idx="4235">
                        <c:v>44006</c:v>
                      </c:pt>
                      <c:pt idx="4236">
                        <c:v>44007</c:v>
                      </c:pt>
                      <c:pt idx="4237">
                        <c:v>44008</c:v>
                      </c:pt>
                      <c:pt idx="4238">
                        <c:v>44011</c:v>
                      </c:pt>
                      <c:pt idx="4239">
                        <c:v>44012</c:v>
                      </c:pt>
                      <c:pt idx="4240">
                        <c:v>44013</c:v>
                      </c:pt>
                      <c:pt idx="4241">
                        <c:v>44014</c:v>
                      </c:pt>
                      <c:pt idx="4242">
                        <c:v>44015</c:v>
                      </c:pt>
                      <c:pt idx="4243">
                        <c:v>44018</c:v>
                      </c:pt>
                      <c:pt idx="4244">
                        <c:v>44019</c:v>
                      </c:pt>
                      <c:pt idx="4245">
                        <c:v>44020</c:v>
                      </c:pt>
                      <c:pt idx="4246">
                        <c:v>44021</c:v>
                      </c:pt>
                      <c:pt idx="4247">
                        <c:v>44022</c:v>
                      </c:pt>
                      <c:pt idx="4248">
                        <c:v>44025</c:v>
                      </c:pt>
                      <c:pt idx="4249">
                        <c:v>44026</c:v>
                      </c:pt>
                      <c:pt idx="4250">
                        <c:v>44027</c:v>
                      </c:pt>
                      <c:pt idx="4251">
                        <c:v>44028</c:v>
                      </c:pt>
                      <c:pt idx="4252">
                        <c:v>44029</c:v>
                      </c:pt>
                      <c:pt idx="4253">
                        <c:v>44032</c:v>
                      </c:pt>
                      <c:pt idx="4254">
                        <c:v>44033</c:v>
                      </c:pt>
                      <c:pt idx="4255">
                        <c:v>44034</c:v>
                      </c:pt>
                      <c:pt idx="4256">
                        <c:v>44035</c:v>
                      </c:pt>
                      <c:pt idx="4257">
                        <c:v>44036</c:v>
                      </c:pt>
                      <c:pt idx="4258">
                        <c:v>44039</c:v>
                      </c:pt>
                      <c:pt idx="4259">
                        <c:v>44040</c:v>
                      </c:pt>
                      <c:pt idx="4260">
                        <c:v>44041</c:v>
                      </c:pt>
                      <c:pt idx="4261">
                        <c:v>44042</c:v>
                      </c:pt>
                      <c:pt idx="4262">
                        <c:v>44043</c:v>
                      </c:pt>
                      <c:pt idx="4263">
                        <c:v>44046</c:v>
                      </c:pt>
                      <c:pt idx="4264">
                        <c:v>44047</c:v>
                      </c:pt>
                      <c:pt idx="4265">
                        <c:v>44048</c:v>
                      </c:pt>
                      <c:pt idx="4266">
                        <c:v>44049</c:v>
                      </c:pt>
                      <c:pt idx="4267">
                        <c:v>44050</c:v>
                      </c:pt>
                      <c:pt idx="4268">
                        <c:v>44053</c:v>
                      </c:pt>
                      <c:pt idx="4269">
                        <c:v>44054</c:v>
                      </c:pt>
                      <c:pt idx="4270">
                        <c:v>44055</c:v>
                      </c:pt>
                      <c:pt idx="4271">
                        <c:v>44056</c:v>
                      </c:pt>
                      <c:pt idx="4272">
                        <c:v>44057</c:v>
                      </c:pt>
                      <c:pt idx="4273">
                        <c:v>44060</c:v>
                      </c:pt>
                      <c:pt idx="4274">
                        <c:v>44061</c:v>
                      </c:pt>
                      <c:pt idx="4275">
                        <c:v>44062</c:v>
                      </c:pt>
                      <c:pt idx="4276">
                        <c:v>44063</c:v>
                      </c:pt>
                      <c:pt idx="4277">
                        <c:v>44064</c:v>
                      </c:pt>
                      <c:pt idx="4278">
                        <c:v>44067</c:v>
                      </c:pt>
                      <c:pt idx="4279">
                        <c:v>44068</c:v>
                      </c:pt>
                      <c:pt idx="4280">
                        <c:v>44069</c:v>
                      </c:pt>
                      <c:pt idx="4281">
                        <c:v>44070</c:v>
                      </c:pt>
                      <c:pt idx="4282">
                        <c:v>44071</c:v>
                      </c:pt>
                      <c:pt idx="4283">
                        <c:v>44074</c:v>
                      </c:pt>
                      <c:pt idx="4284">
                        <c:v>44075</c:v>
                      </c:pt>
                      <c:pt idx="4285">
                        <c:v>44076</c:v>
                      </c:pt>
                      <c:pt idx="4286">
                        <c:v>44077</c:v>
                      </c:pt>
                      <c:pt idx="4287">
                        <c:v>44078</c:v>
                      </c:pt>
                      <c:pt idx="4288">
                        <c:v>44081</c:v>
                      </c:pt>
                      <c:pt idx="4289">
                        <c:v>44082</c:v>
                      </c:pt>
                      <c:pt idx="4290">
                        <c:v>44083</c:v>
                      </c:pt>
                      <c:pt idx="4291">
                        <c:v>44084</c:v>
                      </c:pt>
                      <c:pt idx="4292">
                        <c:v>44085</c:v>
                      </c:pt>
                      <c:pt idx="4293">
                        <c:v>44088</c:v>
                      </c:pt>
                      <c:pt idx="4294">
                        <c:v>44089</c:v>
                      </c:pt>
                      <c:pt idx="4295">
                        <c:v>44090</c:v>
                      </c:pt>
                      <c:pt idx="4296">
                        <c:v>44091</c:v>
                      </c:pt>
                      <c:pt idx="4297">
                        <c:v>44092</c:v>
                      </c:pt>
                      <c:pt idx="4298">
                        <c:v>44095</c:v>
                      </c:pt>
                      <c:pt idx="4299">
                        <c:v>44096</c:v>
                      </c:pt>
                      <c:pt idx="4300">
                        <c:v>44097</c:v>
                      </c:pt>
                      <c:pt idx="4301">
                        <c:v>44098</c:v>
                      </c:pt>
                      <c:pt idx="4302">
                        <c:v>44099</c:v>
                      </c:pt>
                      <c:pt idx="4303">
                        <c:v>44102</c:v>
                      </c:pt>
                      <c:pt idx="4304">
                        <c:v>44103</c:v>
                      </c:pt>
                      <c:pt idx="4305">
                        <c:v>44104</c:v>
                      </c:pt>
                      <c:pt idx="4306">
                        <c:v>44105</c:v>
                      </c:pt>
                      <c:pt idx="4307">
                        <c:v>44106</c:v>
                      </c:pt>
                      <c:pt idx="4308">
                        <c:v>44109</c:v>
                      </c:pt>
                      <c:pt idx="4309">
                        <c:v>44110</c:v>
                      </c:pt>
                      <c:pt idx="4310">
                        <c:v>44111</c:v>
                      </c:pt>
                      <c:pt idx="4311">
                        <c:v>44112</c:v>
                      </c:pt>
                      <c:pt idx="4312">
                        <c:v>44113</c:v>
                      </c:pt>
                      <c:pt idx="4313">
                        <c:v>44116</c:v>
                      </c:pt>
                      <c:pt idx="4314">
                        <c:v>44117</c:v>
                      </c:pt>
                      <c:pt idx="4315">
                        <c:v>44118</c:v>
                      </c:pt>
                      <c:pt idx="4316">
                        <c:v>44119</c:v>
                      </c:pt>
                      <c:pt idx="4317">
                        <c:v>44120</c:v>
                      </c:pt>
                      <c:pt idx="4318">
                        <c:v>44123</c:v>
                      </c:pt>
                      <c:pt idx="4319">
                        <c:v>44124</c:v>
                      </c:pt>
                      <c:pt idx="4320">
                        <c:v>44125</c:v>
                      </c:pt>
                      <c:pt idx="4321">
                        <c:v>44126</c:v>
                      </c:pt>
                      <c:pt idx="4322">
                        <c:v>44127</c:v>
                      </c:pt>
                      <c:pt idx="4323">
                        <c:v>44130</c:v>
                      </c:pt>
                      <c:pt idx="4324">
                        <c:v>44131</c:v>
                      </c:pt>
                      <c:pt idx="4325">
                        <c:v>44132</c:v>
                      </c:pt>
                      <c:pt idx="4326">
                        <c:v>44133</c:v>
                      </c:pt>
                      <c:pt idx="4327">
                        <c:v>44134</c:v>
                      </c:pt>
                      <c:pt idx="4328">
                        <c:v>44137</c:v>
                      </c:pt>
                      <c:pt idx="4329">
                        <c:v>44138</c:v>
                      </c:pt>
                      <c:pt idx="4330">
                        <c:v>44139</c:v>
                      </c:pt>
                      <c:pt idx="4331">
                        <c:v>44140</c:v>
                      </c:pt>
                      <c:pt idx="4332">
                        <c:v>44141</c:v>
                      </c:pt>
                      <c:pt idx="4333">
                        <c:v>44144</c:v>
                      </c:pt>
                      <c:pt idx="4334">
                        <c:v>44145</c:v>
                      </c:pt>
                      <c:pt idx="4335">
                        <c:v>44146</c:v>
                      </c:pt>
                      <c:pt idx="4336">
                        <c:v>44147</c:v>
                      </c:pt>
                      <c:pt idx="4337">
                        <c:v>44148</c:v>
                      </c:pt>
                      <c:pt idx="4338">
                        <c:v>44151</c:v>
                      </c:pt>
                      <c:pt idx="4339">
                        <c:v>44152</c:v>
                      </c:pt>
                      <c:pt idx="4340">
                        <c:v>44153</c:v>
                      </c:pt>
                      <c:pt idx="4341">
                        <c:v>44154</c:v>
                      </c:pt>
                      <c:pt idx="4342">
                        <c:v>44155</c:v>
                      </c:pt>
                      <c:pt idx="4343">
                        <c:v>44158</c:v>
                      </c:pt>
                      <c:pt idx="4344">
                        <c:v>44159</c:v>
                      </c:pt>
                      <c:pt idx="4345">
                        <c:v>44160</c:v>
                      </c:pt>
                      <c:pt idx="4346">
                        <c:v>44161</c:v>
                      </c:pt>
                      <c:pt idx="4347">
                        <c:v>44162</c:v>
                      </c:pt>
                      <c:pt idx="4348">
                        <c:v>44165</c:v>
                      </c:pt>
                      <c:pt idx="4349">
                        <c:v>44166</c:v>
                      </c:pt>
                      <c:pt idx="4350">
                        <c:v>44167</c:v>
                      </c:pt>
                      <c:pt idx="4351">
                        <c:v>44168</c:v>
                      </c:pt>
                      <c:pt idx="4352">
                        <c:v>44169</c:v>
                      </c:pt>
                      <c:pt idx="4353">
                        <c:v>44172</c:v>
                      </c:pt>
                      <c:pt idx="4354">
                        <c:v>44173</c:v>
                      </c:pt>
                      <c:pt idx="4355">
                        <c:v>44174</c:v>
                      </c:pt>
                      <c:pt idx="4356">
                        <c:v>44175</c:v>
                      </c:pt>
                      <c:pt idx="4357">
                        <c:v>44176</c:v>
                      </c:pt>
                      <c:pt idx="4358">
                        <c:v>44179</c:v>
                      </c:pt>
                      <c:pt idx="4359">
                        <c:v>44180</c:v>
                      </c:pt>
                      <c:pt idx="4360">
                        <c:v>44181</c:v>
                      </c:pt>
                      <c:pt idx="4361">
                        <c:v>44182</c:v>
                      </c:pt>
                      <c:pt idx="4362">
                        <c:v>44183</c:v>
                      </c:pt>
                      <c:pt idx="4363">
                        <c:v>44186</c:v>
                      </c:pt>
                      <c:pt idx="4364">
                        <c:v>44187</c:v>
                      </c:pt>
                      <c:pt idx="4365">
                        <c:v>44188</c:v>
                      </c:pt>
                      <c:pt idx="4366">
                        <c:v>44189</c:v>
                      </c:pt>
                      <c:pt idx="4367">
                        <c:v>44190</c:v>
                      </c:pt>
                      <c:pt idx="4368">
                        <c:v>44193</c:v>
                      </c:pt>
                      <c:pt idx="4369">
                        <c:v>44194</c:v>
                      </c:pt>
                      <c:pt idx="4370">
                        <c:v>44195</c:v>
                      </c:pt>
                      <c:pt idx="4371">
                        <c:v>44196</c:v>
                      </c:pt>
                      <c:pt idx="4372">
                        <c:v>44197</c:v>
                      </c:pt>
                      <c:pt idx="4373">
                        <c:v>44200</c:v>
                      </c:pt>
                      <c:pt idx="4374">
                        <c:v>44201</c:v>
                      </c:pt>
                      <c:pt idx="4375">
                        <c:v>44202</c:v>
                      </c:pt>
                      <c:pt idx="4376">
                        <c:v>44203</c:v>
                      </c:pt>
                      <c:pt idx="4377">
                        <c:v>44204</c:v>
                      </c:pt>
                      <c:pt idx="4378">
                        <c:v>44207</c:v>
                      </c:pt>
                      <c:pt idx="4379">
                        <c:v>44208</c:v>
                      </c:pt>
                      <c:pt idx="4380">
                        <c:v>44209</c:v>
                      </c:pt>
                      <c:pt idx="4381">
                        <c:v>44210</c:v>
                      </c:pt>
                      <c:pt idx="4382">
                        <c:v>44211</c:v>
                      </c:pt>
                      <c:pt idx="4383">
                        <c:v>44214</c:v>
                      </c:pt>
                      <c:pt idx="4384">
                        <c:v>44215</c:v>
                      </c:pt>
                      <c:pt idx="4385">
                        <c:v>44216</c:v>
                      </c:pt>
                      <c:pt idx="4386">
                        <c:v>44217</c:v>
                      </c:pt>
                      <c:pt idx="4387">
                        <c:v>44218</c:v>
                      </c:pt>
                      <c:pt idx="4388">
                        <c:v>44221</c:v>
                      </c:pt>
                      <c:pt idx="4389">
                        <c:v>44222</c:v>
                      </c:pt>
                      <c:pt idx="4390">
                        <c:v>44223</c:v>
                      </c:pt>
                      <c:pt idx="4391">
                        <c:v>44224</c:v>
                      </c:pt>
                      <c:pt idx="4392">
                        <c:v>44225</c:v>
                      </c:pt>
                      <c:pt idx="4393">
                        <c:v>44228</c:v>
                      </c:pt>
                      <c:pt idx="4394">
                        <c:v>44229</c:v>
                      </c:pt>
                      <c:pt idx="4395">
                        <c:v>44230</c:v>
                      </c:pt>
                      <c:pt idx="4396">
                        <c:v>44231</c:v>
                      </c:pt>
                      <c:pt idx="4397">
                        <c:v>44232</c:v>
                      </c:pt>
                      <c:pt idx="4398">
                        <c:v>44235</c:v>
                      </c:pt>
                      <c:pt idx="4399">
                        <c:v>44236</c:v>
                      </c:pt>
                      <c:pt idx="4400">
                        <c:v>44237</c:v>
                      </c:pt>
                      <c:pt idx="4401">
                        <c:v>44238</c:v>
                      </c:pt>
                      <c:pt idx="4402">
                        <c:v>44239</c:v>
                      </c:pt>
                      <c:pt idx="4403">
                        <c:v>44242</c:v>
                      </c:pt>
                      <c:pt idx="4404">
                        <c:v>44243</c:v>
                      </c:pt>
                      <c:pt idx="4405">
                        <c:v>44244</c:v>
                      </c:pt>
                      <c:pt idx="4406">
                        <c:v>44245</c:v>
                      </c:pt>
                      <c:pt idx="4407">
                        <c:v>44246</c:v>
                      </c:pt>
                      <c:pt idx="4408">
                        <c:v>44249</c:v>
                      </c:pt>
                      <c:pt idx="4409">
                        <c:v>44250</c:v>
                      </c:pt>
                      <c:pt idx="4410">
                        <c:v>44251</c:v>
                      </c:pt>
                      <c:pt idx="4411">
                        <c:v>44252</c:v>
                      </c:pt>
                      <c:pt idx="4412">
                        <c:v>44253</c:v>
                      </c:pt>
                      <c:pt idx="4413">
                        <c:v>44256</c:v>
                      </c:pt>
                      <c:pt idx="4414">
                        <c:v>44257</c:v>
                      </c:pt>
                      <c:pt idx="4415">
                        <c:v>44258</c:v>
                      </c:pt>
                      <c:pt idx="4416">
                        <c:v>44259</c:v>
                      </c:pt>
                      <c:pt idx="4417">
                        <c:v>44260</c:v>
                      </c:pt>
                      <c:pt idx="4418">
                        <c:v>44263</c:v>
                      </c:pt>
                      <c:pt idx="4419">
                        <c:v>44264</c:v>
                      </c:pt>
                      <c:pt idx="4420">
                        <c:v>44265</c:v>
                      </c:pt>
                      <c:pt idx="4421">
                        <c:v>44266</c:v>
                      </c:pt>
                      <c:pt idx="4422">
                        <c:v>44267</c:v>
                      </c:pt>
                      <c:pt idx="4423">
                        <c:v>44270</c:v>
                      </c:pt>
                      <c:pt idx="4424">
                        <c:v>44271</c:v>
                      </c:pt>
                      <c:pt idx="4425">
                        <c:v>44272</c:v>
                      </c:pt>
                      <c:pt idx="4426">
                        <c:v>44273</c:v>
                      </c:pt>
                      <c:pt idx="4427">
                        <c:v>44274</c:v>
                      </c:pt>
                      <c:pt idx="4428">
                        <c:v>44277</c:v>
                      </c:pt>
                      <c:pt idx="4429">
                        <c:v>44278</c:v>
                      </c:pt>
                      <c:pt idx="4430">
                        <c:v>44279</c:v>
                      </c:pt>
                      <c:pt idx="4431">
                        <c:v>44280</c:v>
                      </c:pt>
                      <c:pt idx="4432">
                        <c:v>44281</c:v>
                      </c:pt>
                      <c:pt idx="4433">
                        <c:v>44284</c:v>
                      </c:pt>
                      <c:pt idx="4434">
                        <c:v>44285</c:v>
                      </c:pt>
                      <c:pt idx="4435">
                        <c:v>44286</c:v>
                      </c:pt>
                      <c:pt idx="4436">
                        <c:v>44287</c:v>
                      </c:pt>
                      <c:pt idx="4437">
                        <c:v>44288</c:v>
                      </c:pt>
                      <c:pt idx="4438">
                        <c:v>44291</c:v>
                      </c:pt>
                      <c:pt idx="4439">
                        <c:v>44292</c:v>
                      </c:pt>
                      <c:pt idx="4440">
                        <c:v>44293</c:v>
                      </c:pt>
                      <c:pt idx="4441">
                        <c:v>44294</c:v>
                      </c:pt>
                      <c:pt idx="4442">
                        <c:v>44295</c:v>
                      </c:pt>
                      <c:pt idx="4443">
                        <c:v>44298</c:v>
                      </c:pt>
                      <c:pt idx="4444">
                        <c:v>44299</c:v>
                      </c:pt>
                      <c:pt idx="4445">
                        <c:v>44300</c:v>
                      </c:pt>
                      <c:pt idx="4446">
                        <c:v>44301</c:v>
                      </c:pt>
                      <c:pt idx="4447">
                        <c:v>44302</c:v>
                      </c:pt>
                      <c:pt idx="4448">
                        <c:v>44305</c:v>
                      </c:pt>
                      <c:pt idx="4449">
                        <c:v>44306</c:v>
                      </c:pt>
                      <c:pt idx="4450">
                        <c:v>44307</c:v>
                      </c:pt>
                      <c:pt idx="4451">
                        <c:v>44308</c:v>
                      </c:pt>
                      <c:pt idx="4452">
                        <c:v>44309</c:v>
                      </c:pt>
                      <c:pt idx="4453">
                        <c:v>44312</c:v>
                      </c:pt>
                      <c:pt idx="4454">
                        <c:v>44313</c:v>
                      </c:pt>
                      <c:pt idx="4455">
                        <c:v>44314</c:v>
                      </c:pt>
                      <c:pt idx="4456">
                        <c:v>44315</c:v>
                      </c:pt>
                      <c:pt idx="4457">
                        <c:v>44316</c:v>
                      </c:pt>
                      <c:pt idx="4458">
                        <c:v>44319</c:v>
                      </c:pt>
                      <c:pt idx="4459">
                        <c:v>44320</c:v>
                      </c:pt>
                      <c:pt idx="4460">
                        <c:v>44321</c:v>
                      </c:pt>
                      <c:pt idx="4461">
                        <c:v>44322</c:v>
                      </c:pt>
                      <c:pt idx="4462">
                        <c:v>44323</c:v>
                      </c:pt>
                      <c:pt idx="4463">
                        <c:v>44326</c:v>
                      </c:pt>
                      <c:pt idx="4464">
                        <c:v>44327</c:v>
                      </c:pt>
                      <c:pt idx="4465">
                        <c:v>44328</c:v>
                      </c:pt>
                      <c:pt idx="4466">
                        <c:v>44329</c:v>
                      </c:pt>
                      <c:pt idx="4467">
                        <c:v>44330</c:v>
                      </c:pt>
                      <c:pt idx="4468">
                        <c:v>44333</c:v>
                      </c:pt>
                      <c:pt idx="4469">
                        <c:v>44334</c:v>
                      </c:pt>
                      <c:pt idx="4470">
                        <c:v>44335</c:v>
                      </c:pt>
                      <c:pt idx="4471">
                        <c:v>44336</c:v>
                      </c:pt>
                      <c:pt idx="4472">
                        <c:v>44337</c:v>
                      </c:pt>
                      <c:pt idx="4473">
                        <c:v>44340</c:v>
                      </c:pt>
                      <c:pt idx="4474">
                        <c:v>44341</c:v>
                      </c:pt>
                      <c:pt idx="4475">
                        <c:v>44342</c:v>
                      </c:pt>
                      <c:pt idx="4476">
                        <c:v>44343</c:v>
                      </c:pt>
                      <c:pt idx="4477">
                        <c:v>44344</c:v>
                      </c:pt>
                      <c:pt idx="4478">
                        <c:v>44347</c:v>
                      </c:pt>
                      <c:pt idx="4479">
                        <c:v>44348</c:v>
                      </c:pt>
                      <c:pt idx="4480">
                        <c:v>44349</c:v>
                      </c:pt>
                      <c:pt idx="4481">
                        <c:v>44350</c:v>
                      </c:pt>
                      <c:pt idx="4482">
                        <c:v>44351</c:v>
                      </c:pt>
                      <c:pt idx="4483">
                        <c:v>44354</c:v>
                      </c:pt>
                      <c:pt idx="4484">
                        <c:v>44355</c:v>
                      </c:pt>
                      <c:pt idx="4485">
                        <c:v>44356</c:v>
                      </c:pt>
                      <c:pt idx="4486">
                        <c:v>44357</c:v>
                      </c:pt>
                      <c:pt idx="4487">
                        <c:v>44358</c:v>
                      </c:pt>
                      <c:pt idx="4488">
                        <c:v>44361</c:v>
                      </c:pt>
                      <c:pt idx="4489">
                        <c:v>44362</c:v>
                      </c:pt>
                      <c:pt idx="4490">
                        <c:v>44363</c:v>
                      </c:pt>
                      <c:pt idx="4491">
                        <c:v>44364</c:v>
                      </c:pt>
                      <c:pt idx="4492">
                        <c:v>44365</c:v>
                      </c:pt>
                      <c:pt idx="4493">
                        <c:v>44368</c:v>
                      </c:pt>
                      <c:pt idx="4494">
                        <c:v>44369</c:v>
                      </c:pt>
                      <c:pt idx="4495">
                        <c:v>44370</c:v>
                      </c:pt>
                      <c:pt idx="4496">
                        <c:v>44371</c:v>
                      </c:pt>
                      <c:pt idx="4497">
                        <c:v>44372</c:v>
                      </c:pt>
                      <c:pt idx="4498">
                        <c:v>44375</c:v>
                      </c:pt>
                      <c:pt idx="4499">
                        <c:v>44376</c:v>
                      </c:pt>
                      <c:pt idx="4500">
                        <c:v>44377</c:v>
                      </c:pt>
                      <c:pt idx="4501">
                        <c:v>44378</c:v>
                      </c:pt>
                      <c:pt idx="4502">
                        <c:v>44379</c:v>
                      </c:pt>
                      <c:pt idx="4503">
                        <c:v>44382</c:v>
                      </c:pt>
                      <c:pt idx="4504">
                        <c:v>44383</c:v>
                      </c:pt>
                      <c:pt idx="4505">
                        <c:v>44384</c:v>
                      </c:pt>
                      <c:pt idx="4506">
                        <c:v>44385</c:v>
                      </c:pt>
                      <c:pt idx="4507">
                        <c:v>44386</c:v>
                      </c:pt>
                      <c:pt idx="4508">
                        <c:v>44389</c:v>
                      </c:pt>
                      <c:pt idx="4509">
                        <c:v>44390</c:v>
                      </c:pt>
                      <c:pt idx="4510">
                        <c:v>44391</c:v>
                      </c:pt>
                      <c:pt idx="4511">
                        <c:v>44392</c:v>
                      </c:pt>
                      <c:pt idx="4512">
                        <c:v>44393</c:v>
                      </c:pt>
                      <c:pt idx="4513">
                        <c:v>44396</c:v>
                      </c:pt>
                      <c:pt idx="4514">
                        <c:v>44397</c:v>
                      </c:pt>
                      <c:pt idx="4515">
                        <c:v>44398</c:v>
                      </c:pt>
                      <c:pt idx="4516">
                        <c:v>44399</c:v>
                      </c:pt>
                      <c:pt idx="4517">
                        <c:v>44400</c:v>
                      </c:pt>
                      <c:pt idx="4518">
                        <c:v>44403</c:v>
                      </c:pt>
                      <c:pt idx="4519">
                        <c:v>44404</c:v>
                      </c:pt>
                      <c:pt idx="4520">
                        <c:v>44405</c:v>
                      </c:pt>
                      <c:pt idx="4521">
                        <c:v>44406</c:v>
                      </c:pt>
                      <c:pt idx="4522">
                        <c:v>44407</c:v>
                      </c:pt>
                      <c:pt idx="4523">
                        <c:v>44410</c:v>
                      </c:pt>
                      <c:pt idx="4524">
                        <c:v>44411</c:v>
                      </c:pt>
                      <c:pt idx="4525">
                        <c:v>44412</c:v>
                      </c:pt>
                      <c:pt idx="4526">
                        <c:v>44413</c:v>
                      </c:pt>
                      <c:pt idx="4527">
                        <c:v>44414</c:v>
                      </c:pt>
                      <c:pt idx="4528">
                        <c:v>44417</c:v>
                      </c:pt>
                      <c:pt idx="4529">
                        <c:v>44418</c:v>
                      </c:pt>
                      <c:pt idx="4530">
                        <c:v>44419</c:v>
                      </c:pt>
                      <c:pt idx="4531">
                        <c:v>44420</c:v>
                      </c:pt>
                      <c:pt idx="4532">
                        <c:v>44421</c:v>
                      </c:pt>
                      <c:pt idx="4533">
                        <c:v>44424</c:v>
                      </c:pt>
                      <c:pt idx="4534">
                        <c:v>44425</c:v>
                      </c:pt>
                      <c:pt idx="4535">
                        <c:v>44426</c:v>
                      </c:pt>
                      <c:pt idx="4536">
                        <c:v>44427</c:v>
                      </c:pt>
                      <c:pt idx="4537">
                        <c:v>44428</c:v>
                      </c:pt>
                      <c:pt idx="4538">
                        <c:v>44431</c:v>
                      </c:pt>
                      <c:pt idx="4539">
                        <c:v>44432</c:v>
                      </c:pt>
                      <c:pt idx="4540">
                        <c:v>44433</c:v>
                      </c:pt>
                      <c:pt idx="4541">
                        <c:v>44434</c:v>
                      </c:pt>
                      <c:pt idx="4542">
                        <c:v>44435</c:v>
                      </c:pt>
                      <c:pt idx="4543">
                        <c:v>44438</c:v>
                      </c:pt>
                      <c:pt idx="4544">
                        <c:v>44439</c:v>
                      </c:pt>
                      <c:pt idx="4545">
                        <c:v>44440</c:v>
                      </c:pt>
                      <c:pt idx="4546">
                        <c:v>44441</c:v>
                      </c:pt>
                      <c:pt idx="4547">
                        <c:v>44442</c:v>
                      </c:pt>
                      <c:pt idx="4548">
                        <c:v>44445</c:v>
                      </c:pt>
                      <c:pt idx="4549">
                        <c:v>44446</c:v>
                      </c:pt>
                      <c:pt idx="4550">
                        <c:v>44447</c:v>
                      </c:pt>
                      <c:pt idx="4551">
                        <c:v>44448</c:v>
                      </c:pt>
                      <c:pt idx="4552">
                        <c:v>44449</c:v>
                      </c:pt>
                      <c:pt idx="4553">
                        <c:v>44452</c:v>
                      </c:pt>
                      <c:pt idx="4554">
                        <c:v>44453</c:v>
                      </c:pt>
                      <c:pt idx="4555">
                        <c:v>44454</c:v>
                      </c:pt>
                      <c:pt idx="4556">
                        <c:v>44455</c:v>
                      </c:pt>
                      <c:pt idx="4557">
                        <c:v>44456</c:v>
                      </c:pt>
                      <c:pt idx="4558">
                        <c:v>44459</c:v>
                      </c:pt>
                      <c:pt idx="4559">
                        <c:v>44460</c:v>
                      </c:pt>
                      <c:pt idx="4560">
                        <c:v>44461</c:v>
                      </c:pt>
                      <c:pt idx="4561">
                        <c:v>44462</c:v>
                      </c:pt>
                      <c:pt idx="4562">
                        <c:v>44463</c:v>
                      </c:pt>
                      <c:pt idx="4563">
                        <c:v>44466</c:v>
                      </c:pt>
                      <c:pt idx="4564">
                        <c:v>44467</c:v>
                      </c:pt>
                      <c:pt idx="4565">
                        <c:v>44468</c:v>
                      </c:pt>
                      <c:pt idx="4566">
                        <c:v>44469</c:v>
                      </c:pt>
                      <c:pt idx="4567">
                        <c:v>44470</c:v>
                      </c:pt>
                      <c:pt idx="4568">
                        <c:v>44473</c:v>
                      </c:pt>
                      <c:pt idx="4569">
                        <c:v>44474</c:v>
                      </c:pt>
                      <c:pt idx="4570">
                        <c:v>44475</c:v>
                      </c:pt>
                      <c:pt idx="4571">
                        <c:v>44476</c:v>
                      </c:pt>
                      <c:pt idx="4572">
                        <c:v>44477</c:v>
                      </c:pt>
                      <c:pt idx="4573">
                        <c:v>44480</c:v>
                      </c:pt>
                      <c:pt idx="4574">
                        <c:v>44481</c:v>
                      </c:pt>
                      <c:pt idx="4575">
                        <c:v>44482</c:v>
                      </c:pt>
                      <c:pt idx="4576">
                        <c:v>44483</c:v>
                      </c:pt>
                      <c:pt idx="4577">
                        <c:v>44484</c:v>
                      </c:pt>
                      <c:pt idx="4578">
                        <c:v>44487</c:v>
                      </c:pt>
                      <c:pt idx="4579">
                        <c:v>44488</c:v>
                      </c:pt>
                      <c:pt idx="4580">
                        <c:v>44489</c:v>
                      </c:pt>
                      <c:pt idx="4581">
                        <c:v>44490</c:v>
                      </c:pt>
                      <c:pt idx="4582">
                        <c:v>44491</c:v>
                      </c:pt>
                      <c:pt idx="4583">
                        <c:v>44494</c:v>
                      </c:pt>
                      <c:pt idx="4584">
                        <c:v>44495</c:v>
                      </c:pt>
                      <c:pt idx="4585">
                        <c:v>44496</c:v>
                      </c:pt>
                      <c:pt idx="4586">
                        <c:v>44497</c:v>
                      </c:pt>
                      <c:pt idx="4587">
                        <c:v>44498</c:v>
                      </c:pt>
                      <c:pt idx="4588">
                        <c:v>44501</c:v>
                      </c:pt>
                      <c:pt idx="4589">
                        <c:v>44502</c:v>
                      </c:pt>
                      <c:pt idx="4590">
                        <c:v>44503</c:v>
                      </c:pt>
                      <c:pt idx="4591">
                        <c:v>44504</c:v>
                      </c:pt>
                      <c:pt idx="4592">
                        <c:v>44505</c:v>
                      </c:pt>
                      <c:pt idx="4593">
                        <c:v>44508</c:v>
                      </c:pt>
                      <c:pt idx="4594">
                        <c:v>44509</c:v>
                      </c:pt>
                      <c:pt idx="4595">
                        <c:v>44510</c:v>
                      </c:pt>
                      <c:pt idx="4596">
                        <c:v>44511</c:v>
                      </c:pt>
                      <c:pt idx="4597">
                        <c:v>44512</c:v>
                      </c:pt>
                      <c:pt idx="4598">
                        <c:v>44515</c:v>
                      </c:pt>
                      <c:pt idx="4599">
                        <c:v>44516</c:v>
                      </c:pt>
                      <c:pt idx="4600">
                        <c:v>44517</c:v>
                      </c:pt>
                      <c:pt idx="4601">
                        <c:v>44518</c:v>
                      </c:pt>
                      <c:pt idx="4602">
                        <c:v>44519</c:v>
                      </c:pt>
                      <c:pt idx="4603">
                        <c:v>44522</c:v>
                      </c:pt>
                      <c:pt idx="4604">
                        <c:v>44523</c:v>
                      </c:pt>
                      <c:pt idx="4605">
                        <c:v>44524</c:v>
                      </c:pt>
                      <c:pt idx="4606">
                        <c:v>44525</c:v>
                      </c:pt>
                      <c:pt idx="4607">
                        <c:v>44526</c:v>
                      </c:pt>
                      <c:pt idx="4608">
                        <c:v>44529</c:v>
                      </c:pt>
                      <c:pt idx="4609">
                        <c:v>44530</c:v>
                      </c:pt>
                      <c:pt idx="4610">
                        <c:v>44531</c:v>
                      </c:pt>
                      <c:pt idx="4611">
                        <c:v>44532</c:v>
                      </c:pt>
                      <c:pt idx="4612">
                        <c:v>44533</c:v>
                      </c:pt>
                      <c:pt idx="4613">
                        <c:v>44536</c:v>
                      </c:pt>
                      <c:pt idx="4614">
                        <c:v>44537</c:v>
                      </c:pt>
                      <c:pt idx="4615">
                        <c:v>44538</c:v>
                      </c:pt>
                      <c:pt idx="4616">
                        <c:v>44539</c:v>
                      </c:pt>
                      <c:pt idx="4617">
                        <c:v>44540</c:v>
                      </c:pt>
                      <c:pt idx="4618">
                        <c:v>44543</c:v>
                      </c:pt>
                      <c:pt idx="4619">
                        <c:v>44544</c:v>
                      </c:pt>
                      <c:pt idx="4620">
                        <c:v>44545</c:v>
                      </c:pt>
                      <c:pt idx="4621">
                        <c:v>44546</c:v>
                      </c:pt>
                      <c:pt idx="4622">
                        <c:v>44547</c:v>
                      </c:pt>
                      <c:pt idx="4623">
                        <c:v>44550</c:v>
                      </c:pt>
                      <c:pt idx="4624">
                        <c:v>44551</c:v>
                      </c:pt>
                      <c:pt idx="4625">
                        <c:v>44552</c:v>
                      </c:pt>
                      <c:pt idx="4626">
                        <c:v>44553</c:v>
                      </c:pt>
                      <c:pt idx="4627">
                        <c:v>44554</c:v>
                      </c:pt>
                      <c:pt idx="4628">
                        <c:v>44557</c:v>
                      </c:pt>
                      <c:pt idx="4629">
                        <c:v>44558</c:v>
                      </c:pt>
                      <c:pt idx="4630">
                        <c:v>44559</c:v>
                      </c:pt>
                      <c:pt idx="4631">
                        <c:v>44560</c:v>
                      </c:pt>
                      <c:pt idx="4632">
                        <c:v>44561</c:v>
                      </c:pt>
                      <c:pt idx="4633">
                        <c:v>44564</c:v>
                      </c:pt>
                      <c:pt idx="4634">
                        <c:v>44565</c:v>
                      </c:pt>
                      <c:pt idx="4635">
                        <c:v>44566</c:v>
                      </c:pt>
                      <c:pt idx="4636">
                        <c:v>44567</c:v>
                      </c:pt>
                      <c:pt idx="4637">
                        <c:v>44568</c:v>
                      </c:pt>
                      <c:pt idx="4638">
                        <c:v>44571</c:v>
                      </c:pt>
                      <c:pt idx="4639">
                        <c:v>44572</c:v>
                      </c:pt>
                      <c:pt idx="4640">
                        <c:v>44573</c:v>
                      </c:pt>
                      <c:pt idx="4641">
                        <c:v>44574</c:v>
                      </c:pt>
                      <c:pt idx="4642">
                        <c:v>44575</c:v>
                      </c:pt>
                      <c:pt idx="4643">
                        <c:v>44578</c:v>
                      </c:pt>
                      <c:pt idx="4644">
                        <c:v>44579</c:v>
                      </c:pt>
                      <c:pt idx="4645">
                        <c:v>44580</c:v>
                      </c:pt>
                      <c:pt idx="4646">
                        <c:v>44581</c:v>
                      </c:pt>
                      <c:pt idx="4647">
                        <c:v>44582</c:v>
                      </c:pt>
                      <c:pt idx="4648">
                        <c:v>44585</c:v>
                      </c:pt>
                      <c:pt idx="4649">
                        <c:v>44586</c:v>
                      </c:pt>
                      <c:pt idx="4650">
                        <c:v>44587</c:v>
                      </c:pt>
                      <c:pt idx="4651">
                        <c:v>44588</c:v>
                      </c:pt>
                      <c:pt idx="4652">
                        <c:v>44589</c:v>
                      </c:pt>
                      <c:pt idx="4653">
                        <c:v>44592</c:v>
                      </c:pt>
                      <c:pt idx="4654">
                        <c:v>44593</c:v>
                      </c:pt>
                      <c:pt idx="4655">
                        <c:v>44594</c:v>
                      </c:pt>
                      <c:pt idx="4656">
                        <c:v>44595</c:v>
                      </c:pt>
                      <c:pt idx="4657">
                        <c:v>44596</c:v>
                      </c:pt>
                      <c:pt idx="4658">
                        <c:v>44599</c:v>
                      </c:pt>
                      <c:pt idx="4659">
                        <c:v>44600</c:v>
                      </c:pt>
                      <c:pt idx="4660">
                        <c:v>44601</c:v>
                      </c:pt>
                      <c:pt idx="4661">
                        <c:v>44602</c:v>
                      </c:pt>
                      <c:pt idx="4662">
                        <c:v>44603</c:v>
                      </c:pt>
                      <c:pt idx="4663">
                        <c:v>44606</c:v>
                      </c:pt>
                      <c:pt idx="4664">
                        <c:v>44607</c:v>
                      </c:pt>
                      <c:pt idx="4665">
                        <c:v>44608</c:v>
                      </c:pt>
                      <c:pt idx="4666">
                        <c:v>44609</c:v>
                      </c:pt>
                      <c:pt idx="4667">
                        <c:v>44610</c:v>
                      </c:pt>
                      <c:pt idx="4668">
                        <c:v>44613</c:v>
                      </c:pt>
                      <c:pt idx="4669">
                        <c:v>44614</c:v>
                      </c:pt>
                      <c:pt idx="4670">
                        <c:v>44615</c:v>
                      </c:pt>
                      <c:pt idx="4671">
                        <c:v>44616</c:v>
                      </c:pt>
                      <c:pt idx="4672">
                        <c:v>44617</c:v>
                      </c:pt>
                      <c:pt idx="4673">
                        <c:v>44620</c:v>
                      </c:pt>
                      <c:pt idx="4674">
                        <c:v>44621</c:v>
                      </c:pt>
                      <c:pt idx="4675">
                        <c:v>44622</c:v>
                      </c:pt>
                      <c:pt idx="4676">
                        <c:v>44623</c:v>
                      </c:pt>
                      <c:pt idx="4677">
                        <c:v>44624</c:v>
                      </c:pt>
                      <c:pt idx="4678">
                        <c:v>44627</c:v>
                      </c:pt>
                      <c:pt idx="4679">
                        <c:v>44628</c:v>
                      </c:pt>
                      <c:pt idx="4680">
                        <c:v>44629</c:v>
                      </c:pt>
                      <c:pt idx="4681">
                        <c:v>44630</c:v>
                      </c:pt>
                      <c:pt idx="4682">
                        <c:v>44631</c:v>
                      </c:pt>
                      <c:pt idx="4683">
                        <c:v>44634</c:v>
                      </c:pt>
                      <c:pt idx="4684">
                        <c:v>44635</c:v>
                      </c:pt>
                      <c:pt idx="4685">
                        <c:v>44636</c:v>
                      </c:pt>
                      <c:pt idx="4686">
                        <c:v>44637</c:v>
                      </c:pt>
                      <c:pt idx="4687">
                        <c:v>44638</c:v>
                      </c:pt>
                      <c:pt idx="4688">
                        <c:v>44641</c:v>
                      </c:pt>
                      <c:pt idx="4689">
                        <c:v>44642</c:v>
                      </c:pt>
                      <c:pt idx="4690">
                        <c:v>44643</c:v>
                      </c:pt>
                      <c:pt idx="4691">
                        <c:v>44644</c:v>
                      </c:pt>
                      <c:pt idx="4692">
                        <c:v>44645</c:v>
                      </c:pt>
                      <c:pt idx="4693">
                        <c:v>44648</c:v>
                      </c:pt>
                      <c:pt idx="4694">
                        <c:v>44649</c:v>
                      </c:pt>
                      <c:pt idx="4695">
                        <c:v>44650</c:v>
                      </c:pt>
                      <c:pt idx="4696">
                        <c:v>44651</c:v>
                      </c:pt>
                      <c:pt idx="4697">
                        <c:v>44652</c:v>
                      </c:pt>
                      <c:pt idx="4698">
                        <c:v>44655</c:v>
                      </c:pt>
                      <c:pt idx="4699">
                        <c:v>44656</c:v>
                      </c:pt>
                      <c:pt idx="4700">
                        <c:v>44657</c:v>
                      </c:pt>
                      <c:pt idx="4701">
                        <c:v>44658</c:v>
                      </c:pt>
                      <c:pt idx="4702">
                        <c:v>44659</c:v>
                      </c:pt>
                      <c:pt idx="4703">
                        <c:v>44662</c:v>
                      </c:pt>
                      <c:pt idx="4704">
                        <c:v>44663</c:v>
                      </c:pt>
                      <c:pt idx="4705">
                        <c:v>44664</c:v>
                      </c:pt>
                      <c:pt idx="4706">
                        <c:v>44665</c:v>
                      </c:pt>
                      <c:pt idx="4707">
                        <c:v>44666</c:v>
                      </c:pt>
                      <c:pt idx="4708">
                        <c:v>44669</c:v>
                      </c:pt>
                      <c:pt idx="4709">
                        <c:v>44670</c:v>
                      </c:pt>
                      <c:pt idx="4710">
                        <c:v>44671</c:v>
                      </c:pt>
                      <c:pt idx="4711">
                        <c:v>44672</c:v>
                      </c:pt>
                      <c:pt idx="4712">
                        <c:v>44673</c:v>
                      </c:pt>
                      <c:pt idx="4713">
                        <c:v>44676</c:v>
                      </c:pt>
                      <c:pt idx="4714">
                        <c:v>44677</c:v>
                      </c:pt>
                      <c:pt idx="4715">
                        <c:v>44678</c:v>
                      </c:pt>
                      <c:pt idx="4716">
                        <c:v>44679</c:v>
                      </c:pt>
                      <c:pt idx="4717">
                        <c:v>44680</c:v>
                      </c:pt>
                      <c:pt idx="4718">
                        <c:v>44683</c:v>
                      </c:pt>
                      <c:pt idx="4719">
                        <c:v>44684</c:v>
                      </c:pt>
                      <c:pt idx="4720">
                        <c:v>44685</c:v>
                      </c:pt>
                      <c:pt idx="4721">
                        <c:v>44686</c:v>
                      </c:pt>
                      <c:pt idx="4722">
                        <c:v>44687</c:v>
                      </c:pt>
                      <c:pt idx="4723">
                        <c:v>44690</c:v>
                      </c:pt>
                      <c:pt idx="4724">
                        <c:v>44691</c:v>
                      </c:pt>
                      <c:pt idx="4725">
                        <c:v>44692</c:v>
                      </c:pt>
                      <c:pt idx="4726">
                        <c:v>44693</c:v>
                      </c:pt>
                      <c:pt idx="4727">
                        <c:v>44694</c:v>
                      </c:pt>
                      <c:pt idx="4728">
                        <c:v>44697</c:v>
                      </c:pt>
                      <c:pt idx="4729">
                        <c:v>44698</c:v>
                      </c:pt>
                      <c:pt idx="4730">
                        <c:v>44699</c:v>
                      </c:pt>
                      <c:pt idx="4731">
                        <c:v>44700</c:v>
                      </c:pt>
                      <c:pt idx="4732">
                        <c:v>44701</c:v>
                      </c:pt>
                      <c:pt idx="4733">
                        <c:v>44704</c:v>
                      </c:pt>
                      <c:pt idx="4734">
                        <c:v>44705</c:v>
                      </c:pt>
                      <c:pt idx="4735">
                        <c:v>44706</c:v>
                      </c:pt>
                      <c:pt idx="4736">
                        <c:v>44707</c:v>
                      </c:pt>
                      <c:pt idx="4737">
                        <c:v>44708</c:v>
                      </c:pt>
                      <c:pt idx="4738">
                        <c:v>44711</c:v>
                      </c:pt>
                      <c:pt idx="4739">
                        <c:v>44712</c:v>
                      </c:pt>
                      <c:pt idx="4740">
                        <c:v>44713</c:v>
                      </c:pt>
                      <c:pt idx="4741">
                        <c:v>44714</c:v>
                      </c:pt>
                      <c:pt idx="4742">
                        <c:v>44715</c:v>
                      </c:pt>
                      <c:pt idx="4743">
                        <c:v>44718</c:v>
                      </c:pt>
                      <c:pt idx="4744">
                        <c:v>44719</c:v>
                      </c:pt>
                      <c:pt idx="4745">
                        <c:v>44720</c:v>
                      </c:pt>
                      <c:pt idx="4746">
                        <c:v>44721</c:v>
                      </c:pt>
                      <c:pt idx="4747">
                        <c:v>44722</c:v>
                      </c:pt>
                      <c:pt idx="4748">
                        <c:v>44725</c:v>
                      </c:pt>
                      <c:pt idx="4749">
                        <c:v>44726</c:v>
                      </c:pt>
                      <c:pt idx="4750">
                        <c:v>44727</c:v>
                      </c:pt>
                      <c:pt idx="4751">
                        <c:v>44728</c:v>
                      </c:pt>
                      <c:pt idx="4752">
                        <c:v>44729</c:v>
                      </c:pt>
                      <c:pt idx="4753">
                        <c:v>44732</c:v>
                      </c:pt>
                      <c:pt idx="4754">
                        <c:v>44733</c:v>
                      </c:pt>
                      <c:pt idx="4755">
                        <c:v>44734</c:v>
                      </c:pt>
                      <c:pt idx="4756">
                        <c:v>44735</c:v>
                      </c:pt>
                      <c:pt idx="4757">
                        <c:v>44736</c:v>
                      </c:pt>
                      <c:pt idx="4758">
                        <c:v>44739</c:v>
                      </c:pt>
                      <c:pt idx="4759">
                        <c:v>44740</c:v>
                      </c:pt>
                      <c:pt idx="4760">
                        <c:v>44741</c:v>
                      </c:pt>
                      <c:pt idx="4761">
                        <c:v>44742</c:v>
                      </c:pt>
                      <c:pt idx="4762">
                        <c:v>44743</c:v>
                      </c:pt>
                      <c:pt idx="4763">
                        <c:v>44747</c:v>
                      </c:pt>
                      <c:pt idx="4764">
                        <c:v>44748</c:v>
                      </c:pt>
                      <c:pt idx="4765">
                        <c:v>44749</c:v>
                      </c:pt>
                      <c:pt idx="4766">
                        <c:v>44750</c:v>
                      </c:pt>
                      <c:pt idx="4767">
                        <c:v>44753</c:v>
                      </c:pt>
                      <c:pt idx="4768">
                        <c:v>44754</c:v>
                      </c:pt>
                      <c:pt idx="4769">
                        <c:v>44755</c:v>
                      </c:pt>
                      <c:pt idx="4770">
                        <c:v>44756</c:v>
                      </c:pt>
                      <c:pt idx="4771">
                        <c:v>44757</c:v>
                      </c:pt>
                      <c:pt idx="4772">
                        <c:v>44760</c:v>
                      </c:pt>
                      <c:pt idx="4773">
                        <c:v>44761</c:v>
                      </c:pt>
                      <c:pt idx="4774">
                        <c:v>44762</c:v>
                      </c:pt>
                      <c:pt idx="4775">
                        <c:v>44763</c:v>
                      </c:pt>
                      <c:pt idx="4776">
                        <c:v>44764</c:v>
                      </c:pt>
                      <c:pt idx="4777">
                        <c:v>44767</c:v>
                      </c:pt>
                      <c:pt idx="4778">
                        <c:v>44768</c:v>
                      </c:pt>
                      <c:pt idx="4779">
                        <c:v>44769</c:v>
                      </c:pt>
                      <c:pt idx="4780">
                        <c:v>44770</c:v>
                      </c:pt>
                      <c:pt idx="4781">
                        <c:v>44771</c:v>
                      </c:pt>
                      <c:pt idx="4782">
                        <c:v>44774</c:v>
                      </c:pt>
                      <c:pt idx="4783">
                        <c:v>44775</c:v>
                      </c:pt>
                      <c:pt idx="4784">
                        <c:v>44776</c:v>
                      </c:pt>
                      <c:pt idx="4785">
                        <c:v>44777</c:v>
                      </c:pt>
                      <c:pt idx="4786">
                        <c:v>44778</c:v>
                      </c:pt>
                      <c:pt idx="4787">
                        <c:v>44781</c:v>
                      </c:pt>
                      <c:pt idx="4788">
                        <c:v>44782</c:v>
                      </c:pt>
                      <c:pt idx="4789">
                        <c:v>44783</c:v>
                      </c:pt>
                      <c:pt idx="4790">
                        <c:v>44784</c:v>
                      </c:pt>
                      <c:pt idx="4791">
                        <c:v>44785</c:v>
                      </c:pt>
                      <c:pt idx="4792">
                        <c:v>44788</c:v>
                      </c:pt>
                      <c:pt idx="4793">
                        <c:v>44789</c:v>
                      </c:pt>
                      <c:pt idx="4794">
                        <c:v>44790</c:v>
                      </c:pt>
                      <c:pt idx="4795">
                        <c:v>44791</c:v>
                      </c:pt>
                      <c:pt idx="4796">
                        <c:v>44792</c:v>
                      </c:pt>
                      <c:pt idx="4797">
                        <c:v>44795</c:v>
                      </c:pt>
                      <c:pt idx="4798">
                        <c:v>44796</c:v>
                      </c:pt>
                      <c:pt idx="4799">
                        <c:v>44797</c:v>
                      </c:pt>
                      <c:pt idx="4800">
                        <c:v>44798</c:v>
                      </c:pt>
                      <c:pt idx="4801">
                        <c:v>44799</c:v>
                      </c:pt>
                      <c:pt idx="4802">
                        <c:v>44802</c:v>
                      </c:pt>
                      <c:pt idx="4803">
                        <c:v>44803</c:v>
                      </c:pt>
                      <c:pt idx="4804">
                        <c:v>44804</c:v>
                      </c:pt>
                      <c:pt idx="4805">
                        <c:v>44805</c:v>
                      </c:pt>
                      <c:pt idx="4806">
                        <c:v>44806</c:v>
                      </c:pt>
                      <c:pt idx="4807">
                        <c:v>44809</c:v>
                      </c:pt>
                      <c:pt idx="4808">
                        <c:v>44810</c:v>
                      </c:pt>
                      <c:pt idx="4809">
                        <c:v>44811</c:v>
                      </c:pt>
                      <c:pt idx="4810">
                        <c:v>44812</c:v>
                      </c:pt>
                      <c:pt idx="4811">
                        <c:v>44813</c:v>
                      </c:pt>
                      <c:pt idx="4812">
                        <c:v>44816</c:v>
                      </c:pt>
                      <c:pt idx="4813">
                        <c:v>44817</c:v>
                      </c:pt>
                      <c:pt idx="4814">
                        <c:v>44818</c:v>
                      </c:pt>
                      <c:pt idx="4815">
                        <c:v>44819</c:v>
                      </c:pt>
                      <c:pt idx="4816">
                        <c:v>44820</c:v>
                      </c:pt>
                      <c:pt idx="4817">
                        <c:v>44823</c:v>
                      </c:pt>
                      <c:pt idx="4818">
                        <c:v>44824</c:v>
                      </c:pt>
                      <c:pt idx="4819">
                        <c:v>44825</c:v>
                      </c:pt>
                      <c:pt idx="4820">
                        <c:v>44826</c:v>
                      </c:pt>
                      <c:pt idx="4821">
                        <c:v>44827</c:v>
                      </c:pt>
                      <c:pt idx="4822">
                        <c:v>44830</c:v>
                      </c:pt>
                      <c:pt idx="4823">
                        <c:v>44831</c:v>
                      </c:pt>
                      <c:pt idx="4824">
                        <c:v>44832</c:v>
                      </c:pt>
                      <c:pt idx="4825">
                        <c:v>44833</c:v>
                      </c:pt>
                      <c:pt idx="4826">
                        <c:v>44834</c:v>
                      </c:pt>
                      <c:pt idx="4827">
                        <c:v>44837</c:v>
                      </c:pt>
                      <c:pt idx="4828">
                        <c:v>44838</c:v>
                      </c:pt>
                      <c:pt idx="4829">
                        <c:v>44839</c:v>
                      </c:pt>
                      <c:pt idx="4830">
                        <c:v>44840</c:v>
                      </c:pt>
                      <c:pt idx="4831">
                        <c:v>44841</c:v>
                      </c:pt>
                      <c:pt idx="4832">
                        <c:v>44844</c:v>
                      </c:pt>
                      <c:pt idx="4833">
                        <c:v>44845</c:v>
                      </c:pt>
                      <c:pt idx="4834">
                        <c:v>44846</c:v>
                      </c:pt>
                      <c:pt idx="4835">
                        <c:v>44847</c:v>
                      </c:pt>
                      <c:pt idx="4836">
                        <c:v>44848</c:v>
                      </c:pt>
                      <c:pt idx="4837">
                        <c:v>44851</c:v>
                      </c:pt>
                      <c:pt idx="4838">
                        <c:v>44852</c:v>
                      </c:pt>
                      <c:pt idx="4839">
                        <c:v>44853</c:v>
                      </c:pt>
                      <c:pt idx="4840">
                        <c:v>44854</c:v>
                      </c:pt>
                      <c:pt idx="4841">
                        <c:v>44855</c:v>
                      </c:pt>
                      <c:pt idx="4842">
                        <c:v>44858</c:v>
                      </c:pt>
                      <c:pt idx="4843">
                        <c:v>44859</c:v>
                      </c:pt>
                      <c:pt idx="4844">
                        <c:v>44860</c:v>
                      </c:pt>
                      <c:pt idx="4845">
                        <c:v>44861</c:v>
                      </c:pt>
                      <c:pt idx="4846">
                        <c:v>44862</c:v>
                      </c:pt>
                      <c:pt idx="4847">
                        <c:v>44865</c:v>
                      </c:pt>
                      <c:pt idx="4848">
                        <c:v>44866</c:v>
                      </c:pt>
                      <c:pt idx="4849">
                        <c:v>44867</c:v>
                      </c:pt>
                      <c:pt idx="4850">
                        <c:v>44868</c:v>
                      </c:pt>
                      <c:pt idx="4851">
                        <c:v>44869</c:v>
                      </c:pt>
                      <c:pt idx="4852">
                        <c:v>44872</c:v>
                      </c:pt>
                      <c:pt idx="4853">
                        <c:v>44873</c:v>
                      </c:pt>
                      <c:pt idx="4854">
                        <c:v>44874</c:v>
                      </c:pt>
                      <c:pt idx="4855">
                        <c:v>44875</c:v>
                      </c:pt>
                      <c:pt idx="4856">
                        <c:v>44876</c:v>
                      </c:pt>
                      <c:pt idx="4857">
                        <c:v>44879</c:v>
                      </c:pt>
                      <c:pt idx="4858">
                        <c:v>44880</c:v>
                      </c:pt>
                      <c:pt idx="4859">
                        <c:v>44881</c:v>
                      </c:pt>
                      <c:pt idx="4860">
                        <c:v>44882</c:v>
                      </c:pt>
                      <c:pt idx="4861">
                        <c:v>44883</c:v>
                      </c:pt>
                      <c:pt idx="4862">
                        <c:v>44886</c:v>
                      </c:pt>
                      <c:pt idx="4863">
                        <c:v>44887</c:v>
                      </c:pt>
                      <c:pt idx="4864">
                        <c:v>44888</c:v>
                      </c:pt>
                      <c:pt idx="4865">
                        <c:v>44889</c:v>
                      </c:pt>
                      <c:pt idx="4866">
                        <c:v>44890</c:v>
                      </c:pt>
                      <c:pt idx="4867">
                        <c:v>44893</c:v>
                      </c:pt>
                      <c:pt idx="4868">
                        <c:v>44894</c:v>
                      </c:pt>
                      <c:pt idx="4869">
                        <c:v>44895</c:v>
                      </c:pt>
                      <c:pt idx="4870">
                        <c:v>44896</c:v>
                      </c:pt>
                      <c:pt idx="4871">
                        <c:v>44897</c:v>
                      </c:pt>
                      <c:pt idx="4872">
                        <c:v>44900</c:v>
                      </c:pt>
                      <c:pt idx="4873">
                        <c:v>44901</c:v>
                      </c:pt>
                      <c:pt idx="4874">
                        <c:v>44902</c:v>
                      </c:pt>
                      <c:pt idx="4875">
                        <c:v>44903</c:v>
                      </c:pt>
                      <c:pt idx="4876">
                        <c:v>44904</c:v>
                      </c:pt>
                      <c:pt idx="4877">
                        <c:v>44907</c:v>
                      </c:pt>
                      <c:pt idx="4878">
                        <c:v>44908</c:v>
                      </c:pt>
                      <c:pt idx="4879">
                        <c:v>44909</c:v>
                      </c:pt>
                      <c:pt idx="4880">
                        <c:v>44910</c:v>
                      </c:pt>
                      <c:pt idx="4881">
                        <c:v>44911</c:v>
                      </c:pt>
                      <c:pt idx="4882">
                        <c:v>44914</c:v>
                      </c:pt>
                      <c:pt idx="4883">
                        <c:v>44915</c:v>
                      </c:pt>
                      <c:pt idx="4884">
                        <c:v>44916</c:v>
                      </c:pt>
                      <c:pt idx="4885">
                        <c:v>44917</c:v>
                      </c:pt>
                      <c:pt idx="4886">
                        <c:v>44918</c:v>
                      </c:pt>
                      <c:pt idx="4887">
                        <c:v>44921</c:v>
                      </c:pt>
                      <c:pt idx="4888">
                        <c:v>44922</c:v>
                      </c:pt>
                      <c:pt idx="4889">
                        <c:v>44923</c:v>
                      </c:pt>
                      <c:pt idx="4890">
                        <c:v>44924</c:v>
                      </c:pt>
                      <c:pt idx="4891">
                        <c:v>44925</c:v>
                      </c:pt>
                      <c:pt idx="4892">
                        <c:v>44928</c:v>
                      </c:pt>
                      <c:pt idx="4893">
                        <c:v>44929</c:v>
                      </c:pt>
                      <c:pt idx="4894">
                        <c:v>44930</c:v>
                      </c:pt>
                      <c:pt idx="4895">
                        <c:v>44931</c:v>
                      </c:pt>
                      <c:pt idx="4896">
                        <c:v>44932</c:v>
                      </c:pt>
                      <c:pt idx="4897">
                        <c:v>44935</c:v>
                      </c:pt>
                      <c:pt idx="4898">
                        <c:v>44936</c:v>
                      </c:pt>
                      <c:pt idx="4899">
                        <c:v>44937</c:v>
                      </c:pt>
                      <c:pt idx="4900">
                        <c:v>44938</c:v>
                      </c:pt>
                      <c:pt idx="4901">
                        <c:v>44939</c:v>
                      </c:pt>
                      <c:pt idx="4902">
                        <c:v>44942</c:v>
                      </c:pt>
                      <c:pt idx="4903">
                        <c:v>44943</c:v>
                      </c:pt>
                      <c:pt idx="4904">
                        <c:v>44944</c:v>
                      </c:pt>
                      <c:pt idx="4905">
                        <c:v>44945</c:v>
                      </c:pt>
                      <c:pt idx="4906">
                        <c:v>44946</c:v>
                      </c:pt>
                      <c:pt idx="4907">
                        <c:v>44949</c:v>
                      </c:pt>
                      <c:pt idx="4908">
                        <c:v>44950</c:v>
                      </c:pt>
                      <c:pt idx="4909">
                        <c:v>44951</c:v>
                      </c:pt>
                      <c:pt idx="4910">
                        <c:v>44952</c:v>
                      </c:pt>
                      <c:pt idx="4911">
                        <c:v>44953</c:v>
                      </c:pt>
                      <c:pt idx="4912">
                        <c:v>44956</c:v>
                      </c:pt>
                      <c:pt idx="4913">
                        <c:v>44957</c:v>
                      </c:pt>
                      <c:pt idx="4914">
                        <c:v>44958</c:v>
                      </c:pt>
                      <c:pt idx="4915">
                        <c:v>44959</c:v>
                      </c:pt>
                      <c:pt idx="4916">
                        <c:v>44960</c:v>
                      </c:pt>
                      <c:pt idx="4917">
                        <c:v>44963</c:v>
                      </c:pt>
                      <c:pt idx="4918">
                        <c:v>44964</c:v>
                      </c:pt>
                      <c:pt idx="4919">
                        <c:v>44965</c:v>
                      </c:pt>
                      <c:pt idx="4920">
                        <c:v>44966</c:v>
                      </c:pt>
                      <c:pt idx="4921">
                        <c:v>44967</c:v>
                      </c:pt>
                      <c:pt idx="4922">
                        <c:v>44970</c:v>
                      </c:pt>
                      <c:pt idx="4923">
                        <c:v>44971</c:v>
                      </c:pt>
                      <c:pt idx="4924">
                        <c:v>44972</c:v>
                      </c:pt>
                      <c:pt idx="4925">
                        <c:v>44973</c:v>
                      </c:pt>
                      <c:pt idx="4926">
                        <c:v>44974</c:v>
                      </c:pt>
                      <c:pt idx="4927">
                        <c:v>44977</c:v>
                      </c:pt>
                      <c:pt idx="4928">
                        <c:v>44978</c:v>
                      </c:pt>
                      <c:pt idx="4929">
                        <c:v>44979</c:v>
                      </c:pt>
                      <c:pt idx="4930">
                        <c:v>44980</c:v>
                      </c:pt>
                      <c:pt idx="4931">
                        <c:v>44981</c:v>
                      </c:pt>
                      <c:pt idx="4932">
                        <c:v>44984</c:v>
                      </c:pt>
                      <c:pt idx="4933">
                        <c:v>44985</c:v>
                      </c:pt>
                      <c:pt idx="4934">
                        <c:v>44986</c:v>
                      </c:pt>
                      <c:pt idx="4935">
                        <c:v>44987</c:v>
                      </c:pt>
                      <c:pt idx="4936">
                        <c:v>44988</c:v>
                      </c:pt>
                      <c:pt idx="4937">
                        <c:v>44991</c:v>
                      </c:pt>
                      <c:pt idx="4938">
                        <c:v>44992</c:v>
                      </c:pt>
                      <c:pt idx="4939">
                        <c:v>44993</c:v>
                      </c:pt>
                      <c:pt idx="4940">
                        <c:v>44994</c:v>
                      </c:pt>
                      <c:pt idx="4941">
                        <c:v>44995</c:v>
                      </c:pt>
                      <c:pt idx="4942">
                        <c:v>44998</c:v>
                      </c:pt>
                      <c:pt idx="4943">
                        <c:v>44999</c:v>
                      </c:pt>
                      <c:pt idx="4944">
                        <c:v>45000</c:v>
                      </c:pt>
                      <c:pt idx="4945">
                        <c:v>45001</c:v>
                      </c:pt>
                      <c:pt idx="4946">
                        <c:v>45002</c:v>
                      </c:pt>
                      <c:pt idx="4947">
                        <c:v>45005</c:v>
                      </c:pt>
                      <c:pt idx="4948">
                        <c:v>45006</c:v>
                      </c:pt>
                      <c:pt idx="4949">
                        <c:v>45007</c:v>
                      </c:pt>
                      <c:pt idx="4950">
                        <c:v>45008</c:v>
                      </c:pt>
                      <c:pt idx="4951">
                        <c:v>45009</c:v>
                      </c:pt>
                      <c:pt idx="4952">
                        <c:v>45012</c:v>
                      </c:pt>
                      <c:pt idx="4953">
                        <c:v>45013</c:v>
                      </c:pt>
                      <c:pt idx="4954">
                        <c:v>45014</c:v>
                      </c:pt>
                      <c:pt idx="4955">
                        <c:v>45015</c:v>
                      </c:pt>
                      <c:pt idx="4956">
                        <c:v>45016</c:v>
                      </c:pt>
                      <c:pt idx="4957">
                        <c:v>45019</c:v>
                      </c:pt>
                      <c:pt idx="4958">
                        <c:v>45020</c:v>
                      </c:pt>
                      <c:pt idx="4959">
                        <c:v>45021</c:v>
                      </c:pt>
                      <c:pt idx="4960">
                        <c:v>45022</c:v>
                      </c:pt>
                      <c:pt idx="4961">
                        <c:v>45023</c:v>
                      </c:pt>
                      <c:pt idx="4962">
                        <c:v>45026</c:v>
                      </c:pt>
                      <c:pt idx="4963">
                        <c:v>45027</c:v>
                      </c:pt>
                      <c:pt idx="4964">
                        <c:v>45028</c:v>
                      </c:pt>
                      <c:pt idx="4965">
                        <c:v>45029</c:v>
                      </c:pt>
                      <c:pt idx="4966">
                        <c:v>45030</c:v>
                      </c:pt>
                      <c:pt idx="4967">
                        <c:v>45033</c:v>
                      </c:pt>
                      <c:pt idx="4968">
                        <c:v>45034</c:v>
                      </c:pt>
                      <c:pt idx="4969">
                        <c:v>45035</c:v>
                      </c:pt>
                      <c:pt idx="4970">
                        <c:v>45036</c:v>
                      </c:pt>
                      <c:pt idx="4971">
                        <c:v>45037</c:v>
                      </c:pt>
                      <c:pt idx="4972">
                        <c:v>45040</c:v>
                      </c:pt>
                      <c:pt idx="4973">
                        <c:v>45041</c:v>
                      </c:pt>
                      <c:pt idx="4974">
                        <c:v>45042</c:v>
                      </c:pt>
                      <c:pt idx="4975">
                        <c:v>45043</c:v>
                      </c:pt>
                      <c:pt idx="4976">
                        <c:v>45044</c:v>
                      </c:pt>
                      <c:pt idx="4977">
                        <c:v>45047</c:v>
                      </c:pt>
                      <c:pt idx="4978">
                        <c:v>45048</c:v>
                      </c:pt>
                      <c:pt idx="4979">
                        <c:v>45049</c:v>
                      </c:pt>
                      <c:pt idx="4980">
                        <c:v>45050</c:v>
                      </c:pt>
                      <c:pt idx="4981">
                        <c:v>45051</c:v>
                      </c:pt>
                      <c:pt idx="4982">
                        <c:v>45054</c:v>
                      </c:pt>
                      <c:pt idx="4983">
                        <c:v>45055</c:v>
                      </c:pt>
                      <c:pt idx="4984">
                        <c:v>45056</c:v>
                      </c:pt>
                      <c:pt idx="4985">
                        <c:v>45057</c:v>
                      </c:pt>
                      <c:pt idx="4986">
                        <c:v>45058</c:v>
                      </c:pt>
                      <c:pt idx="4987">
                        <c:v>45061</c:v>
                      </c:pt>
                      <c:pt idx="4988">
                        <c:v>45062</c:v>
                      </c:pt>
                      <c:pt idx="4989">
                        <c:v>45063</c:v>
                      </c:pt>
                      <c:pt idx="4990">
                        <c:v>45064</c:v>
                      </c:pt>
                      <c:pt idx="4991">
                        <c:v>45065</c:v>
                      </c:pt>
                      <c:pt idx="4992">
                        <c:v>45068</c:v>
                      </c:pt>
                      <c:pt idx="4993">
                        <c:v>45069</c:v>
                      </c:pt>
                      <c:pt idx="4994">
                        <c:v>45070</c:v>
                      </c:pt>
                      <c:pt idx="4995">
                        <c:v>45071</c:v>
                      </c:pt>
                      <c:pt idx="4996">
                        <c:v>45072</c:v>
                      </c:pt>
                      <c:pt idx="4997">
                        <c:v>45075</c:v>
                      </c:pt>
                      <c:pt idx="4998">
                        <c:v>45076</c:v>
                      </c:pt>
                      <c:pt idx="4999">
                        <c:v>45077</c:v>
                      </c:pt>
                      <c:pt idx="5000">
                        <c:v>45078</c:v>
                      </c:pt>
                      <c:pt idx="5001">
                        <c:v>45079</c:v>
                      </c:pt>
                      <c:pt idx="5002">
                        <c:v>45082</c:v>
                      </c:pt>
                      <c:pt idx="5003">
                        <c:v>45083</c:v>
                      </c:pt>
                      <c:pt idx="5004">
                        <c:v>45084</c:v>
                      </c:pt>
                      <c:pt idx="5005">
                        <c:v>45085</c:v>
                      </c:pt>
                      <c:pt idx="5006">
                        <c:v>45086</c:v>
                      </c:pt>
                      <c:pt idx="5007">
                        <c:v>45089</c:v>
                      </c:pt>
                      <c:pt idx="5008">
                        <c:v>45090</c:v>
                      </c:pt>
                      <c:pt idx="5009">
                        <c:v>45091</c:v>
                      </c:pt>
                      <c:pt idx="5010">
                        <c:v>45092</c:v>
                      </c:pt>
                      <c:pt idx="5011">
                        <c:v>45093</c:v>
                      </c:pt>
                      <c:pt idx="5012">
                        <c:v>45096</c:v>
                      </c:pt>
                      <c:pt idx="5013">
                        <c:v>45097</c:v>
                      </c:pt>
                      <c:pt idx="5014">
                        <c:v>45098</c:v>
                      </c:pt>
                      <c:pt idx="5015">
                        <c:v>45099</c:v>
                      </c:pt>
                      <c:pt idx="5016">
                        <c:v>45100</c:v>
                      </c:pt>
                      <c:pt idx="5017">
                        <c:v>45103</c:v>
                      </c:pt>
                      <c:pt idx="5018">
                        <c:v>45104</c:v>
                      </c:pt>
                      <c:pt idx="5019">
                        <c:v>45105</c:v>
                      </c:pt>
                      <c:pt idx="5020">
                        <c:v>45106</c:v>
                      </c:pt>
                      <c:pt idx="5021">
                        <c:v>45107</c:v>
                      </c:pt>
                      <c:pt idx="5022">
                        <c:v>45110</c:v>
                      </c:pt>
                      <c:pt idx="5023">
                        <c:v>45111</c:v>
                      </c:pt>
                      <c:pt idx="5024">
                        <c:v>45112</c:v>
                      </c:pt>
                      <c:pt idx="5025">
                        <c:v>45113</c:v>
                      </c:pt>
                      <c:pt idx="5026">
                        <c:v>45114</c:v>
                      </c:pt>
                      <c:pt idx="5027">
                        <c:v>45117</c:v>
                      </c:pt>
                      <c:pt idx="5028">
                        <c:v>45118</c:v>
                      </c:pt>
                      <c:pt idx="5029">
                        <c:v>45119</c:v>
                      </c:pt>
                      <c:pt idx="5030">
                        <c:v>45120</c:v>
                      </c:pt>
                      <c:pt idx="5031">
                        <c:v>45121</c:v>
                      </c:pt>
                      <c:pt idx="5032">
                        <c:v>45124</c:v>
                      </c:pt>
                      <c:pt idx="5033">
                        <c:v>45125</c:v>
                      </c:pt>
                      <c:pt idx="5034">
                        <c:v>45126</c:v>
                      </c:pt>
                      <c:pt idx="5035">
                        <c:v>45127</c:v>
                      </c:pt>
                      <c:pt idx="5036">
                        <c:v>45128</c:v>
                      </c:pt>
                      <c:pt idx="5037">
                        <c:v>45131</c:v>
                      </c:pt>
                      <c:pt idx="5038">
                        <c:v>45132</c:v>
                      </c:pt>
                      <c:pt idx="5039">
                        <c:v>45133</c:v>
                      </c:pt>
                      <c:pt idx="5040">
                        <c:v>45134</c:v>
                      </c:pt>
                      <c:pt idx="5041">
                        <c:v>45135</c:v>
                      </c:pt>
                      <c:pt idx="5042">
                        <c:v>45138</c:v>
                      </c:pt>
                      <c:pt idx="5043">
                        <c:v>45139</c:v>
                      </c:pt>
                      <c:pt idx="5044">
                        <c:v>45140</c:v>
                      </c:pt>
                      <c:pt idx="5045">
                        <c:v>45141</c:v>
                      </c:pt>
                      <c:pt idx="5046">
                        <c:v>45142</c:v>
                      </c:pt>
                      <c:pt idx="5047">
                        <c:v>45145</c:v>
                      </c:pt>
                      <c:pt idx="5048">
                        <c:v>45146</c:v>
                      </c:pt>
                      <c:pt idx="5049">
                        <c:v>45147</c:v>
                      </c:pt>
                      <c:pt idx="5050">
                        <c:v>45148</c:v>
                      </c:pt>
                      <c:pt idx="5051">
                        <c:v>45149</c:v>
                      </c:pt>
                      <c:pt idx="5052">
                        <c:v>45152</c:v>
                      </c:pt>
                      <c:pt idx="5053">
                        <c:v>45153</c:v>
                      </c:pt>
                      <c:pt idx="5054">
                        <c:v>45154</c:v>
                      </c:pt>
                      <c:pt idx="5055">
                        <c:v>45155</c:v>
                      </c:pt>
                      <c:pt idx="5056">
                        <c:v>45156</c:v>
                      </c:pt>
                      <c:pt idx="5057">
                        <c:v>45159</c:v>
                      </c:pt>
                      <c:pt idx="5058">
                        <c:v>45160</c:v>
                      </c:pt>
                      <c:pt idx="5059">
                        <c:v>45161</c:v>
                      </c:pt>
                      <c:pt idx="5060">
                        <c:v>45162</c:v>
                      </c:pt>
                      <c:pt idx="5061">
                        <c:v>45163</c:v>
                      </c:pt>
                      <c:pt idx="5062">
                        <c:v>45166</c:v>
                      </c:pt>
                      <c:pt idx="5063">
                        <c:v>45167</c:v>
                      </c:pt>
                      <c:pt idx="5064">
                        <c:v>45168</c:v>
                      </c:pt>
                      <c:pt idx="5065">
                        <c:v>45169</c:v>
                      </c:pt>
                      <c:pt idx="5066">
                        <c:v>45170</c:v>
                      </c:pt>
                      <c:pt idx="5067">
                        <c:v>45173</c:v>
                      </c:pt>
                      <c:pt idx="5068">
                        <c:v>45174</c:v>
                      </c:pt>
                      <c:pt idx="5069">
                        <c:v>45175</c:v>
                      </c:pt>
                      <c:pt idx="5070">
                        <c:v>45176</c:v>
                      </c:pt>
                      <c:pt idx="5071">
                        <c:v>45177</c:v>
                      </c:pt>
                      <c:pt idx="5072">
                        <c:v>45180</c:v>
                      </c:pt>
                      <c:pt idx="5073">
                        <c:v>45181</c:v>
                      </c:pt>
                      <c:pt idx="5074">
                        <c:v>45182</c:v>
                      </c:pt>
                      <c:pt idx="5075">
                        <c:v>45183</c:v>
                      </c:pt>
                      <c:pt idx="5076">
                        <c:v>45184</c:v>
                      </c:pt>
                      <c:pt idx="5077">
                        <c:v>45187</c:v>
                      </c:pt>
                      <c:pt idx="5078">
                        <c:v>45188</c:v>
                      </c:pt>
                      <c:pt idx="5079">
                        <c:v>45189</c:v>
                      </c:pt>
                      <c:pt idx="5080">
                        <c:v>45190</c:v>
                      </c:pt>
                      <c:pt idx="5081">
                        <c:v>45191</c:v>
                      </c:pt>
                      <c:pt idx="5082">
                        <c:v>45194</c:v>
                      </c:pt>
                      <c:pt idx="5083">
                        <c:v>45195</c:v>
                      </c:pt>
                      <c:pt idx="5084">
                        <c:v>45196</c:v>
                      </c:pt>
                      <c:pt idx="5085">
                        <c:v>45197</c:v>
                      </c:pt>
                      <c:pt idx="5086">
                        <c:v>45198</c:v>
                      </c:pt>
                      <c:pt idx="5087">
                        <c:v>45201</c:v>
                      </c:pt>
                      <c:pt idx="5088">
                        <c:v>45202</c:v>
                      </c:pt>
                      <c:pt idx="5089">
                        <c:v>45203</c:v>
                      </c:pt>
                      <c:pt idx="5090">
                        <c:v>45204</c:v>
                      </c:pt>
                      <c:pt idx="5091">
                        <c:v>45205</c:v>
                      </c:pt>
                      <c:pt idx="5092">
                        <c:v>45208</c:v>
                      </c:pt>
                      <c:pt idx="5093">
                        <c:v>45209</c:v>
                      </c:pt>
                      <c:pt idx="5094">
                        <c:v>45210</c:v>
                      </c:pt>
                      <c:pt idx="5095">
                        <c:v>45211</c:v>
                      </c:pt>
                      <c:pt idx="5096">
                        <c:v>45212</c:v>
                      </c:pt>
                      <c:pt idx="5097">
                        <c:v>45215</c:v>
                      </c:pt>
                      <c:pt idx="5098">
                        <c:v>45216</c:v>
                      </c:pt>
                      <c:pt idx="5099">
                        <c:v>45217</c:v>
                      </c:pt>
                      <c:pt idx="5100">
                        <c:v>45218</c:v>
                      </c:pt>
                      <c:pt idx="5101">
                        <c:v>45219</c:v>
                      </c:pt>
                      <c:pt idx="5102">
                        <c:v>45222</c:v>
                      </c:pt>
                      <c:pt idx="5103">
                        <c:v>45223</c:v>
                      </c:pt>
                      <c:pt idx="5104">
                        <c:v>45224</c:v>
                      </c:pt>
                      <c:pt idx="5105">
                        <c:v>45225</c:v>
                      </c:pt>
                      <c:pt idx="5106">
                        <c:v>45226</c:v>
                      </c:pt>
                      <c:pt idx="5107">
                        <c:v>45229</c:v>
                      </c:pt>
                      <c:pt idx="5108">
                        <c:v>45230</c:v>
                      </c:pt>
                      <c:pt idx="5109">
                        <c:v>45231</c:v>
                      </c:pt>
                      <c:pt idx="5110">
                        <c:v>45232</c:v>
                      </c:pt>
                      <c:pt idx="5111">
                        <c:v>45233</c:v>
                      </c:pt>
                      <c:pt idx="5112">
                        <c:v>45236</c:v>
                      </c:pt>
                      <c:pt idx="5113">
                        <c:v>45237</c:v>
                      </c:pt>
                      <c:pt idx="5114">
                        <c:v>45238</c:v>
                      </c:pt>
                      <c:pt idx="5115">
                        <c:v>45239</c:v>
                      </c:pt>
                      <c:pt idx="5116">
                        <c:v>45240</c:v>
                      </c:pt>
                      <c:pt idx="5117">
                        <c:v>45243</c:v>
                      </c:pt>
                      <c:pt idx="5118">
                        <c:v>45244</c:v>
                      </c:pt>
                      <c:pt idx="5119">
                        <c:v>45245</c:v>
                      </c:pt>
                      <c:pt idx="5120">
                        <c:v>45246</c:v>
                      </c:pt>
                      <c:pt idx="5121">
                        <c:v>45247</c:v>
                      </c:pt>
                      <c:pt idx="5122">
                        <c:v>45250</c:v>
                      </c:pt>
                      <c:pt idx="5123">
                        <c:v>45251</c:v>
                      </c:pt>
                      <c:pt idx="5124">
                        <c:v>45252</c:v>
                      </c:pt>
                      <c:pt idx="5125">
                        <c:v>45253</c:v>
                      </c:pt>
                      <c:pt idx="5126">
                        <c:v>45254</c:v>
                      </c:pt>
                      <c:pt idx="5127">
                        <c:v>45257</c:v>
                      </c:pt>
                      <c:pt idx="5128">
                        <c:v>45258</c:v>
                      </c:pt>
                      <c:pt idx="5129">
                        <c:v>45259</c:v>
                      </c:pt>
                      <c:pt idx="5130">
                        <c:v>45260</c:v>
                      </c:pt>
                      <c:pt idx="5131">
                        <c:v>45261</c:v>
                      </c:pt>
                      <c:pt idx="5132">
                        <c:v>45264</c:v>
                      </c:pt>
                      <c:pt idx="5133">
                        <c:v>45265</c:v>
                      </c:pt>
                      <c:pt idx="5134">
                        <c:v>45266</c:v>
                      </c:pt>
                      <c:pt idx="5135">
                        <c:v>45267</c:v>
                      </c:pt>
                      <c:pt idx="5136">
                        <c:v>45268</c:v>
                      </c:pt>
                      <c:pt idx="5137">
                        <c:v>45271</c:v>
                      </c:pt>
                      <c:pt idx="5138">
                        <c:v>45272</c:v>
                      </c:pt>
                      <c:pt idx="5139">
                        <c:v>45273</c:v>
                      </c:pt>
                      <c:pt idx="5140">
                        <c:v>45274</c:v>
                      </c:pt>
                      <c:pt idx="5141">
                        <c:v>45275</c:v>
                      </c:pt>
                      <c:pt idx="5142">
                        <c:v>45278</c:v>
                      </c:pt>
                      <c:pt idx="5143">
                        <c:v>45279</c:v>
                      </c:pt>
                      <c:pt idx="5144">
                        <c:v>45280</c:v>
                      </c:pt>
                      <c:pt idx="5145">
                        <c:v>45281</c:v>
                      </c:pt>
                      <c:pt idx="5146">
                        <c:v>45282</c:v>
                      </c:pt>
                      <c:pt idx="5147">
                        <c:v>45285</c:v>
                      </c:pt>
                      <c:pt idx="5148">
                        <c:v>45286</c:v>
                      </c:pt>
                      <c:pt idx="5149">
                        <c:v>45287</c:v>
                      </c:pt>
                      <c:pt idx="5150">
                        <c:v>45288</c:v>
                      </c:pt>
                      <c:pt idx="5151">
                        <c:v>45289</c:v>
                      </c:pt>
                      <c:pt idx="5152">
                        <c:v>45292</c:v>
                      </c:pt>
                      <c:pt idx="5153">
                        <c:v>45293</c:v>
                      </c:pt>
                      <c:pt idx="5154">
                        <c:v>45294</c:v>
                      </c:pt>
                      <c:pt idx="5155">
                        <c:v>45295</c:v>
                      </c:pt>
                      <c:pt idx="5156">
                        <c:v>45296</c:v>
                      </c:pt>
                      <c:pt idx="5157">
                        <c:v>45299</c:v>
                      </c:pt>
                      <c:pt idx="5158">
                        <c:v>45300</c:v>
                      </c:pt>
                      <c:pt idx="5159">
                        <c:v>45301</c:v>
                      </c:pt>
                      <c:pt idx="5160">
                        <c:v>45302</c:v>
                      </c:pt>
                      <c:pt idx="5161">
                        <c:v>45303</c:v>
                      </c:pt>
                      <c:pt idx="5162">
                        <c:v>45306</c:v>
                      </c:pt>
                      <c:pt idx="5163">
                        <c:v>45307</c:v>
                      </c:pt>
                      <c:pt idx="5164">
                        <c:v>45308</c:v>
                      </c:pt>
                      <c:pt idx="5165">
                        <c:v>45309</c:v>
                      </c:pt>
                      <c:pt idx="5166">
                        <c:v>45310</c:v>
                      </c:pt>
                      <c:pt idx="5167">
                        <c:v>45313</c:v>
                      </c:pt>
                      <c:pt idx="5168">
                        <c:v>45314</c:v>
                      </c:pt>
                      <c:pt idx="5169">
                        <c:v>45315</c:v>
                      </c:pt>
                      <c:pt idx="5170">
                        <c:v>45316</c:v>
                      </c:pt>
                      <c:pt idx="5171">
                        <c:v>45317</c:v>
                      </c:pt>
                      <c:pt idx="5172">
                        <c:v>45320</c:v>
                      </c:pt>
                      <c:pt idx="5173">
                        <c:v>45321</c:v>
                      </c:pt>
                      <c:pt idx="5174">
                        <c:v>45322</c:v>
                      </c:pt>
                      <c:pt idx="5175">
                        <c:v>45323</c:v>
                      </c:pt>
                      <c:pt idx="5176">
                        <c:v>45324</c:v>
                      </c:pt>
                      <c:pt idx="5177">
                        <c:v>45327</c:v>
                      </c:pt>
                      <c:pt idx="5178">
                        <c:v>45328</c:v>
                      </c:pt>
                      <c:pt idx="5179">
                        <c:v>45329</c:v>
                      </c:pt>
                      <c:pt idx="5180">
                        <c:v>45330</c:v>
                      </c:pt>
                      <c:pt idx="5181">
                        <c:v>45331</c:v>
                      </c:pt>
                      <c:pt idx="5182">
                        <c:v>45334</c:v>
                      </c:pt>
                      <c:pt idx="5183">
                        <c:v>45335</c:v>
                      </c:pt>
                      <c:pt idx="5184">
                        <c:v>45336</c:v>
                      </c:pt>
                      <c:pt idx="5185">
                        <c:v>45337</c:v>
                      </c:pt>
                      <c:pt idx="5186">
                        <c:v>45338</c:v>
                      </c:pt>
                      <c:pt idx="5187">
                        <c:v>45341</c:v>
                      </c:pt>
                      <c:pt idx="5188">
                        <c:v>45342</c:v>
                      </c:pt>
                      <c:pt idx="5189">
                        <c:v>45343</c:v>
                      </c:pt>
                      <c:pt idx="5190">
                        <c:v>45344</c:v>
                      </c:pt>
                      <c:pt idx="5191">
                        <c:v>45345</c:v>
                      </c:pt>
                      <c:pt idx="5192">
                        <c:v>45348</c:v>
                      </c:pt>
                      <c:pt idx="5193">
                        <c:v>45349</c:v>
                      </c:pt>
                      <c:pt idx="5194">
                        <c:v>45350</c:v>
                      </c:pt>
                      <c:pt idx="5195">
                        <c:v>45351</c:v>
                      </c:pt>
                      <c:pt idx="5196">
                        <c:v>45352</c:v>
                      </c:pt>
                      <c:pt idx="5197">
                        <c:v>45355</c:v>
                      </c:pt>
                      <c:pt idx="5198">
                        <c:v>45356</c:v>
                      </c:pt>
                      <c:pt idx="5199">
                        <c:v>45357</c:v>
                      </c:pt>
                      <c:pt idx="5200">
                        <c:v>45358</c:v>
                      </c:pt>
                      <c:pt idx="5201">
                        <c:v>45359</c:v>
                      </c:pt>
                      <c:pt idx="5202">
                        <c:v>45362</c:v>
                      </c:pt>
                      <c:pt idx="5203">
                        <c:v>45363</c:v>
                      </c:pt>
                      <c:pt idx="5204">
                        <c:v>45364</c:v>
                      </c:pt>
                      <c:pt idx="5205">
                        <c:v>45365</c:v>
                      </c:pt>
                      <c:pt idx="5206">
                        <c:v>45366</c:v>
                      </c:pt>
                      <c:pt idx="5207">
                        <c:v>45369</c:v>
                      </c:pt>
                      <c:pt idx="5208">
                        <c:v>45370</c:v>
                      </c:pt>
                      <c:pt idx="5209">
                        <c:v>45371</c:v>
                      </c:pt>
                      <c:pt idx="5210">
                        <c:v>45372</c:v>
                      </c:pt>
                      <c:pt idx="5211">
                        <c:v>45373</c:v>
                      </c:pt>
                      <c:pt idx="5212">
                        <c:v>45376</c:v>
                      </c:pt>
                      <c:pt idx="5213">
                        <c:v>45377</c:v>
                      </c:pt>
                      <c:pt idx="5214">
                        <c:v>45378</c:v>
                      </c:pt>
                      <c:pt idx="5215">
                        <c:v>45379</c:v>
                      </c:pt>
                      <c:pt idx="5216">
                        <c:v>45380</c:v>
                      </c:pt>
                      <c:pt idx="5217">
                        <c:v>45383</c:v>
                      </c:pt>
                      <c:pt idx="5218">
                        <c:v>45384</c:v>
                      </c:pt>
                      <c:pt idx="5219">
                        <c:v>45385</c:v>
                      </c:pt>
                      <c:pt idx="5220">
                        <c:v>45386</c:v>
                      </c:pt>
                      <c:pt idx="5221">
                        <c:v>45387</c:v>
                      </c:pt>
                      <c:pt idx="5222">
                        <c:v>45390</c:v>
                      </c:pt>
                      <c:pt idx="5223">
                        <c:v>45391</c:v>
                      </c:pt>
                      <c:pt idx="5224">
                        <c:v>45392</c:v>
                      </c:pt>
                      <c:pt idx="5225">
                        <c:v>45393</c:v>
                      </c:pt>
                      <c:pt idx="5226">
                        <c:v>45394</c:v>
                      </c:pt>
                      <c:pt idx="5227">
                        <c:v>45397</c:v>
                      </c:pt>
                      <c:pt idx="5228">
                        <c:v>45398</c:v>
                      </c:pt>
                      <c:pt idx="5229">
                        <c:v>45399</c:v>
                      </c:pt>
                      <c:pt idx="5230">
                        <c:v>45400</c:v>
                      </c:pt>
                      <c:pt idx="5231">
                        <c:v>45401</c:v>
                      </c:pt>
                      <c:pt idx="5232">
                        <c:v>45404</c:v>
                      </c:pt>
                      <c:pt idx="5233">
                        <c:v>45405</c:v>
                      </c:pt>
                      <c:pt idx="5234">
                        <c:v>45406</c:v>
                      </c:pt>
                      <c:pt idx="5235">
                        <c:v>45407</c:v>
                      </c:pt>
                      <c:pt idx="5236">
                        <c:v>45408</c:v>
                      </c:pt>
                      <c:pt idx="5237">
                        <c:v>45411</c:v>
                      </c:pt>
                      <c:pt idx="5238">
                        <c:v>45412</c:v>
                      </c:pt>
                      <c:pt idx="5239">
                        <c:v>45413</c:v>
                      </c:pt>
                      <c:pt idx="5240">
                        <c:v>45414</c:v>
                      </c:pt>
                      <c:pt idx="5241">
                        <c:v>45415</c:v>
                      </c:pt>
                      <c:pt idx="5242">
                        <c:v>45418</c:v>
                      </c:pt>
                      <c:pt idx="5243">
                        <c:v>45419</c:v>
                      </c:pt>
                      <c:pt idx="5244">
                        <c:v>45420</c:v>
                      </c:pt>
                      <c:pt idx="5245">
                        <c:v>45421</c:v>
                      </c:pt>
                      <c:pt idx="5246">
                        <c:v>45422</c:v>
                      </c:pt>
                      <c:pt idx="5247">
                        <c:v>45425</c:v>
                      </c:pt>
                      <c:pt idx="5248">
                        <c:v>45426</c:v>
                      </c:pt>
                      <c:pt idx="5249">
                        <c:v>45427</c:v>
                      </c:pt>
                      <c:pt idx="5250">
                        <c:v>45428</c:v>
                      </c:pt>
                      <c:pt idx="5251">
                        <c:v>45429</c:v>
                      </c:pt>
                      <c:pt idx="5252">
                        <c:v>45432</c:v>
                      </c:pt>
                      <c:pt idx="5253">
                        <c:v>45433</c:v>
                      </c:pt>
                      <c:pt idx="5254">
                        <c:v>45434</c:v>
                      </c:pt>
                      <c:pt idx="5255">
                        <c:v>45435</c:v>
                      </c:pt>
                      <c:pt idx="5256">
                        <c:v>45436</c:v>
                      </c:pt>
                      <c:pt idx="5257">
                        <c:v>45439</c:v>
                      </c:pt>
                      <c:pt idx="5258">
                        <c:v>45440</c:v>
                      </c:pt>
                      <c:pt idx="5259">
                        <c:v>45441</c:v>
                      </c:pt>
                      <c:pt idx="5260">
                        <c:v>45442</c:v>
                      </c:pt>
                      <c:pt idx="5261">
                        <c:v>45443</c:v>
                      </c:pt>
                      <c:pt idx="5262">
                        <c:v>45446</c:v>
                      </c:pt>
                      <c:pt idx="5263">
                        <c:v>45447</c:v>
                      </c:pt>
                      <c:pt idx="5264">
                        <c:v>45448</c:v>
                      </c:pt>
                      <c:pt idx="5265">
                        <c:v>45449</c:v>
                      </c:pt>
                      <c:pt idx="5266">
                        <c:v>45450</c:v>
                      </c:pt>
                      <c:pt idx="5267">
                        <c:v>45453</c:v>
                      </c:pt>
                      <c:pt idx="5268">
                        <c:v>45454</c:v>
                      </c:pt>
                      <c:pt idx="5269">
                        <c:v>45455</c:v>
                      </c:pt>
                      <c:pt idx="5270">
                        <c:v>45456</c:v>
                      </c:pt>
                      <c:pt idx="5271">
                        <c:v>45457</c:v>
                      </c:pt>
                      <c:pt idx="5272">
                        <c:v>45460</c:v>
                      </c:pt>
                      <c:pt idx="5273">
                        <c:v>45461</c:v>
                      </c:pt>
                      <c:pt idx="5274">
                        <c:v>45462</c:v>
                      </c:pt>
                      <c:pt idx="5275">
                        <c:v>45463</c:v>
                      </c:pt>
                      <c:pt idx="5276">
                        <c:v>45464</c:v>
                      </c:pt>
                      <c:pt idx="5277">
                        <c:v>45467</c:v>
                      </c:pt>
                      <c:pt idx="5278">
                        <c:v>45468</c:v>
                      </c:pt>
                      <c:pt idx="5279">
                        <c:v>45469</c:v>
                      </c:pt>
                      <c:pt idx="5280">
                        <c:v>45470</c:v>
                      </c:pt>
                      <c:pt idx="5281">
                        <c:v>45471</c:v>
                      </c:pt>
                      <c:pt idx="5282">
                        <c:v>45474</c:v>
                      </c:pt>
                      <c:pt idx="5283">
                        <c:v>45475</c:v>
                      </c:pt>
                      <c:pt idx="5284">
                        <c:v>45476</c:v>
                      </c:pt>
                      <c:pt idx="5285">
                        <c:v>45477</c:v>
                      </c:pt>
                      <c:pt idx="5286">
                        <c:v>45478</c:v>
                      </c:pt>
                      <c:pt idx="5287">
                        <c:v>45481</c:v>
                      </c:pt>
                      <c:pt idx="5288">
                        <c:v>45482</c:v>
                      </c:pt>
                      <c:pt idx="5289">
                        <c:v>45483</c:v>
                      </c:pt>
                      <c:pt idx="5290">
                        <c:v>45484</c:v>
                      </c:pt>
                      <c:pt idx="5291">
                        <c:v>45485</c:v>
                      </c:pt>
                      <c:pt idx="5292">
                        <c:v>45488</c:v>
                      </c:pt>
                      <c:pt idx="5293">
                        <c:v>45489</c:v>
                      </c:pt>
                      <c:pt idx="5294">
                        <c:v>45490</c:v>
                      </c:pt>
                      <c:pt idx="5295">
                        <c:v>45491</c:v>
                      </c:pt>
                      <c:pt idx="5296">
                        <c:v>45492</c:v>
                      </c:pt>
                      <c:pt idx="5297">
                        <c:v>45495</c:v>
                      </c:pt>
                      <c:pt idx="5298">
                        <c:v>45496</c:v>
                      </c:pt>
                      <c:pt idx="5299">
                        <c:v>45497</c:v>
                      </c:pt>
                      <c:pt idx="5300">
                        <c:v>45498</c:v>
                      </c:pt>
                      <c:pt idx="5301">
                        <c:v>45499</c:v>
                      </c:pt>
                      <c:pt idx="5302">
                        <c:v>45502</c:v>
                      </c:pt>
                      <c:pt idx="5303">
                        <c:v>45503</c:v>
                      </c:pt>
                      <c:pt idx="5304">
                        <c:v>45504</c:v>
                      </c:pt>
                      <c:pt idx="5305">
                        <c:v>45505</c:v>
                      </c:pt>
                      <c:pt idx="5306">
                        <c:v>45506</c:v>
                      </c:pt>
                      <c:pt idx="5307">
                        <c:v>45509</c:v>
                      </c:pt>
                      <c:pt idx="5308">
                        <c:v>45510</c:v>
                      </c:pt>
                      <c:pt idx="5309">
                        <c:v>45511</c:v>
                      </c:pt>
                      <c:pt idx="5310">
                        <c:v>45512</c:v>
                      </c:pt>
                      <c:pt idx="5311">
                        <c:v>45513</c:v>
                      </c:pt>
                      <c:pt idx="5312">
                        <c:v>45516</c:v>
                      </c:pt>
                      <c:pt idx="5313">
                        <c:v>45517</c:v>
                      </c:pt>
                      <c:pt idx="5314">
                        <c:v>45518</c:v>
                      </c:pt>
                      <c:pt idx="5315">
                        <c:v>45519</c:v>
                      </c:pt>
                      <c:pt idx="5316">
                        <c:v>45520</c:v>
                      </c:pt>
                      <c:pt idx="5317">
                        <c:v>45523</c:v>
                      </c:pt>
                      <c:pt idx="5318">
                        <c:v>45524</c:v>
                      </c:pt>
                      <c:pt idx="5319">
                        <c:v>45525</c:v>
                      </c:pt>
                      <c:pt idx="5320">
                        <c:v>45526</c:v>
                      </c:pt>
                      <c:pt idx="5321">
                        <c:v>45527</c:v>
                      </c:pt>
                      <c:pt idx="5322">
                        <c:v>45530</c:v>
                      </c:pt>
                      <c:pt idx="5323">
                        <c:v>45531</c:v>
                      </c:pt>
                      <c:pt idx="5324">
                        <c:v>45532</c:v>
                      </c:pt>
                      <c:pt idx="5325">
                        <c:v>45533</c:v>
                      </c:pt>
                      <c:pt idx="5326">
                        <c:v>45534</c:v>
                      </c:pt>
                      <c:pt idx="5327">
                        <c:v>45537</c:v>
                      </c:pt>
                      <c:pt idx="5328">
                        <c:v>45538</c:v>
                      </c:pt>
                      <c:pt idx="5329">
                        <c:v>45539</c:v>
                      </c:pt>
                      <c:pt idx="5330">
                        <c:v>45540</c:v>
                      </c:pt>
                      <c:pt idx="5331">
                        <c:v>45541</c:v>
                      </c:pt>
                      <c:pt idx="5332">
                        <c:v>45544</c:v>
                      </c:pt>
                      <c:pt idx="5333">
                        <c:v>45545</c:v>
                      </c:pt>
                      <c:pt idx="5334">
                        <c:v>45546</c:v>
                      </c:pt>
                      <c:pt idx="5335">
                        <c:v>45547</c:v>
                      </c:pt>
                      <c:pt idx="5336">
                        <c:v>45548</c:v>
                      </c:pt>
                      <c:pt idx="5337">
                        <c:v>45551</c:v>
                      </c:pt>
                      <c:pt idx="5338">
                        <c:v>45552</c:v>
                      </c:pt>
                      <c:pt idx="5339">
                        <c:v>45553</c:v>
                      </c:pt>
                      <c:pt idx="5340">
                        <c:v>45554</c:v>
                      </c:pt>
                      <c:pt idx="5341">
                        <c:v>45555</c:v>
                      </c:pt>
                      <c:pt idx="5342">
                        <c:v>45558</c:v>
                      </c:pt>
                      <c:pt idx="5343">
                        <c:v>45559</c:v>
                      </c:pt>
                      <c:pt idx="5344">
                        <c:v>45560</c:v>
                      </c:pt>
                      <c:pt idx="5345">
                        <c:v>45561</c:v>
                      </c:pt>
                      <c:pt idx="5346">
                        <c:v>45562</c:v>
                      </c:pt>
                      <c:pt idx="5347">
                        <c:v>45565</c:v>
                      </c:pt>
                      <c:pt idx="5348">
                        <c:v>45566</c:v>
                      </c:pt>
                      <c:pt idx="5349">
                        <c:v>45567</c:v>
                      </c:pt>
                      <c:pt idx="5350">
                        <c:v>45568</c:v>
                      </c:pt>
                      <c:pt idx="5351">
                        <c:v>45569</c:v>
                      </c:pt>
                      <c:pt idx="5352">
                        <c:v>45572</c:v>
                      </c:pt>
                      <c:pt idx="5353">
                        <c:v>45573</c:v>
                      </c:pt>
                      <c:pt idx="5354">
                        <c:v>45574</c:v>
                      </c:pt>
                      <c:pt idx="5355">
                        <c:v>45575</c:v>
                      </c:pt>
                      <c:pt idx="5356">
                        <c:v>45576</c:v>
                      </c:pt>
                      <c:pt idx="5357">
                        <c:v>45579</c:v>
                      </c:pt>
                      <c:pt idx="5358">
                        <c:v>45580</c:v>
                      </c:pt>
                      <c:pt idx="5359">
                        <c:v>45581</c:v>
                      </c:pt>
                      <c:pt idx="5360">
                        <c:v>45582</c:v>
                      </c:pt>
                      <c:pt idx="5361">
                        <c:v>45583</c:v>
                      </c:pt>
                      <c:pt idx="5362">
                        <c:v>45586</c:v>
                      </c:pt>
                      <c:pt idx="5363">
                        <c:v>45587</c:v>
                      </c:pt>
                      <c:pt idx="5364">
                        <c:v>45588</c:v>
                      </c:pt>
                      <c:pt idx="5365">
                        <c:v>45589</c:v>
                      </c:pt>
                      <c:pt idx="5366">
                        <c:v>45590</c:v>
                      </c:pt>
                      <c:pt idx="5367">
                        <c:v>45593</c:v>
                      </c:pt>
                      <c:pt idx="5368">
                        <c:v>45594</c:v>
                      </c:pt>
                      <c:pt idx="5369">
                        <c:v>45595</c:v>
                      </c:pt>
                      <c:pt idx="5370">
                        <c:v>45596</c:v>
                      </c:pt>
                      <c:pt idx="5371">
                        <c:v>45597</c:v>
                      </c:pt>
                      <c:pt idx="5372">
                        <c:v>45601</c:v>
                      </c:pt>
                      <c:pt idx="5373">
                        <c:v>45602</c:v>
                      </c:pt>
                      <c:pt idx="5374">
                        <c:v>45603</c:v>
                      </c:pt>
                      <c:pt idx="5375">
                        <c:v>45604</c:v>
                      </c:pt>
                      <c:pt idx="5376">
                        <c:v>45608</c:v>
                      </c:pt>
                      <c:pt idx="5377">
                        <c:v>45609</c:v>
                      </c:pt>
                      <c:pt idx="5378">
                        <c:v>45610</c:v>
                      </c:pt>
                      <c:pt idx="5379">
                        <c:v>45611</c:v>
                      </c:pt>
                      <c:pt idx="5380">
                        <c:v>45614</c:v>
                      </c:pt>
                      <c:pt idx="5381">
                        <c:v>45615</c:v>
                      </c:pt>
                      <c:pt idx="5382">
                        <c:v>45616</c:v>
                      </c:pt>
                      <c:pt idx="5383">
                        <c:v>45617</c:v>
                      </c:pt>
                      <c:pt idx="5384">
                        <c:v>45618</c:v>
                      </c:pt>
                      <c:pt idx="5385">
                        <c:v>45621</c:v>
                      </c:pt>
                      <c:pt idx="5386">
                        <c:v>45622</c:v>
                      </c:pt>
                      <c:pt idx="5387">
                        <c:v>45623</c:v>
                      </c:pt>
                      <c:pt idx="5388">
                        <c:v>45624</c:v>
                      </c:pt>
                      <c:pt idx="5389">
                        <c:v>45625</c:v>
                      </c:pt>
                      <c:pt idx="5390">
                        <c:v>45628</c:v>
                      </c:pt>
                      <c:pt idx="5391">
                        <c:v>45629</c:v>
                      </c:pt>
                      <c:pt idx="5392">
                        <c:v>45630</c:v>
                      </c:pt>
                      <c:pt idx="5393">
                        <c:v>45631</c:v>
                      </c:pt>
                      <c:pt idx="5394">
                        <c:v>45632</c:v>
                      </c:pt>
                      <c:pt idx="5395">
                        <c:v>45635</c:v>
                      </c:pt>
                      <c:pt idx="5396">
                        <c:v>45636</c:v>
                      </c:pt>
                      <c:pt idx="5397">
                        <c:v>45637</c:v>
                      </c:pt>
                      <c:pt idx="5398">
                        <c:v>45638</c:v>
                      </c:pt>
                      <c:pt idx="5399">
                        <c:v>45639</c:v>
                      </c:pt>
                      <c:pt idx="5400">
                        <c:v>45642</c:v>
                      </c:pt>
                      <c:pt idx="5401">
                        <c:v>45643</c:v>
                      </c:pt>
                      <c:pt idx="5402">
                        <c:v>45644</c:v>
                      </c:pt>
                      <c:pt idx="5403">
                        <c:v>45645</c:v>
                      </c:pt>
                      <c:pt idx="5404">
                        <c:v>45646</c:v>
                      </c:pt>
                      <c:pt idx="5405">
                        <c:v>45649</c:v>
                      </c:pt>
                      <c:pt idx="5406">
                        <c:v>45650</c:v>
                      </c:pt>
                      <c:pt idx="5407">
                        <c:v>45652</c:v>
                      </c:pt>
                      <c:pt idx="5408">
                        <c:v>45653</c:v>
                      </c:pt>
                      <c:pt idx="5409">
                        <c:v>45656</c:v>
                      </c:pt>
                      <c:pt idx="5410">
                        <c:v>45657</c:v>
                      </c:pt>
                      <c:pt idx="5411">
                        <c:v>45659</c:v>
                      </c:pt>
                      <c:pt idx="5412">
                        <c:v>45660</c:v>
                      </c:pt>
                      <c:pt idx="5413">
                        <c:v>45663</c:v>
                      </c:pt>
                      <c:pt idx="5414">
                        <c:v>45664</c:v>
                      </c:pt>
                      <c:pt idx="5415">
                        <c:v>45665</c:v>
                      </c:pt>
                      <c:pt idx="5416">
                        <c:v>45666</c:v>
                      </c:pt>
                      <c:pt idx="5417">
                        <c:v>45667</c:v>
                      </c:pt>
                      <c:pt idx="5418">
                        <c:v>45670</c:v>
                      </c:pt>
                      <c:pt idx="5419">
                        <c:v>45671</c:v>
                      </c:pt>
                      <c:pt idx="5420">
                        <c:v>45672</c:v>
                      </c:pt>
                      <c:pt idx="5421">
                        <c:v>45673</c:v>
                      </c:pt>
                      <c:pt idx="5422">
                        <c:v>45674</c:v>
                      </c:pt>
                      <c:pt idx="5423">
                        <c:v>45677</c:v>
                      </c:pt>
                      <c:pt idx="5424">
                        <c:v>45678</c:v>
                      </c:pt>
                      <c:pt idx="5425">
                        <c:v>45679</c:v>
                      </c:pt>
                      <c:pt idx="5426">
                        <c:v>45680</c:v>
                      </c:pt>
                      <c:pt idx="5427">
                        <c:v>45681</c:v>
                      </c:pt>
                      <c:pt idx="5428">
                        <c:v>45684</c:v>
                      </c:pt>
                      <c:pt idx="5429">
                        <c:v>45685</c:v>
                      </c:pt>
                      <c:pt idx="5430">
                        <c:v>45686</c:v>
                      </c:pt>
                      <c:pt idx="5431">
                        <c:v>45687</c:v>
                      </c:pt>
                      <c:pt idx="5432">
                        <c:v>45688</c:v>
                      </c:pt>
                      <c:pt idx="5433">
                        <c:v>45691</c:v>
                      </c:pt>
                      <c:pt idx="5434">
                        <c:v>45692</c:v>
                      </c:pt>
                      <c:pt idx="5435">
                        <c:v>45693</c:v>
                      </c:pt>
                      <c:pt idx="5436">
                        <c:v>45694</c:v>
                      </c:pt>
                      <c:pt idx="5437">
                        <c:v>45695</c:v>
                      </c:pt>
                      <c:pt idx="5438">
                        <c:v>45698</c:v>
                      </c:pt>
                      <c:pt idx="5439">
                        <c:v>45699</c:v>
                      </c:pt>
                      <c:pt idx="5440">
                        <c:v>45700</c:v>
                      </c:pt>
                      <c:pt idx="5441">
                        <c:v>45701</c:v>
                      </c:pt>
                      <c:pt idx="5442">
                        <c:v>45702</c:v>
                      </c:pt>
                      <c:pt idx="5443">
                        <c:v>45706</c:v>
                      </c:pt>
                      <c:pt idx="5444">
                        <c:v>45707</c:v>
                      </c:pt>
                      <c:pt idx="5445">
                        <c:v>45708</c:v>
                      </c:pt>
                      <c:pt idx="5446">
                        <c:v>45709</c:v>
                      </c:pt>
                      <c:pt idx="5447">
                        <c:v>45712</c:v>
                      </c:pt>
                      <c:pt idx="5448">
                        <c:v>45713</c:v>
                      </c:pt>
                      <c:pt idx="5449">
                        <c:v>45714</c:v>
                      </c:pt>
                      <c:pt idx="5450">
                        <c:v>45715</c:v>
                      </c:pt>
                      <c:pt idx="5451">
                        <c:v>45716</c:v>
                      </c:pt>
                      <c:pt idx="5452">
                        <c:v>45719</c:v>
                      </c:pt>
                      <c:pt idx="5453">
                        <c:v>45720</c:v>
                      </c:pt>
                      <c:pt idx="5454">
                        <c:v>45721</c:v>
                      </c:pt>
                      <c:pt idx="5455">
                        <c:v>45722</c:v>
                      </c:pt>
                      <c:pt idx="5456">
                        <c:v>45723</c:v>
                      </c:pt>
                      <c:pt idx="5457">
                        <c:v>45726</c:v>
                      </c:pt>
                    </c:numCache>
                  </c:numRef>
                </c:cat>
                <c:val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Hoja2!$E$316:$E$5773</c15:sqref>
                        </c15:formulaRef>
                      </c:ext>
                    </c:extLst>
                    <c:numCache>
                      <c:formatCode>0.00</c:formatCode>
                      <c:ptCount val="5458"/>
                      <c:pt idx="0">
                        <c:v>409.65899999999999</c:v>
                      </c:pt>
                      <c:pt idx="1">
                        <c:v>405.995</c:v>
                      </c:pt>
                      <c:pt idx="2">
                        <c:v>400.98500000000001</c:v>
                      </c:pt>
                      <c:pt idx="3">
                        <c:v>400.98399999999998</c:v>
                      </c:pt>
                      <c:pt idx="4">
                        <c:v>389.733</c:v>
                      </c:pt>
                      <c:pt idx="5">
                        <c:v>384.66</c:v>
                      </c:pt>
                      <c:pt idx="6">
                        <c:v>364.66899999999998</c:v>
                      </c:pt>
                      <c:pt idx="7">
                        <c:v>362.22800000000001</c:v>
                      </c:pt>
                      <c:pt idx="8">
                        <c:v>368.47300000000001</c:v>
                      </c:pt>
                      <c:pt idx="9">
                        <c:v>364.73200000000003</c:v>
                      </c:pt>
                      <c:pt idx="10">
                        <c:v>362.23099999999999</c:v>
                      </c:pt>
                      <c:pt idx="11">
                        <c:v>361.30700000000002</c:v>
                      </c:pt>
                      <c:pt idx="12">
                        <c:v>359.46100000000001</c:v>
                      </c:pt>
                      <c:pt idx="13">
                        <c:v>354.46499999999997</c:v>
                      </c:pt>
                      <c:pt idx="14">
                        <c:v>366.27</c:v>
                      </c:pt>
                      <c:pt idx="15">
                        <c:v>404.56</c:v>
                      </c:pt>
                      <c:pt idx="16">
                        <c:v>410.92</c:v>
                      </c:pt>
                      <c:pt idx="17">
                        <c:v>408.423</c:v>
                      </c:pt>
                      <c:pt idx="18">
                        <c:v>412.89100000000002</c:v>
                      </c:pt>
                      <c:pt idx="19">
                        <c:v>432.14100000000002</c:v>
                      </c:pt>
                      <c:pt idx="20">
                        <c:v>437.14499999999998</c:v>
                      </c:pt>
                      <c:pt idx="21">
                        <c:v>432.84699999999998</c:v>
                      </c:pt>
                      <c:pt idx="22">
                        <c:v>429.512</c:v>
                      </c:pt>
                      <c:pt idx="23">
                        <c:v>439.62900000000002</c:v>
                      </c:pt>
                      <c:pt idx="24">
                        <c:v>467.10399999999998</c:v>
                      </c:pt>
                      <c:pt idx="25">
                        <c:v>476.13</c:v>
                      </c:pt>
                      <c:pt idx="26">
                        <c:v>490.83300000000003</c:v>
                      </c:pt>
                      <c:pt idx="27">
                        <c:v>501.07499999999999</c:v>
                      </c:pt>
                      <c:pt idx="28">
                        <c:v>507.05099999999999</c:v>
                      </c:pt>
                      <c:pt idx="29">
                        <c:v>508.29700000000003</c:v>
                      </c:pt>
                      <c:pt idx="30">
                        <c:v>569.33900000000006</c:v>
                      </c:pt>
                      <c:pt idx="31">
                        <c:v>606.94200000000001</c:v>
                      </c:pt>
                      <c:pt idx="32">
                        <c:v>642.53200000000004</c:v>
                      </c:pt>
                      <c:pt idx="33">
                        <c:v>629.42999999999995</c:v>
                      </c:pt>
                      <c:pt idx="34">
                        <c:v>609.24099999999999</c:v>
                      </c:pt>
                      <c:pt idx="35">
                        <c:v>614.22699999999998</c:v>
                      </c:pt>
                      <c:pt idx="36">
                        <c:v>586.95799999999997</c:v>
                      </c:pt>
                      <c:pt idx="37">
                        <c:v>565.98900000000003</c:v>
                      </c:pt>
                      <c:pt idx="38">
                        <c:v>547.65700000000004</c:v>
                      </c:pt>
                      <c:pt idx="39">
                        <c:v>560.73</c:v>
                      </c:pt>
                      <c:pt idx="40">
                        <c:v>570.98400000000004</c:v>
                      </c:pt>
                      <c:pt idx="41">
                        <c:v>597.61199999999997</c:v>
                      </c:pt>
                      <c:pt idx="42">
                        <c:v>583.92499999999995</c:v>
                      </c:pt>
                      <c:pt idx="43">
                        <c:v>562.63499999999999</c:v>
                      </c:pt>
                      <c:pt idx="44">
                        <c:v>568.22799999999995</c:v>
                      </c:pt>
                      <c:pt idx="45">
                        <c:v>559.31799999999998</c:v>
                      </c:pt>
                      <c:pt idx="46">
                        <c:v>551.99300000000005</c:v>
                      </c:pt>
                      <c:pt idx="47">
                        <c:v>551.99300000000005</c:v>
                      </c:pt>
                      <c:pt idx="48">
                        <c:v>557.64099999999996</c:v>
                      </c:pt>
                      <c:pt idx="49">
                        <c:v>531.50199999999995</c:v>
                      </c:pt>
                      <c:pt idx="50">
                        <c:v>539.00800000000004</c:v>
                      </c:pt>
                      <c:pt idx="51">
                        <c:v>521.50800000000004</c:v>
                      </c:pt>
                      <c:pt idx="52">
                        <c:v>497.71</c:v>
                      </c:pt>
                      <c:pt idx="53">
                        <c:v>501.041</c:v>
                      </c:pt>
                      <c:pt idx="54">
                        <c:v>506.03</c:v>
                      </c:pt>
                      <c:pt idx="55">
                        <c:v>506.02300000000002</c:v>
                      </c:pt>
                      <c:pt idx="56">
                        <c:v>506.02300000000002</c:v>
                      </c:pt>
                      <c:pt idx="57">
                        <c:v>520.99300000000005</c:v>
                      </c:pt>
                      <c:pt idx="58">
                        <c:v>508.70600000000002</c:v>
                      </c:pt>
                      <c:pt idx="59">
                        <c:v>501.03100000000001</c:v>
                      </c:pt>
                      <c:pt idx="60">
                        <c:v>494.37700000000001</c:v>
                      </c:pt>
                      <c:pt idx="61">
                        <c:v>492.71100000000001</c:v>
                      </c:pt>
                      <c:pt idx="62">
                        <c:v>479.399</c:v>
                      </c:pt>
                      <c:pt idx="63">
                        <c:v>476.07</c:v>
                      </c:pt>
                      <c:pt idx="64">
                        <c:v>476.07</c:v>
                      </c:pt>
                      <c:pt idx="65">
                        <c:v>474.404</c:v>
                      </c:pt>
                      <c:pt idx="66">
                        <c:v>487.721</c:v>
                      </c:pt>
                      <c:pt idx="67">
                        <c:v>497.68400000000003</c:v>
                      </c:pt>
                      <c:pt idx="68">
                        <c:v>499.37099999999998</c:v>
                      </c:pt>
                      <c:pt idx="69">
                        <c:v>494.39499999999998</c:v>
                      </c:pt>
                      <c:pt idx="70">
                        <c:v>492.73599999999999</c:v>
                      </c:pt>
                      <c:pt idx="71">
                        <c:v>481.10700000000003</c:v>
                      </c:pt>
                      <c:pt idx="72">
                        <c:v>479.43700000000001</c:v>
                      </c:pt>
                      <c:pt idx="73">
                        <c:v>481.10300000000001</c:v>
                      </c:pt>
                      <c:pt idx="74">
                        <c:v>484.43799999999999</c:v>
                      </c:pt>
                      <c:pt idx="75">
                        <c:v>471.666</c:v>
                      </c:pt>
                      <c:pt idx="76">
                        <c:v>471.66899999999998</c:v>
                      </c:pt>
                      <c:pt idx="77">
                        <c:v>474.44600000000003</c:v>
                      </c:pt>
                      <c:pt idx="78">
                        <c:v>472.77600000000001</c:v>
                      </c:pt>
                      <c:pt idx="79">
                        <c:v>469.44</c:v>
                      </c:pt>
                      <c:pt idx="80">
                        <c:v>459.48599999999999</c:v>
                      </c:pt>
                      <c:pt idx="81">
                        <c:v>457.81799999999998</c:v>
                      </c:pt>
                      <c:pt idx="82">
                        <c:v>457.803</c:v>
                      </c:pt>
                      <c:pt idx="83">
                        <c:v>467.779</c:v>
                      </c:pt>
                      <c:pt idx="84">
                        <c:v>463.34</c:v>
                      </c:pt>
                      <c:pt idx="85">
                        <c:v>467.78899999999999</c:v>
                      </c:pt>
                      <c:pt idx="86">
                        <c:v>469.57799999999997</c:v>
                      </c:pt>
                      <c:pt idx="87">
                        <c:v>464.42200000000003</c:v>
                      </c:pt>
                      <c:pt idx="88">
                        <c:v>471.09899999999999</c:v>
                      </c:pt>
                      <c:pt idx="89">
                        <c:v>465.55399999999997</c:v>
                      </c:pt>
                      <c:pt idx="90">
                        <c:v>460.84500000000003</c:v>
                      </c:pt>
                      <c:pt idx="91">
                        <c:v>461.39699999999999</c:v>
                      </c:pt>
                      <c:pt idx="92">
                        <c:v>457.108</c:v>
                      </c:pt>
                      <c:pt idx="93">
                        <c:v>453.36200000000002</c:v>
                      </c:pt>
                      <c:pt idx="94">
                        <c:v>459.61200000000002</c:v>
                      </c:pt>
                      <c:pt idx="95">
                        <c:v>453.39</c:v>
                      </c:pt>
                      <c:pt idx="96">
                        <c:v>454.51499999999999</c:v>
                      </c:pt>
                      <c:pt idx="97">
                        <c:v>444.64400000000001</c:v>
                      </c:pt>
                      <c:pt idx="98">
                        <c:v>436.423</c:v>
                      </c:pt>
                      <c:pt idx="99">
                        <c:v>454.625</c:v>
                      </c:pt>
                      <c:pt idx="100">
                        <c:v>452.13400000000001</c:v>
                      </c:pt>
                      <c:pt idx="101">
                        <c:v>456.17500000000001</c:v>
                      </c:pt>
                      <c:pt idx="102">
                        <c:v>448.39299999999997</c:v>
                      </c:pt>
                      <c:pt idx="103">
                        <c:v>451.18700000000001</c:v>
                      </c:pt>
                      <c:pt idx="104">
                        <c:v>448</c:v>
                      </c:pt>
                      <c:pt idx="105">
                        <c:v>438</c:v>
                      </c:pt>
                      <c:pt idx="106">
                        <c:v>437.25</c:v>
                      </c:pt>
                      <c:pt idx="107">
                        <c:v>429.66699999999997</c:v>
                      </c:pt>
                      <c:pt idx="108">
                        <c:v>426</c:v>
                      </c:pt>
                      <c:pt idx="109">
                        <c:v>440</c:v>
                      </c:pt>
                      <c:pt idx="110">
                        <c:v>426.625</c:v>
                      </c:pt>
                      <c:pt idx="111">
                        <c:v>432.5</c:v>
                      </c:pt>
                      <c:pt idx="112">
                        <c:v>447.5</c:v>
                      </c:pt>
                      <c:pt idx="113">
                        <c:v>426.875</c:v>
                      </c:pt>
                      <c:pt idx="114">
                        <c:v>432.5</c:v>
                      </c:pt>
                      <c:pt idx="115">
                        <c:v>400.66699999999997</c:v>
                      </c:pt>
                      <c:pt idx="116">
                        <c:v>448.75</c:v>
                      </c:pt>
                      <c:pt idx="117">
                        <c:v>414.66699999999997</c:v>
                      </c:pt>
                      <c:pt idx="118">
                        <c:v>407.25</c:v>
                      </c:pt>
                      <c:pt idx="119">
                        <c:v>406.25</c:v>
                      </c:pt>
                      <c:pt idx="120">
                        <c:v>378</c:v>
                      </c:pt>
                      <c:pt idx="121">
                        <c:v>424.66699999999997</c:v>
                      </c:pt>
                      <c:pt idx="122">
                        <c:v>413.5</c:v>
                      </c:pt>
                      <c:pt idx="123">
                        <c:v>407.25</c:v>
                      </c:pt>
                      <c:pt idx="124">
                        <c:v>375.66699999999997</c:v>
                      </c:pt>
                      <c:pt idx="125">
                        <c:v>397.25</c:v>
                      </c:pt>
                      <c:pt idx="126">
                        <c:v>406.33300000000003</c:v>
                      </c:pt>
                      <c:pt idx="127">
                        <c:v>369</c:v>
                      </c:pt>
                      <c:pt idx="128">
                        <c:v>368.16699999999997</c:v>
                      </c:pt>
                      <c:pt idx="129">
                        <c:v>406</c:v>
                      </c:pt>
                      <c:pt idx="130">
                        <c:v>408.5</c:v>
                      </c:pt>
                      <c:pt idx="131">
                        <c:v>387.33300000000003</c:v>
                      </c:pt>
                      <c:pt idx="132">
                        <c:v>396.66699999999997</c:v>
                      </c:pt>
                      <c:pt idx="133">
                        <c:v>411</c:v>
                      </c:pt>
                      <c:pt idx="134">
                        <c:v>426.33300000000003</c:v>
                      </c:pt>
                      <c:pt idx="135">
                        <c:v>393.5</c:v>
                      </c:pt>
                      <c:pt idx="136">
                        <c:v>381.33300000000003</c:v>
                      </c:pt>
                      <c:pt idx="137">
                        <c:v>372</c:v>
                      </c:pt>
                      <c:pt idx="138">
                        <c:v>368</c:v>
                      </c:pt>
                      <c:pt idx="139">
                        <c:v>363.5</c:v>
                      </c:pt>
                      <c:pt idx="140">
                        <c:v>355.33300000000003</c:v>
                      </c:pt>
                      <c:pt idx="141">
                        <c:v>418.5</c:v>
                      </c:pt>
                      <c:pt idx="142">
                        <c:v>361.15600000000001</c:v>
                      </c:pt>
                      <c:pt idx="143">
                        <c:v>404.66699999999997</c:v>
                      </c:pt>
                      <c:pt idx="144">
                        <c:v>416.33300000000003</c:v>
                      </c:pt>
                      <c:pt idx="145">
                        <c:v>407.25</c:v>
                      </c:pt>
                      <c:pt idx="146">
                        <c:v>403.5</c:v>
                      </c:pt>
                      <c:pt idx="147">
                        <c:v>419.66699999999997</c:v>
                      </c:pt>
                      <c:pt idx="148">
                        <c:v>405.375</c:v>
                      </c:pt>
                      <c:pt idx="149">
                        <c:v>390.53100000000001</c:v>
                      </c:pt>
                      <c:pt idx="150">
                        <c:v>393</c:v>
                      </c:pt>
                      <c:pt idx="151">
                        <c:v>405.83300000000003</c:v>
                      </c:pt>
                      <c:pt idx="152">
                        <c:v>398.33300000000003</c:v>
                      </c:pt>
                      <c:pt idx="153">
                        <c:v>424</c:v>
                      </c:pt>
                      <c:pt idx="154">
                        <c:v>422.33300000000003</c:v>
                      </c:pt>
                      <c:pt idx="155">
                        <c:v>390.66699999999997</c:v>
                      </c:pt>
                      <c:pt idx="156">
                        <c:v>413.625</c:v>
                      </c:pt>
                      <c:pt idx="157">
                        <c:v>408.625</c:v>
                      </c:pt>
                      <c:pt idx="158">
                        <c:v>406.125</c:v>
                      </c:pt>
                      <c:pt idx="159">
                        <c:v>406.33300000000003</c:v>
                      </c:pt>
                      <c:pt idx="160">
                        <c:v>365.5</c:v>
                      </c:pt>
                      <c:pt idx="161">
                        <c:v>401.33300000000003</c:v>
                      </c:pt>
                      <c:pt idx="162">
                        <c:v>400.375</c:v>
                      </c:pt>
                      <c:pt idx="163">
                        <c:v>391</c:v>
                      </c:pt>
                      <c:pt idx="164">
                        <c:v>422</c:v>
                      </c:pt>
                      <c:pt idx="165">
                        <c:v>388.5</c:v>
                      </c:pt>
                      <c:pt idx="166">
                        <c:v>386</c:v>
                      </c:pt>
                      <c:pt idx="167">
                        <c:v>348</c:v>
                      </c:pt>
                      <c:pt idx="168">
                        <c:v>376</c:v>
                      </c:pt>
                      <c:pt idx="169">
                        <c:v>323</c:v>
                      </c:pt>
                      <c:pt idx="170">
                        <c:v>334.66699999999997</c:v>
                      </c:pt>
                      <c:pt idx="171">
                        <c:v>322</c:v>
                      </c:pt>
                      <c:pt idx="172">
                        <c:v>321.33300000000003</c:v>
                      </c:pt>
                      <c:pt idx="173">
                        <c:v>316.33300000000003</c:v>
                      </c:pt>
                      <c:pt idx="174">
                        <c:v>373</c:v>
                      </c:pt>
                      <c:pt idx="175">
                        <c:v>353.5</c:v>
                      </c:pt>
                      <c:pt idx="176">
                        <c:v>358.5</c:v>
                      </c:pt>
                      <c:pt idx="177">
                        <c:v>318.75</c:v>
                      </c:pt>
                      <c:pt idx="178">
                        <c:v>320</c:v>
                      </c:pt>
                      <c:pt idx="179">
                        <c:v>320</c:v>
                      </c:pt>
                      <c:pt idx="180">
                        <c:v>357.5</c:v>
                      </c:pt>
                      <c:pt idx="181">
                        <c:v>318.375</c:v>
                      </c:pt>
                      <c:pt idx="182">
                        <c:v>352.25</c:v>
                      </c:pt>
                      <c:pt idx="183">
                        <c:v>358.5</c:v>
                      </c:pt>
                      <c:pt idx="184">
                        <c:v>362.25</c:v>
                      </c:pt>
                      <c:pt idx="185">
                        <c:v>320.33300000000003</c:v>
                      </c:pt>
                      <c:pt idx="186">
                        <c:v>357.75</c:v>
                      </c:pt>
                      <c:pt idx="187">
                        <c:v>354.75</c:v>
                      </c:pt>
                      <c:pt idx="188">
                        <c:v>307</c:v>
                      </c:pt>
                      <c:pt idx="189">
                        <c:v>307.5</c:v>
                      </c:pt>
                      <c:pt idx="190">
                        <c:v>346.75</c:v>
                      </c:pt>
                      <c:pt idx="191">
                        <c:v>348</c:v>
                      </c:pt>
                      <c:pt idx="192">
                        <c:v>345.5</c:v>
                      </c:pt>
                      <c:pt idx="193">
                        <c:v>345.5</c:v>
                      </c:pt>
                      <c:pt idx="194">
                        <c:v>343</c:v>
                      </c:pt>
                      <c:pt idx="195">
                        <c:v>360.66699999999997</c:v>
                      </c:pt>
                      <c:pt idx="196">
                        <c:v>292.83300000000003</c:v>
                      </c:pt>
                      <c:pt idx="197">
                        <c:v>292.25</c:v>
                      </c:pt>
                      <c:pt idx="198">
                        <c:v>299.5</c:v>
                      </c:pt>
                      <c:pt idx="199">
                        <c:v>297.125</c:v>
                      </c:pt>
                      <c:pt idx="200">
                        <c:v>341</c:v>
                      </c:pt>
                      <c:pt idx="201">
                        <c:v>299.5</c:v>
                      </c:pt>
                      <c:pt idx="202">
                        <c:v>294.375</c:v>
                      </c:pt>
                      <c:pt idx="203">
                        <c:v>307.25</c:v>
                      </c:pt>
                      <c:pt idx="204">
                        <c:v>311.66699999999997</c:v>
                      </c:pt>
                      <c:pt idx="205">
                        <c:v>313.83300000000003</c:v>
                      </c:pt>
                      <c:pt idx="206">
                        <c:v>317.25</c:v>
                      </c:pt>
                      <c:pt idx="207">
                        <c:v>328.5</c:v>
                      </c:pt>
                      <c:pt idx="208">
                        <c:v>321.33300000000003</c:v>
                      </c:pt>
                      <c:pt idx="209">
                        <c:v>319.75</c:v>
                      </c:pt>
                      <c:pt idx="210">
                        <c:v>323.33300000000003</c:v>
                      </c:pt>
                      <c:pt idx="211">
                        <c:v>329</c:v>
                      </c:pt>
                      <c:pt idx="212">
                        <c:v>330.5</c:v>
                      </c:pt>
                      <c:pt idx="213">
                        <c:v>334</c:v>
                      </c:pt>
                      <c:pt idx="214">
                        <c:v>336</c:v>
                      </c:pt>
                      <c:pt idx="215">
                        <c:v>344.125</c:v>
                      </c:pt>
                      <c:pt idx="216">
                        <c:v>331.625</c:v>
                      </c:pt>
                      <c:pt idx="217">
                        <c:v>326.83300000000003</c:v>
                      </c:pt>
                      <c:pt idx="218">
                        <c:v>324.125</c:v>
                      </c:pt>
                      <c:pt idx="219">
                        <c:v>331.125</c:v>
                      </c:pt>
                      <c:pt idx="220">
                        <c:v>334.25</c:v>
                      </c:pt>
                      <c:pt idx="221">
                        <c:v>329.875</c:v>
                      </c:pt>
                      <c:pt idx="222">
                        <c:v>328.33300000000003</c:v>
                      </c:pt>
                      <c:pt idx="223">
                        <c:v>335.33300000000003</c:v>
                      </c:pt>
                      <c:pt idx="224">
                        <c:v>332</c:v>
                      </c:pt>
                      <c:pt idx="225">
                        <c:v>325.66699999999997</c:v>
                      </c:pt>
                      <c:pt idx="226">
                        <c:v>322.16699999999997</c:v>
                      </c:pt>
                      <c:pt idx="227">
                        <c:v>321.16699999999997</c:v>
                      </c:pt>
                      <c:pt idx="228">
                        <c:v>319.33300000000003</c:v>
                      </c:pt>
                      <c:pt idx="229">
                        <c:v>317.33300000000003</c:v>
                      </c:pt>
                      <c:pt idx="230">
                        <c:v>315.125</c:v>
                      </c:pt>
                      <c:pt idx="231">
                        <c:v>310.375</c:v>
                      </c:pt>
                      <c:pt idx="232">
                        <c:v>312.16699999999997</c:v>
                      </c:pt>
                      <c:pt idx="233">
                        <c:v>311.5</c:v>
                      </c:pt>
                      <c:pt idx="234">
                        <c:v>304.125</c:v>
                      </c:pt>
                      <c:pt idx="235">
                        <c:v>301.5</c:v>
                      </c:pt>
                      <c:pt idx="236">
                        <c:v>305.5</c:v>
                      </c:pt>
                      <c:pt idx="237">
                        <c:v>313.33300000000003</c:v>
                      </c:pt>
                      <c:pt idx="238">
                        <c:v>314.66699999999997</c:v>
                      </c:pt>
                      <c:pt idx="239">
                        <c:v>311.16699999999997</c:v>
                      </c:pt>
                      <c:pt idx="240">
                        <c:v>310.125</c:v>
                      </c:pt>
                      <c:pt idx="241">
                        <c:v>309.33300000000003</c:v>
                      </c:pt>
                      <c:pt idx="242">
                        <c:v>311.8</c:v>
                      </c:pt>
                      <c:pt idx="243">
                        <c:v>308.33300000000003</c:v>
                      </c:pt>
                      <c:pt idx="244">
                        <c:v>306</c:v>
                      </c:pt>
                      <c:pt idx="245">
                        <c:v>303.5</c:v>
                      </c:pt>
                      <c:pt idx="246">
                        <c:v>291.5</c:v>
                      </c:pt>
                      <c:pt idx="247">
                        <c:v>289.125</c:v>
                      </c:pt>
                      <c:pt idx="248">
                        <c:v>299.625</c:v>
                      </c:pt>
                      <c:pt idx="249">
                        <c:v>304.25</c:v>
                      </c:pt>
                      <c:pt idx="250">
                        <c:v>314.39999999999998</c:v>
                      </c:pt>
                      <c:pt idx="251">
                        <c:v>333</c:v>
                      </c:pt>
                      <c:pt idx="252">
                        <c:v>341.83300000000003</c:v>
                      </c:pt>
                      <c:pt idx="253">
                        <c:v>360.5</c:v>
                      </c:pt>
                      <c:pt idx="254">
                        <c:v>368.125</c:v>
                      </c:pt>
                      <c:pt idx="255">
                        <c:v>362.375</c:v>
                      </c:pt>
                      <c:pt idx="256">
                        <c:v>374.16699999999997</c:v>
                      </c:pt>
                      <c:pt idx="257">
                        <c:v>381.25</c:v>
                      </c:pt>
                      <c:pt idx="258">
                        <c:v>399.6</c:v>
                      </c:pt>
                      <c:pt idx="259">
                        <c:v>440.83300000000003</c:v>
                      </c:pt>
                      <c:pt idx="260">
                        <c:v>443.16699999999997</c:v>
                      </c:pt>
                      <c:pt idx="261">
                        <c:v>453.25</c:v>
                      </c:pt>
                      <c:pt idx="262">
                        <c:v>443.83300000000003</c:v>
                      </c:pt>
                      <c:pt idx="263">
                        <c:v>427</c:v>
                      </c:pt>
                      <c:pt idx="264">
                        <c:v>412.125</c:v>
                      </c:pt>
                      <c:pt idx="265">
                        <c:v>411.16699999999997</c:v>
                      </c:pt>
                      <c:pt idx="266">
                        <c:v>421.33300000000003</c:v>
                      </c:pt>
                      <c:pt idx="267">
                        <c:v>418.33300000000003</c:v>
                      </c:pt>
                      <c:pt idx="268">
                        <c:v>409.75</c:v>
                      </c:pt>
                      <c:pt idx="269">
                        <c:v>401.5</c:v>
                      </c:pt>
                      <c:pt idx="270">
                        <c:v>399</c:v>
                      </c:pt>
                      <c:pt idx="271">
                        <c:v>397.125</c:v>
                      </c:pt>
                      <c:pt idx="272">
                        <c:v>395.83300000000003</c:v>
                      </c:pt>
                      <c:pt idx="273">
                        <c:v>396.75</c:v>
                      </c:pt>
                      <c:pt idx="274">
                        <c:v>412.5</c:v>
                      </c:pt>
                      <c:pt idx="275">
                        <c:v>426.16699999999997</c:v>
                      </c:pt>
                      <c:pt idx="276">
                        <c:v>427.16699999999997</c:v>
                      </c:pt>
                      <c:pt idx="277">
                        <c:v>418</c:v>
                      </c:pt>
                      <c:pt idx="278">
                        <c:v>416.5</c:v>
                      </c:pt>
                      <c:pt idx="279">
                        <c:v>403.25</c:v>
                      </c:pt>
                      <c:pt idx="280">
                        <c:v>398.25</c:v>
                      </c:pt>
                      <c:pt idx="281">
                        <c:v>400</c:v>
                      </c:pt>
                      <c:pt idx="282">
                        <c:v>392.16699999999997</c:v>
                      </c:pt>
                      <c:pt idx="283">
                        <c:v>395.5</c:v>
                      </c:pt>
                      <c:pt idx="284">
                        <c:v>398.83300000000003</c:v>
                      </c:pt>
                      <c:pt idx="285">
                        <c:v>402.125</c:v>
                      </c:pt>
                      <c:pt idx="286">
                        <c:v>401.5</c:v>
                      </c:pt>
                      <c:pt idx="287">
                        <c:v>393.5</c:v>
                      </c:pt>
                      <c:pt idx="288">
                        <c:v>380.125</c:v>
                      </c:pt>
                      <c:pt idx="289">
                        <c:v>372.25</c:v>
                      </c:pt>
                      <c:pt idx="290">
                        <c:v>363.375</c:v>
                      </c:pt>
                      <c:pt idx="291">
                        <c:v>361.625</c:v>
                      </c:pt>
                      <c:pt idx="292">
                        <c:v>353.83300000000003</c:v>
                      </c:pt>
                      <c:pt idx="293">
                        <c:v>375.375</c:v>
                      </c:pt>
                      <c:pt idx="294">
                        <c:v>360.5</c:v>
                      </c:pt>
                      <c:pt idx="295">
                        <c:v>359.5</c:v>
                      </c:pt>
                      <c:pt idx="296">
                        <c:v>362.875</c:v>
                      </c:pt>
                      <c:pt idx="297">
                        <c:v>369.096</c:v>
                      </c:pt>
                      <c:pt idx="298">
                        <c:v>367.56099999999998</c:v>
                      </c:pt>
                      <c:pt idx="299">
                        <c:v>364.42599999999999</c:v>
                      </c:pt>
                      <c:pt idx="300">
                        <c:v>358.66699999999997</c:v>
                      </c:pt>
                      <c:pt idx="301">
                        <c:v>357.214</c:v>
                      </c:pt>
                      <c:pt idx="302">
                        <c:v>354.96199999999999</c:v>
                      </c:pt>
                      <c:pt idx="303">
                        <c:v>337.54599999999999</c:v>
                      </c:pt>
                      <c:pt idx="304">
                        <c:v>314.81099999999998</c:v>
                      </c:pt>
                      <c:pt idx="305">
                        <c:v>326.19900000000001</c:v>
                      </c:pt>
                      <c:pt idx="306">
                        <c:v>310.23599999999999</c:v>
                      </c:pt>
                      <c:pt idx="307">
                        <c:v>312.137</c:v>
                      </c:pt>
                      <c:pt idx="308">
                        <c:v>306.32400000000001</c:v>
                      </c:pt>
                      <c:pt idx="309">
                        <c:v>308.73200000000003</c:v>
                      </c:pt>
                      <c:pt idx="310">
                        <c:v>321.84300000000002</c:v>
                      </c:pt>
                      <c:pt idx="311">
                        <c:v>322.73700000000002</c:v>
                      </c:pt>
                      <c:pt idx="312">
                        <c:v>314.488</c:v>
                      </c:pt>
                      <c:pt idx="313">
                        <c:v>314.99799999999999</c:v>
                      </c:pt>
                      <c:pt idx="314">
                        <c:v>303.38400000000001</c:v>
                      </c:pt>
                      <c:pt idx="315">
                        <c:v>304.34300000000002</c:v>
                      </c:pt>
                      <c:pt idx="316">
                        <c:v>296.911</c:v>
                      </c:pt>
                      <c:pt idx="317">
                        <c:v>296.233</c:v>
                      </c:pt>
                      <c:pt idx="318">
                        <c:v>297.44200000000001</c:v>
                      </c:pt>
                      <c:pt idx="319">
                        <c:v>299.83</c:v>
                      </c:pt>
                      <c:pt idx="320">
                        <c:v>294.68799999999999</c:v>
                      </c:pt>
                      <c:pt idx="321">
                        <c:v>293.17700000000002</c:v>
                      </c:pt>
                      <c:pt idx="322">
                        <c:v>299.685</c:v>
                      </c:pt>
                      <c:pt idx="323">
                        <c:v>298.18700000000001</c:v>
                      </c:pt>
                      <c:pt idx="324">
                        <c:v>298.57799999999997</c:v>
                      </c:pt>
                      <c:pt idx="325">
                        <c:v>298.88799999999998</c:v>
                      </c:pt>
                      <c:pt idx="326">
                        <c:v>294.625</c:v>
                      </c:pt>
                      <c:pt idx="327">
                        <c:v>292.61799999999999</c:v>
                      </c:pt>
                      <c:pt idx="328">
                        <c:v>291.45800000000003</c:v>
                      </c:pt>
                      <c:pt idx="329">
                        <c:v>292.923</c:v>
                      </c:pt>
                      <c:pt idx="330">
                        <c:v>295</c:v>
                      </c:pt>
                      <c:pt idx="331">
                        <c:v>300.56599999999997</c:v>
                      </c:pt>
                      <c:pt idx="332">
                        <c:v>299.80200000000002</c:v>
                      </c:pt>
                      <c:pt idx="333">
                        <c:v>296.911</c:v>
                      </c:pt>
                      <c:pt idx="334">
                        <c:v>299.62599999999998</c:v>
                      </c:pt>
                      <c:pt idx="335">
                        <c:v>289.238</c:v>
                      </c:pt>
                      <c:pt idx="336">
                        <c:v>287.45600000000002</c:v>
                      </c:pt>
                      <c:pt idx="337">
                        <c:v>282.49799999999999</c:v>
                      </c:pt>
                      <c:pt idx="338">
                        <c:v>282.197</c:v>
                      </c:pt>
                      <c:pt idx="339">
                        <c:v>284.404</c:v>
                      </c:pt>
                      <c:pt idx="340">
                        <c:v>285.84500000000003</c:v>
                      </c:pt>
                      <c:pt idx="341">
                        <c:v>290.03199999999998</c:v>
                      </c:pt>
                      <c:pt idx="342">
                        <c:v>290.42700000000002</c:v>
                      </c:pt>
                      <c:pt idx="343">
                        <c:v>288.55099999999999</c:v>
                      </c:pt>
                      <c:pt idx="344">
                        <c:v>291.75200000000001</c:v>
                      </c:pt>
                      <c:pt idx="345">
                        <c:v>295.34100000000001</c:v>
                      </c:pt>
                      <c:pt idx="346">
                        <c:v>297.68900000000002</c:v>
                      </c:pt>
                      <c:pt idx="347">
                        <c:v>285.75900000000001</c:v>
                      </c:pt>
                      <c:pt idx="348">
                        <c:v>269</c:v>
                      </c:pt>
                      <c:pt idx="349">
                        <c:v>272.279</c:v>
                      </c:pt>
                      <c:pt idx="350">
                        <c:v>273.31599999999997</c:v>
                      </c:pt>
                      <c:pt idx="351">
                        <c:v>268.25599999999997</c:v>
                      </c:pt>
                      <c:pt idx="352">
                        <c:v>266.875</c:v>
                      </c:pt>
                      <c:pt idx="353">
                        <c:v>266.25</c:v>
                      </c:pt>
                      <c:pt idx="354">
                        <c:v>259.733</c:v>
                      </c:pt>
                      <c:pt idx="355">
                        <c:v>266.49700000000001</c:v>
                      </c:pt>
                      <c:pt idx="356">
                        <c:v>267.89400000000001</c:v>
                      </c:pt>
                      <c:pt idx="357">
                        <c:v>264.02199999999999</c:v>
                      </c:pt>
                      <c:pt idx="358">
                        <c:v>271.16699999999997</c:v>
                      </c:pt>
                      <c:pt idx="359">
                        <c:v>268.84300000000002</c:v>
                      </c:pt>
                      <c:pt idx="360">
                        <c:v>264.517</c:v>
                      </c:pt>
                      <c:pt idx="361">
                        <c:v>264.26400000000001</c:v>
                      </c:pt>
                      <c:pt idx="362">
                        <c:v>263.125</c:v>
                      </c:pt>
                      <c:pt idx="363">
                        <c:v>260.74900000000002</c:v>
                      </c:pt>
                      <c:pt idx="364">
                        <c:v>259.52800000000002</c:v>
                      </c:pt>
                      <c:pt idx="365">
                        <c:v>258.55200000000002</c:v>
                      </c:pt>
                      <c:pt idx="366">
                        <c:v>258.61</c:v>
                      </c:pt>
                      <c:pt idx="367">
                        <c:v>263.35399999999998</c:v>
                      </c:pt>
                      <c:pt idx="368">
                        <c:v>262.40800000000002</c:v>
                      </c:pt>
                      <c:pt idx="369">
                        <c:v>259.70699999999999</c:v>
                      </c:pt>
                      <c:pt idx="370">
                        <c:v>257.27199999999999</c:v>
                      </c:pt>
                      <c:pt idx="371">
                        <c:v>257.97500000000002</c:v>
                      </c:pt>
                      <c:pt idx="372">
                        <c:v>255.61699999999999</c:v>
                      </c:pt>
                      <c:pt idx="373">
                        <c:v>253.125</c:v>
                      </c:pt>
                      <c:pt idx="374">
                        <c:v>253.887</c:v>
                      </c:pt>
                      <c:pt idx="375">
                        <c:v>250.75</c:v>
                      </c:pt>
                      <c:pt idx="376">
                        <c:v>247.08699999999999</c:v>
                      </c:pt>
                      <c:pt idx="377">
                        <c:v>237.21899999999999</c:v>
                      </c:pt>
                      <c:pt idx="378">
                        <c:v>236.404</c:v>
                      </c:pt>
                      <c:pt idx="379">
                        <c:v>236.57</c:v>
                      </c:pt>
                      <c:pt idx="380">
                        <c:v>235.553</c:v>
                      </c:pt>
                      <c:pt idx="381">
                        <c:v>237.43700000000001</c:v>
                      </c:pt>
                      <c:pt idx="382">
                        <c:v>233.37</c:v>
                      </c:pt>
                      <c:pt idx="383">
                        <c:v>227.72499999999999</c:v>
                      </c:pt>
                      <c:pt idx="384">
                        <c:v>225.5</c:v>
                      </c:pt>
                      <c:pt idx="385">
                        <c:v>208.554</c:v>
                      </c:pt>
                      <c:pt idx="386">
                        <c:v>209.88</c:v>
                      </c:pt>
                      <c:pt idx="387">
                        <c:v>205.38300000000001</c:v>
                      </c:pt>
                      <c:pt idx="388">
                        <c:v>210.04</c:v>
                      </c:pt>
                      <c:pt idx="389">
                        <c:v>206.8</c:v>
                      </c:pt>
                      <c:pt idx="390">
                        <c:v>203.23500000000001</c:v>
                      </c:pt>
                      <c:pt idx="391">
                        <c:v>205.17400000000001</c:v>
                      </c:pt>
                      <c:pt idx="392">
                        <c:v>202.166</c:v>
                      </c:pt>
                      <c:pt idx="393">
                        <c:v>193.31800000000001</c:v>
                      </c:pt>
                      <c:pt idx="394">
                        <c:v>189.47900000000001</c:v>
                      </c:pt>
                      <c:pt idx="395">
                        <c:v>186.75899999999999</c:v>
                      </c:pt>
                      <c:pt idx="396">
                        <c:v>194.214</c:v>
                      </c:pt>
                      <c:pt idx="397">
                        <c:v>207.422</c:v>
                      </c:pt>
                      <c:pt idx="398">
                        <c:v>246.95099999999999</c:v>
                      </c:pt>
                      <c:pt idx="399">
                        <c:v>235.25</c:v>
                      </c:pt>
                      <c:pt idx="400">
                        <c:v>234.833</c:v>
                      </c:pt>
                      <c:pt idx="401">
                        <c:v>240.702</c:v>
                      </c:pt>
                      <c:pt idx="402">
                        <c:v>270.23899999999998</c:v>
                      </c:pt>
                      <c:pt idx="403">
                        <c:v>285.59100000000001</c:v>
                      </c:pt>
                      <c:pt idx="404">
                        <c:v>282.81900000000002</c:v>
                      </c:pt>
                      <c:pt idx="405">
                        <c:v>270.27100000000002</c:v>
                      </c:pt>
                      <c:pt idx="406">
                        <c:v>263.2</c:v>
                      </c:pt>
                      <c:pt idx="407">
                        <c:v>262.33199999999999</c:v>
                      </c:pt>
                      <c:pt idx="408">
                        <c:v>253.357</c:v>
                      </c:pt>
                      <c:pt idx="409">
                        <c:v>258.16699999999997</c:v>
                      </c:pt>
                      <c:pt idx="410">
                        <c:v>249.85400000000001</c:v>
                      </c:pt>
                      <c:pt idx="411">
                        <c:v>241.97900000000001</c:v>
                      </c:pt>
                      <c:pt idx="412">
                        <c:v>241.476</c:v>
                      </c:pt>
                      <c:pt idx="413">
                        <c:v>244.69800000000001</c:v>
                      </c:pt>
                      <c:pt idx="414">
                        <c:v>233.81100000000001</c:v>
                      </c:pt>
                      <c:pt idx="415">
                        <c:v>223.36600000000001</c:v>
                      </c:pt>
                      <c:pt idx="416">
                        <c:v>218.17699999999999</c:v>
                      </c:pt>
                      <c:pt idx="417">
                        <c:v>213.59200000000001</c:v>
                      </c:pt>
                      <c:pt idx="418">
                        <c:v>213.375</c:v>
                      </c:pt>
                      <c:pt idx="419">
                        <c:v>216.06399999999999</c:v>
                      </c:pt>
                      <c:pt idx="420">
                        <c:v>213.28700000000001</c:v>
                      </c:pt>
                      <c:pt idx="421">
                        <c:v>203.34299999999999</c:v>
                      </c:pt>
                      <c:pt idx="422">
                        <c:v>200.27</c:v>
                      </c:pt>
                      <c:pt idx="423">
                        <c:v>201.791</c:v>
                      </c:pt>
                      <c:pt idx="424">
                        <c:v>201.791</c:v>
                      </c:pt>
                      <c:pt idx="425">
                        <c:v>200.54599999999999</c:v>
                      </c:pt>
                      <c:pt idx="426">
                        <c:v>195.13300000000001</c:v>
                      </c:pt>
                      <c:pt idx="427">
                        <c:v>193.21799999999999</c:v>
                      </c:pt>
                      <c:pt idx="428">
                        <c:v>189.79900000000001</c:v>
                      </c:pt>
                      <c:pt idx="429">
                        <c:v>186.27</c:v>
                      </c:pt>
                      <c:pt idx="430">
                        <c:v>182.19300000000001</c:v>
                      </c:pt>
                      <c:pt idx="431">
                        <c:v>180.18199999999999</c:v>
                      </c:pt>
                      <c:pt idx="432">
                        <c:v>178.625</c:v>
                      </c:pt>
                      <c:pt idx="433">
                        <c:v>178.625</c:v>
                      </c:pt>
                      <c:pt idx="434">
                        <c:v>178.125</c:v>
                      </c:pt>
                      <c:pt idx="435">
                        <c:v>175.22399999999999</c:v>
                      </c:pt>
                      <c:pt idx="436">
                        <c:v>178.07400000000001</c:v>
                      </c:pt>
                      <c:pt idx="437">
                        <c:v>178.91800000000001</c:v>
                      </c:pt>
                      <c:pt idx="438">
                        <c:v>173.77199999999999</c:v>
                      </c:pt>
                      <c:pt idx="439">
                        <c:v>170.54900000000001</c:v>
                      </c:pt>
                      <c:pt idx="440">
                        <c:v>169.68799999999999</c:v>
                      </c:pt>
                      <c:pt idx="441">
                        <c:v>169.465</c:v>
                      </c:pt>
                      <c:pt idx="442">
                        <c:v>169.32499999999999</c:v>
                      </c:pt>
                      <c:pt idx="443">
                        <c:v>173.42599999999999</c:v>
                      </c:pt>
                      <c:pt idx="444">
                        <c:v>173.27799999999999</c:v>
                      </c:pt>
                      <c:pt idx="445">
                        <c:v>173.93700000000001</c:v>
                      </c:pt>
                      <c:pt idx="446">
                        <c:v>169.92099999999999</c:v>
                      </c:pt>
                      <c:pt idx="447">
                        <c:v>166.43199999999999</c:v>
                      </c:pt>
                      <c:pt idx="448">
                        <c:v>169.411</c:v>
                      </c:pt>
                      <c:pt idx="449">
                        <c:v>171.47900000000001</c:v>
                      </c:pt>
                      <c:pt idx="450">
                        <c:v>170.31399999999999</c:v>
                      </c:pt>
                      <c:pt idx="451">
                        <c:v>170.33500000000001</c:v>
                      </c:pt>
                      <c:pt idx="452">
                        <c:v>169.79</c:v>
                      </c:pt>
                      <c:pt idx="453">
                        <c:v>168.41900000000001</c:v>
                      </c:pt>
                      <c:pt idx="454">
                        <c:v>167.73500000000001</c:v>
                      </c:pt>
                      <c:pt idx="455">
                        <c:v>168.5</c:v>
                      </c:pt>
                      <c:pt idx="456">
                        <c:v>168</c:v>
                      </c:pt>
                      <c:pt idx="457">
                        <c:v>168.35300000000001</c:v>
                      </c:pt>
                      <c:pt idx="458">
                        <c:v>167.43799999999999</c:v>
                      </c:pt>
                      <c:pt idx="459">
                        <c:v>167</c:v>
                      </c:pt>
                      <c:pt idx="460">
                        <c:v>168.5</c:v>
                      </c:pt>
                      <c:pt idx="461">
                        <c:v>169.07499999999999</c:v>
                      </c:pt>
                      <c:pt idx="462">
                        <c:v>165.404</c:v>
                      </c:pt>
                      <c:pt idx="463">
                        <c:v>165.208</c:v>
                      </c:pt>
                      <c:pt idx="464">
                        <c:v>163.417</c:v>
                      </c:pt>
                      <c:pt idx="465">
                        <c:v>160.15899999999999</c:v>
                      </c:pt>
                      <c:pt idx="466">
                        <c:v>157.23599999999999</c:v>
                      </c:pt>
                      <c:pt idx="467">
                        <c:v>156.21</c:v>
                      </c:pt>
                      <c:pt idx="468">
                        <c:v>156.69300000000001</c:v>
                      </c:pt>
                      <c:pt idx="469">
                        <c:v>156.792</c:v>
                      </c:pt>
                      <c:pt idx="470">
                        <c:v>156.792</c:v>
                      </c:pt>
                      <c:pt idx="471">
                        <c:v>159.90299999999999</c:v>
                      </c:pt>
                      <c:pt idx="472">
                        <c:v>157.52600000000001</c:v>
                      </c:pt>
                      <c:pt idx="473">
                        <c:v>152.12299999999999</c:v>
                      </c:pt>
                      <c:pt idx="474">
                        <c:v>152.083</c:v>
                      </c:pt>
                      <c:pt idx="475">
                        <c:v>150.30199999999999</c:v>
                      </c:pt>
                      <c:pt idx="476">
                        <c:v>148.9</c:v>
                      </c:pt>
                      <c:pt idx="477">
                        <c:v>147.059</c:v>
                      </c:pt>
                      <c:pt idx="478">
                        <c:v>144.006</c:v>
                      </c:pt>
                      <c:pt idx="479">
                        <c:v>142.071</c:v>
                      </c:pt>
                      <c:pt idx="480">
                        <c:v>144.14500000000001</c:v>
                      </c:pt>
                      <c:pt idx="481">
                        <c:v>147.81</c:v>
                      </c:pt>
                      <c:pt idx="482">
                        <c:v>142.24799999999999</c:v>
                      </c:pt>
                      <c:pt idx="483">
                        <c:v>137.23099999999999</c:v>
                      </c:pt>
                      <c:pt idx="484">
                        <c:v>132.267</c:v>
                      </c:pt>
                      <c:pt idx="485">
                        <c:v>123.235</c:v>
                      </c:pt>
                      <c:pt idx="486">
                        <c:v>125.523</c:v>
                      </c:pt>
                      <c:pt idx="487">
                        <c:v>127.401</c:v>
                      </c:pt>
                      <c:pt idx="488">
                        <c:v>122.505</c:v>
                      </c:pt>
                      <c:pt idx="489">
                        <c:v>113.69499999999999</c:v>
                      </c:pt>
                      <c:pt idx="490">
                        <c:v>115.46899999999999</c:v>
                      </c:pt>
                      <c:pt idx="491">
                        <c:v>116.102</c:v>
                      </c:pt>
                      <c:pt idx="492">
                        <c:v>117.137</c:v>
                      </c:pt>
                      <c:pt idx="493">
                        <c:v>113.32599999999999</c:v>
                      </c:pt>
                      <c:pt idx="494">
                        <c:v>111.599</c:v>
                      </c:pt>
                      <c:pt idx="495">
                        <c:v>116.5</c:v>
                      </c:pt>
                      <c:pt idx="496">
                        <c:v>112.154</c:v>
                      </c:pt>
                      <c:pt idx="497">
                        <c:v>109.057</c:v>
                      </c:pt>
                      <c:pt idx="498">
                        <c:v>103.2</c:v>
                      </c:pt>
                      <c:pt idx="499">
                        <c:v>102.581</c:v>
                      </c:pt>
                      <c:pt idx="500">
                        <c:v>93.346999999999994</c:v>
                      </c:pt>
                      <c:pt idx="501">
                        <c:v>97.165999999999997</c:v>
                      </c:pt>
                      <c:pt idx="502">
                        <c:v>93.66</c:v>
                      </c:pt>
                      <c:pt idx="503">
                        <c:v>98.929000000000002</c:v>
                      </c:pt>
                      <c:pt idx="504">
                        <c:v>104.515</c:v>
                      </c:pt>
                      <c:pt idx="505">
                        <c:v>116.36799999999999</c:v>
                      </c:pt>
                      <c:pt idx="506">
                        <c:v>125.90900000000001</c:v>
                      </c:pt>
                      <c:pt idx="507">
                        <c:v>131.11799999999999</c:v>
                      </c:pt>
                      <c:pt idx="508">
                        <c:v>131.43299999999999</c:v>
                      </c:pt>
                      <c:pt idx="509">
                        <c:v>128.72499999999999</c:v>
                      </c:pt>
                      <c:pt idx="510">
                        <c:v>128.43700000000001</c:v>
                      </c:pt>
                      <c:pt idx="511">
                        <c:v>128.33099999999999</c:v>
                      </c:pt>
                      <c:pt idx="512">
                        <c:v>122.083</c:v>
                      </c:pt>
                      <c:pt idx="513">
                        <c:v>119.486</c:v>
                      </c:pt>
                      <c:pt idx="514">
                        <c:v>120.3</c:v>
                      </c:pt>
                      <c:pt idx="515">
                        <c:v>120.654</c:v>
                      </c:pt>
                      <c:pt idx="516">
                        <c:v>132.08699999999999</c:v>
                      </c:pt>
                      <c:pt idx="517">
                        <c:v>132.50800000000001</c:v>
                      </c:pt>
                      <c:pt idx="518">
                        <c:v>134.357</c:v>
                      </c:pt>
                      <c:pt idx="519">
                        <c:v>135.34200000000001</c:v>
                      </c:pt>
                      <c:pt idx="520">
                        <c:v>138.75299999999999</c:v>
                      </c:pt>
                      <c:pt idx="521">
                        <c:v>140.786</c:v>
                      </c:pt>
                      <c:pt idx="522">
                        <c:v>137.983</c:v>
                      </c:pt>
                      <c:pt idx="523">
                        <c:v>137.9</c:v>
                      </c:pt>
                      <c:pt idx="524">
                        <c:v>136.96199999999999</c:v>
                      </c:pt>
                      <c:pt idx="525">
                        <c:v>134.59399999999999</c:v>
                      </c:pt>
                      <c:pt idx="526">
                        <c:v>132.964</c:v>
                      </c:pt>
                      <c:pt idx="527">
                        <c:v>135.65</c:v>
                      </c:pt>
                      <c:pt idx="528">
                        <c:v>138.92599999999999</c:v>
                      </c:pt>
                      <c:pt idx="529">
                        <c:v>144.76</c:v>
                      </c:pt>
                      <c:pt idx="530">
                        <c:v>146.1</c:v>
                      </c:pt>
                      <c:pt idx="531">
                        <c:v>145.73500000000001</c:v>
                      </c:pt>
                      <c:pt idx="532">
                        <c:v>146.20500000000001</c:v>
                      </c:pt>
                      <c:pt idx="533">
                        <c:v>148.07400000000001</c:v>
                      </c:pt>
                      <c:pt idx="534">
                        <c:v>148.07400000000001</c:v>
                      </c:pt>
                      <c:pt idx="535">
                        <c:v>149.92500000000001</c:v>
                      </c:pt>
                      <c:pt idx="536">
                        <c:v>136.56899999999999</c:v>
                      </c:pt>
                      <c:pt idx="537">
                        <c:v>125.571</c:v>
                      </c:pt>
                      <c:pt idx="538">
                        <c:v>127.45</c:v>
                      </c:pt>
                      <c:pt idx="539">
                        <c:v>124.73699999999999</c:v>
                      </c:pt>
                      <c:pt idx="540">
                        <c:v>125.321</c:v>
                      </c:pt>
                      <c:pt idx="541">
                        <c:v>128.49100000000001</c:v>
                      </c:pt>
                      <c:pt idx="542">
                        <c:v>122.84</c:v>
                      </c:pt>
                      <c:pt idx="543">
                        <c:v>123.43300000000001</c:v>
                      </c:pt>
                      <c:pt idx="544">
                        <c:v>125.994</c:v>
                      </c:pt>
                      <c:pt idx="545">
                        <c:v>125.25</c:v>
                      </c:pt>
                      <c:pt idx="546">
                        <c:v>121.375</c:v>
                      </c:pt>
                      <c:pt idx="547">
                        <c:v>123.42700000000001</c:v>
                      </c:pt>
                      <c:pt idx="548">
                        <c:v>125.712</c:v>
                      </c:pt>
                      <c:pt idx="549">
                        <c:v>125.73699999999999</c:v>
                      </c:pt>
                      <c:pt idx="550">
                        <c:v>125.056</c:v>
                      </c:pt>
                      <c:pt idx="551">
                        <c:v>126.292</c:v>
                      </c:pt>
                      <c:pt idx="552">
                        <c:v>125.83799999999999</c:v>
                      </c:pt>
                      <c:pt idx="553">
                        <c:v>131.75</c:v>
                      </c:pt>
                      <c:pt idx="554">
                        <c:v>141.4</c:v>
                      </c:pt>
                      <c:pt idx="555">
                        <c:v>157.63300000000001</c:v>
                      </c:pt>
                      <c:pt idx="556">
                        <c:v>152.22300000000001</c:v>
                      </c:pt>
                      <c:pt idx="557">
                        <c:v>164.691</c:v>
                      </c:pt>
                      <c:pt idx="558">
                        <c:v>170.792</c:v>
                      </c:pt>
                      <c:pt idx="559">
                        <c:v>172.44399999999999</c:v>
                      </c:pt>
                      <c:pt idx="560">
                        <c:v>186.92099999999999</c:v>
                      </c:pt>
                      <c:pt idx="561">
                        <c:v>192.77799999999999</c:v>
                      </c:pt>
                      <c:pt idx="562">
                        <c:v>193.953</c:v>
                      </c:pt>
                      <c:pt idx="563">
                        <c:v>172.173</c:v>
                      </c:pt>
                      <c:pt idx="564">
                        <c:v>163.94900000000001</c:v>
                      </c:pt>
                      <c:pt idx="565">
                        <c:v>177.5</c:v>
                      </c:pt>
                      <c:pt idx="566">
                        <c:v>179.20400000000001</c:v>
                      </c:pt>
                      <c:pt idx="567">
                        <c:v>177.69200000000001</c:v>
                      </c:pt>
                      <c:pt idx="568">
                        <c:v>165.24700000000001</c:v>
                      </c:pt>
                      <c:pt idx="569">
                        <c:v>174.078</c:v>
                      </c:pt>
                      <c:pt idx="570">
                        <c:v>170.53100000000001</c:v>
                      </c:pt>
                      <c:pt idx="571">
                        <c:v>172.66900000000001</c:v>
                      </c:pt>
                      <c:pt idx="572">
                        <c:v>172.47399999999999</c:v>
                      </c:pt>
                      <c:pt idx="573">
                        <c:v>177.00700000000001</c:v>
                      </c:pt>
                      <c:pt idx="574">
                        <c:v>174.583</c:v>
                      </c:pt>
                      <c:pt idx="575">
                        <c:v>184.69300000000001</c:v>
                      </c:pt>
                      <c:pt idx="576">
                        <c:v>193.25299999999999</c:v>
                      </c:pt>
                      <c:pt idx="577">
                        <c:v>188.62799999999999</c:v>
                      </c:pt>
                      <c:pt idx="578">
                        <c:v>179.03700000000001</c:v>
                      </c:pt>
                      <c:pt idx="579">
                        <c:v>180.85400000000001</c:v>
                      </c:pt>
                      <c:pt idx="580">
                        <c:v>178.917</c:v>
                      </c:pt>
                      <c:pt idx="581">
                        <c:v>182.3</c:v>
                      </c:pt>
                      <c:pt idx="582">
                        <c:v>182.917</c:v>
                      </c:pt>
                      <c:pt idx="583">
                        <c:v>189</c:v>
                      </c:pt>
                      <c:pt idx="584">
                        <c:v>200.429</c:v>
                      </c:pt>
                      <c:pt idx="585">
                        <c:v>209.786</c:v>
                      </c:pt>
                      <c:pt idx="586">
                        <c:v>215.33500000000001</c:v>
                      </c:pt>
                      <c:pt idx="587">
                        <c:v>208.81399999999999</c:v>
                      </c:pt>
                      <c:pt idx="588">
                        <c:v>190.01</c:v>
                      </c:pt>
                      <c:pt idx="589">
                        <c:v>175.721</c:v>
                      </c:pt>
                      <c:pt idx="590">
                        <c:v>168.25299999999999</c:v>
                      </c:pt>
                      <c:pt idx="591">
                        <c:v>167.5</c:v>
                      </c:pt>
                      <c:pt idx="592">
                        <c:v>178.09299999999999</c:v>
                      </c:pt>
                      <c:pt idx="593">
                        <c:v>171.72399999999999</c:v>
                      </c:pt>
                      <c:pt idx="594">
                        <c:v>172.19</c:v>
                      </c:pt>
                      <c:pt idx="595">
                        <c:v>165.577</c:v>
                      </c:pt>
                      <c:pt idx="596">
                        <c:v>164.405</c:v>
                      </c:pt>
                      <c:pt idx="597">
                        <c:v>170.09899999999999</c:v>
                      </c:pt>
                      <c:pt idx="598">
                        <c:v>185.03299999999999</c:v>
                      </c:pt>
                      <c:pt idx="599">
                        <c:v>184.92</c:v>
                      </c:pt>
                      <c:pt idx="600">
                        <c:v>184.071</c:v>
                      </c:pt>
                      <c:pt idx="601">
                        <c:v>174.6</c:v>
                      </c:pt>
                      <c:pt idx="602">
                        <c:v>165.083</c:v>
                      </c:pt>
                      <c:pt idx="603">
                        <c:v>163.833</c:v>
                      </c:pt>
                      <c:pt idx="604">
                        <c:v>164.24199999999999</c:v>
                      </c:pt>
                      <c:pt idx="605">
                        <c:v>157.43600000000001</c:v>
                      </c:pt>
                      <c:pt idx="606">
                        <c:v>155.03</c:v>
                      </c:pt>
                      <c:pt idx="607">
                        <c:v>149.733</c:v>
                      </c:pt>
                      <c:pt idx="608">
                        <c:v>140.79400000000001</c:v>
                      </c:pt>
                      <c:pt idx="609">
                        <c:v>141.26400000000001</c:v>
                      </c:pt>
                      <c:pt idx="610">
                        <c:v>142.85499999999999</c:v>
                      </c:pt>
                      <c:pt idx="611">
                        <c:v>146.17400000000001</c:v>
                      </c:pt>
                      <c:pt idx="612">
                        <c:v>140.816</c:v>
                      </c:pt>
                      <c:pt idx="613">
                        <c:v>140.006</c:v>
                      </c:pt>
                      <c:pt idx="614">
                        <c:v>134.89699999999999</c:v>
                      </c:pt>
                      <c:pt idx="615">
                        <c:v>134.09399999999999</c:v>
                      </c:pt>
                      <c:pt idx="616">
                        <c:v>131.226</c:v>
                      </c:pt>
                      <c:pt idx="617">
                        <c:v>124.547</c:v>
                      </c:pt>
                      <c:pt idx="618">
                        <c:v>127.646</c:v>
                      </c:pt>
                      <c:pt idx="619">
                        <c:v>130.119</c:v>
                      </c:pt>
                      <c:pt idx="620">
                        <c:v>132.01</c:v>
                      </c:pt>
                      <c:pt idx="621">
                        <c:v>129.85499999999999</c:v>
                      </c:pt>
                      <c:pt idx="622">
                        <c:v>124.974</c:v>
                      </c:pt>
                      <c:pt idx="623">
                        <c:v>123.316</c:v>
                      </c:pt>
                      <c:pt idx="624">
                        <c:v>124.675</c:v>
                      </c:pt>
                      <c:pt idx="625">
                        <c:v>126.93</c:v>
                      </c:pt>
                      <c:pt idx="626">
                        <c:v>128.75800000000001</c:v>
                      </c:pt>
                      <c:pt idx="627">
                        <c:v>134.03700000000001</c:v>
                      </c:pt>
                      <c:pt idx="628">
                        <c:v>140.67599999999999</c:v>
                      </c:pt>
                      <c:pt idx="629">
                        <c:v>141.273</c:v>
                      </c:pt>
                      <c:pt idx="630">
                        <c:v>140.66499999999999</c:v>
                      </c:pt>
                      <c:pt idx="631">
                        <c:v>140.583</c:v>
                      </c:pt>
                      <c:pt idx="632">
                        <c:v>136.5</c:v>
                      </c:pt>
                      <c:pt idx="633">
                        <c:v>129.75</c:v>
                      </c:pt>
                      <c:pt idx="634">
                        <c:v>129.6</c:v>
                      </c:pt>
                      <c:pt idx="635">
                        <c:v>129</c:v>
                      </c:pt>
                      <c:pt idx="636">
                        <c:v>125.333</c:v>
                      </c:pt>
                      <c:pt idx="637">
                        <c:v>128.30000000000001</c:v>
                      </c:pt>
                      <c:pt idx="638">
                        <c:v>134</c:v>
                      </c:pt>
                      <c:pt idx="639">
                        <c:v>132.25</c:v>
                      </c:pt>
                      <c:pt idx="640">
                        <c:v>139.25</c:v>
                      </c:pt>
                      <c:pt idx="641">
                        <c:v>139.9</c:v>
                      </c:pt>
                      <c:pt idx="642">
                        <c:v>141.1</c:v>
                      </c:pt>
                      <c:pt idx="643">
                        <c:v>140.5</c:v>
                      </c:pt>
                      <c:pt idx="644">
                        <c:v>134.917</c:v>
                      </c:pt>
                      <c:pt idx="645">
                        <c:v>135</c:v>
                      </c:pt>
                      <c:pt idx="646">
                        <c:v>137.417</c:v>
                      </c:pt>
                      <c:pt idx="647">
                        <c:v>143.929</c:v>
                      </c:pt>
                      <c:pt idx="648">
                        <c:v>157.375</c:v>
                      </c:pt>
                      <c:pt idx="649">
                        <c:v>162.333</c:v>
                      </c:pt>
                      <c:pt idx="650">
                        <c:v>161</c:v>
                      </c:pt>
                      <c:pt idx="651">
                        <c:v>152</c:v>
                      </c:pt>
                      <c:pt idx="652">
                        <c:v>147.583</c:v>
                      </c:pt>
                      <c:pt idx="653">
                        <c:v>143.571</c:v>
                      </c:pt>
                      <c:pt idx="654">
                        <c:v>145.06200000000001</c:v>
                      </c:pt>
                      <c:pt idx="655">
                        <c:v>142.18799999999999</c:v>
                      </c:pt>
                      <c:pt idx="656">
                        <c:v>149.071</c:v>
                      </c:pt>
                      <c:pt idx="657">
                        <c:v>146.5</c:v>
                      </c:pt>
                      <c:pt idx="658">
                        <c:v>139</c:v>
                      </c:pt>
                      <c:pt idx="659">
                        <c:v>135.417</c:v>
                      </c:pt>
                      <c:pt idx="660">
                        <c:v>135.5</c:v>
                      </c:pt>
                      <c:pt idx="661">
                        <c:v>126.5</c:v>
                      </c:pt>
                      <c:pt idx="662">
                        <c:v>125.875</c:v>
                      </c:pt>
                      <c:pt idx="663">
                        <c:v>122.1</c:v>
                      </c:pt>
                      <c:pt idx="664">
                        <c:v>121</c:v>
                      </c:pt>
                      <c:pt idx="665">
                        <c:v>117.571</c:v>
                      </c:pt>
                      <c:pt idx="666">
                        <c:v>122.286</c:v>
                      </c:pt>
                      <c:pt idx="667">
                        <c:v>121.917</c:v>
                      </c:pt>
                      <c:pt idx="668">
                        <c:v>120.583</c:v>
                      </c:pt>
                      <c:pt idx="669">
                        <c:v>122.583</c:v>
                      </c:pt>
                      <c:pt idx="670">
                        <c:v>127</c:v>
                      </c:pt>
                      <c:pt idx="671">
                        <c:v>126.6</c:v>
                      </c:pt>
                      <c:pt idx="672">
                        <c:v>121.583</c:v>
                      </c:pt>
                      <c:pt idx="673">
                        <c:v>118.786</c:v>
                      </c:pt>
                      <c:pt idx="674">
                        <c:v>122.9</c:v>
                      </c:pt>
                      <c:pt idx="675">
                        <c:v>127.48399999999999</c:v>
                      </c:pt>
                      <c:pt idx="676">
                        <c:v>126.69799999999999</c:v>
                      </c:pt>
                      <c:pt idx="677">
                        <c:v>126.25</c:v>
                      </c:pt>
                      <c:pt idx="678">
                        <c:v>126.714</c:v>
                      </c:pt>
                      <c:pt idx="679">
                        <c:v>120.5</c:v>
                      </c:pt>
                      <c:pt idx="680">
                        <c:v>116.771</c:v>
                      </c:pt>
                      <c:pt idx="681">
                        <c:v>117.714</c:v>
                      </c:pt>
                      <c:pt idx="682">
                        <c:v>117.81</c:v>
                      </c:pt>
                      <c:pt idx="683">
                        <c:v>116.983</c:v>
                      </c:pt>
                      <c:pt idx="684">
                        <c:v>119.5</c:v>
                      </c:pt>
                      <c:pt idx="685">
                        <c:v>119.1</c:v>
                      </c:pt>
                      <c:pt idx="686">
                        <c:v>118.4</c:v>
                      </c:pt>
                      <c:pt idx="687">
                        <c:v>113.958</c:v>
                      </c:pt>
                      <c:pt idx="688">
                        <c:v>112.85</c:v>
                      </c:pt>
                      <c:pt idx="689">
                        <c:v>117.051</c:v>
                      </c:pt>
                      <c:pt idx="690">
                        <c:v>118.458</c:v>
                      </c:pt>
                      <c:pt idx="691">
                        <c:v>116.575</c:v>
                      </c:pt>
                      <c:pt idx="692">
                        <c:v>116.333</c:v>
                      </c:pt>
                      <c:pt idx="693">
                        <c:v>115.83</c:v>
                      </c:pt>
                      <c:pt idx="694">
                        <c:v>117.96899999999999</c:v>
                      </c:pt>
                      <c:pt idx="695">
                        <c:v>126.7</c:v>
                      </c:pt>
                      <c:pt idx="696">
                        <c:v>128.69999999999999</c:v>
                      </c:pt>
                      <c:pt idx="697">
                        <c:v>122.833</c:v>
                      </c:pt>
                      <c:pt idx="698">
                        <c:v>125.033</c:v>
                      </c:pt>
                      <c:pt idx="699">
                        <c:v>128.41</c:v>
                      </c:pt>
                      <c:pt idx="700">
                        <c:v>125.842</c:v>
                      </c:pt>
                      <c:pt idx="701">
                        <c:v>121.85</c:v>
                      </c:pt>
                      <c:pt idx="702">
                        <c:v>122.33799999999999</c:v>
                      </c:pt>
                      <c:pt idx="703">
                        <c:v>123.917</c:v>
                      </c:pt>
                      <c:pt idx="704">
                        <c:v>121.809</c:v>
                      </c:pt>
                      <c:pt idx="705">
                        <c:v>118.616</c:v>
                      </c:pt>
                      <c:pt idx="706">
                        <c:v>120.444</c:v>
                      </c:pt>
                      <c:pt idx="707">
                        <c:v>117.8</c:v>
                      </c:pt>
                      <c:pt idx="708">
                        <c:v>116.875</c:v>
                      </c:pt>
                      <c:pt idx="709">
                        <c:v>116.69199999999999</c:v>
                      </c:pt>
                      <c:pt idx="710">
                        <c:v>116.354</c:v>
                      </c:pt>
                      <c:pt idx="711">
                        <c:v>116.367</c:v>
                      </c:pt>
                      <c:pt idx="712">
                        <c:v>115.18899999999999</c:v>
                      </c:pt>
                      <c:pt idx="713">
                        <c:v>114.59399999999999</c:v>
                      </c:pt>
                      <c:pt idx="714">
                        <c:v>115.438</c:v>
                      </c:pt>
                      <c:pt idx="715">
                        <c:v>115.5</c:v>
                      </c:pt>
                      <c:pt idx="716">
                        <c:v>114.5</c:v>
                      </c:pt>
                      <c:pt idx="717">
                        <c:v>113.625</c:v>
                      </c:pt>
                      <c:pt idx="718">
                        <c:v>114.2</c:v>
                      </c:pt>
                      <c:pt idx="719">
                        <c:v>114</c:v>
                      </c:pt>
                      <c:pt idx="720">
                        <c:v>114.045</c:v>
                      </c:pt>
                      <c:pt idx="721">
                        <c:v>109.5</c:v>
                      </c:pt>
                      <c:pt idx="722">
                        <c:v>112.896</c:v>
                      </c:pt>
                      <c:pt idx="723">
                        <c:v>114.9</c:v>
                      </c:pt>
                      <c:pt idx="724">
                        <c:v>115.7</c:v>
                      </c:pt>
                      <c:pt idx="725">
                        <c:v>119.875</c:v>
                      </c:pt>
                      <c:pt idx="726">
                        <c:v>120.78100000000001</c:v>
                      </c:pt>
                      <c:pt idx="727">
                        <c:v>116.458</c:v>
                      </c:pt>
                      <c:pt idx="728">
                        <c:v>113.226</c:v>
                      </c:pt>
                      <c:pt idx="729">
                        <c:v>114</c:v>
                      </c:pt>
                      <c:pt idx="730">
                        <c:v>110.761</c:v>
                      </c:pt>
                      <c:pt idx="731">
                        <c:v>107.983</c:v>
                      </c:pt>
                      <c:pt idx="732">
                        <c:v>108.355</c:v>
                      </c:pt>
                      <c:pt idx="733">
                        <c:v>107</c:v>
                      </c:pt>
                      <c:pt idx="734">
                        <c:v>107.9</c:v>
                      </c:pt>
                      <c:pt idx="735">
                        <c:v>108.3</c:v>
                      </c:pt>
                      <c:pt idx="736">
                        <c:v>108.194</c:v>
                      </c:pt>
                      <c:pt idx="737">
                        <c:v>110.13800000000001</c:v>
                      </c:pt>
                      <c:pt idx="738">
                        <c:v>113.167</c:v>
                      </c:pt>
                      <c:pt idx="739">
                        <c:v>115.41800000000001</c:v>
                      </c:pt>
                      <c:pt idx="740">
                        <c:v>115.146</c:v>
                      </c:pt>
                      <c:pt idx="741">
                        <c:v>113.8</c:v>
                      </c:pt>
                      <c:pt idx="742">
                        <c:v>108.625</c:v>
                      </c:pt>
                      <c:pt idx="743">
                        <c:v>107.529</c:v>
                      </c:pt>
                      <c:pt idx="744">
                        <c:v>106.65</c:v>
                      </c:pt>
                      <c:pt idx="745">
                        <c:v>105.364</c:v>
                      </c:pt>
                      <c:pt idx="746">
                        <c:v>105.95</c:v>
                      </c:pt>
                      <c:pt idx="747">
                        <c:v>106.738</c:v>
                      </c:pt>
                      <c:pt idx="748">
                        <c:v>106.876</c:v>
                      </c:pt>
                      <c:pt idx="749">
                        <c:v>107.11199999999999</c:v>
                      </c:pt>
                      <c:pt idx="750">
                        <c:v>102.3</c:v>
                      </c:pt>
                      <c:pt idx="751">
                        <c:v>100.233</c:v>
                      </c:pt>
                      <c:pt idx="752">
                        <c:v>99.733000000000004</c:v>
                      </c:pt>
                      <c:pt idx="753">
                        <c:v>99.9</c:v>
                      </c:pt>
                      <c:pt idx="754">
                        <c:v>100</c:v>
                      </c:pt>
                      <c:pt idx="755">
                        <c:v>101.72199999999999</c:v>
                      </c:pt>
                      <c:pt idx="756">
                        <c:v>102.25</c:v>
                      </c:pt>
                      <c:pt idx="757">
                        <c:v>99.793999999999997</c:v>
                      </c:pt>
                      <c:pt idx="758">
                        <c:v>101.188</c:v>
                      </c:pt>
                      <c:pt idx="759">
                        <c:v>103.167</c:v>
                      </c:pt>
                      <c:pt idx="760">
                        <c:v>114.82299999999999</c:v>
                      </c:pt>
                      <c:pt idx="761">
                        <c:v>112.25</c:v>
                      </c:pt>
                      <c:pt idx="762">
                        <c:v>114.78</c:v>
                      </c:pt>
                      <c:pt idx="763">
                        <c:v>119.825</c:v>
                      </c:pt>
                      <c:pt idx="764">
                        <c:v>126.29</c:v>
                      </c:pt>
                      <c:pt idx="765">
                        <c:v>115.679</c:v>
                      </c:pt>
                      <c:pt idx="766">
                        <c:v>114.55</c:v>
                      </c:pt>
                      <c:pt idx="767">
                        <c:v>109.69499999999999</c:v>
                      </c:pt>
                      <c:pt idx="768">
                        <c:v>106.54900000000001</c:v>
                      </c:pt>
                      <c:pt idx="769">
                        <c:v>106.5</c:v>
                      </c:pt>
                      <c:pt idx="770">
                        <c:v>113.459</c:v>
                      </c:pt>
                      <c:pt idx="771">
                        <c:v>111.328</c:v>
                      </c:pt>
                      <c:pt idx="772">
                        <c:v>110.52500000000001</c:v>
                      </c:pt>
                      <c:pt idx="773">
                        <c:v>110.65600000000001</c:v>
                      </c:pt>
                      <c:pt idx="774">
                        <c:v>104.733</c:v>
                      </c:pt>
                      <c:pt idx="775">
                        <c:v>106.732</c:v>
                      </c:pt>
                      <c:pt idx="776">
                        <c:v>101.125</c:v>
                      </c:pt>
                      <c:pt idx="777">
                        <c:v>97.674999999999997</c:v>
                      </c:pt>
                      <c:pt idx="778">
                        <c:v>97.656999999999996</c:v>
                      </c:pt>
                      <c:pt idx="779">
                        <c:v>97.2</c:v>
                      </c:pt>
                      <c:pt idx="780">
                        <c:v>97.75</c:v>
                      </c:pt>
                      <c:pt idx="781">
                        <c:v>99.641999999999996</c:v>
                      </c:pt>
                      <c:pt idx="782">
                        <c:v>97.674999999999997</c:v>
                      </c:pt>
                      <c:pt idx="783">
                        <c:v>95.677000000000007</c:v>
                      </c:pt>
                      <c:pt idx="784">
                        <c:v>95.7</c:v>
                      </c:pt>
                      <c:pt idx="785">
                        <c:v>93.703999999999994</c:v>
                      </c:pt>
                      <c:pt idx="786">
                        <c:v>93.85</c:v>
                      </c:pt>
                      <c:pt idx="787">
                        <c:v>93.343999999999994</c:v>
                      </c:pt>
                      <c:pt idx="788">
                        <c:v>93.123999999999995</c:v>
                      </c:pt>
                      <c:pt idx="789">
                        <c:v>91.05</c:v>
                      </c:pt>
                      <c:pt idx="790">
                        <c:v>91.438000000000002</c:v>
                      </c:pt>
                      <c:pt idx="791">
                        <c:v>90.988</c:v>
                      </c:pt>
                      <c:pt idx="792">
                        <c:v>91.8</c:v>
                      </c:pt>
                      <c:pt idx="793">
                        <c:v>90.37</c:v>
                      </c:pt>
                      <c:pt idx="794">
                        <c:v>86.56</c:v>
                      </c:pt>
                      <c:pt idx="795">
                        <c:v>81.933999999999997</c:v>
                      </c:pt>
                      <c:pt idx="796">
                        <c:v>82.3</c:v>
                      </c:pt>
                      <c:pt idx="797">
                        <c:v>79.834000000000003</c:v>
                      </c:pt>
                      <c:pt idx="798">
                        <c:v>77.453999999999994</c:v>
                      </c:pt>
                      <c:pt idx="799">
                        <c:v>79.676000000000002</c:v>
                      </c:pt>
                      <c:pt idx="800">
                        <c:v>81.481999999999999</c:v>
                      </c:pt>
                      <c:pt idx="801">
                        <c:v>81.02</c:v>
                      </c:pt>
                      <c:pt idx="802">
                        <c:v>83.75</c:v>
                      </c:pt>
                      <c:pt idx="803">
                        <c:v>84.9</c:v>
                      </c:pt>
                      <c:pt idx="804">
                        <c:v>86.46</c:v>
                      </c:pt>
                      <c:pt idx="805">
                        <c:v>85.188000000000002</c:v>
                      </c:pt>
                      <c:pt idx="806">
                        <c:v>85.45</c:v>
                      </c:pt>
                      <c:pt idx="807">
                        <c:v>85.95</c:v>
                      </c:pt>
                      <c:pt idx="808">
                        <c:v>87.025000000000006</c:v>
                      </c:pt>
                      <c:pt idx="809">
                        <c:v>87</c:v>
                      </c:pt>
                      <c:pt idx="810">
                        <c:v>86.932000000000002</c:v>
                      </c:pt>
                      <c:pt idx="811">
                        <c:v>86.52</c:v>
                      </c:pt>
                      <c:pt idx="812">
                        <c:v>87.5</c:v>
                      </c:pt>
                      <c:pt idx="813">
                        <c:v>88.613</c:v>
                      </c:pt>
                      <c:pt idx="814">
                        <c:v>89.06</c:v>
                      </c:pt>
                      <c:pt idx="815">
                        <c:v>88.02</c:v>
                      </c:pt>
                      <c:pt idx="816">
                        <c:v>84.162000000000006</c:v>
                      </c:pt>
                      <c:pt idx="817">
                        <c:v>80.849999999999994</c:v>
                      </c:pt>
                      <c:pt idx="818">
                        <c:v>78.061999999999998</c:v>
                      </c:pt>
                      <c:pt idx="819">
                        <c:v>77</c:v>
                      </c:pt>
                      <c:pt idx="820">
                        <c:v>78.28</c:v>
                      </c:pt>
                      <c:pt idx="821">
                        <c:v>77.58</c:v>
                      </c:pt>
                      <c:pt idx="822">
                        <c:v>81.55</c:v>
                      </c:pt>
                      <c:pt idx="823">
                        <c:v>79.95</c:v>
                      </c:pt>
                      <c:pt idx="824">
                        <c:v>79.730999999999995</c:v>
                      </c:pt>
                      <c:pt idx="825">
                        <c:v>79.674999999999997</c:v>
                      </c:pt>
                      <c:pt idx="826">
                        <c:v>80.81</c:v>
                      </c:pt>
                      <c:pt idx="827">
                        <c:v>77.400000000000006</c:v>
                      </c:pt>
                      <c:pt idx="828">
                        <c:v>73.25</c:v>
                      </c:pt>
                      <c:pt idx="829">
                        <c:v>73.8</c:v>
                      </c:pt>
                      <c:pt idx="830">
                        <c:v>76.45</c:v>
                      </c:pt>
                      <c:pt idx="831">
                        <c:v>78.25</c:v>
                      </c:pt>
                      <c:pt idx="832">
                        <c:v>83.7</c:v>
                      </c:pt>
                      <c:pt idx="833">
                        <c:v>82.462999999999994</c:v>
                      </c:pt>
                      <c:pt idx="834">
                        <c:v>83.662000000000006</c:v>
                      </c:pt>
                      <c:pt idx="835">
                        <c:v>79.912000000000006</c:v>
                      </c:pt>
                      <c:pt idx="836">
                        <c:v>77.5</c:v>
                      </c:pt>
                      <c:pt idx="837">
                        <c:v>71.174999999999997</c:v>
                      </c:pt>
                      <c:pt idx="838">
                        <c:v>67.811999999999998</c:v>
                      </c:pt>
                      <c:pt idx="839">
                        <c:v>65.400000000000006</c:v>
                      </c:pt>
                      <c:pt idx="840">
                        <c:v>64.7</c:v>
                      </c:pt>
                      <c:pt idx="841">
                        <c:v>67.962999999999994</c:v>
                      </c:pt>
                      <c:pt idx="842">
                        <c:v>70.825000000000003</c:v>
                      </c:pt>
                      <c:pt idx="843">
                        <c:v>72.55</c:v>
                      </c:pt>
                      <c:pt idx="844">
                        <c:v>77.900000000000006</c:v>
                      </c:pt>
                      <c:pt idx="845">
                        <c:v>80.275000000000006</c:v>
                      </c:pt>
                      <c:pt idx="846">
                        <c:v>83.125</c:v>
                      </c:pt>
                      <c:pt idx="847">
                        <c:v>80.2</c:v>
                      </c:pt>
                      <c:pt idx="848">
                        <c:v>83.712999999999994</c:v>
                      </c:pt>
                      <c:pt idx="849">
                        <c:v>80.561999999999998</c:v>
                      </c:pt>
                      <c:pt idx="850">
                        <c:v>80.075000000000003</c:v>
                      </c:pt>
                      <c:pt idx="851">
                        <c:v>79.5</c:v>
                      </c:pt>
                      <c:pt idx="852">
                        <c:v>79.762</c:v>
                      </c:pt>
                      <c:pt idx="853">
                        <c:v>78.561999999999998</c:v>
                      </c:pt>
                      <c:pt idx="854">
                        <c:v>77.724999999999994</c:v>
                      </c:pt>
                      <c:pt idx="855">
                        <c:v>85.174999999999997</c:v>
                      </c:pt>
                      <c:pt idx="856">
                        <c:v>85.625</c:v>
                      </c:pt>
                      <c:pt idx="857">
                        <c:v>81.587999999999994</c:v>
                      </c:pt>
                      <c:pt idx="858">
                        <c:v>82.2</c:v>
                      </c:pt>
                      <c:pt idx="859">
                        <c:v>83.587999999999994</c:v>
                      </c:pt>
                      <c:pt idx="860">
                        <c:v>84.7</c:v>
                      </c:pt>
                      <c:pt idx="861">
                        <c:v>87.1</c:v>
                      </c:pt>
                      <c:pt idx="862">
                        <c:v>86.825000000000003</c:v>
                      </c:pt>
                      <c:pt idx="863">
                        <c:v>93.85</c:v>
                      </c:pt>
                      <c:pt idx="864">
                        <c:v>98</c:v>
                      </c:pt>
                      <c:pt idx="865">
                        <c:v>112.425</c:v>
                      </c:pt>
                      <c:pt idx="866">
                        <c:v>113.925</c:v>
                      </c:pt>
                      <c:pt idx="867">
                        <c:v>167.012</c:v>
                      </c:pt>
                      <c:pt idx="868">
                        <c:v>174</c:v>
                      </c:pt>
                      <c:pt idx="869">
                        <c:v>164.3</c:v>
                      </c:pt>
                      <c:pt idx="870">
                        <c:v>157.71199999999999</c:v>
                      </c:pt>
                      <c:pt idx="871">
                        <c:v>145.1</c:v>
                      </c:pt>
                      <c:pt idx="872">
                        <c:v>136.57499999999999</c:v>
                      </c:pt>
                      <c:pt idx="873">
                        <c:v>137.28</c:v>
                      </c:pt>
                      <c:pt idx="874">
                        <c:v>147.47499999999999</c:v>
                      </c:pt>
                      <c:pt idx="875">
                        <c:v>135.43799999999999</c:v>
                      </c:pt>
                      <c:pt idx="876">
                        <c:v>117.4</c:v>
                      </c:pt>
                      <c:pt idx="877">
                        <c:v>130.667</c:v>
                      </c:pt>
                      <c:pt idx="878">
                        <c:v>135.584</c:v>
                      </c:pt>
                      <c:pt idx="879">
                        <c:v>135.86000000000001</c:v>
                      </c:pt>
                      <c:pt idx="880">
                        <c:v>145.404</c:v>
                      </c:pt>
                      <c:pt idx="881">
                        <c:v>161.667</c:v>
                      </c:pt>
                      <c:pt idx="882">
                        <c:v>174.333</c:v>
                      </c:pt>
                      <c:pt idx="883">
                        <c:v>164.97</c:v>
                      </c:pt>
                      <c:pt idx="884">
                        <c:v>167.375</c:v>
                      </c:pt>
                      <c:pt idx="885">
                        <c:v>167.167</c:v>
                      </c:pt>
                      <c:pt idx="886">
                        <c:v>152.333</c:v>
                      </c:pt>
                      <c:pt idx="887">
                        <c:v>147</c:v>
                      </c:pt>
                      <c:pt idx="888">
                        <c:v>136.89400000000001</c:v>
                      </c:pt>
                      <c:pt idx="889">
                        <c:v>131</c:v>
                      </c:pt>
                      <c:pt idx="890">
                        <c:v>142.916</c:v>
                      </c:pt>
                      <c:pt idx="891">
                        <c:v>139.833</c:v>
                      </c:pt>
                      <c:pt idx="892">
                        <c:v>146.17500000000001</c:v>
                      </c:pt>
                      <c:pt idx="893">
                        <c:v>142.73599999999999</c:v>
                      </c:pt>
                      <c:pt idx="894">
                        <c:v>144.5</c:v>
                      </c:pt>
                      <c:pt idx="895">
                        <c:v>143.53299999999999</c:v>
                      </c:pt>
                      <c:pt idx="896">
                        <c:v>149.833</c:v>
                      </c:pt>
                      <c:pt idx="897">
                        <c:v>148.89599999999999</c:v>
                      </c:pt>
                      <c:pt idx="898">
                        <c:v>156.16</c:v>
                      </c:pt>
                      <c:pt idx="899">
                        <c:v>157.333</c:v>
                      </c:pt>
                      <c:pt idx="900">
                        <c:v>151.167</c:v>
                      </c:pt>
                      <c:pt idx="901">
                        <c:v>148.167</c:v>
                      </c:pt>
                      <c:pt idx="902">
                        <c:v>138.833</c:v>
                      </c:pt>
                      <c:pt idx="903">
                        <c:v>136.167</c:v>
                      </c:pt>
                      <c:pt idx="904">
                        <c:v>136.833</c:v>
                      </c:pt>
                      <c:pt idx="905">
                        <c:v>125.617</c:v>
                      </c:pt>
                      <c:pt idx="906">
                        <c:v>112.941</c:v>
                      </c:pt>
                      <c:pt idx="907">
                        <c:v>116.34</c:v>
                      </c:pt>
                      <c:pt idx="908">
                        <c:v>107.59099999999999</c:v>
                      </c:pt>
                      <c:pt idx="909">
                        <c:v>106.571</c:v>
                      </c:pt>
                      <c:pt idx="910">
                        <c:v>110.122</c:v>
                      </c:pt>
                      <c:pt idx="911">
                        <c:v>109.26900000000001</c:v>
                      </c:pt>
                      <c:pt idx="912">
                        <c:v>111.33499999999999</c:v>
                      </c:pt>
                      <c:pt idx="913">
                        <c:v>117.099</c:v>
                      </c:pt>
                      <c:pt idx="914">
                        <c:v>113.566</c:v>
                      </c:pt>
                      <c:pt idx="915">
                        <c:v>113.33199999999999</c:v>
                      </c:pt>
                      <c:pt idx="916">
                        <c:v>115.236</c:v>
                      </c:pt>
                      <c:pt idx="917">
                        <c:v>115.233</c:v>
                      </c:pt>
                      <c:pt idx="918">
                        <c:v>109.16500000000001</c:v>
                      </c:pt>
                      <c:pt idx="919">
                        <c:v>109.703</c:v>
                      </c:pt>
                      <c:pt idx="920">
                        <c:v>106.17</c:v>
                      </c:pt>
                      <c:pt idx="921">
                        <c:v>105.79900000000001</c:v>
                      </c:pt>
                      <c:pt idx="922">
                        <c:v>104.31</c:v>
                      </c:pt>
                      <c:pt idx="923">
                        <c:v>102.898</c:v>
                      </c:pt>
                      <c:pt idx="924">
                        <c:v>106.904</c:v>
                      </c:pt>
                      <c:pt idx="925">
                        <c:v>108.099</c:v>
                      </c:pt>
                      <c:pt idx="926">
                        <c:v>112.574</c:v>
                      </c:pt>
                      <c:pt idx="927">
                        <c:v>115.83</c:v>
                      </c:pt>
                      <c:pt idx="928">
                        <c:v>126.279</c:v>
                      </c:pt>
                      <c:pt idx="929">
                        <c:v>126.997</c:v>
                      </c:pt>
                      <c:pt idx="930">
                        <c:v>124.429</c:v>
                      </c:pt>
                      <c:pt idx="931">
                        <c:v>127.13200000000001</c:v>
                      </c:pt>
                      <c:pt idx="932">
                        <c:v>126.16200000000001</c:v>
                      </c:pt>
                      <c:pt idx="933">
                        <c:v>120.767</c:v>
                      </c:pt>
                      <c:pt idx="934">
                        <c:v>117.739</c:v>
                      </c:pt>
                      <c:pt idx="935">
                        <c:v>120.66500000000001</c:v>
                      </c:pt>
                      <c:pt idx="936">
                        <c:v>116.73099999999999</c:v>
                      </c:pt>
                      <c:pt idx="937">
                        <c:v>124.746</c:v>
                      </c:pt>
                      <c:pt idx="938">
                        <c:v>130.63499999999999</c:v>
                      </c:pt>
                      <c:pt idx="939">
                        <c:v>134.63499999999999</c:v>
                      </c:pt>
                      <c:pt idx="940">
                        <c:v>132.26900000000001</c:v>
                      </c:pt>
                      <c:pt idx="941">
                        <c:v>139.10400000000001</c:v>
                      </c:pt>
                      <c:pt idx="942">
                        <c:v>141.66300000000001</c:v>
                      </c:pt>
                      <c:pt idx="943">
                        <c:v>145.60400000000001</c:v>
                      </c:pt>
                      <c:pt idx="944">
                        <c:v>147.75399999999999</c:v>
                      </c:pt>
                      <c:pt idx="945">
                        <c:v>143.226</c:v>
                      </c:pt>
                      <c:pt idx="946">
                        <c:v>139.44900000000001</c:v>
                      </c:pt>
                      <c:pt idx="947">
                        <c:v>146.74100000000001</c:v>
                      </c:pt>
                      <c:pt idx="948">
                        <c:v>152.32</c:v>
                      </c:pt>
                      <c:pt idx="949">
                        <c:v>162.90600000000001</c:v>
                      </c:pt>
                      <c:pt idx="950">
                        <c:v>162.434</c:v>
                      </c:pt>
                      <c:pt idx="951">
                        <c:v>172.02799999999999</c:v>
                      </c:pt>
                      <c:pt idx="952">
                        <c:v>172.066</c:v>
                      </c:pt>
                      <c:pt idx="953">
                        <c:v>172.27699999999999</c:v>
                      </c:pt>
                      <c:pt idx="954">
                        <c:v>176.06100000000001</c:v>
                      </c:pt>
                      <c:pt idx="955">
                        <c:v>169.495</c:v>
                      </c:pt>
                      <c:pt idx="956">
                        <c:v>150.53800000000001</c:v>
                      </c:pt>
                      <c:pt idx="957">
                        <c:v>148.76599999999999</c:v>
                      </c:pt>
                      <c:pt idx="958">
                        <c:v>135.505</c:v>
                      </c:pt>
                      <c:pt idx="959">
                        <c:v>136.66</c:v>
                      </c:pt>
                      <c:pt idx="960">
                        <c:v>138.429</c:v>
                      </c:pt>
                      <c:pt idx="961">
                        <c:v>132.76599999999999</c:v>
                      </c:pt>
                      <c:pt idx="962">
                        <c:v>123</c:v>
                      </c:pt>
                      <c:pt idx="963">
                        <c:v>122.233</c:v>
                      </c:pt>
                      <c:pt idx="964">
                        <c:v>118.33</c:v>
                      </c:pt>
                      <c:pt idx="965">
                        <c:v>126.179</c:v>
                      </c:pt>
                      <c:pt idx="966">
                        <c:v>121.73099999999999</c:v>
                      </c:pt>
                      <c:pt idx="967">
                        <c:v>122.66500000000001</c:v>
                      </c:pt>
                      <c:pt idx="968">
                        <c:v>124.733</c:v>
                      </c:pt>
                      <c:pt idx="969">
                        <c:v>128.93600000000001</c:v>
                      </c:pt>
                      <c:pt idx="970">
                        <c:v>128.23400000000001</c:v>
                      </c:pt>
                      <c:pt idx="971">
                        <c:v>128.66999999999999</c:v>
                      </c:pt>
                      <c:pt idx="972">
                        <c:v>129.904</c:v>
                      </c:pt>
                      <c:pt idx="973">
                        <c:v>128.73599999999999</c:v>
                      </c:pt>
                      <c:pt idx="974">
                        <c:v>127.396</c:v>
                      </c:pt>
                      <c:pt idx="975">
                        <c:v>128.83699999999999</c:v>
                      </c:pt>
                      <c:pt idx="976">
                        <c:v>126.759</c:v>
                      </c:pt>
                      <c:pt idx="977">
                        <c:v>127.83499999999999</c:v>
                      </c:pt>
                      <c:pt idx="978">
                        <c:v>128.16499999999999</c:v>
                      </c:pt>
                      <c:pt idx="979">
                        <c:v>130</c:v>
                      </c:pt>
                      <c:pt idx="980">
                        <c:v>127.42100000000001</c:v>
                      </c:pt>
                      <c:pt idx="981">
                        <c:v>132.779</c:v>
                      </c:pt>
                      <c:pt idx="982">
                        <c:v>138.625</c:v>
                      </c:pt>
                      <c:pt idx="983">
                        <c:v>151.614</c:v>
                      </c:pt>
                      <c:pt idx="984">
                        <c:v>155.54300000000001</c:v>
                      </c:pt>
                      <c:pt idx="985">
                        <c:v>160.97499999999999</c:v>
                      </c:pt>
                      <c:pt idx="986">
                        <c:v>171.25</c:v>
                      </c:pt>
                      <c:pt idx="987">
                        <c:v>164.32</c:v>
                      </c:pt>
                      <c:pt idx="988">
                        <c:v>165.65199999999999</c:v>
                      </c:pt>
                      <c:pt idx="989">
                        <c:v>163.50299999999999</c:v>
                      </c:pt>
                      <c:pt idx="990">
                        <c:v>171.5</c:v>
                      </c:pt>
                      <c:pt idx="991">
                        <c:v>174.76400000000001</c:v>
                      </c:pt>
                      <c:pt idx="992">
                        <c:v>190</c:v>
                      </c:pt>
                      <c:pt idx="993">
                        <c:v>193.60900000000001</c:v>
                      </c:pt>
                      <c:pt idx="994">
                        <c:v>193.57400000000001</c:v>
                      </c:pt>
                      <c:pt idx="995">
                        <c:v>207.5</c:v>
                      </c:pt>
                      <c:pt idx="996">
                        <c:v>203.32300000000001</c:v>
                      </c:pt>
                      <c:pt idx="997">
                        <c:v>185.17500000000001</c:v>
                      </c:pt>
                      <c:pt idx="998">
                        <c:v>182.90600000000001</c:v>
                      </c:pt>
                      <c:pt idx="999">
                        <c:v>180.56100000000001</c:v>
                      </c:pt>
                      <c:pt idx="1000">
                        <c:v>179.37299999999999</c:v>
                      </c:pt>
                      <c:pt idx="1001">
                        <c:v>176.59399999999999</c:v>
                      </c:pt>
                      <c:pt idx="1002">
                        <c:v>181.66</c:v>
                      </c:pt>
                      <c:pt idx="1003">
                        <c:v>180.102</c:v>
                      </c:pt>
                      <c:pt idx="1004">
                        <c:v>180.607</c:v>
                      </c:pt>
                      <c:pt idx="1005">
                        <c:v>192.76400000000001</c:v>
                      </c:pt>
                      <c:pt idx="1006">
                        <c:v>193.8</c:v>
                      </c:pt>
                      <c:pt idx="1007">
                        <c:v>200.89599999999999</c:v>
                      </c:pt>
                      <c:pt idx="1008">
                        <c:v>216.495</c:v>
                      </c:pt>
                      <c:pt idx="1009">
                        <c:v>213.32499999999999</c:v>
                      </c:pt>
                      <c:pt idx="1010">
                        <c:v>206.5</c:v>
                      </c:pt>
                      <c:pt idx="1011">
                        <c:v>198.434</c:v>
                      </c:pt>
                      <c:pt idx="1012">
                        <c:v>195.23599999999999</c:v>
                      </c:pt>
                      <c:pt idx="1013">
                        <c:v>200.76400000000001</c:v>
                      </c:pt>
                      <c:pt idx="1014">
                        <c:v>201.39599999999999</c:v>
                      </c:pt>
                      <c:pt idx="1015">
                        <c:v>198.06100000000001</c:v>
                      </c:pt>
                      <c:pt idx="1016">
                        <c:v>200.42500000000001</c:v>
                      </c:pt>
                      <c:pt idx="1017">
                        <c:v>196.505</c:v>
                      </c:pt>
                      <c:pt idx="1018">
                        <c:v>193.137</c:v>
                      </c:pt>
                      <c:pt idx="1019">
                        <c:v>184.911</c:v>
                      </c:pt>
                      <c:pt idx="1020">
                        <c:v>175.46700000000001</c:v>
                      </c:pt>
                      <c:pt idx="1021">
                        <c:v>177.72900000000001</c:v>
                      </c:pt>
                      <c:pt idx="1022">
                        <c:v>182.964</c:v>
                      </c:pt>
                      <c:pt idx="1023">
                        <c:v>194.07499999999999</c:v>
                      </c:pt>
                      <c:pt idx="1024">
                        <c:v>210.3</c:v>
                      </c:pt>
                      <c:pt idx="1025">
                        <c:v>216.25399999999999</c:v>
                      </c:pt>
                      <c:pt idx="1026">
                        <c:v>209.23099999999999</c:v>
                      </c:pt>
                      <c:pt idx="1027">
                        <c:v>217.703</c:v>
                      </c:pt>
                      <c:pt idx="1028">
                        <c:v>223.749</c:v>
                      </c:pt>
                      <c:pt idx="1029">
                        <c:v>229.46700000000001</c:v>
                      </c:pt>
                      <c:pt idx="1030">
                        <c:v>220.55</c:v>
                      </c:pt>
                      <c:pt idx="1031">
                        <c:v>222.28800000000001</c:v>
                      </c:pt>
                      <c:pt idx="1032">
                        <c:v>229.988</c:v>
                      </c:pt>
                      <c:pt idx="1033">
                        <c:v>237.703</c:v>
                      </c:pt>
                      <c:pt idx="1034">
                        <c:v>245.68799999999999</c:v>
                      </c:pt>
                      <c:pt idx="1035">
                        <c:v>219.39599999999999</c:v>
                      </c:pt>
                      <c:pt idx="1036">
                        <c:v>213.65199999999999</c:v>
                      </c:pt>
                      <c:pt idx="1037">
                        <c:v>217.096</c:v>
                      </c:pt>
                      <c:pt idx="1038">
                        <c:v>216.52799999999999</c:v>
                      </c:pt>
                      <c:pt idx="1039">
                        <c:v>203.87299999999999</c:v>
                      </c:pt>
                      <c:pt idx="1040">
                        <c:v>199.33500000000001</c:v>
                      </c:pt>
                      <c:pt idx="1041">
                        <c:v>205.429</c:v>
                      </c:pt>
                      <c:pt idx="1042">
                        <c:v>204.23400000000001</c:v>
                      </c:pt>
                      <c:pt idx="1043">
                        <c:v>207.749</c:v>
                      </c:pt>
                      <c:pt idx="1044">
                        <c:v>217.73099999999999</c:v>
                      </c:pt>
                      <c:pt idx="1045">
                        <c:v>205.46199999999999</c:v>
                      </c:pt>
                      <c:pt idx="1046">
                        <c:v>196.327</c:v>
                      </c:pt>
                      <c:pt idx="1047">
                        <c:v>191.55600000000001</c:v>
                      </c:pt>
                      <c:pt idx="1048">
                        <c:v>186.70099999999999</c:v>
                      </c:pt>
                      <c:pt idx="1049">
                        <c:v>180.934</c:v>
                      </c:pt>
                      <c:pt idx="1050">
                        <c:v>182.25</c:v>
                      </c:pt>
                      <c:pt idx="1051">
                        <c:v>185.363</c:v>
                      </c:pt>
                      <c:pt idx="1052">
                        <c:v>182.09399999999999</c:v>
                      </c:pt>
                      <c:pt idx="1053">
                        <c:v>186.571</c:v>
                      </c:pt>
                      <c:pt idx="1054">
                        <c:v>184.49700000000001</c:v>
                      </c:pt>
                      <c:pt idx="1055">
                        <c:v>178</c:v>
                      </c:pt>
                      <c:pt idx="1056">
                        <c:v>164.92599999999999</c:v>
                      </c:pt>
                      <c:pt idx="1057">
                        <c:v>161.92099999999999</c:v>
                      </c:pt>
                      <c:pt idx="1058">
                        <c:v>150.70099999999999</c:v>
                      </c:pt>
                      <c:pt idx="1059">
                        <c:v>156.66999999999999</c:v>
                      </c:pt>
                      <c:pt idx="1060">
                        <c:v>158.13499999999999</c:v>
                      </c:pt>
                      <c:pt idx="1061">
                        <c:v>155.178</c:v>
                      </c:pt>
                      <c:pt idx="1062">
                        <c:v>150.80000000000001</c:v>
                      </c:pt>
                      <c:pt idx="1063">
                        <c:v>152.333</c:v>
                      </c:pt>
                      <c:pt idx="1064">
                        <c:v>154.00299999999999</c:v>
                      </c:pt>
                      <c:pt idx="1065">
                        <c:v>157.934</c:v>
                      </c:pt>
                      <c:pt idx="1066">
                        <c:v>153.73099999999999</c:v>
                      </c:pt>
                      <c:pt idx="1067">
                        <c:v>145.262</c:v>
                      </c:pt>
                      <c:pt idx="1068">
                        <c:v>139.90600000000001</c:v>
                      </c:pt>
                      <c:pt idx="1069">
                        <c:v>140.06399999999999</c:v>
                      </c:pt>
                      <c:pt idx="1070">
                        <c:v>133.23400000000001</c:v>
                      </c:pt>
                      <c:pt idx="1071">
                        <c:v>138.21299999999999</c:v>
                      </c:pt>
                      <c:pt idx="1072">
                        <c:v>141.036</c:v>
                      </c:pt>
                      <c:pt idx="1073">
                        <c:v>146.12700000000001</c:v>
                      </c:pt>
                      <c:pt idx="1074">
                        <c:v>145.833</c:v>
                      </c:pt>
                      <c:pt idx="1075">
                        <c:v>141.06399999999999</c:v>
                      </c:pt>
                      <c:pt idx="1076">
                        <c:v>139.5</c:v>
                      </c:pt>
                      <c:pt idx="1077">
                        <c:v>135.875</c:v>
                      </c:pt>
                      <c:pt idx="1078">
                        <c:v>130.102</c:v>
                      </c:pt>
                      <c:pt idx="1079">
                        <c:v>126.50700000000001</c:v>
                      </c:pt>
                      <c:pt idx="1080">
                        <c:v>130.375</c:v>
                      </c:pt>
                      <c:pt idx="1081">
                        <c:v>129.43199999999999</c:v>
                      </c:pt>
                      <c:pt idx="1082">
                        <c:v>128.50299999999999</c:v>
                      </c:pt>
                      <c:pt idx="1083">
                        <c:v>130.33699999999999</c:v>
                      </c:pt>
                      <c:pt idx="1084">
                        <c:v>129.55600000000001</c:v>
                      </c:pt>
                      <c:pt idx="1085">
                        <c:v>128.46899999999999</c:v>
                      </c:pt>
                      <c:pt idx="1086">
                        <c:v>125.465</c:v>
                      </c:pt>
                      <c:pt idx="1087">
                        <c:v>119.28</c:v>
                      </c:pt>
                      <c:pt idx="1088">
                        <c:v>115.43899999999999</c:v>
                      </c:pt>
                      <c:pt idx="1089">
                        <c:v>119.566</c:v>
                      </c:pt>
                      <c:pt idx="1090">
                        <c:v>119</c:v>
                      </c:pt>
                      <c:pt idx="1091">
                        <c:v>120.5</c:v>
                      </c:pt>
                      <c:pt idx="1092">
                        <c:v>120.066</c:v>
                      </c:pt>
                      <c:pt idx="1093">
                        <c:v>117.714</c:v>
                      </c:pt>
                      <c:pt idx="1094">
                        <c:v>126.038</c:v>
                      </c:pt>
                      <c:pt idx="1095">
                        <c:v>129.434</c:v>
                      </c:pt>
                      <c:pt idx="1096">
                        <c:v>131.90100000000001</c:v>
                      </c:pt>
                      <c:pt idx="1097">
                        <c:v>130.23099999999999</c:v>
                      </c:pt>
                      <c:pt idx="1098">
                        <c:v>129.83000000000001</c:v>
                      </c:pt>
                      <c:pt idx="1099">
                        <c:v>130.09399999999999</c:v>
                      </c:pt>
                      <c:pt idx="1100">
                        <c:v>129.46199999999999</c:v>
                      </c:pt>
                      <c:pt idx="1101">
                        <c:v>131.934</c:v>
                      </c:pt>
                      <c:pt idx="1102">
                        <c:v>129.25899999999999</c:v>
                      </c:pt>
                      <c:pt idx="1103">
                        <c:v>137.10400000000001</c:v>
                      </c:pt>
                      <c:pt idx="1104">
                        <c:v>135.73599999999999</c:v>
                      </c:pt>
                      <c:pt idx="1105">
                        <c:v>142.066</c:v>
                      </c:pt>
                      <c:pt idx="1106">
                        <c:v>139.505</c:v>
                      </c:pt>
                      <c:pt idx="1107">
                        <c:v>150.39599999999999</c:v>
                      </c:pt>
                      <c:pt idx="1108">
                        <c:v>160.495</c:v>
                      </c:pt>
                      <c:pt idx="1109">
                        <c:v>161.89599999999999</c:v>
                      </c:pt>
                      <c:pt idx="1110">
                        <c:v>170.62700000000001</c:v>
                      </c:pt>
                      <c:pt idx="1111">
                        <c:v>174.40100000000001</c:v>
                      </c:pt>
                      <c:pt idx="1112">
                        <c:v>169.934</c:v>
                      </c:pt>
                      <c:pt idx="1113">
                        <c:v>169.286</c:v>
                      </c:pt>
                      <c:pt idx="1114">
                        <c:v>167.995</c:v>
                      </c:pt>
                      <c:pt idx="1115">
                        <c:v>166.05600000000001</c:v>
                      </c:pt>
                      <c:pt idx="1116">
                        <c:v>165.114</c:v>
                      </c:pt>
                      <c:pt idx="1117">
                        <c:v>167.40600000000001</c:v>
                      </c:pt>
                      <c:pt idx="1118">
                        <c:v>170.505</c:v>
                      </c:pt>
                      <c:pt idx="1119">
                        <c:v>171.434</c:v>
                      </c:pt>
                      <c:pt idx="1120">
                        <c:v>170.82499999999999</c:v>
                      </c:pt>
                      <c:pt idx="1121">
                        <c:v>161.26900000000001</c:v>
                      </c:pt>
                      <c:pt idx="1122">
                        <c:v>156.929</c:v>
                      </c:pt>
                      <c:pt idx="1123">
                        <c:v>150.995</c:v>
                      </c:pt>
                      <c:pt idx="1124">
                        <c:v>148.83500000000001</c:v>
                      </c:pt>
                      <c:pt idx="1125">
                        <c:v>139.39099999999999</c:v>
                      </c:pt>
                      <c:pt idx="1126">
                        <c:v>139.34</c:v>
                      </c:pt>
                      <c:pt idx="1127">
                        <c:v>146.26400000000001</c:v>
                      </c:pt>
                      <c:pt idx="1128">
                        <c:v>144.33500000000001</c:v>
                      </c:pt>
                      <c:pt idx="1129">
                        <c:v>146.66499999999999</c:v>
                      </c:pt>
                      <c:pt idx="1130">
                        <c:v>143.53299999999999</c:v>
                      </c:pt>
                      <c:pt idx="1131">
                        <c:v>143.934</c:v>
                      </c:pt>
                      <c:pt idx="1132">
                        <c:v>145.566</c:v>
                      </c:pt>
                      <c:pt idx="1133">
                        <c:v>148.16499999999999</c:v>
                      </c:pt>
                      <c:pt idx="1134">
                        <c:v>153.26400000000001</c:v>
                      </c:pt>
                      <c:pt idx="1135">
                        <c:v>151.066</c:v>
                      </c:pt>
                      <c:pt idx="1136">
                        <c:v>150.76900000000001</c:v>
                      </c:pt>
                      <c:pt idx="1137">
                        <c:v>156.071</c:v>
                      </c:pt>
                      <c:pt idx="1138">
                        <c:v>159.995</c:v>
                      </c:pt>
                      <c:pt idx="1139">
                        <c:v>157.13200000000001</c:v>
                      </c:pt>
                      <c:pt idx="1140">
                        <c:v>158.66499999999999</c:v>
                      </c:pt>
                      <c:pt idx="1141">
                        <c:v>156.863</c:v>
                      </c:pt>
                      <c:pt idx="1142">
                        <c:v>156.34</c:v>
                      </c:pt>
                      <c:pt idx="1143">
                        <c:v>160.071</c:v>
                      </c:pt>
                      <c:pt idx="1144">
                        <c:v>162.708</c:v>
                      </c:pt>
                      <c:pt idx="1145">
                        <c:v>164.297</c:v>
                      </c:pt>
                      <c:pt idx="1146">
                        <c:v>164.797</c:v>
                      </c:pt>
                      <c:pt idx="1147">
                        <c:v>165.16</c:v>
                      </c:pt>
                      <c:pt idx="1148">
                        <c:v>162.59399999999999</c:v>
                      </c:pt>
                      <c:pt idx="1149">
                        <c:v>164.56100000000001</c:v>
                      </c:pt>
                      <c:pt idx="1150">
                        <c:v>164.23099999999999</c:v>
                      </c:pt>
                      <c:pt idx="1151">
                        <c:v>163.53800000000001</c:v>
                      </c:pt>
                      <c:pt idx="1152">
                        <c:v>159.75899999999999</c:v>
                      </c:pt>
                      <c:pt idx="1153">
                        <c:v>159.934</c:v>
                      </c:pt>
                      <c:pt idx="1154">
                        <c:v>160.03299999999999</c:v>
                      </c:pt>
                      <c:pt idx="1155">
                        <c:v>162.97200000000001</c:v>
                      </c:pt>
                      <c:pt idx="1156">
                        <c:v>167.06100000000001</c:v>
                      </c:pt>
                      <c:pt idx="1157">
                        <c:v>178.89599999999999</c:v>
                      </c:pt>
                      <c:pt idx="1158">
                        <c:v>184.23099999999999</c:v>
                      </c:pt>
                      <c:pt idx="1159">
                        <c:v>178.434</c:v>
                      </c:pt>
                      <c:pt idx="1160">
                        <c:v>191.13200000000001</c:v>
                      </c:pt>
                      <c:pt idx="1161">
                        <c:v>190.23599999999999</c:v>
                      </c:pt>
                      <c:pt idx="1162">
                        <c:v>193.21600000000001</c:v>
                      </c:pt>
                      <c:pt idx="1163">
                        <c:v>190.46199999999999</c:v>
                      </c:pt>
                      <c:pt idx="1164">
                        <c:v>219.851</c:v>
                      </c:pt>
                      <c:pt idx="1165">
                        <c:v>272.40600000000001</c:v>
                      </c:pt>
                      <c:pt idx="1166">
                        <c:v>285.48700000000002</c:v>
                      </c:pt>
                      <c:pt idx="1167">
                        <c:v>262.64</c:v>
                      </c:pt>
                      <c:pt idx="1168">
                        <c:v>194.274</c:v>
                      </c:pt>
                      <c:pt idx="1169">
                        <c:v>188.43600000000001</c:v>
                      </c:pt>
                      <c:pt idx="1170">
                        <c:v>191.863</c:v>
                      </c:pt>
                      <c:pt idx="1171">
                        <c:v>191.07599999999999</c:v>
                      </c:pt>
                      <c:pt idx="1172">
                        <c:v>185.434</c:v>
                      </c:pt>
                      <c:pt idx="1173">
                        <c:v>193.17500000000001</c:v>
                      </c:pt>
                      <c:pt idx="1174">
                        <c:v>220.251</c:v>
                      </c:pt>
                      <c:pt idx="1175">
                        <c:v>200.749</c:v>
                      </c:pt>
                      <c:pt idx="1176">
                        <c:v>202.08600000000001</c:v>
                      </c:pt>
                      <c:pt idx="1177">
                        <c:v>216.98</c:v>
                      </c:pt>
                      <c:pt idx="1178">
                        <c:v>211.756</c:v>
                      </c:pt>
                      <c:pt idx="1179">
                        <c:v>266.67700000000002</c:v>
                      </c:pt>
                      <c:pt idx="1180">
                        <c:v>272.80900000000003</c:v>
                      </c:pt>
                      <c:pt idx="1181">
                        <c:v>326.67099999999999</c:v>
                      </c:pt>
                      <c:pt idx="1182">
                        <c:v>330.476</c:v>
                      </c:pt>
                      <c:pt idx="1183">
                        <c:v>406.82</c:v>
                      </c:pt>
                      <c:pt idx="1184">
                        <c:v>406.48500000000001</c:v>
                      </c:pt>
                      <c:pt idx="1185">
                        <c:v>279.964</c:v>
                      </c:pt>
                      <c:pt idx="1186">
                        <c:v>318.09899999999999</c:v>
                      </c:pt>
                      <c:pt idx="1187">
                        <c:v>330.82499999999999</c:v>
                      </c:pt>
                      <c:pt idx="1188">
                        <c:v>328.30399999999997</c:v>
                      </c:pt>
                      <c:pt idx="1189">
                        <c:v>330.82499999999999</c:v>
                      </c:pt>
                      <c:pt idx="1190">
                        <c:v>369.74900000000002</c:v>
                      </c:pt>
                      <c:pt idx="1191">
                        <c:v>550.33500000000004</c:v>
                      </c:pt>
                      <c:pt idx="1192">
                        <c:v>598.66</c:v>
                      </c:pt>
                      <c:pt idx="1193">
                        <c:v>593.66899999999998</c:v>
                      </c:pt>
                      <c:pt idx="1194">
                        <c:v>550.20699999999999</c:v>
                      </c:pt>
                      <c:pt idx="1195">
                        <c:v>474.55099999999999</c:v>
                      </c:pt>
                      <c:pt idx="1196">
                        <c:v>398.68099999999998</c:v>
                      </c:pt>
                      <c:pt idx="1197">
                        <c:v>356.44400000000002</c:v>
                      </c:pt>
                      <c:pt idx="1198">
                        <c:v>319.97500000000002</c:v>
                      </c:pt>
                      <c:pt idx="1199">
                        <c:v>308.19299999999998</c:v>
                      </c:pt>
                      <c:pt idx="1200">
                        <c:v>278.83</c:v>
                      </c:pt>
                      <c:pt idx="1201">
                        <c:v>311.62200000000001</c:v>
                      </c:pt>
                      <c:pt idx="1202">
                        <c:v>339.06599999999997</c:v>
                      </c:pt>
                      <c:pt idx="1203">
                        <c:v>317.83100000000002</c:v>
                      </c:pt>
                      <c:pt idx="1204">
                        <c:v>304.779</c:v>
                      </c:pt>
                      <c:pt idx="1205">
                        <c:v>305.52</c:v>
                      </c:pt>
                      <c:pt idx="1206">
                        <c:v>357.65499999999997</c:v>
                      </c:pt>
                      <c:pt idx="1207">
                        <c:v>360.28500000000003</c:v>
                      </c:pt>
                      <c:pt idx="1208">
                        <c:v>361.97199999999998</c:v>
                      </c:pt>
                      <c:pt idx="1209">
                        <c:v>357.89400000000001</c:v>
                      </c:pt>
                      <c:pt idx="1210">
                        <c:v>373.06099999999998</c:v>
                      </c:pt>
                      <c:pt idx="1211">
                        <c:v>416.505</c:v>
                      </c:pt>
                      <c:pt idx="1212">
                        <c:v>453</c:v>
                      </c:pt>
                      <c:pt idx="1213">
                        <c:v>437.726</c:v>
                      </c:pt>
                      <c:pt idx="1214">
                        <c:v>380.74099999999999</c:v>
                      </c:pt>
                      <c:pt idx="1215">
                        <c:v>346.28399999999999</c:v>
                      </c:pt>
                      <c:pt idx="1216">
                        <c:v>342.39100000000002</c:v>
                      </c:pt>
                      <c:pt idx="1217">
                        <c:v>343.97</c:v>
                      </c:pt>
                      <c:pt idx="1218">
                        <c:v>330.49</c:v>
                      </c:pt>
                      <c:pt idx="1219">
                        <c:v>363.97699999999998</c:v>
                      </c:pt>
                      <c:pt idx="1220">
                        <c:v>356.02300000000002</c:v>
                      </c:pt>
                      <c:pt idx="1221">
                        <c:v>373.43400000000003</c:v>
                      </c:pt>
                      <c:pt idx="1222">
                        <c:v>403.20100000000002</c:v>
                      </c:pt>
                      <c:pt idx="1223">
                        <c:v>418.07900000000001</c:v>
                      </c:pt>
                      <c:pt idx="1224">
                        <c:v>379.96699999999998</c:v>
                      </c:pt>
                      <c:pt idx="1225">
                        <c:v>390.49</c:v>
                      </c:pt>
                      <c:pt idx="1226">
                        <c:v>381.29700000000003</c:v>
                      </c:pt>
                      <c:pt idx="1227">
                        <c:v>376.89100000000002</c:v>
                      </c:pt>
                      <c:pt idx="1228">
                        <c:v>393.17599999999999</c:v>
                      </c:pt>
                      <c:pt idx="1229">
                        <c:v>407.39299999999997</c:v>
                      </c:pt>
                      <c:pt idx="1230">
                        <c:v>377.63799999999998</c:v>
                      </c:pt>
                      <c:pt idx="1231">
                        <c:v>335.30500000000001</c:v>
                      </c:pt>
                      <c:pt idx="1232">
                        <c:v>324.142</c:v>
                      </c:pt>
                      <c:pt idx="1233">
                        <c:v>313.40699999999998</c:v>
                      </c:pt>
                      <c:pt idx="1234">
                        <c:v>313.22899999999998</c:v>
                      </c:pt>
                      <c:pt idx="1235">
                        <c:v>315.59699999999998</c:v>
                      </c:pt>
                      <c:pt idx="1236">
                        <c:v>315.59699999999998</c:v>
                      </c:pt>
                      <c:pt idx="1237">
                        <c:v>315.59699999999998</c:v>
                      </c:pt>
                      <c:pt idx="1238">
                        <c:v>310.82499999999999</c:v>
                      </c:pt>
                      <c:pt idx="1239">
                        <c:v>310.39600000000002</c:v>
                      </c:pt>
                      <c:pt idx="1240">
                        <c:v>309.17500000000001</c:v>
                      </c:pt>
                      <c:pt idx="1241">
                        <c:v>309.17500000000001</c:v>
                      </c:pt>
                      <c:pt idx="1242">
                        <c:v>309.17500000000001</c:v>
                      </c:pt>
                      <c:pt idx="1243">
                        <c:v>301.54300000000001</c:v>
                      </c:pt>
                      <c:pt idx="1244">
                        <c:v>298.46199999999999</c:v>
                      </c:pt>
                      <c:pt idx="1245">
                        <c:v>308.71800000000002</c:v>
                      </c:pt>
                      <c:pt idx="1246">
                        <c:v>321.85300000000001</c:v>
                      </c:pt>
                      <c:pt idx="1247">
                        <c:v>317.59899999999999</c:v>
                      </c:pt>
                      <c:pt idx="1248">
                        <c:v>330.584</c:v>
                      </c:pt>
                      <c:pt idx="1249">
                        <c:v>336.005</c:v>
                      </c:pt>
                      <c:pt idx="1250">
                        <c:v>354.79700000000003</c:v>
                      </c:pt>
                      <c:pt idx="1251">
                        <c:v>357.92399999999998</c:v>
                      </c:pt>
                      <c:pt idx="1252">
                        <c:v>337.06099999999998</c:v>
                      </c:pt>
                      <c:pt idx="1253">
                        <c:v>332.17500000000001</c:v>
                      </c:pt>
                      <c:pt idx="1254">
                        <c:v>363.81299999999999</c:v>
                      </c:pt>
                      <c:pt idx="1255">
                        <c:v>369.995</c:v>
                      </c:pt>
                      <c:pt idx="1256">
                        <c:v>368.42500000000001</c:v>
                      </c:pt>
                      <c:pt idx="1257">
                        <c:v>359.05099999999999</c:v>
                      </c:pt>
                      <c:pt idx="1258">
                        <c:v>345.952</c:v>
                      </c:pt>
                      <c:pt idx="1259">
                        <c:v>355</c:v>
                      </c:pt>
                      <c:pt idx="1260">
                        <c:v>340.36799999999999</c:v>
                      </c:pt>
                      <c:pt idx="1261">
                        <c:v>358</c:v>
                      </c:pt>
                      <c:pt idx="1262">
                        <c:v>369.85</c:v>
                      </c:pt>
                      <c:pt idx="1263">
                        <c:v>379.66699999999997</c:v>
                      </c:pt>
                      <c:pt idx="1264">
                        <c:v>382.51</c:v>
                      </c:pt>
                      <c:pt idx="1265">
                        <c:v>408.66699999999997</c:v>
                      </c:pt>
                      <c:pt idx="1266">
                        <c:v>411.262</c:v>
                      </c:pt>
                      <c:pt idx="1267">
                        <c:v>382.95</c:v>
                      </c:pt>
                      <c:pt idx="1268">
                        <c:v>376.66699999999997</c:v>
                      </c:pt>
                      <c:pt idx="1269">
                        <c:v>410</c:v>
                      </c:pt>
                      <c:pt idx="1270">
                        <c:v>419.86</c:v>
                      </c:pt>
                      <c:pt idx="1271">
                        <c:v>443.63</c:v>
                      </c:pt>
                      <c:pt idx="1272">
                        <c:v>432.64800000000002</c:v>
                      </c:pt>
                      <c:pt idx="1273">
                        <c:v>440.065</c:v>
                      </c:pt>
                      <c:pt idx="1274">
                        <c:v>462.31</c:v>
                      </c:pt>
                      <c:pt idx="1275">
                        <c:v>447</c:v>
                      </c:pt>
                      <c:pt idx="1276">
                        <c:v>451.19499999999999</c:v>
                      </c:pt>
                      <c:pt idx="1277">
                        <c:v>471.34800000000001</c:v>
                      </c:pt>
                      <c:pt idx="1278">
                        <c:v>484.33300000000003</c:v>
                      </c:pt>
                      <c:pt idx="1279">
                        <c:v>461</c:v>
                      </c:pt>
                      <c:pt idx="1280">
                        <c:v>463.22399999999999</c:v>
                      </c:pt>
                      <c:pt idx="1281">
                        <c:v>464.66699999999997</c:v>
                      </c:pt>
                      <c:pt idx="1282">
                        <c:v>473.22</c:v>
                      </c:pt>
                      <c:pt idx="1283">
                        <c:v>494</c:v>
                      </c:pt>
                      <c:pt idx="1284">
                        <c:v>487.17700000000002</c:v>
                      </c:pt>
                      <c:pt idx="1285">
                        <c:v>474</c:v>
                      </c:pt>
                      <c:pt idx="1286">
                        <c:v>492.33300000000003</c:v>
                      </c:pt>
                      <c:pt idx="1287">
                        <c:v>491.99200000000002</c:v>
                      </c:pt>
                      <c:pt idx="1288">
                        <c:v>498.01499999999999</c:v>
                      </c:pt>
                      <c:pt idx="1289">
                        <c:v>470.15499999999997</c:v>
                      </c:pt>
                      <c:pt idx="1290">
                        <c:v>464</c:v>
                      </c:pt>
                      <c:pt idx="1291">
                        <c:v>448.4</c:v>
                      </c:pt>
                      <c:pt idx="1292">
                        <c:v>436.56900000000002</c:v>
                      </c:pt>
                      <c:pt idx="1293">
                        <c:v>421.827</c:v>
                      </c:pt>
                      <c:pt idx="1294">
                        <c:v>424.30700000000002</c:v>
                      </c:pt>
                      <c:pt idx="1295">
                        <c:v>418.66699999999997</c:v>
                      </c:pt>
                      <c:pt idx="1296">
                        <c:v>415.125</c:v>
                      </c:pt>
                      <c:pt idx="1297">
                        <c:v>422.911</c:v>
                      </c:pt>
                      <c:pt idx="1298">
                        <c:v>400.87400000000002</c:v>
                      </c:pt>
                      <c:pt idx="1299">
                        <c:v>413.66300000000001</c:v>
                      </c:pt>
                      <c:pt idx="1300">
                        <c:v>401.79399999999998</c:v>
                      </c:pt>
                      <c:pt idx="1301">
                        <c:v>382.66699999999997</c:v>
                      </c:pt>
                      <c:pt idx="1302">
                        <c:v>388.95499999999998</c:v>
                      </c:pt>
                      <c:pt idx="1303">
                        <c:v>413.33300000000003</c:v>
                      </c:pt>
                      <c:pt idx="1304">
                        <c:v>400.44099999999997</c:v>
                      </c:pt>
                      <c:pt idx="1305">
                        <c:v>392.91899999999998</c:v>
                      </c:pt>
                      <c:pt idx="1306">
                        <c:v>368.97</c:v>
                      </c:pt>
                      <c:pt idx="1307">
                        <c:v>346.66</c:v>
                      </c:pt>
                      <c:pt idx="1308">
                        <c:v>349.77100000000002</c:v>
                      </c:pt>
                      <c:pt idx="1309">
                        <c:v>353.75</c:v>
                      </c:pt>
                      <c:pt idx="1310">
                        <c:v>338.66699999999997</c:v>
                      </c:pt>
                      <c:pt idx="1311">
                        <c:v>323.90800000000002</c:v>
                      </c:pt>
                      <c:pt idx="1312">
                        <c:v>325.57600000000002</c:v>
                      </c:pt>
                      <c:pt idx="1313">
                        <c:v>327.93400000000003</c:v>
                      </c:pt>
                      <c:pt idx="1314">
                        <c:v>319.19</c:v>
                      </c:pt>
                      <c:pt idx="1315">
                        <c:v>319.46899999999999</c:v>
                      </c:pt>
                      <c:pt idx="1316">
                        <c:v>312.33300000000003</c:v>
                      </c:pt>
                      <c:pt idx="1317">
                        <c:v>313.43099999999998</c:v>
                      </c:pt>
                      <c:pt idx="1318">
                        <c:v>332.66699999999997</c:v>
                      </c:pt>
                      <c:pt idx="1319">
                        <c:v>322.06200000000001</c:v>
                      </c:pt>
                      <c:pt idx="1320">
                        <c:v>327.142</c:v>
                      </c:pt>
                      <c:pt idx="1321">
                        <c:v>321.79700000000003</c:v>
                      </c:pt>
                      <c:pt idx="1322">
                        <c:v>312.09699999999998</c:v>
                      </c:pt>
                      <c:pt idx="1323">
                        <c:v>325.30900000000003</c:v>
                      </c:pt>
                      <c:pt idx="1324">
                        <c:v>320.22800000000001</c:v>
                      </c:pt>
                      <c:pt idx="1325">
                        <c:v>302.92099999999999</c:v>
                      </c:pt>
                      <c:pt idx="1326">
                        <c:v>303.45100000000002</c:v>
                      </c:pt>
                      <c:pt idx="1327">
                        <c:v>303.20800000000003</c:v>
                      </c:pt>
                      <c:pt idx="1328">
                        <c:v>289.94200000000001</c:v>
                      </c:pt>
                      <c:pt idx="1329">
                        <c:v>270.55399999999997</c:v>
                      </c:pt>
                      <c:pt idx="1330">
                        <c:v>248</c:v>
                      </c:pt>
                      <c:pt idx="1331">
                        <c:v>238</c:v>
                      </c:pt>
                      <c:pt idx="1332">
                        <c:v>240.90600000000001</c:v>
                      </c:pt>
                      <c:pt idx="1333">
                        <c:v>252.898</c:v>
                      </c:pt>
                      <c:pt idx="1334">
                        <c:v>253.667</c:v>
                      </c:pt>
                      <c:pt idx="1335">
                        <c:v>262</c:v>
                      </c:pt>
                      <c:pt idx="1336">
                        <c:v>256</c:v>
                      </c:pt>
                      <c:pt idx="1337">
                        <c:v>255.578</c:v>
                      </c:pt>
                      <c:pt idx="1338">
                        <c:v>244</c:v>
                      </c:pt>
                      <c:pt idx="1339">
                        <c:v>232.91</c:v>
                      </c:pt>
                      <c:pt idx="1340">
                        <c:v>225.78399999999999</c:v>
                      </c:pt>
                      <c:pt idx="1341">
                        <c:v>235.667</c:v>
                      </c:pt>
                      <c:pt idx="1342">
                        <c:v>237.352</c:v>
                      </c:pt>
                      <c:pt idx="1343">
                        <c:v>236.21299999999999</c:v>
                      </c:pt>
                      <c:pt idx="1344">
                        <c:v>228.333</c:v>
                      </c:pt>
                      <c:pt idx="1345">
                        <c:v>230.38</c:v>
                      </c:pt>
                      <c:pt idx="1346">
                        <c:v>227.762</c:v>
                      </c:pt>
                      <c:pt idx="1347">
                        <c:v>221.06</c:v>
                      </c:pt>
                      <c:pt idx="1348">
                        <c:v>208.417</c:v>
                      </c:pt>
                      <c:pt idx="1349">
                        <c:v>207.934</c:v>
                      </c:pt>
                      <c:pt idx="1350">
                        <c:v>214.53</c:v>
                      </c:pt>
                      <c:pt idx="1351">
                        <c:v>209.822</c:v>
                      </c:pt>
                      <c:pt idx="1352">
                        <c:v>204.08600000000001</c:v>
                      </c:pt>
                      <c:pt idx="1353">
                        <c:v>208.75700000000001</c:v>
                      </c:pt>
                      <c:pt idx="1354">
                        <c:v>203.595</c:v>
                      </c:pt>
                      <c:pt idx="1355">
                        <c:v>207.036</c:v>
                      </c:pt>
                      <c:pt idx="1356">
                        <c:v>207.42099999999999</c:v>
                      </c:pt>
                      <c:pt idx="1357">
                        <c:v>207.791</c:v>
                      </c:pt>
                      <c:pt idx="1358">
                        <c:v>213.05500000000001</c:v>
                      </c:pt>
                      <c:pt idx="1359">
                        <c:v>221.41300000000001</c:v>
                      </c:pt>
                      <c:pt idx="1360">
                        <c:v>228.893</c:v>
                      </c:pt>
                      <c:pt idx="1361">
                        <c:v>224.88300000000001</c:v>
                      </c:pt>
                      <c:pt idx="1362">
                        <c:v>225.315</c:v>
                      </c:pt>
                      <c:pt idx="1363">
                        <c:v>242.059</c:v>
                      </c:pt>
                      <c:pt idx="1364">
                        <c:v>237.898</c:v>
                      </c:pt>
                      <c:pt idx="1365">
                        <c:v>223.71199999999999</c:v>
                      </c:pt>
                      <c:pt idx="1366">
                        <c:v>219.208</c:v>
                      </c:pt>
                      <c:pt idx="1367">
                        <c:v>213.75899999999999</c:v>
                      </c:pt>
                      <c:pt idx="1368">
                        <c:v>205.77099999999999</c:v>
                      </c:pt>
                      <c:pt idx="1369">
                        <c:v>203.69900000000001</c:v>
                      </c:pt>
                      <c:pt idx="1370">
                        <c:v>200.71299999999999</c:v>
                      </c:pt>
                      <c:pt idx="1371">
                        <c:v>206.446</c:v>
                      </c:pt>
                      <c:pt idx="1372">
                        <c:v>205.98500000000001</c:v>
                      </c:pt>
                      <c:pt idx="1373">
                        <c:v>207.99199999999999</c:v>
                      </c:pt>
                      <c:pt idx="1374">
                        <c:v>218.167</c:v>
                      </c:pt>
                      <c:pt idx="1375">
                        <c:v>226.982</c:v>
                      </c:pt>
                      <c:pt idx="1376">
                        <c:v>223</c:v>
                      </c:pt>
                      <c:pt idx="1377">
                        <c:v>226.315</c:v>
                      </c:pt>
                      <c:pt idx="1378">
                        <c:v>223.68299999999999</c:v>
                      </c:pt>
                      <c:pt idx="1379">
                        <c:v>222.898</c:v>
                      </c:pt>
                      <c:pt idx="1380">
                        <c:v>216.309</c:v>
                      </c:pt>
                      <c:pt idx="1381">
                        <c:v>212.41499999999999</c:v>
                      </c:pt>
                      <c:pt idx="1382">
                        <c:v>207.553</c:v>
                      </c:pt>
                      <c:pt idx="1383">
                        <c:v>202.846</c:v>
                      </c:pt>
                      <c:pt idx="1384">
                        <c:v>193.49700000000001</c:v>
                      </c:pt>
                      <c:pt idx="1385">
                        <c:v>196.221</c:v>
                      </c:pt>
                      <c:pt idx="1386">
                        <c:v>178.06899999999999</c:v>
                      </c:pt>
                      <c:pt idx="1387">
                        <c:v>180.49700000000001</c:v>
                      </c:pt>
                      <c:pt idx="1388">
                        <c:v>171.82400000000001</c:v>
                      </c:pt>
                      <c:pt idx="1389">
                        <c:v>171.99199999999999</c:v>
                      </c:pt>
                      <c:pt idx="1390">
                        <c:v>180.70500000000001</c:v>
                      </c:pt>
                      <c:pt idx="1391">
                        <c:v>174.82300000000001</c:v>
                      </c:pt>
                      <c:pt idx="1392">
                        <c:v>171.77500000000001</c:v>
                      </c:pt>
                      <c:pt idx="1393">
                        <c:v>151.773</c:v>
                      </c:pt>
                      <c:pt idx="1394">
                        <c:v>152.11699999999999</c:v>
                      </c:pt>
                      <c:pt idx="1395">
                        <c:v>150.208</c:v>
                      </c:pt>
                      <c:pt idx="1396">
                        <c:v>155.98099999999999</c:v>
                      </c:pt>
                      <c:pt idx="1397">
                        <c:v>145</c:v>
                      </c:pt>
                      <c:pt idx="1398">
                        <c:v>149.221</c:v>
                      </c:pt>
                      <c:pt idx="1399">
                        <c:v>160.36600000000001</c:v>
                      </c:pt>
                      <c:pt idx="1400">
                        <c:v>160.191</c:v>
                      </c:pt>
                      <c:pt idx="1401">
                        <c:v>159.33500000000001</c:v>
                      </c:pt>
                      <c:pt idx="1402">
                        <c:v>163.66999999999999</c:v>
                      </c:pt>
                      <c:pt idx="1403">
                        <c:v>169.42400000000001</c:v>
                      </c:pt>
                      <c:pt idx="1404">
                        <c:v>162.375</c:v>
                      </c:pt>
                      <c:pt idx="1405">
                        <c:v>166.744</c:v>
                      </c:pt>
                      <c:pt idx="1406">
                        <c:v>163.19499999999999</c:v>
                      </c:pt>
                      <c:pt idx="1407">
                        <c:v>157.85499999999999</c:v>
                      </c:pt>
                      <c:pt idx="1408">
                        <c:v>155.071</c:v>
                      </c:pt>
                      <c:pt idx="1409">
                        <c:v>155.97399999999999</c:v>
                      </c:pt>
                      <c:pt idx="1410">
                        <c:v>162.28399999999999</c:v>
                      </c:pt>
                      <c:pt idx="1411">
                        <c:v>163.25</c:v>
                      </c:pt>
                      <c:pt idx="1412">
                        <c:v>164.084</c:v>
                      </c:pt>
                      <c:pt idx="1413">
                        <c:v>170.20699999999999</c:v>
                      </c:pt>
                      <c:pt idx="1414">
                        <c:v>178.44300000000001</c:v>
                      </c:pt>
                      <c:pt idx="1415">
                        <c:v>175.62</c:v>
                      </c:pt>
                      <c:pt idx="1416">
                        <c:v>166.542</c:v>
                      </c:pt>
                      <c:pt idx="1417">
                        <c:v>162.16</c:v>
                      </c:pt>
                      <c:pt idx="1418">
                        <c:v>162.774</c:v>
                      </c:pt>
                      <c:pt idx="1419">
                        <c:v>154.834</c:v>
                      </c:pt>
                      <c:pt idx="1420">
                        <c:v>155.62</c:v>
                      </c:pt>
                      <c:pt idx="1421">
                        <c:v>152.47</c:v>
                      </c:pt>
                      <c:pt idx="1422">
                        <c:v>154.42099999999999</c:v>
                      </c:pt>
                      <c:pt idx="1423">
                        <c:v>149.511</c:v>
                      </c:pt>
                      <c:pt idx="1424">
                        <c:v>146.577</c:v>
                      </c:pt>
                      <c:pt idx="1425">
                        <c:v>136.875</c:v>
                      </c:pt>
                      <c:pt idx="1426">
                        <c:v>139.80099999999999</c:v>
                      </c:pt>
                      <c:pt idx="1427">
                        <c:v>144.31399999999999</c:v>
                      </c:pt>
                      <c:pt idx="1428">
                        <c:v>150.28</c:v>
                      </c:pt>
                      <c:pt idx="1429">
                        <c:v>146.102</c:v>
                      </c:pt>
                      <c:pt idx="1430">
                        <c:v>150.095</c:v>
                      </c:pt>
                      <c:pt idx="1431">
                        <c:v>157.214</c:v>
                      </c:pt>
                      <c:pt idx="1432">
                        <c:v>160.714</c:v>
                      </c:pt>
                      <c:pt idx="1433">
                        <c:v>159.131</c:v>
                      </c:pt>
                      <c:pt idx="1434">
                        <c:v>157.54900000000001</c:v>
                      </c:pt>
                      <c:pt idx="1435">
                        <c:v>154.167</c:v>
                      </c:pt>
                      <c:pt idx="1436">
                        <c:v>163.71100000000001</c:v>
                      </c:pt>
                      <c:pt idx="1437">
                        <c:v>162.11000000000001</c:v>
                      </c:pt>
                      <c:pt idx="1438">
                        <c:v>152.119</c:v>
                      </c:pt>
                      <c:pt idx="1439">
                        <c:v>144.727</c:v>
                      </c:pt>
                      <c:pt idx="1440">
                        <c:v>150.03100000000001</c:v>
                      </c:pt>
                      <c:pt idx="1441">
                        <c:v>145.91800000000001</c:v>
                      </c:pt>
                      <c:pt idx="1442">
                        <c:v>141.661</c:v>
                      </c:pt>
                      <c:pt idx="1443">
                        <c:v>143.655</c:v>
                      </c:pt>
                      <c:pt idx="1444">
                        <c:v>144.88999999999999</c:v>
                      </c:pt>
                      <c:pt idx="1445">
                        <c:v>141.173</c:v>
                      </c:pt>
                      <c:pt idx="1446">
                        <c:v>144.667</c:v>
                      </c:pt>
                      <c:pt idx="1447">
                        <c:v>146.94999999999999</c:v>
                      </c:pt>
                      <c:pt idx="1448">
                        <c:v>145.53100000000001</c:v>
                      </c:pt>
                      <c:pt idx="1449">
                        <c:v>150.452</c:v>
                      </c:pt>
                      <c:pt idx="1450">
                        <c:v>160.56</c:v>
                      </c:pt>
                      <c:pt idx="1451">
                        <c:v>157.38499999999999</c:v>
                      </c:pt>
                      <c:pt idx="1452">
                        <c:v>159.81800000000001</c:v>
                      </c:pt>
                      <c:pt idx="1453">
                        <c:v>171.50899999999999</c:v>
                      </c:pt>
                      <c:pt idx="1454">
                        <c:v>173.81100000000001</c:v>
                      </c:pt>
                      <c:pt idx="1455">
                        <c:v>178.84899999999999</c:v>
                      </c:pt>
                      <c:pt idx="1456">
                        <c:v>163.02000000000001</c:v>
                      </c:pt>
                      <c:pt idx="1457">
                        <c:v>167.792</c:v>
                      </c:pt>
                      <c:pt idx="1458">
                        <c:v>167.203</c:v>
                      </c:pt>
                      <c:pt idx="1459">
                        <c:v>170.36699999999999</c:v>
                      </c:pt>
                      <c:pt idx="1460">
                        <c:v>163.21799999999999</c:v>
                      </c:pt>
                      <c:pt idx="1461">
                        <c:v>160.75899999999999</c:v>
                      </c:pt>
                      <c:pt idx="1462">
                        <c:v>157.042</c:v>
                      </c:pt>
                      <c:pt idx="1463">
                        <c:v>144.381</c:v>
                      </c:pt>
                      <c:pt idx="1464">
                        <c:v>145.90100000000001</c:v>
                      </c:pt>
                      <c:pt idx="1465">
                        <c:v>145.16800000000001</c:v>
                      </c:pt>
                      <c:pt idx="1466">
                        <c:v>150.16499999999999</c:v>
                      </c:pt>
                      <c:pt idx="1467">
                        <c:v>149.21899999999999</c:v>
                      </c:pt>
                      <c:pt idx="1468">
                        <c:v>144.61600000000001</c:v>
                      </c:pt>
                      <c:pt idx="1469">
                        <c:v>146.333</c:v>
                      </c:pt>
                      <c:pt idx="1470">
                        <c:v>145.363</c:v>
                      </c:pt>
                      <c:pt idx="1471">
                        <c:v>148.995</c:v>
                      </c:pt>
                      <c:pt idx="1472">
                        <c:v>149.49600000000001</c:v>
                      </c:pt>
                      <c:pt idx="1473">
                        <c:v>148.352</c:v>
                      </c:pt>
                      <c:pt idx="1474">
                        <c:v>148.483</c:v>
                      </c:pt>
                      <c:pt idx="1475">
                        <c:v>143.86099999999999</c:v>
                      </c:pt>
                      <c:pt idx="1476">
                        <c:v>144.16999999999999</c:v>
                      </c:pt>
                      <c:pt idx="1477">
                        <c:v>153.083</c:v>
                      </c:pt>
                      <c:pt idx="1478">
                        <c:v>153.81800000000001</c:v>
                      </c:pt>
                      <c:pt idx="1479">
                        <c:v>144.453</c:v>
                      </c:pt>
                      <c:pt idx="1480">
                        <c:v>144.833</c:v>
                      </c:pt>
                      <c:pt idx="1481">
                        <c:v>149.244</c:v>
                      </c:pt>
                      <c:pt idx="1482">
                        <c:v>145.11799999999999</c:v>
                      </c:pt>
                      <c:pt idx="1483">
                        <c:v>144.96100000000001</c:v>
                      </c:pt>
                      <c:pt idx="1484">
                        <c:v>148.541</c:v>
                      </c:pt>
                      <c:pt idx="1485">
                        <c:v>151.89599999999999</c:v>
                      </c:pt>
                      <c:pt idx="1486">
                        <c:v>150.202</c:v>
                      </c:pt>
                      <c:pt idx="1487">
                        <c:v>149.03</c:v>
                      </c:pt>
                      <c:pt idx="1488">
                        <c:v>146.18600000000001</c:v>
                      </c:pt>
                      <c:pt idx="1489">
                        <c:v>143.69800000000001</c:v>
                      </c:pt>
                      <c:pt idx="1490">
                        <c:v>146.03200000000001</c:v>
                      </c:pt>
                      <c:pt idx="1491">
                        <c:v>150.89099999999999</c:v>
                      </c:pt>
                      <c:pt idx="1492">
                        <c:v>147.66200000000001</c:v>
                      </c:pt>
                      <c:pt idx="1493">
                        <c:v>145.78800000000001</c:v>
                      </c:pt>
                      <c:pt idx="1494">
                        <c:v>141.60499999999999</c:v>
                      </c:pt>
                      <c:pt idx="1495">
                        <c:v>143.142</c:v>
                      </c:pt>
                      <c:pt idx="1496">
                        <c:v>143.24</c:v>
                      </c:pt>
                      <c:pt idx="1497">
                        <c:v>142.06700000000001</c:v>
                      </c:pt>
                      <c:pt idx="1498">
                        <c:v>142.602</c:v>
                      </c:pt>
                      <c:pt idx="1499">
                        <c:v>142.79400000000001</c:v>
                      </c:pt>
                      <c:pt idx="1500">
                        <c:v>142.39099999999999</c:v>
                      </c:pt>
                      <c:pt idx="1501">
                        <c:v>142.94200000000001</c:v>
                      </c:pt>
                      <c:pt idx="1502">
                        <c:v>143.26900000000001</c:v>
                      </c:pt>
                      <c:pt idx="1503">
                        <c:v>134.59200000000001</c:v>
                      </c:pt>
                      <c:pt idx="1504">
                        <c:v>134.702</c:v>
                      </c:pt>
                      <c:pt idx="1505">
                        <c:v>133.49700000000001</c:v>
                      </c:pt>
                      <c:pt idx="1506">
                        <c:v>132.78399999999999</c:v>
                      </c:pt>
                      <c:pt idx="1507">
                        <c:v>131.864</c:v>
                      </c:pt>
                      <c:pt idx="1508">
                        <c:v>131.92500000000001</c:v>
                      </c:pt>
                      <c:pt idx="1509">
                        <c:v>135.14599999999999</c:v>
                      </c:pt>
                      <c:pt idx="1510">
                        <c:v>134.17699999999999</c:v>
                      </c:pt>
                      <c:pt idx="1511">
                        <c:v>139.13499999999999</c:v>
                      </c:pt>
                      <c:pt idx="1512">
                        <c:v>144.72800000000001</c:v>
                      </c:pt>
                      <c:pt idx="1513">
                        <c:v>145.416</c:v>
                      </c:pt>
                      <c:pt idx="1514">
                        <c:v>141.85</c:v>
                      </c:pt>
                      <c:pt idx="1515">
                        <c:v>144.92500000000001</c:v>
                      </c:pt>
                      <c:pt idx="1516">
                        <c:v>154.625</c:v>
                      </c:pt>
                      <c:pt idx="1517">
                        <c:v>158.77699999999999</c:v>
                      </c:pt>
                      <c:pt idx="1518">
                        <c:v>151.43</c:v>
                      </c:pt>
                      <c:pt idx="1519">
                        <c:v>158.91499999999999</c:v>
                      </c:pt>
                      <c:pt idx="1520">
                        <c:v>162.96700000000001</c:v>
                      </c:pt>
                      <c:pt idx="1521">
                        <c:v>167.31</c:v>
                      </c:pt>
                      <c:pt idx="1522">
                        <c:v>168.16800000000001</c:v>
                      </c:pt>
                      <c:pt idx="1523">
                        <c:v>164.90600000000001</c:v>
                      </c:pt>
                      <c:pt idx="1524">
                        <c:v>163.273</c:v>
                      </c:pt>
                      <c:pt idx="1525">
                        <c:v>165.53399999999999</c:v>
                      </c:pt>
                      <c:pt idx="1526">
                        <c:v>178.04</c:v>
                      </c:pt>
                      <c:pt idx="1527">
                        <c:v>177.006</c:v>
                      </c:pt>
                      <c:pt idx="1528">
                        <c:v>182.64</c:v>
                      </c:pt>
                      <c:pt idx="1529">
                        <c:v>173.29499999999999</c:v>
                      </c:pt>
                      <c:pt idx="1530">
                        <c:v>168.72300000000001</c:v>
                      </c:pt>
                      <c:pt idx="1531">
                        <c:v>163.32599999999999</c:v>
                      </c:pt>
                      <c:pt idx="1532">
                        <c:v>167.1</c:v>
                      </c:pt>
                      <c:pt idx="1533">
                        <c:v>167.107</c:v>
                      </c:pt>
                      <c:pt idx="1534">
                        <c:v>162.81100000000001</c:v>
                      </c:pt>
                      <c:pt idx="1535">
                        <c:v>163.64500000000001</c:v>
                      </c:pt>
                      <c:pt idx="1536">
                        <c:v>162.73500000000001</c:v>
                      </c:pt>
                      <c:pt idx="1537">
                        <c:v>159.233</c:v>
                      </c:pt>
                      <c:pt idx="1538">
                        <c:v>156.691</c:v>
                      </c:pt>
                      <c:pt idx="1539">
                        <c:v>161.20599999999999</c:v>
                      </c:pt>
                      <c:pt idx="1540">
                        <c:v>159.89400000000001</c:v>
                      </c:pt>
                      <c:pt idx="1541">
                        <c:v>158.63300000000001</c:v>
                      </c:pt>
                      <c:pt idx="1542">
                        <c:v>156.99199999999999</c:v>
                      </c:pt>
                      <c:pt idx="1543">
                        <c:v>153.54900000000001</c:v>
                      </c:pt>
                      <c:pt idx="1544">
                        <c:v>152.739</c:v>
                      </c:pt>
                      <c:pt idx="1545">
                        <c:v>153.02199999999999</c:v>
                      </c:pt>
                      <c:pt idx="1546">
                        <c:v>151.15</c:v>
                      </c:pt>
                      <c:pt idx="1547">
                        <c:v>146.178</c:v>
                      </c:pt>
                      <c:pt idx="1548">
                        <c:v>141.751</c:v>
                      </c:pt>
                      <c:pt idx="1549">
                        <c:v>140.102</c:v>
                      </c:pt>
                      <c:pt idx="1550">
                        <c:v>140.41399999999999</c:v>
                      </c:pt>
                      <c:pt idx="1551">
                        <c:v>137.75899999999999</c:v>
                      </c:pt>
                      <c:pt idx="1552">
                        <c:v>137.95699999999999</c:v>
                      </c:pt>
                      <c:pt idx="1553">
                        <c:v>140.35499999999999</c:v>
                      </c:pt>
                      <c:pt idx="1554">
                        <c:v>139.01499999999999</c:v>
                      </c:pt>
                      <c:pt idx="1555">
                        <c:v>136.417</c:v>
                      </c:pt>
                      <c:pt idx="1556">
                        <c:v>136.114</c:v>
                      </c:pt>
                      <c:pt idx="1557">
                        <c:v>139.46899999999999</c:v>
                      </c:pt>
                      <c:pt idx="1558">
                        <c:v>143.98400000000001</c:v>
                      </c:pt>
                      <c:pt idx="1559">
                        <c:v>144.25</c:v>
                      </c:pt>
                      <c:pt idx="1560">
                        <c:v>147.56700000000001</c:v>
                      </c:pt>
                      <c:pt idx="1561">
                        <c:v>148.43199999999999</c:v>
                      </c:pt>
                      <c:pt idx="1562">
                        <c:v>152.37100000000001</c:v>
                      </c:pt>
                      <c:pt idx="1563">
                        <c:v>152.33600000000001</c:v>
                      </c:pt>
                      <c:pt idx="1564">
                        <c:v>149.53200000000001</c:v>
                      </c:pt>
                      <c:pt idx="1565">
                        <c:v>150.096</c:v>
                      </c:pt>
                      <c:pt idx="1566">
                        <c:v>146.488</c:v>
                      </c:pt>
                      <c:pt idx="1567">
                        <c:v>145.43899999999999</c:v>
                      </c:pt>
                      <c:pt idx="1568">
                        <c:v>139.654</c:v>
                      </c:pt>
                      <c:pt idx="1569">
                        <c:v>140.90299999999999</c:v>
                      </c:pt>
                      <c:pt idx="1570">
                        <c:v>142.79499999999999</c:v>
                      </c:pt>
                      <c:pt idx="1571">
                        <c:v>142.18600000000001</c:v>
                      </c:pt>
                      <c:pt idx="1572">
                        <c:v>140.333</c:v>
                      </c:pt>
                      <c:pt idx="1573">
                        <c:v>136.464</c:v>
                      </c:pt>
                      <c:pt idx="1574">
                        <c:v>134.57499999999999</c:v>
                      </c:pt>
                      <c:pt idx="1575">
                        <c:v>131.333</c:v>
                      </c:pt>
                      <c:pt idx="1576">
                        <c:v>124.617</c:v>
                      </c:pt>
                      <c:pt idx="1577">
                        <c:v>130.477</c:v>
                      </c:pt>
                      <c:pt idx="1578">
                        <c:v>130.33699999999999</c:v>
                      </c:pt>
                      <c:pt idx="1579">
                        <c:v>127.625</c:v>
                      </c:pt>
                      <c:pt idx="1580">
                        <c:v>129.124</c:v>
                      </c:pt>
                      <c:pt idx="1581">
                        <c:v>132.89099999999999</c:v>
                      </c:pt>
                      <c:pt idx="1582">
                        <c:v>133.29599999999999</c:v>
                      </c:pt>
                      <c:pt idx="1583">
                        <c:v>136.36000000000001</c:v>
                      </c:pt>
                      <c:pt idx="1584">
                        <c:v>148.70099999999999</c:v>
                      </c:pt>
                      <c:pt idx="1585">
                        <c:v>145.51499999999999</c:v>
                      </c:pt>
                      <c:pt idx="1586">
                        <c:v>141.75</c:v>
                      </c:pt>
                      <c:pt idx="1587">
                        <c:v>146.15</c:v>
                      </c:pt>
                      <c:pt idx="1588">
                        <c:v>141.81</c:v>
                      </c:pt>
                      <c:pt idx="1589">
                        <c:v>154.22900000000001</c:v>
                      </c:pt>
                      <c:pt idx="1590">
                        <c:v>162.232</c:v>
                      </c:pt>
                      <c:pt idx="1591">
                        <c:v>182.71199999999999</c:v>
                      </c:pt>
                      <c:pt idx="1592">
                        <c:v>182.28299999999999</c:v>
                      </c:pt>
                      <c:pt idx="1593">
                        <c:v>155.245</c:v>
                      </c:pt>
                      <c:pt idx="1594">
                        <c:v>153.80099999999999</c:v>
                      </c:pt>
                      <c:pt idx="1595">
                        <c:v>142.012</c:v>
                      </c:pt>
                      <c:pt idx="1596">
                        <c:v>146.03100000000001</c:v>
                      </c:pt>
                      <c:pt idx="1597">
                        <c:v>157.125</c:v>
                      </c:pt>
                      <c:pt idx="1598">
                        <c:v>158.19499999999999</c:v>
                      </c:pt>
                      <c:pt idx="1599">
                        <c:v>169.87899999999999</c:v>
                      </c:pt>
                      <c:pt idx="1600">
                        <c:v>170.833</c:v>
                      </c:pt>
                      <c:pt idx="1601">
                        <c:v>186.15700000000001</c:v>
                      </c:pt>
                      <c:pt idx="1602">
                        <c:v>179.64699999999999</c:v>
                      </c:pt>
                      <c:pt idx="1603">
                        <c:v>179.33099999999999</c:v>
                      </c:pt>
                      <c:pt idx="1604">
                        <c:v>183.26300000000001</c:v>
                      </c:pt>
                      <c:pt idx="1605">
                        <c:v>173.37899999999999</c:v>
                      </c:pt>
                      <c:pt idx="1606">
                        <c:v>162.864</c:v>
                      </c:pt>
                      <c:pt idx="1607">
                        <c:v>162.733</c:v>
                      </c:pt>
                      <c:pt idx="1608">
                        <c:v>163.43</c:v>
                      </c:pt>
                      <c:pt idx="1609">
                        <c:v>162.625</c:v>
                      </c:pt>
                      <c:pt idx="1610">
                        <c:v>158.875</c:v>
                      </c:pt>
                      <c:pt idx="1611">
                        <c:v>158.58500000000001</c:v>
                      </c:pt>
                      <c:pt idx="1612">
                        <c:v>169.30099999999999</c:v>
                      </c:pt>
                      <c:pt idx="1613">
                        <c:v>171.81100000000001</c:v>
                      </c:pt>
                      <c:pt idx="1614">
                        <c:v>172.66499999999999</c:v>
                      </c:pt>
                      <c:pt idx="1615">
                        <c:v>166.65199999999999</c:v>
                      </c:pt>
                      <c:pt idx="1616">
                        <c:v>162.12100000000001</c:v>
                      </c:pt>
                      <c:pt idx="1617">
                        <c:v>163.09800000000001</c:v>
                      </c:pt>
                      <c:pt idx="1618">
                        <c:v>157.71899999999999</c:v>
                      </c:pt>
                      <c:pt idx="1619">
                        <c:v>155.13999999999999</c:v>
                      </c:pt>
                      <c:pt idx="1620">
                        <c:v>156.14699999999999</c:v>
                      </c:pt>
                      <c:pt idx="1621">
                        <c:v>152.29499999999999</c:v>
                      </c:pt>
                      <c:pt idx="1622">
                        <c:v>147.44200000000001</c:v>
                      </c:pt>
                      <c:pt idx="1623">
                        <c:v>145.702</c:v>
                      </c:pt>
                      <c:pt idx="1624">
                        <c:v>149.952</c:v>
                      </c:pt>
                      <c:pt idx="1625">
                        <c:v>149.29400000000001</c:v>
                      </c:pt>
                      <c:pt idx="1626">
                        <c:v>152.77000000000001</c:v>
                      </c:pt>
                      <c:pt idx="1627">
                        <c:v>148.833</c:v>
                      </c:pt>
                      <c:pt idx="1628">
                        <c:v>146.001</c:v>
                      </c:pt>
                      <c:pt idx="1629">
                        <c:v>153.10900000000001</c:v>
                      </c:pt>
                      <c:pt idx="1630">
                        <c:v>152.97800000000001</c:v>
                      </c:pt>
                      <c:pt idx="1631">
                        <c:v>153.053</c:v>
                      </c:pt>
                      <c:pt idx="1632">
                        <c:v>153.345</c:v>
                      </c:pt>
                      <c:pt idx="1633">
                        <c:v>153.65799999999999</c:v>
                      </c:pt>
                      <c:pt idx="1634">
                        <c:v>149.35400000000001</c:v>
                      </c:pt>
                      <c:pt idx="1635">
                        <c:v>144.785</c:v>
                      </c:pt>
                      <c:pt idx="1636">
                        <c:v>141.39599999999999</c:v>
                      </c:pt>
                      <c:pt idx="1637">
                        <c:v>139.85300000000001</c:v>
                      </c:pt>
                      <c:pt idx="1638">
                        <c:v>136.249</c:v>
                      </c:pt>
                      <c:pt idx="1639">
                        <c:v>131.28299999999999</c:v>
                      </c:pt>
                      <c:pt idx="1640">
                        <c:v>132.46</c:v>
                      </c:pt>
                      <c:pt idx="1641">
                        <c:v>133.113</c:v>
                      </c:pt>
                      <c:pt idx="1642">
                        <c:v>135.98400000000001</c:v>
                      </c:pt>
                      <c:pt idx="1643">
                        <c:v>136.126</c:v>
                      </c:pt>
                      <c:pt idx="1644">
                        <c:v>132.11000000000001</c:v>
                      </c:pt>
                      <c:pt idx="1645">
                        <c:v>132.33600000000001</c:v>
                      </c:pt>
                      <c:pt idx="1646">
                        <c:v>128.15600000000001</c:v>
                      </c:pt>
                      <c:pt idx="1647">
                        <c:v>127.33199999999999</c:v>
                      </c:pt>
                      <c:pt idx="1648">
                        <c:v>123.631</c:v>
                      </c:pt>
                      <c:pt idx="1649">
                        <c:v>124.402</c:v>
                      </c:pt>
                      <c:pt idx="1650">
                        <c:v>126.47</c:v>
                      </c:pt>
                      <c:pt idx="1651">
                        <c:v>123.688</c:v>
                      </c:pt>
                      <c:pt idx="1652">
                        <c:v>123.751</c:v>
                      </c:pt>
                      <c:pt idx="1653">
                        <c:v>118.854</c:v>
                      </c:pt>
                      <c:pt idx="1654">
                        <c:v>120.017</c:v>
                      </c:pt>
                      <c:pt idx="1655">
                        <c:v>120.49299999999999</c:v>
                      </c:pt>
                      <c:pt idx="1656">
                        <c:v>120.218</c:v>
                      </c:pt>
                      <c:pt idx="1657">
                        <c:v>119.672</c:v>
                      </c:pt>
                      <c:pt idx="1658">
                        <c:v>117.282</c:v>
                      </c:pt>
                      <c:pt idx="1659">
                        <c:v>119.098</c:v>
                      </c:pt>
                      <c:pt idx="1660">
                        <c:v>118.449</c:v>
                      </c:pt>
                      <c:pt idx="1661">
                        <c:v>119.61199999999999</c:v>
                      </c:pt>
                      <c:pt idx="1662">
                        <c:v>122.197</c:v>
                      </c:pt>
                      <c:pt idx="1663">
                        <c:v>122.30200000000001</c:v>
                      </c:pt>
                      <c:pt idx="1664">
                        <c:v>118.84699999999999</c:v>
                      </c:pt>
                      <c:pt idx="1665">
                        <c:v>118.301</c:v>
                      </c:pt>
                      <c:pt idx="1666">
                        <c:v>120.053</c:v>
                      </c:pt>
                      <c:pt idx="1667">
                        <c:v>122.49299999999999</c:v>
                      </c:pt>
                      <c:pt idx="1668">
                        <c:v>120.15</c:v>
                      </c:pt>
                      <c:pt idx="1669">
                        <c:v>126.693</c:v>
                      </c:pt>
                      <c:pt idx="1670">
                        <c:v>127.797</c:v>
                      </c:pt>
                      <c:pt idx="1671">
                        <c:v>133.88800000000001</c:v>
                      </c:pt>
                      <c:pt idx="1672">
                        <c:v>132.53399999999999</c:v>
                      </c:pt>
                      <c:pt idx="1673">
                        <c:v>135.571</c:v>
                      </c:pt>
                      <c:pt idx="1674">
                        <c:v>137.82</c:v>
                      </c:pt>
                      <c:pt idx="1675">
                        <c:v>129.31800000000001</c:v>
                      </c:pt>
                      <c:pt idx="1676">
                        <c:v>126.14100000000001</c:v>
                      </c:pt>
                      <c:pt idx="1677">
                        <c:v>123.373</c:v>
                      </c:pt>
                      <c:pt idx="1678">
                        <c:v>123.508</c:v>
                      </c:pt>
                      <c:pt idx="1679">
                        <c:v>127.67400000000001</c:v>
                      </c:pt>
                      <c:pt idx="1680">
                        <c:v>132.63900000000001</c:v>
                      </c:pt>
                      <c:pt idx="1681">
                        <c:v>130.99600000000001</c:v>
                      </c:pt>
                      <c:pt idx="1682">
                        <c:v>130.22800000000001</c:v>
                      </c:pt>
                      <c:pt idx="1683">
                        <c:v>123.928</c:v>
                      </c:pt>
                      <c:pt idx="1684">
                        <c:v>123.857</c:v>
                      </c:pt>
                      <c:pt idx="1685">
                        <c:v>122.851</c:v>
                      </c:pt>
                      <c:pt idx="1686">
                        <c:v>120.733</c:v>
                      </c:pt>
                      <c:pt idx="1687">
                        <c:v>126.217</c:v>
                      </c:pt>
                      <c:pt idx="1688">
                        <c:v>127.002</c:v>
                      </c:pt>
                      <c:pt idx="1689">
                        <c:v>126.001</c:v>
                      </c:pt>
                      <c:pt idx="1690">
                        <c:v>124.69799999999999</c:v>
                      </c:pt>
                      <c:pt idx="1691">
                        <c:v>127.59</c:v>
                      </c:pt>
                      <c:pt idx="1692">
                        <c:v>123.187</c:v>
                      </c:pt>
                      <c:pt idx="1693">
                        <c:v>120.5</c:v>
                      </c:pt>
                      <c:pt idx="1694">
                        <c:v>116.843</c:v>
                      </c:pt>
                      <c:pt idx="1695">
                        <c:v>117.574</c:v>
                      </c:pt>
                      <c:pt idx="1696">
                        <c:v>117.833</c:v>
                      </c:pt>
                      <c:pt idx="1697">
                        <c:v>114.68300000000001</c:v>
                      </c:pt>
                      <c:pt idx="1698">
                        <c:v>114.497</c:v>
                      </c:pt>
                      <c:pt idx="1699">
                        <c:v>108.855</c:v>
                      </c:pt>
                      <c:pt idx="1700">
                        <c:v>105.5</c:v>
                      </c:pt>
                      <c:pt idx="1701">
                        <c:v>104.443</c:v>
                      </c:pt>
                      <c:pt idx="1702">
                        <c:v>100.679</c:v>
                      </c:pt>
                      <c:pt idx="1703">
                        <c:v>100.09399999999999</c:v>
                      </c:pt>
                      <c:pt idx="1704">
                        <c:v>94.563000000000002</c:v>
                      </c:pt>
                      <c:pt idx="1705">
                        <c:v>90.704999999999998</c:v>
                      </c:pt>
                      <c:pt idx="1706">
                        <c:v>94.376000000000005</c:v>
                      </c:pt>
                      <c:pt idx="1707">
                        <c:v>99.194000000000003</c:v>
                      </c:pt>
                      <c:pt idx="1708">
                        <c:v>102.229</c:v>
                      </c:pt>
                      <c:pt idx="1709">
                        <c:v>104.913</c:v>
                      </c:pt>
                      <c:pt idx="1710">
                        <c:v>102.32</c:v>
                      </c:pt>
                      <c:pt idx="1711">
                        <c:v>102.066</c:v>
                      </c:pt>
                      <c:pt idx="1712">
                        <c:v>101.44</c:v>
                      </c:pt>
                      <c:pt idx="1713">
                        <c:v>98.004000000000005</c:v>
                      </c:pt>
                      <c:pt idx="1714">
                        <c:v>99.100999999999999</c:v>
                      </c:pt>
                      <c:pt idx="1715">
                        <c:v>101.154</c:v>
                      </c:pt>
                      <c:pt idx="1716">
                        <c:v>100.654</c:v>
                      </c:pt>
                      <c:pt idx="1717">
                        <c:v>102.11</c:v>
                      </c:pt>
                      <c:pt idx="1718">
                        <c:v>100.696</c:v>
                      </c:pt>
                      <c:pt idx="1719">
                        <c:v>97.552000000000007</c:v>
                      </c:pt>
                      <c:pt idx="1720">
                        <c:v>96.19</c:v>
                      </c:pt>
                      <c:pt idx="1721">
                        <c:v>91.567999999999998</c:v>
                      </c:pt>
                      <c:pt idx="1722">
                        <c:v>94.63</c:v>
                      </c:pt>
                      <c:pt idx="1723">
                        <c:v>98.274000000000001</c:v>
                      </c:pt>
                      <c:pt idx="1724">
                        <c:v>99.364000000000004</c:v>
                      </c:pt>
                      <c:pt idx="1725">
                        <c:v>102.33499999999999</c:v>
                      </c:pt>
                      <c:pt idx="1726">
                        <c:v>102.03</c:v>
                      </c:pt>
                      <c:pt idx="1727">
                        <c:v>104.559</c:v>
                      </c:pt>
                      <c:pt idx="1728">
                        <c:v>103.756</c:v>
                      </c:pt>
                      <c:pt idx="1729">
                        <c:v>111.349</c:v>
                      </c:pt>
                      <c:pt idx="1730">
                        <c:v>111.488</c:v>
                      </c:pt>
                      <c:pt idx="1731">
                        <c:v>108.83</c:v>
                      </c:pt>
                      <c:pt idx="1732">
                        <c:v>108.78400000000001</c:v>
                      </c:pt>
                      <c:pt idx="1733">
                        <c:v>110.014</c:v>
                      </c:pt>
                      <c:pt idx="1734">
                        <c:v>117.654</c:v>
                      </c:pt>
                      <c:pt idx="1735">
                        <c:v>114.063</c:v>
                      </c:pt>
                      <c:pt idx="1736">
                        <c:v>115.018</c:v>
                      </c:pt>
                      <c:pt idx="1737">
                        <c:v>115.261</c:v>
                      </c:pt>
                      <c:pt idx="1738">
                        <c:v>119.589</c:v>
                      </c:pt>
                      <c:pt idx="1739">
                        <c:v>125.80200000000001</c:v>
                      </c:pt>
                      <c:pt idx="1740">
                        <c:v>117.78100000000001</c:v>
                      </c:pt>
                      <c:pt idx="1741">
                        <c:v>111.732</c:v>
                      </c:pt>
                      <c:pt idx="1742">
                        <c:v>106.47199999999999</c:v>
                      </c:pt>
                      <c:pt idx="1743">
                        <c:v>108.238</c:v>
                      </c:pt>
                      <c:pt idx="1744">
                        <c:v>108.23399999999999</c:v>
                      </c:pt>
                      <c:pt idx="1745">
                        <c:v>110.116</c:v>
                      </c:pt>
                      <c:pt idx="1746">
                        <c:v>112.324</c:v>
                      </c:pt>
                      <c:pt idx="1747">
                        <c:v>112.627</c:v>
                      </c:pt>
                      <c:pt idx="1748">
                        <c:v>112.95699999999999</c:v>
                      </c:pt>
                      <c:pt idx="1749">
                        <c:v>111.849</c:v>
                      </c:pt>
                      <c:pt idx="1750">
                        <c:v>116.23699999999999</c:v>
                      </c:pt>
                      <c:pt idx="1751">
                        <c:v>116.932</c:v>
                      </c:pt>
                      <c:pt idx="1752">
                        <c:v>115.41200000000001</c:v>
                      </c:pt>
                      <c:pt idx="1753">
                        <c:v>117.88800000000001</c:v>
                      </c:pt>
                      <c:pt idx="1754">
                        <c:v>116.607</c:v>
                      </c:pt>
                      <c:pt idx="1755">
                        <c:v>115.413</c:v>
                      </c:pt>
                      <c:pt idx="1756">
                        <c:v>116.267</c:v>
                      </c:pt>
                      <c:pt idx="1757">
                        <c:v>116.16500000000001</c:v>
                      </c:pt>
                      <c:pt idx="1758">
                        <c:v>116.16500000000001</c:v>
                      </c:pt>
                      <c:pt idx="1759">
                        <c:v>116.5</c:v>
                      </c:pt>
                      <c:pt idx="1760">
                        <c:v>113.61</c:v>
                      </c:pt>
                      <c:pt idx="1761">
                        <c:v>113.267</c:v>
                      </c:pt>
                      <c:pt idx="1762">
                        <c:v>112.672</c:v>
                      </c:pt>
                      <c:pt idx="1763">
                        <c:v>108.73099999999999</c:v>
                      </c:pt>
                      <c:pt idx="1764">
                        <c:v>105.241</c:v>
                      </c:pt>
                      <c:pt idx="1765">
                        <c:v>105.997</c:v>
                      </c:pt>
                      <c:pt idx="1766">
                        <c:v>107.79300000000001</c:v>
                      </c:pt>
                      <c:pt idx="1767">
                        <c:v>112.658</c:v>
                      </c:pt>
                      <c:pt idx="1768">
                        <c:v>113.25</c:v>
                      </c:pt>
                      <c:pt idx="1769">
                        <c:v>110.649</c:v>
                      </c:pt>
                      <c:pt idx="1770">
                        <c:v>106.80800000000001</c:v>
                      </c:pt>
                      <c:pt idx="1771">
                        <c:v>108.26300000000001</c:v>
                      </c:pt>
                      <c:pt idx="1772">
                        <c:v>107.869</c:v>
                      </c:pt>
                      <c:pt idx="1773">
                        <c:v>109.396</c:v>
                      </c:pt>
                      <c:pt idx="1774">
                        <c:v>107.64400000000001</c:v>
                      </c:pt>
                      <c:pt idx="1775">
                        <c:v>109.952</c:v>
                      </c:pt>
                      <c:pt idx="1776">
                        <c:v>111.599</c:v>
                      </c:pt>
                      <c:pt idx="1777">
                        <c:v>110.31</c:v>
                      </c:pt>
                      <c:pt idx="1778">
                        <c:v>109.33199999999999</c:v>
                      </c:pt>
                      <c:pt idx="1779">
                        <c:v>111.64</c:v>
                      </c:pt>
                      <c:pt idx="1780">
                        <c:v>110.99299999999999</c:v>
                      </c:pt>
                      <c:pt idx="1781">
                        <c:v>115.099</c:v>
                      </c:pt>
                      <c:pt idx="1782">
                        <c:v>122.764</c:v>
                      </c:pt>
                      <c:pt idx="1783">
                        <c:v>119.998</c:v>
                      </c:pt>
                      <c:pt idx="1784">
                        <c:v>116.09399999999999</c:v>
                      </c:pt>
                      <c:pt idx="1785">
                        <c:v>116.563</c:v>
                      </c:pt>
                      <c:pt idx="1786">
                        <c:v>115.04</c:v>
                      </c:pt>
                      <c:pt idx="1787">
                        <c:v>114.682</c:v>
                      </c:pt>
                      <c:pt idx="1788">
                        <c:v>116.047</c:v>
                      </c:pt>
                      <c:pt idx="1789">
                        <c:v>116.42700000000001</c:v>
                      </c:pt>
                      <c:pt idx="1790">
                        <c:v>120.673</c:v>
                      </c:pt>
                      <c:pt idx="1791">
                        <c:v>122.947</c:v>
                      </c:pt>
                      <c:pt idx="1792">
                        <c:v>124.29900000000001</c:v>
                      </c:pt>
                      <c:pt idx="1793">
                        <c:v>122.752</c:v>
                      </c:pt>
                      <c:pt idx="1794">
                        <c:v>121.395</c:v>
                      </c:pt>
                      <c:pt idx="1795">
                        <c:v>119.211</c:v>
                      </c:pt>
                      <c:pt idx="1796">
                        <c:v>117.05200000000001</c:v>
                      </c:pt>
                      <c:pt idx="1797">
                        <c:v>117.33</c:v>
                      </c:pt>
                      <c:pt idx="1798">
                        <c:v>117.949</c:v>
                      </c:pt>
                      <c:pt idx="1799">
                        <c:v>123.148</c:v>
                      </c:pt>
                      <c:pt idx="1800">
                        <c:v>123.604</c:v>
                      </c:pt>
                      <c:pt idx="1801">
                        <c:v>122.73699999999999</c:v>
                      </c:pt>
                      <c:pt idx="1802">
                        <c:v>119.873</c:v>
                      </c:pt>
                      <c:pt idx="1803">
                        <c:v>119.911</c:v>
                      </c:pt>
                      <c:pt idx="1804">
                        <c:v>121.67</c:v>
                      </c:pt>
                      <c:pt idx="1805">
                        <c:v>121.791</c:v>
                      </c:pt>
                      <c:pt idx="1806">
                        <c:v>116.505</c:v>
                      </c:pt>
                      <c:pt idx="1807">
                        <c:v>115.572</c:v>
                      </c:pt>
                      <c:pt idx="1808">
                        <c:v>114.685</c:v>
                      </c:pt>
                      <c:pt idx="1809">
                        <c:v>111.952</c:v>
                      </c:pt>
                      <c:pt idx="1810">
                        <c:v>111.32</c:v>
                      </c:pt>
                      <c:pt idx="1811">
                        <c:v>115.254</c:v>
                      </c:pt>
                      <c:pt idx="1812">
                        <c:v>114.806</c:v>
                      </c:pt>
                      <c:pt idx="1813">
                        <c:v>115.178</c:v>
                      </c:pt>
                      <c:pt idx="1814">
                        <c:v>116.941</c:v>
                      </c:pt>
                      <c:pt idx="1815">
                        <c:v>120.041</c:v>
                      </c:pt>
                      <c:pt idx="1816">
                        <c:v>118.512</c:v>
                      </c:pt>
                      <c:pt idx="1817">
                        <c:v>117.34699999999999</c:v>
                      </c:pt>
                      <c:pt idx="1818">
                        <c:v>115.45699999999999</c:v>
                      </c:pt>
                      <c:pt idx="1819">
                        <c:v>116.08799999999999</c:v>
                      </c:pt>
                      <c:pt idx="1820">
                        <c:v>116.187</c:v>
                      </c:pt>
                      <c:pt idx="1821">
                        <c:v>114.599</c:v>
                      </c:pt>
                      <c:pt idx="1822">
                        <c:v>113.899</c:v>
                      </c:pt>
                      <c:pt idx="1823">
                        <c:v>115.345</c:v>
                      </c:pt>
                      <c:pt idx="1824">
                        <c:v>112.68</c:v>
                      </c:pt>
                      <c:pt idx="1825">
                        <c:v>111.878</c:v>
                      </c:pt>
                      <c:pt idx="1826">
                        <c:v>109.188</c:v>
                      </c:pt>
                      <c:pt idx="1827">
                        <c:v>107.83799999999999</c:v>
                      </c:pt>
                      <c:pt idx="1828">
                        <c:v>105.83799999999999</c:v>
                      </c:pt>
                      <c:pt idx="1829">
                        <c:v>105.78100000000001</c:v>
                      </c:pt>
                      <c:pt idx="1830">
                        <c:v>104.971</c:v>
                      </c:pt>
                      <c:pt idx="1831">
                        <c:v>103.586</c:v>
                      </c:pt>
                      <c:pt idx="1832">
                        <c:v>101.837</c:v>
                      </c:pt>
                      <c:pt idx="1833">
                        <c:v>100.883</c:v>
                      </c:pt>
                      <c:pt idx="1834">
                        <c:v>101.762</c:v>
                      </c:pt>
                      <c:pt idx="1835">
                        <c:v>99.756</c:v>
                      </c:pt>
                      <c:pt idx="1836">
                        <c:v>100.51</c:v>
                      </c:pt>
                      <c:pt idx="1837">
                        <c:v>99.688000000000002</c:v>
                      </c:pt>
                      <c:pt idx="1838">
                        <c:v>102.333</c:v>
                      </c:pt>
                      <c:pt idx="1839">
                        <c:v>101.965</c:v>
                      </c:pt>
                      <c:pt idx="1840">
                        <c:v>101.616</c:v>
                      </c:pt>
                      <c:pt idx="1841">
                        <c:v>101.624</c:v>
                      </c:pt>
                      <c:pt idx="1842">
                        <c:v>101.337</c:v>
                      </c:pt>
                      <c:pt idx="1843">
                        <c:v>100.81399999999999</c:v>
                      </c:pt>
                      <c:pt idx="1844">
                        <c:v>100.5</c:v>
                      </c:pt>
                      <c:pt idx="1845">
                        <c:v>101.333</c:v>
                      </c:pt>
                      <c:pt idx="1846">
                        <c:v>101.93600000000001</c:v>
                      </c:pt>
                      <c:pt idx="1847">
                        <c:v>100.17700000000001</c:v>
                      </c:pt>
                      <c:pt idx="1848">
                        <c:v>99.14</c:v>
                      </c:pt>
                      <c:pt idx="1849">
                        <c:v>98.915999999999997</c:v>
                      </c:pt>
                      <c:pt idx="1850">
                        <c:v>99.123999999999995</c:v>
                      </c:pt>
                      <c:pt idx="1851">
                        <c:v>100.33199999999999</c:v>
                      </c:pt>
                      <c:pt idx="1852">
                        <c:v>99.81</c:v>
                      </c:pt>
                      <c:pt idx="1853">
                        <c:v>100.613</c:v>
                      </c:pt>
                      <c:pt idx="1854">
                        <c:v>100.52800000000001</c:v>
                      </c:pt>
                      <c:pt idx="1855">
                        <c:v>100.651</c:v>
                      </c:pt>
                      <c:pt idx="1856">
                        <c:v>101.55</c:v>
                      </c:pt>
                      <c:pt idx="1857">
                        <c:v>101.33499999999999</c:v>
                      </c:pt>
                      <c:pt idx="1858">
                        <c:v>101.285</c:v>
                      </c:pt>
                      <c:pt idx="1859">
                        <c:v>100.9</c:v>
                      </c:pt>
                      <c:pt idx="1860">
                        <c:v>97.831999999999994</c:v>
                      </c:pt>
                      <c:pt idx="1861">
                        <c:v>98.406000000000006</c:v>
                      </c:pt>
                      <c:pt idx="1862">
                        <c:v>99.918000000000006</c:v>
                      </c:pt>
                      <c:pt idx="1863">
                        <c:v>101.358</c:v>
                      </c:pt>
                      <c:pt idx="1864">
                        <c:v>101.848</c:v>
                      </c:pt>
                      <c:pt idx="1865">
                        <c:v>102.17400000000001</c:v>
                      </c:pt>
                      <c:pt idx="1866">
                        <c:v>105.599</c:v>
                      </c:pt>
                      <c:pt idx="1867">
                        <c:v>105.08799999999999</c:v>
                      </c:pt>
                      <c:pt idx="1868">
                        <c:v>104.75700000000001</c:v>
                      </c:pt>
                      <c:pt idx="1869">
                        <c:v>100.84099999999999</c:v>
                      </c:pt>
                      <c:pt idx="1870">
                        <c:v>100.419</c:v>
                      </c:pt>
                      <c:pt idx="1871">
                        <c:v>101.19199999999999</c:v>
                      </c:pt>
                      <c:pt idx="1872">
                        <c:v>102.5</c:v>
                      </c:pt>
                      <c:pt idx="1873">
                        <c:v>103.30500000000001</c:v>
                      </c:pt>
                      <c:pt idx="1874">
                        <c:v>103.395</c:v>
                      </c:pt>
                      <c:pt idx="1875">
                        <c:v>103.874</c:v>
                      </c:pt>
                      <c:pt idx="1876">
                        <c:v>103.861</c:v>
                      </c:pt>
                      <c:pt idx="1877">
                        <c:v>106.422</c:v>
                      </c:pt>
                      <c:pt idx="1878">
                        <c:v>108.057</c:v>
                      </c:pt>
                      <c:pt idx="1879">
                        <c:v>104.875</c:v>
                      </c:pt>
                      <c:pt idx="1880">
                        <c:v>105.84699999999999</c:v>
                      </c:pt>
                      <c:pt idx="1881">
                        <c:v>110.292</c:v>
                      </c:pt>
                      <c:pt idx="1882">
                        <c:v>110.675</c:v>
                      </c:pt>
                      <c:pt idx="1883">
                        <c:v>112.232</c:v>
                      </c:pt>
                      <c:pt idx="1884">
                        <c:v>110.312</c:v>
                      </c:pt>
                      <c:pt idx="1885">
                        <c:v>110.18300000000001</c:v>
                      </c:pt>
                      <c:pt idx="1886">
                        <c:v>114.256</c:v>
                      </c:pt>
                      <c:pt idx="1887">
                        <c:v>114.886</c:v>
                      </c:pt>
                      <c:pt idx="1888">
                        <c:v>115.24299999999999</c:v>
                      </c:pt>
                      <c:pt idx="1889">
                        <c:v>113.625</c:v>
                      </c:pt>
                      <c:pt idx="1890">
                        <c:v>111.878</c:v>
                      </c:pt>
                      <c:pt idx="1891">
                        <c:v>108.143</c:v>
                      </c:pt>
                      <c:pt idx="1892">
                        <c:v>107.36799999999999</c:v>
                      </c:pt>
                      <c:pt idx="1893">
                        <c:v>107.33499999999999</c:v>
                      </c:pt>
                      <c:pt idx="1894">
                        <c:v>107.035</c:v>
                      </c:pt>
                      <c:pt idx="1895">
                        <c:v>106.911</c:v>
                      </c:pt>
                      <c:pt idx="1896">
                        <c:v>105.333</c:v>
                      </c:pt>
                      <c:pt idx="1897">
                        <c:v>105.997</c:v>
                      </c:pt>
                      <c:pt idx="1898">
                        <c:v>111.89</c:v>
                      </c:pt>
                      <c:pt idx="1899">
                        <c:v>113.47799999999999</c:v>
                      </c:pt>
                      <c:pt idx="1900">
                        <c:v>112.892</c:v>
                      </c:pt>
                      <c:pt idx="1901">
                        <c:v>113.886</c:v>
                      </c:pt>
                      <c:pt idx="1902">
                        <c:v>114.73</c:v>
                      </c:pt>
                      <c:pt idx="1903">
                        <c:v>117.262</c:v>
                      </c:pt>
                      <c:pt idx="1904">
                        <c:v>117.063</c:v>
                      </c:pt>
                      <c:pt idx="1905">
                        <c:v>113.94199999999999</c:v>
                      </c:pt>
                      <c:pt idx="1906">
                        <c:v>109.81</c:v>
                      </c:pt>
                      <c:pt idx="1907">
                        <c:v>109.962</c:v>
                      </c:pt>
                      <c:pt idx="1908">
                        <c:v>112.483</c:v>
                      </c:pt>
                      <c:pt idx="1909">
                        <c:v>111.703</c:v>
                      </c:pt>
                      <c:pt idx="1910">
                        <c:v>112.783</c:v>
                      </c:pt>
                      <c:pt idx="1911">
                        <c:v>111.223</c:v>
                      </c:pt>
                      <c:pt idx="1912">
                        <c:v>111.771</c:v>
                      </c:pt>
                      <c:pt idx="1913">
                        <c:v>110</c:v>
                      </c:pt>
                      <c:pt idx="1914">
                        <c:v>111.18300000000001</c:v>
                      </c:pt>
                      <c:pt idx="1915">
                        <c:v>112.857</c:v>
                      </c:pt>
                      <c:pt idx="1916">
                        <c:v>125.255</c:v>
                      </c:pt>
                      <c:pt idx="1917">
                        <c:v>127.66500000000001</c:v>
                      </c:pt>
                      <c:pt idx="1918">
                        <c:v>157.881</c:v>
                      </c:pt>
                      <c:pt idx="1919">
                        <c:v>150.03399999999999</c:v>
                      </c:pt>
                      <c:pt idx="1920">
                        <c:v>161.07</c:v>
                      </c:pt>
                      <c:pt idx="1921">
                        <c:v>160.83199999999999</c:v>
                      </c:pt>
                      <c:pt idx="1922">
                        <c:v>154.333</c:v>
                      </c:pt>
                      <c:pt idx="1923">
                        <c:v>137.56700000000001</c:v>
                      </c:pt>
                      <c:pt idx="1924">
                        <c:v>138.096</c:v>
                      </c:pt>
                      <c:pt idx="1925">
                        <c:v>134.90700000000001</c:v>
                      </c:pt>
                      <c:pt idx="1926">
                        <c:v>142.321</c:v>
                      </c:pt>
                      <c:pt idx="1927">
                        <c:v>143.75399999999999</c:v>
                      </c:pt>
                      <c:pt idx="1928">
                        <c:v>150.31700000000001</c:v>
                      </c:pt>
                      <c:pt idx="1929">
                        <c:v>154.83099999999999</c:v>
                      </c:pt>
                      <c:pt idx="1930">
                        <c:v>160.745</c:v>
                      </c:pt>
                      <c:pt idx="1931">
                        <c:v>160.762</c:v>
                      </c:pt>
                      <c:pt idx="1932">
                        <c:v>162.27600000000001</c:v>
                      </c:pt>
                      <c:pt idx="1933">
                        <c:v>158.50299999999999</c:v>
                      </c:pt>
                      <c:pt idx="1934">
                        <c:v>152.48699999999999</c:v>
                      </c:pt>
                      <c:pt idx="1935">
                        <c:v>139.06</c:v>
                      </c:pt>
                      <c:pt idx="1936">
                        <c:v>142.375</c:v>
                      </c:pt>
                      <c:pt idx="1937">
                        <c:v>149.232</c:v>
                      </c:pt>
                      <c:pt idx="1938">
                        <c:v>153.13900000000001</c:v>
                      </c:pt>
                      <c:pt idx="1939">
                        <c:v>159.30600000000001</c:v>
                      </c:pt>
                      <c:pt idx="1940">
                        <c:v>151.333</c:v>
                      </c:pt>
                      <c:pt idx="1941">
                        <c:v>156.14400000000001</c:v>
                      </c:pt>
                      <c:pt idx="1942">
                        <c:v>168.31</c:v>
                      </c:pt>
                      <c:pt idx="1943">
                        <c:v>173.16499999999999</c:v>
                      </c:pt>
                      <c:pt idx="1944">
                        <c:v>171</c:v>
                      </c:pt>
                      <c:pt idx="1945">
                        <c:v>171.55600000000001</c:v>
                      </c:pt>
                      <c:pt idx="1946">
                        <c:v>163.834</c:v>
                      </c:pt>
                      <c:pt idx="1947">
                        <c:v>160.333</c:v>
                      </c:pt>
                      <c:pt idx="1948">
                        <c:v>166.49700000000001</c:v>
                      </c:pt>
                      <c:pt idx="1949">
                        <c:v>174.98099999999999</c:v>
                      </c:pt>
                      <c:pt idx="1950">
                        <c:v>195.595</c:v>
                      </c:pt>
                      <c:pt idx="1951">
                        <c:v>215.64500000000001</c:v>
                      </c:pt>
                      <c:pt idx="1952">
                        <c:v>212.43600000000001</c:v>
                      </c:pt>
                      <c:pt idx="1953">
                        <c:v>193.19</c:v>
                      </c:pt>
                      <c:pt idx="1954">
                        <c:v>180.88499999999999</c:v>
                      </c:pt>
                      <c:pt idx="1955">
                        <c:v>187.35400000000001</c:v>
                      </c:pt>
                      <c:pt idx="1956">
                        <c:v>188.36699999999999</c:v>
                      </c:pt>
                      <c:pt idx="1957">
                        <c:v>201.49199999999999</c:v>
                      </c:pt>
                      <c:pt idx="1958">
                        <c:v>215.36699999999999</c:v>
                      </c:pt>
                      <c:pt idx="1959">
                        <c:v>215.917</c:v>
                      </c:pt>
                      <c:pt idx="1960">
                        <c:v>203.06800000000001</c:v>
                      </c:pt>
                      <c:pt idx="1961">
                        <c:v>190.55199999999999</c:v>
                      </c:pt>
                      <c:pt idx="1962">
                        <c:v>187.55199999999999</c:v>
                      </c:pt>
                      <c:pt idx="1963">
                        <c:v>184.566</c:v>
                      </c:pt>
                      <c:pt idx="1964">
                        <c:v>176.405</c:v>
                      </c:pt>
                      <c:pt idx="1965">
                        <c:v>149.672</c:v>
                      </c:pt>
                      <c:pt idx="1966">
                        <c:v>160.29</c:v>
                      </c:pt>
                      <c:pt idx="1967">
                        <c:v>156.28899999999999</c:v>
                      </c:pt>
                      <c:pt idx="1968">
                        <c:v>161.62899999999999</c:v>
                      </c:pt>
                      <c:pt idx="1969">
                        <c:v>155.941</c:v>
                      </c:pt>
                      <c:pt idx="1970">
                        <c:v>156.15600000000001</c:v>
                      </c:pt>
                      <c:pt idx="1971">
                        <c:v>166.96600000000001</c:v>
                      </c:pt>
                      <c:pt idx="1972">
                        <c:v>161.79300000000001</c:v>
                      </c:pt>
                      <c:pt idx="1973">
                        <c:v>159.52500000000001</c:v>
                      </c:pt>
                      <c:pt idx="1974">
                        <c:v>158.81</c:v>
                      </c:pt>
                      <c:pt idx="1975">
                        <c:v>153.13</c:v>
                      </c:pt>
                      <c:pt idx="1976">
                        <c:v>131.52699999999999</c:v>
                      </c:pt>
                      <c:pt idx="1977">
                        <c:v>137.71100000000001</c:v>
                      </c:pt>
                      <c:pt idx="1978">
                        <c:v>140.27500000000001</c:v>
                      </c:pt>
                      <c:pt idx="1979">
                        <c:v>158.29499999999999</c:v>
                      </c:pt>
                      <c:pt idx="1980">
                        <c:v>151.02099999999999</c:v>
                      </c:pt>
                      <c:pt idx="1981">
                        <c:v>138.917</c:v>
                      </c:pt>
                      <c:pt idx="1982">
                        <c:v>142.59100000000001</c:v>
                      </c:pt>
                      <c:pt idx="1983">
                        <c:v>146.56299999999999</c:v>
                      </c:pt>
                      <c:pt idx="1984">
                        <c:v>145.61199999999999</c:v>
                      </c:pt>
                      <c:pt idx="1985">
                        <c:v>166.28800000000001</c:v>
                      </c:pt>
                      <c:pt idx="1986">
                        <c:v>160.30000000000001</c:v>
                      </c:pt>
                      <c:pt idx="1987">
                        <c:v>160.35300000000001</c:v>
                      </c:pt>
                      <c:pt idx="1988">
                        <c:v>156.48599999999999</c:v>
                      </c:pt>
                      <c:pt idx="1989">
                        <c:v>165.49</c:v>
                      </c:pt>
                      <c:pt idx="1990">
                        <c:v>169.852</c:v>
                      </c:pt>
                      <c:pt idx="1991">
                        <c:v>177.22200000000001</c:v>
                      </c:pt>
                      <c:pt idx="1992">
                        <c:v>175.06200000000001</c:v>
                      </c:pt>
                      <c:pt idx="1993">
                        <c:v>182.458</c:v>
                      </c:pt>
                      <c:pt idx="1994">
                        <c:v>182.37</c:v>
                      </c:pt>
                      <c:pt idx="1995">
                        <c:v>185.46899999999999</c:v>
                      </c:pt>
                      <c:pt idx="1996">
                        <c:v>187.691</c:v>
                      </c:pt>
                      <c:pt idx="1997">
                        <c:v>193.583</c:v>
                      </c:pt>
                      <c:pt idx="1998">
                        <c:v>181.74700000000001</c:v>
                      </c:pt>
                      <c:pt idx="1999">
                        <c:v>177.46899999999999</c:v>
                      </c:pt>
                      <c:pt idx="2000">
                        <c:v>164.03299999999999</c:v>
                      </c:pt>
                      <c:pt idx="2001">
                        <c:v>160.999</c:v>
                      </c:pt>
                      <c:pt idx="2002">
                        <c:v>155.261</c:v>
                      </c:pt>
                      <c:pt idx="2003">
                        <c:v>144.03899999999999</c:v>
                      </c:pt>
                      <c:pt idx="2004">
                        <c:v>142.66</c:v>
                      </c:pt>
                      <c:pt idx="2005">
                        <c:v>142.78100000000001</c:v>
                      </c:pt>
                      <c:pt idx="2006">
                        <c:v>150.60900000000001</c:v>
                      </c:pt>
                      <c:pt idx="2007">
                        <c:v>146.333</c:v>
                      </c:pt>
                      <c:pt idx="2008">
                        <c:v>148.91800000000001</c:v>
                      </c:pt>
                      <c:pt idx="2009">
                        <c:v>144.79599999999999</c:v>
                      </c:pt>
                      <c:pt idx="2010">
                        <c:v>155.67699999999999</c:v>
                      </c:pt>
                      <c:pt idx="2011">
                        <c:v>156.87100000000001</c:v>
                      </c:pt>
                      <c:pt idx="2012">
                        <c:v>157.36000000000001</c:v>
                      </c:pt>
                      <c:pt idx="2013">
                        <c:v>159.64099999999999</c:v>
                      </c:pt>
                      <c:pt idx="2014">
                        <c:v>155.381</c:v>
                      </c:pt>
                      <c:pt idx="2015">
                        <c:v>155.535</c:v>
                      </c:pt>
                      <c:pt idx="2016">
                        <c:v>156.13</c:v>
                      </c:pt>
                      <c:pt idx="2017">
                        <c:v>152.92400000000001</c:v>
                      </c:pt>
                      <c:pt idx="2018">
                        <c:v>155.13499999999999</c:v>
                      </c:pt>
                      <c:pt idx="2019">
                        <c:v>156.333</c:v>
                      </c:pt>
                      <c:pt idx="2020">
                        <c:v>155.858</c:v>
                      </c:pt>
                      <c:pt idx="2021">
                        <c:v>155.28700000000001</c:v>
                      </c:pt>
                      <c:pt idx="2022">
                        <c:v>156.089</c:v>
                      </c:pt>
                      <c:pt idx="2023">
                        <c:v>154.94499999999999</c:v>
                      </c:pt>
                      <c:pt idx="2024">
                        <c:v>151.505</c:v>
                      </c:pt>
                      <c:pt idx="2025">
                        <c:v>151.35900000000001</c:v>
                      </c:pt>
                      <c:pt idx="2026">
                        <c:v>155.952</c:v>
                      </c:pt>
                      <c:pt idx="2027">
                        <c:v>153.667</c:v>
                      </c:pt>
                      <c:pt idx="2028">
                        <c:v>153.68799999999999</c:v>
                      </c:pt>
                      <c:pt idx="2029">
                        <c:v>149.47</c:v>
                      </c:pt>
                      <c:pt idx="2030">
                        <c:v>152.92599999999999</c:v>
                      </c:pt>
                      <c:pt idx="2031">
                        <c:v>153</c:v>
                      </c:pt>
                      <c:pt idx="2032">
                        <c:v>155.023</c:v>
                      </c:pt>
                      <c:pt idx="2033">
                        <c:v>157.09</c:v>
                      </c:pt>
                      <c:pt idx="2034">
                        <c:v>154.577</c:v>
                      </c:pt>
                      <c:pt idx="2035">
                        <c:v>150.232</c:v>
                      </c:pt>
                      <c:pt idx="2036">
                        <c:v>147.00200000000001</c:v>
                      </c:pt>
                      <c:pt idx="2037">
                        <c:v>144.84800000000001</c:v>
                      </c:pt>
                      <c:pt idx="2038">
                        <c:v>143.667</c:v>
                      </c:pt>
                      <c:pt idx="2039">
                        <c:v>144.79400000000001</c:v>
                      </c:pt>
                      <c:pt idx="2040">
                        <c:v>143</c:v>
                      </c:pt>
                      <c:pt idx="2041">
                        <c:v>140.029</c:v>
                      </c:pt>
                      <c:pt idx="2042">
                        <c:v>138.16999999999999</c:v>
                      </c:pt>
                      <c:pt idx="2043">
                        <c:v>138.02000000000001</c:v>
                      </c:pt>
                      <c:pt idx="2044">
                        <c:v>138</c:v>
                      </c:pt>
                      <c:pt idx="2045">
                        <c:v>133.99299999999999</c:v>
                      </c:pt>
                      <c:pt idx="2046">
                        <c:v>134.42500000000001</c:v>
                      </c:pt>
                      <c:pt idx="2047">
                        <c:v>131.04</c:v>
                      </c:pt>
                      <c:pt idx="2048">
                        <c:v>129.75700000000001</c:v>
                      </c:pt>
                      <c:pt idx="2049">
                        <c:v>129.124</c:v>
                      </c:pt>
                      <c:pt idx="2050">
                        <c:v>128.31399999999999</c:v>
                      </c:pt>
                      <c:pt idx="2051">
                        <c:v>129.048</c:v>
                      </c:pt>
                      <c:pt idx="2052">
                        <c:v>131.26400000000001</c:v>
                      </c:pt>
                      <c:pt idx="2053">
                        <c:v>130.28800000000001</c:v>
                      </c:pt>
                      <c:pt idx="2054">
                        <c:v>129.67099999999999</c:v>
                      </c:pt>
                      <c:pt idx="2055">
                        <c:v>131.33099999999999</c:v>
                      </c:pt>
                      <c:pt idx="2056">
                        <c:v>129.732</c:v>
                      </c:pt>
                      <c:pt idx="2057">
                        <c:v>128.37899999999999</c:v>
                      </c:pt>
                      <c:pt idx="2058">
                        <c:v>127.53100000000001</c:v>
                      </c:pt>
                      <c:pt idx="2059">
                        <c:v>127.833</c:v>
                      </c:pt>
                      <c:pt idx="2060">
                        <c:v>128.017</c:v>
                      </c:pt>
                      <c:pt idx="2061">
                        <c:v>127.5</c:v>
                      </c:pt>
                      <c:pt idx="2062">
                        <c:v>126.5</c:v>
                      </c:pt>
                      <c:pt idx="2063">
                        <c:v>127.65900000000001</c:v>
                      </c:pt>
                      <c:pt idx="2064">
                        <c:v>127.80500000000001</c:v>
                      </c:pt>
                      <c:pt idx="2065">
                        <c:v>130.54</c:v>
                      </c:pt>
                      <c:pt idx="2066">
                        <c:v>125.011</c:v>
                      </c:pt>
                      <c:pt idx="2067">
                        <c:v>121.33499999999999</c:v>
                      </c:pt>
                      <c:pt idx="2068">
                        <c:v>121.21299999999999</c:v>
                      </c:pt>
                      <c:pt idx="2069">
                        <c:v>127.63800000000001</c:v>
                      </c:pt>
                      <c:pt idx="2070">
                        <c:v>124.28</c:v>
                      </c:pt>
                      <c:pt idx="2071">
                        <c:v>118.82299999999999</c:v>
                      </c:pt>
                      <c:pt idx="2072">
                        <c:v>116.592</c:v>
                      </c:pt>
                      <c:pt idx="2073">
                        <c:v>114.61</c:v>
                      </c:pt>
                      <c:pt idx="2074">
                        <c:v>113.378</c:v>
                      </c:pt>
                      <c:pt idx="2075">
                        <c:v>111.444</c:v>
                      </c:pt>
                      <c:pt idx="2076">
                        <c:v>111.16</c:v>
                      </c:pt>
                      <c:pt idx="2077">
                        <c:v>107.747</c:v>
                      </c:pt>
                      <c:pt idx="2078">
                        <c:v>100.678</c:v>
                      </c:pt>
                      <c:pt idx="2079">
                        <c:v>102.729</c:v>
                      </c:pt>
                      <c:pt idx="2080">
                        <c:v>106.209</c:v>
                      </c:pt>
                      <c:pt idx="2081">
                        <c:v>107.16</c:v>
                      </c:pt>
                      <c:pt idx="2082">
                        <c:v>108.83499999999999</c:v>
                      </c:pt>
                      <c:pt idx="2083">
                        <c:v>105.483</c:v>
                      </c:pt>
                      <c:pt idx="2084">
                        <c:v>107.93</c:v>
                      </c:pt>
                      <c:pt idx="2085">
                        <c:v>109.68300000000001</c:v>
                      </c:pt>
                      <c:pt idx="2086">
                        <c:v>109.96899999999999</c:v>
                      </c:pt>
                      <c:pt idx="2087">
                        <c:v>109.99299999999999</c:v>
                      </c:pt>
                      <c:pt idx="2088">
                        <c:v>108.342</c:v>
                      </c:pt>
                      <c:pt idx="2089">
                        <c:v>108.28100000000001</c:v>
                      </c:pt>
                      <c:pt idx="2090">
                        <c:v>111.069</c:v>
                      </c:pt>
                      <c:pt idx="2091">
                        <c:v>113.633</c:v>
                      </c:pt>
                      <c:pt idx="2092">
                        <c:v>115.446</c:v>
                      </c:pt>
                      <c:pt idx="2093">
                        <c:v>117.92</c:v>
                      </c:pt>
                      <c:pt idx="2094">
                        <c:v>122.723</c:v>
                      </c:pt>
                      <c:pt idx="2095">
                        <c:v>119.497</c:v>
                      </c:pt>
                      <c:pt idx="2096">
                        <c:v>117.339</c:v>
                      </c:pt>
                      <c:pt idx="2097">
                        <c:v>118.33499999999999</c:v>
                      </c:pt>
                      <c:pt idx="2098">
                        <c:v>119.938</c:v>
                      </c:pt>
                      <c:pt idx="2099">
                        <c:v>118.43</c:v>
                      </c:pt>
                      <c:pt idx="2100">
                        <c:v>119.166</c:v>
                      </c:pt>
                      <c:pt idx="2101">
                        <c:v>118.51900000000001</c:v>
                      </c:pt>
                      <c:pt idx="2102">
                        <c:v>115.221</c:v>
                      </c:pt>
                      <c:pt idx="2103">
                        <c:v>116.306</c:v>
                      </c:pt>
                      <c:pt idx="2104">
                        <c:v>116.13200000000001</c:v>
                      </c:pt>
                      <c:pt idx="2105">
                        <c:v>114.309</c:v>
                      </c:pt>
                      <c:pt idx="2106">
                        <c:v>112.50700000000001</c:v>
                      </c:pt>
                      <c:pt idx="2107">
                        <c:v>110.18300000000001</c:v>
                      </c:pt>
                      <c:pt idx="2108">
                        <c:v>111.485</c:v>
                      </c:pt>
                      <c:pt idx="2109">
                        <c:v>110.673</c:v>
                      </c:pt>
                      <c:pt idx="2110">
                        <c:v>110.15</c:v>
                      </c:pt>
                      <c:pt idx="2111">
                        <c:v>110.83499999999999</c:v>
                      </c:pt>
                      <c:pt idx="2112">
                        <c:v>111.077</c:v>
                      </c:pt>
                      <c:pt idx="2113">
                        <c:v>111.771</c:v>
                      </c:pt>
                      <c:pt idx="2114">
                        <c:v>114.755</c:v>
                      </c:pt>
                      <c:pt idx="2115">
                        <c:v>120.08199999999999</c:v>
                      </c:pt>
                      <c:pt idx="2116">
                        <c:v>118.474</c:v>
                      </c:pt>
                      <c:pt idx="2117">
                        <c:v>121.18600000000001</c:v>
                      </c:pt>
                      <c:pt idx="2118">
                        <c:v>127.5</c:v>
                      </c:pt>
                      <c:pt idx="2119">
                        <c:v>137.66999999999999</c:v>
                      </c:pt>
                      <c:pt idx="2120">
                        <c:v>140.00800000000001</c:v>
                      </c:pt>
                      <c:pt idx="2121">
                        <c:v>146.22300000000001</c:v>
                      </c:pt>
                      <c:pt idx="2122">
                        <c:v>145.34</c:v>
                      </c:pt>
                      <c:pt idx="2123">
                        <c:v>140.251</c:v>
                      </c:pt>
                      <c:pt idx="2124">
                        <c:v>144.82499999999999</c:v>
                      </c:pt>
                      <c:pt idx="2125">
                        <c:v>145.911</c:v>
                      </c:pt>
                      <c:pt idx="2126">
                        <c:v>148.55199999999999</c:v>
                      </c:pt>
                      <c:pt idx="2127">
                        <c:v>151.66499999999999</c:v>
                      </c:pt>
                      <c:pt idx="2128">
                        <c:v>151.39500000000001</c:v>
                      </c:pt>
                      <c:pt idx="2129">
                        <c:v>150.68</c:v>
                      </c:pt>
                      <c:pt idx="2130">
                        <c:v>155.32400000000001</c:v>
                      </c:pt>
                      <c:pt idx="2131">
                        <c:v>161.44499999999999</c:v>
                      </c:pt>
                      <c:pt idx="2132">
                        <c:v>165.322</c:v>
                      </c:pt>
                      <c:pt idx="2133">
                        <c:v>162.20099999999999</c:v>
                      </c:pt>
                      <c:pt idx="2134">
                        <c:v>160.678</c:v>
                      </c:pt>
                      <c:pt idx="2135">
                        <c:v>149.917</c:v>
                      </c:pt>
                      <c:pt idx="2136">
                        <c:v>152.255</c:v>
                      </c:pt>
                      <c:pt idx="2137">
                        <c:v>150.85599999999999</c:v>
                      </c:pt>
                      <c:pt idx="2138">
                        <c:v>152.46199999999999</c:v>
                      </c:pt>
                      <c:pt idx="2139">
                        <c:v>147.096</c:v>
                      </c:pt>
                      <c:pt idx="2140">
                        <c:v>146.833</c:v>
                      </c:pt>
                      <c:pt idx="2141">
                        <c:v>139.876</c:v>
                      </c:pt>
                      <c:pt idx="2142">
                        <c:v>140.131</c:v>
                      </c:pt>
                      <c:pt idx="2143">
                        <c:v>140.42099999999999</c:v>
                      </c:pt>
                      <c:pt idx="2144">
                        <c:v>135.01499999999999</c:v>
                      </c:pt>
                      <c:pt idx="2145">
                        <c:v>133.958</c:v>
                      </c:pt>
                      <c:pt idx="2146">
                        <c:v>139.66300000000001</c:v>
                      </c:pt>
                      <c:pt idx="2147">
                        <c:v>141.29599999999999</c:v>
                      </c:pt>
                      <c:pt idx="2148">
                        <c:v>146.80699999999999</c:v>
                      </c:pt>
                      <c:pt idx="2149">
                        <c:v>147.255</c:v>
                      </c:pt>
                      <c:pt idx="2150">
                        <c:v>147.667</c:v>
                      </c:pt>
                      <c:pt idx="2151">
                        <c:v>149.45099999999999</c:v>
                      </c:pt>
                      <c:pt idx="2152">
                        <c:v>143.703</c:v>
                      </c:pt>
                      <c:pt idx="2153">
                        <c:v>135.15100000000001</c:v>
                      </c:pt>
                      <c:pt idx="2154">
                        <c:v>130.316</c:v>
                      </c:pt>
                      <c:pt idx="2155">
                        <c:v>130.518</c:v>
                      </c:pt>
                      <c:pt idx="2156">
                        <c:v>132.71700000000001</c:v>
                      </c:pt>
                      <c:pt idx="2157">
                        <c:v>137.96</c:v>
                      </c:pt>
                      <c:pt idx="2158">
                        <c:v>138.99100000000001</c:v>
                      </c:pt>
                      <c:pt idx="2159">
                        <c:v>136.68299999999999</c:v>
                      </c:pt>
                      <c:pt idx="2160">
                        <c:v>134.92500000000001</c:v>
                      </c:pt>
                      <c:pt idx="2161">
                        <c:v>130.50800000000001</c:v>
                      </c:pt>
                      <c:pt idx="2162">
                        <c:v>126.848</c:v>
                      </c:pt>
                      <c:pt idx="2163">
                        <c:v>125.50700000000001</c:v>
                      </c:pt>
                      <c:pt idx="2164">
                        <c:v>124.58499999999999</c:v>
                      </c:pt>
                      <c:pt idx="2165">
                        <c:v>125.83799999999999</c:v>
                      </c:pt>
                      <c:pt idx="2166">
                        <c:v>123.512</c:v>
                      </c:pt>
                      <c:pt idx="2167">
                        <c:v>126.886</c:v>
                      </c:pt>
                      <c:pt idx="2168">
                        <c:v>131.76</c:v>
                      </c:pt>
                      <c:pt idx="2169">
                        <c:v>134.327</c:v>
                      </c:pt>
                      <c:pt idx="2170">
                        <c:v>136.327</c:v>
                      </c:pt>
                      <c:pt idx="2171">
                        <c:v>130.00800000000001</c:v>
                      </c:pt>
                      <c:pt idx="2172">
                        <c:v>124.02800000000001</c:v>
                      </c:pt>
                      <c:pt idx="2173">
                        <c:v>118.992</c:v>
                      </c:pt>
                      <c:pt idx="2174">
                        <c:v>121.66200000000001</c:v>
                      </c:pt>
                      <c:pt idx="2175">
                        <c:v>119.32</c:v>
                      </c:pt>
                      <c:pt idx="2176">
                        <c:v>121.08799999999999</c:v>
                      </c:pt>
                      <c:pt idx="2177">
                        <c:v>116.726</c:v>
                      </c:pt>
                      <c:pt idx="2178">
                        <c:v>113.503</c:v>
                      </c:pt>
                      <c:pt idx="2179">
                        <c:v>112.342</c:v>
                      </c:pt>
                      <c:pt idx="2180">
                        <c:v>112.503</c:v>
                      </c:pt>
                      <c:pt idx="2181">
                        <c:v>114.316</c:v>
                      </c:pt>
                      <c:pt idx="2182">
                        <c:v>116.483</c:v>
                      </c:pt>
                      <c:pt idx="2183">
                        <c:v>114.849</c:v>
                      </c:pt>
                      <c:pt idx="2184">
                        <c:v>114.66200000000001</c:v>
                      </c:pt>
                      <c:pt idx="2185">
                        <c:v>114.27200000000001</c:v>
                      </c:pt>
                      <c:pt idx="2186">
                        <c:v>114.223</c:v>
                      </c:pt>
                      <c:pt idx="2187">
                        <c:v>114.83199999999999</c:v>
                      </c:pt>
                      <c:pt idx="2188">
                        <c:v>113.67700000000001</c:v>
                      </c:pt>
                      <c:pt idx="2189">
                        <c:v>112.348</c:v>
                      </c:pt>
                      <c:pt idx="2190">
                        <c:v>111.42100000000001</c:v>
                      </c:pt>
                      <c:pt idx="2191">
                        <c:v>113.49299999999999</c:v>
                      </c:pt>
                      <c:pt idx="2192">
                        <c:v>115.164</c:v>
                      </c:pt>
                      <c:pt idx="2193">
                        <c:v>112.274</c:v>
                      </c:pt>
                      <c:pt idx="2194">
                        <c:v>113.81699999999999</c:v>
                      </c:pt>
                      <c:pt idx="2195">
                        <c:v>114.83799999999999</c:v>
                      </c:pt>
                      <c:pt idx="2196">
                        <c:v>115.66200000000001</c:v>
                      </c:pt>
                      <c:pt idx="2197">
                        <c:v>114.86499999999999</c:v>
                      </c:pt>
                      <c:pt idx="2198">
                        <c:v>114.66500000000001</c:v>
                      </c:pt>
                      <c:pt idx="2199">
                        <c:v>111.75700000000001</c:v>
                      </c:pt>
                      <c:pt idx="2200">
                        <c:v>110.05800000000001</c:v>
                      </c:pt>
                      <c:pt idx="2201">
                        <c:v>108.953</c:v>
                      </c:pt>
                      <c:pt idx="2202">
                        <c:v>105.063</c:v>
                      </c:pt>
                      <c:pt idx="2203">
                        <c:v>105.301</c:v>
                      </c:pt>
                      <c:pt idx="2204">
                        <c:v>103.114</c:v>
                      </c:pt>
                      <c:pt idx="2205">
                        <c:v>99.84</c:v>
                      </c:pt>
                      <c:pt idx="2206">
                        <c:v>98.75</c:v>
                      </c:pt>
                      <c:pt idx="2207">
                        <c:v>89.55</c:v>
                      </c:pt>
                      <c:pt idx="2208">
                        <c:v>90.388999999999996</c:v>
                      </c:pt>
                      <c:pt idx="2209">
                        <c:v>91.831999999999994</c:v>
                      </c:pt>
                      <c:pt idx="2210">
                        <c:v>92.826999999999998</c:v>
                      </c:pt>
                      <c:pt idx="2211">
                        <c:v>94.497</c:v>
                      </c:pt>
                      <c:pt idx="2212">
                        <c:v>96.007000000000005</c:v>
                      </c:pt>
                      <c:pt idx="2213">
                        <c:v>98.075999999999993</c:v>
                      </c:pt>
                      <c:pt idx="2214">
                        <c:v>103.363</c:v>
                      </c:pt>
                      <c:pt idx="2215">
                        <c:v>104.089</c:v>
                      </c:pt>
                      <c:pt idx="2216">
                        <c:v>103.938</c:v>
                      </c:pt>
                      <c:pt idx="2217">
                        <c:v>103.985</c:v>
                      </c:pt>
                      <c:pt idx="2218">
                        <c:v>104.785</c:v>
                      </c:pt>
                      <c:pt idx="2219">
                        <c:v>105.453</c:v>
                      </c:pt>
                      <c:pt idx="2220">
                        <c:v>104.782</c:v>
                      </c:pt>
                      <c:pt idx="2221">
                        <c:v>103.83799999999999</c:v>
                      </c:pt>
                      <c:pt idx="2222">
                        <c:v>102.428</c:v>
                      </c:pt>
                      <c:pt idx="2223">
                        <c:v>100.098</c:v>
                      </c:pt>
                      <c:pt idx="2224">
                        <c:v>104.652</c:v>
                      </c:pt>
                      <c:pt idx="2225">
                        <c:v>106.16200000000001</c:v>
                      </c:pt>
                      <c:pt idx="2226">
                        <c:v>105.66200000000001</c:v>
                      </c:pt>
                      <c:pt idx="2227">
                        <c:v>103.673</c:v>
                      </c:pt>
                      <c:pt idx="2228">
                        <c:v>103.125</c:v>
                      </c:pt>
                      <c:pt idx="2229">
                        <c:v>101.66800000000001</c:v>
                      </c:pt>
                      <c:pt idx="2230">
                        <c:v>100.83499999999999</c:v>
                      </c:pt>
                      <c:pt idx="2231">
                        <c:v>99.337999999999994</c:v>
                      </c:pt>
                      <c:pt idx="2232">
                        <c:v>102.17</c:v>
                      </c:pt>
                      <c:pt idx="2233">
                        <c:v>101.5</c:v>
                      </c:pt>
                      <c:pt idx="2234">
                        <c:v>102.624</c:v>
                      </c:pt>
                      <c:pt idx="2235">
                        <c:v>101.947</c:v>
                      </c:pt>
                      <c:pt idx="2236">
                        <c:v>99.674999999999997</c:v>
                      </c:pt>
                      <c:pt idx="2237">
                        <c:v>100.495</c:v>
                      </c:pt>
                      <c:pt idx="2238">
                        <c:v>101.876</c:v>
                      </c:pt>
                      <c:pt idx="2239">
                        <c:v>102.10899999999999</c:v>
                      </c:pt>
                      <c:pt idx="2240">
                        <c:v>103.16200000000001</c:v>
                      </c:pt>
                      <c:pt idx="2241">
                        <c:v>101.273</c:v>
                      </c:pt>
                      <c:pt idx="2242">
                        <c:v>100.111</c:v>
                      </c:pt>
                      <c:pt idx="2243">
                        <c:v>100.00700000000001</c:v>
                      </c:pt>
                      <c:pt idx="2244">
                        <c:v>97.847999999999999</c:v>
                      </c:pt>
                      <c:pt idx="2245">
                        <c:v>98.686000000000007</c:v>
                      </c:pt>
                      <c:pt idx="2246">
                        <c:v>99.162000000000006</c:v>
                      </c:pt>
                      <c:pt idx="2247">
                        <c:v>98.831999999999994</c:v>
                      </c:pt>
                      <c:pt idx="2248">
                        <c:v>99.632999999999996</c:v>
                      </c:pt>
                      <c:pt idx="2249">
                        <c:v>99.921000000000006</c:v>
                      </c:pt>
                      <c:pt idx="2250">
                        <c:v>101.667</c:v>
                      </c:pt>
                      <c:pt idx="2251">
                        <c:v>104.27200000000001</c:v>
                      </c:pt>
                      <c:pt idx="2252">
                        <c:v>105.173</c:v>
                      </c:pt>
                      <c:pt idx="2253">
                        <c:v>101.75</c:v>
                      </c:pt>
                      <c:pt idx="2254">
                        <c:v>100</c:v>
                      </c:pt>
                      <c:pt idx="2255">
                        <c:v>101.333</c:v>
                      </c:pt>
                      <c:pt idx="2256">
                        <c:v>100.83799999999999</c:v>
                      </c:pt>
                      <c:pt idx="2257">
                        <c:v>100.169</c:v>
                      </c:pt>
                      <c:pt idx="2258">
                        <c:v>101.997</c:v>
                      </c:pt>
                      <c:pt idx="2259">
                        <c:v>102.673</c:v>
                      </c:pt>
                      <c:pt idx="2260">
                        <c:v>101.67</c:v>
                      </c:pt>
                      <c:pt idx="2261">
                        <c:v>99.841999999999999</c:v>
                      </c:pt>
                      <c:pt idx="2262">
                        <c:v>101.075</c:v>
                      </c:pt>
                      <c:pt idx="2263">
                        <c:v>99.831999999999994</c:v>
                      </c:pt>
                      <c:pt idx="2264">
                        <c:v>99.25</c:v>
                      </c:pt>
                      <c:pt idx="2265">
                        <c:v>97.512</c:v>
                      </c:pt>
                      <c:pt idx="2266">
                        <c:v>97.173000000000002</c:v>
                      </c:pt>
                      <c:pt idx="2267">
                        <c:v>99.875</c:v>
                      </c:pt>
                      <c:pt idx="2268">
                        <c:v>99.125</c:v>
                      </c:pt>
                      <c:pt idx="2269">
                        <c:v>96.08</c:v>
                      </c:pt>
                      <c:pt idx="2270">
                        <c:v>94.906000000000006</c:v>
                      </c:pt>
                      <c:pt idx="2271">
                        <c:v>94.745000000000005</c:v>
                      </c:pt>
                      <c:pt idx="2272">
                        <c:v>95.125</c:v>
                      </c:pt>
                      <c:pt idx="2273">
                        <c:v>94.893000000000001</c:v>
                      </c:pt>
                      <c:pt idx="2274">
                        <c:v>90.837999999999994</c:v>
                      </c:pt>
                      <c:pt idx="2275">
                        <c:v>88.177000000000007</c:v>
                      </c:pt>
                      <c:pt idx="2276">
                        <c:v>91.763000000000005</c:v>
                      </c:pt>
                      <c:pt idx="2277">
                        <c:v>95.662000000000006</c:v>
                      </c:pt>
                      <c:pt idx="2278">
                        <c:v>96.438000000000002</c:v>
                      </c:pt>
                      <c:pt idx="2279">
                        <c:v>96.491</c:v>
                      </c:pt>
                      <c:pt idx="2280">
                        <c:v>96.460999999999999</c:v>
                      </c:pt>
                      <c:pt idx="2281">
                        <c:v>96.600999999999999</c:v>
                      </c:pt>
                      <c:pt idx="2282">
                        <c:v>97.153999999999996</c:v>
                      </c:pt>
                      <c:pt idx="2283">
                        <c:v>96.21</c:v>
                      </c:pt>
                      <c:pt idx="2284">
                        <c:v>95.888999999999996</c:v>
                      </c:pt>
                      <c:pt idx="2285">
                        <c:v>91.25</c:v>
                      </c:pt>
                      <c:pt idx="2286">
                        <c:v>90.503</c:v>
                      </c:pt>
                      <c:pt idx="2287">
                        <c:v>90.334999999999994</c:v>
                      </c:pt>
                      <c:pt idx="2288">
                        <c:v>92.132000000000005</c:v>
                      </c:pt>
                      <c:pt idx="2289">
                        <c:v>94.652000000000001</c:v>
                      </c:pt>
                      <c:pt idx="2290">
                        <c:v>94.078999999999994</c:v>
                      </c:pt>
                      <c:pt idx="2291">
                        <c:v>96.003</c:v>
                      </c:pt>
                      <c:pt idx="2292">
                        <c:v>96.33</c:v>
                      </c:pt>
                      <c:pt idx="2293">
                        <c:v>95</c:v>
                      </c:pt>
                      <c:pt idx="2294">
                        <c:v>96.75</c:v>
                      </c:pt>
                      <c:pt idx="2295">
                        <c:v>95.173000000000002</c:v>
                      </c:pt>
                      <c:pt idx="2296">
                        <c:v>93.625</c:v>
                      </c:pt>
                      <c:pt idx="2297">
                        <c:v>92.843999999999994</c:v>
                      </c:pt>
                      <c:pt idx="2298">
                        <c:v>92.543999999999997</c:v>
                      </c:pt>
                      <c:pt idx="2299">
                        <c:v>92.165000000000006</c:v>
                      </c:pt>
                      <c:pt idx="2300">
                        <c:v>92</c:v>
                      </c:pt>
                      <c:pt idx="2301">
                        <c:v>91.561999999999998</c:v>
                      </c:pt>
                      <c:pt idx="2302">
                        <c:v>90.11</c:v>
                      </c:pt>
                      <c:pt idx="2303">
                        <c:v>92.393000000000001</c:v>
                      </c:pt>
                      <c:pt idx="2304">
                        <c:v>92.617999999999995</c:v>
                      </c:pt>
                      <c:pt idx="2305">
                        <c:v>96.832999999999998</c:v>
                      </c:pt>
                      <c:pt idx="2306">
                        <c:v>95.844999999999999</c:v>
                      </c:pt>
                      <c:pt idx="2307">
                        <c:v>97.094999999999999</c:v>
                      </c:pt>
                      <c:pt idx="2308">
                        <c:v>97.927999999999997</c:v>
                      </c:pt>
                      <c:pt idx="2309">
                        <c:v>98.375</c:v>
                      </c:pt>
                      <c:pt idx="2310">
                        <c:v>98.007000000000005</c:v>
                      </c:pt>
                      <c:pt idx="2311">
                        <c:v>97.421999999999997</c:v>
                      </c:pt>
                      <c:pt idx="2312">
                        <c:v>97.403999999999996</c:v>
                      </c:pt>
                      <c:pt idx="2313">
                        <c:v>98.99</c:v>
                      </c:pt>
                      <c:pt idx="2314">
                        <c:v>97.497</c:v>
                      </c:pt>
                      <c:pt idx="2315">
                        <c:v>98.004999999999995</c:v>
                      </c:pt>
                      <c:pt idx="2316">
                        <c:v>97.665000000000006</c:v>
                      </c:pt>
                      <c:pt idx="2317">
                        <c:v>98.066999999999993</c:v>
                      </c:pt>
                      <c:pt idx="2318">
                        <c:v>98.462000000000003</c:v>
                      </c:pt>
                      <c:pt idx="2319">
                        <c:v>96.432000000000002</c:v>
                      </c:pt>
                      <c:pt idx="2320">
                        <c:v>99.423000000000002</c:v>
                      </c:pt>
                      <c:pt idx="2321">
                        <c:v>100.497</c:v>
                      </c:pt>
                      <c:pt idx="2322">
                        <c:v>100.087</c:v>
                      </c:pt>
                      <c:pt idx="2323">
                        <c:v>100.59</c:v>
                      </c:pt>
                      <c:pt idx="2324">
                        <c:v>102.66500000000001</c:v>
                      </c:pt>
                      <c:pt idx="2325">
                        <c:v>99.052999999999997</c:v>
                      </c:pt>
                      <c:pt idx="2326">
                        <c:v>98.847999999999999</c:v>
                      </c:pt>
                      <c:pt idx="2327">
                        <c:v>100.33499999999999</c:v>
                      </c:pt>
                      <c:pt idx="2328">
                        <c:v>98.674999999999997</c:v>
                      </c:pt>
                      <c:pt idx="2329">
                        <c:v>97.512</c:v>
                      </c:pt>
                      <c:pt idx="2330">
                        <c:v>96.674999999999997</c:v>
                      </c:pt>
                      <c:pt idx="2331">
                        <c:v>95.54</c:v>
                      </c:pt>
                      <c:pt idx="2332">
                        <c:v>94.155000000000001</c:v>
                      </c:pt>
                      <c:pt idx="2333">
                        <c:v>90.262</c:v>
                      </c:pt>
                      <c:pt idx="2334">
                        <c:v>90</c:v>
                      </c:pt>
                      <c:pt idx="2335">
                        <c:v>89.257000000000005</c:v>
                      </c:pt>
                      <c:pt idx="2336">
                        <c:v>90.01</c:v>
                      </c:pt>
                      <c:pt idx="2337">
                        <c:v>90.617999999999995</c:v>
                      </c:pt>
                      <c:pt idx="2338">
                        <c:v>91.67</c:v>
                      </c:pt>
                      <c:pt idx="2339">
                        <c:v>90.518000000000001</c:v>
                      </c:pt>
                      <c:pt idx="2340">
                        <c:v>92.668000000000006</c:v>
                      </c:pt>
                      <c:pt idx="2341">
                        <c:v>91.751000000000005</c:v>
                      </c:pt>
                      <c:pt idx="2342">
                        <c:v>95.576999999999998</c:v>
                      </c:pt>
                      <c:pt idx="2343">
                        <c:v>95.375</c:v>
                      </c:pt>
                      <c:pt idx="2344">
                        <c:v>96.5</c:v>
                      </c:pt>
                      <c:pt idx="2345">
                        <c:v>100.251</c:v>
                      </c:pt>
                      <c:pt idx="2346">
                        <c:v>98.853999999999999</c:v>
                      </c:pt>
                      <c:pt idx="2347">
                        <c:v>98.33</c:v>
                      </c:pt>
                      <c:pt idx="2348">
                        <c:v>99.465999999999994</c:v>
                      </c:pt>
                      <c:pt idx="2349">
                        <c:v>101.465</c:v>
                      </c:pt>
                      <c:pt idx="2350">
                        <c:v>99.224000000000004</c:v>
                      </c:pt>
                      <c:pt idx="2351">
                        <c:v>98.665000000000006</c:v>
                      </c:pt>
                      <c:pt idx="2352">
                        <c:v>99.98</c:v>
                      </c:pt>
                      <c:pt idx="2353">
                        <c:v>96.625</c:v>
                      </c:pt>
                      <c:pt idx="2354">
                        <c:v>93.564999999999998</c:v>
                      </c:pt>
                      <c:pt idx="2355">
                        <c:v>88.173000000000002</c:v>
                      </c:pt>
                      <c:pt idx="2356">
                        <c:v>85</c:v>
                      </c:pt>
                      <c:pt idx="2357">
                        <c:v>85.125</c:v>
                      </c:pt>
                      <c:pt idx="2358">
                        <c:v>87.188000000000002</c:v>
                      </c:pt>
                      <c:pt idx="2359">
                        <c:v>88.543000000000006</c:v>
                      </c:pt>
                      <c:pt idx="2360">
                        <c:v>88.375</c:v>
                      </c:pt>
                      <c:pt idx="2361">
                        <c:v>92.548000000000002</c:v>
                      </c:pt>
                      <c:pt idx="2362">
                        <c:v>92.108000000000004</c:v>
                      </c:pt>
                      <c:pt idx="2363">
                        <c:v>89.841999999999999</c:v>
                      </c:pt>
                      <c:pt idx="2364">
                        <c:v>88.512</c:v>
                      </c:pt>
                      <c:pt idx="2365">
                        <c:v>88.177000000000007</c:v>
                      </c:pt>
                      <c:pt idx="2366">
                        <c:v>86.665000000000006</c:v>
                      </c:pt>
                      <c:pt idx="2367">
                        <c:v>85.831999999999994</c:v>
                      </c:pt>
                      <c:pt idx="2368">
                        <c:v>84.75</c:v>
                      </c:pt>
                      <c:pt idx="2369">
                        <c:v>81.677000000000007</c:v>
                      </c:pt>
                      <c:pt idx="2370">
                        <c:v>81.341999999999999</c:v>
                      </c:pt>
                      <c:pt idx="2371">
                        <c:v>78.680000000000007</c:v>
                      </c:pt>
                      <c:pt idx="2372">
                        <c:v>77.894000000000005</c:v>
                      </c:pt>
                      <c:pt idx="2373">
                        <c:v>76.826999999999998</c:v>
                      </c:pt>
                      <c:pt idx="2374">
                        <c:v>76.25</c:v>
                      </c:pt>
                      <c:pt idx="2375">
                        <c:v>75.625</c:v>
                      </c:pt>
                      <c:pt idx="2376">
                        <c:v>75.5</c:v>
                      </c:pt>
                      <c:pt idx="2377">
                        <c:v>75.825000000000003</c:v>
                      </c:pt>
                      <c:pt idx="2378">
                        <c:v>75.697000000000003</c:v>
                      </c:pt>
                      <c:pt idx="2379">
                        <c:v>77.77</c:v>
                      </c:pt>
                      <c:pt idx="2380">
                        <c:v>79.027000000000001</c:v>
                      </c:pt>
                      <c:pt idx="2381">
                        <c:v>81.775000000000006</c:v>
                      </c:pt>
                      <c:pt idx="2382">
                        <c:v>84.326999999999998</c:v>
                      </c:pt>
                      <c:pt idx="2383">
                        <c:v>87.816999999999993</c:v>
                      </c:pt>
                      <c:pt idx="2384">
                        <c:v>87.492999999999995</c:v>
                      </c:pt>
                      <c:pt idx="2385">
                        <c:v>88.662000000000006</c:v>
                      </c:pt>
                      <c:pt idx="2386">
                        <c:v>91.99</c:v>
                      </c:pt>
                      <c:pt idx="2387">
                        <c:v>93.524000000000001</c:v>
                      </c:pt>
                      <c:pt idx="2388">
                        <c:v>94.546000000000006</c:v>
                      </c:pt>
                      <c:pt idx="2389">
                        <c:v>96.438999999999993</c:v>
                      </c:pt>
                      <c:pt idx="2390">
                        <c:v>101.413</c:v>
                      </c:pt>
                      <c:pt idx="2391">
                        <c:v>101.995</c:v>
                      </c:pt>
                      <c:pt idx="2392">
                        <c:v>106.473</c:v>
                      </c:pt>
                      <c:pt idx="2393">
                        <c:v>105.95099999999999</c:v>
                      </c:pt>
                      <c:pt idx="2394">
                        <c:v>110.346</c:v>
                      </c:pt>
                      <c:pt idx="2395">
                        <c:v>117.806</c:v>
                      </c:pt>
                      <c:pt idx="2396">
                        <c:v>122.81699999999999</c:v>
                      </c:pt>
                      <c:pt idx="2397">
                        <c:v>124.75</c:v>
                      </c:pt>
                      <c:pt idx="2398">
                        <c:v>132.125</c:v>
                      </c:pt>
                      <c:pt idx="2399">
                        <c:v>140.91900000000001</c:v>
                      </c:pt>
                      <c:pt idx="2400">
                        <c:v>140.041</c:v>
                      </c:pt>
                      <c:pt idx="2401">
                        <c:v>121.53</c:v>
                      </c:pt>
                      <c:pt idx="2402">
                        <c:v>120.47</c:v>
                      </c:pt>
                      <c:pt idx="2403">
                        <c:v>130.125</c:v>
                      </c:pt>
                      <c:pt idx="2404">
                        <c:v>131.47300000000001</c:v>
                      </c:pt>
                      <c:pt idx="2405">
                        <c:v>142.239</c:v>
                      </c:pt>
                      <c:pt idx="2406">
                        <c:v>168.714</c:v>
                      </c:pt>
                      <c:pt idx="2407">
                        <c:v>169.386</c:v>
                      </c:pt>
                      <c:pt idx="2408">
                        <c:v>164.36500000000001</c:v>
                      </c:pt>
                      <c:pt idx="2409">
                        <c:v>156.685</c:v>
                      </c:pt>
                      <c:pt idx="2410">
                        <c:v>148.98500000000001</c:v>
                      </c:pt>
                      <c:pt idx="2411">
                        <c:v>140.83500000000001</c:v>
                      </c:pt>
                      <c:pt idx="2412">
                        <c:v>140.995</c:v>
                      </c:pt>
                      <c:pt idx="2413">
                        <c:v>140.86099999999999</c:v>
                      </c:pt>
                      <c:pt idx="2414">
                        <c:v>141.99</c:v>
                      </c:pt>
                      <c:pt idx="2415">
                        <c:v>148.708</c:v>
                      </c:pt>
                      <c:pt idx="2416">
                        <c:v>151.73599999999999</c:v>
                      </c:pt>
                      <c:pt idx="2417">
                        <c:v>155.25399999999999</c:v>
                      </c:pt>
                      <c:pt idx="2418">
                        <c:v>155.602</c:v>
                      </c:pt>
                      <c:pt idx="2419">
                        <c:v>148.58799999999999</c:v>
                      </c:pt>
                      <c:pt idx="2420">
                        <c:v>146.68</c:v>
                      </c:pt>
                      <c:pt idx="2421">
                        <c:v>139.417</c:v>
                      </c:pt>
                      <c:pt idx="2422">
                        <c:v>135.83199999999999</c:v>
                      </c:pt>
                      <c:pt idx="2423">
                        <c:v>124.85</c:v>
                      </c:pt>
                      <c:pt idx="2424">
                        <c:v>125.26</c:v>
                      </c:pt>
                      <c:pt idx="2425">
                        <c:v>122.121</c:v>
                      </c:pt>
                      <c:pt idx="2426">
                        <c:v>117.361</c:v>
                      </c:pt>
                      <c:pt idx="2427">
                        <c:v>119.21299999999999</c:v>
                      </c:pt>
                      <c:pt idx="2428">
                        <c:v>117.66500000000001</c:v>
                      </c:pt>
                      <c:pt idx="2429">
                        <c:v>118.75</c:v>
                      </c:pt>
                      <c:pt idx="2430">
                        <c:v>124.143</c:v>
                      </c:pt>
                      <c:pt idx="2431">
                        <c:v>126.34</c:v>
                      </c:pt>
                      <c:pt idx="2432">
                        <c:v>127.837</c:v>
                      </c:pt>
                      <c:pt idx="2433">
                        <c:v>133.40299999999999</c:v>
                      </c:pt>
                      <c:pt idx="2434">
                        <c:v>134.20599999999999</c:v>
                      </c:pt>
                      <c:pt idx="2435">
                        <c:v>132.495</c:v>
                      </c:pt>
                      <c:pt idx="2436">
                        <c:v>130.375</c:v>
                      </c:pt>
                      <c:pt idx="2437">
                        <c:v>126.675</c:v>
                      </c:pt>
                      <c:pt idx="2438">
                        <c:v>125.66500000000001</c:v>
                      </c:pt>
                      <c:pt idx="2439">
                        <c:v>126.995</c:v>
                      </c:pt>
                      <c:pt idx="2440">
                        <c:v>130.15</c:v>
                      </c:pt>
                      <c:pt idx="2441">
                        <c:v>130.66999999999999</c:v>
                      </c:pt>
                      <c:pt idx="2442">
                        <c:v>126.729</c:v>
                      </c:pt>
                      <c:pt idx="2443">
                        <c:v>124</c:v>
                      </c:pt>
                      <c:pt idx="2444">
                        <c:v>117.675</c:v>
                      </c:pt>
                      <c:pt idx="2445">
                        <c:v>121.34</c:v>
                      </c:pt>
                      <c:pt idx="2446">
                        <c:v>128</c:v>
                      </c:pt>
                      <c:pt idx="2447">
                        <c:v>130.44200000000001</c:v>
                      </c:pt>
                      <c:pt idx="2448">
                        <c:v>137.84</c:v>
                      </c:pt>
                      <c:pt idx="2449">
                        <c:v>138</c:v>
                      </c:pt>
                      <c:pt idx="2450">
                        <c:v>144.48500000000001</c:v>
                      </c:pt>
                      <c:pt idx="2451">
                        <c:v>141.827</c:v>
                      </c:pt>
                      <c:pt idx="2452">
                        <c:v>130.626</c:v>
                      </c:pt>
                      <c:pt idx="2453">
                        <c:v>131.125</c:v>
                      </c:pt>
                      <c:pt idx="2454">
                        <c:v>136.333</c:v>
                      </c:pt>
                      <c:pt idx="2455">
                        <c:v>134.375</c:v>
                      </c:pt>
                      <c:pt idx="2456">
                        <c:v>135.98500000000001</c:v>
                      </c:pt>
                      <c:pt idx="2457">
                        <c:v>138.655</c:v>
                      </c:pt>
                      <c:pt idx="2458">
                        <c:v>134.61000000000001</c:v>
                      </c:pt>
                      <c:pt idx="2459">
                        <c:v>139.75</c:v>
                      </c:pt>
                      <c:pt idx="2460">
                        <c:v>141.374</c:v>
                      </c:pt>
                      <c:pt idx="2461">
                        <c:v>139.34</c:v>
                      </c:pt>
                      <c:pt idx="2462">
                        <c:v>134.33500000000001</c:v>
                      </c:pt>
                      <c:pt idx="2463">
                        <c:v>129.655</c:v>
                      </c:pt>
                      <c:pt idx="2464">
                        <c:v>126.825</c:v>
                      </c:pt>
                      <c:pt idx="2465">
                        <c:v>123.003</c:v>
                      </c:pt>
                      <c:pt idx="2466">
                        <c:v>121.65900000000001</c:v>
                      </c:pt>
                      <c:pt idx="2467">
                        <c:v>121.114</c:v>
                      </c:pt>
                      <c:pt idx="2468">
                        <c:v>118.624</c:v>
                      </c:pt>
                      <c:pt idx="2469">
                        <c:v>112.99299999999999</c:v>
                      </c:pt>
                      <c:pt idx="2470">
                        <c:v>104.497</c:v>
                      </c:pt>
                      <c:pt idx="2471">
                        <c:v>107.375</c:v>
                      </c:pt>
                      <c:pt idx="2472">
                        <c:v>113.102</c:v>
                      </c:pt>
                      <c:pt idx="2473">
                        <c:v>117.33</c:v>
                      </c:pt>
                      <c:pt idx="2474">
                        <c:v>118.67</c:v>
                      </c:pt>
                      <c:pt idx="2475">
                        <c:v>121.16800000000001</c:v>
                      </c:pt>
                      <c:pt idx="2476">
                        <c:v>127.30500000000001</c:v>
                      </c:pt>
                      <c:pt idx="2477">
                        <c:v>132.304</c:v>
                      </c:pt>
                      <c:pt idx="2478">
                        <c:v>133.75</c:v>
                      </c:pt>
                      <c:pt idx="2479">
                        <c:v>132.505</c:v>
                      </c:pt>
                      <c:pt idx="2480">
                        <c:v>132.655</c:v>
                      </c:pt>
                      <c:pt idx="2481">
                        <c:v>131.673</c:v>
                      </c:pt>
                      <c:pt idx="2482">
                        <c:v>129.17500000000001</c:v>
                      </c:pt>
                      <c:pt idx="2483">
                        <c:v>126.85</c:v>
                      </c:pt>
                      <c:pt idx="2484">
                        <c:v>126.25</c:v>
                      </c:pt>
                      <c:pt idx="2485">
                        <c:v>128.47999999999999</c:v>
                      </c:pt>
                      <c:pt idx="2486">
                        <c:v>122.66500000000001</c:v>
                      </c:pt>
                      <c:pt idx="2487">
                        <c:v>121.36</c:v>
                      </c:pt>
                      <c:pt idx="2488">
                        <c:v>120.265</c:v>
                      </c:pt>
                      <c:pt idx="2489">
                        <c:v>120.625</c:v>
                      </c:pt>
                      <c:pt idx="2490">
                        <c:v>119.31699999999999</c:v>
                      </c:pt>
                      <c:pt idx="2491">
                        <c:v>119.154</c:v>
                      </c:pt>
                      <c:pt idx="2492">
                        <c:v>118.997</c:v>
                      </c:pt>
                      <c:pt idx="2493">
                        <c:v>123.50700000000001</c:v>
                      </c:pt>
                      <c:pt idx="2494">
                        <c:v>120.505</c:v>
                      </c:pt>
                      <c:pt idx="2495">
                        <c:v>123.482</c:v>
                      </c:pt>
                      <c:pt idx="2496">
                        <c:v>125.315</c:v>
                      </c:pt>
                      <c:pt idx="2497">
                        <c:v>124.5</c:v>
                      </c:pt>
                      <c:pt idx="2498">
                        <c:v>124.49</c:v>
                      </c:pt>
                      <c:pt idx="2499">
                        <c:v>122.66</c:v>
                      </c:pt>
                      <c:pt idx="2500">
                        <c:v>123.505</c:v>
                      </c:pt>
                      <c:pt idx="2501">
                        <c:v>122.33499999999999</c:v>
                      </c:pt>
                      <c:pt idx="2502">
                        <c:v>127.247</c:v>
                      </c:pt>
                      <c:pt idx="2503">
                        <c:v>125.746</c:v>
                      </c:pt>
                      <c:pt idx="2504">
                        <c:v>129.15799999999999</c:v>
                      </c:pt>
                      <c:pt idx="2505">
                        <c:v>128.173</c:v>
                      </c:pt>
                      <c:pt idx="2506">
                        <c:v>128.155</c:v>
                      </c:pt>
                      <c:pt idx="2507">
                        <c:v>131.47200000000001</c:v>
                      </c:pt>
                      <c:pt idx="2508">
                        <c:v>132.584</c:v>
                      </c:pt>
                      <c:pt idx="2509">
                        <c:v>134.65</c:v>
                      </c:pt>
                      <c:pt idx="2510">
                        <c:v>132.58500000000001</c:v>
                      </c:pt>
                      <c:pt idx="2511">
                        <c:v>129.49</c:v>
                      </c:pt>
                      <c:pt idx="2512">
                        <c:v>124.39400000000001</c:v>
                      </c:pt>
                      <c:pt idx="2513">
                        <c:v>119.97799999999999</c:v>
                      </c:pt>
                      <c:pt idx="2514">
                        <c:v>124.658</c:v>
                      </c:pt>
                      <c:pt idx="2515">
                        <c:v>129.334</c:v>
                      </c:pt>
                      <c:pt idx="2516">
                        <c:v>129.643</c:v>
                      </c:pt>
                      <c:pt idx="2517">
                        <c:v>126.33199999999999</c:v>
                      </c:pt>
                      <c:pt idx="2518">
                        <c:v>125.274</c:v>
                      </c:pt>
                      <c:pt idx="2519">
                        <c:v>126.50700000000001</c:v>
                      </c:pt>
                      <c:pt idx="2520">
                        <c:v>128.21899999999999</c:v>
                      </c:pt>
                      <c:pt idx="2521">
                        <c:v>128.327</c:v>
                      </c:pt>
                      <c:pt idx="2522">
                        <c:v>128.327</c:v>
                      </c:pt>
                      <c:pt idx="2523">
                        <c:v>129.505</c:v>
                      </c:pt>
                      <c:pt idx="2524">
                        <c:v>131.34</c:v>
                      </c:pt>
                      <c:pt idx="2525">
                        <c:v>131.93799999999999</c:v>
                      </c:pt>
                      <c:pt idx="2526">
                        <c:v>128.65799999999999</c:v>
                      </c:pt>
                      <c:pt idx="2527">
                        <c:v>122.16200000000001</c:v>
                      </c:pt>
                      <c:pt idx="2528">
                        <c:v>119.68</c:v>
                      </c:pt>
                      <c:pt idx="2529">
                        <c:v>119.16800000000001</c:v>
                      </c:pt>
                      <c:pt idx="2530">
                        <c:v>120.514</c:v>
                      </c:pt>
                      <c:pt idx="2531">
                        <c:v>121.02</c:v>
                      </c:pt>
                      <c:pt idx="2532">
                        <c:v>117.006</c:v>
                      </c:pt>
                      <c:pt idx="2533">
                        <c:v>116.175</c:v>
                      </c:pt>
                      <c:pt idx="2534">
                        <c:v>117.99</c:v>
                      </c:pt>
                      <c:pt idx="2535">
                        <c:v>113.999</c:v>
                      </c:pt>
                      <c:pt idx="2536">
                        <c:v>113.339</c:v>
                      </c:pt>
                      <c:pt idx="2537">
                        <c:v>122.256</c:v>
                      </c:pt>
                      <c:pt idx="2538">
                        <c:v>118.532</c:v>
                      </c:pt>
                      <c:pt idx="2539">
                        <c:v>118.503</c:v>
                      </c:pt>
                      <c:pt idx="2540">
                        <c:v>117.125</c:v>
                      </c:pt>
                      <c:pt idx="2541">
                        <c:v>118.294</c:v>
                      </c:pt>
                      <c:pt idx="2542">
                        <c:v>121.855</c:v>
                      </c:pt>
                      <c:pt idx="2543">
                        <c:v>120.32899999999999</c:v>
                      </c:pt>
                      <c:pt idx="2544">
                        <c:v>118.658</c:v>
                      </c:pt>
                      <c:pt idx="2545">
                        <c:v>117.32899999999999</c:v>
                      </c:pt>
                      <c:pt idx="2546">
                        <c:v>121.694</c:v>
                      </c:pt>
                      <c:pt idx="2547">
                        <c:v>119.06</c:v>
                      </c:pt>
                      <c:pt idx="2548">
                        <c:v>121.18300000000001</c:v>
                      </c:pt>
                      <c:pt idx="2549">
                        <c:v>122.59699999999999</c:v>
                      </c:pt>
                      <c:pt idx="2550">
                        <c:v>125.173</c:v>
                      </c:pt>
                      <c:pt idx="2551">
                        <c:v>124.497</c:v>
                      </c:pt>
                      <c:pt idx="2552">
                        <c:v>124.49</c:v>
                      </c:pt>
                      <c:pt idx="2553">
                        <c:v>123.842</c:v>
                      </c:pt>
                      <c:pt idx="2554">
                        <c:v>123.08499999999999</c:v>
                      </c:pt>
                      <c:pt idx="2555">
                        <c:v>120.25700000000001</c:v>
                      </c:pt>
                      <c:pt idx="2556">
                        <c:v>119.005</c:v>
                      </c:pt>
                      <c:pt idx="2557">
                        <c:v>118.669</c:v>
                      </c:pt>
                      <c:pt idx="2558">
                        <c:v>119.509</c:v>
                      </c:pt>
                      <c:pt idx="2559">
                        <c:v>117.842</c:v>
                      </c:pt>
                      <c:pt idx="2560">
                        <c:v>123.495</c:v>
                      </c:pt>
                      <c:pt idx="2561">
                        <c:v>129.827</c:v>
                      </c:pt>
                      <c:pt idx="2562">
                        <c:v>136.15199999999999</c:v>
                      </c:pt>
                      <c:pt idx="2563">
                        <c:v>131.17699999999999</c:v>
                      </c:pt>
                      <c:pt idx="2564">
                        <c:v>124.508</c:v>
                      </c:pt>
                      <c:pt idx="2565">
                        <c:v>132.827</c:v>
                      </c:pt>
                      <c:pt idx="2566">
                        <c:v>132.49199999999999</c:v>
                      </c:pt>
                      <c:pt idx="2567">
                        <c:v>130.84</c:v>
                      </c:pt>
                      <c:pt idx="2568">
                        <c:v>132.518</c:v>
                      </c:pt>
                      <c:pt idx="2569">
                        <c:v>129.822</c:v>
                      </c:pt>
                      <c:pt idx="2570">
                        <c:v>127.146</c:v>
                      </c:pt>
                      <c:pt idx="2571">
                        <c:v>122.098</c:v>
                      </c:pt>
                      <c:pt idx="2572">
                        <c:v>121.48099999999999</c:v>
                      </c:pt>
                      <c:pt idx="2573">
                        <c:v>123.34</c:v>
                      </c:pt>
                      <c:pt idx="2574">
                        <c:v>121.82299999999999</c:v>
                      </c:pt>
                      <c:pt idx="2575">
                        <c:v>120.35299999999999</c:v>
                      </c:pt>
                      <c:pt idx="2576">
                        <c:v>120.842</c:v>
                      </c:pt>
                      <c:pt idx="2577">
                        <c:v>121.82299999999999</c:v>
                      </c:pt>
                      <c:pt idx="2578">
                        <c:v>119.636</c:v>
                      </c:pt>
                      <c:pt idx="2579">
                        <c:v>120.33</c:v>
                      </c:pt>
                      <c:pt idx="2580">
                        <c:v>121.82299999999999</c:v>
                      </c:pt>
                      <c:pt idx="2581">
                        <c:v>116.498</c:v>
                      </c:pt>
                      <c:pt idx="2582">
                        <c:v>119.482</c:v>
                      </c:pt>
                      <c:pt idx="2583">
                        <c:v>111.527</c:v>
                      </c:pt>
                      <c:pt idx="2584">
                        <c:v>109.01</c:v>
                      </c:pt>
                      <c:pt idx="2585">
                        <c:v>114.498</c:v>
                      </c:pt>
                      <c:pt idx="2586">
                        <c:v>113.67700000000001</c:v>
                      </c:pt>
                      <c:pt idx="2587">
                        <c:v>114.32</c:v>
                      </c:pt>
                      <c:pt idx="2588">
                        <c:v>116.97499999999999</c:v>
                      </c:pt>
                      <c:pt idx="2589">
                        <c:v>112.02</c:v>
                      </c:pt>
                      <c:pt idx="2590">
                        <c:v>110.995</c:v>
                      </c:pt>
                      <c:pt idx="2591">
                        <c:v>108.83799999999999</c:v>
                      </c:pt>
                      <c:pt idx="2592">
                        <c:v>108.66</c:v>
                      </c:pt>
                      <c:pt idx="2593">
                        <c:v>109.17700000000001</c:v>
                      </c:pt>
                      <c:pt idx="2594">
                        <c:v>112.16500000000001</c:v>
                      </c:pt>
                      <c:pt idx="2595">
                        <c:v>112.503</c:v>
                      </c:pt>
                      <c:pt idx="2596">
                        <c:v>114.01</c:v>
                      </c:pt>
                      <c:pt idx="2597">
                        <c:v>114.17700000000001</c:v>
                      </c:pt>
                      <c:pt idx="2598">
                        <c:v>113.675</c:v>
                      </c:pt>
                      <c:pt idx="2599">
                        <c:v>109.029</c:v>
                      </c:pt>
                      <c:pt idx="2600">
                        <c:v>109.342</c:v>
                      </c:pt>
                      <c:pt idx="2601">
                        <c:v>110</c:v>
                      </c:pt>
                      <c:pt idx="2602">
                        <c:v>112.66</c:v>
                      </c:pt>
                      <c:pt idx="2603">
                        <c:v>111</c:v>
                      </c:pt>
                      <c:pt idx="2604">
                        <c:v>109.66</c:v>
                      </c:pt>
                      <c:pt idx="2605">
                        <c:v>106.34</c:v>
                      </c:pt>
                      <c:pt idx="2606">
                        <c:v>105.82299999999999</c:v>
                      </c:pt>
                      <c:pt idx="2607">
                        <c:v>106.648</c:v>
                      </c:pt>
                      <c:pt idx="2608">
                        <c:v>108.325</c:v>
                      </c:pt>
                      <c:pt idx="2609">
                        <c:v>105.345</c:v>
                      </c:pt>
                      <c:pt idx="2610">
                        <c:v>103.845</c:v>
                      </c:pt>
                      <c:pt idx="2611">
                        <c:v>106.655</c:v>
                      </c:pt>
                      <c:pt idx="2612">
                        <c:v>103.505</c:v>
                      </c:pt>
                      <c:pt idx="2613">
                        <c:v>100.33</c:v>
                      </c:pt>
                      <c:pt idx="2614">
                        <c:v>99.668000000000006</c:v>
                      </c:pt>
                      <c:pt idx="2615">
                        <c:v>99.688000000000002</c:v>
                      </c:pt>
                      <c:pt idx="2616">
                        <c:v>97.683000000000007</c:v>
                      </c:pt>
                      <c:pt idx="2617">
                        <c:v>100.68</c:v>
                      </c:pt>
                      <c:pt idx="2618">
                        <c:v>100.343</c:v>
                      </c:pt>
                      <c:pt idx="2619">
                        <c:v>102.988</c:v>
                      </c:pt>
                      <c:pt idx="2620">
                        <c:v>99.852999999999994</c:v>
                      </c:pt>
                      <c:pt idx="2621">
                        <c:v>100.279</c:v>
                      </c:pt>
                      <c:pt idx="2622">
                        <c:v>99.97</c:v>
                      </c:pt>
                      <c:pt idx="2623">
                        <c:v>98.477000000000004</c:v>
                      </c:pt>
                      <c:pt idx="2624">
                        <c:v>98.998000000000005</c:v>
                      </c:pt>
                      <c:pt idx="2625">
                        <c:v>99.677999999999997</c:v>
                      </c:pt>
                      <c:pt idx="2626">
                        <c:v>100.333</c:v>
                      </c:pt>
                      <c:pt idx="2627">
                        <c:v>101.444</c:v>
                      </c:pt>
                      <c:pt idx="2628">
                        <c:v>101.178</c:v>
                      </c:pt>
                      <c:pt idx="2629">
                        <c:v>99.352999999999994</c:v>
                      </c:pt>
                      <c:pt idx="2630">
                        <c:v>97.013000000000005</c:v>
                      </c:pt>
                      <c:pt idx="2631">
                        <c:v>96.328000000000003</c:v>
                      </c:pt>
                      <c:pt idx="2632">
                        <c:v>96.003</c:v>
                      </c:pt>
                      <c:pt idx="2633">
                        <c:v>95.825999999999993</c:v>
                      </c:pt>
                      <c:pt idx="2634">
                        <c:v>95.165999999999997</c:v>
                      </c:pt>
                      <c:pt idx="2635">
                        <c:v>93.016000000000005</c:v>
                      </c:pt>
                      <c:pt idx="2636">
                        <c:v>92.001000000000005</c:v>
                      </c:pt>
                      <c:pt idx="2637">
                        <c:v>89.510999999999996</c:v>
                      </c:pt>
                      <c:pt idx="2638">
                        <c:v>91.825999999999993</c:v>
                      </c:pt>
                      <c:pt idx="2639">
                        <c:v>88.347999999999999</c:v>
                      </c:pt>
                      <c:pt idx="2640">
                        <c:v>91.992999999999995</c:v>
                      </c:pt>
                      <c:pt idx="2641">
                        <c:v>91.503</c:v>
                      </c:pt>
                      <c:pt idx="2642">
                        <c:v>91.253</c:v>
                      </c:pt>
                      <c:pt idx="2643">
                        <c:v>88.688000000000002</c:v>
                      </c:pt>
                      <c:pt idx="2644">
                        <c:v>90.003</c:v>
                      </c:pt>
                      <c:pt idx="2645">
                        <c:v>89.328000000000003</c:v>
                      </c:pt>
                      <c:pt idx="2646">
                        <c:v>88.503</c:v>
                      </c:pt>
                      <c:pt idx="2647">
                        <c:v>86.007999999999996</c:v>
                      </c:pt>
                      <c:pt idx="2648">
                        <c:v>85.600999999999999</c:v>
                      </c:pt>
                      <c:pt idx="2649">
                        <c:v>86.168000000000006</c:v>
                      </c:pt>
                      <c:pt idx="2650">
                        <c:v>85.013000000000005</c:v>
                      </c:pt>
                      <c:pt idx="2651">
                        <c:v>83.878</c:v>
                      </c:pt>
                      <c:pt idx="2652">
                        <c:v>82.998000000000005</c:v>
                      </c:pt>
                      <c:pt idx="2653">
                        <c:v>82.658000000000001</c:v>
                      </c:pt>
                      <c:pt idx="2654">
                        <c:v>82.378</c:v>
                      </c:pt>
                      <c:pt idx="2655">
                        <c:v>85.322999999999993</c:v>
                      </c:pt>
                      <c:pt idx="2656">
                        <c:v>82.013000000000005</c:v>
                      </c:pt>
                      <c:pt idx="2657">
                        <c:v>76.677999999999997</c:v>
                      </c:pt>
                      <c:pt idx="2658">
                        <c:v>77.003</c:v>
                      </c:pt>
                      <c:pt idx="2659">
                        <c:v>78.878</c:v>
                      </c:pt>
                      <c:pt idx="2660">
                        <c:v>77.17</c:v>
                      </c:pt>
                      <c:pt idx="2661">
                        <c:v>78.503</c:v>
                      </c:pt>
                      <c:pt idx="2662">
                        <c:v>77.677999999999997</c:v>
                      </c:pt>
                      <c:pt idx="2663">
                        <c:v>77.822999999999993</c:v>
                      </c:pt>
                      <c:pt idx="2664">
                        <c:v>77.322999999999993</c:v>
                      </c:pt>
                      <c:pt idx="2665">
                        <c:v>75.658000000000001</c:v>
                      </c:pt>
                      <c:pt idx="2666">
                        <c:v>75.977999999999994</c:v>
                      </c:pt>
                      <c:pt idx="2667">
                        <c:v>76.337000000000003</c:v>
                      </c:pt>
                      <c:pt idx="2668">
                        <c:v>78.128</c:v>
                      </c:pt>
                      <c:pt idx="2669">
                        <c:v>78.25</c:v>
                      </c:pt>
                      <c:pt idx="2670">
                        <c:v>77.655000000000001</c:v>
                      </c:pt>
                      <c:pt idx="2671">
                        <c:v>75.507000000000005</c:v>
                      </c:pt>
                      <c:pt idx="2672">
                        <c:v>78.003</c:v>
                      </c:pt>
                      <c:pt idx="2673">
                        <c:v>81.477999999999994</c:v>
                      </c:pt>
                      <c:pt idx="2674">
                        <c:v>78.67</c:v>
                      </c:pt>
                      <c:pt idx="2675">
                        <c:v>80.378</c:v>
                      </c:pt>
                      <c:pt idx="2676">
                        <c:v>81.447999999999993</c:v>
                      </c:pt>
                      <c:pt idx="2677">
                        <c:v>81.512</c:v>
                      </c:pt>
                      <c:pt idx="2678">
                        <c:v>82.156000000000006</c:v>
                      </c:pt>
                      <c:pt idx="2679">
                        <c:v>81.281000000000006</c:v>
                      </c:pt>
                      <c:pt idx="2680">
                        <c:v>80.17</c:v>
                      </c:pt>
                      <c:pt idx="2681">
                        <c:v>81.628</c:v>
                      </c:pt>
                      <c:pt idx="2682">
                        <c:v>82.503</c:v>
                      </c:pt>
                      <c:pt idx="2683">
                        <c:v>82.878</c:v>
                      </c:pt>
                      <c:pt idx="2684">
                        <c:v>84.878</c:v>
                      </c:pt>
                      <c:pt idx="2685">
                        <c:v>86.668000000000006</c:v>
                      </c:pt>
                      <c:pt idx="2686">
                        <c:v>89.378</c:v>
                      </c:pt>
                      <c:pt idx="2687">
                        <c:v>88.495999999999995</c:v>
                      </c:pt>
                      <c:pt idx="2688">
                        <c:v>87.128</c:v>
                      </c:pt>
                      <c:pt idx="2689">
                        <c:v>82.346000000000004</c:v>
                      </c:pt>
                      <c:pt idx="2690">
                        <c:v>82.491</c:v>
                      </c:pt>
                      <c:pt idx="2691">
                        <c:v>82.878</c:v>
                      </c:pt>
                      <c:pt idx="2692">
                        <c:v>84.878</c:v>
                      </c:pt>
                      <c:pt idx="2693">
                        <c:v>87.325999999999993</c:v>
                      </c:pt>
                      <c:pt idx="2694">
                        <c:v>87.878</c:v>
                      </c:pt>
                      <c:pt idx="2695">
                        <c:v>91.150999999999996</c:v>
                      </c:pt>
                      <c:pt idx="2696">
                        <c:v>94.146000000000001</c:v>
                      </c:pt>
                      <c:pt idx="2697">
                        <c:v>94.811000000000007</c:v>
                      </c:pt>
                      <c:pt idx="2698">
                        <c:v>90.503</c:v>
                      </c:pt>
                      <c:pt idx="2699">
                        <c:v>93.003</c:v>
                      </c:pt>
                      <c:pt idx="2700">
                        <c:v>93.180999999999997</c:v>
                      </c:pt>
                      <c:pt idx="2701">
                        <c:v>95.156000000000006</c:v>
                      </c:pt>
                      <c:pt idx="2702">
                        <c:v>93.846000000000004</c:v>
                      </c:pt>
                      <c:pt idx="2703">
                        <c:v>89.510999999999996</c:v>
                      </c:pt>
                      <c:pt idx="2704">
                        <c:v>86.176000000000002</c:v>
                      </c:pt>
                      <c:pt idx="2705">
                        <c:v>81.846000000000004</c:v>
                      </c:pt>
                      <c:pt idx="2706">
                        <c:v>79.510999999999996</c:v>
                      </c:pt>
                      <c:pt idx="2707">
                        <c:v>79.835999999999999</c:v>
                      </c:pt>
                      <c:pt idx="2708">
                        <c:v>79.661000000000001</c:v>
                      </c:pt>
                      <c:pt idx="2709">
                        <c:v>76.840999999999994</c:v>
                      </c:pt>
                      <c:pt idx="2710">
                        <c:v>78.820999999999998</c:v>
                      </c:pt>
                      <c:pt idx="2711">
                        <c:v>77.506</c:v>
                      </c:pt>
                      <c:pt idx="2712">
                        <c:v>78.171000000000006</c:v>
                      </c:pt>
                      <c:pt idx="2713">
                        <c:v>78.176000000000002</c:v>
                      </c:pt>
                      <c:pt idx="2714">
                        <c:v>77.995999999999995</c:v>
                      </c:pt>
                      <c:pt idx="2715">
                        <c:v>76.501000000000005</c:v>
                      </c:pt>
                      <c:pt idx="2716">
                        <c:v>78.628</c:v>
                      </c:pt>
                      <c:pt idx="2717">
                        <c:v>78.128</c:v>
                      </c:pt>
                      <c:pt idx="2718">
                        <c:v>78.379000000000005</c:v>
                      </c:pt>
                      <c:pt idx="2719">
                        <c:v>78.128</c:v>
                      </c:pt>
                      <c:pt idx="2720">
                        <c:v>77.503</c:v>
                      </c:pt>
                      <c:pt idx="2721">
                        <c:v>81.128</c:v>
                      </c:pt>
                      <c:pt idx="2722">
                        <c:v>80.995999999999995</c:v>
                      </c:pt>
                      <c:pt idx="2723">
                        <c:v>82.753</c:v>
                      </c:pt>
                      <c:pt idx="2724">
                        <c:v>89.356999999999999</c:v>
                      </c:pt>
                      <c:pt idx="2725">
                        <c:v>88.753</c:v>
                      </c:pt>
                      <c:pt idx="2726">
                        <c:v>87.825999999999993</c:v>
                      </c:pt>
                      <c:pt idx="2727">
                        <c:v>94.106999999999999</c:v>
                      </c:pt>
                      <c:pt idx="2728">
                        <c:v>92.628</c:v>
                      </c:pt>
                      <c:pt idx="2729">
                        <c:v>90.171000000000006</c:v>
                      </c:pt>
                      <c:pt idx="2730">
                        <c:v>88.503</c:v>
                      </c:pt>
                      <c:pt idx="2731">
                        <c:v>87.67</c:v>
                      </c:pt>
                      <c:pt idx="2732">
                        <c:v>87.003</c:v>
                      </c:pt>
                      <c:pt idx="2733">
                        <c:v>94.932000000000002</c:v>
                      </c:pt>
                      <c:pt idx="2734">
                        <c:v>92.17</c:v>
                      </c:pt>
                      <c:pt idx="2735">
                        <c:v>90.350999999999999</c:v>
                      </c:pt>
                      <c:pt idx="2736">
                        <c:v>94.253</c:v>
                      </c:pt>
                      <c:pt idx="2737">
                        <c:v>95.878</c:v>
                      </c:pt>
                      <c:pt idx="2738">
                        <c:v>102.128</c:v>
                      </c:pt>
                      <c:pt idx="2739">
                        <c:v>100.378</c:v>
                      </c:pt>
                      <c:pt idx="2740">
                        <c:v>100.878</c:v>
                      </c:pt>
                      <c:pt idx="2741">
                        <c:v>99.128</c:v>
                      </c:pt>
                      <c:pt idx="2742">
                        <c:v>101.831</c:v>
                      </c:pt>
                      <c:pt idx="2743">
                        <c:v>97.628</c:v>
                      </c:pt>
                      <c:pt idx="2744">
                        <c:v>98.003</c:v>
                      </c:pt>
                      <c:pt idx="2745">
                        <c:v>97.320999999999998</c:v>
                      </c:pt>
                      <c:pt idx="2746">
                        <c:v>98.003</c:v>
                      </c:pt>
                      <c:pt idx="2747">
                        <c:v>99.003</c:v>
                      </c:pt>
                      <c:pt idx="2748">
                        <c:v>99.659000000000006</c:v>
                      </c:pt>
                      <c:pt idx="2749">
                        <c:v>99.177000000000007</c:v>
                      </c:pt>
                      <c:pt idx="2750">
                        <c:v>106.137</c:v>
                      </c:pt>
                      <c:pt idx="2751">
                        <c:v>108.152</c:v>
                      </c:pt>
                      <c:pt idx="2752">
                        <c:v>99.688000000000002</c:v>
                      </c:pt>
                      <c:pt idx="2753">
                        <c:v>99.497</c:v>
                      </c:pt>
                      <c:pt idx="2754">
                        <c:v>95.158000000000001</c:v>
                      </c:pt>
                      <c:pt idx="2755">
                        <c:v>95.826999999999998</c:v>
                      </c:pt>
                      <c:pt idx="2756">
                        <c:v>93.183000000000007</c:v>
                      </c:pt>
                      <c:pt idx="2757">
                        <c:v>93.183000000000007</c:v>
                      </c:pt>
                      <c:pt idx="2758">
                        <c:v>93.173000000000002</c:v>
                      </c:pt>
                      <c:pt idx="2759">
                        <c:v>90.183000000000007</c:v>
                      </c:pt>
                      <c:pt idx="2760">
                        <c:v>90.375</c:v>
                      </c:pt>
                      <c:pt idx="2761">
                        <c:v>89.173000000000002</c:v>
                      </c:pt>
                      <c:pt idx="2762">
                        <c:v>88.25</c:v>
                      </c:pt>
                      <c:pt idx="2763">
                        <c:v>89.375</c:v>
                      </c:pt>
                      <c:pt idx="2764">
                        <c:v>91.988</c:v>
                      </c:pt>
                      <c:pt idx="2765">
                        <c:v>90.489000000000004</c:v>
                      </c:pt>
                      <c:pt idx="2766">
                        <c:v>95.25</c:v>
                      </c:pt>
                      <c:pt idx="2767">
                        <c:v>96.68</c:v>
                      </c:pt>
                      <c:pt idx="2768">
                        <c:v>97.492999999999995</c:v>
                      </c:pt>
                      <c:pt idx="2769">
                        <c:v>96.168000000000006</c:v>
                      </c:pt>
                      <c:pt idx="2770">
                        <c:v>97.831999999999994</c:v>
                      </c:pt>
                      <c:pt idx="2771">
                        <c:v>102.14700000000001</c:v>
                      </c:pt>
                      <c:pt idx="2772">
                        <c:v>104.16200000000001</c:v>
                      </c:pt>
                      <c:pt idx="2773">
                        <c:v>107.158</c:v>
                      </c:pt>
                      <c:pt idx="2774">
                        <c:v>106.82299999999999</c:v>
                      </c:pt>
                      <c:pt idx="2775">
                        <c:v>104.50700000000001</c:v>
                      </c:pt>
                      <c:pt idx="2776">
                        <c:v>106.49299999999999</c:v>
                      </c:pt>
                      <c:pt idx="2777">
                        <c:v>104.827</c:v>
                      </c:pt>
                      <c:pt idx="2778">
                        <c:v>102.83799999999999</c:v>
                      </c:pt>
                      <c:pt idx="2779">
                        <c:v>101.173</c:v>
                      </c:pt>
                      <c:pt idx="2780">
                        <c:v>100.173</c:v>
                      </c:pt>
                      <c:pt idx="2781">
                        <c:v>99.168999999999997</c:v>
                      </c:pt>
                      <c:pt idx="2782">
                        <c:v>99.165999999999997</c:v>
                      </c:pt>
                      <c:pt idx="2783">
                        <c:v>102.488</c:v>
                      </c:pt>
                      <c:pt idx="2784">
                        <c:v>108.25</c:v>
                      </c:pt>
                      <c:pt idx="2785">
                        <c:v>108</c:v>
                      </c:pt>
                      <c:pt idx="2786">
                        <c:v>110</c:v>
                      </c:pt>
                      <c:pt idx="2787">
                        <c:v>114.86799999999999</c:v>
                      </c:pt>
                      <c:pt idx="2788">
                        <c:v>125.652</c:v>
                      </c:pt>
                      <c:pt idx="2789">
                        <c:v>128.42099999999999</c:v>
                      </c:pt>
                      <c:pt idx="2790">
                        <c:v>147.33199999999999</c:v>
                      </c:pt>
                      <c:pt idx="2791">
                        <c:v>149.17400000000001</c:v>
                      </c:pt>
                      <c:pt idx="2792">
                        <c:v>165.18199999999999</c:v>
                      </c:pt>
                      <c:pt idx="2793">
                        <c:v>184.49199999999999</c:v>
                      </c:pt>
                      <c:pt idx="2794">
                        <c:v>187.43899999999999</c:v>
                      </c:pt>
                      <c:pt idx="2795">
                        <c:v>149.19999999999999</c:v>
                      </c:pt>
                      <c:pt idx="2796">
                        <c:v>147.01599999999999</c:v>
                      </c:pt>
                      <c:pt idx="2797">
                        <c:v>125.688</c:v>
                      </c:pt>
                      <c:pt idx="2798">
                        <c:v>124.85299999999999</c:v>
                      </c:pt>
                      <c:pt idx="2799">
                        <c:v>128.80799999999999</c:v>
                      </c:pt>
                      <c:pt idx="2800">
                        <c:v>130.50800000000001</c:v>
                      </c:pt>
                      <c:pt idx="2801">
                        <c:v>130.26300000000001</c:v>
                      </c:pt>
                      <c:pt idx="2802">
                        <c:v>130.00200000000001</c:v>
                      </c:pt>
                      <c:pt idx="2803">
                        <c:v>132.09100000000001</c:v>
                      </c:pt>
                      <c:pt idx="2804">
                        <c:v>136.79</c:v>
                      </c:pt>
                      <c:pt idx="2805">
                        <c:v>140.965</c:v>
                      </c:pt>
                      <c:pt idx="2806">
                        <c:v>140.464</c:v>
                      </c:pt>
                      <c:pt idx="2807">
                        <c:v>144.21299999999999</c:v>
                      </c:pt>
                      <c:pt idx="2808">
                        <c:v>167.702</c:v>
                      </c:pt>
                      <c:pt idx="2809">
                        <c:v>175.61600000000001</c:v>
                      </c:pt>
                      <c:pt idx="2810">
                        <c:v>168.48400000000001</c:v>
                      </c:pt>
                      <c:pt idx="2811">
                        <c:v>161.07400000000001</c:v>
                      </c:pt>
                      <c:pt idx="2812">
                        <c:v>164.41499999999999</c:v>
                      </c:pt>
                      <c:pt idx="2813">
                        <c:v>172.584</c:v>
                      </c:pt>
                      <c:pt idx="2814">
                        <c:v>177.75299999999999</c:v>
                      </c:pt>
                      <c:pt idx="2815">
                        <c:v>167.583</c:v>
                      </c:pt>
                      <c:pt idx="2816">
                        <c:v>173.82400000000001</c:v>
                      </c:pt>
                      <c:pt idx="2817">
                        <c:v>171.99600000000001</c:v>
                      </c:pt>
                      <c:pt idx="2818">
                        <c:v>171.66900000000001</c:v>
                      </c:pt>
                      <c:pt idx="2819">
                        <c:v>172.12899999999999</c:v>
                      </c:pt>
                      <c:pt idx="2820">
                        <c:v>176.46600000000001</c:v>
                      </c:pt>
                      <c:pt idx="2821">
                        <c:v>172.09399999999999</c:v>
                      </c:pt>
                      <c:pt idx="2822">
                        <c:v>169.49</c:v>
                      </c:pt>
                      <c:pt idx="2823">
                        <c:v>168.376</c:v>
                      </c:pt>
                      <c:pt idx="2824">
                        <c:v>167.79400000000001</c:v>
                      </c:pt>
                      <c:pt idx="2825">
                        <c:v>170.1</c:v>
                      </c:pt>
                      <c:pt idx="2826">
                        <c:v>165.81</c:v>
                      </c:pt>
                      <c:pt idx="2827">
                        <c:v>167.79499999999999</c:v>
                      </c:pt>
                      <c:pt idx="2828">
                        <c:v>164.499</c:v>
                      </c:pt>
                      <c:pt idx="2829">
                        <c:v>143.66</c:v>
                      </c:pt>
                      <c:pt idx="2830">
                        <c:v>148.15299999999999</c:v>
                      </c:pt>
                      <c:pt idx="2831">
                        <c:v>145.69300000000001</c:v>
                      </c:pt>
                      <c:pt idx="2832">
                        <c:v>144.58199999999999</c:v>
                      </c:pt>
                      <c:pt idx="2833">
                        <c:v>143.73599999999999</c:v>
                      </c:pt>
                      <c:pt idx="2834">
                        <c:v>149.41900000000001</c:v>
                      </c:pt>
                      <c:pt idx="2835">
                        <c:v>152.79599999999999</c:v>
                      </c:pt>
                      <c:pt idx="2836">
                        <c:v>147.97300000000001</c:v>
                      </c:pt>
                      <c:pt idx="2837">
                        <c:v>143.012</c:v>
                      </c:pt>
                      <c:pt idx="2838">
                        <c:v>142.869</c:v>
                      </c:pt>
                      <c:pt idx="2839">
                        <c:v>141.62200000000001</c:v>
                      </c:pt>
                      <c:pt idx="2840">
                        <c:v>138.94200000000001</c:v>
                      </c:pt>
                      <c:pt idx="2841">
                        <c:v>142.886</c:v>
                      </c:pt>
                      <c:pt idx="2842">
                        <c:v>142.958</c:v>
                      </c:pt>
                      <c:pt idx="2843">
                        <c:v>144.059</c:v>
                      </c:pt>
                      <c:pt idx="2844">
                        <c:v>139.56399999999999</c:v>
                      </c:pt>
                      <c:pt idx="2845">
                        <c:v>136.072</c:v>
                      </c:pt>
                      <c:pt idx="2846">
                        <c:v>136.03200000000001</c:v>
                      </c:pt>
                      <c:pt idx="2847">
                        <c:v>134.65100000000001</c:v>
                      </c:pt>
                      <c:pt idx="2848">
                        <c:v>132.774</c:v>
                      </c:pt>
                      <c:pt idx="2849">
                        <c:v>135.01</c:v>
                      </c:pt>
                      <c:pt idx="2850">
                        <c:v>139.626</c:v>
                      </c:pt>
                      <c:pt idx="2851">
                        <c:v>144.81299999999999</c:v>
                      </c:pt>
                      <c:pt idx="2852">
                        <c:v>151.07599999999999</c:v>
                      </c:pt>
                      <c:pt idx="2853">
                        <c:v>162.06299999999999</c:v>
                      </c:pt>
                      <c:pt idx="2854">
                        <c:v>173.495</c:v>
                      </c:pt>
                      <c:pt idx="2855">
                        <c:v>171.77699999999999</c:v>
                      </c:pt>
                      <c:pt idx="2856">
                        <c:v>167.929</c:v>
                      </c:pt>
                      <c:pt idx="2857">
                        <c:v>171.37</c:v>
                      </c:pt>
                      <c:pt idx="2858">
                        <c:v>171.94399999999999</c:v>
                      </c:pt>
                      <c:pt idx="2859">
                        <c:v>169.65700000000001</c:v>
                      </c:pt>
                      <c:pt idx="2860">
                        <c:v>165.399</c:v>
                      </c:pt>
                      <c:pt idx="2861">
                        <c:v>166.55500000000001</c:v>
                      </c:pt>
                      <c:pt idx="2862">
                        <c:v>161.90199999999999</c:v>
                      </c:pt>
                      <c:pt idx="2863">
                        <c:v>159.292</c:v>
                      </c:pt>
                      <c:pt idx="2864">
                        <c:v>157.79400000000001</c:v>
                      </c:pt>
                      <c:pt idx="2865">
                        <c:v>159.292</c:v>
                      </c:pt>
                      <c:pt idx="2866">
                        <c:v>159.16399999999999</c:v>
                      </c:pt>
                      <c:pt idx="2867">
                        <c:v>158.80099999999999</c:v>
                      </c:pt>
                      <c:pt idx="2868">
                        <c:v>157.88300000000001</c:v>
                      </c:pt>
                      <c:pt idx="2869">
                        <c:v>159.46</c:v>
                      </c:pt>
                      <c:pt idx="2870">
                        <c:v>156.81800000000001</c:v>
                      </c:pt>
                      <c:pt idx="2871">
                        <c:v>155.33500000000001</c:v>
                      </c:pt>
                      <c:pt idx="2872">
                        <c:v>154.958</c:v>
                      </c:pt>
                      <c:pt idx="2873">
                        <c:v>151.11000000000001</c:v>
                      </c:pt>
                      <c:pt idx="2874">
                        <c:v>149.74600000000001</c:v>
                      </c:pt>
                      <c:pt idx="2875">
                        <c:v>145.452</c:v>
                      </c:pt>
                      <c:pt idx="2876">
                        <c:v>145.94</c:v>
                      </c:pt>
                      <c:pt idx="2877">
                        <c:v>151.28399999999999</c:v>
                      </c:pt>
                      <c:pt idx="2878">
                        <c:v>150.75800000000001</c:v>
                      </c:pt>
                      <c:pt idx="2879">
                        <c:v>146.499</c:v>
                      </c:pt>
                      <c:pt idx="2880">
                        <c:v>140.79499999999999</c:v>
                      </c:pt>
                      <c:pt idx="2881">
                        <c:v>141.97399999999999</c:v>
                      </c:pt>
                      <c:pt idx="2882">
                        <c:v>144.923</c:v>
                      </c:pt>
                      <c:pt idx="2883">
                        <c:v>143.19900000000001</c:v>
                      </c:pt>
                      <c:pt idx="2884">
                        <c:v>143.636</c:v>
                      </c:pt>
                      <c:pt idx="2885">
                        <c:v>143.00700000000001</c:v>
                      </c:pt>
                      <c:pt idx="2886">
                        <c:v>137.79599999999999</c:v>
                      </c:pt>
                      <c:pt idx="2887">
                        <c:v>138.51499999999999</c:v>
                      </c:pt>
                      <c:pt idx="2888">
                        <c:v>138.35900000000001</c:v>
                      </c:pt>
                      <c:pt idx="2889">
                        <c:v>139.64400000000001</c:v>
                      </c:pt>
                      <c:pt idx="2890">
                        <c:v>141.81</c:v>
                      </c:pt>
                      <c:pt idx="2891">
                        <c:v>143.54900000000001</c:v>
                      </c:pt>
                      <c:pt idx="2892">
                        <c:v>147.50299999999999</c:v>
                      </c:pt>
                      <c:pt idx="2893">
                        <c:v>147.00399999999999</c:v>
                      </c:pt>
                      <c:pt idx="2894">
                        <c:v>143.268</c:v>
                      </c:pt>
                      <c:pt idx="2895">
                        <c:v>142.34899999999999</c:v>
                      </c:pt>
                      <c:pt idx="2896">
                        <c:v>144.55600000000001</c:v>
                      </c:pt>
                      <c:pt idx="2897">
                        <c:v>139.65799999999999</c:v>
                      </c:pt>
                      <c:pt idx="2898">
                        <c:v>140.25700000000001</c:v>
                      </c:pt>
                      <c:pt idx="2899">
                        <c:v>141.90299999999999</c:v>
                      </c:pt>
                      <c:pt idx="2900">
                        <c:v>142.69200000000001</c:v>
                      </c:pt>
                      <c:pt idx="2901">
                        <c:v>141.608</c:v>
                      </c:pt>
                      <c:pt idx="2902">
                        <c:v>140.96299999999999</c:v>
                      </c:pt>
                      <c:pt idx="2903">
                        <c:v>139.30000000000001</c:v>
                      </c:pt>
                      <c:pt idx="2904">
                        <c:v>144.417</c:v>
                      </c:pt>
                      <c:pt idx="2905">
                        <c:v>144.785</c:v>
                      </c:pt>
                      <c:pt idx="2906">
                        <c:v>143.09299999999999</c:v>
                      </c:pt>
                      <c:pt idx="2907">
                        <c:v>142.96700000000001</c:v>
                      </c:pt>
                      <c:pt idx="2908">
                        <c:v>143.55699999999999</c:v>
                      </c:pt>
                      <c:pt idx="2909">
                        <c:v>145.89099999999999</c:v>
                      </c:pt>
                      <c:pt idx="2910">
                        <c:v>146.042</c:v>
                      </c:pt>
                      <c:pt idx="2911">
                        <c:v>147.464</c:v>
                      </c:pt>
                      <c:pt idx="2912">
                        <c:v>147.11699999999999</c:v>
                      </c:pt>
                      <c:pt idx="2913">
                        <c:v>149.05099999999999</c:v>
                      </c:pt>
                      <c:pt idx="2914">
                        <c:v>147.86199999999999</c:v>
                      </c:pt>
                      <c:pt idx="2915">
                        <c:v>151.88399999999999</c:v>
                      </c:pt>
                      <c:pt idx="2916">
                        <c:v>157.22999999999999</c:v>
                      </c:pt>
                      <c:pt idx="2917">
                        <c:v>166.322</c:v>
                      </c:pt>
                      <c:pt idx="2918">
                        <c:v>167.52699999999999</c:v>
                      </c:pt>
                      <c:pt idx="2919">
                        <c:v>165.733</c:v>
                      </c:pt>
                      <c:pt idx="2920">
                        <c:v>164.44</c:v>
                      </c:pt>
                      <c:pt idx="2921">
                        <c:v>161.41999999999999</c:v>
                      </c:pt>
                      <c:pt idx="2922">
                        <c:v>160.00299999999999</c:v>
                      </c:pt>
                      <c:pt idx="2923">
                        <c:v>162.17699999999999</c:v>
                      </c:pt>
                      <c:pt idx="2924">
                        <c:v>163.91200000000001</c:v>
                      </c:pt>
                      <c:pt idx="2925">
                        <c:v>161.738</c:v>
                      </c:pt>
                      <c:pt idx="2926">
                        <c:v>158.44499999999999</c:v>
                      </c:pt>
                      <c:pt idx="2927">
                        <c:v>158.89099999999999</c:v>
                      </c:pt>
                      <c:pt idx="2928">
                        <c:v>162.27799999999999</c:v>
                      </c:pt>
                      <c:pt idx="2929">
                        <c:v>161.05199999999999</c:v>
                      </c:pt>
                      <c:pt idx="2930">
                        <c:v>165.04300000000001</c:v>
                      </c:pt>
                      <c:pt idx="2931">
                        <c:v>165.08600000000001</c:v>
                      </c:pt>
                      <c:pt idx="2932">
                        <c:v>166.14699999999999</c:v>
                      </c:pt>
                      <c:pt idx="2933">
                        <c:v>170.53</c:v>
                      </c:pt>
                      <c:pt idx="2934">
                        <c:v>169.26300000000001</c:v>
                      </c:pt>
                      <c:pt idx="2935">
                        <c:v>169.934</c:v>
                      </c:pt>
                      <c:pt idx="2936">
                        <c:v>167.339</c:v>
                      </c:pt>
                      <c:pt idx="2937">
                        <c:v>167.209</c:v>
                      </c:pt>
                      <c:pt idx="2938">
                        <c:v>172.74100000000001</c:v>
                      </c:pt>
                      <c:pt idx="2939">
                        <c:v>178.81</c:v>
                      </c:pt>
                      <c:pt idx="2940">
                        <c:v>180.31200000000001</c:v>
                      </c:pt>
                      <c:pt idx="2941">
                        <c:v>176.55</c:v>
                      </c:pt>
                      <c:pt idx="2942">
                        <c:v>171.751</c:v>
                      </c:pt>
                      <c:pt idx="2943">
                        <c:v>169.45599999999999</c:v>
                      </c:pt>
                      <c:pt idx="2944">
                        <c:v>168.917</c:v>
                      </c:pt>
                      <c:pt idx="2945">
                        <c:v>173.01599999999999</c:v>
                      </c:pt>
                      <c:pt idx="2946">
                        <c:v>170.62100000000001</c:v>
                      </c:pt>
                      <c:pt idx="2947">
                        <c:v>169.62299999999999</c:v>
                      </c:pt>
                      <c:pt idx="2948">
                        <c:v>171.39500000000001</c:v>
                      </c:pt>
                      <c:pt idx="2949">
                        <c:v>169.27199999999999</c:v>
                      </c:pt>
                      <c:pt idx="2950">
                        <c:v>171.93</c:v>
                      </c:pt>
                      <c:pt idx="2951">
                        <c:v>176.67400000000001</c:v>
                      </c:pt>
                      <c:pt idx="2952">
                        <c:v>181.85900000000001</c:v>
                      </c:pt>
                      <c:pt idx="2953">
                        <c:v>185.292</c:v>
                      </c:pt>
                      <c:pt idx="2954">
                        <c:v>182.387</c:v>
                      </c:pt>
                      <c:pt idx="2955">
                        <c:v>177.52199999999999</c:v>
                      </c:pt>
                      <c:pt idx="2956">
                        <c:v>179.26499999999999</c:v>
                      </c:pt>
                      <c:pt idx="2957">
                        <c:v>182.71600000000001</c:v>
                      </c:pt>
                      <c:pt idx="2958">
                        <c:v>186.458</c:v>
                      </c:pt>
                      <c:pt idx="2959">
                        <c:v>189.005</c:v>
                      </c:pt>
                      <c:pt idx="2960">
                        <c:v>188.70400000000001</c:v>
                      </c:pt>
                      <c:pt idx="2961">
                        <c:v>194.53100000000001</c:v>
                      </c:pt>
                      <c:pt idx="2962">
                        <c:v>195.798</c:v>
                      </c:pt>
                      <c:pt idx="2963">
                        <c:v>192.20599999999999</c:v>
                      </c:pt>
                      <c:pt idx="2964">
                        <c:v>194.09899999999999</c:v>
                      </c:pt>
                      <c:pt idx="2965">
                        <c:v>195.79599999999999</c:v>
                      </c:pt>
                      <c:pt idx="2966">
                        <c:v>200.09299999999999</c:v>
                      </c:pt>
                      <c:pt idx="2967">
                        <c:v>199.928</c:v>
                      </c:pt>
                      <c:pt idx="2968">
                        <c:v>200.65799999999999</c:v>
                      </c:pt>
                      <c:pt idx="2969">
                        <c:v>204.54900000000001</c:v>
                      </c:pt>
                      <c:pt idx="2970">
                        <c:v>207.64400000000001</c:v>
                      </c:pt>
                      <c:pt idx="2971">
                        <c:v>212.27199999999999</c:v>
                      </c:pt>
                      <c:pt idx="2972">
                        <c:v>216.08600000000001</c:v>
                      </c:pt>
                      <c:pt idx="2973">
                        <c:v>234.68199999999999</c:v>
                      </c:pt>
                      <c:pt idx="2974">
                        <c:v>232.238</c:v>
                      </c:pt>
                      <c:pt idx="2975">
                        <c:v>224.703</c:v>
                      </c:pt>
                      <c:pt idx="2976">
                        <c:v>218.232</c:v>
                      </c:pt>
                      <c:pt idx="2977">
                        <c:v>216.72900000000001</c:v>
                      </c:pt>
                      <c:pt idx="2978">
                        <c:v>217.715</c:v>
                      </c:pt>
                      <c:pt idx="2979">
                        <c:v>230.76400000000001</c:v>
                      </c:pt>
                      <c:pt idx="2980">
                        <c:v>230.68</c:v>
                      </c:pt>
                      <c:pt idx="2981">
                        <c:v>223.2</c:v>
                      </c:pt>
                      <c:pt idx="2982">
                        <c:v>227.596</c:v>
                      </c:pt>
                      <c:pt idx="2983">
                        <c:v>225.69300000000001</c:v>
                      </c:pt>
                      <c:pt idx="2984">
                        <c:v>220.32499999999999</c:v>
                      </c:pt>
                      <c:pt idx="2985">
                        <c:v>218.86799999999999</c:v>
                      </c:pt>
                      <c:pt idx="2986">
                        <c:v>217.50299999999999</c:v>
                      </c:pt>
                      <c:pt idx="2987">
                        <c:v>218.08099999999999</c:v>
                      </c:pt>
                      <c:pt idx="2988">
                        <c:v>216.97</c:v>
                      </c:pt>
                      <c:pt idx="2989">
                        <c:v>211.881</c:v>
                      </c:pt>
                      <c:pt idx="2990">
                        <c:v>199.02199999999999</c:v>
                      </c:pt>
                      <c:pt idx="2991">
                        <c:v>195.14699999999999</c:v>
                      </c:pt>
                      <c:pt idx="2992">
                        <c:v>200.64099999999999</c:v>
                      </c:pt>
                      <c:pt idx="2993">
                        <c:v>209.191</c:v>
                      </c:pt>
                      <c:pt idx="2994">
                        <c:v>226.90899999999999</c:v>
                      </c:pt>
                      <c:pt idx="2995">
                        <c:v>232.94800000000001</c:v>
                      </c:pt>
                      <c:pt idx="2996">
                        <c:v>235.91</c:v>
                      </c:pt>
                      <c:pt idx="2997">
                        <c:v>242.101</c:v>
                      </c:pt>
                      <c:pt idx="2998">
                        <c:v>259.62200000000001</c:v>
                      </c:pt>
                      <c:pt idx="2999">
                        <c:v>256.58800000000002</c:v>
                      </c:pt>
                      <c:pt idx="3000">
                        <c:v>249.17699999999999</c:v>
                      </c:pt>
                      <c:pt idx="3001">
                        <c:v>247.631</c:v>
                      </c:pt>
                      <c:pt idx="3002">
                        <c:v>243.125</c:v>
                      </c:pt>
                      <c:pt idx="3003">
                        <c:v>229.24100000000001</c:v>
                      </c:pt>
                      <c:pt idx="3004">
                        <c:v>225.46</c:v>
                      </c:pt>
                      <c:pt idx="3005">
                        <c:v>229.72300000000001</c:v>
                      </c:pt>
                      <c:pt idx="3006">
                        <c:v>221.673</c:v>
                      </c:pt>
                      <c:pt idx="3007">
                        <c:v>215.83</c:v>
                      </c:pt>
                      <c:pt idx="3008">
                        <c:v>214.88499999999999</c:v>
                      </c:pt>
                      <c:pt idx="3009">
                        <c:v>228.727</c:v>
                      </c:pt>
                      <c:pt idx="3010">
                        <c:v>230.73400000000001</c:v>
                      </c:pt>
                      <c:pt idx="3011">
                        <c:v>221.76400000000001</c:v>
                      </c:pt>
                      <c:pt idx="3012">
                        <c:v>218.79599999999999</c:v>
                      </c:pt>
                      <c:pt idx="3013">
                        <c:v>219.93299999999999</c:v>
                      </c:pt>
                      <c:pt idx="3014">
                        <c:v>222.577</c:v>
                      </c:pt>
                      <c:pt idx="3015">
                        <c:v>221.273</c:v>
                      </c:pt>
                      <c:pt idx="3016">
                        <c:v>218.166</c:v>
                      </c:pt>
                      <c:pt idx="3017">
                        <c:v>211.279</c:v>
                      </c:pt>
                      <c:pt idx="3018">
                        <c:v>208.798</c:v>
                      </c:pt>
                      <c:pt idx="3019">
                        <c:v>211.45599999999999</c:v>
                      </c:pt>
                      <c:pt idx="3020">
                        <c:v>208.965</c:v>
                      </c:pt>
                      <c:pt idx="3021">
                        <c:v>211.71299999999999</c:v>
                      </c:pt>
                      <c:pt idx="3022">
                        <c:v>210.172</c:v>
                      </c:pt>
                      <c:pt idx="3023">
                        <c:v>205.45400000000001</c:v>
                      </c:pt>
                      <c:pt idx="3024">
                        <c:v>192.44399999999999</c:v>
                      </c:pt>
                      <c:pt idx="3025">
                        <c:v>195.834</c:v>
                      </c:pt>
                      <c:pt idx="3026">
                        <c:v>201.494</c:v>
                      </c:pt>
                      <c:pt idx="3027">
                        <c:v>205.352</c:v>
                      </c:pt>
                      <c:pt idx="3028">
                        <c:v>210.22900000000001</c:v>
                      </c:pt>
                      <c:pt idx="3029">
                        <c:v>208.749</c:v>
                      </c:pt>
                      <c:pt idx="3030">
                        <c:v>207.16499999999999</c:v>
                      </c:pt>
                      <c:pt idx="3031">
                        <c:v>212.90700000000001</c:v>
                      </c:pt>
                      <c:pt idx="3032">
                        <c:v>219.65199999999999</c:v>
                      </c:pt>
                      <c:pt idx="3033">
                        <c:v>217.57499999999999</c:v>
                      </c:pt>
                      <c:pt idx="3034">
                        <c:v>217.92099999999999</c:v>
                      </c:pt>
                      <c:pt idx="3035">
                        <c:v>215.64599999999999</c:v>
                      </c:pt>
                      <c:pt idx="3036">
                        <c:v>214.988</c:v>
                      </c:pt>
                      <c:pt idx="3037">
                        <c:v>214.22800000000001</c:v>
                      </c:pt>
                      <c:pt idx="3038">
                        <c:v>216.512</c:v>
                      </c:pt>
                      <c:pt idx="3039">
                        <c:v>216.768</c:v>
                      </c:pt>
                      <c:pt idx="3040">
                        <c:v>218.755</c:v>
                      </c:pt>
                      <c:pt idx="3041">
                        <c:v>219.28100000000001</c:v>
                      </c:pt>
                      <c:pt idx="3042">
                        <c:v>219.57900000000001</c:v>
                      </c:pt>
                      <c:pt idx="3043">
                        <c:v>221.94</c:v>
                      </c:pt>
                      <c:pt idx="3044">
                        <c:v>220.745</c:v>
                      </c:pt>
                      <c:pt idx="3045">
                        <c:v>223.381</c:v>
                      </c:pt>
                      <c:pt idx="3046">
                        <c:v>232.422</c:v>
                      </c:pt>
                      <c:pt idx="3047">
                        <c:v>231.56399999999999</c:v>
                      </c:pt>
                      <c:pt idx="3048">
                        <c:v>239.08600000000001</c:v>
                      </c:pt>
                      <c:pt idx="3049">
                        <c:v>242.38800000000001</c:v>
                      </c:pt>
                      <c:pt idx="3050">
                        <c:v>243.32400000000001</c:v>
                      </c:pt>
                      <c:pt idx="3051">
                        <c:v>248.07900000000001</c:v>
                      </c:pt>
                      <c:pt idx="3052">
                        <c:v>256.142</c:v>
                      </c:pt>
                      <c:pt idx="3053">
                        <c:v>256.26299999999998</c:v>
                      </c:pt>
                      <c:pt idx="3054">
                        <c:v>246.35900000000001</c:v>
                      </c:pt>
                      <c:pt idx="3055">
                        <c:v>241.95400000000001</c:v>
                      </c:pt>
                      <c:pt idx="3056">
                        <c:v>241.87</c:v>
                      </c:pt>
                      <c:pt idx="3057">
                        <c:v>245.089</c:v>
                      </c:pt>
                      <c:pt idx="3058">
                        <c:v>247.267</c:v>
                      </c:pt>
                      <c:pt idx="3059">
                        <c:v>247.042</c:v>
                      </c:pt>
                      <c:pt idx="3060">
                        <c:v>242.94200000000001</c:v>
                      </c:pt>
                      <c:pt idx="3061">
                        <c:v>241</c:v>
                      </c:pt>
                      <c:pt idx="3062">
                        <c:v>240.733</c:v>
                      </c:pt>
                      <c:pt idx="3063">
                        <c:v>239.86799999999999</c:v>
                      </c:pt>
                      <c:pt idx="3064">
                        <c:v>238.268</c:v>
                      </c:pt>
                      <c:pt idx="3065">
                        <c:v>241.44499999999999</c:v>
                      </c:pt>
                      <c:pt idx="3066">
                        <c:v>242.53899999999999</c:v>
                      </c:pt>
                      <c:pt idx="3067">
                        <c:v>242.821</c:v>
                      </c:pt>
                      <c:pt idx="3068">
                        <c:v>246.333</c:v>
                      </c:pt>
                      <c:pt idx="3069">
                        <c:v>244.38</c:v>
                      </c:pt>
                      <c:pt idx="3070">
                        <c:v>252.672</c:v>
                      </c:pt>
                      <c:pt idx="3071">
                        <c:v>258.459</c:v>
                      </c:pt>
                      <c:pt idx="3072">
                        <c:v>264.86799999999999</c:v>
                      </c:pt>
                      <c:pt idx="3073">
                        <c:v>272.72300000000001</c:v>
                      </c:pt>
                      <c:pt idx="3074">
                        <c:v>274.07499999999999</c:v>
                      </c:pt>
                      <c:pt idx="3075">
                        <c:v>279.13499999999999</c:v>
                      </c:pt>
                      <c:pt idx="3076">
                        <c:v>276.17099999999999</c:v>
                      </c:pt>
                      <c:pt idx="3077">
                        <c:v>287.95299999999997</c:v>
                      </c:pt>
                      <c:pt idx="3078">
                        <c:v>295.983</c:v>
                      </c:pt>
                      <c:pt idx="3079">
                        <c:v>297.64</c:v>
                      </c:pt>
                      <c:pt idx="3080">
                        <c:v>304.84300000000002</c:v>
                      </c:pt>
                      <c:pt idx="3081">
                        <c:v>299.22199999999998</c:v>
                      </c:pt>
                      <c:pt idx="3082">
                        <c:v>289.11099999999999</c:v>
                      </c:pt>
                      <c:pt idx="3083">
                        <c:v>297.33699999999999</c:v>
                      </c:pt>
                      <c:pt idx="3084">
                        <c:v>290.02</c:v>
                      </c:pt>
                      <c:pt idx="3085">
                        <c:v>288.97899999999998</c:v>
                      </c:pt>
                      <c:pt idx="3086">
                        <c:v>281.29599999999999</c:v>
                      </c:pt>
                      <c:pt idx="3087">
                        <c:v>283.38900000000001</c:v>
                      </c:pt>
                      <c:pt idx="3088">
                        <c:v>283.51400000000001</c:v>
                      </c:pt>
                      <c:pt idx="3089">
                        <c:v>296.95600000000002</c:v>
                      </c:pt>
                      <c:pt idx="3090">
                        <c:v>292.17399999999998</c:v>
                      </c:pt>
                      <c:pt idx="3091">
                        <c:v>287.57299999999998</c:v>
                      </c:pt>
                      <c:pt idx="3092">
                        <c:v>288.53199999999998</c:v>
                      </c:pt>
                      <c:pt idx="3093">
                        <c:v>301.29500000000002</c:v>
                      </c:pt>
                      <c:pt idx="3094">
                        <c:v>308.58</c:v>
                      </c:pt>
                      <c:pt idx="3095">
                        <c:v>314.32100000000003</c:v>
                      </c:pt>
                      <c:pt idx="3096">
                        <c:v>326.24799999999999</c:v>
                      </c:pt>
                      <c:pt idx="3097">
                        <c:v>319.47399999999999</c:v>
                      </c:pt>
                      <c:pt idx="3098">
                        <c:v>317.36700000000002</c:v>
                      </c:pt>
                      <c:pt idx="3099">
                        <c:v>313.238</c:v>
                      </c:pt>
                      <c:pt idx="3100">
                        <c:v>297.15100000000001</c:v>
                      </c:pt>
                      <c:pt idx="3101">
                        <c:v>294.50299999999999</c:v>
                      </c:pt>
                      <c:pt idx="3102">
                        <c:v>290.411</c:v>
                      </c:pt>
                      <c:pt idx="3103">
                        <c:v>274.98099999999999</c:v>
                      </c:pt>
                      <c:pt idx="3104">
                        <c:v>278.79199999999997</c:v>
                      </c:pt>
                      <c:pt idx="3105">
                        <c:v>270.98200000000003</c:v>
                      </c:pt>
                      <c:pt idx="3106">
                        <c:v>268.76400000000001</c:v>
                      </c:pt>
                      <c:pt idx="3107">
                        <c:v>271.74900000000002</c:v>
                      </c:pt>
                      <c:pt idx="3108">
                        <c:v>274.2</c:v>
                      </c:pt>
                      <c:pt idx="3109">
                        <c:v>264.71499999999997</c:v>
                      </c:pt>
                      <c:pt idx="3110">
                        <c:v>260.39499999999998</c:v>
                      </c:pt>
                      <c:pt idx="3111">
                        <c:v>255.18299999999999</c:v>
                      </c:pt>
                      <c:pt idx="3112">
                        <c:v>250.00299999999999</c:v>
                      </c:pt>
                      <c:pt idx="3113">
                        <c:v>246.47</c:v>
                      </c:pt>
                      <c:pt idx="3114">
                        <c:v>247.53299999999999</c:v>
                      </c:pt>
                      <c:pt idx="3115">
                        <c:v>242.44399999999999</c:v>
                      </c:pt>
                      <c:pt idx="3116">
                        <c:v>239.566</c:v>
                      </c:pt>
                      <c:pt idx="3117">
                        <c:v>232.029</c:v>
                      </c:pt>
                      <c:pt idx="3118">
                        <c:v>229.548</c:v>
                      </c:pt>
                      <c:pt idx="3119">
                        <c:v>235.17500000000001</c:v>
                      </c:pt>
                      <c:pt idx="3120">
                        <c:v>224.60900000000001</c:v>
                      </c:pt>
                      <c:pt idx="3121">
                        <c:v>204.506</c:v>
                      </c:pt>
                      <c:pt idx="3122">
                        <c:v>198.97499999999999</c:v>
                      </c:pt>
                      <c:pt idx="3123">
                        <c:v>208.73599999999999</c:v>
                      </c:pt>
                      <c:pt idx="3124">
                        <c:v>206.226</c:v>
                      </c:pt>
                      <c:pt idx="3125">
                        <c:v>215.267</c:v>
                      </c:pt>
                      <c:pt idx="3126">
                        <c:v>221.92</c:v>
                      </c:pt>
                      <c:pt idx="3127">
                        <c:v>223.43799999999999</c:v>
                      </c:pt>
                      <c:pt idx="3128">
                        <c:v>220.34</c:v>
                      </c:pt>
                      <c:pt idx="3129">
                        <c:v>218.16200000000001</c:v>
                      </c:pt>
                      <c:pt idx="3130">
                        <c:v>212.71700000000001</c:v>
                      </c:pt>
                      <c:pt idx="3131">
                        <c:v>215.65899999999999</c:v>
                      </c:pt>
                      <c:pt idx="3132">
                        <c:v>219.28299999999999</c:v>
                      </c:pt>
                      <c:pt idx="3133">
                        <c:v>227.822</c:v>
                      </c:pt>
                      <c:pt idx="3134">
                        <c:v>236.654</c:v>
                      </c:pt>
                      <c:pt idx="3135">
                        <c:v>233.447</c:v>
                      </c:pt>
                      <c:pt idx="3136">
                        <c:v>240.56299999999999</c:v>
                      </c:pt>
                      <c:pt idx="3137">
                        <c:v>239.85900000000001</c:v>
                      </c:pt>
                      <c:pt idx="3138">
                        <c:v>235.983</c:v>
                      </c:pt>
                      <c:pt idx="3139">
                        <c:v>225.161</c:v>
                      </c:pt>
                      <c:pt idx="3140">
                        <c:v>217.422</c:v>
                      </c:pt>
                      <c:pt idx="3141">
                        <c:v>213.43</c:v>
                      </c:pt>
                      <c:pt idx="3142">
                        <c:v>217.71299999999999</c:v>
                      </c:pt>
                      <c:pt idx="3143">
                        <c:v>214.892</c:v>
                      </c:pt>
                      <c:pt idx="3144">
                        <c:v>206.56899999999999</c:v>
                      </c:pt>
                      <c:pt idx="3145">
                        <c:v>204.001</c:v>
                      </c:pt>
                      <c:pt idx="3146">
                        <c:v>213.93100000000001</c:v>
                      </c:pt>
                      <c:pt idx="3147">
                        <c:v>216.077</c:v>
                      </c:pt>
                      <c:pt idx="3148">
                        <c:v>218.42400000000001</c:v>
                      </c:pt>
                      <c:pt idx="3149">
                        <c:v>214.25299999999999</c:v>
                      </c:pt>
                      <c:pt idx="3150">
                        <c:v>208.74</c:v>
                      </c:pt>
                      <c:pt idx="3151">
                        <c:v>213.46799999999999</c:v>
                      </c:pt>
                      <c:pt idx="3152">
                        <c:v>218.97900000000001</c:v>
                      </c:pt>
                      <c:pt idx="3153">
                        <c:v>218.80600000000001</c:v>
                      </c:pt>
                      <c:pt idx="3154">
                        <c:v>226.56200000000001</c:v>
                      </c:pt>
                      <c:pt idx="3155">
                        <c:v>229.995</c:v>
                      </c:pt>
                      <c:pt idx="3156">
                        <c:v>231.77600000000001</c:v>
                      </c:pt>
                      <c:pt idx="3157">
                        <c:v>227.57</c:v>
                      </c:pt>
                      <c:pt idx="3158">
                        <c:v>230.858</c:v>
                      </c:pt>
                      <c:pt idx="3159">
                        <c:v>228.45699999999999</c:v>
                      </c:pt>
                      <c:pt idx="3160">
                        <c:v>226.4</c:v>
                      </c:pt>
                      <c:pt idx="3161">
                        <c:v>223.482</c:v>
                      </c:pt>
                      <c:pt idx="3162">
                        <c:v>226.58099999999999</c:v>
                      </c:pt>
                      <c:pt idx="3163">
                        <c:v>224.93199999999999</c:v>
                      </c:pt>
                      <c:pt idx="3164">
                        <c:v>226.79599999999999</c:v>
                      </c:pt>
                      <c:pt idx="3165">
                        <c:v>233.501</c:v>
                      </c:pt>
                      <c:pt idx="3166">
                        <c:v>234.607</c:v>
                      </c:pt>
                      <c:pt idx="3167">
                        <c:v>234.21199999999999</c:v>
                      </c:pt>
                      <c:pt idx="3168">
                        <c:v>239.53399999999999</c:v>
                      </c:pt>
                      <c:pt idx="3169">
                        <c:v>238.92</c:v>
                      </c:pt>
                      <c:pt idx="3170">
                        <c:v>233.892</c:v>
                      </c:pt>
                      <c:pt idx="3171">
                        <c:v>233.00800000000001</c:v>
                      </c:pt>
                      <c:pt idx="3172">
                        <c:v>231.84200000000001</c:v>
                      </c:pt>
                      <c:pt idx="3173">
                        <c:v>230.68899999999999</c:v>
                      </c:pt>
                      <c:pt idx="3174">
                        <c:v>234.06299999999999</c:v>
                      </c:pt>
                      <c:pt idx="3175">
                        <c:v>231.57400000000001</c:v>
                      </c:pt>
                      <c:pt idx="3176">
                        <c:v>229.136</c:v>
                      </c:pt>
                      <c:pt idx="3177">
                        <c:v>226.18799999999999</c:v>
                      </c:pt>
                      <c:pt idx="3178">
                        <c:v>216.078</c:v>
                      </c:pt>
                      <c:pt idx="3179">
                        <c:v>211.375</c:v>
                      </c:pt>
                      <c:pt idx="3180">
                        <c:v>208.5</c:v>
                      </c:pt>
                      <c:pt idx="3181">
                        <c:v>212.495</c:v>
                      </c:pt>
                      <c:pt idx="3182">
                        <c:v>218.547</c:v>
                      </c:pt>
                      <c:pt idx="3183">
                        <c:v>226.43199999999999</c:v>
                      </c:pt>
                      <c:pt idx="3184">
                        <c:v>233.87299999999999</c:v>
                      </c:pt>
                      <c:pt idx="3185">
                        <c:v>235.005</c:v>
                      </c:pt>
                      <c:pt idx="3186">
                        <c:v>236.68600000000001</c:v>
                      </c:pt>
                      <c:pt idx="3187">
                        <c:v>234.249</c:v>
                      </c:pt>
                      <c:pt idx="3188">
                        <c:v>226.511</c:v>
                      </c:pt>
                      <c:pt idx="3189">
                        <c:v>223.619</c:v>
                      </c:pt>
                      <c:pt idx="3190">
                        <c:v>220.48699999999999</c:v>
                      </c:pt>
                      <c:pt idx="3191">
                        <c:v>211.87200000000001</c:v>
                      </c:pt>
                      <c:pt idx="3192">
                        <c:v>229.55799999999999</c:v>
                      </c:pt>
                      <c:pt idx="3193">
                        <c:v>237.42599999999999</c:v>
                      </c:pt>
                      <c:pt idx="3194">
                        <c:v>228.34299999999999</c:v>
                      </c:pt>
                      <c:pt idx="3195">
                        <c:v>210.82900000000001</c:v>
                      </c:pt>
                      <c:pt idx="3196">
                        <c:v>205.57300000000001</c:v>
                      </c:pt>
                      <c:pt idx="3197">
                        <c:v>203.06899999999999</c:v>
                      </c:pt>
                      <c:pt idx="3198">
                        <c:v>201.01300000000001</c:v>
                      </c:pt>
                      <c:pt idx="3199">
                        <c:v>206.33799999999999</c:v>
                      </c:pt>
                      <c:pt idx="3200">
                        <c:v>203.95099999999999</c:v>
                      </c:pt>
                      <c:pt idx="3201">
                        <c:v>206.83799999999999</c:v>
                      </c:pt>
                      <c:pt idx="3202">
                        <c:v>196.626</c:v>
                      </c:pt>
                      <c:pt idx="3203">
                        <c:v>192.49700000000001</c:v>
                      </c:pt>
                      <c:pt idx="3204">
                        <c:v>183.56</c:v>
                      </c:pt>
                      <c:pt idx="3205">
                        <c:v>183.13800000000001</c:v>
                      </c:pt>
                      <c:pt idx="3206">
                        <c:v>185.06</c:v>
                      </c:pt>
                      <c:pt idx="3207">
                        <c:v>187.84399999999999</c:v>
                      </c:pt>
                      <c:pt idx="3208">
                        <c:v>186.59700000000001</c:v>
                      </c:pt>
                      <c:pt idx="3209">
                        <c:v>185.02699999999999</c:v>
                      </c:pt>
                      <c:pt idx="3210">
                        <c:v>181.655</c:v>
                      </c:pt>
                      <c:pt idx="3211">
                        <c:v>181.833</c:v>
                      </c:pt>
                      <c:pt idx="3212">
                        <c:v>180.04</c:v>
                      </c:pt>
                      <c:pt idx="3213">
                        <c:v>185.84299999999999</c:v>
                      </c:pt>
                      <c:pt idx="3214">
                        <c:v>191.51400000000001</c:v>
                      </c:pt>
                      <c:pt idx="3215">
                        <c:v>193.96</c:v>
                      </c:pt>
                      <c:pt idx="3216">
                        <c:v>198.404</c:v>
                      </c:pt>
                      <c:pt idx="3217">
                        <c:v>196.97800000000001</c:v>
                      </c:pt>
                      <c:pt idx="3218">
                        <c:v>199.50399999999999</c:v>
                      </c:pt>
                      <c:pt idx="3219">
                        <c:v>200.732</c:v>
                      </c:pt>
                      <c:pt idx="3220">
                        <c:v>196.42099999999999</c:v>
                      </c:pt>
                      <c:pt idx="3221">
                        <c:v>190.34100000000001</c:v>
                      </c:pt>
                      <c:pt idx="3222">
                        <c:v>184.88399999999999</c:v>
                      </c:pt>
                      <c:pt idx="3223">
                        <c:v>177.583</c:v>
                      </c:pt>
                      <c:pt idx="3224">
                        <c:v>174.61099999999999</c:v>
                      </c:pt>
                      <c:pt idx="3225">
                        <c:v>176.167</c:v>
                      </c:pt>
                      <c:pt idx="3226">
                        <c:v>173.501</c:v>
                      </c:pt>
                      <c:pt idx="3227">
                        <c:v>174.06399999999999</c:v>
                      </c:pt>
                      <c:pt idx="3228">
                        <c:v>169.43600000000001</c:v>
                      </c:pt>
                      <c:pt idx="3229">
                        <c:v>168.983</c:v>
                      </c:pt>
                      <c:pt idx="3230">
                        <c:v>168.334</c:v>
                      </c:pt>
                      <c:pt idx="3231">
                        <c:v>165.32599999999999</c:v>
                      </c:pt>
                      <c:pt idx="3232">
                        <c:v>165.56700000000001</c:v>
                      </c:pt>
                      <c:pt idx="3233">
                        <c:v>167.32400000000001</c:v>
                      </c:pt>
                      <c:pt idx="3234">
                        <c:v>166.73699999999999</c:v>
                      </c:pt>
                      <c:pt idx="3235">
                        <c:v>170.35400000000001</c:v>
                      </c:pt>
                      <c:pt idx="3236">
                        <c:v>171.88</c:v>
                      </c:pt>
                      <c:pt idx="3237">
                        <c:v>171.18100000000001</c:v>
                      </c:pt>
                      <c:pt idx="3238">
                        <c:v>167.01599999999999</c:v>
                      </c:pt>
                      <c:pt idx="3239">
                        <c:v>168.00899999999999</c:v>
                      </c:pt>
                      <c:pt idx="3240">
                        <c:v>170.167</c:v>
                      </c:pt>
                      <c:pt idx="3241">
                        <c:v>172.005</c:v>
                      </c:pt>
                      <c:pt idx="3242">
                        <c:v>167.857</c:v>
                      </c:pt>
                      <c:pt idx="3243">
                        <c:v>167.434</c:v>
                      </c:pt>
                      <c:pt idx="3244">
                        <c:v>163.73599999999999</c:v>
                      </c:pt>
                      <c:pt idx="3245">
                        <c:v>157.547</c:v>
                      </c:pt>
                      <c:pt idx="3246">
                        <c:v>156.27600000000001</c:v>
                      </c:pt>
                      <c:pt idx="3247">
                        <c:v>160.75399999999999</c:v>
                      </c:pt>
                      <c:pt idx="3248">
                        <c:v>159.869</c:v>
                      </c:pt>
                      <c:pt idx="3249">
                        <c:v>167.93799999999999</c:v>
                      </c:pt>
                      <c:pt idx="3250">
                        <c:v>173.304</c:v>
                      </c:pt>
                      <c:pt idx="3251">
                        <c:v>171.86099999999999</c:v>
                      </c:pt>
                      <c:pt idx="3252">
                        <c:v>175.44</c:v>
                      </c:pt>
                      <c:pt idx="3253">
                        <c:v>172.37700000000001</c:v>
                      </c:pt>
                      <c:pt idx="3254">
                        <c:v>182.35300000000001</c:v>
                      </c:pt>
                      <c:pt idx="3255">
                        <c:v>170.33699999999999</c:v>
                      </c:pt>
                      <c:pt idx="3256">
                        <c:v>168.40100000000001</c:v>
                      </c:pt>
                      <c:pt idx="3257">
                        <c:v>174.21899999999999</c:v>
                      </c:pt>
                      <c:pt idx="3258">
                        <c:v>179.14699999999999</c:v>
                      </c:pt>
                      <c:pt idx="3259">
                        <c:v>175.02</c:v>
                      </c:pt>
                      <c:pt idx="3260">
                        <c:v>165.32</c:v>
                      </c:pt>
                      <c:pt idx="3261">
                        <c:v>172.28</c:v>
                      </c:pt>
                      <c:pt idx="3262">
                        <c:v>170.02500000000001</c:v>
                      </c:pt>
                      <c:pt idx="3263">
                        <c:v>171.274</c:v>
                      </c:pt>
                      <c:pt idx="3264">
                        <c:v>179.226</c:v>
                      </c:pt>
                      <c:pt idx="3265">
                        <c:v>177.75200000000001</c:v>
                      </c:pt>
                      <c:pt idx="3266">
                        <c:v>178.773</c:v>
                      </c:pt>
                      <c:pt idx="3267">
                        <c:v>178.08799999999999</c:v>
                      </c:pt>
                      <c:pt idx="3268">
                        <c:v>177.73599999999999</c:v>
                      </c:pt>
                      <c:pt idx="3269">
                        <c:v>180.49700000000001</c:v>
                      </c:pt>
                      <c:pt idx="3270">
                        <c:v>177.07</c:v>
                      </c:pt>
                      <c:pt idx="3271">
                        <c:v>175.834</c:v>
                      </c:pt>
                      <c:pt idx="3272">
                        <c:v>178.505</c:v>
                      </c:pt>
                      <c:pt idx="3273">
                        <c:v>180.68</c:v>
                      </c:pt>
                      <c:pt idx="3274">
                        <c:v>178.904</c:v>
                      </c:pt>
                      <c:pt idx="3275">
                        <c:v>174.45</c:v>
                      </c:pt>
                      <c:pt idx="3276">
                        <c:v>168.518</c:v>
                      </c:pt>
                      <c:pt idx="3277">
                        <c:v>166.12100000000001</c:v>
                      </c:pt>
                      <c:pt idx="3278">
                        <c:v>165.45</c:v>
                      </c:pt>
                      <c:pt idx="3279">
                        <c:v>166.929</c:v>
                      </c:pt>
                      <c:pt idx="3280">
                        <c:v>170.4</c:v>
                      </c:pt>
                      <c:pt idx="3281">
                        <c:v>172.11099999999999</c:v>
                      </c:pt>
                      <c:pt idx="3282">
                        <c:v>174.09200000000001</c:v>
                      </c:pt>
                      <c:pt idx="3283">
                        <c:v>176.221</c:v>
                      </c:pt>
                      <c:pt idx="3284">
                        <c:v>180.001</c:v>
                      </c:pt>
                      <c:pt idx="3285">
                        <c:v>186.035</c:v>
                      </c:pt>
                      <c:pt idx="3286">
                        <c:v>187.15100000000001</c:v>
                      </c:pt>
                      <c:pt idx="3287">
                        <c:v>187.541</c:v>
                      </c:pt>
                      <c:pt idx="3288">
                        <c:v>178.50700000000001</c:v>
                      </c:pt>
                      <c:pt idx="3289">
                        <c:v>173.38</c:v>
                      </c:pt>
                      <c:pt idx="3290">
                        <c:v>179.90799999999999</c:v>
                      </c:pt>
                      <c:pt idx="3291">
                        <c:v>199.376</c:v>
                      </c:pt>
                      <c:pt idx="3292">
                        <c:v>195.70699999999999</c:v>
                      </c:pt>
                      <c:pt idx="3293">
                        <c:v>210.822</c:v>
                      </c:pt>
                      <c:pt idx="3294">
                        <c:v>194.62799999999999</c:v>
                      </c:pt>
                      <c:pt idx="3295">
                        <c:v>197.80099999999999</c:v>
                      </c:pt>
                      <c:pt idx="3296">
                        <c:v>202.477</c:v>
                      </c:pt>
                      <c:pt idx="3297">
                        <c:v>205.65700000000001</c:v>
                      </c:pt>
                      <c:pt idx="3298">
                        <c:v>204.33699999999999</c:v>
                      </c:pt>
                      <c:pt idx="3299">
                        <c:v>199.678</c:v>
                      </c:pt>
                      <c:pt idx="3300">
                        <c:v>200.607</c:v>
                      </c:pt>
                      <c:pt idx="3301">
                        <c:v>200.13900000000001</c:v>
                      </c:pt>
                      <c:pt idx="3302">
                        <c:v>200.48099999999999</c:v>
                      </c:pt>
                      <c:pt idx="3303">
                        <c:v>196.727</c:v>
                      </c:pt>
                      <c:pt idx="3304">
                        <c:v>196.65199999999999</c:v>
                      </c:pt>
                      <c:pt idx="3305">
                        <c:v>190.566</c:v>
                      </c:pt>
                      <c:pt idx="3306">
                        <c:v>193.99799999999999</c:v>
                      </c:pt>
                      <c:pt idx="3307">
                        <c:v>193.292</c:v>
                      </c:pt>
                      <c:pt idx="3308">
                        <c:v>188.679</c:v>
                      </c:pt>
                      <c:pt idx="3309">
                        <c:v>178.26900000000001</c:v>
                      </c:pt>
                      <c:pt idx="3310">
                        <c:v>170.24700000000001</c:v>
                      </c:pt>
                      <c:pt idx="3311">
                        <c:v>170.18100000000001</c:v>
                      </c:pt>
                      <c:pt idx="3312">
                        <c:v>170.60900000000001</c:v>
                      </c:pt>
                      <c:pt idx="3313">
                        <c:v>168.15100000000001</c:v>
                      </c:pt>
                      <c:pt idx="3314">
                        <c:v>166.21600000000001</c:v>
                      </c:pt>
                      <c:pt idx="3315">
                        <c:v>167.31299999999999</c:v>
                      </c:pt>
                      <c:pt idx="3316">
                        <c:v>165.935</c:v>
                      </c:pt>
                      <c:pt idx="3317">
                        <c:v>163.57400000000001</c:v>
                      </c:pt>
                      <c:pt idx="3318">
                        <c:v>164.25200000000001</c:v>
                      </c:pt>
                      <c:pt idx="3319">
                        <c:v>162.75399999999999</c:v>
                      </c:pt>
                      <c:pt idx="3320">
                        <c:v>162.941</c:v>
                      </c:pt>
                      <c:pt idx="3321">
                        <c:v>164.88800000000001</c:v>
                      </c:pt>
                      <c:pt idx="3322">
                        <c:v>165.08799999999999</c:v>
                      </c:pt>
                      <c:pt idx="3323">
                        <c:v>164.89500000000001</c:v>
                      </c:pt>
                      <c:pt idx="3324">
                        <c:v>164.78</c:v>
                      </c:pt>
                      <c:pt idx="3325">
                        <c:v>164.07499999999999</c:v>
                      </c:pt>
                      <c:pt idx="3326">
                        <c:v>164.58699999999999</c:v>
                      </c:pt>
                      <c:pt idx="3327">
                        <c:v>164.22300000000001</c:v>
                      </c:pt>
                      <c:pt idx="3328">
                        <c:v>163.947</c:v>
                      </c:pt>
                      <c:pt idx="3329">
                        <c:v>164.16200000000001</c:v>
                      </c:pt>
                      <c:pt idx="3330">
                        <c:v>159.499</c:v>
                      </c:pt>
                      <c:pt idx="3331">
                        <c:v>154.68100000000001</c:v>
                      </c:pt>
                      <c:pt idx="3332">
                        <c:v>155.01499999999999</c:v>
                      </c:pt>
                      <c:pt idx="3333">
                        <c:v>155.81399999999999</c:v>
                      </c:pt>
                      <c:pt idx="3334">
                        <c:v>158.387</c:v>
                      </c:pt>
                      <c:pt idx="3335">
                        <c:v>154.70500000000001</c:v>
                      </c:pt>
                      <c:pt idx="3336">
                        <c:v>153.148</c:v>
                      </c:pt>
                      <c:pt idx="3337">
                        <c:v>151.238</c:v>
                      </c:pt>
                      <c:pt idx="3338">
                        <c:v>150.899</c:v>
                      </c:pt>
                      <c:pt idx="3339">
                        <c:v>149.958</c:v>
                      </c:pt>
                      <c:pt idx="3340">
                        <c:v>152.66300000000001</c:v>
                      </c:pt>
                      <c:pt idx="3341">
                        <c:v>153.72900000000001</c:v>
                      </c:pt>
                      <c:pt idx="3342">
                        <c:v>152.61600000000001</c:v>
                      </c:pt>
                      <c:pt idx="3343">
                        <c:v>151.47800000000001</c:v>
                      </c:pt>
                      <c:pt idx="3344">
                        <c:v>152.31100000000001</c:v>
                      </c:pt>
                      <c:pt idx="3345">
                        <c:v>151.13300000000001</c:v>
                      </c:pt>
                      <c:pt idx="3346">
                        <c:v>152.73099999999999</c:v>
                      </c:pt>
                      <c:pt idx="3347">
                        <c:v>151.31100000000001</c:v>
                      </c:pt>
                      <c:pt idx="3348">
                        <c:v>153.63300000000001</c:v>
                      </c:pt>
                      <c:pt idx="3349">
                        <c:v>153.81399999999999</c:v>
                      </c:pt>
                      <c:pt idx="3350">
                        <c:v>151.38999999999999</c:v>
                      </c:pt>
                      <c:pt idx="3351">
                        <c:v>147.89099999999999</c:v>
                      </c:pt>
                      <c:pt idx="3352">
                        <c:v>144.72800000000001</c:v>
                      </c:pt>
                      <c:pt idx="3353">
                        <c:v>144.387</c:v>
                      </c:pt>
                      <c:pt idx="3354">
                        <c:v>145.374</c:v>
                      </c:pt>
                      <c:pt idx="3355">
                        <c:v>147.82300000000001</c:v>
                      </c:pt>
                      <c:pt idx="3356">
                        <c:v>146.535</c:v>
                      </c:pt>
                      <c:pt idx="3357">
                        <c:v>143.578</c:v>
                      </c:pt>
                      <c:pt idx="3358">
                        <c:v>137.875</c:v>
                      </c:pt>
                      <c:pt idx="3359">
                        <c:v>137.96700000000001</c:v>
                      </c:pt>
                      <c:pt idx="3360">
                        <c:v>141.619</c:v>
                      </c:pt>
                      <c:pt idx="3361">
                        <c:v>144.113</c:v>
                      </c:pt>
                      <c:pt idx="3362">
                        <c:v>145.38900000000001</c:v>
                      </c:pt>
                      <c:pt idx="3363">
                        <c:v>145.59200000000001</c:v>
                      </c:pt>
                      <c:pt idx="3364">
                        <c:v>140.61600000000001</c:v>
                      </c:pt>
                      <c:pt idx="3365">
                        <c:v>137.86799999999999</c:v>
                      </c:pt>
                      <c:pt idx="3366">
                        <c:v>135.65</c:v>
                      </c:pt>
                      <c:pt idx="3367">
                        <c:v>137.61000000000001</c:v>
                      </c:pt>
                      <c:pt idx="3368">
                        <c:v>138.41</c:v>
                      </c:pt>
                      <c:pt idx="3369">
                        <c:v>140.43799999999999</c:v>
                      </c:pt>
                      <c:pt idx="3370">
                        <c:v>134.62899999999999</c:v>
                      </c:pt>
                      <c:pt idx="3371">
                        <c:v>136.68600000000001</c:v>
                      </c:pt>
                      <c:pt idx="3372">
                        <c:v>132.65199999999999</c:v>
                      </c:pt>
                      <c:pt idx="3373">
                        <c:v>130.345</c:v>
                      </c:pt>
                      <c:pt idx="3374">
                        <c:v>131.40700000000001</c:v>
                      </c:pt>
                      <c:pt idx="3375">
                        <c:v>137.65899999999999</c:v>
                      </c:pt>
                      <c:pt idx="3376">
                        <c:v>140.047</c:v>
                      </c:pt>
                      <c:pt idx="3377">
                        <c:v>137.566</c:v>
                      </c:pt>
                      <c:pt idx="3378">
                        <c:v>137.71299999999999</c:v>
                      </c:pt>
                      <c:pt idx="3379">
                        <c:v>140.60499999999999</c:v>
                      </c:pt>
                      <c:pt idx="3380">
                        <c:v>132.27799999999999</c:v>
                      </c:pt>
                      <c:pt idx="3381">
                        <c:v>131.71100000000001</c:v>
                      </c:pt>
                      <c:pt idx="3382">
                        <c:v>128.923</c:v>
                      </c:pt>
                      <c:pt idx="3383">
                        <c:v>140.66399999999999</c:v>
                      </c:pt>
                      <c:pt idx="3384">
                        <c:v>146.07400000000001</c:v>
                      </c:pt>
                      <c:pt idx="3385">
                        <c:v>145.62</c:v>
                      </c:pt>
                      <c:pt idx="3386">
                        <c:v>142.59899999999999</c:v>
                      </c:pt>
                      <c:pt idx="3387">
                        <c:v>138.02000000000001</c:v>
                      </c:pt>
                      <c:pt idx="3388">
                        <c:v>137.89500000000001</c:v>
                      </c:pt>
                      <c:pt idx="3389">
                        <c:v>135.14500000000001</c:v>
                      </c:pt>
                      <c:pt idx="3390">
                        <c:v>133.583</c:v>
                      </c:pt>
                      <c:pt idx="3391">
                        <c:v>133.06100000000001</c:v>
                      </c:pt>
                      <c:pt idx="3392">
                        <c:v>133.99100000000001</c:v>
                      </c:pt>
                      <c:pt idx="3393">
                        <c:v>134.185</c:v>
                      </c:pt>
                      <c:pt idx="3394">
                        <c:v>134.321</c:v>
                      </c:pt>
                      <c:pt idx="3395">
                        <c:v>134.63999999999999</c:v>
                      </c:pt>
                      <c:pt idx="3396">
                        <c:v>134.477</c:v>
                      </c:pt>
                      <c:pt idx="3397">
                        <c:v>133.09700000000001</c:v>
                      </c:pt>
                      <c:pt idx="3398">
                        <c:v>131.01400000000001</c:v>
                      </c:pt>
                      <c:pt idx="3399">
                        <c:v>132.16200000000001</c:v>
                      </c:pt>
                      <c:pt idx="3400">
                        <c:v>135.38399999999999</c:v>
                      </c:pt>
                      <c:pt idx="3401">
                        <c:v>134.40600000000001</c:v>
                      </c:pt>
                      <c:pt idx="3402">
                        <c:v>134.255</c:v>
                      </c:pt>
                      <c:pt idx="3403">
                        <c:v>135.114</c:v>
                      </c:pt>
                      <c:pt idx="3404">
                        <c:v>136.83500000000001</c:v>
                      </c:pt>
                      <c:pt idx="3405">
                        <c:v>137.33600000000001</c:v>
                      </c:pt>
                      <c:pt idx="3406">
                        <c:v>136.15100000000001</c:v>
                      </c:pt>
                      <c:pt idx="3407">
                        <c:v>134.41300000000001</c:v>
                      </c:pt>
                      <c:pt idx="3408">
                        <c:v>130.15100000000001</c:v>
                      </c:pt>
                      <c:pt idx="3409">
                        <c:v>127.41200000000001</c:v>
                      </c:pt>
                      <c:pt idx="3410">
                        <c:v>130.44800000000001</c:v>
                      </c:pt>
                      <c:pt idx="3411">
                        <c:v>128.648</c:v>
                      </c:pt>
                      <c:pt idx="3412">
                        <c:v>126.41800000000001</c:v>
                      </c:pt>
                      <c:pt idx="3413">
                        <c:v>125.697</c:v>
                      </c:pt>
                      <c:pt idx="3414">
                        <c:v>123.905</c:v>
                      </c:pt>
                      <c:pt idx="3415">
                        <c:v>123.14400000000001</c:v>
                      </c:pt>
                      <c:pt idx="3416">
                        <c:v>129.04900000000001</c:v>
                      </c:pt>
                      <c:pt idx="3417">
                        <c:v>129.119</c:v>
                      </c:pt>
                      <c:pt idx="3418">
                        <c:v>131.73099999999999</c:v>
                      </c:pt>
                      <c:pt idx="3419">
                        <c:v>133.047</c:v>
                      </c:pt>
                      <c:pt idx="3420">
                        <c:v>130.13200000000001</c:v>
                      </c:pt>
                      <c:pt idx="3421">
                        <c:v>129.965</c:v>
                      </c:pt>
                      <c:pt idx="3422">
                        <c:v>129.73599999999999</c:v>
                      </c:pt>
                      <c:pt idx="3423">
                        <c:v>127.742</c:v>
                      </c:pt>
                      <c:pt idx="3424">
                        <c:v>126.208</c:v>
                      </c:pt>
                      <c:pt idx="3425">
                        <c:v>131.72300000000001</c:v>
                      </c:pt>
                      <c:pt idx="3426">
                        <c:v>132.80699999999999</c:v>
                      </c:pt>
                      <c:pt idx="3427">
                        <c:v>127.17700000000001</c:v>
                      </c:pt>
                      <c:pt idx="3428">
                        <c:v>126.495</c:v>
                      </c:pt>
                      <c:pt idx="3429">
                        <c:v>124.437</c:v>
                      </c:pt>
                      <c:pt idx="3430">
                        <c:v>122.764</c:v>
                      </c:pt>
                      <c:pt idx="3431">
                        <c:v>123.9</c:v>
                      </c:pt>
                      <c:pt idx="3432">
                        <c:v>124.501</c:v>
                      </c:pt>
                      <c:pt idx="3433">
                        <c:v>124.408</c:v>
                      </c:pt>
                      <c:pt idx="3434">
                        <c:v>125.511</c:v>
                      </c:pt>
                      <c:pt idx="3435">
                        <c:v>127.60899999999999</c:v>
                      </c:pt>
                      <c:pt idx="3436">
                        <c:v>127.453</c:v>
                      </c:pt>
                      <c:pt idx="3437">
                        <c:v>126.74299999999999</c:v>
                      </c:pt>
                      <c:pt idx="3438">
                        <c:v>125.40600000000001</c:v>
                      </c:pt>
                      <c:pt idx="3439">
                        <c:v>124.739</c:v>
                      </c:pt>
                      <c:pt idx="3440">
                        <c:v>126.629</c:v>
                      </c:pt>
                      <c:pt idx="3441">
                        <c:v>126.666</c:v>
                      </c:pt>
                      <c:pt idx="3442">
                        <c:v>126.887</c:v>
                      </c:pt>
                      <c:pt idx="3443">
                        <c:v>125.78100000000001</c:v>
                      </c:pt>
                      <c:pt idx="3444">
                        <c:v>122.60299999999999</c:v>
                      </c:pt>
                      <c:pt idx="3445">
                        <c:v>120.496</c:v>
                      </c:pt>
                      <c:pt idx="3446">
                        <c:v>123.949</c:v>
                      </c:pt>
                      <c:pt idx="3447">
                        <c:v>128.40600000000001</c:v>
                      </c:pt>
                      <c:pt idx="3448">
                        <c:v>130.262</c:v>
                      </c:pt>
                      <c:pt idx="3449">
                        <c:v>135.00399999999999</c:v>
                      </c:pt>
                      <c:pt idx="3450">
                        <c:v>139.01300000000001</c:v>
                      </c:pt>
                      <c:pt idx="3451">
                        <c:v>135.52500000000001</c:v>
                      </c:pt>
                      <c:pt idx="3452">
                        <c:v>133.67599999999999</c:v>
                      </c:pt>
                      <c:pt idx="3453">
                        <c:v>131.14099999999999</c:v>
                      </c:pt>
                      <c:pt idx="3454">
                        <c:v>131.43600000000001</c:v>
                      </c:pt>
                      <c:pt idx="3455">
                        <c:v>131.756</c:v>
                      </c:pt>
                      <c:pt idx="3456">
                        <c:v>136.001</c:v>
                      </c:pt>
                      <c:pt idx="3457">
                        <c:v>136.137</c:v>
                      </c:pt>
                      <c:pt idx="3458">
                        <c:v>135.529</c:v>
                      </c:pt>
                      <c:pt idx="3459">
                        <c:v>134.929</c:v>
                      </c:pt>
                      <c:pt idx="3460">
                        <c:v>139.91499999999999</c:v>
                      </c:pt>
                      <c:pt idx="3461">
                        <c:v>142.643</c:v>
                      </c:pt>
                      <c:pt idx="3462">
                        <c:v>142.482</c:v>
                      </c:pt>
                      <c:pt idx="3463">
                        <c:v>141.006</c:v>
                      </c:pt>
                      <c:pt idx="3464">
                        <c:v>141.441</c:v>
                      </c:pt>
                      <c:pt idx="3465">
                        <c:v>137.83199999999999</c:v>
                      </c:pt>
                      <c:pt idx="3466">
                        <c:v>137.02799999999999</c:v>
                      </c:pt>
                      <c:pt idx="3467">
                        <c:v>135.30000000000001</c:v>
                      </c:pt>
                      <c:pt idx="3468">
                        <c:v>134.91900000000001</c:v>
                      </c:pt>
                      <c:pt idx="3469">
                        <c:v>134.10900000000001</c:v>
                      </c:pt>
                      <c:pt idx="3470">
                        <c:v>132.732</c:v>
                      </c:pt>
                      <c:pt idx="3471">
                        <c:v>131.44800000000001</c:v>
                      </c:pt>
                      <c:pt idx="3472">
                        <c:v>131.34899999999999</c:v>
                      </c:pt>
                      <c:pt idx="3473">
                        <c:v>132.84</c:v>
                      </c:pt>
                      <c:pt idx="3474">
                        <c:v>134.44999999999999</c:v>
                      </c:pt>
                      <c:pt idx="3475">
                        <c:v>131.38800000000001</c:v>
                      </c:pt>
                      <c:pt idx="3476">
                        <c:v>130.55000000000001</c:v>
                      </c:pt>
                      <c:pt idx="3477">
                        <c:v>128.75399999999999</c:v>
                      </c:pt>
                      <c:pt idx="3478">
                        <c:v>125.242</c:v>
                      </c:pt>
                      <c:pt idx="3479">
                        <c:v>123.351</c:v>
                      </c:pt>
                      <c:pt idx="3480">
                        <c:v>122.649</c:v>
                      </c:pt>
                      <c:pt idx="3481">
                        <c:v>123.361</c:v>
                      </c:pt>
                      <c:pt idx="3482">
                        <c:v>124.218</c:v>
                      </c:pt>
                      <c:pt idx="3483">
                        <c:v>122.593</c:v>
                      </c:pt>
                      <c:pt idx="3484">
                        <c:v>123.884</c:v>
                      </c:pt>
                      <c:pt idx="3485">
                        <c:v>125.82</c:v>
                      </c:pt>
                      <c:pt idx="3486">
                        <c:v>129.38300000000001</c:v>
                      </c:pt>
                      <c:pt idx="3487">
                        <c:v>129.31700000000001</c:v>
                      </c:pt>
                      <c:pt idx="3488">
                        <c:v>127.492</c:v>
                      </c:pt>
                      <c:pt idx="3489">
                        <c:v>127.961</c:v>
                      </c:pt>
                      <c:pt idx="3490">
                        <c:v>129.33699999999999</c:v>
                      </c:pt>
                      <c:pt idx="3491">
                        <c:v>133.33099999999999</c:v>
                      </c:pt>
                      <c:pt idx="3492">
                        <c:v>130.529</c:v>
                      </c:pt>
                      <c:pt idx="3493">
                        <c:v>130.46799999999999</c:v>
                      </c:pt>
                      <c:pt idx="3494">
                        <c:v>128.91900000000001</c:v>
                      </c:pt>
                      <c:pt idx="3495">
                        <c:v>128.44</c:v>
                      </c:pt>
                      <c:pt idx="3496">
                        <c:v>127.777</c:v>
                      </c:pt>
                      <c:pt idx="3497">
                        <c:v>126.80500000000001</c:v>
                      </c:pt>
                      <c:pt idx="3498">
                        <c:v>127.874</c:v>
                      </c:pt>
                      <c:pt idx="3499">
                        <c:v>127.65</c:v>
                      </c:pt>
                      <c:pt idx="3500">
                        <c:v>125.235</c:v>
                      </c:pt>
                      <c:pt idx="3501">
                        <c:v>123.03</c:v>
                      </c:pt>
                      <c:pt idx="3502">
                        <c:v>121.08</c:v>
                      </c:pt>
                      <c:pt idx="3503">
                        <c:v>120.53400000000001</c:v>
                      </c:pt>
                      <c:pt idx="3504">
                        <c:v>118.34699999999999</c:v>
                      </c:pt>
                      <c:pt idx="3505">
                        <c:v>116.169</c:v>
                      </c:pt>
                      <c:pt idx="3506">
                        <c:v>114.111</c:v>
                      </c:pt>
                      <c:pt idx="3507">
                        <c:v>114.593</c:v>
                      </c:pt>
                      <c:pt idx="3508">
                        <c:v>113.53400000000001</c:v>
                      </c:pt>
                      <c:pt idx="3509">
                        <c:v>114.304</c:v>
                      </c:pt>
                      <c:pt idx="3510">
                        <c:v>113.465</c:v>
                      </c:pt>
                      <c:pt idx="3511">
                        <c:v>113.828</c:v>
                      </c:pt>
                      <c:pt idx="3512">
                        <c:v>111.801</c:v>
                      </c:pt>
                      <c:pt idx="3513">
                        <c:v>110.637</c:v>
                      </c:pt>
                      <c:pt idx="3514">
                        <c:v>112.66800000000001</c:v>
                      </c:pt>
                      <c:pt idx="3515">
                        <c:v>128.572</c:v>
                      </c:pt>
                      <c:pt idx="3516">
                        <c:v>129.125</c:v>
                      </c:pt>
                      <c:pt idx="3517">
                        <c:v>127.437</c:v>
                      </c:pt>
                      <c:pt idx="3518">
                        <c:v>129.63300000000001</c:v>
                      </c:pt>
                      <c:pt idx="3519">
                        <c:v>128.31100000000001</c:v>
                      </c:pt>
                      <c:pt idx="3520">
                        <c:v>127.00700000000001</c:v>
                      </c:pt>
                      <c:pt idx="3521">
                        <c:v>124.059</c:v>
                      </c:pt>
                      <c:pt idx="3522">
                        <c:v>122.242</c:v>
                      </c:pt>
                      <c:pt idx="3523">
                        <c:v>118.485</c:v>
                      </c:pt>
                      <c:pt idx="3524">
                        <c:v>113.346</c:v>
                      </c:pt>
                      <c:pt idx="3525">
                        <c:v>113.504</c:v>
                      </c:pt>
                      <c:pt idx="3526">
                        <c:v>113.32</c:v>
                      </c:pt>
                      <c:pt idx="3527">
                        <c:v>114.627</c:v>
                      </c:pt>
                      <c:pt idx="3528">
                        <c:v>114.754</c:v>
                      </c:pt>
                      <c:pt idx="3529">
                        <c:v>116.866</c:v>
                      </c:pt>
                      <c:pt idx="3530">
                        <c:v>116.65</c:v>
                      </c:pt>
                      <c:pt idx="3531">
                        <c:v>117.318</c:v>
                      </c:pt>
                      <c:pt idx="3532">
                        <c:v>117.804</c:v>
                      </c:pt>
                      <c:pt idx="3533">
                        <c:v>118.61</c:v>
                      </c:pt>
                      <c:pt idx="3534">
                        <c:v>115.755</c:v>
                      </c:pt>
                      <c:pt idx="3535">
                        <c:v>113.31399999999999</c:v>
                      </c:pt>
                      <c:pt idx="3536">
                        <c:v>112.398</c:v>
                      </c:pt>
                      <c:pt idx="3537">
                        <c:v>111.694</c:v>
                      </c:pt>
                      <c:pt idx="3538">
                        <c:v>112.09399999999999</c:v>
                      </c:pt>
                      <c:pt idx="3539">
                        <c:v>112.259</c:v>
                      </c:pt>
                      <c:pt idx="3540">
                        <c:v>113.05800000000001</c:v>
                      </c:pt>
                      <c:pt idx="3541">
                        <c:v>114.976</c:v>
                      </c:pt>
                      <c:pt idx="3542">
                        <c:v>111.678</c:v>
                      </c:pt>
                      <c:pt idx="3543">
                        <c:v>110.91500000000001</c:v>
                      </c:pt>
                      <c:pt idx="3544">
                        <c:v>110.261</c:v>
                      </c:pt>
                      <c:pt idx="3545">
                        <c:v>114.246</c:v>
                      </c:pt>
                      <c:pt idx="3546">
                        <c:v>115.26900000000001</c:v>
                      </c:pt>
                      <c:pt idx="3547">
                        <c:v>116.72199999999999</c:v>
                      </c:pt>
                      <c:pt idx="3548">
                        <c:v>115.863</c:v>
                      </c:pt>
                      <c:pt idx="3549">
                        <c:v>119.291</c:v>
                      </c:pt>
                      <c:pt idx="3550">
                        <c:v>120.123</c:v>
                      </c:pt>
                      <c:pt idx="3551">
                        <c:v>122.32599999999999</c:v>
                      </c:pt>
                      <c:pt idx="3552">
                        <c:v>123.34699999999999</c:v>
                      </c:pt>
                      <c:pt idx="3553">
                        <c:v>123.012</c:v>
                      </c:pt>
                      <c:pt idx="3554">
                        <c:v>124.1</c:v>
                      </c:pt>
                      <c:pt idx="3555">
                        <c:v>125.619</c:v>
                      </c:pt>
                      <c:pt idx="3556">
                        <c:v>121.797</c:v>
                      </c:pt>
                      <c:pt idx="3557">
                        <c:v>119.155</c:v>
                      </c:pt>
                      <c:pt idx="3558">
                        <c:v>118.185</c:v>
                      </c:pt>
                      <c:pt idx="3559">
                        <c:v>115.83799999999999</c:v>
                      </c:pt>
                      <c:pt idx="3560">
                        <c:v>115.045</c:v>
                      </c:pt>
                      <c:pt idx="3561">
                        <c:v>113.327</c:v>
                      </c:pt>
                      <c:pt idx="3562">
                        <c:v>112.946</c:v>
                      </c:pt>
                      <c:pt idx="3563">
                        <c:v>109.11499999999999</c:v>
                      </c:pt>
                      <c:pt idx="3564">
                        <c:v>109.983</c:v>
                      </c:pt>
                      <c:pt idx="3565">
                        <c:v>111.58799999999999</c:v>
                      </c:pt>
                      <c:pt idx="3566">
                        <c:v>112.536</c:v>
                      </c:pt>
                      <c:pt idx="3567">
                        <c:v>112.643</c:v>
                      </c:pt>
                      <c:pt idx="3568">
                        <c:v>109.521</c:v>
                      </c:pt>
                      <c:pt idx="3569">
                        <c:v>107.571</c:v>
                      </c:pt>
                      <c:pt idx="3570">
                        <c:v>109.959</c:v>
                      </c:pt>
                      <c:pt idx="3571">
                        <c:v>110.907</c:v>
                      </c:pt>
                      <c:pt idx="3572">
                        <c:v>110.45399999999999</c:v>
                      </c:pt>
                      <c:pt idx="3573">
                        <c:v>110.17</c:v>
                      </c:pt>
                      <c:pt idx="3574">
                        <c:v>112.07899999999999</c:v>
                      </c:pt>
                      <c:pt idx="3575">
                        <c:v>110.938</c:v>
                      </c:pt>
                      <c:pt idx="3576">
                        <c:v>111.178</c:v>
                      </c:pt>
                      <c:pt idx="3577">
                        <c:v>110.253</c:v>
                      </c:pt>
                      <c:pt idx="3578">
                        <c:v>108.976</c:v>
                      </c:pt>
                      <c:pt idx="3579">
                        <c:v>107.449</c:v>
                      </c:pt>
                      <c:pt idx="3580">
                        <c:v>106.599</c:v>
                      </c:pt>
                      <c:pt idx="3581">
                        <c:v>106.04300000000001</c:v>
                      </c:pt>
                      <c:pt idx="3582">
                        <c:v>105.801</c:v>
                      </c:pt>
                      <c:pt idx="3583">
                        <c:v>105.727</c:v>
                      </c:pt>
                      <c:pt idx="3584">
                        <c:v>105.392</c:v>
                      </c:pt>
                      <c:pt idx="3585">
                        <c:v>105.268</c:v>
                      </c:pt>
                      <c:pt idx="3586">
                        <c:v>105.126</c:v>
                      </c:pt>
                      <c:pt idx="3587">
                        <c:v>104.706</c:v>
                      </c:pt>
                      <c:pt idx="3588">
                        <c:v>105.101</c:v>
                      </c:pt>
                      <c:pt idx="3589">
                        <c:v>102.379</c:v>
                      </c:pt>
                      <c:pt idx="3590">
                        <c:v>99.823999999999998</c:v>
                      </c:pt>
                      <c:pt idx="3591">
                        <c:v>97.956000000000003</c:v>
                      </c:pt>
                      <c:pt idx="3592">
                        <c:v>97.004000000000005</c:v>
                      </c:pt>
                      <c:pt idx="3593">
                        <c:v>96.04</c:v>
                      </c:pt>
                      <c:pt idx="3594">
                        <c:v>93.93</c:v>
                      </c:pt>
                      <c:pt idx="3595">
                        <c:v>94.692999999999998</c:v>
                      </c:pt>
                      <c:pt idx="3596">
                        <c:v>93.753</c:v>
                      </c:pt>
                      <c:pt idx="3597">
                        <c:v>92.123000000000005</c:v>
                      </c:pt>
                      <c:pt idx="3598">
                        <c:v>92.42</c:v>
                      </c:pt>
                      <c:pt idx="3599">
                        <c:v>91.462000000000003</c:v>
                      </c:pt>
                      <c:pt idx="3600">
                        <c:v>91.063000000000002</c:v>
                      </c:pt>
                      <c:pt idx="3601">
                        <c:v>90.644999999999996</c:v>
                      </c:pt>
                      <c:pt idx="3602">
                        <c:v>91.25</c:v>
                      </c:pt>
                      <c:pt idx="3603">
                        <c:v>90.622</c:v>
                      </c:pt>
                      <c:pt idx="3604">
                        <c:v>91.777000000000001</c:v>
                      </c:pt>
                      <c:pt idx="3605">
                        <c:v>90.801000000000002</c:v>
                      </c:pt>
                      <c:pt idx="3606">
                        <c:v>89.712999999999994</c:v>
                      </c:pt>
                      <c:pt idx="3607">
                        <c:v>89.492999999999995</c:v>
                      </c:pt>
                      <c:pt idx="3608">
                        <c:v>91.227999999999994</c:v>
                      </c:pt>
                      <c:pt idx="3609">
                        <c:v>91.355999999999995</c:v>
                      </c:pt>
                      <c:pt idx="3610">
                        <c:v>89.903000000000006</c:v>
                      </c:pt>
                      <c:pt idx="3611">
                        <c:v>89.772999999999996</c:v>
                      </c:pt>
                      <c:pt idx="3612">
                        <c:v>92.691999999999993</c:v>
                      </c:pt>
                      <c:pt idx="3613">
                        <c:v>95.477999999999994</c:v>
                      </c:pt>
                      <c:pt idx="3614">
                        <c:v>94.564999999999998</c:v>
                      </c:pt>
                      <c:pt idx="3615">
                        <c:v>94.513999999999996</c:v>
                      </c:pt>
                      <c:pt idx="3616">
                        <c:v>102.24299999999999</c:v>
                      </c:pt>
                      <c:pt idx="3617">
                        <c:v>111.02500000000001</c:v>
                      </c:pt>
                      <c:pt idx="3618">
                        <c:v>107.255</c:v>
                      </c:pt>
                      <c:pt idx="3619">
                        <c:v>110.09699999999999</c:v>
                      </c:pt>
                      <c:pt idx="3620">
                        <c:v>107.17</c:v>
                      </c:pt>
                      <c:pt idx="3621">
                        <c:v>102.66200000000001</c:v>
                      </c:pt>
                      <c:pt idx="3622">
                        <c:v>99.388000000000005</c:v>
                      </c:pt>
                      <c:pt idx="3623">
                        <c:v>97.460999999999999</c:v>
                      </c:pt>
                      <c:pt idx="3624">
                        <c:v>99.655000000000001</c:v>
                      </c:pt>
                      <c:pt idx="3625">
                        <c:v>101.913</c:v>
                      </c:pt>
                      <c:pt idx="3626">
                        <c:v>102.17700000000001</c:v>
                      </c:pt>
                      <c:pt idx="3627">
                        <c:v>101.032</c:v>
                      </c:pt>
                      <c:pt idx="3628">
                        <c:v>97.707999999999998</c:v>
                      </c:pt>
                      <c:pt idx="3629">
                        <c:v>99.92</c:v>
                      </c:pt>
                      <c:pt idx="3630">
                        <c:v>102.01</c:v>
                      </c:pt>
                      <c:pt idx="3631">
                        <c:v>105.495</c:v>
                      </c:pt>
                      <c:pt idx="3632">
                        <c:v>105.428</c:v>
                      </c:pt>
                      <c:pt idx="3633">
                        <c:v>102.496</c:v>
                      </c:pt>
                      <c:pt idx="3634">
                        <c:v>101.34699999999999</c:v>
                      </c:pt>
                      <c:pt idx="3635">
                        <c:v>102.634</c:v>
                      </c:pt>
                      <c:pt idx="3636">
                        <c:v>102.126</c:v>
                      </c:pt>
                      <c:pt idx="3637">
                        <c:v>98.988</c:v>
                      </c:pt>
                      <c:pt idx="3638">
                        <c:v>96.83</c:v>
                      </c:pt>
                      <c:pt idx="3639">
                        <c:v>95.158000000000001</c:v>
                      </c:pt>
                      <c:pt idx="3640">
                        <c:v>95.331000000000003</c:v>
                      </c:pt>
                      <c:pt idx="3641">
                        <c:v>95.483999999999995</c:v>
                      </c:pt>
                      <c:pt idx="3642">
                        <c:v>95.456999999999994</c:v>
                      </c:pt>
                      <c:pt idx="3643">
                        <c:v>98.554000000000002</c:v>
                      </c:pt>
                      <c:pt idx="3644">
                        <c:v>109.291</c:v>
                      </c:pt>
                      <c:pt idx="3645">
                        <c:v>106.366</c:v>
                      </c:pt>
                      <c:pt idx="3646">
                        <c:v>109.79</c:v>
                      </c:pt>
                      <c:pt idx="3647">
                        <c:v>113.958</c:v>
                      </c:pt>
                      <c:pt idx="3648">
                        <c:v>111.32</c:v>
                      </c:pt>
                      <c:pt idx="3649">
                        <c:v>111.03</c:v>
                      </c:pt>
                      <c:pt idx="3650">
                        <c:v>109.81</c:v>
                      </c:pt>
                      <c:pt idx="3651">
                        <c:v>107.315</c:v>
                      </c:pt>
                      <c:pt idx="3652">
                        <c:v>106.714</c:v>
                      </c:pt>
                      <c:pt idx="3653">
                        <c:v>107.539</c:v>
                      </c:pt>
                      <c:pt idx="3654">
                        <c:v>105.724</c:v>
                      </c:pt>
                      <c:pt idx="3655">
                        <c:v>103.51600000000001</c:v>
                      </c:pt>
                      <c:pt idx="3656">
                        <c:v>101.76900000000001</c:v>
                      </c:pt>
                      <c:pt idx="3657">
                        <c:v>102.566</c:v>
                      </c:pt>
                      <c:pt idx="3658">
                        <c:v>102.80200000000001</c:v>
                      </c:pt>
                      <c:pt idx="3659">
                        <c:v>100.901</c:v>
                      </c:pt>
                      <c:pt idx="3660">
                        <c:v>99.664000000000001</c:v>
                      </c:pt>
                      <c:pt idx="3661">
                        <c:v>98.786000000000001</c:v>
                      </c:pt>
                      <c:pt idx="3662">
                        <c:v>99.549000000000007</c:v>
                      </c:pt>
                      <c:pt idx="3663">
                        <c:v>99.551000000000002</c:v>
                      </c:pt>
                      <c:pt idx="3664">
                        <c:v>99.471999999999994</c:v>
                      </c:pt>
                      <c:pt idx="3665">
                        <c:v>98.02</c:v>
                      </c:pt>
                      <c:pt idx="3666">
                        <c:v>98.57</c:v>
                      </c:pt>
                      <c:pt idx="3667">
                        <c:v>100.584</c:v>
                      </c:pt>
                      <c:pt idx="3668">
                        <c:v>102.381</c:v>
                      </c:pt>
                      <c:pt idx="3669">
                        <c:v>103.60899999999999</c:v>
                      </c:pt>
                      <c:pt idx="3670">
                        <c:v>105.92400000000001</c:v>
                      </c:pt>
                      <c:pt idx="3671">
                        <c:v>105.837</c:v>
                      </c:pt>
                      <c:pt idx="3672">
                        <c:v>105.10299999999999</c:v>
                      </c:pt>
                      <c:pt idx="3673">
                        <c:v>106.623</c:v>
                      </c:pt>
                      <c:pt idx="3674">
                        <c:v>107.36799999999999</c:v>
                      </c:pt>
                      <c:pt idx="3675">
                        <c:v>108.54600000000001</c:v>
                      </c:pt>
                      <c:pt idx="3676">
                        <c:v>113.652</c:v>
                      </c:pt>
                      <c:pt idx="3677">
                        <c:v>110.074</c:v>
                      </c:pt>
                      <c:pt idx="3678">
                        <c:v>111.125</c:v>
                      </c:pt>
                      <c:pt idx="3679">
                        <c:v>115.462</c:v>
                      </c:pt>
                      <c:pt idx="3680">
                        <c:v>113.527</c:v>
                      </c:pt>
                      <c:pt idx="3681">
                        <c:v>107.413</c:v>
                      </c:pt>
                      <c:pt idx="3682">
                        <c:v>107.363</c:v>
                      </c:pt>
                      <c:pt idx="3683">
                        <c:v>107.97499999999999</c:v>
                      </c:pt>
                      <c:pt idx="3684">
                        <c:v>109.024</c:v>
                      </c:pt>
                      <c:pt idx="3685">
                        <c:v>108.42400000000001</c:v>
                      </c:pt>
                      <c:pt idx="3686">
                        <c:v>112.32599999999999</c:v>
                      </c:pt>
                      <c:pt idx="3687">
                        <c:v>115.622</c:v>
                      </c:pt>
                      <c:pt idx="3688">
                        <c:v>113.301</c:v>
                      </c:pt>
                      <c:pt idx="3689">
                        <c:v>111.71599999999999</c:v>
                      </c:pt>
                      <c:pt idx="3690">
                        <c:v>109.352</c:v>
                      </c:pt>
                      <c:pt idx="3691">
                        <c:v>109.88200000000001</c:v>
                      </c:pt>
                      <c:pt idx="3692">
                        <c:v>112.026</c:v>
                      </c:pt>
                      <c:pt idx="3693">
                        <c:v>112.845</c:v>
                      </c:pt>
                      <c:pt idx="3694">
                        <c:v>119.34</c:v>
                      </c:pt>
                      <c:pt idx="3695">
                        <c:v>120.971</c:v>
                      </c:pt>
                      <c:pt idx="3696">
                        <c:v>124.43300000000001</c:v>
                      </c:pt>
                      <c:pt idx="3697">
                        <c:v>122.60299999999999</c:v>
                      </c:pt>
                      <c:pt idx="3698">
                        <c:v>118.004</c:v>
                      </c:pt>
                      <c:pt idx="3699">
                        <c:v>119.66200000000001</c:v>
                      </c:pt>
                      <c:pt idx="3700">
                        <c:v>117.57599999999999</c:v>
                      </c:pt>
                      <c:pt idx="3701">
                        <c:v>119.65900000000001</c:v>
                      </c:pt>
                      <c:pt idx="3702">
                        <c:v>121.791</c:v>
                      </c:pt>
                      <c:pt idx="3703">
                        <c:v>124.081</c:v>
                      </c:pt>
                      <c:pt idx="3704">
                        <c:v>124.82299999999999</c:v>
                      </c:pt>
                      <c:pt idx="3705">
                        <c:v>123.503</c:v>
                      </c:pt>
                      <c:pt idx="3706">
                        <c:v>126.504</c:v>
                      </c:pt>
                      <c:pt idx="3707">
                        <c:v>126.256</c:v>
                      </c:pt>
                      <c:pt idx="3708">
                        <c:v>128.387</c:v>
                      </c:pt>
                      <c:pt idx="3709">
                        <c:v>129.458</c:v>
                      </c:pt>
                      <c:pt idx="3710">
                        <c:v>128.191</c:v>
                      </c:pt>
                      <c:pt idx="3711">
                        <c:v>127.90300000000001</c:v>
                      </c:pt>
                      <c:pt idx="3712">
                        <c:v>125.22199999999999</c:v>
                      </c:pt>
                      <c:pt idx="3713">
                        <c:v>125.381</c:v>
                      </c:pt>
                      <c:pt idx="3714">
                        <c:v>123.745</c:v>
                      </c:pt>
                      <c:pt idx="3715">
                        <c:v>127.32</c:v>
                      </c:pt>
                      <c:pt idx="3716">
                        <c:v>126.336</c:v>
                      </c:pt>
                      <c:pt idx="3717">
                        <c:v>124.95</c:v>
                      </c:pt>
                      <c:pt idx="3718">
                        <c:v>123.80500000000001</c:v>
                      </c:pt>
                      <c:pt idx="3719">
                        <c:v>118.04300000000001</c:v>
                      </c:pt>
                      <c:pt idx="3720">
                        <c:v>116.67400000000001</c:v>
                      </c:pt>
                      <c:pt idx="3721">
                        <c:v>111.565</c:v>
                      </c:pt>
                      <c:pt idx="3722">
                        <c:v>108.038</c:v>
                      </c:pt>
                      <c:pt idx="3723">
                        <c:v>105.977</c:v>
                      </c:pt>
                      <c:pt idx="3724">
                        <c:v>103.536</c:v>
                      </c:pt>
                      <c:pt idx="3725">
                        <c:v>112.571</c:v>
                      </c:pt>
                      <c:pt idx="3726">
                        <c:v>111.803</c:v>
                      </c:pt>
                      <c:pt idx="3727">
                        <c:v>109.236</c:v>
                      </c:pt>
                      <c:pt idx="3728">
                        <c:v>111.246</c:v>
                      </c:pt>
                      <c:pt idx="3729">
                        <c:v>112.461</c:v>
                      </c:pt>
                      <c:pt idx="3730">
                        <c:v>111.35299999999999</c:v>
                      </c:pt>
                      <c:pt idx="3731">
                        <c:v>111.51600000000001</c:v>
                      </c:pt>
                      <c:pt idx="3732">
                        <c:v>111.241</c:v>
                      </c:pt>
                      <c:pt idx="3733">
                        <c:v>110.58499999999999</c:v>
                      </c:pt>
                      <c:pt idx="3734">
                        <c:v>110.57899999999999</c:v>
                      </c:pt>
                      <c:pt idx="3735">
                        <c:v>107.831</c:v>
                      </c:pt>
                      <c:pt idx="3736">
                        <c:v>105.8</c:v>
                      </c:pt>
                      <c:pt idx="3737">
                        <c:v>104.249</c:v>
                      </c:pt>
                      <c:pt idx="3738">
                        <c:v>104.357</c:v>
                      </c:pt>
                      <c:pt idx="3739">
                        <c:v>105.645</c:v>
                      </c:pt>
                      <c:pt idx="3740">
                        <c:v>106.18899999999999</c:v>
                      </c:pt>
                      <c:pt idx="3741">
                        <c:v>105.881</c:v>
                      </c:pt>
                      <c:pt idx="3742">
                        <c:v>104.81</c:v>
                      </c:pt>
                      <c:pt idx="3743">
                        <c:v>104.387</c:v>
                      </c:pt>
                      <c:pt idx="3744">
                        <c:v>104.514</c:v>
                      </c:pt>
                      <c:pt idx="3745">
                        <c:v>105.47199999999999</c:v>
                      </c:pt>
                      <c:pt idx="3746">
                        <c:v>107.401</c:v>
                      </c:pt>
                      <c:pt idx="3747">
                        <c:v>110.206</c:v>
                      </c:pt>
                      <c:pt idx="3748">
                        <c:v>113.096</c:v>
                      </c:pt>
                      <c:pt idx="3749">
                        <c:v>109.837</c:v>
                      </c:pt>
                      <c:pt idx="3750">
                        <c:v>110.5</c:v>
                      </c:pt>
                      <c:pt idx="3751">
                        <c:v>109.77200000000001</c:v>
                      </c:pt>
                      <c:pt idx="3752">
                        <c:v>110.956</c:v>
                      </c:pt>
                      <c:pt idx="3753">
                        <c:v>110.98699999999999</c:v>
                      </c:pt>
                      <c:pt idx="3754">
                        <c:v>110.4</c:v>
                      </c:pt>
                      <c:pt idx="3755">
                        <c:v>109.649</c:v>
                      </c:pt>
                      <c:pt idx="3756">
                        <c:v>111.36</c:v>
                      </c:pt>
                      <c:pt idx="3757">
                        <c:v>110.471</c:v>
                      </c:pt>
                      <c:pt idx="3758">
                        <c:v>109.176</c:v>
                      </c:pt>
                      <c:pt idx="3759">
                        <c:v>109.366</c:v>
                      </c:pt>
                      <c:pt idx="3760">
                        <c:v>108.41200000000001</c:v>
                      </c:pt>
                      <c:pt idx="3761">
                        <c:v>111.866</c:v>
                      </c:pt>
                      <c:pt idx="3762">
                        <c:v>111.741</c:v>
                      </c:pt>
                      <c:pt idx="3763">
                        <c:v>111.714</c:v>
                      </c:pt>
                      <c:pt idx="3764">
                        <c:v>114.66</c:v>
                      </c:pt>
                      <c:pt idx="3765">
                        <c:v>115.366</c:v>
                      </c:pt>
                      <c:pt idx="3766">
                        <c:v>114.261</c:v>
                      </c:pt>
                      <c:pt idx="3767">
                        <c:v>114.631</c:v>
                      </c:pt>
                      <c:pt idx="3768">
                        <c:v>115.626</c:v>
                      </c:pt>
                      <c:pt idx="3769">
                        <c:v>115.485</c:v>
                      </c:pt>
                      <c:pt idx="3770">
                        <c:v>111.565</c:v>
                      </c:pt>
                      <c:pt idx="3771">
                        <c:v>108.169</c:v>
                      </c:pt>
                      <c:pt idx="3772">
                        <c:v>105.73</c:v>
                      </c:pt>
                      <c:pt idx="3773">
                        <c:v>104.399</c:v>
                      </c:pt>
                      <c:pt idx="3774">
                        <c:v>104.752</c:v>
                      </c:pt>
                      <c:pt idx="3775">
                        <c:v>104.375</c:v>
                      </c:pt>
                      <c:pt idx="3776">
                        <c:v>113.999</c:v>
                      </c:pt>
                      <c:pt idx="3777">
                        <c:v>112.893</c:v>
                      </c:pt>
                      <c:pt idx="3778">
                        <c:v>114.96599999999999</c:v>
                      </c:pt>
                      <c:pt idx="3779">
                        <c:v>114.44799999999999</c:v>
                      </c:pt>
                      <c:pt idx="3780">
                        <c:v>112.828</c:v>
                      </c:pt>
                      <c:pt idx="3781">
                        <c:v>109.53</c:v>
                      </c:pt>
                      <c:pt idx="3782">
                        <c:v>110.101</c:v>
                      </c:pt>
                      <c:pt idx="3783">
                        <c:v>110.53</c:v>
                      </c:pt>
                      <c:pt idx="3784">
                        <c:v>108.373</c:v>
                      </c:pt>
                      <c:pt idx="3785">
                        <c:v>109.428</c:v>
                      </c:pt>
                      <c:pt idx="3786">
                        <c:v>113.926</c:v>
                      </c:pt>
                      <c:pt idx="3787">
                        <c:v>119.306</c:v>
                      </c:pt>
                      <c:pt idx="3788">
                        <c:v>120.57</c:v>
                      </c:pt>
                      <c:pt idx="3789">
                        <c:v>118.80200000000001</c:v>
                      </c:pt>
                      <c:pt idx="3790">
                        <c:v>124.468</c:v>
                      </c:pt>
                      <c:pt idx="3791">
                        <c:v>122.88</c:v>
                      </c:pt>
                      <c:pt idx="3792">
                        <c:v>121.3</c:v>
                      </c:pt>
                      <c:pt idx="3793">
                        <c:v>121.53100000000001</c:v>
                      </c:pt>
                      <c:pt idx="3794">
                        <c:v>116.828</c:v>
                      </c:pt>
                      <c:pt idx="3795">
                        <c:v>119.13800000000001</c:v>
                      </c:pt>
                      <c:pt idx="3796">
                        <c:v>124.432</c:v>
                      </c:pt>
                      <c:pt idx="3797">
                        <c:v>125.03400000000001</c:v>
                      </c:pt>
                      <c:pt idx="3798">
                        <c:v>125.533</c:v>
                      </c:pt>
                      <c:pt idx="3799">
                        <c:v>125.267</c:v>
                      </c:pt>
                      <c:pt idx="3800">
                        <c:v>128.69900000000001</c:v>
                      </c:pt>
                      <c:pt idx="3801">
                        <c:v>126.336</c:v>
                      </c:pt>
                      <c:pt idx="3802">
                        <c:v>127.01900000000001</c:v>
                      </c:pt>
                      <c:pt idx="3803">
                        <c:v>129.71199999999999</c:v>
                      </c:pt>
                      <c:pt idx="3804">
                        <c:v>127.601</c:v>
                      </c:pt>
                      <c:pt idx="3805">
                        <c:v>128.4</c:v>
                      </c:pt>
                      <c:pt idx="3806">
                        <c:v>126.70699999999999</c:v>
                      </c:pt>
                      <c:pt idx="3807">
                        <c:v>123.839</c:v>
                      </c:pt>
                      <c:pt idx="3808">
                        <c:v>122.633</c:v>
                      </c:pt>
                      <c:pt idx="3809">
                        <c:v>121.36</c:v>
                      </c:pt>
                      <c:pt idx="3810">
                        <c:v>119.04900000000001</c:v>
                      </c:pt>
                      <c:pt idx="3811">
                        <c:v>119.887</c:v>
                      </c:pt>
                      <c:pt idx="3812">
                        <c:v>119.874</c:v>
                      </c:pt>
                      <c:pt idx="3813">
                        <c:v>119.995</c:v>
                      </c:pt>
                      <c:pt idx="3814">
                        <c:v>124.09</c:v>
                      </c:pt>
                      <c:pt idx="3815">
                        <c:v>125.619</c:v>
                      </c:pt>
                      <c:pt idx="3816">
                        <c:v>126.73699999999999</c:v>
                      </c:pt>
                      <c:pt idx="3817">
                        <c:v>128.744</c:v>
                      </c:pt>
                      <c:pt idx="3818">
                        <c:v>134.006</c:v>
                      </c:pt>
                      <c:pt idx="3819">
                        <c:v>140.58600000000001</c:v>
                      </c:pt>
                      <c:pt idx="3820">
                        <c:v>142.4</c:v>
                      </c:pt>
                      <c:pt idx="3821">
                        <c:v>141.64699999999999</c:v>
                      </c:pt>
                      <c:pt idx="3822">
                        <c:v>147.71899999999999</c:v>
                      </c:pt>
                      <c:pt idx="3823">
                        <c:v>148.09399999999999</c:v>
                      </c:pt>
                      <c:pt idx="3824">
                        <c:v>149.02099999999999</c:v>
                      </c:pt>
                      <c:pt idx="3825">
                        <c:v>143.10400000000001</c:v>
                      </c:pt>
                      <c:pt idx="3826">
                        <c:v>141.435</c:v>
                      </c:pt>
                      <c:pt idx="3827">
                        <c:v>141.16800000000001</c:v>
                      </c:pt>
                      <c:pt idx="3828">
                        <c:v>135.96799999999999</c:v>
                      </c:pt>
                      <c:pt idx="3829">
                        <c:v>137.67099999999999</c:v>
                      </c:pt>
                      <c:pt idx="3830">
                        <c:v>138.548</c:v>
                      </c:pt>
                      <c:pt idx="3831">
                        <c:v>138.57499999999999</c:v>
                      </c:pt>
                      <c:pt idx="3832">
                        <c:v>136.93100000000001</c:v>
                      </c:pt>
                      <c:pt idx="3833">
                        <c:v>137.11799999999999</c:v>
                      </c:pt>
                      <c:pt idx="3834">
                        <c:v>136.68700000000001</c:v>
                      </c:pt>
                      <c:pt idx="3835">
                        <c:v>134.38499999999999</c:v>
                      </c:pt>
                      <c:pt idx="3836">
                        <c:v>130.96</c:v>
                      </c:pt>
                      <c:pt idx="3837">
                        <c:v>131.54400000000001</c:v>
                      </c:pt>
                      <c:pt idx="3838">
                        <c:v>130.89400000000001</c:v>
                      </c:pt>
                      <c:pt idx="3839">
                        <c:v>133.732</c:v>
                      </c:pt>
                      <c:pt idx="3840">
                        <c:v>140.16300000000001</c:v>
                      </c:pt>
                      <c:pt idx="3841">
                        <c:v>146.99199999999999</c:v>
                      </c:pt>
                      <c:pt idx="3842">
                        <c:v>152.309</c:v>
                      </c:pt>
                      <c:pt idx="3843">
                        <c:v>157.60900000000001</c:v>
                      </c:pt>
                      <c:pt idx="3844">
                        <c:v>157.40199999999999</c:v>
                      </c:pt>
                      <c:pt idx="3845">
                        <c:v>159.07900000000001</c:v>
                      </c:pt>
                      <c:pt idx="3846">
                        <c:v>160.166</c:v>
                      </c:pt>
                      <c:pt idx="3847">
                        <c:v>158.90100000000001</c:v>
                      </c:pt>
                      <c:pt idx="3848">
                        <c:v>157.08699999999999</c:v>
                      </c:pt>
                      <c:pt idx="3849">
                        <c:v>157.08500000000001</c:v>
                      </c:pt>
                      <c:pt idx="3850">
                        <c:v>157.358</c:v>
                      </c:pt>
                      <c:pt idx="3851">
                        <c:v>155.57599999999999</c:v>
                      </c:pt>
                      <c:pt idx="3852">
                        <c:v>144.309</c:v>
                      </c:pt>
                      <c:pt idx="3853">
                        <c:v>137.80099999999999</c:v>
                      </c:pt>
                      <c:pt idx="3854">
                        <c:v>136.29499999999999</c:v>
                      </c:pt>
                      <c:pt idx="3855">
                        <c:v>132.05600000000001</c:v>
                      </c:pt>
                      <c:pt idx="3856">
                        <c:v>132.86000000000001</c:v>
                      </c:pt>
                      <c:pt idx="3857">
                        <c:v>135.34</c:v>
                      </c:pt>
                      <c:pt idx="3858">
                        <c:v>135.55799999999999</c:v>
                      </c:pt>
                      <c:pt idx="3859">
                        <c:v>134.70599999999999</c:v>
                      </c:pt>
                      <c:pt idx="3860">
                        <c:v>132.49700000000001</c:v>
                      </c:pt>
                      <c:pt idx="3861">
                        <c:v>130.09</c:v>
                      </c:pt>
                      <c:pt idx="3862">
                        <c:v>126.774</c:v>
                      </c:pt>
                      <c:pt idx="3863">
                        <c:v>125.931</c:v>
                      </c:pt>
                      <c:pt idx="3864">
                        <c:v>130.12700000000001</c:v>
                      </c:pt>
                      <c:pt idx="3865">
                        <c:v>129.53399999999999</c:v>
                      </c:pt>
                      <c:pt idx="3866">
                        <c:v>129.67400000000001</c:v>
                      </c:pt>
                      <c:pt idx="3867">
                        <c:v>129.041</c:v>
                      </c:pt>
                      <c:pt idx="3868">
                        <c:v>131.172</c:v>
                      </c:pt>
                      <c:pt idx="3869">
                        <c:v>130.64400000000001</c:v>
                      </c:pt>
                      <c:pt idx="3870">
                        <c:v>127.364</c:v>
                      </c:pt>
                      <c:pt idx="3871">
                        <c:v>124.727</c:v>
                      </c:pt>
                      <c:pt idx="3872">
                        <c:v>123.346</c:v>
                      </c:pt>
                      <c:pt idx="3873">
                        <c:v>120.496</c:v>
                      </c:pt>
                      <c:pt idx="3874">
                        <c:v>115.816</c:v>
                      </c:pt>
                      <c:pt idx="3875">
                        <c:v>117.164</c:v>
                      </c:pt>
                      <c:pt idx="3876">
                        <c:v>119.608</c:v>
                      </c:pt>
                      <c:pt idx="3877">
                        <c:v>121.80800000000001</c:v>
                      </c:pt>
                      <c:pt idx="3878">
                        <c:v>123.44799999999999</c:v>
                      </c:pt>
                      <c:pt idx="3879">
                        <c:v>121.122</c:v>
                      </c:pt>
                      <c:pt idx="3880">
                        <c:v>121.03700000000001</c:v>
                      </c:pt>
                      <c:pt idx="3881">
                        <c:v>119.354</c:v>
                      </c:pt>
                      <c:pt idx="3882">
                        <c:v>118.467</c:v>
                      </c:pt>
                      <c:pt idx="3883">
                        <c:v>117.907</c:v>
                      </c:pt>
                      <c:pt idx="3884">
                        <c:v>116.413</c:v>
                      </c:pt>
                      <c:pt idx="3885">
                        <c:v>115.554</c:v>
                      </c:pt>
                      <c:pt idx="3886">
                        <c:v>114.804</c:v>
                      </c:pt>
                      <c:pt idx="3887">
                        <c:v>112.761</c:v>
                      </c:pt>
                      <c:pt idx="3888">
                        <c:v>110.256</c:v>
                      </c:pt>
                      <c:pt idx="3889">
                        <c:v>107.742</c:v>
                      </c:pt>
                      <c:pt idx="3890">
                        <c:v>106.48</c:v>
                      </c:pt>
                      <c:pt idx="3891">
                        <c:v>107.157</c:v>
                      </c:pt>
                      <c:pt idx="3892">
                        <c:v>108.721</c:v>
                      </c:pt>
                      <c:pt idx="3893">
                        <c:v>110.47199999999999</c:v>
                      </c:pt>
                      <c:pt idx="3894">
                        <c:v>111.274</c:v>
                      </c:pt>
                      <c:pt idx="3895">
                        <c:v>111.491</c:v>
                      </c:pt>
                      <c:pt idx="3896">
                        <c:v>112.64100000000001</c:v>
                      </c:pt>
                      <c:pt idx="3897">
                        <c:v>112.657</c:v>
                      </c:pt>
                      <c:pt idx="3898">
                        <c:v>108.38800000000001</c:v>
                      </c:pt>
                      <c:pt idx="3899">
                        <c:v>109.386</c:v>
                      </c:pt>
                      <c:pt idx="3900">
                        <c:v>108.551</c:v>
                      </c:pt>
                      <c:pt idx="3901">
                        <c:v>107.893</c:v>
                      </c:pt>
                      <c:pt idx="3902">
                        <c:v>107.322</c:v>
                      </c:pt>
                      <c:pt idx="3903">
                        <c:v>105.95099999999999</c:v>
                      </c:pt>
                      <c:pt idx="3904">
                        <c:v>104.173</c:v>
                      </c:pt>
                      <c:pt idx="3905">
                        <c:v>111.652</c:v>
                      </c:pt>
                      <c:pt idx="3906">
                        <c:v>110.617</c:v>
                      </c:pt>
                      <c:pt idx="3907">
                        <c:v>113.068</c:v>
                      </c:pt>
                      <c:pt idx="3908">
                        <c:v>113.319</c:v>
                      </c:pt>
                      <c:pt idx="3909">
                        <c:v>112.325</c:v>
                      </c:pt>
                      <c:pt idx="3910">
                        <c:v>114.38800000000001</c:v>
                      </c:pt>
                      <c:pt idx="3911">
                        <c:v>113.706</c:v>
                      </c:pt>
                      <c:pt idx="3912">
                        <c:v>111.072</c:v>
                      </c:pt>
                      <c:pt idx="3913">
                        <c:v>106.637</c:v>
                      </c:pt>
                      <c:pt idx="3914">
                        <c:v>107.075</c:v>
                      </c:pt>
                      <c:pt idx="3915">
                        <c:v>106.401</c:v>
                      </c:pt>
                      <c:pt idx="3916">
                        <c:v>106.553</c:v>
                      </c:pt>
                      <c:pt idx="3917">
                        <c:v>106.09</c:v>
                      </c:pt>
                      <c:pt idx="3918">
                        <c:v>105.21899999999999</c:v>
                      </c:pt>
                      <c:pt idx="3919">
                        <c:v>103.72799999999999</c:v>
                      </c:pt>
                      <c:pt idx="3920">
                        <c:v>102.322</c:v>
                      </c:pt>
                      <c:pt idx="3921">
                        <c:v>101.81100000000001</c:v>
                      </c:pt>
                      <c:pt idx="3922">
                        <c:v>99.179000000000002</c:v>
                      </c:pt>
                      <c:pt idx="3923">
                        <c:v>98.381</c:v>
                      </c:pt>
                      <c:pt idx="3924">
                        <c:v>96.58</c:v>
                      </c:pt>
                      <c:pt idx="3925">
                        <c:v>95.039000000000001</c:v>
                      </c:pt>
                      <c:pt idx="3926">
                        <c:v>95.036000000000001</c:v>
                      </c:pt>
                      <c:pt idx="3927">
                        <c:v>94.986999999999995</c:v>
                      </c:pt>
                      <c:pt idx="3928">
                        <c:v>94.953000000000003</c:v>
                      </c:pt>
                      <c:pt idx="3929">
                        <c:v>94.683000000000007</c:v>
                      </c:pt>
                      <c:pt idx="3930">
                        <c:v>97.891999999999996</c:v>
                      </c:pt>
                      <c:pt idx="3931">
                        <c:v>97.968000000000004</c:v>
                      </c:pt>
                      <c:pt idx="3932">
                        <c:v>97.215000000000003</c:v>
                      </c:pt>
                      <c:pt idx="3933">
                        <c:v>96.873000000000005</c:v>
                      </c:pt>
                      <c:pt idx="3934">
                        <c:v>96.763000000000005</c:v>
                      </c:pt>
                      <c:pt idx="3935">
                        <c:v>98.073999999999998</c:v>
                      </c:pt>
                      <c:pt idx="3936">
                        <c:v>101.142</c:v>
                      </c:pt>
                      <c:pt idx="3937">
                        <c:v>99.536000000000001</c:v>
                      </c:pt>
                      <c:pt idx="3938">
                        <c:v>101.352</c:v>
                      </c:pt>
                      <c:pt idx="3939">
                        <c:v>105.83</c:v>
                      </c:pt>
                      <c:pt idx="3940">
                        <c:v>105.47499999999999</c:v>
                      </c:pt>
                      <c:pt idx="3941">
                        <c:v>106.428</c:v>
                      </c:pt>
                      <c:pt idx="3942">
                        <c:v>106.876</c:v>
                      </c:pt>
                      <c:pt idx="3943">
                        <c:v>111.08799999999999</c:v>
                      </c:pt>
                      <c:pt idx="3944">
                        <c:v>109.357</c:v>
                      </c:pt>
                      <c:pt idx="3945">
                        <c:v>108.358</c:v>
                      </c:pt>
                      <c:pt idx="3946">
                        <c:v>108.247</c:v>
                      </c:pt>
                      <c:pt idx="3947">
                        <c:v>108.831</c:v>
                      </c:pt>
                      <c:pt idx="3948">
                        <c:v>110.129</c:v>
                      </c:pt>
                      <c:pt idx="3949">
                        <c:v>108.252</c:v>
                      </c:pt>
                      <c:pt idx="3950">
                        <c:v>109.053</c:v>
                      </c:pt>
                      <c:pt idx="3951">
                        <c:v>113.687</c:v>
                      </c:pt>
                      <c:pt idx="3952">
                        <c:v>114.006</c:v>
                      </c:pt>
                      <c:pt idx="3953">
                        <c:v>112.89</c:v>
                      </c:pt>
                      <c:pt idx="3954">
                        <c:v>113.63</c:v>
                      </c:pt>
                      <c:pt idx="3955">
                        <c:v>114.57299999999999</c:v>
                      </c:pt>
                      <c:pt idx="3956">
                        <c:v>113.95699999999999</c:v>
                      </c:pt>
                      <c:pt idx="3957">
                        <c:v>116.849</c:v>
                      </c:pt>
                      <c:pt idx="3958">
                        <c:v>116.227</c:v>
                      </c:pt>
                      <c:pt idx="3959">
                        <c:v>113.976</c:v>
                      </c:pt>
                      <c:pt idx="3960">
                        <c:v>113.011</c:v>
                      </c:pt>
                      <c:pt idx="3961">
                        <c:v>111.831</c:v>
                      </c:pt>
                      <c:pt idx="3962">
                        <c:v>111.042</c:v>
                      </c:pt>
                      <c:pt idx="3963">
                        <c:v>108.04300000000001</c:v>
                      </c:pt>
                      <c:pt idx="3964">
                        <c:v>104.929</c:v>
                      </c:pt>
                      <c:pt idx="3965">
                        <c:v>106.816</c:v>
                      </c:pt>
                      <c:pt idx="3966">
                        <c:v>107.18</c:v>
                      </c:pt>
                      <c:pt idx="3967">
                        <c:v>107.273</c:v>
                      </c:pt>
                      <c:pt idx="3968">
                        <c:v>107.10599999999999</c:v>
                      </c:pt>
                      <c:pt idx="3969">
                        <c:v>100.904</c:v>
                      </c:pt>
                      <c:pt idx="3970">
                        <c:v>95.81</c:v>
                      </c:pt>
                      <c:pt idx="3971">
                        <c:v>92.41</c:v>
                      </c:pt>
                      <c:pt idx="3972">
                        <c:v>92.400999999999996</c:v>
                      </c:pt>
                      <c:pt idx="3973">
                        <c:v>94.841999999999999</c:v>
                      </c:pt>
                      <c:pt idx="3974">
                        <c:v>96.045000000000002</c:v>
                      </c:pt>
                      <c:pt idx="3975">
                        <c:v>94.968000000000004</c:v>
                      </c:pt>
                      <c:pt idx="3976">
                        <c:v>93.186000000000007</c:v>
                      </c:pt>
                      <c:pt idx="3977">
                        <c:v>91.637</c:v>
                      </c:pt>
                      <c:pt idx="3978">
                        <c:v>88.873999999999995</c:v>
                      </c:pt>
                      <c:pt idx="3979">
                        <c:v>88.53</c:v>
                      </c:pt>
                      <c:pt idx="3980">
                        <c:v>88.843999999999994</c:v>
                      </c:pt>
                      <c:pt idx="3981">
                        <c:v>88.994</c:v>
                      </c:pt>
                      <c:pt idx="3982">
                        <c:v>88.977000000000004</c:v>
                      </c:pt>
                      <c:pt idx="3983">
                        <c:v>89.626000000000005</c:v>
                      </c:pt>
                      <c:pt idx="3984">
                        <c:v>89.102999999999994</c:v>
                      </c:pt>
                      <c:pt idx="3985">
                        <c:v>87.328000000000003</c:v>
                      </c:pt>
                      <c:pt idx="3986">
                        <c:v>86.563999999999993</c:v>
                      </c:pt>
                      <c:pt idx="3987">
                        <c:v>84.74</c:v>
                      </c:pt>
                      <c:pt idx="3988">
                        <c:v>83.665000000000006</c:v>
                      </c:pt>
                      <c:pt idx="3989">
                        <c:v>83.105999999999995</c:v>
                      </c:pt>
                      <c:pt idx="3990">
                        <c:v>84.108999999999995</c:v>
                      </c:pt>
                      <c:pt idx="3991">
                        <c:v>83.756</c:v>
                      </c:pt>
                      <c:pt idx="3992">
                        <c:v>83.322000000000003</c:v>
                      </c:pt>
                      <c:pt idx="3993">
                        <c:v>84.054000000000002</c:v>
                      </c:pt>
                      <c:pt idx="3994">
                        <c:v>83.61</c:v>
                      </c:pt>
                      <c:pt idx="3995">
                        <c:v>82.741</c:v>
                      </c:pt>
                      <c:pt idx="3996">
                        <c:v>81.906999999999996</c:v>
                      </c:pt>
                      <c:pt idx="3997">
                        <c:v>82.218000000000004</c:v>
                      </c:pt>
                      <c:pt idx="3998">
                        <c:v>83.144000000000005</c:v>
                      </c:pt>
                      <c:pt idx="3999">
                        <c:v>84.575999999999993</c:v>
                      </c:pt>
                      <c:pt idx="4000">
                        <c:v>86.081999999999994</c:v>
                      </c:pt>
                      <c:pt idx="4001">
                        <c:v>90.811000000000007</c:v>
                      </c:pt>
                      <c:pt idx="4002">
                        <c:v>93.156000000000006</c:v>
                      </c:pt>
                      <c:pt idx="4003">
                        <c:v>101.71299999999999</c:v>
                      </c:pt>
                      <c:pt idx="4004">
                        <c:v>102.827</c:v>
                      </c:pt>
                      <c:pt idx="4005">
                        <c:v>102.117</c:v>
                      </c:pt>
                      <c:pt idx="4006">
                        <c:v>96.92</c:v>
                      </c:pt>
                      <c:pt idx="4007">
                        <c:v>96.332999999999998</c:v>
                      </c:pt>
                      <c:pt idx="4008">
                        <c:v>99.126999999999995</c:v>
                      </c:pt>
                      <c:pt idx="4009">
                        <c:v>98.436999999999998</c:v>
                      </c:pt>
                      <c:pt idx="4010">
                        <c:v>100.9</c:v>
                      </c:pt>
                      <c:pt idx="4011">
                        <c:v>101.59699999999999</c:v>
                      </c:pt>
                      <c:pt idx="4012">
                        <c:v>100.083</c:v>
                      </c:pt>
                      <c:pt idx="4013">
                        <c:v>99.591999999999999</c:v>
                      </c:pt>
                      <c:pt idx="4014">
                        <c:v>100.398</c:v>
                      </c:pt>
                      <c:pt idx="4015">
                        <c:v>98.582999999999998</c:v>
                      </c:pt>
                      <c:pt idx="4016">
                        <c:v>97.510999999999996</c:v>
                      </c:pt>
                      <c:pt idx="4017">
                        <c:v>99.346999999999994</c:v>
                      </c:pt>
                      <c:pt idx="4018">
                        <c:v>100.19199999999999</c:v>
                      </c:pt>
                      <c:pt idx="4019">
                        <c:v>98.554000000000002</c:v>
                      </c:pt>
                      <c:pt idx="4020">
                        <c:v>97.168000000000006</c:v>
                      </c:pt>
                      <c:pt idx="4021">
                        <c:v>95.947999999999993</c:v>
                      </c:pt>
                      <c:pt idx="4022">
                        <c:v>94.311000000000007</c:v>
                      </c:pt>
                      <c:pt idx="4023">
                        <c:v>93.459000000000003</c:v>
                      </c:pt>
                      <c:pt idx="4024">
                        <c:v>91.88</c:v>
                      </c:pt>
                      <c:pt idx="4025">
                        <c:v>87.954999999999998</c:v>
                      </c:pt>
                      <c:pt idx="4026">
                        <c:v>84.358999999999995</c:v>
                      </c:pt>
                      <c:pt idx="4027">
                        <c:v>82.599000000000004</c:v>
                      </c:pt>
                      <c:pt idx="4028">
                        <c:v>81.644999999999996</c:v>
                      </c:pt>
                      <c:pt idx="4029">
                        <c:v>81.655000000000001</c:v>
                      </c:pt>
                      <c:pt idx="4030">
                        <c:v>80.903000000000006</c:v>
                      </c:pt>
                      <c:pt idx="4031">
                        <c:v>79.664000000000001</c:v>
                      </c:pt>
                      <c:pt idx="4032">
                        <c:v>78.656999999999996</c:v>
                      </c:pt>
                      <c:pt idx="4033">
                        <c:v>79.641999999999996</c:v>
                      </c:pt>
                      <c:pt idx="4034">
                        <c:v>78.837000000000003</c:v>
                      </c:pt>
                      <c:pt idx="4035">
                        <c:v>78.995999999999995</c:v>
                      </c:pt>
                      <c:pt idx="4036">
                        <c:v>78.325000000000003</c:v>
                      </c:pt>
                      <c:pt idx="4037">
                        <c:v>89.126000000000005</c:v>
                      </c:pt>
                      <c:pt idx="4038">
                        <c:v>90.603999999999999</c:v>
                      </c:pt>
                      <c:pt idx="4039">
                        <c:v>93.373000000000005</c:v>
                      </c:pt>
                      <c:pt idx="4040">
                        <c:v>93.421000000000006</c:v>
                      </c:pt>
                      <c:pt idx="4041">
                        <c:v>93.671999999999997</c:v>
                      </c:pt>
                      <c:pt idx="4042">
                        <c:v>93.724000000000004</c:v>
                      </c:pt>
                      <c:pt idx="4043">
                        <c:v>93.373000000000005</c:v>
                      </c:pt>
                      <c:pt idx="4044">
                        <c:v>93.700999999999993</c:v>
                      </c:pt>
                      <c:pt idx="4045">
                        <c:v>94.167000000000002</c:v>
                      </c:pt>
                      <c:pt idx="4046">
                        <c:v>94.02</c:v>
                      </c:pt>
                      <c:pt idx="4047">
                        <c:v>93.661000000000001</c:v>
                      </c:pt>
                      <c:pt idx="4048">
                        <c:v>94.311000000000007</c:v>
                      </c:pt>
                      <c:pt idx="4049">
                        <c:v>95.234999999999999</c:v>
                      </c:pt>
                      <c:pt idx="4050">
                        <c:v>94.408000000000001</c:v>
                      </c:pt>
                      <c:pt idx="4051">
                        <c:v>92.613</c:v>
                      </c:pt>
                      <c:pt idx="4052">
                        <c:v>90.301000000000002</c:v>
                      </c:pt>
                      <c:pt idx="4053">
                        <c:v>89.759</c:v>
                      </c:pt>
                      <c:pt idx="4054">
                        <c:v>88.403000000000006</c:v>
                      </c:pt>
                      <c:pt idx="4055">
                        <c:v>87.63</c:v>
                      </c:pt>
                      <c:pt idx="4056">
                        <c:v>86.558000000000007</c:v>
                      </c:pt>
                      <c:pt idx="4057">
                        <c:v>86.727999999999994</c:v>
                      </c:pt>
                      <c:pt idx="4058">
                        <c:v>85.914000000000001</c:v>
                      </c:pt>
                      <c:pt idx="4059">
                        <c:v>84.725999999999999</c:v>
                      </c:pt>
                      <c:pt idx="4060">
                        <c:v>84.075999999999993</c:v>
                      </c:pt>
                      <c:pt idx="4061">
                        <c:v>81.962999999999994</c:v>
                      </c:pt>
                      <c:pt idx="4062">
                        <c:v>79.274000000000001</c:v>
                      </c:pt>
                      <c:pt idx="4063">
                        <c:v>77.608000000000004</c:v>
                      </c:pt>
                      <c:pt idx="4064">
                        <c:v>76.805999999999997</c:v>
                      </c:pt>
                      <c:pt idx="4065">
                        <c:v>77.725999999999999</c:v>
                      </c:pt>
                      <c:pt idx="4066">
                        <c:v>80.730999999999995</c:v>
                      </c:pt>
                      <c:pt idx="4067">
                        <c:v>79.569000000000003</c:v>
                      </c:pt>
                      <c:pt idx="4068">
                        <c:v>76.317999999999998</c:v>
                      </c:pt>
                      <c:pt idx="4069">
                        <c:v>76.322999999999993</c:v>
                      </c:pt>
                      <c:pt idx="4070">
                        <c:v>76.75</c:v>
                      </c:pt>
                      <c:pt idx="4071">
                        <c:v>75.266999999999996</c:v>
                      </c:pt>
                      <c:pt idx="4072">
                        <c:v>74.888000000000005</c:v>
                      </c:pt>
                      <c:pt idx="4073">
                        <c:v>75.322999999999993</c:v>
                      </c:pt>
                      <c:pt idx="4074">
                        <c:v>77.947999999999993</c:v>
                      </c:pt>
                      <c:pt idx="4075">
                        <c:v>80.298000000000002</c:v>
                      </c:pt>
                      <c:pt idx="4076">
                        <c:v>82.84</c:v>
                      </c:pt>
                      <c:pt idx="4077">
                        <c:v>82.506</c:v>
                      </c:pt>
                      <c:pt idx="4078">
                        <c:v>83.956999999999994</c:v>
                      </c:pt>
                      <c:pt idx="4079">
                        <c:v>86.92</c:v>
                      </c:pt>
                      <c:pt idx="4080">
                        <c:v>90.275000000000006</c:v>
                      </c:pt>
                      <c:pt idx="4081">
                        <c:v>89.649000000000001</c:v>
                      </c:pt>
                      <c:pt idx="4082">
                        <c:v>88.477999999999994</c:v>
                      </c:pt>
                      <c:pt idx="4083">
                        <c:v>87.554000000000002</c:v>
                      </c:pt>
                      <c:pt idx="4084">
                        <c:v>88.373000000000005</c:v>
                      </c:pt>
                      <c:pt idx="4085">
                        <c:v>90.102999999999994</c:v>
                      </c:pt>
                      <c:pt idx="4086">
                        <c:v>90.144000000000005</c:v>
                      </c:pt>
                      <c:pt idx="4087">
                        <c:v>90.119</c:v>
                      </c:pt>
                      <c:pt idx="4088">
                        <c:v>89.963999999999999</c:v>
                      </c:pt>
                      <c:pt idx="4089">
                        <c:v>90.733999999999995</c:v>
                      </c:pt>
                      <c:pt idx="4090">
                        <c:v>88.17</c:v>
                      </c:pt>
                      <c:pt idx="4091">
                        <c:v>85.138000000000005</c:v>
                      </c:pt>
                      <c:pt idx="4092">
                        <c:v>82.218000000000004</c:v>
                      </c:pt>
                      <c:pt idx="4093">
                        <c:v>80.248000000000005</c:v>
                      </c:pt>
                      <c:pt idx="4094">
                        <c:v>78.468999999999994</c:v>
                      </c:pt>
                      <c:pt idx="4095">
                        <c:v>75.760000000000005</c:v>
                      </c:pt>
                      <c:pt idx="4096">
                        <c:v>73.227000000000004</c:v>
                      </c:pt>
                      <c:pt idx="4097">
                        <c:v>72.927000000000007</c:v>
                      </c:pt>
                      <c:pt idx="4098">
                        <c:v>72.122</c:v>
                      </c:pt>
                      <c:pt idx="4099">
                        <c:v>71.260999999999996</c:v>
                      </c:pt>
                      <c:pt idx="4100">
                        <c:v>71.81</c:v>
                      </c:pt>
                      <c:pt idx="4101">
                        <c:v>74.343999999999994</c:v>
                      </c:pt>
                      <c:pt idx="4102">
                        <c:v>74.424999999999997</c:v>
                      </c:pt>
                      <c:pt idx="4103">
                        <c:v>74.658000000000001</c:v>
                      </c:pt>
                      <c:pt idx="4104">
                        <c:v>74.298000000000002</c:v>
                      </c:pt>
                      <c:pt idx="4105">
                        <c:v>74.358000000000004</c:v>
                      </c:pt>
                      <c:pt idx="4106">
                        <c:v>74.194999999999993</c:v>
                      </c:pt>
                      <c:pt idx="4107">
                        <c:v>72.974999999999994</c:v>
                      </c:pt>
                      <c:pt idx="4108">
                        <c:v>72.412999999999997</c:v>
                      </c:pt>
                      <c:pt idx="4109">
                        <c:v>72.224999999999994</c:v>
                      </c:pt>
                      <c:pt idx="4110">
                        <c:v>72.376000000000005</c:v>
                      </c:pt>
                      <c:pt idx="4111">
                        <c:v>69.918999999999997</c:v>
                      </c:pt>
                      <c:pt idx="4112">
                        <c:v>70.563999999999993</c:v>
                      </c:pt>
                      <c:pt idx="4113">
                        <c:v>70.891000000000005</c:v>
                      </c:pt>
                      <c:pt idx="4114">
                        <c:v>70.260999999999996</c:v>
                      </c:pt>
                      <c:pt idx="4115">
                        <c:v>69.019000000000005</c:v>
                      </c:pt>
                      <c:pt idx="4116">
                        <c:v>68.343000000000004</c:v>
                      </c:pt>
                      <c:pt idx="4117">
                        <c:v>69.001999999999995</c:v>
                      </c:pt>
                      <c:pt idx="4118">
                        <c:v>70.180999999999997</c:v>
                      </c:pt>
                      <c:pt idx="4119">
                        <c:v>71.465999999999994</c:v>
                      </c:pt>
                      <c:pt idx="4120">
                        <c:v>71.828999999999994</c:v>
                      </c:pt>
                      <c:pt idx="4121">
                        <c:v>71.796999999999997</c:v>
                      </c:pt>
                      <c:pt idx="4122">
                        <c:v>72.664000000000001</c:v>
                      </c:pt>
                      <c:pt idx="4123">
                        <c:v>73.052999999999997</c:v>
                      </c:pt>
                      <c:pt idx="4124">
                        <c:v>74.225999999999999</c:v>
                      </c:pt>
                      <c:pt idx="4125">
                        <c:v>76.305000000000007</c:v>
                      </c:pt>
                      <c:pt idx="4126">
                        <c:v>79.266999999999996</c:v>
                      </c:pt>
                      <c:pt idx="4127">
                        <c:v>81.075999999999993</c:v>
                      </c:pt>
                      <c:pt idx="4128">
                        <c:v>84.667000000000002</c:v>
                      </c:pt>
                      <c:pt idx="4129">
                        <c:v>80.319000000000003</c:v>
                      </c:pt>
                      <c:pt idx="4130">
                        <c:v>75.813999999999993</c:v>
                      </c:pt>
                      <c:pt idx="4131">
                        <c:v>77.031999999999996</c:v>
                      </c:pt>
                      <c:pt idx="4132">
                        <c:v>80.350999999999999</c:v>
                      </c:pt>
                      <c:pt idx="4133">
                        <c:v>81.557000000000002</c:v>
                      </c:pt>
                      <c:pt idx="4134">
                        <c:v>77.572000000000003</c:v>
                      </c:pt>
                      <c:pt idx="4135">
                        <c:v>74.463999999999999</c:v>
                      </c:pt>
                      <c:pt idx="4136">
                        <c:v>73.63</c:v>
                      </c:pt>
                      <c:pt idx="4137">
                        <c:v>74.664000000000001</c:v>
                      </c:pt>
                      <c:pt idx="4138">
                        <c:v>74.703000000000003</c:v>
                      </c:pt>
                      <c:pt idx="4139">
                        <c:v>73.745000000000005</c:v>
                      </c:pt>
                      <c:pt idx="4140">
                        <c:v>73.275000000000006</c:v>
                      </c:pt>
                      <c:pt idx="4141">
                        <c:v>72.156999999999996</c:v>
                      </c:pt>
                      <c:pt idx="4142">
                        <c:v>71.078000000000003</c:v>
                      </c:pt>
                      <c:pt idx="4143">
                        <c:v>70.507000000000005</c:v>
                      </c:pt>
                      <c:pt idx="4144">
                        <c:v>70.429000000000002</c:v>
                      </c:pt>
                      <c:pt idx="4145">
                        <c:v>70.167000000000002</c:v>
                      </c:pt>
                      <c:pt idx="4146">
                        <c:v>69.801000000000002</c:v>
                      </c:pt>
                      <c:pt idx="4147">
                        <c:v>69.405000000000001</c:v>
                      </c:pt>
                      <c:pt idx="4148">
                        <c:v>73.852999999999994</c:v>
                      </c:pt>
                      <c:pt idx="4149">
                        <c:v>78.902000000000001</c:v>
                      </c:pt>
                      <c:pt idx="4150">
                        <c:v>81.073999999999998</c:v>
                      </c:pt>
                      <c:pt idx="4151">
                        <c:v>91.49</c:v>
                      </c:pt>
                      <c:pt idx="4152">
                        <c:v>103.34</c:v>
                      </c:pt>
                      <c:pt idx="4153">
                        <c:v>101.366</c:v>
                      </c:pt>
                      <c:pt idx="4154">
                        <c:v>98.513999999999996</c:v>
                      </c:pt>
                      <c:pt idx="4155">
                        <c:v>89.694999999999993</c:v>
                      </c:pt>
                      <c:pt idx="4156">
                        <c:v>100.214</c:v>
                      </c:pt>
                      <c:pt idx="4157">
                        <c:v>113.687</c:v>
                      </c:pt>
                      <c:pt idx="4158">
                        <c:v>174.81700000000001</c:v>
                      </c:pt>
                      <c:pt idx="4159">
                        <c:v>188.54900000000001</c:v>
                      </c:pt>
                      <c:pt idx="4160">
                        <c:v>236.82599999999999</c:v>
                      </c:pt>
                      <c:pt idx="4161">
                        <c:v>254.64099999999999</c:v>
                      </c:pt>
                      <c:pt idx="4162">
                        <c:v>214.959</c:v>
                      </c:pt>
                      <c:pt idx="4163">
                        <c:v>259.363</c:v>
                      </c:pt>
                      <c:pt idx="4164">
                        <c:v>270.577</c:v>
                      </c:pt>
                      <c:pt idx="4165">
                        <c:v>327.90199999999999</c:v>
                      </c:pt>
                      <c:pt idx="4166">
                        <c:v>334.15100000000001</c:v>
                      </c:pt>
                      <c:pt idx="4167">
                        <c:v>342.3</c:v>
                      </c:pt>
                      <c:pt idx="4168">
                        <c:v>356.959</c:v>
                      </c:pt>
                      <c:pt idx="4169">
                        <c:v>311.221</c:v>
                      </c:pt>
                      <c:pt idx="4170">
                        <c:v>227.36500000000001</c:v>
                      </c:pt>
                      <c:pt idx="4171">
                        <c:v>194.756</c:v>
                      </c:pt>
                      <c:pt idx="4172">
                        <c:v>227.10499999999999</c:v>
                      </c:pt>
                      <c:pt idx="4173">
                        <c:v>238.27699999999999</c:v>
                      </c:pt>
                      <c:pt idx="4174">
                        <c:v>232.34</c:v>
                      </c:pt>
                      <c:pt idx="4175">
                        <c:v>254.767</c:v>
                      </c:pt>
                      <c:pt idx="4176">
                        <c:v>261.36399999999998</c:v>
                      </c:pt>
                      <c:pt idx="4177">
                        <c:v>265.96899999999999</c:v>
                      </c:pt>
                      <c:pt idx="4178">
                        <c:v>252.85</c:v>
                      </c:pt>
                      <c:pt idx="4179">
                        <c:v>245.58099999999999</c:v>
                      </c:pt>
                      <c:pt idx="4180">
                        <c:v>240.88300000000001</c:v>
                      </c:pt>
                      <c:pt idx="4181">
                        <c:v>222.67400000000001</c:v>
                      </c:pt>
                      <c:pt idx="4182">
                        <c:v>216.47200000000001</c:v>
                      </c:pt>
                      <c:pt idx="4183">
                        <c:v>220.85400000000001</c:v>
                      </c:pt>
                      <c:pt idx="4184">
                        <c:v>222.76900000000001</c:v>
                      </c:pt>
                      <c:pt idx="4185">
                        <c:v>241.768</c:v>
                      </c:pt>
                      <c:pt idx="4186">
                        <c:v>251.59100000000001</c:v>
                      </c:pt>
                      <c:pt idx="4187">
                        <c:v>246.80799999999999</c:v>
                      </c:pt>
                      <c:pt idx="4188">
                        <c:v>252.71600000000001</c:v>
                      </c:pt>
                      <c:pt idx="4189">
                        <c:v>267.97500000000002</c:v>
                      </c:pt>
                      <c:pt idx="4190">
                        <c:v>268.94200000000001</c:v>
                      </c:pt>
                      <c:pt idx="4191">
                        <c:v>264.358</c:v>
                      </c:pt>
                      <c:pt idx="4192">
                        <c:v>268.52300000000002</c:v>
                      </c:pt>
                      <c:pt idx="4193">
                        <c:v>279.65499999999997</c:v>
                      </c:pt>
                      <c:pt idx="4194">
                        <c:v>277.69799999999998</c:v>
                      </c:pt>
                      <c:pt idx="4195">
                        <c:v>259.113</c:v>
                      </c:pt>
                      <c:pt idx="4196">
                        <c:v>243.005</c:v>
                      </c:pt>
                      <c:pt idx="4197">
                        <c:v>246.34800000000001</c:v>
                      </c:pt>
                      <c:pt idx="4198">
                        <c:v>245.23400000000001</c:v>
                      </c:pt>
                      <c:pt idx="4199">
                        <c:v>235.833</c:v>
                      </c:pt>
                      <c:pt idx="4200">
                        <c:v>237.09299999999999</c:v>
                      </c:pt>
                      <c:pt idx="4201">
                        <c:v>232.29599999999999</c:v>
                      </c:pt>
                      <c:pt idx="4202">
                        <c:v>224.71299999999999</c:v>
                      </c:pt>
                      <c:pt idx="4203">
                        <c:v>219.78700000000001</c:v>
                      </c:pt>
                      <c:pt idx="4204">
                        <c:v>222.62100000000001</c:v>
                      </c:pt>
                      <c:pt idx="4205">
                        <c:v>231.708</c:v>
                      </c:pt>
                      <c:pt idx="4206">
                        <c:v>238.40700000000001</c:v>
                      </c:pt>
                      <c:pt idx="4207">
                        <c:v>242.49700000000001</c:v>
                      </c:pt>
                      <c:pt idx="4208">
                        <c:v>226.41499999999999</c:v>
                      </c:pt>
                      <c:pt idx="4209">
                        <c:v>221.37299999999999</c:v>
                      </c:pt>
                      <c:pt idx="4210">
                        <c:v>208.80099999999999</c:v>
                      </c:pt>
                      <c:pt idx="4211">
                        <c:v>195.89400000000001</c:v>
                      </c:pt>
                      <c:pt idx="4212">
                        <c:v>193.47900000000001</c:v>
                      </c:pt>
                      <c:pt idx="4213">
                        <c:v>195.59100000000001</c:v>
                      </c:pt>
                      <c:pt idx="4214">
                        <c:v>176.185</c:v>
                      </c:pt>
                      <c:pt idx="4215">
                        <c:v>166.16900000000001</c:v>
                      </c:pt>
                      <c:pt idx="4216">
                        <c:v>169.43899999999999</c:v>
                      </c:pt>
                      <c:pt idx="4217">
                        <c:v>172.79599999999999</c:v>
                      </c:pt>
                      <c:pt idx="4218">
                        <c:v>169.452</c:v>
                      </c:pt>
                      <c:pt idx="4219">
                        <c:v>151.995</c:v>
                      </c:pt>
                      <c:pt idx="4220">
                        <c:v>138.49199999999999</c:v>
                      </c:pt>
                      <c:pt idx="4221">
                        <c:v>135.291</c:v>
                      </c:pt>
                      <c:pt idx="4222">
                        <c:v>124.919</c:v>
                      </c:pt>
                      <c:pt idx="4223">
                        <c:v>123.126</c:v>
                      </c:pt>
                      <c:pt idx="4224">
                        <c:v>132.524</c:v>
                      </c:pt>
                      <c:pt idx="4225">
                        <c:v>138.23099999999999</c:v>
                      </c:pt>
                      <c:pt idx="4226">
                        <c:v>166.46799999999999</c:v>
                      </c:pt>
                      <c:pt idx="4227">
                        <c:v>168.565</c:v>
                      </c:pt>
                      <c:pt idx="4228">
                        <c:v>160.88399999999999</c:v>
                      </c:pt>
                      <c:pt idx="4229">
                        <c:v>150.125</c:v>
                      </c:pt>
                      <c:pt idx="4230">
                        <c:v>152.357</c:v>
                      </c:pt>
                      <c:pt idx="4231">
                        <c:v>156.511</c:v>
                      </c:pt>
                      <c:pt idx="4232">
                        <c:v>155.642</c:v>
                      </c:pt>
                      <c:pt idx="4233">
                        <c:v>155.68600000000001</c:v>
                      </c:pt>
                      <c:pt idx="4234">
                        <c:v>151.83500000000001</c:v>
                      </c:pt>
                      <c:pt idx="4235">
                        <c:v>158.20699999999999</c:v>
                      </c:pt>
                      <c:pt idx="4236">
                        <c:v>159.785</c:v>
                      </c:pt>
                      <c:pt idx="4237">
                        <c:v>164.56800000000001</c:v>
                      </c:pt>
                      <c:pt idx="4238">
                        <c:v>167.16</c:v>
                      </c:pt>
                      <c:pt idx="4239">
                        <c:v>160.73099999999999</c:v>
                      </c:pt>
                      <c:pt idx="4240">
                        <c:v>150.67500000000001</c:v>
                      </c:pt>
                      <c:pt idx="4241">
                        <c:v>139.43199999999999</c:v>
                      </c:pt>
                      <c:pt idx="4242">
                        <c:v>136.762</c:v>
                      </c:pt>
                      <c:pt idx="4243">
                        <c:v>135.38800000000001</c:v>
                      </c:pt>
                      <c:pt idx="4244">
                        <c:v>139.79499999999999</c:v>
                      </c:pt>
                      <c:pt idx="4245">
                        <c:v>143.41300000000001</c:v>
                      </c:pt>
                      <c:pt idx="4246">
                        <c:v>146.964</c:v>
                      </c:pt>
                      <c:pt idx="4247">
                        <c:v>149.00200000000001</c:v>
                      </c:pt>
                      <c:pt idx="4248">
                        <c:v>150.876</c:v>
                      </c:pt>
                      <c:pt idx="4249">
                        <c:v>151.19200000000001</c:v>
                      </c:pt>
                      <c:pt idx="4250">
                        <c:v>148.78299999999999</c:v>
                      </c:pt>
                      <c:pt idx="4251">
                        <c:v>146.75700000000001</c:v>
                      </c:pt>
                      <c:pt idx="4252">
                        <c:v>143.99600000000001</c:v>
                      </c:pt>
                      <c:pt idx="4253">
                        <c:v>136.626</c:v>
                      </c:pt>
                      <c:pt idx="4254">
                        <c:v>123.902</c:v>
                      </c:pt>
                      <c:pt idx="4255">
                        <c:v>118.907</c:v>
                      </c:pt>
                      <c:pt idx="4256">
                        <c:v>123.952</c:v>
                      </c:pt>
                      <c:pt idx="4257">
                        <c:v>128.69900000000001</c:v>
                      </c:pt>
                      <c:pt idx="4258">
                        <c:v>127.687</c:v>
                      </c:pt>
                      <c:pt idx="4259">
                        <c:v>129.65600000000001</c:v>
                      </c:pt>
                      <c:pt idx="4260">
                        <c:v>129.15700000000001</c:v>
                      </c:pt>
                      <c:pt idx="4261">
                        <c:v>129.36600000000001</c:v>
                      </c:pt>
                      <c:pt idx="4262">
                        <c:v>128.86600000000001</c:v>
                      </c:pt>
                      <c:pt idx="4263">
                        <c:v>128.22</c:v>
                      </c:pt>
                      <c:pt idx="4264">
                        <c:v>128.9</c:v>
                      </c:pt>
                      <c:pt idx="4265">
                        <c:v>127.16</c:v>
                      </c:pt>
                      <c:pt idx="4266">
                        <c:v>124.649</c:v>
                      </c:pt>
                      <c:pt idx="4267">
                        <c:v>124.727</c:v>
                      </c:pt>
                      <c:pt idx="4268">
                        <c:v>124.21899999999999</c:v>
                      </c:pt>
                      <c:pt idx="4269">
                        <c:v>124.611</c:v>
                      </c:pt>
                      <c:pt idx="4270">
                        <c:v>126.111</c:v>
                      </c:pt>
                      <c:pt idx="4271">
                        <c:v>128.60300000000001</c:v>
                      </c:pt>
                      <c:pt idx="4272">
                        <c:v>131.88900000000001</c:v>
                      </c:pt>
                      <c:pt idx="4273">
                        <c:v>131.96</c:v>
                      </c:pt>
                      <c:pt idx="4274">
                        <c:v>129.976</c:v>
                      </c:pt>
                      <c:pt idx="4275">
                        <c:v>129.18899999999999</c:v>
                      </c:pt>
                      <c:pt idx="4276">
                        <c:v>128.53700000000001</c:v>
                      </c:pt>
                      <c:pt idx="4277">
                        <c:v>127.55800000000001</c:v>
                      </c:pt>
                      <c:pt idx="4278">
                        <c:v>122.991</c:v>
                      </c:pt>
                      <c:pt idx="4279">
                        <c:v>120.46299999999999</c:v>
                      </c:pt>
                      <c:pt idx="4280">
                        <c:v>122.044</c:v>
                      </c:pt>
                      <c:pt idx="4281">
                        <c:v>123.068</c:v>
                      </c:pt>
                      <c:pt idx="4282">
                        <c:v>119.10299999999999</c:v>
                      </c:pt>
                      <c:pt idx="4283">
                        <c:v>116.2</c:v>
                      </c:pt>
                      <c:pt idx="4284">
                        <c:v>109.05</c:v>
                      </c:pt>
                      <c:pt idx="4285">
                        <c:v>105.128</c:v>
                      </c:pt>
                      <c:pt idx="4286">
                        <c:v>110.48099999999999</c:v>
                      </c:pt>
                      <c:pt idx="4287">
                        <c:v>115.837</c:v>
                      </c:pt>
                      <c:pt idx="4288">
                        <c:v>117.065</c:v>
                      </c:pt>
                      <c:pt idx="4289">
                        <c:v>122.465</c:v>
                      </c:pt>
                      <c:pt idx="4290">
                        <c:v>120.414</c:v>
                      </c:pt>
                      <c:pt idx="4291">
                        <c:v>121.622</c:v>
                      </c:pt>
                      <c:pt idx="4292">
                        <c:v>122.38</c:v>
                      </c:pt>
                      <c:pt idx="4293">
                        <c:v>120.498</c:v>
                      </c:pt>
                      <c:pt idx="4294">
                        <c:v>118.621</c:v>
                      </c:pt>
                      <c:pt idx="4295">
                        <c:v>117.678</c:v>
                      </c:pt>
                      <c:pt idx="4296">
                        <c:v>119.38500000000001</c:v>
                      </c:pt>
                      <c:pt idx="4297">
                        <c:v>122.09699999999999</c:v>
                      </c:pt>
                      <c:pt idx="4298">
                        <c:v>146.15799999999999</c:v>
                      </c:pt>
                      <c:pt idx="4299">
                        <c:v>151.31700000000001</c:v>
                      </c:pt>
                      <c:pt idx="4300">
                        <c:v>163.66900000000001</c:v>
                      </c:pt>
                      <c:pt idx="4301">
                        <c:v>165.029</c:v>
                      </c:pt>
                      <c:pt idx="4302">
                        <c:v>162.65299999999999</c:v>
                      </c:pt>
                      <c:pt idx="4303">
                        <c:v>157.238</c:v>
                      </c:pt>
                      <c:pt idx="4304">
                        <c:v>154.79300000000001</c:v>
                      </c:pt>
                      <c:pt idx="4305">
                        <c:v>151.91999999999999</c:v>
                      </c:pt>
                      <c:pt idx="4306">
                        <c:v>146.315</c:v>
                      </c:pt>
                      <c:pt idx="4307">
                        <c:v>146.38999999999999</c:v>
                      </c:pt>
                      <c:pt idx="4308">
                        <c:v>138.96700000000001</c:v>
                      </c:pt>
                      <c:pt idx="4309">
                        <c:v>134.90199999999999</c:v>
                      </c:pt>
                      <c:pt idx="4310">
                        <c:v>127.18600000000001</c:v>
                      </c:pt>
                      <c:pt idx="4311">
                        <c:v>123.077</c:v>
                      </c:pt>
                      <c:pt idx="4312">
                        <c:v>118.062</c:v>
                      </c:pt>
                      <c:pt idx="4313">
                        <c:v>116.259</c:v>
                      </c:pt>
                      <c:pt idx="4314">
                        <c:v>117.831</c:v>
                      </c:pt>
                      <c:pt idx="4315">
                        <c:v>120.44199999999999</c:v>
                      </c:pt>
                      <c:pt idx="4316">
                        <c:v>122.19499999999999</c:v>
                      </c:pt>
                      <c:pt idx="4317">
                        <c:v>119.514</c:v>
                      </c:pt>
                      <c:pt idx="4318">
                        <c:v>119.633</c:v>
                      </c:pt>
                      <c:pt idx="4319">
                        <c:v>119.39</c:v>
                      </c:pt>
                      <c:pt idx="4320">
                        <c:v>119.21299999999999</c:v>
                      </c:pt>
                      <c:pt idx="4321">
                        <c:v>118.822</c:v>
                      </c:pt>
                      <c:pt idx="4322">
                        <c:v>119.694</c:v>
                      </c:pt>
                      <c:pt idx="4323">
                        <c:v>122.00700000000001</c:v>
                      </c:pt>
                      <c:pt idx="4324">
                        <c:v>120.241</c:v>
                      </c:pt>
                      <c:pt idx="4325">
                        <c:v>124.663</c:v>
                      </c:pt>
                      <c:pt idx="4326">
                        <c:v>124.685</c:v>
                      </c:pt>
                      <c:pt idx="4327">
                        <c:v>125.316</c:v>
                      </c:pt>
                      <c:pt idx="4328">
                        <c:v>126.755</c:v>
                      </c:pt>
                      <c:pt idx="4329">
                        <c:v>123.46299999999999</c:v>
                      </c:pt>
                      <c:pt idx="4330">
                        <c:v>118.871</c:v>
                      </c:pt>
                      <c:pt idx="4331">
                        <c:v>109.196</c:v>
                      </c:pt>
                      <c:pt idx="4332">
                        <c:v>103.886</c:v>
                      </c:pt>
                      <c:pt idx="4333">
                        <c:v>91.814999999999998</c:v>
                      </c:pt>
                      <c:pt idx="4334">
                        <c:v>87.572999999999993</c:v>
                      </c:pt>
                      <c:pt idx="4335">
                        <c:v>87.114999999999995</c:v>
                      </c:pt>
                      <c:pt idx="4336">
                        <c:v>94.477999999999994</c:v>
                      </c:pt>
                      <c:pt idx="4337">
                        <c:v>98.185000000000002</c:v>
                      </c:pt>
                      <c:pt idx="4338">
                        <c:v>96.064999999999998</c:v>
                      </c:pt>
                      <c:pt idx="4339">
                        <c:v>96.316000000000003</c:v>
                      </c:pt>
                      <c:pt idx="4340">
                        <c:v>96.087000000000003</c:v>
                      </c:pt>
                      <c:pt idx="4341">
                        <c:v>95.477999999999994</c:v>
                      </c:pt>
                      <c:pt idx="4342">
                        <c:v>94.644000000000005</c:v>
                      </c:pt>
                      <c:pt idx="4343">
                        <c:v>94.317999999999998</c:v>
                      </c:pt>
                      <c:pt idx="4344">
                        <c:v>89.861999999999995</c:v>
                      </c:pt>
                      <c:pt idx="4345">
                        <c:v>89.683000000000007</c:v>
                      </c:pt>
                      <c:pt idx="4346">
                        <c:v>90.367999999999995</c:v>
                      </c:pt>
                      <c:pt idx="4347">
                        <c:v>88.031999999999996</c:v>
                      </c:pt>
                      <c:pt idx="4348">
                        <c:v>88.826999999999998</c:v>
                      </c:pt>
                      <c:pt idx="4349">
                        <c:v>85.745999999999995</c:v>
                      </c:pt>
                      <c:pt idx="4350">
                        <c:v>85.369</c:v>
                      </c:pt>
                      <c:pt idx="4351">
                        <c:v>85.063000000000002</c:v>
                      </c:pt>
                      <c:pt idx="4352">
                        <c:v>84.831999999999994</c:v>
                      </c:pt>
                      <c:pt idx="4353">
                        <c:v>86.56</c:v>
                      </c:pt>
                      <c:pt idx="4354">
                        <c:v>86.671999999999997</c:v>
                      </c:pt>
                      <c:pt idx="4355">
                        <c:v>88.513000000000005</c:v>
                      </c:pt>
                      <c:pt idx="4356">
                        <c:v>89.28</c:v>
                      </c:pt>
                      <c:pt idx="4357">
                        <c:v>92.826999999999998</c:v>
                      </c:pt>
                      <c:pt idx="4358">
                        <c:v>93.433000000000007</c:v>
                      </c:pt>
                      <c:pt idx="4359">
                        <c:v>93.082999999999998</c:v>
                      </c:pt>
                      <c:pt idx="4360">
                        <c:v>92.582999999999998</c:v>
                      </c:pt>
                      <c:pt idx="4361">
                        <c:v>92.697999999999993</c:v>
                      </c:pt>
                      <c:pt idx="4362">
                        <c:v>93.206000000000003</c:v>
                      </c:pt>
                      <c:pt idx="4363">
                        <c:v>95.558000000000007</c:v>
                      </c:pt>
                      <c:pt idx="4364">
                        <c:v>95.832999999999998</c:v>
                      </c:pt>
                      <c:pt idx="4365">
                        <c:v>93.13</c:v>
                      </c:pt>
                      <c:pt idx="4366">
                        <c:v>91.426000000000002</c:v>
                      </c:pt>
                      <c:pt idx="4367">
                        <c:v>91.144000000000005</c:v>
                      </c:pt>
                      <c:pt idx="4368">
                        <c:v>90.930999999999997</c:v>
                      </c:pt>
                      <c:pt idx="4369">
                        <c:v>90.198999999999998</c:v>
                      </c:pt>
                      <c:pt idx="4370">
                        <c:v>89.364999999999995</c:v>
                      </c:pt>
                      <c:pt idx="4371">
                        <c:v>88.656999999999996</c:v>
                      </c:pt>
                      <c:pt idx="4372">
                        <c:v>88.622</c:v>
                      </c:pt>
                      <c:pt idx="4373">
                        <c:v>89.043999999999997</c:v>
                      </c:pt>
                      <c:pt idx="4374">
                        <c:v>89.677000000000007</c:v>
                      </c:pt>
                      <c:pt idx="4375">
                        <c:v>89.108000000000004</c:v>
                      </c:pt>
                      <c:pt idx="4376">
                        <c:v>89.191999999999993</c:v>
                      </c:pt>
                      <c:pt idx="4377">
                        <c:v>89.995999999999995</c:v>
                      </c:pt>
                      <c:pt idx="4378">
                        <c:v>94.05</c:v>
                      </c:pt>
                      <c:pt idx="4379">
                        <c:v>97.954999999999998</c:v>
                      </c:pt>
                      <c:pt idx="4380">
                        <c:v>99.448999999999998</c:v>
                      </c:pt>
                      <c:pt idx="4381">
                        <c:v>101.446</c:v>
                      </c:pt>
                      <c:pt idx="4382">
                        <c:v>106.411</c:v>
                      </c:pt>
                      <c:pt idx="4383">
                        <c:v>107.239</c:v>
                      </c:pt>
                      <c:pt idx="4384">
                        <c:v>105.53100000000001</c:v>
                      </c:pt>
                      <c:pt idx="4385">
                        <c:v>104.498</c:v>
                      </c:pt>
                      <c:pt idx="4386">
                        <c:v>105.655</c:v>
                      </c:pt>
                      <c:pt idx="4387">
                        <c:v>106.89700000000001</c:v>
                      </c:pt>
                      <c:pt idx="4388">
                        <c:v>110.559</c:v>
                      </c:pt>
                      <c:pt idx="4389">
                        <c:v>110.943</c:v>
                      </c:pt>
                      <c:pt idx="4390">
                        <c:v>113.551</c:v>
                      </c:pt>
                      <c:pt idx="4391">
                        <c:v>112.604</c:v>
                      </c:pt>
                      <c:pt idx="4392">
                        <c:v>112.91500000000001</c:v>
                      </c:pt>
                      <c:pt idx="4393">
                        <c:v>111.491</c:v>
                      </c:pt>
                      <c:pt idx="4394">
                        <c:v>108.617</c:v>
                      </c:pt>
                      <c:pt idx="4395">
                        <c:v>104.18300000000001</c:v>
                      </c:pt>
                      <c:pt idx="4396">
                        <c:v>100.32899999999999</c:v>
                      </c:pt>
                      <c:pt idx="4397">
                        <c:v>97.242999999999995</c:v>
                      </c:pt>
                      <c:pt idx="4398">
                        <c:v>95.308000000000007</c:v>
                      </c:pt>
                      <c:pt idx="4399">
                        <c:v>97.658000000000001</c:v>
                      </c:pt>
                      <c:pt idx="4400">
                        <c:v>97.501000000000005</c:v>
                      </c:pt>
                      <c:pt idx="4401">
                        <c:v>95.929000000000002</c:v>
                      </c:pt>
                      <c:pt idx="4402">
                        <c:v>95.010999999999996</c:v>
                      </c:pt>
                      <c:pt idx="4403">
                        <c:v>95.180999999999997</c:v>
                      </c:pt>
                      <c:pt idx="4404">
                        <c:v>96.870999999999995</c:v>
                      </c:pt>
                      <c:pt idx="4405">
                        <c:v>98.463999999999999</c:v>
                      </c:pt>
                      <c:pt idx="4406">
                        <c:v>101.54</c:v>
                      </c:pt>
                      <c:pt idx="4407">
                        <c:v>102.804</c:v>
                      </c:pt>
                      <c:pt idx="4408">
                        <c:v>109.45099999999999</c:v>
                      </c:pt>
                      <c:pt idx="4409">
                        <c:v>111.27800000000001</c:v>
                      </c:pt>
                      <c:pt idx="4410">
                        <c:v>107.616</c:v>
                      </c:pt>
                      <c:pt idx="4411">
                        <c:v>113.81100000000001</c:v>
                      </c:pt>
                      <c:pt idx="4412">
                        <c:v>121.289</c:v>
                      </c:pt>
                      <c:pt idx="4413">
                        <c:v>117.039</c:v>
                      </c:pt>
                      <c:pt idx="4414">
                        <c:v>117.575</c:v>
                      </c:pt>
                      <c:pt idx="4415">
                        <c:v>121.398</c:v>
                      </c:pt>
                      <c:pt idx="4416">
                        <c:v>126.486</c:v>
                      </c:pt>
                      <c:pt idx="4417">
                        <c:v>125.726</c:v>
                      </c:pt>
                      <c:pt idx="4418">
                        <c:v>133.54499999999999</c:v>
                      </c:pt>
                      <c:pt idx="4419">
                        <c:v>125.377</c:v>
                      </c:pt>
                      <c:pt idx="4420">
                        <c:v>120.654</c:v>
                      </c:pt>
                      <c:pt idx="4421">
                        <c:v>110.96599999999999</c:v>
                      </c:pt>
                      <c:pt idx="4422">
                        <c:v>113.751</c:v>
                      </c:pt>
                      <c:pt idx="4423">
                        <c:v>116.354</c:v>
                      </c:pt>
                      <c:pt idx="4424">
                        <c:v>116.208</c:v>
                      </c:pt>
                      <c:pt idx="4425">
                        <c:v>111.361</c:v>
                      </c:pt>
                      <c:pt idx="4426">
                        <c:v>114.258</c:v>
                      </c:pt>
                      <c:pt idx="4427">
                        <c:v>111.874</c:v>
                      </c:pt>
                      <c:pt idx="4428">
                        <c:v>120.092</c:v>
                      </c:pt>
                      <c:pt idx="4429">
                        <c:v>124.02800000000001</c:v>
                      </c:pt>
                      <c:pt idx="4430">
                        <c:v>126.021</c:v>
                      </c:pt>
                      <c:pt idx="4431">
                        <c:v>131.523</c:v>
                      </c:pt>
                      <c:pt idx="4432">
                        <c:v>132.161</c:v>
                      </c:pt>
                      <c:pt idx="4433">
                        <c:v>133.63200000000001</c:v>
                      </c:pt>
                      <c:pt idx="4434">
                        <c:v>136.61500000000001</c:v>
                      </c:pt>
                      <c:pt idx="4435">
                        <c:v>134.66300000000001</c:v>
                      </c:pt>
                      <c:pt idx="4436">
                        <c:v>130.50700000000001</c:v>
                      </c:pt>
                      <c:pt idx="4437">
                        <c:v>129.13399999999999</c:v>
                      </c:pt>
                      <c:pt idx="4438">
                        <c:v>127.217</c:v>
                      </c:pt>
                      <c:pt idx="4439">
                        <c:v>124.411</c:v>
                      </c:pt>
                      <c:pt idx="4440">
                        <c:v>126.874</c:v>
                      </c:pt>
                      <c:pt idx="4441">
                        <c:v>125.982</c:v>
                      </c:pt>
                      <c:pt idx="4442">
                        <c:v>126.11499999999999</c:v>
                      </c:pt>
                      <c:pt idx="4443">
                        <c:v>125.65900000000001</c:v>
                      </c:pt>
                      <c:pt idx="4444">
                        <c:v>123.203</c:v>
                      </c:pt>
                      <c:pt idx="4445">
                        <c:v>119.13500000000001</c:v>
                      </c:pt>
                      <c:pt idx="4446">
                        <c:v>113.98099999999999</c:v>
                      </c:pt>
                      <c:pt idx="4447">
                        <c:v>107.404</c:v>
                      </c:pt>
                      <c:pt idx="4448">
                        <c:v>107.654</c:v>
                      </c:pt>
                      <c:pt idx="4449">
                        <c:v>113.014</c:v>
                      </c:pt>
                      <c:pt idx="4450">
                        <c:v>113.298</c:v>
                      </c:pt>
                      <c:pt idx="4451">
                        <c:v>115.182</c:v>
                      </c:pt>
                      <c:pt idx="4452">
                        <c:v>115.408</c:v>
                      </c:pt>
                      <c:pt idx="4453">
                        <c:v>117.58799999999999</c:v>
                      </c:pt>
                      <c:pt idx="4454">
                        <c:v>121.342</c:v>
                      </c:pt>
                      <c:pt idx="4455">
                        <c:v>123.64400000000001</c:v>
                      </c:pt>
                      <c:pt idx="4456">
                        <c:v>123.77</c:v>
                      </c:pt>
                      <c:pt idx="4457">
                        <c:v>125.241</c:v>
                      </c:pt>
                      <c:pt idx="4458">
                        <c:v>133.209</c:v>
                      </c:pt>
                      <c:pt idx="4459">
                        <c:v>139.80699999999999</c:v>
                      </c:pt>
                      <c:pt idx="4460">
                        <c:v>139.89400000000001</c:v>
                      </c:pt>
                      <c:pt idx="4461">
                        <c:v>135.57</c:v>
                      </c:pt>
                      <c:pt idx="4462">
                        <c:v>129.607</c:v>
                      </c:pt>
                      <c:pt idx="4463">
                        <c:v>126.9</c:v>
                      </c:pt>
                      <c:pt idx="4464">
                        <c:v>128.59700000000001</c:v>
                      </c:pt>
                      <c:pt idx="4465">
                        <c:v>133.553</c:v>
                      </c:pt>
                      <c:pt idx="4466">
                        <c:v>133.267</c:v>
                      </c:pt>
                      <c:pt idx="4467">
                        <c:v>130.99799999999999</c:v>
                      </c:pt>
                      <c:pt idx="4468">
                        <c:v>131.869</c:v>
                      </c:pt>
                      <c:pt idx="4469">
                        <c:v>134.49</c:v>
                      </c:pt>
                      <c:pt idx="4470">
                        <c:v>136.488</c:v>
                      </c:pt>
                      <c:pt idx="4471">
                        <c:v>138.648</c:v>
                      </c:pt>
                      <c:pt idx="4472">
                        <c:v>139.88399999999999</c:v>
                      </c:pt>
                      <c:pt idx="4473">
                        <c:v>139.905</c:v>
                      </c:pt>
                      <c:pt idx="4474">
                        <c:v>142.81200000000001</c:v>
                      </c:pt>
                      <c:pt idx="4475">
                        <c:v>143.41399999999999</c:v>
                      </c:pt>
                      <c:pt idx="4476">
                        <c:v>142.67099999999999</c:v>
                      </c:pt>
                      <c:pt idx="4477">
                        <c:v>142.11000000000001</c:v>
                      </c:pt>
                      <c:pt idx="4478">
                        <c:v>141.821</c:v>
                      </c:pt>
                      <c:pt idx="4479">
                        <c:v>140.34200000000001</c:v>
                      </c:pt>
                      <c:pt idx="4480">
                        <c:v>137.929</c:v>
                      </c:pt>
                      <c:pt idx="4481">
                        <c:v>139.31700000000001</c:v>
                      </c:pt>
                      <c:pt idx="4482">
                        <c:v>137.56899999999999</c:v>
                      </c:pt>
                      <c:pt idx="4483">
                        <c:v>136.02199999999999</c:v>
                      </c:pt>
                      <c:pt idx="4484">
                        <c:v>133.48699999999999</c:v>
                      </c:pt>
                      <c:pt idx="4485">
                        <c:v>129.536</c:v>
                      </c:pt>
                      <c:pt idx="4486">
                        <c:v>127.83</c:v>
                      </c:pt>
                      <c:pt idx="4487">
                        <c:v>126.285</c:v>
                      </c:pt>
                      <c:pt idx="4488">
                        <c:v>127.51600000000001</c:v>
                      </c:pt>
                      <c:pt idx="4489">
                        <c:v>129.215</c:v>
                      </c:pt>
                      <c:pt idx="4490">
                        <c:v>131.10900000000001</c:v>
                      </c:pt>
                      <c:pt idx="4491">
                        <c:v>132.72900000000001</c:v>
                      </c:pt>
                      <c:pt idx="4492">
                        <c:v>135.613</c:v>
                      </c:pt>
                      <c:pt idx="4493">
                        <c:v>139.535</c:v>
                      </c:pt>
                      <c:pt idx="4494">
                        <c:v>140.66399999999999</c:v>
                      </c:pt>
                      <c:pt idx="4495">
                        <c:v>140.851</c:v>
                      </c:pt>
                      <c:pt idx="4496">
                        <c:v>139.053</c:v>
                      </c:pt>
                      <c:pt idx="4497">
                        <c:v>137.18199999999999</c:v>
                      </c:pt>
                      <c:pt idx="4498">
                        <c:v>134.99199999999999</c:v>
                      </c:pt>
                      <c:pt idx="4499">
                        <c:v>135.37299999999999</c:v>
                      </c:pt>
                      <c:pt idx="4500">
                        <c:v>136.03700000000001</c:v>
                      </c:pt>
                      <c:pt idx="4501">
                        <c:v>136.38999999999999</c:v>
                      </c:pt>
                      <c:pt idx="4502">
                        <c:v>137.80500000000001</c:v>
                      </c:pt>
                      <c:pt idx="4503">
                        <c:v>138.29400000000001</c:v>
                      </c:pt>
                      <c:pt idx="4504">
                        <c:v>138.899</c:v>
                      </c:pt>
                      <c:pt idx="4505">
                        <c:v>138.203</c:v>
                      </c:pt>
                      <c:pt idx="4506">
                        <c:v>139.834</c:v>
                      </c:pt>
                      <c:pt idx="4507">
                        <c:v>138.84700000000001</c:v>
                      </c:pt>
                      <c:pt idx="4508">
                        <c:v>139.05099999999999</c:v>
                      </c:pt>
                      <c:pt idx="4509">
                        <c:v>143.17500000000001</c:v>
                      </c:pt>
                      <c:pt idx="4510">
                        <c:v>144.24100000000001</c:v>
                      </c:pt>
                      <c:pt idx="4511">
                        <c:v>145.53399999999999</c:v>
                      </c:pt>
                      <c:pt idx="4512">
                        <c:v>144.68799999999999</c:v>
                      </c:pt>
                      <c:pt idx="4513">
                        <c:v>149.10300000000001</c:v>
                      </c:pt>
                      <c:pt idx="4514">
                        <c:v>149.36500000000001</c:v>
                      </c:pt>
                      <c:pt idx="4515">
                        <c:v>146.9</c:v>
                      </c:pt>
                      <c:pt idx="4516">
                        <c:v>146.92099999999999</c:v>
                      </c:pt>
                      <c:pt idx="4517">
                        <c:v>146.76599999999999</c:v>
                      </c:pt>
                      <c:pt idx="4518">
                        <c:v>148.14400000000001</c:v>
                      </c:pt>
                      <c:pt idx="4519">
                        <c:v>153.161</c:v>
                      </c:pt>
                      <c:pt idx="4520">
                        <c:v>153.221</c:v>
                      </c:pt>
                      <c:pt idx="4521">
                        <c:v>148.886</c:v>
                      </c:pt>
                      <c:pt idx="4522">
                        <c:v>147.25700000000001</c:v>
                      </c:pt>
                      <c:pt idx="4523">
                        <c:v>146.14599999999999</c:v>
                      </c:pt>
                      <c:pt idx="4524">
                        <c:v>144.69300000000001</c:v>
                      </c:pt>
                      <c:pt idx="4525">
                        <c:v>144.994</c:v>
                      </c:pt>
                      <c:pt idx="4526">
                        <c:v>145.071</c:v>
                      </c:pt>
                      <c:pt idx="4527">
                        <c:v>145.35599999999999</c:v>
                      </c:pt>
                      <c:pt idx="4528">
                        <c:v>146.41499999999999</c:v>
                      </c:pt>
                      <c:pt idx="4529">
                        <c:v>147.708</c:v>
                      </c:pt>
                      <c:pt idx="4530">
                        <c:v>148.77199999999999</c:v>
                      </c:pt>
                      <c:pt idx="4531">
                        <c:v>146.24600000000001</c:v>
                      </c:pt>
                      <c:pt idx="4532">
                        <c:v>143.928</c:v>
                      </c:pt>
                      <c:pt idx="4533">
                        <c:v>142.57</c:v>
                      </c:pt>
                      <c:pt idx="4534">
                        <c:v>143.209</c:v>
                      </c:pt>
                      <c:pt idx="4535">
                        <c:v>144.10499999999999</c:v>
                      </c:pt>
                      <c:pt idx="4536">
                        <c:v>146.386</c:v>
                      </c:pt>
                      <c:pt idx="4537">
                        <c:v>146.81399999999999</c:v>
                      </c:pt>
                      <c:pt idx="4538">
                        <c:v>144.548</c:v>
                      </c:pt>
                      <c:pt idx="4539">
                        <c:v>142.166</c:v>
                      </c:pt>
                      <c:pt idx="4540">
                        <c:v>139.887</c:v>
                      </c:pt>
                      <c:pt idx="4541">
                        <c:v>139.20599999999999</c:v>
                      </c:pt>
                      <c:pt idx="4542">
                        <c:v>136.92599999999999</c:v>
                      </c:pt>
                      <c:pt idx="4543">
                        <c:v>132.536</c:v>
                      </c:pt>
                      <c:pt idx="4544">
                        <c:v>132.79</c:v>
                      </c:pt>
                      <c:pt idx="4545">
                        <c:v>132.07400000000001</c:v>
                      </c:pt>
                      <c:pt idx="4546">
                        <c:v>131.86099999999999</c:v>
                      </c:pt>
                      <c:pt idx="4547">
                        <c:v>131.84899999999999</c:v>
                      </c:pt>
                      <c:pt idx="4548">
                        <c:v>131.745</c:v>
                      </c:pt>
                      <c:pt idx="4549">
                        <c:v>132.46100000000001</c:v>
                      </c:pt>
                      <c:pt idx="4550">
                        <c:v>133.453</c:v>
                      </c:pt>
                      <c:pt idx="4551">
                        <c:v>133.572</c:v>
                      </c:pt>
                      <c:pt idx="4552">
                        <c:v>132.20099999999999</c:v>
                      </c:pt>
                      <c:pt idx="4553">
                        <c:v>132.477</c:v>
                      </c:pt>
                      <c:pt idx="4554">
                        <c:v>134.196</c:v>
                      </c:pt>
                      <c:pt idx="4555">
                        <c:v>132.71100000000001</c:v>
                      </c:pt>
                      <c:pt idx="4556">
                        <c:v>132.37299999999999</c:v>
                      </c:pt>
                      <c:pt idx="4557">
                        <c:v>133.16</c:v>
                      </c:pt>
                      <c:pt idx="4558">
                        <c:v>146.09399999999999</c:v>
                      </c:pt>
                      <c:pt idx="4559">
                        <c:v>150.83199999999999</c:v>
                      </c:pt>
                      <c:pt idx="4560">
                        <c:v>151.02099999999999</c:v>
                      </c:pt>
                      <c:pt idx="4561">
                        <c:v>150.755</c:v>
                      </c:pt>
                      <c:pt idx="4562">
                        <c:v>153.60599999999999</c:v>
                      </c:pt>
                      <c:pt idx="4563">
                        <c:v>156.47900000000001</c:v>
                      </c:pt>
                      <c:pt idx="4564">
                        <c:v>162.30099999999999</c:v>
                      </c:pt>
                      <c:pt idx="4565">
                        <c:v>164.244</c:v>
                      </c:pt>
                      <c:pt idx="4566">
                        <c:v>168.749</c:v>
                      </c:pt>
                      <c:pt idx="4567">
                        <c:v>169.98400000000001</c:v>
                      </c:pt>
                      <c:pt idx="4568">
                        <c:v>173.71</c:v>
                      </c:pt>
                      <c:pt idx="4569">
                        <c:v>172.959</c:v>
                      </c:pt>
                      <c:pt idx="4570">
                        <c:v>173.32900000000001</c:v>
                      </c:pt>
                      <c:pt idx="4571">
                        <c:v>168.512</c:v>
                      </c:pt>
                      <c:pt idx="4572">
                        <c:v>166.20599999999999</c:v>
                      </c:pt>
                      <c:pt idx="4573">
                        <c:v>166.227</c:v>
                      </c:pt>
                      <c:pt idx="4574">
                        <c:v>169.45099999999999</c:v>
                      </c:pt>
                      <c:pt idx="4575">
                        <c:v>166.77699999999999</c:v>
                      </c:pt>
                      <c:pt idx="4576">
                        <c:v>162.374</c:v>
                      </c:pt>
                      <c:pt idx="4577">
                        <c:v>161.53899999999999</c:v>
                      </c:pt>
                      <c:pt idx="4578">
                        <c:v>162.15799999999999</c:v>
                      </c:pt>
                      <c:pt idx="4579">
                        <c:v>158.99799999999999</c:v>
                      </c:pt>
                      <c:pt idx="4580">
                        <c:v>157.041</c:v>
                      </c:pt>
                      <c:pt idx="4581">
                        <c:v>157.07900000000001</c:v>
                      </c:pt>
                      <c:pt idx="4582">
                        <c:v>158.26</c:v>
                      </c:pt>
                      <c:pt idx="4583">
                        <c:v>156.77000000000001</c:v>
                      </c:pt>
                      <c:pt idx="4584">
                        <c:v>153.68199999999999</c:v>
                      </c:pt>
                      <c:pt idx="4585">
                        <c:v>154.63399999999999</c:v>
                      </c:pt>
                      <c:pt idx="4586">
                        <c:v>158.03200000000001</c:v>
                      </c:pt>
                      <c:pt idx="4587">
                        <c:v>163.66999999999999</c:v>
                      </c:pt>
                      <c:pt idx="4588">
                        <c:v>167.815</c:v>
                      </c:pt>
                      <c:pt idx="4589">
                        <c:v>167.69900000000001</c:v>
                      </c:pt>
                      <c:pt idx="4590">
                        <c:v>165.47900000000001</c:v>
                      </c:pt>
                      <c:pt idx="4591">
                        <c:v>164.559</c:v>
                      </c:pt>
                      <c:pt idx="4592">
                        <c:v>163.72200000000001</c:v>
                      </c:pt>
                      <c:pt idx="4593">
                        <c:v>162.28299999999999</c:v>
                      </c:pt>
                      <c:pt idx="4594">
                        <c:v>166.3</c:v>
                      </c:pt>
                      <c:pt idx="4595">
                        <c:v>171.68299999999999</c:v>
                      </c:pt>
                      <c:pt idx="4596">
                        <c:v>172.66900000000001</c:v>
                      </c:pt>
                      <c:pt idx="4597">
                        <c:v>174.01400000000001</c:v>
                      </c:pt>
                      <c:pt idx="4598">
                        <c:v>174.64699999999999</c:v>
                      </c:pt>
                      <c:pt idx="4599">
                        <c:v>176.803</c:v>
                      </c:pt>
                      <c:pt idx="4600">
                        <c:v>179.53299999999999</c:v>
                      </c:pt>
                      <c:pt idx="4601">
                        <c:v>181.56899999999999</c:v>
                      </c:pt>
                      <c:pt idx="4602">
                        <c:v>182.57300000000001</c:v>
                      </c:pt>
                      <c:pt idx="4603">
                        <c:v>185.19</c:v>
                      </c:pt>
                      <c:pt idx="4604">
                        <c:v>191.06</c:v>
                      </c:pt>
                      <c:pt idx="4605">
                        <c:v>196.91200000000001</c:v>
                      </c:pt>
                      <c:pt idx="4606">
                        <c:v>196.965</c:v>
                      </c:pt>
                      <c:pt idx="4607">
                        <c:v>214.846</c:v>
                      </c:pt>
                      <c:pt idx="4608">
                        <c:v>219.29499999999999</c:v>
                      </c:pt>
                      <c:pt idx="4609">
                        <c:v>226.27799999999999</c:v>
                      </c:pt>
                      <c:pt idx="4610">
                        <c:v>217.85499999999999</c:v>
                      </c:pt>
                      <c:pt idx="4611">
                        <c:v>208.34299999999999</c:v>
                      </c:pt>
                      <c:pt idx="4612">
                        <c:v>207.38900000000001</c:v>
                      </c:pt>
                      <c:pt idx="4613">
                        <c:v>205.49100000000001</c:v>
                      </c:pt>
                      <c:pt idx="4614">
                        <c:v>199.07499999999999</c:v>
                      </c:pt>
                      <c:pt idx="4615">
                        <c:v>196.45400000000001</c:v>
                      </c:pt>
                      <c:pt idx="4616">
                        <c:v>200.101</c:v>
                      </c:pt>
                      <c:pt idx="4617">
                        <c:v>201.57900000000001</c:v>
                      </c:pt>
                      <c:pt idx="4618">
                        <c:v>204.22300000000001</c:v>
                      </c:pt>
                      <c:pt idx="4619">
                        <c:v>208.24100000000001</c:v>
                      </c:pt>
                      <c:pt idx="4620">
                        <c:v>209.964</c:v>
                      </c:pt>
                      <c:pt idx="4621">
                        <c:v>210.60599999999999</c:v>
                      </c:pt>
                      <c:pt idx="4622">
                        <c:v>213.15100000000001</c:v>
                      </c:pt>
                      <c:pt idx="4623">
                        <c:v>216.43600000000001</c:v>
                      </c:pt>
                      <c:pt idx="4624">
                        <c:v>215.70699999999999</c:v>
                      </c:pt>
                      <c:pt idx="4625">
                        <c:v>214.42099999999999</c:v>
                      </c:pt>
                      <c:pt idx="4626">
                        <c:v>212.22399999999999</c:v>
                      </c:pt>
                      <c:pt idx="4627">
                        <c:v>211.16900000000001</c:v>
                      </c:pt>
                      <c:pt idx="4628">
                        <c:v>208.309</c:v>
                      </c:pt>
                      <c:pt idx="4629">
                        <c:v>207.02600000000001</c:v>
                      </c:pt>
                      <c:pt idx="4630">
                        <c:v>206.54599999999999</c:v>
                      </c:pt>
                      <c:pt idx="4631">
                        <c:v>204.80199999999999</c:v>
                      </c:pt>
                      <c:pt idx="4632">
                        <c:v>204.673</c:v>
                      </c:pt>
                      <c:pt idx="4633">
                        <c:v>199.86699999999999</c:v>
                      </c:pt>
                      <c:pt idx="4634">
                        <c:v>200.547</c:v>
                      </c:pt>
                      <c:pt idx="4635">
                        <c:v>200.80099999999999</c:v>
                      </c:pt>
                      <c:pt idx="4636">
                        <c:v>199.06</c:v>
                      </c:pt>
                      <c:pt idx="4637">
                        <c:v>199.27199999999999</c:v>
                      </c:pt>
                      <c:pt idx="4638">
                        <c:v>199.93700000000001</c:v>
                      </c:pt>
                      <c:pt idx="4639">
                        <c:v>198.83</c:v>
                      </c:pt>
                      <c:pt idx="4640">
                        <c:v>199.029</c:v>
                      </c:pt>
                      <c:pt idx="4641">
                        <c:v>201.886</c:v>
                      </c:pt>
                      <c:pt idx="4642">
                        <c:v>201.97200000000001</c:v>
                      </c:pt>
                      <c:pt idx="4643">
                        <c:v>203.458</c:v>
                      </c:pt>
                      <c:pt idx="4644">
                        <c:v>203.87700000000001</c:v>
                      </c:pt>
                      <c:pt idx="4645">
                        <c:v>203.345</c:v>
                      </c:pt>
                      <c:pt idx="4646">
                        <c:v>203.155</c:v>
                      </c:pt>
                      <c:pt idx="4647">
                        <c:v>204.172</c:v>
                      </c:pt>
                      <c:pt idx="4648">
                        <c:v>205.60599999999999</c:v>
                      </c:pt>
                      <c:pt idx="4649">
                        <c:v>206.262</c:v>
                      </c:pt>
                      <c:pt idx="4650">
                        <c:v>207.67599999999999</c:v>
                      </c:pt>
                      <c:pt idx="4651">
                        <c:v>210.88399999999999</c:v>
                      </c:pt>
                      <c:pt idx="4652">
                        <c:v>213.858</c:v>
                      </c:pt>
                      <c:pt idx="4653">
                        <c:v>215.048</c:v>
                      </c:pt>
                      <c:pt idx="4654">
                        <c:v>215.04599999999999</c:v>
                      </c:pt>
                      <c:pt idx="4655">
                        <c:v>213.37299999999999</c:v>
                      </c:pt>
                      <c:pt idx="4656">
                        <c:v>217.56800000000001</c:v>
                      </c:pt>
                      <c:pt idx="4657">
                        <c:v>220.08</c:v>
                      </c:pt>
                      <c:pt idx="4658">
                        <c:v>223.029</c:v>
                      </c:pt>
                      <c:pt idx="4659">
                        <c:v>221.64400000000001</c:v>
                      </c:pt>
                      <c:pt idx="4660">
                        <c:v>218.23500000000001</c:v>
                      </c:pt>
                      <c:pt idx="4661">
                        <c:v>219.34200000000001</c:v>
                      </c:pt>
                      <c:pt idx="4662">
                        <c:v>224.02199999999999</c:v>
                      </c:pt>
                      <c:pt idx="4663">
                        <c:v>222.37</c:v>
                      </c:pt>
                      <c:pt idx="4664">
                        <c:v>219.13499999999999</c:v>
                      </c:pt>
                      <c:pt idx="4665">
                        <c:v>216.89699999999999</c:v>
                      </c:pt>
                      <c:pt idx="4666">
                        <c:v>221.46</c:v>
                      </c:pt>
                      <c:pt idx="4667">
                        <c:v>225.83500000000001</c:v>
                      </c:pt>
                      <c:pt idx="4668">
                        <c:v>226.84700000000001</c:v>
                      </c:pt>
                      <c:pt idx="4669">
                        <c:v>226.411</c:v>
                      </c:pt>
                      <c:pt idx="4670">
                        <c:v>231.32400000000001</c:v>
                      </c:pt>
                      <c:pt idx="4671">
                        <c:v>227.017</c:v>
                      </c:pt>
                      <c:pt idx="4672">
                        <c:v>222.11099999999999</c:v>
                      </c:pt>
                      <c:pt idx="4673">
                        <c:v>223.393</c:v>
                      </c:pt>
                      <c:pt idx="4674">
                        <c:v>224.04499999999999</c:v>
                      </c:pt>
                      <c:pt idx="4675">
                        <c:v>222.26</c:v>
                      </c:pt>
                      <c:pt idx="4676">
                        <c:v>219.91200000000001</c:v>
                      </c:pt>
                      <c:pt idx="4677">
                        <c:v>222.73099999999999</c:v>
                      </c:pt>
                      <c:pt idx="4678">
                        <c:v>227.321</c:v>
                      </c:pt>
                      <c:pt idx="4679">
                        <c:v>222.721</c:v>
                      </c:pt>
                      <c:pt idx="4680">
                        <c:v>210.43100000000001</c:v>
                      </c:pt>
                      <c:pt idx="4681">
                        <c:v>207.595</c:v>
                      </c:pt>
                      <c:pt idx="4682">
                        <c:v>213.34399999999999</c:v>
                      </c:pt>
                      <c:pt idx="4683">
                        <c:v>209.80799999999999</c:v>
                      </c:pt>
                      <c:pt idx="4684">
                        <c:v>201.71100000000001</c:v>
                      </c:pt>
                      <c:pt idx="4685">
                        <c:v>188.67400000000001</c:v>
                      </c:pt>
                      <c:pt idx="4686">
                        <c:v>177.26499999999999</c:v>
                      </c:pt>
                      <c:pt idx="4687">
                        <c:v>173.29300000000001</c:v>
                      </c:pt>
                      <c:pt idx="4688">
                        <c:v>198.208</c:v>
                      </c:pt>
                      <c:pt idx="4689">
                        <c:v>200.58</c:v>
                      </c:pt>
                      <c:pt idx="4690">
                        <c:v>204.28100000000001</c:v>
                      </c:pt>
                      <c:pt idx="4691">
                        <c:v>199.50200000000001</c:v>
                      </c:pt>
                      <c:pt idx="4692">
                        <c:v>196.08099999999999</c:v>
                      </c:pt>
                      <c:pt idx="4693">
                        <c:v>193.06299999999999</c:v>
                      </c:pt>
                      <c:pt idx="4694">
                        <c:v>186.77099999999999</c:v>
                      </c:pt>
                      <c:pt idx="4695">
                        <c:v>184.21100000000001</c:v>
                      </c:pt>
                      <c:pt idx="4696">
                        <c:v>190.227</c:v>
                      </c:pt>
                      <c:pt idx="4697">
                        <c:v>192.501</c:v>
                      </c:pt>
                      <c:pt idx="4698">
                        <c:v>182.35</c:v>
                      </c:pt>
                      <c:pt idx="4699">
                        <c:v>182.85300000000001</c:v>
                      </c:pt>
                      <c:pt idx="4700">
                        <c:v>184.94</c:v>
                      </c:pt>
                      <c:pt idx="4701">
                        <c:v>186.38900000000001</c:v>
                      </c:pt>
                      <c:pt idx="4702">
                        <c:v>189.49600000000001</c:v>
                      </c:pt>
                      <c:pt idx="4703">
                        <c:v>195.959</c:v>
                      </c:pt>
                      <c:pt idx="4704">
                        <c:v>199.87700000000001</c:v>
                      </c:pt>
                      <c:pt idx="4705">
                        <c:v>203.87700000000001</c:v>
                      </c:pt>
                      <c:pt idx="4706">
                        <c:v>209.554</c:v>
                      </c:pt>
                      <c:pt idx="4707">
                        <c:v>211.256</c:v>
                      </c:pt>
                      <c:pt idx="4708">
                        <c:v>212.75700000000001</c:v>
                      </c:pt>
                      <c:pt idx="4709">
                        <c:v>214.126</c:v>
                      </c:pt>
                      <c:pt idx="4710">
                        <c:v>212.459</c:v>
                      </c:pt>
                      <c:pt idx="4711">
                        <c:v>216.03100000000001</c:v>
                      </c:pt>
                      <c:pt idx="4712">
                        <c:v>227.39699999999999</c:v>
                      </c:pt>
                      <c:pt idx="4713">
                        <c:v>228.12</c:v>
                      </c:pt>
                      <c:pt idx="4714">
                        <c:v>232.13499999999999</c:v>
                      </c:pt>
                      <c:pt idx="4715">
                        <c:v>233.38200000000001</c:v>
                      </c:pt>
                      <c:pt idx="4716">
                        <c:v>230.24600000000001</c:v>
                      </c:pt>
                      <c:pt idx="4717">
                        <c:v>238.44200000000001</c:v>
                      </c:pt>
                      <c:pt idx="4718">
                        <c:v>248.93899999999999</c:v>
                      </c:pt>
                      <c:pt idx="4719">
                        <c:v>255.852</c:v>
                      </c:pt>
                      <c:pt idx="4720">
                        <c:v>247.839</c:v>
                      </c:pt>
                      <c:pt idx="4721">
                        <c:v>249.833</c:v>
                      </c:pt>
                      <c:pt idx="4722">
                        <c:v>256.2</c:v>
                      </c:pt>
                      <c:pt idx="4723">
                        <c:v>266.274</c:v>
                      </c:pt>
                      <c:pt idx="4724">
                        <c:v>267.42099999999999</c:v>
                      </c:pt>
                      <c:pt idx="4725">
                        <c:v>264.91500000000002</c:v>
                      </c:pt>
                      <c:pt idx="4726">
                        <c:v>264.15699999999998</c:v>
                      </c:pt>
                      <c:pt idx="4727">
                        <c:v>260.61599999999999</c:v>
                      </c:pt>
                      <c:pt idx="4728">
                        <c:v>263.49700000000001</c:v>
                      </c:pt>
                      <c:pt idx="4729">
                        <c:v>261.10399999999998</c:v>
                      </c:pt>
                      <c:pt idx="4730">
                        <c:v>268.87099999999998</c:v>
                      </c:pt>
                      <c:pt idx="4731">
                        <c:v>271.97300000000001</c:v>
                      </c:pt>
                      <c:pt idx="4732">
                        <c:v>269.80500000000001</c:v>
                      </c:pt>
                      <c:pt idx="4733">
                        <c:v>259.96899999999999</c:v>
                      </c:pt>
                      <c:pt idx="4734">
                        <c:v>253.33699999999999</c:v>
                      </c:pt>
                      <c:pt idx="4735">
                        <c:v>237.46299999999999</c:v>
                      </c:pt>
                      <c:pt idx="4736">
                        <c:v>227.12</c:v>
                      </c:pt>
                      <c:pt idx="4737">
                        <c:v>227.148</c:v>
                      </c:pt>
                      <c:pt idx="4738">
                        <c:v>227.035</c:v>
                      </c:pt>
                      <c:pt idx="4739">
                        <c:v>215.81399999999999</c:v>
                      </c:pt>
                      <c:pt idx="4740">
                        <c:v>208.87200000000001</c:v>
                      </c:pt>
                      <c:pt idx="4741">
                        <c:v>203.089</c:v>
                      </c:pt>
                      <c:pt idx="4742">
                        <c:v>202.51400000000001</c:v>
                      </c:pt>
                      <c:pt idx="4743">
                        <c:v>210.37200000000001</c:v>
                      </c:pt>
                      <c:pt idx="4744">
                        <c:v>216.57400000000001</c:v>
                      </c:pt>
                      <c:pt idx="4745">
                        <c:v>224.99700000000001</c:v>
                      </c:pt>
                      <c:pt idx="4746">
                        <c:v>239.13900000000001</c:v>
                      </c:pt>
                      <c:pt idx="4747">
                        <c:v>252.959</c:v>
                      </c:pt>
                      <c:pt idx="4748">
                        <c:v>266.75700000000001</c:v>
                      </c:pt>
                      <c:pt idx="4749">
                        <c:v>269.91000000000003</c:v>
                      </c:pt>
                      <c:pt idx="4750">
                        <c:v>256.18700000000001</c:v>
                      </c:pt>
                      <c:pt idx="4751">
                        <c:v>257.39</c:v>
                      </c:pt>
                      <c:pt idx="4752">
                        <c:v>255.15199999999999</c:v>
                      </c:pt>
                      <c:pt idx="4753">
                        <c:v>253.672</c:v>
                      </c:pt>
                      <c:pt idx="4754">
                        <c:v>257.36399999999998</c:v>
                      </c:pt>
                      <c:pt idx="4755">
                        <c:v>269.154</c:v>
                      </c:pt>
                      <c:pt idx="4756">
                        <c:v>277.899</c:v>
                      </c:pt>
                      <c:pt idx="4757">
                        <c:v>275.346</c:v>
                      </c:pt>
                      <c:pt idx="4758">
                        <c:v>276.61599999999999</c:v>
                      </c:pt>
                      <c:pt idx="4759">
                        <c:v>291.18099999999998</c:v>
                      </c:pt>
                      <c:pt idx="4760">
                        <c:v>294.089</c:v>
                      </c:pt>
                      <c:pt idx="4761">
                        <c:v>293.274</c:v>
                      </c:pt>
                      <c:pt idx="4762">
                        <c:v>292.63</c:v>
                      </c:pt>
                      <c:pt idx="4763">
                        <c:v>295.76400000000001</c:v>
                      </c:pt>
                      <c:pt idx="4764">
                        <c:v>298.47199999999998</c:v>
                      </c:pt>
                      <c:pt idx="4765">
                        <c:v>289.32299999999998</c:v>
                      </c:pt>
                      <c:pt idx="4766">
                        <c:v>284.05200000000002</c:v>
                      </c:pt>
                      <c:pt idx="4767">
                        <c:v>291.33699999999999</c:v>
                      </c:pt>
                      <c:pt idx="4768">
                        <c:v>302.02999999999997</c:v>
                      </c:pt>
                      <c:pt idx="4769">
                        <c:v>315.27600000000001</c:v>
                      </c:pt>
                      <c:pt idx="4770">
                        <c:v>327.90100000000001</c:v>
                      </c:pt>
                      <c:pt idx="4771">
                        <c:v>328.12700000000001</c:v>
                      </c:pt>
                      <c:pt idx="4772">
                        <c:v>323.60899999999998</c:v>
                      </c:pt>
                      <c:pt idx="4773">
                        <c:v>306.202</c:v>
                      </c:pt>
                      <c:pt idx="4774">
                        <c:v>291.36200000000002</c:v>
                      </c:pt>
                      <c:pt idx="4775">
                        <c:v>288.02</c:v>
                      </c:pt>
                      <c:pt idx="4776">
                        <c:v>289.642</c:v>
                      </c:pt>
                      <c:pt idx="4777">
                        <c:v>286.67200000000003</c:v>
                      </c:pt>
                      <c:pt idx="4778">
                        <c:v>292.27199999999999</c:v>
                      </c:pt>
                      <c:pt idx="4779">
                        <c:v>281.72699999999998</c:v>
                      </c:pt>
                      <c:pt idx="4780">
                        <c:v>270.98</c:v>
                      </c:pt>
                      <c:pt idx="4781">
                        <c:v>261.16699999999997</c:v>
                      </c:pt>
                      <c:pt idx="4782">
                        <c:v>261.86599999999999</c:v>
                      </c:pt>
                      <c:pt idx="4783">
                        <c:v>266.80200000000002</c:v>
                      </c:pt>
                      <c:pt idx="4784">
                        <c:v>265.50400000000002</c:v>
                      </c:pt>
                      <c:pt idx="4785">
                        <c:v>259.44600000000003</c:v>
                      </c:pt>
                      <c:pt idx="4786">
                        <c:v>260.02300000000002</c:v>
                      </c:pt>
                      <c:pt idx="4787">
                        <c:v>253.25299999999999</c:v>
                      </c:pt>
                      <c:pt idx="4788">
                        <c:v>256.01600000000002</c:v>
                      </c:pt>
                      <c:pt idx="4789">
                        <c:v>240.84800000000001</c:v>
                      </c:pt>
                      <c:pt idx="4790">
                        <c:v>233.66300000000001</c:v>
                      </c:pt>
                      <c:pt idx="4791">
                        <c:v>226.108</c:v>
                      </c:pt>
                      <c:pt idx="4792">
                        <c:v>223.72200000000001</c:v>
                      </c:pt>
                      <c:pt idx="4793">
                        <c:v>227.16499999999999</c:v>
                      </c:pt>
                      <c:pt idx="4794">
                        <c:v>234.71299999999999</c:v>
                      </c:pt>
                      <c:pt idx="4795">
                        <c:v>243.334</c:v>
                      </c:pt>
                      <c:pt idx="4796">
                        <c:v>256.62799999999999</c:v>
                      </c:pt>
                      <c:pt idx="4797">
                        <c:v>265.66000000000003</c:v>
                      </c:pt>
                      <c:pt idx="4798">
                        <c:v>261.12099999999998</c:v>
                      </c:pt>
                      <c:pt idx="4799">
                        <c:v>253.42099999999999</c:v>
                      </c:pt>
                      <c:pt idx="4800">
                        <c:v>250.464</c:v>
                      </c:pt>
                      <c:pt idx="4801">
                        <c:v>256.64999999999998</c:v>
                      </c:pt>
                      <c:pt idx="4802">
                        <c:v>262.34500000000003</c:v>
                      </c:pt>
                      <c:pt idx="4803">
                        <c:v>270.97399999999999</c:v>
                      </c:pt>
                      <c:pt idx="4804">
                        <c:v>276.25200000000001</c:v>
                      </c:pt>
                      <c:pt idx="4805">
                        <c:v>275.08</c:v>
                      </c:pt>
                      <c:pt idx="4806">
                        <c:v>269.85599999999999</c:v>
                      </c:pt>
                      <c:pt idx="4807">
                        <c:v>271.80900000000003</c:v>
                      </c:pt>
                      <c:pt idx="4808">
                        <c:v>266.72800000000001</c:v>
                      </c:pt>
                      <c:pt idx="4809">
                        <c:v>257.29000000000002</c:v>
                      </c:pt>
                      <c:pt idx="4810">
                        <c:v>251.494</c:v>
                      </c:pt>
                      <c:pt idx="4811">
                        <c:v>243.12299999999999</c:v>
                      </c:pt>
                      <c:pt idx="4812">
                        <c:v>237.386</c:v>
                      </c:pt>
                      <c:pt idx="4813">
                        <c:v>249.75800000000001</c:v>
                      </c:pt>
                      <c:pt idx="4814">
                        <c:v>251.92699999999999</c:v>
                      </c:pt>
                      <c:pt idx="4815">
                        <c:v>253.875</c:v>
                      </c:pt>
                      <c:pt idx="4816">
                        <c:v>257.64400000000001</c:v>
                      </c:pt>
                      <c:pt idx="4817">
                        <c:v>254.559</c:v>
                      </c:pt>
                      <c:pt idx="4818">
                        <c:v>282.35899999999998</c:v>
                      </c:pt>
                      <c:pt idx="4819">
                        <c:v>285.39699999999999</c:v>
                      </c:pt>
                      <c:pt idx="4820">
                        <c:v>291.54000000000002</c:v>
                      </c:pt>
                      <c:pt idx="4821">
                        <c:v>306.68200000000002</c:v>
                      </c:pt>
                      <c:pt idx="4822">
                        <c:v>322.35199999999998</c:v>
                      </c:pt>
                      <c:pt idx="4823">
                        <c:v>340.50400000000002</c:v>
                      </c:pt>
                      <c:pt idx="4824">
                        <c:v>331.95699999999999</c:v>
                      </c:pt>
                      <c:pt idx="4825">
                        <c:v>333.80200000000002</c:v>
                      </c:pt>
                      <c:pt idx="4826">
                        <c:v>337.02300000000002</c:v>
                      </c:pt>
                      <c:pt idx="4827">
                        <c:v>325.47500000000002</c:v>
                      </c:pt>
                      <c:pt idx="4828">
                        <c:v>311.95299999999997</c:v>
                      </c:pt>
                      <c:pt idx="4829">
                        <c:v>311.59699999999998</c:v>
                      </c:pt>
                      <c:pt idx="4830">
                        <c:v>316.63499999999999</c:v>
                      </c:pt>
                      <c:pt idx="4831">
                        <c:v>331.90699999999998</c:v>
                      </c:pt>
                      <c:pt idx="4832">
                        <c:v>339.52</c:v>
                      </c:pt>
                      <c:pt idx="4833">
                        <c:v>339.55500000000001</c:v>
                      </c:pt>
                      <c:pt idx="4834">
                        <c:v>344.803</c:v>
                      </c:pt>
                      <c:pt idx="4835">
                        <c:v>347.47399999999999</c:v>
                      </c:pt>
                      <c:pt idx="4836">
                        <c:v>365.38</c:v>
                      </c:pt>
                      <c:pt idx="4837">
                        <c:v>366.95600000000002</c:v>
                      </c:pt>
                      <c:pt idx="4838">
                        <c:v>366.69900000000001</c:v>
                      </c:pt>
                      <c:pt idx="4839">
                        <c:v>374.37200000000001</c:v>
                      </c:pt>
                      <c:pt idx="4840">
                        <c:v>387.60599999999999</c:v>
                      </c:pt>
                      <c:pt idx="4841">
                        <c:v>392.87400000000002</c:v>
                      </c:pt>
                      <c:pt idx="4842">
                        <c:v>388.00900000000001</c:v>
                      </c:pt>
                      <c:pt idx="4843">
                        <c:v>375.57299999999998</c:v>
                      </c:pt>
                      <c:pt idx="4844">
                        <c:v>365.11900000000003</c:v>
                      </c:pt>
                      <c:pt idx="4845">
                        <c:v>344.39</c:v>
                      </c:pt>
                      <c:pt idx="4846">
                        <c:v>341.17899999999997</c:v>
                      </c:pt>
                      <c:pt idx="4847">
                        <c:v>351.22800000000001</c:v>
                      </c:pt>
                      <c:pt idx="4848">
                        <c:v>354.69799999999998</c:v>
                      </c:pt>
                      <c:pt idx="4849">
                        <c:v>363.81099999999998</c:v>
                      </c:pt>
                      <c:pt idx="4850">
                        <c:v>374.90800000000002</c:v>
                      </c:pt>
                      <c:pt idx="4851">
                        <c:v>369.83</c:v>
                      </c:pt>
                      <c:pt idx="4852">
                        <c:v>354.04399999999998</c:v>
                      </c:pt>
                      <c:pt idx="4853">
                        <c:v>337.67500000000001</c:v>
                      </c:pt>
                      <c:pt idx="4854">
                        <c:v>338.04</c:v>
                      </c:pt>
                      <c:pt idx="4855">
                        <c:v>310.35199999999998</c:v>
                      </c:pt>
                      <c:pt idx="4856">
                        <c:v>299.42700000000002</c:v>
                      </c:pt>
                      <c:pt idx="4857">
                        <c:v>294.21600000000001</c:v>
                      </c:pt>
                      <c:pt idx="4858">
                        <c:v>289.75900000000001</c:v>
                      </c:pt>
                      <c:pt idx="4859">
                        <c:v>293.61399999999998</c:v>
                      </c:pt>
                      <c:pt idx="4860">
                        <c:v>301.995</c:v>
                      </c:pt>
                      <c:pt idx="4861">
                        <c:v>303.71499999999997</c:v>
                      </c:pt>
                      <c:pt idx="4862">
                        <c:v>303.97000000000003</c:v>
                      </c:pt>
                      <c:pt idx="4863">
                        <c:v>298.04500000000002</c:v>
                      </c:pt>
                      <c:pt idx="4864">
                        <c:v>291.25900000000001</c:v>
                      </c:pt>
                      <c:pt idx="4865">
                        <c:v>288.31400000000002</c:v>
                      </c:pt>
                      <c:pt idx="4866">
                        <c:v>286.22500000000002</c:v>
                      </c:pt>
                      <c:pt idx="4867">
                        <c:v>295.322</c:v>
                      </c:pt>
                      <c:pt idx="4868">
                        <c:v>294.59500000000003</c:v>
                      </c:pt>
                      <c:pt idx="4869">
                        <c:v>285.48899999999998</c:v>
                      </c:pt>
                      <c:pt idx="4870">
                        <c:v>278.13200000000001</c:v>
                      </c:pt>
                      <c:pt idx="4871">
                        <c:v>269.51299999999998</c:v>
                      </c:pt>
                      <c:pt idx="4872">
                        <c:v>272.404</c:v>
                      </c:pt>
                      <c:pt idx="4873">
                        <c:v>281.11</c:v>
                      </c:pt>
                      <c:pt idx="4874">
                        <c:v>280.25799999999998</c:v>
                      </c:pt>
                      <c:pt idx="4875">
                        <c:v>274.04199999999997</c:v>
                      </c:pt>
                      <c:pt idx="4876">
                        <c:v>269.80099999999999</c:v>
                      </c:pt>
                      <c:pt idx="4877">
                        <c:v>269.78100000000001</c:v>
                      </c:pt>
                      <c:pt idx="4878">
                        <c:v>267.21800000000002</c:v>
                      </c:pt>
                      <c:pt idx="4879">
                        <c:v>265.18099999999998</c:v>
                      </c:pt>
                      <c:pt idx="4880">
                        <c:v>268.58800000000002</c:v>
                      </c:pt>
                      <c:pt idx="4881">
                        <c:v>278.02699999999999</c:v>
                      </c:pt>
                      <c:pt idx="4882">
                        <c:v>282.27600000000001</c:v>
                      </c:pt>
                      <c:pt idx="4883">
                        <c:v>284.85500000000002</c:v>
                      </c:pt>
                      <c:pt idx="4884">
                        <c:v>279.666</c:v>
                      </c:pt>
                      <c:pt idx="4885">
                        <c:v>280.96699999999998</c:v>
                      </c:pt>
                      <c:pt idx="4886">
                        <c:v>280.13</c:v>
                      </c:pt>
                      <c:pt idx="4887">
                        <c:v>278.84399999999999</c:v>
                      </c:pt>
                      <c:pt idx="4888">
                        <c:v>278.88799999999998</c:v>
                      </c:pt>
                      <c:pt idx="4889">
                        <c:v>276.483</c:v>
                      </c:pt>
                      <c:pt idx="4890">
                        <c:v>274.565</c:v>
                      </c:pt>
                      <c:pt idx="4891">
                        <c:v>274.58100000000002</c:v>
                      </c:pt>
                      <c:pt idx="4892">
                        <c:v>275.82400000000001</c:v>
                      </c:pt>
                      <c:pt idx="4893">
                        <c:v>270.79700000000003</c:v>
                      </c:pt>
                      <c:pt idx="4894">
                        <c:v>265.79300000000001</c:v>
                      </c:pt>
                      <c:pt idx="4895">
                        <c:v>272.005</c:v>
                      </c:pt>
                      <c:pt idx="4896">
                        <c:v>271.38499999999999</c:v>
                      </c:pt>
                      <c:pt idx="4897">
                        <c:v>268.64699999999999</c:v>
                      </c:pt>
                      <c:pt idx="4898">
                        <c:v>272.29399999999998</c:v>
                      </c:pt>
                      <c:pt idx="4899">
                        <c:v>270.97199999999998</c:v>
                      </c:pt>
                      <c:pt idx="4900">
                        <c:v>267.78500000000003</c:v>
                      </c:pt>
                      <c:pt idx="4901">
                        <c:v>265.69200000000001</c:v>
                      </c:pt>
                      <c:pt idx="4902">
                        <c:v>265.86700000000002</c:v>
                      </c:pt>
                      <c:pt idx="4903">
                        <c:v>268.88099999999997</c:v>
                      </c:pt>
                      <c:pt idx="4904">
                        <c:v>266.93200000000002</c:v>
                      </c:pt>
                      <c:pt idx="4905">
                        <c:v>268.01</c:v>
                      </c:pt>
                      <c:pt idx="4906">
                        <c:v>266.709</c:v>
                      </c:pt>
                      <c:pt idx="4907">
                        <c:v>264.99400000000003</c:v>
                      </c:pt>
                      <c:pt idx="4908">
                        <c:v>261.86799999999999</c:v>
                      </c:pt>
                      <c:pt idx="4909">
                        <c:v>262.09800000000001</c:v>
                      </c:pt>
                      <c:pt idx="4910">
                        <c:v>259.77800000000002</c:v>
                      </c:pt>
                      <c:pt idx="4911">
                        <c:v>260.14699999999999</c:v>
                      </c:pt>
                      <c:pt idx="4912">
                        <c:v>268.49599999999998</c:v>
                      </c:pt>
                      <c:pt idx="4913">
                        <c:v>265.85000000000002</c:v>
                      </c:pt>
                      <c:pt idx="4914">
                        <c:v>260.41000000000003</c:v>
                      </c:pt>
                      <c:pt idx="4915">
                        <c:v>252.005</c:v>
                      </c:pt>
                      <c:pt idx="4916">
                        <c:v>253.57499999999999</c:v>
                      </c:pt>
                      <c:pt idx="4917">
                        <c:v>261.35000000000002</c:v>
                      </c:pt>
                      <c:pt idx="4918">
                        <c:v>259.77300000000002</c:v>
                      </c:pt>
                      <c:pt idx="4919">
                        <c:v>263.77100000000002</c:v>
                      </c:pt>
                      <c:pt idx="4920">
                        <c:v>265.30599999999998</c:v>
                      </c:pt>
                      <c:pt idx="4921">
                        <c:v>272.11200000000002</c:v>
                      </c:pt>
                      <c:pt idx="4922">
                        <c:v>273.23500000000001</c:v>
                      </c:pt>
                      <c:pt idx="4923">
                        <c:v>269.27499999999998</c:v>
                      </c:pt>
                      <c:pt idx="4924">
                        <c:v>271.27</c:v>
                      </c:pt>
                      <c:pt idx="4925">
                        <c:v>276.68700000000001</c:v>
                      </c:pt>
                      <c:pt idx="4926">
                        <c:v>288.65199999999999</c:v>
                      </c:pt>
                      <c:pt idx="4927">
                        <c:v>290.49099999999999</c:v>
                      </c:pt>
                      <c:pt idx="4928">
                        <c:v>299.07499999999999</c:v>
                      </c:pt>
                      <c:pt idx="4929">
                        <c:v>297.07900000000001</c:v>
                      </c:pt>
                      <c:pt idx="4930">
                        <c:v>288.392</c:v>
                      </c:pt>
                      <c:pt idx="4931">
                        <c:v>288.536</c:v>
                      </c:pt>
                      <c:pt idx="4932">
                        <c:v>285.17700000000002</c:v>
                      </c:pt>
                      <c:pt idx="4933">
                        <c:v>286.67200000000003</c:v>
                      </c:pt>
                      <c:pt idx="4934">
                        <c:v>283.32900000000001</c:v>
                      </c:pt>
                      <c:pt idx="4935">
                        <c:v>281.79199999999997</c:v>
                      </c:pt>
                      <c:pt idx="4936">
                        <c:v>270.95299999999997</c:v>
                      </c:pt>
                      <c:pt idx="4937">
                        <c:v>260.02600000000001</c:v>
                      </c:pt>
                      <c:pt idx="4938">
                        <c:v>265.52999999999997</c:v>
                      </c:pt>
                      <c:pt idx="4939">
                        <c:v>271.916</c:v>
                      </c:pt>
                      <c:pt idx="4940">
                        <c:v>280.47300000000001</c:v>
                      </c:pt>
                      <c:pt idx="4941">
                        <c:v>289.62799999999999</c:v>
                      </c:pt>
                      <c:pt idx="4942">
                        <c:v>309.99099999999999</c:v>
                      </c:pt>
                      <c:pt idx="4943">
                        <c:v>312.12400000000002</c:v>
                      </c:pt>
                      <c:pt idx="4944">
                        <c:v>326.64800000000002</c:v>
                      </c:pt>
                      <c:pt idx="4945">
                        <c:v>323.84800000000001</c:v>
                      </c:pt>
                      <c:pt idx="4946">
                        <c:v>330.86200000000002</c:v>
                      </c:pt>
                      <c:pt idx="4947">
                        <c:v>353.31900000000002</c:v>
                      </c:pt>
                      <c:pt idx="4948">
                        <c:v>335.66699999999997</c:v>
                      </c:pt>
                      <c:pt idx="4949">
                        <c:v>330.7</c:v>
                      </c:pt>
                      <c:pt idx="4950">
                        <c:v>331.7</c:v>
                      </c:pt>
                      <c:pt idx="4951">
                        <c:v>328.89100000000002</c:v>
                      </c:pt>
                      <c:pt idx="4952">
                        <c:v>319.74200000000002</c:v>
                      </c:pt>
                      <c:pt idx="4953">
                        <c:v>318.95</c:v>
                      </c:pt>
                      <c:pt idx="4954">
                        <c:v>305.23700000000002</c:v>
                      </c:pt>
                      <c:pt idx="4955">
                        <c:v>296.19299999999998</c:v>
                      </c:pt>
                      <c:pt idx="4956">
                        <c:v>288.51100000000002</c:v>
                      </c:pt>
                      <c:pt idx="4957">
                        <c:v>281.505</c:v>
                      </c:pt>
                      <c:pt idx="4958">
                        <c:v>284.95800000000003</c:v>
                      </c:pt>
                      <c:pt idx="4959">
                        <c:v>291.44799999999998</c:v>
                      </c:pt>
                      <c:pt idx="4960">
                        <c:v>294.92099999999999</c:v>
                      </c:pt>
                      <c:pt idx="4961">
                        <c:v>294.69299999999998</c:v>
                      </c:pt>
                      <c:pt idx="4962">
                        <c:v>295.98399999999998</c:v>
                      </c:pt>
                      <c:pt idx="4963">
                        <c:v>291.63099999999997</c:v>
                      </c:pt>
                      <c:pt idx="4964">
                        <c:v>286.58499999999998</c:v>
                      </c:pt>
                      <c:pt idx="4965">
                        <c:v>280.69</c:v>
                      </c:pt>
                      <c:pt idx="4966">
                        <c:v>278.23700000000002</c:v>
                      </c:pt>
                      <c:pt idx="4967">
                        <c:v>279.32499999999999</c:v>
                      </c:pt>
                      <c:pt idx="4968">
                        <c:v>279.46300000000002</c:v>
                      </c:pt>
                      <c:pt idx="4969">
                        <c:v>281.53800000000001</c:v>
                      </c:pt>
                      <c:pt idx="4970">
                        <c:v>285.09199999999998</c:v>
                      </c:pt>
                      <c:pt idx="4971">
                        <c:v>283.26100000000002</c:v>
                      </c:pt>
                      <c:pt idx="4972">
                        <c:v>281.36200000000002</c:v>
                      </c:pt>
                      <c:pt idx="4973">
                        <c:v>280.88299999999998</c:v>
                      </c:pt>
                      <c:pt idx="4974">
                        <c:v>300.04300000000001</c:v>
                      </c:pt>
                      <c:pt idx="4975">
                        <c:v>304.50700000000001</c:v>
                      </c:pt>
                      <c:pt idx="4976">
                        <c:v>296.36</c:v>
                      </c:pt>
                      <c:pt idx="4977">
                        <c:v>294.83999999999997</c:v>
                      </c:pt>
                      <c:pt idx="4978">
                        <c:v>297.40899999999999</c:v>
                      </c:pt>
                      <c:pt idx="4979">
                        <c:v>301.01</c:v>
                      </c:pt>
                      <c:pt idx="4980">
                        <c:v>307.19499999999999</c:v>
                      </c:pt>
                      <c:pt idx="4981">
                        <c:v>305.267</c:v>
                      </c:pt>
                      <c:pt idx="4982">
                        <c:v>305.17700000000002</c:v>
                      </c:pt>
                      <c:pt idx="4983">
                        <c:v>309.72199999999998</c:v>
                      </c:pt>
                      <c:pt idx="4984">
                        <c:v>306.84399999999999</c:v>
                      </c:pt>
                      <c:pt idx="4985">
                        <c:v>302.32600000000002</c:v>
                      </c:pt>
                      <c:pt idx="4986">
                        <c:v>301.02100000000002</c:v>
                      </c:pt>
                      <c:pt idx="4987">
                        <c:v>302.149</c:v>
                      </c:pt>
                      <c:pt idx="4988">
                        <c:v>302.69600000000003</c:v>
                      </c:pt>
                      <c:pt idx="4989">
                        <c:v>296.221</c:v>
                      </c:pt>
                      <c:pt idx="4990">
                        <c:v>288.11399999999998</c:v>
                      </c:pt>
                      <c:pt idx="4991">
                        <c:v>287.846</c:v>
                      </c:pt>
                      <c:pt idx="4992">
                        <c:v>286.97000000000003</c:v>
                      </c:pt>
                      <c:pt idx="4993">
                        <c:v>285.887</c:v>
                      </c:pt>
                      <c:pt idx="4994">
                        <c:v>285.94099999999997</c:v>
                      </c:pt>
                      <c:pt idx="4995">
                        <c:v>283.51900000000001</c:v>
                      </c:pt>
                      <c:pt idx="4996">
                        <c:v>279.49200000000002</c:v>
                      </c:pt>
                      <c:pt idx="4997">
                        <c:v>278.22300000000001</c:v>
                      </c:pt>
                      <c:pt idx="4998">
                        <c:v>277.13400000000001</c:v>
                      </c:pt>
                      <c:pt idx="4999">
                        <c:v>278.46499999999997</c:v>
                      </c:pt>
                      <c:pt idx="5000">
                        <c:v>274.76</c:v>
                      </c:pt>
                      <c:pt idx="5001">
                        <c:v>270.43700000000001</c:v>
                      </c:pt>
                      <c:pt idx="5002">
                        <c:v>262.37799999999999</c:v>
                      </c:pt>
                      <c:pt idx="5003">
                        <c:v>254.40600000000001</c:v>
                      </c:pt>
                      <c:pt idx="5004">
                        <c:v>253.279</c:v>
                      </c:pt>
                      <c:pt idx="5005">
                        <c:v>250.84100000000001</c:v>
                      </c:pt>
                      <c:pt idx="5006">
                        <c:v>248.15700000000001</c:v>
                      </c:pt>
                      <c:pt idx="5007">
                        <c:v>244.83099999999999</c:v>
                      </c:pt>
                      <c:pt idx="5008">
                        <c:v>239.773</c:v>
                      </c:pt>
                      <c:pt idx="5009">
                        <c:v>237.62799999999999</c:v>
                      </c:pt>
                      <c:pt idx="5010">
                        <c:v>240.876</c:v>
                      </c:pt>
                      <c:pt idx="5011">
                        <c:v>239.51300000000001</c:v>
                      </c:pt>
                      <c:pt idx="5012">
                        <c:v>238.976</c:v>
                      </c:pt>
                      <c:pt idx="5013">
                        <c:v>240.458</c:v>
                      </c:pt>
                      <c:pt idx="5014">
                        <c:v>238.29</c:v>
                      </c:pt>
                      <c:pt idx="5015">
                        <c:v>236.58099999999999</c:v>
                      </c:pt>
                      <c:pt idx="5016">
                        <c:v>236.25299999999999</c:v>
                      </c:pt>
                      <c:pt idx="5017">
                        <c:v>236.45699999999999</c:v>
                      </c:pt>
                      <c:pt idx="5018">
                        <c:v>234.971</c:v>
                      </c:pt>
                      <c:pt idx="5019">
                        <c:v>235.767</c:v>
                      </c:pt>
                      <c:pt idx="5020">
                        <c:v>238.38300000000001</c:v>
                      </c:pt>
                      <c:pt idx="5021">
                        <c:v>236.691</c:v>
                      </c:pt>
                      <c:pt idx="5022">
                        <c:v>236.23099999999999</c:v>
                      </c:pt>
                      <c:pt idx="5023">
                        <c:v>235.70699999999999</c:v>
                      </c:pt>
                      <c:pt idx="5024">
                        <c:v>237.75</c:v>
                      </c:pt>
                      <c:pt idx="5025">
                        <c:v>242.87799999999999</c:v>
                      </c:pt>
                      <c:pt idx="5026">
                        <c:v>245.66300000000001</c:v>
                      </c:pt>
                      <c:pt idx="5027">
                        <c:v>246.864</c:v>
                      </c:pt>
                      <c:pt idx="5028">
                        <c:v>246.16499999999999</c:v>
                      </c:pt>
                      <c:pt idx="5029">
                        <c:v>240.333</c:v>
                      </c:pt>
                      <c:pt idx="5030">
                        <c:v>228.40899999999999</c:v>
                      </c:pt>
                      <c:pt idx="5031">
                        <c:v>224.29499999999999</c:v>
                      </c:pt>
                      <c:pt idx="5032">
                        <c:v>223.625</c:v>
                      </c:pt>
                      <c:pt idx="5033">
                        <c:v>219.92500000000001</c:v>
                      </c:pt>
                      <c:pt idx="5034">
                        <c:v>218.035</c:v>
                      </c:pt>
                      <c:pt idx="5035">
                        <c:v>218.40899999999999</c:v>
                      </c:pt>
                      <c:pt idx="5036">
                        <c:v>216.32300000000001</c:v>
                      </c:pt>
                      <c:pt idx="5037">
                        <c:v>213.04</c:v>
                      </c:pt>
                      <c:pt idx="5038">
                        <c:v>208.53</c:v>
                      </c:pt>
                      <c:pt idx="5039">
                        <c:v>206.03800000000001</c:v>
                      </c:pt>
                      <c:pt idx="5040">
                        <c:v>204.30500000000001</c:v>
                      </c:pt>
                      <c:pt idx="5041">
                        <c:v>201.68899999999999</c:v>
                      </c:pt>
                      <c:pt idx="5042">
                        <c:v>201.03700000000001</c:v>
                      </c:pt>
                      <c:pt idx="5043">
                        <c:v>202.089</c:v>
                      </c:pt>
                      <c:pt idx="5044">
                        <c:v>208.35</c:v>
                      </c:pt>
                      <c:pt idx="5045">
                        <c:v>212.29300000000001</c:v>
                      </c:pt>
                      <c:pt idx="5046">
                        <c:v>208.71199999999999</c:v>
                      </c:pt>
                      <c:pt idx="5047">
                        <c:v>207.07900000000001</c:v>
                      </c:pt>
                      <c:pt idx="5048">
                        <c:v>206.63499999999999</c:v>
                      </c:pt>
                      <c:pt idx="5049">
                        <c:v>208.14</c:v>
                      </c:pt>
                      <c:pt idx="5050">
                        <c:v>206.96299999999999</c:v>
                      </c:pt>
                      <c:pt idx="5051">
                        <c:v>206.37100000000001</c:v>
                      </c:pt>
                      <c:pt idx="5052">
                        <c:v>210.98</c:v>
                      </c:pt>
                      <c:pt idx="5053">
                        <c:v>217.904</c:v>
                      </c:pt>
                      <c:pt idx="5054">
                        <c:v>220.346</c:v>
                      </c:pt>
                      <c:pt idx="5055">
                        <c:v>223.755</c:v>
                      </c:pt>
                      <c:pt idx="5056">
                        <c:v>226.411</c:v>
                      </c:pt>
                      <c:pt idx="5057">
                        <c:v>227.21100000000001</c:v>
                      </c:pt>
                      <c:pt idx="5058">
                        <c:v>226.27199999999999</c:v>
                      </c:pt>
                      <c:pt idx="5059">
                        <c:v>221.08099999999999</c:v>
                      </c:pt>
                      <c:pt idx="5060">
                        <c:v>221.97499999999999</c:v>
                      </c:pt>
                      <c:pt idx="5061">
                        <c:v>220.13300000000001</c:v>
                      </c:pt>
                      <c:pt idx="5062">
                        <c:v>211.12799999999999</c:v>
                      </c:pt>
                      <c:pt idx="5063">
                        <c:v>207.446</c:v>
                      </c:pt>
                      <c:pt idx="5064">
                        <c:v>206.124</c:v>
                      </c:pt>
                      <c:pt idx="5065">
                        <c:v>208.387</c:v>
                      </c:pt>
                      <c:pt idx="5066">
                        <c:v>207.226</c:v>
                      </c:pt>
                      <c:pt idx="5067">
                        <c:v>206.57599999999999</c:v>
                      </c:pt>
                      <c:pt idx="5068">
                        <c:v>210.374</c:v>
                      </c:pt>
                      <c:pt idx="5069">
                        <c:v>213.489</c:v>
                      </c:pt>
                      <c:pt idx="5070">
                        <c:v>214.23400000000001</c:v>
                      </c:pt>
                      <c:pt idx="5071">
                        <c:v>212.66499999999999</c:v>
                      </c:pt>
                      <c:pt idx="5072">
                        <c:v>213.203</c:v>
                      </c:pt>
                      <c:pt idx="5073">
                        <c:v>215.54900000000001</c:v>
                      </c:pt>
                      <c:pt idx="5074">
                        <c:v>211.64099999999999</c:v>
                      </c:pt>
                      <c:pt idx="5075">
                        <c:v>208.095</c:v>
                      </c:pt>
                      <c:pt idx="5076">
                        <c:v>207.19800000000001</c:v>
                      </c:pt>
                      <c:pt idx="5077">
                        <c:v>207.65100000000001</c:v>
                      </c:pt>
                      <c:pt idx="5078">
                        <c:v>205.13300000000001</c:v>
                      </c:pt>
                      <c:pt idx="5079">
                        <c:v>227.298</c:v>
                      </c:pt>
                      <c:pt idx="5080">
                        <c:v>230.75800000000001</c:v>
                      </c:pt>
                      <c:pt idx="5081">
                        <c:v>226.89099999999999</c:v>
                      </c:pt>
                      <c:pt idx="5082">
                        <c:v>225.68700000000001</c:v>
                      </c:pt>
                      <c:pt idx="5083">
                        <c:v>229.51300000000001</c:v>
                      </c:pt>
                      <c:pt idx="5084">
                        <c:v>237.27699999999999</c:v>
                      </c:pt>
                      <c:pt idx="5085">
                        <c:v>238.096</c:v>
                      </c:pt>
                      <c:pt idx="5086">
                        <c:v>241.11699999999999</c:v>
                      </c:pt>
                      <c:pt idx="5087">
                        <c:v>245.20400000000001</c:v>
                      </c:pt>
                      <c:pt idx="5088">
                        <c:v>257.95299999999997</c:v>
                      </c:pt>
                      <c:pt idx="5089">
                        <c:v>260.14800000000002</c:v>
                      </c:pt>
                      <c:pt idx="5090">
                        <c:v>263.78699999999998</c:v>
                      </c:pt>
                      <c:pt idx="5091">
                        <c:v>261.577</c:v>
                      </c:pt>
                      <c:pt idx="5092">
                        <c:v>260.60399999999998</c:v>
                      </c:pt>
                      <c:pt idx="5093">
                        <c:v>251.24700000000001</c:v>
                      </c:pt>
                      <c:pt idx="5094">
                        <c:v>248.505</c:v>
                      </c:pt>
                      <c:pt idx="5095">
                        <c:v>247.86199999999999</c:v>
                      </c:pt>
                      <c:pt idx="5096">
                        <c:v>248.35400000000001</c:v>
                      </c:pt>
                      <c:pt idx="5097">
                        <c:v>240.48500000000001</c:v>
                      </c:pt>
                      <c:pt idx="5098">
                        <c:v>235.33799999999999</c:v>
                      </c:pt>
                      <c:pt idx="5099">
                        <c:v>239.29599999999999</c:v>
                      </c:pt>
                      <c:pt idx="5100">
                        <c:v>242.45699999999999</c:v>
                      </c:pt>
                      <c:pt idx="5101">
                        <c:v>245.101</c:v>
                      </c:pt>
                      <c:pt idx="5102">
                        <c:v>241.935</c:v>
                      </c:pt>
                      <c:pt idx="5103">
                        <c:v>237.56399999999999</c:v>
                      </c:pt>
                      <c:pt idx="5104">
                        <c:v>237.35900000000001</c:v>
                      </c:pt>
                      <c:pt idx="5105">
                        <c:v>239.477</c:v>
                      </c:pt>
                      <c:pt idx="5106">
                        <c:v>238.89099999999999</c:v>
                      </c:pt>
                      <c:pt idx="5107">
                        <c:v>229.48</c:v>
                      </c:pt>
                      <c:pt idx="5108">
                        <c:v>221.92699999999999</c:v>
                      </c:pt>
                      <c:pt idx="5109">
                        <c:v>216.93899999999999</c:v>
                      </c:pt>
                      <c:pt idx="5110">
                        <c:v>207.75</c:v>
                      </c:pt>
                      <c:pt idx="5111">
                        <c:v>199.53800000000001</c:v>
                      </c:pt>
                      <c:pt idx="5112">
                        <c:v>208.40299999999999</c:v>
                      </c:pt>
                      <c:pt idx="5113">
                        <c:v>213.47399999999999</c:v>
                      </c:pt>
                      <c:pt idx="5114">
                        <c:v>216.12100000000001</c:v>
                      </c:pt>
                      <c:pt idx="5115">
                        <c:v>218.387</c:v>
                      </c:pt>
                      <c:pt idx="5116">
                        <c:v>216.26300000000001</c:v>
                      </c:pt>
                      <c:pt idx="5117">
                        <c:v>214.964</c:v>
                      </c:pt>
                      <c:pt idx="5118">
                        <c:v>207.21</c:v>
                      </c:pt>
                      <c:pt idx="5119">
                        <c:v>201.87700000000001</c:v>
                      </c:pt>
                      <c:pt idx="5120">
                        <c:v>204.40199999999999</c:v>
                      </c:pt>
                      <c:pt idx="5121">
                        <c:v>204.82</c:v>
                      </c:pt>
                      <c:pt idx="5122">
                        <c:v>200.56</c:v>
                      </c:pt>
                      <c:pt idx="5123">
                        <c:v>198.471</c:v>
                      </c:pt>
                      <c:pt idx="5124">
                        <c:v>198.65700000000001</c:v>
                      </c:pt>
                      <c:pt idx="5125">
                        <c:v>199.09899999999999</c:v>
                      </c:pt>
                      <c:pt idx="5126">
                        <c:v>197.988</c:v>
                      </c:pt>
                      <c:pt idx="5127">
                        <c:v>197.60900000000001</c:v>
                      </c:pt>
                      <c:pt idx="5128">
                        <c:v>195.99700000000001</c:v>
                      </c:pt>
                      <c:pt idx="5129">
                        <c:v>191.51499999999999</c:v>
                      </c:pt>
                      <c:pt idx="5130">
                        <c:v>189.51499999999999</c:v>
                      </c:pt>
                      <c:pt idx="5131">
                        <c:v>188.946</c:v>
                      </c:pt>
                      <c:pt idx="5132">
                        <c:v>182.66200000000001</c:v>
                      </c:pt>
                      <c:pt idx="5133">
                        <c:v>180.405</c:v>
                      </c:pt>
                      <c:pt idx="5134">
                        <c:v>182.86799999999999</c:v>
                      </c:pt>
                      <c:pt idx="5135">
                        <c:v>182.40899999999999</c:v>
                      </c:pt>
                      <c:pt idx="5136">
                        <c:v>181.22499999999999</c:v>
                      </c:pt>
                      <c:pt idx="5137">
                        <c:v>178.46100000000001</c:v>
                      </c:pt>
                      <c:pt idx="5138">
                        <c:v>176.87200000000001</c:v>
                      </c:pt>
                      <c:pt idx="5139">
                        <c:v>171.44900000000001</c:v>
                      </c:pt>
                      <c:pt idx="5140">
                        <c:v>168.32599999999999</c:v>
                      </c:pt>
                      <c:pt idx="5141">
                        <c:v>168.42</c:v>
                      </c:pt>
                      <c:pt idx="5142">
                        <c:v>166.99799999999999</c:v>
                      </c:pt>
                      <c:pt idx="5143">
                        <c:v>165.655</c:v>
                      </c:pt>
                      <c:pt idx="5144">
                        <c:v>164.386</c:v>
                      </c:pt>
                      <c:pt idx="5145">
                        <c:v>161.762</c:v>
                      </c:pt>
                      <c:pt idx="5146">
                        <c:v>158.322</c:v>
                      </c:pt>
                      <c:pt idx="5147">
                        <c:v>158.19499999999999</c:v>
                      </c:pt>
                      <c:pt idx="5148">
                        <c:v>158.94399999999999</c:v>
                      </c:pt>
                      <c:pt idx="5149">
                        <c:v>158.637</c:v>
                      </c:pt>
                      <c:pt idx="5150">
                        <c:v>158.02199999999999</c:v>
                      </c:pt>
                      <c:pt idx="5151">
                        <c:v>157.08600000000001</c:v>
                      </c:pt>
                      <c:pt idx="5152">
                        <c:v>157.83199999999999</c:v>
                      </c:pt>
                      <c:pt idx="5153">
                        <c:v>164.90199999999999</c:v>
                      </c:pt>
                      <c:pt idx="5154">
                        <c:v>171.39099999999999</c:v>
                      </c:pt>
                      <c:pt idx="5155">
                        <c:v>175.744</c:v>
                      </c:pt>
                      <c:pt idx="5156">
                        <c:v>175.92400000000001</c:v>
                      </c:pt>
                      <c:pt idx="5157">
                        <c:v>177.6</c:v>
                      </c:pt>
                      <c:pt idx="5158">
                        <c:v>179.904</c:v>
                      </c:pt>
                      <c:pt idx="5159">
                        <c:v>175.17599999999999</c:v>
                      </c:pt>
                      <c:pt idx="5160">
                        <c:v>172.28</c:v>
                      </c:pt>
                      <c:pt idx="5161">
                        <c:v>169.38</c:v>
                      </c:pt>
                      <c:pt idx="5162">
                        <c:v>170.33</c:v>
                      </c:pt>
                      <c:pt idx="5163">
                        <c:v>172.999</c:v>
                      </c:pt>
                      <c:pt idx="5164">
                        <c:v>174.511</c:v>
                      </c:pt>
                      <c:pt idx="5165">
                        <c:v>176.208</c:v>
                      </c:pt>
                      <c:pt idx="5166">
                        <c:v>177.84399999999999</c:v>
                      </c:pt>
                      <c:pt idx="5167">
                        <c:v>178.00800000000001</c:v>
                      </c:pt>
                      <c:pt idx="5168">
                        <c:v>179.745</c:v>
                      </c:pt>
                      <c:pt idx="5169">
                        <c:v>180.54400000000001</c:v>
                      </c:pt>
                      <c:pt idx="5170">
                        <c:v>178.81399999999999</c:v>
                      </c:pt>
                      <c:pt idx="5171">
                        <c:v>176.22499999999999</c:v>
                      </c:pt>
                      <c:pt idx="5172">
                        <c:v>173.61500000000001</c:v>
                      </c:pt>
                      <c:pt idx="5173">
                        <c:v>170.316</c:v>
                      </c:pt>
                      <c:pt idx="5174">
                        <c:v>172.62</c:v>
                      </c:pt>
                      <c:pt idx="5175">
                        <c:v>180.59</c:v>
                      </c:pt>
                      <c:pt idx="5176">
                        <c:v>182.34800000000001</c:v>
                      </c:pt>
                      <c:pt idx="5177">
                        <c:v>185.988</c:v>
                      </c:pt>
                      <c:pt idx="5178">
                        <c:v>187.108</c:v>
                      </c:pt>
                      <c:pt idx="5179">
                        <c:v>184.55</c:v>
                      </c:pt>
                      <c:pt idx="5180">
                        <c:v>185.06100000000001</c:v>
                      </c:pt>
                      <c:pt idx="5181">
                        <c:v>185.386</c:v>
                      </c:pt>
                      <c:pt idx="5182">
                        <c:v>185.69800000000001</c:v>
                      </c:pt>
                      <c:pt idx="5183">
                        <c:v>184.97300000000001</c:v>
                      </c:pt>
                      <c:pt idx="5184">
                        <c:v>181.15799999999999</c:v>
                      </c:pt>
                      <c:pt idx="5185">
                        <c:v>175.37200000000001</c:v>
                      </c:pt>
                      <c:pt idx="5186">
                        <c:v>173.744</c:v>
                      </c:pt>
                      <c:pt idx="5187">
                        <c:v>173.21100000000001</c:v>
                      </c:pt>
                      <c:pt idx="5188">
                        <c:v>178.81</c:v>
                      </c:pt>
                      <c:pt idx="5189">
                        <c:v>177.91800000000001</c:v>
                      </c:pt>
                      <c:pt idx="5190">
                        <c:v>170.124</c:v>
                      </c:pt>
                      <c:pt idx="5191">
                        <c:v>163.07900000000001</c:v>
                      </c:pt>
                      <c:pt idx="5192">
                        <c:v>162.72499999999999</c:v>
                      </c:pt>
                      <c:pt idx="5193">
                        <c:v>165.53800000000001</c:v>
                      </c:pt>
                      <c:pt idx="5194">
                        <c:v>165.60400000000001</c:v>
                      </c:pt>
                      <c:pt idx="5195">
                        <c:v>160.95400000000001</c:v>
                      </c:pt>
                      <c:pt idx="5196">
                        <c:v>155.86500000000001</c:v>
                      </c:pt>
                      <c:pt idx="5197">
                        <c:v>155.078</c:v>
                      </c:pt>
                      <c:pt idx="5198">
                        <c:v>158.67699999999999</c:v>
                      </c:pt>
                      <c:pt idx="5199">
                        <c:v>158.94900000000001</c:v>
                      </c:pt>
                      <c:pt idx="5200">
                        <c:v>159.68899999999999</c:v>
                      </c:pt>
                      <c:pt idx="5201">
                        <c:v>162.089</c:v>
                      </c:pt>
                      <c:pt idx="5202">
                        <c:v>161.178</c:v>
                      </c:pt>
                      <c:pt idx="5203">
                        <c:v>158.80199999999999</c:v>
                      </c:pt>
                      <c:pt idx="5204">
                        <c:v>154.65700000000001</c:v>
                      </c:pt>
                      <c:pt idx="5205">
                        <c:v>157.18299999999999</c:v>
                      </c:pt>
                      <c:pt idx="5206">
                        <c:v>159.98699999999999</c:v>
                      </c:pt>
                      <c:pt idx="5207">
                        <c:v>162.85499999999999</c:v>
                      </c:pt>
                      <c:pt idx="5208">
                        <c:v>163.63499999999999</c:v>
                      </c:pt>
                      <c:pt idx="5209">
                        <c:v>180.101</c:v>
                      </c:pt>
                      <c:pt idx="5210">
                        <c:v>173.03399999999999</c:v>
                      </c:pt>
                      <c:pt idx="5211">
                        <c:v>175.55699999999999</c:v>
                      </c:pt>
                      <c:pt idx="5212">
                        <c:v>175.90199999999999</c:v>
                      </c:pt>
                      <c:pt idx="5213">
                        <c:v>174.75700000000001</c:v>
                      </c:pt>
                      <c:pt idx="5214">
                        <c:v>174.65799999999999</c:v>
                      </c:pt>
                      <c:pt idx="5215">
                        <c:v>174.43799999999999</c:v>
                      </c:pt>
                      <c:pt idx="5216">
                        <c:v>174.14699999999999</c:v>
                      </c:pt>
                      <c:pt idx="5217">
                        <c:v>175.05500000000001</c:v>
                      </c:pt>
                      <c:pt idx="5218">
                        <c:v>176.22900000000001</c:v>
                      </c:pt>
                      <c:pt idx="5219">
                        <c:v>176.31200000000001</c:v>
                      </c:pt>
                      <c:pt idx="5220">
                        <c:v>178.2</c:v>
                      </c:pt>
                      <c:pt idx="5221">
                        <c:v>177.94399999999999</c:v>
                      </c:pt>
                      <c:pt idx="5222">
                        <c:v>174.173</c:v>
                      </c:pt>
                      <c:pt idx="5223">
                        <c:v>168.80099999999999</c:v>
                      </c:pt>
                      <c:pt idx="5224">
                        <c:v>173.36699999999999</c:v>
                      </c:pt>
                      <c:pt idx="5225">
                        <c:v>177.43199999999999</c:v>
                      </c:pt>
                      <c:pt idx="5226">
                        <c:v>183.202</c:v>
                      </c:pt>
                      <c:pt idx="5227">
                        <c:v>190.94900000000001</c:v>
                      </c:pt>
                      <c:pt idx="5228">
                        <c:v>196.36199999999999</c:v>
                      </c:pt>
                      <c:pt idx="5229">
                        <c:v>197.18199999999999</c:v>
                      </c:pt>
                      <c:pt idx="5230">
                        <c:v>196.684</c:v>
                      </c:pt>
                      <c:pt idx="5231">
                        <c:v>197.95</c:v>
                      </c:pt>
                      <c:pt idx="5232">
                        <c:v>195.64699999999999</c:v>
                      </c:pt>
                      <c:pt idx="5233">
                        <c:v>190.006</c:v>
                      </c:pt>
                      <c:pt idx="5234">
                        <c:v>189.09</c:v>
                      </c:pt>
                      <c:pt idx="5235">
                        <c:v>191.22200000000001</c:v>
                      </c:pt>
                      <c:pt idx="5236">
                        <c:v>190.571</c:v>
                      </c:pt>
                      <c:pt idx="5237">
                        <c:v>187.345</c:v>
                      </c:pt>
                      <c:pt idx="5238">
                        <c:v>190.935</c:v>
                      </c:pt>
                      <c:pt idx="5239">
                        <c:v>193.17500000000001</c:v>
                      </c:pt>
                      <c:pt idx="5240">
                        <c:v>190.49799999999999</c:v>
                      </c:pt>
                      <c:pt idx="5241">
                        <c:v>183.96700000000001</c:v>
                      </c:pt>
                      <c:pt idx="5242">
                        <c:v>177.429</c:v>
                      </c:pt>
                      <c:pt idx="5243">
                        <c:v>175.446</c:v>
                      </c:pt>
                      <c:pt idx="5244">
                        <c:v>177.446</c:v>
                      </c:pt>
                      <c:pt idx="5245">
                        <c:v>177.25899999999999</c:v>
                      </c:pt>
                      <c:pt idx="5246">
                        <c:v>175.76</c:v>
                      </c:pt>
                      <c:pt idx="5247">
                        <c:v>175.2</c:v>
                      </c:pt>
                      <c:pt idx="5248">
                        <c:v>176.26499999999999</c:v>
                      </c:pt>
                      <c:pt idx="5249">
                        <c:v>170.81100000000001</c:v>
                      </c:pt>
                      <c:pt idx="5250">
                        <c:v>171.36799999999999</c:v>
                      </c:pt>
                      <c:pt idx="5251">
                        <c:v>174.82400000000001</c:v>
                      </c:pt>
                      <c:pt idx="5252">
                        <c:v>174.292</c:v>
                      </c:pt>
                      <c:pt idx="5253">
                        <c:v>174.9</c:v>
                      </c:pt>
                      <c:pt idx="5254">
                        <c:v>177.613</c:v>
                      </c:pt>
                      <c:pt idx="5255">
                        <c:v>186.286</c:v>
                      </c:pt>
                      <c:pt idx="5256">
                        <c:v>192.422</c:v>
                      </c:pt>
                      <c:pt idx="5257">
                        <c:v>193.785</c:v>
                      </c:pt>
                      <c:pt idx="5258">
                        <c:v>193.91800000000001</c:v>
                      </c:pt>
                      <c:pt idx="5259">
                        <c:v>194.678</c:v>
                      </c:pt>
                      <c:pt idx="5260">
                        <c:v>193.50399999999999</c:v>
                      </c:pt>
                      <c:pt idx="5261">
                        <c:v>192.32400000000001</c:v>
                      </c:pt>
                      <c:pt idx="5262">
                        <c:v>190.31200000000001</c:v>
                      </c:pt>
                      <c:pt idx="5263">
                        <c:v>190.93</c:v>
                      </c:pt>
                      <c:pt idx="5264">
                        <c:v>189.65100000000001</c:v>
                      </c:pt>
                      <c:pt idx="5265">
                        <c:v>190.994</c:v>
                      </c:pt>
                      <c:pt idx="5266">
                        <c:v>187.05799999999999</c:v>
                      </c:pt>
                      <c:pt idx="5267">
                        <c:v>184.81899999999999</c:v>
                      </c:pt>
                      <c:pt idx="5268">
                        <c:v>185.011</c:v>
                      </c:pt>
                      <c:pt idx="5269">
                        <c:v>185.417</c:v>
                      </c:pt>
                      <c:pt idx="5270">
                        <c:v>191.19900000000001</c:v>
                      </c:pt>
                      <c:pt idx="5271">
                        <c:v>196.06200000000001</c:v>
                      </c:pt>
                      <c:pt idx="5272">
                        <c:v>200.316</c:v>
                      </c:pt>
                      <c:pt idx="5273">
                        <c:v>198.48699999999999</c:v>
                      </c:pt>
                      <c:pt idx="5274">
                        <c:v>197.42500000000001</c:v>
                      </c:pt>
                      <c:pt idx="5275">
                        <c:v>200.90700000000001</c:v>
                      </c:pt>
                      <c:pt idx="5276">
                        <c:v>204.34399999999999</c:v>
                      </c:pt>
                      <c:pt idx="5277">
                        <c:v>200.822</c:v>
                      </c:pt>
                      <c:pt idx="5278">
                        <c:v>196.386</c:v>
                      </c:pt>
                      <c:pt idx="5279">
                        <c:v>197.43100000000001</c:v>
                      </c:pt>
                      <c:pt idx="5280">
                        <c:v>197.89699999999999</c:v>
                      </c:pt>
                      <c:pt idx="5281">
                        <c:v>197.17500000000001</c:v>
                      </c:pt>
                      <c:pt idx="5282">
                        <c:v>196.68</c:v>
                      </c:pt>
                      <c:pt idx="5283">
                        <c:v>194.86699999999999</c:v>
                      </c:pt>
                      <c:pt idx="5284">
                        <c:v>189.518</c:v>
                      </c:pt>
                      <c:pt idx="5285">
                        <c:v>188.21199999999999</c:v>
                      </c:pt>
                      <c:pt idx="5286">
                        <c:v>184.875</c:v>
                      </c:pt>
                      <c:pt idx="5287">
                        <c:v>182.01900000000001</c:v>
                      </c:pt>
                      <c:pt idx="5288">
                        <c:v>182.34800000000001</c:v>
                      </c:pt>
                      <c:pt idx="5289">
                        <c:v>178.55199999999999</c:v>
                      </c:pt>
                      <c:pt idx="5290">
                        <c:v>178.44200000000001</c:v>
                      </c:pt>
                      <c:pt idx="5291">
                        <c:v>176.42500000000001</c:v>
                      </c:pt>
                      <c:pt idx="5292">
                        <c:v>176.81399999999999</c:v>
                      </c:pt>
                      <c:pt idx="5293">
                        <c:v>177.267</c:v>
                      </c:pt>
                      <c:pt idx="5294">
                        <c:v>180.18100000000001</c:v>
                      </c:pt>
                      <c:pt idx="5295">
                        <c:v>185.41300000000001</c:v>
                      </c:pt>
                      <c:pt idx="5296">
                        <c:v>188.161</c:v>
                      </c:pt>
                      <c:pt idx="5297">
                        <c:v>185.738</c:v>
                      </c:pt>
                      <c:pt idx="5298">
                        <c:v>184.56399999999999</c:v>
                      </c:pt>
                      <c:pt idx="5299">
                        <c:v>189.91</c:v>
                      </c:pt>
                      <c:pt idx="5300">
                        <c:v>189.387</c:v>
                      </c:pt>
                      <c:pt idx="5301">
                        <c:v>186.30199999999999</c:v>
                      </c:pt>
                      <c:pt idx="5302">
                        <c:v>186.477</c:v>
                      </c:pt>
                      <c:pt idx="5303">
                        <c:v>188.36600000000001</c:v>
                      </c:pt>
                      <c:pt idx="5304">
                        <c:v>187.958</c:v>
                      </c:pt>
                      <c:pt idx="5305">
                        <c:v>191.33099999999999</c:v>
                      </c:pt>
                      <c:pt idx="5306">
                        <c:v>200.595</c:v>
                      </c:pt>
                      <c:pt idx="5307">
                        <c:v>208.11600000000001</c:v>
                      </c:pt>
                      <c:pt idx="5308">
                        <c:v>210.76400000000001</c:v>
                      </c:pt>
                      <c:pt idx="5309">
                        <c:v>209.464</c:v>
                      </c:pt>
                      <c:pt idx="5310">
                        <c:v>203.91800000000001</c:v>
                      </c:pt>
                      <c:pt idx="5311">
                        <c:v>201.61500000000001</c:v>
                      </c:pt>
                      <c:pt idx="5312">
                        <c:v>201.542</c:v>
                      </c:pt>
                      <c:pt idx="5313">
                        <c:v>198.107</c:v>
                      </c:pt>
                      <c:pt idx="5314">
                        <c:v>195.43</c:v>
                      </c:pt>
                      <c:pt idx="5315">
                        <c:v>189.59</c:v>
                      </c:pt>
                      <c:pt idx="5316">
                        <c:v>184.84</c:v>
                      </c:pt>
                      <c:pt idx="5317">
                        <c:v>175.416</c:v>
                      </c:pt>
                      <c:pt idx="5318">
                        <c:v>176.17599999999999</c:v>
                      </c:pt>
                      <c:pt idx="5319">
                        <c:v>174.95400000000001</c:v>
                      </c:pt>
                      <c:pt idx="5320">
                        <c:v>175.61799999999999</c:v>
                      </c:pt>
                      <c:pt idx="5321">
                        <c:v>172.71199999999999</c:v>
                      </c:pt>
                      <c:pt idx="5322">
                        <c:v>171.911</c:v>
                      </c:pt>
                      <c:pt idx="5323">
                        <c:v>172.828</c:v>
                      </c:pt>
                      <c:pt idx="5324">
                        <c:v>175.839</c:v>
                      </c:pt>
                      <c:pt idx="5325">
                        <c:v>178.297</c:v>
                      </c:pt>
                      <c:pt idx="5326">
                        <c:v>180.702</c:v>
                      </c:pt>
                      <c:pt idx="5327">
                        <c:v>181.804</c:v>
                      </c:pt>
                      <c:pt idx="5328">
                        <c:v>186.27500000000001</c:v>
                      </c:pt>
                      <c:pt idx="5329">
                        <c:v>190.75800000000001</c:v>
                      </c:pt>
                      <c:pt idx="5330">
                        <c:v>192.476</c:v>
                      </c:pt>
                      <c:pt idx="5331">
                        <c:v>193.72499999999999</c:v>
                      </c:pt>
                      <c:pt idx="5332">
                        <c:v>192.125</c:v>
                      </c:pt>
                      <c:pt idx="5333">
                        <c:v>195.26900000000001</c:v>
                      </c:pt>
                      <c:pt idx="5334">
                        <c:v>194.21</c:v>
                      </c:pt>
                      <c:pt idx="5335">
                        <c:v>192.66200000000001</c:v>
                      </c:pt>
                      <c:pt idx="5336">
                        <c:v>192.84899999999999</c:v>
                      </c:pt>
                      <c:pt idx="5337">
                        <c:v>191.398</c:v>
                      </c:pt>
                      <c:pt idx="5338">
                        <c:v>188.80199999999999</c:v>
                      </c:pt>
                      <c:pt idx="5339">
                        <c:v>185.89699999999999</c:v>
                      </c:pt>
                      <c:pt idx="5340">
                        <c:v>178.167</c:v>
                      </c:pt>
                      <c:pt idx="5341">
                        <c:v>197.012</c:v>
                      </c:pt>
                      <c:pt idx="5342">
                        <c:v>199.11799999999999</c:v>
                      </c:pt>
                      <c:pt idx="5343">
                        <c:v>197.041</c:v>
                      </c:pt>
                      <c:pt idx="5344">
                        <c:v>200.95699999999999</c:v>
                      </c:pt>
                      <c:pt idx="5345">
                        <c:v>199.97900000000001</c:v>
                      </c:pt>
                      <c:pt idx="5346">
                        <c:v>201.02099999999999</c:v>
                      </c:pt>
                      <c:pt idx="5347">
                        <c:v>200.791</c:v>
                      </c:pt>
                      <c:pt idx="5348">
                        <c:v>200.09</c:v>
                      </c:pt>
                      <c:pt idx="5349">
                        <c:v>196.94499999999999</c:v>
                      </c:pt>
                      <c:pt idx="5350">
                        <c:v>193.13</c:v>
                      </c:pt>
                      <c:pt idx="5351">
                        <c:v>189.739</c:v>
                      </c:pt>
                      <c:pt idx="5352">
                        <c:v>189.619</c:v>
                      </c:pt>
                      <c:pt idx="5353">
                        <c:v>187.69200000000001</c:v>
                      </c:pt>
                      <c:pt idx="5354">
                        <c:v>190.71199999999999</c:v>
                      </c:pt>
                      <c:pt idx="5355">
                        <c:v>193.11</c:v>
                      </c:pt>
                      <c:pt idx="5356">
                        <c:v>189.535</c:v>
                      </c:pt>
                      <c:pt idx="5357">
                        <c:v>191.16200000000001</c:v>
                      </c:pt>
                      <c:pt idx="5358">
                        <c:v>189.499</c:v>
                      </c:pt>
                      <c:pt idx="5359">
                        <c:v>188.88499999999999</c:v>
                      </c:pt>
                      <c:pt idx="5360">
                        <c:v>189.947</c:v>
                      </c:pt>
                      <c:pt idx="5361">
                        <c:v>189.75</c:v>
                      </c:pt>
                      <c:pt idx="5362">
                        <c:v>190.58600000000001</c:v>
                      </c:pt>
                      <c:pt idx="5363">
                        <c:v>192.95599999999999</c:v>
                      </c:pt>
                      <c:pt idx="5364">
                        <c:v>196.72200000000001</c:v>
                      </c:pt>
                      <c:pt idx="5365">
                        <c:v>197.71299999999999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2-49E9-4D25-B60A-92C31AFE1E83}"/>
                  </c:ext>
                </c:extLst>
              </c15:ser>
            </c15:filteredLineSeries>
            <c15:filteredLineSeries>
              <c15:ser>
                <c:idx val="3"/>
                <c:order val="3"/>
                <c:tx>
                  <c:strRef>
                    <c:extLst>
                      <c:ext xmlns:c15="http://schemas.microsoft.com/office/drawing/2012/chart" uri="{02D57815-91ED-43cb-92C2-25804820EDAC}">
                        <c15:formulaRef>
                          <c15:sqref>Hoja2!$F$2</c15:sqref>
                        </c15:formulaRef>
                      </c:ext>
                    </c:extLst>
                    <c:strCache>
                      <c:ptCount val="1"/>
                      <c:pt idx="0">
                        <c:v>CDS 10 años %</c:v>
                      </c:pt>
                    </c:strCache>
                  </c:strRef>
                </c:tx>
                <c:spPr>
                  <a:ln w="22225" cap="rnd">
                    <a:solidFill>
                      <a:srgbClr val="00B050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Hoja2!$B$316:$B$5773</c15:sqref>
                        </c15:formulaRef>
                      </c:ext>
                    </c:extLst>
                    <c:numCache>
                      <c:formatCode>m/d/yyyy</c:formatCode>
                      <c:ptCount val="5458"/>
                      <c:pt idx="0">
                        <c:v>38070</c:v>
                      </c:pt>
                      <c:pt idx="1">
                        <c:v>38071</c:v>
                      </c:pt>
                      <c:pt idx="2">
                        <c:v>38072</c:v>
                      </c:pt>
                      <c:pt idx="3">
                        <c:v>38075</c:v>
                      </c:pt>
                      <c:pt idx="4">
                        <c:v>38076</c:v>
                      </c:pt>
                      <c:pt idx="5">
                        <c:v>38077</c:v>
                      </c:pt>
                      <c:pt idx="6">
                        <c:v>38078</c:v>
                      </c:pt>
                      <c:pt idx="7">
                        <c:v>38079</c:v>
                      </c:pt>
                      <c:pt idx="8">
                        <c:v>38082</c:v>
                      </c:pt>
                      <c:pt idx="9">
                        <c:v>38083</c:v>
                      </c:pt>
                      <c:pt idx="10">
                        <c:v>38084</c:v>
                      </c:pt>
                      <c:pt idx="11">
                        <c:v>38085</c:v>
                      </c:pt>
                      <c:pt idx="12">
                        <c:v>38089</c:v>
                      </c:pt>
                      <c:pt idx="13">
                        <c:v>38090</c:v>
                      </c:pt>
                      <c:pt idx="14">
                        <c:v>38091</c:v>
                      </c:pt>
                      <c:pt idx="15">
                        <c:v>38092</c:v>
                      </c:pt>
                      <c:pt idx="16">
                        <c:v>38093</c:v>
                      </c:pt>
                      <c:pt idx="17">
                        <c:v>38096</c:v>
                      </c:pt>
                      <c:pt idx="18">
                        <c:v>38097</c:v>
                      </c:pt>
                      <c:pt idx="19">
                        <c:v>38098</c:v>
                      </c:pt>
                      <c:pt idx="20">
                        <c:v>38099</c:v>
                      </c:pt>
                      <c:pt idx="21">
                        <c:v>38100</c:v>
                      </c:pt>
                      <c:pt idx="22">
                        <c:v>38103</c:v>
                      </c:pt>
                      <c:pt idx="23">
                        <c:v>38104</c:v>
                      </c:pt>
                      <c:pt idx="24">
                        <c:v>38105</c:v>
                      </c:pt>
                      <c:pt idx="25">
                        <c:v>38106</c:v>
                      </c:pt>
                      <c:pt idx="26">
                        <c:v>38107</c:v>
                      </c:pt>
                      <c:pt idx="27">
                        <c:v>38110</c:v>
                      </c:pt>
                      <c:pt idx="28">
                        <c:v>38111</c:v>
                      </c:pt>
                      <c:pt idx="29">
                        <c:v>38112</c:v>
                      </c:pt>
                      <c:pt idx="30">
                        <c:v>38113</c:v>
                      </c:pt>
                      <c:pt idx="31">
                        <c:v>38114</c:v>
                      </c:pt>
                      <c:pt idx="32">
                        <c:v>38117</c:v>
                      </c:pt>
                      <c:pt idx="33">
                        <c:v>38118</c:v>
                      </c:pt>
                      <c:pt idx="34">
                        <c:v>38119</c:v>
                      </c:pt>
                      <c:pt idx="35">
                        <c:v>38120</c:v>
                      </c:pt>
                      <c:pt idx="36">
                        <c:v>38121</c:v>
                      </c:pt>
                      <c:pt idx="37">
                        <c:v>38124</c:v>
                      </c:pt>
                      <c:pt idx="38">
                        <c:v>38125</c:v>
                      </c:pt>
                      <c:pt idx="39">
                        <c:v>38126</c:v>
                      </c:pt>
                      <c:pt idx="40">
                        <c:v>38127</c:v>
                      </c:pt>
                      <c:pt idx="41">
                        <c:v>38128</c:v>
                      </c:pt>
                      <c:pt idx="42">
                        <c:v>38131</c:v>
                      </c:pt>
                      <c:pt idx="43">
                        <c:v>38132</c:v>
                      </c:pt>
                      <c:pt idx="44">
                        <c:v>38133</c:v>
                      </c:pt>
                      <c:pt idx="45">
                        <c:v>38134</c:v>
                      </c:pt>
                      <c:pt idx="46">
                        <c:v>38135</c:v>
                      </c:pt>
                      <c:pt idx="47">
                        <c:v>38138</c:v>
                      </c:pt>
                      <c:pt idx="48">
                        <c:v>38139</c:v>
                      </c:pt>
                      <c:pt idx="49">
                        <c:v>38140</c:v>
                      </c:pt>
                      <c:pt idx="50">
                        <c:v>38141</c:v>
                      </c:pt>
                      <c:pt idx="51">
                        <c:v>38142</c:v>
                      </c:pt>
                      <c:pt idx="52">
                        <c:v>38145</c:v>
                      </c:pt>
                      <c:pt idx="53">
                        <c:v>38146</c:v>
                      </c:pt>
                      <c:pt idx="54">
                        <c:v>38147</c:v>
                      </c:pt>
                      <c:pt idx="55">
                        <c:v>38148</c:v>
                      </c:pt>
                      <c:pt idx="56">
                        <c:v>38149</c:v>
                      </c:pt>
                      <c:pt idx="57">
                        <c:v>38152</c:v>
                      </c:pt>
                      <c:pt idx="58">
                        <c:v>38153</c:v>
                      </c:pt>
                      <c:pt idx="59">
                        <c:v>38154</c:v>
                      </c:pt>
                      <c:pt idx="60">
                        <c:v>38155</c:v>
                      </c:pt>
                      <c:pt idx="61">
                        <c:v>38156</c:v>
                      </c:pt>
                      <c:pt idx="62">
                        <c:v>38159</c:v>
                      </c:pt>
                      <c:pt idx="63">
                        <c:v>38160</c:v>
                      </c:pt>
                      <c:pt idx="64">
                        <c:v>38161</c:v>
                      </c:pt>
                      <c:pt idx="65">
                        <c:v>38162</c:v>
                      </c:pt>
                      <c:pt idx="66">
                        <c:v>38163</c:v>
                      </c:pt>
                      <c:pt idx="67">
                        <c:v>38166</c:v>
                      </c:pt>
                      <c:pt idx="68">
                        <c:v>38167</c:v>
                      </c:pt>
                      <c:pt idx="69">
                        <c:v>38168</c:v>
                      </c:pt>
                      <c:pt idx="70">
                        <c:v>38169</c:v>
                      </c:pt>
                      <c:pt idx="71">
                        <c:v>38170</c:v>
                      </c:pt>
                      <c:pt idx="72">
                        <c:v>38174</c:v>
                      </c:pt>
                      <c:pt idx="73">
                        <c:v>38175</c:v>
                      </c:pt>
                      <c:pt idx="74">
                        <c:v>38176</c:v>
                      </c:pt>
                      <c:pt idx="75">
                        <c:v>38177</c:v>
                      </c:pt>
                      <c:pt idx="76">
                        <c:v>38180</c:v>
                      </c:pt>
                      <c:pt idx="77">
                        <c:v>38181</c:v>
                      </c:pt>
                      <c:pt idx="78">
                        <c:v>38182</c:v>
                      </c:pt>
                      <c:pt idx="79">
                        <c:v>38183</c:v>
                      </c:pt>
                      <c:pt idx="80">
                        <c:v>38184</c:v>
                      </c:pt>
                      <c:pt idx="81">
                        <c:v>38187</c:v>
                      </c:pt>
                      <c:pt idx="82">
                        <c:v>38188</c:v>
                      </c:pt>
                      <c:pt idx="83">
                        <c:v>38189</c:v>
                      </c:pt>
                      <c:pt idx="84">
                        <c:v>38190</c:v>
                      </c:pt>
                      <c:pt idx="85">
                        <c:v>38191</c:v>
                      </c:pt>
                      <c:pt idx="86">
                        <c:v>38194</c:v>
                      </c:pt>
                      <c:pt idx="87">
                        <c:v>38195</c:v>
                      </c:pt>
                      <c:pt idx="88">
                        <c:v>38196</c:v>
                      </c:pt>
                      <c:pt idx="89">
                        <c:v>38197</c:v>
                      </c:pt>
                      <c:pt idx="90">
                        <c:v>38198</c:v>
                      </c:pt>
                      <c:pt idx="91">
                        <c:v>38201</c:v>
                      </c:pt>
                      <c:pt idx="92">
                        <c:v>38202</c:v>
                      </c:pt>
                      <c:pt idx="93">
                        <c:v>38203</c:v>
                      </c:pt>
                      <c:pt idx="94">
                        <c:v>38204</c:v>
                      </c:pt>
                      <c:pt idx="95">
                        <c:v>38205</c:v>
                      </c:pt>
                      <c:pt idx="96">
                        <c:v>38208</c:v>
                      </c:pt>
                      <c:pt idx="97">
                        <c:v>38209</c:v>
                      </c:pt>
                      <c:pt idx="98">
                        <c:v>38210</c:v>
                      </c:pt>
                      <c:pt idx="99">
                        <c:v>38211</c:v>
                      </c:pt>
                      <c:pt idx="100">
                        <c:v>38212</c:v>
                      </c:pt>
                      <c:pt idx="101">
                        <c:v>38215</c:v>
                      </c:pt>
                      <c:pt idx="102">
                        <c:v>38216</c:v>
                      </c:pt>
                      <c:pt idx="103">
                        <c:v>38217</c:v>
                      </c:pt>
                      <c:pt idx="104">
                        <c:v>38218</c:v>
                      </c:pt>
                      <c:pt idx="105">
                        <c:v>38219</c:v>
                      </c:pt>
                      <c:pt idx="106">
                        <c:v>38222</c:v>
                      </c:pt>
                      <c:pt idx="107">
                        <c:v>38223</c:v>
                      </c:pt>
                      <c:pt idx="108">
                        <c:v>38224</c:v>
                      </c:pt>
                      <c:pt idx="109">
                        <c:v>38225</c:v>
                      </c:pt>
                      <c:pt idx="110">
                        <c:v>38226</c:v>
                      </c:pt>
                      <c:pt idx="111">
                        <c:v>38229</c:v>
                      </c:pt>
                      <c:pt idx="112">
                        <c:v>38230</c:v>
                      </c:pt>
                      <c:pt idx="113">
                        <c:v>38231</c:v>
                      </c:pt>
                      <c:pt idx="114">
                        <c:v>38232</c:v>
                      </c:pt>
                      <c:pt idx="115">
                        <c:v>38233</c:v>
                      </c:pt>
                      <c:pt idx="116">
                        <c:v>38236</c:v>
                      </c:pt>
                      <c:pt idx="117">
                        <c:v>38237</c:v>
                      </c:pt>
                      <c:pt idx="118">
                        <c:v>38238</c:v>
                      </c:pt>
                      <c:pt idx="119">
                        <c:v>38239</c:v>
                      </c:pt>
                      <c:pt idx="120">
                        <c:v>38240</c:v>
                      </c:pt>
                      <c:pt idx="121">
                        <c:v>38243</c:v>
                      </c:pt>
                      <c:pt idx="122">
                        <c:v>38244</c:v>
                      </c:pt>
                      <c:pt idx="123">
                        <c:v>38245</c:v>
                      </c:pt>
                      <c:pt idx="124">
                        <c:v>38246</c:v>
                      </c:pt>
                      <c:pt idx="125">
                        <c:v>38247</c:v>
                      </c:pt>
                      <c:pt idx="126">
                        <c:v>38250</c:v>
                      </c:pt>
                      <c:pt idx="127">
                        <c:v>38251</c:v>
                      </c:pt>
                      <c:pt idx="128">
                        <c:v>38252</c:v>
                      </c:pt>
                      <c:pt idx="129">
                        <c:v>38253</c:v>
                      </c:pt>
                      <c:pt idx="130">
                        <c:v>38254</c:v>
                      </c:pt>
                      <c:pt idx="131">
                        <c:v>38257</c:v>
                      </c:pt>
                      <c:pt idx="132">
                        <c:v>38258</c:v>
                      </c:pt>
                      <c:pt idx="133">
                        <c:v>38259</c:v>
                      </c:pt>
                      <c:pt idx="134">
                        <c:v>38260</c:v>
                      </c:pt>
                      <c:pt idx="135">
                        <c:v>38261</c:v>
                      </c:pt>
                      <c:pt idx="136">
                        <c:v>38264</c:v>
                      </c:pt>
                      <c:pt idx="137">
                        <c:v>38265</c:v>
                      </c:pt>
                      <c:pt idx="138">
                        <c:v>38266</c:v>
                      </c:pt>
                      <c:pt idx="139">
                        <c:v>38267</c:v>
                      </c:pt>
                      <c:pt idx="140">
                        <c:v>38268</c:v>
                      </c:pt>
                      <c:pt idx="141">
                        <c:v>38271</c:v>
                      </c:pt>
                      <c:pt idx="142">
                        <c:v>38272</c:v>
                      </c:pt>
                      <c:pt idx="143">
                        <c:v>38273</c:v>
                      </c:pt>
                      <c:pt idx="144">
                        <c:v>38274</c:v>
                      </c:pt>
                      <c:pt idx="145">
                        <c:v>38275</c:v>
                      </c:pt>
                      <c:pt idx="146">
                        <c:v>38278</c:v>
                      </c:pt>
                      <c:pt idx="147">
                        <c:v>38279</c:v>
                      </c:pt>
                      <c:pt idx="148">
                        <c:v>38280</c:v>
                      </c:pt>
                      <c:pt idx="149">
                        <c:v>38281</c:v>
                      </c:pt>
                      <c:pt idx="150">
                        <c:v>38282</c:v>
                      </c:pt>
                      <c:pt idx="151">
                        <c:v>38285</c:v>
                      </c:pt>
                      <c:pt idx="152">
                        <c:v>38286</c:v>
                      </c:pt>
                      <c:pt idx="153">
                        <c:v>38287</c:v>
                      </c:pt>
                      <c:pt idx="154">
                        <c:v>38288</c:v>
                      </c:pt>
                      <c:pt idx="155">
                        <c:v>38289</c:v>
                      </c:pt>
                      <c:pt idx="156">
                        <c:v>38292</c:v>
                      </c:pt>
                      <c:pt idx="157">
                        <c:v>38293</c:v>
                      </c:pt>
                      <c:pt idx="158">
                        <c:v>38294</c:v>
                      </c:pt>
                      <c:pt idx="159">
                        <c:v>38295</c:v>
                      </c:pt>
                      <c:pt idx="160">
                        <c:v>38296</c:v>
                      </c:pt>
                      <c:pt idx="161">
                        <c:v>38299</c:v>
                      </c:pt>
                      <c:pt idx="162">
                        <c:v>38300</c:v>
                      </c:pt>
                      <c:pt idx="163">
                        <c:v>38301</c:v>
                      </c:pt>
                      <c:pt idx="164">
                        <c:v>38302</c:v>
                      </c:pt>
                      <c:pt idx="165">
                        <c:v>38303</c:v>
                      </c:pt>
                      <c:pt idx="166">
                        <c:v>38306</c:v>
                      </c:pt>
                      <c:pt idx="167">
                        <c:v>38307</c:v>
                      </c:pt>
                      <c:pt idx="168">
                        <c:v>38308</c:v>
                      </c:pt>
                      <c:pt idx="169">
                        <c:v>38309</c:v>
                      </c:pt>
                      <c:pt idx="170">
                        <c:v>38310</c:v>
                      </c:pt>
                      <c:pt idx="171">
                        <c:v>38313</c:v>
                      </c:pt>
                      <c:pt idx="172">
                        <c:v>38314</c:v>
                      </c:pt>
                      <c:pt idx="173">
                        <c:v>38315</c:v>
                      </c:pt>
                      <c:pt idx="174">
                        <c:v>38316</c:v>
                      </c:pt>
                      <c:pt idx="175">
                        <c:v>38317</c:v>
                      </c:pt>
                      <c:pt idx="176">
                        <c:v>38320</c:v>
                      </c:pt>
                      <c:pt idx="177">
                        <c:v>38321</c:v>
                      </c:pt>
                      <c:pt idx="178">
                        <c:v>38322</c:v>
                      </c:pt>
                      <c:pt idx="179">
                        <c:v>38323</c:v>
                      </c:pt>
                      <c:pt idx="180">
                        <c:v>38324</c:v>
                      </c:pt>
                      <c:pt idx="181">
                        <c:v>38327</c:v>
                      </c:pt>
                      <c:pt idx="182">
                        <c:v>38328</c:v>
                      </c:pt>
                      <c:pt idx="183">
                        <c:v>38329</c:v>
                      </c:pt>
                      <c:pt idx="184">
                        <c:v>38330</c:v>
                      </c:pt>
                      <c:pt idx="185">
                        <c:v>38331</c:v>
                      </c:pt>
                      <c:pt idx="186">
                        <c:v>38334</c:v>
                      </c:pt>
                      <c:pt idx="187">
                        <c:v>38335</c:v>
                      </c:pt>
                      <c:pt idx="188">
                        <c:v>38336</c:v>
                      </c:pt>
                      <c:pt idx="189">
                        <c:v>38337</c:v>
                      </c:pt>
                      <c:pt idx="190">
                        <c:v>38338</c:v>
                      </c:pt>
                      <c:pt idx="191">
                        <c:v>38341</c:v>
                      </c:pt>
                      <c:pt idx="192">
                        <c:v>38342</c:v>
                      </c:pt>
                      <c:pt idx="193">
                        <c:v>38343</c:v>
                      </c:pt>
                      <c:pt idx="194">
                        <c:v>38344</c:v>
                      </c:pt>
                      <c:pt idx="195">
                        <c:v>38345</c:v>
                      </c:pt>
                      <c:pt idx="196">
                        <c:v>38348</c:v>
                      </c:pt>
                      <c:pt idx="197">
                        <c:v>38349</c:v>
                      </c:pt>
                      <c:pt idx="198">
                        <c:v>38350</c:v>
                      </c:pt>
                      <c:pt idx="199">
                        <c:v>38351</c:v>
                      </c:pt>
                      <c:pt idx="200">
                        <c:v>38352</c:v>
                      </c:pt>
                      <c:pt idx="201">
                        <c:v>38355</c:v>
                      </c:pt>
                      <c:pt idx="202">
                        <c:v>38356</c:v>
                      </c:pt>
                      <c:pt idx="203">
                        <c:v>38357</c:v>
                      </c:pt>
                      <c:pt idx="204">
                        <c:v>38358</c:v>
                      </c:pt>
                      <c:pt idx="205">
                        <c:v>38359</c:v>
                      </c:pt>
                      <c:pt idx="206">
                        <c:v>38362</c:v>
                      </c:pt>
                      <c:pt idx="207">
                        <c:v>38363</c:v>
                      </c:pt>
                      <c:pt idx="208">
                        <c:v>38364</c:v>
                      </c:pt>
                      <c:pt idx="209">
                        <c:v>38365</c:v>
                      </c:pt>
                      <c:pt idx="210">
                        <c:v>38366</c:v>
                      </c:pt>
                      <c:pt idx="211">
                        <c:v>38369</c:v>
                      </c:pt>
                      <c:pt idx="212">
                        <c:v>38370</c:v>
                      </c:pt>
                      <c:pt idx="213">
                        <c:v>38371</c:v>
                      </c:pt>
                      <c:pt idx="214">
                        <c:v>38372</c:v>
                      </c:pt>
                      <c:pt idx="215">
                        <c:v>38373</c:v>
                      </c:pt>
                      <c:pt idx="216">
                        <c:v>38376</c:v>
                      </c:pt>
                      <c:pt idx="217">
                        <c:v>38377</c:v>
                      </c:pt>
                      <c:pt idx="218">
                        <c:v>38378</c:v>
                      </c:pt>
                      <c:pt idx="219">
                        <c:v>38379</c:v>
                      </c:pt>
                      <c:pt idx="220">
                        <c:v>38380</c:v>
                      </c:pt>
                      <c:pt idx="221">
                        <c:v>38383</c:v>
                      </c:pt>
                      <c:pt idx="222">
                        <c:v>38384</c:v>
                      </c:pt>
                      <c:pt idx="223">
                        <c:v>38385</c:v>
                      </c:pt>
                      <c:pt idx="224">
                        <c:v>38386</c:v>
                      </c:pt>
                      <c:pt idx="225">
                        <c:v>38387</c:v>
                      </c:pt>
                      <c:pt idx="226">
                        <c:v>38390</c:v>
                      </c:pt>
                      <c:pt idx="227">
                        <c:v>38391</c:v>
                      </c:pt>
                      <c:pt idx="228">
                        <c:v>38392</c:v>
                      </c:pt>
                      <c:pt idx="229">
                        <c:v>38393</c:v>
                      </c:pt>
                      <c:pt idx="230">
                        <c:v>38394</c:v>
                      </c:pt>
                      <c:pt idx="231">
                        <c:v>38397</c:v>
                      </c:pt>
                      <c:pt idx="232">
                        <c:v>38398</c:v>
                      </c:pt>
                      <c:pt idx="233">
                        <c:v>38399</c:v>
                      </c:pt>
                      <c:pt idx="234">
                        <c:v>38400</c:v>
                      </c:pt>
                      <c:pt idx="235">
                        <c:v>38401</c:v>
                      </c:pt>
                      <c:pt idx="236">
                        <c:v>38404</c:v>
                      </c:pt>
                      <c:pt idx="237">
                        <c:v>38405</c:v>
                      </c:pt>
                      <c:pt idx="238">
                        <c:v>38406</c:v>
                      </c:pt>
                      <c:pt idx="239">
                        <c:v>38407</c:v>
                      </c:pt>
                      <c:pt idx="240">
                        <c:v>38408</c:v>
                      </c:pt>
                      <c:pt idx="241">
                        <c:v>38411</c:v>
                      </c:pt>
                      <c:pt idx="242">
                        <c:v>38412</c:v>
                      </c:pt>
                      <c:pt idx="243">
                        <c:v>38413</c:v>
                      </c:pt>
                      <c:pt idx="244">
                        <c:v>38414</c:v>
                      </c:pt>
                      <c:pt idx="245">
                        <c:v>38415</c:v>
                      </c:pt>
                      <c:pt idx="246">
                        <c:v>38418</c:v>
                      </c:pt>
                      <c:pt idx="247">
                        <c:v>38419</c:v>
                      </c:pt>
                      <c:pt idx="248">
                        <c:v>38420</c:v>
                      </c:pt>
                      <c:pt idx="249">
                        <c:v>38421</c:v>
                      </c:pt>
                      <c:pt idx="250">
                        <c:v>38422</c:v>
                      </c:pt>
                      <c:pt idx="251">
                        <c:v>38425</c:v>
                      </c:pt>
                      <c:pt idx="252">
                        <c:v>38426</c:v>
                      </c:pt>
                      <c:pt idx="253">
                        <c:v>38427</c:v>
                      </c:pt>
                      <c:pt idx="254">
                        <c:v>38428</c:v>
                      </c:pt>
                      <c:pt idx="255">
                        <c:v>38429</c:v>
                      </c:pt>
                      <c:pt idx="256">
                        <c:v>38432</c:v>
                      </c:pt>
                      <c:pt idx="257">
                        <c:v>38433</c:v>
                      </c:pt>
                      <c:pt idx="258">
                        <c:v>38434</c:v>
                      </c:pt>
                      <c:pt idx="259">
                        <c:v>38435</c:v>
                      </c:pt>
                      <c:pt idx="260">
                        <c:v>38436</c:v>
                      </c:pt>
                      <c:pt idx="261">
                        <c:v>38439</c:v>
                      </c:pt>
                      <c:pt idx="262">
                        <c:v>38440</c:v>
                      </c:pt>
                      <c:pt idx="263">
                        <c:v>38441</c:v>
                      </c:pt>
                      <c:pt idx="264">
                        <c:v>38442</c:v>
                      </c:pt>
                      <c:pt idx="265">
                        <c:v>38443</c:v>
                      </c:pt>
                      <c:pt idx="266">
                        <c:v>38446</c:v>
                      </c:pt>
                      <c:pt idx="267">
                        <c:v>38447</c:v>
                      </c:pt>
                      <c:pt idx="268">
                        <c:v>38448</c:v>
                      </c:pt>
                      <c:pt idx="269">
                        <c:v>38449</c:v>
                      </c:pt>
                      <c:pt idx="270">
                        <c:v>38450</c:v>
                      </c:pt>
                      <c:pt idx="271">
                        <c:v>38453</c:v>
                      </c:pt>
                      <c:pt idx="272">
                        <c:v>38454</c:v>
                      </c:pt>
                      <c:pt idx="273">
                        <c:v>38455</c:v>
                      </c:pt>
                      <c:pt idx="274">
                        <c:v>38456</c:v>
                      </c:pt>
                      <c:pt idx="275">
                        <c:v>38457</c:v>
                      </c:pt>
                      <c:pt idx="276">
                        <c:v>38460</c:v>
                      </c:pt>
                      <c:pt idx="277">
                        <c:v>38461</c:v>
                      </c:pt>
                      <c:pt idx="278">
                        <c:v>38462</c:v>
                      </c:pt>
                      <c:pt idx="279">
                        <c:v>38463</c:v>
                      </c:pt>
                      <c:pt idx="280">
                        <c:v>38464</c:v>
                      </c:pt>
                      <c:pt idx="281">
                        <c:v>38467</c:v>
                      </c:pt>
                      <c:pt idx="282">
                        <c:v>38468</c:v>
                      </c:pt>
                      <c:pt idx="283">
                        <c:v>38469</c:v>
                      </c:pt>
                      <c:pt idx="284">
                        <c:v>38470</c:v>
                      </c:pt>
                      <c:pt idx="285">
                        <c:v>38471</c:v>
                      </c:pt>
                      <c:pt idx="286">
                        <c:v>38474</c:v>
                      </c:pt>
                      <c:pt idx="287">
                        <c:v>38475</c:v>
                      </c:pt>
                      <c:pt idx="288">
                        <c:v>38476</c:v>
                      </c:pt>
                      <c:pt idx="289">
                        <c:v>38477</c:v>
                      </c:pt>
                      <c:pt idx="290">
                        <c:v>38478</c:v>
                      </c:pt>
                      <c:pt idx="291">
                        <c:v>38481</c:v>
                      </c:pt>
                      <c:pt idx="292">
                        <c:v>38482</c:v>
                      </c:pt>
                      <c:pt idx="293">
                        <c:v>38483</c:v>
                      </c:pt>
                      <c:pt idx="294">
                        <c:v>38484</c:v>
                      </c:pt>
                      <c:pt idx="295">
                        <c:v>38485</c:v>
                      </c:pt>
                      <c:pt idx="296">
                        <c:v>38488</c:v>
                      </c:pt>
                      <c:pt idx="297">
                        <c:v>38489</c:v>
                      </c:pt>
                      <c:pt idx="298">
                        <c:v>38490</c:v>
                      </c:pt>
                      <c:pt idx="299">
                        <c:v>38491</c:v>
                      </c:pt>
                      <c:pt idx="300">
                        <c:v>38492</c:v>
                      </c:pt>
                      <c:pt idx="301">
                        <c:v>38495</c:v>
                      </c:pt>
                      <c:pt idx="302">
                        <c:v>38496</c:v>
                      </c:pt>
                      <c:pt idx="303">
                        <c:v>38497</c:v>
                      </c:pt>
                      <c:pt idx="304">
                        <c:v>38498</c:v>
                      </c:pt>
                      <c:pt idx="305">
                        <c:v>38499</c:v>
                      </c:pt>
                      <c:pt idx="306">
                        <c:v>38503</c:v>
                      </c:pt>
                      <c:pt idx="307">
                        <c:v>38504</c:v>
                      </c:pt>
                      <c:pt idx="308">
                        <c:v>38505</c:v>
                      </c:pt>
                      <c:pt idx="309">
                        <c:v>38506</c:v>
                      </c:pt>
                      <c:pt idx="310">
                        <c:v>38509</c:v>
                      </c:pt>
                      <c:pt idx="311">
                        <c:v>38510</c:v>
                      </c:pt>
                      <c:pt idx="312">
                        <c:v>38511</c:v>
                      </c:pt>
                      <c:pt idx="313">
                        <c:v>38512</c:v>
                      </c:pt>
                      <c:pt idx="314">
                        <c:v>38513</c:v>
                      </c:pt>
                      <c:pt idx="315">
                        <c:v>38516</c:v>
                      </c:pt>
                      <c:pt idx="316">
                        <c:v>38517</c:v>
                      </c:pt>
                      <c:pt idx="317">
                        <c:v>38518</c:v>
                      </c:pt>
                      <c:pt idx="318">
                        <c:v>38519</c:v>
                      </c:pt>
                      <c:pt idx="319">
                        <c:v>38520</c:v>
                      </c:pt>
                      <c:pt idx="320">
                        <c:v>38523</c:v>
                      </c:pt>
                      <c:pt idx="321">
                        <c:v>38524</c:v>
                      </c:pt>
                      <c:pt idx="322">
                        <c:v>38525</c:v>
                      </c:pt>
                      <c:pt idx="323">
                        <c:v>38526</c:v>
                      </c:pt>
                      <c:pt idx="324">
                        <c:v>38527</c:v>
                      </c:pt>
                      <c:pt idx="325">
                        <c:v>38530</c:v>
                      </c:pt>
                      <c:pt idx="326">
                        <c:v>38531</c:v>
                      </c:pt>
                      <c:pt idx="327">
                        <c:v>38532</c:v>
                      </c:pt>
                      <c:pt idx="328">
                        <c:v>38533</c:v>
                      </c:pt>
                      <c:pt idx="329">
                        <c:v>38534</c:v>
                      </c:pt>
                      <c:pt idx="330">
                        <c:v>38537</c:v>
                      </c:pt>
                      <c:pt idx="331">
                        <c:v>38538</c:v>
                      </c:pt>
                      <c:pt idx="332">
                        <c:v>38539</c:v>
                      </c:pt>
                      <c:pt idx="333">
                        <c:v>38540</c:v>
                      </c:pt>
                      <c:pt idx="334">
                        <c:v>38541</c:v>
                      </c:pt>
                      <c:pt idx="335">
                        <c:v>38544</c:v>
                      </c:pt>
                      <c:pt idx="336">
                        <c:v>38545</c:v>
                      </c:pt>
                      <c:pt idx="337">
                        <c:v>38546</c:v>
                      </c:pt>
                      <c:pt idx="338">
                        <c:v>38547</c:v>
                      </c:pt>
                      <c:pt idx="339">
                        <c:v>38548</c:v>
                      </c:pt>
                      <c:pt idx="340">
                        <c:v>38551</c:v>
                      </c:pt>
                      <c:pt idx="341">
                        <c:v>38552</c:v>
                      </c:pt>
                      <c:pt idx="342">
                        <c:v>38553</c:v>
                      </c:pt>
                      <c:pt idx="343">
                        <c:v>38554</c:v>
                      </c:pt>
                      <c:pt idx="344">
                        <c:v>38555</c:v>
                      </c:pt>
                      <c:pt idx="345">
                        <c:v>38558</c:v>
                      </c:pt>
                      <c:pt idx="346">
                        <c:v>38559</c:v>
                      </c:pt>
                      <c:pt idx="347">
                        <c:v>38560</c:v>
                      </c:pt>
                      <c:pt idx="348">
                        <c:v>38561</c:v>
                      </c:pt>
                      <c:pt idx="349">
                        <c:v>38562</c:v>
                      </c:pt>
                      <c:pt idx="350">
                        <c:v>38565</c:v>
                      </c:pt>
                      <c:pt idx="351">
                        <c:v>38566</c:v>
                      </c:pt>
                      <c:pt idx="352">
                        <c:v>38567</c:v>
                      </c:pt>
                      <c:pt idx="353">
                        <c:v>38568</c:v>
                      </c:pt>
                      <c:pt idx="354">
                        <c:v>38569</c:v>
                      </c:pt>
                      <c:pt idx="355">
                        <c:v>38572</c:v>
                      </c:pt>
                      <c:pt idx="356">
                        <c:v>38573</c:v>
                      </c:pt>
                      <c:pt idx="357">
                        <c:v>38574</c:v>
                      </c:pt>
                      <c:pt idx="358">
                        <c:v>38575</c:v>
                      </c:pt>
                      <c:pt idx="359">
                        <c:v>38576</c:v>
                      </c:pt>
                      <c:pt idx="360">
                        <c:v>38579</c:v>
                      </c:pt>
                      <c:pt idx="361">
                        <c:v>38580</c:v>
                      </c:pt>
                      <c:pt idx="362">
                        <c:v>38581</c:v>
                      </c:pt>
                      <c:pt idx="363">
                        <c:v>38582</c:v>
                      </c:pt>
                      <c:pt idx="364">
                        <c:v>38583</c:v>
                      </c:pt>
                      <c:pt idx="365">
                        <c:v>38586</c:v>
                      </c:pt>
                      <c:pt idx="366">
                        <c:v>38587</c:v>
                      </c:pt>
                      <c:pt idx="367">
                        <c:v>38588</c:v>
                      </c:pt>
                      <c:pt idx="368">
                        <c:v>38589</c:v>
                      </c:pt>
                      <c:pt idx="369">
                        <c:v>38590</c:v>
                      </c:pt>
                      <c:pt idx="370">
                        <c:v>38593</c:v>
                      </c:pt>
                      <c:pt idx="371">
                        <c:v>38594</c:v>
                      </c:pt>
                      <c:pt idx="372">
                        <c:v>38595</c:v>
                      </c:pt>
                      <c:pt idx="373">
                        <c:v>38596</c:v>
                      </c:pt>
                      <c:pt idx="374">
                        <c:v>38597</c:v>
                      </c:pt>
                      <c:pt idx="375">
                        <c:v>38600</c:v>
                      </c:pt>
                      <c:pt idx="376">
                        <c:v>38601</c:v>
                      </c:pt>
                      <c:pt idx="377">
                        <c:v>38602</c:v>
                      </c:pt>
                      <c:pt idx="378">
                        <c:v>38603</c:v>
                      </c:pt>
                      <c:pt idx="379">
                        <c:v>38604</c:v>
                      </c:pt>
                      <c:pt idx="380">
                        <c:v>38607</c:v>
                      </c:pt>
                      <c:pt idx="381">
                        <c:v>38608</c:v>
                      </c:pt>
                      <c:pt idx="382">
                        <c:v>38609</c:v>
                      </c:pt>
                      <c:pt idx="383">
                        <c:v>38610</c:v>
                      </c:pt>
                      <c:pt idx="384">
                        <c:v>38611</c:v>
                      </c:pt>
                      <c:pt idx="385">
                        <c:v>38614</c:v>
                      </c:pt>
                      <c:pt idx="386">
                        <c:v>38615</c:v>
                      </c:pt>
                      <c:pt idx="387">
                        <c:v>38616</c:v>
                      </c:pt>
                      <c:pt idx="388">
                        <c:v>38617</c:v>
                      </c:pt>
                      <c:pt idx="389">
                        <c:v>38618</c:v>
                      </c:pt>
                      <c:pt idx="390">
                        <c:v>38621</c:v>
                      </c:pt>
                      <c:pt idx="391">
                        <c:v>38622</c:v>
                      </c:pt>
                      <c:pt idx="392">
                        <c:v>38623</c:v>
                      </c:pt>
                      <c:pt idx="393">
                        <c:v>38624</c:v>
                      </c:pt>
                      <c:pt idx="394">
                        <c:v>38625</c:v>
                      </c:pt>
                      <c:pt idx="395">
                        <c:v>38628</c:v>
                      </c:pt>
                      <c:pt idx="396">
                        <c:v>38629</c:v>
                      </c:pt>
                      <c:pt idx="397">
                        <c:v>38630</c:v>
                      </c:pt>
                      <c:pt idx="398">
                        <c:v>38631</c:v>
                      </c:pt>
                      <c:pt idx="399">
                        <c:v>38632</c:v>
                      </c:pt>
                      <c:pt idx="400">
                        <c:v>38635</c:v>
                      </c:pt>
                      <c:pt idx="401">
                        <c:v>38636</c:v>
                      </c:pt>
                      <c:pt idx="402">
                        <c:v>38637</c:v>
                      </c:pt>
                      <c:pt idx="403">
                        <c:v>38638</c:v>
                      </c:pt>
                      <c:pt idx="404">
                        <c:v>38639</c:v>
                      </c:pt>
                      <c:pt idx="405">
                        <c:v>38642</c:v>
                      </c:pt>
                      <c:pt idx="406">
                        <c:v>38643</c:v>
                      </c:pt>
                      <c:pt idx="407">
                        <c:v>38644</c:v>
                      </c:pt>
                      <c:pt idx="408">
                        <c:v>38645</c:v>
                      </c:pt>
                      <c:pt idx="409">
                        <c:v>38646</c:v>
                      </c:pt>
                      <c:pt idx="410">
                        <c:v>38649</c:v>
                      </c:pt>
                      <c:pt idx="411">
                        <c:v>38650</c:v>
                      </c:pt>
                      <c:pt idx="412">
                        <c:v>38651</c:v>
                      </c:pt>
                      <c:pt idx="413">
                        <c:v>38652</c:v>
                      </c:pt>
                      <c:pt idx="414">
                        <c:v>38653</c:v>
                      </c:pt>
                      <c:pt idx="415">
                        <c:v>38656</c:v>
                      </c:pt>
                      <c:pt idx="416">
                        <c:v>38657</c:v>
                      </c:pt>
                      <c:pt idx="417">
                        <c:v>38658</c:v>
                      </c:pt>
                      <c:pt idx="418">
                        <c:v>38659</c:v>
                      </c:pt>
                      <c:pt idx="419">
                        <c:v>38660</c:v>
                      </c:pt>
                      <c:pt idx="420">
                        <c:v>38663</c:v>
                      </c:pt>
                      <c:pt idx="421">
                        <c:v>38664</c:v>
                      </c:pt>
                      <c:pt idx="422">
                        <c:v>38665</c:v>
                      </c:pt>
                      <c:pt idx="423">
                        <c:v>38666</c:v>
                      </c:pt>
                      <c:pt idx="424">
                        <c:v>38667</c:v>
                      </c:pt>
                      <c:pt idx="425">
                        <c:v>38670</c:v>
                      </c:pt>
                      <c:pt idx="426">
                        <c:v>38671</c:v>
                      </c:pt>
                      <c:pt idx="427">
                        <c:v>38672</c:v>
                      </c:pt>
                      <c:pt idx="428">
                        <c:v>38673</c:v>
                      </c:pt>
                      <c:pt idx="429">
                        <c:v>38674</c:v>
                      </c:pt>
                      <c:pt idx="430">
                        <c:v>38677</c:v>
                      </c:pt>
                      <c:pt idx="431">
                        <c:v>38678</c:v>
                      </c:pt>
                      <c:pt idx="432">
                        <c:v>38679</c:v>
                      </c:pt>
                      <c:pt idx="433">
                        <c:v>38680</c:v>
                      </c:pt>
                      <c:pt idx="434">
                        <c:v>38681</c:v>
                      </c:pt>
                      <c:pt idx="435">
                        <c:v>38684</c:v>
                      </c:pt>
                      <c:pt idx="436">
                        <c:v>38685</c:v>
                      </c:pt>
                      <c:pt idx="437">
                        <c:v>38686</c:v>
                      </c:pt>
                      <c:pt idx="438">
                        <c:v>38687</c:v>
                      </c:pt>
                      <c:pt idx="439">
                        <c:v>38688</c:v>
                      </c:pt>
                      <c:pt idx="440">
                        <c:v>38691</c:v>
                      </c:pt>
                      <c:pt idx="441">
                        <c:v>38692</c:v>
                      </c:pt>
                      <c:pt idx="442">
                        <c:v>38693</c:v>
                      </c:pt>
                      <c:pt idx="443">
                        <c:v>38694</c:v>
                      </c:pt>
                      <c:pt idx="444">
                        <c:v>38695</c:v>
                      </c:pt>
                      <c:pt idx="445">
                        <c:v>38698</c:v>
                      </c:pt>
                      <c:pt idx="446">
                        <c:v>38699</c:v>
                      </c:pt>
                      <c:pt idx="447">
                        <c:v>38700</c:v>
                      </c:pt>
                      <c:pt idx="448">
                        <c:v>38701</c:v>
                      </c:pt>
                      <c:pt idx="449">
                        <c:v>38702</c:v>
                      </c:pt>
                      <c:pt idx="450">
                        <c:v>38705</c:v>
                      </c:pt>
                      <c:pt idx="451">
                        <c:v>38706</c:v>
                      </c:pt>
                      <c:pt idx="452">
                        <c:v>38707</c:v>
                      </c:pt>
                      <c:pt idx="453">
                        <c:v>38708</c:v>
                      </c:pt>
                      <c:pt idx="454">
                        <c:v>38709</c:v>
                      </c:pt>
                      <c:pt idx="455">
                        <c:v>38712</c:v>
                      </c:pt>
                      <c:pt idx="456">
                        <c:v>38713</c:v>
                      </c:pt>
                      <c:pt idx="457">
                        <c:v>38714</c:v>
                      </c:pt>
                      <c:pt idx="458">
                        <c:v>38715</c:v>
                      </c:pt>
                      <c:pt idx="459">
                        <c:v>38716</c:v>
                      </c:pt>
                      <c:pt idx="460">
                        <c:v>38719</c:v>
                      </c:pt>
                      <c:pt idx="461">
                        <c:v>38720</c:v>
                      </c:pt>
                      <c:pt idx="462">
                        <c:v>38721</c:v>
                      </c:pt>
                      <c:pt idx="463">
                        <c:v>38722</c:v>
                      </c:pt>
                      <c:pt idx="464">
                        <c:v>38723</c:v>
                      </c:pt>
                      <c:pt idx="465">
                        <c:v>38726</c:v>
                      </c:pt>
                      <c:pt idx="466">
                        <c:v>38727</c:v>
                      </c:pt>
                      <c:pt idx="467">
                        <c:v>38728</c:v>
                      </c:pt>
                      <c:pt idx="468">
                        <c:v>38729</c:v>
                      </c:pt>
                      <c:pt idx="469">
                        <c:v>38730</c:v>
                      </c:pt>
                      <c:pt idx="470">
                        <c:v>38733</c:v>
                      </c:pt>
                      <c:pt idx="471">
                        <c:v>38734</c:v>
                      </c:pt>
                      <c:pt idx="472">
                        <c:v>38735</c:v>
                      </c:pt>
                      <c:pt idx="473">
                        <c:v>38736</c:v>
                      </c:pt>
                      <c:pt idx="474">
                        <c:v>38737</c:v>
                      </c:pt>
                      <c:pt idx="475">
                        <c:v>38740</c:v>
                      </c:pt>
                      <c:pt idx="476">
                        <c:v>38741</c:v>
                      </c:pt>
                      <c:pt idx="477">
                        <c:v>38742</c:v>
                      </c:pt>
                      <c:pt idx="478">
                        <c:v>38743</c:v>
                      </c:pt>
                      <c:pt idx="479">
                        <c:v>38744</c:v>
                      </c:pt>
                      <c:pt idx="480">
                        <c:v>38747</c:v>
                      </c:pt>
                      <c:pt idx="481">
                        <c:v>38748</c:v>
                      </c:pt>
                      <c:pt idx="482">
                        <c:v>38749</c:v>
                      </c:pt>
                      <c:pt idx="483">
                        <c:v>38750</c:v>
                      </c:pt>
                      <c:pt idx="484">
                        <c:v>38751</c:v>
                      </c:pt>
                      <c:pt idx="485">
                        <c:v>38754</c:v>
                      </c:pt>
                      <c:pt idx="486">
                        <c:v>38755</c:v>
                      </c:pt>
                      <c:pt idx="487">
                        <c:v>38756</c:v>
                      </c:pt>
                      <c:pt idx="488">
                        <c:v>38757</c:v>
                      </c:pt>
                      <c:pt idx="489">
                        <c:v>38758</c:v>
                      </c:pt>
                      <c:pt idx="490">
                        <c:v>38761</c:v>
                      </c:pt>
                      <c:pt idx="491">
                        <c:v>38762</c:v>
                      </c:pt>
                      <c:pt idx="492">
                        <c:v>38763</c:v>
                      </c:pt>
                      <c:pt idx="493">
                        <c:v>38764</c:v>
                      </c:pt>
                      <c:pt idx="494">
                        <c:v>38765</c:v>
                      </c:pt>
                      <c:pt idx="495">
                        <c:v>38768</c:v>
                      </c:pt>
                      <c:pt idx="496">
                        <c:v>38769</c:v>
                      </c:pt>
                      <c:pt idx="497">
                        <c:v>38770</c:v>
                      </c:pt>
                      <c:pt idx="498">
                        <c:v>38771</c:v>
                      </c:pt>
                      <c:pt idx="499">
                        <c:v>38772</c:v>
                      </c:pt>
                      <c:pt idx="500">
                        <c:v>38775</c:v>
                      </c:pt>
                      <c:pt idx="501">
                        <c:v>38776</c:v>
                      </c:pt>
                      <c:pt idx="502">
                        <c:v>38777</c:v>
                      </c:pt>
                      <c:pt idx="503">
                        <c:v>38778</c:v>
                      </c:pt>
                      <c:pt idx="504">
                        <c:v>38779</c:v>
                      </c:pt>
                      <c:pt idx="505">
                        <c:v>38782</c:v>
                      </c:pt>
                      <c:pt idx="506">
                        <c:v>38783</c:v>
                      </c:pt>
                      <c:pt idx="507">
                        <c:v>38784</c:v>
                      </c:pt>
                      <c:pt idx="508">
                        <c:v>38785</c:v>
                      </c:pt>
                      <c:pt idx="509">
                        <c:v>38786</c:v>
                      </c:pt>
                      <c:pt idx="510">
                        <c:v>38789</c:v>
                      </c:pt>
                      <c:pt idx="511">
                        <c:v>38790</c:v>
                      </c:pt>
                      <c:pt idx="512">
                        <c:v>38791</c:v>
                      </c:pt>
                      <c:pt idx="513">
                        <c:v>38792</c:v>
                      </c:pt>
                      <c:pt idx="514">
                        <c:v>38793</c:v>
                      </c:pt>
                      <c:pt idx="515">
                        <c:v>38796</c:v>
                      </c:pt>
                      <c:pt idx="516">
                        <c:v>38797</c:v>
                      </c:pt>
                      <c:pt idx="517">
                        <c:v>38798</c:v>
                      </c:pt>
                      <c:pt idx="518">
                        <c:v>38799</c:v>
                      </c:pt>
                      <c:pt idx="519">
                        <c:v>38800</c:v>
                      </c:pt>
                      <c:pt idx="520">
                        <c:v>38803</c:v>
                      </c:pt>
                      <c:pt idx="521">
                        <c:v>38804</c:v>
                      </c:pt>
                      <c:pt idx="522">
                        <c:v>38805</c:v>
                      </c:pt>
                      <c:pt idx="523">
                        <c:v>38806</c:v>
                      </c:pt>
                      <c:pt idx="524">
                        <c:v>38807</c:v>
                      </c:pt>
                      <c:pt idx="525">
                        <c:v>38810</c:v>
                      </c:pt>
                      <c:pt idx="526">
                        <c:v>38811</c:v>
                      </c:pt>
                      <c:pt idx="527">
                        <c:v>38812</c:v>
                      </c:pt>
                      <c:pt idx="528">
                        <c:v>38813</c:v>
                      </c:pt>
                      <c:pt idx="529">
                        <c:v>38814</c:v>
                      </c:pt>
                      <c:pt idx="530">
                        <c:v>38817</c:v>
                      </c:pt>
                      <c:pt idx="531">
                        <c:v>38818</c:v>
                      </c:pt>
                      <c:pt idx="532">
                        <c:v>38819</c:v>
                      </c:pt>
                      <c:pt idx="533">
                        <c:v>38820</c:v>
                      </c:pt>
                      <c:pt idx="534">
                        <c:v>38821</c:v>
                      </c:pt>
                      <c:pt idx="535">
                        <c:v>38824</c:v>
                      </c:pt>
                      <c:pt idx="536">
                        <c:v>38825</c:v>
                      </c:pt>
                      <c:pt idx="537">
                        <c:v>38826</c:v>
                      </c:pt>
                      <c:pt idx="538">
                        <c:v>38827</c:v>
                      </c:pt>
                      <c:pt idx="539">
                        <c:v>38828</c:v>
                      </c:pt>
                      <c:pt idx="540">
                        <c:v>38831</c:v>
                      </c:pt>
                      <c:pt idx="541">
                        <c:v>38832</c:v>
                      </c:pt>
                      <c:pt idx="542">
                        <c:v>38833</c:v>
                      </c:pt>
                      <c:pt idx="543">
                        <c:v>38834</c:v>
                      </c:pt>
                      <c:pt idx="544">
                        <c:v>38835</c:v>
                      </c:pt>
                      <c:pt idx="545">
                        <c:v>38838</c:v>
                      </c:pt>
                      <c:pt idx="546">
                        <c:v>38839</c:v>
                      </c:pt>
                      <c:pt idx="547">
                        <c:v>38840</c:v>
                      </c:pt>
                      <c:pt idx="548">
                        <c:v>38841</c:v>
                      </c:pt>
                      <c:pt idx="549">
                        <c:v>38842</c:v>
                      </c:pt>
                      <c:pt idx="550">
                        <c:v>38845</c:v>
                      </c:pt>
                      <c:pt idx="551">
                        <c:v>38846</c:v>
                      </c:pt>
                      <c:pt idx="552">
                        <c:v>38847</c:v>
                      </c:pt>
                      <c:pt idx="553">
                        <c:v>38848</c:v>
                      </c:pt>
                      <c:pt idx="554">
                        <c:v>38849</c:v>
                      </c:pt>
                      <c:pt idx="555">
                        <c:v>38852</c:v>
                      </c:pt>
                      <c:pt idx="556">
                        <c:v>38853</c:v>
                      </c:pt>
                      <c:pt idx="557">
                        <c:v>38854</c:v>
                      </c:pt>
                      <c:pt idx="558">
                        <c:v>38855</c:v>
                      </c:pt>
                      <c:pt idx="559">
                        <c:v>38856</c:v>
                      </c:pt>
                      <c:pt idx="560">
                        <c:v>38859</c:v>
                      </c:pt>
                      <c:pt idx="561">
                        <c:v>38860</c:v>
                      </c:pt>
                      <c:pt idx="562">
                        <c:v>38861</c:v>
                      </c:pt>
                      <c:pt idx="563">
                        <c:v>38862</c:v>
                      </c:pt>
                      <c:pt idx="564">
                        <c:v>38863</c:v>
                      </c:pt>
                      <c:pt idx="565">
                        <c:v>38866</c:v>
                      </c:pt>
                      <c:pt idx="566">
                        <c:v>38867</c:v>
                      </c:pt>
                      <c:pt idx="567">
                        <c:v>38868</c:v>
                      </c:pt>
                      <c:pt idx="568">
                        <c:v>38869</c:v>
                      </c:pt>
                      <c:pt idx="569">
                        <c:v>38870</c:v>
                      </c:pt>
                      <c:pt idx="570">
                        <c:v>38873</c:v>
                      </c:pt>
                      <c:pt idx="571">
                        <c:v>38874</c:v>
                      </c:pt>
                      <c:pt idx="572">
                        <c:v>38875</c:v>
                      </c:pt>
                      <c:pt idx="573">
                        <c:v>38876</c:v>
                      </c:pt>
                      <c:pt idx="574">
                        <c:v>38877</c:v>
                      </c:pt>
                      <c:pt idx="575">
                        <c:v>38880</c:v>
                      </c:pt>
                      <c:pt idx="576">
                        <c:v>38881</c:v>
                      </c:pt>
                      <c:pt idx="577">
                        <c:v>38882</c:v>
                      </c:pt>
                      <c:pt idx="578">
                        <c:v>38883</c:v>
                      </c:pt>
                      <c:pt idx="579">
                        <c:v>38884</c:v>
                      </c:pt>
                      <c:pt idx="580">
                        <c:v>38887</c:v>
                      </c:pt>
                      <c:pt idx="581">
                        <c:v>38888</c:v>
                      </c:pt>
                      <c:pt idx="582">
                        <c:v>38889</c:v>
                      </c:pt>
                      <c:pt idx="583">
                        <c:v>38890</c:v>
                      </c:pt>
                      <c:pt idx="584">
                        <c:v>38891</c:v>
                      </c:pt>
                      <c:pt idx="585">
                        <c:v>38894</c:v>
                      </c:pt>
                      <c:pt idx="586">
                        <c:v>38895</c:v>
                      </c:pt>
                      <c:pt idx="587">
                        <c:v>38896</c:v>
                      </c:pt>
                      <c:pt idx="588">
                        <c:v>38897</c:v>
                      </c:pt>
                      <c:pt idx="589">
                        <c:v>38898</c:v>
                      </c:pt>
                      <c:pt idx="590">
                        <c:v>38901</c:v>
                      </c:pt>
                      <c:pt idx="591">
                        <c:v>38902</c:v>
                      </c:pt>
                      <c:pt idx="592">
                        <c:v>38903</c:v>
                      </c:pt>
                      <c:pt idx="593">
                        <c:v>38904</c:v>
                      </c:pt>
                      <c:pt idx="594">
                        <c:v>38905</c:v>
                      </c:pt>
                      <c:pt idx="595">
                        <c:v>38908</c:v>
                      </c:pt>
                      <c:pt idx="596">
                        <c:v>38909</c:v>
                      </c:pt>
                      <c:pt idx="597">
                        <c:v>38910</c:v>
                      </c:pt>
                      <c:pt idx="598">
                        <c:v>38911</c:v>
                      </c:pt>
                      <c:pt idx="599">
                        <c:v>38912</c:v>
                      </c:pt>
                      <c:pt idx="600">
                        <c:v>38915</c:v>
                      </c:pt>
                      <c:pt idx="601">
                        <c:v>38916</c:v>
                      </c:pt>
                      <c:pt idx="602">
                        <c:v>38917</c:v>
                      </c:pt>
                      <c:pt idx="603">
                        <c:v>38918</c:v>
                      </c:pt>
                      <c:pt idx="604">
                        <c:v>38919</c:v>
                      </c:pt>
                      <c:pt idx="605">
                        <c:v>38922</c:v>
                      </c:pt>
                      <c:pt idx="606">
                        <c:v>38923</c:v>
                      </c:pt>
                      <c:pt idx="607">
                        <c:v>38924</c:v>
                      </c:pt>
                      <c:pt idx="608">
                        <c:v>38925</c:v>
                      </c:pt>
                      <c:pt idx="609">
                        <c:v>38926</c:v>
                      </c:pt>
                      <c:pt idx="610">
                        <c:v>38929</c:v>
                      </c:pt>
                      <c:pt idx="611">
                        <c:v>38930</c:v>
                      </c:pt>
                      <c:pt idx="612">
                        <c:v>38931</c:v>
                      </c:pt>
                      <c:pt idx="613">
                        <c:v>38932</c:v>
                      </c:pt>
                      <c:pt idx="614">
                        <c:v>38933</c:v>
                      </c:pt>
                      <c:pt idx="615">
                        <c:v>38936</c:v>
                      </c:pt>
                      <c:pt idx="616">
                        <c:v>38937</c:v>
                      </c:pt>
                      <c:pt idx="617">
                        <c:v>38938</c:v>
                      </c:pt>
                      <c:pt idx="618">
                        <c:v>38939</c:v>
                      </c:pt>
                      <c:pt idx="619">
                        <c:v>38940</c:v>
                      </c:pt>
                      <c:pt idx="620">
                        <c:v>38943</c:v>
                      </c:pt>
                      <c:pt idx="621">
                        <c:v>38944</c:v>
                      </c:pt>
                      <c:pt idx="622">
                        <c:v>38945</c:v>
                      </c:pt>
                      <c:pt idx="623">
                        <c:v>38946</c:v>
                      </c:pt>
                      <c:pt idx="624">
                        <c:v>38947</c:v>
                      </c:pt>
                      <c:pt idx="625">
                        <c:v>38950</c:v>
                      </c:pt>
                      <c:pt idx="626">
                        <c:v>38951</c:v>
                      </c:pt>
                      <c:pt idx="627">
                        <c:v>38952</c:v>
                      </c:pt>
                      <c:pt idx="628">
                        <c:v>38953</c:v>
                      </c:pt>
                      <c:pt idx="629">
                        <c:v>38954</c:v>
                      </c:pt>
                      <c:pt idx="630">
                        <c:v>38957</c:v>
                      </c:pt>
                      <c:pt idx="631">
                        <c:v>38958</c:v>
                      </c:pt>
                      <c:pt idx="632">
                        <c:v>38959</c:v>
                      </c:pt>
                      <c:pt idx="633">
                        <c:v>38960</c:v>
                      </c:pt>
                      <c:pt idx="634">
                        <c:v>38961</c:v>
                      </c:pt>
                      <c:pt idx="635">
                        <c:v>38964</c:v>
                      </c:pt>
                      <c:pt idx="636">
                        <c:v>38965</c:v>
                      </c:pt>
                      <c:pt idx="637">
                        <c:v>38966</c:v>
                      </c:pt>
                      <c:pt idx="638">
                        <c:v>38967</c:v>
                      </c:pt>
                      <c:pt idx="639">
                        <c:v>38968</c:v>
                      </c:pt>
                      <c:pt idx="640">
                        <c:v>38971</c:v>
                      </c:pt>
                      <c:pt idx="641">
                        <c:v>38972</c:v>
                      </c:pt>
                      <c:pt idx="642">
                        <c:v>38973</c:v>
                      </c:pt>
                      <c:pt idx="643">
                        <c:v>38974</c:v>
                      </c:pt>
                      <c:pt idx="644">
                        <c:v>38975</c:v>
                      </c:pt>
                      <c:pt idx="645">
                        <c:v>38978</c:v>
                      </c:pt>
                      <c:pt idx="646">
                        <c:v>38979</c:v>
                      </c:pt>
                      <c:pt idx="647">
                        <c:v>38980</c:v>
                      </c:pt>
                      <c:pt idx="648">
                        <c:v>38981</c:v>
                      </c:pt>
                      <c:pt idx="649">
                        <c:v>38982</c:v>
                      </c:pt>
                      <c:pt idx="650">
                        <c:v>38985</c:v>
                      </c:pt>
                      <c:pt idx="651">
                        <c:v>38986</c:v>
                      </c:pt>
                      <c:pt idx="652">
                        <c:v>38987</c:v>
                      </c:pt>
                      <c:pt idx="653">
                        <c:v>38988</c:v>
                      </c:pt>
                      <c:pt idx="654">
                        <c:v>38989</c:v>
                      </c:pt>
                      <c:pt idx="655">
                        <c:v>38992</c:v>
                      </c:pt>
                      <c:pt idx="656">
                        <c:v>38993</c:v>
                      </c:pt>
                      <c:pt idx="657">
                        <c:v>38994</c:v>
                      </c:pt>
                      <c:pt idx="658">
                        <c:v>38995</c:v>
                      </c:pt>
                      <c:pt idx="659">
                        <c:v>38996</c:v>
                      </c:pt>
                      <c:pt idx="660">
                        <c:v>38999</c:v>
                      </c:pt>
                      <c:pt idx="661">
                        <c:v>39000</c:v>
                      </c:pt>
                      <c:pt idx="662">
                        <c:v>39001</c:v>
                      </c:pt>
                      <c:pt idx="663">
                        <c:v>39002</c:v>
                      </c:pt>
                      <c:pt idx="664">
                        <c:v>39003</c:v>
                      </c:pt>
                      <c:pt idx="665">
                        <c:v>39006</c:v>
                      </c:pt>
                      <c:pt idx="666">
                        <c:v>39007</c:v>
                      </c:pt>
                      <c:pt idx="667">
                        <c:v>39008</c:v>
                      </c:pt>
                      <c:pt idx="668">
                        <c:v>39009</c:v>
                      </c:pt>
                      <c:pt idx="669">
                        <c:v>39010</c:v>
                      </c:pt>
                      <c:pt idx="670">
                        <c:v>39013</c:v>
                      </c:pt>
                      <c:pt idx="671">
                        <c:v>39014</c:v>
                      </c:pt>
                      <c:pt idx="672">
                        <c:v>39015</c:v>
                      </c:pt>
                      <c:pt idx="673">
                        <c:v>39016</c:v>
                      </c:pt>
                      <c:pt idx="674">
                        <c:v>39017</c:v>
                      </c:pt>
                      <c:pt idx="675">
                        <c:v>39020</c:v>
                      </c:pt>
                      <c:pt idx="676">
                        <c:v>39021</c:v>
                      </c:pt>
                      <c:pt idx="677">
                        <c:v>39022</c:v>
                      </c:pt>
                      <c:pt idx="678">
                        <c:v>39023</c:v>
                      </c:pt>
                      <c:pt idx="679">
                        <c:v>39024</c:v>
                      </c:pt>
                      <c:pt idx="680">
                        <c:v>39027</c:v>
                      </c:pt>
                      <c:pt idx="681">
                        <c:v>39028</c:v>
                      </c:pt>
                      <c:pt idx="682">
                        <c:v>39029</c:v>
                      </c:pt>
                      <c:pt idx="683">
                        <c:v>39030</c:v>
                      </c:pt>
                      <c:pt idx="684">
                        <c:v>39031</c:v>
                      </c:pt>
                      <c:pt idx="685">
                        <c:v>39034</c:v>
                      </c:pt>
                      <c:pt idx="686">
                        <c:v>39035</c:v>
                      </c:pt>
                      <c:pt idx="687">
                        <c:v>39036</c:v>
                      </c:pt>
                      <c:pt idx="688">
                        <c:v>39037</c:v>
                      </c:pt>
                      <c:pt idx="689">
                        <c:v>39038</c:v>
                      </c:pt>
                      <c:pt idx="690">
                        <c:v>39041</c:v>
                      </c:pt>
                      <c:pt idx="691">
                        <c:v>39042</c:v>
                      </c:pt>
                      <c:pt idx="692">
                        <c:v>39043</c:v>
                      </c:pt>
                      <c:pt idx="693">
                        <c:v>39044</c:v>
                      </c:pt>
                      <c:pt idx="694">
                        <c:v>39045</c:v>
                      </c:pt>
                      <c:pt idx="695">
                        <c:v>39048</c:v>
                      </c:pt>
                      <c:pt idx="696">
                        <c:v>39049</c:v>
                      </c:pt>
                      <c:pt idx="697">
                        <c:v>39050</c:v>
                      </c:pt>
                      <c:pt idx="698">
                        <c:v>39051</c:v>
                      </c:pt>
                      <c:pt idx="699">
                        <c:v>39052</c:v>
                      </c:pt>
                      <c:pt idx="700">
                        <c:v>39055</c:v>
                      </c:pt>
                      <c:pt idx="701">
                        <c:v>39056</c:v>
                      </c:pt>
                      <c:pt idx="702">
                        <c:v>39057</c:v>
                      </c:pt>
                      <c:pt idx="703">
                        <c:v>39058</c:v>
                      </c:pt>
                      <c:pt idx="704">
                        <c:v>39059</c:v>
                      </c:pt>
                      <c:pt idx="705">
                        <c:v>39062</c:v>
                      </c:pt>
                      <c:pt idx="706">
                        <c:v>39063</c:v>
                      </c:pt>
                      <c:pt idx="707">
                        <c:v>39064</c:v>
                      </c:pt>
                      <c:pt idx="708">
                        <c:v>39065</c:v>
                      </c:pt>
                      <c:pt idx="709">
                        <c:v>39066</c:v>
                      </c:pt>
                      <c:pt idx="710">
                        <c:v>39069</c:v>
                      </c:pt>
                      <c:pt idx="711">
                        <c:v>39070</c:v>
                      </c:pt>
                      <c:pt idx="712">
                        <c:v>39071</c:v>
                      </c:pt>
                      <c:pt idx="713">
                        <c:v>39072</c:v>
                      </c:pt>
                      <c:pt idx="714">
                        <c:v>39073</c:v>
                      </c:pt>
                      <c:pt idx="715">
                        <c:v>39077</c:v>
                      </c:pt>
                      <c:pt idx="716">
                        <c:v>39078</c:v>
                      </c:pt>
                      <c:pt idx="717">
                        <c:v>39079</c:v>
                      </c:pt>
                      <c:pt idx="718">
                        <c:v>39080</c:v>
                      </c:pt>
                      <c:pt idx="719">
                        <c:v>39083</c:v>
                      </c:pt>
                      <c:pt idx="720">
                        <c:v>39084</c:v>
                      </c:pt>
                      <c:pt idx="721">
                        <c:v>39085</c:v>
                      </c:pt>
                      <c:pt idx="722">
                        <c:v>39086</c:v>
                      </c:pt>
                      <c:pt idx="723">
                        <c:v>39087</c:v>
                      </c:pt>
                      <c:pt idx="724">
                        <c:v>39090</c:v>
                      </c:pt>
                      <c:pt idx="725">
                        <c:v>39091</c:v>
                      </c:pt>
                      <c:pt idx="726">
                        <c:v>39092</c:v>
                      </c:pt>
                      <c:pt idx="727">
                        <c:v>39093</c:v>
                      </c:pt>
                      <c:pt idx="728">
                        <c:v>39094</c:v>
                      </c:pt>
                      <c:pt idx="729">
                        <c:v>39097</c:v>
                      </c:pt>
                      <c:pt idx="730">
                        <c:v>39098</c:v>
                      </c:pt>
                      <c:pt idx="731">
                        <c:v>39099</c:v>
                      </c:pt>
                      <c:pt idx="732">
                        <c:v>39100</c:v>
                      </c:pt>
                      <c:pt idx="733">
                        <c:v>39101</c:v>
                      </c:pt>
                      <c:pt idx="734">
                        <c:v>39104</c:v>
                      </c:pt>
                      <c:pt idx="735">
                        <c:v>39105</c:v>
                      </c:pt>
                      <c:pt idx="736">
                        <c:v>39106</c:v>
                      </c:pt>
                      <c:pt idx="737">
                        <c:v>39107</c:v>
                      </c:pt>
                      <c:pt idx="738">
                        <c:v>39108</c:v>
                      </c:pt>
                      <c:pt idx="739">
                        <c:v>39111</c:v>
                      </c:pt>
                      <c:pt idx="740">
                        <c:v>39112</c:v>
                      </c:pt>
                      <c:pt idx="741">
                        <c:v>39113</c:v>
                      </c:pt>
                      <c:pt idx="742">
                        <c:v>39114</c:v>
                      </c:pt>
                      <c:pt idx="743">
                        <c:v>39115</c:v>
                      </c:pt>
                      <c:pt idx="744">
                        <c:v>39118</c:v>
                      </c:pt>
                      <c:pt idx="745">
                        <c:v>39119</c:v>
                      </c:pt>
                      <c:pt idx="746">
                        <c:v>39120</c:v>
                      </c:pt>
                      <c:pt idx="747">
                        <c:v>39121</c:v>
                      </c:pt>
                      <c:pt idx="748">
                        <c:v>39122</c:v>
                      </c:pt>
                      <c:pt idx="749">
                        <c:v>39125</c:v>
                      </c:pt>
                      <c:pt idx="750">
                        <c:v>39126</c:v>
                      </c:pt>
                      <c:pt idx="751">
                        <c:v>39127</c:v>
                      </c:pt>
                      <c:pt idx="752">
                        <c:v>39128</c:v>
                      </c:pt>
                      <c:pt idx="753">
                        <c:v>39129</c:v>
                      </c:pt>
                      <c:pt idx="754">
                        <c:v>39132</c:v>
                      </c:pt>
                      <c:pt idx="755">
                        <c:v>39133</c:v>
                      </c:pt>
                      <c:pt idx="756">
                        <c:v>39134</c:v>
                      </c:pt>
                      <c:pt idx="757">
                        <c:v>39135</c:v>
                      </c:pt>
                      <c:pt idx="758">
                        <c:v>39136</c:v>
                      </c:pt>
                      <c:pt idx="759">
                        <c:v>39139</c:v>
                      </c:pt>
                      <c:pt idx="760">
                        <c:v>39140</c:v>
                      </c:pt>
                      <c:pt idx="761">
                        <c:v>39141</c:v>
                      </c:pt>
                      <c:pt idx="762">
                        <c:v>39142</c:v>
                      </c:pt>
                      <c:pt idx="763">
                        <c:v>39143</c:v>
                      </c:pt>
                      <c:pt idx="764">
                        <c:v>39146</c:v>
                      </c:pt>
                      <c:pt idx="765">
                        <c:v>39147</c:v>
                      </c:pt>
                      <c:pt idx="766">
                        <c:v>39148</c:v>
                      </c:pt>
                      <c:pt idx="767">
                        <c:v>39149</c:v>
                      </c:pt>
                      <c:pt idx="768">
                        <c:v>39150</c:v>
                      </c:pt>
                      <c:pt idx="769">
                        <c:v>39153</c:v>
                      </c:pt>
                      <c:pt idx="770">
                        <c:v>39154</c:v>
                      </c:pt>
                      <c:pt idx="771">
                        <c:v>39155</c:v>
                      </c:pt>
                      <c:pt idx="772">
                        <c:v>39156</c:v>
                      </c:pt>
                      <c:pt idx="773">
                        <c:v>39157</c:v>
                      </c:pt>
                      <c:pt idx="774">
                        <c:v>39160</c:v>
                      </c:pt>
                      <c:pt idx="775">
                        <c:v>39161</c:v>
                      </c:pt>
                      <c:pt idx="776">
                        <c:v>39162</c:v>
                      </c:pt>
                      <c:pt idx="777">
                        <c:v>39163</c:v>
                      </c:pt>
                      <c:pt idx="778">
                        <c:v>39164</c:v>
                      </c:pt>
                      <c:pt idx="779">
                        <c:v>39167</c:v>
                      </c:pt>
                      <c:pt idx="780">
                        <c:v>39168</c:v>
                      </c:pt>
                      <c:pt idx="781">
                        <c:v>39169</c:v>
                      </c:pt>
                      <c:pt idx="782">
                        <c:v>39170</c:v>
                      </c:pt>
                      <c:pt idx="783">
                        <c:v>39171</c:v>
                      </c:pt>
                      <c:pt idx="784">
                        <c:v>39174</c:v>
                      </c:pt>
                      <c:pt idx="785">
                        <c:v>39175</c:v>
                      </c:pt>
                      <c:pt idx="786">
                        <c:v>39176</c:v>
                      </c:pt>
                      <c:pt idx="787">
                        <c:v>39177</c:v>
                      </c:pt>
                      <c:pt idx="788">
                        <c:v>39178</c:v>
                      </c:pt>
                      <c:pt idx="789">
                        <c:v>39181</c:v>
                      </c:pt>
                      <c:pt idx="790">
                        <c:v>39182</c:v>
                      </c:pt>
                      <c:pt idx="791">
                        <c:v>39183</c:v>
                      </c:pt>
                      <c:pt idx="792">
                        <c:v>39184</c:v>
                      </c:pt>
                      <c:pt idx="793">
                        <c:v>39185</c:v>
                      </c:pt>
                      <c:pt idx="794">
                        <c:v>39188</c:v>
                      </c:pt>
                      <c:pt idx="795">
                        <c:v>39189</c:v>
                      </c:pt>
                      <c:pt idx="796">
                        <c:v>39190</c:v>
                      </c:pt>
                      <c:pt idx="797">
                        <c:v>39191</c:v>
                      </c:pt>
                      <c:pt idx="798">
                        <c:v>39192</c:v>
                      </c:pt>
                      <c:pt idx="799">
                        <c:v>39195</c:v>
                      </c:pt>
                      <c:pt idx="800">
                        <c:v>39196</c:v>
                      </c:pt>
                      <c:pt idx="801">
                        <c:v>39197</c:v>
                      </c:pt>
                      <c:pt idx="802">
                        <c:v>39198</c:v>
                      </c:pt>
                      <c:pt idx="803">
                        <c:v>39199</c:v>
                      </c:pt>
                      <c:pt idx="804">
                        <c:v>39202</c:v>
                      </c:pt>
                      <c:pt idx="805">
                        <c:v>39203</c:v>
                      </c:pt>
                      <c:pt idx="806">
                        <c:v>39204</c:v>
                      </c:pt>
                      <c:pt idx="807">
                        <c:v>39205</c:v>
                      </c:pt>
                      <c:pt idx="808">
                        <c:v>39206</c:v>
                      </c:pt>
                      <c:pt idx="809">
                        <c:v>39209</c:v>
                      </c:pt>
                      <c:pt idx="810">
                        <c:v>39210</c:v>
                      </c:pt>
                      <c:pt idx="811">
                        <c:v>39211</c:v>
                      </c:pt>
                      <c:pt idx="812">
                        <c:v>39212</c:v>
                      </c:pt>
                      <c:pt idx="813">
                        <c:v>39213</c:v>
                      </c:pt>
                      <c:pt idx="814">
                        <c:v>39216</c:v>
                      </c:pt>
                      <c:pt idx="815">
                        <c:v>39217</c:v>
                      </c:pt>
                      <c:pt idx="816">
                        <c:v>39218</c:v>
                      </c:pt>
                      <c:pt idx="817">
                        <c:v>39219</c:v>
                      </c:pt>
                      <c:pt idx="818">
                        <c:v>39220</c:v>
                      </c:pt>
                      <c:pt idx="819">
                        <c:v>39223</c:v>
                      </c:pt>
                      <c:pt idx="820">
                        <c:v>39224</c:v>
                      </c:pt>
                      <c:pt idx="821">
                        <c:v>39225</c:v>
                      </c:pt>
                      <c:pt idx="822">
                        <c:v>39226</c:v>
                      </c:pt>
                      <c:pt idx="823">
                        <c:v>39227</c:v>
                      </c:pt>
                      <c:pt idx="824">
                        <c:v>39230</c:v>
                      </c:pt>
                      <c:pt idx="825">
                        <c:v>39231</c:v>
                      </c:pt>
                      <c:pt idx="826">
                        <c:v>39232</c:v>
                      </c:pt>
                      <c:pt idx="827">
                        <c:v>39233</c:v>
                      </c:pt>
                      <c:pt idx="828">
                        <c:v>39234</c:v>
                      </c:pt>
                      <c:pt idx="829">
                        <c:v>39237</c:v>
                      </c:pt>
                      <c:pt idx="830">
                        <c:v>39238</c:v>
                      </c:pt>
                      <c:pt idx="831">
                        <c:v>39239</c:v>
                      </c:pt>
                      <c:pt idx="832">
                        <c:v>39240</c:v>
                      </c:pt>
                      <c:pt idx="833">
                        <c:v>39241</c:v>
                      </c:pt>
                      <c:pt idx="834">
                        <c:v>39244</c:v>
                      </c:pt>
                      <c:pt idx="835">
                        <c:v>39245</c:v>
                      </c:pt>
                      <c:pt idx="836">
                        <c:v>39246</c:v>
                      </c:pt>
                      <c:pt idx="837">
                        <c:v>39247</c:v>
                      </c:pt>
                      <c:pt idx="838">
                        <c:v>39248</c:v>
                      </c:pt>
                      <c:pt idx="839">
                        <c:v>39251</c:v>
                      </c:pt>
                      <c:pt idx="840">
                        <c:v>39252</c:v>
                      </c:pt>
                      <c:pt idx="841">
                        <c:v>39253</c:v>
                      </c:pt>
                      <c:pt idx="842">
                        <c:v>39254</c:v>
                      </c:pt>
                      <c:pt idx="843">
                        <c:v>39255</c:v>
                      </c:pt>
                      <c:pt idx="844">
                        <c:v>39258</c:v>
                      </c:pt>
                      <c:pt idx="845">
                        <c:v>39259</c:v>
                      </c:pt>
                      <c:pt idx="846">
                        <c:v>39260</c:v>
                      </c:pt>
                      <c:pt idx="847">
                        <c:v>39261</c:v>
                      </c:pt>
                      <c:pt idx="848">
                        <c:v>39262</c:v>
                      </c:pt>
                      <c:pt idx="849">
                        <c:v>39265</c:v>
                      </c:pt>
                      <c:pt idx="850">
                        <c:v>39266</c:v>
                      </c:pt>
                      <c:pt idx="851">
                        <c:v>39267</c:v>
                      </c:pt>
                      <c:pt idx="852">
                        <c:v>39268</c:v>
                      </c:pt>
                      <c:pt idx="853">
                        <c:v>39269</c:v>
                      </c:pt>
                      <c:pt idx="854">
                        <c:v>39272</c:v>
                      </c:pt>
                      <c:pt idx="855">
                        <c:v>39273</c:v>
                      </c:pt>
                      <c:pt idx="856">
                        <c:v>39274</c:v>
                      </c:pt>
                      <c:pt idx="857">
                        <c:v>39275</c:v>
                      </c:pt>
                      <c:pt idx="858">
                        <c:v>39276</c:v>
                      </c:pt>
                      <c:pt idx="859">
                        <c:v>39279</c:v>
                      </c:pt>
                      <c:pt idx="860">
                        <c:v>39280</c:v>
                      </c:pt>
                      <c:pt idx="861">
                        <c:v>39281</c:v>
                      </c:pt>
                      <c:pt idx="862">
                        <c:v>39282</c:v>
                      </c:pt>
                      <c:pt idx="863">
                        <c:v>39283</c:v>
                      </c:pt>
                      <c:pt idx="864">
                        <c:v>39286</c:v>
                      </c:pt>
                      <c:pt idx="865">
                        <c:v>39287</c:v>
                      </c:pt>
                      <c:pt idx="866">
                        <c:v>39288</c:v>
                      </c:pt>
                      <c:pt idx="867">
                        <c:v>39289</c:v>
                      </c:pt>
                      <c:pt idx="868">
                        <c:v>39290</c:v>
                      </c:pt>
                      <c:pt idx="869">
                        <c:v>39293</c:v>
                      </c:pt>
                      <c:pt idx="870">
                        <c:v>39294</c:v>
                      </c:pt>
                      <c:pt idx="871">
                        <c:v>39295</c:v>
                      </c:pt>
                      <c:pt idx="872">
                        <c:v>39296</c:v>
                      </c:pt>
                      <c:pt idx="873">
                        <c:v>39297</c:v>
                      </c:pt>
                      <c:pt idx="874">
                        <c:v>39300</c:v>
                      </c:pt>
                      <c:pt idx="875">
                        <c:v>39301</c:v>
                      </c:pt>
                      <c:pt idx="876">
                        <c:v>39302</c:v>
                      </c:pt>
                      <c:pt idx="877">
                        <c:v>39303</c:v>
                      </c:pt>
                      <c:pt idx="878">
                        <c:v>39304</c:v>
                      </c:pt>
                      <c:pt idx="879">
                        <c:v>39307</c:v>
                      </c:pt>
                      <c:pt idx="880">
                        <c:v>39308</c:v>
                      </c:pt>
                      <c:pt idx="881">
                        <c:v>39309</c:v>
                      </c:pt>
                      <c:pt idx="882">
                        <c:v>39310</c:v>
                      </c:pt>
                      <c:pt idx="883">
                        <c:v>39311</c:v>
                      </c:pt>
                      <c:pt idx="884">
                        <c:v>39314</c:v>
                      </c:pt>
                      <c:pt idx="885">
                        <c:v>39315</c:v>
                      </c:pt>
                      <c:pt idx="886">
                        <c:v>39316</c:v>
                      </c:pt>
                      <c:pt idx="887">
                        <c:v>39317</c:v>
                      </c:pt>
                      <c:pt idx="888">
                        <c:v>39318</c:v>
                      </c:pt>
                      <c:pt idx="889">
                        <c:v>39321</c:v>
                      </c:pt>
                      <c:pt idx="890">
                        <c:v>39322</c:v>
                      </c:pt>
                      <c:pt idx="891">
                        <c:v>39323</c:v>
                      </c:pt>
                      <c:pt idx="892">
                        <c:v>39324</c:v>
                      </c:pt>
                      <c:pt idx="893">
                        <c:v>39325</c:v>
                      </c:pt>
                      <c:pt idx="894">
                        <c:v>39328</c:v>
                      </c:pt>
                      <c:pt idx="895">
                        <c:v>39329</c:v>
                      </c:pt>
                      <c:pt idx="896">
                        <c:v>39330</c:v>
                      </c:pt>
                      <c:pt idx="897">
                        <c:v>39331</c:v>
                      </c:pt>
                      <c:pt idx="898">
                        <c:v>39332</c:v>
                      </c:pt>
                      <c:pt idx="899">
                        <c:v>39335</c:v>
                      </c:pt>
                      <c:pt idx="900">
                        <c:v>39336</c:v>
                      </c:pt>
                      <c:pt idx="901">
                        <c:v>39337</c:v>
                      </c:pt>
                      <c:pt idx="902">
                        <c:v>39338</c:v>
                      </c:pt>
                      <c:pt idx="903">
                        <c:v>39339</c:v>
                      </c:pt>
                      <c:pt idx="904">
                        <c:v>39342</c:v>
                      </c:pt>
                      <c:pt idx="905">
                        <c:v>39343</c:v>
                      </c:pt>
                      <c:pt idx="906">
                        <c:v>39344</c:v>
                      </c:pt>
                      <c:pt idx="907">
                        <c:v>39345</c:v>
                      </c:pt>
                      <c:pt idx="908">
                        <c:v>39346</c:v>
                      </c:pt>
                      <c:pt idx="909">
                        <c:v>39349</c:v>
                      </c:pt>
                      <c:pt idx="910">
                        <c:v>39350</c:v>
                      </c:pt>
                      <c:pt idx="911">
                        <c:v>39351</c:v>
                      </c:pt>
                      <c:pt idx="912">
                        <c:v>39352</c:v>
                      </c:pt>
                      <c:pt idx="913">
                        <c:v>39353</c:v>
                      </c:pt>
                      <c:pt idx="914">
                        <c:v>39356</c:v>
                      </c:pt>
                      <c:pt idx="915">
                        <c:v>39357</c:v>
                      </c:pt>
                      <c:pt idx="916">
                        <c:v>39358</c:v>
                      </c:pt>
                      <c:pt idx="917">
                        <c:v>39359</c:v>
                      </c:pt>
                      <c:pt idx="918">
                        <c:v>39360</c:v>
                      </c:pt>
                      <c:pt idx="919">
                        <c:v>39363</c:v>
                      </c:pt>
                      <c:pt idx="920">
                        <c:v>39364</c:v>
                      </c:pt>
                      <c:pt idx="921">
                        <c:v>39365</c:v>
                      </c:pt>
                      <c:pt idx="922">
                        <c:v>39366</c:v>
                      </c:pt>
                      <c:pt idx="923">
                        <c:v>39367</c:v>
                      </c:pt>
                      <c:pt idx="924">
                        <c:v>39370</c:v>
                      </c:pt>
                      <c:pt idx="925">
                        <c:v>39371</c:v>
                      </c:pt>
                      <c:pt idx="926">
                        <c:v>39372</c:v>
                      </c:pt>
                      <c:pt idx="927">
                        <c:v>39373</c:v>
                      </c:pt>
                      <c:pt idx="928">
                        <c:v>39374</c:v>
                      </c:pt>
                      <c:pt idx="929">
                        <c:v>39377</c:v>
                      </c:pt>
                      <c:pt idx="930">
                        <c:v>39378</c:v>
                      </c:pt>
                      <c:pt idx="931">
                        <c:v>39379</c:v>
                      </c:pt>
                      <c:pt idx="932">
                        <c:v>39380</c:v>
                      </c:pt>
                      <c:pt idx="933">
                        <c:v>39381</c:v>
                      </c:pt>
                      <c:pt idx="934">
                        <c:v>39384</c:v>
                      </c:pt>
                      <c:pt idx="935">
                        <c:v>39385</c:v>
                      </c:pt>
                      <c:pt idx="936">
                        <c:v>39386</c:v>
                      </c:pt>
                      <c:pt idx="937">
                        <c:v>39387</c:v>
                      </c:pt>
                      <c:pt idx="938">
                        <c:v>39388</c:v>
                      </c:pt>
                      <c:pt idx="939">
                        <c:v>39391</c:v>
                      </c:pt>
                      <c:pt idx="940">
                        <c:v>39392</c:v>
                      </c:pt>
                      <c:pt idx="941">
                        <c:v>39393</c:v>
                      </c:pt>
                      <c:pt idx="942">
                        <c:v>39394</c:v>
                      </c:pt>
                      <c:pt idx="943">
                        <c:v>39395</c:v>
                      </c:pt>
                      <c:pt idx="944">
                        <c:v>39398</c:v>
                      </c:pt>
                      <c:pt idx="945">
                        <c:v>39399</c:v>
                      </c:pt>
                      <c:pt idx="946">
                        <c:v>39400</c:v>
                      </c:pt>
                      <c:pt idx="947">
                        <c:v>39401</c:v>
                      </c:pt>
                      <c:pt idx="948">
                        <c:v>39402</c:v>
                      </c:pt>
                      <c:pt idx="949">
                        <c:v>39405</c:v>
                      </c:pt>
                      <c:pt idx="950">
                        <c:v>39406</c:v>
                      </c:pt>
                      <c:pt idx="951">
                        <c:v>39407</c:v>
                      </c:pt>
                      <c:pt idx="952">
                        <c:v>39408</c:v>
                      </c:pt>
                      <c:pt idx="953">
                        <c:v>39409</c:v>
                      </c:pt>
                      <c:pt idx="954">
                        <c:v>39412</c:v>
                      </c:pt>
                      <c:pt idx="955">
                        <c:v>39413</c:v>
                      </c:pt>
                      <c:pt idx="956">
                        <c:v>39414</c:v>
                      </c:pt>
                      <c:pt idx="957">
                        <c:v>39415</c:v>
                      </c:pt>
                      <c:pt idx="958">
                        <c:v>39416</c:v>
                      </c:pt>
                      <c:pt idx="959">
                        <c:v>39419</c:v>
                      </c:pt>
                      <c:pt idx="960">
                        <c:v>39420</c:v>
                      </c:pt>
                      <c:pt idx="961">
                        <c:v>39421</c:v>
                      </c:pt>
                      <c:pt idx="962">
                        <c:v>39422</c:v>
                      </c:pt>
                      <c:pt idx="963">
                        <c:v>39423</c:v>
                      </c:pt>
                      <c:pt idx="964">
                        <c:v>39426</c:v>
                      </c:pt>
                      <c:pt idx="965">
                        <c:v>39427</c:v>
                      </c:pt>
                      <c:pt idx="966">
                        <c:v>39428</c:v>
                      </c:pt>
                      <c:pt idx="967">
                        <c:v>39429</c:v>
                      </c:pt>
                      <c:pt idx="968">
                        <c:v>39430</c:v>
                      </c:pt>
                      <c:pt idx="969">
                        <c:v>39433</c:v>
                      </c:pt>
                      <c:pt idx="970">
                        <c:v>39434</c:v>
                      </c:pt>
                      <c:pt idx="971">
                        <c:v>39435</c:v>
                      </c:pt>
                      <c:pt idx="972">
                        <c:v>39436</c:v>
                      </c:pt>
                      <c:pt idx="973">
                        <c:v>39437</c:v>
                      </c:pt>
                      <c:pt idx="974">
                        <c:v>39440</c:v>
                      </c:pt>
                      <c:pt idx="975">
                        <c:v>39441</c:v>
                      </c:pt>
                      <c:pt idx="976">
                        <c:v>39442</c:v>
                      </c:pt>
                      <c:pt idx="977">
                        <c:v>39443</c:v>
                      </c:pt>
                      <c:pt idx="978">
                        <c:v>39444</c:v>
                      </c:pt>
                      <c:pt idx="979">
                        <c:v>39447</c:v>
                      </c:pt>
                      <c:pt idx="980">
                        <c:v>39448</c:v>
                      </c:pt>
                      <c:pt idx="981">
                        <c:v>39449</c:v>
                      </c:pt>
                      <c:pt idx="982">
                        <c:v>39450</c:v>
                      </c:pt>
                      <c:pt idx="983">
                        <c:v>39451</c:v>
                      </c:pt>
                      <c:pt idx="984">
                        <c:v>39454</c:v>
                      </c:pt>
                      <c:pt idx="985">
                        <c:v>39455</c:v>
                      </c:pt>
                      <c:pt idx="986">
                        <c:v>39456</c:v>
                      </c:pt>
                      <c:pt idx="987">
                        <c:v>39457</c:v>
                      </c:pt>
                      <c:pt idx="988">
                        <c:v>39458</c:v>
                      </c:pt>
                      <c:pt idx="989">
                        <c:v>39461</c:v>
                      </c:pt>
                      <c:pt idx="990">
                        <c:v>39462</c:v>
                      </c:pt>
                      <c:pt idx="991">
                        <c:v>39463</c:v>
                      </c:pt>
                      <c:pt idx="992">
                        <c:v>39464</c:v>
                      </c:pt>
                      <c:pt idx="993">
                        <c:v>39465</c:v>
                      </c:pt>
                      <c:pt idx="994">
                        <c:v>39468</c:v>
                      </c:pt>
                      <c:pt idx="995">
                        <c:v>39469</c:v>
                      </c:pt>
                      <c:pt idx="996">
                        <c:v>39470</c:v>
                      </c:pt>
                      <c:pt idx="997">
                        <c:v>39471</c:v>
                      </c:pt>
                      <c:pt idx="998">
                        <c:v>39472</c:v>
                      </c:pt>
                      <c:pt idx="999">
                        <c:v>39475</c:v>
                      </c:pt>
                      <c:pt idx="1000">
                        <c:v>39476</c:v>
                      </c:pt>
                      <c:pt idx="1001">
                        <c:v>39477</c:v>
                      </c:pt>
                      <c:pt idx="1002">
                        <c:v>39478</c:v>
                      </c:pt>
                      <c:pt idx="1003">
                        <c:v>39479</c:v>
                      </c:pt>
                      <c:pt idx="1004">
                        <c:v>39482</c:v>
                      </c:pt>
                      <c:pt idx="1005">
                        <c:v>39483</c:v>
                      </c:pt>
                      <c:pt idx="1006">
                        <c:v>39484</c:v>
                      </c:pt>
                      <c:pt idx="1007">
                        <c:v>39485</c:v>
                      </c:pt>
                      <c:pt idx="1008">
                        <c:v>39486</c:v>
                      </c:pt>
                      <c:pt idx="1009">
                        <c:v>39489</c:v>
                      </c:pt>
                      <c:pt idx="1010">
                        <c:v>39490</c:v>
                      </c:pt>
                      <c:pt idx="1011">
                        <c:v>39491</c:v>
                      </c:pt>
                      <c:pt idx="1012">
                        <c:v>39492</c:v>
                      </c:pt>
                      <c:pt idx="1013">
                        <c:v>39493</c:v>
                      </c:pt>
                      <c:pt idx="1014">
                        <c:v>39496</c:v>
                      </c:pt>
                      <c:pt idx="1015">
                        <c:v>39497</c:v>
                      </c:pt>
                      <c:pt idx="1016">
                        <c:v>39498</c:v>
                      </c:pt>
                      <c:pt idx="1017">
                        <c:v>39499</c:v>
                      </c:pt>
                      <c:pt idx="1018">
                        <c:v>39500</c:v>
                      </c:pt>
                      <c:pt idx="1019">
                        <c:v>39503</c:v>
                      </c:pt>
                      <c:pt idx="1020">
                        <c:v>39504</c:v>
                      </c:pt>
                      <c:pt idx="1021">
                        <c:v>39505</c:v>
                      </c:pt>
                      <c:pt idx="1022">
                        <c:v>39506</c:v>
                      </c:pt>
                      <c:pt idx="1023">
                        <c:v>39507</c:v>
                      </c:pt>
                      <c:pt idx="1024">
                        <c:v>39510</c:v>
                      </c:pt>
                      <c:pt idx="1025">
                        <c:v>39511</c:v>
                      </c:pt>
                      <c:pt idx="1026">
                        <c:v>39512</c:v>
                      </c:pt>
                      <c:pt idx="1027">
                        <c:v>39513</c:v>
                      </c:pt>
                      <c:pt idx="1028">
                        <c:v>39514</c:v>
                      </c:pt>
                      <c:pt idx="1029">
                        <c:v>39517</c:v>
                      </c:pt>
                      <c:pt idx="1030">
                        <c:v>39518</c:v>
                      </c:pt>
                      <c:pt idx="1031">
                        <c:v>39519</c:v>
                      </c:pt>
                      <c:pt idx="1032">
                        <c:v>39520</c:v>
                      </c:pt>
                      <c:pt idx="1033">
                        <c:v>39521</c:v>
                      </c:pt>
                      <c:pt idx="1034">
                        <c:v>39524</c:v>
                      </c:pt>
                      <c:pt idx="1035">
                        <c:v>39525</c:v>
                      </c:pt>
                      <c:pt idx="1036">
                        <c:v>39526</c:v>
                      </c:pt>
                      <c:pt idx="1037">
                        <c:v>39527</c:v>
                      </c:pt>
                      <c:pt idx="1038">
                        <c:v>39528</c:v>
                      </c:pt>
                      <c:pt idx="1039">
                        <c:v>39531</c:v>
                      </c:pt>
                      <c:pt idx="1040">
                        <c:v>39532</c:v>
                      </c:pt>
                      <c:pt idx="1041">
                        <c:v>39533</c:v>
                      </c:pt>
                      <c:pt idx="1042">
                        <c:v>39534</c:v>
                      </c:pt>
                      <c:pt idx="1043">
                        <c:v>39535</c:v>
                      </c:pt>
                      <c:pt idx="1044">
                        <c:v>39538</c:v>
                      </c:pt>
                      <c:pt idx="1045">
                        <c:v>39539</c:v>
                      </c:pt>
                      <c:pt idx="1046">
                        <c:v>39540</c:v>
                      </c:pt>
                      <c:pt idx="1047">
                        <c:v>39541</c:v>
                      </c:pt>
                      <c:pt idx="1048">
                        <c:v>39542</c:v>
                      </c:pt>
                      <c:pt idx="1049">
                        <c:v>39545</c:v>
                      </c:pt>
                      <c:pt idx="1050">
                        <c:v>39546</c:v>
                      </c:pt>
                      <c:pt idx="1051">
                        <c:v>39547</c:v>
                      </c:pt>
                      <c:pt idx="1052">
                        <c:v>39548</c:v>
                      </c:pt>
                      <c:pt idx="1053">
                        <c:v>39549</c:v>
                      </c:pt>
                      <c:pt idx="1054">
                        <c:v>39552</c:v>
                      </c:pt>
                      <c:pt idx="1055">
                        <c:v>39553</c:v>
                      </c:pt>
                      <c:pt idx="1056">
                        <c:v>39554</c:v>
                      </c:pt>
                      <c:pt idx="1057">
                        <c:v>39555</c:v>
                      </c:pt>
                      <c:pt idx="1058">
                        <c:v>39556</c:v>
                      </c:pt>
                      <c:pt idx="1059">
                        <c:v>39559</c:v>
                      </c:pt>
                      <c:pt idx="1060">
                        <c:v>39560</c:v>
                      </c:pt>
                      <c:pt idx="1061">
                        <c:v>39561</c:v>
                      </c:pt>
                      <c:pt idx="1062">
                        <c:v>39562</c:v>
                      </c:pt>
                      <c:pt idx="1063">
                        <c:v>39563</c:v>
                      </c:pt>
                      <c:pt idx="1064">
                        <c:v>39566</c:v>
                      </c:pt>
                      <c:pt idx="1065">
                        <c:v>39567</c:v>
                      </c:pt>
                      <c:pt idx="1066">
                        <c:v>39568</c:v>
                      </c:pt>
                      <c:pt idx="1067">
                        <c:v>39569</c:v>
                      </c:pt>
                      <c:pt idx="1068">
                        <c:v>39570</c:v>
                      </c:pt>
                      <c:pt idx="1069">
                        <c:v>39573</c:v>
                      </c:pt>
                      <c:pt idx="1070">
                        <c:v>39574</c:v>
                      </c:pt>
                      <c:pt idx="1071">
                        <c:v>39575</c:v>
                      </c:pt>
                      <c:pt idx="1072">
                        <c:v>39576</c:v>
                      </c:pt>
                      <c:pt idx="1073">
                        <c:v>39577</c:v>
                      </c:pt>
                      <c:pt idx="1074">
                        <c:v>39580</c:v>
                      </c:pt>
                      <c:pt idx="1075">
                        <c:v>39581</c:v>
                      </c:pt>
                      <c:pt idx="1076">
                        <c:v>39582</c:v>
                      </c:pt>
                      <c:pt idx="1077">
                        <c:v>39583</c:v>
                      </c:pt>
                      <c:pt idx="1078">
                        <c:v>39584</c:v>
                      </c:pt>
                      <c:pt idx="1079">
                        <c:v>39587</c:v>
                      </c:pt>
                      <c:pt idx="1080">
                        <c:v>39588</c:v>
                      </c:pt>
                      <c:pt idx="1081">
                        <c:v>39589</c:v>
                      </c:pt>
                      <c:pt idx="1082">
                        <c:v>39590</c:v>
                      </c:pt>
                      <c:pt idx="1083">
                        <c:v>39591</c:v>
                      </c:pt>
                      <c:pt idx="1084">
                        <c:v>39594</c:v>
                      </c:pt>
                      <c:pt idx="1085">
                        <c:v>39595</c:v>
                      </c:pt>
                      <c:pt idx="1086">
                        <c:v>39596</c:v>
                      </c:pt>
                      <c:pt idx="1087">
                        <c:v>39597</c:v>
                      </c:pt>
                      <c:pt idx="1088">
                        <c:v>39598</c:v>
                      </c:pt>
                      <c:pt idx="1089">
                        <c:v>39601</c:v>
                      </c:pt>
                      <c:pt idx="1090">
                        <c:v>39602</c:v>
                      </c:pt>
                      <c:pt idx="1091">
                        <c:v>39603</c:v>
                      </c:pt>
                      <c:pt idx="1092">
                        <c:v>39604</c:v>
                      </c:pt>
                      <c:pt idx="1093">
                        <c:v>39605</c:v>
                      </c:pt>
                      <c:pt idx="1094">
                        <c:v>39608</c:v>
                      </c:pt>
                      <c:pt idx="1095">
                        <c:v>39609</c:v>
                      </c:pt>
                      <c:pt idx="1096">
                        <c:v>39610</c:v>
                      </c:pt>
                      <c:pt idx="1097">
                        <c:v>39611</c:v>
                      </c:pt>
                      <c:pt idx="1098">
                        <c:v>39612</c:v>
                      </c:pt>
                      <c:pt idx="1099">
                        <c:v>39615</c:v>
                      </c:pt>
                      <c:pt idx="1100">
                        <c:v>39616</c:v>
                      </c:pt>
                      <c:pt idx="1101">
                        <c:v>39617</c:v>
                      </c:pt>
                      <c:pt idx="1102">
                        <c:v>39618</c:v>
                      </c:pt>
                      <c:pt idx="1103">
                        <c:v>39619</c:v>
                      </c:pt>
                      <c:pt idx="1104">
                        <c:v>39622</c:v>
                      </c:pt>
                      <c:pt idx="1105">
                        <c:v>39623</c:v>
                      </c:pt>
                      <c:pt idx="1106">
                        <c:v>39624</c:v>
                      </c:pt>
                      <c:pt idx="1107">
                        <c:v>39625</c:v>
                      </c:pt>
                      <c:pt idx="1108">
                        <c:v>39626</c:v>
                      </c:pt>
                      <c:pt idx="1109">
                        <c:v>39629</c:v>
                      </c:pt>
                      <c:pt idx="1110">
                        <c:v>39630</c:v>
                      </c:pt>
                      <c:pt idx="1111">
                        <c:v>39631</c:v>
                      </c:pt>
                      <c:pt idx="1112">
                        <c:v>39632</c:v>
                      </c:pt>
                      <c:pt idx="1113">
                        <c:v>39633</c:v>
                      </c:pt>
                      <c:pt idx="1114">
                        <c:v>39636</c:v>
                      </c:pt>
                      <c:pt idx="1115">
                        <c:v>39637</c:v>
                      </c:pt>
                      <c:pt idx="1116">
                        <c:v>39638</c:v>
                      </c:pt>
                      <c:pt idx="1117">
                        <c:v>39639</c:v>
                      </c:pt>
                      <c:pt idx="1118">
                        <c:v>39640</c:v>
                      </c:pt>
                      <c:pt idx="1119">
                        <c:v>39643</c:v>
                      </c:pt>
                      <c:pt idx="1120">
                        <c:v>39644</c:v>
                      </c:pt>
                      <c:pt idx="1121">
                        <c:v>39645</c:v>
                      </c:pt>
                      <c:pt idx="1122">
                        <c:v>39646</c:v>
                      </c:pt>
                      <c:pt idx="1123">
                        <c:v>39647</c:v>
                      </c:pt>
                      <c:pt idx="1124">
                        <c:v>39650</c:v>
                      </c:pt>
                      <c:pt idx="1125">
                        <c:v>39651</c:v>
                      </c:pt>
                      <c:pt idx="1126">
                        <c:v>39652</c:v>
                      </c:pt>
                      <c:pt idx="1127">
                        <c:v>39653</c:v>
                      </c:pt>
                      <c:pt idx="1128">
                        <c:v>39654</c:v>
                      </c:pt>
                      <c:pt idx="1129">
                        <c:v>39657</c:v>
                      </c:pt>
                      <c:pt idx="1130">
                        <c:v>39658</c:v>
                      </c:pt>
                      <c:pt idx="1131">
                        <c:v>39659</c:v>
                      </c:pt>
                      <c:pt idx="1132">
                        <c:v>39660</c:v>
                      </c:pt>
                      <c:pt idx="1133">
                        <c:v>39661</c:v>
                      </c:pt>
                      <c:pt idx="1134">
                        <c:v>39664</c:v>
                      </c:pt>
                      <c:pt idx="1135">
                        <c:v>39665</c:v>
                      </c:pt>
                      <c:pt idx="1136">
                        <c:v>39666</c:v>
                      </c:pt>
                      <c:pt idx="1137">
                        <c:v>39667</c:v>
                      </c:pt>
                      <c:pt idx="1138">
                        <c:v>39668</c:v>
                      </c:pt>
                      <c:pt idx="1139">
                        <c:v>39671</c:v>
                      </c:pt>
                      <c:pt idx="1140">
                        <c:v>39672</c:v>
                      </c:pt>
                      <c:pt idx="1141">
                        <c:v>39673</c:v>
                      </c:pt>
                      <c:pt idx="1142">
                        <c:v>39674</c:v>
                      </c:pt>
                      <c:pt idx="1143">
                        <c:v>39675</c:v>
                      </c:pt>
                      <c:pt idx="1144">
                        <c:v>39678</c:v>
                      </c:pt>
                      <c:pt idx="1145">
                        <c:v>39679</c:v>
                      </c:pt>
                      <c:pt idx="1146">
                        <c:v>39680</c:v>
                      </c:pt>
                      <c:pt idx="1147">
                        <c:v>39681</c:v>
                      </c:pt>
                      <c:pt idx="1148">
                        <c:v>39682</c:v>
                      </c:pt>
                      <c:pt idx="1149">
                        <c:v>39685</c:v>
                      </c:pt>
                      <c:pt idx="1150">
                        <c:v>39686</c:v>
                      </c:pt>
                      <c:pt idx="1151">
                        <c:v>39687</c:v>
                      </c:pt>
                      <c:pt idx="1152">
                        <c:v>39688</c:v>
                      </c:pt>
                      <c:pt idx="1153">
                        <c:v>39689</c:v>
                      </c:pt>
                      <c:pt idx="1154">
                        <c:v>39692</c:v>
                      </c:pt>
                      <c:pt idx="1155">
                        <c:v>39693</c:v>
                      </c:pt>
                      <c:pt idx="1156">
                        <c:v>39694</c:v>
                      </c:pt>
                      <c:pt idx="1157">
                        <c:v>39695</c:v>
                      </c:pt>
                      <c:pt idx="1158">
                        <c:v>39696</c:v>
                      </c:pt>
                      <c:pt idx="1159">
                        <c:v>39699</c:v>
                      </c:pt>
                      <c:pt idx="1160">
                        <c:v>39700</c:v>
                      </c:pt>
                      <c:pt idx="1161">
                        <c:v>39701</c:v>
                      </c:pt>
                      <c:pt idx="1162">
                        <c:v>39702</c:v>
                      </c:pt>
                      <c:pt idx="1163">
                        <c:v>39703</c:v>
                      </c:pt>
                      <c:pt idx="1164">
                        <c:v>39706</c:v>
                      </c:pt>
                      <c:pt idx="1165">
                        <c:v>39707</c:v>
                      </c:pt>
                      <c:pt idx="1166">
                        <c:v>39708</c:v>
                      </c:pt>
                      <c:pt idx="1167">
                        <c:v>39709</c:v>
                      </c:pt>
                      <c:pt idx="1168">
                        <c:v>39710</c:v>
                      </c:pt>
                      <c:pt idx="1169">
                        <c:v>39713</c:v>
                      </c:pt>
                      <c:pt idx="1170">
                        <c:v>39714</c:v>
                      </c:pt>
                      <c:pt idx="1171">
                        <c:v>39715</c:v>
                      </c:pt>
                      <c:pt idx="1172">
                        <c:v>39716</c:v>
                      </c:pt>
                      <c:pt idx="1173">
                        <c:v>39717</c:v>
                      </c:pt>
                      <c:pt idx="1174">
                        <c:v>39720</c:v>
                      </c:pt>
                      <c:pt idx="1175">
                        <c:v>39721</c:v>
                      </c:pt>
                      <c:pt idx="1176">
                        <c:v>39722</c:v>
                      </c:pt>
                      <c:pt idx="1177">
                        <c:v>39723</c:v>
                      </c:pt>
                      <c:pt idx="1178">
                        <c:v>39724</c:v>
                      </c:pt>
                      <c:pt idx="1179">
                        <c:v>39727</c:v>
                      </c:pt>
                      <c:pt idx="1180">
                        <c:v>39728</c:v>
                      </c:pt>
                      <c:pt idx="1181">
                        <c:v>39729</c:v>
                      </c:pt>
                      <c:pt idx="1182">
                        <c:v>39730</c:v>
                      </c:pt>
                      <c:pt idx="1183">
                        <c:v>39731</c:v>
                      </c:pt>
                      <c:pt idx="1184">
                        <c:v>39734</c:v>
                      </c:pt>
                      <c:pt idx="1185">
                        <c:v>39735</c:v>
                      </c:pt>
                      <c:pt idx="1186">
                        <c:v>39736</c:v>
                      </c:pt>
                      <c:pt idx="1187">
                        <c:v>39737</c:v>
                      </c:pt>
                      <c:pt idx="1188">
                        <c:v>39738</c:v>
                      </c:pt>
                      <c:pt idx="1189">
                        <c:v>39741</c:v>
                      </c:pt>
                      <c:pt idx="1190">
                        <c:v>39742</c:v>
                      </c:pt>
                      <c:pt idx="1191">
                        <c:v>39743</c:v>
                      </c:pt>
                      <c:pt idx="1192">
                        <c:v>39744</c:v>
                      </c:pt>
                      <c:pt idx="1193">
                        <c:v>39745</c:v>
                      </c:pt>
                      <c:pt idx="1194">
                        <c:v>39748</c:v>
                      </c:pt>
                      <c:pt idx="1195">
                        <c:v>39749</c:v>
                      </c:pt>
                      <c:pt idx="1196">
                        <c:v>39750</c:v>
                      </c:pt>
                      <c:pt idx="1197">
                        <c:v>39751</c:v>
                      </c:pt>
                      <c:pt idx="1198">
                        <c:v>39752</c:v>
                      </c:pt>
                      <c:pt idx="1199">
                        <c:v>39755</c:v>
                      </c:pt>
                      <c:pt idx="1200">
                        <c:v>39756</c:v>
                      </c:pt>
                      <c:pt idx="1201">
                        <c:v>39757</c:v>
                      </c:pt>
                      <c:pt idx="1202">
                        <c:v>39758</c:v>
                      </c:pt>
                      <c:pt idx="1203">
                        <c:v>39759</c:v>
                      </c:pt>
                      <c:pt idx="1204">
                        <c:v>39762</c:v>
                      </c:pt>
                      <c:pt idx="1205">
                        <c:v>39763</c:v>
                      </c:pt>
                      <c:pt idx="1206">
                        <c:v>39764</c:v>
                      </c:pt>
                      <c:pt idx="1207">
                        <c:v>39765</c:v>
                      </c:pt>
                      <c:pt idx="1208">
                        <c:v>39766</c:v>
                      </c:pt>
                      <c:pt idx="1209">
                        <c:v>39769</c:v>
                      </c:pt>
                      <c:pt idx="1210">
                        <c:v>39770</c:v>
                      </c:pt>
                      <c:pt idx="1211">
                        <c:v>39771</c:v>
                      </c:pt>
                      <c:pt idx="1212">
                        <c:v>39772</c:v>
                      </c:pt>
                      <c:pt idx="1213">
                        <c:v>39773</c:v>
                      </c:pt>
                      <c:pt idx="1214">
                        <c:v>39776</c:v>
                      </c:pt>
                      <c:pt idx="1215">
                        <c:v>39777</c:v>
                      </c:pt>
                      <c:pt idx="1216">
                        <c:v>39778</c:v>
                      </c:pt>
                      <c:pt idx="1217">
                        <c:v>39779</c:v>
                      </c:pt>
                      <c:pt idx="1218">
                        <c:v>39780</c:v>
                      </c:pt>
                      <c:pt idx="1219">
                        <c:v>39783</c:v>
                      </c:pt>
                      <c:pt idx="1220">
                        <c:v>39784</c:v>
                      </c:pt>
                      <c:pt idx="1221">
                        <c:v>39785</c:v>
                      </c:pt>
                      <c:pt idx="1222">
                        <c:v>39786</c:v>
                      </c:pt>
                      <c:pt idx="1223">
                        <c:v>39787</c:v>
                      </c:pt>
                      <c:pt idx="1224">
                        <c:v>39790</c:v>
                      </c:pt>
                      <c:pt idx="1225">
                        <c:v>39791</c:v>
                      </c:pt>
                      <c:pt idx="1226">
                        <c:v>39792</c:v>
                      </c:pt>
                      <c:pt idx="1227">
                        <c:v>39793</c:v>
                      </c:pt>
                      <c:pt idx="1228">
                        <c:v>39794</c:v>
                      </c:pt>
                      <c:pt idx="1229">
                        <c:v>39797</c:v>
                      </c:pt>
                      <c:pt idx="1230">
                        <c:v>39798</c:v>
                      </c:pt>
                      <c:pt idx="1231">
                        <c:v>39799</c:v>
                      </c:pt>
                      <c:pt idx="1232">
                        <c:v>39800</c:v>
                      </c:pt>
                      <c:pt idx="1233">
                        <c:v>39801</c:v>
                      </c:pt>
                      <c:pt idx="1234">
                        <c:v>39804</c:v>
                      </c:pt>
                      <c:pt idx="1235">
                        <c:v>39805</c:v>
                      </c:pt>
                      <c:pt idx="1236">
                        <c:v>39806</c:v>
                      </c:pt>
                      <c:pt idx="1237">
                        <c:v>39808</c:v>
                      </c:pt>
                      <c:pt idx="1238">
                        <c:v>39811</c:v>
                      </c:pt>
                      <c:pt idx="1239">
                        <c:v>39812</c:v>
                      </c:pt>
                      <c:pt idx="1240">
                        <c:v>39813</c:v>
                      </c:pt>
                      <c:pt idx="1241">
                        <c:v>39814</c:v>
                      </c:pt>
                      <c:pt idx="1242">
                        <c:v>39815</c:v>
                      </c:pt>
                      <c:pt idx="1243">
                        <c:v>39818</c:v>
                      </c:pt>
                      <c:pt idx="1244">
                        <c:v>39819</c:v>
                      </c:pt>
                      <c:pt idx="1245">
                        <c:v>39820</c:v>
                      </c:pt>
                      <c:pt idx="1246">
                        <c:v>39821</c:v>
                      </c:pt>
                      <c:pt idx="1247">
                        <c:v>39822</c:v>
                      </c:pt>
                      <c:pt idx="1248">
                        <c:v>39825</c:v>
                      </c:pt>
                      <c:pt idx="1249">
                        <c:v>39826</c:v>
                      </c:pt>
                      <c:pt idx="1250">
                        <c:v>39827</c:v>
                      </c:pt>
                      <c:pt idx="1251">
                        <c:v>39828</c:v>
                      </c:pt>
                      <c:pt idx="1252">
                        <c:v>39829</c:v>
                      </c:pt>
                      <c:pt idx="1253">
                        <c:v>39832</c:v>
                      </c:pt>
                      <c:pt idx="1254">
                        <c:v>39833</c:v>
                      </c:pt>
                      <c:pt idx="1255">
                        <c:v>39834</c:v>
                      </c:pt>
                      <c:pt idx="1256">
                        <c:v>39835</c:v>
                      </c:pt>
                      <c:pt idx="1257">
                        <c:v>39836</c:v>
                      </c:pt>
                      <c:pt idx="1258">
                        <c:v>39839</c:v>
                      </c:pt>
                      <c:pt idx="1259">
                        <c:v>39840</c:v>
                      </c:pt>
                      <c:pt idx="1260">
                        <c:v>39841</c:v>
                      </c:pt>
                      <c:pt idx="1261">
                        <c:v>39842</c:v>
                      </c:pt>
                      <c:pt idx="1262">
                        <c:v>39843</c:v>
                      </c:pt>
                      <c:pt idx="1263">
                        <c:v>39846</c:v>
                      </c:pt>
                      <c:pt idx="1264">
                        <c:v>39847</c:v>
                      </c:pt>
                      <c:pt idx="1265">
                        <c:v>39848</c:v>
                      </c:pt>
                      <c:pt idx="1266">
                        <c:v>39849</c:v>
                      </c:pt>
                      <c:pt idx="1267">
                        <c:v>39850</c:v>
                      </c:pt>
                      <c:pt idx="1268">
                        <c:v>39853</c:v>
                      </c:pt>
                      <c:pt idx="1269">
                        <c:v>39854</c:v>
                      </c:pt>
                      <c:pt idx="1270">
                        <c:v>39855</c:v>
                      </c:pt>
                      <c:pt idx="1271">
                        <c:v>39856</c:v>
                      </c:pt>
                      <c:pt idx="1272">
                        <c:v>39857</c:v>
                      </c:pt>
                      <c:pt idx="1273">
                        <c:v>39860</c:v>
                      </c:pt>
                      <c:pt idx="1274">
                        <c:v>39861</c:v>
                      </c:pt>
                      <c:pt idx="1275">
                        <c:v>39862</c:v>
                      </c:pt>
                      <c:pt idx="1276">
                        <c:v>39863</c:v>
                      </c:pt>
                      <c:pt idx="1277">
                        <c:v>39864</c:v>
                      </c:pt>
                      <c:pt idx="1278">
                        <c:v>39867</c:v>
                      </c:pt>
                      <c:pt idx="1279">
                        <c:v>39868</c:v>
                      </c:pt>
                      <c:pt idx="1280">
                        <c:v>39869</c:v>
                      </c:pt>
                      <c:pt idx="1281">
                        <c:v>39870</c:v>
                      </c:pt>
                      <c:pt idx="1282">
                        <c:v>39871</c:v>
                      </c:pt>
                      <c:pt idx="1283">
                        <c:v>39874</c:v>
                      </c:pt>
                      <c:pt idx="1284">
                        <c:v>39875</c:v>
                      </c:pt>
                      <c:pt idx="1285">
                        <c:v>39876</c:v>
                      </c:pt>
                      <c:pt idx="1286">
                        <c:v>39877</c:v>
                      </c:pt>
                      <c:pt idx="1287">
                        <c:v>39878</c:v>
                      </c:pt>
                      <c:pt idx="1288">
                        <c:v>39881</c:v>
                      </c:pt>
                      <c:pt idx="1289">
                        <c:v>39882</c:v>
                      </c:pt>
                      <c:pt idx="1290">
                        <c:v>39883</c:v>
                      </c:pt>
                      <c:pt idx="1291">
                        <c:v>39884</c:v>
                      </c:pt>
                      <c:pt idx="1292">
                        <c:v>39885</c:v>
                      </c:pt>
                      <c:pt idx="1293">
                        <c:v>39888</c:v>
                      </c:pt>
                      <c:pt idx="1294">
                        <c:v>39889</c:v>
                      </c:pt>
                      <c:pt idx="1295">
                        <c:v>39890</c:v>
                      </c:pt>
                      <c:pt idx="1296">
                        <c:v>39891</c:v>
                      </c:pt>
                      <c:pt idx="1297">
                        <c:v>39892</c:v>
                      </c:pt>
                      <c:pt idx="1298">
                        <c:v>39895</c:v>
                      </c:pt>
                      <c:pt idx="1299">
                        <c:v>39896</c:v>
                      </c:pt>
                      <c:pt idx="1300">
                        <c:v>39897</c:v>
                      </c:pt>
                      <c:pt idx="1301">
                        <c:v>39898</c:v>
                      </c:pt>
                      <c:pt idx="1302">
                        <c:v>39899</c:v>
                      </c:pt>
                      <c:pt idx="1303">
                        <c:v>39902</c:v>
                      </c:pt>
                      <c:pt idx="1304">
                        <c:v>39903</c:v>
                      </c:pt>
                      <c:pt idx="1305">
                        <c:v>39904</c:v>
                      </c:pt>
                      <c:pt idx="1306">
                        <c:v>39905</c:v>
                      </c:pt>
                      <c:pt idx="1307">
                        <c:v>39906</c:v>
                      </c:pt>
                      <c:pt idx="1308">
                        <c:v>39909</c:v>
                      </c:pt>
                      <c:pt idx="1309">
                        <c:v>39910</c:v>
                      </c:pt>
                      <c:pt idx="1310">
                        <c:v>39911</c:v>
                      </c:pt>
                      <c:pt idx="1311">
                        <c:v>39912</c:v>
                      </c:pt>
                      <c:pt idx="1312">
                        <c:v>39913</c:v>
                      </c:pt>
                      <c:pt idx="1313">
                        <c:v>39916</c:v>
                      </c:pt>
                      <c:pt idx="1314">
                        <c:v>39917</c:v>
                      </c:pt>
                      <c:pt idx="1315">
                        <c:v>39918</c:v>
                      </c:pt>
                      <c:pt idx="1316">
                        <c:v>39919</c:v>
                      </c:pt>
                      <c:pt idx="1317">
                        <c:v>39920</c:v>
                      </c:pt>
                      <c:pt idx="1318">
                        <c:v>39923</c:v>
                      </c:pt>
                      <c:pt idx="1319">
                        <c:v>39924</c:v>
                      </c:pt>
                      <c:pt idx="1320">
                        <c:v>39925</c:v>
                      </c:pt>
                      <c:pt idx="1321">
                        <c:v>39926</c:v>
                      </c:pt>
                      <c:pt idx="1322">
                        <c:v>39927</c:v>
                      </c:pt>
                      <c:pt idx="1323">
                        <c:v>39930</c:v>
                      </c:pt>
                      <c:pt idx="1324">
                        <c:v>39931</c:v>
                      </c:pt>
                      <c:pt idx="1325">
                        <c:v>39932</c:v>
                      </c:pt>
                      <c:pt idx="1326">
                        <c:v>39933</c:v>
                      </c:pt>
                      <c:pt idx="1327">
                        <c:v>39934</c:v>
                      </c:pt>
                      <c:pt idx="1328">
                        <c:v>39937</c:v>
                      </c:pt>
                      <c:pt idx="1329">
                        <c:v>39938</c:v>
                      </c:pt>
                      <c:pt idx="1330">
                        <c:v>39939</c:v>
                      </c:pt>
                      <c:pt idx="1331">
                        <c:v>39940</c:v>
                      </c:pt>
                      <c:pt idx="1332">
                        <c:v>39941</c:v>
                      </c:pt>
                      <c:pt idx="1333">
                        <c:v>39944</c:v>
                      </c:pt>
                      <c:pt idx="1334">
                        <c:v>39945</c:v>
                      </c:pt>
                      <c:pt idx="1335">
                        <c:v>39946</c:v>
                      </c:pt>
                      <c:pt idx="1336">
                        <c:v>39947</c:v>
                      </c:pt>
                      <c:pt idx="1337">
                        <c:v>39948</c:v>
                      </c:pt>
                      <c:pt idx="1338">
                        <c:v>39951</c:v>
                      </c:pt>
                      <c:pt idx="1339">
                        <c:v>39952</c:v>
                      </c:pt>
                      <c:pt idx="1340">
                        <c:v>39953</c:v>
                      </c:pt>
                      <c:pt idx="1341">
                        <c:v>39954</c:v>
                      </c:pt>
                      <c:pt idx="1342">
                        <c:v>39955</c:v>
                      </c:pt>
                      <c:pt idx="1343">
                        <c:v>39958</c:v>
                      </c:pt>
                      <c:pt idx="1344">
                        <c:v>39959</c:v>
                      </c:pt>
                      <c:pt idx="1345">
                        <c:v>39960</c:v>
                      </c:pt>
                      <c:pt idx="1346">
                        <c:v>39961</c:v>
                      </c:pt>
                      <c:pt idx="1347">
                        <c:v>39962</c:v>
                      </c:pt>
                      <c:pt idx="1348">
                        <c:v>39965</c:v>
                      </c:pt>
                      <c:pt idx="1349">
                        <c:v>39966</c:v>
                      </c:pt>
                      <c:pt idx="1350">
                        <c:v>39967</c:v>
                      </c:pt>
                      <c:pt idx="1351">
                        <c:v>39968</c:v>
                      </c:pt>
                      <c:pt idx="1352">
                        <c:v>39969</c:v>
                      </c:pt>
                      <c:pt idx="1353">
                        <c:v>39972</c:v>
                      </c:pt>
                      <c:pt idx="1354">
                        <c:v>39973</c:v>
                      </c:pt>
                      <c:pt idx="1355">
                        <c:v>39974</c:v>
                      </c:pt>
                      <c:pt idx="1356">
                        <c:v>39975</c:v>
                      </c:pt>
                      <c:pt idx="1357">
                        <c:v>39976</c:v>
                      </c:pt>
                      <c:pt idx="1358">
                        <c:v>39979</c:v>
                      </c:pt>
                      <c:pt idx="1359">
                        <c:v>39980</c:v>
                      </c:pt>
                      <c:pt idx="1360">
                        <c:v>39981</c:v>
                      </c:pt>
                      <c:pt idx="1361">
                        <c:v>39982</c:v>
                      </c:pt>
                      <c:pt idx="1362">
                        <c:v>39983</c:v>
                      </c:pt>
                      <c:pt idx="1363">
                        <c:v>39986</c:v>
                      </c:pt>
                      <c:pt idx="1364">
                        <c:v>39987</c:v>
                      </c:pt>
                      <c:pt idx="1365">
                        <c:v>39988</c:v>
                      </c:pt>
                      <c:pt idx="1366">
                        <c:v>39989</c:v>
                      </c:pt>
                      <c:pt idx="1367">
                        <c:v>39990</c:v>
                      </c:pt>
                      <c:pt idx="1368">
                        <c:v>39993</c:v>
                      </c:pt>
                      <c:pt idx="1369">
                        <c:v>39994</c:v>
                      </c:pt>
                      <c:pt idx="1370">
                        <c:v>39995</c:v>
                      </c:pt>
                      <c:pt idx="1371">
                        <c:v>39996</c:v>
                      </c:pt>
                      <c:pt idx="1372">
                        <c:v>39997</c:v>
                      </c:pt>
                      <c:pt idx="1373">
                        <c:v>40000</c:v>
                      </c:pt>
                      <c:pt idx="1374">
                        <c:v>40001</c:v>
                      </c:pt>
                      <c:pt idx="1375">
                        <c:v>40002</c:v>
                      </c:pt>
                      <c:pt idx="1376">
                        <c:v>40003</c:v>
                      </c:pt>
                      <c:pt idx="1377">
                        <c:v>40004</c:v>
                      </c:pt>
                      <c:pt idx="1378">
                        <c:v>40007</c:v>
                      </c:pt>
                      <c:pt idx="1379">
                        <c:v>40008</c:v>
                      </c:pt>
                      <c:pt idx="1380">
                        <c:v>40009</c:v>
                      </c:pt>
                      <c:pt idx="1381">
                        <c:v>40010</c:v>
                      </c:pt>
                      <c:pt idx="1382">
                        <c:v>40011</c:v>
                      </c:pt>
                      <c:pt idx="1383">
                        <c:v>40014</c:v>
                      </c:pt>
                      <c:pt idx="1384">
                        <c:v>40015</c:v>
                      </c:pt>
                      <c:pt idx="1385">
                        <c:v>40016</c:v>
                      </c:pt>
                      <c:pt idx="1386">
                        <c:v>40017</c:v>
                      </c:pt>
                      <c:pt idx="1387">
                        <c:v>40018</c:v>
                      </c:pt>
                      <c:pt idx="1388">
                        <c:v>40021</c:v>
                      </c:pt>
                      <c:pt idx="1389">
                        <c:v>40022</c:v>
                      </c:pt>
                      <c:pt idx="1390">
                        <c:v>40023</c:v>
                      </c:pt>
                      <c:pt idx="1391">
                        <c:v>40024</c:v>
                      </c:pt>
                      <c:pt idx="1392">
                        <c:v>40025</c:v>
                      </c:pt>
                      <c:pt idx="1393">
                        <c:v>40028</c:v>
                      </c:pt>
                      <c:pt idx="1394">
                        <c:v>40029</c:v>
                      </c:pt>
                      <c:pt idx="1395">
                        <c:v>40030</c:v>
                      </c:pt>
                      <c:pt idx="1396">
                        <c:v>40031</c:v>
                      </c:pt>
                      <c:pt idx="1397">
                        <c:v>40032</c:v>
                      </c:pt>
                      <c:pt idx="1398">
                        <c:v>40035</c:v>
                      </c:pt>
                      <c:pt idx="1399">
                        <c:v>40036</c:v>
                      </c:pt>
                      <c:pt idx="1400">
                        <c:v>40037</c:v>
                      </c:pt>
                      <c:pt idx="1401">
                        <c:v>40038</c:v>
                      </c:pt>
                      <c:pt idx="1402">
                        <c:v>40039</c:v>
                      </c:pt>
                      <c:pt idx="1403">
                        <c:v>40042</c:v>
                      </c:pt>
                      <c:pt idx="1404">
                        <c:v>40043</c:v>
                      </c:pt>
                      <c:pt idx="1405">
                        <c:v>40044</c:v>
                      </c:pt>
                      <c:pt idx="1406">
                        <c:v>40045</c:v>
                      </c:pt>
                      <c:pt idx="1407">
                        <c:v>40046</c:v>
                      </c:pt>
                      <c:pt idx="1408">
                        <c:v>40049</c:v>
                      </c:pt>
                      <c:pt idx="1409">
                        <c:v>40050</c:v>
                      </c:pt>
                      <c:pt idx="1410">
                        <c:v>40051</c:v>
                      </c:pt>
                      <c:pt idx="1411">
                        <c:v>40052</c:v>
                      </c:pt>
                      <c:pt idx="1412">
                        <c:v>40053</c:v>
                      </c:pt>
                      <c:pt idx="1413">
                        <c:v>40056</c:v>
                      </c:pt>
                      <c:pt idx="1414">
                        <c:v>40057</c:v>
                      </c:pt>
                      <c:pt idx="1415">
                        <c:v>40058</c:v>
                      </c:pt>
                      <c:pt idx="1416">
                        <c:v>40059</c:v>
                      </c:pt>
                      <c:pt idx="1417">
                        <c:v>40060</c:v>
                      </c:pt>
                      <c:pt idx="1418">
                        <c:v>40063</c:v>
                      </c:pt>
                      <c:pt idx="1419">
                        <c:v>40064</c:v>
                      </c:pt>
                      <c:pt idx="1420">
                        <c:v>40065</c:v>
                      </c:pt>
                      <c:pt idx="1421">
                        <c:v>40066</c:v>
                      </c:pt>
                      <c:pt idx="1422">
                        <c:v>40067</c:v>
                      </c:pt>
                      <c:pt idx="1423">
                        <c:v>40070</c:v>
                      </c:pt>
                      <c:pt idx="1424">
                        <c:v>40071</c:v>
                      </c:pt>
                      <c:pt idx="1425">
                        <c:v>40072</c:v>
                      </c:pt>
                      <c:pt idx="1426">
                        <c:v>40073</c:v>
                      </c:pt>
                      <c:pt idx="1427">
                        <c:v>40074</c:v>
                      </c:pt>
                      <c:pt idx="1428">
                        <c:v>40077</c:v>
                      </c:pt>
                      <c:pt idx="1429">
                        <c:v>40078</c:v>
                      </c:pt>
                      <c:pt idx="1430">
                        <c:v>40079</c:v>
                      </c:pt>
                      <c:pt idx="1431">
                        <c:v>40080</c:v>
                      </c:pt>
                      <c:pt idx="1432">
                        <c:v>40081</c:v>
                      </c:pt>
                      <c:pt idx="1433">
                        <c:v>40084</c:v>
                      </c:pt>
                      <c:pt idx="1434">
                        <c:v>40085</c:v>
                      </c:pt>
                      <c:pt idx="1435">
                        <c:v>40086</c:v>
                      </c:pt>
                      <c:pt idx="1436">
                        <c:v>40087</c:v>
                      </c:pt>
                      <c:pt idx="1437">
                        <c:v>40088</c:v>
                      </c:pt>
                      <c:pt idx="1438">
                        <c:v>40091</c:v>
                      </c:pt>
                      <c:pt idx="1439">
                        <c:v>40092</c:v>
                      </c:pt>
                      <c:pt idx="1440">
                        <c:v>40093</c:v>
                      </c:pt>
                      <c:pt idx="1441">
                        <c:v>40094</c:v>
                      </c:pt>
                      <c:pt idx="1442">
                        <c:v>40095</c:v>
                      </c:pt>
                      <c:pt idx="1443">
                        <c:v>40098</c:v>
                      </c:pt>
                      <c:pt idx="1444">
                        <c:v>40099</c:v>
                      </c:pt>
                      <c:pt idx="1445">
                        <c:v>40100</c:v>
                      </c:pt>
                      <c:pt idx="1446">
                        <c:v>40101</c:v>
                      </c:pt>
                      <c:pt idx="1447">
                        <c:v>40102</c:v>
                      </c:pt>
                      <c:pt idx="1448">
                        <c:v>40105</c:v>
                      </c:pt>
                      <c:pt idx="1449">
                        <c:v>40106</c:v>
                      </c:pt>
                      <c:pt idx="1450">
                        <c:v>40107</c:v>
                      </c:pt>
                      <c:pt idx="1451">
                        <c:v>40108</c:v>
                      </c:pt>
                      <c:pt idx="1452">
                        <c:v>40109</c:v>
                      </c:pt>
                      <c:pt idx="1453">
                        <c:v>40112</c:v>
                      </c:pt>
                      <c:pt idx="1454">
                        <c:v>40113</c:v>
                      </c:pt>
                      <c:pt idx="1455">
                        <c:v>40114</c:v>
                      </c:pt>
                      <c:pt idx="1456">
                        <c:v>40115</c:v>
                      </c:pt>
                      <c:pt idx="1457">
                        <c:v>40116</c:v>
                      </c:pt>
                      <c:pt idx="1458">
                        <c:v>40119</c:v>
                      </c:pt>
                      <c:pt idx="1459">
                        <c:v>40120</c:v>
                      </c:pt>
                      <c:pt idx="1460">
                        <c:v>40121</c:v>
                      </c:pt>
                      <c:pt idx="1461">
                        <c:v>40122</c:v>
                      </c:pt>
                      <c:pt idx="1462">
                        <c:v>40123</c:v>
                      </c:pt>
                      <c:pt idx="1463">
                        <c:v>40126</c:v>
                      </c:pt>
                      <c:pt idx="1464">
                        <c:v>40127</c:v>
                      </c:pt>
                      <c:pt idx="1465">
                        <c:v>40128</c:v>
                      </c:pt>
                      <c:pt idx="1466">
                        <c:v>40129</c:v>
                      </c:pt>
                      <c:pt idx="1467">
                        <c:v>40130</c:v>
                      </c:pt>
                      <c:pt idx="1468">
                        <c:v>40133</c:v>
                      </c:pt>
                      <c:pt idx="1469">
                        <c:v>40134</c:v>
                      </c:pt>
                      <c:pt idx="1470">
                        <c:v>40135</c:v>
                      </c:pt>
                      <c:pt idx="1471">
                        <c:v>40136</c:v>
                      </c:pt>
                      <c:pt idx="1472">
                        <c:v>40137</c:v>
                      </c:pt>
                      <c:pt idx="1473">
                        <c:v>40140</c:v>
                      </c:pt>
                      <c:pt idx="1474">
                        <c:v>40141</c:v>
                      </c:pt>
                      <c:pt idx="1475">
                        <c:v>40142</c:v>
                      </c:pt>
                      <c:pt idx="1476">
                        <c:v>40143</c:v>
                      </c:pt>
                      <c:pt idx="1477">
                        <c:v>40144</c:v>
                      </c:pt>
                      <c:pt idx="1478">
                        <c:v>40147</c:v>
                      </c:pt>
                      <c:pt idx="1479">
                        <c:v>40148</c:v>
                      </c:pt>
                      <c:pt idx="1480">
                        <c:v>40149</c:v>
                      </c:pt>
                      <c:pt idx="1481">
                        <c:v>40150</c:v>
                      </c:pt>
                      <c:pt idx="1482">
                        <c:v>40151</c:v>
                      </c:pt>
                      <c:pt idx="1483">
                        <c:v>40154</c:v>
                      </c:pt>
                      <c:pt idx="1484">
                        <c:v>40155</c:v>
                      </c:pt>
                      <c:pt idx="1485">
                        <c:v>40156</c:v>
                      </c:pt>
                      <c:pt idx="1486">
                        <c:v>40157</c:v>
                      </c:pt>
                      <c:pt idx="1487">
                        <c:v>40158</c:v>
                      </c:pt>
                      <c:pt idx="1488">
                        <c:v>40161</c:v>
                      </c:pt>
                      <c:pt idx="1489">
                        <c:v>40162</c:v>
                      </c:pt>
                      <c:pt idx="1490">
                        <c:v>40163</c:v>
                      </c:pt>
                      <c:pt idx="1491">
                        <c:v>40164</c:v>
                      </c:pt>
                      <c:pt idx="1492">
                        <c:v>40165</c:v>
                      </c:pt>
                      <c:pt idx="1493">
                        <c:v>40168</c:v>
                      </c:pt>
                      <c:pt idx="1494">
                        <c:v>40169</c:v>
                      </c:pt>
                      <c:pt idx="1495">
                        <c:v>40170</c:v>
                      </c:pt>
                      <c:pt idx="1496">
                        <c:v>40171</c:v>
                      </c:pt>
                      <c:pt idx="1497">
                        <c:v>40172</c:v>
                      </c:pt>
                      <c:pt idx="1498">
                        <c:v>40175</c:v>
                      </c:pt>
                      <c:pt idx="1499">
                        <c:v>40176</c:v>
                      </c:pt>
                      <c:pt idx="1500">
                        <c:v>40177</c:v>
                      </c:pt>
                      <c:pt idx="1501">
                        <c:v>40178</c:v>
                      </c:pt>
                      <c:pt idx="1502">
                        <c:v>40179</c:v>
                      </c:pt>
                      <c:pt idx="1503">
                        <c:v>40182</c:v>
                      </c:pt>
                      <c:pt idx="1504">
                        <c:v>40183</c:v>
                      </c:pt>
                      <c:pt idx="1505">
                        <c:v>40184</c:v>
                      </c:pt>
                      <c:pt idx="1506">
                        <c:v>40185</c:v>
                      </c:pt>
                      <c:pt idx="1507">
                        <c:v>40186</c:v>
                      </c:pt>
                      <c:pt idx="1508">
                        <c:v>40189</c:v>
                      </c:pt>
                      <c:pt idx="1509">
                        <c:v>40190</c:v>
                      </c:pt>
                      <c:pt idx="1510">
                        <c:v>40191</c:v>
                      </c:pt>
                      <c:pt idx="1511">
                        <c:v>40192</c:v>
                      </c:pt>
                      <c:pt idx="1512">
                        <c:v>40193</c:v>
                      </c:pt>
                      <c:pt idx="1513">
                        <c:v>40196</c:v>
                      </c:pt>
                      <c:pt idx="1514">
                        <c:v>40197</c:v>
                      </c:pt>
                      <c:pt idx="1515">
                        <c:v>40198</c:v>
                      </c:pt>
                      <c:pt idx="1516">
                        <c:v>40199</c:v>
                      </c:pt>
                      <c:pt idx="1517">
                        <c:v>40200</c:v>
                      </c:pt>
                      <c:pt idx="1518">
                        <c:v>40203</c:v>
                      </c:pt>
                      <c:pt idx="1519">
                        <c:v>40204</c:v>
                      </c:pt>
                      <c:pt idx="1520">
                        <c:v>40205</c:v>
                      </c:pt>
                      <c:pt idx="1521">
                        <c:v>40206</c:v>
                      </c:pt>
                      <c:pt idx="1522">
                        <c:v>40207</c:v>
                      </c:pt>
                      <c:pt idx="1523">
                        <c:v>40210</c:v>
                      </c:pt>
                      <c:pt idx="1524">
                        <c:v>40211</c:v>
                      </c:pt>
                      <c:pt idx="1525">
                        <c:v>40212</c:v>
                      </c:pt>
                      <c:pt idx="1526">
                        <c:v>40213</c:v>
                      </c:pt>
                      <c:pt idx="1527">
                        <c:v>40214</c:v>
                      </c:pt>
                      <c:pt idx="1528">
                        <c:v>40217</c:v>
                      </c:pt>
                      <c:pt idx="1529">
                        <c:v>40218</c:v>
                      </c:pt>
                      <c:pt idx="1530">
                        <c:v>40219</c:v>
                      </c:pt>
                      <c:pt idx="1531">
                        <c:v>40220</c:v>
                      </c:pt>
                      <c:pt idx="1532">
                        <c:v>40221</c:v>
                      </c:pt>
                      <c:pt idx="1533">
                        <c:v>40224</c:v>
                      </c:pt>
                      <c:pt idx="1534">
                        <c:v>40225</c:v>
                      </c:pt>
                      <c:pt idx="1535">
                        <c:v>40226</c:v>
                      </c:pt>
                      <c:pt idx="1536">
                        <c:v>40227</c:v>
                      </c:pt>
                      <c:pt idx="1537">
                        <c:v>40228</c:v>
                      </c:pt>
                      <c:pt idx="1538">
                        <c:v>40231</c:v>
                      </c:pt>
                      <c:pt idx="1539">
                        <c:v>40232</c:v>
                      </c:pt>
                      <c:pt idx="1540">
                        <c:v>40233</c:v>
                      </c:pt>
                      <c:pt idx="1541">
                        <c:v>40234</c:v>
                      </c:pt>
                      <c:pt idx="1542">
                        <c:v>40235</c:v>
                      </c:pt>
                      <c:pt idx="1543">
                        <c:v>40238</c:v>
                      </c:pt>
                      <c:pt idx="1544">
                        <c:v>40239</c:v>
                      </c:pt>
                      <c:pt idx="1545">
                        <c:v>40240</c:v>
                      </c:pt>
                      <c:pt idx="1546">
                        <c:v>40241</c:v>
                      </c:pt>
                      <c:pt idx="1547">
                        <c:v>40242</c:v>
                      </c:pt>
                      <c:pt idx="1548">
                        <c:v>40245</c:v>
                      </c:pt>
                      <c:pt idx="1549">
                        <c:v>40246</c:v>
                      </c:pt>
                      <c:pt idx="1550">
                        <c:v>40247</c:v>
                      </c:pt>
                      <c:pt idx="1551">
                        <c:v>40248</c:v>
                      </c:pt>
                      <c:pt idx="1552">
                        <c:v>40249</c:v>
                      </c:pt>
                      <c:pt idx="1553">
                        <c:v>40252</c:v>
                      </c:pt>
                      <c:pt idx="1554">
                        <c:v>40253</c:v>
                      </c:pt>
                      <c:pt idx="1555">
                        <c:v>40254</c:v>
                      </c:pt>
                      <c:pt idx="1556">
                        <c:v>40255</c:v>
                      </c:pt>
                      <c:pt idx="1557">
                        <c:v>40256</c:v>
                      </c:pt>
                      <c:pt idx="1558">
                        <c:v>40259</c:v>
                      </c:pt>
                      <c:pt idx="1559">
                        <c:v>40260</c:v>
                      </c:pt>
                      <c:pt idx="1560">
                        <c:v>40261</c:v>
                      </c:pt>
                      <c:pt idx="1561">
                        <c:v>40262</c:v>
                      </c:pt>
                      <c:pt idx="1562">
                        <c:v>40263</c:v>
                      </c:pt>
                      <c:pt idx="1563">
                        <c:v>40266</c:v>
                      </c:pt>
                      <c:pt idx="1564">
                        <c:v>40267</c:v>
                      </c:pt>
                      <c:pt idx="1565">
                        <c:v>40268</c:v>
                      </c:pt>
                      <c:pt idx="1566">
                        <c:v>40269</c:v>
                      </c:pt>
                      <c:pt idx="1567">
                        <c:v>40270</c:v>
                      </c:pt>
                      <c:pt idx="1568">
                        <c:v>40273</c:v>
                      </c:pt>
                      <c:pt idx="1569">
                        <c:v>40274</c:v>
                      </c:pt>
                      <c:pt idx="1570">
                        <c:v>40275</c:v>
                      </c:pt>
                      <c:pt idx="1571">
                        <c:v>40276</c:v>
                      </c:pt>
                      <c:pt idx="1572">
                        <c:v>40277</c:v>
                      </c:pt>
                      <c:pt idx="1573">
                        <c:v>40280</c:v>
                      </c:pt>
                      <c:pt idx="1574">
                        <c:v>40281</c:v>
                      </c:pt>
                      <c:pt idx="1575">
                        <c:v>40282</c:v>
                      </c:pt>
                      <c:pt idx="1576">
                        <c:v>40283</c:v>
                      </c:pt>
                      <c:pt idx="1577">
                        <c:v>40284</c:v>
                      </c:pt>
                      <c:pt idx="1578">
                        <c:v>40287</c:v>
                      </c:pt>
                      <c:pt idx="1579">
                        <c:v>40288</c:v>
                      </c:pt>
                      <c:pt idx="1580">
                        <c:v>40289</c:v>
                      </c:pt>
                      <c:pt idx="1581">
                        <c:v>40290</c:v>
                      </c:pt>
                      <c:pt idx="1582">
                        <c:v>40291</c:v>
                      </c:pt>
                      <c:pt idx="1583">
                        <c:v>40294</c:v>
                      </c:pt>
                      <c:pt idx="1584">
                        <c:v>40295</c:v>
                      </c:pt>
                      <c:pt idx="1585">
                        <c:v>40296</c:v>
                      </c:pt>
                      <c:pt idx="1586">
                        <c:v>40297</c:v>
                      </c:pt>
                      <c:pt idx="1587">
                        <c:v>40298</c:v>
                      </c:pt>
                      <c:pt idx="1588">
                        <c:v>40301</c:v>
                      </c:pt>
                      <c:pt idx="1589">
                        <c:v>40302</c:v>
                      </c:pt>
                      <c:pt idx="1590">
                        <c:v>40303</c:v>
                      </c:pt>
                      <c:pt idx="1591">
                        <c:v>40304</c:v>
                      </c:pt>
                      <c:pt idx="1592">
                        <c:v>40305</c:v>
                      </c:pt>
                      <c:pt idx="1593">
                        <c:v>40308</c:v>
                      </c:pt>
                      <c:pt idx="1594">
                        <c:v>40309</c:v>
                      </c:pt>
                      <c:pt idx="1595">
                        <c:v>40310</c:v>
                      </c:pt>
                      <c:pt idx="1596">
                        <c:v>40311</c:v>
                      </c:pt>
                      <c:pt idx="1597">
                        <c:v>40312</c:v>
                      </c:pt>
                      <c:pt idx="1598">
                        <c:v>40315</c:v>
                      </c:pt>
                      <c:pt idx="1599">
                        <c:v>40316</c:v>
                      </c:pt>
                      <c:pt idx="1600">
                        <c:v>40317</c:v>
                      </c:pt>
                      <c:pt idx="1601">
                        <c:v>40318</c:v>
                      </c:pt>
                      <c:pt idx="1602">
                        <c:v>40319</c:v>
                      </c:pt>
                      <c:pt idx="1603">
                        <c:v>40322</c:v>
                      </c:pt>
                      <c:pt idx="1604">
                        <c:v>40323</c:v>
                      </c:pt>
                      <c:pt idx="1605">
                        <c:v>40324</c:v>
                      </c:pt>
                      <c:pt idx="1606">
                        <c:v>40325</c:v>
                      </c:pt>
                      <c:pt idx="1607">
                        <c:v>40326</c:v>
                      </c:pt>
                      <c:pt idx="1608">
                        <c:v>40329</c:v>
                      </c:pt>
                      <c:pt idx="1609">
                        <c:v>40330</c:v>
                      </c:pt>
                      <c:pt idx="1610">
                        <c:v>40331</c:v>
                      </c:pt>
                      <c:pt idx="1611">
                        <c:v>40332</c:v>
                      </c:pt>
                      <c:pt idx="1612">
                        <c:v>40333</c:v>
                      </c:pt>
                      <c:pt idx="1613">
                        <c:v>40336</c:v>
                      </c:pt>
                      <c:pt idx="1614">
                        <c:v>40337</c:v>
                      </c:pt>
                      <c:pt idx="1615">
                        <c:v>40338</c:v>
                      </c:pt>
                      <c:pt idx="1616">
                        <c:v>40339</c:v>
                      </c:pt>
                      <c:pt idx="1617">
                        <c:v>40340</c:v>
                      </c:pt>
                      <c:pt idx="1618">
                        <c:v>40343</c:v>
                      </c:pt>
                      <c:pt idx="1619">
                        <c:v>40344</c:v>
                      </c:pt>
                      <c:pt idx="1620">
                        <c:v>40345</c:v>
                      </c:pt>
                      <c:pt idx="1621">
                        <c:v>40346</c:v>
                      </c:pt>
                      <c:pt idx="1622">
                        <c:v>40347</c:v>
                      </c:pt>
                      <c:pt idx="1623">
                        <c:v>40350</c:v>
                      </c:pt>
                      <c:pt idx="1624">
                        <c:v>40351</c:v>
                      </c:pt>
                      <c:pt idx="1625">
                        <c:v>40352</c:v>
                      </c:pt>
                      <c:pt idx="1626">
                        <c:v>40353</c:v>
                      </c:pt>
                      <c:pt idx="1627">
                        <c:v>40354</c:v>
                      </c:pt>
                      <c:pt idx="1628">
                        <c:v>40357</c:v>
                      </c:pt>
                      <c:pt idx="1629">
                        <c:v>40358</c:v>
                      </c:pt>
                      <c:pt idx="1630">
                        <c:v>40359</c:v>
                      </c:pt>
                      <c:pt idx="1631">
                        <c:v>40360</c:v>
                      </c:pt>
                      <c:pt idx="1632">
                        <c:v>40361</c:v>
                      </c:pt>
                      <c:pt idx="1633">
                        <c:v>40364</c:v>
                      </c:pt>
                      <c:pt idx="1634">
                        <c:v>40365</c:v>
                      </c:pt>
                      <c:pt idx="1635">
                        <c:v>40366</c:v>
                      </c:pt>
                      <c:pt idx="1636">
                        <c:v>40367</c:v>
                      </c:pt>
                      <c:pt idx="1637">
                        <c:v>40368</c:v>
                      </c:pt>
                      <c:pt idx="1638">
                        <c:v>40371</c:v>
                      </c:pt>
                      <c:pt idx="1639">
                        <c:v>40372</c:v>
                      </c:pt>
                      <c:pt idx="1640">
                        <c:v>40373</c:v>
                      </c:pt>
                      <c:pt idx="1641">
                        <c:v>40374</c:v>
                      </c:pt>
                      <c:pt idx="1642">
                        <c:v>40375</c:v>
                      </c:pt>
                      <c:pt idx="1643">
                        <c:v>40378</c:v>
                      </c:pt>
                      <c:pt idx="1644">
                        <c:v>40379</c:v>
                      </c:pt>
                      <c:pt idx="1645">
                        <c:v>40380</c:v>
                      </c:pt>
                      <c:pt idx="1646">
                        <c:v>40381</c:v>
                      </c:pt>
                      <c:pt idx="1647">
                        <c:v>40382</c:v>
                      </c:pt>
                      <c:pt idx="1648">
                        <c:v>40385</c:v>
                      </c:pt>
                      <c:pt idx="1649">
                        <c:v>40386</c:v>
                      </c:pt>
                      <c:pt idx="1650">
                        <c:v>40387</c:v>
                      </c:pt>
                      <c:pt idx="1651">
                        <c:v>40388</c:v>
                      </c:pt>
                      <c:pt idx="1652">
                        <c:v>40389</c:v>
                      </c:pt>
                      <c:pt idx="1653">
                        <c:v>40392</c:v>
                      </c:pt>
                      <c:pt idx="1654">
                        <c:v>40393</c:v>
                      </c:pt>
                      <c:pt idx="1655">
                        <c:v>40394</c:v>
                      </c:pt>
                      <c:pt idx="1656">
                        <c:v>40395</c:v>
                      </c:pt>
                      <c:pt idx="1657">
                        <c:v>40396</c:v>
                      </c:pt>
                      <c:pt idx="1658">
                        <c:v>40399</c:v>
                      </c:pt>
                      <c:pt idx="1659">
                        <c:v>40400</c:v>
                      </c:pt>
                      <c:pt idx="1660">
                        <c:v>40401</c:v>
                      </c:pt>
                      <c:pt idx="1661">
                        <c:v>40402</c:v>
                      </c:pt>
                      <c:pt idx="1662">
                        <c:v>40403</c:v>
                      </c:pt>
                      <c:pt idx="1663">
                        <c:v>40406</c:v>
                      </c:pt>
                      <c:pt idx="1664">
                        <c:v>40407</c:v>
                      </c:pt>
                      <c:pt idx="1665">
                        <c:v>40408</c:v>
                      </c:pt>
                      <c:pt idx="1666">
                        <c:v>40409</c:v>
                      </c:pt>
                      <c:pt idx="1667">
                        <c:v>40410</c:v>
                      </c:pt>
                      <c:pt idx="1668">
                        <c:v>40413</c:v>
                      </c:pt>
                      <c:pt idx="1669">
                        <c:v>40414</c:v>
                      </c:pt>
                      <c:pt idx="1670">
                        <c:v>40415</c:v>
                      </c:pt>
                      <c:pt idx="1671">
                        <c:v>40416</c:v>
                      </c:pt>
                      <c:pt idx="1672">
                        <c:v>40417</c:v>
                      </c:pt>
                      <c:pt idx="1673">
                        <c:v>40420</c:v>
                      </c:pt>
                      <c:pt idx="1674">
                        <c:v>40421</c:v>
                      </c:pt>
                      <c:pt idx="1675">
                        <c:v>40422</c:v>
                      </c:pt>
                      <c:pt idx="1676">
                        <c:v>40423</c:v>
                      </c:pt>
                      <c:pt idx="1677">
                        <c:v>40424</c:v>
                      </c:pt>
                      <c:pt idx="1678">
                        <c:v>40427</c:v>
                      </c:pt>
                      <c:pt idx="1679">
                        <c:v>40428</c:v>
                      </c:pt>
                      <c:pt idx="1680">
                        <c:v>40429</c:v>
                      </c:pt>
                      <c:pt idx="1681">
                        <c:v>40430</c:v>
                      </c:pt>
                      <c:pt idx="1682">
                        <c:v>40431</c:v>
                      </c:pt>
                      <c:pt idx="1683">
                        <c:v>40434</c:v>
                      </c:pt>
                      <c:pt idx="1684">
                        <c:v>40435</c:v>
                      </c:pt>
                      <c:pt idx="1685">
                        <c:v>40436</c:v>
                      </c:pt>
                      <c:pt idx="1686">
                        <c:v>40437</c:v>
                      </c:pt>
                      <c:pt idx="1687">
                        <c:v>40438</c:v>
                      </c:pt>
                      <c:pt idx="1688">
                        <c:v>40441</c:v>
                      </c:pt>
                      <c:pt idx="1689">
                        <c:v>40442</c:v>
                      </c:pt>
                      <c:pt idx="1690">
                        <c:v>40443</c:v>
                      </c:pt>
                      <c:pt idx="1691">
                        <c:v>40444</c:v>
                      </c:pt>
                      <c:pt idx="1692">
                        <c:v>40445</c:v>
                      </c:pt>
                      <c:pt idx="1693">
                        <c:v>40448</c:v>
                      </c:pt>
                      <c:pt idx="1694">
                        <c:v>40449</c:v>
                      </c:pt>
                      <c:pt idx="1695">
                        <c:v>40450</c:v>
                      </c:pt>
                      <c:pt idx="1696">
                        <c:v>40451</c:v>
                      </c:pt>
                      <c:pt idx="1697">
                        <c:v>40452</c:v>
                      </c:pt>
                      <c:pt idx="1698">
                        <c:v>40455</c:v>
                      </c:pt>
                      <c:pt idx="1699">
                        <c:v>40456</c:v>
                      </c:pt>
                      <c:pt idx="1700">
                        <c:v>40457</c:v>
                      </c:pt>
                      <c:pt idx="1701">
                        <c:v>40458</c:v>
                      </c:pt>
                      <c:pt idx="1702">
                        <c:v>40459</c:v>
                      </c:pt>
                      <c:pt idx="1703">
                        <c:v>40462</c:v>
                      </c:pt>
                      <c:pt idx="1704">
                        <c:v>40463</c:v>
                      </c:pt>
                      <c:pt idx="1705">
                        <c:v>40464</c:v>
                      </c:pt>
                      <c:pt idx="1706">
                        <c:v>40465</c:v>
                      </c:pt>
                      <c:pt idx="1707">
                        <c:v>40466</c:v>
                      </c:pt>
                      <c:pt idx="1708">
                        <c:v>40469</c:v>
                      </c:pt>
                      <c:pt idx="1709">
                        <c:v>40470</c:v>
                      </c:pt>
                      <c:pt idx="1710">
                        <c:v>40471</c:v>
                      </c:pt>
                      <c:pt idx="1711">
                        <c:v>40472</c:v>
                      </c:pt>
                      <c:pt idx="1712">
                        <c:v>40473</c:v>
                      </c:pt>
                      <c:pt idx="1713">
                        <c:v>40476</c:v>
                      </c:pt>
                      <c:pt idx="1714">
                        <c:v>40477</c:v>
                      </c:pt>
                      <c:pt idx="1715">
                        <c:v>40478</c:v>
                      </c:pt>
                      <c:pt idx="1716">
                        <c:v>40479</c:v>
                      </c:pt>
                      <c:pt idx="1717">
                        <c:v>40480</c:v>
                      </c:pt>
                      <c:pt idx="1718">
                        <c:v>40483</c:v>
                      </c:pt>
                      <c:pt idx="1719">
                        <c:v>40484</c:v>
                      </c:pt>
                      <c:pt idx="1720">
                        <c:v>40485</c:v>
                      </c:pt>
                      <c:pt idx="1721">
                        <c:v>40486</c:v>
                      </c:pt>
                      <c:pt idx="1722">
                        <c:v>40487</c:v>
                      </c:pt>
                      <c:pt idx="1723">
                        <c:v>40490</c:v>
                      </c:pt>
                      <c:pt idx="1724">
                        <c:v>40491</c:v>
                      </c:pt>
                      <c:pt idx="1725">
                        <c:v>40492</c:v>
                      </c:pt>
                      <c:pt idx="1726">
                        <c:v>40493</c:v>
                      </c:pt>
                      <c:pt idx="1727">
                        <c:v>40494</c:v>
                      </c:pt>
                      <c:pt idx="1728">
                        <c:v>40497</c:v>
                      </c:pt>
                      <c:pt idx="1729">
                        <c:v>40498</c:v>
                      </c:pt>
                      <c:pt idx="1730">
                        <c:v>40499</c:v>
                      </c:pt>
                      <c:pt idx="1731">
                        <c:v>40500</c:v>
                      </c:pt>
                      <c:pt idx="1732">
                        <c:v>40501</c:v>
                      </c:pt>
                      <c:pt idx="1733">
                        <c:v>40504</c:v>
                      </c:pt>
                      <c:pt idx="1734">
                        <c:v>40505</c:v>
                      </c:pt>
                      <c:pt idx="1735">
                        <c:v>40506</c:v>
                      </c:pt>
                      <c:pt idx="1736">
                        <c:v>40507</c:v>
                      </c:pt>
                      <c:pt idx="1737">
                        <c:v>40508</c:v>
                      </c:pt>
                      <c:pt idx="1738">
                        <c:v>40511</c:v>
                      </c:pt>
                      <c:pt idx="1739">
                        <c:v>40512</c:v>
                      </c:pt>
                      <c:pt idx="1740">
                        <c:v>40513</c:v>
                      </c:pt>
                      <c:pt idx="1741">
                        <c:v>40514</c:v>
                      </c:pt>
                      <c:pt idx="1742">
                        <c:v>40515</c:v>
                      </c:pt>
                      <c:pt idx="1743">
                        <c:v>40518</c:v>
                      </c:pt>
                      <c:pt idx="1744">
                        <c:v>40519</c:v>
                      </c:pt>
                      <c:pt idx="1745">
                        <c:v>40520</c:v>
                      </c:pt>
                      <c:pt idx="1746">
                        <c:v>40521</c:v>
                      </c:pt>
                      <c:pt idx="1747">
                        <c:v>40522</c:v>
                      </c:pt>
                      <c:pt idx="1748">
                        <c:v>40525</c:v>
                      </c:pt>
                      <c:pt idx="1749">
                        <c:v>40526</c:v>
                      </c:pt>
                      <c:pt idx="1750">
                        <c:v>40527</c:v>
                      </c:pt>
                      <c:pt idx="1751">
                        <c:v>40528</c:v>
                      </c:pt>
                      <c:pt idx="1752">
                        <c:v>40529</c:v>
                      </c:pt>
                      <c:pt idx="1753">
                        <c:v>40532</c:v>
                      </c:pt>
                      <c:pt idx="1754">
                        <c:v>40533</c:v>
                      </c:pt>
                      <c:pt idx="1755">
                        <c:v>40534</c:v>
                      </c:pt>
                      <c:pt idx="1756">
                        <c:v>40535</c:v>
                      </c:pt>
                      <c:pt idx="1757">
                        <c:v>40536</c:v>
                      </c:pt>
                      <c:pt idx="1758">
                        <c:v>40539</c:v>
                      </c:pt>
                      <c:pt idx="1759">
                        <c:v>40540</c:v>
                      </c:pt>
                      <c:pt idx="1760">
                        <c:v>40541</c:v>
                      </c:pt>
                      <c:pt idx="1761">
                        <c:v>40542</c:v>
                      </c:pt>
                      <c:pt idx="1762">
                        <c:v>40543</c:v>
                      </c:pt>
                      <c:pt idx="1763">
                        <c:v>40546</c:v>
                      </c:pt>
                      <c:pt idx="1764">
                        <c:v>40547</c:v>
                      </c:pt>
                      <c:pt idx="1765">
                        <c:v>40548</c:v>
                      </c:pt>
                      <c:pt idx="1766">
                        <c:v>40549</c:v>
                      </c:pt>
                      <c:pt idx="1767">
                        <c:v>40550</c:v>
                      </c:pt>
                      <c:pt idx="1768">
                        <c:v>40553</c:v>
                      </c:pt>
                      <c:pt idx="1769">
                        <c:v>40554</c:v>
                      </c:pt>
                      <c:pt idx="1770">
                        <c:v>40555</c:v>
                      </c:pt>
                      <c:pt idx="1771">
                        <c:v>40556</c:v>
                      </c:pt>
                      <c:pt idx="1772">
                        <c:v>40557</c:v>
                      </c:pt>
                      <c:pt idx="1773">
                        <c:v>40560</c:v>
                      </c:pt>
                      <c:pt idx="1774">
                        <c:v>40561</c:v>
                      </c:pt>
                      <c:pt idx="1775">
                        <c:v>40562</c:v>
                      </c:pt>
                      <c:pt idx="1776">
                        <c:v>40563</c:v>
                      </c:pt>
                      <c:pt idx="1777">
                        <c:v>40564</c:v>
                      </c:pt>
                      <c:pt idx="1778">
                        <c:v>40567</c:v>
                      </c:pt>
                      <c:pt idx="1779">
                        <c:v>40568</c:v>
                      </c:pt>
                      <c:pt idx="1780">
                        <c:v>40569</c:v>
                      </c:pt>
                      <c:pt idx="1781">
                        <c:v>40570</c:v>
                      </c:pt>
                      <c:pt idx="1782">
                        <c:v>40571</c:v>
                      </c:pt>
                      <c:pt idx="1783">
                        <c:v>40574</c:v>
                      </c:pt>
                      <c:pt idx="1784">
                        <c:v>40575</c:v>
                      </c:pt>
                      <c:pt idx="1785">
                        <c:v>40576</c:v>
                      </c:pt>
                      <c:pt idx="1786">
                        <c:v>40577</c:v>
                      </c:pt>
                      <c:pt idx="1787">
                        <c:v>40578</c:v>
                      </c:pt>
                      <c:pt idx="1788">
                        <c:v>40581</c:v>
                      </c:pt>
                      <c:pt idx="1789">
                        <c:v>40582</c:v>
                      </c:pt>
                      <c:pt idx="1790">
                        <c:v>40583</c:v>
                      </c:pt>
                      <c:pt idx="1791">
                        <c:v>40584</c:v>
                      </c:pt>
                      <c:pt idx="1792">
                        <c:v>40585</c:v>
                      </c:pt>
                      <c:pt idx="1793">
                        <c:v>40588</c:v>
                      </c:pt>
                      <c:pt idx="1794">
                        <c:v>40589</c:v>
                      </c:pt>
                      <c:pt idx="1795">
                        <c:v>40590</c:v>
                      </c:pt>
                      <c:pt idx="1796">
                        <c:v>40591</c:v>
                      </c:pt>
                      <c:pt idx="1797">
                        <c:v>40592</c:v>
                      </c:pt>
                      <c:pt idx="1798">
                        <c:v>40595</c:v>
                      </c:pt>
                      <c:pt idx="1799">
                        <c:v>40596</c:v>
                      </c:pt>
                      <c:pt idx="1800">
                        <c:v>40597</c:v>
                      </c:pt>
                      <c:pt idx="1801">
                        <c:v>40598</c:v>
                      </c:pt>
                      <c:pt idx="1802">
                        <c:v>40599</c:v>
                      </c:pt>
                      <c:pt idx="1803">
                        <c:v>40602</c:v>
                      </c:pt>
                      <c:pt idx="1804">
                        <c:v>40603</c:v>
                      </c:pt>
                      <c:pt idx="1805">
                        <c:v>40604</c:v>
                      </c:pt>
                      <c:pt idx="1806">
                        <c:v>40605</c:v>
                      </c:pt>
                      <c:pt idx="1807">
                        <c:v>40606</c:v>
                      </c:pt>
                      <c:pt idx="1808">
                        <c:v>40609</c:v>
                      </c:pt>
                      <c:pt idx="1809">
                        <c:v>40610</c:v>
                      </c:pt>
                      <c:pt idx="1810">
                        <c:v>40611</c:v>
                      </c:pt>
                      <c:pt idx="1811">
                        <c:v>40612</c:v>
                      </c:pt>
                      <c:pt idx="1812">
                        <c:v>40613</c:v>
                      </c:pt>
                      <c:pt idx="1813">
                        <c:v>40616</c:v>
                      </c:pt>
                      <c:pt idx="1814">
                        <c:v>40617</c:v>
                      </c:pt>
                      <c:pt idx="1815">
                        <c:v>40618</c:v>
                      </c:pt>
                      <c:pt idx="1816">
                        <c:v>40619</c:v>
                      </c:pt>
                      <c:pt idx="1817">
                        <c:v>40620</c:v>
                      </c:pt>
                      <c:pt idx="1818">
                        <c:v>40623</c:v>
                      </c:pt>
                      <c:pt idx="1819">
                        <c:v>40624</c:v>
                      </c:pt>
                      <c:pt idx="1820">
                        <c:v>40625</c:v>
                      </c:pt>
                      <c:pt idx="1821">
                        <c:v>40626</c:v>
                      </c:pt>
                      <c:pt idx="1822">
                        <c:v>40627</c:v>
                      </c:pt>
                      <c:pt idx="1823">
                        <c:v>40630</c:v>
                      </c:pt>
                      <c:pt idx="1824">
                        <c:v>40631</c:v>
                      </c:pt>
                      <c:pt idx="1825">
                        <c:v>40632</c:v>
                      </c:pt>
                      <c:pt idx="1826">
                        <c:v>40633</c:v>
                      </c:pt>
                      <c:pt idx="1827">
                        <c:v>40634</c:v>
                      </c:pt>
                      <c:pt idx="1828">
                        <c:v>40637</c:v>
                      </c:pt>
                      <c:pt idx="1829">
                        <c:v>40638</c:v>
                      </c:pt>
                      <c:pt idx="1830">
                        <c:v>40639</c:v>
                      </c:pt>
                      <c:pt idx="1831">
                        <c:v>40640</c:v>
                      </c:pt>
                      <c:pt idx="1832">
                        <c:v>40641</c:v>
                      </c:pt>
                      <c:pt idx="1833">
                        <c:v>40644</c:v>
                      </c:pt>
                      <c:pt idx="1834">
                        <c:v>40645</c:v>
                      </c:pt>
                      <c:pt idx="1835">
                        <c:v>40646</c:v>
                      </c:pt>
                      <c:pt idx="1836">
                        <c:v>40647</c:v>
                      </c:pt>
                      <c:pt idx="1837">
                        <c:v>40648</c:v>
                      </c:pt>
                      <c:pt idx="1838">
                        <c:v>40651</c:v>
                      </c:pt>
                      <c:pt idx="1839">
                        <c:v>40652</c:v>
                      </c:pt>
                      <c:pt idx="1840">
                        <c:v>40653</c:v>
                      </c:pt>
                      <c:pt idx="1841">
                        <c:v>40654</c:v>
                      </c:pt>
                      <c:pt idx="1842">
                        <c:v>40655</c:v>
                      </c:pt>
                      <c:pt idx="1843">
                        <c:v>40658</c:v>
                      </c:pt>
                      <c:pt idx="1844">
                        <c:v>40659</c:v>
                      </c:pt>
                      <c:pt idx="1845">
                        <c:v>40660</c:v>
                      </c:pt>
                      <c:pt idx="1846">
                        <c:v>40661</c:v>
                      </c:pt>
                      <c:pt idx="1847">
                        <c:v>40662</c:v>
                      </c:pt>
                      <c:pt idx="1848">
                        <c:v>40665</c:v>
                      </c:pt>
                      <c:pt idx="1849">
                        <c:v>40666</c:v>
                      </c:pt>
                      <c:pt idx="1850">
                        <c:v>40667</c:v>
                      </c:pt>
                      <c:pt idx="1851">
                        <c:v>40668</c:v>
                      </c:pt>
                      <c:pt idx="1852">
                        <c:v>40669</c:v>
                      </c:pt>
                      <c:pt idx="1853">
                        <c:v>40672</c:v>
                      </c:pt>
                      <c:pt idx="1854">
                        <c:v>40673</c:v>
                      </c:pt>
                      <c:pt idx="1855">
                        <c:v>40674</c:v>
                      </c:pt>
                      <c:pt idx="1856">
                        <c:v>40675</c:v>
                      </c:pt>
                      <c:pt idx="1857">
                        <c:v>40676</c:v>
                      </c:pt>
                      <c:pt idx="1858">
                        <c:v>40679</c:v>
                      </c:pt>
                      <c:pt idx="1859">
                        <c:v>40680</c:v>
                      </c:pt>
                      <c:pt idx="1860">
                        <c:v>40681</c:v>
                      </c:pt>
                      <c:pt idx="1861">
                        <c:v>40682</c:v>
                      </c:pt>
                      <c:pt idx="1862">
                        <c:v>40683</c:v>
                      </c:pt>
                      <c:pt idx="1863">
                        <c:v>40686</c:v>
                      </c:pt>
                      <c:pt idx="1864">
                        <c:v>40687</c:v>
                      </c:pt>
                      <c:pt idx="1865">
                        <c:v>40688</c:v>
                      </c:pt>
                      <c:pt idx="1866">
                        <c:v>40689</c:v>
                      </c:pt>
                      <c:pt idx="1867">
                        <c:v>40690</c:v>
                      </c:pt>
                      <c:pt idx="1868">
                        <c:v>40693</c:v>
                      </c:pt>
                      <c:pt idx="1869">
                        <c:v>40694</c:v>
                      </c:pt>
                      <c:pt idx="1870">
                        <c:v>40695</c:v>
                      </c:pt>
                      <c:pt idx="1871">
                        <c:v>40696</c:v>
                      </c:pt>
                      <c:pt idx="1872">
                        <c:v>40697</c:v>
                      </c:pt>
                      <c:pt idx="1873">
                        <c:v>40700</c:v>
                      </c:pt>
                      <c:pt idx="1874">
                        <c:v>40701</c:v>
                      </c:pt>
                      <c:pt idx="1875">
                        <c:v>40702</c:v>
                      </c:pt>
                      <c:pt idx="1876">
                        <c:v>40703</c:v>
                      </c:pt>
                      <c:pt idx="1877">
                        <c:v>40704</c:v>
                      </c:pt>
                      <c:pt idx="1878">
                        <c:v>40707</c:v>
                      </c:pt>
                      <c:pt idx="1879">
                        <c:v>40708</c:v>
                      </c:pt>
                      <c:pt idx="1880">
                        <c:v>40709</c:v>
                      </c:pt>
                      <c:pt idx="1881">
                        <c:v>40710</c:v>
                      </c:pt>
                      <c:pt idx="1882">
                        <c:v>40711</c:v>
                      </c:pt>
                      <c:pt idx="1883">
                        <c:v>40714</c:v>
                      </c:pt>
                      <c:pt idx="1884">
                        <c:v>40715</c:v>
                      </c:pt>
                      <c:pt idx="1885">
                        <c:v>40716</c:v>
                      </c:pt>
                      <c:pt idx="1886">
                        <c:v>40717</c:v>
                      </c:pt>
                      <c:pt idx="1887">
                        <c:v>40718</c:v>
                      </c:pt>
                      <c:pt idx="1888">
                        <c:v>40721</c:v>
                      </c:pt>
                      <c:pt idx="1889">
                        <c:v>40722</c:v>
                      </c:pt>
                      <c:pt idx="1890">
                        <c:v>40723</c:v>
                      </c:pt>
                      <c:pt idx="1891">
                        <c:v>40724</c:v>
                      </c:pt>
                      <c:pt idx="1892">
                        <c:v>40725</c:v>
                      </c:pt>
                      <c:pt idx="1893">
                        <c:v>40728</c:v>
                      </c:pt>
                      <c:pt idx="1894">
                        <c:v>40729</c:v>
                      </c:pt>
                      <c:pt idx="1895">
                        <c:v>40730</c:v>
                      </c:pt>
                      <c:pt idx="1896">
                        <c:v>40731</c:v>
                      </c:pt>
                      <c:pt idx="1897">
                        <c:v>40732</c:v>
                      </c:pt>
                      <c:pt idx="1898">
                        <c:v>40735</c:v>
                      </c:pt>
                      <c:pt idx="1899">
                        <c:v>40736</c:v>
                      </c:pt>
                      <c:pt idx="1900">
                        <c:v>40737</c:v>
                      </c:pt>
                      <c:pt idx="1901">
                        <c:v>40738</c:v>
                      </c:pt>
                      <c:pt idx="1902">
                        <c:v>40739</c:v>
                      </c:pt>
                      <c:pt idx="1903">
                        <c:v>40742</c:v>
                      </c:pt>
                      <c:pt idx="1904">
                        <c:v>40743</c:v>
                      </c:pt>
                      <c:pt idx="1905">
                        <c:v>40744</c:v>
                      </c:pt>
                      <c:pt idx="1906">
                        <c:v>40745</c:v>
                      </c:pt>
                      <c:pt idx="1907">
                        <c:v>40746</c:v>
                      </c:pt>
                      <c:pt idx="1908">
                        <c:v>40749</c:v>
                      </c:pt>
                      <c:pt idx="1909">
                        <c:v>40750</c:v>
                      </c:pt>
                      <c:pt idx="1910">
                        <c:v>40751</c:v>
                      </c:pt>
                      <c:pt idx="1911">
                        <c:v>40752</c:v>
                      </c:pt>
                      <c:pt idx="1912">
                        <c:v>40753</c:v>
                      </c:pt>
                      <c:pt idx="1913">
                        <c:v>40756</c:v>
                      </c:pt>
                      <c:pt idx="1914">
                        <c:v>40757</c:v>
                      </c:pt>
                      <c:pt idx="1915">
                        <c:v>40758</c:v>
                      </c:pt>
                      <c:pt idx="1916">
                        <c:v>40759</c:v>
                      </c:pt>
                      <c:pt idx="1917">
                        <c:v>40760</c:v>
                      </c:pt>
                      <c:pt idx="1918">
                        <c:v>40763</c:v>
                      </c:pt>
                      <c:pt idx="1919">
                        <c:v>40764</c:v>
                      </c:pt>
                      <c:pt idx="1920">
                        <c:v>40765</c:v>
                      </c:pt>
                      <c:pt idx="1921">
                        <c:v>40766</c:v>
                      </c:pt>
                      <c:pt idx="1922">
                        <c:v>40767</c:v>
                      </c:pt>
                      <c:pt idx="1923">
                        <c:v>40770</c:v>
                      </c:pt>
                      <c:pt idx="1924">
                        <c:v>40771</c:v>
                      </c:pt>
                      <c:pt idx="1925">
                        <c:v>40772</c:v>
                      </c:pt>
                      <c:pt idx="1926">
                        <c:v>40773</c:v>
                      </c:pt>
                      <c:pt idx="1927">
                        <c:v>40774</c:v>
                      </c:pt>
                      <c:pt idx="1928">
                        <c:v>40777</c:v>
                      </c:pt>
                      <c:pt idx="1929">
                        <c:v>40778</c:v>
                      </c:pt>
                      <c:pt idx="1930">
                        <c:v>40779</c:v>
                      </c:pt>
                      <c:pt idx="1931">
                        <c:v>40780</c:v>
                      </c:pt>
                      <c:pt idx="1932">
                        <c:v>40781</c:v>
                      </c:pt>
                      <c:pt idx="1933">
                        <c:v>40784</c:v>
                      </c:pt>
                      <c:pt idx="1934">
                        <c:v>40785</c:v>
                      </c:pt>
                      <c:pt idx="1935">
                        <c:v>40786</c:v>
                      </c:pt>
                      <c:pt idx="1936">
                        <c:v>40787</c:v>
                      </c:pt>
                      <c:pt idx="1937">
                        <c:v>40788</c:v>
                      </c:pt>
                      <c:pt idx="1938">
                        <c:v>40791</c:v>
                      </c:pt>
                      <c:pt idx="1939">
                        <c:v>40792</c:v>
                      </c:pt>
                      <c:pt idx="1940">
                        <c:v>40793</c:v>
                      </c:pt>
                      <c:pt idx="1941">
                        <c:v>40794</c:v>
                      </c:pt>
                      <c:pt idx="1942">
                        <c:v>40795</c:v>
                      </c:pt>
                      <c:pt idx="1943">
                        <c:v>40798</c:v>
                      </c:pt>
                      <c:pt idx="1944">
                        <c:v>40799</c:v>
                      </c:pt>
                      <c:pt idx="1945">
                        <c:v>40800</c:v>
                      </c:pt>
                      <c:pt idx="1946">
                        <c:v>40801</c:v>
                      </c:pt>
                      <c:pt idx="1947">
                        <c:v>40802</c:v>
                      </c:pt>
                      <c:pt idx="1948">
                        <c:v>40805</c:v>
                      </c:pt>
                      <c:pt idx="1949">
                        <c:v>40806</c:v>
                      </c:pt>
                      <c:pt idx="1950">
                        <c:v>40807</c:v>
                      </c:pt>
                      <c:pt idx="1951">
                        <c:v>40808</c:v>
                      </c:pt>
                      <c:pt idx="1952">
                        <c:v>40809</c:v>
                      </c:pt>
                      <c:pt idx="1953">
                        <c:v>40812</c:v>
                      </c:pt>
                      <c:pt idx="1954">
                        <c:v>40813</c:v>
                      </c:pt>
                      <c:pt idx="1955">
                        <c:v>40814</c:v>
                      </c:pt>
                      <c:pt idx="1956">
                        <c:v>40815</c:v>
                      </c:pt>
                      <c:pt idx="1957">
                        <c:v>40816</c:v>
                      </c:pt>
                      <c:pt idx="1958">
                        <c:v>40819</c:v>
                      </c:pt>
                      <c:pt idx="1959">
                        <c:v>40820</c:v>
                      </c:pt>
                      <c:pt idx="1960">
                        <c:v>40821</c:v>
                      </c:pt>
                      <c:pt idx="1961">
                        <c:v>40822</c:v>
                      </c:pt>
                      <c:pt idx="1962">
                        <c:v>40823</c:v>
                      </c:pt>
                      <c:pt idx="1963">
                        <c:v>40826</c:v>
                      </c:pt>
                      <c:pt idx="1964">
                        <c:v>40827</c:v>
                      </c:pt>
                      <c:pt idx="1965">
                        <c:v>40828</c:v>
                      </c:pt>
                      <c:pt idx="1966">
                        <c:v>40829</c:v>
                      </c:pt>
                      <c:pt idx="1967">
                        <c:v>40830</c:v>
                      </c:pt>
                      <c:pt idx="1968">
                        <c:v>40833</c:v>
                      </c:pt>
                      <c:pt idx="1969">
                        <c:v>40834</c:v>
                      </c:pt>
                      <c:pt idx="1970">
                        <c:v>40835</c:v>
                      </c:pt>
                      <c:pt idx="1971">
                        <c:v>40836</c:v>
                      </c:pt>
                      <c:pt idx="1972">
                        <c:v>40837</c:v>
                      </c:pt>
                      <c:pt idx="1973">
                        <c:v>40840</c:v>
                      </c:pt>
                      <c:pt idx="1974">
                        <c:v>40841</c:v>
                      </c:pt>
                      <c:pt idx="1975">
                        <c:v>40842</c:v>
                      </c:pt>
                      <c:pt idx="1976">
                        <c:v>40843</c:v>
                      </c:pt>
                      <c:pt idx="1977">
                        <c:v>40844</c:v>
                      </c:pt>
                      <c:pt idx="1978">
                        <c:v>40847</c:v>
                      </c:pt>
                      <c:pt idx="1979">
                        <c:v>40848</c:v>
                      </c:pt>
                      <c:pt idx="1980">
                        <c:v>40849</c:v>
                      </c:pt>
                      <c:pt idx="1981">
                        <c:v>40850</c:v>
                      </c:pt>
                      <c:pt idx="1982">
                        <c:v>40851</c:v>
                      </c:pt>
                      <c:pt idx="1983">
                        <c:v>40854</c:v>
                      </c:pt>
                      <c:pt idx="1984">
                        <c:v>40855</c:v>
                      </c:pt>
                      <c:pt idx="1985">
                        <c:v>40856</c:v>
                      </c:pt>
                      <c:pt idx="1986">
                        <c:v>40857</c:v>
                      </c:pt>
                      <c:pt idx="1987">
                        <c:v>40858</c:v>
                      </c:pt>
                      <c:pt idx="1988">
                        <c:v>40861</c:v>
                      </c:pt>
                      <c:pt idx="1989">
                        <c:v>40862</c:v>
                      </c:pt>
                      <c:pt idx="1990">
                        <c:v>40863</c:v>
                      </c:pt>
                      <c:pt idx="1991">
                        <c:v>40864</c:v>
                      </c:pt>
                      <c:pt idx="1992">
                        <c:v>40865</c:v>
                      </c:pt>
                      <c:pt idx="1993">
                        <c:v>40868</c:v>
                      </c:pt>
                      <c:pt idx="1994">
                        <c:v>40869</c:v>
                      </c:pt>
                      <c:pt idx="1995">
                        <c:v>40870</c:v>
                      </c:pt>
                      <c:pt idx="1996">
                        <c:v>40871</c:v>
                      </c:pt>
                      <c:pt idx="1997">
                        <c:v>40872</c:v>
                      </c:pt>
                      <c:pt idx="1998">
                        <c:v>40875</c:v>
                      </c:pt>
                      <c:pt idx="1999">
                        <c:v>40876</c:v>
                      </c:pt>
                      <c:pt idx="2000">
                        <c:v>40877</c:v>
                      </c:pt>
                      <c:pt idx="2001">
                        <c:v>40878</c:v>
                      </c:pt>
                      <c:pt idx="2002">
                        <c:v>40879</c:v>
                      </c:pt>
                      <c:pt idx="2003">
                        <c:v>40882</c:v>
                      </c:pt>
                      <c:pt idx="2004">
                        <c:v>40883</c:v>
                      </c:pt>
                      <c:pt idx="2005">
                        <c:v>40884</c:v>
                      </c:pt>
                      <c:pt idx="2006">
                        <c:v>40885</c:v>
                      </c:pt>
                      <c:pt idx="2007">
                        <c:v>40886</c:v>
                      </c:pt>
                      <c:pt idx="2008">
                        <c:v>40889</c:v>
                      </c:pt>
                      <c:pt idx="2009">
                        <c:v>40890</c:v>
                      </c:pt>
                      <c:pt idx="2010">
                        <c:v>40891</c:v>
                      </c:pt>
                      <c:pt idx="2011">
                        <c:v>40892</c:v>
                      </c:pt>
                      <c:pt idx="2012">
                        <c:v>40893</c:v>
                      </c:pt>
                      <c:pt idx="2013">
                        <c:v>40896</c:v>
                      </c:pt>
                      <c:pt idx="2014">
                        <c:v>40897</c:v>
                      </c:pt>
                      <c:pt idx="2015">
                        <c:v>40898</c:v>
                      </c:pt>
                      <c:pt idx="2016">
                        <c:v>40899</c:v>
                      </c:pt>
                      <c:pt idx="2017">
                        <c:v>40900</c:v>
                      </c:pt>
                      <c:pt idx="2018">
                        <c:v>40903</c:v>
                      </c:pt>
                      <c:pt idx="2019">
                        <c:v>40904</c:v>
                      </c:pt>
                      <c:pt idx="2020">
                        <c:v>40905</c:v>
                      </c:pt>
                      <c:pt idx="2021">
                        <c:v>40906</c:v>
                      </c:pt>
                      <c:pt idx="2022">
                        <c:v>40907</c:v>
                      </c:pt>
                      <c:pt idx="2023">
                        <c:v>40910</c:v>
                      </c:pt>
                      <c:pt idx="2024">
                        <c:v>40911</c:v>
                      </c:pt>
                      <c:pt idx="2025">
                        <c:v>40912</c:v>
                      </c:pt>
                      <c:pt idx="2026">
                        <c:v>40913</c:v>
                      </c:pt>
                      <c:pt idx="2027">
                        <c:v>40914</c:v>
                      </c:pt>
                      <c:pt idx="2028">
                        <c:v>40917</c:v>
                      </c:pt>
                      <c:pt idx="2029">
                        <c:v>40918</c:v>
                      </c:pt>
                      <c:pt idx="2030">
                        <c:v>40919</c:v>
                      </c:pt>
                      <c:pt idx="2031">
                        <c:v>40920</c:v>
                      </c:pt>
                      <c:pt idx="2032">
                        <c:v>40921</c:v>
                      </c:pt>
                      <c:pt idx="2033">
                        <c:v>40924</c:v>
                      </c:pt>
                      <c:pt idx="2034">
                        <c:v>40925</c:v>
                      </c:pt>
                      <c:pt idx="2035">
                        <c:v>40926</c:v>
                      </c:pt>
                      <c:pt idx="2036">
                        <c:v>40927</c:v>
                      </c:pt>
                      <c:pt idx="2037">
                        <c:v>40928</c:v>
                      </c:pt>
                      <c:pt idx="2038">
                        <c:v>40931</c:v>
                      </c:pt>
                      <c:pt idx="2039">
                        <c:v>40932</c:v>
                      </c:pt>
                      <c:pt idx="2040">
                        <c:v>40933</c:v>
                      </c:pt>
                      <c:pt idx="2041">
                        <c:v>40934</c:v>
                      </c:pt>
                      <c:pt idx="2042">
                        <c:v>40935</c:v>
                      </c:pt>
                      <c:pt idx="2043">
                        <c:v>40938</c:v>
                      </c:pt>
                      <c:pt idx="2044">
                        <c:v>40939</c:v>
                      </c:pt>
                      <c:pt idx="2045">
                        <c:v>40940</c:v>
                      </c:pt>
                      <c:pt idx="2046">
                        <c:v>40941</c:v>
                      </c:pt>
                      <c:pt idx="2047">
                        <c:v>40942</c:v>
                      </c:pt>
                      <c:pt idx="2048">
                        <c:v>40945</c:v>
                      </c:pt>
                      <c:pt idx="2049">
                        <c:v>40946</c:v>
                      </c:pt>
                      <c:pt idx="2050">
                        <c:v>40947</c:v>
                      </c:pt>
                      <c:pt idx="2051">
                        <c:v>40948</c:v>
                      </c:pt>
                      <c:pt idx="2052">
                        <c:v>40949</c:v>
                      </c:pt>
                      <c:pt idx="2053">
                        <c:v>40952</c:v>
                      </c:pt>
                      <c:pt idx="2054">
                        <c:v>40953</c:v>
                      </c:pt>
                      <c:pt idx="2055">
                        <c:v>40954</c:v>
                      </c:pt>
                      <c:pt idx="2056">
                        <c:v>40955</c:v>
                      </c:pt>
                      <c:pt idx="2057">
                        <c:v>40956</c:v>
                      </c:pt>
                      <c:pt idx="2058">
                        <c:v>40959</c:v>
                      </c:pt>
                      <c:pt idx="2059">
                        <c:v>40960</c:v>
                      </c:pt>
                      <c:pt idx="2060">
                        <c:v>40961</c:v>
                      </c:pt>
                      <c:pt idx="2061">
                        <c:v>40962</c:v>
                      </c:pt>
                      <c:pt idx="2062">
                        <c:v>40963</c:v>
                      </c:pt>
                      <c:pt idx="2063">
                        <c:v>40966</c:v>
                      </c:pt>
                      <c:pt idx="2064">
                        <c:v>40967</c:v>
                      </c:pt>
                      <c:pt idx="2065">
                        <c:v>40968</c:v>
                      </c:pt>
                      <c:pt idx="2066">
                        <c:v>40969</c:v>
                      </c:pt>
                      <c:pt idx="2067">
                        <c:v>40970</c:v>
                      </c:pt>
                      <c:pt idx="2068">
                        <c:v>40973</c:v>
                      </c:pt>
                      <c:pt idx="2069">
                        <c:v>40974</c:v>
                      </c:pt>
                      <c:pt idx="2070">
                        <c:v>40975</c:v>
                      </c:pt>
                      <c:pt idx="2071">
                        <c:v>40976</c:v>
                      </c:pt>
                      <c:pt idx="2072">
                        <c:v>40977</c:v>
                      </c:pt>
                      <c:pt idx="2073">
                        <c:v>40980</c:v>
                      </c:pt>
                      <c:pt idx="2074">
                        <c:v>40981</c:v>
                      </c:pt>
                      <c:pt idx="2075">
                        <c:v>40982</c:v>
                      </c:pt>
                      <c:pt idx="2076">
                        <c:v>40983</c:v>
                      </c:pt>
                      <c:pt idx="2077">
                        <c:v>40984</c:v>
                      </c:pt>
                      <c:pt idx="2078">
                        <c:v>40987</c:v>
                      </c:pt>
                      <c:pt idx="2079">
                        <c:v>40988</c:v>
                      </c:pt>
                      <c:pt idx="2080">
                        <c:v>40989</c:v>
                      </c:pt>
                      <c:pt idx="2081">
                        <c:v>40990</c:v>
                      </c:pt>
                      <c:pt idx="2082">
                        <c:v>40991</c:v>
                      </c:pt>
                      <c:pt idx="2083">
                        <c:v>40994</c:v>
                      </c:pt>
                      <c:pt idx="2084">
                        <c:v>40995</c:v>
                      </c:pt>
                      <c:pt idx="2085">
                        <c:v>40996</c:v>
                      </c:pt>
                      <c:pt idx="2086">
                        <c:v>40997</c:v>
                      </c:pt>
                      <c:pt idx="2087">
                        <c:v>40998</c:v>
                      </c:pt>
                      <c:pt idx="2088">
                        <c:v>41001</c:v>
                      </c:pt>
                      <c:pt idx="2089">
                        <c:v>41002</c:v>
                      </c:pt>
                      <c:pt idx="2090">
                        <c:v>41003</c:v>
                      </c:pt>
                      <c:pt idx="2091">
                        <c:v>41004</c:v>
                      </c:pt>
                      <c:pt idx="2092">
                        <c:v>41005</c:v>
                      </c:pt>
                      <c:pt idx="2093">
                        <c:v>41008</c:v>
                      </c:pt>
                      <c:pt idx="2094">
                        <c:v>41009</c:v>
                      </c:pt>
                      <c:pt idx="2095">
                        <c:v>41010</c:v>
                      </c:pt>
                      <c:pt idx="2096">
                        <c:v>41011</c:v>
                      </c:pt>
                      <c:pt idx="2097">
                        <c:v>41012</c:v>
                      </c:pt>
                      <c:pt idx="2098">
                        <c:v>41015</c:v>
                      </c:pt>
                      <c:pt idx="2099">
                        <c:v>41016</c:v>
                      </c:pt>
                      <c:pt idx="2100">
                        <c:v>41017</c:v>
                      </c:pt>
                      <c:pt idx="2101">
                        <c:v>41018</c:v>
                      </c:pt>
                      <c:pt idx="2102">
                        <c:v>41019</c:v>
                      </c:pt>
                      <c:pt idx="2103">
                        <c:v>41022</c:v>
                      </c:pt>
                      <c:pt idx="2104">
                        <c:v>41023</c:v>
                      </c:pt>
                      <c:pt idx="2105">
                        <c:v>41024</c:v>
                      </c:pt>
                      <c:pt idx="2106">
                        <c:v>41025</c:v>
                      </c:pt>
                      <c:pt idx="2107">
                        <c:v>41026</c:v>
                      </c:pt>
                      <c:pt idx="2108">
                        <c:v>41029</c:v>
                      </c:pt>
                      <c:pt idx="2109">
                        <c:v>41030</c:v>
                      </c:pt>
                      <c:pt idx="2110">
                        <c:v>41031</c:v>
                      </c:pt>
                      <c:pt idx="2111">
                        <c:v>41032</c:v>
                      </c:pt>
                      <c:pt idx="2112">
                        <c:v>41033</c:v>
                      </c:pt>
                      <c:pt idx="2113">
                        <c:v>41036</c:v>
                      </c:pt>
                      <c:pt idx="2114">
                        <c:v>41037</c:v>
                      </c:pt>
                      <c:pt idx="2115">
                        <c:v>41038</c:v>
                      </c:pt>
                      <c:pt idx="2116">
                        <c:v>41039</c:v>
                      </c:pt>
                      <c:pt idx="2117">
                        <c:v>41040</c:v>
                      </c:pt>
                      <c:pt idx="2118">
                        <c:v>41043</c:v>
                      </c:pt>
                      <c:pt idx="2119">
                        <c:v>41044</c:v>
                      </c:pt>
                      <c:pt idx="2120">
                        <c:v>41045</c:v>
                      </c:pt>
                      <c:pt idx="2121">
                        <c:v>41046</c:v>
                      </c:pt>
                      <c:pt idx="2122">
                        <c:v>41047</c:v>
                      </c:pt>
                      <c:pt idx="2123">
                        <c:v>41050</c:v>
                      </c:pt>
                      <c:pt idx="2124">
                        <c:v>41051</c:v>
                      </c:pt>
                      <c:pt idx="2125">
                        <c:v>41052</c:v>
                      </c:pt>
                      <c:pt idx="2126">
                        <c:v>41053</c:v>
                      </c:pt>
                      <c:pt idx="2127">
                        <c:v>41054</c:v>
                      </c:pt>
                      <c:pt idx="2128">
                        <c:v>41057</c:v>
                      </c:pt>
                      <c:pt idx="2129">
                        <c:v>41058</c:v>
                      </c:pt>
                      <c:pt idx="2130">
                        <c:v>41059</c:v>
                      </c:pt>
                      <c:pt idx="2131">
                        <c:v>41060</c:v>
                      </c:pt>
                      <c:pt idx="2132">
                        <c:v>41061</c:v>
                      </c:pt>
                      <c:pt idx="2133">
                        <c:v>41064</c:v>
                      </c:pt>
                      <c:pt idx="2134">
                        <c:v>41065</c:v>
                      </c:pt>
                      <c:pt idx="2135">
                        <c:v>41066</c:v>
                      </c:pt>
                      <c:pt idx="2136">
                        <c:v>41067</c:v>
                      </c:pt>
                      <c:pt idx="2137">
                        <c:v>41068</c:v>
                      </c:pt>
                      <c:pt idx="2138">
                        <c:v>41071</c:v>
                      </c:pt>
                      <c:pt idx="2139">
                        <c:v>41072</c:v>
                      </c:pt>
                      <c:pt idx="2140">
                        <c:v>41073</c:v>
                      </c:pt>
                      <c:pt idx="2141">
                        <c:v>41074</c:v>
                      </c:pt>
                      <c:pt idx="2142">
                        <c:v>41075</c:v>
                      </c:pt>
                      <c:pt idx="2143">
                        <c:v>41078</c:v>
                      </c:pt>
                      <c:pt idx="2144">
                        <c:v>41079</c:v>
                      </c:pt>
                      <c:pt idx="2145">
                        <c:v>41080</c:v>
                      </c:pt>
                      <c:pt idx="2146">
                        <c:v>41081</c:v>
                      </c:pt>
                      <c:pt idx="2147">
                        <c:v>41082</c:v>
                      </c:pt>
                      <c:pt idx="2148">
                        <c:v>41085</c:v>
                      </c:pt>
                      <c:pt idx="2149">
                        <c:v>41086</c:v>
                      </c:pt>
                      <c:pt idx="2150">
                        <c:v>41087</c:v>
                      </c:pt>
                      <c:pt idx="2151">
                        <c:v>41088</c:v>
                      </c:pt>
                      <c:pt idx="2152">
                        <c:v>41089</c:v>
                      </c:pt>
                      <c:pt idx="2153">
                        <c:v>41092</c:v>
                      </c:pt>
                      <c:pt idx="2154">
                        <c:v>41093</c:v>
                      </c:pt>
                      <c:pt idx="2155">
                        <c:v>41094</c:v>
                      </c:pt>
                      <c:pt idx="2156">
                        <c:v>41095</c:v>
                      </c:pt>
                      <c:pt idx="2157">
                        <c:v>41096</c:v>
                      </c:pt>
                      <c:pt idx="2158">
                        <c:v>41099</c:v>
                      </c:pt>
                      <c:pt idx="2159">
                        <c:v>41100</c:v>
                      </c:pt>
                      <c:pt idx="2160">
                        <c:v>41101</c:v>
                      </c:pt>
                      <c:pt idx="2161">
                        <c:v>41102</c:v>
                      </c:pt>
                      <c:pt idx="2162">
                        <c:v>41103</c:v>
                      </c:pt>
                      <c:pt idx="2163">
                        <c:v>41106</c:v>
                      </c:pt>
                      <c:pt idx="2164">
                        <c:v>41107</c:v>
                      </c:pt>
                      <c:pt idx="2165">
                        <c:v>41108</c:v>
                      </c:pt>
                      <c:pt idx="2166">
                        <c:v>41109</c:v>
                      </c:pt>
                      <c:pt idx="2167">
                        <c:v>41110</c:v>
                      </c:pt>
                      <c:pt idx="2168">
                        <c:v>41113</c:v>
                      </c:pt>
                      <c:pt idx="2169">
                        <c:v>41114</c:v>
                      </c:pt>
                      <c:pt idx="2170">
                        <c:v>41115</c:v>
                      </c:pt>
                      <c:pt idx="2171">
                        <c:v>41116</c:v>
                      </c:pt>
                      <c:pt idx="2172">
                        <c:v>41117</c:v>
                      </c:pt>
                      <c:pt idx="2173">
                        <c:v>41120</c:v>
                      </c:pt>
                      <c:pt idx="2174">
                        <c:v>41121</c:v>
                      </c:pt>
                      <c:pt idx="2175">
                        <c:v>41122</c:v>
                      </c:pt>
                      <c:pt idx="2176">
                        <c:v>41123</c:v>
                      </c:pt>
                      <c:pt idx="2177">
                        <c:v>41124</c:v>
                      </c:pt>
                      <c:pt idx="2178">
                        <c:v>41127</c:v>
                      </c:pt>
                      <c:pt idx="2179">
                        <c:v>41128</c:v>
                      </c:pt>
                      <c:pt idx="2180">
                        <c:v>41129</c:v>
                      </c:pt>
                      <c:pt idx="2181">
                        <c:v>41130</c:v>
                      </c:pt>
                      <c:pt idx="2182">
                        <c:v>41131</c:v>
                      </c:pt>
                      <c:pt idx="2183">
                        <c:v>41134</c:v>
                      </c:pt>
                      <c:pt idx="2184">
                        <c:v>41135</c:v>
                      </c:pt>
                      <c:pt idx="2185">
                        <c:v>41136</c:v>
                      </c:pt>
                      <c:pt idx="2186">
                        <c:v>41137</c:v>
                      </c:pt>
                      <c:pt idx="2187">
                        <c:v>41138</c:v>
                      </c:pt>
                      <c:pt idx="2188">
                        <c:v>41141</c:v>
                      </c:pt>
                      <c:pt idx="2189">
                        <c:v>41142</c:v>
                      </c:pt>
                      <c:pt idx="2190">
                        <c:v>41143</c:v>
                      </c:pt>
                      <c:pt idx="2191">
                        <c:v>41144</c:v>
                      </c:pt>
                      <c:pt idx="2192">
                        <c:v>41145</c:v>
                      </c:pt>
                      <c:pt idx="2193">
                        <c:v>41148</c:v>
                      </c:pt>
                      <c:pt idx="2194">
                        <c:v>41149</c:v>
                      </c:pt>
                      <c:pt idx="2195">
                        <c:v>41150</c:v>
                      </c:pt>
                      <c:pt idx="2196">
                        <c:v>41151</c:v>
                      </c:pt>
                      <c:pt idx="2197">
                        <c:v>41152</c:v>
                      </c:pt>
                      <c:pt idx="2198">
                        <c:v>41155</c:v>
                      </c:pt>
                      <c:pt idx="2199">
                        <c:v>41156</c:v>
                      </c:pt>
                      <c:pt idx="2200">
                        <c:v>41157</c:v>
                      </c:pt>
                      <c:pt idx="2201">
                        <c:v>41158</c:v>
                      </c:pt>
                      <c:pt idx="2202">
                        <c:v>41159</c:v>
                      </c:pt>
                      <c:pt idx="2203">
                        <c:v>41162</c:v>
                      </c:pt>
                      <c:pt idx="2204">
                        <c:v>41163</c:v>
                      </c:pt>
                      <c:pt idx="2205">
                        <c:v>41164</c:v>
                      </c:pt>
                      <c:pt idx="2206">
                        <c:v>41165</c:v>
                      </c:pt>
                      <c:pt idx="2207">
                        <c:v>41166</c:v>
                      </c:pt>
                      <c:pt idx="2208">
                        <c:v>41169</c:v>
                      </c:pt>
                      <c:pt idx="2209">
                        <c:v>41170</c:v>
                      </c:pt>
                      <c:pt idx="2210">
                        <c:v>41171</c:v>
                      </c:pt>
                      <c:pt idx="2211">
                        <c:v>41172</c:v>
                      </c:pt>
                      <c:pt idx="2212">
                        <c:v>41173</c:v>
                      </c:pt>
                      <c:pt idx="2213">
                        <c:v>41176</c:v>
                      </c:pt>
                      <c:pt idx="2214">
                        <c:v>41177</c:v>
                      </c:pt>
                      <c:pt idx="2215">
                        <c:v>41178</c:v>
                      </c:pt>
                      <c:pt idx="2216">
                        <c:v>41179</c:v>
                      </c:pt>
                      <c:pt idx="2217">
                        <c:v>41180</c:v>
                      </c:pt>
                      <c:pt idx="2218">
                        <c:v>41183</c:v>
                      </c:pt>
                      <c:pt idx="2219">
                        <c:v>41184</c:v>
                      </c:pt>
                      <c:pt idx="2220">
                        <c:v>41185</c:v>
                      </c:pt>
                      <c:pt idx="2221">
                        <c:v>41186</c:v>
                      </c:pt>
                      <c:pt idx="2222">
                        <c:v>41187</c:v>
                      </c:pt>
                      <c:pt idx="2223">
                        <c:v>41190</c:v>
                      </c:pt>
                      <c:pt idx="2224">
                        <c:v>41191</c:v>
                      </c:pt>
                      <c:pt idx="2225">
                        <c:v>41192</c:v>
                      </c:pt>
                      <c:pt idx="2226">
                        <c:v>41193</c:v>
                      </c:pt>
                      <c:pt idx="2227">
                        <c:v>41194</c:v>
                      </c:pt>
                      <c:pt idx="2228">
                        <c:v>41197</c:v>
                      </c:pt>
                      <c:pt idx="2229">
                        <c:v>41198</c:v>
                      </c:pt>
                      <c:pt idx="2230">
                        <c:v>41199</c:v>
                      </c:pt>
                      <c:pt idx="2231">
                        <c:v>41200</c:v>
                      </c:pt>
                      <c:pt idx="2232">
                        <c:v>41201</c:v>
                      </c:pt>
                      <c:pt idx="2233">
                        <c:v>41204</c:v>
                      </c:pt>
                      <c:pt idx="2234">
                        <c:v>41205</c:v>
                      </c:pt>
                      <c:pt idx="2235">
                        <c:v>41206</c:v>
                      </c:pt>
                      <c:pt idx="2236">
                        <c:v>41207</c:v>
                      </c:pt>
                      <c:pt idx="2237">
                        <c:v>41208</c:v>
                      </c:pt>
                      <c:pt idx="2238">
                        <c:v>41211</c:v>
                      </c:pt>
                      <c:pt idx="2239">
                        <c:v>41212</c:v>
                      </c:pt>
                      <c:pt idx="2240">
                        <c:v>41213</c:v>
                      </c:pt>
                      <c:pt idx="2241">
                        <c:v>41214</c:v>
                      </c:pt>
                      <c:pt idx="2242">
                        <c:v>41215</c:v>
                      </c:pt>
                      <c:pt idx="2243">
                        <c:v>41218</c:v>
                      </c:pt>
                      <c:pt idx="2244">
                        <c:v>41219</c:v>
                      </c:pt>
                      <c:pt idx="2245">
                        <c:v>41220</c:v>
                      </c:pt>
                      <c:pt idx="2246">
                        <c:v>41221</c:v>
                      </c:pt>
                      <c:pt idx="2247">
                        <c:v>41222</c:v>
                      </c:pt>
                      <c:pt idx="2248">
                        <c:v>41225</c:v>
                      </c:pt>
                      <c:pt idx="2249">
                        <c:v>41226</c:v>
                      </c:pt>
                      <c:pt idx="2250">
                        <c:v>41227</c:v>
                      </c:pt>
                      <c:pt idx="2251">
                        <c:v>41228</c:v>
                      </c:pt>
                      <c:pt idx="2252">
                        <c:v>41229</c:v>
                      </c:pt>
                      <c:pt idx="2253">
                        <c:v>41232</c:v>
                      </c:pt>
                      <c:pt idx="2254">
                        <c:v>41233</c:v>
                      </c:pt>
                      <c:pt idx="2255">
                        <c:v>41234</c:v>
                      </c:pt>
                      <c:pt idx="2256">
                        <c:v>41235</c:v>
                      </c:pt>
                      <c:pt idx="2257">
                        <c:v>41236</c:v>
                      </c:pt>
                      <c:pt idx="2258">
                        <c:v>41239</c:v>
                      </c:pt>
                      <c:pt idx="2259">
                        <c:v>41240</c:v>
                      </c:pt>
                      <c:pt idx="2260">
                        <c:v>41241</c:v>
                      </c:pt>
                      <c:pt idx="2261">
                        <c:v>41242</c:v>
                      </c:pt>
                      <c:pt idx="2262">
                        <c:v>41243</c:v>
                      </c:pt>
                      <c:pt idx="2263">
                        <c:v>41246</c:v>
                      </c:pt>
                      <c:pt idx="2264">
                        <c:v>41247</c:v>
                      </c:pt>
                      <c:pt idx="2265">
                        <c:v>41248</c:v>
                      </c:pt>
                      <c:pt idx="2266">
                        <c:v>41249</c:v>
                      </c:pt>
                      <c:pt idx="2267">
                        <c:v>41250</c:v>
                      </c:pt>
                      <c:pt idx="2268">
                        <c:v>41253</c:v>
                      </c:pt>
                      <c:pt idx="2269">
                        <c:v>41254</c:v>
                      </c:pt>
                      <c:pt idx="2270">
                        <c:v>41255</c:v>
                      </c:pt>
                      <c:pt idx="2271">
                        <c:v>41256</c:v>
                      </c:pt>
                      <c:pt idx="2272">
                        <c:v>41257</c:v>
                      </c:pt>
                      <c:pt idx="2273">
                        <c:v>41260</c:v>
                      </c:pt>
                      <c:pt idx="2274">
                        <c:v>41261</c:v>
                      </c:pt>
                      <c:pt idx="2275">
                        <c:v>41262</c:v>
                      </c:pt>
                      <c:pt idx="2276">
                        <c:v>41263</c:v>
                      </c:pt>
                      <c:pt idx="2277">
                        <c:v>41264</c:v>
                      </c:pt>
                      <c:pt idx="2278">
                        <c:v>41267</c:v>
                      </c:pt>
                      <c:pt idx="2279">
                        <c:v>41268</c:v>
                      </c:pt>
                      <c:pt idx="2280">
                        <c:v>41269</c:v>
                      </c:pt>
                      <c:pt idx="2281">
                        <c:v>41270</c:v>
                      </c:pt>
                      <c:pt idx="2282">
                        <c:v>41271</c:v>
                      </c:pt>
                      <c:pt idx="2283">
                        <c:v>41274</c:v>
                      </c:pt>
                      <c:pt idx="2284">
                        <c:v>41275</c:v>
                      </c:pt>
                      <c:pt idx="2285">
                        <c:v>41276</c:v>
                      </c:pt>
                      <c:pt idx="2286">
                        <c:v>41277</c:v>
                      </c:pt>
                      <c:pt idx="2287">
                        <c:v>41278</c:v>
                      </c:pt>
                      <c:pt idx="2288">
                        <c:v>41281</c:v>
                      </c:pt>
                      <c:pt idx="2289">
                        <c:v>41282</c:v>
                      </c:pt>
                      <c:pt idx="2290">
                        <c:v>41283</c:v>
                      </c:pt>
                      <c:pt idx="2291">
                        <c:v>41284</c:v>
                      </c:pt>
                      <c:pt idx="2292">
                        <c:v>41285</c:v>
                      </c:pt>
                      <c:pt idx="2293">
                        <c:v>41288</c:v>
                      </c:pt>
                      <c:pt idx="2294">
                        <c:v>41289</c:v>
                      </c:pt>
                      <c:pt idx="2295">
                        <c:v>41290</c:v>
                      </c:pt>
                      <c:pt idx="2296">
                        <c:v>41291</c:v>
                      </c:pt>
                      <c:pt idx="2297">
                        <c:v>41292</c:v>
                      </c:pt>
                      <c:pt idx="2298">
                        <c:v>41295</c:v>
                      </c:pt>
                      <c:pt idx="2299">
                        <c:v>41296</c:v>
                      </c:pt>
                      <c:pt idx="2300">
                        <c:v>41297</c:v>
                      </c:pt>
                      <c:pt idx="2301">
                        <c:v>41298</c:v>
                      </c:pt>
                      <c:pt idx="2302">
                        <c:v>41299</c:v>
                      </c:pt>
                      <c:pt idx="2303">
                        <c:v>41302</c:v>
                      </c:pt>
                      <c:pt idx="2304">
                        <c:v>41303</c:v>
                      </c:pt>
                      <c:pt idx="2305">
                        <c:v>41304</c:v>
                      </c:pt>
                      <c:pt idx="2306">
                        <c:v>41305</c:v>
                      </c:pt>
                      <c:pt idx="2307">
                        <c:v>41306</c:v>
                      </c:pt>
                      <c:pt idx="2308">
                        <c:v>41309</c:v>
                      </c:pt>
                      <c:pt idx="2309">
                        <c:v>41310</c:v>
                      </c:pt>
                      <c:pt idx="2310">
                        <c:v>41311</c:v>
                      </c:pt>
                      <c:pt idx="2311">
                        <c:v>41312</c:v>
                      </c:pt>
                      <c:pt idx="2312">
                        <c:v>41313</c:v>
                      </c:pt>
                      <c:pt idx="2313">
                        <c:v>41316</c:v>
                      </c:pt>
                      <c:pt idx="2314">
                        <c:v>41317</c:v>
                      </c:pt>
                      <c:pt idx="2315">
                        <c:v>41318</c:v>
                      </c:pt>
                      <c:pt idx="2316">
                        <c:v>41319</c:v>
                      </c:pt>
                      <c:pt idx="2317">
                        <c:v>41320</c:v>
                      </c:pt>
                      <c:pt idx="2318">
                        <c:v>41323</c:v>
                      </c:pt>
                      <c:pt idx="2319">
                        <c:v>41324</c:v>
                      </c:pt>
                      <c:pt idx="2320">
                        <c:v>41325</c:v>
                      </c:pt>
                      <c:pt idx="2321">
                        <c:v>41326</c:v>
                      </c:pt>
                      <c:pt idx="2322">
                        <c:v>41327</c:v>
                      </c:pt>
                      <c:pt idx="2323">
                        <c:v>41330</c:v>
                      </c:pt>
                      <c:pt idx="2324">
                        <c:v>41331</c:v>
                      </c:pt>
                      <c:pt idx="2325">
                        <c:v>41332</c:v>
                      </c:pt>
                      <c:pt idx="2326">
                        <c:v>41333</c:v>
                      </c:pt>
                      <c:pt idx="2327">
                        <c:v>41334</c:v>
                      </c:pt>
                      <c:pt idx="2328">
                        <c:v>41337</c:v>
                      </c:pt>
                      <c:pt idx="2329">
                        <c:v>41338</c:v>
                      </c:pt>
                      <c:pt idx="2330">
                        <c:v>41339</c:v>
                      </c:pt>
                      <c:pt idx="2331">
                        <c:v>41340</c:v>
                      </c:pt>
                      <c:pt idx="2332">
                        <c:v>41341</c:v>
                      </c:pt>
                      <c:pt idx="2333">
                        <c:v>41344</c:v>
                      </c:pt>
                      <c:pt idx="2334">
                        <c:v>41345</c:v>
                      </c:pt>
                      <c:pt idx="2335">
                        <c:v>41346</c:v>
                      </c:pt>
                      <c:pt idx="2336">
                        <c:v>41347</c:v>
                      </c:pt>
                      <c:pt idx="2337">
                        <c:v>41348</c:v>
                      </c:pt>
                      <c:pt idx="2338">
                        <c:v>41351</c:v>
                      </c:pt>
                      <c:pt idx="2339">
                        <c:v>41352</c:v>
                      </c:pt>
                      <c:pt idx="2340">
                        <c:v>41353</c:v>
                      </c:pt>
                      <c:pt idx="2341">
                        <c:v>41354</c:v>
                      </c:pt>
                      <c:pt idx="2342">
                        <c:v>41355</c:v>
                      </c:pt>
                      <c:pt idx="2343">
                        <c:v>41358</c:v>
                      </c:pt>
                      <c:pt idx="2344">
                        <c:v>41359</c:v>
                      </c:pt>
                      <c:pt idx="2345">
                        <c:v>41360</c:v>
                      </c:pt>
                      <c:pt idx="2346">
                        <c:v>41361</c:v>
                      </c:pt>
                      <c:pt idx="2347">
                        <c:v>41362</c:v>
                      </c:pt>
                      <c:pt idx="2348">
                        <c:v>41365</c:v>
                      </c:pt>
                      <c:pt idx="2349">
                        <c:v>41366</c:v>
                      </c:pt>
                      <c:pt idx="2350">
                        <c:v>41367</c:v>
                      </c:pt>
                      <c:pt idx="2351">
                        <c:v>41368</c:v>
                      </c:pt>
                      <c:pt idx="2352">
                        <c:v>41369</c:v>
                      </c:pt>
                      <c:pt idx="2353">
                        <c:v>41372</c:v>
                      </c:pt>
                      <c:pt idx="2354">
                        <c:v>41373</c:v>
                      </c:pt>
                      <c:pt idx="2355">
                        <c:v>41374</c:v>
                      </c:pt>
                      <c:pt idx="2356">
                        <c:v>41375</c:v>
                      </c:pt>
                      <c:pt idx="2357">
                        <c:v>41376</c:v>
                      </c:pt>
                      <c:pt idx="2358">
                        <c:v>41379</c:v>
                      </c:pt>
                      <c:pt idx="2359">
                        <c:v>41380</c:v>
                      </c:pt>
                      <c:pt idx="2360">
                        <c:v>41381</c:v>
                      </c:pt>
                      <c:pt idx="2361">
                        <c:v>41382</c:v>
                      </c:pt>
                      <c:pt idx="2362">
                        <c:v>41383</c:v>
                      </c:pt>
                      <c:pt idx="2363">
                        <c:v>41386</c:v>
                      </c:pt>
                      <c:pt idx="2364">
                        <c:v>41387</c:v>
                      </c:pt>
                      <c:pt idx="2365">
                        <c:v>41388</c:v>
                      </c:pt>
                      <c:pt idx="2366">
                        <c:v>41389</c:v>
                      </c:pt>
                      <c:pt idx="2367">
                        <c:v>41390</c:v>
                      </c:pt>
                      <c:pt idx="2368">
                        <c:v>41393</c:v>
                      </c:pt>
                      <c:pt idx="2369">
                        <c:v>41394</c:v>
                      </c:pt>
                      <c:pt idx="2370">
                        <c:v>41395</c:v>
                      </c:pt>
                      <c:pt idx="2371">
                        <c:v>41396</c:v>
                      </c:pt>
                      <c:pt idx="2372">
                        <c:v>41397</c:v>
                      </c:pt>
                      <c:pt idx="2373">
                        <c:v>41400</c:v>
                      </c:pt>
                      <c:pt idx="2374">
                        <c:v>41401</c:v>
                      </c:pt>
                      <c:pt idx="2375">
                        <c:v>41402</c:v>
                      </c:pt>
                      <c:pt idx="2376">
                        <c:v>41403</c:v>
                      </c:pt>
                      <c:pt idx="2377">
                        <c:v>41404</c:v>
                      </c:pt>
                      <c:pt idx="2378">
                        <c:v>41407</c:v>
                      </c:pt>
                      <c:pt idx="2379">
                        <c:v>41408</c:v>
                      </c:pt>
                      <c:pt idx="2380">
                        <c:v>41409</c:v>
                      </c:pt>
                      <c:pt idx="2381">
                        <c:v>41410</c:v>
                      </c:pt>
                      <c:pt idx="2382">
                        <c:v>41411</c:v>
                      </c:pt>
                      <c:pt idx="2383">
                        <c:v>41414</c:v>
                      </c:pt>
                      <c:pt idx="2384">
                        <c:v>41415</c:v>
                      </c:pt>
                      <c:pt idx="2385">
                        <c:v>41416</c:v>
                      </c:pt>
                      <c:pt idx="2386">
                        <c:v>41417</c:v>
                      </c:pt>
                      <c:pt idx="2387">
                        <c:v>41418</c:v>
                      </c:pt>
                      <c:pt idx="2388">
                        <c:v>41421</c:v>
                      </c:pt>
                      <c:pt idx="2389">
                        <c:v>41422</c:v>
                      </c:pt>
                      <c:pt idx="2390">
                        <c:v>41423</c:v>
                      </c:pt>
                      <c:pt idx="2391">
                        <c:v>41424</c:v>
                      </c:pt>
                      <c:pt idx="2392">
                        <c:v>41425</c:v>
                      </c:pt>
                      <c:pt idx="2393">
                        <c:v>41428</c:v>
                      </c:pt>
                      <c:pt idx="2394">
                        <c:v>41429</c:v>
                      </c:pt>
                      <c:pt idx="2395">
                        <c:v>41430</c:v>
                      </c:pt>
                      <c:pt idx="2396">
                        <c:v>41431</c:v>
                      </c:pt>
                      <c:pt idx="2397">
                        <c:v>41432</c:v>
                      </c:pt>
                      <c:pt idx="2398">
                        <c:v>41435</c:v>
                      </c:pt>
                      <c:pt idx="2399">
                        <c:v>41436</c:v>
                      </c:pt>
                      <c:pt idx="2400">
                        <c:v>41437</c:v>
                      </c:pt>
                      <c:pt idx="2401">
                        <c:v>41438</c:v>
                      </c:pt>
                      <c:pt idx="2402">
                        <c:v>41439</c:v>
                      </c:pt>
                      <c:pt idx="2403">
                        <c:v>41442</c:v>
                      </c:pt>
                      <c:pt idx="2404">
                        <c:v>41443</c:v>
                      </c:pt>
                      <c:pt idx="2405">
                        <c:v>41444</c:v>
                      </c:pt>
                      <c:pt idx="2406">
                        <c:v>41445</c:v>
                      </c:pt>
                      <c:pt idx="2407">
                        <c:v>41446</c:v>
                      </c:pt>
                      <c:pt idx="2408">
                        <c:v>41449</c:v>
                      </c:pt>
                      <c:pt idx="2409">
                        <c:v>41450</c:v>
                      </c:pt>
                      <c:pt idx="2410">
                        <c:v>41451</c:v>
                      </c:pt>
                      <c:pt idx="2411">
                        <c:v>41452</c:v>
                      </c:pt>
                      <c:pt idx="2412">
                        <c:v>41453</c:v>
                      </c:pt>
                      <c:pt idx="2413">
                        <c:v>41456</c:v>
                      </c:pt>
                      <c:pt idx="2414">
                        <c:v>41457</c:v>
                      </c:pt>
                      <c:pt idx="2415">
                        <c:v>41458</c:v>
                      </c:pt>
                      <c:pt idx="2416">
                        <c:v>41459</c:v>
                      </c:pt>
                      <c:pt idx="2417">
                        <c:v>41460</c:v>
                      </c:pt>
                      <c:pt idx="2418">
                        <c:v>41463</c:v>
                      </c:pt>
                      <c:pt idx="2419">
                        <c:v>41464</c:v>
                      </c:pt>
                      <c:pt idx="2420">
                        <c:v>41465</c:v>
                      </c:pt>
                      <c:pt idx="2421">
                        <c:v>41466</c:v>
                      </c:pt>
                      <c:pt idx="2422">
                        <c:v>41467</c:v>
                      </c:pt>
                      <c:pt idx="2423">
                        <c:v>41470</c:v>
                      </c:pt>
                      <c:pt idx="2424">
                        <c:v>41471</c:v>
                      </c:pt>
                      <c:pt idx="2425">
                        <c:v>41472</c:v>
                      </c:pt>
                      <c:pt idx="2426">
                        <c:v>41473</c:v>
                      </c:pt>
                      <c:pt idx="2427">
                        <c:v>41474</c:v>
                      </c:pt>
                      <c:pt idx="2428">
                        <c:v>41477</c:v>
                      </c:pt>
                      <c:pt idx="2429">
                        <c:v>41478</c:v>
                      </c:pt>
                      <c:pt idx="2430">
                        <c:v>41479</c:v>
                      </c:pt>
                      <c:pt idx="2431">
                        <c:v>41480</c:v>
                      </c:pt>
                      <c:pt idx="2432">
                        <c:v>41481</c:v>
                      </c:pt>
                      <c:pt idx="2433">
                        <c:v>41484</c:v>
                      </c:pt>
                      <c:pt idx="2434">
                        <c:v>41485</c:v>
                      </c:pt>
                      <c:pt idx="2435">
                        <c:v>41486</c:v>
                      </c:pt>
                      <c:pt idx="2436">
                        <c:v>41487</c:v>
                      </c:pt>
                      <c:pt idx="2437">
                        <c:v>41488</c:v>
                      </c:pt>
                      <c:pt idx="2438">
                        <c:v>41491</c:v>
                      </c:pt>
                      <c:pt idx="2439">
                        <c:v>41492</c:v>
                      </c:pt>
                      <c:pt idx="2440">
                        <c:v>41493</c:v>
                      </c:pt>
                      <c:pt idx="2441">
                        <c:v>41494</c:v>
                      </c:pt>
                      <c:pt idx="2442">
                        <c:v>41495</c:v>
                      </c:pt>
                      <c:pt idx="2443">
                        <c:v>41498</c:v>
                      </c:pt>
                      <c:pt idx="2444">
                        <c:v>41499</c:v>
                      </c:pt>
                      <c:pt idx="2445">
                        <c:v>41500</c:v>
                      </c:pt>
                      <c:pt idx="2446">
                        <c:v>41501</c:v>
                      </c:pt>
                      <c:pt idx="2447">
                        <c:v>41502</c:v>
                      </c:pt>
                      <c:pt idx="2448">
                        <c:v>41505</c:v>
                      </c:pt>
                      <c:pt idx="2449">
                        <c:v>41506</c:v>
                      </c:pt>
                      <c:pt idx="2450">
                        <c:v>41507</c:v>
                      </c:pt>
                      <c:pt idx="2451">
                        <c:v>41508</c:v>
                      </c:pt>
                      <c:pt idx="2452">
                        <c:v>41509</c:v>
                      </c:pt>
                      <c:pt idx="2453">
                        <c:v>41512</c:v>
                      </c:pt>
                      <c:pt idx="2454">
                        <c:v>41513</c:v>
                      </c:pt>
                      <c:pt idx="2455">
                        <c:v>41514</c:v>
                      </c:pt>
                      <c:pt idx="2456">
                        <c:v>41515</c:v>
                      </c:pt>
                      <c:pt idx="2457">
                        <c:v>41516</c:v>
                      </c:pt>
                      <c:pt idx="2458">
                        <c:v>41519</c:v>
                      </c:pt>
                      <c:pt idx="2459">
                        <c:v>41520</c:v>
                      </c:pt>
                      <c:pt idx="2460">
                        <c:v>41521</c:v>
                      </c:pt>
                      <c:pt idx="2461">
                        <c:v>41522</c:v>
                      </c:pt>
                      <c:pt idx="2462">
                        <c:v>41523</c:v>
                      </c:pt>
                      <c:pt idx="2463">
                        <c:v>41526</c:v>
                      </c:pt>
                      <c:pt idx="2464">
                        <c:v>41527</c:v>
                      </c:pt>
                      <c:pt idx="2465">
                        <c:v>41528</c:v>
                      </c:pt>
                      <c:pt idx="2466">
                        <c:v>41529</c:v>
                      </c:pt>
                      <c:pt idx="2467">
                        <c:v>41530</c:v>
                      </c:pt>
                      <c:pt idx="2468">
                        <c:v>41533</c:v>
                      </c:pt>
                      <c:pt idx="2469">
                        <c:v>41534</c:v>
                      </c:pt>
                      <c:pt idx="2470">
                        <c:v>41535</c:v>
                      </c:pt>
                      <c:pt idx="2471">
                        <c:v>41536</c:v>
                      </c:pt>
                      <c:pt idx="2472">
                        <c:v>41537</c:v>
                      </c:pt>
                      <c:pt idx="2473">
                        <c:v>41540</c:v>
                      </c:pt>
                      <c:pt idx="2474">
                        <c:v>41541</c:v>
                      </c:pt>
                      <c:pt idx="2475">
                        <c:v>41542</c:v>
                      </c:pt>
                      <c:pt idx="2476">
                        <c:v>41543</c:v>
                      </c:pt>
                      <c:pt idx="2477">
                        <c:v>41544</c:v>
                      </c:pt>
                      <c:pt idx="2478">
                        <c:v>41547</c:v>
                      </c:pt>
                      <c:pt idx="2479">
                        <c:v>41548</c:v>
                      </c:pt>
                      <c:pt idx="2480">
                        <c:v>41549</c:v>
                      </c:pt>
                      <c:pt idx="2481">
                        <c:v>41550</c:v>
                      </c:pt>
                      <c:pt idx="2482">
                        <c:v>41551</c:v>
                      </c:pt>
                      <c:pt idx="2483">
                        <c:v>41554</c:v>
                      </c:pt>
                      <c:pt idx="2484">
                        <c:v>41555</c:v>
                      </c:pt>
                      <c:pt idx="2485">
                        <c:v>41556</c:v>
                      </c:pt>
                      <c:pt idx="2486">
                        <c:v>41557</c:v>
                      </c:pt>
                      <c:pt idx="2487">
                        <c:v>41558</c:v>
                      </c:pt>
                      <c:pt idx="2488">
                        <c:v>41561</c:v>
                      </c:pt>
                      <c:pt idx="2489">
                        <c:v>41562</c:v>
                      </c:pt>
                      <c:pt idx="2490">
                        <c:v>41563</c:v>
                      </c:pt>
                      <c:pt idx="2491">
                        <c:v>41564</c:v>
                      </c:pt>
                      <c:pt idx="2492">
                        <c:v>41565</c:v>
                      </c:pt>
                      <c:pt idx="2493">
                        <c:v>41568</c:v>
                      </c:pt>
                      <c:pt idx="2494">
                        <c:v>41569</c:v>
                      </c:pt>
                      <c:pt idx="2495">
                        <c:v>41570</c:v>
                      </c:pt>
                      <c:pt idx="2496">
                        <c:v>41571</c:v>
                      </c:pt>
                      <c:pt idx="2497">
                        <c:v>41572</c:v>
                      </c:pt>
                      <c:pt idx="2498">
                        <c:v>41575</c:v>
                      </c:pt>
                      <c:pt idx="2499">
                        <c:v>41576</c:v>
                      </c:pt>
                      <c:pt idx="2500">
                        <c:v>41577</c:v>
                      </c:pt>
                      <c:pt idx="2501">
                        <c:v>41578</c:v>
                      </c:pt>
                      <c:pt idx="2502">
                        <c:v>41579</c:v>
                      </c:pt>
                      <c:pt idx="2503">
                        <c:v>41582</c:v>
                      </c:pt>
                      <c:pt idx="2504">
                        <c:v>41583</c:v>
                      </c:pt>
                      <c:pt idx="2505">
                        <c:v>41584</c:v>
                      </c:pt>
                      <c:pt idx="2506">
                        <c:v>41585</c:v>
                      </c:pt>
                      <c:pt idx="2507">
                        <c:v>41586</c:v>
                      </c:pt>
                      <c:pt idx="2508">
                        <c:v>41589</c:v>
                      </c:pt>
                      <c:pt idx="2509">
                        <c:v>41590</c:v>
                      </c:pt>
                      <c:pt idx="2510">
                        <c:v>41591</c:v>
                      </c:pt>
                      <c:pt idx="2511">
                        <c:v>41592</c:v>
                      </c:pt>
                      <c:pt idx="2512">
                        <c:v>41593</c:v>
                      </c:pt>
                      <c:pt idx="2513">
                        <c:v>41596</c:v>
                      </c:pt>
                      <c:pt idx="2514">
                        <c:v>41597</c:v>
                      </c:pt>
                      <c:pt idx="2515">
                        <c:v>41598</c:v>
                      </c:pt>
                      <c:pt idx="2516">
                        <c:v>41599</c:v>
                      </c:pt>
                      <c:pt idx="2517">
                        <c:v>41600</c:v>
                      </c:pt>
                      <c:pt idx="2518">
                        <c:v>41603</c:v>
                      </c:pt>
                      <c:pt idx="2519">
                        <c:v>41604</c:v>
                      </c:pt>
                      <c:pt idx="2520">
                        <c:v>41605</c:v>
                      </c:pt>
                      <c:pt idx="2521">
                        <c:v>41606</c:v>
                      </c:pt>
                      <c:pt idx="2522">
                        <c:v>41607</c:v>
                      </c:pt>
                      <c:pt idx="2523">
                        <c:v>41610</c:v>
                      </c:pt>
                      <c:pt idx="2524">
                        <c:v>41611</c:v>
                      </c:pt>
                      <c:pt idx="2525">
                        <c:v>41612</c:v>
                      </c:pt>
                      <c:pt idx="2526">
                        <c:v>41613</c:v>
                      </c:pt>
                      <c:pt idx="2527">
                        <c:v>41614</c:v>
                      </c:pt>
                      <c:pt idx="2528">
                        <c:v>41617</c:v>
                      </c:pt>
                      <c:pt idx="2529">
                        <c:v>41618</c:v>
                      </c:pt>
                      <c:pt idx="2530">
                        <c:v>41619</c:v>
                      </c:pt>
                      <c:pt idx="2531">
                        <c:v>41620</c:v>
                      </c:pt>
                      <c:pt idx="2532">
                        <c:v>41621</c:v>
                      </c:pt>
                      <c:pt idx="2533">
                        <c:v>41624</c:v>
                      </c:pt>
                      <c:pt idx="2534">
                        <c:v>41625</c:v>
                      </c:pt>
                      <c:pt idx="2535">
                        <c:v>41626</c:v>
                      </c:pt>
                      <c:pt idx="2536">
                        <c:v>41627</c:v>
                      </c:pt>
                      <c:pt idx="2537">
                        <c:v>41628</c:v>
                      </c:pt>
                      <c:pt idx="2538">
                        <c:v>41631</c:v>
                      </c:pt>
                      <c:pt idx="2539">
                        <c:v>41632</c:v>
                      </c:pt>
                      <c:pt idx="2540">
                        <c:v>41633</c:v>
                      </c:pt>
                      <c:pt idx="2541">
                        <c:v>41634</c:v>
                      </c:pt>
                      <c:pt idx="2542">
                        <c:v>41635</c:v>
                      </c:pt>
                      <c:pt idx="2543">
                        <c:v>41638</c:v>
                      </c:pt>
                      <c:pt idx="2544">
                        <c:v>41639</c:v>
                      </c:pt>
                      <c:pt idx="2545">
                        <c:v>41640</c:v>
                      </c:pt>
                      <c:pt idx="2546">
                        <c:v>41641</c:v>
                      </c:pt>
                      <c:pt idx="2547">
                        <c:v>41642</c:v>
                      </c:pt>
                      <c:pt idx="2548">
                        <c:v>41645</c:v>
                      </c:pt>
                      <c:pt idx="2549">
                        <c:v>41646</c:v>
                      </c:pt>
                      <c:pt idx="2550">
                        <c:v>41647</c:v>
                      </c:pt>
                      <c:pt idx="2551">
                        <c:v>41648</c:v>
                      </c:pt>
                      <c:pt idx="2552">
                        <c:v>41649</c:v>
                      </c:pt>
                      <c:pt idx="2553">
                        <c:v>41652</c:v>
                      </c:pt>
                      <c:pt idx="2554">
                        <c:v>41653</c:v>
                      </c:pt>
                      <c:pt idx="2555">
                        <c:v>41654</c:v>
                      </c:pt>
                      <c:pt idx="2556">
                        <c:v>41655</c:v>
                      </c:pt>
                      <c:pt idx="2557">
                        <c:v>41656</c:v>
                      </c:pt>
                      <c:pt idx="2558">
                        <c:v>41659</c:v>
                      </c:pt>
                      <c:pt idx="2559">
                        <c:v>41660</c:v>
                      </c:pt>
                      <c:pt idx="2560">
                        <c:v>41661</c:v>
                      </c:pt>
                      <c:pt idx="2561">
                        <c:v>41662</c:v>
                      </c:pt>
                      <c:pt idx="2562">
                        <c:v>41663</c:v>
                      </c:pt>
                      <c:pt idx="2563">
                        <c:v>41666</c:v>
                      </c:pt>
                      <c:pt idx="2564">
                        <c:v>41667</c:v>
                      </c:pt>
                      <c:pt idx="2565">
                        <c:v>41668</c:v>
                      </c:pt>
                      <c:pt idx="2566">
                        <c:v>41669</c:v>
                      </c:pt>
                      <c:pt idx="2567">
                        <c:v>41670</c:v>
                      </c:pt>
                      <c:pt idx="2568">
                        <c:v>41673</c:v>
                      </c:pt>
                      <c:pt idx="2569">
                        <c:v>41674</c:v>
                      </c:pt>
                      <c:pt idx="2570">
                        <c:v>41675</c:v>
                      </c:pt>
                      <c:pt idx="2571">
                        <c:v>41676</c:v>
                      </c:pt>
                      <c:pt idx="2572">
                        <c:v>41677</c:v>
                      </c:pt>
                      <c:pt idx="2573">
                        <c:v>41680</c:v>
                      </c:pt>
                      <c:pt idx="2574">
                        <c:v>41681</c:v>
                      </c:pt>
                      <c:pt idx="2575">
                        <c:v>41682</c:v>
                      </c:pt>
                      <c:pt idx="2576">
                        <c:v>41683</c:v>
                      </c:pt>
                      <c:pt idx="2577">
                        <c:v>41684</c:v>
                      </c:pt>
                      <c:pt idx="2578">
                        <c:v>41687</c:v>
                      </c:pt>
                      <c:pt idx="2579">
                        <c:v>41688</c:v>
                      </c:pt>
                      <c:pt idx="2580">
                        <c:v>41689</c:v>
                      </c:pt>
                      <c:pt idx="2581">
                        <c:v>41690</c:v>
                      </c:pt>
                      <c:pt idx="2582">
                        <c:v>41691</c:v>
                      </c:pt>
                      <c:pt idx="2583">
                        <c:v>41694</c:v>
                      </c:pt>
                      <c:pt idx="2584">
                        <c:v>41695</c:v>
                      </c:pt>
                      <c:pt idx="2585">
                        <c:v>41696</c:v>
                      </c:pt>
                      <c:pt idx="2586">
                        <c:v>41697</c:v>
                      </c:pt>
                      <c:pt idx="2587">
                        <c:v>41698</c:v>
                      </c:pt>
                      <c:pt idx="2588">
                        <c:v>41701</c:v>
                      </c:pt>
                      <c:pt idx="2589">
                        <c:v>41702</c:v>
                      </c:pt>
                      <c:pt idx="2590">
                        <c:v>41703</c:v>
                      </c:pt>
                      <c:pt idx="2591">
                        <c:v>41704</c:v>
                      </c:pt>
                      <c:pt idx="2592">
                        <c:v>41705</c:v>
                      </c:pt>
                      <c:pt idx="2593">
                        <c:v>41708</c:v>
                      </c:pt>
                      <c:pt idx="2594">
                        <c:v>41709</c:v>
                      </c:pt>
                      <c:pt idx="2595">
                        <c:v>41710</c:v>
                      </c:pt>
                      <c:pt idx="2596">
                        <c:v>41711</c:v>
                      </c:pt>
                      <c:pt idx="2597">
                        <c:v>41712</c:v>
                      </c:pt>
                      <c:pt idx="2598">
                        <c:v>41715</c:v>
                      </c:pt>
                      <c:pt idx="2599">
                        <c:v>41716</c:v>
                      </c:pt>
                      <c:pt idx="2600">
                        <c:v>41717</c:v>
                      </c:pt>
                      <c:pt idx="2601">
                        <c:v>41718</c:v>
                      </c:pt>
                      <c:pt idx="2602">
                        <c:v>41719</c:v>
                      </c:pt>
                      <c:pt idx="2603">
                        <c:v>41722</c:v>
                      </c:pt>
                      <c:pt idx="2604">
                        <c:v>41723</c:v>
                      </c:pt>
                      <c:pt idx="2605">
                        <c:v>41724</c:v>
                      </c:pt>
                      <c:pt idx="2606">
                        <c:v>41725</c:v>
                      </c:pt>
                      <c:pt idx="2607">
                        <c:v>41726</c:v>
                      </c:pt>
                      <c:pt idx="2608">
                        <c:v>41729</c:v>
                      </c:pt>
                      <c:pt idx="2609">
                        <c:v>41730</c:v>
                      </c:pt>
                      <c:pt idx="2610">
                        <c:v>41731</c:v>
                      </c:pt>
                      <c:pt idx="2611">
                        <c:v>41732</c:v>
                      </c:pt>
                      <c:pt idx="2612">
                        <c:v>41733</c:v>
                      </c:pt>
                      <c:pt idx="2613">
                        <c:v>41736</c:v>
                      </c:pt>
                      <c:pt idx="2614">
                        <c:v>41737</c:v>
                      </c:pt>
                      <c:pt idx="2615">
                        <c:v>41738</c:v>
                      </c:pt>
                      <c:pt idx="2616">
                        <c:v>41739</c:v>
                      </c:pt>
                      <c:pt idx="2617">
                        <c:v>41740</c:v>
                      </c:pt>
                      <c:pt idx="2618">
                        <c:v>41743</c:v>
                      </c:pt>
                      <c:pt idx="2619">
                        <c:v>41744</c:v>
                      </c:pt>
                      <c:pt idx="2620">
                        <c:v>41745</c:v>
                      </c:pt>
                      <c:pt idx="2621">
                        <c:v>41746</c:v>
                      </c:pt>
                      <c:pt idx="2622">
                        <c:v>41747</c:v>
                      </c:pt>
                      <c:pt idx="2623">
                        <c:v>41750</c:v>
                      </c:pt>
                      <c:pt idx="2624">
                        <c:v>41751</c:v>
                      </c:pt>
                      <c:pt idx="2625">
                        <c:v>41752</c:v>
                      </c:pt>
                      <c:pt idx="2626">
                        <c:v>41753</c:v>
                      </c:pt>
                      <c:pt idx="2627">
                        <c:v>41754</c:v>
                      </c:pt>
                      <c:pt idx="2628">
                        <c:v>41757</c:v>
                      </c:pt>
                      <c:pt idx="2629">
                        <c:v>41758</c:v>
                      </c:pt>
                      <c:pt idx="2630">
                        <c:v>41759</c:v>
                      </c:pt>
                      <c:pt idx="2631">
                        <c:v>41760</c:v>
                      </c:pt>
                      <c:pt idx="2632">
                        <c:v>41761</c:v>
                      </c:pt>
                      <c:pt idx="2633">
                        <c:v>41764</c:v>
                      </c:pt>
                      <c:pt idx="2634">
                        <c:v>41765</c:v>
                      </c:pt>
                      <c:pt idx="2635">
                        <c:v>41766</c:v>
                      </c:pt>
                      <c:pt idx="2636">
                        <c:v>41767</c:v>
                      </c:pt>
                      <c:pt idx="2637">
                        <c:v>41768</c:v>
                      </c:pt>
                      <c:pt idx="2638">
                        <c:v>41771</c:v>
                      </c:pt>
                      <c:pt idx="2639">
                        <c:v>41772</c:v>
                      </c:pt>
                      <c:pt idx="2640">
                        <c:v>41773</c:v>
                      </c:pt>
                      <c:pt idx="2641">
                        <c:v>41774</c:v>
                      </c:pt>
                      <c:pt idx="2642">
                        <c:v>41775</c:v>
                      </c:pt>
                      <c:pt idx="2643">
                        <c:v>41778</c:v>
                      </c:pt>
                      <c:pt idx="2644">
                        <c:v>41779</c:v>
                      </c:pt>
                      <c:pt idx="2645">
                        <c:v>41780</c:v>
                      </c:pt>
                      <c:pt idx="2646">
                        <c:v>41781</c:v>
                      </c:pt>
                      <c:pt idx="2647">
                        <c:v>41782</c:v>
                      </c:pt>
                      <c:pt idx="2648">
                        <c:v>41785</c:v>
                      </c:pt>
                      <c:pt idx="2649">
                        <c:v>41786</c:v>
                      </c:pt>
                      <c:pt idx="2650">
                        <c:v>41787</c:v>
                      </c:pt>
                      <c:pt idx="2651">
                        <c:v>41788</c:v>
                      </c:pt>
                      <c:pt idx="2652">
                        <c:v>41789</c:v>
                      </c:pt>
                      <c:pt idx="2653">
                        <c:v>41792</c:v>
                      </c:pt>
                      <c:pt idx="2654">
                        <c:v>41793</c:v>
                      </c:pt>
                      <c:pt idx="2655">
                        <c:v>41794</c:v>
                      </c:pt>
                      <c:pt idx="2656">
                        <c:v>41795</c:v>
                      </c:pt>
                      <c:pt idx="2657">
                        <c:v>41796</c:v>
                      </c:pt>
                      <c:pt idx="2658">
                        <c:v>41799</c:v>
                      </c:pt>
                      <c:pt idx="2659">
                        <c:v>41800</c:v>
                      </c:pt>
                      <c:pt idx="2660">
                        <c:v>41801</c:v>
                      </c:pt>
                      <c:pt idx="2661">
                        <c:v>41802</c:v>
                      </c:pt>
                      <c:pt idx="2662">
                        <c:v>41803</c:v>
                      </c:pt>
                      <c:pt idx="2663">
                        <c:v>41806</c:v>
                      </c:pt>
                      <c:pt idx="2664">
                        <c:v>41807</c:v>
                      </c:pt>
                      <c:pt idx="2665">
                        <c:v>41808</c:v>
                      </c:pt>
                      <c:pt idx="2666">
                        <c:v>41809</c:v>
                      </c:pt>
                      <c:pt idx="2667">
                        <c:v>41810</c:v>
                      </c:pt>
                      <c:pt idx="2668">
                        <c:v>41813</c:v>
                      </c:pt>
                      <c:pt idx="2669">
                        <c:v>41814</c:v>
                      </c:pt>
                      <c:pt idx="2670">
                        <c:v>41815</c:v>
                      </c:pt>
                      <c:pt idx="2671">
                        <c:v>41816</c:v>
                      </c:pt>
                      <c:pt idx="2672">
                        <c:v>41817</c:v>
                      </c:pt>
                      <c:pt idx="2673">
                        <c:v>41820</c:v>
                      </c:pt>
                      <c:pt idx="2674">
                        <c:v>41821</c:v>
                      </c:pt>
                      <c:pt idx="2675">
                        <c:v>41822</c:v>
                      </c:pt>
                      <c:pt idx="2676">
                        <c:v>41823</c:v>
                      </c:pt>
                      <c:pt idx="2677">
                        <c:v>41824</c:v>
                      </c:pt>
                      <c:pt idx="2678">
                        <c:v>41827</c:v>
                      </c:pt>
                      <c:pt idx="2679">
                        <c:v>41828</c:v>
                      </c:pt>
                      <c:pt idx="2680">
                        <c:v>41829</c:v>
                      </c:pt>
                      <c:pt idx="2681">
                        <c:v>41830</c:v>
                      </c:pt>
                      <c:pt idx="2682">
                        <c:v>41831</c:v>
                      </c:pt>
                      <c:pt idx="2683">
                        <c:v>41834</c:v>
                      </c:pt>
                      <c:pt idx="2684">
                        <c:v>41835</c:v>
                      </c:pt>
                      <c:pt idx="2685">
                        <c:v>41836</c:v>
                      </c:pt>
                      <c:pt idx="2686">
                        <c:v>41837</c:v>
                      </c:pt>
                      <c:pt idx="2687">
                        <c:v>41838</c:v>
                      </c:pt>
                      <c:pt idx="2688">
                        <c:v>41841</c:v>
                      </c:pt>
                      <c:pt idx="2689">
                        <c:v>41842</c:v>
                      </c:pt>
                      <c:pt idx="2690">
                        <c:v>41843</c:v>
                      </c:pt>
                      <c:pt idx="2691">
                        <c:v>41844</c:v>
                      </c:pt>
                      <c:pt idx="2692">
                        <c:v>41845</c:v>
                      </c:pt>
                      <c:pt idx="2693">
                        <c:v>41848</c:v>
                      </c:pt>
                      <c:pt idx="2694">
                        <c:v>41849</c:v>
                      </c:pt>
                      <c:pt idx="2695">
                        <c:v>41850</c:v>
                      </c:pt>
                      <c:pt idx="2696">
                        <c:v>41851</c:v>
                      </c:pt>
                      <c:pt idx="2697">
                        <c:v>41852</c:v>
                      </c:pt>
                      <c:pt idx="2698">
                        <c:v>41855</c:v>
                      </c:pt>
                      <c:pt idx="2699">
                        <c:v>41856</c:v>
                      </c:pt>
                      <c:pt idx="2700">
                        <c:v>41857</c:v>
                      </c:pt>
                      <c:pt idx="2701">
                        <c:v>41858</c:v>
                      </c:pt>
                      <c:pt idx="2702">
                        <c:v>41859</c:v>
                      </c:pt>
                      <c:pt idx="2703">
                        <c:v>41862</c:v>
                      </c:pt>
                      <c:pt idx="2704">
                        <c:v>41863</c:v>
                      </c:pt>
                      <c:pt idx="2705">
                        <c:v>41864</c:v>
                      </c:pt>
                      <c:pt idx="2706">
                        <c:v>41865</c:v>
                      </c:pt>
                      <c:pt idx="2707">
                        <c:v>41866</c:v>
                      </c:pt>
                      <c:pt idx="2708">
                        <c:v>41869</c:v>
                      </c:pt>
                      <c:pt idx="2709">
                        <c:v>41870</c:v>
                      </c:pt>
                      <c:pt idx="2710">
                        <c:v>41871</c:v>
                      </c:pt>
                      <c:pt idx="2711">
                        <c:v>41872</c:v>
                      </c:pt>
                      <c:pt idx="2712">
                        <c:v>41873</c:v>
                      </c:pt>
                      <c:pt idx="2713">
                        <c:v>41876</c:v>
                      </c:pt>
                      <c:pt idx="2714">
                        <c:v>41877</c:v>
                      </c:pt>
                      <c:pt idx="2715">
                        <c:v>41878</c:v>
                      </c:pt>
                      <c:pt idx="2716">
                        <c:v>41879</c:v>
                      </c:pt>
                      <c:pt idx="2717">
                        <c:v>41880</c:v>
                      </c:pt>
                      <c:pt idx="2718">
                        <c:v>41883</c:v>
                      </c:pt>
                      <c:pt idx="2719">
                        <c:v>41884</c:v>
                      </c:pt>
                      <c:pt idx="2720">
                        <c:v>41885</c:v>
                      </c:pt>
                      <c:pt idx="2721">
                        <c:v>41886</c:v>
                      </c:pt>
                      <c:pt idx="2722">
                        <c:v>41887</c:v>
                      </c:pt>
                      <c:pt idx="2723">
                        <c:v>41890</c:v>
                      </c:pt>
                      <c:pt idx="2724">
                        <c:v>41891</c:v>
                      </c:pt>
                      <c:pt idx="2725">
                        <c:v>41892</c:v>
                      </c:pt>
                      <c:pt idx="2726">
                        <c:v>41893</c:v>
                      </c:pt>
                      <c:pt idx="2727">
                        <c:v>41894</c:v>
                      </c:pt>
                      <c:pt idx="2728">
                        <c:v>41897</c:v>
                      </c:pt>
                      <c:pt idx="2729">
                        <c:v>41898</c:v>
                      </c:pt>
                      <c:pt idx="2730">
                        <c:v>41899</c:v>
                      </c:pt>
                      <c:pt idx="2731">
                        <c:v>41900</c:v>
                      </c:pt>
                      <c:pt idx="2732">
                        <c:v>41901</c:v>
                      </c:pt>
                      <c:pt idx="2733">
                        <c:v>41904</c:v>
                      </c:pt>
                      <c:pt idx="2734">
                        <c:v>41905</c:v>
                      </c:pt>
                      <c:pt idx="2735">
                        <c:v>41906</c:v>
                      </c:pt>
                      <c:pt idx="2736">
                        <c:v>41907</c:v>
                      </c:pt>
                      <c:pt idx="2737">
                        <c:v>41908</c:v>
                      </c:pt>
                      <c:pt idx="2738">
                        <c:v>41911</c:v>
                      </c:pt>
                      <c:pt idx="2739">
                        <c:v>41912</c:v>
                      </c:pt>
                      <c:pt idx="2740">
                        <c:v>41913</c:v>
                      </c:pt>
                      <c:pt idx="2741">
                        <c:v>41914</c:v>
                      </c:pt>
                      <c:pt idx="2742">
                        <c:v>41915</c:v>
                      </c:pt>
                      <c:pt idx="2743">
                        <c:v>41918</c:v>
                      </c:pt>
                      <c:pt idx="2744">
                        <c:v>41919</c:v>
                      </c:pt>
                      <c:pt idx="2745">
                        <c:v>41920</c:v>
                      </c:pt>
                      <c:pt idx="2746">
                        <c:v>41921</c:v>
                      </c:pt>
                      <c:pt idx="2747">
                        <c:v>41922</c:v>
                      </c:pt>
                      <c:pt idx="2748">
                        <c:v>41925</c:v>
                      </c:pt>
                      <c:pt idx="2749">
                        <c:v>41926</c:v>
                      </c:pt>
                      <c:pt idx="2750">
                        <c:v>41927</c:v>
                      </c:pt>
                      <c:pt idx="2751">
                        <c:v>41928</c:v>
                      </c:pt>
                      <c:pt idx="2752">
                        <c:v>41929</c:v>
                      </c:pt>
                      <c:pt idx="2753">
                        <c:v>41932</c:v>
                      </c:pt>
                      <c:pt idx="2754">
                        <c:v>41933</c:v>
                      </c:pt>
                      <c:pt idx="2755">
                        <c:v>41934</c:v>
                      </c:pt>
                      <c:pt idx="2756">
                        <c:v>41935</c:v>
                      </c:pt>
                      <c:pt idx="2757">
                        <c:v>41936</c:v>
                      </c:pt>
                      <c:pt idx="2758">
                        <c:v>41939</c:v>
                      </c:pt>
                      <c:pt idx="2759">
                        <c:v>41940</c:v>
                      </c:pt>
                      <c:pt idx="2760">
                        <c:v>41941</c:v>
                      </c:pt>
                      <c:pt idx="2761">
                        <c:v>41942</c:v>
                      </c:pt>
                      <c:pt idx="2762">
                        <c:v>41943</c:v>
                      </c:pt>
                      <c:pt idx="2763">
                        <c:v>41946</c:v>
                      </c:pt>
                      <c:pt idx="2764">
                        <c:v>41947</c:v>
                      </c:pt>
                      <c:pt idx="2765">
                        <c:v>41948</c:v>
                      </c:pt>
                      <c:pt idx="2766">
                        <c:v>41949</c:v>
                      </c:pt>
                      <c:pt idx="2767">
                        <c:v>41950</c:v>
                      </c:pt>
                      <c:pt idx="2768">
                        <c:v>41953</c:v>
                      </c:pt>
                      <c:pt idx="2769">
                        <c:v>41954</c:v>
                      </c:pt>
                      <c:pt idx="2770">
                        <c:v>41955</c:v>
                      </c:pt>
                      <c:pt idx="2771">
                        <c:v>41956</c:v>
                      </c:pt>
                      <c:pt idx="2772">
                        <c:v>41957</c:v>
                      </c:pt>
                      <c:pt idx="2773">
                        <c:v>41960</c:v>
                      </c:pt>
                      <c:pt idx="2774">
                        <c:v>41961</c:v>
                      </c:pt>
                      <c:pt idx="2775">
                        <c:v>41962</c:v>
                      </c:pt>
                      <c:pt idx="2776">
                        <c:v>41963</c:v>
                      </c:pt>
                      <c:pt idx="2777">
                        <c:v>41964</c:v>
                      </c:pt>
                      <c:pt idx="2778">
                        <c:v>41967</c:v>
                      </c:pt>
                      <c:pt idx="2779">
                        <c:v>41968</c:v>
                      </c:pt>
                      <c:pt idx="2780">
                        <c:v>41969</c:v>
                      </c:pt>
                      <c:pt idx="2781">
                        <c:v>41970</c:v>
                      </c:pt>
                      <c:pt idx="2782">
                        <c:v>41971</c:v>
                      </c:pt>
                      <c:pt idx="2783">
                        <c:v>41974</c:v>
                      </c:pt>
                      <c:pt idx="2784">
                        <c:v>41975</c:v>
                      </c:pt>
                      <c:pt idx="2785">
                        <c:v>41976</c:v>
                      </c:pt>
                      <c:pt idx="2786">
                        <c:v>41977</c:v>
                      </c:pt>
                      <c:pt idx="2787">
                        <c:v>41978</c:v>
                      </c:pt>
                      <c:pt idx="2788">
                        <c:v>41981</c:v>
                      </c:pt>
                      <c:pt idx="2789">
                        <c:v>41982</c:v>
                      </c:pt>
                      <c:pt idx="2790">
                        <c:v>41983</c:v>
                      </c:pt>
                      <c:pt idx="2791">
                        <c:v>41984</c:v>
                      </c:pt>
                      <c:pt idx="2792">
                        <c:v>41985</c:v>
                      </c:pt>
                      <c:pt idx="2793">
                        <c:v>41988</c:v>
                      </c:pt>
                      <c:pt idx="2794">
                        <c:v>41989</c:v>
                      </c:pt>
                      <c:pt idx="2795">
                        <c:v>41990</c:v>
                      </c:pt>
                      <c:pt idx="2796">
                        <c:v>41991</c:v>
                      </c:pt>
                      <c:pt idx="2797">
                        <c:v>41992</c:v>
                      </c:pt>
                      <c:pt idx="2798">
                        <c:v>41995</c:v>
                      </c:pt>
                      <c:pt idx="2799">
                        <c:v>41996</c:v>
                      </c:pt>
                      <c:pt idx="2800">
                        <c:v>41997</c:v>
                      </c:pt>
                      <c:pt idx="2801">
                        <c:v>41998</c:v>
                      </c:pt>
                      <c:pt idx="2802">
                        <c:v>41999</c:v>
                      </c:pt>
                      <c:pt idx="2803">
                        <c:v>42002</c:v>
                      </c:pt>
                      <c:pt idx="2804">
                        <c:v>42003</c:v>
                      </c:pt>
                      <c:pt idx="2805">
                        <c:v>42004</c:v>
                      </c:pt>
                      <c:pt idx="2806">
                        <c:v>42005</c:v>
                      </c:pt>
                      <c:pt idx="2807">
                        <c:v>42006</c:v>
                      </c:pt>
                      <c:pt idx="2808">
                        <c:v>42009</c:v>
                      </c:pt>
                      <c:pt idx="2809">
                        <c:v>42010</c:v>
                      </c:pt>
                      <c:pt idx="2810">
                        <c:v>42011</c:v>
                      </c:pt>
                      <c:pt idx="2811">
                        <c:v>42012</c:v>
                      </c:pt>
                      <c:pt idx="2812">
                        <c:v>42013</c:v>
                      </c:pt>
                      <c:pt idx="2813">
                        <c:v>42016</c:v>
                      </c:pt>
                      <c:pt idx="2814">
                        <c:v>42017</c:v>
                      </c:pt>
                      <c:pt idx="2815">
                        <c:v>42018</c:v>
                      </c:pt>
                      <c:pt idx="2816">
                        <c:v>42019</c:v>
                      </c:pt>
                      <c:pt idx="2817">
                        <c:v>42020</c:v>
                      </c:pt>
                      <c:pt idx="2818">
                        <c:v>42023</c:v>
                      </c:pt>
                      <c:pt idx="2819">
                        <c:v>42024</c:v>
                      </c:pt>
                      <c:pt idx="2820">
                        <c:v>42025</c:v>
                      </c:pt>
                      <c:pt idx="2821">
                        <c:v>42026</c:v>
                      </c:pt>
                      <c:pt idx="2822">
                        <c:v>42027</c:v>
                      </c:pt>
                      <c:pt idx="2823">
                        <c:v>42030</c:v>
                      </c:pt>
                      <c:pt idx="2824">
                        <c:v>42031</c:v>
                      </c:pt>
                      <c:pt idx="2825">
                        <c:v>42032</c:v>
                      </c:pt>
                      <c:pt idx="2826">
                        <c:v>42033</c:v>
                      </c:pt>
                      <c:pt idx="2827">
                        <c:v>42034</c:v>
                      </c:pt>
                      <c:pt idx="2828">
                        <c:v>42037</c:v>
                      </c:pt>
                      <c:pt idx="2829">
                        <c:v>42038</c:v>
                      </c:pt>
                      <c:pt idx="2830">
                        <c:v>42039</c:v>
                      </c:pt>
                      <c:pt idx="2831">
                        <c:v>42040</c:v>
                      </c:pt>
                      <c:pt idx="2832">
                        <c:v>42041</c:v>
                      </c:pt>
                      <c:pt idx="2833">
                        <c:v>42044</c:v>
                      </c:pt>
                      <c:pt idx="2834">
                        <c:v>42045</c:v>
                      </c:pt>
                      <c:pt idx="2835">
                        <c:v>42046</c:v>
                      </c:pt>
                      <c:pt idx="2836">
                        <c:v>42047</c:v>
                      </c:pt>
                      <c:pt idx="2837">
                        <c:v>42048</c:v>
                      </c:pt>
                      <c:pt idx="2838">
                        <c:v>42051</c:v>
                      </c:pt>
                      <c:pt idx="2839">
                        <c:v>42052</c:v>
                      </c:pt>
                      <c:pt idx="2840">
                        <c:v>42053</c:v>
                      </c:pt>
                      <c:pt idx="2841">
                        <c:v>42054</c:v>
                      </c:pt>
                      <c:pt idx="2842">
                        <c:v>42055</c:v>
                      </c:pt>
                      <c:pt idx="2843">
                        <c:v>42058</c:v>
                      </c:pt>
                      <c:pt idx="2844">
                        <c:v>42059</c:v>
                      </c:pt>
                      <c:pt idx="2845">
                        <c:v>42060</c:v>
                      </c:pt>
                      <c:pt idx="2846">
                        <c:v>42061</c:v>
                      </c:pt>
                      <c:pt idx="2847">
                        <c:v>42062</c:v>
                      </c:pt>
                      <c:pt idx="2848">
                        <c:v>42065</c:v>
                      </c:pt>
                      <c:pt idx="2849">
                        <c:v>42066</c:v>
                      </c:pt>
                      <c:pt idx="2850">
                        <c:v>42067</c:v>
                      </c:pt>
                      <c:pt idx="2851">
                        <c:v>42068</c:v>
                      </c:pt>
                      <c:pt idx="2852">
                        <c:v>42069</c:v>
                      </c:pt>
                      <c:pt idx="2853">
                        <c:v>42072</c:v>
                      </c:pt>
                      <c:pt idx="2854">
                        <c:v>42073</c:v>
                      </c:pt>
                      <c:pt idx="2855">
                        <c:v>42074</c:v>
                      </c:pt>
                      <c:pt idx="2856">
                        <c:v>42075</c:v>
                      </c:pt>
                      <c:pt idx="2857">
                        <c:v>42076</c:v>
                      </c:pt>
                      <c:pt idx="2858">
                        <c:v>42079</c:v>
                      </c:pt>
                      <c:pt idx="2859">
                        <c:v>42080</c:v>
                      </c:pt>
                      <c:pt idx="2860">
                        <c:v>42081</c:v>
                      </c:pt>
                      <c:pt idx="2861">
                        <c:v>42082</c:v>
                      </c:pt>
                      <c:pt idx="2862">
                        <c:v>42083</c:v>
                      </c:pt>
                      <c:pt idx="2863">
                        <c:v>42086</c:v>
                      </c:pt>
                      <c:pt idx="2864">
                        <c:v>42087</c:v>
                      </c:pt>
                      <c:pt idx="2865">
                        <c:v>42088</c:v>
                      </c:pt>
                      <c:pt idx="2866">
                        <c:v>42089</c:v>
                      </c:pt>
                      <c:pt idx="2867">
                        <c:v>42090</c:v>
                      </c:pt>
                      <c:pt idx="2868">
                        <c:v>42093</c:v>
                      </c:pt>
                      <c:pt idx="2869">
                        <c:v>42094</c:v>
                      </c:pt>
                      <c:pt idx="2870">
                        <c:v>42095</c:v>
                      </c:pt>
                      <c:pt idx="2871">
                        <c:v>42096</c:v>
                      </c:pt>
                      <c:pt idx="2872">
                        <c:v>42097</c:v>
                      </c:pt>
                      <c:pt idx="2873">
                        <c:v>42100</c:v>
                      </c:pt>
                      <c:pt idx="2874">
                        <c:v>42101</c:v>
                      </c:pt>
                      <c:pt idx="2875">
                        <c:v>42102</c:v>
                      </c:pt>
                      <c:pt idx="2876">
                        <c:v>42103</c:v>
                      </c:pt>
                      <c:pt idx="2877">
                        <c:v>42104</c:v>
                      </c:pt>
                      <c:pt idx="2878">
                        <c:v>42107</c:v>
                      </c:pt>
                      <c:pt idx="2879">
                        <c:v>42108</c:v>
                      </c:pt>
                      <c:pt idx="2880">
                        <c:v>42109</c:v>
                      </c:pt>
                      <c:pt idx="2881">
                        <c:v>42110</c:v>
                      </c:pt>
                      <c:pt idx="2882">
                        <c:v>42111</c:v>
                      </c:pt>
                      <c:pt idx="2883">
                        <c:v>42114</c:v>
                      </c:pt>
                      <c:pt idx="2884">
                        <c:v>42115</c:v>
                      </c:pt>
                      <c:pt idx="2885">
                        <c:v>42116</c:v>
                      </c:pt>
                      <c:pt idx="2886">
                        <c:v>42117</c:v>
                      </c:pt>
                      <c:pt idx="2887">
                        <c:v>42118</c:v>
                      </c:pt>
                      <c:pt idx="2888">
                        <c:v>42121</c:v>
                      </c:pt>
                      <c:pt idx="2889">
                        <c:v>42122</c:v>
                      </c:pt>
                      <c:pt idx="2890">
                        <c:v>42123</c:v>
                      </c:pt>
                      <c:pt idx="2891">
                        <c:v>42124</c:v>
                      </c:pt>
                      <c:pt idx="2892">
                        <c:v>42125</c:v>
                      </c:pt>
                      <c:pt idx="2893">
                        <c:v>42128</c:v>
                      </c:pt>
                      <c:pt idx="2894">
                        <c:v>42129</c:v>
                      </c:pt>
                      <c:pt idx="2895">
                        <c:v>42130</c:v>
                      </c:pt>
                      <c:pt idx="2896">
                        <c:v>42131</c:v>
                      </c:pt>
                      <c:pt idx="2897">
                        <c:v>42132</c:v>
                      </c:pt>
                      <c:pt idx="2898">
                        <c:v>42135</c:v>
                      </c:pt>
                      <c:pt idx="2899">
                        <c:v>42136</c:v>
                      </c:pt>
                      <c:pt idx="2900">
                        <c:v>42137</c:v>
                      </c:pt>
                      <c:pt idx="2901">
                        <c:v>42138</c:v>
                      </c:pt>
                      <c:pt idx="2902">
                        <c:v>42139</c:v>
                      </c:pt>
                      <c:pt idx="2903">
                        <c:v>42142</c:v>
                      </c:pt>
                      <c:pt idx="2904">
                        <c:v>42143</c:v>
                      </c:pt>
                      <c:pt idx="2905">
                        <c:v>42144</c:v>
                      </c:pt>
                      <c:pt idx="2906">
                        <c:v>42145</c:v>
                      </c:pt>
                      <c:pt idx="2907">
                        <c:v>42146</c:v>
                      </c:pt>
                      <c:pt idx="2908">
                        <c:v>42149</c:v>
                      </c:pt>
                      <c:pt idx="2909">
                        <c:v>42150</c:v>
                      </c:pt>
                      <c:pt idx="2910">
                        <c:v>42151</c:v>
                      </c:pt>
                      <c:pt idx="2911">
                        <c:v>42152</c:v>
                      </c:pt>
                      <c:pt idx="2912">
                        <c:v>42153</c:v>
                      </c:pt>
                      <c:pt idx="2913">
                        <c:v>42156</c:v>
                      </c:pt>
                      <c:pt idx="2914">
                        <c:v>42157</c:v>
                      </c:pt>
                      <c:pt idx="2915">
                        <c:v>42158</c:v>
                      </c:pt>
                      <c:pt idx="2916">
                        <c:v>42159</c:v>
                      </c:pt>
                      <c:pt idx="2917">
                        <c:v>42160</c:v>
                      </c:pt>
                      <c:pt idx="2918">
                        <c:v>42163</c:v>
                      </c:pt>
                      <c:pt idx="2919">
                        <c:v>42164</c:v>
                      </c:pt>
                      <c:pt idx="2920">
                        <c:v>42165</c:v>
                      </c:pt>
                      <c:pt idx="2921">
                        <c:v>42166</c:v>
                      </c:pt>
                      <c:pt idx="2922">
                        <c:v>42167</c:v>
                      </c:pt>
                      <c:pt idx="2923">
                        <c:v>42170</c:v>
                      </c:pt>
                      <c:pt idx="2924">
                        <c:v>42171</c:v>
                      </c:pt>
                      <c:pt idx="2925">
                        <c:v>42172</c:v>
                      </c:pt>
                      <c:pt idx="2926">
                        <c:v>42173</c:v>
                      </c:pt>
                      <c:pt idx="2927">
                        <c:v>42174</c:v>
                      </c:pt>
                      <c:pt idx="2928">
                        <c:v>42177</c:v>
                      </c:pt>
                      <c:pt idx="2929">
                        <c:v>42178</c:v>
                      </c:pt>
                      <c:pt idx="2930">
                        <c:v>42179</c:v>
                      </c:pt>
                      <c:pt idx="2931">
                        <c:v>42180</c:v>
                      </c:pt>
                      <c:pt idx="2932">
                        <c:v>42181</c:v>
                      </c:pt>
                      <c:pt idx="2933">
                        <c:v>42184</c:v>
                      </c:pt>
                      <c:pt idx="2934">
                        <c:v>42185</c:v>
                      </c:pt>
                      <c:pt idx="2935">
                        <c:v>42186</c:v>
                      </c:pt>
                      <c:pt idx="2936">
                        <c:v>42187</c:v>
                      </c:pt>
                      <c:pt idx="2937">
                        <c:v>42188</c:v>
                      </c:pt>
                      <c:pt idx="2938">
                        <c:v>42191</c:v>
                      </c:pt>
                      <c:pt idx="2939">
                        <c:v>42192</c:v>
                      </c:pt>
                      <c:pt idx="2940">
                        <c:v>42193</c:v>
                      </c:pt>
                      <c:pt idx="2941">
                        <c:v>42194</c:v>
                      </c:pt>
                      <c:pt idx="2942">
                        <c:v>42195</c:v>
                      </c:pt>
                      <c:pt idx="2943">
                        <c:v>42198</c:v>
                      </c:pt>
                      <c:pt idx="2944">
                        <c:v>42199</c:v>
                      </c:pt>
                      <c:pt idx="2945">
                        <c:v>42200</c:v>
                      </c:pt>
                      <c:pt idx="2946">
                        <c:v>42201</c:v>
                      </c:pt>
                      <c:pt idx="2947">
                        <c:v>42202</c:v>
                      </c:pt>
                      <c:pt idx="2948">
                        <c:v>42205</c:v>
                      </c:pt>
                      <c:pt idx="2949">
                        <c:v>42206</c:v>
                      </c:pt>
                      <c:pt idx="2950">
                        <c:v>42207</c:v>
                      </c:pt>
                      <c:pt idx="2951">
                        <c:v>42208</c:v>
                      </c:pt>
                      <c:pt idx="2952">
                        <c:v>42209</c:v>
                      </c:pt>
                      <c:pt idx="2953">
                        <c:v>42212</c:v>
                      </c:pt>
                      <c:pt idx="2954">
                        <c:v>42213</c:v>
                      </c:pt>
                      <c:pt idx="2955">
                        <c:v>42214</c:v>
                      </c:pt>
                      <c:pt idx="2956">
                        <c:v>42215</c:v>
                      </c:pt>
                      <c:pt idx="2957">
                        <c:v>42216</c:v>
                      </c:pt>
                      <c:pt idx="2958">
                        <c:v>42219</c:v>
                      </c:pt>
                      <c:pt idx="2959">
                        <c:v>42220</c:v>
                      </c:pt>
                      <c:pt idx="2960">
                        <c:v>42221</c:v>
                      </c:pt>
                      <c:pt idx="2961">
                        <c:v>42222</c:v>
                      </c:pt>
                      <c:pt idx="2962">
                        <c:v>42223</c:v>
                      </c:pt>
                      <c:pt idx="2963">
                        <c:v>42226</c:v>
                      </c:pt>
                      <c:pt idx="2964">
                        <c:v>42227</c:v>
                      </c:pt>
                      <c:pt idx="2965">
                        <c:v>42228</c:v>
                      </c:pt>
                      <c:pt idx="2966">
                        <c:v>42229</c:v>
                      </c:pt>
                      <c:pt idx="2967">
                        <c:v>42230</c:v>
                      </c:pt>
                      <c:pt idx="2968">
                        <c:v>42233</c:v>
                      </c:pt>
                      <c:pt idx="2969">
                        <c:v>42234</c:v>
                      </c:pt>
                      <c:pt idx="2970">
                        <c:v>42235</c:v>
                      </c:pt>
                      <c:pt idx="2971">
                        <c:v>42236</c:v>
                      </c:pt>
                      <c:pt idx="2972">
                        <c:v>42237</c:v>
                      </c:pt>
                      <c:pt idx="2973">
                        <c:v>42240</c:v>
                      </c:pt>
                      <c:pt idx="2974">
                        <c:v>42241</c:v>
                      </c:pt>
                      <c:pt idx="2975">
                        <c:v>42242</c:v>
                      </c:pt>
                      <c:pt idx="2976">
                        <c:v>42243</c:v>
                      </c:pt>
                      <c:pt idx="2977">
                        <c:v>42244</c:v>
                      </c:pt>
                      <c:pt idx="2978">
                        <c:v>42247</c:v>
                      </c:pt>
                      <c:pt idx="2979">
                        <c:v>42248</c:v>
                      </c:pt>
                      <c:pt idx="2980">
                        <c:v>42249</c:v>
                      </c:pt>
                      <c:pt idx="2981">
                        <c:v>42250</c:v>
                      </c:pt>
                      <c:pt idx="2982">
                        <c:v>42251</c:v>
                      </c:pt>
                      <c:pt idx="2983">
                        <c:v>42254</c:v>
                      </c:pt>
                      <c:pt idx="2984">
                        <c:v>42255</c:v>
                      </c:pt>
                      <c:pt idx="2985">
                        <c:v>42256</c:v>
                      </c:pt>
                      <c:pt idx="2986">
                        <c:v>42257</c:v>
                      </c:pt>
                      <c:pt idx="2987">
                        <c:v>42258</c:v>
                      </c:pt>
                      <c:pt idx="2988">
                        <c:v>42261</c:v>
                      </c:pt>
                      <c:pt idx="2989">
                        <c:v>42262</c:v>
                      </c:pt>
                      <c:pt idx="2990">
                        <c:v>42263</c:v>
                      </c:pt>
                      <c:pt idx="2991">
                        <c:v>42264</c:v>
                      </c:pt>
                      <c:pt idx="2992">
                        <c:v>42265</c:v>
                      </c:pt>
                      <c:pt idx="2993">
                        <c:v>42268</c:v>
                      </c:pt>
                      <c:pt idx="2994">
                        <c:v>42269</c:v>
                      </c:pt>
                      <c:pt idx="2995">
                        <c:v>42270</c:v>
                      </c:pt>
                      <c:pt idx="2996">
                        <c:v>42271</c:v>
                      </c:pt>
                      <c:pt idx="2997">
                        <c:v>42272</c:v>
                      </c:pt>
                      <c:pt idx="2998">
                        <c:v>42275</c:v>
                      </c:pt>
                      <c:pt idx="2999">
                        <c:v>42276</c:v>
                      </c:pt>
                      <c:pt idx="3000">
                        <c:v>42277</c:v>
                      </c:pt>
                      <c:pt idx="3001">
                        <c:v>42278</c:v>
                      </c:pt>
                      <c:pt idx="3002">
                        <c:v>42279</c:v>
                      </c:pt>
                      <c:pt idx="3003">
                        <c:v>42282</c:v>
                      </c:pt>
                      <c:pt idx="3004">
                        <c:v>42283</c:v>
                      </c:pt>
                      <c:pt idx="3005">
                        <c:v>42284</c:v>
                      </c:pt>
                      <c:pt idx="3006">
                        <c:v>42285</c:v>
                      </c:pt>
                      <c:pt idx="3007">
                        <c:v>42286</c:v>
                      </c:pt>
                      <c:pt idx="3008">
                        <c:v>42289</c:v>
                      </c:pt>
                      <c:pt idx="3009">
                        <c:v>42290</c:v>
                      </c:pt>
                      <c:pt idx="3010">
                        <c:v>42291</c:v>
                      </c:pt>
                      <c:pt idx="3011">
                        <c:v>42292</c:v>
                      </c:pt>
                      <c:pt idx="3012">
                        <c:v>42293</c:v>
                      </c:pt>
                      <c:pt idx="3013">
                        <c:v>42296</c:v>
                      </c:pt>
                      <c:pt idx="3014">
                        <c:v>42297</c:v>
                      </c:pt>
                      <c:pt idx="3015">
                        <c:v>42298</c:v>
                      </c:pt>
                      <c:pt idx="3016">
                        <c:v>42299</c:v>
                      </c:pt>
                      <c:pt idx="3017">
                        <c:v>42300</c:v>
                      </c:pt>
                      <c:pt idx="3018">
                        <c:v>42303</c:v>
                      </c:pt>
                      <c:pt idx="3019">
                        <c:v>42304</c:v>
                      </c:pt>
                      <c:pt idx="3020">
                        <c:v>42305</c:v>
                      </c:pt>
                      <c:pt idx="3021">
                        <c:v>42306</c:v>
                      </c:pt>
                      <c:pt idx="3022">
                        <c:v>42307</c:v>
                      </c:pt>
                      <c:pt idx="3023">
                        <c:v>42310</c:v>
                      </c:pt>
                      <c:pt idx="3024">
                        <c:v>42311</c:v>
                      </c:pt>
                      <c:pt idx="3025">
                        <c:v>42312</c:v>
                      </c:pt>
                      <c:pt idx="3026">
                        <c:v>42313</c:v>
                      </c:pt>
                      <c:pt idx="3027">
                        <c:v>42314</c:v>
                      </c:pt>
                      <c:pt idx="3028">
                        <c:v>42317</c:v>
                      </c:pt>
                      <c:pt idx="3029">
                        <c:v>42318</c:v>
                      </c:pt>
                      <c:pt idx="3030">
                        <c:v>42319</c:v>
                      </c:pt>
                      <c:pt idx="3031">
                        <c:v>42320</c:v>
                      </c:pt>
                      <c:pt idx="3032">
                        <c:v>42321</c:v>
                      </c:pt>
                      <c:pt idx="3033">
                        <c:v>42324</c:v>
                      </c:pt>
                      <c:pt idx="3034">
                        <c:v>42325</c:v>
                      </c:pt>
                      <c:pt idx="3035">
                        <c:v>42326</c:v>
                      </c:pt>
                      <c:pt idx="3036">
                        <c:v>42327</c:v>
                      </c:pt>
                      <c:pt idx="3037">
                        <c:v>42328</c:v>
                      </c:pt>
                      <c:pt idx="3038">
                        <c:v>42331</c:v>
                      </c:pt>
                      <c:pt idx="3039">
                        <c:v>42332</c:v>
                      </c:pt>
                      <c:pt idx="3040">
                        <c:v>42333</c:v>
                      </c:pt>
                      <c:pt idx="3041">
                        <c:v>42334</c:v>
                      </c:pt>
                      <c:pt idx="3042">
                        <c:v>42335</c:v>
                      </c:pt>
                      <c:pt idx="3043">
                        <c:v>42338</c:v>
                      </c:pt>
                      <c:pt idx="3044">
                        <c:v>42339</c:v>
                      </c:pt>
                      <c:pt idx="3045">
                        <c:v>42340</c:v>
                      </c:pt>
                      <c:pt idx="3046">
                        <c:v>42341</c:v>
                      </c:pt>
                      <c:pt idx="3047">
                        <c:v>42342</c:v>
                      </c:pt>
                      <c:pt idx="3048">
                        <c:v>42345</c:v>
                      </c:pt>
                      <c:pt idx="3049">
                        <c:v>42346</c:v>
                      </c:pt>
                      <c:pt idx="3050">
                        <c:v>42347</c:v>
                      </c:pt>
                      <c:pt idx="3051">
                        <c:v>42348</c:v>
                      </c:pt>
                      <c:pt idx="3052">
                        <c:v>42349</c:v>
                      </c:pt>
                      <c:pt idx="3053">
                        <c:v>42352</c:v>
                      </c:pt>
                      <c:pt idx="3054">
                        <c:v>42353</c:v>
                      </c:pt>
                      <c:pt idx="3055">
                        <c:v>42354</c:v>
                      </c:pt>
                      <c:pt idx="3056">
                        <c:v>42355</c:v>
                      </c:pt>
                      <c:pt idx="3057">
                        <c:v>42356</c:v>
                      </c:pt>
                      <c:pt idx="3058">
                        <c:v>42359</c:v>
                      </c:pt>
                      <c:pt idx="3059">
                        <c:v>42360</c:v>
                      </c:pt>
                      <c:pt idx="3060">
                        <c:v>42361</c:v>
                      </c:pt>
                      <c:pt idx="3061">
                        <c:v>42362</c:v>
                      </c:pt>
                      <c:pt idx="3062">
                        <c:v>42363</c:v>
                      </c:pt>
                      <c:pt idx="3063">
                        <c:v>42366</c:v>
                      </c:pt>
                      <c:pt idx="3064">
                        <c:v>42367</c:v>
                      </c:pt>
                      <c:pt idx="3065">
                        <c:v>42368</c:v>
                      </c:pt>
                      <c:pt idx="3066">
                        <c:v>42369</c:v>
                      </c:pt>
                      <c:pt idx="3067">
                        <c:v>42370</c:v>
                      </c:pt>
                      <c:pt idx="3068">
                        <c:v>42373</c:v>
                      </c:pt>
                      <c:pt idx="3069">
                        <c:v>42374</c:v>
                      </c:pt>
                      <c:pt idx="3070">
                        <c:v>42375</c:v>
                      </c:pt>
                      <c:pt idx="3071">
                        <c:v>42376</c:v>
                      </c:pt>
                      <c:pt idx="3072">
                        <c:v>42377</c:v>
                      </c:pt>
                      <c:pt idx="3073">
                        <c:v>42380</c:v>
                      </c:pt>
                      <c:pt idx="3074">
                        <c:v>42381</c:v>
                      </c:pt>
                      <c:pt idx="3075">
                        <c:v>42382</c:v>
                      </c:pt>
                      <c:pt idx="3076">
                        <c:v>42383</c:v>
                      </c:pt>
                      <c:pt idx="3077">
                        <c:v>42384</c:v>
                      </c:pt>
                      <c:pt idx="3078">
                        <c:v>42387</c:v>
                      </c:pt>
                      <c:pt idx="3079">
                        <c:v>42388</c:v>
                      </c:pt>
                      <c:pt idx="3080">
                        <c:v>42389</c:v>
                      </c:pt>
                      <c:pt idx="3081">
                        <c:v>42390</c:v>
                      </c:pt>
                      <c:pt idx="3082">
                        <c:v>42391</c:v>
                      </c:pt>
                      <c:pt idx="3083">
                        <c:v>42394</c:v>
                      </c:pt>
                      <c:pt idx="3084">
                        <c:v>42395</c:v>
                      </c:pt>
                      <c:pt idx="3085">
                        <c:v>42396</c:v>
                      </c:pt>
                      <c:pt idx="3086">
                        <c:v>42397</c:v>
                      </c:pt>
                      <c:pt idx="3087">
                        <c:v>42398</c:v>
                      </c:pt>
                      <c:pt idx="3088">
                        <c:v>42401</c:v>
                      </c:pt>
                      <c:pt idx="3089">
                        <c:v>42402</c:v>
                      </c:pt>
                      <c:pt idx="3090">
                        <c:v>42403</c:v>
                      </c:pt>
                      <c:pt idx="3091">
                        <c:v>42404</c:v>
                      </c:pt>
                      <c:pt idx="3092">
                        <c:v>42405</c:v>
                      </c:pt>
                      <c:pt idx="3093">
                        <c:v>42408</c:v>
                      </c:pt>
                      <c:pt idx="3094">
                        <c:v>42409</c:v>
                      </c:pt>
                      <c:pt idx="3095">
                        <c:v>42410</c:v>
                      </c:pt>
                      <c:pt idx="3096">
                        <c:v>42411</c:v>
                      </c:pt>
                      <c:pt idx="3097">
                        <c:v>42412</c:v>
                      </c:pt>
                      <c:pt idx="3098">
                        <c:v>42415</c:v>
                      </c:pt>
                      <c:pt idx="3099">
                        <c:v>42416</c:v>
                      </c:pt>
                      <c:pt idx="3100">
                        <c:v>42417</c:v>
                      </c:pt>
                      <c:pt idx="3101">
                        <c:v>42418</c:v>
                      </c:pt>
                      <c:pt idx="3102">
                        <c:v>42419</c:v>
                      </c:pt>
                      <c:pt idx="3103">
                        <c:v>42422</c:v>
                      </c:pt>
                      <c:pt idx="3104">
                        <c:v>42423</c:v>
                      </c:pt>
                      <c:pt idx="3105">
                        <c:v>42424</c:v>
                      </c:pt>
                      <c:pt idx="3106">
                        <c:v>42425</c:v>
                      </c:pt>
                      <c:pt idx="3107">
                        <c:v>42426</c:v>
                      </c:pt>
                      <c:pt idx="3108">
                        <c:v>42429</c:v>
                      </c:pt>
                      <c:pt idx="3109">
                        <c:v>42430</c:v>
                      </c:pt>
                      <c:pt idx="3110">
                        <c:v>42431</c:v>
                      </c:pt>
                      <c:pt idx="3111">
                        <c:v>42432</c:v>
                      </c:pt>
                      <c:pt idx="3112">
                        <c:v>42433</c:v>
                      </c:pt>
                      <c:pt idx="3113">
                        <c:v>42436</c:v>
                      </c:pt>
                      <c:pt idx="3114">
                        <c:v>42437</c:v>
                      </c:pt>
                      <c:pt idx="3115">
                        <c:v>42438</c:v>
                      </c:pt>
                      <c:pt idx="3116">
                        <c:v>42439</c:v>
                      </c:pt>
                      <c:pt idx="3117">
                        <c:v>42440</c:v>
                      </c:pt>
                      <c:pt idx="3118">
                        <c:v>42443</c:v>
                      </c:pt>
                      <c:pt idx="3119">
                        <c:v>42444</c:v>
                      </c:pt>
                      <c:pt idx="3120">
                        <c:v>42445</c:v>
                      </c:pt>
                      <c:pt idx="3121">
                        <c:v>42446</c:v>
                      </c:pt>
                      <c:pt idx="3122">
                        <c:v>42447</c:v>
                      </c:pt>
                      <c:pt idx="3123">
                        <c:v>42450</c:v>
                      </c:pt>
                      <c:pt idx="3124">
                        <c:v>42451</c:v>
                      </c:pt>
                      <c:pt idx="3125">
                        <c:v>42452</c:v>
                      </c:pt>
                      <c:pt idx="3126">
                        <c:v>42453</c:v>
                      </c:pt>
                      <c:pt idx="3127">
                        <c:v>42454</c:v>
                      </c:pt>
                      <c:pt idx="3128">
                        <c:v>42457</c:v>
                      </c:pt>
                      <c:pt idx="3129">
                        <c:v>42458</c:v>
                      </c:pt>
                      <c:pt idx="3130">
                        <c:v>42459</c:v>
                      </c:pt>
                      <c:pt idx="3131">
                        <c:v>42460</c:v>
                      </c:pt>
                      <c:pt idx="3132">
                        <c:v>42461</c:v>
                      </c:pt>
                      <c:pt idx="3133">
                        <c:v>42464</c:v>
                      </c:pt>
                      <c:pt idx="3134">
                        <c:v>42465</c:v>
                      </c:pt>
                      <c:pt idx="3135">
                        <c:v>42466</c:v>
                      </c:pt>
                      <c:pt idx="3136">
                        <c:v>42467</c:v>
                      </c:pt>
                      <c:pt idx="3137">
                        <c:v>42468</c:v>
                      </c:pt>
                      <c:pt idx="3138">
                        <c:v>42471</c:v>
                      </c:pt>
                      <c:pt idx="3139">
                        <c:v>42472</c:v>
                      </c:pt>
                      <c:pt idx="3140">
                        <c:v>42473</c:v>
                      </c:pt>
                      <c:pt idx="3141">
                        <c:v>42474</c:v>
                      </c:pt>
                      <c:pt idx="3142">
                        <c:v>42475</c:v>
                      </c:pt>
                      <c:pt idx="3143">
                        <c:v>42478</c:v>
                      </c:pt>
                      <c:pt idx="3144">
                        <c:v>42479</c:v>
                      </c:pt>
                      <c:pt idx="3145">
                        <c:v>42480</c:v>
                      </c:pt>
                      <c:pt idx="3146">
                        <c:v>42481</c:v>
                      </c:pt>
                      <c:pt idx="3147">
                        <c:v>42482</c:v>
                      </c:pt>
                      <c:pt idx="3148">
                        <c:v>42485</c:v>
                      </c:pt>
                      <c:pt idx="3149">
                        <c:v>42486</c:v>
                      </c:pt>
                      <c:pt idx="3150">
                        <c:v>42487</c:v>
                      </c:pt>
                      <c:pt idx="3151">
                        <c:v>42488</c:v>
                      </c:pt>
                      <c:pt idx="3152">
                        <c:v>42489</c:v>
                      </c:pt>
                      <c:pt idx="3153">
                        <c:v>42492</c:v>
                      </c:pt>
                      <c:pt idx="3154">
                        <c:v>42493</c:v>
                      </c:pt>
                      <c:pt idx="3155">
                        <c:v>42494</c:v>
                      </c:pt>
                      <c:pt idx="3156">
                        <c:v>42495</c:v>
                      </c:pt>
                      <c:pt idx="3157">
                        <c:v>42496</c:v>
                      </c:pt>
                      <c:pt idx="3158">
                        <c:v>42499</c:v>
                      </c:pt>
                      <c:pt idx="3159">
                        <c:v>42500</c:v>
                      </c:pt>
                      <c:pt idx="3160">
                        <c:v>42501</c:v>
                      </c:pt>
                      <c:pt idx="3161">
                        <c:v>42502</c:v>
                      </c:pt>
                      <c:pt idx="3162">
                        <c:v>42503</c:v>
                      </c:pt>
                      <c:pt idx="3163">
                        <c:v>42506</c:v>
                      </c:pt>
                      <c:pt idx="3164">
                        <c:v>42507</c:v>
                      </c:pt>
                      <c:pt idx="3165">
                        <c:v>42508</c:v>
                      </c:pt>
                      <c:pt idx="3166">
                        <c:v>42509</c:v>
                      </c:pt>
                      <c:pt idx="3167">
                        <c:v>42510</c:v>
                      </c:pt>
                      <c:pt idx="3168">
                        <c:v>42513</c:v>
                      </c:pt>
                      <c:pt idx="3169">
                        <c:v>42514</c:v>
                      </c:pt>
                      <c:pt idx="3170">
                        <c:v>42515</c:v>
                      </c:pt>
                      <c:pt idx="3171">
                        <c:v>42516</c:v>
                      </c:pt>
                      <c:pt idx="3172">
                        <c:v>42517</c:v>
                      </c:pt>
                      <c:pt idx="3173">
                        <c:v>42520</c:v>
                      </c:pt>
                      <c:pt idx="3174">
                        <c:v>42521</c:v>
                      </c:pt>
                      <c:pt idx="3175">
                        <c:v>42522</c:v>
                      </c:pt>
                      <c:pt idx="3176">
                        <c:v>42523</c:v>
                      </c:pt>
                      <c:pt idx="3177">
                        <c:v>42524</c:v>
                      </c:pt>
                      <c:pt idx="3178">
                        <c:v>42527</c:v>
                      </c:pt>
                      <c:pt idx="3179">
                        <c:v>42528</c:v>
                      </c:pt>
                      <c:pt idx="3180">
                        <c:v>42529</c:v>
                      </c:pt>
                      <c:pt idx="3181">
                        <c:v>42530</c:v>
                      </c:pt>
                      <c:pt idx="3182">
                        <c:v>42531</c:v>
                      </c:pt>
                      <c:pt idx="3183">
                        <c:v>42534</c:v>
                      </c:pt>
                      <c:pt idx="3184">
                        <c:v>42535</c:v>
                      </c:pt>
                      <c:pt idx="3185">
                        <c:v>42536</c:v>
                      </c:pt>
                      <c:pt idx="3186">
                        <c:v>42537</c:v>
                      </c:pt>
                      <c:pt idx="3187">
                        <c:v>42538</c:v>
                      </c:pt>
                      <c:pt idx="3188">
                        <c:v>42541</c:v>
                      </c:pt>
                      <c:pt idx="3189">
                        <c:v>42542</c:v>
                      </c:pt>
                      <c:pt idx="3190">
                        <c:v>42543</c:v>
                      </c:pt>
                      <c:pt idx="3191">
                        <c:v>42544</c:v>
                      </c:pt>
                      <c:pt idx="3192">
                        <c:v>42545</c:v>
                      </c:pt>
                      <c:pt idx="3193">
                        <c:v>42548</c:v>
                      </c:pt>
                      <c:pt idx="3194">
                        <c:v>42549</c:v>
                      </c:pt>
                      <c:pt idx="3195">
                        <c:v>42550</c:v>
                      </c:pt>
                      <c:pt idx="3196">
                        <c:v>42551</c:v>
                      </c:pt>
                      <c:pt idx="3197">
                        <c:v>42552</c:v>
                      </c:pt>
                      <c:pt idx="3198">
                        <c:v>42555</c:v>
                      </c:pt>
                      <c:pt idx="3199">
                        <c:v>42556</c:v>
                      </c:pt>
                      <c:pt idx="3200">
                        <c:v>42557</c:v>
                      </c:pt>
                      <c:pt idx="3201">
                        <c:v>42558</c:v>
                      </c:pt>
                      <c:pt idx="3202">
                        <c:v>42559</c:v>
                      </c:pt>
                      <c:pt idx="3203">
                        <c:v>42562</c:v>
                      </c:pt>
                      <c:pt idx="3204">
                        <c:v>42563</c:v>
                      </c:pt>
                      <c:pt idx="3205">
                        <c:v>42564</c:v>
                      </c:pt>
                      <c:pt idx="3206">
                        <c:v>42565</c:v>
                      </c:pt>
                      <c:pt idx="3207">
                        <c:v>42566</c:v>
                      </c:pt>
                      <c:pt idx="3208">
                        <c:v>42569</c:v>
                      </c:pt>
                      <c:pt idx="3209">
                        <c:v>42570</c:v>
                      </c:pt>
                      <c:pt idx="3210">
                        <c:v>42571</c:v>
                      </c:pt>
                      <c:pt idx="3211">
                        <c:v>42572</c:v>
                      </c:pt>
                      <c:pt idx="3212">
                        <c:v>42573</c:v>
                      </c:pt>
                      <c:pt idx="3213">
                        <c:v>42576</c:v>
                      </c:pt>
                      <c:pt idx="3214">
                        <c:v>42577</c:v>
                      </c:pt>
                      <c:pt idx="3215">
                        <c:v>42578</c:v>
                      </c:pt>
                      <c:pt idx="3216">
                        <c:v>42579</c:v>
                      </c:pt>
                      <c:pt idx="3217">
                        <c:v>42580</c:v>
                      </c:pt>
                      <c:pt idx="3218">
                        <c:v>42583</c:v>
                      </c:pt>
                      <c:pt idx="3219">
                        <c:v>42584</c:v>
                      </c:pt>
                      <c:pt idx="3220">
                        <c:v>42585</c:v>
                      </c:pt>
                      <c:pt idx="3221">
                        <c:v>42586</c:v>
                      </c:pt>
                      <c:pt idx="3222">
                        <c:v>42587</c:v>
                      </c:pt>
                      <c:pt idx="3223">
                        <c:v>42590</c:v>
                      </c:pt>
                      <c:pt idx="3224">
                        <c:v>42591</c:v>
                      </c:pt>
                      <c:pt idx="3225">
                        <c:v>42592</c:v>
                      </c:pt>
                      <c:pt idx="3226">
                        <c:v>42593</c:v>
                      </c:pt>
                      <c:pt idx="3227">
                        <c:v>42594</c:v>
                      </c:pt>
                      <c:pt idx="3228">
                        <c:v>42597</c:v>
                      </c:pt>
                      <c:pt idx="3229">
                        <c:v>42598</c:v>
                      </c:pt>
                      <c:pt idx="3230">
                        <c:v>42599</c:v>
                      </c:pt>
                      <c:pt idx="3231">
                        <c:v>42600</c:v>
                      </c:pt>
                      <c:pt idx="3232">
                        <c:v>42601</c:v>
                      </c:pt>
                      <c:pt idx="3233">
                        <c:v>42604</c:v>
                      </c:pt>
                      <c:pt idx="3234">
                        <c:v>42605</c:v>
                      </c:pt>
                      <c:pt idx="3235">
                        <c:v>42606</c:v>
                      </c:pt>
                      <c:pt idx="3236">
                        <c:v>42607</c:v>
                      </c:pt>
                      <c:pt idx="3237">
                        <c:v>42608</c:v>
                      </c:pt>
                      <c:pt idx="3238">
                        <c:v>42611</c:v>
                      </c:pt>
                      <c:pt idx="3239">
                        <c:v>42612</c:v>
                      </c:pt>
                      <c:pt idx="3240">
                        <c:v>42613</c:v>
                      </c:pt>
                      <c:pt idx="3241">
                        <c:v>42614</c:v>
                      </c:pt>
                      <c:pt idx="3242">
                        <c:v>42615</c:v>
                      </c:pt>
                      <c:pt idx="3243">
                        <c:v>42618</c:v>
                      </c:pt>
                      <c:pt idx="3244">
                        <c:v>42619</c:v>
                      </c:pt>
                      <c:pt idx="3245">
                        <c:v>42620</c:v>
                      </c:pt>
                      <c:pt idx="3246">
                        <c:v>42621</c:v>
                      </c:pt>
                      <c:pt idx="3247">
                        <c:v>42622</c:v>
                      </c:pt>
                      <c:pt idx="3248">
                        <c:v>42625</c:v>
                      </c:pt>
                      <c:pt idx="3249">
                        <c:v>42626</c:v>
                      </c:pt>
                      <c:pt idx="3250">
                        <c:v>42627</c:v>
                      </c:pt>
                      <c:pt idx="3251">
                        <c:v>42628</c:v>
                      </c:pt>
                      <c:pt idx="3252">
                        <c:v>42629</c:v>
                      </c:pt>
                      <c:pt idx="3253">
                        <c:v>42632</c:v>
                      </c:pt>
                      <c:pt idx="3254">
                        <c:v>42633</c:v>
                      </c:pt>
                      <c:pt idx="3255">
                        <c:v>42634</c:v>
                      </c:pt>
                      <c:pt idx="3256">
                        <c:v>42635</c:v>
                      </c:pt>
                      <c:pt idx="3257">
                        <c:v>42636</c:v>
                      </c:pt>
                      <c:pt idx="3258">
                        <c:v>42639</c:v>
                      </c:pt>
                      <c:pt idx="3259">
                        <c:v>42640</c:v>
                      </c:pt>
                      <c:pt idx="3260">
                        <c:v>42641</c:v>
                      </c:pt>
                      <c:pt idx="3261">
                        <c:v>42642</c:v>
                      </c:pt>
                      <c:pt idx="3262">
                        <c:v>42643</c:v>
                      </c:pt>
                      <c:pt idx="3263">
                        <c:v>42646</c:v>
                      </c:pt>
                      <c:pt idx="3264">
                        <c:v>42647</c:v>
                      </c:pt>
                      <c:pt idx="3265">
                        <c:v>42648</c:v>
                      </c:pt>
                      <c:pt idx="3266">
                        <c:v>42649</c:v>
                      </c:pt>
                      <c:pt idx="3267">
                        <c:v>42650</c:v>
                      </c:pt>
                      <c:pt idx="3268">
                        <c:v>42653</c:v>
                      </c:pt>
                      <c:pt idx="3269">
                        <c:v>42654</c:v>
                      </c:pt>
                      <c:pt idx="3270">
                        <c:v>42655</c:v>
                      </c:pt>
                      <c:pt idx="3271">
                        <c:v>42656</c:v>
                      </c:pt>
                      <c:pt idx="3272">
                        <c:v>42657</c:v>
                      </c:pt>
                      <c:pt idx="3273">
                        <c:v>42660</c:v>
                      </c:pt>
                      <c:pt idx="3274">
                        <c:v>42661</c:v>
                      </c:pt>
                      <c:pt idx="3275">
                        <c:v>42662</c:v>
                      </c:pt>
                      <c:pt idx="3276">
                        <c:v>42663</c:v>
                      </c:pt>
                      <c:pt idx="3277">
                        <c:v>42664</c:v>
                      </c:pt>
                      <c:pt idx="3278">
                        <c:v>42667</c:v>
                      </c:pt>
                      <c:pt idx="3279">
                        <c:v>42668</c:v>
                      </c:pt>
                      <c:pt idx="3280">
                        <c:v>42669</c:v>
                      </c:pt>
                      <c:pt idx="3281">
                        <c:v>42670</c:v>
                      </c:pt>
                      <c:pt idx="3282">
                        <c:v>42671</c:v>
                      </c:pt>
                      <c:pt idx="3283">
                        <c:v>42674</c:v>
                      </c:pt>
                      <c:pt idx="3284">
                        <c:v>42675</c:v>
                      </c:pt>
                      <c:pt idx="3285">
                        <c:v>42676</c:v>
                      </c:pt>
                      <c:pt idx="3286">
                        <c:v>42677</c:v>
                      </c:pt>
                      <c:pt idx="3287">
                        <c:v>42678</c:v>
                      </c:pt>
                      <c:pt idx="3288">
                        <c:v>42681</c:v>
                      </c:pt>
                      <c:pt idx="3289">
                        <c:v>42682</c:v>
                      </c:pt>
                      <c:pt idx="3290">
                        <c:v>42683</c:v>
                      </c:pt>
                      <c:pt idx="3291">
                        <c:v>42684</c:v>
                      </c:pt>
                      <c:pt idx="3292">
                        <c:v>42685</c:v>
                      </c:pt>
                      <c:pt idx="3293">
                        <c:v>42688</c:v>
                      </c:pt>
                      <c:pt idx="3294">
                        <c:v>42689</c:v>
                      </c:pt>
                      <c:pt idx="3295">
                        <c:v>42690</c:v>
                      </c:pt>
                      <c:pt idx="3296">
                        <c:v>42691</c:v>
                      </c:pt>
                      <c:pt idx="3297">
                        <c:v>42692</c:v>
                      </c:pt>
                      <c:pt idx="3298">
                        <c:v>42695</c:v>
                      </c:pt>
                      <c:pt idx="3299">
                        <c:v>42696</c:v>
                      </c:pt>
                      <c:pt idx="3300">
                        <c:v>42697</c:v>
                      </c:pt>
                      <c:pt idx="3301">
                        <c:v>42698</c:v>
                      </c:pt>
                      <c:pt idx="3302">
                        <c:v>42699</c:v>
                      </c:pt>
                      <c:pt idx="3303">
                        <c:v>42702</c:v>
                      </c:pt>
                      <c:pt idx="3304">
                        <c:v>42703</c:v>
                      </c:pt>
                      <c:pt idx="3305">
                        <c:v>42704</c:v>
                      </c:pt>
                      <c:pt idx="3306">
                        <c:v>42705</c:v>
                      </c:pt>
                      <c:pt idx="3307">
                        <c:v>42706</c:v>
                      </c:pt>
                      <c:pt idx="3308">
                        <c:v>42709</c:v>
                      </c:pt>
                      <c:pt idx="3309">
                        <c:v>42710</c:v>
                      </c:pt>
                      <c:pt idx="3310">
                        <c:v>42711</c:v>
                      </c:pt>
                      <c:pt idx="3311">
                        <c:v>42712</c:v>
                      </c:pt>
                      <c:pt idx="3312">
                        <c:v>42713</c:v>
                      </c:pt>
                      <c:pt idx="3313">
                        <c:v>42716</c:v>
                      </c:pt>
                      <c:pt idx="3314">
                        <c:v>42717</c:v>
                      </c:pt>
                      <c:pt idx="3315">
                        <c:v>42718</c:v>
                      </c:pt>
                      <c:pt idx="3316">
                        <c:v>42719</c:v>
                      </c:pt>
                      <c:pt idx="3317">
                        <c:v>42720</c:v>
                      </c:pt>
                      <c:pt idx="3318">
                        <c:v>42723</c:v>
                      </c:pt>
                      <c:pt idx="3319">
                        <c:v>42724</c:v>
                      </c:pt>
                      <c:pt idx="3320">
                        <c:v>42725</c:v>
                      </c:pt>
                      <c:pt idx="3321">
                        <c:v>42726</c:v>
                      </c:pt>
                      <c:pt idx="3322">
                        <c:v>42727</c:v>
                      </c:pt>
                      <c:pt idx="3323">
                        <c:v>42730</c:v>
                      </c:pt>
                      <c:pt idx="3324">
                        <c:v>42731</c:v>
                      </c:pt>
                      <c:pt idx="3325">
                        <c:v>42732</c:v>
                      </c:pt>
                      <c:pt idx="3326">
                        <c:v>42733</c:v>
                      </c:pt>
                      <c:pt idx="3327">
                        <c:v>42734</c:v>
                      </c:pt>
                      <c:pt idx="3328">
                        <c:v>42737</c:v>
                      </c:pt>
                      <c:pt idx="3329">
                        <c:v>42738</c:v>
                      </c:pt>
                      <c:pt idx="3330">
                        <c:v>42739</c:v>
                      </c:pt>
                      <c:pt idx="3331">
                        <c:v>42740</c:v>
                      </c:pt>
                      <c:pt idx="3332">
                        <c:v>42741</c:v>
                      </c:pt>
                      <c:pt idx="3333">
                        <c:v>42744</c:v>
                      </c:pt>
                      <c:pt idx="3334">
                        <c:v>42745</c:v>
                      </c:pt>
                      <c:pt idx="3335">
                        <c:v>42746</c:v>
                      </c:pt>
                      <c:pt idx="3336">
                        <c:v>42747</c:v>
                      </c:pt>
                      <c:pt idx="3337">
                        <c:v>42748</c:v>
                      </c:pt>
                      <c:pt idx="3338">
                        <c:v>42751</c:v>
                      </c:pt>
                      <c:pt idx="3339">
                        <c:v>42752</c:v>
                      </c:pt>
                      <c:pt idx="3340">
                        <c:v>42753</c:v>
                      </c:pt>
                      <c:pt idx="3341">
                        <c:v>42754</c:v>
                      </c:pt>
                      <c:pt idx="3342">
                        <c:v>42755</c:v>
                      </c:pt>
                      <c:pt idx="3343">
                        <c:v>42758</c:v>
                      </c:pt>
                      <c:pt idx="3344">
                        <c:v>42759</c:v>
                      </c:pt>
                      <c:pt idx="3345">
                        <c:v>42760</c:v>
                      </c:pt>
                      <c:pt idx="3346">
                        <c:v>42761</c:v>
                      </c:pt>
                      <c:pt idx="3347">
                        <c:v>42762</c:v>
                      </c:pt>
                      <c:pt idx="3348">
                        <c:v>42765</c:v>
                      </c:pt>
                      <c:pt idx="3349">
                        <c:v>42766</c:v>
                      </c:pt>
                      <c:pt idx="3350">
                        <c:v>42767</c:v>
                      </c:pt>
                      <c:pt idx="3351">
                        <c:v>42768</c:v>
                      </c:pt>
                      <c:pt idx="3352">
                        <c:v>42769</c:v>
                      </c:pt>
                      <c:pt idx="3353">
                        <c:v>42772</c:v>
                      </c:pt>
                      <c:pt idx="3354">
                        <c:v>42773</c:v>
                      </c:pt>
                      <c:pt idx="3355">
                        <c:v>42774</c:v>
                      </c:pt>
                      <c:pt idx="3356">
                        <c:v>42775</c:v>
                      </c:pt>
                      <c:pt idx="3357">
                        <c:v>42776</c:v>
                      </c:pt>
                      <c:pt idx="3358">
                        <c:v>42779</c:v>
                      </c:pt>
                      <c:pt idx="3359">
                        <c:v>42780</c:v>
                      </c:pt>
                      <c:pt idx="3360">
                        <c:v>42781</c:v>
                      </c:pt>
                      <c:pt idx="3361">
                        <c:v>42782</c:v>
                      </c:pt>
                      <c:pt idx="3362">
                        <c:v>42783</c:v>
                      </c:pt>
                      <c:pt idx="3363">
                        <c:v>42786</c:v>
                      </c:pt>
                      <c:pt idx="3364">
                        <c:v>42787</c:v>
                      </c:pt>
                      <c:pt idx="3365">
                        <c:v>42788</c:v>
                      </c:pt>
                      <c:pt idx="3366">
                        <c:v>42789</c:v>
                      </c:pt>
                      <c:pt idx="3367">
                        <c:v>42790</c:v>
                      </c:pt>
                      <c:pt idx="3368">
                        <c:v>42793</c:v>
                      </c:pt>
                      <c:pt idx="3369">
                        <c:v>42794</c:v>
                      </c:pt>
                      <c:pt idx="3370">
                        <c:v>42795</c:v>
                      </c:pt>
                      <c:pt idx="3371">
                        <c:v>42796</c:v>
                      </c:pt>
                      <c:pt idx="3372">
                        <c:v>42797</c:v>
                      </c:pt>
                      <c:pt idx="3373">
                        <c:v>42800</c:v>
                      </c:pt>
                      <c:pt idx="3374">
                        <c:v>42801</c:v>
                      </c:pt>
                      <c:pt idx="3375">
                        <c:v>42802</c:v>
                      </c:pt>
                      <c:pt idx="3376">
                        <c:v>42803</c:v>
                      </c:pt>
                      <c:pt idx="3377">
                        <c:v>42804</c:v>
                      </c:pt>
                      <c:pt idx="3378">
                        <c:v>42807</c:v>
                      </c:pt>
                      <c:pt idx="3379">
                        <c:v>42808</c:v>
                      </c:pt>
                      <c:pt idx="3380">
                        <c:v>42809</c:v>
                      </c:pt>
                      <c:pt idx="3381">
                        <c:v>42810</c:v>
                      </c:pt>
                      <c:pt idx="3382">
                        <c:v>42811</c:v>
                      </c:pt>
                      <c:pt idx="3383">
                        <c:v>42814</c:v>
                      </c:pt>
                      <c:pt idx="3384">
                        <c:v>42815</c:v>
                      </c:pt>
                      <c:pt idx="3385">
                        <c:v>42816</c:v>
                      </c:pt>
                      <c:pt idx="3386">
                        <c:v>42817</c:v>
                      </c:pt>
                      <c:pt idx="3387">
                        <c:v>42818</c:v>
                      </c:pt>
                      <c:pt idx="3388">
                        <c:v>42821</c:v>
                      </c:pt>
                      <c:pt idx="3389">
                        <c:v>42822</c:v>
                      </c:pt>
                      <c:pt idx="3390">
                        <c:v>42823</c:v>
                      </c:pt>
                      <c:pt idx="3391">
                        <c:v>42824</c:v>
                      </c:pt>
                      <c:pt idx="3392">
                        <c:v>42825</c:v>
                      </c:pt>
                      <c:pt idx="3393">
                        <c:v>42828</c:v>
                      </c:pt>
                      <c:pt idx="3394">
                        <c:v>42829</c:v>
                      </c:pt>
                      <c:pt idx="3395">
                        <c:v>42830</c:v>
                      </c:pt>
                      <c:pt idx="3396">
                        <c:v>42831</c:v>
                      </c:pt>
                      <c:pt idx="3397">
                        <c:v>42832</c:v>
                      </c:pt>
                      <c:pt idx="3398">
                        <c:v>42835</c:v>
                      </c:pt>
                      <c:pt idx="3399">
                        <c:v>42836</c:v>
                      </c:pt>
                      <c:pt idx="3400">
                        <c:v>42837</c:v>
                      </c:pt>
                      <c:pt idx="3401">
                        <c:v>42838</c:v>
                      </c:pt>
                      <c:pt idx="3402">
                        <c:v>42839</c:v>
                      </c:pt>
                      <c:pt idx="3403">
                        <c:v>42842</c:v>
                      </c:pt>
                      <c:pt idx="3404">
                        <c:v>42843</c:v>
                      </c:pt>
                      <c:pt idx="3405">
                        <c:v>42844</c:v>
                      </c:pt>
                      <c:pt idx="3406">
                        <c:v>42845</c:v>
                      </c:pt>
                      <c:pt idx="3407">
                        <c:v>42846</c:v>
                      </c:pt>
                      <c:pt idx="3408">
                        <c:v>42849</c:v>
                      </c:pt>
                      <c:pt idx="3409">
                        <c:v>42850</c:v>
                      </c:pt>
                      <c:pt idx="3410">
                        <c:v>42851</c:v>
                      </c:pt>
                      <c:pt idx="3411">
                        <c:v>42852</c:v>
                      </c:pt>
                      <c:pt idx="3412">
                        <c:v>42853</c:v>
                      </c:pt>
                      <c:pt idx="3413">
                        <c:v>42856</c:v>
                      </c:pt>
                      <c:pt idx="3414">
                        <c:v>42857</c:v>
                      </c:pt>
                      <c:pt idx="3415">
                        <c:v>42858</c:v>
                      </c:pt>
                      <c:pt idx="3416">
                        <c:v>42859</c:v>
                      </c:pt>
                      <c:pt idx="3417">
                        <c:v>42860</c:v>
                      </c:pt>
                      <c:pt idx="3418">
                        <c:v>42863</c:v>
                      </c:pt>
                      <c:pt idx="3419">
                        <c:v>42864</c:v>
                      </c:pt>
                      <c:pt idx="3420">
                        <c:v>42865</c:v>
                      </c:pt>
                      <c:pt idx="3421">
                        <c:v>42866</c:v>
                      </c:pt>
                      <c:pt idx="3422">
                        <c:v>42867</c:v>
                      </c:pt>
                      <c:pt idx="3423">
                        <c:v>42870</c:v>
                      </c:pt>
                      <c:pt idx="3424">
                        <c:v>42871</c:v>
                      </c:pt>
                      <c:pt idx="3425">
                        <c:v>42872</c:v>
                      </c:pt>
                      <c:pt idx="3426">
                        <c:v>42873</c:v>
                      </c:pt>
                      <c:pt idx="3427">
                        <c:v>42874</c:v>
                      </c:pt>
                      <c:pt idx="3428">
                        <c:v>42877</c:v>
                      </c:pt>
                      <c:pt idx="3429">
                        <c:v>42878</c:v>
                      </c:pt>
                      <c:pt idx="3430">
                        <c:v>42879</c:v>
                      </c:pt>
                      <c:pt idx="3431">
                        <c:v>42880</c:v>
                      </c:pt>
                      <c:pt idx="3432">
                        <c:v>42881</c:v>
                      </c:pt>
                      <c:pt idx="3433">
                        <c:v>42884</c:v>
                      </c:pt>
                      <c:pt idx="3434">
                        <c:v>42885</c:v>
                      </c:pt>
                      <c:pt idx="3435">
                        <c:v>42886</c:v>
                      </c:pt>
                      <c:pt idx="3436">
                        <c:v>42887</c:v>
                      </c:pt>
                      <c:pt idx="3437">
                        <c:v>42888</c:v>
                      </c:pt>
                      <c:pt idx="3438">
                        <c:v>42891</c:v>
                      </c:pt>
                      <c:pt idx="3439">
                        <c:v>42892</c:v>
                      </c:pt>
                      <c:pt idx="3440">
                        <c:v>42893</c:v>
                      </c:pt>
                      <c:pt idx="3441">
                        <c:v>42894</c:v>
                      </c:pt>
                      <c:pt idx="3442">
                        <c:v>42895</c:v>
                      </c:pt>
                      <c:pt idx="3443">
                        <c:v>42898</c:v>
                      </c:pt>
                      <c:pt idx="3444">
                        <c:v>42899</c:v>
                      </c:pt>
                      <c:pt idx="3445">
                        <c:v>42900</c:v>
                      </c:pt>
                      <c:pt idx="3446">
                        <c:v>42901</c:v>
                      </c:pt>
                      <c:pt idx="3447">
                        <c:v>42902</c:v>
                      </c:pt>
                      <c:pt idx="3448">
                        <c:v>42905</c:v>
                      </c:pt>
                      <c:pt idx="3449">
                        <c:v>42906</c:v>
                      </c:pt>
                      <c:pt idx="3450">
                        <c:v>42907</c:v>
                      </c:pt>
                      <c:pt idx="3451">
                        <c:v>42908</c:v>
                      </c:pt>
                      <c:pt idx="3452">
                        <c:v>42909</c:v>
                      </c:pt>
                      <c:pt idx="3453">
                        <c:v>42912</c:v>
                      </c:pt>
                      <c:pt idx="3454">
                        <c:v>42913</c:v>
                      </c:pt>
                      <c:pt idx="3455">
                        <c:v>42914</c:v>
                      </c:pt>
                      <c:pt idx="3456">
                        <c:v>42915</c:v>
                      </c:pt>
                      <c:pt idx="3457">
                        <c:v>42916</c:v>
                      </c:pt>
                      <c:pt idx="3458">
                        <c:v>42919</c:v>
                      </c:pt>
                      <c:pt idx="3459">
                        <c:v>42920</c:v>
                      </c:pt>
                      <c:pt idx="3460">
                        <c:v>42921</c:v>
                      </c:pt>
                      <c:pt idx="3461">
                        <c:v>42922</c:v>
                      </c:pt>
                      <c:pt idx="3462">
                        <c:v>42923</c:v>
                      </c:pt>
                      <c:pt idx="3463">
                        <c:v>42926</c:v>
                      </c:pt>
                      <c:pt idx="3464">
                        <c:v>42927</c:v>
                      </c:pt>
                      <c:pt idx="3465">
                        <c:v>42928</c:v>
                      </c:pt>
                      <c:pt idx="3466">
                        <c:v>42929</c:v>
                      </c:pt>
                      <c:pt idx="3467">
                        <c:v>42930</c:v>
                      </c:pt>
                      <c:pt idx="3468">
                        <c:v>42933</c:v>
                      </c:pt>
                      <c:pt idx="3469">
                        <c:v>42934</c:v>
                      </c:pt>
                      <c:pt idx="3470">
                        <c:v>42935</c:v>
                      </c:pt>
                      <c:pt idx="3471">
                        <c:v>42936</c:v>
                      </c:pt>
                      <c:pt idx="3472">
                        <c:v>42937</c:v>
                      </c:pt>
                      <c:pt idx="3473">
                        <c:v>42940</c:v>
                      </c:pt>
                      <c:pt idx="3474">
                        <c:v>42941</c:v>
                      </c:pt>
                      <c:pt idx="3475">
                        <c:v>42942</c:v>
                      </c:pt>
                      <c:pt idx="3476">
                        <c:v>42943</c:v>
                      </c:pt>
                      <c:pt idx="3477">
                        <c:v>42944</c:v>
                      </c:pt>
                      <c:pt idx="3478">
                        <c:v>42947</c:v>
                      </c:pt>
                      <c:pt idx="3479">
                        <c:v>42948</c:v>
                      </c:pt>
                      <c:pt idx="3480">
                        <c:v>42949</c:v>
                      </c:pt>
                      <c:pt idx="3481">
                        <c:v>42950</c:v>
                      </c:pt>
                      <c:pt idx="3482">
                        <c:v>42951</c:v>
                      </c:pt>
                      <c:pt idx="3483">
                        <c:v>42954</c:v>
                      </c:pt>
                      <c:pt idx="3484">
                        <c:v>42955</c:v>
                      </c:pt>
                      <c:pt idx="3485">
                        <c:v>42956</c:v>
                      </c:pt>
                      <c:pt idx="3486">
                        <c:v>42957</c:v>
                      </c:pt>
                      <c:pt idx="3487">
                        <c:v>42958</c:v>
                      </c:pt>
                      <c:pt idx="3488">
                        <c:v>42961</c:v>
                      </c:pt>
                      <c:pt idx="3489">
                        <c:v>42962</c:v>
                      </c:pt>
                      <c:pt idx="3490">
                        <c:v>42963</c:v>
                      </c:pt>
                      <c:pt idx="3491">
                        <c:v>42964</c:v>
                      </c:pt>
                      <c:pt idx="3492">
                        <c:v>42965</c:v>
                      </c:pt>
                      <c:pt idx="3493">
                        <c:v>42968</c:v>
                      </c:pt>
                      <c:pt idx="3494">
                        <c:v>42969</c:v>
                      </c:pt>
                      <c:pt idx="3495">
                        <c:v>42970</c:v>
                      </c:pt>
                      <c:pt idx="3496">
                        <c:v>42971</c:v>
                      </c:pt>
                      <c:pt idx="3497">
                        <c:v>42972</c:v>
                      </c:pt>
                      <c:pt idx="3498">
                        <c:v>42975</c:v>
                      </c:pt>
                      <c:pt idx="3499">
                        <c:v>42976</c:v>
                      </c:pt>
                      <c:pt idx="3500">
                        <c:v>42977</c:v>
                      </c:pt>
                      <c:pt idx="3501">
                        <c:v>42978</c:v>
                      </c:pt>
                      <c:pt idx="3502">
                        <c:v>42979</c:v>
                      </c:pt>
                      <c:pt idx="3503">
                        <c:v>42982</c:v>
                      </c:pt>
                      <c:pt idx="3504">
                        <c:v>42983</c:v>
                      </c:pt>
                      <c:pt idx="3505">
                        <c:v>42984</c:v>
                      </c:pt>
                      <c:pt idx="3506">
                        <c:v>42985</c:v>
                      </c:pt>
                      <c:pt idx="3507">
                        <c:v>42986</c:v>
                      </c:pt>
                      <c:pt idx="3508">
                        <c:v>42989</c:v>
                      </c:pt>
                      <c:pt idx="3509">
                        <c:v>42990</c:v>
                      </c:pt>
                      <c:pt idx="3510">
                        <c:v>42991</c:v>
                      </c:pt>
                      <c:pt idx="3511">
                        <c:v>42992</c:v>
                      </c:pt>
                      <c:pt idx="3512">
                        <c:v>42993</c:v>
                      </c:pt>
                      <c:pt idx="3513">
                        <c:v>42996</c:v>
                      </c:pt>
                      <c:pt idx="3514">
                        <c:v>42997</c:v>
                      </c:pt>
                      <c:pt idx="3515">
                        <c:v>42998</c:v>
                      </c:pt>
                      <c:pt idx="3516">
                        <c:v>42999</c:v>
                      </c:pt>
                      <c:pt idx="3517">
                        <c:v>43000</c:v>
                      </c:pt>
                      <c:pt idx="3518">
                        <c:v>43003</c:v>
                      </c:pt>
                      <c:pt idx="3519">
                        <c:v>43004</c:v>
                      </c:pt>
                      <c:pt idx="3520">
                        <c:v>43005</c:v>
                      </c:pt>
                      <c:pt idx="3521">
                        <c:v>43006</c:v>
                      </c:pt>
                      <c:pt idx="3522">
                        <c:v>43007</c:v>
                      </c:pt>
                      <c:pt idx="3523">
                        <c:v>43010</c:v>
                      </c:pt>
                      <c:pt idx="3524">
                        <c:v>43011</c:v>
                      </c:pt>
                      <c:pt idx="3525">
                        <c:v>43012</c:v>
                      </c:pt>
                      <c:pt idx="3526">
                        <c:v>43013</c:v>
                      </c:pt>
                      <c:pt idx="3527">
                        <c:v>43014</c:v>
                      </c:pt>
                      <c:pt idx="3528">
                        <c:v>43017</c:v>
                      </c:pt>
                      <c:pt idx="3529">
                        <c:v>43018</c:v>
                      </c:pt>
                      <c:pt idx="3530">
                        <c:v>43019</c:v>
                      </c:pt>
                      <c:pt idx="3531">
                        <c:v>43020</c:v>
                      </c:pt>
                      <c:pt idx="3532">
                        <c:v>43021</c:v>
                      </c:pt>
                      <c:pt idx="3533">
                        <c:v>43024</c:v>
                      </c:pt>
                      <c:pt idx="3534">
                        <c:v>43025</c:v>
                      </c:pt>
                      <c:pt idx="3535">
                        <c:v>43026</c:v>
                      </c:pt>
                      <c:pt idx="3536">
                        <c:v>43027</c:v>
                      </c:pt>
                      <c:pt idx="3537">
                        <c:v>43028</c:v>
                      </c:pt>
                      <c:pt idx="3538">
                        <c:v>43031</c:v>
                      </c:pt>
                      <c:pt idx="3539">
                        <c:v>43032</c:v>
                      </c:pt>
                      <c:pt idx="3540">
                        <c:v>43033</c:v>
                      </c:pt>
                      <c:pt idx="3541">
                        <c:v>43034</c:v>
                      </c:pt>
                      <c:pt idx="3542">
                        <c:v>43035</c:v>
                      </c:pt>
                      <c:pt idx="3543">
                        <c:v>43038</c:v>
                      </c:pt>
                      <c:pt idx="3544">
                        <c:v>43039</c:v>
                      </c:pt>
                      <c:pt idx="3545">
                        <c:v>43040</c:v>
                      </c:pt>
                      <c:pt idx="3546">
                        <c:v>43041</c:v>
                      </c:pt>
                      <c:pt idx="3547">
                        <c:v>43042</c:v>
                      </c:pt>
                      <c:pt idx="3548">
                        <c:v>43045</c:v>
                      </c:pt>
                      <c:pt idx="3549">
                        <c:v>43046</c:v>
                      </c:pt>
                      <c:pt idx="3550">
                        <c:v>43047</c:v>
                      </c:pt>
                      <c:pt idx="3551">
                        <c:v>43048</c:v>
                      </c:pt>
                      <c:pt idx="3552">
                        <c:v>43049</c:v>
                      </c:pt>
                      <c:pt idx="3553">
                        <c:v>43052</c:v>
                      </c:pt>
                      <c:pt idx="3554">
                        <c:v>43053</c:v>
                      </c:pt>
                      <c:pt idx="3555">
                        <c:v>43054</c:v>
                      </c:pt>
                      <c:pt idx="3556">
                        <c:v>43055</c:v>
                      </c:pt>
                      <c:pt idx="3557">
                        <c:v>43056</c:v>
                      </c:pt>
                      <c:pt idx="3558">
                        <c:v>43059</c:v>
                      </c:pt>
                      <c:pt idx="3559">
                        <c:v>43060</c:v>
                      </c:pt>
                      <c:pt idx="3560">
                        <c:v>43061</c:v>
                      </c:pt>
                      <c:pt idx="3561">
                        <c:v>43062</c:v>
                      </c:pt>
                      <c:pt idx="3562">
                        <c:v>43063</c:v>
                      </c:pt>
                      <c:pt idx="3563">
                        <c:v>43066</c:v>
                      </c:pt>
                      <c:pt idx="3564">
                        <c:v>43067</c:v>
                      </c:pt>
                      <c:pt idx="3565">
                        <c:v>43068</c:v>
                      </c:pt>
                      <c:pt idx="3566">
                        <c:v>43069</c:v>
                      </c:pt>
                      <c:pt idx="3567">
                        <c:v>43070</c:v>
                      </c:pt>
                      <c:pt idx="3568">
                        <c:v>43073</c:v>
                      </c:pt>
                      <c:pt idx="3569">
                        <c:v>43074</c:v>
                      </c:pt>
                      <c:pt idx="3570">
                        <c:v>43075</c:v>
                      </c:pt>
                      <c:pt idx="3571">
                        <c:v>43076</c:v>
                      </c:pt>
                      <c:pt idx="3572">
                        <c:v>43077</c:v>
                      </c:pt>
                      <c:pt idx="3573">
                        <c:v>43080</c:v>
                      </c:pt>
                      <c:pt idx="3574">
                        <c:v>43081</c:v>
                      </c:pt>
                      <c:pt idx="3575">
                        <c:v>43082</c:v>
                      </c:pt>
                      <c:pt idx="3576">
                        <c:v>43083</c:v>
                      </c:pt>
                      <c:pt idx="3577">
                        <c:v>43084</c:v>
                      </c:pt>
                      <c:pt idx="3578">
                        <c:v>43087</c:v>
                      </c:pt>
                      <c:pt idx="3579">
                        <c:v>43088</c:v>
                      </c:pt>
                      <c:pt idx="3580">
                        <c:v>43089</c:v>
                      </c:pt>
                      <c:pt idx="3581">
                        <c:v>43090</c:v>
                      </c:pt>
                      <c:pt idx="3582">
                        <c:v>43091</c:v>
                      </c:pt>
                      <c:pt idx="3583">
                        <c:v>43094</c:v>
                      </c:pt>
                      <c:pt idx="3584">
                        <c:v>43095</c:v>
                      </c:pt>
                      <c:pt idx="3585">
                        <c:v>43096</c:v>
                      </c:pt>
                      <c:pt idx="3586">
                        <c:v>43097</c:v>
                      </c:pt>
                      <c:pt idx="3587">
                        <c:v>43098</c:v>
                      </c:pt>
                      <c:pt idx="3588">
                        <c:v>43101</c:v>
                      </c:pt>
                      <c:pt idx="3589">
                        <c:v>43102</c:v>
                      </c:pt>
                      <c:pt idx="3590">
                        <c:v>43103</c:v>
                      </c:pt>
                      <c:pt idx="3591">
                        <c:v>43104</c:v>
                      </c:pt>
                      <c:pt idx="3592">
                        <c:v>43105</c:v>
                      </c:pt>
                      <c:pt idx="3593">
                        <c:v>43108</c:v>
                      </c:pt>
                      <c:pt idx="3594">
                        <c:v>43109</c:v>
                      </c:pt>
                      <c:pt idx="3595">
                        <c:v>43110</c:v>
                      </c:pt>
                      <c:pt idx="3596">
                        <c:v>43111</c:v>
                      </c:pt>
                      <c:pt idx="3597">
                        <c:v>43112</c:v>
                      </c:pt>
                      <c:pt idx="3598">
                        <c:v>43115</c:v>
                      </c:pt>
                      <c:pt idx="3599">
                        <c:v>43116</c:v>
                      </c:pt>
                      <c:pt idx="3600">
                        <c:v>43117</c:v>
                      </c:pt>
                      <c:pt idx="3601">
                        <c:v>43118</c:v>
                      </c:pt>
                      <c:pt idx="3602">
                        <c:v>43119</c:v>
                      </c:pt>
                      <c:pt idx="3603">
                        <c:v>43122</c:v>
                      </c:pt>
                      <c:pt idx="3604">
                        <c:v>43123</c:v>
                      </c:pt>
                      <c:pt idx="3605">
                        <c:v>43124</c:v>
                      </c:pt>
                      <c:pt idx="3606">
                        <c:v>43125</c:v>
                      </c:pt>
                      <c:pt idx="3607">
                        <c:v>43126</c:v>
                      </c:pt>
                      <c:pt idx="3608">
                        <c:v>43129</c:v>
                      </c:pt>
                      <c:pt idx="3609">
                        <c:v>43130</c:v>
                      </c:pt>
                      <c:pt idx="3610">
                        <c:v>43131</c:v>
                      </c:pt>
                      <c:pt idx="3611">
                        <c:v>43132</c:v>
                      </c:pt>
                      <c:pt idx="3612">
                        <c:v>43133</c:v>
                      </c:pt>
                      <c:pt idx="3613">
                        <c:v>43136</c:v>
                      </c:pt>
                      <c:pt idx="3614">
                        <c:v>43137</c:v>
                      </c:pt>
                      <c:pt idx="3615">
                        <c:v>43138</c:v>
                      </c:pt>
                      <c:pt idx="3616">
                        <c:v>43139</c:v>
                      </c:pt>
                      <c:pt idx="3617">
                        <c:v>43140</c:v>
                      </c:pt>
                      <c:pt idx="3618">
                        <c:v>43143</c:v>
                      </c:pt>
                      <c:pt idx="3619">
                        <c:v>43144</c:v>
                      </c:pt>
                      <c:pt idx="3620">
                        <c:v>43145</c:v>
                      </c:pt>
                      <c:pt idx="3621">
                        <c:v>43146</c:v>
                      </c:pt>
                      <c:pt idx="3622">
                        <c:v>43147</c:v>
                      </c:pt>
                      <c:pt idx="3623">
                        <c:v>43150</c:v>
                      </c:pt>
                      <c:pt idx="3624">
                        <c:v>43151</c:v>
                      </c:pt>
                      <c:pt idx="3625">
                        <c:v>43152</c:v>
                      </c:pt>
                      <c:pt idx="3626">
                        <c:v>43153</c:v>
                      </c:pt>
                      <c:pt idx="3627">
                        <c:v>43154</c:v>
                      </c:pt>
                      <c:pt idx="3628">
                        <c:v>43157</c:v>
                      </c:pt>
                      <c:pt idx="3629">
                        <c:v>43158</c:v>
                      </c:pt>
                      <c:pt idx="3630">
                        <c:v>43159</c:v>
                      </c:pt>
                      <c:pt idx="3631">
                        <c:v>43160</c:v>
                      </c:pt>
                      <c:pt idx="3632">
                        <c:v>43161</c:v>
                      </c:pt>
                      <c:pt idx="3633">
                        <c:v>43164</c:v>
                      </c:pt>
                      <c:pt idx="3634">
                        <c:v>43165</c:v>
                      </c:pt>
                      <c:pt idx="3635">
                        <c:v>43166</c:v>
                      </c:pt>
                      <c:pt idx="3636">
                        <c:v>43167</c:v>
                      </c:pt>
                      <c:pt idx="3637">
                        <c:v>43168</c:v>
                      </c:pt>
                      <c:pt idx="3638">
                        <c:v>43171</c:v>
                      </c:pt>
                      <c:pt idx="3639">
                        <c:v>43172</c:v>
                      </c:pt>
                      <c:pt idx="3640">
                        <c:v>43173</c:v>
                      </c:pt>
                      <c:pt idx="3641">
                        <c:v>43174</c:v>
                      </c:pt>
                      <c:pt idx="3642">
                        <c:v>43175</c:v>
                      </c:pt>
                      <c:pt idx="3643">
                        <c:v>43178</c:v>
                      </c:pt>
                      <c:pt idx="3644">
                        <c:v>43179</c:v>
                      </c:pt>
                      <c:pt idx="3645">
                        <c:v>43180</c:v>
                      </c:pt>
                      <c:pt idx="3646">
                        <c:v>43181</c:v>
                      </c:pt>
                      <c:pt idx="3647">
                        <c:v>43182</c:v>
                      </c:pt>
                      <c:pt idx="3648">
                        <c:v>43185</c:v>
                      </c:pt>
                      <c:pt idx="3649">
                        <c:v>43186</c:v>
                      </c:pt>
                      <c:pt idx="3650">
                        <c:v>43187</c:v>
                      </c:pt>
                      <c:pt idx="3651">
                        <c:v>43188</c:v>
                      </c:pt>
                      <c:pt idx="3652">
                        <c:v>43189</c:v>
                      </c:pt>
                      <c:pt idx="3653">
                        <c:v>43192</c:v>
                      </c:pt>
                      <c:pt idx="3654">
                        <c:v>43193</c:v>
                      </c:pt>
                      <c:pt idx="3655">
                        <c:v>43194</c:v>
                      </c:pt>
                      <c:pt idx="3656">
                        <c:v>43195</c:v>
                      </c:pt>
                      <c:pt idx="3657">
                        <c:v>43196</c:v>
                      </c:pt>
                      <c:pt idx="3658">
                        <c:v>43199</c:v>
                      </c:pt>
                      <c:pt idx="3659">
                        <c:v>43200</c:v>
                      </c:pt>
                      <c:pt idx="3660">
                        <c:v>43201</c:v>
                      </c:pt>
                      <c:pt idx="3661">
                        <c:v>43202</c:v>
                      </c:pt>
                      <c:pt idx="3662">
                        <c:v>43203</c:v>
                      </c:pt>
                      <c:pt idx="3663">
                        <c:v>43206</c:v>
                      </c:pt>
                      <c:pt idx="3664">
                        <c:v>43207</c:v>
                      </c:pt>
                      <c:pt idx="3665">
                        <c:v>43208</c:v>
                      </c:pt>
                      <c:pt idx="3666">
                        <c:v>43209</c:v>
                      </c:pt>
                      <c:pt idx="3667">
                        <c:v>43210</c:v>
                      </c:pt>
                      <c:pt idx="3668">
                        <c:v>43213</c:v>
                      </c:pt>
                      <c:pt idx="3669">
                        <c:v>43214</c:v>
                      </c:pt>
                      <c:pt idx="3670">
                        <c:v>43215</c:v>
                      </c:pt>
                      <c:pt idx="3671">
                        <c:v>43216</c:v>
                      </c:pt>
                      <c:pt idx="3672">
                        <c:v>43217</c:v>
                      </c:pt>
                      <c:pt idx="3673">
                        <c:v>43220</c:v>
                      </c:pt>
                      <c:pt idx="3674">
                        <c:v>43221</c:v>
                      </c:pt>
                      <c:pt idx="3675">
                        <c:v>43222</c:v>
                      </c:pt>
                      <c:pt idx="3676">
                        <c:v>43223</c:v>
                      </c:pt>
                      <c:pt idx="3677">
                        <c:v>43224</c:v>
                      </c:pt>
                      <c:pt idx="3678">
                        <c:v>43227</c:v>
                      </c:pt>
                      <c:pt idx="3679">
                        <c:v>43228</c:v>
                      </c:pt>
                      <c:pt idx="3680">
                        <c:v>43229</c:v>
                      </c:pt>
                      <c:pt idx="3681">
                        <c:v>43230</c:v>
                      </c:pt>
                      <c:pt idx="3682">
                        <c:v>43231</c:v>
                      </c:pt>
                      <c:pt idx="3683">
                        <c:v>43234</c:v>
                      </c:pt>
                      <c:pt idx="3684">
                        <c:v>43235</c:v>
                      </c:pt>
                      <c:pt idx="3685">
                        <c:v>43236</c:v>
                      </c:pt>
                      <c:pt idx="3686">
                        <c:v>43237</c:v>
                      </c:pt>
                      <c:pt idx="3687">
                        <c:v>43238</c:v>
                      </c:pt>
                      <c:pt idx="3688">
                        <c:v>43241</c:v>
                      </c:pt>
                      <c:pt idx="3689">
                        <c:v>43242</c:v>
                      </c:pt>
                      <c:pt idx="3690">
                        <c:v>43243</c:v>
                      </c:pt>
                      <c:pt idx="3691">
                        <c:v>43244</c:v>
                      </c:pt>
                      <c:pt idx="3692">
                        <c:v>43245</c:v>
                      </c:pt>
                      <c:pt idx="3693">
                        <c:v>43248</c:v>
                      </c:pt>
                      <c:pt idx="3694">
                        <c:v>43249</c:v>
                      </c:pt>
                      <c:pt idx="3695">
                        <c:v>43250</c:v>
                      </c:pt>
                      <c:pt idx="3696">
                        <c:v>43251</c:v>
                      </c:pt>
                      <c:pt idx="3697">
                        <c:v>43252</c:v>
                      </c:pt>
                      <c:pt idx="3698">
                        <c:v>43255</c:v>
                      </c:pt>
                      <c:pt idx="3699">
                        <c:v>43256</c:v>
                      </c:pt>
                      <c:pt idx="3700">
                        <c:v>43257</c:v>
                      </c:pt>
                      <c:pt idx="3701">
                        <c:v>43258</c:v>
                      </c:pt>
                      <c:pt idx="3702">
                        <c:v>43259</c:v>
                      </c:pt>
                      <c:pt idx="3703">
                        <c:v>43262</c:v>
                      </c:pt>
                      <c:pt idx="3704">
                        <c:v>43263</c:v>
                      </c:pt>
                      <c:pt idx="3705">
                        <c:v>43264</c:v>
                      </c:pt>
                      <c:pt idx="3706">
                        <c:v>43265</c:v>
                      </c:pt>
                      <c:pt idx="3707">
                        <c:v>43266</c:v>
                      </c:pt>
                      <c:pt idx="3708">
                        <c:v>43269</c:v>
                      </c:pt>
                      <c:pt idx="3709">
                        <c:v>43270</c:v>
                      </c:pt>
                      <c:pt idx="3710">
                        <c:v>43271</c:v>
                      </c:pt>
                      <c:pt idx="3711">
                        <c:v>43272</c:v>
                      </c:pt>
                      <c:pt idx="3712">
                        <c:v>43273</c:v>
                      </c:pt>
                      <c:pt idx="3713">
                        <c:v>43276</c:v>
                      </c:pt>
                      <c:pt idx="3714">
                        <c:v>43277</c:v>
                      </c:pt>
                      <c:pt idx="3715">
                        <c:v>43278</c:v>
                      </c:pt>
                      <c:pt idx="3716">
                        <c:v>43279</c:v>
                      </c:pt>
                      <c:pt idx="3717">
                        <c:v>43280</c:v>
                      </c:pt>
                      <c:pt idx="3718">
                        <c:v>43283</c:v>
                      </c:pt>
                      <c:pt idx="3719">
                        <c:v>43284</c:v>
                      </c:pt>
                      <c:pt idx="3720">
                        <c:v>43285</c:v>
                      </c:pt>
                      <c:pt idx="3721">
                        <c:v>43286</c:v>
                      </c:pt>
                      <c:pt idx="3722">
                        <c:v>43287</c:v>
                      </c:pt>
                      <c:pt idx="3723">
                        <c:v>43290</c:v>
                      </c:pt>
                      <c:pt idx="3724">
                        <c:v>43291</c:v>
                      </c:pt>
                      <c:pt idx="3725">
                        <c:v>43292</c:v>
                      </c:pt>
                      <c:pt idx="3726">
                        <c:v>43293</c:v>
                      </c:pt>
                      <c:pt idx="3727">
                        <c:v>43294</c:v>
                      </c:pt>
                      <c:pt idx="3728">
                        <c:v>43297</c:v>
                      </c:pt>
                      <c:pt idx="3729">
                        <c:v>43298</c:v>
                      </c:pt>
                      <c:pt idx="3730">
                        <c:v>43299</c:v>
                      </c:pt>
                      <c:pt idx="3731">
                        <c:v>43300</c:v>
                      </c:pt>
                      <c:pt idx="3732">
                        <c:v>43301</c:v>
                      </c:pt>
                      <c:pt idx="3733">
                        <c:v>43304</c:v>
                      </c:pt>
                      <c:pt idx="3734">
                        <c:v>43305</c:v>
                      </c:pt>
                      <c:pt idx="3735">
                        <c:v>43306</c:v>
                      </c:pt>
                      <c:pt idx="3736">
                        <c:v>43307</c:v>
                      </c:pt>
                      <c:pt idx="3737">
                        <c:v>43308</c:v>
                      </c:pt>
                      <c:pt idx="3738">
                        <c:v>43311</c:v>
                      </c:pt>
                      <c:pt idx="3739">
                        <c:v>43312</c:v>
                      </c:pt>
                      <c:pt idx="3740">
                        <c:v>43313</c:v>
                      </c:pt>
                      <c:pt idx="3741">
                        <c:v>43314</c:v>
                      </c:pt>
                      <c:pt idx="3742">
                        <c:v>43315</c:v>
                      </c:pt>
                      <c:pt idx="3743">
                        <c:v>43318</c:v>
                      </c:pt>
                      <c:pt idx="3744">
                        <c:v>43319</c:v>
                      </c:pt>
                      <c:pt idx="3745">
                        <c:v>43320</c:v>
                      </c:pt>
                      <c:pt idx="3746">
                        <c:v>43321</c:v>
                      </c:pt>
                      <c:pt idx="3747">
                        <c:v>43322</c:v>
                      </c:pt>
                      <c:pt idx="3748">
                        <c:v>43325</c:v>
                      </c:pt>
                      <c:pt idx="3749">
                        <c:v>43326</c:v>
                      </c:pt>
                      <c:pt idx="3750">
                        <c:v>43327</c:v>
                      </c:pt>
                      <c:pt idx="3751">
                        <c:v>43328</c:v>
                      </c:pt>
                      <c:pt idx="3752">
                        <c:v>43329</c:v>
                      </c:pt>
                      <c:pt idx="3753">
                        <c:v>43332</c:v>
                      </c:pt>
                      <c:pt idx="3754">
                        <c:v>43333</c:v>
                      </c:pt>
                      <c:pt idx="3755">
                        <c:v>43334</c:v>
                      </c:pt>
                      <c:pt idx="3756">
                        <c:v>43335</c:v>
                      </c:pt>
                      <c:pt idx="3757">
                        <c:v>43336</c:v>
                      </c:pt>
                      <c:pt idx="3758">
                        <c:v>43339</c:v>
                      </c:pt>
                      <c:pt idx="3759">
                        <c:v>43340</c:v>
                      </c:pt>
                      <c:pt idx="3760">
                        <c:v>43341</c:v>
                      </c:pt>
                      <c:pt idx="3761">
                        <c:v>43342</c:v>
                      </c:pt>
                      <c:pt idx="3762">
                        <c:v>43343</c:v>
                      </c:pt>
                      <c:pt idx="3763">
                        <c:v>43346</c:v>
                      </c:pt>
                      <c:pt idx="3764">
                        <c:v>43347</c:v>
                      </c:pt>
                      <c:pt idx="3765">
                        <c:v>43348</c:v>
                      </c:pt>
                      <c:pt idx="3766">
                        <c:v>43349</c:v>
                      </c:pt>
                      <c:pt idx="3767">
                        <c:v>43350</c:v>
                      </c:pt>
                      <c:pt idx="3768">
                        <c:v>43353</c:v>
                      </c:pt>
                      <c:pt idx="3769">
                        <c:v>43354</c:v>
                      </c:pt>
                      <c:pt idx="3770">
                        <c:v>43355</c:v>
                      </c:pt>
                      <c:pt idx="3771">
                        <c:v>43356</c:v>
                      </c:pt>
                      <c:pt idx="3772">
                        <c:v>43357</c:v>
                      </c:pt>
                      <c:pt idx="3773">
                        <c:v>43360</c:v>
                      </c:pt>
                      <c:pt idx="3774">
                        <c:v>43361</c:v>
                      </c:pt>
                      <c:pt idx="3775">
                        <c:v>43362</c:v>
                      </c:pt>
                      <c:pt idx="3776">
                        <c:v>43363</c:v>
                      </c:pt>
                      <c:pt idx="3777">
                        <c:v>43364</c:v>
                      </c:pt>
                      <c:pt idx="3778">
                        <c:v>43367</c:v>
                      </c:pt>
                      <c:pt idx="3779">
                        <c:v>43368</c:v>
                      </c:pt>
                      <c:pt idx="3780">
                        <c:v>43369</c:v>
                      </c:pt>
                      <c:pt idx="3781">
                        <c:v>43370</c:v>
                      </c:pt>
                      <c:pt idx="3782">
                        <c:v>43371</c:v>
                      </c:pt>
                      <c:pt idx="3783">
                        <c:v>43374</c:v>
                      </c:pt>
                      <c:pt idx="3784">
                        <c:v>43375</c:v>
                      </c:pt>
                      <c:pt idx="3785">
                        <c:v>43376</c:v>
                      </c:pt>
                      <c:pt idx="3786">
                        <c:v>43377</c:v>
                      </c:pt>
                      <c:pt idx="3787">
                        <c:v>43378</c:v>
                      </c:pt>
                      <c:pt idx="3788">
                        <c:v>43381</c:v>
                      </c:pt>
                      <c:pt idx="3789">
                        <c:v>43382</c:v>
                      </c:pt>
                      <c:pt idx="3790">
                        <c:v>43383</c:v>
                      </c:pt>
                      <c:pt idx="3791">
                        <c:v>43384</c:v>
                      </c:pt>
                      <c:pt idx="3792">
                        <c:v>43385</c:v>
                      </c:pt>
                      <c:pt idx="3793">
                        <c:v>43388</c:v>
                      </c:pt>
                      <c:pt idx="3794">
                        <c:v>43389</c:v>
                      </c:pt>
                      <c:pt idx="3795">
                        <c:v>43390</c:v>
                      </c:pt>
                      <c:pt idx="3796">
                        <c:v>43391</c:v>
                      </c:pt>
                      <c:pt idx="3797">
                        <c:v>43392</c:v>
                      </c:pt>
                      <c:pt idx="3798">
                        <c:v>43395</c:v>
                      </c:pt>
                      <c:pt idx="3799">
                        <c:v>43396</c:v>
                      </c:pt>
                      <c:pt idx="3800">
                        <c:v>43397</c:v>
                      </c:pt>
                      <c:pt idx="3801">
                        <c:v>43398</c:v>
                      </c:pt>
                      <c:pt idx="3802">
                        <c:v>43399</c:v>
                      </c:pt>
                      <c:pt idx="3803">
                        <c:v>43402</c:v>
                      </c:pt>
                      <c:pt idx="3804">
                        <c:v>43403</c:v>
                      </c:pt>
                      <c:pt idx="3805">
                        <c:v>43404</c:v>
                      </c:pt>
                      <c:pt idx="3806">
                        <c:v>43405</c:v>
                      </c:pt>
                      <c:pt idx="3807">
                        <c:v>43406</c:v>
                      </c:pt>
                      <c:pt idx="3808">
                        <c:v>43409</c:v>
                      </c:pt>
                      <c:pt idx="3809">
                        <c:v>43410</c:v>
                      </c:pt>
                      <c:pt idx="3810">
                        <c:v>43411</c:v>
                      </c:pt>
                      <c:pt idx="3811">
                        <c:v>43412</c:v>
                      </c:pt>
                      <c:pt idx="3812">
                        <c:v>43413</c:v>
                      </c:pt>
                      <c:pt idx="3813">
                        <c:v>43416</c:v>
                      </c:pt>
                      <c:pt idx="3814">
                        <c:v>43417</c:v>
                      </c:pt>
                      <c:pt idx="3815">
                        <c:v>43418</c:v>
                      </c:pt>
                      <c:pt idx="3816">
                        <c:v>43419</c:v>
                      </c:pt>
                      <c:pt idx="3817">
                        <c:v>43420</c:v>
                      </c:pt>
                      <c:pt idx="3818">
                        <c:v>43423</c:v>
                      </c:pt>
                      <c:pt idx="3819">
                        <c:v>43424</c:v>
                      </c:pt>
                      <c:pt idx="3820">
                        <c:v>43425</c:v>
                      </c:pt>
                      <c:pt idx="3821">
                        <c:v>43426</c:v>
                      </c:pt>
                      <c:pt idx="3822">
                        <c:v>43427</c:v>
                      </c:pt>
                      <c:pt idx="3823">
                        <c:v>43430</c:v>
                      </c:pt>
                      <c:pt idx="3824">
                        <c:v>43431</c:v>
                      </c:pt>
                      <c:pt idx="3825">
                        <c:v>43432</c:v>
                      </c:pt>
                      <c:pt idx="3826">
                        <c:v>43433</c:v>
                      </c:pt>
                      <c:pt idx="3827">
                        <c:v>43434</c:v>
                      </c:pt>
                      <c:pt idx="3828">
                        <c:v>43437</c:v>
                      </c:pt>
                      <c:pt idx="3829">
                        <c:v>43438</c:v>
                      </c:pt>
                      <c:pt idx="3830">
                        <c:v>43439</c:v>
                      </c:pt>
                      <c:pt idx="3831">
                        <c:v>43440</c:v>
                      </c:pt>
                      <c:pt idx="3832">
                        <c:v>43441</c:v>
                      </c:pt>
                      <c:pt idx="3833">
                        <c:v>43444</c:v>
                      </c:pt>
                      <c:pt idx="3834">
                        <c:v>43445</c:v>
                      </c:pt>
                      <c:pt idx="3835">
                        <c:v>43446</c:v>
                      </c:pt>
                      <c:pt idx="3836">
                        <c:v>43447</c:v>
                      </c:pt>
                      <c:pt idx="3837">
                        <c:v>43448</c:v>
                      </c:pt>
                      <c:pt idx="3838">
                        <c:v>43451</c:v>
                      </c:pt>
                      <c:pt idx="3839">
                        <c:v>43452</c:v>
                      </c:pt>
                      <c:pt idx="3840">
                        <c:v>43453</c:v>
                      </c:pt>
                      <c:pt idx="3841">
                        <c:v>43454</c:v>
                      </c:pt>
                      <c:pt idx="3842">
                        <c:v>43455</c:v>
                      </c:pt>
                      <c:pt idx="3843">
                        <c:v>43458</c:v>
                      </c:pt>
                      <c:pt idx="3844">
                        <c:v>43459</c:v>
                      </c:pt>
                      <c:pt idx="3845">
                        <c:v>43460</c:v>
                      </c:pt>
                      <c:pt idx="3846">
                        <c:v>43461</c:v>
                      </c:pt>
                      <c:pt idx="3847">
                        <c:v>43462</c:v>
                      </c:pt>
                      <c:pt idx="3848">
                        <c:v>43465</c:v>
                      </c:pt>
                      <c:pt idx="3849">
                        <c:v>43466</c:v>
                      </c:pt>
                      <c:pt idx="3850">
                        <c:v>43467</c:v>
                      </c:pt>
                      <c:pt idx="3851">
                        <c:v>43468</c:v>
                      </c:pt>
                      <c:pt idx="3852">
                        <c:v>43469</c:v>
                      </c:pt>
                      <c:pt idx="3853">
                        <c:v>43472</c:v>
                      </c:pt>
                      <c:pt idx="3854">
                        <c:v>43473</c:v>
                      </c:pt>
                      <c:pt idx="3855">
                        <c:v>43474</c:v>
                      </c:pt>
                      <c:pt idx="3856">
                        <c:v>43475</c:v>
                      </c:pt>
                      <c:pt idx="3857">
                        <c:v>43476</c:v>
                      </c:pt>
                      <c:pt idx="3858">
                        <c:v>43479</c:v>
                      </c:pt>
                      <c:pt idx="3859">
                        <c:v>43480</c:v>
                      </c:pt>
                      <c:pt idx="3860">
                        <c:v>43481</c:v>
                      </c:pt>
                      <c:pt idx="3861">
                        <c:v>43482</c:v>
                      </c:pt>
                      <c:pt idx="3862">
                        <c:v>43483</c:v>
                      </c:pt>
                      <c:pt idx="3863">
                        <c:v>43486</c:v>
                      </c:pt>
                      <c:pt idx="3864">
                        <c:v>43487</c:v>
                      </c:pt>
                      <c:pt idx="3865">
                        <c:v>43488</c:v>
                      </c:pt>
                      <c:pt idx="3866">
                        <c:v>43489</c:v>
                      </c:pt>
                      <c:pt idx="3867">
                        <c:v>43490</c:v>
                      </c:pt>
                      <c:pt idx="3868">
                        <c:v>43493</c:v>
                      </c:pt>
                      <c:pt idx="3869">
                        <c:v>43494</c:v>
                      </c:pt>
                      <c:pt idx="3870">
                        <c:v>43495</c:v>
                      </c:pt>
                      <c:pt idx="3871">
                        <c:v>43496</c:v>
                      </c:pt>
                      <c:pt idx="3872">
                        <c:v>43497</c:v>
                      </c:pt>
                      <c:pt idx="3873">
                        <c:v>43500</c:v>
                      </c:pt>
                      <c:pt idx="3874">
                        <c:v>43501</c:v>
                      </c:pt>
                      <c:pt idx="3875">
                        <c:v>43502</c:v>
                      </c:pt>
                      <c:pt idx="3876">
                        <c:v>43503</c:v>
                      </c:pt>
                      <c:pt idx="3877">
                        <c:v>43504</c:v>
                      </c:pt>
                      <c:pt idx="3878">
                        <c:v>43507</c:v>
                      </c:pt>
                      <c:pt idx="3879">
                        <c:v>43508</c:v>
                      </c:pt>
                      <c:pt idx="3880">
                        <c:v>43509</c:v>
                      </c:pt>
                      <c:pt idx="3881">
                        <c:v>43510</c:v>
                      </c:pt>
                      <c:pt idx="3882">
                        <c:v>43511</c:v>
                      </c:pt>
                      <c:pt idx="3883">
                        <c:v>43514</c:v>
                      </c:pt>
                      <c:pt idx="3884">
                        <c:v>43515</c:v>
                      </c:pt>
                      <c:pt idx="3885">
                        <c:v>43516</c:v>
                      </c:pt>
                      <c:pt idx="3886">
                        <c:v>43517</c:v>
                      </c:pt>
                      <c:pt idx="3887">
                        <c:v>43518</c:v>
                      </c:pt>
                      <c:pt idx="3888">
                        <c:v>43521</c:v>
                      </c:pt>
                      <c:pt idx="3889">
                        <c:v>43522</c:v>
                      </c:pt>
                      <c:pt idx="3890">
                        <c:v>43523</c:v>
                      </c:pt>
                      <c:pt idx="3891">
                        <c:v>43524</c:v>
                      </c:pt>
                      <c:pt idx="3892">
                        <c:v>43525</c:v>
                      </c:pt>
                      <c:pt idx="3893">
                        <c:v>43528</c:v>
                      </c:pt>
                      <c:pt idx="3894">
                        <c:v>43529</c:v>
                      </c:pt>
                      <c:pt idx="3895">
                        <c:v>43530</c:v>
                      </c:pt>
                      <c:pt idx="3896">
                        <c:v>43531</c:v>
                      </c:pt>
                      <c:pt idx="3897">
                        <c:v>43532</c:v>
                      </c:pt>
                      <c:pt idx="3898">
                        <c:v>43535</c:v>
                      </c:pt>
                      <c:pt idx="3899">
                        <c:v>43536</c:v>
                      </c:pt>
                      <c:pt idx="3900">
                        <c:v>43537</c:v>
                      </c:pt>
                      <c:pt idx="3901">
                        <c:v>43538</c:v>
                      </c:pt>
                      <c:pt idx="3902">
                        <c:v>43539</c:v>
                      </c:pt>
                      <c:pt idx="3903">
                        <c:v>43542</c:v>
                      </c:pt>
                      <c:pt idx="3904">
                        <c:v>43543</c:v>
                      </c:pt>
                      <c:pt idx="3905">
                        <c:v>43544</c:v>
                      </c:pt>
                      <c:pt idx="3906">
                        <c:v>43545</c:v>
                      </c:pt>
                      <c:pt idx="3907">
                        <c:v>43546</c:v>
                      </c:pt>
                      <c:pt idx="3908">
                        <c:v>43549</c:v>
                      </c:pt>
                      <c:pt idx="3909">
                        <c:v>43550</c:v>
                      </c:pt>
                      <c:pt idx="3910">
                        <c:v>43551</c:v>
                      </c:pt>
                      <c:pt idx="3911">
                        <c:v>43552</c:v>
                      </c:pt>
                      <c:pt idx="3912">
                        <c:v>43553</c:v>
                      </c:pt>
                      <c:pt idx="3913">
                        <c:v>43556</c:v>
                      </c:pt>
                      <c:pt idx="3914">
                        <c:v>43557</c:v>
                      </c:pt>
                      <c:pt idx="3915">
                        <c:v>43558</c:v>
                      </c:pt>
                      <c:pt idx="3916">
                        <c:v>43559</c:v>
                      </c:pt>
                      <c:pt idx="3917">
                        <c:v>43560</c:v>
                      </c:pt>
                      <c:pt idx="3918">
                        <c:v>43563</c:v>
                      </c:pt>
                      <c:pt idx="3919">
                        <c:v>43564</c:v>
                      </c:pt>
                      <c:pt idx="3920">
                        <c:v>43565</c:v>
                      </c:pt>
                      <c:pt idx="3921">
                        <c:v>43566</c:v>
                      </c:pt>
                      <c:pt idx="3922">
                        <c:v>43567</c:v>
                      </c:pt>
                      <c:pt idx="3923">
                        <c:v>43570</c:v>
                      </c:pt>
                      <c:pt idx="3924">
                        <c:v>43571</c:v>
                      </c:pt>
                      <c:pt idx="3925">
                        <c:v>43572</c:v>
                      </c:pt>
                      <c:pt idx="3926">
                        <c:v>43573</c:v>
                      </c:pt>
                      <c:pt idx="3927">
                        <c:v>43574</c:v>
                      </c:pt>
                      <c:pt idx="3928">
                        <c:v>43577</c:v>
                      </c:pt>
                      <c:pt idx="3929">
                        <c:v>43578</c:v>
                      </c:pt>
                      <c:pt idx="3930">
                        <c:v>43579</c:v>
                      </c:pt>
                      <c:pt idx="3931">
                        <c:v>43580</c:v>
                      </c:pt>
                      <c:pt idx="3932">
                        <c:v>43581</c:v>
                      </c:pt>
                      <c:pt idx="3933">
                        <c:v>43584</c:v>
                      </c:pt>
                      <c:pt idx="3934">
                        <c:v>43585</c:v>
                      </c:pt>
                      <c:pt idx="3935">
                        <c:v>43586</c:v>
                      </c:pt>
                      <c:pt idx="3936">
                        <c:v>43587</c:v>
                      </c:pt>
                      <c:pt idx="3937">
                        <c:v>43588</c:v>
                      </c:pt>
                      <c:pt idx="3938">
                        <c:v>43591</c:v>
                      </c:pt>
                      <c:pt idx="3939">
                        <c:v>43592</c:v>
                      </c:pt>
                      <c:pt idx="3940">
                        <c:v>43593</c:v>
                      </c:pt>
                      <c:pt idx="3941">
                        <c:v>43594</c:v>
                      </c:pt>
                      <c:pt idx="3942">
                        <c:v>43595</c:v>
                      </c:pt>
                      <c:pt idx="3943">
                        <c:v>43598</c:v>
                      </c:pt>
                      <c:pt idx="3944">
                        <c:v>43599</c:v>
                      </c:pt>
                      <c:pt idx="3945">
                        <c:v>43600</c:v>
                      </c:pt>
                      <c:pt idx="3946">
                        <c:v>43601</c:v>
                      </c:pt>
                      <c:pt idx="3947">
                        <c:v>43602</c:v>
                      </c:pt>
                      <c:pt idx="3948">
                        <c:v>43605</c:v>
                      </c:pt>
                      <c:pt idx="3949">
                        <c:v>43606</c:v>
                      </c:pt>
                      <c:pt idx="3950">
                        <c:v>43607</c:v>
                      </c:pt>
                      <c:pt idx="3951">
                        <c:v>43608</c:v>
                      </c:pt>
                      <c:pt idx="3952">
                        <c:v>43609</c:v>
                      </c:pt>
                      <c:pt idx="3953">
                        <c:v>43612</c:v>
                      </c:pt>
                      <c:pt idx="3954">
                        <c:v>43613</c:v>
                      </c:pt>
                      <c:pt idx="3955">
                        <c:v>43614</c:v>
                      </c:pt>
                      <c:pt idx="3956">
                        <c:v>43615</c:v>
                      </c:pt>
                      <c:pt idx="3957">
                        <c:v>43616</c:v>
                      </c:pt>
                      <c:pt idx="3958">
                        <c:v>43619</c:v>
                      </c:pt>
                      <c:pt idx="3959">
                        <c:v>43620</c:v>
                      </c:pt>
                      <c:pt idx="3960">
                        <c:v>43621</c:v>
                      </c:pt>
                      <c:pt idx="3961">
                        <c:v>43622</c:v>
                      </c:pt>
                      <c:pt idx="3962">
                        <c:v>43623</c:v>
                      </c:pt>
                      <c:pt idx="3963">
                        <c:v>43626</c:v>
                      </c:pt>
                      <c:pt idx="3964">
                        <c:v>43627</c:v>
                      </c:pt>
                      <c:pt idx="3965">
                        <c:v>43628</c:v>
                      </c:pt>
                      <c:pt idx="3966">
                        <c:v>43629</c:v>
                      </c:pt>
                      <c:pt idx="3967">
                        <c:v>43630</c:v>
                      </c:pt>
                      <c:pt idx="3968">
                        <c:v>43633</c:v>
                      </c:pt>
                      <c:pt idx="3969">
                        <c:v>43634</c:v>
                      </c:pt>
                      <c:pt idx="3970">
                        <c:v>43635</c:v>
                      </c:pt>
                      <c:pt idx="3971">
                        <c:v>43636</c:v>
                      </c:pt>
                      <c:pt idx="3972">
                        <c:v>43637</c:v>
                      </c:pt>
                      <c:pt idx="3973">
                        <c:v>43640</c:v>
                      </c:pt>
                      <c:pt idx="3974">
                        <c:v>43641</c:v>
                      </c:pt>
                      <c:pt idx="3975">
                        <c:v>43642</c:v>
                      </c:pt>
                      <c:pt idx="3976">
                        <c:v>43643</c:v>
                      </c:pt>
                      <c:pt idx="3977">
                        <c:v>43644</c:v>
                      </c:pt>
                      <c:pt idx="3978">
                        <c:v>43647</c:v>
                      </c:pt>
                      <c:pt idx="3979">
                        <c:v>43648</c:v>
                      </c:pt>
                      <c:pt idx="3980">
                        <c:v>43649</c:v>
                      </c:pt>
                      <c:pt idx="3981">
                        <c:v>43650</c:v>
                      </c:pt>
                      <c:pt idx="3982">
                        <c:v>43651</c:v>
                      </c:pt>
                      <c:pt idx="3983">
                        <c:v>43654</c:v>
                      </c:pt>
                      <c:pt idx="3984">
                        <c:v>43655</c:v>
                      </c:pt>
                      <c:pt idx="3985">
                        <c:v>43656</c:v>
                      </c:pt>
                      <c:pt idx="3986">
                        <c:v>43657</c:v>
                      </c:pt>
                      <c:pt idx="3987">
                        <c:v>43658</c:v>
                      </c:pt>
                      <c:pt idx="3988">
                        <c:v>43661</c:v>
                      </c:pt>
                      <c:pt idx="3989">
                        <c:v>43662</c:v>
                      </c:pt>
                      <c:pt idx="3990">
                        <c:v>43663</c:v>
                      </c:pt>
                      <c:pt idx="3991">
                        <c:v>43664</c:v>
                      </c:pt>
                      <c:pt idx="3992">
                        <c:v>43665</c:v>
                      </c:pt>
                      <c:pt idx="3993">
                        <c:v>43668</c:v>
                      </c:pt>
                      <c:pt idx="3994">
                        <c:v>43669</c:v>
                      </c:pt>
                      <c:pt idx="3995">
                        <c:v>43670</c:v>
                      </c:pt>
                      <c:pt idx="3996">
                        <c:v>43671</c:v>
                      </c:pt>
                      <c:pt idx="3997">
                        <c:v>43672</c:v>
                      </c:pt>
                      <c:pt idx="3998">
                        <c:v>43675</c:v>
                      </c:pt>
                      <c:pt idx="3999">
                        <c:v>43676</c:v>
                      </c:pt>
                      <c:pt idx="4000">
                        <c:v>43677</c:v>
                      </c:pt>
                      <c:pt idx="4001">
                        <c:v>43678</c:v>
                      </c:pt>
                      <c:pt idx="4002">
                        <c:v>43679</c:v>
                      </c:pt>
                      <c:pt idx="4003">
                        <c:v>43682</c:v>
                      </c:pt>
                      <c:pt idx="4004">
                        <c:v>43683</c:v>
                      </c:pt>
                      <c:pt idx="4005">
                        <c:v>43684</c:v>
                      </c:pt>
                      <c:pt idx="4006">
                        <c:v>43685</c:v>
                      </c:pt>
                      <c:pt idx="4007">
                        <c:v>43686</c:v>
                      </c:pt>
                      <c:pt idx="4008">
                        <c:v>43689</c:v>
                      </c:pt>
                      <c:pt idx="4009">
                        <c:v>43690</c:v>
                      </c:pt>
                      <c:pt idx="4010">
                        <c:v>43691</c:v>
                      </c:pt>
                      <c:pt idx="4011">
                        <c:v>43692</c:v>
                      </c:pt>
                      <c:pt idx="4012">
                        <c:v>43693</c:v>
                      </c:pt>
                      <c:pt idx="4013">
                        <c:v>43696</c:v>
                      </c:pt>
                      <c:pt idx="4014">
                        <c:v>43697</c:v>
                      </c:pt>
                      <c:pt idx="4015">
                        <c:v>43698</c:v>
                      </c:pt>
                      <c:pt idx="4016">
                        <c:v>43699</c:v>
                      </c:pt>
                      <c:pt idx="4017">
                        <c:v>43700</c:v>
                      </c:pt>
                      <c:pt idx="4018">
                        <c:v>43703</c:v>
                      </c:pt>
                      <c:pt idx="4019">
                        <c:v>43704</c:v>
                      </c:pt>
                      <c:pt idx="4020">
                        <c:v>43705</c:v>
                      </c:pt>
                      <c:pt idx="4021">
                        <c:v>43706</c:v>
                      </c:pt>
                      <c:pt idx="4022">
                        <c:v>43707</c:v>
                      </c:pt>
                      <c:pt idx="4023">
                        <c:v>43710</c:v>
                      </c:pt>
                      <c:pt idx="4024">
                        <c:v>43711</c:v>
                      </c:pt>
                      <c:pt idx="4025">
                        <c:v>43712</c:v>
                      </c:pt>
                      <c:pt idx="4026">
                        <c:v>43713</c:v>
                      </c:pt>
                      <c:pt idx="4027">
                        <c:v>43714</c:v>
                      </c:pt>
                      <c:pt idx="4028">
                        <c:v>43717</c:v>
                      </c:pt>
                      <c:pt idx="4029">
                        <c:v>43718</c:v>
                      </c:pt>
                      <c:pt idx="4030">
                        <c:v>43719</c:v>
                      </c:pt>
                      <c:pt idx="4031">
                        <c:v>43720</c:v>
                      </c:pt>
                      <c:pt idx="4032">
                        <c:v>43721</c:v>
                      </c:pt>
                      <c:pt idx="4033">
                        <c:v>43724</c:v>
                      </c:pt>
                      <c:pt idx="4034">
                        <c:v>43725</c:v>
                      </c:pt>
                      <c:pt idx="4035">
                        <c:v>43726</c:v>
                      </c:pt>
                      <c:pt idx="4036">
                        <c:v>43727</c:v>
                      </c:pt>
                      <c:pt idx="4037">
                        <c:v>43728</c:v>
                      </c:pt>
                      <c:pt idx="4038">
                        <c:v>43731</c:v>
                      </c:pt>
                      <c:pt idx="4039">
                        <c:v>43732</c:v>
                      </c:pt>
                      <c:pt idx="4040">
                        <c:v>43733</c:v>
                      </c:pt>
                      <c:pt idx="4041">
                        <c:v>43734</c:v>
                      </c:pt>
                      <c:pt idx="4042">
                        <c:v>43735</c:v>
                      </c:pt>
                      <c:pt idx="4043">
                        <c:v>43738</c:v>
                      </c:pt>
                      <c:pt idx="4044">
                        <c:v>43739</c:v>
                      </c:pt>
                      <c:pt idx="4045">
                        <c:v>43740</c:v>
                      </c:pt>
                      <c:pt idx="4046">
                        <c:v>43741</c:v>
                      </c:pt>
                      <c:pt idx="4047">
                        <c:v>43742</c:v>
                      </c:pt>
                      <c:pt idx="4048">
                        <c:v>43745</c:v>
                      </c:pt>
                      <c:pt idx="4049">
                        <c:v>43746</c:v>
                      </c:pt>
                      <c:pt idx="4050">
                        <c:v>43747</c:v>
                      </c:pt>
                      <c:pt idx="4051">
                        <c:v>43748</c:v>
                      </c:pt>
                      <c:pt idx="4052">
                        <c:v>43749</c:v>
                      </c:pt>
                      <c:pt idx="4053">
                        <c:v>43752</c:v>
                      </c:pt>
                      <c:pt idx="4054">
                        <c:v>43753</c:v>
                      </c:pt>
                      <c:pt idx="4055">
                        <c:v>43754</c:v>
                      </c:pt>
                      <c:pt idx="4056">
                        <c:v>43755</c:v>
                      </c:pt>
                      <c:pt idx="4057">
                        <c:v>43756</c:v>
                      </c:pt>
                      <c:pt idx="4058">
                        <c:v>43759</c:v>
                      </c:pt>
                      <c:pt idx="4059">
                        <c:v>43760</c:v>
                      </c:pt>
                      <c:pt idx="4060">
                        <c:v>43761</c:v>
                      </c:pt>
                      <c:pt idx="4061">
                        <c:v>43762</c:v>
                      </c:pt>
                      <c:pt idx="4062">
                        <c:v>43763</c:v>
                      </c:pt>
                      <c:pt idx="4063">
                        <c:v>43766</c:v>
                      </c:pt>
                      <c:pt idx="4064">
                        <c:v>43767</c:v>
                      </c:pt>
                      <c:pt idx="4065">
                        <c:v>43768</c:v>
                      </c:pt>
                      <c:pt idx="4066">
                        <c:v>43769</c:v>
                      </c:pt>
                      <c:pt idx="4067">
                        <c:v>43770</c:v>
                      </c:pt>
                      <c:pt idx="4068">
                        <c:v>43773</c:v>
                      </c:pt>
                      <c:pt idx="4069">
                        <c:v>43774</c:v>
                      </c:pt>
                      <c:pt idx="4070">
                        <c:v>43775</c:v>
                      </c:pt>
                      <c:pt idx="4071">
                        <c:v>43776</c:v>
                      </c:pt>
                      <c:pt idx="4072">
                        <c:v>43777</c:v>
                      </c:pt>
                      <c:pt idx="4073">
                        <c:v>43780</c:v>
                      </c:pt>
                      <c:pt idx="4074">
                        <c:v>43781</c:v>
                      </c:pt>
                      <c:pt idx="4075">
                        <c:v>43782</c:v>
                      </c:pt>
                      <c:pt idx="4076">
                        <c:v>43783</c:v>
                      </c:pt>
                      <c:pt idx="4077">
                        <c:v>43784</c:v>
                      </c:pt>
                      <c:pt idx="4078">
                        <c:v>43787</c:v>
                      </c:pt>
                      <c:pt idx="4079">
                        <c:v>43788</c:v>
                      </c:pt>
                      <c:pt idx="4080">
                        <c:v>43789</c:v>
                      </c:pt>
                      <c:pt idx="4081">
                        <c:v>43790</c:v>
                      </c:pt>
                      <c:pt idx="4082">
                        <c:v>43791</c:v>
                      </c:pt>
                      <c:pt idx="4083">
                        <c:v>43794</c:v>
                      </c:pt>
                      <c:pt idx="4084">
                        <c:v>43795</c:v>
                      </c:pt>
                      <c:pt idx="4085">
                        <c:v>43796</c:v>
                      </c:pt>
                      <c:pt idx="4086">
                        <c:v>43797</c:v>
                      </c:pt>
                      <c:pt idx="4087">
                        <c:v>43798</c:v>
                      </c:pt>
                      <c:pt idx="4088">
                        <c:v>43801</c:v>
                      </c:pt>
                      <c:pt idx="4089">
                        <c:v>43802</c:v>
                      </c:pt>
                      <c:pt idx="4090">
                        <c:v>43803</c:v>
                      </c:pt>
                      <c:pt idx="4091">
                        <c:v>43804</c:v>
                      </c:pt>
                      <c:pt idx="4092">
                        <c:v>43805</c:v>
                      </c:pt>
                      <c:pt idx="4093">
                        <c:v>43808</c:v>
                      </c:pt>
                      <c:pt idx="4094">
                        <c:v>43809</c:v>
                      </c:pt>
                      <c:pt idx="4095">
                        <c:v>43810</c:v>
                      </c:pt>
                      <c:pt idx="4096">
                        <c:v>43811</c:v>
                      </c:pt>
                      <c:pt idx="4097">
                        <c:v>43812</c:v>
                      </c:pt>
                      <c:pt idx="4098">
                        <c:v>43815</c:v>
                      </c:pt>
                      <c:pt idx="4099">
                        <c:v>43816</c:v>
                      </c:pt>
                      <c:pt idx="4100">
                        <c:v>43817</c:v>
                      </c:pt>
                      <c:pt idx="4101">
                        <c:v>43818</c:v>
                      </c:pt>
                      <c:pt idx="4102">
                        <c:v>43819</c:v>
                      </c:pt>
                      <c:pt idx="4103">
                        <c:v>43822</c:v>
                      </c:pt>
                      <c:pt idx="4104">
                        <c:v>43823</c:v>
                      </c:pt>
                      <c:pt idx="4105">
                        <c:v>43824</c:v>
                      </c:pt>
                      <c:pt idx="4106">
                        <c:v>43825</c:v>
                      </c:pt>
                      <c:pt idx="4107">
                        <c:v>43826</c:v>
                      </c:pt>
                      <c:pt idx="4108">
                        <c:v>43829</c:v>
                      </c:pt>
                      <c:pt idx="4109">
                        <c:v>43830</c:v>
                      </c:pt>
                      <c:pt idx="4110">
                        <c:v>43831</c:v>
                      </c:pt>
                      <c:pt idx="4111">
                        <c:v>43832</c:v>
                      </c:pt>
                      <c:pt idx="4112">
                        <c:v>43833</c:v>
                      </c:pt>
                      <c:pt idx="4113">
                        <c:v>43836</c:v>
                      </c:pt>
                      <c:pt idx="4114">
                        <c:v>43837</c:v>
                      </c:pt>
                      <c:pt idx="4115">
                        <c:v>43838</c:v>
                      </c:pt>
                      <c:pt idx="4116">
                        <c:v>43839</c:v>
                      </c:pt>
                      <c:pt idx="4117">
                        <c:v>43840</c:v>
                      </c:pt>
                      <c:pt idx="4118">
                        <c:v>43843</c:v>
                      </c:pt>
                      <c:pt idx="4119">
                        <c:v>43844</c:v>
                      </c:pt>
                      <c:pt idx="4120">
                        <c:v>43845</c:v>
                      </c:pt>
                      <c:pt idx="4121">
                        <c:v>43846</c:v>
                      </c:pt>
                      <c:pt idx="4122">
                        <c:v>43847</c:v>
                      </c:pt>
                      <c:pt idx="4123">
                        <c:v>43850</c:v>
                      </c:pt>
                      <c:pt idx="4124">
                        <c:v>43851</c:v>
                      </c:pt>
                      <c:pt idx="4125">
                        <c:v>43852</c:v>
                      </c:pt>
                      <c:pt idx="4126">
                        <c:v>43853</c:v>
                      </c:pt>
                      <c:pt idx="4127">
                        <c:v>43854</c:v>
                      </c:pt>
                      <c:pt idx="4128">
                        <c:v>43857</c:v>
                      </c:pt>
                      <c:pt idx="4129">
                        <c:v>43858</c:v>
                      </c:pt>
                      <c:pt idx="4130">
                        <c:v>43859</c:v>
                      </c:pt>
                      <c:pt idx="4131">
                        <c:v>43860</c:v>
                      </c:pt>
                      <c:pt idx="4132">
                        <c:v>43861</c:v>
                      </c:pt>
                      <c:pt idx="4133">
                        <c:v>43864</c:v>
                      </c:pt>
                      <c:pt idx="4134">
                        <c:v>43865</c:v>
                      </c:pt>
                      <c:pt idx="4135">
                        <c:v>43866</c:v>
                      </c:pt>
                      <c:pt idx="4136">
                        <c:v>43867</c:v>
                      </c:pt>
                      <c:pt idx="4137">
                        <c:v>43868</c:v>
                      </c:pt>
                      <c:pt idx="4138">
                        <c:v>43871</c:v>
                      </c:pt>
                      <c:pt idx="4139">
                        <c:v>43872</c:v>
                      </c:pt>
                      <c:pt idx="4140">
                        <c:v>43873</c:v>
                      </c:pt>
                      <c:pt idx="4141">
                        <c:v>43874</c:v>
                      </c:pt>
                      <c:pt idx="4142">
                        <c:v>43875</c:v>
                      </c:pt>
                      <c:pt idx="4143">
                        <c:v>43878</c:v>
                      </c:pt>
                      <c:pt idx="4144">
                        <c:v>43879</c:v>
                      </c:pt>
                      <c:pt idx="4145">
                        <c:v>43880</c:v>
                      </c:pt>
                      <c:pt idx="4146">
                        <c:v>43881</c:v>
                      </c:pt>
                      <c:pt idx="4147">
                        <c:v>43882</c:v>
                      </c:pt>
                      <c:pt idx="4148">
                        <c:v>43885</c:v>
                      </c:pt>
                      <c:pt idx="4149">
                        <c:v>43886</c:v>
                      </c:pt>
                      <c:pt idx="4150">
                        <c:v>43887</c:v>
                      </c:pt>
                      <c:pt idx="4151">
                        <c:v>43888</c:v>
                      </c:pt>
                      <c:pt idx="4152">
                        <c:v>43889</c:v>
                      </c:pt>
                      <c:pt idx="4153">
                        <c:v>43892</c:v>
                      </c:pt>
                      <c:pt idx="4154">
                        <c:v>43893</c:v>
                      </c:pt>
                      <c:pt idx="4155">
                        <c:v>43894</c:v>
                      </c:pt>
                      <c:pt idx="4156">
                        <c:v>43895</c:v>
                      </c:pt>
                      <c:pt idx="4157">
                        <c:v>43896</c:v>
                      </c:pt>
                      <c:pt idx="4158">
                        <c:v>43899</c:v>
                      </c:pt>
                      <c:pt idx="4159">
                        <c:v>43900</c:v>
                      </c:pt>
                      <c:pt idx="4160">
                        <c:v>43901</c:v>
                      </c:pt>
                      <c:pt idx="4161">
                        <c:v>43902</c:v>
                      </c:pt>
                      <c:pt idx="4162">
                        <c:v>43903</c:v>
                      </c:pt>
                      <c:pt idx="4163">
                        <c:v>43906</c:v>
                      </c:pt>
                      <c:pt idx="4164">
                        <c:v>43907</c:v>
                      </c:pt>
                      <c:pt idx="4165">
                        <c:v>43908</c:v>
                      </c:pt>
                      <c:pt idx="4166">
                        <c:v>43909</c:v>
                      </c:pt>
                      <c:pt idx="4167">
                        <c:v>43910</c:v>
                      </c:pt>
                      <c:pt idx="4168">
                        <c:v>43913</c:v>
                      </c:pt>
                      <c:pt idx="4169">
                        <c:v>43914</c:v>
                      </c:pt>
                      <c:pt idx="4170">
                        <c:v>43915</c:v>
                      </c:pt>
                      <c:pt idx="4171">
                        <c:v>43916</c:v>
                      </c:pt>
                      <c:pt idx="4172">
                        <c:v>43917</c:v>
                      </c:pt>
                      <c:pt idx="4173">
                        <c:v>43920</c:v>
                      </c:pt>
                      <c:pt idx="4174">
                        <c:v>43921</c:v>
                      </c:pt>
                      <c:pt idx="4175">
                        <c:v>43922</c:v>
                      </c:pt>
                      <c:pt idx="4176">
                        <c:v>43923</c:v>
                      </c:pt>
                      <c:pt idx="4177">
                        <c:v>43924</c:v>
                      </c:pt>
                      <c:pt idx="4178">
                        <c:v>43927</c:v>
                      </c:pt>
                      <c:pt idx="4179">
                        <c:v>43928</c:v>
                      </c:pt>
                      <c:pt idx="4180">
                        <c:v>43929</c:v>
                      </c:pt>
                      <c:pt idx="4181">
                        <c:v>43930</c:v>
                      </c:pt>
                      <c:pt idx="4182">
                        <c:v>43931</c:v>
                      </c:pt>
                      <c:pt idx="4183">
                        <c:v>43934</c:v>
                      </c:pt>
                      <c:pt idx="4184">
                        <c:v>43935</c:v>
                      </c:pt>
                      <c:pt idx="4185">
                        <c:v>43936</c:v>
                      </c:pt>
                      <c:pt idx="4186">
                        <c:v>43937</c:v>
                      </c:pt>
                      <c:pt idx="4187">
                        <c:v>43938</c:v>
                      </c:pt>
                      <c:pt idx="4188">
                        <c:v>43941</c:v>
                      </c:pt>
                      <c:pt idx="4189">
                        <c:v>43942</c:v>
                      </c:pt>
                      <c:pt idx="4190">
                        <c:v>43943</c:v>
                      </c:pt>
                      <c:pt idx="4191">
                        <c:v>43944</c:v>
                      </c:pt>
                      <c:pt idx="4192">
                        <c:v>43945</c:v>
                      </c:pt>
                      <c:pt idx="4193">
                        <c:v>43948</c:v>
                      </c:pt>
                      <c:pt idx="4194">
                        <c:v>43949</c:v>
                      </c:pt>
                      <c:pt idx="4195">
                        <c:v>43950</c:v>
                      </c:pt>
                      <c:pt idx="4196">
                        <c:v>43951</c:v>
                      </c:pt>
                      <c:pt idx="4197">
                        <c:v>43952</c:v>
                      </c:pt>
                      <c:pt idx="4198">
                        <c:v>43955</c:v>
                      </c:pt>
                      <c:pt idx="4199">
                        <c:v>43956</c:v>
                      </c:pt>
                      <c:pt idx="4200">
                        <c:v>43957</c:v>
                      </c:pt>
                      <c:pt idx="4201">
                        <c:v>43958</c:v>
                      </c:pt>
                      <c:pt idx="4202">
                        <c:v>43959</c:v>
                      </c:pt>
                      <c:pt idx="4203">
                        <c:v>43962</c:v>
                      </c:pt>
                      <c:pt idx="4204">
                        <c:v>43963</c:v>
                      </c:pt>
                      <c:pt idx="4205">
                        <c:v>43964</c:v>
                      </c:pt>
                      <c:pt idx="4206">
                        <c:v>43965</c:v>
                      </c:pt>
                      <c:pt idx="4207">
                        <c:v>43966</c:v>
                      </c:pt>
                      <c:pt idx="4208">
                        <c:v>43969</c:v>
                      </c:pt>
                      <c:pt idx="4209">
                        <c:v>43970</c:v>
                      </c:pt>
                      <c:pt idx="4210">
                        <c:v>43971</c:v>
                      </c:pt>
                      <c:pt idx="4211">
                        <c:v>43972</c:v>
                      </c:pt>
                      <c:pt idx="4212">
                        <c:v>43973</c:v>
                      </c:pt>
                      <c:pt idx="4213">
                        <c:v>43976</c:v>
                      </c:pt>
                      <c:pt idx="4214">
                        <c:v>43977</c:v>
                      </c:pt>
                      <c:pt idx="4215">
                        <c:v>43978</c:v>
                      </c:pt>
                      <c:pt idx="4216">
                        <c:v>43979</c:v>
                      </c:pt>
                      <c:pt idx="4217">
                        <c:v>43980</c:v>
                      </c:pt>
                      <c:pt idx="4218">
                        <c:v>43983</c:v>
                      </c:pt>
                      <c:pt idx="4219">
                        <c:v>43984</c:v>
                      </c:pt>
                      <c:pt idx="4220">
                        <c:v>43985</c:v>
                      </c:pt>
                      <c:pt idx="4221">
                        <c:v>43986</c:v>
                      </c:pt>
                      <c:pt idx="4222">
                        <c:v>43987</c:v>
                      </c:pt>
                      <c:pt idx="4223">
                        <c:v>43990</c:v>
                      </c:pt>
                      <c:pt idx="4224">
                        <c:v>43991</c:v>
                      </c:pt>
                      <c:pt idx="4225">
                        <c:v>43992</c:v>
                      </c:pt>
                      <c:pt idx="4226">
                        <c:v>43993</c:v>
                      </c:pt>
                      <c:pt idx="4227">
                        <c:v>43994</c:v>
                      </c:pt>
                      <c:pt idx="4228">
                        <c:v>43997</c:v>
                      </c:pt>
                      <c:pt idx="4229">
                        <c:v>43998</c:v>
                      </c:pt>
                      <c:pt idx="4230">
                        <c:v>43999</c:v>
                      </c:pt>
                      <c:pt idx="4231">
                        <c:v>44000</c:v>
                      </c:pt>
                      <c:pt idx="4232">
                        <c:v>44001</c:v>
                      </c:pt>
                      <c:pt idx="4233">
                        <c:v>44004</c:v>
                      </c:pt>
                      <c:pt idx="4234">
                        <c:v>44005</c:v>
                      </c:pt>
                      <c:pt idx="4235">
                        <c:v>44006</c:v>
                      </c:pt>
                      <c:pt idx="4236">
                        <c:v>44007</c:v>
                      </c:pt>
                      <c:pt idx="4237">
                        <c:v>44008</c:v>
                      </c:pt>
                      <c:pt idx="4238">
                        <c:v>44011</c:v>
                      </c:pt>
                      <c:pt idx="4239">
                        <c:v>44012</c:v>
                      </c:pt>
                      <c:pt idx="4240">
                        <c:v>44013</c:v>
                      </c:pt>
                      <c:pt idx="4241">
                        <c:v>44014</c:v>
                      </c:pt>
                      <c:pt idx="4242">
                        <c:v>44015</c:v>
                      </c:pt>
                      <c:pt idx="4243">
                        <c:v>44018</c:v>
                      </c:pt>
                      <c:pt idx="4244">
                        <c:v>44019</c:v>
                      </c:pt>
                      <c:pt idx="4245">
                        <c:v>44020</c:v>
                      </c:pt>
                      <c:pt idx="4246">
                        <c:v>44021</c:v>
                      </c:pt>
                      <c:pt idx="4247">
                        <c:v>44022</c:v>
                      </c:pt>
                      <c:pt idx="4248">
                        <c:v>44025</c:v>
                      </c:pt>
                      <c:pt idx="4249">
                        <c:v>44026</c:v>
                      </c:pt>
                      <c:pt idx="4250">
                        <c:v>44027</c:v>
                      </c:pt>
                      <c:pt idx="4251">
                        <c:v>44028</c:v>
                      </c:pt>
                      <c:pt idx="4252">
                        <c:v>44029</c:v>
                      </c:pt>
                      <c:pt idx="4253">
                        <c:v>44032</c:v>
                      </c:pt>
                      <c:pt idx="4254">
                        <c:v>44033</c:v>
                      </c:pt>
                      <c:pt idx="4255">
                        <c:v>44034</c:v>
                      </c:pt>
                      <c:pt idx="4256">
                        <c:v>44035</c:v>
                      </c:pt>
                      <c:pt idx="4257">
                        <c:v>44036</c:v>
                      </c:pt>
                      <c:pt idx="4258">
                        <c:v>44039</c:v>
                      </c:pt>
                      <c:pt idx="4259">
                        <c:v>44040</c:v>
                      </c:pt>
                      <c:pt idx="4260">
                        <c:v>44041</c:v>
                      </c:pt>
                      <c:pt idx="4261">
                        <c:v>44042</c:v>
                      </c:pt>
                      <c:pt idx="4262">
                        <c:v>44043</c:v>
                      </c:pt>
                      <c:pt idx="4263">
                        <c:v>44046</c:v>
                      </c:pt>
                      <c:pt idx="4264">
                        <c:v>44047</c:v>
                      </c:pt>
                      <c:pt idx="4265">
                        <c:v>44048</c:v>
                      </c:pt>
                      <c:pt idx="4266">
                        <c:v>44049</c:v>
                      </c:pt>
                      <c:pt idx="4267">
                        <c:v>44050</c:v>
                      </c:pt>
                      <c:pt idx="4268">
                        <c:v>44053</c:v>
                      </c:pt>
                      <c:pt idx="4269">
                        <c:v>44054</c:v>
                      </c:pt>
                      <c:pt idx="4270">
                        <c:v>44055</c:v>
                      </c:pt>
                      <c:pt idx="4271">
                        <c:v>44056</c:v>
                      </c:pt>
                      <c:pt idx="4272">
                        <c:v>44057</c:v>
                      </c:pt>
                      <c:pt idx="4273">
                        <c:v>44060</c:v>
                      </c:pt>
                      <c:pt idx="4274">
                        <c:v>44061</c:v>
                      </c:pt>
                      <c:pt idx="4275">
                        <c:v>44062</c:v>
                      </c:pt>
                      <c:pt idx="4276">
                        <c:v>44063</c:v>
                      </c:pt>
                      <c:pt idx="4277">
                        <c:v>44064</c:v>
                      </c:pt>
                      <c:pt idx="4278">
                        <c:v>44067</c:v>
                      </c:pt>
                      <c:pt idx="4279">
                        <c:v>44068</c:v>
                      </c:pt>
                      <c:pt idx="4280">
                        <c:v>44069</c:v>
                      </c:pt>
                      <c:pt idx="4281">
                        <c:v>44070</c:v>
                      </c:pt>
                      <c:pt idx="4282">
                        <c:v>44071</c:v>
                      </c:pt>
                      <c:pt idx="4283">
                        <c:v>44074</c:v>
                      </c:pt>
                      <c:pt idx="4284">
                        <c:v>44075</c:v>
                      </c:pt>
                      <c:pt idx="4285">
                        <c:v>44076</c:v>
                      </c:pt>
                      <c:pt idx="4286">
                        <c:v>44077</c:v>
                      </c:pt>
                      <c:pt idx="4287">
                        <c:v>44078</c:v>
                      </c:pt>
                      <c:pt idx="4288">
                        <c:v>44081</c:v>
                      </c:pt>
                      <c:pt idx="4289">
                        <c:v>44082</c:v>
                      </c:pt>
                      <c:pt idx="4290">
                        <c:v>44083</c:v>
                      </c:pt>
                      <c:pt idx="4291">
                        <c:v>44084</c:v>
                      </c:pt>
                      <c:pt idx="4292">
                        <c:v>44085</c:v>
                      </c:pt>
                      <c:pt idx="4293">
                        <c:v>44088</c:v>
                      </c:pt>
                      <c:pt idx="4294">
                        <c:v>44089</c:v>
                      </c:pt>
                      <c:pt idx="4295">
                        <c:v>44090</c:v>
                      </c:pt>
                      <c:pt idx="4296">
                        <c:v>44091</c:v>
                      </c:pt>
                      <c:pt idx="4297">
                        <c:v>44092</c:v>
                      </c:pt>
                      <c:pt idx="4298">
                        <c:v>44095</c:v>
                      </c:pt>
                      <c:pt idx="4299">
                        <c:v>44096</c:v>
                      </c:pt>
                      <c:pt idx="4300">
                        <c:v>44097</c:v>
                      </c:pt>
                      <c:pt idx="4301">
                        <c:v>44098</c:v>
                      </c:pt>
                      <c:pt idx="4302">
                        <c:v>44099</c:v>
                      </c:pt>
                      <c:pt idx="4303">
                        <c:v>44102</c:v>
                      </c:pt>
                      <c:pt idx="4304">
                        <c:v>44103</c:v>
                      </c:pt>
                      <c:pt idx="4305">
                        <c:v>44104</c:v>
                      </c:pt>
                      <c:pt idx="4306">
                        <c:v>44105</c:v>
                      </c:pt>
                      <c:pt idx="4307">
                        <c:v>44106</c:v>
                      </c:pt>
                      <c:pt idx="4308">
                        <c:v>44109</c:v>
                      </c:pt>
                      <c:pt idx="4309">
                        <c:v>44110</c:v>
                      </c:pt>
                      <c:pt idx="4310">
                        <c:v>44111</c:v>
                      </c:pt>
                      <c:pt idx="4311">
                        <c:v>44112</c:v>
                      </c:pt>
                      <c:pt idx="4312">
                        <c:v>44113</c:v>
                      </c:pt>
                      <c:pt idx="4313">
                        <c:v>44116</c:v>
                      </c:pt>
                      <c:pt idx="4314">
                        <c:v>44117</c:v>
                      </c:pt>
                      <c:pt idx="4315">
                        <c:v>44118</c:v>
                      </c:pt>
                      <c:pt idx="4316">
                        <c:v>44119</c:v>
                      </c:pt>
                      <c:pt idx="4317">
                        <c:v>44120</c:v>
                      </c:pt>
                      <c:pt idx="4318">
                        <c:v>44123</c:v>
                      </c:pt>
                      <c:pt idx="4319">
                        <c:v>44124</c:v>
                      </c:pt>
                      <c:pt idx="4320">
                        <c:v>44125</c:v>
                      </c:pt>
                      <c:pt idx="4321">
                        <c:v>44126</c:v>
                      </c:pt>
                      <c:pt idx="4322">
                        <c:v>44127</c:v>
                      </c:pt>
                      <c:pt idx="4323">
                        <c:v>44130</c:v>
                      </c:pt>
                      <c:pt idx="4324">
                        <c:v>44131</c:v>
                      </c:pt>
                      <c:pt idx="4325">
                        <c:v>44132</c:v>
                      </c:pt>
                      <c:pt idx="4326">
                        <c:v>44133</c:v>
                      </c:pt>
                      <c:pt idx="4327">
                        <c:v>44134</c:v>
                      </c:pt>
                      <c:pt idx="4328">
                        <c:v>44137</c:v>
                      </c:pt>
                      <c:pt idx="4329">
                        <c:v>44138</c:v>
                      </c:pt>
                      <c:pt idx="4330">
                        <c:v>44139</c:v>
                      </c:pt>
                      <c:pt idx="4331">
                        <c:v>44140</c:v>
                      </c:pt>
                      <c:pt idx="4332">
                        <c:v>44141</c:v>
                      </c:pt>
                      <c:pt idx="4333">
                        <c:v>44144</c:v>
                      </c:pt>
                      <c:pt idx="4334">
                        <c:v>44145</c:v>
                      </c:pt>
                      <c:pt idx="4335">
                        <c:v>44146</c:v>
                      </c:pt>
                      <c:pt idx="4336">
                        <c:v>44147</c:v>
                      </c:pt>
                      <c:pt idx="4337">
                        <c:v>44148</c:v>
                      </c:pt>
                      <c:pt idx="4338">
                        <c:v>44151</c:v>
                      </c:pt>
                      <c:pt idx="4339">
                        <c:v>44152</c:v>
                      </c:pt>
                      <c:pt idx="4340">
                        <c:v>44153</c:v>
                      </c:pt>
                      <c:pt idx="4341">
                        <c:v>44154</c:v>
                      </c:pt>
                      <c:pt idx="4342">
                        <c:v>44155</c:v>
                      </c:pt>
                      <c:pt idx="4343">
                        <c:v>44158</c:v>
                      </c:pt>
                      <c:pt idx="4344">
                        <c:v>44159</c:v>
                      </c:pt>
                      <c:pt idx="4345">
                        <c:v>44160</c:v>
                      </c:pt>
                      <c:pt idx="4346">
                        <c:v>44161</c:v>
                      </c:pt>
                      <c:pt idx="4347">
                        <c:v>44162</c:v>
                      </c:pt>
                      <c:pt idx="4348">
                        <c:v>44165</c:v>
                      </c:pt>
                      <c:pt idx="4349">
                        <c:v>44166</c:v>
                      </c:pt>
                      <c:pt idx="4350">
                        <c:v>44167</c:v>
                      </c:pt>
                      <c:pt idx="4351">
                        <c:v>44168</c:v>
                      </c:pt>
                      <c:pt idx="4352">
                        <c:v>44169</c:v>
                      </c:pt>
                      <c:pt idx="4353">
                        <c:v>44172</c:v>
                      </c:pt>
                      <c:pt idx="4354">
                        <c:v>44173</c:v>
                      </c:pt>
                      <c:pt idx="4355">
                        <c:v>44174</c:v>
                      </c:pt>
                      <c:pt idx="4356">
                        <c:v>44175</c:v>
                      </c:pt>
                      <c:pt idx="4357">
                        <c:v>44176</c:v>
                      </c:pt>
                      <c:pt idx="4358">
                        <c:v>44179</c:v>
                      </c:pt>
                      <c:pt idx="4359">
                        <c:v>44180</c:v>
                      </c:pt>
                      <c:pt idx="4360">
                        <c:v>44181</c:v>
                      </c:pt>
                      <c:pt idx="4361">
                        <c:v>44182</c:v>
                      </c:pt>
                      <c:pt idx="4362">
                        <c:v>44183</c:v>
                      </c:pt>
                      <c:pt idx="4363">
                        <c:v>44186</c:v>
                      </c:pt>
                      <c:pt idx="4364">
                        <c:v>44187</c:v>
                      </c:pt>
                      <c:pt idx="4365">
                        <c:v>44188</c:v>
                      </c:pt>
                      <c:pt idx="4366">
                        <c:v>44189</c:v>
                      </c:pt>
                      <c:pt idx="4367">
                        <c:v>44190</c:v>
                      </c:pt>
                      <c:pt idx="4368">
                        <c:v>44193</c:v>
                      </c:pt>
                      <c:pt idx="4369">
                        <c:v>44194</c:v>
                      </c:pt>
                      <c:pt idx="4370">
                        <c:v>44195</c:v>
                      </c:pt>
                      <c:pt idx="4371">
                        <c:v>44196</c:v>
                      </c:pt>
                      <c:pt idx="4372">
                        <c:v>44197</c:v>
                      </c:pt>
                      <c:pt idx="4373">
                        <c:v>44200</c:v>
                      </c:pt>
                      <c:pt idx="4374">
                        <c:v>44201</c:v>
                      </c:pt>
                      <c:pt idx="4375">
                        <c:v>44202</c:v>
                      </c:pt>
                      <c:pt idx="4376">
                        <c:v>44203</c:v>
                      </c:pt>
                      <c:pt idx="4377">
                        <c:v>44204</c:v>
                      </c:pt>
                      <c:pt idx="4378">
                        <c:v>44207</c:v>
                      </c:pt>
                      <c:pt idx="4379">
                        <c:v>44208</c:v>
                      </c:pt>
                      <c:pt idx="4380">
                        <c:v>44209</c:v>
                      </c:pt>
                      <c:pt idx="4381">
                        <c:v>44210</c:v>
                      </c:pt>
                      <c:pt idx="4382">
                        <c:v>44211</c:v>
                      </c:pt>
                      <c:pt idx="4383">
                        <c:v>44214</c:v>
                      </c:pt>
                      <c:pt idx="4384">
                        <c:v>44215</c:v>
                      </c:pt>
                      <c:pt idx="4385">
                        <c:v>44216</c:v>
                      </c:pt>
                      <c:pt idx="4386">
                        <c:v>44217</c:v>
                      </c:pt>
                      <c:pt idx="4387">
                        <c:v>44218</c:v>
                      </c:pt>
                      <c:pt idx="4388">
                        <c:v>44221</c:v>
                      </c:pt>
                      <c:pt idx="4389">
                        <c:v>44222</c:v>
                      </c:pt>
                      <c:pt idx="4390">
                        <c:v>44223</c:v>
                      </c:pt>
                      <c:pt idx="4391">
                        <c:v>44224</c:v>
                      </c:pt>
                      <c:pt idx="4392">
                        <c:v>44225</c:v>
                      </c:pt>
                      <c:pt idx="4393">
                        <c:v>44228</c:v>
                      </c:pt>
                      <c:pt idx="4394">
                        <c:v>44229</c:v>
                      </c:pt>
                      <c:pt idx="4395">
                        <c:v>44230</c:v>
                      </c:pt>
                      <c:pt idx="4396">
                        <c:v>44231</c:v>
                      </c:pt>
                      <c:pt idx="4397">
                        <c:v>44232</c:v>
                      </c:pt>
                      <c:pt idx="4398">
                        <c:v>44235</c:v>
                      </c:pt>
                      <c:pt idx="4399">
                        <c:v>44236</c:v>
                      </c:pt>
                      <c:pt idx="4400">
                        <c:v>44237</c:v>
                      </c:pt>
                      <c:pt idx="4401">
                        <c:v>44238</c:v>
                      </c:pt>
                      <c:pt idx="4402">
                        <c:v>44239</c:v>
                      </c:pt>
                      <c:pt idx="4403">
                        <c:v>44242</c:v>
                      </c:pt>
                      <c:pt idx="4404">
                        <c:v>44243</c:v>
                      </c:pt>
                      <c:pt idx="4405">
                        <c:v>44244</c:v>
                      </c:pt>
                      <c:pt idx="4406">
                        <c:v>44245</c:v>
                      </c:pt>
                      <c:pt idx="4407">
                        <c:v>44246</c:v>
                      </c:pt>
                      <c:pt idx="4408">
                        <c:v>44249</c:v>
                      </c:pt>
                      <c:pt idx="4409">
                        <c:v>44250</c:v>
                      </c:pt>
                      <c:pt idx="4410">
                        <c:v>44251</c:v>
                      </c:pt>
                      <c:pt idx="4411">
                        <c:v>44252</c:v>
                      </c:pt>
                      <c:pt idx="4412">
                        <c:v>44253</c:v>
                      </c:pt>
                      <c:pt idx="4413">
                        <c:v>44256</c:v>
                      </c:pt>
                      <c:pt idx="4414">
                        <c:v>44257</c:v>
                      </c:pt>
                      <c:pt idx="4415">
                        <c:v>44258</c:v>
                      </c:pt>
                      <c:pt idx="4416">
                        <c:v>44259</c:v>
                      </c:pt>
                      <c:pt idx="4417">
                        <c:v>44260</c:v>
                      </c:pt>
                      <c:pt idx="4418">
                        <c:v>44263</c:v>
                      </c:pt>
                      <c:pt idx="4419">
                        <c:v>44264</c:v>
                      </c:pt>
                      <c:pt idx="4420">
                        <c:v>44265</c:v>
                      </c:pt>
                      <c:pt idx="4421">
                        <c:v>44266</c:v>
                      </c:pt>
                      <c:pt idx="4422">
                        <c:v>44267</c:v>
                      </c:pt>
                      <c:pt idx="4423">
                        <c:v>44270</c:v>
                      </c:pt>
                      <c:pt idx="4424">
                        <c:v>44271</c:v>
                      </c:pt>
                      <c:pt idx="4425">
                        <c:v>44272</c:v>
                      </c:pt>
                      <c:pt idx="4426">
                        <c:v>44273</c:v>
                      </c:pt>
                      <c:pt idx="4427">
                        <c:v>44274</c:v>
                      </c:pt>
                      <c:pt idx="4428">
                        <c:v>44277</c:v>
                      </c:pt>
                      <c:pt idx="4429">
                        <c:v>44278</c:v>
                      </c:pt>
                      <c:pt idx="4430">
                        <c:v>44279</c:v>
                      </c:pt>
                      <c:pt idx="4431">
                        <c:v>44280</c:v>
                      </c:pt>
                      <c:pt idx="4432">
                        <c:v>44281</c:v>
                      </c:pt>
                      <c:pt idx="4433">
                        <c:v>44284</c:v>
                      </c:pt>
                      <c:pt idx="4434">
                        <c:v>44285</c:v>
                      </c:pt>
                      <c:pt idx="4435">
                        <c:v>44286</c:v>
                      </c:pt>
                      <c:pt idx="4436">
                        <c:v>44287</c:v>
                      </c:pt>
                      <c:pt idx="4437">
                        <c:v>44288</c:v>
                      </c:pt>
                      <c:pt idx="4438">
                        <c:v>44291</c:v>
                      </c:pt>
                      <c:pt idx="4439">
                        <c:v>44292</c:v>
                      </c:pt>
                      <c:pt idx="4440">
                        <c:v>44293</c:v>
                      </c:pt>
                      <c:pt idx="4441">
                        <c:v>44294</c:v>
                      </c:pt>
                      <c:pt idx="4442">
                        <c:v>44295</c:v>
                      </c:pt>
                      <c:pt idx="4443">
                        <c:v>44298</c:v>
                      </c:pt>
                      <c:pt idx="4444">
                        <c:v>44299</c:v>
                      </c:pt>
                      <c:pt idx="4445">
                        <c:v>44300</c:v>
                      </c:pt>
                      <c:pt idx="4446">
                        <c:v>44301</c:v>
                      </c:pt>
                      <c:pt idx="4447">
                        <c:v>44302</c:v>
                      </c:pt>
                      <c:pt idx="4448">
                        <c:v>44305</c:v>
                      </c:pt>
                      <c:pt idx="4449">
                        <c:v>44306</c:v>
                      </c:pt>
                      <c:pt idx="4450">
                        <c:v>44307</c:v>
                      </c:pt>
                      <c:pt idx="4451">
                        <c:v>44308</c:v>
                      </c:pt>
                      <c:pt idx="4452">
                        <c:v>44309</c:v>
                      </c:pt>
                      <c:pt idx="4453">
                        <c:v>44312</c:v>
                      </c:pt>
                      <c:pt idx="4454">
                        <c:v>44313</c:v>
                      </c:pt>
                      <c:pt idx="4455">
                        <c:v>44314</c:v>
                      </c:pt>
                      <c:pt idx="4456">
                        <c:v>44315</c:v>
                      </c:pt>
                      <c:pt idx="4457">
                        <c:v>44316</c:v>
                      </c:pt>
                      <c:pt idx="4458">
                        <c:v>44319</c:v>
                      </c:pt>
                      <c:pt idx="4459">
                        <c:v>44320</c:v>
                      </c:pt>
                      <c:pt idx="4460">
                        <c:v>44321</c:v>
                      </c:pt>
                      <c:pt idx="4461">
                        <c:v>44322</c:v>
                      </c:pt>
                      <c:pt idx="4462">
                        <c:v>44323</c:v>
                      </c:pt>
                      <c:pt idx="4463">
                        <c:v>44326</c:v>
                      </c:pt>
                      <c:pt idx="4464">
                        <c:v>44327</c:v>
                      </c:pt>
                      <c:pt idx="4465">
                        <c:v>44328</c:v>
                      </c:pt>
                      <c:pt idx="4466">
                        <c:v>44329</c:v>
                      </c:pt>
                      <c:pt idx="4467">
                        <c:v>44330</c:v>
                      </c:pt>
                      <c:pt idx="4468">
                        <c:v>44333</c:v>
                      </c:pt>
                      <c:pt idx="4469">
                        <c:v>44334</c:v>
                      </c:pt>
                      <c:pt idx="4470">
                        <c:v>44335</c:v>
                      </c:pt>
                      <c:pt idx="4471">
                        <c:v>44336</c:v>
                      </c:pt>
                      <c:pt idx="4472">
                        <c:v>44337</c:v>
                      </c:pt>
                      <c:pt idx="4473">
                        <c:v>44340</c:v>
                      </c:pt>
                      <c:pt idx="4474">
                        <c:v>44341</c:v>
                      </c:pt>
                      <c:pt idx="4475">
                        <c:v>44342</c:v>
                      </c:pt>
                      <c:pt idx="4476">
                        <c:v>44343</c:v>
                      </c:pt>
                      <c:pt idx="4477">
                        <c:v>44344</c:v>
                      </c:pt>
                      <c:pt idx="4478">
                        <c:v>44347</c:v>
                      </c:pt>
                      <c:pt idx="4479">
                        <c:v>44348</c:v>
                      </c:pt>
                      <c:pt idx="4480">
                        <c:v>44349</c:v>
                      </c:pt>
                      <c:pt idx="4481">
                        <c:v>44350</c:v>
                      </c:pt>
                      <c:pt idx="4482">
                        <c:v>44351</c:v>
                      </c:pt>
                      <c:pt idx="4483">
                        <c:v>44354</c:v>
                      </c:pt>
                      <c:pt idx="4484">
                        <c:v>44355</c:v>
                      </c:pt>
                      <c:pt idx="4485">
                        <c:v>44356</c:v>
                      </c:pt>
                      <c:pt idx="4486">
                        <c:v>44357</c:v>
                      </c:pt>
                      <c:pt idx="4487">
                        <c:v>44358</c:v>
                      </c:pt>
                      <c:pt idx="4488">
                        <c:v>44361</c:v>
                      </c:pt>
                      <c:pt idx="4489">
                        <c:v>44362</c:v>
                      </c:pt>
                      <c:pt idx="4490">
                        <c:v>44363</c:v>
                      </c:pt>
                      <c:pt idx="4491">
                        <c:v>44364</c:v>
                      </c:pt>
                      <c:pt idx="4492">
                        <c:v>44365</c:v>
                      </c:pt>
                      <c:pt idx="4493">
                        <c:v>44368</c:v>
                      </c:pt>
                      <c:pt idx="4494">
                        <c:v>44369</c:v>
                      </c:pt>
                      <c:pt idx="4495">
                        <c:v>44370</c:v>
                      </c:pt>
                      <c:pt idx="4496">
                        <c:v>44371</c:v>
                      </c:pt>
                      <c:pt idx="4497">
                        <c:v>44372</c:v>
                      </c:pt>
                      <c:pt idx="4498">
                        <c:v>44375</c:v>
                      </c:pt>
                      <c:pt idx="4499">
                        <c:v>44376</c:v>
                      </c:pt>
                      <c:pt idx="4500">
                        <c:v>44377</c:v>
                      </c:pt>
                      <c:pt idx="4501">
                        <c:v>44378</c:v>
                      </c:pt>
                      <c:pt idx="4502">
                        <c:v>44379</c:v>
                      </c:pt>
                      <c:pt idx="4503">
                        <c:v>44382</c:v>
                      </c:pt>
                      <c:pt idx="4504">
                        <c:v>44383</c:v>
                      </c:pt>
                      <c:pt idx="4505">
                        <c:v>44384</c:v>
                      </c:pt>
                      <c:pt idx="4506">
                        <c:v>44385</c:v>
                      </c:pt>
                      <c:pt idx="4507">
                        <c:v>44386</c:v>
                      </c:pt>
                      <c:pt idx="4508">
                        <c:v>44389</c:v>
                      </c:pt>
                      <c:pt idx="4509">
                        <c:v>44390</c:v>
                      </c:pt>
                      <c:pt idx="4510">
                        <c:v>44391</c:v>
                      </c:pt>
                      <c:pt idx="4511">
                        <c:v>44392</c:v>
                      </c:pt>
                      <c:pt idx="4512">
                        <c:v>44393</c:v>
                      </c:pt>
                      <c:pt idx="4513">
                        <c:v>44396</c:v>
                      </c:pt>
                      <c:pt idx="4514">
                        <c:v>44397</c:v>
                      </c:pt>
                      <c:pt idx="4515">
                        <c:v>44398</c:v>
                      </c:pt>
                      <c:pt idx="4516">
                        <c:v>44399</c:v>
                      </c:pt>
                      <c:pt idx="4517">
                        <c:v>44400</c:v>
                      </c:pt>
                      <c:pt idx="4518">
                        <c:v>44403</c:v>
                      </c:pt>
                      <c:pt idx="4519">
                        <c:v>44404</c:v>
                      </c:pt>
                      <c:pt idx="4520">
                        <c:v>44405</c:v>
                      </c:pt>
                      <c:pt idx="4521">
                        <c:v>44406</c:v>
                      </c:pt>
                      <c:pt idx="4522">
                        <c:v>44407</c:v>
                      </c:pt>
                      <c:pt idx="4523">
                        <c:v>44410</c:v>
                      </c:pt>
                      <c:pt idx="4524">
                        <c:v>44411</c:v>
                      </c:pt>
                      <c:pt idx="4525">
                        <c:v>44412</c:v>
                      </c:pt>
                      <c:pt idx="4526">
                        <c:v>44413</c:v>
                      </c:pt>
                      <c:pt idx="4527">
                        <c:v>44414</c:v>
                      </c:pt>
                      <c:pt idx="4528">
                        <c:v>44417</c:v>
                      </c:pt>
                      <c:pt idx="4529">
                        <c:v>44418</c:v>
                      </c:pt>
                      <c:pt idx="4530">
                        <c:v>44419</c:v>
                      </c:pt>
                      <c:pt idx="4531">
                        <c:v>44420</c:v>
                      </c:pt>
                      <c:pt idx="4532">
                        <c:v>44421</c:v>
                      </c:pt>
                      <c:pt idx="4533">
                        <c:v>44424</c:v>
                      </c:pt>
                      <c:pt idx="4534">
                        <c:v>44425</c:v>
                      </c:pt>
                      <c:pt idx="4535">
                        <c:v>44426</c:v>
                      </c:pt>
                      <c:pt idx="4536">
                        <c:v>44427</c:v>
                      </c:pt>
                      <c:pt idx="4537">
                        <c:v>44428</c:v>
                      </c:pt>
                      <c:pt idx="4538">
                        <c:v>44431</c:v>
                      </c:pt>
                      <c:pt idx="4539">
                        <c:v>44432</c:v>
                      </c:pt>
                      <c:pt idx="4540">
                        <c:v>44433</c:v>
                      </c:pt>
                      <c:pt idx="4541">
                        <c:v>44434</c:v>
                      </c:pt>
                      <c:pt idx="4542">
                        <c:v>44435</c:v>
                      </c:pt>
                      <c:pt idx="4543">
                        <c:v>44438</c:v>
                      </c:pt>
                      <c:pt idx="4544">
                        <c:v>44439</c:v>
                      </c:pt>
                      <c:pt idx="4545">
                        <c:v>44440</c:v>
                      </c:pt>
                      <c:pt idx="4546">
                        <c:v>44441</c:v>
                      </c:pt>
                      <c:pt idx="4547">
                        <c:v>44442</c:v>
                      </c:pt>
                      <c:pt idx="4548">
                        <c:v>44445</c:v>
                      </c:pt>
                      <c:pt idx="4549">
                        <c:v>44446</c:v>
                      </c:pt>
                      <c:pt idx="4550">
                        <c:v>44447</c:v>
                      </c:pt>
                      <c:pt idx="4551">
                        <c:v>44448</c:v>
                      </c:pt>
                      <c:pt idx="4552">
                        <c:v>44449</c:v>
                      </c:pt>
                      <c:pt idx="4553">
                        <c:v>44452</c:v>
                      </c:pt>
                      <c:pt idx="4554">
                        <c:v>44453</c:v>
                      </c:pt>
                      <c:pt idx="4555">
                        <c:v>44454</c:v>
                      </c:pt>
                      <c:pt idx="4556">
                        <c:v>44455</c:v>
                      </c:pt>
                      <c:pt idx="4557">
                        <c:v>44456</c:v>
                      </c:pt>
                      <c:pt idx="4558">
                        <c:v>44459</c:v>
                      </c:pt>
                      <c:pt idx="4559">
                        <c:v>44460</c:v>
                      </c:pt>
                      <c:pt idx="4560">
                        <c:v>44461</c:v>
                      </c:pt>
                      <c:pt idx="4561">
                        <c:v>44462</c:v>
                      </c:pt>
                      <c:pt idx="4562">
                        <c:v>44463</c:v>
                      </c:pt>
                      <c:pt idx="4563">
                        <c:v>44466</c:v>
                      </c:pt>
                      <c:pt idx="4564">
                        <c:v>44467</c:v>
                      </c:pt>
                      <c:pt idx="4565">
                        <c:v>44468</c:v>
                      </c:pt>
                      <c:pt idx="4566">
                        <c:v>44469</c:v>
                      </c:pt>
                      <c:pt idx="4567">
                        <c:v>44470</c:v>
                      </c:pt>
                      <c:pt idx="4568">
                        <c:v>44473</c:v>
                      </c:pt>
                      <c:pt idx="4569">
                        <c:v>44474</c:v>
                      </c:pt>
                      <c:pt idx="4570">
                        <c:v>44475</c:v>
                      </c:pt>
                      <c:pt idx="4571">
                        <c:v>44476</c:v>
                      </c:pt>
                      <c:pt idx="4572">
                        <c:v>44477</c:v>
                      </c:pt>
                      <c:pt idx="4573">
                        <c:v>44480</c:v>
                      </c:pt>
                      <c:pt idx="4574">
                        <c:v>44481</c:v>
                      </c:pt>
                      <c:pt idx="4575">
                        <c:v>44482</c:v>
                      </c:pt>
                      <c:pt idx="4576">
                        <c:v>44483</c:v>
                      </c:pt>
                      <c:pt idx="4577">
                        <c:v>44484</c:v>
                      </c:pt>
                      <c:pt idx="4578">
                        <c:v>44487</c:v>
                      </c:pt>
                      <c:pt idx="4579">
                        <c:v>44488</c:v>
                      </c:pt>
                      <c:pt idx="4580">
                        <c:v>44489</c:v>
                      </c:pt>
                      <c:pt idx="4581">
                        <c:v>44490</c:v>
                      </c:pt>
                      <c:pt idx="4582">
                        <c:v>44491</c:v>
                      </c:pt>
                      <c:pt idx="4583">
                        <c:v>44494</c:v>
                      </c:pt>
                      <c:pt idx="4584">
                        <c:v>44495</c:v>
                      </c:pt>
                      <c:pt idx="4585">
                        <c:v>44496</c:v>
                      </c:pt>
                      <c:pt idx="4586">
                        <c:v>44497</c:v>
                      </c:pt>
                      <c:pt idx="4587">
                        <c:v>44498</c:v>
                      </c:pt>
                      <c:pt idx="4588">
                        <c:v>44501</c:v>
                      </c:pt>
                      <c:pt idx="4589">
                        <c:v>44502</c:v>
                      </c:pt>
                      <c:pt idx="4590">
                        <c:v>44503</c:v>
                      </c:pt>
                      <c:pt idx="4591">
                        <c:v>44504</c:v>
                      </c:pt>
                      <c:pt idx="4592">
                        <c:v>44505</c:v>
                      </c:pt>
                      <c:pt idx="4593">
                        <c:v>44508</c:v>
                      </c:pt>
                      <c:pt idx="4594">
                        <c:v>44509</c:v>
                      </c:pt>
                      <c:pt idx="4595">
                        <c:v>44510</c:v>
                      </c:pt>
                      <c:pt idx="4596">
                        <c:v>44511</c:v>
                      </c:pt>
                      <c:pt idx="4597">
                        <c:v>44512</c:v>
                      </c:pt>
                      <c:pt idx="4598">
                        <c:v>44515</c:v>
                      </c:pt>
                      <c:pt idx="4599">
                        <c:v>44516</c:v>
                      </c:pt>
                      <c:pt idx="4600">
                        <c:v>44517</c:v>
                      </c:pt>
                      <c:pt idx="4601">
                        <c:v>44518</c:v>
                      </c:pt>
                      <c:pt idx="4602">
                        <c:v>44519</c:v>
                      </c:pt>
                      <c:pt idx="4603">
                        <c:v>44522</c:v>
                      </c:pt>
                      <c:pt idx="4604">
                        <c:v>44523</c:v>
                      </c:pt>
                      <c:pt idx="4605">
                        <c:v>44524</c:v>
                      </c:pt>
                      <c:pt idx="4606">
                        <c:v>44525</c:v>
                      </c:pt>
                      <c:pt idx="4607">
                        <c:v>44526</c:v>
                      </c:pt>
                      <c:pt idx="4608">
                        <c:v>44529</c:v>
                      </c:pt>
                      <c:pt idx="4609">
                        <c:v>44530</c:v>
                      </c:pt>
                      <c:pt idx="4610">
                        <c:v>44531</c:v>
                      </c:pt>
                      <c:pt idx="4611">
                        <c:v>44532</c:v>
                      </c:pt>
                      <c:pt idx="4612">
                        <c:v>44533</c:v>
                      </c:pt>
                      <c:pt idx="4613">
                        <c:v>44536</c:v>
                      </c:pt>
                      <c:pt idx="4614">
                        <c:v>44537</c:v>
                      </c:pt>
                      <c:pt idx="4615">
                        <c:v>44538</c:v>
                      </c:pt>
                      <c:pt idx="4616">
                        <c:v>44539</c:v>
                      </c:pt>
                      <c:pt idx="4617">
                        <c:v>44540</c:v>
                      </c:pt>
                      <c:pt idx="4618">
                        <c:v>44543</c:v>
                      </c:pt>
                      <c:pt idx="4619">
                        <c:v>44544</c:v>
                      </c:pt>
                      <c:pt idx="4620">
                        <c:v>44545</c:v>
                      </c:pt>
                      <c:pt idx="4621">
                        <c:v>44546</c:v>
                      </c:pt>
                      <c:pt idx="4622">
                        <c:v>44547</c:v>
                      </c:pt>
                      <c:pt idx="4623">
                        <c:v>44550</c:v>
                      </c:pt>
                      <c:pt idx="4624">
                        <c:v>44551</c:v>
                      </c:pt>
                      <c:pt idx="4625">
                        <c:v>44552</c:v>
                      </c:pt>
                      <c:pt idx="4626">
                        <c:v>44553</c:v>
                      </c:pt>
                      <c:pt idx="4627">
                        <c:v>44554</c:v>
                      </c:pt>
                      <c:pt idx="4628">
                        <c:v>44557</c:v>
                      </c:pt>
                      <c:pt idx="4629">
                        <c:v>44558</c:v>
                      </c:pt>
                      <c:pt idx="4630">
                        <c:v>44559</c:v>
                      </c:pt>
                      <c:pt idx="4631">
                        <c:v>44560</c:v>
                      </c:pt>
                      <c:pt idx="4632">
                        <c:v>44561</c:v>
                      </c:pt>
                      <c:pt idx="4633">
                        <c:v>44564</c:v>
                      </c:pt>
                      <c:pt idx="4634">
                        <c:v>44565</c:v>
                      </c:pt>
                      <c:pt idx="4635">
                        <c:v>44566</c:v>
                      </c:pt>
                      <c:pt idx="4636">
                        <c:v>44567</c:v>
                      </c:pt>
                      <c:pt idx="4637">
                        <c:v>44568</c:v>
                      </c:pt>
                      <c:pt idx="4638">
                        <c:v>44571</c:v>
                      </c:pt>
                      <c:pt idx="4639">
                        <c:v>44572</c:v>
                      </c:pt>
                      <c:pt idx="4640">
                        <c:v>44573</c:v>
                      </c:pt>
                      <c:pt idx="4641">
                        <c:v>44574</c:v>
                      </c:pt>
                      <c:pt idx="4642">
                        <c:v>44575</c:v>
                      </c:pt>
                      <c:pt idx="4643">
                        <c:v>44578</c:v>
                      </c:pt>
                      <c:pt idx="4644">
                        <c:v>44579</c:v>
                      </c:pt>
                      <c:pt idx="4645">
                        <c:v>44580</c:v>
                      </c:pt>
                      <c:pt idx="4646">
                        <c:v>44581</c:v>
                      </c:pt>
                      <c:pt idx="4647">
                        <c:v>44582</c:v>
                      </c:pt>
                      <c:pt idx="4648">
                        <c:v>44585</c:v>
                      </c:pt>
                      <c:pt idx="4649">
                        <c:v>44586</c:v>
                      </c:pt>
                      <c:pt idx="4650">
                        <c:v>44587</c:v>
                      </c:pt>
                      <c:pt idx="4651">
                        <c:v>44588</c:v>
                      </c:pt>
                      <c:pt idx="4652">
                        <c:v>44589</c:v>
                      </c:pt>
                      <c:pt idx="4653">
                        <c:v>44592</c:v>
                      </c:pt>
                      <c:pt idx="4654">
                        <c:v>44593</c:v>
                      </c:pt>
                      <c:pt idx="4655">
                        <c:v>44594</c:v>
                      </c:pt>
                      <c:pt idx="4656">
                        <c:v>44595</c:v>
                      </c:pt>
                      <c:pt idx="4657">
                        <c:v>44596</c:v>
                      </c:pt>
                      <c:pt idx="4658">
                        <c:v>44599</c:v>
                      </c:pt>
                      <c:pt idx="4659">
                        <c:v>44600</c:v>
                      </c:pt>
                      <c:pt idx="4660">
                        <c:v>44601</c:v>
                      </c:pt>
                      <c:pt idx="4661">
                        <c:v>44602</c:v>
                      </c:pt>
                      <c:pt idx="4662">
                        <c:v>44603</c:v>
                      </c:pt>
                      <c:pt idx="4663">
                        <c:v>44606</c:v>
                      </c:pt>
                      <c:pt idx="4664">
                        <c:v>44607</c:v>
                      </c:pt>
                      <c:pt idx="4665">
                        <c:v>44608</c:v>
                      </c:pt>
                      <c:pt idx="4666">
                        <c:v>44609</c:v>
                      </c:pt>
                      <c:pt idx="4667">
                        <c:v>44610</c:v>
                      </c:pt>
                      <c:pt idx="4668">
                        <c:v>44613</c:v>
                      </c:pt>
                      <c:pt idx="4669">
                        <c:v>44614</c:v>
                      </c:pt>
                      <c:pt idx="4670">
                        <c:v>44615</c:v>
                      </c:pt>
                      <c:pt idx="4671">
                        <c:v>44616</c:v>
                      </c:pt>
                      <c:pt idx="4672">
                        <c:v>44617</c:v>
                      </c:pt>
                      <c:pt idx="4673">
                        <c:v>44620</c:v>
                      </c:pt>
                      <c:pt idx="4674">
                        <c:v>44621</c:v>
                      </c:pt>
                      <c:pt idx="4675">
                        <c:v>44622</c:v>
                      </c:pt>
                      <c:pt idx="4676">
                        <c:v>44623</c:v>
                      </c:pt>
                      <c:pt idx="4677">
                        <c:v>44624</c:v>
                      </c:pt>
                      <c:pt idx="4678">
                        <c:v>44627</c:v>
                      </c:pt>
                      <c:pt idx="4679">
                        <c:v>44628</c:v>
                      </c:pt>
                      <c:pt idx="4680">
                        <c:v>44629</c:v>
                      </c:pt>
                      <c:pt idx="4681">
                        <c:v>44630</c:v>
                      </c:pt>
                      <c:pt idx="4682">
                        <c:v>44631</c:v>
                      </c:pt>
                      <c:pt idx="4683">
                        <c:v>44634</c:v>
                      </c:pt>
                      <c:pt idx="4684">
                        <c:v>44635</c:v>
                      </c:pt>
                      <c:pt idx="4685">
                        <c:v>44636</c:v>
                      </c:pt>
                      <c:pt idx="4686">
                        <c:v>44637</c:v>
                      </c:pt>
                      <c:pt idx="4687">
                        <c:v>44638</c:v>
                      </c:pt>
                      <c:pt idx="4688">
                        <c:v>44641</c:v>
                      </c:pt>
                      <c:pt idx="4689">
                        <c:v>44642</c:v>
                      </c:pt>
                      <c:pt idx="4690">
                        <c:v>44643</c:v>
                      </c:pt>
                      <c:pt idx="4691">
                        <c:v>44644</c:v>
                      </c:pt>
                      <c:pt idx="4692">
                        <c:v>44645</c:v>
                      </c:pt>
                      <c:pt idx="4693">
                        <c:v>44648</c:v>
                      </c:pt>
                      <c:pt idx="4694">
                        <c:v>44649</c:v>
                      </c:pt>
                      <c:pt idx="4695">
                        <c:v>44650</c:v>
                      </c:pt>
                      <c:pt idx="4696">
                        <c:v>44651</c:v>
                      </c:pt>
                      <c:pt idx="4697">
                        <c:v>44652</c:v>
                      </c:pt>
                      <c:pt idx="4698">
                        <c:v>44655</c:v>
                      </c:pt>
                      <c:pt idx="4699">
                        <c:v>44656</c:v>
                      </c:pt>
                      <c:pt idx="4700">
                        <c:v>44657</c:v>
                      </c:pt>
                      <c:pt idx="4701">
                        <c:v>44658</c:v>
                      </c:pt>
                      <c:pt idx="4702">
                        <c:v>44659</c:v>
                      </c:pt>
                      <c:pt idx="4703">
                        <c:v>44662</c:v>
                      </c:pt>
                      <c:pt idx="4704">
                        <c:v>44663</c:v>
                      </c:pt>
                      <c:pt idx="4705">
                        <c:v>44664</c:v>
                      </c:pt>
                      <c:pt idx="4706">
                        <c:v>44665</c:v>
                      </c:pt>
                      <c:pt idx="4707">
                        <c:v>44666</c:v>
                      </c:pt>
                      <c:pt idx="4708">
                        <c:v>44669</c:v>
                      </c:pt>
                      <c:pt idx="4709">
                        <c:v>44670</c:v>
                      </c:pt>
                      <c:pt idx="4710">
                        <c:v>44671</c:v>
                      </c:pt>
                      <c:pt idx="4711">
                        <c:v>44672</c:v>
                      </c:pt>
                      <c:pt idx="4712">
                        <c:v>44673</c:v>
                      </c:pt>
                      <c:pt idx="4713">
                        <c:v>44676</c:v>
                      </c:pt>
                      <c:pt idx="4714">
                        <c:v>44677</c:v>
                      </c:pt>
                      <c:pt idx="4715">
                        <c:v>44678</c:v>
                      </c:pt>
                      <c:pt idx="4716">
                        <c:v>44679</c:v>
                      </c:pt>
                      <c:pt idx="4717">
                        <c:v>44680</c:v>
                      </c:pt>
                      <c:pt idx="4718">
                        <c:v>44683</c:v>
                      </c:pt>
                      <c:pt idx="4719">
                        <c:v>44684</c:v>
                      </c:pt>
                      <c:pt idx="4720">
                        <c:v>44685</c:v>
                      </c:pt>
                      <c:pt idx="4721">
                        <c:v>44686</c:v>
                      </c:pt>
                      <c:pt idx="4722">
                        <c:v>44687</c:v>
                      </c:pt>
                      <c:pt idx="4723">
                        <c:v>44690</c:v>
                      </c:pt>
                      <c:pt idx="4724">
                        <c:v>44691</c:v>
                      </c:pt>
                      <c:pt idx="4725">
                        <c:v>44692</c:v>
                      </c:pt>
                      <c:pt idx="4726">
                        <c:v>44693</c:v>
                      </c:pt>
                      <c:pt idx="4727">
                        <c:v>44694</c:v>
                      </c:pt>
                      <c:pt idx="4728">
                        <c:v>44697</c:v>
                      </c:pt>
                      <c:pt idx="4729">
                        <c:v>44698</c:v>
                      </c:pt>
                      <c:pt idx="4730">
                        <c:v>44699</c:v>
                      </c:pt>
                      <c:pt idx="4731">
                        <c:v>44700</c:v>
                      </c:pt>
                      <c:pt idx="4732">
                        <c:v>44701</c:v>
                      </c:pt>
                      <c:pt idx="4733">
                        <c:v>44704</c:v>
                      </c:pt>
                      <c:pt idx="4734">
                        <c:v>44705</c:v>
                      </c:pt>
                      <c:pt idx="4735">
                        <c:v>44706</c:v>
                      </c:pt>
                      <c:pt idx="4736">
                        <c:v>44707</c:v>
                      </c:pt>
                      <c:pt idx="4737">
                        <c:v>44708</c:v>
                      </c:pt>
                      <c:pt idx="4738">
                        <c:v>44711</c:v>
                      </c:pt>
                      <c:pt idx="4739">
                        <c:v>44712</c:v>
                      </c:pt>
                      <c:pt idx="4740">
                        <c:v>44713</c:v>
                      </c:pt>
                      <c:pt idx="4741">
                        <c:v>44714</c:v>
                      </c:pt>
                      <c:pt idx="4742">
                        <c:v>44715</c:v>
                      </c:pt>
                      <c:pt idx="4743">
                        <c:v>44718</c:v>
                      </c:pt>
                      <c:pt idx="4744">
                        <c:v>44719</c:v>
                      </c:pt>
                      <c:pt idx="4745">
                        <c:v>44720</c:v>
                      </c:pt>
                      <c:pt idx="4746">
                        <c:v>44721</c:v>
                      </c:pt>
                      <c:pt idx="4747">
                        <c:v>44722</c:v>
                      </c:pt>
                      <c:pt idx="4748">
                        <c:v>44725</c:v>
                      </c:pt>
                      <c:pt idx="4749">
                        <c:v>44726</c:v>
                      </c:pt>
                      <c:pt idx="4750">
                        <c:v>44727</c:v>
                      </c:pt>
                      <c:pt idx="4751">
                        <c:v>44728</c:v>
                      </c:pt>
                      <c:pt idx="4752">
                        <c:v>44729</c:v>
                      </c:pt>
                      <c:pt idx="4753">
                        <c:v>44732</c:v>
                      </c:pt>
                      <c:pt idx="4754">
                        <c:v>44733</c:v>
                      </c:pt>
                      <c:pt idx="4755">
                        <c:v>44734</c:v>
                      </c:pt>
                      <c:pt idx="4756">
                        <c:v>44735</c:v>
                      </c:pt>
                      <c:pt idx="4757">
                        <c:v>44736</c:v>
                      </c:pt>
                      <c:pt idx="4758">
                        <c:v>44739</c:v>
                      </c:pt>
                      <c:pt idx="4759">
                        <c:v>44740</c:v>
                      </c:pt>
                      <c:pt idx="4760">
                        <c:v>44741</c:v>
                      </c:pt>
                      <c:pt idx="4761">
                        <c:v>44742</c:v>
                      </c:pt>
                      <c:pt idx="4762">
                        <c:v>44743</c:v>
                      </c:pt>
                      <c:pt idx="4763">
                        <c:v>44747</c:v>
                      </c:pt>
                      <c:pt idx="4764">
                        <c:v>44748</c:v>
                      </c:pt>
                      <c:pt idx="4765">
                        <c:v>44749</c:v>
                      </c:pt>
                      <c:pt idx="4766">
                        <c:v>44750</c:v>
                      </c:pt>
                      <c:pt idx="4767">
                        <c:v>44753</c:v>
                      </c:pt>
                      <c:pt idx="4768">
                        <c:v>44754</c:v>
                      </c:pt>
                      <c:pt idx="4769">
                        <c:v>44755</c:v>
                      </c:pt>
                      <c:pt idx="4770">
                        <c:v>44756</c:v>
                      </c:pt>
                      <c:pt idx="4771">
                        <c:v>44757</c:v>
                      </c:pt>
                      <c:pt idx="4772">
                        <c:v>44760</c:v>
                      </c:pt>
                      <c:pt idx="4773">
                        <c:v>44761</c:v>
                      </c:pt>
                      <c:pt idx="4774">
                        <c:v>44762</c:v>
                      </c:pt>
                      <c:pt idx="4775">
                        <c:v>44763</c:v>
                      </c:pt>
                      <c:pt idx="4776">
                        <c:v>44764</c:v>
                      </c:pt>
                      <c:pt idx="4777">
                        <c:v>44767</c:v>
                      </c:pt>
                      <c:pt idx="4778">
                        <c:v>44768</c:v>
                      </c:pt>
                      <c:pt idx="4779">
                        <c:v>44769</c:v>
                      </c:pt>
                      <c:pt idx="4780">
                        <c:v>44770</c:v>
                      </c:pt>
                      <c:pt idx="4781">
                        <c:v>44771</c:v>
                      </c:pt>
                      <c:pt idx="4782">
                        <c:v>44774</c:v>
                      </c:pt>
                      <c:pt idx="4783">
                        <c:v>44775</c:v>
                      </c:pt>
                      <c:pt idx="4784">
                        <c:v>44776</c:v>
                      </c:pt>
                      <c:pt idx="4785">
                        <c:v>44777</c:v>
                      </c:pt>
                      <c:pt idx="4786">
                        <c:v>44778</c:v>
                      </c:pt>
                      <c:pt idx="4787">
                        <c:v>44781</c:v>
                      </c:pt>
                      <c:pt idx="4788">
                        <c:v>44782</c:v>
                      </c:pt>
                      <c:pt idx="4789">
                        <c:v>44783</c:v>
                      </c:pt>
                      <c:pt idx="4790">
                        <c:v>44784</c:v>
                      </c:pt>
                      <c:pt idx="4791">
                        <c:v>44785</c:v>
                      </c:pt>
                      <c:pt idx="4792">
                        <c:v>44788</c:v>
                      </c:pt>
                      <c:pt idx="4793">
                        <c:v>44789</c:v>
                      </c:pt>
                      <c:pt idx="4794">
                        <c:v>44790</c:v>
                      </c:pt>
                      <c:pt idx="4795">
                        <c:v>44791</c:v>
                      </c:pt>
                      <c:pt idx="4796">
                        <c:v>44792</c:v>
                      </c:pt>
                      <c:pt idx="4797">
                        <c:v>44795</c:v>
                      </c:pt>
                      <c:pt idx="4798">
                        <c:v>44796</c:v>
                      </c:pt>
                      <c:pt idx="4799">
                        <c:v>44797</c:v>
                      </c:pt>
                      <c:pt idx="4800">
                        <c:v>44798</c:v>
                      </c:pt>
                      <c:pt idx="4801">
                        <c:v>44799</c:v>
                      </c:pt>
                      <c:pt idx="4802">
                        <c:v>44802</c:v>
                      </c:pt>
                      <c:pt idx="4803">
                        <c:v>44803</c:v>
                      </c:pt>
                      <c:pt idx="4804">
                        <c:v>44804</c:v>
                      </c:pt>
                      <c:pt idx="4805">
                        <c:v>44805</c:v>
                      </c:pt>
                      <c:pt idx="4806">
                        <c:v>44806</c:v>
                      </c:pt>
                      <c:pt idx="4807">
                        <c:v>44809</c:v>
                      </c:pt>
                      <c:pt idx="4808">
                        <c:v>44810</c:v>
                      </c:pt>
                      <c:pt idx="4809">
                        <c:v>44811</c:v>
                      </c:pt>
                      <c:pt idx="4810">
                        <c:v>44812</c:v>
                      </c:pt>
                      <c:pt idx="4811">
                        <c:v>44813</c:v>
                      </c:pt>
                      <c:pt idx="4812">
                        <c:v>44816</c:v>
                      </c:pt>
                      <c:pt idx="4813">
                        <c:v>44817</c:v>
                      </c:pt>
                      <c:pt idx="4814">
                        <c:v>44818</c:v>
                      </c:pt>
                      <c:pt idx="4815">
                        <c:v>44819</c:v>
                      </c:pt>
                      <c:pt idx="4816">
                        <c:v>44820</c:v>
                      </c:pt>
                      <c:pt idx="4817">
                        <c:v>44823</c:v>
                      </c:pt>
                      <c:pt idx="4818">
                        <c:v>44824</c:v>
                      </c:pt>
                      <c:pt idx="4819">
                        <c:v>44825</c:v>
                      </c:pt>
                      <c:pt idx="4820">
                        <c:v>44826</c:v>
                      </c:pt>
                      <c:pt idx="4821">
                        <c:v>44827</c:v>
                      </c:pt>
                      <c:pt idx="4822">
                        <c:v>44830</c:v>
                      </c:pt>
                      <c:pt idx="4823">
                        <c:v>44831</c:v>
                      </c:pt>
                      <c:pt idx="4824">
                        <c:v>44832</c:v>
                      </c:pt>
                      <c:pt idx="4825">
                        <c:v>44833</c:v>
                      </c:pt>
                      <c:pt idx="4826">
                        <c:v>44834</c:v>
                      </c:pt>
                      <c:pt idx="4827">
                        <c:v>44837</c:v>
                      </c:pt>
                      <c:pt idx="4828">
                        <c:v>44838</c:v>
                      </c:pt>
                      <c:pt idx="4829">
                        <c:v>44839</c:v>
                      </c:pt>
                      <c:pt idx="4830">
                        <c:v>44840</c:v>
                      </c:pt>
                      <c:pt idx="4831">
                        <c:v>44841</c:v>
                      </c:pt>
                      <c:pt idx="4832">
                        <c:v>44844</c:v>
                      </c:pt>
                      <c:pt idx="4833">
                        <c:v>44845</c:v>
                      </c:pt>
                      <c:pt idx="4834">
                        <c:v>44846</c:v>
                      </c:pt>
                      <c:pt idx="4835">
                        <c:v>44847</c:v>
                      </c:pt>
                      <c:pt idx="4836">
                        <c:v>44848</c:v>
                      </c:pt>
                      <c:pt idx="4837">
                        <c:v>44851</c:v>
                      </c:pt>
                      <c:pt idx="4838">
                        <c:v>44852</c:v>
                      </c:pt>
                      <c:pt idx="4839">
                        <c:v>44853</c:v>
                      </c:pt>
                      <c:pt idx="4840">
                        <c:v>44854</c:v>
                      </c:pt>
                      <c:pt idx="4841">
                        <c:v>44855</c:v>
                      </c:pt>
                      <c:pt idx="4842">
                        <c:v>44858</c:v>
                      </c:pt>
                      <c:pt idx="4843">
                        <c:v>44859</c:v>
                      </c:pt>
                      <c:pt idx="4844">
                        <c:v>44860</c:v>
                      </c:pt>
                      <c:pt idx="4845">
                        <c:v>44861</c:v>
                      </c:pt>
                      <c:pt idx="4846">
                        <c:v>44862</c:v>
                      </c:pt>
                      <c:pt idx="4847">
                        <c:v>44865</c:v>
                      </c:pt>
                      <c:pt idx="4848">
                        <c:v>44866</c:v>
                      </c:pt>
                      <c:pt idx="4849">
                        <c:v>44867</c:v>
                      </c:pt>
                      <c:pt idx="4850">
                        <c:v>44868</c:v>
                      </c:pt>
                      <c:pt idx="4851">
                        <c:v>44869</c:v>
                      </c:pt>
                      <c:pt idx="4852">
                        <c:v>44872</c:v>
                      </c:pt>
                      <c:pt idx="4853">
                        <c:v>44873</c:v>
                      </c:pt>
                      <c:pt idx="4854">
                        <c:v>44874</c:v>
                      </c:pt>
                      <c:pt idx="4855">
                        <c:v>44875</c:v>
                      </c:pt>
                      <c:pt idx="4856">
                        <c:v>44876</c:v>
                      </c:pt>
                      <c:pt idx="4857">
                        <c:v>44879</c:v>
                      </c:pt>
                      <c:pt idx="4858">
                        <c:v>44880</c:v>
                      </c:pt>
                      <c:pt idx="4859">
                        <c:v>44881</c:v>
                      </c:pt>
                      <c:pt idx="4860">
                        <c:v>44882</c:v>
                      </c:pt>
                      <c:pt idx="4861">
                        <c:v>44883</c:v>
                      </c:pt>
                      <c:pt idx="4862">
                        <c:v>44886</c:v>
                      </c:pt>
                      <c:pt idx="4863">
                        <c:v>44887</c:v>
                      </c:pt>
                      <c:pt idx="4864">
                        <c:v>44888</c:v>
                      </c:pt>
                      <c:pt idx="4865">
                        <c:v>44889</c:v>
                      </c:pt>
                      <c:pt idx="4866">
                        <c:v>44890</c:v>
                      </c:pt>
                      <c:pt idx="4867">
                        <c:v>44893</c:v>
                      </c:pt>
                      <c:pt idx="4868">
                        <c:v>44894</c:v>
                      </c:pt>
                      <c:pt idx="4869">
                        <c:v>44895</c:v>
                      </c:pt>
                      <c:pt idx="4870">
                        <c:v>44896</c:v>
                      </c:pt>
                      <c:pt idx="4871">
                        <c:v>44897</c:v>
                      </c:pt>
                      <c:pt idx="4872">
                        <c:v>44900</c:v>
                      </c:pt>
                      <c:pt idx="4873">
                        <c:v>44901</c:v>
                      </c:pt>
                      <c:pt idx="4874">
                        <c:v>44902</c:v>
                      </c:pt>
                      <c:pt idx="4875">
                        <c:v>44903</c:v>
                      </c:pt>
                      <c:pt idx="4876">
                        <c:v>44904</c:v>
                      </c:pt>
                      <c:pt idx="4877">
                        <c:v>44907</c:v>
                      </c:pt>
                      <c:pt idx="4878">
                        <c:v>44908</c:v>
                      </c:pt>
                      <c:pt idx="4879">
                        <c:v>44909</c:v>
                      </c:pt>
                      <c:pt idx="4880">
                        <c:v>44910</c:v>
                      </c:pt>
                      <c:pt idx="4881">
                        <c:v>44911</c:v>
                      </c:pt>
                      <c:pt idx="4882">
                        <c:v>44914</c:v>
                      </c:pt>
                      <c:pt idx="4883">
                        <c:v>44915</c:v>
                      </c:pt>
                      <c:pt idx="4884">
                        <c:v>44916</c:v>
                      </c:pt>
                      <c:pt idx="4885">
                        <c:v>44917</c:v>
                      </c:pt>
                      <c:pt idx="4886">
                        <c:v>44918</c:v>
                      </c:pt>
                      <c:pt idx="4887">
                        <c:v>44921</c:v>
                      </c:pt>
                      <c:pt idx="4888">
                        <c:v>44922</c:v>
                      </c:pt>
                      <c:pt idx="4889">
                        <c:v>44923</c:v>
                      </c:pt>
                      <c:pt idx="4890">
                        <c:v>44924</c:v>
                      </c:pt>
                      <c:pt idx="4891">
                        <c:v>44925</c:v>
                      </c:pt>
                      <c:pt idx="4892">
                        <c:v>44928</c:v>
                      </c:pt>
                      <c:pt idx="4893">
                        <c:v>44929</c:v>
                      </c:pt>
                      <c:pt idx="4894">
                        <c:v>44930</c:v>
                      </c:pt>
                      <c:pt idx="4895">
                        <c:v>44931</c:v>
                      </c:pt>
                      <c:pt idx="4896">
                        <c:v>44932</c:v>
                      </c:pt>
                      <c:pt idx="4897">
                        <c:v>44935</c:v>
                      </c:pt>
                      <c:pt idx="4898">
                        <c:v>44936</c:v>
                      </c:pt>
                      <c:pt idx="4899">
                        <c:v>44937</c:v>
                      </c:pt>
                      <c:pt idx="4900">
                        <c:v>44938</c:v>
                      </c:pt>
                      <c:pt idx="4901">
                        <c:v>44939</c:v>
                      </c:pt>
                      <c:pt idx="4902">
                        <c:v>44942</c:v>
                      </c:pt>
                      <c:pt idx="4903">
                        <c:v>44943</c:v>
                      </c:pt>
                      <c:pt idx="4904">
                        <c:v>44944</c:v>
                      </c:pt>
                      <c:pt idx="4905">
                        <c:v>44945</c:v>
                      </c:pt>
                      <c:pt idx="4906">
                        <c:v>44946</c:v>
                      </c:pt>
                      <c:pt idx="4907">
                        <c:v>44949</c:v>
                      </c:pt>
                      <c:pt idx="4908">
                        <c:v>44950</c:v>
                      </c:pt>
                      <c:pt idx="4909">
                        <c:v>44951</c:v>
                      </c:pt>
                      <c:pt idx="4910">
                        <c:v>44952</c:v>
                      </c:pt>
                      <c:pt idx="4911">
                        <c:v>44953</c:v>
                      </c:pt>
                      <c:pt idx="4912">
                        <c:v>44956</c:v>
                      </c:pt>
                      <c:pt idx="4913">
                        <c:v>44957</c:v>
                      </c:pt>
                      <c:pt idx="4914">
                        <c:v>44958</c:v>
                      </c:pt>
                      <c:pt idx="4915">
                        <c:v>44959</c:v>
                      </c:pt>
                      <c:pt idx="4916">
                        <c:v>44960</c:v>
                      </c:pt>
                      <c:pt idx="4917">
                        <c:v>44963</c:v>
                      </c:pt>
                      <c:pt idx="4918">
                        <c:v>44964</c:v>
                      </c:pt>
                      <c:pt idx="4919">
                        <c:v>44965</c:v>
                      </c:pt>
                      <c:pt idx="4920">
                        <c:v>44966</c:v>
                      </c:pt>
                      <c:pt idx="4921">
                        <c:v>44967</c:v>
                      </c:pt>
                      <c:pt idx="4922">
                        <c:v>44970</c:v>
                      </c:pt>
                      <c:pt idx="4923">
                        <c:v>44971</c:v>
                      </c:pt>
                      <c:pt idx="4924">
                        <c:v>44972</c:v>
                      </c:pt>
                      <c:pt idx="4925">
                        <c:v>44973</c:v>
                      </c:pt>
                      <c:pt idx="4926">
                        <c:v>44974</c:v>
                      </c:pt>
                      <c:pt idx="4927">
                        <c:v>44977</c:v>
                      </c:pt>
                      <c:pt idx="4928">
                        <c:v>44978</c:v>
                      </c:pt>
                      <c:pt idx="4929">
                        <c:v>44979</c:v>
                      </c:pt>
                      <c:pt idx="4930">
                        <c:v>44980</c:v>
                      </c:pt>
                      <c:pt idx="4931">
                        <c:v>44981</c:v>
                      </c:pt>
                      <c:pt idx="4932">
                        <c:v>44984</c:v>
                      </c:pt>
                      <c:pt idx="4933">
                        <c:v>44985</c:v>
                      </c:pt>
                      <c:pt idx="4934">
                        <c:v>44986</c:v>
                      </c:pt>
                      <c:pt idx="4935">
                        <c:v>44987</c:v>
                      </c:pt>
                      <c:pt idx="4936">
                        <c:v>44988</c:v>
                      </c:pt>
                      <c:pt idx="4937">
                        <c:v>44991</c:v>
                      </c:pt>
                      <c:pt idx="4938">
                        <c:v>44992</c:v>
                      </c:pt>
                      <c:pt idx="4939">
                        <c:v>44993</c:v>
                      </c:pt>
                      <c:pt idx="4940">
                        <c:v>44994</c:v>
                      </c:pt>
                      <c:pt idx="4941">
                        <c:v>44995</c:v>
                      </c:pt>
                      <c:pt idx="4942">
                        <c:v>44998</c:v>
                      </c:pt>
                      <c:pt idx="4943">
                        <c:v>44999</c:v>
                      </c:pt>
                      <c:pt idx="4944">
                        <c:v>45000</c:v>
                      </c:pt>
                      <c:pt idx="4945">
                        <c:v>45001</c:v>
                      </c:pt>
                      <c:pt idx="4946">
                        <c:v>45002</c:v>
                      </c:pt>
                      <c:pt idx="4947">
                        <c:v>45005</c:v>
                      </c:pt>
                      <c:pt idx="4948">
                        <c:v>45006</c:v>
                      </c:pt>
                      <c:pt idx="4949">
                        <c:v>45007</c:v>
                      </c:pt>
                      <c:pt idx="4950">
                        <c:v>45008</c:v>
                      </c:pt>
                      <c:pt idx="4951">
                        <c:v>45009</c:v>
                      </c:pt>
                      <c:pt idx="4952">
                        <c:v>45012</c:v>
                      </c:pt>
                      <c:pt idx="4953">
                        <c:v>45013</c:v>
                      </c:pt>
                      <c:pt idx="4954">
                        <c:v>45014</c:v>
                      </c:pt>
                      <c:pt idx="4955">
                        <c:v>45015</c:v>
                      </c:pt>
                      <c:pt idx="4956">
                        <c:v>45016</c:v>
                      </c:pt>
                      <c:pt idx="4957">
                        <c:v>45019</c:v>
                      </c:pt>
                      <c:pt idx="4958">
                        <c:v>45020</c:v>
                      </c:pt>
                      <c:pt idx="4959">
                        <c:v>45021</c:v>
                      </c:pt>
                      <c:pt idx="4960">
                        <c:v>45022</c:v>
                      </c:pt>
                      <c:pt idx="4961">
                        <c:v>45023</c:v>
                      </c:pt>
                      <c:pt idx="4962">
                        <c:v>45026</c:v>
                      </c:pt>
                      <c:pt idx="4963">
                        <c:v>45027</c:v>
                      </c:pt>
                      <c:pt idx="4964">
                        <c:v>45028</c:v>
                      </c:pt>
                      <c:pt idx="4965">
                        <c:v>45029</c:v>
                      </c:pt>
                      <c:pt idx="4966">
                        <c:v>45030</c:v>
                      </c:pt>
                      <c:pt idx="4967">
                        <c:v>45033</c:v>
                      </c:pt>
                      <c:pt idx="4968">
                        <c:v>45034</c:v>
                      </c:pt>
                      <c:pt idx="4969">
                        <c:v>45035</c:v>
                      </c:pt>
                      <c:pt idx="4970">
                        <c:v>45036</c:v>
                      </c:pt>
                      <c:pt idx="4971">
                        <c:v>45037</c:v>
                      </c:pt>
                      <c:pt idx="4972">
                        <c:v>45040</c:v>
                      </c:pt>
                      <c:pt idx="4973">
                        <c:v>45041</c:v>
                      </c:pt>
                      <c:pt idx="4974">
                        <c:v>45042</c:v>
                      </c:pt>
                      <c:pt idx="4975">
                        <c:v>45043</c:v>
                      </c:pt>
                      <c:pt idx="4976">
                        <c:v>45044</c:v>
                      </c:pt>
                      <c:pt idx="4977">
                        <c:v>45047</c:v>
                      </c:pt>
                      <c:pt idx="4978">
                        <c:v>45048</c:v>
                      </c:pt>
                      <c:pt idx="4979">
                        <c:v>45049</c:v>
                      </c:pt>
                      <c:pt idx="4980">
                        <c:v>45050</c:v>
                      </c:pt>
                      <c:pt idx="4981">
                        <c:v>45051</c:v>
                      </c:pt>
                      <c:pt idx="4982">
                        <c:v>45054</c:v>
                      </c:pt>
                      <c:pt idx="4983">
                        <c:v>45055</c:v>
                      </c:pt>
                      <c:pt idx="4984">
                        <c:v>45056</c:v>
                      </c:pt>
                      <c:pt idx="4985">
                        <c:v>45057</c:v>
                      </c:pt>
                      <c:pt idx="4986">
                        <c:v>45058</c:v>
                      </c:pt>
                      <c:pt idx="4987">
                        <c:v>45061</c:v>
                      </c:pt>
                      <c:pt idx="4988">
                        <c:v>45062</c:v>
                      </c:pt>
                      <c:pt idx="4989">
                        <c:v>45063</c:v>
                      </c:pt>
                      <c:pt idx="4990">
                        <c:v>45064</c:v>
                      </c:pt>
                      <c:pt idx="4991">
                        <c:v>45065</c:v>
                      </c:pt>
                      <c:pt idx="4992">
                        <c:v>45068</c:v>
                      </c:pt>
                      <c:pt idx="4993">
                        <c:v>45069</c:v>
                      </c:pt>
                      <c:pt idx="4994">
                        <c:v>45070</c:v>
                      </c:pt>
                      <c:pt idx="4995">
                        <c:v>45071</c:v>
                      </c:pt>
                      <c:pt idx="4996">
                        <c:v>45072</c:v>
                      </c:pt>
                      <c:pt idx="4997">
                        <c:v>45075</c:v>
                      </c:pt>
                      <c:pt idx="4998">
                        <c:v>45076</c:v>
                      </c:pt>
                      <c:pt idx="4999">
                        <c:v>45077</c:v>
                      </c:pt>
                      <c:pt idx="5000">
                        <c:v>45078</c:v>
                      </c:pt>
                      <c:pt idx="5001">
                        <c:v>45079</c:v>
                      </c:pt>
                      <c:pt idx="5002">
                        <c:v>45082</c:v>
                      </c:pt>
                      <c:pt idx="5003">
                        <c:v>45083</c:v>
                      </c:pt>
                      <c:pt idx="5004">
                        <c:v>45084</c:v>
                      </c:pt>
                      <c:pt idx="5005">
                        <c:v>45085</c:v>
                      </c:pt>
                      <c:pt idx="5006">
                        <c:v>45086</c:v>
                      </c:pt>
                      <c:pt idx="5007">
                        <c:v>45089</c:v>
                      </c:pt>
                      <c:pt idx="5008">
                        <c:v>45090</c:v>
                      </c:pt>
                      <c:pt idx="5009">
                        <c:v>45091</c:v>
                      </c:pt>
                      <c:pt idx="5010">
                        <c:v>45092</c:v>
                      </c:pt>
                      <c:pt idx="5011">
                        <c:v>45093</c:v>
                      </c:pt>
                      <c:pt idx="5012">
                        <c:v>45096</c:v>
                      </c:pt>
                      <c:pt idx="5013">
                        <c:v>45097</c:v>
                      </c:pt>
                      <c:pt idx="5014">
                        <c:v>45098</c:v>
                      </c:pt>
                      <c:pt idx="5015">
                        <c:v>45099</c:v>
                      </c:pt>
                      <c:pt idx="5016">
                        <c:v>45100</c:v>
                      </c:pt>
                      <c:pt idx="5017">
                        <c:v>45103</c:v>
                      </c:pt>
                      <c:pt idx="5018">
                        <c:v>45104</c:v>
                      </c:pt>
                      <c:pt idx="5019">
                        <c:v>45105</c:v>
                      </c:pt>
                      <c:pt idx="5020">
                        <c:v>45106</c:v>
                      </c:pt>
                      <c:pt idx="5021">
                        <c:v>45107</c:v>
                      </c:pt>
                      <c:pt idx="5022">
                        <c:v>45110</c:v>
                      </c:pt>
                      <c:pt idx="5023">
                        <c:v>45111</c:v>
                      </c:pt>
                      <c:pt idx="5024">
                        <c:v>45112</c:v>
                      </c:pt>
                      <c:pt idx="5025">
                        <c:v>45113</c:v>
                      </c:pt>
                      <c:pt idx="5026">
                        <c:v>45114</c:v>
                      </c:pt>
                      <c:pt idx="5027">
                        <c:v>45117</c:v>
                      </c:pt>
                      <c:pt idx="5028">
                        <c:v>45118</c:v>
                      </c:pt>
                      <c:pt idx="5029">
                        <c:v>45119</c:v>
                      </c:pt>
                      <c:pt idx="5030">
                        <c:v>45120</c:v>
                      </c:pt>
                      <c:pt idx="5031">
                        <c:v>45121</c:v>
                      </c:pt>
                      <c:pt idx="5032">
                        <c:v>45124</c:v>
                      </c:pt>
                      <c:pt idx="5033">
                        <c:v>45125</c:v>
                      </c:pt>
                      <c:pt idx="5034">
                        <c:v>45126</c:v>
                      </c:pt>
                      <c:pt idx="5035">
                        <c:v>45127</c:v>
                      </c:pt>
                      <c:pt idx="5036">
                        <c:v>45128</c:v>
                      </c:pt>
                      <c:pt idx="5037">
                        <c:v>45131</c:v>
                      </c:pt>
                      <c:pt idx="5038">
                        <c:v>45132</c:v>
                      </c:pt>
                      <c:pt idx="5039">
                        <c:v>45133</c:v>
                      </c:pt>
                      <c:pt idx="5040">
                        <c:v>45134</c:v>
                      </c:pt>
                      <c:pt idx="5041">
                        <c:v>45135</c:v>
                      </c:pt>
                      <c:pt idx="5042">
                        <c:v>45138</c:v>
                      </c:pt>
                      <c:pt idx="5043">
                        <c:v>45139</c:v>
                      </c:pt>
                      <c:pt idx="5044">
                        <c:v>45140</c:v>
                      </c:pt>
                      <c:pt idx="5045">
                        <c:v>45141</c:v>
                      </c:pt>
                      <c:pt idx="5046">
                        <c:v>45142</c:v>
                      </c:pt>
                      <c:pt idx="5047">
                        <c:v>45145</c:v>
                      </c:pt>
                      <c:pt idx="5048">
                        <c:v>45146</c:v>
                      </c:pt>
                      <c:pt idx="5049">
                        <c:v>45147</c:v>
                      </c:pt>
                      <c:pt idx="5050">
                        <c:v>45148</c:v>
                      </c:pt>
                      <c:pt idx="5051">
                        <c:v>45149</c:v>
                      </c:pt>
                      <c:pt idx="5052">
                        <c:v>45152</c:v>
                      </c:pt>
                      <c:pt idx="5053">
                        <c:v>45153</c:v>
                      </c:pt>
                      <c:pt idx="5054">
                        <c:v>45154</c:v>
                      </c:pt>
                      <c:pt idx="5055">
                        <c:v>45155</c:v>
                      </c:pt>
                      <c:pt idx="5056">
                        <c:v>45156</c:v>
                      </c:pt>
                      <c:pt idx="5057">
                        <c:v>45159</c:v>
                      </c:pt>
                      <c:pt idx="5058">
                        <c:v>45160</c:v>
                      </c:pt>
                      <c:pt idx="5059">
                        <c:v>45161</c:v>
                      </c:pt>
                      <c:pt idx="5060">
                        <c:v>45162</c:v>
                      </c:pt>
                      <c:pt idx="5061">
                        <c:v>45163</c:v>
                      </c:pt>
                      <c:pt idx="5062">
                        <c:v>45166</c:v>
                      </c:pt>
                      <c:pt idx="5063">
                        <c:v>45167</c:v>
                      </c:pt>
                      <c:pt idx="5064">
                        <c:v>45168</c:v>
                      </c:pt>
                      <c:pt idx="5065">
                        <c:v>45169</c:v>
                      </c:pt>
                      <c:pt idx="5066">
                        <c:v>45170</c:v>
                      </c:pt>
                      <c:pt idx="5067">
                        <c:v>45173</c:v>
                      </c:pt>
                      <c:pt idx="5068">
                        <c:v>45174</c:v>
                      </c:pt>
                      <c:pt idx="5069">
                        <c:v>45175</c:v>
                      </c:pt>
                      <c:pt idx="5070">
                        <c:v>45176</c:v>
                      </c:pt>
                      <c:pt idx="5071">
                        <c:v>45177</c:v>
                      </c:pt>
                      <c:pt idx="5072">
                        <c:v>45180</c:v>
                      </c:pt>
                      <c:pt idx="5073">
                        <c:v>45181</c:v>
                      </c:pt>
                      <c:pt idx="5074">
                        <c:v>45182</c:v>
                      </c:pt>
                      <c:pt idx="5075">
                        <c:v>45183</c:v>
                      </c:pt>
                      <c:pt idx="5076">
                        <c:v>45184</c:v>
                      </c:pt>
                      <c:pt idx="5077">
                        <c:v>45187</c:v>
                      </c:pt>
                      <c:pt idx="5078">
                        <c:v>45188</c:v>
                      </c:pt>
                      <c:pt idx="5079">
                        <c:v>45189</c:v>
                      </c:pt>
                      <c:pt idx="5080">
                        <c:v>45190</c:v>
                      </c:pt>
                      <c:pt idx="5081">
                        <c:v>45191</c:v>
                      </c:pt>
                      <c:pt idx="5082">
                        <c:v>45194</c:v>
                      </c:pt>
                      <c:pt idx="5083">
                        <c:v>45195</c:v>
                      </c:pt>
                      <c:pt idx="5084">
                        <c:v>45196</c:v>
                      </c:pt>
                      <c:pt idx="5085">
                        <c:v>45197</c:v>
                      </c:pt>
                      <c:pt idx="5086">
                        <c:v>45198</c:v>
                      </c:pt>
                      <c:pt idx="5087">
                        <c:v>45201</c:v>
                      </c:pt>
                      <c:pt idx="5088">
                        <c:v>45202</c:v>
                      </c:pt>
                      <c:pt idx="5089">
                        <c:v>45203</c:v>
                      </c:pt>
                      <c:pt idx="5090">
                        <c:v>45204</c:v>
                      </c:pt>
                      <c:pt idx="5091">
                        <c:v>45205</c:v>
                      </c:pt>
                      <c:pt idx="5092">
                        <c:v>45208</c:v>
                      </c:pt>
                      <c:pt idx="5093">
                        <c:v>45209</c:v>
                      </c:pt>
                      <c:pt idx="5094">
                        <c:v>45210</c:v>
                      </c:pt>
                      <c:pt idx="5095">
                        <c:v>45211</c:v>
                      </c:pt>
                      <c:pt idx="5096">
                        <c:v>45212</c:v>
                      </c:pt>
                      <c:pt idx="5097">
                        <c:v>45215</c:v>
                      </c:pt>
                      <c:pt idx="5098">
                        <c:v>45216</c:v>
                      </c:pt>
                      <c:pt idx="5099">
                        <c:v>45217</c:v>
                      </c:pt>
                      <c:pt idx="5100">
                        <c:v>45218</c:v>
                      </c:pt>
                      <c:pt idx="5101">
                        <c:v>45219</c:v>
                      </c:pt>
                      <c:pt idx="5102">
                        <c:v>45222</c:v>
                      </c:pt>
                      <c:pt idx="5103">
                        <c:v>45223</c:v>
                      </c:pt>
                      <c:pt idx="5104">
                        <c:v>45224</c:v>
                      </c:pt>
                      <c:pt idx="5105">
                        <c:v>45225</c:v>
                      </c:pt>
                      <c:pt idx="5106">
                        <c:v>45226</c:v>
                      </c:pt>
                      <c:pt idx="5107">
                        <c:v>45229</c:v>
                      </c:pt>
                      <c:pt idx="5108">
                        <c:v>45230</c:v>
                      </c:pt>
                      <c:pt idx="5109">
                        <c:v>45231</c:v>
                      </c:pt>
                      <c:pt idx="5110">
                        <c:v>45232</c:v>
                      </c:pt>
                      <c:pt idx="5111">
                        <c:v>45233</c:v>
                      </c:pt>
                      <c:pt idx="5112">
                        <c:v>45236</c:v>
                      </c:pt>
                      <c:pt idx="5113">
                        <c:v>45237</c:v>
                      </c:pt>
                      <c:pt idx="5114">
                        <c:v>45238</c:v>
                      </c:pt>
                      <c:pt idx="5115">
                        <c:v>45239</c:v>
                      </c:pt>
                      <c:pt idx="5116">
                        <c:v>45240</c:v>
                      </c:pt>
                      <c:pt idx="5117">
                        <c:v>45243</c:v>
                      </c:pt>
                      <c:pt idx="5118">
                        <c:v>45244</c:v>
                      </c:pt>
                      <c:pt idx="5119">
                        <c:v>45245</c:v>
                      </c:pt>
                      <c:pt idx="5120">
                        <c:v>45246</c:v>
                      </c:pt>
                      <c:pt idx="5121">
                        <c:v>45247</c:v>
                      </c:pt>
                      <c:pt idx="5122">
                        <c:v>45250</c:v>
                      </c:pt>
                      <c:pt idx="5123">
                        <c:v>45251</c:v>
                      </c:pt>
                      <c:pt idx="5124">
                        <c:v>45252</c:v>
                      </c:pt>
                      <c:pt idx="5125">
                        <c:v>45253</c:v>
                      </c:pt>
                      <c:pt idx="5126">
                        <c:v>45254</c:v>
                      </c:pt>
                      <c:pt idx="5127">
                        <c:v>45257</c:v>
                      </c:pt>
                      <c:pt idx="5128">
                        <c:v>45258</c:v>
                      </c:pt>
                      <c:pt idx="5129">
                        <c:v>45259</c:v>
                      </c:pt>
                      <c:pt idx="5130">
                        <c:v>45260</c:v>
                      </c:pt>
                      <c:pt idx="5131">
                        <c:v>45261</c:v>
                      </c:pt>
                      <c:pt idx="5132">
                        <c:v>45264</c:v>
                      </c:pt>
                      <c:pt idx="5133">
                        <c:v>45265</c:v>
                      </c:pt>
                      <c:pt idx="5134">
                        <c:v>45266</c:v>
                      </c:pt>
                      <c:pt idx="5135">
                        <c:v>45267</c:v>
                      </c:pt>
                      <c:pt idx="5136">
                        <c:v>45268</c:v>
                      </c:pt>
                      <c:pt idx="5137">
                        <c:v>45271</c:v>
                      </c:pt>
                      <c:pt idx="5138">
                        <c:v>45272</c:v>
                      </c:pt>
                      <c:pt idx="5139">
                        <c:v>45273</c:v>
                      </c:pt>
                      <c:pt idx="5140">
                        <c:v>45274</c:v>
                      </c:pt>
                      <c:pt idx="5141">
                        <c:v>45275</c:v>
                      </c:pt>
                      <c:pt idx="5142">
                        <c:v>45278</c:v>
                      </c:pt>
                      <c:pt idx="5143">
                        <c:v>45279</c:v>
                      </c:pt>
                      <c:pt idx="5144">
                        <c:v>45280</c:v>
                      </c:pt>
                      <c:pt idx="5145">
                        <c:v>45281</c:v>
                      </c:pt>
                      <c:pt idx="5146">
                        <c:v>45282</c:v>
                      </c:pt>
                      <c:pt idx="5147">
                        <c:v>45285</c:v>
                      </c:pt>
                      <c:pt idx="5148">
                        <c:v>45286</c:v>
                      </c:pt>
                      <c:pt idx="5149">
                        <c:v>45287</c:v>
                      </c:pt>
                      <c:pt idx="5150">
                        <c:v>45288</c:v>
                      </c:pt>
                      <c:pt idx="5151">
                        <c:v>45289</c:v>
                      </c:pt>
                      <c:pt idx="5152">
                        <c:v>45292</c:v>
                      </c:pt>
                      <c:pt idx="5153">
                        <c:v>45293</c:v>
                      </c:pt>
                      <c:pt idx="5154">
                        <c:v>45294</c:v>
                      </c:pt>
                      <c:pt idx="5155">
                        <c:v>45295</c:v>
                      </c:pt>
                      <c:pt idx="5156">
                        <c:v>45296</c:v>
                      </c:pt>
                      <c:pt idx="5157">
                        <c:v>45299</c:v>
                      </c:pt>
                      <c:pt idx="5158">
                        <c:v>45300</c:v>
                      </c:pt>
                      <c:pt idx="5159">
                        <c:v>45301</c:v>
                      </c:pt>
                      <c:pt idx="5160">
                        <c:v>45302</c:v>
                      </c:pt>
                      <c:pt idx="5161">
                        <c:v>45303</c:v>
                      </c:pt>
                      <c:pt idx="5162">
                        <c:v>45306</c:v>
                      </c:pt>
                      <c:pt idx="5163">
                        <c:v>45307</c:v>
                      </c:pt>
                      <c:pt idx="5164">
                        <c:v>45308</c:v>
                      </c:pt>
                      <c:pt idx="5165">
                        <c:v>45309</c:v>
                      </c:pt>
                      <c:pt idx="5166">
                        <c:v>45310</c:v>
                      </c:pt>
                      <c:pt idx="5167">
                        <c:v>45313</c:v>
                      </c:pt>
                      <c:pt idx="5168">
                        <c:v>45314</c:v>
                      </c:pt>
                      <c:pt idx="5169">
                        <c:v>45315</c:v>
                      </c:pt>
                      <c:pt idx="5170">
                        <c:v>45316</c:v>
                      </c:pt>
                      <c:pt idx="5171">
                        <c:v>45317</c:v>
                      </c:pt>
                      <c:pt idx="5172">
                        <c:v>45320</c:v>
                      </c:pt>
                      <c:pt idx="5173">
                        <c:v>45321</c:v>
                      </c:pt>
                      <c:pt idx="5174">
                        <c:v>45322</c:v>
                      </c:pt>
                      <c:pt idx="5175">
                        <c:v>45323</c:v>
                      </c:pt>
                      <c:pt idx="5176">
                        <c:v>45324</c:v>
                      </c:pt>
                      <c:pt idx="5177">
                        <c:v>45327</c:v>
                      </c:pt>
                      <c:pt idx="5178">
                        <c:v>45328</c:v>
                      </c:pt>
                      <c:pt idx="5179">
                        <c:v>45329</c:v>
                      </c:pt>
                      <c:pt idx="5180">
                        <c:v>45330</c:v>
                      </c:pt>
                      <c:pt idx="5181">
                        <c:v>45331</c:v>
                      </c:pt>
                      <c:pt idx="5182">
                        <c:v>45334</c:v>
                      </c:pt>
                      <c:pt idx="5183">
                        <c:v>45335</c:v>
                      </c:pt>
                      <c:pt idx="5184">
                        <c:v>45336</c:v>
                      </c:pt>
                      <c:pt idx="5185">
                        <c:v>45337</c:v>
                      </c:pt>
                      <c:pt idx="5186">
                        <c:v>45338</c:v>
                      </c:pt>
                      <c:pt idx="5187">
                        <c:v>45341</c:v>
                      </c:pt>
                      <c:pt idx="5188">
                        <c:v>45342</c:v>
                      </c:pt>
                      <c:pt idx="5189">
                        <c:v>45343</c:v>
                      </c:pt>
                      <c:pt idx="5190">
                        <c:v>45344</c:v>
                      </c:pt>
                      <c:pt idx="5191">
                        <c:v>45345</c:v>
                      </c:pt>
                      <c:pt idx="5192">
                        <c:v>45348</c:v>
                      </c:pt>
                      <c:pt idx="5193">
                        <c:v>45349</c:v>
                      </c:pt>
                      <c:pt idx="5194">
                        <c:v>45350</c:v>
                      </c:pt>
                      <c:pt idx="5195">
                        <c:v>45351</c:v>
                      </c:pt>
                      <c:pt idx="5196">
                        <c:v>45352</c:v>
                      </c:pt>
                      <c:pt idx="5197">
                        <c:v>45355</c:v>
                      </c:pt>
                      <c:pt idx="5198">
                        <c:v>45356</c:v>
                      </c:pt>
                      <c:pt idx="5199">
                        <c:v>45357</c:v>
                      </c:pt>
                      <c:pt idx="5200">
                        <c:v>45358</c:v>
                      </c:pt>
                      <c:pt idx="5201">
                        <c:v>45359</c:v>
                      </c:pt>
                      <c:pt idx="5202">
                        <c:v>45362</c:v>
                      </c:pt>
                      <c:pt idx="5203">
                        <c:v>45363</c:v>
                      </c:pt>
                      <c:pt idx="5204">
                        <c:v>45364</c:v>
                      </c:pt>
                      <c:pt idx="5205">
                        <c:v>45365</c:v>
                      </c:pt>
                      <c:pt idx="5206">
                        <c:v>45366</c:v>
                      </c:pt>
                      <c:pt idx="5207">
                        <c:v>45369</c:v>
                      </c:pt>
                      <c:pt idx="5208">
                        <c:v>45370</c:v>
                      </c:pt>
                      <c:pt idx="5209">
                        <c:v>45371</c:v>
                      </c:pt>
                      <c:pt idx="5210">
                        <c:v>45372</c:v>
                      </c:pt>
                      <c:pt idx="5211">
                        <c:v>45373</c:v>
                      </c:pt>
                      <c:pt idx="5212">
                        <c:v>45376</c:v>
                      </c:pt>
                      <c:pt idx="5213">
                        <c:v>45377</c:v>
                      </c:pt>
                      <c:pt idx="5214">
                        <c:v>45378</c:v>
                      </c:pt>
                      <c:pt idx="5215">
                        <c:v>45379</c:v>
                      </c:pt>
                      <c:pt idx="5216">
                        <c:v>45380</c:v>
                      </c:pt>
                      <c:pt idx="5217">
                        <c:v>45383</c:v>
                      </c:pt>
                      <c:pt idx="5218">
                        <c:v>45384</c:v>
                      </c:pt>
                      <c:pt idx="5219">
                        <c:v>45385</c:v>
                      </c:pt>
                      <c:pt idx="5220">
                        <c:v>45386</c:v>
                      </c:pt>
                      <c:pt idx="5221">
                        <c:v>45387</c:v>
                      </c:pt>
                      <c:pt idx="5222">
                        <c:v>45390</c:v>
                      </c:pt>
                      <c:pt idx="5223">
                        <c:v>45391</c:v>
                      </c:pt>
                      <c:pt idx="5224">
                        <c:v>45392</c:v>
                      </c:pt>
                      <c:pt idx="5225">
                        <c:v>45393</c:v>
                      </c:pt>
                      <c:pt idx="5226">
                        <c:v>45394</c:v>
                      </c:pt>
                      <c:pt idx="5227">
                        <c:v>45397</c:v>
                      </c:pt>
                      <c:pt idx="5228">
                        <c:v>45398</c:v>
                      </c:pt>
                      <c:pt idx="5229">
                        <c:v>45399</c:v>
                      </c:pt>
                      <c:pt idx="5230">
                        <c:v>45400</c:v>
                      </c:pt>
                      <c:pt idx="5231">
                        <c:v>45401</c:v>
                      </c:pt>
                      <c:pt idx="5232">
                        <c:v>45404</c:v>
                      </c:pt>
                      <c:pt idx="5233">
                        <c:v>45405</c:v>
                      </c:pt>
                      <c:pt idx="5234">
                        <c:v>45406</c:v>
                      </c:pt>
                      <c:pt idx="5235">
                        <c:v>45407</c:v>
                      </c:pt>
                      <c:pt idx="5236">
                        <c:v>45408</c:v>
                      </c:pt>
                      <c:pt idx="5237">
                        <c:v>45411</c:v>
                      </c:pt>
                      <c:pt idx="5238">
                        <c:v>45412</c:v>
                      </c:pt>
                      <c:pt idx="5239">
                        <c:v>45413</c:v>
                      </c:pt>
                      <c:pt idx="5240">
                        <c:v>45414</c:v>
                      </c:pt>
                      <c:pt idx="5241">
                        <c:v>45415</c:v>
                      </c:pt>
                      <c:pt idx="5242">
                        <c:v>45418</c:v>
                      </c:pt>
                      <c:pt idx="5243">
                        <c:v>45419</c:v>
                      </c:pt>
                      <c:pt idx="5244">
                        <c:v>45420</c:v>
                      </c:pt>
                      <c:pt idx="5245">
                        <c:v>45421</c:v>
                      </c:pt>
                      <c:pt idx="5246">
                        <c:v>45422</c:v>
                      </c:pt>
                      <c:pt idx="5247">
                        <c:v>45425</c:v>
                      </c:pt>
                      <c:pt idx="5248">
                        <c:v>45426</c:v>
                      </c:pt>
                      <c:pt idx="5249">
                        <c:v>45427</c:v>
                      </c:pt>
                      <c:pt idx="5250">
                        <c:v>45428</c:v>
                      </c:pt>
                      <c:pt idx="5251">
                        <c:v>45429</c:v>
                      </c:pt>
                      <c:pt idx="5252">
                        <c:v>45432</c:v>
                      </c:pt>
                      <c:pt idx="5253">
                        <c:v>45433</c:v>
                      </c:pt>
                      <c:pt idx="5254">
                        <c:v>45434</c:v>
                      </c:pt>
                      <c:pt idx="5255">
                        <c:v>45435</c:v>
                      </c:pt>
                      <c:pt idx="5256">
                        <c:v>45436</c:v>
                      </c:pt>
                      <c:pt idx="5257">
                        <c:v>45439</c:v>
                      </c:pt>
                      <c:pt idx="5258">
                        <c:v>45440</c:v>
                      </c:pt>
                      <c:pt idx="5259">
                        <c:v>45441</c:v>
                      </c:pt>
                      <c:pt idx="5260">
                        <c:v>45442</c:v>
                      </c:pt>
                      <c:pt idx="5261">
                        <c:v>45443</c:v>
                      </c:pt>
                      <c:pt idx="5262">
                        <c:v>45446</c:v>
                      </c:pt>
                      <c:pt idx="5263">
                        <c:v>45447</c:v>
                      </c:pt>
                      <c:pt idx="5264">
                        <c:v>45448</c:v>
                      </c:pt>
                      <c:pt idx="5265">
                        <c:v>45449</c:v>
                      </c:pt>
                      <c:pt idx="5266">
                        <c:v>45450</c:v>
                      </c:pt>
                      <c:pt idx="5267">
                        <c:v>45453</c:v>
                      </c:pt>
                      <c:pt idx="5268">
                        <c:v>45454</c:v>
                      </c:pt>
                      <c:pt idx="5269">
                        <c:v>45455</c:v>
                      </c:pt>
                      <c:pt idx="5270">
                        <c:v>45456</c:v>
                      </c:pt>
                      <c:pt idx="5271">
                        <c:v>45457</c:v>
                      </c:pt>
                      <c:pt idx="5272">
                        <c:v>45460</c:v>
                      </c:pt>
                      <c:pt idx="5273">
                        <c:v>45461</c:v>
                      </c:pt>
                      <c:pt idx="5274">
                        <c:v>45462</c:v>
                      </c:pt>
                      <c:pt idx="5275">
                        <c:v>45463</c:v>
                      </c:pt>
                      <c:pt idx="5276">
                        <c:v>45464</c:v>
                      </c:pt>
                      <c:pt idx="5277">
                        <c:v>45467</c:v>
                      </c:pt>
                      <c:pt idx="5278">
                        <c:v>45468</c:v>
                      </c:pt>
                      <c:pt idx="5279">
                        <c:v>45469</c:v>
                      </c:pt>
                      <c:pt idx="5280">
                        <c:v>45470</c:v>
                      </c:pt>
                      <c:pt idx="5281">
                        <c:v>45471</c:v>
                      </c:pt>
                      <c:pt idx="5282">
                        <c:v>45474</c:v>
                      </c:pt>
                      <c:pt idx="5283">
                        <c:v>45475</c:v>
                      </c:pt>
                      <c:pt idx="5284">
                        <c:v>45476</c:v>
                      </c:pt>
                      <c:pt idx="5285">
                        <c:v>45477</c:v>
                      </c:pt>
                      <c:pt idx="5286">
                        <c:v>45478</c:v>
                      </c:pt>
                      <c:pt idx="5287">
                        <c:v>45481</c:v>
                      </c:pt>
                      <c:pt idx="5288">
                        <c:v>45482</c:v>
                      </c:pt>
                      <c:pt idx="5289">
                        <c:v>45483</c:v>
                      </c:pt>
                      <c:pt idx="5290">
                        <c:v>45484</c:v>
                      </c:pt>
                      <c:pt idx="5291">
                        <c:v>45485</c:v>
                      </c:pt>
                      <c:pt idx="5292">
                        <c:v>45488</c:v>
                      </c:pt>
                      <c:pt idx="5293">
                        <c:v>45489</c:v>
                      </c:pt>
                      <c:pt idx="5294">
                        <c:v>45490</c:v>
                      </c:pt>
                      <c:pt idx="5295">
                        <c:v>45491</c:v>
                      </c:pt>
                      <c:pt idx="5296">
                        <c:v>45492</c:v>
                      </c:pt>
                      <c:pt idx="5297">
                        <c:v>45495</c:v>
                      </c:pt>
                      <c:pt idx="5298">
                        <c:v>45496</c:v>
                      </c:pt>
                      <c:pt idx="5299">
                        <c:v>45497</c:v>
                      </c:pt>
                      <c:pt idx="5300">
                        <c:v>45498</c:v>
                      </c:pt>
                      <c:pt idx="5301">
                        <c:v>45499</c:v>
                      </c:pt>
                      <c:pt idx="5302">
                        <c:v>45502</c:v>
                      </c:pt>
                      <c:pt idx="5303">
                        <c:v>45503</c:v>
                      </c:pt>
                      <c:pt idx="5304">
                        <c:v>45504</c:v>
                      </c:pt>
                      <c:pt idx="5305">
                        <c:v>45505</c:v>
                      </c:pt>
                      <c:pt idx="5306">
                        <c:v>45506</c:v>
                      </c:pt>
                      <c:pt idx="5307">
                        <c:v>45509</c:v>
                      </c:pt>
                      <c:pt idx="5308">
                        <c:v>45510</c:v>
                      </c:pt>
                      <c:pt idx="5309">
                        <c:v>45511</c:v>
                      </c:pt>
                      <c:pt idx="5310">
                        <c:v>45512</c:v>
                      </c:pt>
                      <c:pt idx="5311">
                        <c:v>45513</c:v>
                      </c:pt>
                      <c:pt idx="5312">
                        <c:v>45516</c:v>
                      </c:pt>
                      <c:pt idx="5313">
                        <c:v>45517</c:v>
                      </c:pt>
                      <c:pt idx="5314">
                        <c:v>45518</c:v>
                      </c:pt>
                      <c:pt idx="5315">
                        <c:v>45519</c:v>
                      </c:pt>
                      <c:pt idx="5316">
                        <c:v>45520</c:v>
                      </c:pt>
                      <c:pt idx="5317">
                        <c:v>45523</c:v>
                      </c:pt>
                      <c:pt idx="5318">
                        <c:v>45524</c:v>
                      </c:pt>
                      <c:pt idx="5319">
                        <c:v>45525</c:v>
                      </c:pt>
                      <c:pt idx="5320">
                        <c:v>45526</c:v>
                      </c:pt>
                      <c:pt idx="5321">
                        <c:v>45527</c:v>
                      </c:pt>
                      <c:pt idx="5322">
                        <c:v>45530</c:v>
                      </c:pt>
                      <c:pt idx="5323">
                        <c:v>45531</c:v>
                      </c:pt>
                      <c:pt idx="5324">
                        <c:v>45532</c:v>
                      </c:pt>
                      <c:pt idx="5325">
                        <c:v>45533</c:v>
                      </c:pt>
                      <c:pt idx="5326">
                        <c:v>45534</c:v>
                      </c:pt>
                      <c:pt idx="5327">
                        <c:v>45537</c:v>
                      </c:pt>
                      <c:pt idx="5328">
                        <c:v>45538</c:v>
                      </c:pt>
                      <c:pt idx="5329">
                        <c:v>45539</c:v>
                      </c:pt>
                      <c:pt idx="5330">
                        <c:v>45540</c:v>
                      </c:pt>
                      <c:pt idx="5331">
                        <c:v>45541</c:v>
                      </c:pt>
                      <c:pt idx="5332">
                        <c:v>45544</c:v>
                      </c:pt>
                      <c:pt idx="5333">
                        <c:v>45545</c:v>
                      </c:pt>
                      <c:pt idx="5334">
                        <c:v>45546</c:v>
                      </c:pt>
                      <c:pt idx="5335">
                        <c:v>45547</c:v>
                      </c:pt>
                      <c:pt idx="5336">
                        <c:v>45548</c:v>
                      </c:pt>
                      <c:pt idx="5337">
                        <c:v>45551</c:v>
                      </c:pt>
                      <c:pt idx="5338">
                        <c:v>45552</c:v>
                      </c:pt>
                      <c:pt idx="5339">
                        <c:v>45553</c:v>
                      </c:pt>
                      <c:pt idx="5340">
                        <c:v>45554</c:v>
                      </c:pt>
                      <c:pt idx="5341">
                        <c:v>45555</c:v>
                      </c:pt>
                      <c:pt idx="5342">
                        <c:v>45558</c:v>
                      </c:pt>
                      <c:pt idx="5343">
                        <c:v>45559</c:v>
                      </c:pt>
                      <c:pt idx="5344">
                        <c:v>45560</c:v>
                      </c:pt>
                      <c:pt idx="5345">
                        <c:v>45561</c:v>
                      </c:pt>
                      <c:pt idx="5346">
                        <c:v>45562</c:v>
                      </c:pt>
                      <c:pt idx="5347">
                        <c:v>45565</c:v>
                      </c:pt>
                      <c:pt idx="5348">
                        <c:v>45566</c:v>
                      </c:pt>
                      <c:pt idx="5349">
                        <c:v>45567</c:v>
                      </c:pt>
                      <c:pt idx="5350">
                        <c:v>45568</c:v>
                      </c:pt>
                      <c:pt idx="5351">
                        <c:v>45569</c:v>
                      </c:pt>
                      <c:pt idx="5352">
                        <c:v>45572</c:v>
                      </c:pt>
                      <c:pt idx="5353">
                        <c:v>45573</c:v>
                      </c:pt>
                      <c:pt idx="5354">
                        <c:v>45574</c:v>
                      </c:pt>
                      <c:pt idx="5355">
                        <c:v>45575</c:v>
                      </c:pt>
                      <c:pt idx="5356">
                        <c:v>45576</c:v>
                      </c:pt>
                      <c:pt idx="5357">
                        <c:v>45579</c:v>
                      </c:pt>
                      <c:pt idx="5358">
                        <c:v>45580</c:v>
                      </c:pt>
                      <c:pt idx="5359">
                        <c:v>45581</c:v>
                      </c:pt>
                      <c:pt idx="5360">
                        <c:v>45582</c:v>
                      </c:pt>
                      <c:pt idx="5361">
                        <c:v>45583</c:v>
                      </c:pt>
                      <c:pt idx="5362">
                        <c:v>45586</c:v>
                      </c:pt>
                      <c:pt idx="5363">
                        <c:v>45587</c:v>
                      </c:pt>
                      <c:pt idx="5364">
                        <c:v>45588</c:v>
                      </c:pt>
                      <c:pt idx="5365">
                        <c:v>45589</c:v>
                      </c:pt>
                      <c:pt idx="5366">
                        <c:v>45590</c:v>
                      </c:pt>
                      <c:pt idx="5367">
                        <c:v>45593</c:v>
                      </c:pt>
                      <c:pt idx="5368">
                        <c:v>45594</c:v>
                      </c:pt>
                      <c:pt idx="5369">
                        <c:v>45595</c:v>
                      </c:pt>
                      <c:pt idx="5370">
                        <c:v>45596</c:v>
                      </c:pt>
                      <c:pt idx="5371">
                        <c:v>45597</c:v>
                      </c:pt>
                      <c:pt idx="5372">
                        <c:v>45601</c:v>
                      </c:pt>
                      <c:pt idx="5373">
                        <c:v>45602</c:v>
                      </c:pt>
                      <c:pt idx="5374">
                        <c:v>45603</c:v>
                      </c:pt>
                      <c:pt idx="5375">
                        <c:v>45604</c:v>
                      </c:pt>
                      <c:pt idx="5376">
                        <c:v>45608</c:v>
                      </c:pt>
                      <c:pt idx="5377">
                        <c:v>45609</c:v>
                      </c:pt>
                      <c:pt idx="5378">
                        <c:v>45610</c:v>
                      </c:pt>
                      <c:pt idx="5379">
                        <c:v>45611</c:v>
                      </c:pt>
                      <c:pt idx="5380">
                        <c:v>45614</c:v>
                      </c:pt>
                      <c:pt idx="5381">
                        <c:v>45615</c:v>
                      </c:pt>
                      <c:pt idx="5382">
                        <c:v>45616</c:v>
                      </c:pt>
                      <c:pt idx="5383">
                        <c:v>45617</c:v>
                      </c:pt>
                      <c:pt idx="5384">
                        <c:v>45618</c:v>
                      </c:pt>
                      <c:pt idx="5385">
                        <c:v>45621</c:v>
                      </c:pt>
                      <c:pt idx="5386">
                        <c:v>45622</c:v>
                      </c:pt>
                      <c:pt idx="5387">
                        <c:v>45623</c:v>
                      </c:pt>
                      <c:pt idx="5388">
                        <c:v>45624</c:v>
                      </c:pt>
                      <c:pt idx="5389">
                        <c:v>45625</c:v>
                      </c:pt>
                      <c:pt idx="5390">
                        <c:v>45628</c:v>
                      </c:pt>
                      <c:pt idx="5391">
                        <c:v>45629</c:v>
                      </c:pt>
                      <c:pt idx="5392">
                        <c:v>45630</c:v>
                      </c:pt>
                      <c:pt idx="5393">
                        <c:v>45631</c:v>
                      </c:pt>
                      <c:pt idx="5394">
                        <c:v>45632</c:v>
                      </c:pt>
                      <c:pt idx="5395">
                        <c:v>45635</c:v>
                      </c:pt>
                      <c:pt idx="5396">
                        <c:v>45636</c:v>
                      </c:pt>
                      <c:pt idx="5397">
                        <c:v>45637</c:v>
                      </c:pt>
                      <c:pt idx="5398">
                        <c:v>45638</c:v>
                      </c:pt>
                      <c:pt idx="5399">
                        <c:v>45639</c:v>
                      </c:pt>
                      <c:pt idx="5400">
                        <c:v>45642</c:v>
                      </c:pt>
                      <c:pt idx="5401">
                        <c:v>45643</c:v>
                      </c:pt>
                      <c:pt idx="5402">
                        <c:v>45644</c:v>
                      </c:pt>
                      <c:pt idx="5403">
                        <c:v>45645</c:v>
                      </c:pt>
                      <c:pt idx="5404">
                        <c:v>45646</c:v>
                      </c:pt>
                      <c:pt idx="5405">
                        <c:v>45649</c:v>
                      </c:pt>
                      <c:pt idx="5406">
                        <c:v>45650</c:v>
                      </c:pt>
                      <c:pt idx="5407">
                        <c:v>45652</c:v>
                      </c:pt>
                      <c:pt idx="5408">
                        <c:v>45653</c:v>
                      </c:pt>
                      <c:pt idx="5409">
                        <c:v>45656</c:v>
                      </c:pt>
                      <c:pt idx="5410">
                        <c:v>45657</c:v>
                      </c:pt>
                      <c:pt idx="5411">
                        <c:v>45659</c:v>
                      </c:pt>
                      <c:pt idx="5412">
                        <c:v>45660</c:v>
                      </c:pt>
                      <c:pt idx="5413">
                        <c:v>45663</c:v>
                      </c:pt>
                      <c:pt idx="5414">
                        <c:v>45664</c:v>
                      </c:pt>
                      <c:pt idx="5415">
                        <c:v>45665</c:v>
                      </c:pt>
                      <c:pt idx="5416">
                        <c:v>45666</c:v>
                      </c:pt>
                      <c:pt idx="5417">
                        <c:v>45667</c:v>
                      </c:pt>
                      <c:pt idx="5418">
                        <c:v>45670</c:v>
                      </c:pt>
                      <c:pt idx="5419">
                        <c:v>45671</c:v>
                      </c:pt>
                      <c:pt idx="5420">
                        <c:v>45672</c:v>
                      </c:pt>
                      <c:pt idx="5421">
                        <c:v>45673</c:v>
                      </c:pt>
                      <c:pt idx="5422">
                        <c:v>45674</c:v>
                      </c:pt>
                      <c:pt idx="5423">
                        <c:v>45677</c:v>
                      </c:pt>
                      <c:pt idx="5424">
                        <c:v>45678</c:v>
                      </c:pt>
                      <c:pt idx="5425">
                        <c:v>45679</c:v>
                      </c:pt>
                      <c:pt idx="5426">
                        <c:v>45680</c:v>
                      </c:pt>
                      <c:pt idx="5427">
                        <c:v>45681</c:v>
                      </c:pt>
                      <c:pt idx="5428">
                        <c:v>45684</c:v>
                      </c:pt>
                      <c:pt idx="5429">
                        <c:v>45685</c:v>
                      </c:pt>
                      <c:pt idx="5430">
                        <c:v>45686</c:v>
                      </c:pt>
                      <c:pt idx="5431">
                        <c:v>45687</c:v>
                      </c:pt>
                      <c:pt idx="5432">
                        <c:v>45688</c:v>
                      </c:pt>
                      <c:pt idx="5433">
                        <c:v>45691</c:v>
                      </c:pt>
                      <c:pt idx="5434">
                        <c:v>45692</c:v>
                      </c:pt>
                      <c:pt idx="5435">
                        <c:v>45693</c:v>
                      </c:pt>
                      <c:pt idx="5436">
                        <c:v>45694</c:v>
                      </c:pt>
                      <c:pt idx="5437">
                        <c:v>45695</c:v>
                      </c:pt>
                      <c:pt idx="5438">
                        <c:v>45698</c:v>
                      </c:pt>
                      <c:pt idx="5439">
                        <c:v>45699</c:v>
                      </c:pt>
                      <c:pt idx="5440">
                        <c:v>45700</c:v>
                      </c:pt>
                      <c:pt idx="5441">
                        <c:v>45701</c:v>
                      </c:pt>
                      <c:pt idx="5442">
                        <c:v>45702</c:v>
                      </c:pt>
                      <c:pt idx="5443">
                        <c:v>45706</c:v>
                      </c:pt>
                      <c:pt idx="5444">
                        <c:v>45707</c:v>
                      </c:pt>
                      <c:pt idx="5445">
                        <c:v>45708</c:v>
                      </c:pt>
                      <c:pt idx="5446">
                        <c:v>45709</c:v>
                      </c:pt>
                      <c:pt idx="5447">
                        <c:v>45712</c:v>
                      </c:pt>
                      <c:pt idx="5448">
                        <c:v>45713</c:v>
                      </c:pt>
                      <c:pt idx="5449">
                        <c:v>45714</c:v>
                      </c:pt>
                      <c:pt idx="5450">
                        <c:v>45715</c:v>
                      </c:pt>
                      <c:pt idx="5451">
                        <c:v>45716</c:v>
                      </c:pt>
                      <c:pt idx="5452">
                        <c:v>45719</c:v>
                      </c:pt>
                      <c:pt idx="5453">
                        <c:v>45720</c:v>
                      </c:pt>
                      <c:pt idx="5454">
                        <c:v>45721</c:v>
                      </c:pt>
                      <c:pt idx="5455">
                        <c:v>45722</c:v>
                      </c:pt>
                      <c:pt idx="5456">
                        <c:v>45723</c:v>
                      </c:pt>
                      <c:pt idx="5457">
                        <c:v>45726</c:v>
                      </c:pt>
                    </c:numCache>
                  </c:numRef>
                </c:cat>
                <c:val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Hoja2!$F$316:$F$5773</c15:sqref>
                        </c15:formulaRef>
                      </c:ext>
                    </c:extLst>
                    <c:numCache>
                      <c:formatCode>0.00</c:formatCode>
                      <c:ptCount val="5458"/>
                      <c:pt idx="0">
                        <c:v>469.22899999999998</c:v>
                      </c:pt>
                      <c:pt idx="1">
                        <c:v>461.73</c:v>
                      </c:pt>
                      <c:pt idx="2">
                        <c:v>456.70800000000003</c:v>
                      </c:pt>
                      <c:pt idx="3">
                        <c:v>456.70600000000002</c:v>
                      </c:pt>
                      <c:pt idx="4">
                        <c:v>446.71800000000002</c:v>
                      </c:pt>
                      <c:pt idx="5">
                        <c:v>439.23700000000002</c:v>
                      </c:pt>
                      <c:pt idx="6">
                        <c:v>424.25900000000001</c:v>
                      </c:pt>
                      <c:pt idx="7">
                        <c:v>434.18299999999999</c:v>
                      </c:pt>
                      <c:pt idx="8">
                        <c:v>436.67</c:v>
                      </c:pt>
                      <c:pt idx="9">
                        <c:v>431.69200000000001</c:v>
                      </c:pt>
                      <c:pt idx="10">
                        <c:v>431.69</c:v>
                      </c:pt>
                      <c:pt idx="11">
                        <c:v>429.19</c:v>
                      </c:pt>
                      <c:pt idx="12">
                        <c:v>426.69</c:v>
                      </c:pt>
                      <c:pt idx="13">
                        <c:v>421.69499999999999</c:v>
                      </c:pt>
                      <c:pt idx="14">
                        <c:v>436.62700000000001</c:v>
                      </c:pt>
                      <c:pt idx="15">
                        <c:v>474.04700000000003</c:v>
                      </c:pt>
                      <c:pt idx="16">
                        <c:v>476.54700000000003</c:v>
                      </c:pt>
                      <c:pt idx="17">
                        <c:v>474.05500000000001</c:v>
                      </c:pt>
                      <c:pt idx="18">
                        <c:v>481.54399999999998</c:v>
                      </c:pt>
                      <c:pt idx="19">
                        <c:v>501.488</c:v>
                      </c:pt>
                      <c:pt idx="20">
                        <c:v>501.49900000000002</c:v>
                      </c:pt>
                      <c:pt idx="21">
                        <c:v>496.47899999999998</c:v>
                      </c:pt>
                      <c:pt idx="22">
                        <c:v>496.47800000000001</c:v>
                      </c:pt>
                      <c:pt idx="23">
                        <c:v>513.96400000000006</c:v>
                      </c:pt>
                      <c:pt idx="24">
                        <c:v>541.40899999999999</c:v>
                      </c:pt>
                      <c:pt idx="25">
                        <c:v>546.39499999999998</c:v>
                      </c:pt>
                      <c:pt idx="26">
                        <c:v>558.86</c:v>
                      </c:pt>
                      <c:pt idx="27">
                        <c:v>578.798</c:v>
                      </c:pt>
                      <c:pt idx="28">
                        <c:v>578.79200000000003</c:v>
                      </c:pt>
                      <c:pt idx="29">
                        <c:v>583.78300000000002</c:v>
                      </c:pt>
                      <c:pt idx="30">
                        <c:v>638.68700000000001</c:v>
                      </c:pt>
                      <c:pt idx="31">
                        <c:v>658.56399999999996</c:v>
                      </c:pt>
                      <c:pt idx="32">
                        <c:v>728.46199999999999</c:v>
                      </c:pt>
                      <c:pt idx="33">
                        <c:v>678.53200000000004</c:v>
                      </c:pt>
                      <c:pt idx="34">
                        <c:v>678.529</c:v>
                      </c:pt>
                      <c:pt idx="35">
                        <c:v>686.00900000000001</c:v>
                      </c:pt>
                      <c:pt idx="36">
                        <c:v>648.59100000000001</c:v>
                      </c:pt>
                      <c:pt idx="37">
                        <c:v>626.16700000000003</c:v>
                      </c:pt>
                      <c:pt idx="38">
                        <c:v>613.673</c:v>
                      </c:pt>
                      <c:pt idx="39">
                        <c:v>626.14300000000003</c:v>
                      </c:pt>
                      <c:pt idx="40">
                        <c:v>648.66200000000003</c:v>
                      </c:pt>
                      <c:pt idx="41">
                        <c:v>658.59900000000005</c:v>
                      </c:pt>
                      <c:pt idx="42">
                        <c:v>648.60900000000004</c:v>
                      </c:pt>
                      <c:pt idx="43">
                        <c:v>623.64099999999996</c:v>
                      </c:pt>
                      <c:pt idx="44">
                        <c:v>648.64099999999996</c:v>
                      </c:pt>
                      <c:pt idx="45">
                        <c:v>631.16300000000001</c:v>
                      </c:pt>
                      <c:pt idx="46">
                        <c:v>621.178</c:v>
                      </c:pt>
                      <c:pt idx="47">
                        <c:v>621.178</c:v>
                      </c:pt>
                      <c:pt idx="48">
                        <c:v>618.67700000000002</c:v>
                      </c:pt>
                      <c:pt idx="49">
                        <c:v>596.19799999999998</c:v>
                      </c:pt>
                      <c:pt idx="50">
                        <c:v>603.70399999999995</c:v>
                      </c:pt>
                      <c:pt idx="51">
                        <c:v>586.20899999999995</c:v>
                      </c:pt>
                      <c:pt idx="52">
                        <c:v>561.26700000000005</c:v>
                      </c:pt>
                      <c:pt idx="53">
                        <c:v>566.26499999999999</c:v>
                      </c:pt>
                      <c:pt idx="54">
                        <c:v>573.75</c:v>
                      </c:pt>
                      <c:pt idx="55">
                        <c:v>573.73900000000003</c:v>
                      </c:pt>
                      <c:pt idx="56">
                        <c:v>573.73900000000003</c:v>
                      </c:pt>
                      <c:pt idx="57">
                        <c:v>586.19399999999996</c:v>
                      </c:pt>
                      <c:pt idx="58">
                        <c:v>568.77</c:v>
                      </c:pt>
                      <c:pt idx="59">
                        <c:v>563.75599999999997</c:v>
                      </c:pt>
                      <c:pt idx="60">
                        <c:v>558.78200000000004</c:v>
                      </c:pt>
                      <c:pt idx="61">
                        <c:v>556.28200000000004</c:v>
                      </c:pt>
                      <c:pt idx="62">
                        <c:v>541.31600000000003</c:v>
                      </c:pt>
                      <c:pt idx="63">
                        <c:v>538.822</c:v>
                      </c:pt>
                      <c:pt idx="64">
                        <c:v>538.82399999999996</c:v>
                      </c:pt>
                      <c:pt idx="65">
                        <c:v>538.82399999999996</c:v>
                      </c:pt>
                      <c:pt idx="66">
                        <c:v>556.29600000000005</c:v>
                      </c:pt>
                      <c:pt idx="67">
                        <c:v>571.23900000000003</c:v>
                      </c:pt>
                      <c:pt idx="68">
                        <c:v>568.774</c:v>
                      </c:pt>
                      <c:pt idx="69">
                        <c:v>561.31100000000004</c:v>
                      </c:pt>
                      <c:pt idx="70">
                        <c:v>558.82000000000005</c:v>
                      </c:pt>
                      <c:pt idx="71">
                        <c:v>541.38</c:v>
                      </c:pt>
                      <c:pt idx="72">
                        <c:v>538.87599999999998</c:v>
                      </c:pt>
                      <c:pt idx="73">
                        <c:v>541.37400000000002</c:v>
                      </c:pt>
                      <c:pt idx="74">
                        <c:v>546.37599999999998</c:v>
                      </c:pt>
                      <c:pt idx="75">
                        <c:v>536.38699999999994</c:v>
                      </c:pt>
                      <c:pt idx="76">
                        <c:v>536.39</c:v>
                      </c:pt>
                      <c:pt idx="77">
                        <c:v>531.39099999999996</c:v>
                      </c:pt>
                      <c:pt idx="78">
                        <c:v>528.88900000000001</c:v>
                      </c:pt>
                      <c:pt idx="79">
                        <c:v>523.88599999999997</c:v>
                      </c:pt>
                      <c:pt idx="80">
                        <c:v>508.964</c:v>
                      </c:pt>
                      <c:pt idx="81">
                        <c:v>506.46300000000002</c:v>
                      </c:pt>
                      <c:pt idx="82">
                        <c:v>506.44200000000001</c:v>
                      </c:pt>
                      <c:pt idx="83">
                        <c:v>521.404</c:v>
                      </c:pt>
                      <c:pt idx="84">
                        <c:v>516.41700000000003</c:v>
                      </c:pt>
                      <c:pt idx="85">
                        <c:v>521.42200000000003</c:v>
                      </c:pt>
                      <c:pt idx="86">
                        <c:v>528.89099999999996</c:v>
                      </c:pt>
                      <c:pt idx="87">
                        <c:v>526.36400000000003</c:v>
                      </c:pt>
                      <c:pt idx="88">
                        <c:v>526.37900000000002</c:v>
                      </c:pt>
                      <c:pt idx="89">
                        <c:v>518.89300000000003</c:v>
                      </c:pt>
                      <c:pt idx="90">
                        <c:v>513.92499999999995</c:v>
                      </c:pt>
                      <c:pt idx="91">
                        <c:v>513.92600000000004</c:v>
                      </c:pt>
                      <c:pt idx="92">
                        <c:v>508.95499999999998</c:v>
                      </c:pt>
                      <c:pt idx="93">
                        <c:v>503.964</c:v>
                      </c:pt>
                      <c:pt idx="94">
                        <c:v>501.464</c:v>
                      </c:pt>
                      <c:pt idx="95">
                        <c:v>504.01600000000002</c:v>
                      </c:pt>
                      <c:pt idx="96">
                        <c:v>501.51</c:v>
                      </c:pt>
                      <c:pt idx="97">
                        <c:v>489.029</c:v>
                      </c:pt>
                      <c:pt idx="98">
                        <c:v>494.012</c:v>
                      </c:pt>
                      <c:pt idx="99">
                        <c:v>506.49700000000001</c:v>
                      </c:pt>
                      <c:pt idx="100">
                        <c:v>501.517</c:v>
                      </c:pt>
                      <c:pt idx="101">
                        <c:v>501.51</c:v>
                      </c:pt>
                      <c:pt idx="102">
                        <c:v>494.03500000000003</c:v>
                      </c:pt>
                      <c:pt idx="103">
                        <c:v>494.029</c:v>
                      </c:pt>
                      <c:pt idx="104">
                        <c:v>494.029</c:v>
                      </c:pt>
                      <c:pt idx="105">
                        <c:v>479</c:v>
                      </c:pt>
                      <c:pt idx="106">
                        <c:v>476.5</c:v>
                      </c:pt>
                      <c:pt idx="107">
                        <c:v>466.5</c:v>
                      </c:pt>
                      <c:pt idx="108">
                        <c:v>474</c:v>
                      </c:pt>
                      <c:pt idx="109">
                        <c:v>474</c:v>
                      </c:pt>
                      <c:pt idx="110">
                        <c:v>469</c:v>
                      </c:pt>
                      <c:pt idx="111">
                        <c:v>469</c:v>
                      </c:pt>
                      <c:pt idx="112">
                        <c:v>469</c:v>
                      </c:pt>
                      <c:pt idx="113">
                        <c:v>469</c:v>
                      </c:pt>
                      <c:pt idx="114">
                        <c:v>469</c:v>
                      </c:pt>
                      <c:pt idx="115">
                        <c:v>459</c:v>
                      </c:pt>
                      <c:pt idx="116">
                        <c:v>459</c:v>
                      </c:pt>
                      <c:pt idx="117">
                        <c:v>444</c:v>
                      </c:pt>
                      <c:pt idx="118">
                        <c:v>441.5</c:v>
                      </c:pt>
                      <c:pt idx="119">
                        <c:v>441.5</c:v>
                      </c:pt>
                      <c:pt idx="120">
                        <c:v>441.5</c:v>
                      </c:pt>
                      <c:pt idx="121">
                        <c:v>456.5</c:v>
                      </c:pt>
                      <c:pt idx="122">
                        <c:v>456.5</c:v>
                      </c:pt>
                      <c:pt idx="123">
                        <c:v>441.5</c:v>
                      </c:pt>
                      <c:pt idx="124">
                        <c:v>436.5</c:v>
                      </c:pt>
                      <c:pt idx="125">
                        <c:v>434</c:v>
                      </c:pt>
                      <c:pt idx="126">
                        <c:v>431.5</c:v>
                      </c:pt>
                      <c:pt idx="127">
                        <c:v>429</c:v>
                      </c:pt>
                      <c:pt idx="128">
                        <c:v>429</c:v>
                      </c:pt>
                      <c:pt idx="129">
                        <c:v>444</c:v>
                      </c:pt>
                      <c:pt idx="130">
                        <c:v>446.5</c:v>
                      </c:pt>
                      <c:pt idx="131">
                        <c:v>454</c:v>
                      </c:pt>
                      <c:pt idx="132">
                        <c:v>456.5</c:v>
                      </c:pt>
                      <c:pt idx="133">
                        <c:v>451.5</c:v>
                      </c:pt>
                      <c:pt idx="134">
                        <c:v>464</c:v>
                      </c:pt>
                      <c:pt idx="135">
                        <c:v>461.5</c:v>
                      </c:pt>
                      <c:pt idx="136">
                        <c:v>441.5</c:v>
                      </c:pt>
                      <c:pt idx="137">
                        <c:v>441.5</c:v>
                      </c:pt>
                      <c:pt idx="138">
                        <c:v>434</c:v>
                      </c:pt>
                      <c:pt idx="139">
                        <c:v>433</c:v>
                      </c:pt>
                      <c:pt idx="140">
                        <c:v>420.5</c:v>
                      </c:pt>
                      <c:pt idx="141">
                        <c:v>420.5</c:v>
                      </c:pt>
                      <c:pt idx="142">
                        <c:v>431.041</c:v>
                      </c:pt>
                      <c:pt idx="143">
                        <c:v>431.5</c:v>
                      </c:pt>
                      <c:pt idx="144">
                        <c:v>441.5</c:v>
                      </c:pt>
                      <c:pt idx="145">
                        <c:v>449</c:v>
                      </c:pt>
                      <c:pt idx="146">
                        <c:v>444</c:v>
                      </c:pt>
                      <c:pt idx="147">
                        <c:v>454</c:v>
                      </c:pt>
                      <c:pt idx="148">
                        <c:v>459</c:v>
                      </c:pt>
                      <c:pt idx="149">
                        <c:v>457.041</c:v>
                      </c:pt>
                      <c:pt idx="150">
                        <c:v>460.5</c:v>
                      </c:pt>
                      <c:pt idx="151">
                        <c:v>477.5</c:v>
                      </c:pt>
                      <c:pt idx="152">
                        <c:v>468</c:v>
                      </c:pt>
                      <c:pt idx="153">
                        <c:v>460.5</c:v>
                      </c:pt>
                      <c:pt idx="154">
                        <c:v>458</c:v>
                      </c:pt>
                      <c:pt idx="155">
                        <c:v>458</c:v>
                      </c:pt>
                      <c:pt idx="156">
                        <c:v>458</c:v>
                      </c:pt>
                      <c:pt idx="157">
                        <c:v>445.5</c:v>
                      </c:pt>
                      <c:pt idx="158">
                        <c:v>440.5</c:v>
                      </c:pt>
                      <c:pt idx="159">
                        <c:v>434</c:v>
                      </c:pt>
                      <c:pt idx="160">
                        <c:v>421.5</c:v>
                      </c:pt>
                      <c:pt idx="161">
                        <c:v>426.5</c:v>
                      </c:pt>
                      <c:pt idx="162">
                        <c:v>426.5</c:v>
                      </c:pt>
                      <c:pt idx="163">
                        <c:v>426.5</c:v>
                      </c:pt>
                      <c:pt idx="164">
                        <c:v>426.5</c:v>
                      </c:pt>
                      <c:pt idx="165">
                        <c:v>421.5</c:v>
                      </c:pt>
                      <c:pt idx="166">
                        <c:v>421.5</c:v>
                      </c:pt>
                      <c:pt idx="167">
                        <c:v>411.5</c:v>
                      </c:pt>
                      <c:pt idx="168">
                        <c:v>411.5</c:v>
                      </c:pt>
                      <c:pt idx="169">
                        <c:v>411.5</c:v>
                      </c:pt>
                      <c:pt idx="170">
                        <c:v>411.5</c:v>
                      </c:pt>
                      <c:pt idx="171">
                        <c:v>411.5</c:v>
                      </c:pt>
                      <c:pt idx="172">
                        <c:v>411.5</c:v>
                      </c:pt>
                      <c:pt idx="173">
                        <c:v>411.5</c:v>
                      </c:pt>
                      <c:pt idx="174">
                        <c:v>411.5</c:v>
                      </c:pt>
                      <c:pt idx="175">
                        <c:v>411.5</c:v>
                      </c:pt>
                      <c:pt idx="176">
                        <c:v>411.5</c:v>
                      </c:pt>
                      <c:pt idx="177">
                        <c:v>411.5</c:v>
                      </c:pt>
                      <c:pt idx="178">
                        <c:v>411.5</c:v>
                      </c:pt>
                      <c:pt idx="179">
                        <c:v>411.5</c:v>
                      </c:pt>
                      <c:pt idx="180">
                        <c:v>411.5</c:v>
                      </c:pt>
                      <c:pt idx="181">
                        <c:v>411.5</c:v>
                      </c:pt>
                      <c:pt idx="182">
                        <c:v>411.5</c:v>
                      </c:pt>
                      <c:pt idx="183">
                        <c:v>411.5</c:v>
                      </c:pt>
                      <c:pt idx="184">
                        <c:v>411.5</c:v>
                      </c:pt>
                      <c:pt idx="185">
                        <c:v>411.5</c:v>
                      </c:pt>
                      <c:pt idx="186">
                        <c:v>411.5</c:v>
                      </c:pt>
                      <c:pt idx="187">
                        <c:v>411.5</c:v>
                      </c:pt>
                      <c:pt idx="188">
                        <c:v>411.5</c:v>
                      </c:pt>
                      <c:pt idx="189">
                        <c:v>411.5</c:v>
                      </c:pt>
                      <c:pt idx="190">
                        <c:v>411.5</c:v>
                      </c:pt>
                      <c:pt idx="191">
                        <c:v>411.5</c:v>
                      </c:pt>
                      <c:pt idx="192">
                        <c:v>411.5</c:v>
                      </c:pt>
                      <c:pt idx="193">
                        <c:v>411.5</c:v>
                      </c:pt>
                      <c:pt idx="194">
                        <c:v>411.5</c:v>
                      </c:pt>
                      <c:pt idx="195">
                        <c:v>411.5</c:v>
                      </c:pt>
                      <c:pt idx="196">
                        <c:v>360.75</c:v>
                      </c:pt>
                      <c:pt idx="197">
                        <c:v>360.75</c:v>
                      </c:pt>
                      <c:pt idx="198">
                        <c:v>360.75</c:v>
                      </c:pt>
                      <c:pt idx="199">
                        <c:v>360.75</c:v>
                      </c:pt>
                      <c:pt idx="200">
                        <c:v>360.75</c:v>
                      </c:pt>
                      <c:pt idx="201">
                        <c:v>360.75</c:v>
                      </c:pt>
                      <c:pt idx="202">
                        <c:v>360.75</c:v>
                      </c:pt>
                      <c:pt idx="203">
                        <c:v>360.75</c:v>
                      </c:pt>
                      <c:pt idx="204">
                        <c:v>360.75</c:v>
                      </c:pt>
                      <c:pt idx="205">
                        <c:v>360.75</c:v>
                      </c:pt>
                      <c:pt idx="206">
                        <c:v>360.75</c:v>
                      </c:pt>
                      <c:pt idx="207">
                        <c:v>360.75</c:v>
                      </c:pt>
                      <c:pt idx="208">
                        <c:v>360.75</c:v>
                      </c:pt>
                      <c:pt idx="209">
                        <c:v>360.75</c:v>
                      </c:pt>
                      <c:pt idx="210">
                        <c:v>391.5</c:v>
                      </c:pt>
                      <c:pt idx="211">
                        <c:v>391.5</c:v>
                      </c:pt>
                      <c:pt idx="212">
                        <c:v>394</c:v>
                      </c:pt>
                      <c:pt idx="213">
                        <c:v>394</c:v>
                      </c:pt>
                      <c:pt idx="214">
                        <c:v>404</c:v>
                      </c:pt>
                      <c:pt idx="215">
                        <c:v>404</c:v>
                      </c:pt>
                      <c:pt idx="216">
                        <c:v>404</c:v>
                      </c:pt>
                      <c:pt idx="217">
                        <c:v>404</c:v>
                      </c:pt>
                      <c:pt idx="218">
                        <c:v>397.75</c:v>
                      </c:pt>
                      <c:pt idx="219">
                        <c:v>397.75</c:v>
                      </c:pt>
                      <c:pt idx="220">
                        <c:v>397.75</c:v>
                      </c:pt>
                      <c:pt idx="221">
                        <c:v>405.25</c:v>
                      </c:pt>
                      <c:pt idx="222">
                        <c:v>400.25</c:v>
                      </c:pt>
                      <c:pt idx="223">
                        <c:v>400.25</c:v>
                      </c:pt>
                      <c:pt idx="224">
                        <c:v>400.25</c:v>
                      </c:pt>
                      <c:pt idx="225">
                        <c:v>400.25</c:v>
                      </c:pt>
                      <c:pt idx="226">
                        <c:v>399</c:v>
                      </c:pt>
                      <c:pt idx="227">
                        <c:v>394</c:v>
                      </c:pt>
                      <c:pt idx="228">
                        <c:v>394</c:v>
                      </c:pt>
                      <c:pt idx="229">
                        <c:v>394.25</c:v>
                      </c:pt>
                      <c:pt idx="230">
                        <c:v>387.75</c:v>
                      </c:pt>
                      <c:pt idx="231">
                        <c:v>387.75</c:v>
                      </c:pt>
                      <c:pt idx="232">
                        <c:v>381.5</c:v>
                      </c:pt>
                      <c:pt idx="233">
                        <c:v>384.5</c:v>
                      </c:pt>
                      <c:pt idx="234">
                        <c:v>380.33300000000003</c:v>
                      </c:pt>
                      <c:pt idx="235">
                        <c:v>376</c:v>
                      </c:pt>
                      <c:pt idx="236">
                        <c:v>376</c:v>
                      </c:pt>
                      <c:pt idx="237">
                        <c:v>385.5</c:v>
                      </c:pt>
                      <c:pt idx="238">
                        <c:v>384</c:v>
                      </c:pt>
                      <c:pt idx="239">
                        <c:v>386.5</c:v>
                      </c:pt>
                      <c:pt idx="240">
                        <c:v>386.5</c:v>
                      </c:pt>
                      <c:pt idx="241">
                        <c:v>384.33300000000003</c:v>
                      </c:pt>
                      <c:pt idx="242">
                        <c:v>388</c:v>
                      </c:pt>
                      <c:pt idx="243">
                        <c:v>384.33300000000003</c:v>
                      </c:pt>
                      <c:pt idx="244">
                        <c:v>383.66699999999997</c:v>
                      </c:pt>
                      <c:pt idx="245">
                        <c:v>381.33300000000003</c:v>
                      </c:pt>
                      <c:pt idx="246">
                        <c:v>371</c:v>
                      </c:pt>
                      <c:pt idx="247">
                        <c:v>369.375</c:v>
                      </c:pt>
                      <c:pt idx="248">
                        <c:v>380.33300000000003</c:v>
                      </c:pt>
                      <c:pt idx="249">
                        <c:v>387.125</c:v>
                      </c:pt>
                      <c:pt idx="250">
                        <c:v>399.5</c:v>
                      </c:pt>
                      <c:pt idx="251">
                        <c:v>415.33300000000003</c:v>
                      </c:pt>
                      <c:pt idx="252">
                        <c:v>423.33300000000003</c:v>
                      </c:pt>
                      <c:pt idx="253">
                        <c:v>444.5</c:v>
                      </c:pt>
                      <c:pt idx="254">
                        <c:v>442.66699999999997</c:v>
                      </c:pt>
                      <c:pt idx="255">
                        <c:v>439</c:v>
                      </c:pt>
                      <c:pt idx="256">
                        <c:v>449</c:v>
                      </c:pt>
                      <c:pt idx="257">
                        <c:v>460.66699999999997</c:v>
                      </c:pt>
                      <c:pt idx="258">
                        <c:v>483.5</c:v>
                      </c:pt>
                      <c:pt idx="259">
                        <c:v>514.66700000000003</c:v>
                      </c:pt>
                      <c:pt idx="260">
                        <c:v>523</c:v>
                      </c:pt>
                      <c:pt idx="261">
                        <c:v>532</c:v>
                      </c:pt>
                      <c:pt idx="262">
                        <c:v>523</c:v>
                      </c:pt>
                      <c:pt idx="263">
                        <c:v>504.66699999999997</c:v>
                      </c:pt>
                      <c:pt idx="264">
                        <c:v>491.33300000000003</c:v>
                      </c:pt>
                      <c:pt idx="265">
                        <c:v>494</c:v>
                      </c:pt>
                      <c:pt idx="266">
                        <c:v>497.66699999999997</c:v>
                      </c:pt>
                      <c:pt idx="267">
                        <c:v>495.33300000000003</c:v>
                      </c:pt>
                      <c:pt idx="268">
                        <c:v>487.33300000000003</c:v>
                      </c:pt>
                      <c:pt idx="269">
                        <c:v>479.33300000000003</c:v>
                      </c:pt>
                      <c:pt idx="270">
                        <c:v>479.66699999999997</c:v>
                      </c:pt>
                      <c:pt idx="271">
                        <c:v>478</c:v>
                      </c:pt>
                      <c:pt idx="272">
                        <c:v>474</c:v>
                      </c:pt>
                      <c:pt idx="273">
                        <c:v>476.83300000000003</c:v>
                      </c:pt>
                      <c:pt idx="274">
                        <c:v>492.75</c:v>
                      </c:pt>
                      <c:pt idx="275">
                        <c:v>506.16699999999997</c:v>
                      </c:pt>
                      <c:pt idx="276">
                        <c:v>501.16699999999997</c:v>
                      </c:pt>
                      <c:pt idx="277">
                        <c:v>499.875</c:v>
                      </c:pt>
                      <c:pt idx="278">
                        <c:v>501.5</c:v>
                      </c:pt>
                      <c:pt idx="279">
                        <c:v>494</c:v>
                      </c:pt>
                      <c:pt idx="280">
                        <c:v>484</c:v>
                      </c:pt>
                      <c:pt idx="281">
                        <c:v>484</c:v>
                      </c:pt>
                      <c:pt idx="282">
                        <c:v>476</c:v>
                      </c:pt>
                      <c:pt idx="283">
                        <c:v>477.75</c:v>
                      </c:pt>
                      <c:pt idx="284">
                        <c:v>485.25</c:v>
                      </c:pt>
                      <c:pt idx="285">
                        <c:v>488.5</c:v>
                      </c:pt>
                      <c:pt idx="286">
                        <c:v>485.25</c:v>
                      </c:pt>
                      <c:pt idx="287">
                        <c:v>480.25</c:v>
                      </c:pt>
                      <c:pt idx="288">
                        <c:v>465.5</c:v>
                      </c:pt>
                      <c:pt idx="289">
                        <c:v>467.5</c:v>
                      </c:pt>
                      <c:pt idx="290">
                        <c:v>453.75</c:v>
                      </c:pt>
                      <c:pt idx="291">
                        <c:v>437.75</c:v>
                      </c:pt>
                      <c:pt idx="292">
                        <c:v>437.75</c:v>
                      </c:pt>
                      <c:pt idx="293">
                        <c:v>447.75</c:v>
                      </c:pt>
                      <c:pt idx="294">
                        <c:v>448.5</c:v>
                      </c:pt>
                      <c:pt idx="295">
                        <c:v>440.25</c:v>
                      </c:pt>
                      <c:pt idx="296">
                        <c:v>447.75</c:v>
                      </c:pt>
                      <c:pt idx="297">
                        <c:v>455.12799999999999</c:v>
                      </c:pt>
                      <c:pt idx="298">
                        <c:v>458.56099999999998</c:v>
                      </c:pt>
                      <c:pt idx="299">
                        <c:v>453.90100000000001</c:v>
                      </c:pt>
                      <c:pt idx="300">
                        <c:v>455.5</c:v>
                      </c:pt>
                      <c:pt idx="301">
                        <c:v>452.928</c:v>
                      </c:pt>
                      <c:pt idx="302">
                        <c:v>450.61599999999999</c:v>
                      </c:pt>
                      <c:pt idx="303">
                        <c:v>432.31900000000002</c:v>
                      </c:pt>
                      <c:pt idx="304">
                        <c:v>406.21699999999998</c:v>
                      </c:pt>
                      <c:pt idx="305">
                        <c:v>424.59899999999999</c:v>
                      </c:pt>
                      <c:pt idx="306">
                        <c:v>403.47199999999998</c:v>
                      </c:pt>
                      <c:pt idx="307">
                        <c:v>421.10700000000003</c:v>
                      </c:pt>
                      <c:pt idx="308">
                        <c:v>400.82400000000001</c:v>
                      </c:pt>
                      <c:pt idx="309">
                        <c:v>404.142</c:v>
                      </c:pt>
                      <c:pt idx="310">
                        <c:v>416.62400000000002</c:v>
                      </c:pt>
                      <c:pt idx="311">
                        <c:v>416.30700000000002</c:v>
                      </c:pt>
                      <c:pt idx="312">
                        <c:v>411.14299999999997</c:v>
                      </c:pt>
                      <c:pt idx="313">
                        <c:v>408.745</c:v>
                      </c:pt>
                      <c:pt idx="314">
                        <c:v>396.07600000000002</c:v>
                      </c:pt>
                      <c:pt idx="315">
                        <c:v>396.67700000000002</c:v>
                      </c:pt>
                      <c:pt idx="316">
                        <c:v>393.38200000000001</c:v>
                      </c:pt>
                      <c:pt idx="317">
                        <c:v>391.81099999999998</c:v>
                      </c:pt>
                      <c:pt idx="318">
                        <c:v>396.77499999999998</c:v>
                      </c:pt>
                      <c:pt idx="319">
                        <c:v>394.37</c:v>
                      </c:pt>
                      <c:pt idx="320">
                        <c:v>393.10500000000002</c:v>
                      </c:pt>
                      <c:pt idx="321">
                        <c:v>390.68799999999999</c:v>
                      </c:pt>
                      <c:pt idx="322">
                        <c:v>395.935</c:v>
                      </c:pt>
                      <c:pt idx="323">
                        <c:v>397.35899999999998</c:v>
                      </c:pt>
                      <c:pt idx="324">
                        <c:v>397.34800000000001</c:v>
                      </c:pt>
                      <c:pt idx="325">
                        <c:v>393.18400000000003</c:v>
                      </c:pt>
                      <c:pt idx="326">
                        <c:v>389.83300000000003</c:v>
                      </c:pt>
                      <c:pt idx="327">
                        <c:v>391</c:v>
                      </c:pt>
                      <c:pt idx="328">
                        <c:v>389.59399999999999</c:v>
                      </c:pt>
                      <c:pt idx="329">
                        <c:v>388.33300000000003</c:v>
                      </c:pt>
                      <c:pt idx="330">
                        <c:v>388.33300000000003</c:v>
                      </c:pt>
                      <c:pt idx="331">
                        <c:v>396.71100000000001</c:v>
                      </c:pt>
                      <c:pt idx="332">
                        <c:v>395.85199999999998</c:v>
                      </c:pt>
                      <c:pt idx="333">
                        <c:v>393.55799999999999</c:v>
                      </c:pt>
                      <c:pt idx="334">
                        <c:v>395.065</c:v>
                      </c:pt>
                      <c:pt idx="335">
                        <c:v>385.73200000000003</c:v>
                      </c:pt>
                      <c:pt idx="336">
                        <c:v>383.44099999999997</c:v>
                      </c:pt>
                      <c:pt idx="337">
                        <c:v>379.12200000000001</c:v>
                      </c:pt>
                      <c:pt idx="338">
                        <c:v>378.92</c:v>
                      </c:pt>
                      <c:pt idx="339">
                        <c:v>381.178</c:v>
                      </c:pt>
                      <c:pt idx="340">
                        <c:v>382.46</c:v>
                      </c:pt>
                      <c:pt idx="341">
                        <c:v>386.04300000000001</c:v>
                      </c:pt>
                      <c:pt idx="342">
                        <c:v>385.56900000000002</c:v>
                      </c:pt>
                      <c:pt idx="343">
                        <c:v>384.40199999999999</c:v>
                      </c:pt>
                      <c:pt idx="344">
                        <c:v>386.75299999999999</c:v>
                      </c:pt>
                      <c:pt idx="345">
                        <c:v>392.01100000000002</c:v>
                      </c:pt>
                      <c:pt idx="346">
                        <c:v>393.41899999999998</c:v>
                      </c:pt>
                      <c:pt idx="347">
                        <c:v>378.678</c:v>
                      </c:pt>
                      <c:pt idx="348">
                        <c:v>361.7</c:v>
                      </c:pt>
                      <c:pt idx="349">
                        <c:v>367.779</c:v>
                      </c:pt>
                      <c:pt idx="350">
                        <c:v>366.94099999999997</c:v>
                      </c:pt>
                      <c:pt idx="351">
                        <c:v>364.63400000000001</c:v>
                      </c:pt>
                      <c:pt idx="352">
                        <c:v>365.52</c:v>
                      </c:pt>
                      <c:pt idx="353">
                        <c:v>364.82400000000001</c:v>
                      </c:pt>
                      <c:pt idx="354">
                        <c:v>359.47800000000001</c:v>
                      </c:pt>
                      <c:pt idx="355">
                        <c:v>362.24700000000001</c:v>
                      </c:pt>
                      <c:pt idx="356">
                        <c:v>363.01900000000001</c:v>
                      </c:pt>
                      <c:pt idx="357">
                        <c:v>358.536</c:v>
                      </c:pt>
                      <c:pt idx="358">
                        <c:v>368.91699999999997</c:v>
                      </c:pt>
                      <c:pt idx="359">
                        <c:v>366.125</c:v>
                      </c:pt>
                      <c:pt idx="360">
                        <c:v>360.88799999999998</c:v>
                      </c:pt>
                      <c:pt idx="361">
                        <c:v>358.76400000000001</c:v>
                      </c:pt>
                      <c:pt idx="362">
                        <c:v>359.15899999999999</c:v>
                      </c:pt>
                      <c:pt idx="363">
                        <c:v>357.74900000000002</c:v>
                      </c:pt>
                      <c:pt idx="364">
                        <c:v>356.54700000000003</c:v>
                      </c:pt>
                      <c:pt idx="365">
                        <c:v>356.41399999999999</c:v>
                      </c:pt>
                      <c:pt idx="366">
                        <c:v>354.86</c:v>
                      </c:pt>
                      <c:pt idx="367">
                        <c:v>359.85399999999998</c:v>
                      </c:pt>
                      <c:pt idx="368">
                        <c:v>359.93099999999998</c:v>
                      </c:pt>
                      <c:pt idx="369">
                        <c:v>358.03800000000001</c:v>
                      </c:pt>
                      <c:pt idx="370">
                        <c:v>355.92</c:v>
                      </c:pt>
                      <c:pt idx="371">
                        <c:v>356.82499999999999</c:v>
                      </c:pt>
                      <c:pt idx="372">
                        <c:v>354.90100000000001</c:v>
                      </c:pt>
                      <c:pt idx="373">
                        <c:v>352.33300000000003</c:v>
                      </c:pt>
                      <c:pt idx="374">
                        <c:v>348.64499999999998</c:v>
                      </c:pt>
                      <c:pt idx="375">
                        <c:v>348.64499999999998</c:v>
                      </c:pt>
                      <c:pt idx="376">
                        <c:v>346.065</c:v>
                      </c:pt>
                      <c:pt idx="377">
                        <c:v>335.774</c:v>
                      </c:pt>
                      <c:pt idx="378">
                        <c:v>334.50400000000002</c:v>
                      </c:pt>
                      <c:pt idx="379">
                        <c:v>335.33699999999999</c:v>
                      </c:pt>
                      <c:pt idx="380">
                        <c:v>335.56599999999997</c:v>
                      </c:pt>
                      <c:pt idx="381">
                        <c:v>335.24799999999999</c:v>
                      </c:pt>
                      <c:pt idx="382">
                        <c:v>331.58800000000002</c:v>
                      </c:pt>
                      <c:pt idx="383">
                        <c:v>325.58800000000002</c:v>
                      </c:pt>
                      <c:pt idx="384">
                        <c:v>321.33300000000003</c:v>
                      </c:pt>
                      <c:pt idx="385">
                        <c:v>302.01299999999998</c:v>
                      </c:pt>
                      <c:pt idx="386">
                        <c:v>306.17399999999998</c:v>
                      </c:pt>
                      <c:pt idx="387">
                        <c:v>301.16699999999997</c:v>
                      </c:pt>
                      <c:pt idx="388">
                        <c:v>305.47399999999999</c:v>
                      </c:pt>
                      <c:pt idx="389">
                        <c:v>302.375</c:v>
                      </c:pt>
                      <c:pt idx="390">
                        <c:v>296.10199999999998</c:v>
                      </c:pt>
                      <c:pt idx="391">
                        <c:v>298.72199999999998</c:v>
                      </c:pt>
                      <c:pt idx="392">
                        <c:v>295.53300000000002</c:v>
                      </c:pt>
                      <c:pt idx="393">
                        <c:v>285.47699999999998</c:v>
                      </c:pt>
                      <c:pt idx="394">
                        <c:v>280.17500000000001</c:v>
                      </c:pt>
                      <c:pt idx="395">
                        <c:v>276.39999999999998</c:v>
                      </c:pt>
                      <c:pt idx="396">
                        <c:v>283</c:v>
                      </c:pt>
                      <c:pt idx="397">
                        <c:v>297.60300000000001</c:v>
                      </c:pt>
                      <c:pt idx="398">
                        <c:v>340.041</c:v>
                      </c:pt>
                      <c:pt idx="399">
                        <c:v>325.2</c:v>
                      </c:pt>
                      <c:pt idx="400">
                        <c:v>321.25</c:v>
                      </c:pt>
                      <c:pt idx="401">
                        <c:v>331.74200000000002</c:v>
                      </c:pt>
                      <c:pt idx="402">
                        <c:v>359.98700000000002</c:v>
                      </c:pt>
                      <c:pt idx="403">
                        <c:v>373.327</c:v>
                      </c:pt>
                      <c:pt idx="404">
                        <c:v>373.22800000000001</c:v>
                      </c:pt>
                      <c:pt idx="405">
                        <c:v>360.90600000000001</c:v>
                      </c:pt>
                      <c:pt idx="406">
                        <c:v>351</c:v>
                      </c:pt>
                      <c:pt idx="407">
                        <c:v>351.75</c:v>
                      </c:pt>
                      <c:pt idx="408">
                        <c:v>343.5</c:v>
                      </c:pt>
                      <c:pt idx="409">
                        <c:v>345.89</c:v>
                      </c:pt>
                      <c:pt idx="410">
                        <c:v>339.19799999999998</c:v>
                      </c:pt>
                      <c:pt idx="411">
                        <c:v>328.63799999999998</c:v>
                      </c:pt>
                      <c:pt idx="412">
                        <c:v>326.34500000000003</c:v>
                      </c:pt>
                      <c:pt idx="413">
                        <c:v>333.92099999999999</c:v>
                      </c:pt>
                      <c:pt idx="414">
                        <c:v>321.08199999999999</c:v>
                      </c:pt>
                      <c:pt idx="415">
                        <c:v>309.65499999999997</c:v>
                      </c:pt>
                      <c:pt idx="416">
                        <c:v>304.346</c:v>
                      </c:pt>
                      <c:pt idx="417">
                        <c:v>299.99</c:v>
                      </c:pt>
                      <c:pt idx="418">
                        <c:v>298.66199999999998</c:v>
                      </c:pt>
                      <c:pt idx="419">
                        <c:v>301.053</c:v>
                      </c:pt>
                      <c:pt idx="420">
                        <c:v>297.59199999999998</c:v>
                      </c:pt>
                      <c:pt idx="421">
                        <c:v>288.52699999999999</c:v>
                      </c:pt>
                      <c:pt idx="422">
                        <c:v>284.92399999999998</c:v>
                      </c:pt>
                      <c:pt idx="423">
                        <c:v>285.86399999999998</c:v>
                      </c:pt>
                      <c:pt idx="424">
                        <c:v>285.86399999999998</c:v>
                      </c:pt>
                      <c:pt idx="425">
                        <c:v>284.56099999999998</c:v>
                      </c:pt>
                      <c:pt idx="426">
                        <c:v>279.58300000000003</c:v>
                      </c:pt>
                      <c:pt idx="427">
                        <c:v>276.32299999999998</c:v>
                      </c:pt>
                      <c:pt idx="428">
                        <c:v>272.77999999999997</c:v>
                      </c:pt>
                      <c:pt idx="429">
                        <c:v>269.19400000000002</c:v>
                      </c:pt>
                      <c:pt idx="430">
                        <c:v>264.49200000000002</c:v>
                      </c:pt>
                      <c:pt idx="431">
                        <c:v>262.86399999999998</c:v>
                      </c:pt>
                      <c:pt idx="432">
                        <c:v>261.23200000000003</c:v>
                      </c:pt>
                      <c:pt idx="433">
                        <c:v>261.23200000000003</c:v>
                      </c:pt>
                      <c:pt idx="434">
                        <c:v>260.67500000000001</c:v>
                      </c:pt>
                      <c:pt idx="435">
                        <c:v>257.83300000000003</c:v>
                      </c:pt>
                      <c:pt idx="436">
                        <c:v>260.10899999999998</c:v>
                      </c:pt>
                      <c:pt idx="437">
                        <c:v>261.14800000000002</c:v>
                      </c:pt>
                      <c:pt idx="438">
                        <c:v>255.59</c:v>
                      </c:pt>
                      <c:pt idx="439">
                        <c:v>253.29599999999999</c:v>
                      </c:pt>
                      <c:pt idx="440">
                        <c:v>252.084</c:v>
                      </c:pt>
                      <c:pt idx="441">
                        <c:v>251.16300000000001</c:v>
                      </c:pt>
                      <c:pt idx="442">
                        <c:v>251.03299999999999</c:v>
                      </c:pt>
                      <c:pt idx="443">
                        <c:v>256.803</c:v>
                      </c:pt>
                      <c:pt idx="444">
                        <c:v>254.94399999999999</c:v>
                      </c:pt>
                      <c:pt idx="445">
                        <c:v>252.65600000000001</c:v>
                      </c:pt>
                      <c:pt idx="446">
                        <c:v>251.00700000000001</c:v>
                      </c:pt>
                      <c:pt idx="447">
                        <c:v>249.04</c:v>
                      </c:pt>
                      <c:pt idx="448">
                        <c:v>251.01400000000001</c:v>
                      </c:pt>
                      <c:pt idx="449">
                        <c:v>254.59899999999999</c:v>
                      </c:pt>
                      <c:pt idx="450">
                        <c:v>253.25200000000001</c:v>
                      </c:pt>
                      <c:pt idx="451">
                        <c:v>252.114</c:v>
                      </c:pt>
                      <c:pt idx="452">
                        <c:v>251.98699999999999</c:v>
                      </c:pt>
                      <c:pt idx="453">
                        <c:v>252.149</c:v>
                      </c:pt>
                      <c:pt idx="454">
                        <c:v>249.98</c:v>
                      </c:pt>
                      <c:pt idx="455">
                        <c:v>249.98</c:v>
                      </c:pt>
                      <c:pt idx="456">
                        <c:v>248.5</c:v>
                      </c:pt>
                      <c:pt idx="457">
                        <c:v>249.691</c:v>
                      </c:pt>
                      <c:pt idx="458">
                        <c:v>248.297</c:v>
                      </c:pt>
                      <c:pt idx="459">
                        <c:v>247.61500000000001</c:v>
                      </c:pt>
                      <c:pt idx="460">
                        <c:v>247.61500000000001</c:v>
                      </c:pt>
                      <c:pt idx="461">
                        <c:v>247.988</c:v>
                      </c:pt>
                      <c:pt idx="462">
                        <c:v>244.63</c:v>
                      </c:pt>
                      <c:pt idx="463">
                        <c:v>244.63499999999999</c:v>
                      </c:pt>
                      <c:pt idx="464">
                        <c:v>240.48</c:v>
                      </c:pt>
                      <c:pt idx="465">
                        <c:v>237.19200000000001</c:v>
                      </c:pt>
                      <c:pt idx="466">
                        <c:v>234.42099999999999</c:v>
                      </c:pt>
                      <c:pt idx="467">
                        <c:v>234.637</c:v>
                      </c:pt>
                      <c:pt idx="468">
                        <c:v>235.63200000000001</c:v>
                      </c:pt>
                      <c:pt idx="469">
                        <c:v>235.1</c:v>
                      </c:pt>
                      <c:pt idx="470">
                        <c:v>235.1</c:v>
                      </c:pt>
                      <c:pt idx="471">
                        <c:v>238.46700000000001</c:v>
                      </c:pt>
                      <c:pt idx="472">
                        <c:v>235.16300000000001</c:v>
                      </c:pt>
                      <c:pt idx="473">
                        <c:v>229.548</c:v>
                      </c:pt>
                      <c:pt idx="474">
                        <c:v>228</c:v>
                      </c:pt>
                      <c:pt idx="475">
                        <c:v>226.262</c:v>
                      </c:pt>
                      <c:pt idx="476">
                        <c:v>224.512</c:v>
                      </c:pt>
                      <c:pt idx="477">
                        <c:v>218.57300000000001</c:v>
                      </c:pt>
                      <c:pt idx="478">
                        <c:v>216.39</c:v>
                      </c:pt>
                      <c:pt idx="479">
                        <c:v>214.667</c:v>
                      </c:pt>
                      <c:pt idx="480">
                        <c:v>215.00299999999999</c:v>
                      </c:pt>
                      <c:pt idx="481">
                        <c:v>218.23400000000001</c:v>
                      </c:pt>
                      <c:pt idx="482">
                        <c:v>211.6</c:v>
                      </c:pt>
                      <c:pt idx="483">
                        <c:v>204.75399999999999</c:v>
                      </c:pt>
                      <c:pt idx="484">
                        <c:v>197.167</c:v>
                      </c:pt>
                      <c:pt idx="485">
                        <c:v>188.79300000000001</c:v>
                      </c:pt>
                      <c:pt idx="486">
                        <c:v>190.52799999999999</c:v>
                      </c:pt>
                      <c:pt idx="487">
                        <c:v>190.261</c:v>
                      </c:pt>
                      <c:pt idx="488">
                        <c:v>182.75</c:v>
                      </c:pt>
                      <c:pt idx="489">
                        <c:v>176.23400000000001</c:v>
                      </c:pt>
                      <c:pt idx="490">
                        <c:v>177.959</c:v>
                      </c:pt>
                      <c:pt idx="491">
                        <c:v>178.631</c:v>
                      </c:pt>
                      <c:pt idx="492">
                        <c:v>179.56399999999999</c:v>
                      </c:pt>
                      <c:pt idx="493">
                        <c:v>175.191</c:v>
                      </c:pt>
                      <c:pt idx="494">
                        <c:v>174.01599999999999</c:v>
                      </c:pt>
                      <c:pt idx="495">
                        <c:v>174.01599999999999</c:v>
                      </c:pt>
                      <c:pt idx="496">
                        <c:v>173.51300000000001</c:v>
                      </c:pt>
                      <c:pt idx="497">
                        <c:v>170.40799999999999</c:v>
                      </c:pt>
                      <c:pt idx="498">
                        <c:v>164.94</c:v>
                      </c:pt>
                      <c:pt idx="499">
                        <c:v>163.69999999999999</c:v>
                      </c:pt>
                      <c:pt idx="500">
                        <c:v>149.87</c:v>
                      </c:pt>
                      <c:pt idx="501">
                        <c:v>159.19999999999999</c:v>
                      </c:pt>
                      <c:pt idx="502">
                        <c:v>154.88399999999999</c:v>
                      </c:pt>
                      <c:pt idx="503">
                        <c:v>159.084</c:v>
                      </c:pt>
                      <c:pt idx="504">
                        <c:v>165.83600000000001</c:v>
                      </c:pt>
                      <c:pt idx="505">
                        <c:v>178.64099999999999</c:v>
                      </c:pt>
                      <c:pt idx="506">
                        <c:v>187.791</c:v>
                      </c:pt>
                      <c:pt idx="507">
                        <c:v>194.483</c:v>
                      </c:pt>
                      <c:pt idx="508">
                        <c:v>195.83799999999999</c:v>
                      </c:pt>
                      <c:pt idx="509">
                        <c:v>192.929</c:v>
                      </c:pt>
                      <c:pt idx="510">
                        <c:v>192.44900000000001</c:v>
                      </c:pt>
                      <c:pt idx="511">
                        <c:v>192.803</c:v>
                      </c:pt>
                      <c:pt idx="512">
                        <c:v>185.93</c:v>
                      </c:pt>
                      <c:pt idx="513">
                        <c:v>183.28299999999999</c:v>
                      </c:pt>
                      <c:pt idx="514">
                        <c:v>183.42</c:v>
                      </c:pt>
                      <c:pt idx="515">
                        <c:v>184.27500000000001</c:v>
                      </c:pt>
                      <c:pt idx="516">
                        <c:v>197.286</c:v>
                      </c:pt>
                      <c:pt idx="517">
                        <c:v>197.17599999999999</c:v>
                      </c:pt>
                      <c:pt idx="518">
                        <c:v>197.167</c:v>
                      </c:pt>
                      <c:pt idx="519">
                        <c:v>199.566</c:v>
                      </c:pt>
                      <c:pt idx="520">
                        <c:v>202.50700000000001</c:v>
                      </c:pt>
                      <c:pt idx="521">
                        <c:v>205.25</c:v>
                      </c:pt>
                      <c:pt idx="522">
                        <c:v>202.08</c:v>
                      </c:pt>
                      <c:pt idx="523">
                        <c:v>201.75</c:v>
                      </c:pt>
                      <c:pt idx="524">
                        <c:v>200.87299999999999</c:v>
                      </c:pt>
                      <c:pt idx="525">
                        <c:v>198.471</c:v>
                      </c:pt>
                      <c:pt idx="526">
                        <c:v>198.357</c:v>
                      </c:pt>
                      <c:pt idx="527">
                        <c:v>200.18</c:v>
                      </c:pt>
                      <c:pt idx="528">
                        <c:v>203.82300000000001</c:v>
                      </c:pt>
                      <c:pt idx="529">
                        <c:v>210.31200000000001</c:v>
                      </c:pt>
                      <c:pt idx="530">
                        <c:v>211.75</c:v>
                      </c:pt>
                      <c:pt idx="531">
                        <c:v>211</c:v>
                      </c:pt>
                      <c:pt idx="532">
                        <c:v>211.24299999999999</c:v>
                      </c:pt>
                      <c:pt idx="533">
                        <c:v>213.46700000000001</c:v>
                      </c:pt>
                      <c:pt idx="534">
                        <c:v>213.46700000000001</c:v>
                      </c:pt>
                      <c:pt idx="535">
                        <c:v>216.01599999999999</c:v>
                      </c:pt>
                      <c:pt idx="536">
                        <c:v>202.065</c:v>
                      </c:pt>
                      <c:pt idx="537">
                        <c:v>191.89500000000001</c:v>
                      </c:pt>
                      <c:pt idx="538">
                        <c:v>193.52500000000001</c:v>
                      </c:pt>
                      <c:pt idx="539">
                        <c:v>191.11</c:v>
                      </c:pt>
                      <c:pt idx="540">
                        <c:v>192.685</c:v>
                      </c:pt>
                      <c:pt idx="541">
                        <c:v>195.28899999999999</c:v>
                      </c:pt>
                      <c:pt idx="542">
                        <c:v>188.50800000000001</c:v>
                      </c:pt>
                      <c:pt idx="543">
                        <c:v>189.82</c:v>
                      </c:pt>
                      <c:pt idx="544">
                        <c:v>192.09299999999999</c:v>
                      </c:pt>
                      <c:pt idx="545">
                        <c:v>191.833</c:v>
                      </c:pt>
                      <c:pt idx="546">
                        <c:v>187.5</c:v>
                      </c:pt>
                      <c:pt idx="547">
                        <c:v>189.69300000000001</c:v>
                      </c:pt>
                      <c:pt idx="548">
                        <c:v>192.01</c:v>
                      </c:pt>
                      <c:pt idx="549">
                        <c:v>192.48400000000001</c:v>
                      </c:pt>
                      <c:pt idx="550">
                        <c:v>190.709</c:v>
                      </c:pt>
                      <c:pt idx="551">
                        <c:v>192.36500000000001</c:v>
                      </c:pt>
                      <c:pt idx="552">
                        <c:v>192.81</c:v>
                      </c:pt>
                      <c:pt idx="553">
                        <c:v>199.667</c:v>
                      </c:pt>
                      <c:pt idx="554">
                        <c:v>210.5</c:v>
                      </c:pt>
                      <c:pt idx="555">
                        <c:v>228.81800000000001</c:v>
                      </c:pt>
                      <c:pt idx="556">
                        <c:v>222.12299999999999</c:v>
                      </c:pt>
                      <c:pt idx="557">
                        <c:v>237.429</c:v>
                      </c:pt>
                      <c:pt idx="558">
                        <c:v>244.05699999999999</c:v>
                      </c:pt>
                      <c:pt idx="559">
                        <c:v>244.71700000000001</c:v>
                      </c:pt>
                      <c:pt idx="560">
                        <c:v>262.04599999999999</c:v>
                      </c:pt>
                      <c:pt idx="561">
                        <c:v>271.84699999999998</c:v>
                      </c:pt>
                      <c:pt idx="562">
                        <c:v>268.66699999999997</c:v>
                      </c:pt>
                      <c:pt idx="563">
                        <c:v>248.2</c:v>
                      </c:pt>
                      <c:pt idx="564">
                        <c:v>240</c:v>
                      </c:pt>
                      <c:pt idx="565">
                        <c:v>240</c:v>
                      </c:pt>
                      <c:pt idx="566">
                        <c:v>254.904</c:v>
                      </c:pt>
                      <c:pt idx="567">
                        <c:v>253.97399999999999</c:v>
                      </c:pt>
                      <c:pt idx="568">
                        <c:v>241.78800000000001</c:v>
                      </c:pt>
                      <c:pt idx="569">
                        <c:v>249.43299999999999</c:v>
                      </c:pt>
                      <c:pt idx="570">
                        <c:v>246.369</c:v>
                      </c:pt>
                      <c:pt idx="571">
                        <c:v>247.203</c:v>
                      </c:pt>
                      <c:pt idx="572">
                        <c:v>248.053</c:v>
                      </c:pt>
                      <c:pt idx="573">
                        <c:v>252.92500000000001</c:v>
                      </c:pt>
                      <c:pt idx="574">
                        <c:v>252.1</c:v>
                      </c:pt>
                      <c:pt idx="575">
                        <c:v>263.23099999999999</c:v>
                      </c:pt>
                      <c:pt idx="576">
                        <c:v>270.423</c:v>
                      </c:pt>
                      <c:pt idx="577">
                        <c:v>267.81599999999997</c:v>
                      </c:pt>
                      <c:pt idx="578">
                        <c:v>256.29300000000001</c:v>
                      </c:pt>
                      <c:pt idx="579">
                        <c:v>259.52499999999998</c:v>
                      </c:pt>
                      <c:pt idx="580">
                        <c:v>257.2</c:v>
                      </c:pt>
                      <c:pt idx="581">
                        <c:v>262</c:v>
                      </c:pt>
                      <c:pt idx="582">
                        <c:v>261.89999999999998</c:v>
                      </c:pt>
                      <c:pt idx="583">
                        <c:v>268.8</c:v>
                      </c:pt>
                      <c:pt idx="584">
                        <c:v>281.3</c:v>
                      </c:pt>
                      <c:pt idx="585">
                        <c:v>294.10000000000002</c:v>
                      </c:pt>
                      <c:pt idx="586">
                        <c:v>300.93900000000002</c:v>
                      </c:pt>
                      <c:pt idx="587">
                        <c:v>293.54000000000002</c:v>
                      </c:pt>
                      <c:pt idx="588">
                        <c:v>275.01499999999999</c:v>
                      </c:pt>
                      <c:pt idx="589">
                        <c:v>259.00900000000001</c:v>
                      </c:pt>
                      <c:pt idx="590">
                        <c:v>254.17500000000001</c:v>
                      </c:pt>
                      <c:pt idx="591">
                        <c:v>254.17500000000001</c:v>
                      </c:pt>
                      <c:pt idx="592">
                        <c:v>261.51499999999999</c:v>
                      </c:pt>
                      <c:pt idx="593">
                        <c:v>253.79599999999999</c:v>
                      </c:pt>
                      <c:pt idx="594">
                        <c:v>254.94300000000001</c:v>
                      </c:pt>
                      <c:pt idx="595">
                        <c:v>247.49199999999999</c:v>
                      </c:pt>
                      <c:pt idx="596">
                        <c:v>247.58500000000001</c:v>
                      </c:pt>
                      <c:pt idx="597">
                        <c:v>254.619</c:v>
                      </c:pt>
                      <c:pt idx="598">
                        <c:v>272.03899999999999</c:v>
                      </c:pt>
                      <c:pt idx="599">
                        <c:v>271.40699999999998</c:v>
                      </c:pt>
                      <c:pt idx="600">
                        <c:v>269.7</c:v>
                      </c:pt>
                      <c:pt idx="601">
                        <c:v>260.25</c:v>
                      </c:pt>
                      <c:pt idx="602">
                        <c:v>250.75</c:v>
                      </c:pt>
                      <c:pt idx="603">
                        <c:v>250.25</c:v>
                      </c:pt>
                      <c:pt idx="604">
                        <c:v>250.03899999999999</c:v>
                      </c:pt>
                      <c:pt idx="605">
                        <c:v>242.22300000000001</c:v>
                      </c:pt>
                      <c:pt idx="606">
                        <c:v>239.74199999999999</c:v>
                      </c:pt>
                      <c:pt idx="607">
                        <c:v>231.82599999999999</c:v>
                      </c:pt>
                      <c:pt idx="608">
                        <c:v>221.45599999999999</c:v>
                      </c:pt>
                      <c:pt idx="609">
                        <c:v>221.70400000000001</c:v>
                      </c:pt>
                      <c:pt idx="610">
                        <c:v>223.249</c:v>
                      </c:pt>
                      <c:pt idx="611">
                        <c:v>226.148</c:v>
                      </c:pt>
                      <c:pt idx="612">
                        <c:v>220.505</c:v>
                      </c:pt>
                      <c:pt idx="613">
                        <c:v>220.00800000000001</c:v>
                      </c:pt>
                      <c:pt idx="614">
                        <c:v>215.363</c:v>
                      </c:pt>
                      <c:pt idx="615">
                        <c:v>213.52600000000001</c:v>
                      </c:pt>
                      <c:pt idx="616">
                        <c:v>210.23400000000001</c:v>
                      </c:pt>
                      <c:pt idx="617">
                        <c:v>203.36500000000001</c:v>
                      </c:pt>
                      <c:pt idx="618">
                        <c:v>205.51400000000001</c:v>
                      </c:pt>
                      <c:pt idx="619">
                        <c:v>209.13900000000001</c:v>
                      </c:pt>
                      <c:pt idx="620">
                        <c:v>210.26400000000001</c:v>
                      </c:pt>
                      <c:pt idx="621">
                        <c:v>207.31399999999999</c:v>
                      </c:pt>
                      <c:pt idx="622">
                        <c:v>202.16900000000001</c:v>
                      </c:pt>
                      <c:pt idx="623">
                        <c:v>199.24299999999999</c:v>
                      </c:pt>
                      <c:pt idx="624">
                        <c:v>200.023</c:v>
                      </c:pt>
                      <c:pt idx="625">
                        <c:v>202.541</c:v>
                      </c:pt>
                      <c:pt idx="626">
                        <c:v>203.02500000000001</c:v>
                      </c:pt>
                      <c:pt idx="627">
                        <c:v>212.05600000000001</c:v>
                      </c:pt>
                      <c:pt idx="628">
                        <c:v>216.411</c:v>
                      </c:pt>
                      <c:pt idx="629">
                        <c:v>218.34200000000001</c:v>
                      </c:pt>
                      <c:pt idx="630">
                        <c:v>217.262</c:v>
                      </c:pt>
                      <c:pt idx="631">
                        <c:v>217.1</c:v>
                      </c:pt>
                      <c:pt idx="632">
                        <c:v>212.9</c:v>
                      </c:pt>
                      <c:pt idx="633">
                        <c:v>205.375</c:v>
                      </c:pt>
                      <c:pt idx="634">
                        <c:v>205.333</c:v>
                      </c:pt>
                      <c:pt idx="635">
                        <c:v>205.333</c:v>
                      </c:pt>
                      <c:pt idx="636">
                        <c:v>199.625</c:v>
                      </c:pt>
                      <c:pt idx="637">
                        <c:v>204.833</c:v>
                      </c:pt>
                      <c:pt idx="638">
                        <c:v>208.8</c:v>
                      </c:pt>
                      <c:pt idx="639">
                        <c:v>207.75</c:v>
                      </c:pt>
                      <c:pt idx="640">
                        <c:v>216.125</c:v>
                      </c:pt>
                      <c:pt idx="641">
                        <c:v>217.125</c:v>
                      </c:pt>
                      <c:pt idx="642">
                        <c:v>219.167</c:v>
                      </c:pt>
                      <c:pt idx="643">
                        <c:v>219.667</c:v>
                      </c:pt>
                      <c:pt idx="644">
                        <c:v>213.25</c:v>
                      </c:pt>
                      <c:pt idx="645">
                        <c:v>212.3</c:v>
                      </c:pt>
                      <c:pt idx="646">
                        <c:v>215</c:v>
                      </c:pt>
                      <c:pt idx="647">
                        <c:v>222.6</c:v>
                      </c:pt>
                      <c:pt idx="648">
                        <c:v>240.167</c:v>
                      </c:pt>
                      <c:pt idx="649">
                        <c:v>241.5</c:v>
                      </c:pt>
                      <c:pt idx="650">
                        <c:v>240.4</c:v>
                      </c:pt>
                      <c:pt idx="651">
                        <c:v>231.375</c:v>
                      </c:pt>
                      <c:pt idx="652">
                        <c:v>226.625</c:v>
                      </c:pt>
                      <c:pt idx="653">
                        <c:v>221.5</c:v>
                      </c:pt>
                      <c:pt idx="654">
                        <c:v>222.5</c:v>
                      </c:pt>
                      <c:pt idx="655">
                        <c:v>219.5</c:v>
                      </c:pt>
                      <c:pt idx="656">
                        <c:v>226.3</c:v>
                      </c:pt>
                      <c:pt idx="657">
                        <c:v>223</c:v>
                      </c:pt>
                      <c:pt idx="658">
                        <c:v>215.8</c:v>
                      </c:pt>
                      <c:pt idx="659">
                        <c:v>212.3</c:v>
                      </c:pt>
                      <c:pt idx="660">
                        <c:v>212.3</c:v>
                      </c:pt>
                      <c:pt idx="661">
                        <c:v>201.625</c:v>
                      </c:pt>
                      <c:pt idx="662">
                        <c:v>200.5</c:v>
                      </c:pt>
                      <c:pt idx="663">
                        <c:v>196.125</c:v>
                      </c:pt>
                      <c:pt idx="664">
                        <c:v>194.625</c:v>
                      </c:pt>
                      <c:pt idx="665">
                        <c:v>189.4</c:v>
                      </c:pt>
                      <c:pt idx="666">
                        <c:v>194.3</c:v>
                      </c:pt>
                      <c:pt idx="667">
                        <c:v>194.5</c:v>
                      </c:pt>
                      <c:pt idx="668">
                        <c:v>193.875</c:v>
                      </c:pt>
                      <c:pt idx="669">
                        <c:v>195</c:v>
                      </c:pt>
                      <c:pt idx="670">
                        <c:v>200.25</c:v>
                      </c:pt>
                      <c:pt idx="671">
                        <c:v>199.5</c:v>
                      </c:pt>
                      <c:pt idx="672">
                        <c:v>193.25</c:v>
                      </c:pt>
                      <c:pt idx="673">
                        <c:v>190.5</c:v>
                      </c:pt>
                      <c:pt idx="674">
                        <c:v>192.80799999999999</c:v>
                      </c:pt>
                      <c:pt idx="675">
                        <c:v>199.542</c:v>
                      </c:pt>
                      <c:pt idx="676">
                        <c:v>199.93100000000001</c:v>
                      </c:pt>
                      <c:pt idx="677">
                        <c:v>199.667</c:v>
                      </c:pt>
                      <c:pt idx="678">
                        <c:v>199.583</c:v>
                      </c:pt>
                      <c:pt idx="679">
                        <c:v>191.9</c:v>
                      </c:pt>
                      <c:pt idx="680">
                        <c:v>187</c:v>
                      </c:pt>
                      <c:pt idx="681">
                        <c:v>189.1</c:v>
                      </c:pt>
                      <c:pt idx="682">
                        <c:v>188.9</c:v>
                      </c:pt>
                      <c:pt idx="683">
                        <c:v>187.85</c:v>
                      </c:pt>
                      <c:pt idx="684">
                        <c:v>190.625</c:v>
                      </c:pt>
                      <c:pt idx="685">
                        <c:v>189.75</c:v>
                      </c:pt>
                      <c:pt idx="686">
                        <c:v>187.667</c:v>
                      </c:pt>
                      <c:pt idx="687">
                        <c:v>184.06200000000001</c:v>
                      </c:pt>
                      <c:pt idx="688">
                        <c:v>182</c:v>
                      </c:pt>
                      <c:pt idx="689">
                        <c:v>186.25</c:v>
                      </c:pt>
                      <c:pt idx="690">
                        <c:v>188.25</c:v>
                      </c:pt>
                      <c:pt idx="691">
                        <c:v>185.875</c:v>
                      </c:pt>
                      <c:pt idx="692">
                        <c:v>185.22</c:v>
                      </c:pt>
                      <c:pt idx="693">
                        <c:v>185.22</c:v>
                      </c:pt>
                      <c:pt idx="694">
                        <c:v>187.91499999999999</c:v>
                      </c:pt>
                      <c:pt idx="695">
                        <c:v>197</c:v>
                      </c:pt>
                      <c:pt idx="696">
                        <c:v>198.33199999999999</c:v>
                      </c:pt>
                      <c:pt idx="697">
                        <c:v>192.17</c:v>
                      </c:pt>
                      <c:pt idx="698">
                        <c:v>195.125</c:v>
                      </c:pt>
                      <c:pt idx="699">
                        <c:v>198.292</c:v>
                      </c:pt>
                      <c:pt idx="700">
                        <c:v>197.11</c:v>
                      </c:pt>
                      <c:pt idx="701">
                        <c:v>191.18799999999999</c:v>
                      </c:pt>
                      <c:pt idx="702">
                        <c:v>191.10499999999999</c:v>
                      </c:pt>
                      <c:pt idx="703">
                        <c:v>193.75</c:v>
                      </c:pt>
                      <c:pt idx="704">
                        <c:v>189.5</c:v>
                      </c:pt>
                      <c:pt idx="705">
                        <c:v>186.47499999999999</c:v>
                      </c:pt>
                      <c:pt idx="706">
                        <c:v>187.18799999999999</c:v>
                      </c:pt>
                      <c:pt idx="707">
                        <c:v>184.333</c:v>
                      </c:pt>
                      <c:pt idx="708">
                        <c:v>181.875</c:v>
                      </c:pt>
                      <c:pt idx="709">
                        <c:v>182.167</c:v>
                      </c:pt>
                      <c:pt idx="710">
                        <c:v>182.00200000000001</c:v>
                      </c:pt>
                      <c:pt idx="711">
                        <c:v>181.61099999999999</c:v>
                      </c:pt>
                      <c:pt idx="712">
                        <c:v>179.47399999999999</c:v>
                      </c:pt>
                      <c:pt idx="713">
                        <c:v>178.833</c:v>
                      </c:pt>
                      <c:pt idx="714">
                        <c:v>179.667</c:v>
                      </c:pt>
                      <c:pt idx="715">
                        <c:v>179.833</c:v>
                      </c:pt>
                      <c:pt idx="716">
                        <c:v>179</c:v>
                      </c:pt>
                      <c:pt idx="717">
                        <c:v>178</c:v>
                      </c:pt>
                      <c:pt idx="718">
                        <c:v>178</c:v>
                      </c:pt>
                      <c:pt idx="719">
                        <c:v>178</c:v>
                      </c:pt>
                      <c:pt idx="720">
                        <c:v>177.75</c:v>
                      </c:pt>
                      <c:pt idx="721">
                        <c:v>172.43899999999999</c:v>
                      </c:pt>
                      <c:pt idx="722">
                        <c:v>176.71899999999999</c:v>
                      </c:pt>
                      <c:pt idx="723">
                        <c:v>178.376</c:v>
                      </c:pt>
                      <c:pt idx="724">
                        <c:v>179.33500000000001</c:v>
                      </c:pt>
                      <c:pt idx="725">
                        <c:v>185.18799999999999</c:v>
                      </c:pt>
                      <c:pt idx="726">
                        <c:v>184.672</c:v>
                      </c:pt>
                      <c:pt idx="727">
                        <c:v>181.02099999999999</c:v>
                      </c:pt>
                      <c:pt idx="728">
                        <c:v>177.68799999999999</c:v>
                      </c:pt>
                      <c:pt idx="729">
                        <c:v>177.68799999999999</c:v>
                      </c:pt>
                      <c:pt idx="730">
                        <c:v>174.96899999999999</c:v>
                      </c:pt>
                      <c:pt idx="731">
                        <c:v>170.404</c:v>
                      </c:pt>
                      <c:pt idx="732">
                        <c:v>170.73500000000001</c:v>
                      </c:pt>
                      <c:pt idx="733">
                        <c:v>168</c:v>
                      </c:pt>
                      <c:pt idx="734">
                        <c:v>167.75299999999999</c:v>
                      </c:pt>
                      <c:pt idx="735">
                        <c:v>167.86699999999999</c:v>
                      </c:pt>
                      <c:pt idx="736">
                        <c:v>167.06200000000001</c:v>
                      </c:pt>
                      <c:pt idx="737">
                        <c:v>169.876</c:v>
                      </c:pt>
                      <c:pt idx="738">
                        <c:v>174.25</c:v>
                      </c:pt>
                      <c:pt idx="739">
                        <c:v>176.125</c:v>
                      </c:pt>
                      <c:pt idx="740">
                        <c:v>176.595</c:v>
                      </c:pt>
                      <c:pt idx="741">
                        <c:v>175.45400000000001</c:v>
                      </c:pt>
                      <c:pt idx="742">
                        <c:v>170</c:v>
                      </c:pt>
                      <c:pt idx="743">
                        <c:v>168.98500000000001</c:v>
                      </c:pt>
                      <c:pt idx="744">
                        <c:v>167.709</c:v>
                      </c:pt>
                      <c:pt idx="745">
                        <c:v>166.46899999999999</c:v>
                      </c:pt>
                      <c:pt idx="746">
                        <c:v>167.505</c:v>
                      </c:pt>
                      <c:pt idx="747">
                        <c:v>168</c:v>
                      </c:pt>
                      <c:pt idx="748">
                        <c:v>169.07499999999999</c:v>
                      </c:pt>
                      <c:pt idx="749">
                        <c:v>169.27099999999999</c:v>
                      </c:pt>
                      <c:pt idx="750">
                        <c:v>163.625</c:v>
                      </c:pt>
                      <c:pt idx="751">
                        <c:v>160.93799999999999</c:v>
                      </c:pt>
                      <c:pt idx="752">
                        <c:v>160.93799999999999</c:v>
                      </c:pt>
                      <c:pt idx="753">
                        <c:v>160.51599999999999</c:v>
                      </c:pt>
                      <c:pt idx="754">
                        <c:v>160.51599999999999</c:v>
                      </c:pt>
                      <c:pt idx="755">
                        <c:v>162.262</c:v>
                      </c:pt>
                      <c:pt idx="756">
                        <c:v>162.46199999999999</c:v>
                      </c:pt>
                      <c:pt idx="757">
                        <c:v>160.00200000000001</c:v>
                      </c:pt>
                      <c:pt idx="758">
                        <c:v>161.33600000000001</c:v>
                      </c:pt>
                      <c:pt idx="759">
                        <c:v>163.06399999999999</c:v>
                      </c:pt>
                      <c:pt idx="760">
                        <c:v>177.625</c:v>
                      </c:pt>
                      <c:pt idx="761">
                        <c:v>174.375</c:v>
                      </c:pt>
                      <c:pt idx="762">
                        <c:v>176.28100000000001</c:v>
                      </c:pt>
                      <c:pt idx="763">
                        <c:v>182.5</c:v>
                      </c:pt>
                      <c:pt idx="764">
                        <c:v>189.5</c:v>
                      </c:pt>
                      <c:pt idx="765">
                        <c:v>178.167</c:v>
                      </c:pt>
                      <c:pt idx="766">
                        <c:v>176.333</c:v>
                      </c:pt>
                      <c:pt idx="767">
                        <c:v>170.375</c:v>
                      </c:pt>
                      <c:pt idx="768">
                        <c:v>166.53100000000001</c:v>
                      </c:pt>
                      <c:pt idx="769">
                        <c:v>166.458</c:v>
                      </c:pt>
                      <c:pt idx="770">
                        <c:v>174.26400000000001</c:v>
                      </c:pt>
                      <c:pt idx="771">
                        <c:v>171.75</c:v>
                      </c:pt>
                      <c:pt idx="772">
                        <c:v>170.28800000000001</c:v>
                      </c:pt>
                      <c:pt idx="773">
                        <c:v>170.31200000000001</c:v>
                      </c:pt>
                      <c:pt idx="774">
                        <c:v>163.90600000000001</c:v>
                      </c:pt>
                      <c:pt idx="775">
                        <c:v>165.35</c:v>
                      </c:pt>
                      <c:pt idx="776">
                        <c:v>158</c:v>
                      </c:pt>
                      <c:pt idx="777">
                        <c:v>154.327</c:v>
                      </c:pt>
                      <c:pt idx="778">
                        <c:v>152.726</c:v>
                      </c:pt>
                      <c:pt idx="779">
                        <c:v>152.75</c:v>
                      </c:pt>
                      <c:pt idx="780">
                        <c:v>152.53100000000001</c:v>
                      </c:pt>
                      <c:pt idx="781">
                        <c:v>154.648</c:v>
                      </c:pt>
                      <c:pt idx="782">
                        <c:v>152.55000000000001</c:v>
                      </c:pt>
                      <c:pt idx="783">
                        <c:v>149.97300000000001</c:v>
                      </c:pt>
                      <c:pt idx="784">
                        <c:v>150.52000000000001</c:v>
                      </c:pt>
                      <c:pt idx="785">
                        <c:v>147.5</c:v>
                      </c:pt>
                      <c:pt idx="786">
                        <c:v>146.958</c:v>
                      </c:pt>
                      <c:pt idx="787">
                        <c:v>146.54400000000001</c:v>
                      </c:pt>
                      <c:pt idx="788">
                        <c:v>146.54400000000001</c:v>
                      </c:pt>
                      <c:pt idx="789">
                        <c:v>142.822</c:v>
                      </c:pt>
                      <c:pt idx="790">
                        <c:v>143.304</c:v>
                      </c:pt>
                      <c:pt idx="791">
                        <c:v>142.125</c:v>
                      </c:pt>
                      <c:pt idx="792">
                        <c:v>142.97900000000001</c:v>
                      </c:pt>
                      <c:pt idx="793">
                        <c:v>140.92599999999999</c:v>
                      </c:pt>
                      <c:pt idx="794">
                        <c:v>137.333</c:v>
                      </c:pt>
                      <c:pt idx="795">
                        <c:v>132.375</c:v>
                      </c:pt>
                      <c:pt idx="796">
                        <c:v>132.77099999999999</c:v>
                      </c:pt>
                      <c:pt idx="797">
                        <c:v>128.167</c:v>
                      </c:pt>
                      <c:pt idx="798">
                        <c:v>125.61</c:v>
                      </c:pt>
                      <c:pt idx="799">
                        <c:v>127.729</c:v>
                      </c:pt>
                      <c:pt idx="800">
                        <c:v>129.85599999999999</c:v>
                      </c:pt>
                      <c:pt idx="801">
                        <c:v>129.57499999999999</c:v>
                      </c:pt>
                      <c:pt idx="802">
                        <c:v>132.923</c:v>
                      </c:pt>
                      <c:pt idx="803">
                        <c:v>133.833</c:v>
                      </c:pt>
                      <c:pt idx="804">
                        <c:v>135.875</c:v>
                      </c:pt>
                      <c:pt idx="805">
                        <c:v>134.29900000000001</c:v>
                      </c:pt>
                      <c:pt idx="806">
                        <c:v>134.20099999999999</c:v>
                      </c:pt>
                      <c:pt idx="807">
                        <c:v>134.73400000000001</c:v>
                      </c:pt>
                      <c:pt idx="808">
                        <c:v>135.83699999999999</c:v>
                      </c:pt>
                      <c:pt idx="809">
                        <c:v>135.76900000000001</c:v>
                      </c:pt>
                      <c:pt idx="810">
                        <c:v>135.084</c:v>
                      </c:pt>
                      <c:pt idx="811">
                        <c:v>134.94999999999999</c:v>
                      </c:pt>
                      <c:pt idx="812">
                        <c:v>136.107</c:v>
                      </c:pt>
                      <c:pt idx="813">
                        <c:v>137.06800000000001</c:v>
                      </c:pt>
                      <c:pt idx="814">
                        <c:v>137.875</c:v>
                      </c:pt>
                      <c:pt idx="815">
                        <c:v>136.91300000000001</c:v>
                      </c:pt>
                      <c:pt idx="816">
                        <c:v>132.333</c:v>
                      </c:pt>
                      <c:pt idx="817">
                        <c:v>128.667</c:v>
                      </c:pt>
                      <c:pt idx="818">
                        <c:v>125.333</c:v>
                      </c:pt>
                      <c:pt idx="819">
                        <c:v>122.562</c:v>
                      </c:pt>
                      <c:pt idx="820">
                        <c:v>123.27500000000001</c:v>
                      </c:pt>
                      <c:pt idx="821">
                        <c:v>122.675</c:v>
                      </c:pt>
                      <c:pt idx="822">
                        <c:v>127.333</c:v>
                      </c:pt>
                      <c:pt idx="823">
                        <c:v>125.236</c:v>
                      </c:pt>
                      <c:pt idx="824">
                        <c:v>125.236</c:v>
                      </c:pt>
                      <c:pt idx="825">
                        <c:v>124.667</c:v>
                      </c:pt>
                      <c:pt idx="826">
                        <c:v>125.22499999999999</c:v>
                      </c:pt>
                      <c:pt idx="827">
                        <c:v>122.113</c:v>
                      </c:pt>
                      <c:pt idx="828">
                        <c:v>117.333</c:v>
                      </c:pt>
                      <c:pt idx="829">
                        <c:v>116.833</c:v>
                      </c:pt>
                      <c:pt idx="830">
                        <c:v>119.473</c:v>
                      </c:pt>
                      <c:pt idx="831">
                        <c:v>121.55</c:v>
                      </c:pt>
                      <c:pt idx="832">
                        <c:v>127.19</c:v>
                      </c:pt>
                      <c:pt idx="833">
                        <c:v>126.667</c:v>
                      </c:pt>
                      <c:pt idx="834">
                        <c:v>128.53700000000001</c:v>
                      </c:pt>
                      <c:pt idx="835">
                        <c:v>123.5</c:v>
                      </c:pt>
                      <c:pt idx="836">
                        <c:v>120.032</c:v>
                      </c:pt>
                      <c:pt idx="837">
                        <c:v>112.45099999999999</c:v>
                      </c:pt>
                      <c:pt idx="838">
                        <c:v>104.998</c:v>
                      </c:pt>
                      <c:pt idx="839">
                        <c:v>100.375</c:v>
                      </c:pt>
                      <c:pt idx="840">
                        <c:v>98.668000000000006</c:v>
                      </c:pt>
                      <c:pt idx="841">
                        <c:v>102.172</c:v>
                      </c:pt>
                      <c:pt idx="842">
                        <c:v>104.233</c:v>
                      </c:pt>
                      <c:pt idx="843">
                        <c:v>107.102</c:v>
                      </c:pt>
                      <c:pt idx="844">
                        <c:v>111.842</c:v>
                      </c:pt>
                      <c:pt idx="845">
                        <c:v>115.83799999999999</c:v>
                      </c:pt>
                      <c:pt idx="846">
                        <c:v>118.16200000000001</c:v>
                      </c:pt>
                      <c:pt idx="847">
                        <c:v>115.248</c:v>
                      </c:pt>
                      <c:pt idx="848">
                        <c:v>118.833</c:v>
                      </c:pt>
                      <c:pt idx="849">
                        <c:v>115.167</c:v>
                      </c:pt>
                      <c:pt idx="850">
                        <c:v>114.83199999999999</c:v>
                      </c:pt>
                      <c:pt idx="851">
                        <c:v>114.83199999999999</c:v>
                      </c:pt>
                      <c:pt idx="852">
                        <c:v>113.946</c:v>
                      </c:pt>
                      <c:pt idx="853">
                        <c:v>112.667</c:v>
                      </c:pt>
                      <c:pt idx="854">
                        <c:v>111.422</c:v>
                      </c:pt>
                      <c:pt idx="855">
                        <c:v>119.833</c:v>
                      </c:pt>
                      <c:pt idx="856">
                        <c:v>120.167</c:v>
                      </c:pt>
                      <c:pt idx="857">
                        <c:v>115.858</c:v>
                      </c:pt>
                      <c:pt idx="858">
                        <c:v>116.16800000000001</c:v>
                      </c:pt>
                      <c:pt idx="859">
                        <c:v>117.33499999999999</c:v>
                      </c:pt>
                      <c:pt idx="860">
                        <c:v>118.602</c:v>
                      </c:pt>
                      <c:pt idx="861">
                        <c:v>120.667</c:v>
                      </c:pt>
                      <c:pt idx="862">
                        <c:v>121.733</c:v>
                      </c:pt>
                      <c:pt idx="863">
                        <c:v>127.833</c:v>
                      </c:pt>
                      <c:pt idx="864">
                        <c:v>134.096</c:v>
                      </c:pt>
                      <c:pt idx="865">
                        <c:v>145.875</c:v>
                      </c:pt>
                      <c:pt idx="866">
                        <c:v>151.25</c:v>
                      </c:pt>
                      <c:pt idx="867">
                        <c:v>201.66900000000001</c:v>
                      </c:pt>
                      <c:pt idx="868">
                        <c:v>223.904</c:v>
                      </c:pt>
                      <c:pt idx="869">
                        <c:v>208.667</c:v>
                      </c:pt>
                      <c:pt idx="870">
                        <c:v>205.11699999999999</c:v>
                      </c:pt>
                      <c:pt idx="871">
                        <c:v>187.167</c:v>
                      </c:pt>
                      <c:pt idx="872">
                        <c:v>180.31200000000001</c:v>
                      </c:pt>
                      <c:pt idx="873">
                        <c:v>181.7</c:v>
                      </c:pt>
                      <c:pt idx="874">
                        <c:v>190.5</c:v>
                      </c:pt>
                      <c:pt idx="875">
                        <c:v>180.167</c:v>
                      </c:pt>
                      <c:pt idx="876">
                        <c:v>158.333</c:v>
                      </c:pt>
                      <c:pt idx="877">
                        <c:v>172.667</c:v>
                      </c:pt>
                      <c:pt idx="878">
                        <c:v>177.55099999999999</c:v>
                      </c:pt>
                      <c:pt idx="879">
                        <c:v>176.47399999999999</c:v>
                      </c:pt>
                      <c:pt idx="880">
                        <c:v>186.53800000000001</c:v>
                      </c:pt>
                      <c:pt idx="881">
                        <c:v>202.833</c:v>
                      </c:pt>
                      <c:pt idx="882">
                        <c:v>217.833</c:v>
                      </c:pt>
                      <c:pt idx="883">
                        <c:v>210.184</c:v>
                      </c:pt>
                      <c:pt idx="884">
                        <c:v>212.5</c:v>
                      </c:pt>
                      <c:pt idx="885">
                        <c:v>213.333</c:v>
                      </c:pt>
                      <c:pt idx="886">
                        <c:v>195.333</c:v>
                      </c:pt>
                      <c:pt idx="887">
                        <c:v>191.833</c:v>
                      </c:pt>
                      <c:pt idx="888">
                        <c:v>181.93</c:v>
                      </c:pt>
                      <c:pt idx="889">
                        <c:v>173.167</c:v>
                      </c:pt>
                      <c:pt idx="890">
                        <c:v>183.20500000000001</c:v>
                      </c:pt>
                      <c:pt idx="891">
                        <c:v>182.667</c:v>
                      </c:pt>
                      <c:pt idx="892">
                        <c:v>189.18199999999999</c:v>
                      </c:pt>
                      <c:pt idx="893">
                        <c:v>186.23099999999999</c:v>
                      </c:pt>
                      <c:pt idx="894">
                        <c:v>186.23099999999999</c:v>
                      </c:pt>
                      <c:pt idx="895">
                        <c:v>187.02799999999999</c:v>
                      </c:pt>
                      <c:pt idx="896">
                        <c:v>194</c:v>
                      </c:pt>
                      <c:pt idx="897">
                        <c:v>192.333</c:v>
                      </c:pt>
                      <c:pt idx="898">
                        <c:v>198.02</c:v>
                      </c:pt>
                      <c:pt idx="899">
                        <c:v>202.333</c:v>
                      </c:pt>
                      <c:pt idx="900">
                        <c:v>194.667</c:v>
                      </c:pt>
                      <c:pt idx="901">
                        <c:v>192.333</c:v>
                      </c:pt>
                      <c:pt idx="902">
                        <c:v>181.833</c:v>
                      </c:pt>
                      <c:pt idx="903">
                        <c:v>179.667</c:v>
                      </c:pt>
                      <c:pt idx="904">
                        <c:v>179.333</c:v>
                      </c:pt>
                      <c:pt idx="905">
                        <c:v>172.63499999999999</c:v>
                      </c:pt>
                      <c:pt idx="906">
                        <c:v>155.32</c:v>
                      </c:pt>
                      <c:pt idx="907">
                        <c:v>156.17500000000001</c:v>
                      </c:pt>
                      <c:pt idx="908">
                        <c:v>149.625</c:v>
                      </c:pt>
                      <c:pt idx="909">
                        <c:v>146.65199999999999</c:v>
                      </c:pt>
                      <c:pt idx="910">
                        <c:v>147.345</c:v>
                      </c:pt>
                      <c:pt idx="911">
                        <c:v>148.614</c:v>
                      </c:pt>
                      <c:pt idx="912">
                        <c:v>150.90600000000001</c:v>
                      </c:pt>
                      <c:pt idx="913">
                        <c:v>155.02000000000001</c:v>
                      </c:pt>
                      <c:pt idx="914">
                        <c:v>154.49</c:v>
                      </c:pt>
                      <c:pt idx="915">
                        <c:v>153.25899999999999</c:v>
                      </c:pt>
                      <c:pt idx="916">
                        <c:v>154.57599999999999</c:v>
                      </c:pt>
                      <c:pt idx="917">
                        <c:v>154.33500000000001</c:v>
                      </c:pt>
                      <c:pt idx="918">
                        <c:v>149.251</c:v>
                      </c:pt>
                      <c:pt idx="919">
                        <c:v>149.251</c:v>
                      </c:pt>
                      <c:pt idx="920">
                        <c:v>145.40100000000001</c:v>
                      </c:pt>
                      <c:pt idx="921">
                        <c:v>143.66999999999999</c:v>
                      </c:pt>
                      <c:pt idx="922">
                        <c:v>143.23599999999999</c:v>
                      </c:pt>
                      <c:pt idx="923">
                        <c:v>141.23099999999999</c:v>
                      </c:pt>
                      <c:pt idx="924">
                        <c:v>145.33500000000001</c:v>
                      </c:pt>
                      <c:pt idx="925">
                        <c:v>145.71299999999999</c:v>
                      </c:pt>
                      <c:pt idx="926">
                        <c:v>150.01499999999999</c:v>
                      </c:pt>
                      <c:pt idx="927">
                        <c:v>153.642</c:v>
                      </c:pt>
                      <c:pt idx="928">
                        <c:v>162.77600000000001</c:v>
                      </c:pt>
                      <c:pt idx="929">
                        <c:v>162.66200000000001</c:v>
                      </c:pt>
                      <c:pt idx="930">
                        <c:v>162.31200000000001</c:v>
                      </c:pt>
                      <c:pt idx="931">
                        <c:v>166.67</c:v>
                      </c:pt>
                      <c:pt idx="932">
                        <c:v>165.655</c:v>
                      </c:pt>
                      <c:pt idx="933">
                        <c:v>162.65</c:v>
                      </c:pt>
                      <c:pt idx="934">
                        <c:v>159.655</c:v>
                      </c:pt>
                      <c:pt idx="935">
                        <c:v>160.67500000000001</c:v>
                      </c:pt>
                      <c:pt idx="936">
                        <c:v>158.55600000000001</c:v>
                      </c:pt>
                      <c:pt idx="937">
                        <c:v>163.93600000000001</c:v>
                      </c:pt>
                      <c:pt idx="938">
                        <c:v>171</c:v>
                      </c:pt>
                      <c:pt idx="939">
                        <c:v>175.005</c:v>
                      </c:pt>
                      <c:pt idx="940">
                        <c:v>173.995</c:v>
                      </c:pt>
                      <c:pt idx="941">
                        <c:v>178.69499999999999</c:v>
                      </c:pt>
                      <c:pt idx="942">
                        <c:v>183.5</c:v>
                      </c:pt>
                      <c:pt idx="943">
                        <c:v>189.01</c:v>
                      </c:pt>
                      <c:pt idx="944">
                        <c:v>189.01</c:v>
                      </c:pt>
                      <c:pt idx="945">
                        <c:v>186.886</c:v>
                      </c:pt>
                      <c:pt idx="946">
                        <c:v>182.607</c:v>
                      </c:pt>
                      <c:pt idx="947">
                        <c:v>188.84200000000001</c:v>
                      </c:pt>
                      <c:pt idx="948">
                        <c:v>195.06100000000001</c:v>
                      </c:pt>
                      <c:pt idx="949">
                        <c:v>205.71299999999999</c:v>
                      </c:pt>
                      <c:pt idx="950">
                        <c:v>206.102</c:v>
                      </c:pt>
                      <c:pt idx="951">
                        <c:v>213.79400000000001</c:v>
                      </c:pt>
                      <c:pt idx="952">
                        <c:v>218.322</c:v>
                      </c:pt>
                      <c:pt idx="953">
                        <c:v>218.08500000000001</c:v>
                      </c:pt>
                      <c:pt idx="954">
                        <c:v>223.041</c:v>
                      </c:pt>
                      <c:pt idx="955">
                        <c:v>216.36600000000001</c:v>
                      </c:pt>
                      <c:pt idx="956">
                        <c:v>200.93199999999999</c:v>
                      </c:pt>
                      <c:pt idx="957">
                        <c:v>191.34</c:v>
                      </c:pt>
                      <c:pt idx="958">
                        <c:v>179.51</c:v>
                      </c:pt>
                      <c:pt idx="959">
                        <c:v>181.02799999999999</c:v>
                      </c:pt>
                      <c:pt idx="960">
                        <c:v>180.441</c:v>
                      </c:pt>
                      <c:pt idx="961">
                        <c:v>176.333</c:v>
                      </c:pt>
                      <c:pt idx="962">
                        <c:v>166.667</c:v>
                      </c:pt>
                      <c:pt idx="963">
                        <c:v>165.17</c:v>
                      </c:pt>
                      <c:pt idx="964">
                        <c:v>161.071</c:v>
                      </c:pt>
                      <c:pt idx="965">
                        <c:v>169.21</c:v>
                      </c:pt>
                      <c:pt idx="966">
                        <c:v>167.148</c:v>
                      </c:pt>
                      <c:pt idx="967">
                        <c:v>165.441</c:v>
                      </c:pt>
                      <c:pt idx="968">
                        <c:v>167.33500000000001</c:v>
                      </c:pt>
                      <c:pt idx="969">
                        <c:v>171.87299999999999</c:v>
                      </c:pt>
                      <c:pt idx="970">
                        <c:v>171.33500000000001</c:v>
                      </c:pt>
                      <c:pt idx="971">
                        <c:v>172.34</c:v>
                      </c:pt>
                      <c:pt idx="972">
                        <c:v>173.67</c:v>
                      </c:pt>
                      <c:pt idx="973">
                        <c:v>171.67</c:v>
                      </c:pt>
                      <c:pt idx="974">
                        <c:v>170.833</c:v>
                      </c:pt>
                      <c:pt idx="975">
                        <c:v>173.178</c:v>
                      </c:pt>
                      <c:pt idx="976">
                        <c:v>169.893</c:v>
                      </c:pt>
                      <c:pt idx="977">
                        <c:v>171.30500000000001</c:v>
                      </c:pt>
                      <c:pt idx="978">
                        <c:v>171.167</c:v>
                      </c:pt>
                      <c:pt idx="979">
                        <c:v>173.49700000000001</c:v>
                      </c:pt>
                      <c:pt idx="980">
                        <c:v>173.49700000000001</c:v>
                      </c:pt>
                      <c:pt idx="981">
                        <c:v>177.114</c:v>
                      </c:pt>
                      <c:pt idx="982">
                        <c:v>181.875</c:v>
                      </c:pt>
                      <c:pt idx="983">
                        <c:v>195.02</c:v>
                      </c:pt>
                      <c:pt idx="984">
                        <c:v>199.94399999999999</c:v>
                      </c:pt>
                      <c:pt idx="985">
                        <c:v>206.5</c:v>
                      </c:pt>
                      <c:pt idx="986">
                        <c:v>212.875</c:v>
                      </c:pt>
                      <c:pt idx="987">
                        <c:v>208.99</c:v>
                      </c:pt>
                      <c:pt idx="988">
                        <c:v>210.22300000000001</c:v>
                      </c:pt>
                      <c:pt idx="989">
                        <c:v>208.53100000000001</c:v>
                      </c:pt>
                      <c:pt idx="990">
                        <c:v>214.36</c:v>
                      </c:pt>
                      <c:pt idx="991">
                        <c:v>220.167</c:v>
                      </c:pt>
                      <c:pt idx="992">
                        <c:v>236.167</c:v>
                      </c:pt>
                      <c:pt idx="993">
                        <c:v>239.66499999999999</c:v>
                      </c:pt>
                      <c:pt idx="994">
                        <c:v>239.66499999999999</c:v>
                      </c:pt>
                      <c:pt idx="995">
                        <c:v>254.429</c:v>
                      </c:pt>
                      <c:pt idx="996">
                        <c:v>248.56399999999999</c:v>
                      </c:pt>
                      <c:pt idx="997">
                        <c:v>232</c:v>
                      </c:pt>
                      <c:pt idx="998">
                        <c:v>229.5</c:v>
                      </c:pt>
                      <c:pt idx="999">
                        <c:v>226.56100000000001</c:v>
                      </c:pt>
                      <c:pt idx="1000">
                        <c:v>225.33</c:v>
                      </c:pt>
                      <c:pt idx="1001">
                        <c:v>221.59399999999999</c:v>
                      </c:pt>
                      <c:pt idx="1002">
                        <c:v>225.90100000000001</c:v>
                      </c:pt>
                      <c:pt idx="1003">
                        <c:v>224.76599999999999</c:v>
                      </c:pt>
                      <c:pt idx="1004">
                        <c:v>225.47499999999999</c:v>
                      </c:pt>
                      <c:pt idx="1005">
                        <c:v>237.59399999999999</c:v>
                      </c:pt>
                      <c:pt idx="1006">
                        <c:v>239.375</c:v>
                      </c:pt>
                      <c:pt idx="1007">
                        <c:v>245.10900000000001</c:v>
                      </c:pt>
                      <c:pt idx="1008">
                        <c:v>259.04500000000002</c:v>
                      </c:pt>
                      <c:pt idx="1009">
                        <c:v>260.65800000000002</c:v>
                      </c:pt>
                      <c:pt idx="1010">
                        <c:v>254.7</c:v>
                      </c:pt>
                      <c:pt idx="1011">
                        <c:v>246.084</c:v>
                      </c:pt>
                      <c:pt idx="1012">
                        <c:v>241.76400000000001</c:v>
                      </c:pt>
                      <c:pt idx="1013">
                        <c:v>246.56100000000001</c:v>
                      </c:pt>
                      <c:pt idx="1014">
                        <c:v>246.56100000000001</c:v>
                      </c:pt>
                      <c:pt idx="1015">
                        <c:v>244.023</c:v>
                      </c:pt>
                      <c:pt idx="1016">
                        <c:v>244.92500000000001</c:v>
                      </c:pt>
                      <c:pt idx="1017">
                        <c:v>241.93899999999999</c:v>
                      </c:pt>
                      <c:pt idx="1018">
                        <c:v>238.571</c:v>
                      </c:pt>
                      <c:pt idx="1019">
                        <c:v>233.32</c:v>
                      </c:pt>
                      <c:pt idx="1020">
                        <c:v>221.17599999999999</c:v>
                      </c:pt>
                      <c:pt idx="1021">
                        <c:v>220.84200000000001</c:v>
                      </c:pt>
                      <c:pt idx="1022">
                        <c:v>226.102</c:v>
                      </c:pt>
                      <c:pt idx="1023">
                        <c:v>238.17500000000001</c:v>
                      </c:pt>
                      <c:pt idx="1024">
                        <c:v>255.125</c:v>
                      </c:pt>
                      <c:pt idx="1025">
                        <c:v>260.59899999999999</c:v>
                      </c:pt>
                      <c:pt idx="1026">
                        <c:v>256.49</c:v>
                      </c:pt>
                      <c:pt idx="1027">
                        <c:v>261.12400000000002</c:v>
                      </c:pt>
                      <c:pt idx="1028">
                        <c:v>268.12599999999998</c:v>
                      </c:pt>
                      <c:pt idx="1029">
                        <c:v>274.07499999999999</c:v>
                      </c:pt>
                      <c:pt idx="1030">
                        <c:v>268.52499999999998</c:v>
                      </c:pt>
                      <c:pt idx="1031">
                        <c:v>269.12400000000002</c:v>
                      </c:pt>
                      <c:pt idx="1032">
                        <c:v>275.17500000000001</c:v>
                      </c:pt>
                      <c:pt idx="1033">
                        <c:v>282.096</c:v>
                      </c:pt>
                      <c:pt idx="1034">
                        <c:v>290.40100000000001</c:v>
                      </c:pt>
                      <c:pt idx="1035">
                        <c:v>274.82100000000003</c:v>
                      </c:pt>
                      <c:pt idx="1036">
                        <c:v>259.78399999999999</c:v>
                      </c:pt>
                      <c:pt idx="1037">
                        <c:v>264.06900000000002</c:v>
                      </c:pt>
                      <c:pt idx="1038">
                        <c:v>262.97800000000001</c:v>
                      </c:pt>
                      <c:pt idx="1039">
                        <c:v>249.84</c:v>
                      </c:pt>
                      <c:pt idx="1040">
                        <c:v>245.23099999999999</c:v>
                      </c:pt>
                      <c:pt idx="1041">
                        <c:v>248.482</c:v>
                      </c:pt>
                      <c:pt idx="1042">
                        <c:v>249.49700000000001</c:v>
                      </c:pt>
                      <c:pt idx="1043">
                        <c:v>252.84800000000001</c:v>
                      </c:pt>
                      <c:pt idx="1044">
                        <c:v>264.495</c:v>
                      </c:pt>
                      <c:pt idx="1045">
                        <c:v>254.39400000000001</c:v>
                      </c:pt>
                      <c:pt idx="1046">
                        <c:v>241.66</c:v>
                      </c:pt>
                      <c:pt idx="1047">
                        <c:v>238.04599999999999</c:v>
                      </c:pt>
                      <c:pt idx="1048">
                        <c:v>233.58699999999999</c:v>
                      </c:pt>
                      <c:pt idx="1049">
                        <c:v>226.952</c:v>
                      </c:pt>
                      <c:pt idx="1050">
                        <c:v>227.52500000000001</c:v>
                      </c:pt>
                      <c:pt idx="1051">
                        <c:v>229.84</c:v>
                      </c:pt>
                      <c:pt idx="1052">
                        <c:v>227.726</c:v>
                      </c:pt>
                      <c:pt idx="1053">
                        <c:v>231.708</c:v>
                      </c:pt>
                      <c:pt idx="1054">
                        <c:v>229.262</c:v>
                      </c:pt>
                      <c:pt idx="1055">
                        <c:v>223.929</c:v>
                      </c:pt>
                      <c:pt idx="1056">
                        <c:v>212.93</c:v>
                      </c:pt>
                      <c:pt idx="1057">
                        <c:v>206.75</c:v>
                      </c:pt>
                      <c:pt idx="1058">
                        <c:v>197.34</c:v>
                      </c:pt>
                      <c:pt idx="1059">
                        <c:v>202.018</c:v>
                      </c:pt>
                      <c:pt idx="1060">
                        <c:v>202.36500000000001</c:v>
                      </c:pt>
                      <c:pt idx="1061">
                        <c:v>200.833</c:v>
                      </c:pt>
                      <c:pt idx="1062">
                        <c:v>195.57499999999999</c:v>
                      </c:pt>
                      <c:pt idx="1063">
                        <c:v>196.49700000000001</c:v>
                      </c:pt>
                      <c:pt idx="1064">
                        <c:v>198.50399999999999</c:v>
                      </c:pt>
                      <c:pt idx="1065">
                        <c:v>201.67500000000001</c:v>
                      </c:pt>
                      <c:pt idx="1066">
                        <c:v>198.42400000000001</c:v>
                      </c:pt>
                      <c:pt idx="1067">
                        <c:v>190.934</c:v>
                      </c:pt>
                      <c:pt idx="1068">
                        <c:v>181.73599999999999</c:v>
                      </c:pt>
                      <c:pt idx="1069">
                        <c:v>183.16300000000001</c:v>
                      </c:pt>
                      <c:pt idx="1070">
                        <c:v>178.46700000000001</c:v>
                      </c:pt>
                      <c:pt idx="1071">
                        <c:v>179.44900000000001</c:v>
                      </c:pt>
                      <c:pt idx="1072">
                        <c:v>182.904</c:v>
                      </c:pt>
                      <c:pt idx="1073">
                        <c:v>188.12700000000001</c:v>
                      </c:pt>
                      <c:pt idx="1074">
                        <c:v>188.833</c:v>
                      </c:pt>
                      <c:pt idx="1075">
                        <c:v>184.714</c:v>
                      </c:pt>
                      <c:pt idx="1076">
                        <c:v>182.5</c:v>
                      </c:pt>
                      <c:pt idx="1077">
                        <c:v>178.65</c:v>
                      </c:pt>
                      <c:pt idx="1078">
                        <c:v>174.04400000000001</c:v>
                      </c:pt>
                      <c:pt idx="1079">
                        <c:v>170.279</c:v>
                      </c:pt>
                      <c:pt idx="1080">
                        <c:v>169.8</c:v>
                      </c:pt>
                      <c:pt idx="1081">
                        <c:v>170.398</c:v>
                      </c:pt>
                      <c:pt idx="1082">
                        <c:v>169.99700000000001</c:v>
                      </c:pt>
                      <c:pt idx="1083">
                        <c:v>171.833</c:v>
                      </c:pt>
                      <c:pt idx="1084">
                        <c:v>171.833</c:v>
                      </c:pt>
                      <c:pt idx="1085">
                        <c:v>170.06399999999999</c:v>
                      </c:pt>
                      <c:pt idx="1086">
                        <c:v>165.358</c:v>
                      </c:pt>
                      <c:pt idx="1087">
                        <c:v>158.62799999999999</c:v>
                      </c:pt>
                      <c:pt idx="1088">
                        <c:v>153.76400000000001</c:v>
                      </c:pt>
                      <c:pt idx="1089">
                        <c:v>157.55600000000001</c:v>
                      </c:pt>
                      <c:pt idx="1090">
                        <c:v>156.66499999999999</c:v>
                      </c:pt>
                      <c:pt idx="1091">
                        <c:v>159.09399999999999</c:v>
                      </c:pt>
                      <c:pt idx="1092">
                        <c:v>157.33000000000001</c:v>
                      </c:pt>
                      <c:pt idx="1093">
                        <c:v>152</c:v>
                      </c:pt>
                      <c:pt idx="1094">
                        <c:v>164.434</c:v>
                      </c:pt>
                      <c:pt idx="1095">
                        <c:v>167.571</c:v>
                      </c:pt>
                      <c:pt idx="1096">
                        <c:v>169.18</c:v>
                      </c:pt>
                      <c:pt idx="1097">
                        <c:v>156.94499999999999</c:v>
                      </c:pt>
                      <c:pt idx="1098">
                        <c:v>168.06100000000001</c:v>
                      </c:pt>
                      <c:pt idx="1099">
                        <c:v>168.59399999999999</c:v>
                      </c:pt>
                      <c:pt idx="1100">
                        <c:v>167.934</c:v>
                      </c:pt>
                      <c:pt idx="1101">
                        <c:v>170.93899999999999</c:v>
                      </c:pt>
                      <c:pt idx="1102">
                        <c:v>167.315</c:v>
                      </c:pt>
                      <c:pt idx="1103">
                        <c:v>173.845</c:v>
                      </c:pt>
                      <c:pt idx="1104">
                        <c:v>173.67</c:v>
                      </c:pt>
                      <c:pt idx="1105">
                        <c:v>178.69499999999999</c:v>
                      </c:pt>
                      <c:pt idx="1106">
                        <c:v>180.16499999999999</c:v>
                      </c:pt>
                      <c:pt idx="1107">
                        <c:v>186.27099999999999</c:v>
                      </c:pt>
                      <c:pt idx="1108">
                        <c:v>198.69499999999999</c:v>
                      </c:pt>
                      <c:pt idx="1109">
                        <c:v>201.68</c:v>
                      </c:pt>
                      <c:pt idx="1110">
                        <c:v>211.297</c:v>
                      </c:pt>
                      <c:pt idx="1111">
                        <c:v>212.69</c:v>
                      </c:pt>
                      <c:pt idx="1112">
                        <c:v>209.83500000000001</c:v>
                      </c:pt>
                      <c:pt idx="1113">
                        <c:v>209.41900000000001</c:v>
                      </c:pt>
                      <c:pt idx="1114">
                        <c:v>207.67</c:v>
                      </c:pt>
                      <c:pt idx="1115">
                        <c:v>206.32499999999999</c:v>
                      </c:pt>
                      <c:pt idx="1116">
                        <c:v>205.44900000000001</c:v>
                      </c:pt>
                      <c:pt idx="1117">
                        <c:v>208.005</c:v>
                      </c:pt>
                      <c:pt idx="1118">
                        <c:v>211.07599999999999</c:v>
                      </c:pt>
                      <c:pt idx="1119">
                        <c:v>211.345</c:v>
                      </c:pt>
                      <c:pt idx="1120">
                        <c:v>212.98</c:v>
                      </c:pt>
                      <c:pt idx="1121">
                        <c:v>201.43899999999999</c:v>
                      </c:pt>
                      <c:pt idx="1122">
                        <c:v>198.64</c:v>
                      </c:pt>
                      <c:pt idx="1123">
                        <c:v>191.678</c:v>
                      </c:pt>
                      <c:pt idx="1124">
                        <c:v>188.947</c:v>
                      </c:pt>
                      <c:pt idx="1125">
                        <c:v>177.536</c:v>
                      </c:pt>
                      <c:pt idx="1126">
                        <c:v>178.52799999999999</c:v>
                      </c:pt>
                      <c:pt idx="1127">
                        <c:v>182.03</c:v>
                      </c:pt>
                      <c:pt idx="1128">
                        <c:v>183.33500000000001</c:v>
                      </c:pt>
                      <c:pt idx="1129">
                        <c:v>186.566</c:v>
                      </c:pt>
                      <c:pt idx="1130">
                        <c:v>183.995</c:v>
                      </c:pt>
                      <c:pt idx="1131">
                        <c:v>183.98500000000001</c:v>
                      </c:pt>
                      <c:pt idx="1132">
                        <c:v>187.45699999999999</c:v>
                      </c:pt>
                      <c:pt idx="1133">
                        <c:v>187.845</c:v>
                      </c:pt>
                      <c:pt idx="1134">
                        <c:v>193.67500000000001</c:v>
                      </c:pt>
                      <c:pt idx="1135">
                        <c:v>190.64699999999999</c:v>
                      </c:pt>
                      <c:pt idx="1136">
                        <c:v>189.845</c:v>
                      </c:pt>
                      <c:pt idx="1137">
                        <c:v>194.03</c:v>
                      </c:pt>
                      <c:pt idx="1138">
                        <c:v>198.02</c:v>
                      </c:pt>
                      <c:pt idx="1139">
                        <c:v>194.92599999999999</c:v>
                      </c:pt>
                      <c:pt idx="1140">
                        <c:v>198.477</c:v>
                      </c:pt>
                      <c:pt idx="1141">
                        <c:v>197.23099999999999</c:v>
                      </c:pt>
                      <c:pt idx="1142">
                        <c:v>197.66499999999999</c:v>
                      </c:pt>
                      <c:pt idx="1143">
                        <c:v>200.67</c:v>
                      </c:pt>
                      <c:pt idx="1144">
                        <c:v>203.43899999999999</c:v>
                      </c:pt>
                      <c:pt idx="1145">
                        <c:v>205.16</c:v>
                      </c:pt>
                      <c:pt idx="1146">
                        <c:v>206.34800000000001</c:v>
                      </c:pt>
                      <c:pt idx="1147">
                        <c:v>205.792</c:v>
                      </c:pt>
                      <c:pt idx="1148">
                        <c:v>203.655</c:v>
                      </c:pt>
                      <c:pt idx="1149">
                        <c:v>205.41900000000001</c:v>
                      </c:pt>
                      <c:pt idx="1150">
                        <c:v>204.66499999999999</c:v>
                      </c:pt>
                      <c:pt idx="1151">
                        <c:v>204</c:v>
                      </c:pt>
                      <c:pt idx="1152">
                        <c:v>201.32</c:v>
                      </c:pt>
                      <c:pt idx="1153">
                        <c:v>199.17</c:v>
                      </c:pt>
                      <c:pt idx="1154">
                        <c:v>201.10900000000001</c:v>
                      </c:pt>
                      <c:pt idx="1155">
                        <c:v>203.142</c:v>
                      </c:pt>
                      <c:pt idx="1156">
                        <c:v>208.05600000000001</c:v>
                      </c:pt>
                      <c:pt idx="1157">
                        <c:v>216.21</c:v>
                      </c:pt>
                      <c:pt idx="1158">
                        <c:v>225.345</c:v>
                      </c:pt>
                      <c:pt idx="1159">
                        <c:v>219.33500000000001</c:v>
                      </c:pt>
                      <c:pt idx="1160">
                        <c:v>230.04499999999999</c:v>
                      </c:pt>
                      <c:pt idx="1161">
                        <c:v>232.33</c:v>
                      </c:pt>
                      <c:pt idx="1162">
                        <c:v>235.16499999999999</c:v>
                      </c:pt>
                      <c:pt idx="1163">
                        <c:v>233.64500000000001</c:v>
                      </c:pt>
                      <c:pt idx="1164">
                        <c:v>264.68400000000003</c:v>
                      </c:pt>
                      <c:pt idx="1165">
                        <c:v>294.19</c:v>
                      </c:pt>
                      <c:pt idx="1166">
                        <c:v>326.35399999999998</c:v>
                      </c:pt>
                      <c:pt idx="1167">
                        <c:v>342.5</c:v>
                      </c:pt>
                      <c:pt idx="1168">
                        <c:v>265.435</c:v>
                      </c:pt>
                      <c:pt idx="1169">
                        <c:v>232.19200000000001</c:v>
                      </c:pt>
                      <c:pt idx="1170">
                        <c:v>229.41</c:v>
                      </c:pt>
                      <c:pt idx="1171">
                        <c:v>238.495</c:v>
                      </c:pt>
                      <c:pt idx="1172">
                        <c:v>234.42699999999999</c:v>
                      </c:pt>
                      <c:pt idx="1173">
                        <c:v>238.416</c:v>
                      </c:pt>
                      <c:pt idx="1174">
                        <c:v>267.51</c:v>
                      </c:pt>
                      <c:pt idx="1175">
                        <c:v>236.81899999999999</c:v>
                      </c:pt>
                      <c:pt idx="1176">
                        <c:v>244.04</c:v>
                      </c:pt>
                      <c:pt idx="1177">
                        <c:v>240.685</c:v>
                      </c:pt>
                      <c:pt idx="1178">
                        <c:v>246.07900000000001</c:v>
                      </c:pt>
                      <c:pt idx="1179">
                        <c:v>317.29899999999998</c:v>
                      </c:pt>
                      <c:pt idx="1180">
                        <c:v>324.89800000000002</c:v>
                      </c:pt>
                      <c:pt idx="1181">
                        <c:v>382.58300000000003</c:v>
                      </c:pt>
                      <c:pt idx="1182">
                        <c:v>382.35500000000002</c:v>
                      </c:pt>
                      <c:pt idx="1183">
                        <c:v>462.07799999999997</c:v>
                      </c:pt>
                      <c:pt idx="1184">
                        <c:v>461.40800000000002</c:v>
                      </c:pt>
                      <c:pt idx="1185">
                        <c:v>330.20299999999997</c:v>
                      </c:pt>
                      <c:pt idx="1186">
                        <c:v>365.48</c:v>
                      </c:pt>
                      <c:pt idx="1187">
                        <c:v>377.79500000000002</c:v>
                      </c:pt>
                      <c:pt idx="1188">
                        <c:v>374.779</c:v>
                      </c:pt>
                      <c:pt idx="1189">
                        <c:v>376.12</c:v>
                      </c:pt>
                      <c:pt idx="1190">
                        <c:v>375.65</c:v>
                      </c:pt>
                      <c:pt idx="1191">
                        <c:v>588.30600000000004</c:v>
                      </c:pt>
                      <c:pt idx="1192">
                        <c:v>635.57299999999998</c:v>
                      </c:pt>
                      <c:pt idx="1193">
                        <c:v>614.24199999999996</c:v>
                      </c:pt>
                      <c:pt idx="1194">
                        <c:v>569.08199999999999</c:v>
                      </c:pt>
                      <c:pt idx="1195">
                        <c:v>494.94099999999997</c:v>
                      </c:pt>
                      <c:pt idx="1196">
                        <c:v>419.85</c:v>
                      </c:pt>
                      <c:pt idx="1197">
                        <c:v>386.22899999999998</c:v>
                      </c:pt>
                      <c:pt idx="1198">
                        <c:v>345.47500000000002</c:v>
                      </c:pt>
                      <c:pt idx="1199">
                        <c:v>333.863</c:v>
                      </c:pt>
                      <c:pt idx="1200">
                        <c:v>303.85000000000002</c:v>
                      </c:pt>
                      <c:pt idx="1201">
                        <c:v>336.06099999999998</c:v>
                      </c:pt>
                      <c:pt idx="1202">
                        <c:v>363.69799999999998</c:v>
                      </c:pt>
                      <c:pt idx="1203">
                        <c:v>342.63299999999998</c:v>
                      </c:pt>
                      <c:pt idx="1204">
                        <c:v>330.33499999999998</c:v>
                      </c:pt>
                      <c:pt idx="1205">
                        <c:v>328.39600000000002</c:v>
                      </c:pt>
                      <c:pt idx="1206">
                        <c:v>383.96</c:v>
                      </c:pt>
                      <c:pt idx="1207">
                        <c:v>386.887</c:v>
                      </c:pt>
                      <c:pt idx="1208">
                        <c:v>380.36799999999999</c:v>
                      </c:pt>
                      <c:pt idx="1209">
                        <c:v>382.12</c:v>
                      </c:pt>
                      <c:pt idx="1210">
                        <c:v>396.98500000000001</c:v>
                      </c:pt>
                      <c:pt idx="1211">
                        <c:v>424.94499999999999</c:v>
                      </c:pt>
                      <c:pt idx="1212">
                        <c:v>471.66699999999997</c:v>
                      </c:pt>
                      <c:pt idx="1213">
                        <c:v>442.79500000000002</c:v>
                      </c:pt>
                      <c:pt idx="1214">
                        <c:v>397.46899999999999</c:v>
                      </c:pt>
                      <c:pt idx="1215">
                        <c:v>366.416</c:v>
                      </c:pt>
                      <c:pt idx="1216">
                        <c:v>360.83499999999998</c:v>
                      </c:pt>
                      <c:pt idx="1217">
                        <c:v>362.84800000000001</c:v>
                      </c:pt>
                      <c:pt idx="1218">
                        <c:v>362.84800000000001</c:v>
                      </c:pt>
                      <c:pt idx="1219">
                        <c:v>382.34500000000003</c:v>
                      </c:pt>
                      <c:pt idx="1220">
                        <c:v>375.02800000000002</c:v>
                      </c:pt>
                      <c:pt idx="1221">
                        <c:v>392.30200000000002</c:v>
                      </c:pt>
                      <c:pt idx="1222">
                        <c:v>411.40499999999997</c:v>
                      </c:pt>
                      <c:pt idx="1223">
                        <c:v>433.005</c:v>
                      </c:pt>
                      <c:pt idx="1224">
                        <c:v>395.233</c:v>
                      </c:pt>
                      <c:pt idx="1225">
                        <c:v>405.85500000000002</c:v>
                      </c:pt>
                      <c:pt idx="1226">
                        <c:v>397.233</c:v>
                      </c:pt>
                      <c:pt idx="1227">
                        <c:v>392.459</c:v>
                      </c:pt>
                      <c:pt idx="1228">
                        <c:v>409.57900000000001</c:v>
                      </c:pt>
                      <c:pt idx="1229">
                        <c:v>422.423</c:v>
                      </c:pt>
                      <c:pt idx="1230">
                        <c:v>393.27199999999999</c:v>
                      </c:pt>
                      <c:pt idx="1231">
                        <c:v>351.916</c:v>
                      </c:pt>
                      <c:pt idx="1232">
                        <c:v>337.75</c:v>
                      </c:pt>
                      <c:pt idx="1233">
                        <c:v>340.15499999999997</c:v>
                      </c:pt>
                      <c:pt idx="1234">
                        <c:v>334.74400000000003</c:v>
                      </c:pt>
                      <c:pt idx="1235">
                        <c:v>334.74400000000003</c:v>
                      </c:pt>
                      <c:pt idx="1236">
                        <c:v>334.74400000000003</c:v>
                      </c:pt>
                      <c:pt idx="1237">
                        <c:v>334.74400000000003</c:v>
                      </c:pt>
                      <c:pt idx="1238">
                        <c:v>331.505</c:v>
                      </c:pt>
                      <c:pt idx="1239">
                        <c:v>331.505</c:v>
                      </c:pt>
                      <c:pt idx="1240">
                        <c:v>331.66</c:v>
                      </c:pt>
                      <c:pt idx="1241">
                        <c:v>331.66</c:v>
                      </c:pt>
                      <c:pt idx="1242">
                        <c:v>331.66</c:v>
                      </c:pt>
                      <c:pt idx="1243">
                        <c:v>324.09899999999999</c:v>
                      </c:pt>
                      <c:pt idx="1244">
                        <c:v>321.35300000000001</c:v>
                      </c:pt>
                      <c:pt idx="1245">
                        <c:v>330.90600000000001</c:v>
                      </c:pt>
                      <c:pt idx="1246">
                        <c:v>340.18</c:v>
                      </c:pt>
                      <c:pt idx="1247">
                        <c:v>337.26600000000002</c:v>
                      </c:pt>
                      <c:pt idx="1248">
                        <c:v>352.09899999999999</c:v>
                      </c:pt>
                      <c:pt idx="1249">
                        <c:v>358.73599999999999</c:v>
                      </c:pt>
                      <c:pt idx="1250">
                        <c:v>367.40499999999997</c:v>
                      </c:pt>
                      <c:pt idx="1251">
                        <c:v>387.35500000000002</c:v>
                      </c:pt>
                      <c:pt idx="1252">
                        <c:v>359.70600000000002</c:v>
                      </c:pt>
                      <c:pt idx="1253">
                        <c:v>357.13200000000001</c:v>
                      </c:pt>
                      <c:pt idx="1254">
                        <c:v>388.755</c:v>
                      </c:pt>
                      <c:pt idx="1255">
                        <c:v>393.46499999999997</c:v>
                      </c:pt>
                      <c:pt idx="1256">
                        <c:v>388.7</c:v>
                      </c:pt>
                      <c:pt idx="1257">
                        <c:v>375.58600000000001</c:v>
                      </c:pt>
                      <c:pt idx="1258">
                        <c:v>367.041</c:v>
                      </c:pt>
                      <c:pt idx="1259">
                        <c:v>378.33300000000003</c:v>
                      </c:pt>
                      <c:pt idx="1260">
                        <c:v>362.27100000000002</c:v>
                      </c:pt>
                      <c:pt idx="1261">
                        <c:v>378</c:v>
                      </c:pt>
                      <c:pt idx="1262">
                        <c:v>385.75</c:v>
                      </c:pt>
                      <c:pt idx="1263">
                        <c:v>399.66699999999997</c:v>
                      </c:pt>
                      <c:pt idx="1264">
                        <c:v>402.68</c:v>
                      </c:pt>
                      <c:pt idx="1265">
                        <c:v>428.66699999999997</c:v>
                      </c:pt>
                      <c:pt idx="1266">
                        <c:v>427.43400000000003</c:v>
                      </c:pt>
                      <c:pt idx="1267">
                        <c:v>400.8</c:v>
                      </c:pt>
                      <c:pt idx="1268">
                        <c:v>396.66699999999997</c:v>
                      </c:pt>
                      <c:pt idx="1269">
                        <c:v>431.5</c:v>
                      </c:pt>
                      <c:pt idx="1270">
                        <c:v>437.25299999999999</c:v>
                      </c:pt>
                      <c:pt idx="1271">
                        <c:v>461.38600000000002</c:v>
                      </c:pt>
                      <c:pt idx="1272">
                        <c:v>450.30500000000001</c:v>
                      </c:pt>
                      <c:pt idx="1273">
                        <c:v>455.58499999999998</c:v>
                      </c:pt>
                      <c:pt idx="1274">
                        <c:v>480.767</c:v>
                      </c:pt>
                      <c:pt idx="1275">
                        <c:v>467</c:v>
                      </c:pt>
                      <c:pt idx="1276">
                        <c:v>468.25799999999998</c:v>
                      </c:pt>
                      <c:pt idx="1277">
                        <c:v>489.31200000000001</c:v>
                      </c:pt>
                      <c:pt idx="1278">
                        <c:v>505</c:v>
                      </c:pt>
                      <c:pt idx="1279">
                        <c:v>482.33300000000003</c:v>
                      </c:pt>
                      <c:pt idx="1280">
                        <c:v>481.03300000000002</c:v>
                      </c:pt>
                      <c:pt idx="1281">
                        <c:v>486</c:v>
                      </c:pt>
                      <c:pt idx="1282">
                        <c:v>492.09500000000003</c:v>
                      </c:pt>
                      <c:pt idx="1283">
                        <c:v>515.33299999999997</c:v>
                      </c:pt>
                      <c:pt idx="1284">
                        <c:v>508.947</c:v>
                      </c:pt>
                      <c:pt idx="1285">
                        <c:v>494.66699999999997</c:v>
                      </c:pt>
                      <c:pt idx="1286">
                        <c:v>513</c:v>
                      </c:pt>
                      <c:pt idx="1287">
                        <c:v>512.80399999999997</c:v>
                      </c:pt>
                      <c:pt idx="1288">
                        <c:v>519.82799999999997</c:v>
                      </c:pt>
                      <c:pt idx="1289">
                        <c:v>491.29399999999998</c:v>
                      </c:pt>
                      <c:pt idx="1290">
                        <c:v>484.66699999999997</c:v>
                      </c:pt>
                      <c:pt idx="1291">
                        <c:v>474.96</c:v>
                      </c:pt>
                      <c:pt idx="1292">
                        <c:v>463.63099999999997</c:v>
                      </c:pt>
                      <c:pt idx="1293">
                        <c:v>444.66699999999997</c:v>
                      </c:pt>
                      <c:pt idx="1294">
                        <c:v>446.64</c:v>
                      </c:pt>
                      <c:pt idx="1295">
                        <c:v>439.66699999999997</c:v>
                      </c:pt>
                      <c:pt idx="1296">
                        <c:v>431.875</c:v>
                      </c:pt>
                      <c:pt idx="1297">
                        <c:v>440.34</c:v>
                      </c:pt>
                      <c:pt idx="1298">
                        <c:v>417.51499999999999</c:v>
                      </c:pt>
                      <c:pt idx="1299">
                        <c:v>433.40199999999999</c:v>
                      </c:pt>
                      <c:pt idx="1300">
                        <c:v>423.47</c:v>
                      </c:pt>
                      <c:pt idx="1301">
                        <c:v>404.33300000000003</c:v>
                      </c:pt>
                      <c:pt idx="1302">
                        <c:v>408.274</c:v>
                      </c:pt>
                      <c:pt idx="1303">
                        <c:v>434</c:v>
                      </c:pt>
                      <c:pt idx="1304">
                        <c:v>421.06099999999998</c:v>
                      </c:pt>
                      <c:pt idx="1305">
                        <c:v>416.71300000000002</c:v>
                      </c:pt>
                      <c:pt idx="1306">
                        <c:v>391.24900000000002</c:v>
                      </c:pt>
                      <c:pt idx="1307">
                        <c:v>371</c:v>
                      </c:pt>
                      <c:pt idx="1308">
                        <c:v>373.56</c:v>
                      </c:pt>
                      <c:pt idx="1309">
                        <c:v>374.5</c:v>
                      </c:pt>
                      <c:pt idx="1310">
                        <c:v>360.33300000000003</c:v>
                      </c:pt>
                      <c:pt idx="1311">
                        <c:v>346.005</c:v>
                      </c:pt>
                      <c:pt idx="1312">
                        <c:v>347.68</c:v>
                      </c:pt>
                      <c:pt idx="1313">
                        <c:v>350.416</c:v>
                      </c:pt>
                      <c:pt idx="1314">
                        <c:v>338.06799999999998</c:v>
                      </c:pt>
                      <c:pt idx="1315">
                        <c:v>338.28899999999999</c:v>
                      </c:pt>
                      <c:pt idx="1316">
                        <c:v>334</c:v>
                      </c:pt>
                      <c:pt idx="1317">
                        <c:v>334.51</c:v>
                      </c:pt>
                      <c:pt idx="1318">
                        <c:v>354.33300000000003</c:v>
                      </c:pt>
                      <c:pt idx="1319">
                        <c:v>344.846</c:v>
                      </c:pt>
                      <c:pt idx="1320">
                        <c:v>347.61900000000003</c:v>
                      </c:pt>
                      <c:pt idx="1321">
                        <c:v>343.46499999999997</c:v>
                      </c:pt>
                      <c:pt idx="1322">
                        <c:v>334.32</c:v>
                      </c:pt>
                      <c:pt idx="1323">
                        <c:v>347.108</c:v>
                      </c:pt>
                      <c:pt idx="1324">
                        <c:v>342.91199999999998</c:v>
                      </c:pt>
                      <c:pt idx="1325">
                        <c:v>322.28199999999998</c:v>
                      </c:pt>
                      <c:pt idx="1326">
                        <c:v>324.37299999999999</c:v>
                      </c:pt>
                      <c:pt idx="1327">
                        <c:v>324.29000000000002</c:v>
                      </c:pt>
                      <c:pt idx="1328">
                        <c:v>312.16000000000003</c:v>
                      </c:pt>
                      <c:pt idx="1329">
                        <c:v>293.024</c:v>
                      </c:pt>
                      <c:pt idx="1330">
                        <c:v>270.33300000000003</c:v>
                      </c:pt>
                      <c:pt idx="1331">
                        <c:v>260.33300000000003</c:v>
                      </c:pt>
                      <c:pt idx="1332">
                        <c:v>262.57799999999997</c:v>
                      </c:pt>
                      <c:pt idx="1333">
                        <c:v>275.995</c:v>
                      </c:pt>
                      <c:pt idx="1334">
                        <c:v>277</c:v>
                      </c:pt>
                      <c:pt idx="1335">
                        <c:v>285.33300000000003</c:v>
                      </c:pt>
                      <c:pt idx="1336">
                        <c:v>282.125</c:v>
                      </c:pt>
                      <c:pt idx="1337">
                        <c:v>279.81299999999999</c:v>
                      </c:pt>
                      <c:pt idx="1338">
                        <c:v>267.33300000000003</c:v>
                      </c:pt>
                      <c:pt idx="1339">
                        <c:v>258.04899999999998</c:v>
                      </c:pt>
                      <c:pt idx="1340">
                        <c:v>249.90799999999999</c:v>
                      </c:pt>
                      <c:pt idx="1341">
                        <c:v>259</c:v>
                      </c:pt>
                      <c:pt idx="1342">
                        <c:v>260.66000000000003</c:v>
                      </c:pt>
                      <c:pt idx="1343">
                        <c:v>259.505</c:v>
                      </c:pt>
                      <c:pt idx="1344">
                        <c:v>251.667</c:v>
                      </c:pt>
                      <c:pt idx="1345">
                        <c:v>253.45699999999999</c:v>
                      </c:pt>
                      <c:pt idx="1346">
                        <c:v>250.065</c:v>
                      </c:pt>
                      <c:pt idx="1347">
                        <c:v>245.03</c:v>
                      </c:pt>
                      <c:pt idx="1348">
                        <c:v>231.37100000000001</c:v>
                      </c:pt>
                      <c:pt idx="1349">
                        <c:v>231.66300000000001</c:v>
                      </c:pt>
                      <c:pt idx="1350">
                        <c:v>237.35499999999999</c:v>
                      </c:pt>
                      <c:pt idx="1351">
                        <c:v>232.08099999999999</c:v>
                      </c:pt>
                      <c:pt idx="1352">
                        <c:v>227.251</c:v>
                      </c:pt>
                      <c:pt idx="1353">
                        <c:v>232.11699999999999</c:v>
                      </c:pt>
                      <c:pt idx="1354">
                        <c:v>226.94200000000001</c:v>
                      </c:pt>
                      <c:pt idx="1355">
                        <c:v>229.59399999999999</c:v>
                      </c:pt>
                      <c:pt idx="1356">
                        <c:v>229.95699999999999</c:v>
                      </c:pt>
                      <c:pt idx="1357">
                        <c:v>231.01499999999999</c:v>
                      </c:pt>
                      <c:pt idx="1358">
                        <c:v>234.54300000000001</c:v>
                      </c:pt>
                      <c:pt idx="1359">
                        <c:v>243.21899999999999</c:v>
                      </c:pt>
                      <c:pt idx="1360">
                        <c:v>250.99700000000001</c:v>
                      </c:pt>
                      <c:pt idx="1361">
                        <c:v>245.13200000000001</c:v>
                      </c:pt>
                      <c:pt idx="1362">
                        <c:v>246.673</c:v>
                      </c:pt>
                      <c:pt idx="1363">
                        <c:v>264.07499999999999</c:v>
                      </c:pt>
                      <c:pt idx="1364">
                        <c:v>259.93400000000003</c:v>
                      </c:pt>
                      <c:pt idx="1365">
                        <c:v>244.74199999999999</c:v>
                      </c:pt>
                      <c:pt idx="1366">
                        <c:v>239.946</c:v>
                      </c:pt>
                      <c:pt idx="1367">
                        <c:v>234.33799999999999</c:v>
                      </c:pt>
                      <c:pt idx="1368">
                        <c:v>225.76599999999999</c:v>
                      </c:pt>
                      <c:pt idx="1369">
                        <c:v>224.93600000000001</c:v>
                      </c:pt>
                      <c:pt idx="1370">
                        <c:v>222.82499999999999</c:v>
                      </c:pt>
                      <c:pt idx="1371">
                        <c:v>229.084</c:v>
                      </c:pt>
                      <c:pt idx="1372">
                        <c:v>228.92099999999999</c:v>
                      </c:pt>
                      <c:pt idx="1373">
                        <c:v>229.94900000000001</c:v>
                      </c:pt>
                      <c:pt idx="1374">
                        <c:v>235.875</c:v>
                      </c:pt>
                      <c:pt idx="1375">
                        <c:v>247.958</c:v>
                      </c:pt>
                      <c:pt idx="1376">
                        <c:v>244.505</c:v>
                      </c:pt>
                      <c:pt idx="1377">
                        <c:v>252.82</c:v>
                      </c:pt>
                      <c:pt idx="1378">
                        <c:v>245.5</c:v>
                      </c:pt>
                      <c:pt idx="1379">
                        <c:v>242.101</c:v>
                      </c:pt>
                      <c:pt idx="1380">
                        <c:v>236.73599999999999</c:v>
                      </c:pt>
                      <c:pt idx="1381">
                        <c:v>231.73400000000001</c:v>
                      </c:pt>
                      <c:pt idx="1382">
                        <c:v>228.97900000000001</c:v>
                      </c:pt>
                      <c:pt idx="1383">
                        <c:v>221.98500000000001</c:v>
                      </c:pt>
                      <c:pt idx="1384">
                        <c:v>212.90299999999999</c:v>
                      </c:pt>
                      <c:pt idx="1385">
                        <c:v>216.809</c:v>
                      </c:pt>
                      <c:pt idx="1386">
                        <c:v>201.56399999999999</c:v>
                      </c:pt>
                      <c:pt idx="1387">
                        <c:v>201.005</c:v>
                      </c:pt>
                      <c:pt idx="1388">
                        <c:v>190.58699999999999</c:v>
                      </c:pt>
                      <c:pt idx="1389">
                        <c:v>190.66</c:v>
                      </c:pt>
                      <c:pt idx="1390">
                        <c:v>198.18799999999999</c:v>
                      </c:pt>
                      <c:pt idx="1391">
                        <c:v>194.333</c:v>
                      </c:pt>
                      <c:pt idx="1392">
                        <c:v>191.071</c:v>
                      </c:pt>
                      <c:pt idx="1393">
                        <c:v>173.21100000000001</c:v>
                      </c:pt>
                      <c:pt idx="1394">
                        <c:v>170.53399999999999</c:v>
                      </c:pt>
                      <c:pt idx="1395">
                        <c:v>170.506</c:v>
                      </c:pt>
                      <c:pt idx="1396">
                        <c:v>177.126</c:v>
                      </c:pt>
                      <c:pt idx="1397">
                        <c:v>164.00800000000001</c:v>
                      </c:pt>
                      <c:pt idx="1398">
                        <c:v>167.001</c:v>
                      </c:pt>
                      <c:pt idx="1399">
                        <c:v>178.66200000000001</c:v>
                      </c:pt>
                      <c:pt idx="1400">
                        <c:v>177.023</c:v>
                      </c:pt>
                      <c:pt idx="1401">
                        <c:v>177.15299999999999</c:v>
                      </c:pt>
                      <c:pt idx="1402">
                        <c:v>180.745</c:v>
                      </c:pt>
                      <c:pt idx="1403">
                        <c:v>186.523</c:v>
                      </c:pt>
                      <c:pt idx="1404">
                        <c:v>181.375</c:v>
                      </c:pt>
                      <c:pt idx="1405">
                        <c:v>184.74700000000001</c:v>
                      </c:pt>
                      <c:pt idx="1406">
                        <c:v>183.42</c:v>
                      </c:pt>
                      <c:pt idx="1407">
                        <c:v>177.15</c:v>
                      </c:pt>
                      <c:pt idx="1408">
                        <c:v>175.333</c:v>
                      </c:pt>
                      <c:pt idx="1409">
                        <c:v>175.905</c:v>
                      </c:pt>
                      <c:pt idx="1410">
                        <c:v>182.524</c:v>
                      </c:pt>
                      <c:pt idx="1411">
                        <c:v>183</c:v>
                      </c:pt>
                      <c:pt idx="1412">
                        <c:v>184.98099999999999</c:v>
                      </c:pt>
                      <c:pt idx="1413">
                        <c:v>194.99199999999999</c:v>
                      </c:pt>
                      <c:pt idx="1414">
                        <c:v>202.77099999999999</c:v>
                      </c:pt>
                      <c:pt idx="1415">
                        <c:v>200.96199999999999</c:v>
                      </c:pt>
                      <c:pt idx="1416">
                        <c:v>191.20699999999999</c:v>
                      </c:pt>
                      <c:pt idx="1417">
                        <c:v>187.6</c:v>
                      </c:pt>
                      <c:pt idx="1418">
                        <c:v>184.934</c:v>
                      </c:pt>
                      <c:pt idx="1419">
                        <c:v>178.29599999999999</c:v>
                      </c:pt>
                      <c:pt idx="1420">
                        <c:v>178.73500000000001</c:v>
                      </c:pt>
                      <c:pt idx="1421">
                        <c:v>177.33600000000001</c:v>
                      </c:pt>
                      <c:pt idx="1422">
                        <c:v>176.26599999999999</c:v>
                      </c:pt>
                      <c:pt idx="1423">
                        <c:v>173.39500000000001</c:v>
                      </c:pt>
                      <c:pt idx="1424">
                        <c:v>169.857</c:v>
                      </c:pt>
                      <c:pt idx="1425">
                        <c:v>160.75</c:v>
                      </c:pt>
                      <c:pt idx="1426">
                        <c:v>162.75</c:v>
                      </c:pt>
                      <c:pt idx="1427">
                        <c:v>167.14500000000001</c:v>
                      </c:pt>
                      <c:pt idx="1428">
                        <c:v>173.79499999999999</c:v>
                      </c:pt>
                      <c:pt idx="1429">
                        <c:v>169.31399999999999</c:v>
                      </c:pt>
                      <c:pt idx="1430">
                        <c:v>172.25</c:v>
                      </c:pt>
                      <c:pt idx="1431">
                        <c:v>178.02500000000001</c:v>
                      </c:pt>
                      <c:pt idx="1432">
                        <c:v>183.21700000000001</c:v>
                      </c:pt>
                      <c:pt idx="1433">
                        <c:v>183.41200000000001</c:v>
                      </c:pt>
                      <c:pt idx="1434">
                        <c:v>181.089</c:v>
                      </c:pt>
                      <c:pt idx="1435">
                        <c:v>176.941</c:v>
                      </c:pt>
                      <c:pt idx="1436">
                        <c:v>184.625</c:v>
                      </c:pt>
                      <c:pt idx="1437">
                        <c:v>182.15</c:v>
                      </c:pt>
                      <c:pt idx="1438">
                        <c:v>173.38</c:v>
                      </c:pt>
                      <c:pt idx="1439">
                        <c:v>167.58</c:v>
                      </c:pt>
                      <c:pt idx="1440">
                        <c:v>171.369</c:v>
                      </c:pt>
                      <c:pt idx="1441">
                        <c:v>166.679</c:v>
                      </c:pt>
                      <c:pt idx="1442">
                        <c:v>161.32</c:v>
                      </c:pt>
                      <c:pt idx="1443">
                        <c:v>163.81299999999999</c:v>
                      </c:pt>
                      <c:pt idx="1444">
                        <c:v>164.63200000000001</c:v>
                      </c:pt>
                      <c:pt idx="1445">
                        <c:v>162.03</c:v>
                      </c:pt>
                      <c:pt idx="1446">
                        <c:v>165.197</c:v>
                      </c:pt>
                      <c:pt idx="1447">
                        <c:v>168.37700000000001</c:v>
                      </c:pt>
                      <c:pt idx="1448">
                        <c:v>166.38800000000001</c:v>
                      </c:pt>
                      <c:pt idx="1449">
                        <c:v>171.333</c:v>
                      </c:pt>
                      <c:pt idx="1450">
                        <c:v>179.47399999999999</c:v>
                      </c:pt>
                      <c:pt idx="1451">
                        <c:v>176.77500000000001</c:v>
                      </c:pt>
                      <c:pt idx="1452">
                        <c:v>182.012</c:v>
                      </c:pt>
                      <c:pt idx="1453">
                        <c:v>189.01</c:v>
                      </c:pt>
                      <c:pt idx="1454">
                        <c:v>191.69900000000001</c:v>
                      </c:pt>
                      <c:pt idx="1455">
                        <c:v>198.08099999999999</c:v>
                      </c:pt>
                      <c:pt idx="1456">
                        <c:v>186.50299999999999</c:v>
                      </c:pt>
                      <c:pt idx="1457">
                        <c:v>186.15600000000001</c:v>
                      </c:pt>
                      <c:pt idx="1458">
                        <c:v>185.464</c:v>
                      </c:pt>
                      <c:pt idx="1459">
                        <c:v>188.178</c:v>
                      </c:pt>
                      <c:pt idx="1460">
                        <c:v>184.559</c:v>
                      </c:pt>
                      <c:pt idx="1461">
                        <c:v>181.26599999999999</c:v>
                      </c:pt>
                      <c:pt idx="1462">
                        <c:v>176.73</c:v>
                      </c:pt>
                      <c:pt idx="1463">
                        <c:v>163.89</c:v>
                      </c:pt>
                      <c:pt idx="1464">
                        <c:v>163.709</c:v>
                      </c:pt>
                      <c:pt idx="1465">
                        <c:v>164.785</c:v>
                      </c:pt>
                      <c:pt idx="1466">
                        <c:v>168.744</c:v>
                      </c:pt>
                      <c:pt idx="1467">
                        <c:v>167.2</c:v>
                      </c:pt>
                      <c:pt idx="1468">
                        <c:v>163.12799999999999</c:v>
                      </c:pt>
                      <c:pt idx="1469">
                        <c:v>165.5</c:v>
                      </c:pt>
                      <c:pt idx="1470">
                        <c:v>164.70599999999999</c:v>
                      </c:pt>
                      <c:pt idx="1471">
                        <c:v>165.46299999999999</c:v>
                      </c:pt>
                      <c:pt idx="1472">
                        <c:v>168.21</c:v>
                      </c:pt>
                      <c:pt idx="1473">
                        <c:v>167.357</c:v>
                      </c:pt>
                      <c:pt idx="1474">
                        <c:v>166.69300000000001</c:v>
                      </c:pt>
                      <c:pt idx="1475">
                        <c:v>168.006</c:v>
                      </c:pt>
                      <c:pt idx="1476">
                        <c:v>166.21700000000001</c:v>
                      </c:pt>
                      <c:pt idx="1477">
                        <c:v>174.62100000000001</c:v>
                      </c:pt>
                      <c:pt idx="1478">
                        <c:v>173.72399999999999</c:v>
                      </c:pt>
                      <c:pt idx="1479">
                        <c:v>165.214</c:v>
                      </c:pt>
                      <c:pt idx="1480">
                        <c:v>162.29599999999999</c:v>
                      </c:pt>
                      <c:pt idx="1481">
                        <c:v>165.98500000000001</c:v>
                      </c:pt>
                      <c:pt idx="1482">
                        <c:v>163.523</c:v>
                      </c:pt>
                      <c:pt idx="1483">
                        <c:v>164.31700000000001</c:v>
                      </c:pt>
                      <c:pt idx="1484">
                        <c:v>166.79599999999999</c:v>
                      </c:pt>
                      <c:pt idx="1485">
                        <c:v>169.392</c:v>
                      </c:pt>
                      <c:pt idx="1486">
                        <c:v>168.059</c:v>
                      </c:pt>
                      <c:pt idx="1487">
                        <c:v>167.352</c:v>
                      </c:pt>
                      <c:pt idx="1488">
                        <c:v>164.05699999999999</c:v>
                      </c:pt>
                      <c:pt idx="1489">
                        <c:v>162.22999999999999</c:v>
                      </c:pt>
                      <c:pt idx="1490">
                        <c:v>163.65</c:v>
                      </c:pt>
                      <c:pt idx="1491">
                        <c:v>168.084</c:v>
                      </c:pt>
                      <c:pt idx="1492">
                        <c:v>165.161</c:v>
                      </c:pt>
                      <c:pt idx="1493">
                        <c:v>164.33500000000001</c:v>
                      </c:pt>
                      <c:pt idx="1494">
                        <c:v>160.60599999999999</c:v>
                      </c:pt>
                      <c:pt idx="1495">
                        <c:v>162.41300000000001</c:v>
                      </c:pt>
                      <c:pt idx="1496">
                        <c:v>162.50700000000001</c:v>
                      </c:pt>
                      <c:pt idx="1497">
                        <c:v>162.43700000000001</c:v>
                      </c:pt>
                      <c:pt idx="1498">
                        <c:v>160.87</c:v>
                      </c:pt>
                      <c:pt idx="1499">
                        <c:v>160.51499999999999</c:v>
                      </c:pt>
                      <c:pt idx="1500">
                        <c:v>159.77500000000001</c:v>
                      </c:pt>
                      <c:pt idx="1501">
                        <c:v>160.01900000000001</c:v>
                      </c:pt>
                      <c:pt idx="1502">
                        <c:v>160.33699999999999</c:v>
                      </c:pt>
                      <c:pt idx="1503">
                        <c:v>151.87</c:v>
                      </c:pt>
                      <c:pt idx="1504">
                        <c:v>152.08199999999999</c:v>
                      </c:pt>
                      <c:pt idx="1505">
                        <c:v>152.77500000000001</c:v>
                      </c:pt>
                      <c:pt idx="1506">
                        <c:v>151.22999999999999</c:v>
                      </c:pt>
                      <c:pt idx="1507">
                        <c:v>150.84700000000001</c:v>
                      </c:pt>
                      <c:pt idx="1508">
                        <c:v>151.255</c:v>
                      </c:pt>
                      <c:pt idx="1509">
                        <c:v>152.79400000000001</c:v>
                      </c:pt>
                      <c:pt idx="1510">
                        <c:v>152.476</c:v>
                      </c:pt>
                      <c:pt idx="1511">
                        <c:v>155.608</c:v>
                      </c:pt>
                      <c:pt idx="1512">
                        <c:v>163.07</c:v>
                      </c:pt>
                      <c:pt idx="1513">
                        <c:v>163.303</c:v>
                      </c:pt>
                      <c:pt idx="1514">
                        <c:v>160.739</c:v>
                      </c:pt>
                      <c:pt idx="1515">
                        <c:v>163.167</c:v>
                      </c:pt>
                      <c:pt idx="1516">
                        <c:v>173.01</c:v>
                      </c:pt>
                      <c:pt idx="1517">
                        <c:v>177.697</c:v>
                      </c:pt>
                      <c:pt idx="1518">
                        <c:v>171.03899999999999</c:v>
                      </c:pt>
                      <c:pt idx="1519">
                        <c:v>176.87799999999999</c:v>
                      </c:pt>
                      <c:pt idx="1520">
                        <c:v>181.018</c:v>
                      </c:pt>
                      <c:pt idx="1521">
                        <c:v>186.05</c:v>
                      </c:pt>
                      <c:pt idx="1522">
                        <c:v>187.76</c:v>
                      </c:pt>
                      <c:pt idx="1523">
                        <c:v>183.51599999999999</c:v>
                      </c:pt>
                      <c:pt idx="1524">
                        <c:v>183.00700000000001</c:v>
                      </c:pt>
                      <c:pt idx="1525">
                        <c:v>183.55600000000001</c:v>
                      </c:pt>
                      <c:pt idx="1526">
                        <c:v>192.02500000000001</c:v>
                      </c:pt>
                      <c:pt idx="1527">
                        <c:v>195.57499999999999</c:v>
                      </c:pt>
                      <c:pt idx="1528">
                        <c:v>202.113</c:v>
                      </c:pt>
                      <c:pt idx="1529">
                        <c:v>193.71</c:v>
                      </c:pt>
                      <c:pt idx="1530">
                        <c:v>187.97800000000001</c:v>
                      </c:pt>
                      <c:pt idx="1531">
                        <c:v>181.30699999999999</c:v>
                      </c:pt>
                      <c:pt idx="1532">
                        <c:v>185.24</c:v>
                      </c:pt>
                      <c:pt idx="1533">
                        <c:v>185.37799999999999</c:v>
                      </c:pt>
                      <c:pt idx="1534">
                        <c:v>180.69499999999999</c:v>
                      </c:pt>
                      <c:pt idx="1535">
                        <c:v>183.72</c:v>
                      </c:pt>
                      <c:pt idx="1536">
                        <c:v>181.31399999999999</c:v>
                      </c:pt>
                      <c:pt idx="1537">
                        <c:v>178.45500000000001</c:v>
                      </c:pt>
                      <c:pt idx="1538">
                        <c:v>175.07400000000001</c:v>
                      </c:pt>
                      <c:pt idx="1539">
                        <c:v>179.08099999999999</c:v>
                      </c:pt>
                      <c:pt idx="1540">
                        <c:v>178.34700000000001</c:v>
                      </c:pt>
                      <c:pt idx="1541">
                        <c:v>177.87200000000001</c:v>
                      </c:pt>
                      <c:pt idx="1542">
                        <c:v>175.88499999999999</c:v>
                      </c:pt>
                      <c:pt idx="1543">
                        <c:v>173.626</c:v>
                      </c:pt>
                      <c:pt idx="1544">
                        <c:v>173.11099999999999</c:v>
                      </c:pt>
                      <c:pt idx="1545">
                        <c:v>172.91200000000001</c:v>
                      </c:pt>
                      <c:pt idx="1546">
                        <c:v>172.2</c:v>
                      </c:pt>
                      <c:pt idx="1547">
                        <c:v>168.709</c:v>
                      </c:pt>
                      <c:pt idx="1548">
                        <c:v>163.25899999999999</c:v>
                      </c:pt>
                      <c:pt idx="1549">
                        <c:v>162.18899999999999</c:v>
                      </c:pt>
                      <c:pt idx="1550">
                        <c:v>162.839</c:v>
                      </c:pt>
                      <c:pt idx="1551">
                        <c:v>160.309</c:v>
                      </c:pt>
                      <c:pt idx="1552">
                        <c:v>159.15899999999999</c:v>
                      </c:pt>
                      <c:pt idx="1553">
                        <c:v>162.29599999999999</c:v>
                      </c:pt>
                      <c:pt idx="1554">
                        <c:v>160.87100000000001</c:v>
                      </c:pt>
                      <c:pt idx="1555">
                        <c:v>158.166</c:v>
                      </c:pt>
                      <c:pt idx="1556">
                        <c:v>157.923</c:v>
                      </c:pt>
                      <c:pt idx="1557">
                        <c:v>160.48099999999999</c:v>
                      </c:pt>
                      <c:pt idx="1558">
                        <c:v>167.017</c:v>
                      </c:pt>
                      <c:pt idx="1559">
                        <c:v>166.25</c:v>
                      </c:pt>
                      <c:pt idx="1560">
                        <c:v>169.226</c:v>
                      </c:pt>
                      <c:pt idx="1561">
                        <c:v>170.57</c:v>
                      </c:pt>
                      <c:pt idx="1562">
                        <c:v>173.364</c:v>
                      </c:pt>
                      <c:pt idx="1563">
                        <c:v>173.11799999999999</c:v>
                      </c:pt>
                      <c:pt idx="1564">
                        <c:v>170.179</c:v>
                      </c:pt>
                      <c:pt idx="1565">
                        <c:v>173.13200000000001</c:v>
                      </c:pt>
                      <c:pt idx="1566">
                        <c:v>166.61799999999999</c:v>
                      </c:pt>
                      <c:pt idx="1567">
                        <c:v>167.333</c:v>
                      </c:pt>
                      <c:pt idx="1568">
                        <c:v>160.25</c:v>
                      </c:pt>
                      <c:pt idx="1569">
                        <c:v>161.755</c:v>
                      </c:pt>
                      <c:pt idx="1570">
                        <c:v>165.27600000000001</c:v>
                      </c:pt>
                      <c:pt idx="1571">
                        <c:v>164.613</c:v>
                      </c:pt>
                      <c:pt idx="1572">
                        <c:v>164.642</c:v>
                      </c:pt>
                      <c:pt idx="1573">
                        <c:v>160.173</c:v>
                      </c:pt>
                      <c:pt idx="1574">
                        <c:v>158.13399999999999</c:v>
                      </c:pt>
                      <c:pt idx="1575">
                        <c:v>155.92599999999999</c:v>
                      </c:pt>
                      <c:pt idx="1576">
                        <c:v>150.37</c:v>
                      </c:pt>
                      <c:pt idx="1577">
                        <c:v>151.44200000000001</c:v>
                      </c:pt>
                      <c:pt idx="1578">
                        <c:v>151.97399999999999</c:v>
                      </c:pt>
                      <c:pt idx="1579">
                        <c:v>151.358</c:v>
                      </c:pt>
                      <c:pt idx="1580">
                        <c:v>153.56399999999999</c:v>
                      </c:pt>
                      <c:pt idx="1581">
                        <c:v>155.07599999999999</c:v>
                      </c:pt>
                      <c:pt idx="1582">
                        <c:v>156.34</c:v>
                      </c:pt>
                      <c:pt idx="1583">
                        <c:v>159.6</c:v>
                      </c:pt>
                      <c:pt idx="1584">
                        <c:v>173.333</c:v>
                      </c:pt>
                      <c:pt idx="1585">
                        <c:v>168.607</c:v>
                      </c:pt>
                      <c:pt idx="1586">
                        <c:v>166.19</c:v>
                      </c:pt>
                      <c:pt idx="1587">
                        <c:v>169.64500000000001</c:v>
                      </c:pt>
                      <c:pt idx="1588">
                        <c:v>164.31700000000001</c:v>
                      </c:pt>
                      <c:pt idx="1589">
                        <c:v>172.30699999999999</c:v>
                      </c:pt>
                      <c:pt idx="1590">
                        <c:v>187.68299999999999</c:v>
                      </c:pt>
                      <c:pt idx="1591">
                        <c:v>209.352</c:v>
                      </c:pt>
                      <c:pt idx="1592">
                        <c:v>206.054</c:v>
                      </c:pt>
                      <c:pt idx="1593">
                        <c:v>178.29499999999999</c:v>
                      </c:pt>
                      <c:pt idx="1594">
                        <c:v>177.619</c:v>
                      </c:pt>
                      <c:pt idx="1595">
                        <c:v>169.22399999999999</c:v>
                      </c:pt>
                      <c:pt idx="1596">
                        <c:v>168.661</c:v>
                      </c:pt>
                      <c:pt idx="1597">
                        <c:v>180.196</c:v>
                      </c:pt>
                      <c:pt idx="1598">
                        <c:v>182.416</c:v>
                      </c:pt>
                      <c:pt idx="1599">
                        <c:v>194.465</c:v>
                      </c:pt>
                      <c:pt idx="1600">
                        <c:v>195.833</c:v>
                      </c:pt>
                      <c:pt idx="1601">
                        <c:v>210.179</c:v>
                      </c:pt>
                      <c:pt idx="1602">
                        <c:v>205.61600000000001</c:v>
                      </c:pt>
                      <c:pt idx="1603">
                        <c:v>203.523</c:v>
                      </c:pt>
                      <c:pt idx="1604">
                        <c:v>203.376</c:v>
                      </c:pt>
                      <c:pt idx="1605">
                        <c:v>197.93</c:v>
                      </c:pt>
                      <c:pt idx="1606">
                        <c:v>184.64</c:v>
                      </c:pt>
                      <c:pt idx="1607">
                        <c:v>184.70400000000001</c:v>
                      </c:pt>
                      <c:pt idx="1608">
                        <c:v>187.32400000000001</c:v>
                      </c:pt>
                      <c:pt idx="1609">
                        <c:v>186.5</c:v>
                      </c:pt>
                      <c:pt idx="1610">
                        <c:v>182.87899999999999</c:v>
                      </c:pt>
                      <c:pt idx="1611">
                        <c:v>182.249</c:v>
                      </c:pt>
                      <c:pt idx="1612">
                        <c:v>193.43199999999999</c:v>
                      </c:pt>
                      <c:pt idx="1613">
                        <c:v>196.167</c:v>
                      </c:pt>
                      <c:pt idx="1614">
                        <c:v>195.10400000000001</c:v>
                      </c:pt>
                      <c:pt idx="1615">
                        <c:v>191.30500000000001</c:v>
                      </c:pt>
                      <c:pt idx="1616">
                        <c:v>187.333</c:v>
                      </c:pt>
                      <c:pt idx="1617">
                        <c:v>186.678</c:v>
                      </c:pt>
                      <c:pt idx="1618">
                        <c:v>181.816</c:v>
                      </c:pt>
                      <c:pt idx="1619">
                        <c:v>180.04</c:v>
                      </c:pt>
                      <c:pt idx="1620">
                        <c:v>180.14400000000001</c:v>
                      </c:pt>
                      <c:pt idx="1621">
                        <c:v>176.68</c:v>
                      </c:pt>
                      <c:pt idx="1622">
                        <c:v>171.08699999999999</c:v>
                      </c:pt>
                      <c:pt idx="1623">
                        <c:v>170.619</c:v>
                      </c:pt>
                      <c:pt idx="1624">
                        <c:v>172.64699999999999</c:v>
                      </c:pt>
                      <c:pt idx="1625">
                        <c:v>171.95599999999999</c:v>
                      </c:pt>
                      <c:pt idx="1626">
                        <c:v>175.46100000000001</c:v>
                      </c:pt>
                      <c:pt idx="1627">
                        <c:v>172.68199999999999</c:v>
                      </c:pt>
                      <c:pt idx="1628">
                        <c:v>169.33500000000001</c:v>
                      </c:pt>
                      <c:pt idx="1629">
                        <c:v>175.38300000000001</c:v>
                      </c:pt>
                      <c:pt idx="1630">
                        <c:v>177.476</c:v>
                      </c:pt>
                      <c:pt idx="1631">
                        <c:v>176.751</c:v>
                      </c:pt>
                      <c:pt idx="1632">
                        <c:v>177.304</c:v>
                      </c:pt>
                      <c:pt idx="1633">
                        <c:v>177.31899999999999</c:v>
                      </c:pt>
                      <c:pt idx="1634">
                        <c:v>173.26300000000001</c:v>
                      </c:pt>
                      <c:pt idx="1635">
                        <c:v>168.005</c:v>
                      </c:pt>
                      <c:pt idx="1636">
                        <c:v>165.07900000000001</c:v>
                      </c:pt>
                      <c:pt idx="1637">
                        <c:v>162.75399999999999</c:v>
                      </c:pt>
                      <c:pt idx="1638">
                        <c:v>159.863</c:v>
                      </c:pt>
                      <c:pt idx="1639">
                        <c:v>157.25899999999999</c:v>
                      </c:pt>
                      <c:pt idx="1640">
                        <c:v>157.214</c:v>
                      </c:pt>
                      <c:pt idx="1641">
                        <c:v>156.95699999999999</c:v>
                      </c:pt>
                      <c:pt idx="1642">
                        <c:v>159.28200000000001</c:v>
                      </c:pt>
                      <c:pt idx="1643">
                        <c:v>160.167</c:v>
                      </c:pt>
                      <c:pt idx="1644">
                        <c:v>156.69900000000001</c:v>
                      </c:pt>
                      <c:pt idx="1645">
                        <c:v>155.98699999999999</c:v>
                      </c:pt>
                      <c:pt idx="1646">
                        <c:v>152.71899999999999</c:v>
                      </c:pt>
                      <c:pt idx="1647">
                        <c:v>150.74799999999999</c:v>
                      </c:pt>
                      <c:pt idx="1648">
                        <c:v>147.04900000000001</c:v>
                      </c:pt>
                      <c:pt idx="1649">
                        <c:v>147.36000000000001</c:v>
                      </c:pt>
                      <c:pt idx="1650">
                        <c:v>149.57499999999999</c:v>
                      </c:pt>
                      <c:pt idx="1651">
                        <c:v>147.87</c:v>
                      </c:pt>
                      <c:pt idx="1652">
                        <c:v>147.06100000000001</c:v>
                      </c:pt>
                      <c:pt idx="1653">
                        <c:v>142.23400000000001</c:v>
                      </c:pt>
                      <c:pt idx="1654">
                        <c:v>142.965</c:v>
                      </c:pt>
                      <c:pt idx="1655">
                        <c:v>144.58000000000001</c:v>
                      </c:pt>
                      <c:pt idx="1656">
                        <c:v>143.53299999999999</c:v>
                      </c:pt>
                      <c:pt idx="1657">
                        <c:v>142.88300000000001</c:v>
                      </c:pt>
                      <c:pt idx="1658">
                        <c:v>140.57599999999999</c:v>
                      </c:pt>
                      <c:pt idx="1659">
                        <c:v>143.24700000000001</c:v>
                      </c:pt>
                      <c:pt idx="1660">
                        <c:v>142.22300000000001</c:v>
                      </c:pt>
                      <c:pt idx="1661">
                        <c:v>142.88300000000001</c:v>
                      </c:pt>
                      <c:pt idx="1662">
                        <c:v>145.589</c:v>
                      </c:pt>
                      <c:pt idx="1663">
                        <c:v>145.744</c:v>
                      </c:pt>
                      <c:pt idx="1664">
                        <c:v>143.328</c:v>
                      </c:pt>
                      <c:pt idx="1665">
                        <c:v>141.774</c:v>
                      </c:pt>
                      <c:pt idx="1666">
                        <c:v>142.83699999999999</c:v>
                      </c:pt>
                      <c:pt idx="1667">
                        <c:v>145.02000000000001</c:v>
                      </c:pt>
                      <c:pt idx="1668">
                        <c:v>144.066</c:v>
                      </c:pt>
                      <c:pt idx="1669">
                        <c:v>151.05500000000001</c:v>
                      </c:pt>
                      <c:pt idx="1670">
                        <c:v>151.29599999999999</c:v>
                      </c:pt>
                      <c:pt idx="1671">
                        <c:v>156.40899999999999</c:v>
                      </c:pt>
                      <c:pt idx="1672">
                        <c:v>155.82599999999999</c:v>
                      </c:pt>
                      <c:pt idx="1673">
                        <c:v>160.72300000000001</c:v>
                      </c:pt>
                      <c:pt idx="1674">
                        <c:v>161.816</c:v>
                      </c:pt>
                      <c:pt idx="1675">
                        <c:v>154.78800000000001</c:v>
                      </c:pt>
                      <c:pt idx="1676">
                        <c:v>149.61600000000001</c:v>
                      </c:pt>
                      <c:pt idx="1677">
                        <c:v>146.673</c:v>
                      </c:pt>
                      <c:pt idx="1678">
                        <c:v>148.18199999999999</c:v>
                      </c:pt>
                      <c:pt idx="1679">
                        <c:v>152.245</c:v>
                      </c:pt>
                      <c:pt idx="1680">
                        <c:v>158.333</c:v>
                      </c:pt>
                      <c:pt idx="1681">
                        <c:v>155.505</c:v>
                      </c:pt>
                      <c:pt idx="1682">
                        <c:v>154.124</c:v>
                      </c:pt>
                      <c:pt idx="1683">
                        <c:v>148.125</c:v>
                      </c:pt>
                      <c:pt idx="1684">
                        <c:v>149.429</c:v>
                      </c:pt>
                      <c:pt idx="1685">
                        <c:v>149.03299999999999</c:v>
                      </c:pt>
                      <c:pt idx="1686">
                        <c:v>145.953</c:v>
                      </c:pt>
                      <c:pt idx="1687">
                        <c:v>152.53100000000001</c:v>
                      </c:pt>
                      <c:pt idx="1688">
                        <c:v>153.84800000000001</c:v>
                      </c:pt>
                      <c:pt idx="1689">
                        <c:v>153.328</c:v>
                      </c:pt>
                      <c:pt idx="1690">
                        <c:v>151.46899999999999</c:v>
                      </c:pt>
                      <c:pt idx="1691">
                        <c:v>154.26499999999999</c:v>
                      </c:pt>
                      <c:pt idx="1692">
                        <c:v>149.13900000000001</c:v>
                      </c:pt>
                      <c:pt idx="1693">
                        <c:v>146.215</c:v>
                      </c:pt>
                      <c:pt idx="1694">
                        <c:v>144.005</c:v>
                      </c:pt>
                      <c:pt idx="1695">
                        <c:v>142.59899999999999</c:v>
                      </c:pt>
                      <c:pt idx="1696">
                        <c:v>144.333</c:v>
                      </c:pt>
                      <c:pt idx="1697">
                        <c:v>140.62200000000001</c:v>
                      </c:pt>
                      <c:pt idx="1698">
                        <c:v>140.42599999999999</c:v>
                      </c:pt>
                      <c:pt idx="1699">
                        <c:v>135.26</c:v>
                      </c:pt>
                      <c:pt idx="1700">
                        <c:v>133.27699999999999</c:v>
                      </c:pt>
                      <c:pt idx="1701">
                        <c:v>131.46799999999999</c:v>
                      </c:pt>
                      <c:pt idx="1702">
                        <c:v>127.005</c:v>
                      </c:pt>
                      <c:pt idx="1703">
                        <c:v>126.04</c:v>
                      </c:pt>
                      <c:pt idx="1704">
                        <c:v>121.444</c:v>
                      </c:pt>
                      <c:pt idx="1705">
                        <c:v>118.23099999999999</c:v>
                      </c:pt>
                      <c:pt idx="1706">
                        <c:v>120.5</c:v>
                      </c:pt>
                      <c:pt idx="1707">
                        <c:v>125.593</c:v>
                      </c:pt>
                      <c:pt idx="1708">
                        <c:v>125.95399999999999</c:v>
                      </c:pt>
                      <c:pt idx="1709">
                        <c:v>130.161</c:v>
                      </c:pt>
                      <c:pt idx="1710">
                        <c:v>131.17400000000001</c:v>
                      </c:pt>
                      <c:pt idx="1711">
                        <c:v>130.18199999999999</c:v>
                      </c:pt>
                      <c:pt idx="1712">
                        <c:v>129.005</c:v>
                      </c:pt>
                      <c:pt idx="1713">
                        <c:v>125.944</c:v>
                      </c:pt>
                      <c:pt idx="1714">
                        <c:v>127.155</c:v>
                      </c:pt>
                      <c:pt idx="1715">
                        <c:v>128.02000000000001</c:v>
                      </c:pt>
                      <c:pt idx="1716">
                        <c:v>126.852</c:v>
                      </c:pt>
                      <c:pt idx="1717">
                        <c:v>127.708</c:v>
                      </c:pt>
                      <c:pt idx="1718">
                        <c:v>127.003</c:v>
                      </c:pt>
                      <c:pt idx="1719">
                        <c:v>124.687</c:v>
                      </c:pt>
                      <c:pt idx="1720">
                        <c:v>123.80500000000001</c:v>
                      </c:pt>
                      <c:pt idx="1721">
                        <c:v>120.846</c:v>
                      </c:pt>
                      <c:pt idx="1722">
                        <c:v>121.95699999999999</c:v>
                      </c:pt>
                      <c:pt idx="1723">
                        <c:v>124.208</c:v>
                      </c:pt>
                      <c:pt idx="1724">
                        <c:v>125.9</c:v>
                      </c:pt>
                      <c:pt idx="1725">
                        <c:v>127.762</c:v>
                      </c:pt>
                      <c:pt idx="1726">
                        <c:v>128.684</c:v>
                      </c:pt>
                      <c:pt idx="1727">
                        <c:v>130.488</c:v>
                      </c:pt>
                      <c:pt idx="1728">
                        <c:v>132.37299999999999</c:v>
                      </c:pt>
                      <c:pt idx="1729">
                        <c:v>138.54300000000001</c:v>
                      </c:pt>
                      <c:pt idx="1730">
                        <c:v>138.13300000000001</c:v>
                      </c:pt>
                      <c:pt idx="1731">
                        <c:v>135.39599999999999</c:v>
                      </c:pt>
                      <c:pt idx="1732">
                        <c:v>135.13900000000001</c:v>
                      </c:pt>
                      <c:pt idx="1733">
                        <c:v>136.18600000000001</c:v>
                      </c:pt>
                      <c:pt idx="1734">
                        <c:v>141.31899999999999</c:v>
                      </c:pt>
                      <c:pt idx="1735">
                        <c:v>140.53299999999999</c:v>
                      </c:pt>
                      <c:pt idx="1736">
                        <c:v>140.774</c:v>
                      </c:pt>
                      <c:pt idx="1737">
                        <c:v>141.35499999999999</c:v>
                      </c:pt>
                      <c:pt idx="1738">
                        <c:v>147.773</c:v>
                      </c:pt>
                      <c:pt idx="1739">
                        <c:v>154.345</c:v>
                      </c:pt>
                      <c:pt idx="1740">
                        <c:v>146.03100000000001</c:v>
                      </c:pt>
                      <c:pt idx="1741">
                        <c:v>138.251</c:v>
                      </c:pt>
                      <c:pt idx="1742">
                        <c:v>135.18799999999999</c:v>
                      </c:pt>
                      <c:pt idx="1743">
                        <c:v>134.86699999999999</c:v>
                      </c:pt>
                      <c:pt idx="1744">
                        <c:v>138.25299999999999</c:v>
                      </c:pt>
                      <c:pt idx="1745">
                        <c:v>137.59399999999999</c:v>
                      </c:pt>
                      <c:pt idx="1746">
                        <c:v>140.09399999999999</c:v>
                      </c:pt>
                      <c:pt idx="1747">
                        <c:v>141.73099999999999</c:v>
                      </c:pt>
                      <c:pt idx="1748">
                        <c:v>140.66300000000001</c:v>
                      </c:pt>
                      <c:pt idx="1749">
                        <c:v>141.04499999999999</c:v>
                      </c:pt>
                      <c:pt idx="1750">
                        <c:v>145.29499999999999</c:v>
                      </c:pt>
                      <c:pt idx="1751">
                        <c:v>143.96100000000001</c:v>
                      </c:pt>
                      <c:pt idx="1752">
                        <c:v>143.5</c:v>
                      </c:pt>
                      <c:pt idx="1753">
                        <c:v>146.77500000000001</c:v>
                      </c:pt>
                      <c:pt idx="1754">
                        <c:v>146.09100000000001</c:v>
                      </c:pt>
                      <c:pt idx="1755">
                        <c:v>145.74700000000001</c:v>
                      </c:pt>
                      <c:pt idx="1756">
                        <c:v>145.309</c:v>
                      </c:pt>
                      <c:pt idx="1757">
                        <c:v>143.85300000000001</c:v>
                      </c:pt>
                      <c:pt idx="1758">
                        <c:v>145.19300000000001</c:v>
                      </c:pt>
                      <c:pt idx="1759">
                        <c:v>145.52799999999999</c:v>
                      </c:pt>
                      <c:pt idx="1760">
                        <c:v>143.55600000000001</c:v>
                      </c:pt>
                      <c:pt idx="1761">
                        <c:v>141.98400000000001</c:v>
                      </c:pt>
                      <c:pt idx="1762">
                        <c:v>141.08600000000001</c:v>
                      </c:pt>
                      <c:pt idx="1763">
                        <c:v>138.31200000000001</c:v>
                      </c:pt>
                      <c:pt idx="1764">
                        <c:v>133.89599999999999</c:v>
                      </c:pt>
                      <c:pt idx="1765">
                        <c:v>134.41499999999999</c:v>
                      </c:pt>
                      <c:pt idx="1766">
                        <c:v>136.351</c:v>
                      </c:pt>
                      <c:pt idx="1767">
                        <c:v>141.42699999999999</c:v>
                      </c:pt>
                      <c:pt idx="1768">
                        <c:v>141.268</c:v>
                      </c:pt>
                      <c:pt idx="1769">
                        <c:v>140.995</c:v>
                      </c:pt>
                      <c:pt idx="1770">
                        <c:v>137.33699999999999</c:v>
                      </c:pt>
                      <c:pt idx="1771">
                        <c:v>138.572</c:v>
                      </c:pt>
                      <c:pt idx="1772">
                        <c:v>136.667</c:v>
                      </c:pt>
                      <c:pt idx="1773">
                        <c:v>137.79400000000001</c:v>
                      </c:pt>
                      <c:pt idx="1774">
                        <c:v>136.49700000000001</c:v>
                      </c:pt>
                      <c:pt idx="1775">
                        <c:v>138.07499999999999</c:v>
                      </c:pt>
                      <c:pt idx="1776">
                        <c:v>139.404</c:v>
                      </c:pt>
                      <c:pt idx="1777">
                        <c:v>137.84100000000001</c:v>
                      </c:pt>
                      <c:pt idx="1778">
                        <c:v>137.58199999999999</c:v>
                      </c:pt>
                      <c:pt idx="1779">
                        <c:v>140.43899999999999</c:v>
                      </c:pt>
                      <c:pt idx="1780">
                        <c:v>140.399</c:v>
                      </c:pt>
                      <c:pt idx="1781">
                        <c:v>145.05600000000001</c:v>
                      </c:pt>
                      <c:pt idx="1782">
                        <c:v>153.24100000000001</c:v>
                      </c:pt>
                      <c:pt idx="1783">
                        <c:v>150.982</c:v>
                      </c:pt>
                      <c:pt idx="1784">
                        <c:v>148.08099999999999</c:v>
                      </c:pt>
                      <c:pt idx="1785">
                        <c:v>148.667</c:v>
                      </c:pt>
                      <c:pt idx="1786">
                        <c:v>146.49600000000001</c:v>
                      </c:pt>
                      <c:pt idx="1787">
                        <c:v>145.91900000000001</c:v>
                      </c:pt>
                      <c:pt idx="1788">
                        <c:v>148.88999999999999</c:v>
                      </c:pt>
                      <c:pt idx="1789">
                        <c:v>149.59200000000001</c:v>
                      </c:pt>
                      <c:pt idx="1790">
                        <c:v>151.553</c:v>
                      </c:pt>
                      <c:pt idx="1791">
                        <c:v>155.49</c:v>
                      </c:pt>
                      <c:pt idx="1792">
                        <c:v>154.69200000000001</c:v>
                      </c:pt>
                      <c:pt idx="1793">
                        <c:v>153.952</c:v>
                      </c:pt>
                      <c:pt idx="1794">
                        <c:v>152.04599999999999</c:v>
                      </c:pt>
                      <c:pt idx="1795">
                        <c:v>150.90100000000001</c:v>
                      </c:pt>
                      <c:pt idx="1796">
                        <c:v>148.53100000000001</c:v>
                      </c:pt>
                      <c:pt idx="1797">
                        <c:v>148.53100000000001</c:v>
                      </c:pt>
                      <c:pt idx="1798">
                        <c:v>150.97499999999999</c:v>
                      </c:pt>
                      <c:pt idx="1799">
                        <c:v>153.565</c:v>
                      </c:pt>
                      <c:pt idx="1800">
                        <c:v>155.40799999999999</c:v>
                      </c:pt>
                      <c:pt idx="1801">
                        <c:v>153.773</c:v>
                      </c:pt>
                      <c:pt idx="1802">
                        <c:v>151.63900000000001</c:v>
                      </c:pt>
                      <c:pt idx="1803">
                        <c:v>151.352</c:v>
                      </c:pt>
                      <c:pt idx="1804">
                        <c:v>153.566</c:v>
                      </c:pt>
                      <c:pt idx="1805">
                        <c:v>154.148</c:v>
                      </c:pt>
                      <c:pt idx="1806">
                        <c:v>147.589</c:v>
                      </c:pt>
                      <c:pt idx="1807">
                        <c:v>149.14699999999999</c:v>
                      </c:pt>
                      <c:pt idx="1808">
                        <c:v>146.286</c:v>
                      </c:pt>
                      <c:pt idx="1809">
                        <c:v>143.36600000000001</c:v>
                      </c:pt>
                      <c:pt idx="1810">
                        <c:v>145.245</c:v>
                      </c:pt>
                      <c:pt idx="1811">
                        <c:v>149.63200000000001</c:v>
                      </c:pt>
                      <c:pt idx="1812">
                        <c:v>146.26599999999999</c:v>
                      </c:pt>
                      <c:pt idx="1813">
                        <c:v>148.71700000000001</c:v>
                      </c:pt>
                      <c:pt idx="1814">
                        <c:v>152.995</c:v>
                      </c:pt>
                      <c:pt idx="1815">
                        <c:v>157.01</c:v>
                      </c:pt>
                      <c:pt idx="1816">
                        <c:v>154.233</c:v>
                      </c:pt>
                      <c:pt idx="1817">
                        <c:v>153.71</c:v>
                      </c:pt>
                      <c:pt idx="1818">
                        <c:v>152.67699999999999</c:v>
                      </c:pt>
                      <c:pt idx="1819">
                        <c:v>151.85900000000001</c:v>
                      </c:pt>
                      <c:pt idx="1820">
                        <c:v>151.255</c:v>
                      </c:pt>
                      <c:pt idx="1821">
                        <c:v>148.685</c:v>
                      </c:pt>
                      <c:pt idx="1822">
                        <c:v>148.05199999999999</c:v>
                      </c:pt>
                      <c:pt idx="1823">
                        <c:v>150.989</c:v>
                      </c:pt>
                      <c:pt idx="1824">
                        <c:v>154.01</c:v>
                      </c:pt>
                      <c:pt idx="1825">
                        <c:v>153.60400000000001</c:v>
                      </c:pt>
                      <c:pt idx="1826">
                        <c:v>149.917</c:v>
                      </c:pt>
                      <c:pt idx="1827">
                        <c:v>149.005</c:v>
                      </c:pt>
                      <c:pt idx="1828">
                        <c:v>148.10400000000001</c:v>
                      </c:pt>
                      <c:pt idx="1829">
                        <c:v>145.01</c:v>
                      </c:pt>
                      <c:pt idx="1830">
                        <c:v>146.17699999999999</c:v>
                      </c:pt>
                      <c:pt idx="1831">
                        <c:v>144.84299999999999</c:v>
                      </c:pt>
                      <c:pt idx="1832">
                        <c:v>142.47499999999999</c:v>
                      </c:pt>
                      <c:pt idx="1833">
                        <c:v>140.316</c:v>
                      </c:pt>
                      <c:pt idx="1834">
                        <c:v>140.80199999999999</c:v>
                      </c:pt>
                      <c:pt idx="1835">
                        <c:v>140.84299999999999</c:v>
                      </c:pt>
                      <c:pt idx="1836">
                        <c:v>140.53399999999999</c:v>
                      </c:pt>
                      <c:pt idx="1837">
                        <c:v>140.35300000000001</c:v>
                      </c:pt>
                      <c:pt idx="1838">
                        <c:v>143.267</c:v>
                      </c:pt>
                      <c:pt idx="1839">
                        <c:v>143.15</c:v>
                      </c:pt>
                      <c:pt idx="1840">
                        <c:v>142.852</c:v>
                      </c:pt>
                      <c:pt idx="1841">
                        <c:v>142.779</c:v>
                      </c:pt>
                      <c:pt idx="1842">
                        <c:v>141.80099999999999</c:v>
                      </c:pt>
                      <c:pt idx="1843">
                        <c:v>141.92400000000001</c:v>
                      </c:pt>
                      <c:pt idx="1844">
                        <c:v>141.93899999999999</c:v>
                      </c:pt>
                      <c:pt idx="1845">
                        <c:v>143.04900000000001</c:v>
                      </c:pt>
                      <c:pt idx="1846">
                        <c:v>141.86799999999999</c:v>
                      </c:pt>
                      <c:pt idx="1847">
                        <c:v>141.202</c:v>
                      </c:pt>
                      <c:pt idx="1848">
                        <c:v>140.69800000000001</c:v>
                      </c:pt>
                      <c:pt idx="1849">
                        <c:v>140.09100000000001</c:v>
                      </c:pt>
                      <c:pt idx="1850">
                        <c:v>139.71700000000001</c:v>
                      </c:pt>
                      <c:pt idx="1851">
                        <c:v>141.286</c:v>
                      </c:pt>
                      <c:pt idx="1852">
                        <c:v>142.44399999999999</c:v>
                      </c:pt>
                      <c:pt idx="1853">
                        <c:v>141.55000000000001</c:v>
                      </c:pt>
                      <c:pt idx="1854">
                        <c:v>141.68700000000001</c:v>
                      </c:pt>
                      <c:pt idx="1855">
                        <c:v>141.74600000000001</c:v>
                      </c:pt>
                      <c:pt idx="1856">
                        <c:v>142.56299999999999</c:v>
                      </c:pt>
                      <c:pt idx="1857">
                        <c:v>142.10400000000001</c:v>
                      </c:pt>
                      <c:pt idx="1858">
                        <c:v>142.56899999999999</c:v>
                      </c:pt>
                      <c:pt idx="1859">
                        <c:v>142.36099999999999</c:v>
                      </c:pt>
                      <c:pt idx="1860">
                        <c:v>138.13</c:v>
                      </c:pt>
                      <c:pt idx="1861">
                        <c:v>140.142</c:v>
                      </c:pt>
                      <c:pt idx="1862">
                        <c:v>140.38</c:v>
                      </c:pt>
                      <c:pt idx="1863">
                        <c:v>143.64400000000001</c:v>
                      </c:pt>
                      <c:pt idx="1864">
                        <c:v>144.06299999999999</c:v>
                      </c:pt>
                      <c:pt idx="1865">
                        <c:v>144.38300000000001</c:v>
                      </c:pt>
                      <c:pt idx="1866">
                        <c:v>146.35</c:v>
                      </c:pt>
                      <c:pt idx="1867">
                        <c:v>145.995</c:v>
                      </c:pt>
                      <c:pt idx="1868">
                        <c:v>145.673</c:v>
                      </c:pt>
                      <c:pt idx="1869">
                        <c:v>142.74700000000001</c:v>
                      </c:pt>
                      <c:pt idx="1870">
                        <c:v>142.50899999999999</c:v>
                      </c:pt>
                      <c:pt idx="1871">
                        <c:v>142.25899999999999</c:v>
                      </c:pt>
                      <c:pt idx="1872">
                        <c:v>144.66999999999999</c:v>
                      </c:pt>
                      <c:pt idx="1873">
                        <c:v>145.64400000000001</c:v>
                      </c:pt>
                      <c:pt idx="1874">
                        <c:v>143.584</c:v>
                      </c:pt>
                      <c:pt idx="1875">
                        <c:v>146.33500000000001</c:v>
                      </c:pt>
                      <c:pt idx="1876">
                        <c:v>146.01300000000001</c:v>
                      </c:pt>
                      <c:pt idx="1877">
                        <c:v>146.33000000000001</c:v>
                      </c:pt>
                      <c:pt idx="1878">
                        <c:v>147.827</c:v>
                      </c:pt>
                      <c:pt idx="1879">
                        <c:v>146.68899999999999</c:v>
                      </c:pt>
                      <c:pt idx="1880">
                        <c:v>147.83600000000001</c:v>
                      </c:pt>
                      <c:pt idx="1881">
                        <c:v>151.34</c:v>
                      </c:pt>
                      <c:pt idx="1882">
                        <c:v>151.66499999999999</c:v>
                      </c:pt>
                      <c:pt idx="1883">
                        <c:v>155.35300000000001</c:v>
                      </c:pt>
                      <c:pt idx="1884">
                        <c:v>152.88499999999999</c:v>
                      </c:pt>
                      <c:pt idx="1885">
                        <c:v>150.94</c:v>
                      </c:pt>
                      <c:pt idx="1886">
                        <c:v>153.125</c:v>
                      </c:pt>
                      <c:pt idx="1887">
                        <c:v>155.59899999999999</c:v>
                      </c:pt>
                      <c:pt idx="1888">
                        <c:v>156.798</c:v>
                      </c:pt>
                      <c:pt idx="1889">
                        <c:v>155.26300000000001</c:v>
                      </c:pt>
                      <c:pt idx="1890">
                        <c:v>154.75800000000001</c:v>
                      </c:pt>
                      <c:pt idx="1891">
                        <c:v>151.24</c:v>
                      </c:pt>
                      <c:pt idx="1892">
                        <c:v>149.32499999999999</c:v>
                      </c:pt>
                      <c:pt idx="1893">
                        <c:v>149.25399999999999</c:v>
                      </c:pt>
                      <c:pt idx="1894">
                        <c:v>150.30500000000001</c:v>
                      </c:pt>
                      <c:pt idx="1895">
                        <c:v>147.16300000000001</c:v>
                      </c:pt>
                      <c:pt idx="1896">
                        <c:v>144.684</c:v>
                      </c:pt>
                      <c:pt idx="1897">
                        <c:v>146.34200000000001</c:v>
                      </c:pt>
                      <c:pt idx="1898">
                        <c:v>150.95400000000001</c:v>
                      </c:pt>
                      <c:pt idx="1899">
                        <c:v>153.70400000000001</c:v>
                      </c:pt>
                      <c:pt idx="1900">
                        <c:v>153.68799999999999</c:v>
                      </c:pt>
                      <c:pt idx="1901">
                        <c:v>153.929</c:v>
                      </c:pt>
                      <c:pt idx="1902">
                        <c:v>155.15199999999999</c:v>
                      </c:pt>
                      <c:pt idx="1903">
                        <c:v>156.72800000000001</c:v>
                      </c:pt>
                      <c:pt idx="1904">
                        <c:v>156.32499999999999</c:v>
                      </c:pt>
                      <c:pt idx="1905">
                        <c:v>154.36799999999999</c:v>
                      </c:pt>
                      <c:pt idx="1906">
                        <c:v>149.80000000000001</c:v>
                      </c:pt>
                      <c:pt idx="1907">
                        <c:v>148.33500000000001</c:v>
                      </c:pt>
                      <c:pt idx="1908">
                        <c:v>150.71299999999999</c:v>
                      </c:pt>
                      <c:pt idx="1909">
                        <c:v>150.096</c:v>
                      </c:pt>
                      <c:pt idx="1910">
                        <c:v>150.773</c:v>
                      </c:pt>
                      <c:pt idx="1911">
                        <c:v>150.005</c:v>
                      </c:pt>
                      <c:pt idx="1912">
                        <c:v>150.005</c:v>
                      </c:pt>
                      <c:pt idx="1913">
                        <c:v>148.66999999999999</c:v>
                      </c:pt>
                      <c:pt idx="1914">
                        <c:v>148.60499999999999</c:v>
                      </c:pt>
                      <c:pt idx="1915">
                        <c:v>150.005</c:v>
                      </c:pt>
                      <c:pt idx="1916">
                        <c:v>156.63499999999999</c:v>
                      </c:pt>
                      <c:pt idx="1917">
                        <c:v>160.80699999999999</c:v>
                      </c:pt>
                      <c:pt idx="1918">
                        <c:v>197.01</c:v>
                      </c:pt>
                      <c:pt idx="1919">
                        <c:v>189.73099999999999</c:v>
                      </c:pt>
                      <c:pt idx="1920">
                        <c:v>200.91300000000001</c:v>
                      </c:pt>
                      <c:pt idx="1921">
                        <c:v>199.80099999999999</c:v>
                      </c:pt>
                      <c:pt idx="1922">
                        <c:v>192.45099999999999</c:v>
                      </c:pt>
                      <c:pt idx="1923">
                        <c:v>179.863</c:v>
                      </c:pt>
                      <c:pt idx="1924">
                        <c:v>177.50200000000001</c:v>
                      </c:pt>
                      <c:pt idx="1925">
                        <c:v>172.923</c:v>
                      </c:pt>
                      <c:pt idx="1926">
                        <c:v>178.45500000000001</c:v>
                      </c:pt>
                      <c:pt idx="1927">
                        <c:v>183.60499999999999</c:v>
                      </c:pt>
                      <c:pt idx="1928">
                        <c:v>185.51499999999999</c:v>
                      </c:pt>
                      <c:pt idx="1929">
                        <c:v>193.88</c:v>
                      </c:pt>
                      <c:pt idx="1930">
                        <c:v>199.53100000000001</c:v>
                      </c:pt>
                      <c:pt idx="1931">
                        <c:v>202.078</c:v>
                      </c:pt>
                      <c:pt idx="1932">
                        <c:v>201.876</c:v>
                      </c:pt>
                      <c:pt idx="1933">
                        <c:v>196.21100000000001</c:v>
                      </c:pt>
                      <c:pt idx="1934">
                        <c:v>192.101</c:v>
                      </c:pt>
                      <c:pt idx="1935">
                        <c:v>181.333</c:v>
                      </c:pt>
                      <c:pt idx="1936">
                        <c:v>179.15199999999999</c:v>
                      </c:pt>
                      <c:pt idx="1937">
                        <c:v>188.786</c:v>
                      </c:pt>
                      <c:pt idx="1938">
                        <c:v>192.869</c:v>
                      </c:pt>
                      <c:pt idx="1939">
                        <c:v>195.92</c:v>
                      </c:pt>
                      <c:pt idx="1940">
                        <c:v>190.00800000000001</c:v>
                      </c:pt>
                      <c:pt idx="1941">
                        <c:v>193.61099999999999</c:v>
                      </c:pt>
                      <c:pt idx="1942">
                        <c:v>203.95699999999999</c:v>
                      </c:pt>
                      <c:pt idx="1943">
                        <c:v>211.48</c:v>
                      </c:pt>
                      <c:pt idx="1944">
                        <c:v>210.119</c:v>
                      </c:pt>
                      <c:pt idx="1945">
                        <c:v>211.56800000000001</c:v>
                      </c:pt>
                      <c:pt idx="1946">
                        <c:v>201.71899999999999</c:v>
                      </c:pt>
                      <c:pt idx="1947">
                        <c:v>196.744</c:v>
                      </c:pt>
                      <c:pt idx="1948">
                        <c:v>203.86199999999999</c:v>
                      </c:pt>
                      <c:pt idx="1949">
                        <c:v>207.535</c:v>
                      </c:pt>
                      <c:pt idx="1950">
                        <c:v>232.47</c:v>
                      </c:pt>
                      <c:pt idx="1951">
                        <c:v>246.24299999999999</c:v>
                      </c:pt>
                      <c:pt idx="1952">
                        <c:v>251.57900000000001</c:v>
                      </c:pt>
                      <c:pt idx="1953">
                        <c:v>230.70400000000001</c:v>
                      </c:pt>
                      <c:pt idx="1954">
                        <c:v>221.24700000000001</c:v>
                      </c:pt>
                      <c:pt idx="1955">
                        <c:v>224.16200000000001</c:v>
                      </c:pt>
                      <c:pt idx="1956">
                        <c:v>224.90899999999999</c:v>
                      </c:pt>
                      <c:pt idx="1957">
                        <c:v>237.512</c:v>
                      </c:pt>
                      <c:pt idx="1958">
                        <c:v>249.15600000000001</c:v>
                      </c:pt>
                      <c:pt idx="1959">
                        <c:v>249.155</c:v>
                      </c:pt>
                      <c:pt idx="1960">
                        <c:v>235.16900000000001</c:v>
                      </c:pt>
                      <c:pt idx="1961">
                        <c:v>224.446</c:v>
                      </c:pt>
                      <c:pt idx="1962">
                        <c:v>221.29499999999999</c:v>
                      </c:pt>
                      <c:pt idx="1963">
                        <c:v>217.48</c:v>
                      </c:pt>
                      <c:pt idx="1964">
                        <c:v>206.95099999999999</c:v>
                      </c:pt>
                      <c:pt idx="1965">
                        <c:v>193.82599999999999</c:v>
                      </c:pt>
                      <c:pt idx="1966">
                        <c:v>191.071</c:v>
                      </c:pt>
                      <c:pt idx="1967">
                        <c:v>185.613</c:v>
                      </c:pt>
                      <c:pt idx="1968">
                        <c:v>190.09399999999999</c:v>
                      </c:pt>
                      <c:pt idx="1969">
                        <c:v>185.84</c:v>
                      </c:pt>
                      <c:pt idx="1970">
                        <c:v>188.124</c:v>
                      </c:pt>
                      <c:pt idx="1971">
                        <c:v>193.08799999999999</c:v>
                      </c:pt>
                      <c:pt idx="1972">
                        <c:v>196.54</c:v>
                      </c:pt>
                      <c:pt idx="1973">
                        <c:v>191.92699999999999</c:v>
                      </c:pt>
                      <c:pt idx="1974">
                        <c:v>194.102</c:v>
                      </c:pt>
                      <c:pt idx="1975">
                        <c:v>189.40700000000001</c:v>
                      </c:pt>
                      <c:pt idx="1976">
                        <c:v>164.25</c:v>
                      </c:pt>
                      <c:pt idx="1977">
                        <c:v>163.47499999999999</c:v>
                      </c:pt>
                      <c:pt idx="1978">
                        <c:v>170.333</c:v>
                      </c:pt>
                      <c:pt idx="1979">
                        <c:v>186.19399999999999</c:v>
                      </c:pt>
                      <c:pt idx="1980">
                        <c:v>184.22300000000001</c:v>
                      </c:pt>
                      <c:pt idx="1981">
                        <c:v>175.999</c:v>
                      </c:pt>
                      <c:pt idx="1982">
                        <c:v>175.08699999999999</c:v>
                      </c:pt>
                      <c:pt idx="1983">
                        <c:v>176.8</c:v>
                      </c:pt>
                      <c:pt idx="1984">
                        <c:v>176.447</c:v>
                      </c:pt>
                      <c:pt idx="1985">
                        <c:v>193.65</c:v>
                      </c:pt>
                      <c:pt idx="1986">
                        <c:v>193.09200000000001</c:v>
                      </c:pt>
                      <c:pt idx="1987">
                        <c:v>188.82400000000001</c:v>
                      </c:pt>
                      <c:pt idx="1988">
                        <c:v>190.386</c:v>
                      </c:pt>
                      <c:pt idx="1989">
                        <c:v>197.727</c:v>
                      </c:pt>
                      <c:pt idx="1990">
                        <c:v>204.69</c:v>
                      </c:pt>
                      <c:pt idx="1991">
                        <c:v>211.29300000000001</c:v>
                      </c:pt>
                      <c:pt idx="1992">
                        <c:v>211.05099999999999</c:v>
                      </c:pt>
                      <c:pt idx="1993">
                        <c:v>214.53100000000001</c:v>
                      </c:pt>
                      <c:pt idx="1994">
                        <c:v>214.167</c:v>
                      </c:pt>
                      <c:pt idx="1995">
                        <c:v>222.16</c:v>
                      </c:pt>
                      <c:pt idx="1996">
                        <c:v>221.72</c:v>
                      </c:pt>
                      <c:pt idx="1997">
                        <c:v>223.67400000000001</c:v>
                      </c:pt>
                      <c:pt idx="1998">
                        <c:v>217.78200000000001</c:v>
                      </c:pt>
                      <c:pt idx="1999">
                        <c:v>211.483</c:v>
                      </c:pt>
                      <c:pt idx="2000">
                        <c:v>200.453</c:v>
                      </c:pt>
                      <c:pt idx="2001">
                        <c:v>188.17599999999999</c:v>
                      </c:pt>
                      <c:pt idx="2002">
                        <c:v>186.69</c:v>
                      </c:pt>
                      <c:pt idx="2003">
                        <c:v>179.161</c:v>
                      </c:pt>
                      <c:pt idx="2004">
                        <c:v>173.10499999999999</c:v>
                      </c:pt>
                      <c:pt idx="2005">
                        <c:v>170.268</c:v>
                      </c:pt>
                      <c:pt idx="2006">
                        <c:v>181.42400000000001</c:v>
                      </c:pt>
                      <c:pt idx="2007">
                        <c:v>174.83600000000001</c:v>
                      </c:pt>
                      <c:pt idx="2008">
                        <c:v>181.01400000000001</c:v>
                      </c:pt>
                      <c:pt idx="2009">
                        <c:v>175.459</c:v>
                      </c:pt>
                      <c:pt idx="2010">
                        <c:v>183.44900000000001</c:v>
                      </c:pt>
                      <c:pt idx="2011">
                        <c:v>188.33199999999999</c:v>
                      </c:pt>
                      <c:pt idx="2012">
                        <c:v>186.02799999999999</c:v>
                      </c:pt>
                      <c:pt idx="2013">
                        <c:v>192.465</c:v>
                      </c:pt>
                      <c:pt idx="2014">
                        <c:v>188.21600000000001</c:v>
                      </c:pt>
                      <c:pt idx="2015">
                        <c:v>185.19200000000001</c:v>
                      </c:pt>
                      <c:pt idx="2016">
                        <c:v>188.4</c:v>
                      </c:pt>
                      <c:pt idx="2017">
                        <c:v>186.87299999999999</c:v>
                      </c:pt>
                      <c:pt idx="2018">
                        <c:v>184.68899999999999</c:v>
                      </c:pt>
                      <c:pt idx="2019">
                        <c:v>186.86699999999999</c:v>
                      </c:pt>
                      <c:pt idx="2020">
                        <c:v>185.56399999999999</c:v>
                      </c:pt>
                      <c:pt idx="2021">
                        <c:v>187.27099999999999</c:v>
                      </c:pt>
                      <c:pt idx="2022">
                        <c:v>185.964</c:v>
                      </c:pt>
                      <c:pt idx="2023">
                        <c:v>183.46</c:v>
                      </c:pt>
                      <c:pt idx="2024">
                        <c:v>180.245</c:v>
                      </c:pt>
                      <c:pt idx="2025">
                        <c:v>182.38900000000001</c:v>
                      </c:pt>
                      <c:pt idx="2026">
                        <c:v>184.46199999999999</c:v>
                      </c:pt>
                      <c:pt idx="2027">
                        <c:v>184.64699999999999</c:v>
                      </c:pt>
                      <c:pt idx="2028">
                        <c:v>184.09899999999999</c:v>
                      </c:pt>
                      <c:pt idx="2029">
                        <c:v>181.239</c:v>
                      </c:pt>
                      <c:pt idx="2030">
                        <c:v>183.042</c:v>
                      </c:pt>
                      <c:pt idx="2031">
                        <c:v>180.82499999999999</c:v>
                      </c:pt>
                      <c:pt idx="2032">
                        <c:v>186.18799999999999</c:v>
                      </c:pt>
                      <c:pt idx="2033">
                        <c:v>186.92500000000001</c:v>
                      </c:pt>
                      <c:pt idx="2034">
                        <c:v>184.869</c:v>
                      </c:pt>
                      <c:pt idx="2035">
                        <c:v>180.64500000000001</c:v>
                      </c:pt>
                      <c:pt idx="2036">
                        <c:v>178.06200000000001</c:v>
                      </c:pt>
                      <c:pt idx="2037">
                        <c:v>173.464</c:v>
                      </c:pt>
                      <c:pt idx="2038">
                        <c:v>171.66800000000001</c:v>
                      </c:pt>
                      <c:pt idx="2039">
                        <c:v>172.602</c:v>
                      </c:pt>
                      <c:pt idx="2040">
                        <c:v>171.98099999999999</c:v>
                      </c:pt>
                      <c:pt idx="2041">
                        <c:v>170.08</c:v>
                      </c:pt>
                      <c:pt idx="2042">
                        <c:v>167.90600000000001</c:v>
                      </c:pt>
                      <c:pt idx="2043">
                        <c:v>166.50899999999999</c:v>
                      </c:pt>
                      <c:pt idx="2044">
                        <c:v>166.32499999999999</c:v>
                      </c:pt>
                      <c:pt idx="2045">
                        <c:v>164.36099999999999</c:v>
                      </c:pt>
                      <c:pt idx="2046">
                        <c:v>165.18</c:v>
                      </c:pt>
                      <c:pt idx="2047">
                        <c:v>161.63</c:v>
                      </c:pt>
                      <c:pt idx="2048">
                        <c:v>162.06399999999999</c:v>
                      </c:pt>
                      <c:pt idx="2049">
                        <c:v>159.19900000000001</c:v>
                      </c:pt>
                      <c:pt idx="2050">
                        <c:v>157.90799999999999</c:v>
                      </c:pt>
                      <c:pt idx="2051">
                        <c:v>158.14500000000001</c:v>
                      </c:pt>
                      <c:pt idx="2052">
                        <c:v>161.19800000000001</c:v>
                      </c:pt>
                      <c:pt idx="2053">
                        <c:v>158.66</c:v>
                      </c:pt>
                      <c:pt idx="2054">
                        <c:v>158.411</c:v>
                      </c:pt>
                      <c:pt idx="2055">
                        <c:v>161.423</c:v>
                      </c:pt>
                      <c:pt idx="2056">
                        <c:v>159.18299999999999</c:v>
                      </c:pt>
                      <c:pt idx="2057">
                        <c:v>158.09</c:v>
                      </c:pt>
                      <c:pt idx="2058">
                        <c:v>157.02799999999999</c:v>
                      </c:pt>
                      <c:pt idx="2059">
                        <c:v>156.899</c:v>
                      </c:pt>
                      <c:pt idx="2060">
                        <c:v>157.006</c:v>
                      </c:pt>
                      <c:pt idx="2061">
                        <c:v>155.571</c:v>
                      </c:pt>
                      <c:pt idx="2062">
                        <c:v>156.21700000000001</c:v>
                      </c:pt>
                      <c:pt idx="2063">
                        <c:v>159.75700000000001</c:v>
                      </c:pt>
                      <c:pt idx="2064">
                        <c:v>158.08500000000001</c:v>
                      </c:pt>
                      <c:pt idx="2065">
                        <c:v>161.45599999999999</c:v>
                      </c:pt>
                      <c:pt idx="2066">
                        <c:v>153.625</c:v>
                      </c:pt>
                      <c:pt idx="2067">
                        <c:v>150.078</c:v>
                      </c:pt>
                      <c:pt idx="2068">
                        <c:v>151.20500000000001</c:v>
                      </c:pt>
                      <c:pt idx="2069">
                        <c:v>156.21100000000001</c:v>
                      </c:pt>
                      <c:pt idx="2070">
                        <c:v>152.96100000000001</c:v>
                      </c:pt>
                      <c:pt idx="2071">
                        <c:v>151.38300000000001</c:v>
                      </c:pt>
                      <c:pt idx="2072">
                        <c:v>146.43899999999999</c:v>
                      </c:pt>
                      <c:pt idx="2073">
                        <c:v>146.50899999999999</c:v>
                      </c:pt>
                      <c:pt idx="2074">
                        <c:v>145.50200000000001</c:v>
                      </c:pt>
                      <c:pt idx="2075">
                        <c:v>145.51300000000001</c:v>
                      </c:pt>
                      <c:pt idx="2076">
                        <c:v>140.01499999999999</c:v>
                      </c:pt>
                      <c:pt idx="2077">
                        <c:v>136.416</c:v>
                      </c:pt>
                      <c:pt idx="2078">
                        <c:v>137.024</c:v>
                      </c:pt>
                      <c:pt idx="2079">
                        <c:v>134.84700000000001</c:v>
                      </c:pt>
                      <c:pt idx="2080">
                        <c:v>136.47</c:v>
                      </c:pt>
                      <c:pt idx="2081">
                        <c:v>137.89400000000001</c:v>
                      </c:pt>
                      <c:pt idx="2082">
                        <c:v>137.71700000000001</c:v>
                      </c:pt>
                      <c:pt idx="2083">
                        <c:v>137.75700000000001</c:v>
                      </c:pt>
                      <c:pt idx="2084">
                        <c:v>138.59</c:v>
                      </c:pt>
                      <c:pt idx="2085">
                        <c:v>142.09200000000001</c:v>
                      </c:pt>
                      <c:pt idx="2086">
                        <c:v>143.00700000000001</c:v>
                      </c:pt>
                      <c:pt idx="2087">
                        <c:v>138.529</c:v>
                      </c:pt>
                      <c:pt idx="2088">
                        <c:v>137.64099999999999</c:v>
                      </c:pt>
                      <c:pt idx="2089">
                        <c:v>141.75700000000001</c:v>
                      </c:pt>
                      <c:pt idx="2090">
                        <c:v>144.34700000000001</c:v>
                      </c:pt>
                      <c:pt idx="2091">
                        <c:v>142.21299999999999</c:v>
                      </c:pt>
                      <c:pt idx="2092">
                        <c:v>142.97399999999999</c:v>
                      </c:pt>
                      <c:pt idx="2093">
                        <c:v>145.667</c:v>
                      </c:pt>
                      <c:pt idx="2094">
                        <c:v>151.16200000000001</c:v>
                      </c:pt>
                      <c:pt idx="2095">
                        <c:v>151.94200000000001</c:v>
                      </c:pt>
                      <c:pt idx="2096">
                        <c:v>147.423</c:v>
                      </c:pt>
                      <c:pt idx="2097">
                        <c:v>147.542</c:v>
                      </c:pt>
                      <c:pt idx="2098">
                        <c:v>149.05500000000001</c:v>
                      </c:pt>
                      <c:pt idx="2099">
                        <c:v>149.67400000000001</c:v>
                      </c:pt>
                      <c:pt idx="2100">
                        <c:v>148.77699999999999</c:v>
                      </c:pt>
                      <c:pt idx="2101">
                        <c:v>147.39500000000001</c:v>
                      </c:pt>
                      <c:pt idx="2102">
                        <c:v>146.28700000000001</c:v>
                      </c:pt>
                      <c:pt idx="2103">
                        <c:v>147.09200000000001</c:v>
                      </c:pt>
                      <c:pt idx="2104">
                        <c:v>144.523</c:v>
                      </c:pt>
                      <c:pt idx="2105">
                        <c:v>144.17099999999999</c:v>
                      </c:pt>
                      <c:pt idx="2106">
                        <c:v>144.92400000000001</c:v>
                      </c:pt>
                      <c:pt idx="2107">
                        <c:v>146.11600000000001</c:v>
                      </c:pt>
                      <c:pt idx="2108">
                        <c:v>144.703</c:v>
                      </c:pt>
                      <c:pt idx="2109">
                        <c:v>143.36099999999999</c:v>
                      </c:pt>
                      <c:pt idx="2110">
                        <c:v>142.97</c:v>
                      </c:pt>
                      <c:pt idx="2111">
                        <c:v>144.703</c:v>
                      </c:pt>
                      <c:pt idx="2112">
                        <c:v>142.494</c:v>
                      </c:pt>
                      <c:pt idx="2113">
                        <c:v>142.923</c:v>
                      </c:pt>
                      <c:pt idx="2114">
                        <c:v>148.63499999999999</c:v>
                      </c:pt>
                      <c:pt idx="2115">
                        <c:v>152.33799999999999</c:v>
                      </c:pt>
                      <c:pt idx="2116">
                        <c:v>152.18299999999999</c:v>
                      </c:pt>
                      <c:pt idx="2117">
                        <c:v>152.63399999999999</c:v>
                      </c:pt>
                      <c:pt idx="2118">
                        <c:v>160.93199999999999</c:v>
                      </c:pt>
                      <c:pt idx="2119">
                        <c:v>168.6</c:v>
                      </c:pt>
                      <c:pt idx="2120">
                        <c:v>177.51300000000001</c:v>
                      </c:pt>
                      <c:pt idx="2121">
                        <c:v>178.94200000000001</c:v>
                      </c:pt>
                      <c:pt idx="2122">
                        <c:v>179.79</c:v>
                      </c:pt>
                      <c:pt idx="2123">
                        <c:v>174.71</c:v>
                      </c:pt>
                      <c:pt idx="2124">
                        <c:v>179.84</c:v>
                      </c:pt>
                      <c:pt idx="2125">
                        <c:v>180.79400000000001</c:v>
                      </c:pt>
                      <c:pt idx="2126">
                        <c:v>183.02799999999999</c:v>
                      </c:pt>
                      <c:pt idx="2127">
                        <c:v>184.34200000000001</c:v>
                      </c:pt>
                      <c:pt idx="2128">
                        <c:v>186.93199999999999</c:v>
                      </c:pt>
                      <c:pt idx="2129">
                        <c:v>186.54900000000001</c:v>
                      </c:pt>
                      <c:pt idx="2130">
                        <c:v>188.66</c:v>
                      </c:pt>
                      <c:pt idx="2131">
                        <c:v>194.98</c:v>
                      </c:pt>
                      <c:pt idx="2132">
                        <c:v>200.363</c:v>
                      </c:pt>
                      <c:pt idx="2133">
                        <c:v>200.107</c:v>
                      </c:pt>
                      <c:pt idx="2134">
                        <c:v>195.56399999999999</c:v>
                      </c:pt>
                      <c:pt idx="2135">
                        <c:v>190.06399999999999</c:v>
                      </c:pt>
                      <c:pt idx="2136">
                        <c:v>189.73599999999999</c:v>
                      </c:pt>
                      <c:pt idx="2137">
                        <c:v>186.39599999999999</c:v>
                      </c:pt>
                      <c:pt idx="2138">
                        <c:v>188.661</c:v>
                      </c:pt>
                      <c:pt idx="2139">
                        <c:v>188.268</c:v>
                      </c:pt>
                      <c:pt idx="2140">
                        <c:v>181.40199999999999</c:v>
                      </c:pt>
                      <c:pt idx="2141">
                        <c:v>177.643</c:v>
                      </c:pt>
                      <c:pt idx="2142">
                        <c:v>173.21</c:v>
                      </c:pt>
                      <c:pt idx="2143">
                        <c:v>175.50700000000001</c:v>
                      </c:pt>
                      <c:pt idx="2144">
                        <c:v>175.517</c:v>
                      </c:pt>
                      <c:pt idx="2145">
                        <c:v>169.499</c:v>
                      </c:pt>
                      <c:pt idx="2146">
                        <c:v>172.929</c:v>
                      </c:pt>
                      <c:pt idx="2147">
                        <c:v>176.983</c:v>
                      </c:pt>
                      <c:pt idx="2148">
                        <c:v>184.47499999999999</c:v>
                      </c:pt>
                      <c:pt idx="2149">
                        <c:v>182.458</c:v>
                      </c:pt>
                      <c:pt idx="2150">
                        <c:v>183.709</c:v>
                      </c:pt>
                      <c:pt idx="2151">
                        <c:v>186.53800000000001</c:v>
                      </c:pt>
                      <c:pt idx="2152">
                        <c:v>178.56299999999999</c:v>
                      </c:pt>
                      <c:pt idx="2153">
                        <c:v>171.38</c:v>
                      </c:pt>
                      <c:pt idx="2154">
                        <c:v>167.11099999999999</c:v>
                      </c:pt>
                      <c:pt idx="2155">
                        <c:v>165.27199999999999</c:v>
                      </c:pt>
                      <c:pt idx="2156">
                        <c:v>167.691</c:v>
                      </c:pt>
                      <c:pt idx="2157">
                        <c:v>171.893</c:v>
                      </c:pt>
                      <c:pt idx="2158">
                        <c:v>174.452</c:v>
                      </c:pt>
                      <c:pt idx="2159">
                        <c:v>173.25800000000001</c:v>
                      </c:pt>
                      <c:pt idx="2160">
                        <c:v>168.81800000000001</c:v>
                      </c:pt>
                      <c:pt idx="2161">
                        <c:v>166.602</c:v>
                      </c:pt>
                      <c:pt idx="2162">
                        <c:v>159.73699999999999</c:v>
                      </c:pt>
                      <c:pt idx="2163">
                        <c:v>157.005</c:v>
                      </c:pt>
                      <c:pt idx="2164">
                        <c:v>157.09100000000001</c:v>
                      </c:pt>
                      <c:pt idx="2165">
                        <c:v>159.876</c:v>
                      </c:pt>
                      <c:pt idx="2166">
                        <c:v>162.69900000000001</c:v>
                      </c:pt>
                      <c:pt idx="2167">
                        <c:v>161.518</c:v>
                      </c:pt>
                      <c:pt idx="2168">
                        <c:v>165.30099999999999</c:v>
                      </c:pt>
                      <c:pt idx="2169">
                        <c:v>169.56299999999999</c:v>
                      </c:pt>
                      <c:pt idx="2170">
                        <c:v>170.47900000000001</c:v>
                      </c:pt>
                      <c:pt idx="2171">
                        <c:v>168.178</c:v>
                      </c:pt>
                      <c:pt idx="2172">
                        <c:v>158.72499999999999</c:v>
                      </c:pt>
                      <c:pt idx="2173">
                        <c:v>160.76</c:v>
                      </c:pt>
                      <c:pt idx="2174">
                        <c:v>157.28</c:v>
                      </c:pt>
                      <c:pt idx="2175">
                        <c:v>156.92400000000001</c:v>
                      </c:pt>
                      <c:pt idx="2176">
                        <c:v>158.995</c:v>
                      </c:pt>
                      <c:pt idx="2177">
                        <c:v>154.95400000000001</c:v>
                      </c:pt>
                      <c:pt idx="2178">
                        <c:v>152.17599999999999</c:v>
                      </c:pt>
                      <c:pt idx="2179">
                        <c:v>149.71</c:v>
                      </c:pt>
                      <c:pt idx="2180">
                        <c:v>152.94</c:v>
                      </c:pt>
                      <c:pt idx="2181">
                        <c:v>152.33099999999999</c:v>
                      </c:pt>
                      <c:pt idx="2182">
                        <c:v>153.29599999999999</c:v>
                      </c:pt>
                      <c:pt idx="2183">
                        <c:v>155.93700000000001</c:v>
                      </c:pt>
                      <c:pt idx="2184">
                        <c:v>152.619</c:v>
                      </c:pt>
                      <c:pt idx="2185">
                        <c:v>154.86500000000001</c:v>
                      </c:pt>
                      <c:pt idx="2186">
                        <c:v>154.71</c:v>
                      </c:pt>
                      <c:pt idx="2187">
                        <c:v>152.68799999999999</c:v>
                      </c:pt>
                      <c:pt idx="2188">
                        <c:v>154.83000000000001</c:v>
                      </c:pt>
                      <c:pt idx="2189">
                        <c:v>150.96199999999999</c:v>
                      </c:pt>
                      <c:pt idx="2190">
                        <c:v>152.39599999999999</c:v>
                      </c:pt>
                      <c:pt idx="2191">
                        <c:v>154.364</c:v>
                      </c:pt>
                      <c:pt idx="2192">
                        <c:v>155.90100000000001</c:v>
                      </c:pt>
                      <c:pt idx="2193">
                        <c:v>154.53100000000001</c:v>
                      </c:pt>
                      <c:pt idx="2194">
                        <c:v>152.56700000000001</c:v>
                      </c:pt>
                      <c:pt idx="2195">
                        <c:v>153.411</c:v>
                      </c:pt>
                      <c:pt idx="2196">
                        <c:v>154.31700000000001</c:v>
                      </c:pt>
                      <c:pt idx="2197">
                        <c:v>153.41200000000001</c:v>
                      </c:pt>
                      <c:pt idx="2198">
                        <c:v>156.08600000000001</c:v>
                      </c:pt>
                      <c:pt idx="2199">
                        <c:v>150.81200000000001</c:v>
                      </c:pt>
                      <c:pt idx="2200">
                        <c:v>150.464</c:v>
                      </c:pt>
                      <c:pt idx="2201">
                        <c:v>148.15299999999999</c:v>
                      </c:pt>
                      <c:pt idx="2202">
                        <c:v>145.27099999999999</c:v>
                      </c:pt>
                      <c:pt idx="2203">
                        <c:v>146.619</c:v>
                      </c:pt>
                      <c:pt idx="2204">
                        <c:v>141.85599999999999</c:v>
                      </c:pt>
                      <c:pt idx="2205">
                        <c:v>137.47</c:v>
                      </c:pt>
                      <c:pt idx="2206">
                        <c:v>134.452</c:v>
                      </c:pt>
                      <c:pt idx="2207">
                        <c:v>129.32400000000001</c:v>
                      </c:pt>
                      <c:pt idx="2208">
                        <c:v>126.251</c:v>
                      </c:pt>
                      <c:pt idx="2209">
                        <c:v>130.64500000000001</c:v>
                      </c:pt>
                      <c:pt idx="2210">
                        <c:v>132.298</c:v>
                      </c:pt>
                      <c:pt idx="2211">
                        <c:v>134.995</c:v>
                      </c:pt>
                      <c:pt idx="2212">
                        <c:v>136.036</c:v>
                      </c:pt>
                      <c:pt idx="2213">
                        <c:v>138.124</c:v>
                      </c:pt>
                      <c:pt idx="2214">
                        <c:v>141.881</c:v>
                      </c:pt>
                      <c:pt idx="2215">
                        <c:v>143.18700000000001</c:v>
                      </c:pt>
                      <c:pt idx="2216">
                        <c:v>143.803</c:v>
                      </c:pt>
                      <c:pt idx="2217">
                        <c:v>142.66999999999999</c:v>
                      </c:pt>
                      <c:pt idx="2218">
                        <c:v>143.44200000000001</c:v>
                      </c:pt>
                      <c:pt idx="2219">
                        <c:v>143.24600000000001</c:v>
                      </c:pt>
                      <c:pt idx="2220">
                        <c:v>143.86099999999999</c:v>
                      </c:pt>
                      <c:pt idx="2221">
                        <c:v>143.55199999999999</c:v>
                      </c:pt>
                      <c:pt idx="2222">
                        <c:v>142.01499999999999</c:v>
                      </c:pt>
                      <c:pt idx="2223">
                        <c:v>141.06700000000001</c:v>
                      </c:pt>
                      <c:pt idx="2224">
                        <c:v>143.124</c:v>
                      </c:pt>
                      <c:pt idx="2225">
                        <c:v>144.291</c:v>
                      </c:pt>
                      <c:pt idx="2226">
                        <c:v>145.42099999999999</c:v>
                      </c:pt>
                      <c:pt idx="2227">
                        <c:v>143.346</c:v>
                      </c:pt>
                      <c:pt idx="2228">
                        <c:v>143.49</c:v>
                      </c:pt>
                      <c:pt idx="2229">
                        <c:v>142.55799999999999</c:v>
                      </c:pt>
                      <c:pt idx="2230">
                        <c:v>139.90299999999999</c:v>
                      </c:pt>
                      <c:pt idx="2231">
                        <c:v>138.464</c:v>
                      </c:pt>
                      <c:pt idx="2232">
                        <c:v>142.03800000000001</c:v>
                      </c:pt>
                      <c:pt idx="2233">
                        <c:v>141.10499999999999</c:v>
                      </c:pt>
                      <c:pt idx="2234">
                        <c:v>140.50899999999999</c:v>
                      </c:pt>
                      <c:pt idx="2235">
                        <c:v>140.411</c:v>
                      </c:pt>
                      <c:pt idx="2236">
                        <c:v>139.54499999999999</c:v>
                      </c:pt>
                      <c:pt idx="2237">
                        <c:v>139.68799999999999</c:v>
                      </c:pt>
                      <c:pt idx="2238">
                        <c:v>142.60900000000001</c:v>
                      </c:pt>
                      <c:pt idx="2239">
                        <c:v>141.83500000000001</c:v>
                      </c:pt>
                      <c:pt idx="2240">
                        <c:v>143.52799999999999</c:v>
                      </c:pt>
                      <c:pt idx="2241">
                        <c:v>140.839</c:v>
                      </c:pt>
                      <c:pt idx="2242">
                        <c:v>139.63300000000001</c:v>
                      </c:pt>
                      <c:pt idx="2243">
                        <c:v>138.40299999999999</c:v>
                      </c:pt>
                      <c:pt idx="2244">
                        <c:v>134.309</c:v>
                      </c:pt>
                      <c:pt idx="2245">
                        <c:v>136.143</c:v>
                      </c:pt>
                      <c:pt idx="2246">
                        <c:v>137.87</c:v>
                      </c:pt>
                      <c:pt idx="2247">
                        <c:v>137.959</c:v>
                      </c:pt>
                      <c:pt idx="2248">
                        <c:v>139.011</c:v>
                      </c:pt>
                      <c:pt idx="2249">
                        <c:v>137.43899999999999</c:v>
                      </c:pt>
                      <c:pt idx="2250">
                        <c:v>140.85499999999999</c:v>
                      </c:pt>
                      <c:pt idx="2251">
                        <c:v>142.357</c:v>
                      </c:pt>
                      <c:pt idx="2252">
                        <c:v>144.30000000000001</c:v>
                      </c:pt>
                      <c:pt idx="2253">
                        <c:v>140.66399999999999</c:v>
                      </c:pt>
                      <c:pt idx="2254">
                        <c:v>139.27600000000001</c:v>
                      </c:pt>
                      <c:pt idx="2255">
                        <c:v>139.703</c:v>
                      </c:pt>
                      <c:pt idx="2256">
                        <c:v>139.67699999999999</c:v>
                      </c:pt>
                      <c:pt idx="2257">
                        <c:v>139.483</c:v>
                      </c:pt>
                      <c:pt idx="2258">
                        <c:v>141.20099999999999</c:v>
                      </c:pt>
                      <c:pt idx="2259">
                        <c:v>141.75</c:v>
                      </c:pt>
                      <c:pt idx="2260">
                        <c:v>142.012</c:v>
                      </c:pt>
                      <c:pt idx="2261">
                        <c:v>139.042</c:v>
                      </c:pt>
                      <c:pt idx="2262">
                        <c:v>137.577</c:v>
                      </c:pt>
                      <c:pt idx="2263">
                        <c:v>137.78399999999999</c:v>
                      </c:pt>
                      <c:pt idx="2264">
                        <c:v>137.934</c:v>
                      </c:pt>
                      <c:pt idx="2265">
                        <c:v>137.393</c:v>
                      </c:pt>
                      <c:pt idx="2266">
                        <c:v>136.511</c:v>
                      </c:pt>
                      <c:pt idx="2267">
                        <c:v>135.98699999999999</c:v>
                      </c:pt>
                      <c:pt idx="2268">
                        <c:v>136.452</c:v>
                      </c:pt>
                      <c:pt idx="2269">
                        <c:v>134.16300000000001</c:v>
                      </c:pt>
                      <c:pt idx="2270">
                        <c:v>132.63900000000001</c:v>
                      </c:pt>
                      <c:pt idx="2271">
                        <c:v>132.83199999999999</c:v>
                      </c:pt>
                      <c:pt idx="2272">
                        <c:v>133.27699999999999</c:v>
                      </c:pt>
                      <c:pt idx="2273">
                        <c:v>130.952</c:v>
                      </c:pt>
                      <c:pt idx="2274">
                        <c:v>128.047</c:v>
                      </c:pt>
                      <c:pt idx="2275">
                        <c:v>126.867</c:v>
                      </c:pt>
                      <c:pt idx="2276">
                        <c:v>130.727</c:v>
                      </c:pt>
                      <c:pt idx="2277">
                        <c:v>135.05699999999999</c:v>
                      </c:pt>
                      <c:pt idx="2278">
                        <c:v>135.697</c:v>
                      </c:pt>
                      <c:pt idx="2279">
                        <c:v>135.79900000000001</c:v>
                      </c:pt>
                      <c:pt idx="2280">
                        <c:v>135.76499999999999</c:v>
                      </c:pt>
                      <c:pt idx="2281">
                        <c:v>136.00700000000001</c:v>
                      </c:pt>
                      <c:pt idx="2282">
                        <c:v>136.57499999999999</c:v>
                      </c:pt>
                      <c:pt idx="2283">
                        <c:v>135.55500000000001</c:v>
                      </c:pt>
                      <c:pt idx="2284">
                        <c:v>135.22900000000001</c:v>
                      </c:pt>
                      <c:pt idx="2285">
                        <c:v>131.399</c:v>
                      </c:pt>
                      <c:pt idx="2286">
                        <c:v>129.68600000000001</c:v>
                      </c:pt>
                      <c:pt idx="2287">
                        <c:v>129.322</c:v>
                      </c:pt>
                      <c:pt idx="2288">
                        <c:v>130.423</c:v>
                      </c:pt>
                      <c:pt idx="2289">
                        <c:v>132.601</c:v>
                      </c:pt>
                      <c:pt idx="2290">
                        <c:v>133.404</c:v>
                      </c:pt>
                      <c:pt idx="2291">
                        <c:v>134.404</c:v>
                      </c:pt>
                      <c:pt idx="2292">
                        <c:v>135.667</c:v>
                      </c:pt>
                      <c:pt idx="2293">
                        <c:v>135.518</c:v>
                      </c:pt>
                      <c:pt idx="2294">
                        <c:v>133.68799999999999</c:v>
                      </c:pt>
                      <c:pt idx="2295">
                        <c:v>134.63800000000001</c:v>
                      </c:pt>
                      <c:pt idx="2296">
                        <c:v>132.126</c:v>
                      </c:pt>
                      <c:pt idx="2297">
                        <c:v>131.661</c:v>
                      </c:pt>
                      <c:pt idx="2298">
                        <c:v>131.30000000000001</c:v>
                      </c:pt>
                      <c:pt idx="2299">
                        <c:v>133.21899999999999</c:v>
                      </c:pt>
                      <c:pt idx="2300">
                        <c:v>130.26400000000001</c:v>
                      </c:pt>
                      <c:pt idx="2301">
                        <c:v>130.523</c:v>
                      </c:pt>
                      <c:pt idx="2302">
                        <c:v>129.56399999999999</c:v>
                      </c:pt>
                      <c:pt idx="2303">
                        <c:v>130.99</c:v>
                      </c:pt>
                      <c:pt idx="2304">
                        <c:v>130.97200000000001</c:v>
                      </c:pt>
                      <c:pt idx="2305">
                        <c:v>133.93100000000001</c:v>
                      </c:pt>
                      <c:pt idx="2306">
                        <c:v>137.02099999999999</c:v>
                      </c:pt>
                      <c:pt idx="2307">
                        <c:v>136.54900000000001</c:v>
                      </c:pt>
                      <c:pt idx="2308">
                        <c:v>137.636</c:v>
                      </c:pt>
                      <c:pt idx="2309">
                        <c:v>136.88800000000001</c:v>
                      </c:pt>
                      <c:pt idx="2310">
                        <c:v>137.99799999999999</c:v>
                      </c:pt>
                      <c:pt idx="2311">
                        <c:v>137.488</c:v>
                      </c:pt>
                      <c:pt idx="2312">
                        <c:v>137.916</c:v>
                      </c:pt>
                      <c:pt idx="2313">
                        <c:v>136.00299999999999</c:v>
                      </c:pt>
                      <c:pt idx="2314">
                        <c:v>136.54400000000001</c:v>
                      </c:pt>
                      <c:pt idx="2315">
                        <c:v>137.00399999999999</c:v>
                      </c:pt>
                      <c:pt idx="2316">
                        <c:v>137.39599999999999</c:v>
                      </c:pt>
                      <c:pt idx="2317">
                        <c:v>137.93600000000001</c:v>
                      </c:pt>
                      <c:pt idx="2318">
                        <c:v>138.523</c:v>
                      </c:pt>
                      <c:pt idx="2319">
                        <c:v>137.29</c:v>
                      </c:pt>
                      <c:pt idx="2320">
                        <c:v>139.946</c:v>
                      </c:pt>
                      <c:pt idx="2321">
                        <c:v>140.58799999999999</c:v>
                      </c:pt>
                      <c:pt idx="2322">
                        <c:v>140.03299999999999</c:v>
                      </c:pt>
                      <c:pt idx="2323">
                        <c:v>141.00899999999999</c:v>
                      </c:pt>
                      <c:pt idx="2324">
                        <c:v>142.88399999999999</c:v>
                      </c:pt>
                      <c:pt idx="2325">
                        <c:v>139.17400000000001</c:v>
                      </c:pt>
                      <c:pt idx="2326">
                        <c:v>140.15199999999999</c:v>
                      </c:pt>
                      <c:pt idx="2327">
                        <c:v>140.54</c:v>
                      </c:pt>
                      <c:pt idx="2328">
                        <c:v>139.40299999999999</c:v>
                      </c:pt>
                      <c:pt idx="2329">
                        <c:v>137.94399999999999</c:v>
                      </c:pt>
                      <c:pt idx="2330">
                        <c:v>135.52500000000001</c:v>
                      </c:pt>
                      <c:pt idx="2331">
                        <c:v>135.27099999999999</c:v>
                      </c:pt>
                      <c:pt idx="2332">
                        <c:v>130.52199999999999</c:v>
                      </c:pt>
                      <c:pt idx="2333">
                        <c:v>128.04599999999999</c:v>
                      </c:pt>
                      <c:pt idx="2334">
                        <c:v>127.85899999999999</c:v>
                      </c:pt>
                      <c:pt idx="2335">
                        <c:v>127.792</c:v>
                      </c:pt>
                      <c:pt idx="2336">
                        <c:v>128.15799999999999</c:v>
                      </c:pt>
                      <c:pt idx="2337">
                        <c:v>128.67099999999999</c:v>
                      </c:pt>
                      <c:pt idx="2338">
                        <c:v>129.852</c:v>
                      </c:pt>
                      <c:pt idx="2339">
                        <c:v>130.44900000000001</c:v>
                      </c:pt>
                      <c:pt idx="2340">
                        <c:v>131.76900000000001</c:v>
                      </c:pt>
                      <c:pt idx="2341">
                        <c:v>132.40899999999999</c:v>
                      </c:pt>
                      <c:pt idx="2342">
                        <c:v>134.749</c:v>
                      </c:pt>
                      <c:pt idx="2343">
                        <c:v>135.553</c:v>
                      </c:pt>
                      <c:pt idx="2344">
                        <c:v>136.566</c:v>
                      </c:pt>
                      <c:pt idx="2345">
                        <c:v>139.68</c:v>
                      </c:pt>
                      <c:pt idx="2346">
                        <c:v>138.75299999999999</c:v>
                      </c:pt>
                      <c:pt idx="2347">
                        <c:v>133.52799999999999</c:v>
                      </c:pt>
                      <c:pt idx="2348">
                        <c:v>140.28200000000001</c:v>
                      </c:pt>
                      <c:pt idx="2349">
                        <c:v>140.398</c:v>
                      </c:pt>
                      <c:pt idx="2350">
                        <c:v>142.714</c:v>
                      </c:pt>
                      <c:pt idx="2351">
                        <c:v>141.251</c:v>
                      </c:pt>
                      <c:pt idx="2352">
                        <c:v>142.91800000000001</c:v>
                      </c:pt>
                      <c:pt idx="2353">
                        <c:v>140.102</c:v>
                      </c:pt>
                      <c:pt idx="2354">
                        <c:v>136.321</c:v>
                      </c:pt>
                      <c:pt idx="2355">
                        <c:v>131.43799999999999</c:v>
                      </c:pt>
                      <c:pt idx="2356">
                        <c:v>126.884</c:v>
                      </c:pt>
                      <c:pt idx="2357">
                        <c:v>122.367</c:v>
                      </c:pt>
                      <c:pt idx="2358">
                        <c:v>129.435</c:v>
                      </c:pt>
                      <c:pt idx="2359">
                        <c:v>130.01499999999999</c:v>
                      </c:pt>
                      <c:pt idx="2360">
                        <c:v>131.27500000000001</c:v>
                      </c:pt>
                      <c:pt idx="2361">
                        <c:v>134.553</c:v>
                      </c:pt>
                      <c:pt idx="2362">
                        <c:v>135.238</c:v>
                      </c:pt>
                      <c:pt idx="2363">
                        <c:v>134.12200000000001</c:v>
                      </c:pt>
                      <c:pt idx="2364">
                        <c:v>132.19499999999999</c:v>
                      </c:pt>
                      <c:pt idx="2365">
                        <c:v>131.059</c:v>
                      </c:pt>
                      <c:pt idx="2366">
                        <c:v>128.155</c:v>
                      </c:pt>
                      <c:pt idx="2367">
                        <c:v>127.896</c:v>
                      </c:pt>
                      <c:pt idx="2368">
                        <c:v>127.56699999999999</c:v>
                      </c:pt>
                      <c:pt idx="2369">
                        <c:v>125.64700000000001</c:v>
                      </c:pt>
                      <c:pt idx="2370">
                        <c:v>125.04900000000001</c:v>
                      </c:pt>
                      <c:pt idx="2371">
                        <c:v>123.062</c:v>
                      </c:pt>
                      <c:pt idx="2372">
                        <c:v>120.584</c:v>
                      </c:pt>
                      <c:pt idx="2373">
                        <c:v>119.49</c:v>
                      </c:pt>
                      <c:pt idx="2374">
                        <c:v>119.414</c:v>
                      </c:pt>
                      <c:pt idx="2375">
                        <c:v>119.55200000000001</c:v>
                      </c:pt>
                      <c:pt idx="2376">
                        <c:v>119.867</c:v>
                      </c:pt>
                      <c:pt idx="2377">
                        <c:v>118.85</c:v>
                      </c:pt>
                      <c:pt idx="2378">
                        <c:v>121.80200000000001</c:v>
                      </c:pt>
                      <c:pt idx="2379">
                        <c:v>120.73399999999999</c:v>
                      </c:pt>
                      <c:pt idx="2380">
                        <c:v>122.876</c:v>
                      </c:pt>
                      <c:pt idx="2381">
                        <c:v>127.79</c:v>
                      </c:pt>
                      <c:pt idx="2382">
                        <c:v>129.054</c:v>
                      </c:pt>
                      <c:pt idx="2383">
                        <c:v>131.98400000000001</c:v>
                      </c:pt>
                      <c:pt idx="2384">
                        <c:v>133.9</c:v>
                      </c:pt>
                      <c:pt idx="2385">
                        <c:v>135.029</c:v>
                      </c:pt>
                      <c:pt idx="2386">
                        <c:v>138.52099999999999</c:v>
                      </c:pt>
                      <c:pt idx="2387">
                        <c:v>140.76900000000001</c:v>
                      </c:pt>
                      <c:pt idx="2388">
                        <c:v>141.96199999999999</c:v>
                      </c:pt>
                      <c:pt idx="2389">
                        <c:v>144.041</c:v>
                      </c:pt>
                      <c:pt idx="2390">
                        <c:v>146.05699999999999</c:v>
                      </c:pt>
                      <c:pt idx="2391">
                        <c:v>147.32499999999999</c:v>
                      </c:pt>
                      <c:pt idx="2392">
                        <c:v>151.81</c:v>
                      </c:pt>
                      <c:pt idx="2393">
                        <c:v>154.19300000000001</c:v>
                      </c:pt>
                      <c:pt idx="2394">
                        <c:v>157.75899999999999</c:v>
                      </c:pt>
                      <c:pt idx="2395">
                        <c:v>166.49299999999999</c:v>
                      </c:pt>
                      <c:pt idx="2396">
                        <c:v>172.934</c:v>
                      </c:pt>
                      <c:pt idx="2397">
                        <c:v>171.69499999999999</c:v>
                      </c:pt>
                      <c:pt idx="2398">
                        <c:v>176.53299999999999</c:v>
                      </c:pt>
                      <c:pt idx="2399">
                        <c:v>185.804</c:v>
                      </c:pt>
                      <c:pt idx="2400">
                        <c:v>189.23</c:v>
                      </c:pt>
                      <c:pt idx="2401">
                        <c:v>166.28899999999999</c:v>
                      </c:pt>
                      <c:pt idx="2402">
                        <c:v>167.53</c:v>
                      </c:pt>
                      <c:pt idx="2403">
                        <c:v>178.80500000000001</c:v>
                      </c:pt>
                      <c:pt idx="2404">
                        <c:v>184.14599999999999</c:v>
                      </c:pt>
                      <c:pt idx="2405">
                        <c:v>187.333</c:v>
                      </c:pt>
                      <c:pt idx="2406">
                        <c:v>198.333</c:v>
                      </c:pt>
                      <c:pt idx="2407">
                        <c:v>226.06100000000001</c:v>
                      </c:pt>
                      <c:pt idx="2408">
                        <c:v>211.78899999999999</c:v>
                      </c:pt>
                      <c:pt idx="2409">
                        <c:v>211.96700000000001</c:v>
                      </c:pt>
                      <c:pt idx="2410">
                        <c:v>192.001</c:v>
                      </c:pt>
                      <c:pt idx="2411">
                        <c:v>184.87100000000001</c:v>
                      </c:pt>
                      <c:pt idx="2412">
                        <c:v>188.40799999999999</c:v>
                      </c:pt>
                      <c:pt idx="2413">
                        <c:v>187.58600000000001</c:v>
                      </c:pt>
                      <c:pt idx="2414">
                        <c:v>189.42400000000001</c:v>
                      </c:pt>
                      <c:pt idx="2415">
                        <c:v>191.08500000000001</c:v>
                      </c:pt>
                      <c:pt idx="2416">
                        <c:v>199.88</c:v>
                      </c:pt>
                      <c:pt idx="2417">
                        <c:v>205.24700000000001</c:v>
                      </c:pt>
                      <c:pt idx="2418">
                        <c:v>202.09399999999999</c:v>
                      </c:pt>
                      <c:pt idx="2419">
                        <c:v>193.6</c:v>
                      </c:pt>
                      <c:pt idx="2420">
                        <c:v>194.38300000000001</c:v>
                      </c:pt>
                      <c:pt idx="2421">
                        <c:v>185.255</c:v>
                      </c:pt>
                      <c:pt idx="2422">
                        <c:v>183.613</c:v>
                      </c:pt>
                      <c:pt idx="2423">
                        <c:v>174.70500000000001</c:v>
                      </c:pt>
                      <c:pt idx="2424">
                        <c:v>173.21199999999999</c:v>
                      </c:pt>
                      <c:pt idx="2425">
                        <c:v>168.86199999999999</c:v>
                      </c:pt>
                      <c:pt idx="2426">
                        <c:v>163.298</c:v>
                      </c:pt>
                      <c:pt idx="2427">
                        <c:v>165.268</c:v>
                      </c:pt>
                      <c:pt idx="2428">
                        <c:v>164.154</c:v>
                      </c:pt>
                      <c:pt idx="2429">
                        <c:v>163.56299999999999</c:v>
                      </c:pt>
                      <c:pt idx="2430">
                        <c:v>169.929</c:v>
                      </c:pt>
                      <c:pt idx="2431">
                        <c:v>172.221</c:v>
                      </c:pt>
                      <c:pt idx="2432">
                        <c:v>175.83500000000001</c:v>
                      </c:pt>
                      <c:pt idx="2433">
                        <c:v>180.53399999999999</c:v>
                      </c:pt>
                      <c:pt idx="2434">
                        <c:v>180.89599999999999</c:v>
                      </c:pt>
                      <c:pt idx="2435">
                        <c:v>176.32900000000001</c:v>
                      </c:pt>
                      <c:pt idx="2436">
                        <c:v>175.31899999999999</c:v>
                      </c:pt>
                      <c:pt idx="2437">
                        <c:v>171.14699999999999</c:v>
                      </c:pt>
                      <c:pt idx="2438">
                        <c:v>171.244</c:v>
                      </c:pt>
                      <c:pt idx="2439">
                        <c:v>174.58099999999999</c:v>
                      </c:pt>
                      <c:pt idx="2440">
                        <c:v>176.476</c:v>
                      </c:pt>
                      <c:pt idx="2441">
                        <c:v>173.84399999999999</c:v>
                      </c:pt>
                      <c:pt idx="2442">
                        <c:v>171.352</c:v>
                      </c:pt>
                      <c:pt idx="2443">
                        <c:v>165.87799999999999</c:v>
                      </c:pt>
                      <c:pt idx="2444">
                        <c:v>162.38499999999999</c:v>
                      </c:pt>
                      <c:pt idx="2445">
                        <c:v>165.048</c:v>
                      </c:pt>
                      <c:pt idx="2446">
                        <c:v>173.44499999999999</c:v>
                      </c:pt>
                      <c:pt idx="2447">
                        <c:v>175.68199999999999</c:v>
                      </c:pt>
                      <c:pt idx="2448">
                        <c:v>185.965</c:v>
                      </c:pt>
                      <c:pt idx="2449">
                        <c:v>185.09100000000001</c:v>
                      </c:pt>
                      <c:pt idx="2450">
                        <c:v>193.30099999999999</c:v>
                      </c:pt>
                      <c:pt idx="2451">
                        <c:v>186.60599999999999</c:v>
                      </c:pt>
                      <c:pt idx="2452">
                        <c:v>175.33</c:v>
                      </c:pt>
                      <c:pt idx="2453">
                        <c:v>175.08</c:v>
                      </c:pt>
                      <c:pt idx="2454">
                        <c:v>179.47900000000001</c:v>
                      </c:pt>
                      <c:pt idx="2455">
                        <c:v>181.96</c:v>
                      </c:pt>
                      <c:pt idx="2456">
                        <c:v>180.989</c:v>
                      </c:pt>
                      <c:pt idx="2457">
                        <c:v>182.97900000000001</c:v>
                      </c:pt>
                      <c:pt idx="2458">
                        <c:v>183.92699999999999</c:v>
                      </c:pt>
                      <c:pt idx="2459">
                        <c:v>185.69399999999999</c:v>
                      </c:pt>
                      <c:pt idx="2460">
                        <c:v>186.11</c:v>
                      </c:pt>
                      <c:pt idx="2461">
                        <c:v>183.40100000000001</c:v>
                      </c:pt>
                      <c:pt idx="2462">
                        <c:v>176.78700000000001</c:v>
                      </c:pt>
                      <c:pt idx="2463">
                        <c:v>171.80199999999999</c:v>
                      </c:pt>
                      <c:pt idx="2464">
                        <c:v>170.185</c:v>
                      </c:pt>
                      <c:pt idx="2465">
                        <c:v>167.14500000000001</c:v>
                      </c:pt>
                      <c:pt idx="2466">
                        <c:v>166.44900000000001</c:v>
                      </c:pt>
                      <c:pt idx="2467">
                        <c:v>163.041</c:v>
                      </c:pt>
                      <c:pt idx="2468">
                        <c:v>160.501</c:v>
                      </c:pt>
                      <c:pt idx="2469">
                        <c:v>154.17699999999999</c:v>
                      </c:pt>
                      <c:pt idx="2470">
                        <c:v>149.24</c:v>
                      </c:pt>
                      <c:pt idx="2471">
                        <c:v>148.14099999999999</c:v>
                      </c:pt>
                      <c:pt idx="2472">
                        <c:v>154.84100000000001</c:v>
                      </c:pt>
                      <c:pt idx="2473">
                        <c:v>158.63300000000001</c:v>
                      </c:pt>
                      <c:pt idx="2474">
                        <c:v>161.773</c:v>
                      </c:pt>
                      <c:pt idx="2475">
                        <c:v>164.12299999999999</c:v>
                      </c:pt>
                      <c:pt idx="2476">
                        <c:v>168.29599999999999</c:v>
                      </c:pt>
                      <c:pt idx="2477">
                        <c:v>174.761</c:v>
                      </c:pt>
                      <c:pt idx="2478">
                        <c:v>177.61199999999999</c:v>
                      </c:pt>
                      <c:pt idx="2479">
                        <c:v>175.61500000000001</c:v>
                      </c:pt>
                      <c:pt idx="2480">
                        <c:v>176.52699999999999</c:v>
                      </c:pt>
                      <c:pt idx="2481">
                        <c:v>177.42599999999999</c:v>
                      </c:pt>
                      <c:pt idx="2482">
                        <c:v>173.72499999999999</c:v>
                      </c:pt>
                      <c:pt idx="2483">
                        <c:v>172.167</c:v>
                      </c:pt>
                      <c:pt idx="2484">
                        <c:v>170.62899999999999</c:v>
                      </c:pt>
                      <c:pt idx="2485">
                        <c:v>170.06</c:v>
                      </c:pt>
                      <c:pt idx="2486">
                        <c:v>166.11</c:v>
                      </c:pt>
                      <c:pt idx="2487">
                        <c:v>165.52699999999999</c:v>
                      </c:pt>
                      <c:pt idx="2488">
                        <c:v>163.416</c:v>
                      </c:pt>
                      <c:pt idx="2489">
                        <c:v>164.821</c:v>
                      </c:pt>
                      <c:pt idx="2490">
                        <c:v>161.78899999999999</c:v>
                      </c:pt>
                      <c:pt idx="2491">
                        <c:v>162.983</c:v>
                      </c:pt>
                      <c:pt idx="2492">
                        <c:v>164.31399999999999</c:v>
                      </c:pt>
                      <c:pt idx="2493">
                        <c:v>169.71899999999999</c:v>
                      </c:pt>
                      <c:pt idx="2494">
                        <c:v>165.226</c:v>
                      </c:pt>
                      <c:pt idx="2495">
                        <c:v>166.471</c:v>
                      </c:pt>
                      <c:pt idx="2496">
                        <c:v>167.61799999999999</c:v>
                      </c:pt>
                      <c:pt idx="2497">
                        <c:v>167.292</c:v>
                      </c:pt>
                      <c:pt idx="2498">
                        <c:v>166.077</c:v>
                      </c:pt>
                      <c:pt idx="2499">
                        <c:v>165.75800000000001</c:v>
                      </c:pt>
                      <c:pt idx="2500">
                        <c:v>166.46199999999999</c:v>
                      </c:pt>
                      <c:pt idx="2501">
                        <c:v>168.77600000000001</c:v>
                      </c:pt>
                      <c:pt idx="2502">
                        <c:v>170.69499999999999</c:v>
                      </c:pt>
                      <c:pt idx="2503">
                        <c:v>169.589</c:v>
                      </c:pt>
                      <c:pt idx="2504">
                        <c:v>176.29900000000001</c:v>
                      </c:pt>
                      <c:pt idx="2505">
                        <c:v>172.93299999999999</c:v>
                      </c:pt>
                      <c:pt idx="2506">
                        <c:v>171.38499999999999</c:v>
                      </c:pt>
                      <c:pt idx="2507">
                        <c:v>174.94</c:v>
                      </c:pt>
                      <c:pt idx="2508">
                        <c:v>176.07499999999999</c:v>
                      </c:pt>
                      <c:pt idx="2509">
                        <c:v>178.71</c:v>
                      </c:pt>
                      <c:pt idx="2510">
                        <c:v>176.81399999999999</c:v>
                      </c:pt>
                      <c:pt idx="2511">
                        <c:v>172.46600000000001</c:v>
                      </c:pt>
                      <c:pt idx="2512">
                        <c:v>167.905</c:v>
                      </c:pt>
                      <c:pt idx="2513">
                        <c:v>162.24</c:v>
                      </c:pt>
                      <c:pt idx="2514">
                        <c:v>168.57300000000001</c:v>
                      </c:pt>
                      <c:pt idx="2515">
                        <c:v>173.876</c:v>
                      </c:pt>
                      <c:pt idx="2516">
                        <c:v>171.70699999999999</c:v>
                      </c:pt>
                      <c:pt idx="2517">
                        <c:v>168.67099999999999</c:v>
                      </c:pt>
                      <c:pt idx="2518">
                        <c:v>169.69300000000001</c:v>
                      </c:pt>
                      <c:pt idx="2519">
                        <c:v>169.85400000000001</c:v>
                      </c:pt>
                      <c:pt idx="2520">
                        <c:v>171.12799999999999</c:v>
                      </c:pt>
                      <c:pt idx="2521">
                        <c:v>172.60900000000001</c:v>
                      </c:pt>
                      <c:pt idx="2522">
                        <c:v>172.60900000000001</c:v>
                      </c:pt>
                      <c:pt idx="2523">
                        <c:v>177.38</c:v>
                      </c:pt>
                      <c:pt idx="2524">
                        <c:v>177.98699999999999</c:v>
                      </c:pt>
                      <c:pt idx="2525">
                        <c:v>178.27099999999999</c:v>
                      </c:pt>
                      <c:pt idx="2526">
                        <c:v>175.19300000000001</c:v>
                      </c:pt>
                      <c:pt idx="2527">
                        <c:v>167.16800000000001</c:v>
                      </c:pt>
                      <c:pt idx="2528">
                        <c:v>165.15899999999999</c:v>
                      </c:pt>
                      <c:pt idx="2529">
                        <c:v>164.779</c:v>
                      </c:pt>
                      <c:pt idx="2530">
                        <c:v>166.541</c:v>
                      </c:pt>
                      <c:pt idx="2531">
                        <c:v>158.542</c:v>
                      </c:pt>
                      <c:pt idx="2532">
                        <c:v>160.03399999999999</c:v>
                      </c:pt>
                      <c:pt idx="2533">
                        <c:v>161.95699999999999</c:v>
                      </c:pt>
                      <c:pt idx="2534">
                        <c:v>161.53800000000001</c:v>
                      </c:pt>
                      <c:pt idx="2535">
                        <c:v>157.423</c:v>
                      </c:pt>
                      <c:pt idx="2536">
                        <c:v>155.83099999999999</c:v>
                      </c:pt>
                      <c:pt idx="2537">
                        <c:v>163.899</c:v>
                      </c:pt>
                      <c:pt idx="2538">
                        <c:v>163.84100000000001</c:v>
                      </c:pt>
                      <c:pt idx="2539">
                        <c:v>163.79</c:v>
                      </c:pt>
                      <c:pt idx="2540">
                        <c:v>162.35</c:v>
                      </c:pt>
                      <c:pt idx="2541">
                        <c:v>162.84</c:v>
                      </c:pt>
                      <c:pt idx="2542">
                        <c:v>162.54599999999999</c:v>
                      </c:pt>
                      <c:pt idx="2543">
                        <c:v>166.14500000000001</c:v>
                      </c:pt>
                      <c:pt idx="2544">
                        <c:v>166.50800000000001</c:v>
                      </c:pt>
                      <c:pt idx="2545">
                        <c:v>164.33500000000001</c:v>
                      </c:pt>
                      <c:pt idx="2546">
                        <c:v>169.41300000000001</c:v>
                      </c:pt>
                      <c:pt idx="2547">
                        <c:v>167.37</c:v>
                      </c:pt>
                      <c:pt idx="2548">
                        <c:v>169.62200000000001</c:v>
                      </c:pt>
                      <c:pt idx="2549">
                        <c:v>170.608</c:v>
                      </c:pt>
                      <c:pt idx="2550">
                        <c:v>173.20699999999999</c:v>
                      </c:pt>
                      <c:pt idx="2551">
                        <c:v>171.815</c:v>
                      </c:pt>
                      <c:pt idx="2552">
                        <c:v>170.86199999999999</c:v>
                      </c:pt>
                      <c:pt idx="2553">
                        <c:v>173.196</c:v>
                      </c:pt>
                      <c:pt idx="2554">
                        <c:v>170.30699999999999</c:v>
                      </c:pt>
                      <c:pt idx="2555">
                        <c:v>167.03899999999999</c:v>
                      </c:pt>
                      <c:pt idx="2556">
                        <c:v>167.35900000000001</c:v>
                      </c:pt>
                      <c:pt idx="2557">
                        <c:v>165.30600000000001</c:v>
                      </c:pt>
                      <c:pt idx="2558">
                        <c:v>165.60400000000001</c:v>
                      </c:pt>
                      <c:pt idx="2559">
                        <c:v>168.27699999999999</c:v>
                      </c:pt>
                      <c:pt idx="2560">
                        <c:v>171.96700000000001</c:v>
                      </c:pt>
                      <c:pt idx="2561">
                        <c:v>180.16200000000001</c:v>
                      </c:pt>
                      <c:pt idx="2562">
                        <c:v>187.649</c:v>
                      </c:pt>
                      <c:pt idx="2563">
                        <c:v>182.249</c:v>
                      </c:pt>
                      <c:pt idx="2564">
                        <c:v>175.34100000000001</c:v>
                      </c:pt>
                      <c:pt idx="2565">
                        <c:v>184.71799999999999</c:v>
                      </c:pt>
                      <c:pt idx="2566">
                        <c:v>184.99199999999999</c:v>
                      </c:pt>
                      <c:pt idx="2567">
                        <c:v>180.66300000000001</c:v>
                      </c:pt>
                      <c:pt idx="2568">
                        <c:v>184.97399999999999</c:v>
                      </c:pt>
                      <c:pt idx="2569">
                        <c:v>177.93600000000001</c:v>
                      </c:pt>
                      <c:pt idx="2570">
                        <c:v>175.01</c:v>
                      </c:pt>
                      <c:pt idx="2571">
                        <c:v>172.66499999999999</c:v>
                      </c:pt>
                      <c:pt idx="2572">
                        <c:v>169.42699999999999</c:v>
                      </c:pt>
                      <c:pt idx="2573">
                        <c:v>172.411</c:v>
                      </c:pt>
                      <c:pt idx="2574">
                        <c:v>170.17</c:v>
                      </c:pt>
                      <c:pt idx="2575">
                        <c:v>171.45099999999999</c:v>
                      </c:pt>
                      <c:pt idx="2576">
                        <c:v>172.60900000000001</c:v>
                      </c:pt>
                      <c:pt idx="2577">
                        <c:v>171.14699999999999</c:v>
                      </c:pt>
                      <c:pt idx="2578">
                        <c:v>169.19499999999999</c:v>
                      </c:pt>
                      <c:pt idx="2579">
                        <c:v>170.291</c:v>
                      </c:pt>
                      <c:pt idx="2580">
                        <c:v>172.60900000000001</c:v>
                      </c:pt>
                      <c:pt idx="2581">
                        <c:v>166.33799999999999</c:v>
                      </c:pt>
                      <c:pt idx="2582">
                        <c:v>165.99</c:v>
                      </c:pt>
                      <c:pt idx="2583">
                        <c:v>164.06800000000001</c:v>
                      </c:pt>
                      <c:pt idx="2584">
                        <c:v>158.768</c:v>
                      </c:pt>
                      <c:pt idx="2585">
                        <c:v>163.81200000000001</c:v>
                      </c:pt>
                      <c:pt idx="2586">
                        <c:v>163.74799999999999</c:v>
                      </c:pt>
                      <c:pt idx="2587">
                        <c:v>167.06200000000001</c:v>
                      </c:pt>
                      <c:pt idx="2588">
                        <c:v>168.71100000000001</c:v>
                      </c:pt>
                      <c:pt idx="2589">
                        <c:v>164.83699999999999</c:v>
                      </c:pt>
                      <c:pt idx="2590">
                        <c:v>162.25200000000001</c:v>
                      </c:pt>
                      <c:pt idx="2591">
                        <c:v>159.78899999999999</c:v>
                      </c:pt>
                      <c:pt idx="2592">
                        <c:v>160.60900000000001</c:v>
                      </c:pt>
                      <c:pt idx="2593">
                        <c:v>162.26599999999999</c:v>
                      </c:pt>
                      <c:pt idx="2594">
                        <c:v>164.696</c:v>
                      </c:pt>
                      <c:pt idx="2595">
                        <c:v>165.114</c:v>
                      </c:pt>
                      <c:pt idx="2596">
                        <c:v>167.80699999999999</c:v>
                      </c:pt>
                      <c:pt idx="2597">
                        <c:v>167.52500000000001</c:v>
                      </c:pt>
                      <c:pt idx="2598">
                        <c:v>166.69300000000001</c:v>
                      </c:pt>
                      <c:pt idx="2599">
                        <c:v>161.58799999999999</c:v>
                      </c:pt>
                      <c:pt idx="2600">
                        <c:v>160.63499999999999</c:v>
                      </c:pt>
                      <c:pt idx="2601">
                        <c:v>165.59700000000001</c:v>
                      </c:pt>
                      <c:pt idx="2602">
                        <c:v>163.42699999999999</c:v>
                      </c:pt>
                      <c:pt idx="2603">
                        <c:v>160.21</c:v>
                      </c:pt>
                      <c:pt idx="2604">
                        <c:v>157.19200000000001</c:v>
                      </c:pt>
                      <c:pt idx="2605">
                        <c:v>156.124</c:v>
                      </c:pt>
                      <c:pt idx="2606">
                        <c:v>154.93199999999999</c:v>
                      </c:pt>
                      <c:pt idx="2607">
                        <c:v>155.79400000000001</c:v>
                      </c:pt>
                      <c:pt idx="2608">
                        <c:v>158.14699999999999</c:v>
                      </c:pt>
                      <c:pt idx="2609">
                        <c:v>156.37</c:v>
                      </c:pt>
                      <c:pt idx="2610">
                        <c:v>154.536</c:v>
                      </c:pt>
                      <c:pt idx="2611">
                        <c:v>155.53299999999999</c:v>
                      </c:pt>
                      <c:pt idx="2612">
                        <c:v>152.982</c:v>
                      </c:pt>
                      <c:pt idx="2613">
                        <c:v>148.30799999999999</c:v>
                      </c:pt>
                      <c:pt idx="2614">
                        <c:v>150.00899999999999</c:v>
                      </c:pt>
                      <c:pt idx="2615">
                        <c:v>146.601</c:v>
                      </c:pt>
                      <c:pt idx="2616">
                        <c:v>147.81200000000001</c:v>
                      </c:pt>
                      <c:pt idx="2617">
                        <c:v>149.15899999999999</c:v>
                      </c:pt>
                      <c:pt idx="2618">
                        <c:v>148.02199999999999</c:v>
                      </c:pt>
                      <c:pt idx="2619">
                        <c:v>149.041</c:v>
                      </c:pt>
                      <c:pt idx="2620">
                        <c:v>148.452</c:v>
                      </c:pt>
                      <c:pt idx="2621">
                        <c:v>147.30699999999999</c:v>
                      </c:pt>
                      <c:pt idx="2622">
                        <c:v>147.154</c:v>
                      </c:pt>
                      <c:pt idx="2623">
                        <c:v>145.41399999999999</c:v>
                      </c:pt>
                      <c:pt idx="2624">
                        <c:v>145.19</c:v>
                      </c:pt>
                      <c:pt idx="2625">
                        <c:v>147.69800000000001</c:v>
                      </c:pt>
                      <c:pt idx="2626">
                        <c:v>146.72300000000001</c:v>
                      </c:pt>
                      <c:pt idx="2627">
                        <c:v>149.03</c:v>
                      </c:pt>
                      <c:pt idx="2628">
                        <c:v>148.898</c:v>
                      </c:pt>
                      <c:pt idx="2629">
                        <c:v>146.786</c:v>
                      </c:pt>
                      <c:pt idx="2630">
                        <c:v>143.51</c:v>
                      </c:pt>
                      <c:pt idx="2631">
                        <c:v>142.97999999999999</c:v>
                      </c:pt>
                      <c:pt idx="2632">
                        <c:v>141.88800000000001</c:v>
                      </c:pt>
                      <c:pt idx="2633">
                        <c:v>141.30099999999999</c:v>
                      </c:pt>
                      <c:pt idx="2634">
                        <c:v>141.45599999999999</c:v>
                      </c:pt>
                      <c:pt idx="2635">
                        <c:v>140.19900000000001</c:v>
                      </c:pt>
                      <c:pt idx="2636">
                        <c:v>137.88499999999999</c:v>
                      </c:pt>
                      <c:pt idx="2637">
                        <c:v>136.93</c:v>
                      </c:pt>
                      <c:pt idx="2638">
                        <c:v>136.88900000000001</c:v>
                      </c:pt>
                      <c:pt idx="2639">
                        <c:v>135.82900000000001</c:v>
                      </c:pt>
                      <c:pt idx="2640">
                        <c:v>137.155</c:v>
                      </c:pt>
                      <c:pt idx="2641">
                        <c:v>141.33699999999999</c:v>
                      </c:pt>
                      <c:pt idx="2642">
                        <c:v>140.50299999999999</c:v>
                      </c:pt>
                      <c:pt idx="2643">
                        <c:v>134.34399999999999</c:v>
                      </c:pt>
                      <c:pt idx="2644">
                        <c:v>139.00299999999999</c:v>
                      </c:pt>
                      <c:pt idx="2645">
                        <c:v>134.471</c:v>
                      </c:pt>
                      <c:pt idx="2646">
                        <c:v>137.50299999999999</c:v>
                      </c:pt>
                      <c:pt idx="2647">
                        <c:v>131.71799999999999</c:v>
                      </c:pt>
                      <c:pt idx="2648">
                        <c:v>131.45400000000001</c:v>
                      </c:pt>
                      <c:pt idx="2649">
                        <c:v>131.607</c:v>
                      </c:pt>
                      <c:pt idx="2650">
                        <c:v>131.32400000000001</c:v>
                      </c:pt>
                      <c:pt idx="2651">
                        <c:v>132.33699999999999</c:v>
                      </c:pt>
                      <c:pt idx="2652">
                        <c:v>131.328</c:v>
                      </c:pt>
                      <c:pt idx="2653">
                        <c:v>131.34800000000001</c:v>
                      </c:pt>
                      <c:pt idx="2654">
                        <c:v>132.33699999999999</c:v>
                      </c:pt>
                      <c:pt idx="2655">
                        <c:v>133.01</c:v>
                      </c:pt>
                      <c:pt idx="2656">
                        <c:v>131.40299999999999</c:v>
                      </c:pt>
                      <c:pt idx="2657">
                        <c:v>125.801</c:v>
                      </c:pt>
                      <c:pt idx="2658">
                        <c:v>126.67</c:v>
                      </c:pt>
                      <c:pt idx="2659">
                        <c:v>127.503</c:v>
                      </c:pt>
                      <c:pt idx="2660">
                        <c:v>126.67</c:v>
                      </c:pt>
                      <c:pt idx="2661">
                        <c:v>128.00299999999999</c:v>
                      </c:pt>
                      <c:pt idx="2662">
                        <c:v>126.538</c:v>
                      </c:pt>
                      <c:pt idx="2663">
                        <c:v>125.503</c:v>
                      </c:pt>
                      <c:pt idx="2664">
                        <c:v>124.837</c:v>
                      </c:pt>
                      <c:pt idx="2665">
                        <c:v>123.337</c:v>
                      </c:pt>
                      <c:pt idx="2666">
                        <c:v>122.91200000000001</c:v>
                      </c:pt>
                      <c:pt idx="2667">
                        <c:v>125.67</c:v>
                      </c:pt>
                      <c:pt idx="2668">
                        <c:v>126.67</c:v>
                      </c:pt>
                      <c:pt idx="2669">
                        <c:v>128.32</c:v>
                      </c:pt>
                      <c:pt idx="2670">
                        <c:v>125.95</c:v>
                      </c:pt>
                      <c:pt idx="2671">
                        <c:v>126.041</c:v>
                      </c:pt>
                      <c:pt idx="2672">
                        <c:v>126.407</c:v>
                      </c:pt>
                      <c:pt idx="2673">
                        <c:v>129.29599999999999</c:v>
                      </c:pt>
                      <c:pt idx="2674">
                        <c:v>127.003</c:v>
                      </c:pt>
                      <c:pt idx="2675">
                        <c:v>128.83699999999999</c:v>
                      </c:pt>
                      <c:pt idx="2676">
                        <c:v>130.05199999999999</c:v>
                      </c:pt>
                      <c:pt idx="2677">
                        <c:v>129.95599999999999</c:v>
                      </c:pt>
                      <c:pt idx="2678">
                        <c:v>129.393</c:v>
                      </c:pt>
                      <c:pt idx="2679">
                        <c:v>129.65100000000001</c:v>
                      </c:pt>
                      <c:pt idx="2680">
                        <c:v>128.83699999999999</c:v>
                      </c:pt>
                      <c:pt idx="2681">
                        <c:v>129.16999999999999</c:v>
                      </c:pt>
                      <c:pt idx="2682">
                        <c:v>130.83699999999999</c:v>
                      </c:pt>
                      <c:pt idx="2683">
                        <c:v>131.83699999999999</c:v>
                      </c:pt>
                      <c:pt idx="2684">
                        <c:v>133.83699999999999</c:v>
                      </c:pt>
                      <c:pt idx="2685">
                        <c:v>135.62799999999999</c:v>
                      </c:pt>
                      <c:pt idx="2686">
                        <c:v>137.83699999999999</c:v>
                      </c:pt>
                      <c:pt idx="2687">
                        <c:v>135.88399999999999</c:v>
                      </c:pt>
                      <c:pt idx="2688">
                        <c:v>135.50299999999999</c:v>
                      </c:pt>
                      <c:pt idx="2689">
                        <c:v>131.51599999999999</c:v>
                      </c:pt>
                      <c:pt idx="2690">
                        <c:v>129.89400000000001</c:v>
                      </c:pt>
                      <c:pt idx="2691">
                        <c:v>131.50299999999999</c:v>
                      </c:pt>
                      <c:pt idx="2692">
                        <c:v>132.83699999999999</c:v>
                      </c:pt>
                      <c:pt idx="2693">
                        <c:v>135.66999999999999</c:v>
                      </c:pt>
                      <c:pt idx="2694">
                        <c:v>137.50299999999999</c:v>
                      </c:pt>
                      <c:pt idx="2695">
                        <c:v>137.17599999999999</c:v>
                      </c:pt>
                      <c:pt idx="2696">
                        <c:v>140.22</c:v>
                      </c:pt>
                      <c:pt idx="2697">
                        <c:v>141.095</c:v>
                      </c:pt>
                      <c:pt idx="2698">
                        <c:v>139.50299999999999</c:v>
                      </c:pt>
                      <c:pt idx="2699">
                        <c:v>142.00299999999999</c:v>
                      </c:pt>
                      <c:pt idx="2700">
                        <c:v>141.96600000000001</c:v>
                      </c:pt>
                      <c:pt idx="2701">
                        <c:v>141.54900000000001</c:v>
                      </c:pt>
                      <c:pt idx="2702">
                        <c:v>141.917</c:v>
                      </c:pt>
                      <c:pt idx="2703">
                        <c:v>137.38200000000001</c:v>
                      </c:pt>
                      <c:pt idx="2704">
                        <c:v>133.435</c:v>
                      </c:pt>
                      <c:pt idx="2705">
                        <c:v>129.35400000000001</c:v>
                      </c:pt>
                      <c:pt idx="2706">
                        <c:v>126.81</c:v>
                      </c:pt>
                      <c:pt idx="2707">
                        <c:v>126.999</c:v>
                      </c:pt>
                      <c:pt idx="2708">
                        <c:v>125.117</c:v>
                      </c:pt>
                      <c:pt idx="2709">
                        <c:v>123.587</c:v>
                      </c:pt>
                      <c:pt idx="2710">
                        <c:v>124.358</c:v>
                      </c:pt>
                      <c:pt idx="2711">
                        <c:v>124.34</c:v>
                      </c:pt>
                      <c:pt idx="2712">
                        <c:v>125.411</c:v>
                      </c:pt>
                      <c:pt idx="2713">
                        <c:v>125.633</c:v>
                      </c:pt>
                      <c:pt idx="2714">
                        <c:v>123.34099999999999</c:v>
                      </c:pt>
                      <c:pt idx="2715">
                        <c:v>123.249</c:v>
                      </c:pt>
                      <c:pt idx="2716">
                        <c:v>126.003</c:v>
                      </c:pt>
                      <c:pt idx="2717">
                        <c:v>126.503</c:v>
                      </c:pt>
                      <c:pt idx="2718">
                        <c:v>123.739</c:v>
                      </c:pt>
                      <c:pt idx="2719">
                        <c:v>126.837</c:v>
                      </c:pt>
                      <c:pt idx="2720">
                        <c:v>125.837</c:v>
                      </c:pt>
                      <c:pt idx="2721">
                        <c:v>128.83699999999999</c:v>
                      </c:pt>
                      <c:pt idx="2722">
                        <c:v>124.983</c:v>
                      </c:pt>
                      <c:pt idx="2723">
                        <c:v>130.66999999999999</c:v>
                      </c:pt>
                      <c:pt idx="2724">
                        <c:v>136.37799999999999</c:v>
                      </c:pt>
                      <c:pt idx="2725">
                        <c:v>136.33699999999999</c:v>
                      </c:pt>
                      <c:pt idx="2726">
                        <c:v>132.79599999999999</c:v>
                      </c:pt>
                      <c:pt idx="2727">
                        <c:v>140.50299999999999</c:v>
                      </c:pt>
                      <c:pt idx="2728">
                        <c:v>141.83699999999999</c:v>
                      </c:pt>
                      <c:pt idx="2729">
                        <c:v>139.50299999999999</c:v>
                      </c:pt>
                      <c:pt idx="2730">
                        <c:v>137.00299999999999</c:v>
                      </c:pt>
                      <c:pt idx="2731">
                        <c:v>137.75299999999999</c:v>
                      </c:pt>
                      <c:pt idx="2732">
                        <c:v>135.16999999999999</c:v>
                      </c:pt>
                      <c:pt idx="2733">
                        <c:v>140.16999999999999</c:v>
                      </c:pt>
                      <c:pt idx="2734">
                        <c:v>141.87799999999999</c:v>
                      </c:pt>
                      <c:pt idx="2735">
                        <c:v>137.001</c:v>
                      </c:pt>
                      <c:pt idx="2736">
                        <c:v>142.643</c:v>
                      </c:pt>
                      <c:pt idx="2737">
                        <c:v>143.50299999999999</c:v>
                      </c:pt>
                      <c:pt idx="2738">
                        <c:v>148.83699999999999</c:v>
                      </c:pt>
                      <c:pt idx="2739">
                        <c:v>147.50299999999999</c:v>
                      </c:pt>
                      <c:pt idx="2740">
                        <c:v>147.83699999999999</c:v>
                      </c:pt>
                      <c:pt idx="2741">
                        <c:v>150.33699999999999</c:v>
                      </c:pt>
                      <c:pt idx="2742">
                        <c:v>150.084</c:v>
                      </c:pt>
                      <c:pt idx="2743">
                        <c:v>148.66999999999999</c:v>
                      </c:pt>
                      <c:pt idx="2744">
                        <c:v>148.50299999999999</c:v>
                      </c:pt>
                      <c:pt idx="2745">
                        <c:v>145.00299999999999</c:v>
                      </c:pt>
                      <c:pt idx="2746">
                        <c:v>147.66999999999999</c:v>
                      </c:pt>
                      <c:pt idx="2747">
                        <c:v>149.00299999999999</c:v>
                      </c:pt>
                      <c:pt idx="2748">
                        <c:v>148.62700000000001</c:v>
                      </c:pt>
                      <c:pt idx="2749">
                        <c:v>149.44200000000001</c:v>
                      </c:pt>
                      <c:pt idx="2750">
                        <c:v>153.96</c:v>
                      </c:pt>
                      <c:pt idx="2751">
                        <c:v>155.55099999999999</c:v>
                      </c:pt>
                      <c:pt idx="2752">
                        <c:v>148.97399999999999</c:v>
                      </c:pt>
                      <c:pt idx="2753">
                        <c:v>148.833</c:v>
                      </c:pt>
                      <c:pt idx="2754">
                        <c:v>145.875</c:v>
                      </c:pt>
                      <c:pt idx="2755">
                        <c:v>143.345</c:v>
                      </c:pt>
                      <c:pt idx="2756">
                        <c:v>144.667</c:v>
                      </c:pt>
                      <c:pt idx="2757">
                        <c:v>142.72499999999999</c:v>
                      </c:pt>
                      <c:pt idx="2758">
                        <c:v>142.089</c:v>
                      </c:pt>
                      <c:pt idx="2759">
                        <c:v>141.48699999999999</c:v>
                      </c:pt>
                      <c:pt idx="2760">
                        <c:v>139.82499999999999</c:v>
                      </c:pt>
                      <c:pt idx="2761">
                        <c:v>137.46199999999999</c:v>
                      </c:pt>
                      <c:pt idx="2762">
                        <c:v>139.15799999999999</c:v>
                      </c:pt>
                      <c:pt idx="2763">
                        <c:v>140.15799999999999</c:v>
                      </c:pt>
                      <c:pt idx="2764">
                        <c:v>141.506</c:v>
                      </c:pt>
                      <c:pt idx="2765">
                        <c:v>141.87299999999999</c:v>
                      </c:pt>
                      <c:pt idx="2766">
                        <c:v>143.15799999999999</c:v>
                      </c:pt>
                      <c:pt idx="2767">
                        <c:v>147.58699999999999</c:v>
                      </c:pt>
                      <c:pt idx="2768">
                        <c:v>145.11699999999999</c:v>
                      </c:pt>
                      <c:pt idx="2769">
                        <c:v>144.89400000000001</c:v>
                      </c:pt>
                      <c:pt idx="2770">
                        <c:v>147</c:v>
                      </c:pt>
                      <c:pt idx="2771">
                        <c:v>149.333</c:v>
                      </c:pt>
                      <c:pt idx="2772">
                        <c:v>153.87299999999999</c:v>
                      </c:pt>
                      <c:pt idx="2773">
                        <c:v>155.94900000000001</c:v>
                      </c:pt>
                      <c:pt idx="2774">
                        <c:v>155.011</c:v>
                      </c:pt>
                      <c:pt idx="2775">
                        <c:v>154.667</c:v>
                      </c:pt>
                      <c:pt idx="2776">
                        <c:v>155</c:v>
                      </c:pt>
                      <c:pt idx="2777">
                        <c:v>153.655</c:v>
                      </c:pt>
                      <c:pt idx="2778">
                        <c:v>152.333</c:v>
                      </c:pt>
                      <c:pt idx="2779">
                        <c:v>150.143</c:v>
                      </c:pt>
                      <c:pt idx="2780">
                        <c:v>149.09700000000001</c:v>
                      </c:pt>
                      <c:pt idx="2781">
                        <c:v>148.13800000000001</c:v>
                      </c:pt>
                      <c:pt idx="2782">
                        <c:v>149.18100000000001</c:v>
                      </c:pt>
                      <c:pt idx="2783">
                        <c:v>152.87100000000001</c:v>
                      </c:pt>
                      <c:pt idx="2784">
                        <c:v>158.92500000000001</c:v>
                      </c:pt>
                      <c:pt idx="2785">
                        <c:v>161.85599999999999</c:v>
                      </c:pt>
                      <c:pt idx="2786">
                        <c:v>162.755</c:v>
                      </c:pt>
                      <c:pt idx="2787">
                        <c:v>169.17099999999999</c:v>
                      </c:pt>
                      <c:pt idx="2788">
                        <c:v>181.61</c:v>
                      </c:pt>
                      <c:pt idx="2789">
                        <c:v>184.9</c:v>
                      </c:pt>
                      <c:pt idx="2790">
                        <c:v>203.429</c:v>
                      </c:pt>
                      <c:pt idx="2791">
                        <c:v>206.84800000000001</c:v>
                      </c:pt>
                      <c:pt idx="2792">
                        <c:v>222.863</c:v>
                      </c:pt>
                      <c:pt idx="2793">
                        <c:v>239.48599999999999</c:v>
                      </c:pt>
                      <c:pt idx="2794">
                        <c:v>250.62200000000001</c:v>
                      </c:pt>
                      <c:pt idx="2795">
                        <c:v>222.79499999999999</c:v>
                      </c:pt>
                      <c:pt idx="2796">
                        <c:v>204.39699999999999</c:v>
                      </c:pt>
                      <c:pt idx="2797">
                        <c:v>189.04300000000001</c:v>
                      </c:pt>
                      <c:pt idx="2798">
                        <c:v>182.245</c:v>
                      </c:pt>
                      <c:pt idx="2799">
                        <c:v>185.68199999999999</c:v>
                      </c:pt>
                      <c:pt idx="2800">
                        <c:v>186.91200000000001</c:v>
                      </c:pt>
                      <c:pt idx="2801">
                        <c:v>186.85900000000001</c:v>
                      </c:pt>
                      <c:pt idx="2802">
                        <c:v>186.69</c:v>
                      </c:pt>
                      <c:pt idx="2803">
                        <c:v>189.642</c:v>
                      </c:pt>
                      <c:pt idx="2804">
                        <c:v>194.68</c:v>
                      </c:pt>
                      <c:pt idx="2805">
                        <c:v>194.95599999999999</c:v>
                      </c:pt>
                      <c:pt idx="2806">
                        <c:v>195.41</c:v>
                      </c:pt>
                      <c:pt idx="2807">
                        <c:v>200.03700000000001</c:v>
                      </c:pt>
                      <c:pt idx="2808">
                        <c:v>223.61</c:v>
                      </c:pt>
                      <c:pt idx="2809">
                        <c:v>230.452</c:v>
                      </c:pt>
                      <c:pt idx="2810">
                        <c:v>223.77099999999999</c:v>
                      </c:pt>
                      <c:pt idx="2811">
                        <c:v>216.07900000000001</c:v>
                      </c:pt>
                      <c:pt idx="2812">
                        <c:v>218.798</c:v>
                      </c:pt>
                      <c:pt idx="2813">
                        <c:v>227.44499999999999</c:v>
                      </c:pt>
                      <c:pt idx="2814">
                        <c:v>232.87299999999999</c:v>
                      </c:pt>
                      <c:pt idx="2815">
                        <c:v>221.226</c:v>
                      </c:pt>
                      <c:pt idx="2816">
                        <c:v>228.875</c:v>
                      </c:pt>
                      <c:pt idx="2817">
                        <c:v>227.16399999999999</c:v>
                      </c:pt>
                      <c:pt idx="2818">
                        <c:v>226.93</c:v>
                      </c:pt>
                      <c:pt idx="2819">
                        <c:v>227.88499999999999</c:v>
                      </c:pt>
                      <c:pt idx="2820">
                        <c:v>232.60300000000001</c:v>
                      </c:pt>
                      <c:pt idx="2821">
                        <c:v>228.505</c:v>
                      </c:pt>
                      <c:pt idx="2822">
                        <c:v>226.43799999999999</c:v>
                      </c:pt>
                      <c:pt idx="2823">
                        <c:v>224.00200000000001</c:v>
                      </c:pt>
                      <c:pt idx="2824">
                        <c:v>223.702</c:v>
                      </c:pt>
                      <c:pt idx="2825">
                        <c:v>226.04</c:v>
                      </c:pt>
                      <c:pt idx="2826">
                        <c:v>220.941</c:v>
                      </c:pt>
                      <c:pt idx="2827">
                        <c:v>222.98099999999999</c:v>
                      </c:pt>
                      <c:pt idx="2828">
                        <c:v>219.946</c:v>
                      </c:pt>
                      <c:pt idx="2829">
                        <c:v>205.51</c:v>
                      </c:pt>
                      <c:pt idx="2830">
                        <c:v>207.91800000000001</c:v>
                      </c:pt>
                      <c:pt idx="2831">
                        <c:v>200.96299999999999</c:v>
                      </c:pt>
                      <c:pt idx="2832">
                        <c:v>199.297</c:v>
                      </c:pt>
                      <c:pt idx="2833">
                        <c:v>198.23099999999999</c:v>
                      </c:pt>
                      <c:pt idx="2834">
                        <c:v>203.958</c:v>
                      </c:pt>
                      <c:pt idx="2835">
                        <c:v>208.08500000000001</c:v>
                      </c:pt>
                      <c:pt idx="2836">
                        <c:v>203.35400000000001</c:v>
                      </c:pt>
                      <c:pt idx="2837">
                        <c:v>197.99299999999999</c:v>
                      </c:pt>
                      <c:pt idx="2838">
                        <c:v>198.18700000000001</c:v>
                      </c:pt>
                      <c:pt idx="2839">
                        <c:v>196.423</c:v>
                      </c:pt>
                      <c:pt idx="2840">
                        <c:v>193.89699999999999</c:v>
                      </c:pt>
                      <c:pt idx="2841">
                        <c:v>197.86799999999999</c:v>
                      </c:pt>
                      <c:pt idx="2842">
                        <c:v>198.20099999999999</c:v>
                      </c:pt>
                      <c:pt idx="2843">
                        <c:v>199.197</c:v>
                      </c:pt>
                      <c:pt idx="2844">
                        <c:v>195.255</c:v>
                      </c:pt>
                      <c:pt idx="2845">
                        <c:v>190.46199999999999</c:v>
                      </c:pt>
                      <c:pt idx="2846">
                        <c:v>190.852</c:v>
                      </c:pt>
                      <c:pt idx="2847">
                        <c:v>190.05699999999999</c:v>
                      </c:pt>
                      <c:pt idx="2848">
                        <c:v>189.00899999999999</c:v>
                      </c:pt>
                      <c:pt idx="2849">
                        <c:v>191.16200000000001</c:v>
                      </c:pt>
                      <c:pt idx="2850">
                        <c:v>196.376</c:v>
                      </c:pt>
                      <c:pt idx="2851">
                        <c:v>200.654</c:v>
                      </c:pt>
                      <c:pt idx="2852">
                        <c:v>206.80500000000001</c:v>
                      </c:pt>
                      <c:pt idx="2853">
                        <c:v>215.74700000000001</c:v>
                      </c:pt>
                      <c:pt idx="2854">
                        <c:v>226.827</c:v>
                      </c:pt>
                      <c:pt idx="2855">
                        <c:v>228.35900000000001</c:v>
                      </c:pt>
                      <c:pt idx="2856">
                        <c:v>221.87700000000001</c:v>
                      </c:pt>
                      <c:pt idx="2857">
                        <c:v>229.09200000000001</c:v>
                      </c:pt>
                      <c:pt idx="2858">
                        <c:v>229.02699999999999</c:v>
                      </c:pt>
                      <c:pt idx="2859">
                        <c:v>225.74700000000001</c:v>
                      </c:pt>
                      <c:pt idx="2860">
                        <c:v>220.58600000000001</c:v>
                      </c:pt>
                      <c:pt idx="2861">
                        <c:v>221.61699999999999</c:v>
                      </c:pt>
                      <c:pt idx="2862">
                        <c:v>218.678</c:v>
                      </c:pt>
                      <c:pt idx="2863">
                        <c:v>215.91399999999999</c:v>
                      </c:pt>
                      <c:pt idx="2864">
                        <c:v>214.381</c:v>
                      </c:pt>
                      <c:pt idx="2865">
                        <c:v>215.89599999999999</c:v>
                      </c:pt>
                      <c:pt idx="2866">
                        <c:v>215.72399999999999</c:v>
                      </c:pt>
                      <c:pt idx="2867">
                        <c:v>215.54</c:v>
                      </c:pt>
                      <c:pt idx="2868">
                        <c:v>214.226</c:v>
                      </c:pt>
                      <c:pt idx="2869">
                        <c:v>214.39599999999999</c:v>
                      </c:pt>
                      <c:pt idx="2870">
                        <c:v>211.11699999999999</c:v>
                      </c:pt>
                      <c:pt idx="2871">
                        <c:v>209.22300000000001</c:v>
                      </c:pt>
                      <c:pt idx="2872">
                        <c:v>208.88</c:v>
                      </c:pt>
                      <c:pt idx="2873">
                        <c:v>205.548</c:v>
                      </c:pt>
                      <c:pt idx="2874">
                        <c:v>203.6</c:v>
                      </c:pt>
                      <c:pt idx="2875">
                        <c:v>200.02500000000001</c:v>
                      </c:pt>
                      <c:pt idx="2876">
                        <c:v>200.32900000000001</c:v>
                      </c:pt>
                      <c:pt idx="2877">
                        <c:v>205.92099999999999</c:v>
                      </c:pt>
                      <c:pt idx="2878">
                        <c:v>205.27500000000001</c:v>
                      </c:pt>
                      <c:pt idx="2879">
                        <c:v>200.411</c:v>
                      </c:pt>
                      <c:pt idx="2880">
                        <c:v>195.809</c:v>
                      </c:pt>
                      <c:pt idx="2881">
                        <c:v>195.67599999999999</c:v>
                      </c:pt>
                      <c:pt idx="2882">
                        <c:v>199.58600000000001</c:v>
                      </c:pt>
                      <c:pt idx="2883">
                        <c:v>197.80500000000001</c:v>
                      </c:pt>
                      <c:pt idx="2884">
                        <c:v>197.87700000000001</c:v>
                      </c:pt>
                      <c:pt idx="2885">
                        <c:v>197.90100000000001</c:v>
                      </c:pt>
                      <c:pt idx="2886">
                        <c:v>192.018</c:v>
                      </c:pt>
                      <c:pt idx="2887">
                        <c:v>192.33799999999999</c:v>
                      </c:pt>
                      <c:pt idx="2888">
                        <c:v>192.227</c:v>
                      </c:pt>
                      <c:pt idx="2889">
                        <c:v>193.661</c:v>
                      </c:pt>
                      <c:pt idx="2890">
                        <c:v>195.57400000000001</c:v>
                      </c:pt>
                      <c:pt idx="2891">
                        <c:v>198.24700000000001</c:v>
                      </c:pt>
                      <c:pt idx="2892">
                        <c:v>202.46299999999999</c:v>
                      </c:pt>
                      <c:pt idx="2893">
                        <c:v>202.197</c:v>
                      </c:pt>
                      <c:pt idx="2894">
                        <c:v>198.131</c:v>
                      </c:pt>
                      <c:pt idx="2895">
                        <c:v>198.17400000000001</c:v>
                      </c:pt>
                      <c:pt idx="2896">
                        <c:v>200.41900000000001</c:v>
                      </c:pt>
                      <c:pt idx="2897">
                        <c:v>195.49</c:v>
                      </c:pt>
                      <c:pt idx="2898">
                        <c:v>196.03800000000001</c:v>
                      </c:pt>
                      <c:pt idx="2899">
                        <c:v>197.74199999999999</c:v>
                      </c:pt>
                      <c:pt idx="2900">
                        <c:v>198.785</c:v>
                      </c:pt>
                      <c:pt idx="2901">
                        <c:v>197.005</c:v>
                      </c:pt>
                      <c:pt idx="2902">
                        <c:v>196.72399999999999</c:v>
                      </c:pt>
                      <c:pt idx="2903">
                        <c:v>194.99100000000001</c:v>
                      </c:pt>
                      <c:pt idx="2904">
                        <c:v>200.07</c:v>
                      </c:pt>
                      <c:pt idx="2905">
                        <c:v>199.566</c:v>
                      </c:pt>
                      <c:pt idx="2906">
                        <c:v>198.15</c:v>
                      </c:pt>
                      <c:pt idx="2907">
                        <c:v>198.15899999999999</c:v>
                      </c:pt>
                      <c:pt idx="2908">
                        <c:v>198.75700000000001</c:v>
                      </c:pt>
                      <c:pt idx="2909">
                        <c:v>200.72200000000001</c:v>
                      </c:pt>
                      <c:pt idx="2910">
                        <c:v>201.18899999999999</c:v>
                      </c:pt>
                      <c:pt idx="2911">
                        <c:v>202.69</c:v>
                      </c:pt>
                      <c:pt idx="2912">
                        <c:v>202.94900000000001</c:v>
                      </c:pt>
                      <c:pt idx="2913">
                        <c:v>203.851</c:v>
                      </c:pt>
                      <c:pt idx="2914">
                        <c:v>202.822</c:v>
                      </c:pt>
                      <c:pt idx="2915">
                        <c:v>207.68600000000001</c:v>
                      </c:pt>
                      <c:pt idx="2916">
                        <c:v>213.602</c:v>
                      </c:pt>
                      <c:pt idx="2917">
                        <c:v>220.9</c:v>
                      </c:pt>
                      <c:pt idx="2918">
                        <c:v>223.48099999999999</c:v>
                      </c:pt>
                      <c:pt idx="2919">
                        <c:v>221.845</c:v>
                      </c:pt>
                      <c:pt idx="2920">
                        <c:v>220.77199999999999</c:v>
                      </c:pt>
                      <c:pt idx="2921">
                        <c:v>217.25299999999999</c:v>
                      </c:pt>
                      <c:pt idx="2922">
                        <c:v>215.56700000000001</c:v>
                      </c:pt>
                      <c:pt idx="2923">
                        <c:v>216.96199999999999</c:v>
                      </c:pt>
                      <c:pt idx="2924">
                        <c:v>219.107</c:v>
                      </c:pt>
                      <c:pt idx="2925">
                        <c:v>217.87100000000001</c:v>
                      </c:pt>
                      <c:pt idx="2926">
                        <c:v>213.89099999999999</c:v>
                      </c:pt>
                      <c:pt idx="2927">
                        <c:v>214.59</c:v>
                      </c:pt>
                      <c:pt idx="2928">
                        <c:v>217.96299999999999</c:v>
                      </c:pt>
                      <c:pt idx="2929">
                        <c:v>216.51400000000001</c:v>
                      </c:pt>
                      <c:pt idx="2930">
                        <c:v>220.46199999999999</c:v>
                      </c:pt>
                      <c:pt idx="2931">
                        <c:v>220.73500000000001</c:v>
                      </c:pt>
                      <c:pt idx="2932">
                        <c:v>221.42699999999999</c:v>
                      </c:pt>
                      <c:pt idx="2933">
                        <c:v>225.785</c:v>
                      </c:pt>
                      <c:pt idx="2934">
                        <c:v>224.33500000000001</c:v>
                      </c:pt>
                      <c:pt idx="2935">
                        <c:v>225.61</c:v>
                      </c:pt>
                      <c:pt idx="2936">
                        <c:v>223.167</c:v>
                      </c:pt>
                      <c:pt idx="2937">
                        <c:v>222.66399999999999</c:v>
                      </c:pt>
                      <c:pt idx="2938">
                        <c:v>227.62799999999999</c:v>
                      </c:pt>
                      <c:pt idx="2939">
                        <c:v>234.32</c:v>
                      </c:pt>
                      <c:pt idx="2940">
                        <c:v>235.732</c:v>
                      </c:pt>
                      <c:pt idx="2941">
                        <c:v>231.845</c:v>
                      </c:pt>
                      <c:pt idx="2942">
                        <c:v>226.76</c:v>
                      </c:pt>
                      <c:pt idx="2943">
                        <c:v>224.35</c:v>
                      </c:pt>
                      <c:pt idx="2944">
                        <c:v>223.84299999999999</c:v>
                      </c:pt>
                      <c:pt idx="2945">
                        <c:v>227.684</c:v>
                      </c:pt>
                      <c:pt idx="2946">
                        <c:v>225.78399999999999</c:v>
                      </c:pt>
                      <c:pt idx="2947">
                        <c:v>224.61500000000001</c:v>
                      </c:pt>
                      <c:pt idx="2948">
                        <c:v>226.46</c:v>
                      </c:pt>
                      <c:pt idx="2949">
                        <c:v>224.947</c:v>
                      </c:pt>
                      <c:pt idx="2950">
                        <c:v>227.096</c:v>
                      </c:pt>
                      <c:pt idx="2951">
                        <c:v>231.68799999999999</c:v>
                      </c:pt>
                      <c:pt idx="2952">
                        <c:v>236.953</c:v>
                      </c:pt>
                      <c:pt idx="2953">
                        <c:v>240.21700000000001</c:v>
                      </c:pt>
                      <c:pt idx="2954">
                        <c:v>238.15199999999999</c:v>
                      </c:pt>
                      <c:pt idx="2955">
                        <c:v>233.49600000000001</c:v>
                      </c:pt>
                      <c:pt idx="2956">
                        <c:v>234.49100000000001</c:v>
                      </c:pt>
                      <c:pt idx="2957">
                        <c:v>238.67699999999999</c:v>
                      </c:pt>
                      <c:pt idx="2958">
                        <c:v>243.11600000000001</c:v>
                      </c:pt>
                      <c:pt idx="2959">
                        <c:v>245.49700000000001</c:v>
                      </c:pt>
                      <c:pt idx="2960">
                        <c:v>245.20599999999999</c:v>
                      </c:pt>
                      <c:pt idx="2961">
                        <c:v>251.21</c:v>
                      </c:pt>
                      <c:pt idx="2962">
                        <c:v>252.64500000000001</c:v>
                      </c:pt>
                      <c:pt idx="2963">
                        <c:v>249.054</c:v>
                      </c:pt>
                      <c:pt idx="2964">
                        <c:v>250.31</c:v>
                      </c:pt>
                      <c:pt idx="2965">
                        <c:v>251.703</c:v>
                      </c:pt>
                      <c:pt idx="2966">
                        <c:v>255.67400000000001</c:v>
                      </c:pt>
                      <c:pt idx="2967">
                        <c:v>255.26900000000001</c:v>
                      </c:pt>
                      <c:pt idx="2968">
                        <c:v>255.39500000000001</c:v>
                      </c:pt>
                      <c:pt idx="2969">
                        <c:v>259.11599999999999</c:v>
                      </c:pt>
                      <c:pt idx="2970">
                        <c:v>262.84100000000001</c:v>
                      </c:pt>
                      <c:pt idx="2971">
                        <c:v>267.58100000000002</c:v>
                      </c:pt>
                      <c:pt idx="2972">
                        <c:v>274.75400000000002</c:v>
                      </c:pt>
                      <c:pt idx="2973">
                        <c:v>290.98899999999998</c:v>
                      </c:pt>
                      <c:pt idx="2974">
                        <c:v>289.233</c:v>
                      </c:pt>
                      <c:pt idx="2975">
                        <c:v>284.06</c:v>
                      </c:pt>
                      <c:pt idx="2976">
                        <c:v>275.88799999999998</c:v>
                      </c:pt>
                      <c:pt idx="2977">
                        <c:v>273.38499999999999</c:v>
                      </c:pt>
                      <c:pt idx="2978">
                        <c:v>278.40199999999999</c:v>
                      </c:pt>
                      <c:pt idx="2979">
                        <c:v>287.13099999999997</c:v>
                      </c:pt>
                      <c:pt idx="2980">
                        <c:v>287.38900000000001</c:v>
                      </c:pt>
                      <c:pt idx="2981">
                        <c:v>281.00900000000001</c:v>
                      </c:pt>
                      <c:pt idx="2982">
                        <c:v>283.72399999999999</c:v>
                      </c:pt>
                      <c:pt idx="2983">
                        <c:v>281.61399999999998</c:v>
                      </c:pt>
                      <c:pt idx="2984">
                        <c:v>279.59500000000003</c:v>
                      </c:pt>
                      <c:pt idx="2985">
                        <c:v>275.65300000000002</c:v>
                      </c:pt>
                      <c:pt idx="2986">
                        <c:v>274.08100000000002</c:v>
                      </c:pt>
                      <c:pt idx="2987">
                        <c:v>274.387</c:v>
                      </c:pt>
                      <c:pt idx="2988">
                        <c:v>273.27800000000002</c:v>
                      </c:pt>
                      <c:pt idx="2989">
                        <c:v>269.072</c:v>
                      </c:pt>
                      <c:pt idx="2990">
                        <c:v>262.65499999999997</c:v>
                      </c:pt>
                      <c:pt idx="2991">
                        <c:v>249.316</c:v>
                      </c:pt>
                      <c:pt idx="2992">
                        <c:v>257.03300000000002</c:v>
                      </c:pt>
                      <c:pt idx="2993">
                        <c:v>265.34899999999999</c:v>
                      </c:pt>
                      <c:pt idx="2994">
                        <c:v>282.52999999999997</c:v>
                      </c:pt>
                      <c:pt idx="2995">
                        <c:v>290.892</c:v>
                      </c:pt>
                      <c:pt idx="2996">
                        <c:v>294.64299999999997</c:v>
                      </c:pt>
                      <c:pt idx="2997">
                        <c:v>302.149</c:v>
                      </c:pt>
                      <c:pt idx="2998">
                        <c:v>316.02300000000002</c:v>
                      </c:pt>
                      <c:pt idx="2999">
                        <c:v>312.90699999999998</c:v>
                      </c:pt>
                      <c:pt idx="3000">
                        <c:v>305.92700000000002</c:v>
                      </c:pt>
                      <c:pt idx="3001">
                        <c:v>304.21199999999999</c:v>
                      </c:pt>
                      <c:pt idx="3002">
                        <c:v>298.76799999999997</c:v>
                      </c:pt>
                      <c:pt idx="3003">
                        <c:v>286.08100000000002</c:v>
                      </c:pt>
                      <c:pt idx="3004">
                        <c:v>281.964</c:v>
                      </c:pt>
                      <c:pt idx="3005">
                        <c:v>287.04399999999998</c:v>
                      </c:pt>
                      <c:pt idx="3006">
                        <c:v>279.63799999999998</c:v>
                      </c:pt>
                      <c:pt idx="3007">
                        <c:v>277.41500000000002</c:v>
                      </c:pt>
                      <c:pt idx="3008">
                        <c:v>270.81900000000002</c:v>
                      </c:pt>
                      <c:pt idx="3009">
                        <c:v>283.70999999999998</c:v>
                      </c:pt>
                      <c:pt idx="3010">
                        <c:v>286.61200000000002</c:v>
                      </c:pt>
                      <c:pt idx="3011">
                        <c:v>280.77999999999997</c:v>
                      </c:pt>
                      <c:pt idx="3012">
                        <c:v>275.11099999999999</c:v>
                      </c:pt>
                      <c:pt idx="3013">
                        <c:v>278.31400000000002</c:v>
                      </c:pt>
                      <c:pt idx="3014">
                        <c:v>282.32900000000001</c:v>
                      </c:pt>
                      <c:pt idx="3015">
                        <c:v>280.54599999999999</c:v>
                      </c:pt>
                      <c:pt idx="3016">
                        <c:v>277.29899999999998</c:v>
                      </c:pt>
                      <c:pt idx="3017">
                        <c:v>264.83600000000001</c:v>
                      </c:pt>
                      <c:pt idx="3018">
                        <c:v>262.46600000000001</c:v>
                      </c:pt>
                      <c:pt idx="3019">
                        <c:v>269.24099999999999</c:v>
                      </c:pt>
                      <c:pt idx="3020">
                        <c:v>264.279</c:v>
                      </c:pt>
                      <c:pt idx="3021">
                        <c:v>266.99599999999998</c:v>
                      </c:pt>
                      <c:pt idx="3022">
                        <c:v>266.24799999999999</c:v>
                      </c:pt>
                      <c:pt idx="3023">
                        <c:v>260.67700000000002</c:v>
                      </c:pt>
                      <c:pt idx="3024">
                        <c:v>248.126</c:v>
                      </c:pt>
                      <c:pt idx="3025">
                        <c:v>251.011</c:v>
                      </c:pt>
                      <c:pt idx="3026">
                        <c:v>256.82900000000001</c:v>
                      </c:pt>
                      <c:pt idx="3027">
                        <c:v>260.57799999999997</c:v>
                      </c:pt>
                      <c:pt idx="3028">
                        <c:v>265.63</c:v>
                      </c:pt>
                      <c:pt idx="3029">
                        <c:v>264.56</c:v>
                      </c:pt>
                      <c:pt idx="3030">
                        <c:v>262.78100000000001</c:v>
                      </c:pt>
                      <c:pt idx="3031">
                        <c:v>268.56799999999998</c:v>
                      </c:pt>
                      <c:pt idx="3032">
                        <c:v>281.32499999999999</c:v>
                      </c:pt>
                      <c:pt idx="3033">
                        <c:v>276.90800000000002</c:v>
                      </c:pt>
                      <c:pt idx="3034">
                        <c:v>276.56599999999997</c:v>
                      </c:pt>
                      <c:pt idx="3035">
                        <c:v>271.98</c:v>
                      </c:pt>
                      <c:pt idx="3036">
                        <c:v>271.185</c:v>
                      </c:pt>
                      <c:pt idx="3037">
                        <c:v>273.05700000000002</c:v>
                      </c:pt>
                      <c:pt idx="3038">
                        <c:v>275.34100000000001</c:v>
                      </c:pt>
                      <c:pt idx="3039">
                        <c:v>275.53899999999999</c:v>
                      </c:pt>
                      <c:pt idx="3040">
                        <c:v>280.18200000000002</c:v>
                      </c:pt>
                      <c:pt idx="3041">
                        <c:v>281.20299999999997</c:v>
                      </c:pt>
                      <c:pt idx="3042">
                        <c:v>280.80200000000002</c:v>
                      </c:pt>
                      <c:pt idx="3043">
                        <c:v>279.012</c:v>
                      </c:pt>
                      <c:pt idx="3044">
                        <c:v>278.17899999999997</c:v>
                      </c:pt>
                      <c:pt idx="3045">
                        <c:v>283.471</c:v>
                      </c:pt>
                      <c:pt idx="3046">
                        <c:v>288.81900000000002</c:v>
                      </c:pt>
                      <c:pt idx="3047">
                        <c:v>287.887</c:v>
                      </c:pt>
                      <c:pt idx="3048">
                        <c:v>295.52199999999999</c:v>
                      </c:pt>
                      <c:pt idx="3049">
                        <c:v>299.24200000000002</c:v>
                      </c:pt>
                      <c:pt idx="3050">
                        <c:v>300.34399999999999</c:v>
                      </c:pt>
                      <c:pt idx="3051">
                        <c:v>305.471</c:v>
                      </c:pt>
                      <c:pt idx="3052">
                        <c:v>313.97000000000003</c:v>
                      </c:pt>
                      <c:pt idx="3053">
                        <c:v>313.25099999999998</c:v>
                      </c:pt>
                      <c:pt idx="3054">
                        <c:v>302.63799999999998</c:v>
                      </c:pt>
                      <c:pt idx="3055">
                        <c:v>298.065</c:v>
                      </c:pt>
                      <c:pt idx="3056">
                        <c:v>297.375</c:v>
                      </c:pt>
                      <c:pt idx="3057">
                        <c:v>300.61599999999999</c:v>
                      </c:pt>
                      <c:pt idx="3058">
                        <c:v>302.57100000000003</c:v>
                      </c:pt>
                      <c:pt idx="3059">
                        <c:v>302.81900000000002</c:v>
                      </c:pt>
                      <c:pt idx="3060">
                        <c:v>298.68400000000003</c:v>
                      </c:pt>
                      <c:pt idx="3061">
                        <c:v>296.41000000000003</c:v>
                      </c:pt>
                      <c:pt idx="3062">
                        <c:v>295.81799999999998</c:v>
                      </c:pt>
                      <c:pt idx="3063">
                        <c:v>294.40699999999998</c:v>
                      </c:pt>
                      <c:pt idx="3064">
                        <c:v>292.81700000000001</c:v>
                      </c:pt>
                      <c:pt idx="3065">
                        <c:v>296.12400000000002</c:v>
                      </c:pt>
                      <c:pt idx="3066">
                        <c:v>297.66500000000002</c:v>
                      </c:pt>
                      <c:pt idx="3067">
                        <c:v>297.93299999999999</c:v>
                      </c:pt>
                      <c:pt idx="3068">
                        <c:v>301.61900000000003</c:v>
                      </c:pt>
                      <c:pt idx="3069">
                        <c:v>299.82299999999998</c:v>
                      </c:pt>
                      <c:pt idx="3070">
                        <c:v>309.13499999999999</c:v>
                      </c:pt>
                      <c:pt idx="3071">
                        <c:v>315.04899999999998</c:v>
                      </c:pt>
                      <c:pt idx="3072">
                        <c:v>321.37</c:v>
                      </c:pt>
                      <c:pt idx="3073">
                        <c:v>329.31799999999998</c:v>
                      </c:pt>
                      <c:pt idx="3074">
                        <c:v>331.43</c:v>
                      </c:pt>
                      <c:pt idx="3075">
                        <c:v>335.423</c:v>
                      </c:pt>
                      <c:pt idx="3076">
                        <c:v>331.07900000000001</c:v>
                      </c:pt>
                      <c:pt idx="3077">
                        <c:v>344.529</c:v>
                      </c:pt>
                      <c:pt idx="3078">
                        <c:v>356.12700000000001</c:v>
                      </c:pt>
                      <c:pt idx="3079">
                        <c:v>357.11900000000003</c:v>
                      </c:pt>
                      <c:pt idx="3080">
                        <c:v>363.48899999999998</c:v>
                      </c:pt>
                      <c:pt idx="3081">
                        <c:v>354.24700000000001</c:v>
                      </c:pt>
                      <c:pt idx="3082">
                        <c:v>343.76600000000002</c:v>
                      </c:pt>
                      <c:pt idx="3083">
                        <c:v>351.14100000000002</c:v>
                      </c:pt>
                      <c:pt idx="3084">
                        <c:v>344.88600000000002</c:v>
                      </c:pt>
                      <c:pt idx="3085">
                        <c:v>342.03</c:v>
                      </c:pt>
                      <c:pt idx="3086">
                        <c:v>327.57499999999999</c:v>
                      </c:pt>
                      <c:pt idx="3087">
                        <c:v>331</c:v>
                      </c:pt>
                      <c:pt idx="3088">
                        <c:v>330.62799999999999</c:v>
                      </c:pt>
                      <c:pt idx="3089">
                        <c:v>345.69299999999998</c:v>
                      </c:pt>
                      <c:pt idx="3090">
                        <c:v>341.44400000000002</c:v>
                      </c:pt>
                      <c:pt idx="3091">
                        <c:v>338.99599999999998</c:v>
                      </c:pt>
                      <c:pt idx="3092">
                        <c:v>340.053</c:v>
                      </c:pt>
                      <c:pt idx="3093">
                        <c:v>355.00099999999998</c:v>
                      </c:pt>
                      <c:pt idx="3094">
                        <c:v>365.846</c:v>
                      </c:pt>
                      <c:pt idx="3095">
                        <c:v>373.03199999999998</c:v>
                      </c:pt>
                      <c:pt idx="3096">
                        <c:v>386.68700000000001</c:v>
                      </c:pt>
                      <c:pt idx="3097">
                        <c:v>375.404</c:v>
                      </c:pt>
                      <c:pt idx="3098">
                        <c:v>369.72199999999998</c:v>
                      </c:pt>
                      <c:pt idx="3099">
                        <c:v>372.46899999999999</c:v>
                      </c:pt>
                      <c:pt idx="3100">
                        <c:v>359.11399999999998</c:v>
                      </c:pt>
                      <c:pt idx="3101">
                        <c:v>352.46499999999997</c:v>
                      </c:pt>
                      <c:pt idx="3102">
                        <c:v>348.19400000000002</c:v>
                      </c:pt>
                      <c:pt idx="3103">
                        <c:v>345.39400000000001</c:v>
                      </c:pt>
                      <c:pt idx="3104">
                        <c:v>337.12200000000001</c:v>
                      </c:pt>
                      <c:pt idx="3105">
                        <c:v>331.755</c:v>
                      </c:pt>
                      <c:pt idx="3106">
                        <c:v>334.36399999999998</c:v>
                      </c:pt>
                      <c:pt idx="3107">
                        <c:v>335.83199999999999</c:v>
                      </c:pt>
                      <c:pt idx="3108">
                        <c:v>344.27300000000002</c:v>
                      </c:pt>
                      <c:pt idx="3109">
                        <c:v>330.63900000000001</c:v>
                      </c:pt>
                      <c:pt idx="3110">
                        <c:v>325.94900000000001</c:v>
                      </c:pt>
                      <c:pt idx="3111">
                        <c:v>318.92599999999999</c:v>
                      </c:pt>
                      <c:pt idx="3112">
                        <c:v>317.87099999999998</c:v>
                      </c:pt>
                      <c:pt idx="3113">
                        <c:v>313.98200000000003</c:v>
                      </c:pt>
                      <c:pt idx="3114">
                        <c:v>314.94799999999998</c:v>
                      </c:pt>
                      <c:pt idx="3115">
                        <c:v>308.714</c:v>
                      </c:pt>
                      <c:pt idx="3116">
                        <c:v>305.94600000000003</c:v>
                      </c:pt>
                      <c:pt idx="3117">
                        <c:v>299.11700000000002</c:v>
                      </c:pt>
                      <c:pt idx="3118">
                        <c:v>297.68700000000001</c:v>
                      </c:pt>
                      <c:pt idx="3119">
                        <c:v>301.69799999999998</c:v>
                      </c:pt>
                      <c:pt idx="3120">
                        <c:v>295.78899999999999</c:v>
                      </c:pt>
                      <c:pt idx="3121">
                        <c:v>280.00200000000001</c:v>
                      </c:pt>
                      <c:pt idx="3122">
                        <c:v>273.322</c:v>
                      </c:pt>
                      <c:pt idx="3123">
                        <c:v>280.36</c:v>
                      </c:pt>
                      <c:pt idx="3124">
                        <c:v>275.83300000000003</c:v>
                      </c:pt>
                      <c:pt idx="3125">
                        <c:v>286.95</c:v>
                      </c:pt>
                      <c:pt idx="3126">
                        <c:v>295.084</c:v>
                      </c:pt>
                      <c:pt idx="3127">
                        <c:v>296.36200000000002</c:v>
                      </c:pt>
                      <c:pt idx="3128">
                        <c:v>292.327</c:v>
                      </c:pt>
                      <c:pt idx="3129">
                        <c:v>290.59399999999999</c:v>
                      </c:pt>
                      <c:pt idx="3130">
                        <c:v>286.84800000000001</c:v>
                      </c:pt>
                      <c:pt idx="3131">
                        <c:v>287.81</c:v>
                      </c:pt>
                      <c:pt idx="3132">
                        <c:v>293.38900000000001</c:v>
                      </c:pt>
                      <c:pt idx="3133">
                        <c:v>299.51299999999998</c:v>
                      </c:pt>
                      <c:pt idx="3134">
                        <c:v>305.17500000000001</c:v>
                      </c:pt>
                      <c:pt idx="3135">
                        <c:v>304.024</c:v>
                      </c:pt>
                      <c:pt idx="3136">
                        <c:v>311.52499999999998</c:v>
                      </c:pt>
                      <c:pt idx="3137">
                        <c:v>309.76900000000001</c:v>
                      </c:pt>
                      <c:pt idx="3138">
                        <c:v>306.476</c:v>
                      </c:pt>
                      <c:pt idx="3139">
                        <c:v>297.71199999999999</c:v>
                      </c:pt>
                      <c:pt idx="3140">
                        <c:v>291.46499999999997</c:v>
                      </c:pt>
                      <c:pt idx="3141">
                        <c:v>288.86</c:v>
                      </c:pt>
                      <c:pt idx="3142">
                        <c:v>291.43599999999998</c:v>
                      </c:pt>
                      <c:pt idx="3143">
                        <c:v>289.81</c:v>
                      </c:pt>
                      <c:pt idx="3144">
                        <c:v>280.76799999999997</c:v>
                      </c:pt>
                      <c:pt idx="3145">
                        <c:v>279.834</c:v>
                      </c:pt>
                      <c:pt idx="3146">
                        <c:v>287.94200000000001</c:v>
                      </c:pt>
                      <c:pt idx="3147">
                        <c:v>289.70999999999998</c:v>
                      </c:pt>
                      <c:pt idx="3148">
                        <c:v>291.59699999999998</c:v>
                      </c:pt>
                      <c:pt idx="3149">
                        <c:v>288.37099999999998</c:v>
                      </c:pt>
                      <c:pt idx="3150">
                        <c:v>281.27999999999997</c:v>
                      </c:pt>
                      <c:pt idx="3151">
                        <c:v>286.863</c:v>
                      </c:pt>
                      <c:pt idx="3152">
                        <c:v>292.60000000000002</c:v>
                      </c:pt>
                      <c:pt idx="3153">
                        <c:v>291.95400000000001</c:v>
                      </c:pt>
                      <c:pt idx="3154">
                        <c:v>297.84800000000001</c:v>
                      </c:pt>
                      <c:pt idx="3155">
                        <c:v>302.322</c:v>
                      </c:pt>
                      <c:pt idx="3156">
                        <c:v>303.392</c:v>
                      </c:pt>
                      <c:pt idx="3157">
                        <c:v>299.51799999999997</c:v>
                      </c:pt>
                      <c:pt idx="3158">
                        <c:v>303.30200000000002</c:v>
                      </c:pt>
                      <c:pt idx="3159">
                        <c:v>301.25099999999998</c:v>
                      </c:pt>
                      <c:pt idx="3160">
                        <c:v>298.67899999999997</c:v>
                      </c:pt>
                      <c:pt idx="3161">
                        <c:v>296.2</c:v>
                      </c:pt>
                      <c:pt idx="3162">
                        <c:v>299.07400000000001</c:v>
                      </c:pt>
                      <c:pt idx="3163">
                        <c:v>297.32600000000002</c:v>
                      </c:pt>
                      <c:pt idx="3164">
                        <c:v>299.01</c:v>
                      </c:pt>
                      <c:pt idx="3165">
                        <c:v>305.98099999999999</c:v>
                      </c:pt>
                      <c:pt idx="3166">
                        <c:v>307.99799999999999</c:v>
                      </c:pt>
                      <c:pt idx="3167">
                        <c:v>307.697</c:v>
                      </c:pt>
                      <c:pt idx="3168">
                        <c:v>312.56599999999997</c:v>
                      </c:pt>
                      <c:pt idx="3169">
                        <c:v>312.66500000000002</c:v>
                      </c:pt>
                      <c:pt idx="3170">
                        <c:v>308.06900000000002</c:v>
                      </c:pt>
                      <c:pt idx="3171">
                        <c:v>305.60899999999998</c:v>
                      </c:pt>
                      <c:pt idx="3172">
                        <c:v>304.767</c:v>
                      </c:pt>
                      <c:pt idx="3173">
                        <c:v>302.23899999999998</c:v>
                      </c:pt>
                      <c:pt idx="3174">
                        <c:v>306.39499999999998</c:v>
                      </c:pt>
                      <c:pt idx="3175">
                        <c:v>304.62299999999999</c:v>
                      </c:pt>
                      <c:pt idx="3176">
                        <c:v>301.63900000000001</c:v>
                      </c:pt>
                      <c:pt idx="3177">
                        <c:v>298.73</c:v>
                      </c:pt>
                      <c:pt idx="3178">
                        <c:v>290.67500000000001</c:v>
                      </c:pt>
                      <c:pt idx="3179">
                        <c:v>284.25400000000002</c:v>
                      </c:pt>
                      <c:pt idx="3180">
                        <c:v>281.55399999999997</c:v>
                      </c:pt>
                      <c:pt idx="3181">
                        <c:v>285.63099999999997</c:v>
                      </c:pt>
                      <c:pt idx="3182">
                        <c:v>291.14100000000002</c:v>
                      </c:pt>
                      <c:pt idx="3183">
                        <c:v>300.67</c:v>
                      </c:pt>
                      <c:pt idx="3184">
                        <c:v>307.709</c:v>
                      </c:pt>
                      <c:pt idx="3185">
                        <c:v>309.06099999999998</c:v>
                      </c:pt>
                      <c:pt idx="3186">
                        <c:v>311.24799999999999</c:v>
                      </c:pt>
                      <c:pt idx="3187">
                        <c:v>309.005</c:v>
                      </c:pt>
                      <c:pt idx="3188">
                        <c:v>301.56799999999998</c:v>
                      </c:pt>
                      <c:pt idx="3189">
                        <c:v>297.97300000000001</c:v>
                      </c:pt>
                      <c:pt idx="3190">
                        <c:v>293.87900000000002</c:v>
                      </c:pt>
                      <c:pt idx="3191">
                        <c:v>286.096</c:v>
                      </c:pt>
                      <c:pt idx="3192">
                        <c:v>302.57400000000001</c:v>
                      </c:pt>
                      <c:pt idx="3193">
                        <c:v>312.66500000000002</c:v>
                      </c:pt>
                      <c:pt idx="3194">
                        <c:v>303.10899999999998</c:v>
                      </c:pt>
                      <c:pt idx="3195">
                        <c:v>285.40699999999998</c:v>
                      </c:pt>
                      <c:pt idx="3196">
                        <c:v>277.33</c:v>
                      </c:pt>
                      <c:pt idx="3197">
                        <c:v>273.04700000000003</c:v>
                      </c:pt>
                      <c:pt idx="3198">
                        <c:v>271.41199999999998</c:v>
                      </c:pt>
                      <c:pt idx="3199">
                        <c:v>279.30599999999998</c:v>
                      </c:pt>
                      <c:pt idx="3200">
                        <c:v>277.303</c:v>
                      </c:pt>
                      <c:pt idx="3201">
                        <c:v>280.28199999999998</c:v>
                      </c:pt>
                      <c:pt idx="3202">
                        <c:v>269.93299999999999</c:v>
                      </c:pt>
                      <c:pt idx="3203">
                        <c:v>265.05599999999998</c:v>
                      </c:pt>
                      <c:pt idx="3204">
                        <c:v>257.91899999999998</c:v>
                      </c:pt>
                      <c:pt idx="3205">
                        <c:v>256.12400000000002</c:v>
                      </c:pt>
                      <c:pt idx="3206">
                        <c:v>260.58300000000003</c:v>
                      </c:pt>
                      <c:pt idx="3207">
                        <c:v>263.22000000000003</c:v>
                      </c:pt>
                      <c:pt idx="3208">
                        <c:v>261.62400000000002</c:v>
                      </c:pt>
                      <c:pt idx="3209">
                        <c:v>260.72300000000001</c:v>
                      </c:pt>
                      <c:pt idx="3210">
                        <c:v>255.58699999999999</c:v>
                      </c:pt>
                      <c:pt idx="3211">
                        <c:v>256.08</c:v>
                      </c:pt>
                      <c:pt idx="3212">
                        <c:v>254.279</c:v>
                      </c:pt>
                      <c:pt idx="3213">
                        <c:v>259.86399999999998</c:v>
                      </c:pt>
                      <c:pt idx="3214">
                        <c:v>267.61900000000003</c:v>
                      </c:pt>
                      <c:pt idx="3215">
                        <c:v>270.63900000000001</c:v>
                      </c:pt>
                      <c:pt idx="3216">
                        <c:v>274.79300000000001</c:v>
                      </c:pt>
                      <c:pt idx="3217">
                        <c:v>273.41899999999998</c:v>
                      </c:pt>
                      <c:pt idx="3218">
                        <c:v>276.98599999999999</c:v>
                      </c:pt>
                      <c:pt idx="3219">
                        <c:v>278.14299999999997</c:v>
                      </c:pt>
                      <c:pt idx="3220">
                        <c:v>273.84800000000001</c:v>
                      </c:pt>
                      <c:pt idx="3221">
                        <c:v>267.27300000000002</c:v>
                      </c:pt>
                      <c:pt idx="3222">
                        <c:v>260.31599999999997</c:v>
                      </c:pt>
                      <c:pt idx="3223">
                        <c:v>255.715</c:v>
                      </c:pt>
                      <c:pt idx="3224">
                        <c:v>251.75200000000001</c:v>
                      </c:pt>
                      <c:pt idx="3225">
                        <c:v>253.00899999999999</c:v>
                      </c:pt>
                      <c:pt idx="3226">
                        <c:v>250.12700000000001</c:v>
                      </c:pt>
                      <c:pt idx="3227">
                        <c:v>250.422</c:v>
                      </c:pt>
                      <c:pt idx="3228">
                        <c:v>247.11</c:v>
                      </c:pt>
                      <c:pt idx="3229">
                        <c:v>246.08799999999999</c:v>
                      </c:pt>
                      <c:pt idx="3230">
                        <c:v>245.59299999999999</c:v>
                      </c:pt>
                      <c:pt idx="3231">
                        <c:v>242.46899999999999</c:v>
                      </c:pt>
                      <c:pt idx="3232">
                        <c:v>242.84399999999999</c:v>
                      </c:pt>
                      <c:pt idx="3233">
                        <c:v>243.839</c:v>
                      </c:pt>
                      <c:pt idx="3234">
                        <c:v>243.642</c:v>
                      </c:pt>
                      <c:pt idx="3235">
                        <c:v>246.77099999999999</c:v>
                      </c:pt>
                      <c:pt idx="3236">
                        <c:v>249.44499999999999</c:v>
                      </c:pt>
                      <c:pt idx="3237">
                        <c:v>248.29599999999999</c:v>
                      </c:pt>
                      <c:pt idx="3238">
                        <c:v>243.28</c:v>
                      </c:pt>
                      <c:pt idx="3239">
                        <c:v>244.19499999999999</c:v>
                      </c:pt>
                      <c:pt idx="3240">
                        <c:v>248.67500000000001</c:v>
                      </c:pt>
                      <c:pt idx="3241">
                        <c:v>250.03399999999999</c:v>
                      </c:pt>
                      <c:pt idx="3242">
                        <c:v>246.512</c:v>
                      </c:pt>
                      <c:pt idx="3243">
                        <c:v>244.77099999999999</c:v>
                      </c:pt>
                      <c:pt idx="3244">
                        <c:v>241.90100000000001</c:v>
                      </c:pt>
                      <c:pt idx="3245">
                        <c:v>235.84899999999999</c:v>
                      </c:pt>
                      <c:pt idx="3246">
                        <c:v>234.96100000000001</c:v>
                      </c:pt>
                      <c:pt idx="3247">
                        <c:v>239.68299999999999</c:v>
                      </c:pt>
                      <c:pt idx="3248">
                        <c:v>239.45699999999999</c:v>
                      </c:pt>
                      <c:pt idx="3249">
                        <c:v>247.39500000000001</c:v>
                      </c:pt>
                      <c:pt idx="3250">
                        <c:v>253.029</c:v>
                      </c:pt>
                      <c:pt idx="3251">
                        <c:v>252.10599999999999</c:v>
                      </c:pt>
                      <c:pt idx="3252">
                        <c:v>255.488</c:v>
                      </c:pt>
                      <c:pt idx="3253">
                        <c:v>252.64</c:v>
                      </c:pt>
                      <c:pt idx="3254">
                        <c:v>260.005</c:v>
                      </c:pt>
                      <c:pt idx="3255">
                        <c:v>250.15199999999999</c:v>
                      </c:pt>
                      <c:pt idx="3256">
                        <c:v>245.76599999999999</c:v>
                      </c:pt>
                      <c:pt idx="3257">
                        <c:v>250.18799999999999</c:v>
                      </c:pt>
                      <c:pt idx="3258">
                        <c:v>256.62</c:v>
                      </c:pt>
                      <c:pt idx="3259">
                        <c:v>249.989</c:v>
                      </c:pt>
                      <c:pt idx="3260">
                        <c:v>239.99199999999999</c:v>
                      </c:pt>
                      <c:pt idx="3261">
                        <c:v>245.643</c:v>
                      </c:pt>
                      <c:pt idx="3262">
                        <c:v>243.52799999999999</c:v>
                      </c:pt>
                      <c:pt idx="3263">
                        <c:v>244.98500000000001</c:v>
                      </c:pt>
                      <c:pt idx="3264">
                        <c:v>254.12100000000001</c:v>
                      </c:pt>
                      <c:pt idx="3265">
                        <c:v>252.464</c:v>
                      </c:pt>
                      <c:pt idx="3266">
                        <c:v>253.27</c:v>
                      </c:pt>
                      <c:pt idx="3267">
                        <c:v>252.91900000000001</c:v>
                      </c:pt>
                      <c:pt idx="3268">
                        <c:v>252.863</c:v>
                      </c:pt>
                      <c:pt idx="3269">
                        <c:v>255.34</c:v>
                      </c:pt>
                      <c:pt idx="3270">
                        <c:v>250.98699999999999</c:v>
                      </c:pt>
                      <c:pt idx="3271">
                        <c:v>250.339</c:v>
                      </c:pt>
                      <c:pt idx="3272">
                        <c:v>253.32400000000001</c:v>
                      </c:pt>
                      <c:pt idx="3273">
                        <c:v>254.964</c:v>
                      </c:pt>
                      <c:pt idx="3274">
                        <c:v>253.56399999999999</c:v>
                      </c:pt>
                      <c:pt idx="3275">
                        <c:v>248.87299999999999</c:v>
                      </c:pt>
                      <c:pt idx="3276">
                        <c:v>242.74600000000001</c:v>
                      </c:pt>
                      <c:pt idx="3277">
                        <c:v>240.672</c:v>
                      </c:pt>
                      <c:pt idx="3278">
                        <c:v>238.99799999999999</c:v>
                      </c:pt>
                      <c:pt idx="3279">
                        <c:v>240.44</c:v>
                      </c:pt>
                      <c:pt idx="3280">
                        <c:v>244.73</c:v>
                      </c:pt>
                      <c:pt idx="3281">
                        <c:v>246.56700000000001</c:v>
                      </c:pt>
                      <c:pt idx="3282">
                        <c:v>249.07599999999999</c:v>
                      </c:pt>
                      <c:pt idx="3283">
                        <c:v>250.66399999999999</c:v>
                      </c:pt>
                      <c:pt idx="3284">
                        <c:v>255.06299999999999</c:v>
                      </c:pt>
                      <c:pt idx="3285">
                        <c:v>260.59199999999998</c:v>
                      </c:pt>
                      <c:pt idx="3286">
                        <c:v>261.94900000000001</c:v>
                      </c:pt>
                      <c:pt idx="3287">
                        <c:v>262.52100000000002</c:v>
                      </c:pt>
                      <c:pt idx="3288">
                        <c:v>253.56299999999999</c:v>
                      </c:pt>
                      <c:pt idx="3289">
                        <c:v>247.38399999999999</c:v>
                      </c:pt>
                      <c:pt idx="3290">
                        <c:v>254.363</c:v>
                      </c:pt>
                      <c:pt idx="3291">
                        <c:v>276.36200000000002</c:v>
                      </c:pt>
                      <c:pt idx="3292">
                        <c:v>281.81</c:v>
                      </c:pt>
                      <c:pt idx="3293">
                        <c:v>290.44</c:v>
                      </c:pt>
                      <c:pt idx="3294">
                        <c:v>269.75099999999998</c:v>
                      </c:pt>
                      <c:pt idx="3295">
                        <c:v>273.81200000000001</c:v>
                      </c:pt>
                      <c:pt idx="3296">
                        <c:v>283.14699999999999</c:v>
                      </c:pt>
                      <c:pt idx="3297">
                        <c:v>281.36500000000001</c:v>
                      </c:pt>
                      <c:pt idx="3298">
                        <c:v>279.75700000000001</c:v>
                      </c:pt>
                      <c:pt idx="3299">
                        <c:v>274.97000000000003</c:v>
                      </c:pt>
                      <c:pt idx="3300">
                        <c:v>275.49900000000002</c:v>
                      </c:pt>
                      <c:pt idx="3301">
                        <c:v>275.8</c:v>
                      </c:pt>
                      <c:pt idx="3302">
                        <c:v>276.46100000000001</c:v>
                      </c:pt>
                      <c:pt idx="3303">
                        <c:v>272.87299999999999</c:v>
                      </c:pt>
                      <c:pt idx="3304">
                        <c:v>273.89</c:v>
                      </c:pt>
                      <c:pt idx="3305">
                        <c:v>267.15800000000002</c:v>
                      </c:pt>
                      <c:pt idx="3306">
                        <c:v>270.74599999999998</c:v>
                      </c:pt>
                      <c:pt idx="3307">
                        <c:v>270.62</c:v>
                      </c:pt>
                      <c:pt idx="3308">
                        <c:v>265.07600000000002</c:v>
                      </c:pt>
                      <c:pt idx="3309">
                        <c:v>253.51</c:v>
                      </c:pt>
                      <c:pt idx="3310">
                        <c:v>250.827</c:v>
                      </c:pt>
                      <c:pt idx="3311">
                        <c:v>246.63200000000001</c:v>
                      </c:pt>
                      <c:pt idx="3312">
                        <c:v>247.291</c:v>
                      </c:pt>
                      <c:pt idx="3313">
                        <c:v>245.16900000000001</c:v>
                      </c:pt>
                      <c:pt idx="3314">
                        <c:v>244.12700000000001</c:v>
                      </c:pt>
                      <c:pt idx="3315">
                        <c:v>246.10900000000001</c:v>
                      </c:pt>
                      <c:pt idx="3316">
                        <c:v>244.91</c:v>
                      </c:pt>
                      <c:pt idx="3317">
                        <c:v>241.95099999999999</c:v>
                      </c:pt>
                      <c:pt idx="3318">
                        <c:v>242.76599999999999</c:v>
                      </c:pt>
                      <c:pt idx="3319">
                        <c:v>240.45699999999999</c:v>
                      </c:pt>
                      <c:pt idx="3320">
                        <c:v>240.65299999999999</c:v>
                      </c:pt>
                      <c:pt idx="3321">
                        <c:v>242.309</c:v>
                      </c:pt>
                      <c:pt idx="3322">
                        <c:v>242.58799999999999</c:v>
                      </c:pt>
                      <c:pt idx="3323">
                        <c:v>241.864</c:v>
                      </c:pt>
                      <c:pt idx="3324">
                        <c:v>242.40700000000001</c:v>
                      </c:pt>
                      <c:pt idx="3325">
                        <c:v>242.197</c:v>
                      </c:pt>
                      <c:pt idx="3326">
                        <c:v>241.64500000000001</c:v>
                      </c:pt>
                      <c:pt idx="3327">
                        <c:v>242.82499999999999</c:v>
                      </c:pt>
                      <c:pt idx="3328">
                        <c:v>241.88</c:v>
                      </c:pt>
                      <c:pt idx="3329">
                        <c:v>243.27099999999999</c:v>
                      </c:pt>
                      <c:pt idx="3330">
                        <c:v>237.815</c:v>
                      </c:pt>
                      <c:pt idx="3331">
                        <c:v>231.80500000000001</c:v>
                      </c:pt>
                      <c:pt idx="3332">
                        <c:v>232.65600000000001</c:v>
                      </c:pt>
                      <c:pt idx="3333">
                        <c:v>234.64699999999999</c:v>
                      </c:pt>
                      <c:pt idx="3334">
                        <c:v>237.30500000000001</c:v>
                      </c:pt>
                      <c:pt idx="3335">
                        <c:v>234.232</c:v>
                      </c:pt>
                      <c:pt idx="3336">
                        <c:v>232.214</c:v>
                      </c:pt>
                      <c:pt idx="3337">
                        <c:v>231.34700000000001</c:v>
                      </c:pt>
                      <c:pt idx="3338">
                        <c:v>230.13300000000001</c:v>
                      </c:pt>
                      <c:pt idx="3339">
                        <c:v>229.55</c:v>
                      </c:pt>
                      <c:pt idx="3340">
                        <c:v>234.042</c:v>
                      </c:pt>
                      <c:pt idx="3341">
                        <c:v>236.07</c:v>
                      </c:pt>
                      <c:pt idx="3342">
                        <c:v>234.73699999999999</c:v>
                      </c:pt>
                      <c:pt idx="3343">
                        <c:v>234.44399999999999</c:v>
                      </c:pt>
                      <c:pt idx="3344">
                        <c:v>235.24299999999999</c:v>
                      </c:pt>
                      <c:pt idx="3345">
                        <c:v>234.137</c:v>
                      </c:pt>
                      <c:pt idx="3346">
                        <c:v>236.02</c:v>
                      </c:pt>
                      <c:pt idx="3347">
                        <c:v>237.88200000000001</c:v>
                      </c:pt>
                      <c:pt idx="3348">
                        <c:v>241.267</c:v>
                      </c:pt>
                      <c:pt idx="3349">
                        <c:v>242.453</c:v>
                      </c:pt>
                      <c:pt idx="3350">
                        <c:v>240.49100000000001</c:v>
                      </c:pt>
                      <c:pt idx="3351">
                        <c:v>237.21199999999999</c:v>
                      </c:pt>
                      <c:pt idx="3352">
                        <c:v>233.994</c:v>
                      </c:pt>
                      <c:pt idx="3353">
                        <c:v>234.727</c:v>
                      </c:pt>
                      <c:pt idx="3354">
                        <c:v>235.92500000000001</c:v>
                      </c:pt>
                      <c:pt idx="3355">
                        <c:v>238.94499999999999</c:v>
                      </c:pt>
                      <c:pt idx="3356">
                        <c:v>238.29400000000001</c:v>
                      </c:pt>
                      <c:pt idx="3357">
                        <c:v>235</c:v>
                      </c:pt>
                      <c:pt idx="3358">
                        <c:v>229.077</c:v>
                      </c:pt>
                      <c:pt idx="3359">
                        <c:v>228.369</c:v>
                      </c:pt>
                      <c:pt idx="3360">
                        <c:v>232.54400000000001</c:v>
                      </c:pt>
                      <c:pt idx="3361">
                        <c:v>235.33500000000001</c:v>
                      </c:pt>
                      <c:pt idx="3362">
                        <c:v>236.482</c:v>
                      </c:pt>
                      <c:pt idx="3363">
                        <c:v>236.74700000000001</c:v>
                      </c:pt>
                      <c:pt idx="3364">
                        <c:v>232.28299999999999</c:v>
                      </c:pt>
                      <c:pt idx="3365">
                        <c:v>229.989</c:v>
                      </c:pt>
                      <c:pt idx="3366">
                        <c:v>226.417</c:v>
                      </c:pt>
                      <c:pt idx="3367">
                        <c:v>228.06700000000001</c:v>
                      </c:pt>
                      <c:pt idx="3368">
                        <c:v>228.042</c:v>
                      </c:pt>
                      <c:pt idx="3369">
                        <c:v>230.19499999999999</c:v>
                      </c:pt>
                      <c:pt idx="3370">
                        <c:v>225.238</c:v>
                      </c:pt>
                      <c:pt idx="3371">
                        <c:v>228.08</c:v>
                      </c:pt>
                      <c:pt idx="3372">
                        <c:v>223.678</c:v>
                      </c:pt>
                      <c:pt idx="3373">
                        <c:v>221.1</c:v>
                      </c:pt>
                      <c:pt idx="3374">
                        <c:v>222.27</c:v>
                      </c:pt>
                      <c:pt idx="3375">
                        <c:v>228.61199999999999</c:v>
                      </c:pt>
                      <c:pt idx="3376">
                        <c:v>231.30500000000001</c:v>
                      </c:pt>
                      <c:pt idx="3377">
                        <c:v>229.018</c:v>
                      </c:pt>
                      <c:pt idx="3378">
                        <c:v>228.77199999999999</c:v>
                      </c:pt>
                      <c:pt idx="3379">
                        <c:v>231.91</c:v>
                      </c:pt>
                      <c:pt idx="3380">
                        <c:v>223.95</c:v>
                      </c:pt>
                      <c:pt idx="3381">
                        <c:v>223.58500000000001</c:v>
                      </c:pt>
                      <c:pt idx="3382">
                        <c:v>220.857</c:v>
                      </c:pt>
                      <c:pt idx="3383">
                        <c:v>230.15</c:v>
                      </c:pt>
                      <c:pt idx="3384">
                        <c:v>236.00299999999999</c:v>
                      </c:pt>
                      <c:pt idx="3385">
                        <c:v>237.49299999999999</c:v>
                      </c:pt>
                      <c:pt idx="3386">
                        <c:v>233.50800000000001</c:v>
                      </c:pt>
                      <c:pt idx="3387">
                        <c:v>228.292</c:v>
                      </c:pt>
                      <c:pt idx="3388">
                        <c:v>226.726</c:v>
                      </c:pt>
                      <c:pt idx="3389">
                        <c:v>225.32499999999999</c:v>
                      </c:pt>
                      <c:pt idx="3390">
                        <c:v>223.61199999999999</c:v>
                      </c:pt>
                      <c:pt idx="3391">
                        <c:v>223.6</c:v>
                      </c:pt>
                      <c:pt idx="3392">
                        <c:v>224.166</c:v>
                      </c:pt>
                      <c:pt idx="3393">
                        <c:v>224.81299999999999</c:v>
                      </c:pt>
                      <c:pt idx="3394">
                        <c:v>224.654</c:v>
                      </c:pt>
                      <c:pt idx="3395">
                        <c:v>225.43100000000001</c:v>
                      </c:pt>
                      <c:pt idx="3396">
                        <c:v>225.41800000000001</c:v>
                      </c:pt>
                      <c:pt idx="3397">
                        <c:v>223.88499999999999</c:v>
                      </c:pt>
                      <c:pt idx="3398">
                        <c:v>221.63900000000001</c:v>
                      </c:pt>
                      <c:pt idx="3399">
                        <c:v>222.83799999999999</c:v>
                      </c:pt>
                      <c:pt idx="3400">
                        <c:v>226.66800000000001</c:v>
                      </c:pt>
                      <c:pt idx="3401">
                        <c:v>225.51599999999999</c:v>
                      </c:pt>
                      <c:pt idx="3402">
                        <c:v>225.27699999999999</c:v>
                      </c:pt>
                      <c:pt idx="3403">
                        <c:v>225.899</c:v>
                      </c:pt>
                      <c:pt idx="3404">
                        <c:v>228.012</c:v>
                      </c:pt>
                      <c:pt idx="3405">
                        <c:v>228.05699999999999</c:v>
                      </c:pt>
                      <c:pt idx="3406">
                        <c:v>226.46600000000001</c:v>
                      </c:pt>
                      <c:pt idx="3407">
                        <c:v>225.17599999999999</c:v>
                      </c:pt>
                      <c:pt idx="3408">
                        <c:v>220.26</c:v>
                      </c:pt>
                      <c:pt idx="3409">
                        <c:v>216.7</c:v>
                      </c:pt>
                      <c:pt idx="3410">
                        <c:v>220.57400000000001</c:v>
                      </c:pt>
                      <c:pt idx="3411">
                        <c:v>218.536</c:v>
                      </c:pt>
                      <c:pt idx="3412">
                        <c:v>217.167</c:v>
                      </c:pt>
                      <c:pt idx="3413">
                        <c:v>217.262</c:v>
                      </c:pt>
                      <c:pt idx="3414">
                        <c:v>213.685</c:v>
                      </c:pt>
                      <c:pt idx="3415">
                        <c:v>213.10900000000001</c:v>
                      </c:pt>
                      <c:pt idx="3416">
                        <c:v>219.52</c:v>
                      </c:pt>
                      <c:pt idx="3417">
                        <c:v>219.89699999999999</c:v>
                      </c:pt>
                      <c:pt idx="3418">
                        <c:v>222.26599999999999</c:v>
                      </c:pt>
                      <c:pt idx="3419">
                        <c:v>223.846</c:v>
                      </c:pt>
                      <c:pt idx="3420">
                        <c:v>220.261</c:v>
                      </c:pt>
                      <c:pt idx="3421">
                        <c:v>219.994</c:v>
                      </c:pt>
                      <c:pt idx="3422">
                        <c:v>219.79400000000001</c:v>
                      </c:pt>
                      <c:pt idx="3423">
                        <c:v>217.67</c:v>
                      </c:pt>
                      <c:pt idx="3424">
                        <c:v>215.61</c:v>
                      </c:pt>
                      <c:pt idx="3425">
                        <c:v>221.333</c:v>
                      </c:pt>
                      <c:pt idx="3426">
                        <c:v>223.239</c:v>
                      </c:pt>
                      <c:pt idx="3427">
                        <c:v>216.94300000000001</c:v>
                      </c:pt>
                      <c:pt idx="3428">
                        <c:v>216.29</c:v>
                      </c:pt>
                      <c:pt idx="3429">
                        <c:v>214.292</c:v>
                      </c:pt>
                      <c:pt idx="3430">
                        <c:v>212.423</c:v>
                      </c:pt>
                      <c:pt idx="3431">
                        <c:v>214.04599999999999</c:v>
                      </c:pt>
                      <c:pt idx="3432">
                        <c:v>215.15</c:v>
                      </c:pt>
                      <c:pt idx="3433">
                        <c:v>214.67500000000001</c:v>
                      </c:pt>
                      <c:pt idx="3434">
                        <c:v>215.99100000000001</c:v>
                      </c:pt>
                      <c:pt idx="3435">
                        <c:v>219.351</c:v>
                      </c:pt>
                      <c:pt idx="3436">
                        <c:v>218.452</c:v>
                      </c:pt>
                      <c:pt idx="3437">
                        <c:v>218.417</c:v>
                      </c:pt>
                      <c:pt idx="3438">
                        <c:v>216.708</c:v>
                      </c:pt>
                      <c:pt idx="3439">
                        <c:v>216.124</c:v>
                      </c:pt>
                      <c:pt idx="3440">
                        <c:v>218.71700000000001</c:v>
                      </c:pt>
                      <c:pt idx="3441">
                        <c:v>218.03899999999999</c:v>
                      </c:pt>
                      <c:pt idx="3442">
                        <c:v>218.16</c:v>
                      </c:pt>
                      <c:pt idx="3443">
                        <c:v>217.33799999999999</c:v>
                      </c:pt>
                      <c:pt idx="3444">
                        <c:v>213.553</c:v>
                      </c:pt>
                      <c:pt idx="3445">
                        <c:v>212.63900000000001</c:v>
                      </c:pt>
                      <c:pt idx="3446">
                        <c:v>216.90100000000001</c:v>
                      </c:pt>
                      <c:pt idx="3447">
                        <c:v>221.107</c:v>
                      </c:pt>
                      <c:pt idx="3448">
                        <c:v>224.17099999999999</c:v>
                      </c:pt>
                      <c:pt idx="3449">
                        <c:v>229.328</c:v>
                      </c:pt>
                      <c:pt idx="3450">
                        <c:v>234.35400000000001</c:v>
                      </c:pt>
                      <c:pt idx="3451">
                        <c:v>230.6</c:v>
                      </c:pt>
                      <c:pt idx="3452">
                        <c:v>228.315</c:v>
                      </c:pt>
                      <c:pt idx="3453">
                        <c:v>225.50800000000001</c:v>
                      </c:pt>
                      <c:pt idx="3454">
                        <c:v>224.95099999999999</c:v>
                      </c:pt>
                      <c:pt idx="3455">
                        <c:v>225.65199999999999</c:v>
                      </c:pt>
                      <c:pt idx="3456">
                        <c:v>230.43899999999999</c:v>
                      </c:pt>
                      <c:pt idx="3457">
                        <c:v>230.24100000000001</c:v>
                      </c:pt>
                      <c:pt idx="3458">
                        <c:v>229.208</c:v>
                      </c:pt>
                      <c:pt idx="3459">
                        <c:v>228.11199999999999</c:v>
                      </c:pt>
                      <c:pt idx="3460">
                        <c:v>233.93100000000001</c:v>
                      </c:pt>
                      <c:pt idx="3461">
                        <c:v>237.86</c:v>
                      </c:pt>
                      <c:pt idx="3462">
                        <c:v>237.423</c:v>
                      </c:pt>
                      <c:pt idx="3463">
                        <c:v>235.91900000000001</c:v>
                      </c:pt>
                      <c:pt idx="3464">
                        <c:v>236.64</c:v>
                      </c:pt>
                      <c:pt idx="3465">
                        <c:v>233.07</c:v>
                      </c:pt>
                      <c:pt idx="3466">
                        <c:v>231.92699999999999</c:v>
                      </c:pt>
                      <c:pt idx="3467">
                        <c:v>230.506</c:v>
                      </c:pt>
                      <c:pt idx="3468">
                        <c:v>229.38900000000001</c:v>
                      </c:pt>
                      <c:pt idx="3469">
                        <c:v>228.786</c:v>
                      </c:pt>
                      <c:pt idx="3470">
                        <c:v>227.489</c:v>
                      </c:pt>
                      <c:pt idx="3471">
                        <c:v>230.755</c:v>
                      </c:pt>
                      <c:pt idx="3472">
                        <c:v>230.76499999999999</c:v>
                      </c:pt>
                      <c:pt idx="3473">
                        <c:v>230.715</c:v>
                      </c:pt>
                      <c:pt idx="3474">
                        <c:v>236.346</c:v>
                      </c:pt>
                      <c:pt idx="3475">
                        <c:v>233.12299999999999</c:v>
                      </c:pt>
                      <c:pt idx="3476">
                        <c:v>233.495</c:v>
                      </c:pt>
                      <c:pt idx="3477">
                        <c:v>231.65700000000001</c:v>
                      </c:pt>
                      <c:pt idx="3478">
                        <c:v>228.208</c:v>
                      </c:pt>
                      <c:pt idx="3479">
                        <c:v>225.97200000000001</c:v>
                      </c:pt>
                      <c:pt idx="3480">
                        <c:v>224.482</c:v>
                      </c:pt>
                      <c:pt idx="3481">
                        <c:v>225.09299999999999</c:v>
                      </c:pt>
                      <c:pt idx="3482">
                        <c:v>226.03299999999999</c:v>
                      </c:pt>
                      <c:pt idx="3483">
                        <c:v>225.60499999999999</c:v>
                      </c:pt>
                      <c:pt idx="3484">
                        <c:v>229.02500000000001</c:v>
                      </c:pt>
                      <c:pt idx="3485">
                        <c:v>231.74799999999999</c:v>
                      </c:pt>
                      <c:pt idx="3486">
                        <c:v>235.191</c:v>
                      </c:pt>
                      <c:pt idx="3487">
                        <c:v>235.61099999999999</c:v>
                      </c:pt>
                      <c:pt idx="3488">
                        <c:v>233.18</c:v>
                      </c:pt>
                      <c:pt idx="3489">
                        <c:v>233.56200000000001</c:v>
                      </c:pt>
                      <c:pt idx="3490">
                        <c:v>235.09800000000001</c:v>
                      </c:pt>
                      <c:pt idx="3491">
                        <c:v>239.13800000000001</c:v>
                      </c:pt>
                      <c:pt idx="3492">
                        <c:v>236.59</c:v>
                      </c:pt>
                      <c:pt idx="3493">
                        <c:v>236.851</c:v>
                      </c:pt>
                      <c:pt idx="3494">
                        <c:v>234.56700000000001</c:v>
                      </c:pt>
                      <c:pt idx="3495">
                        <c:v>234.03</c:v>
                      </c:pt>
                      <c:pt idx="3496">
                        <c:v>233.65799999999999</c:v>
                      </c:pt>
                      <c:pt idx="3497">
                        <c:v>232.47300000000001</c:v>
                      </c:pt>
                      <c:pt idx="3498">
                        <c:v>234.24199999999999</c:v>
                      </c:pt>
                      <c:pt idx="3499">
                        <c:v>234.62799999999999</c:v>
                      </c:pt>
                      <c:pt idx="3500">
                        <c:v>232.67099999999999</c:v>
                      </c:pt>
                      <c:pt idx="3501">
                        <c:v>230.57599999999999</c:v>
                      </c:pt>
                      <c:pt idx="3502">
                        <c:v>228.446</c:v>
                      </c:pt>
                      <c:pt idx="3503">
                        <c:v>228.12799999999999</c:v>
                      </c:pt>
                      <c:pt idx="3504">
                        <c:v>224.15</c:v>
                      </c:pt>
                      <c:pt idx="3505">
                        <c:v>222.46700000000001</c:v>
                      </c:pt>
                      <c:pt idx="3506">
                        <c:v>222.25700000000001</c:v>
                      </c:pt>
                      <c:pt idx="3507">
                        <c:v>222.714</c:v>
                      </c:pt>
                      <c:pt idx="3508">
                        <c:v>221.39400000000001</c:v>
                      </c:pt>
                      <c:pt idx="3509">
                        <c:v>222.47300000000001</c:v>
                      </c:pt>
                      <c:pt idx="3510">
                        <c:v>221.40600000000001</c:v>
                      </c:pt>
                      <c:pt idx="3511">
                        <c:v>221.08600000000001</c:v>
                      </c:pt>
                      <c:pt idx="3512">
                        <c:v>219.03100000000001</c:v>
                      </c:pt>
                      <c:pt idx="3513">
                        <c:v>218.05099999999999</c:v>
                      </c:pt>
                      <c:pt idx="3514">
                        <c:v>220.405</c:v>
                      </c:pt>
                      <c:pt idx="3515">
                        <c:v>236.524</c:v>
                      </c:pt>
                      <c:pt idx="3516">
                        <c:v>238.21199999999999</c:v>
                      </c:pt>
                      <c:pt idx="3517">
                        <c:v>234.97300000000001</c:v>
                      </c:pt>
                      <c:pt idx="3518">
                        <c:v>237.357</c:v>
                      </c:pt>
                      <c:pt idx="3519">
                        <c:v>232.97900000000001</c:v>
                      </c:pt>
                      <c:pt idx="3520">
                        <c:v>230.767</c:v>
                      </c:pt>
                      <c:pt idx="3521">
                        <c:v>227.96899999999999</c:v>
                      </c:pt>
                      <c:pt idx="3522">
                        <c:v>227.22</c:v>
                      </c:pt>
                      <c:pt idx="3523">
                        <c:v>222.15799999999999</c:v>
                      </c:pt>
                      <c:pt idx="3524">
                        <c:v>215.41499999999999</c:v>
                      </c:pt>
                      <c:pt idx="3525">
                        <c:v>213.559</c:v>
                      </c:pt>
                      <c:pt idx="3526">
                        <c:v>213.09200000000001</c:v>
                      </c:pt>
                      <c:pt idx="3527">
                        <c:v>214.17</c:v>
                      </c:pt>
                      <c:pt idx="3528">
                        <c:v>213.86199999999999</c:v>
                      </c:pt>
                      <c:pt idx="3529">
                        <c:v>216.03800000000001</c:v>
                      </c:pt>
                      <c:pt idx="3530">
                        <c:v>215.91300000000001</c:v>
                      </c:pt>
                      <c:pt idx="3531">
                        <c:v>216.672</c:v>
                      </c:pt>
                      <c:pt idx="3532">
                        <c:v>217.25200000000001</c:v>
                      </c:pt>
                      <c:pt idx="3533">
                        <c:v>218.82300000000001</c:v>
                      </c:pt>
                      <c:pt idx="3534">
                        <c:v>215.477</c:v>
                      </c:pt>
                      <c:pt idx="3535">
                        <c:v>211.929</c:v>
                      </c:pt>
                      <c:pt idx="3536">
                        <c:v>210.82</c:v>
                      </c:pt>
                      <c:pt idx="3537">
                        <c:v>210.19900000000001</c:v>
                      </c:pt>
                      <c:pt idx="3538">
                        <c:v>210.536</c:v>
                      </c:pt>
                      <c:pt idx="3539">
                        <c:v>210.613</c:v>
                      </c:pt>
                      <c:pt idx="3540">
                        <c:v>211.767</c:v>
                      </c:pt>
                      <c:pt idx="3541">
                        <c:v>213.75700000000001</c:v>
                      </c:pt>
                      <c:pt idx="3542">
                        <c:v>209.78</c:v>
                      </c:pt>
                      <c:pt idx="3543">
                        <c:v>208.357</c:v>
                      </c:pt>
                      <c:pt idx="3544">
                        <c:v>208.41499999999999</c:v>
                      </c:pt>
                      <c:pt idx="3545">
                        <c:v>211.52</c:v>
                      </c:pt>
                      <c:pt idx="3546">
                        <c:v>210.88900000000001</c:v>
                      </c:pt>
                      <c:pt idx="3547">
                        <c:v>211.29499999999999</c:v>
                      </c:pt>
                      <c:pt idx="3548">
                        <c:v>209.39099999999999</c:v>
                      </c:pt>
                      <c:pt idx="3549">
                        <c:v>212.637</c:v>
                      </c:pt>
                      <c:pt idx="3550">
                        <c:v>213.155</c:v>
                      </c:pt>
                      <c:pt idx="3551">
                        <c:v>215.71600000000001</c:v>
                      </c:pt>
                      <c:pt idx="3552">
                        <c:v>216.78299999999999</c:v>
                      </c:pt>
                      <c:pt idx="3553">
                        <c:v>216.31399999999999</c:v>
                      </c:pt>
                      <c:pt idx="3554">
                        <c:v>217.27600000000001</c:v>
                      </c:pt>
                      <c:pt idx="3555">
                        <c:v>218.964</c:v>
                      </c:pt>
                      <c:pt idx="3556">
                        <c:v>215.006</c:v>
                      </c:pt>
                      <c:pt idx="3557">
                        <c:v>211.94800000000001</c:v>
                      </c:pt>
                      <c:pt idx="3558">
                        <c:v>210.96299999999999</c:v>
                      </c:pt>
                      <c:pt idx="3559">
                        <c:v>208.71199999999999</c:v>
                      </c:pt>
                      <c:pt idx="3560">
                        <c:v>207.72300000000001</c:v>
                      </c:pt>
                      <c:pt idx="3561">
                        <c:v>206.41800000000001</c:v>
                      </c:pt>
                      <c:pt idx="3562">
                        <c:v>205.85400000000001</c:v>
                      </c:pt>
                      <c:pt idx="3563">
                        <c:v>202.874</c:v>
                      </c:pt>
                      <c:pt idx="3564">
                        <c:v>201.167</c:v>
                      </c:pt>
                      <c:pt idx="3565">
                        <c:v>203.02600000000001</c:v>
                      </c:pt>
                      <c:pt idx="3566">
                        <c:v>203.661</c:v>
                      </c:pt>
                      <c:pt idx="3567">
                        <c:v>203.59399999999999</c:v>
                      </c:pt>
                      <c:pt idx="3568">
                        <c:v>199.815</c:v>
                      </c:pt>
                      <c:pt idx="3569">
                        <c:v>197.751</c:v>
                      </c:pt>
                      <c:pt idx="3570">
                        <c:v>200.434</c:v>
                      </c:pt>
                      <c:pt idx="3571">
                        <c:v>202.059</c:v>
                      </c:pt>
                      <c:pt idx="3572">
                        <c:v>201.14599999999999</c:v>
                      </c:pt>
                      <c:pt idx="3573">
                        <c:v>200.697</c:v>
                      </c:pt>
                      <c:pt idx="3574">
                        <c:v>202.70500000000001</c:v>
                      </c:pt>
                      <c:pt idx="3575">
                        <c:v>201.96899999999999</c:v>
                      </c:pt>
                      <c:pt idx="3576">
                        <c:v>201.036</c:v>
                      </c:pt>
                      <c:pt idx="3577">
                        <c:v>199.52099999999999</c:v>
                      </c:pt>
                      <c:pt idx="3578">
                        <c:v>198.126</c:v>
                      </c:pt>
                      <c:pt idx="3579">
                        <c:v>196.91399999999999</c:v>
                      </c:pt>
                      <c:pt idx="3580">
                        <c:v>195.80799999999999</c:v>
                      </c:pt>
                      <c:pt idx="3581">
                        <c:v>194.92400000000001</c:v>
                      </c:pt>
                      <c:pt idx="3582">
                        <c:v>194.441</c:v>
                      </c:pt>
                      <c:pt idx="3583">
                        <c:v>194.12799999999999</c:v>
                      </c:pt>
                      <c:pt idx="3584">
                        <c:v>194.39</c:v>
                      </c:pt>
                      <c:pt idx="3585">
                        <c:v>194.279</c:v>
                      </c:pt>
                      <c:pt idx="3586">
                        <c:v>182.07300000000001</c:v>
                      </c:pt>
                      <c:pt idx="3587">
                        <c:v>181.63900000000001</c:v>
                      </c:pt>
                      <c:pt idx="3588">
                        <c:v>184.119</c:v>
                      </c:pt>
                      <c:pt idx="3589">
                        <c:v>192.809</c:v>
                      </c:pt>
                      <c:pt idx="3590">
                        <c:v>189.34299999999999</c:v>
                      </c:pt>
                      <c:pt idx="3591">
                        <c:v>185.18899999999999</c:v>
                      </c:pt>
                      <c:pt idx="3592">
                        <c:v>184.267</c:v>
                      </c:pt>
                      <c:pt idx="3593">
                        <c:v>183.26900000000001</c:v>
                      </c:pt>
                      <c:pt idx="3594">
                        <c:v>181.511</c:v>
                      </c:pt>
                      <c:pt idx="3595">
                        <c:v>181.179</c:v>
                      </c:pt>
                      <c:pt idx="3596">
                        <c:v>180.43899999999999</c:v>
                      </c:pt>
                      <c:pt idx="3597">
                        <c:v>179.261</c:v>
                      </c:pt>
                      <c:pt idx="3598">
                        <c:v>179.00399999999999</c:v>
                      </c:pt>
                      <c:pt idx="3599">
                        <c:v>176.887</c:v>
                      </c:pt>
                      <c:pt idx="3600">
                        <c:v>175.54300000000001</c:v>
                      </c:pt>
                      <c:pt idx="3601">
                        <c:v>175.60300000000001</c:v>
                      </c:pt>
                      <c:pt idx="3602">
                        <c:v>175.755</c:v>
                      </c:pt>
                      <c:pt idx="3603">
                        <c:v>175.01599999999999</c:v>
                      </c:pt>
                      <c:pt idx="3604">
                        <c:v>176.14099999999999</c:v>
                      </c:pt>
                      <c:pt idx="3605">
                        <c:v>174.613</c:v>
                      </c:pt>
                      <c:pt idx="3606">
                        <c:v>173.90600000000001</c:v>
                      </c:pt>
                      <c:pt idx="3607">
                        <c:v>173.77699999999999</c:v>
                      </c:pt>
                      <c:pt idx="3608">
                        <c:v>175.18199999999999</c:v>
                      </c:pt>
                      <c:pt idx="3609">
                        <c:v>175.72900000000001</c:v>
                      </c:pt>
                      <c:pt idx="3610">
                        <c:v>174.334</c:v>
                      </c:pt>
                      <c:pt idx="3611">
                        <c:v>173.256</c:v>
                      </c:pt>
                      <c:pt idx="3612">
                        <c:v>177.42699999999999</c:v>
                      </c:pt>
                      <c:pt idx="3613">
                        <c:v>180.422</c:v>
                      </c:pt>
                      <c:pt idx="3614">
                        <c:v>178.69900000000001</c:v>
                      </c:pt>
                      <c:pt idx="3615">
                        <c:v>179.303</c:v>
                      </c:pt>
                      <c:pt idx="3616">
                        <c:v>186.76400000000001</c:v>
                      </c:pt>
                      <c:pt idx="3617">
                        <c:v>195.29300000000001</c:v>
                      </c:pt>
                      <c:pt idx="3618">
                        <c:v>192.06</c:v>
                      </c:pt>
                      <c:pt idx="3619">
                        <c:v>194.465</c:v>
                      </c:pt>
                      <c:pt idx="3620">
                        <c:v>190.94499999999999</c:v>
                      </c:pt>
                      <c:pt idx="3621">
                        <c:v>186.18799999999999</c:v>
                      </c:pt>
                      <c:pt idx="3622">
                        <c:v>180.76499999999999</c:v>
                      </c:pt>
                      <c:pt idx="3623">
                        <c:v>178.16399999999999</c:v>
                      </c:pt>
                      <c:pt idx="3624">
                        <c:v>182.691</c:v>
                      </c:pt>
                      <c:pt idx="3625">
                        <c:v>184.785</c:v>
                      </c:pt>
                      <c:pt idx="3626">
                        <c:v>185.429</c:v>
                      </c:pt>
                      <c:pt idx="3627">
                        <c:v>184.072</c:v>
                      </c:pt>
                      <c:pt idx="3628">
                        <c:v>180.12299999999999</c:v>
                      </c:pt>
                      <c:pt idx="3629">
                        <c:v>182.70400000000001</c:v>
                      </c:pt>
                      <c:pt idx="3630">
                        <c:v>185.63</c:v>
                      </c:pt>
                      <c:pt idx="3631">
                        <c:v>188.89699999999999</c:v>
                      </c:pt>
                      <c:pt idx="3632">
                        <c:v>190.43799999999999</c:v>
                      </c:pt>
                      <c:pt idx="3633">
                        <c:v>186.82499999999999</c:v>
                      </c:pt>
                      <c:pt idx="3634">
                        <c:v>184.029</c:v>
                      </c:pt>
                      <c:pt idx="3635">
                        <c:v>185.566</c:v>
                      </c:pt>
                      <c:pt idx="3636">
                        <c:v>185.279</c:v>
                      </c:pt>
                      <c:pt idx="3637">
                        <c:v>182.27799999999999</c:v>
                      </c:pt>
                      <c:pt idx="3638">
                        <c:v>179.739</c:v>
                      </c:pt>
                      <c:pt idx="3639">
                        <c:v>178.13300000000001</c:v>
                      </c:pt>
                      <c:pt idx="3640">
                        <c:v>178.03700000000001</c:v>
                      </c:pt>
                      <c:pt idx="3641">
                        <c:v>179.06399999999999</c:v>
                      </c:pt>
                      <c:pt idx="3642">
                        <c:v>178.61199999999999</c:v>
                      </c:pt>
                      <c:pt idx="3643">
                        <c:v>181.001</c:v>
                      </c:pt>
                      <c:pt idx="3644">
                        <c:v>192.09800000000001</c:v>
                      </c:pt>
                      <c:pt idx="3645">
                        <c:v>186.72499999999999</c:v>
                      </c:pt>
                      <c:pt idx="3646">
                        <c:v>187.41300000000001</c:v>
                      </c:pt>
                      <c:pt idx="3647">
                        <c:v>191.714</c:v>
                      </c:pt>
                      <c:pt idx="3648">
                        <c:v>192.29400000000001</c:v>
                      </c:pt>
                      <c:pt idx="3649">
                        <c:v>188.82900000000001</c:v>
                      </c:pt>
                      <c:pt idx="3650">
                        <c:v>189.21100000000001</c:v>
                      </c:pt>
                      <c:pt idx="3651">
                        <c:v>186.26900000000001</c:v>
                      </c:pt>
                      <c:pt idx="3652">
                        <c:v>184.672</c:v>
                      </c:pt>
                      <c:pt idx="3653">
                        <c:v>185.791</c:v>
                      </c:pt>
                      <c:pt idx="3654">
                        <c:v>184.05799999999999</c:v>
                      </c:pt>
                      <c:pt idx="3655">
                        <c:v>180.84899999999999</c:v>
                      </c:pt>
                      <c:pt idx="3656">
                        <c:v>179.24199999999999</c:v>
                      </c:pt>
                      <c:pt idx="3657">
                        <c:v>180.232</c:v>
                      </c:pt>
                      <c:pt idx="3658">
                        <c:v>180.143</c:v>
                      </c:pt>
                      <c:pt idx="3659">
                        <c:v>178.28800000000001</c:v>
                      </c:pt>
                      <c:pt idx="3660">
                        <c:v>176.72200000000001</c:v>
                      </c:pt>
                      <c:pt idx="3661">
                        <c:v>175.58</c:v>
                      </c:pt>
                      <c:pt idx="3662">
                        <c:v>176.76400000000001</c:v>
                      </c:pt>
                      <c:pt idx="3663">
                        <c:v>176.762</c:v>
                      </c:pt>
                      <c:pt idx="3664">
                        <c:v>177.04900000000001</c:v>
                      </c:pt>
                      <c:pt idx="3665">
                        <c:v>174.73400000000001</c:v>
                      </c:pt>
                      <c:pt idx="3666">
                        <c:v>175.98400000000001</c:v>
                      </c:pt>
                      <c:pt idx="3667">
                        <c:v>178.649</c:v>
                      </c:pt>
                      <c:pt idx="3668">
                        <c:v>179.846</c:v>
                      </c:pt>
                      <c:pt idx="3669">
                        <c:v>180.96799999999999</c:v>
                      </c:pt>
                      <c:pt idx="3670">
                        <c:v>183.96700000000001</c:v>
                      </c:pt>
                      <c:pt idx="3671">
                        <c:v>184.69900000000001</c:v>
                      </c:pt>
                      <c:pt idx="3672">
                        <c:v>184.238</c:v>
                      </c:pt>
                      <c:pt idx="3673">
                        <c:v>185.72300000000001</c:v>
                      </c:pt>
                      <c:pt idx="3674">
                        <c:v>184.827</c:v>
                      </c:pt>
                      <c:pt idx="3675">
                        <c:v>186.62100000000001</c:v>
                      </c:pt>
                      <c:pt idx="3676">
                        <c:v>193.22</c:v>
                      </c:pt>
                      <c:pt idx="3677">
                        <c:v>187.95400000000001</c:v>
                      </c:pt>
                      <c:pt idx="3678">
                        <c:v>189.86</c:v>
                      </c:pt>
                      <c:pt idx="3679">
                        <c:v>194.989</c:v>
                      </c:pt>
                      <c:pt idx="3680">
                        <c:v>194.697</c:v>
                      </c:pt>
                      <c:pt idx="3681">
                        <c:v>186.48099999999999</c:v>
                      </c:pt>
                      <c:pt idx="3682">
                        <c:v>185.88</c:v>
                      </c:pt>
                      <c:pt idx="3683">
                        <c:v>186.95</c:v>
                      </c:pt>
                      <c:pt idx="3684">
                        <c:v>188.51900000000001</c:v>
                      </c:pt>
                      <c:pt idx="3685">
                        <c:v>187.071</c:v>
                      </c:pt>
                      <c:pt idx="3686">
                        <c:v>191.23400000000001</c:v>
                      </c:pt>
                      <c:pt idx="3687">
                        <c:v>195.303</c:v>
                      </c:pt>
                      <c:pt idx="3688">
                        <c:v>193.33699999999999</c:v>
                      </c:pt>
                      <c:pt idx="3689">
                        <c:v>191.624</c:v>
                      </c:pt>
                      <c:pt idx="3690">
                        <c:v>190.04499999999999</c:v>
                      </c:pt>
                      <c:pt idx="3691">
                        <c:v>189.71</c:v>
                      </c:pt>
                      <c:pt idx="3692">
                        <c:v>192.386</c:v>
                      </c:pt>
                      <c:pt idx="3693">
                        <c:v>193.09700000000001</c:v>
                      </c:pt>
                      <c:pt idx="3694">
                        <c:v>199.81100000000001</c:v>
                      </c:pt>
                      <c:pt idx="3695">
                        <c:v>201.779</c:v>
                      </c:pt>
                      <c:pt idx="3696">
                        <c:v>205.441</c:v>
                      </c:pt>
                      <c:pt idx="3697">
                        <c:v>203.71299999999999</c:v>
                      </c:pt>
                      <c:pt idx="3698">
                        <c:v>199.36</c:v>
                      </c:pt>
                      <c:pt idx="3699">
                        <c:v>200.27099999999999</c:v>
                      </c:pt>
                      <c:pt idx="3700">
                        <c:v>199.02</c:v>
                      </c:pt>
                      <c:pt idx="3701">
                        <c:v>200.63399999999999</c:v>
                      </c:pt>
                      <c:pt idx="3702">
                        <c:v>202.46899999999999</c:v>
                      </c:pt>
                      <c:pt idx="3703">
                        <c:v>205.28</c:v>
                      </c:pt>
                      <c:pt idx="3704">
                        <c:v>205.77</c:v>
                      </c:pt>
                      <c:pt idx="3705">
                        <c:v>204.113</c:v>
                      </c:pt>
                      <c:pt idx="3706">
                        <c:v>208.679</c:v>
                      </c:pt>
                      <c:pt idx="3707">
                        <c:v>208.517</c:v>
                      </c:pt>
                      <c:pt idx="3708">
                        <c:v>209.95699999999999</c:v>
                      </c:pt>
                      <c:pt idx="3709">
                        <c:v>211.548</c:v>
                      </c:pt>
                      <c:pt idx="3710">
                        <c:v>210.11699999999999</c:v>
                      </c:pt>
                      <c:pt idx="3711">
                        <c:v>209.55799999999999</c:v>
                      </c:pt>
                      <c:pt idx="3712">
                        <c:v>206.6</c:v>
                      </c:pt>
                      <c:pt idx="3713">
                        <c:v>206.684</c:v>
                      </c:pt>
                      <c:pt idx="3714">
                        <c:v>204.85300000000001</c:v>
                      </c:pt>
                      <c:pt idx="3715">
                        <c:v>207.06299999999999</c:v>
                      </c:pt>
                      <c:pt idx="3716">
                        <c:v>207.869</c:v>
                      </c:pt>
                      <c:pt idx="3717">
                        <c:v>206.76599999999999</c:v>
                      </c:pt>
                      <c:pt idx="3718">
                        <c:v>205.24199999999999</c:v>
                      </c:pt>
                      <c:pt idx="3719">
                        <c:v>199.01300000000001</c:v>
                      </c:pt>
                      <c:pt idx="3720">
                        <c:v>197.26300000000001</c:v>
                      </c:pt>
                      <c:pt idx="3721">
                        <c:v>192.38800000000001</c:v>
                      </c:pt>
                      <c:pt idx="3722">
                        <c:v>189.036</c:v>
                      </c:pt>
                      <c:pt idx="3723">
                        <c:v>186.672</c:v>
                      </c:pt>
                      <c:pt idx="3724">
                        <c:v>184.89699999999999</c:v>
                      </c:pt>
                      <c:pt idx="3725">
                        <c:v>191.928</c:v>
                      </c:pt>
                      <c:pt idx="3726">
                        <c:v>192.786</c:v>
                      </c:pt>
                      <c:pt idx="3727">
                        <c:v>190.27799999999999</c:v>
                      </c:pt>
                      <c:pt idx="3728">
                        <c:v>192.02500000000001</c:v>
                      </c:pt>
                      <c:pt idx="3729">
                        <c:v>192.786</c:v>
                      </c:pt>
                      <c:pt idx="3730">
                        <c:v>192.30500000000001</c:v>
                      </c:pt>
                      <c:pt idx="3731">
                        <c:v>192.066</c:v>
                      </c:pt>
                      <c:pt idx="3732">
                        <c:v>191.399</c:v>
                      </c:pt>
                      <c:pt idx="3733">
                        <c:v>191.02199999999999</c:v>
                      </c:pt>
                      <c:pt idx="3734">
                        <c:v>191.05</c:v>
                      </c:pt>
                      <c:pt idx="3735">
                        <c:v>188.41499999999999</c:v>
                      </c:pt>
                      <c:pt idx="3736">
                        <c:v>186.63900000000001</c:v>
                      </c:pt>
                      <c:pt idx="3737">
                        <c:v>184.81200000000001</c:v>
                      </c:pt>
                      <c:pt idx="3738">
                        <c:v>184.965</c:v>
                      </c:pt>
                      <c:pt idx="3739">
                        <c:v>185.96700000000001</c:v>
                      </c:pt>
                      <c:pt idx="3740">
                        <c:v>186.608</c:v>
                      </c:pt>
                      <c:pt idx="3741">
                        <c:v>186.26</c:v>
                      </c:pt>
                      <c:pt idx="3742">
                        <c:v>184.74299999999999</c:v>
                      </c:pt>
                      <c:pt idx="3743">
                        <c:v>184.416</c:v>
                      </c:pt>
                      <c:pt idx="3744">
                        <c:v>184.31299999999999</c:v>
                      </c:pt>
                      <c:pt idx="3745">
                        <c:v>185.08500000000001</c:v>
                      </c:pt>
                      <c:pt idx="3746">
                        <c:v>187.54599999999999</c:v>
                      </c:pt>
                      <c:pt idx="3747">
                        <c:v>190.02799999999999</c:v>
                      </c:pt>
                      <c:pt idx="3748">
                        <c:v>196.93</c:v>
                      </c:pt>
                      <c:pt idx="3749">
                        <c:v>191.48599999999999</c:v>
                      </c:pt>
                      <c:pt idx="3750">
                        <c:v>190.75700000000001</c:v>
                      </c:pt>
                      <c:pt idx="3751">
                        <c:v>190.44800000000001</c:v>
                      </c:pt>
                      <c:pt idx="3752">
                        <c:v>191.53399999999999</c:v>
                      </c:pt>
                      <c:pt idx="3753">
                        <c:v>191.876</c:v>
                      </c:pt>
                      <c:pt idx="3754">
                        <c:v>190.982</c:v>
                      </c:pt>
                      <c:pt idx="3755">
                        <c:v>190.37899999999999</c:v>
                      </c:pt>
                      <c:pt idx="3756">
                        <c:v>192</c:v>
                      </c:pt>
                      <c:pt idx="3757">
                        <c:v>190.93799999999999</c:v>
                      </c:pt>
                      <c:pt idx="3758">
                        <c:v>189.51900000000001</c:v>
                      </c:pt>
                      <c:pt idx="3759">
                        <c:v>191.029</c:v>
                      </c:pt>
                      <c:pt idx="3760">
                        <c:v>190.59200000000001</c:v>
                      </c:pt>
                      <c:pt idx="3761">
                        <c:v>192.37</c:v>
                      </c:pt>
                      <c:pt idx="3762">
                        <c:v>193.06800000000001</c:v>
                      </c:pt>
                      <c:pt idx="3763">
                        <c:v>193.44399999999999</c:v>
                      </c:pt>
                      <c:pt idx="3764">
                        <c:v>195.09399999999999</c:v>
                      </c:pt>
                      <c:pt idx="3765">
                        <c:v>195.834</c:v>
                      </c:pt>
                      <c:pt idx="3766">
                        <c:v>194.90199999999999</c:v>
                      </c:pt>
                      <c:pt idx="3767">
                        <c:v>194.65799999999999</c:v>
                      </c:pt>
                      <c:pt idx="3768">
                        <c:v>195.66900000000001</c:v>
                      </c:pt>
                      <c:pt idx="3769">
                        <c:v>195.874</c:v>
                      </c:pt>
                      <c:pt idx="3770">
                        <c:v>192.12799999999999</c:v>
                      </c:pt>
                      <c:pt idx="3771">
                        <c:v>188.09399999999999</c:v>
                      </c:pt>
                      <c:pt idx="3772">
                        <c:v>186.04499999999999</c:v>
                      </c:pt>
                      <c:pt idx="3773">
                        <c:v>184.208</c:v>
                      </c:pt>
                      <c:pt idx="3774">
                        <c:v>184.446</c:v>
                      </c:pt>
                      <c:pt idx="3775">
                        <c:v>184.23599999999999</c:v>
                      </c:pt>
                      <c:pt idx="3776">
                        <c:v>191.18299999999999</c:v>
                      </c:pt>
                      <c:pt idx="3777">
                        <c:v>190.09</c:v>
                      </c:pt>
                      <c:pt idx="3778">
                        <c:v>191.33099999999999</c:v>
                      </c:pt>
                      <c:pt idx="3779">
                        <c:v>191.4</c:v>
                      </c:pt>
                      <c:pt idx="3780">
                        <c:v>190.28100000000001</c:v>
                      </c:pt>
                      <c:pt idx="3781">
                        <c:v>187.233</c:v>
                      </c:pt>
                      <c:pt idx="3782">
                        <c:v>187.35400000000001</c:v>
                      </c:pt>
                      <c:pt idx="3783">
                        <c:v>187.74199999999999</c:v>
                      </c:pt>
                      <c:pt idx="3784">
                        <c:v>185.40600000000001</c:v>
                      </c:pt>
                      <c:pt idx="3785">
                        <c:v>186.11699999999999</c:v>
                      </c:pt>
                      <c:pt idx="3786">
                        <c:v>191.441</c:v>
                      </c:pt>
                      <c:pt idx="3787">
                        <c:v>196.042</c:v>
                      </c:pt>
                      <c:pt idx="3788">
                        <c:v>197.011</c:v>
                      </c:pt>
                      <c:pt idx="3789">
                        <c:v>195.62100000000001</c:v>
                      </c:pt>
                      <c:pt idx="3790">
                        <c:v>199.1</c:v>
                      </c:pt>
                      <c:pt idx="3791">
                        <c:v>199.47399999999999</c:v>
                      </c:pt>
                      <c:pt idx="3792">
                        <c:v>198.06299999999999</c:v>
                      </c:pt>
                      <c:pt idx="3793">
                        <c:v>198.119</c:v>
                      </c:pt>
                      <c:pt idx="3794">
                        <c:v>193.38900000000001</c:v>
                      </c:pt>
                      <c:pt idx="3795">
                        <c:v>194.87200000000001</c:v>
                      </c:pt>
                      <c:pt idx="3796">
                        <c:v>200.25299999999999</c:v>
                      </c:pt>
                      <c:pt idx="3797">
                        <c:v>200.982</c:v>
                      </c:pt>
                      <c:pt idx="3798">
                        <c:v>201.369</c:v>
                      </c:pt>
                      <c:pt idx="3799">
                        <c:v>202.35900000000001</c:v>
                      </c:pt>
                      <c:pt idx="3800">
                        <c:v>204.762</c:v>
                      </c:pt>
                      <c:pt idx="3801">
                        <c:v>203.387</c:v>
                      </c:pt>
                      <c:pt idx="3802">
                        <c:v>204.55099999999999</c:v>
                      </c:pt>
                      <c:pt idx="3803">
                        <c:v>207.36500000000001</c:v>
                      </c:pt>
                      <c:pt idx="3804">
                        <c:v>205.72900000000001</c:v>
                      </c:pt>
                      <c:pt idx="3805">
                        <c:v>206.19300000000001</c:v>
                      </c:pt>
                      <c:pt idx="3806">
                        <c:v>204.33600000000001</c:v>
                      </c:pt>
                      <c:pt idx="3807">
                        <c:v>201.57900000000001</c:v>
                      </c:pt>
                      <c:pt idx="3808">
                        <c:v>199.482</c:v>
                      </c:pt>
                      <c:pt idx="3809">
                        <c:v>198.108</c:v>
                      </c:pt>
                      <c:pt idx="3810">
                        <c:v>195.34899999999999</c:v>
                      </c:pt>
                      <c:pt idx="3811">
                        <c:v>196.55199999999999</c:v>
                      </c:pt>
                      <c:pt idx="3812">
                        <c:v>195.71899999999999</c:v>
                      </c:pt>
                      <c:pt idx="3813">
                        <c:v>196.70500000000001</c:v>
                      </c:pt>
                      <c:pt idx="3814">
                        <c:v>200.37299999999999</c:v>
                      </c:pt>
                      <c:pt idx="3815">
                        <c:v>202.315</c:v>
                      </c:pt>
                      <c:pt idx="3816">
                        <c:v>203.589</c:v>
                      </c:pt>
                      <c:pt idx="3817">
                        <c:v>205.74299999999999</c:v>
                      </c:pt>
                      <c:pt idx="3818">
                        <c:v>211.15700000000001</c:v>
                      </c:pt>
                      <c:pt idx="3819">
                        <c:v>216.97800000000001</c:v>
                      </c:pt>
                      <c:pt idx="3820">
                        <c:v>220.03</c:v>
                      </c:pt>
                      <c:pt idx="3821">
                        <c:v>218.923</c:v>
                      </c:pt>
                      <c:pt idx="3822">
                        <c:v>224.672</c:v>
                      </c:pt>
                      <c:pt idx="3823">
                        <c:v>225.28899999999999</c:v>
                      </c:pt>
                      <c:pt idx="3824">
                        <c:v>227.131</c:v>
                      </c:pt>
                      <c:pt idx="3825">
                        <c:v>220.876</c:v>
                      </c:pt>
                      <c:pt idx="3826">
                        <c:v>217.376</c:v>
                      </c:pt>
                      <c:pt idx="3827">
                        <c:v>216.965</c:v>
                      </c:pt>
                      <c:pt idx="3828">
                        <c:v>211.81399999999999</c:v>
                      </c:pt>
                      <c:pt idx="3829">
                        <c:v>213.71899999999999</c:v>
                      </c:pt>
                      <c:pt idx="3830">
                        <c:v>214.405</c:v>
                      </c:pt>
                      <c:pt idx="3831">
                        <c:v>214.85499999999999</c:v>
                      </c:pt>
                      <c:pt idx="3832">
                        <c:v>213.47399999999999</c:v>
                      </c:pt>
                      <c:pt idx="3833">
                        <c:v>213.22499999999999</c:v>
                      </c:pt>
                      <c:pt idx="3834">
                        <c:v>212.012</c:v>
                      </c:pt>
                      <c:pt idx="3835">
                        <c:v>209.65799999999999</c:v>
                      </c:pt>
                      <c:pt idx="3836">
                        <c:v>206.155</c:v>
                      </c:pt>
                      <c:pt idx="3837">
                        <c:v>206.3</c:v>
                      </c:pt>
                      <c:pt idx="3838">
                        <c:v>205.89500000000001</c:v>
                      </c:pt>
                      <c:pt idx="3839">
                        <c:v>208.56200000000001</c:v>
                      </c:pt>
                      <c:pt idx="3840">
                        <c:v>213.238</c:v>
                      </c:pt>
                      <c:pt idx="3841">
                        <c:v>220.92</c:v>
                      </c:pt>
                      <c:pt idx="3842">
                        <c:v>226.51599999999999</c:v>
                      </c:pt>
                      <c:pt idx="3843">
                        <c:v>231.74199999999999</c:v>
                      </c:pt>
                      <c:pt idx="3844">
                        <c:v>231.64</c:v>
                      </c:pt>
                      <c:pt idx="3845">
                        <c:v>234.86500000000001</c:v>
                      </c:pt>
                      <c:pt idx="3846">
                        <c:v>235.31899999999999</c:v>
                      </c:pt>
                      <c:pt idx="3847">
                        <c:v>234.042</c:v>
                      </c:pt>
                      <c:pt idx="3848">
                        <c:v>232.64099999999999</c:v>
                      </c:pt>
                      <c:pt idx="3849">
                        <c:v>232.535</c:v>
                      </c:pt>
                      <c:pt idx="3850">
                        <c:v>232.512</c:v>
                      </c:pt>
                      <c:pt idx="3851">
                        <c:v>231.518</c:v>
                      </c:pt>
                      <c:pt idx="3852">
                        <c:v>223.376</c:v>
                      </c:pt>
                      <c:pt idx="3853">
                        <c:v>213.774</c:v>
                      </c:pt>
                      <c:pt idx="3854">
                        <c:v>211.089</c:v>
                      </c:pt>
                      <c:pt idx="3855">
                        <c:v>206.71</c:v>
                      </c:pt>
                      <c:pt idx="3856">
                        <c:v>207.75399999999999</c:v>
                      </c:pt>
                      <c:pt idx="3857">
                        <c:v>210.60300000000001</c:v>
                      </c:pt>
                      <c:pt idx="3858">
                        <c:v>211.023</c:v>
                      </c:pt>
                      <c:pt idx="3859">
                        <c:v>210.05099999999999</c:v>
                      </c:pt>
                      <c:pt idx="3860">
                        <c:v>207.52099999999999</c:v>
                      </c:pt>
                      <c:pt idx="3861">
                        <c:v>206.50299999999999</c:v>
                      </c:pt>
                      <c:pt idx="3862">
                        <c:v>203.316</c:v>
                      </c:pt>
                      <c:pt idx="3863">
                        <c:v>201.55799999999999</c:v>
                      </c:pt>
                      <c:pt idx="3864">
                        <c:v>204.749</c:v>
                      </c:pt>
                      <c:pt idx="3865">
                        <c:v>204.90700000000001</c:v>
                      </c:pt>
                      <c:pt idx="3866">
                        <c:v>205.76400000000001</c:v>
                      </c:pt>
                      <c:pt idx="3867">
                        <c:v>205.06399999999999</c:v>
                      </c:pt>
                      <c:pt idx="3868">
                        <c:v>207.625</c:v>
                      </c:pt>
                      <c:pt idx="3869">
                        <c:v>206.79</c:v>
                      </c:pt>
                      <c:pt idx="3870">
                        <c:v>203.279</c:v>
                      </c:pt>
                      <c:pt idx="3871">
                        <c:v>200.16800000000001</c:v>
                      </c:pt>
                      <c:pt idx="3872">
                        <c:v>199.14099999999999</c:v>
                      </c:pt>
                      <c:pt idx="3873">
                        <c:v>196.96899999999999</c:v>
                      </c:pt>
                      <c:pt idx="3874">
                        <c:v>194.49199999999999</c:v>
                      </c:pt>
                      <c:pt idx="3875">
                        <c:v>193.98699999999999</c:v>
                      </c:pt>
                      <c:pt idx="3876">
                        <c:v>196.51599999999999</c:v>
                      </c:pt>
                      <c:pt idx="3877">
                        <c:v>198.65600000000001</c:v>
                      </c:pt>
                      <c:pt idx="3878">
                        <c:v>201.52500000000001</c:v>
                      </c:pt>
                      <c:pt idx="3879">
                        <c:v>199.62299999999999</c:v>
                      </c:pt>
                      <c:pt idx="3880">
                        <c:v>197.47399999999999</c:v>
                      </c:pt>
                      <c:pt idx="3881">
                        <c:v>197.47200000000001</c:v>
                      </c:pt>
                      <c:pt idx="3882">
                        <c:v>196.41900000000001</c:v>
                      </c:pt>
                      <c:pt idx="3883">
                        <c:v>193.60300000000001</c:v>
                      </c:pt>
                      <c:pt idx="3884">
                        <c:v>192.67099999999999</c:v>
                      </c:pt>
                      <c:pt idx="3885">
                        <c:v>193.8</c:v>
                      </c:pt>
                      <c:pt idx="3886">
                        <c:v>193.369</c:v>
                      </c:pt>
                      <c:pt idx="3887">
                        <c:v>191.67</c:v>
                      </c:pt>
                      <c:pt idx="3888">
                        <c:v>189.28899999999999</c:v>
                      </c:pt>
                      <c:pt idx="3889">
                        <c:v>186.69200000000001</c:v>
                      </c:pt>
                      <c:pt idx="3890">
                        <c:v>185.25200000000001</c:v>
                      </c:pt>
                      <c:pt idx="3891">
                        <c:v>185.624</c:v>
                      </c:pt>
                      <c:pt idx="3892">
                        <c:v>187.69900000000001</c:v>
                      </c:pt>
                      <c:pt idx="3893">
                        <c:v>189.946</c:v>
                      </c:pt>
                      <c:pt idx="3894">
                        <c:v>190.03</c:v>
                      </c:pt>
                      <c:pt idx="3895">
                        <c:v>190.494</c:v>
                      </c:pt>
                      <c:pt idx="3896">
                        <c:v>191.797</c:v>
                      </c:pt>
                      <c:pt idx="3897">
                        <c:v>191.24799999999999</c:v>
                      </c:pt>
                      <c:pt idx="3898">
                        <c:v>186.697</c:v>
                      </c:pt>
                      <c:pt idx="3899">
                        <c:v>187.827</c:v>
                      </c:pt>
                      <c:pt idx="3900">
                        <c:v>189.672</c:v>
                      </c:pt>
                      <c:pt idx="3901">
                        <c:v>188.74100000000001</c:v>
                      </c:pt>
                      <c:pt idx="3902">
                        <c:v>188.126</c:v>
                      </c:pt>
                      <c:pt idx="3903">
                        <c:v>186.85</c:v>
                      </c:pt>
                      <c:pt idx="3904">
                        <c:v>185.58500000000001</c:v>
                      </c:pt>
                      <c:pt idx="3905">
                        <c:v>189.62</c:v>
                      </c:pt>
                      <c:pt idx="3906">
                        <c:v>186.547</c:v>
                      </c:pt>
                      <c:pt idx="3907">
                        <c:v>187.768</c:v>
                      </c:pt>
                      <c:pt idx="3908">
                        <c:v>188.136</c:v>
                      </c:pt>
                      <c:pt idx="3909">
                        <c:v>189.904</c:v>
                      </c:pt>
                      <c:pt idx="3910">
                        <c:v>192.566</c:v>
                      </c:pt>
                      <c:pt idx="3911">
                        <c:v>185.821</c:v>
                      </c:pt>
                      <c:pt idx="3912">
                        <c:v>183.22499999999999</c:v>
                      </c:pt>
                      <c:pt idx="3913">
                        <c:v>179.904</c:v>
                      </c:pt>
                      <c:pt idx="3914">
                        <c:v>180.13399999999999</c:v>
                      </c:pt>
                      <c:pt idx="3915">
                        <c:v>179.80699999999999</c:v>
                      </c:pt>
                      <c:pt idx="3916">
                        <c:v>179.55</c:v>
                      </c:pt>
                      <c:pt idx="3917">
                        <c:v>179.34700000000001</c:v>
                      </c:pt>
                      <c:pt idx="3918">
                        <c:v>179.577</c:v>
                      </c:pt>
                      <c:pt idx="3919">
                        <c:v>177.67599999999999</c:v>
                      </c:pt>
                      <c:pt idx="3920">
                        <c:v>177.24</c:v>
                      </c:pt>
                      <c:pt idx="3921">
                        <c:v>176.18199999999999</c:v>
                      </c:pt>
                      <c:pt idx="3922">
                        <c:v>173.804</c:v>
                      </c:pt>
                      <c:pt idx="3923">
                        <c:v>172.506</c:v>
                      </c:pt>
                      <c:pt idx="3924">
                        <c:v>170.12299999999999</c:v>
                      </c:pt>
                      <c:pt idx="3925">
                        <c:v>168.58199999999999</c:v>
                      </c:pt>
                      <c:pt idx="3926">
                        <c:v>168.613</c:v>
                      </c:pt>
                      <c:pt idx="3927">
                        <c:v>168.42099999999999</c:v>
                      </c:pt>
                      <c:pt idx="3928">
                        <c:v>168.88300000000001</c:v>
                      </c:pt>
                      <c:pt idx="3929">
                        <c:v>168.83199999999999</c:v>
                      </c:pt>
                      <c:pt idx="3930">
                        <c:v>172.607</c:v>
                      </c:pt>
                      <c:pt idx="3931">
                        <c:v>172.619</c:v>
                      </c:pt>
                      <c:pt idx="3932">
                        <c:v>171.733</c:v>
                      </c:pt>
                      <c:pt idx="3933">
                        <c:v>171.946</c:v>
                      </c:pt>
                      <c:pt idx="3934">
                        <c:v>171.85499999999999</c:v>
                      </c:pt>
                      <c:pt idx="3935">
                        <c:v>172.39500000000001</c:v>
                      </c:pt>
                      <c:pt idx="3936">
                        <c:v>175.36799999999999</c:v>
                      </c:pt>
                      <c:pt idx="3937">
                        <c:v>174.22900000000001</c:v>
                      </c:pt>
                      <c:pt idx="3938">
                        <c:v>175.93799999999999</c:v>
                      </c:pt>
                      <c:pt idx="3939">
                        <c:v>180.8</c:v>
                      </c:pt>
                      <c:pt idx="3940">
                        <c:v>180.56399999999999</c:v>
                      </c:pt>
                      <c:pt idx="3941">
                        <c:v>181.39500000000001</c:v>
                      </c:pt>
                      <c:pt idx="3942">
                        <c:v>182.125</c:v>
                      </c:pt>
                      <c:pt idx="3943">
                        <c:v>187.67099999999999</c:v>
                      </c:pt>
                      <c:pt idx="3944">
                        <c:v>185.92099999999999</c:v>
                      </c:pt>
                      <c:pt idx="3945">
                        <c:v>184.714</c:v>
                      </c:pt>
                      <c:pt idx="3946">
                        <c:v>184.68799999999999</c:v>
                      </c:pt>
                      <c:pt idx="3947">
                        <c:v>185.31899999999999</c:v>
                      </c:pt>
                      <c:pt idx="3948">
                        <c:v>186.74199999999999</c:v>
                      </c:pt>
                      <c:pt idx="3949">
                        <c:v>184.965</c:v>
                      </c:pt>
                      <c:pt idx="3950">
                        <c:v>185.95500000000001</c:v>
                      </c:pt>
                      <c:pt idx="3951">
                        <c:v>190.483</c:v>
                      </c:pt>
                      <c:pt idx="3952">
                        <c:v>191.06800000000001</c:v>
                      </c:pt>
                      <c:pt idx="3953">
                        <c:v>189.54</c:v>
                      </c:pt>
                      <c:pt idx="3954">
                        <c:v>190.166</c:v>
                      </c:pt>
                      <c:pt idx="3955">
                        <c:v>191.673</c:v>
                      </c:pt>
                      <c:pt idx="3956">
                        <c:v>190.816</c:v>
                      </c:pt>
                      <c:pt idx="3957">
                        <c:v>194.05199999999999</c:v>
                      </c:pt>
                      <c:pt idx="3958">
                        <c:v>193.61</c:v>
                      </c:pt>
                      <c:pt idx="3959">
                        <c:v>190.809</c:v>
                      </c:pt>
                      <c:pt idx="3960">
                        <c:v>189.994</c:v>
                      </c:pt>
                      <c:pt idx="3961">
                        <c:v>189.839</c:v>
                      </c:pt>
                      <c:pt idx="3962">
                        <c:v>189.02500000000001</c:v>
                      </c:pt>
                      <c:pt idx="3963">
                        <c:v>186.178</c:v>
                      </c:pt>
                      <c:pt idx="3964">
                        <c:v>183.48699999999999</c:v>
                      </c:pt>
                      <c:pt idx="3965">
                        <c:v>184.75299999999999</c:v>
                      </c:pt>
                      <c:pt idx="3966">
                        <c:v>185.24799999999999</c:v>
                      </c:pt>
                      <c:pt idx="3967">
                        <c:v>186.21899999999999</c:v>
                      </c:pt>
                      <c:pt idx="3968">
                        <c:v>186.696</c:v>
                      </c:pt>
                      <c:pt idx="3969">
                        <c:v>179.64400000000001</c:v>
                      </c:pt>
                      <c:pt idx="3970">
                        <c:v>173.90600000000001</c:v>
                      </c:pt>
                      <c:pt idx="3971">
                        <c:v>171.85</c:v>
                      </c:pt>
                      <c:pt idx="3972">
                        <c:v>170.148</c:v>
                      </c:pt>
                      <c:pt idx="3973">
                        <c:v>171.928</c:v>
                      </c:pt>
                      <c:pt idx="3974">
                        <c:v>173.37299999999999</c:v>
                      </c:pt>
                      <c:pt idx="3975">
                        <c:v>172.74</c:v>
                      </c:pt>
                      <c:pt idx="3976">
                        <c:v>171.05500000000001</c:v>
                      </c:pt>
                      <c:pt idx="3977">
                        <c:v>169.95400000000001</c:v>
                      </c:pt>
                      <c:pt idx="3978">
                        <c:v>166.62</c:v>
                      </c:pt>
                      <c:pt idx="3979">
                        <c:v>166.55500000000001</c:v>
                      </c:pt>
                      <c:pt idx="3980">
                        <c:v>166.959</c:v>
                      </c:pt>
                      <c:pt idx="3981">
                        <c:v>166.85</c:v>
                      </c:pt>
                      <c:pt idx="3982">
                        <c:v>166.697</c:v>
                      </c:pt>
                      <c:pt idx="3983">
                        <c:v>167.614</c:v>
                      </c:pt>
                      <c:pt idx="3984">
                        <c:v>166.846</c:v>
                      </c:pt>
                      <c:pt idx="3985">
                        <c:v>165.27600000000001</c:v>
                      </c:pt>
                      <c:pt idx="3986">
                        <c:v>163.822</c:v>
                      </c:pt>
                      <c:pt idx="3987">
                        <c:v>163.22999999999999</c:v>
                      </c:pt>
                      <c:pt idx="3988">
                        <c:v>160.62299999999999</c:v>
                      </c:pt>
                      <c:pt idx="3989">
                        <c:v>160.62299999999999</c:v>
                      </c:pt>
                      <c:pt idx="3990">
                        <c:v>160.322</c:v>
                      </c:pt>
                      <c:pt idx="3991">
                        <c:v>160.91499999999999</c:v>
                      </c:pt>
                      <c:pt idx="3992">
                        <c:v>160.4</c:v>
                      </c:pt>
                      <c:pt idx="3993">
                        <c:v>148.803</c:v>
                      </c:pt>
                      <c:pt idx="3994">
                        <c:v>148.01499999999999</c:v>
                      </c:pt>
                      <c:pt idx="3995">
                        <c:v>146.614</c:v>
                      </c:pt>
                      <c:pt idx="3996">
                        <c:v>158.10300000000001</c:v>
                      </c:pt>
                      <c:pt idx="3997">
                        <c:v>158.59200000000001</c:v>
                      </c:pt>
                      <c:pt idx="3998">
                        <c:v>146.49600000000001</c:v>
                      </c:pt>
                      <c:pt idx="3999">
                        <c:v>146.38300000000001</c:v>
                      </c:pt>
                      <c:pt idx="4000">
                        <c:v>148.56800000000001</c:v>
                      </c:pt>
                      <c:pt idx="4001">
                        <c:v>168.20400000000001</c:v>
                      </c:pt>
                      <c:pt idx="4002">
                        <c:v>172.83500000000001</c:v>
                      </c:pt>
                      <c:pt idx="4003">
                        <c:v>178.82</c:v>
                      </c:pt>
                      <c:pt idx="4004">
                        <c:v>180.251</c:v>
                      </c:pt>
                      <c:pt idx="4005">
                        <c:v>168.827</c:v>
                      </c:pt>
                      <c:pt idx="4006">
                        <c:v>163.095</c:v>
                      </c:pt>
                      <c:pt idx="4007">
                        <c:v>162.702</c:v>
                      </c:pt>
                      <c:pt idx="4008">
                        <c:v>169.00800000000001</c:v>
                      </c:pt>
                      <c:pt idx="4009">
                        <c:v>165.11699999999999</c:v>
                      </c:pt>
                      <c:pt idx="4010">
                        <c:v>167.76400000000001</c:v>
                      </c:pt>
                      <c:pt idx="4011">
                        <c:v>168.52699999999999</c:v>
                      </c:pt>
                      <c:pt idx="4012">
                        <c:v>166.72900000000001</c:v>
                      </c:pt>
                      <c:pt idx="4013">
                        <c:v>169.166</c:v>
                      </c:pt>
                      <c:pt idx="4014">
                        <c:v>177.446</c:v>
                      </c:pt>
                      <c:pt idx="4015">
                        <c:v>164.91</c:v>
                      </c:pt>
                      <c:pt idx="4016">
                        <c:v>164.17099999999999</c:v>
                      </c:pt>
                      <c:pt idx="4017">
                        <c:v>166.52</c:v>
                      </c:pt>
                      <c:pt idx="4018">
                        <c:v>166.67099999999999</c:v>
                      </c:pt>
                      <c:pt idx="4019">
                        <c:v>175.52099999999999</c:v>
                      </c:pt>
                      <c:pt idx="4020">
                        <c:v>174.113</c:v>
                      </c:pt>
                      <c:pt idx="4021">
                        <c:v>162.46299999999999</c:v>
                      </c:pt>
                      <c:pt idx="4022">
                        <c:v>171.077</c:v>
                      </c:pt>
                      <c:pt idx="4023">
                        <c:v>170.643</c:v>
                      </c:pt>
                      <c:pt idx="4024">
                        <c:v>169.386</c:v>
                      </c:pt>
                      <c:pt idx="4025">
                        <c:v>164.73500000000001</c:v>
                      </c:pt>
                      <c:pt idx="4026">
                        <c:v>151</c:v>
                      </c:pt>
                      <c:pt idx="4027">
                        <c:v>158.999</c:v>
                      </c:pt>
                      <c:pt idx="4028">
                        <c:v>147.81299999999999</c:v>
                      </c:pt>
                      <c:pt idx="4029">
                        <c:v>148.446</c:v>
                      </c:pt>
                      <c:pt idx="4030">
                        <c:v>148.304</c:v>
                      </c:pt>
                      <c:pt idx="4031">
                        <c:v>146.453</c:v>
                      </c:pt>
                      <c:pt idx="4032">
                        <c:v>155.78399999999999</c:v>
                      </c:pt>
                      <c:pt idx="4033">
                        <c:v>146.56299999999999</c:v>
                      </c:pt>
                      <c:pt idx="4034">
                        <c:v>145.804</c:v>
                      </c:pt>
                      <c:pt idx="4035">
                        <c:v>156.05699999999999</c:v>
                      </c:pt>
                      <c:pt idx="4036">
                        <c:v>155.15899999999999</c:v>
                      </c:pt>
                      <c:pt idx="4037">
                        <c:v>163.011</c:v>
                      </c:pt>
                      <c:pt idx="4038">
                        <c:v>155.80600000000001</c:v>
                      </c:pt>
                      <c:pt idx="4039">
                        <c:v>158.69300000000001</c:v>
                      </c:pt>
                      <c:pt idx="4040">
                        <c:v>158.68899999999999</c:v>
                      </c:pt>
                      <c:pt idx="4041">
                        <c:v>168.52099999999999</c:v>
                      </c:pt>
                      <c:pt idx="4042">
                        <c:v>158.84200000000001</c:v>
                      </c:pt>
                      <c:pt idx="4043">
                        <c:v>158.565</c:v>
                      </c:pt>
                      <c:pt idx="4044">
                        <c:v>158.893</c:v>
                      </c:pt>
                      <c:pt idx="4045">
                        <c:v>160.364</c:v>
                      </c:pt>
                      <c:pt idx="4046">
                        <c:v>160.86699999999999</c:v>
                      </c:pt>
                      <c:pt idx="4047">
                        <c:v>161.24</c:v>
                      </c:pt>
                      <c:pt idx="4048">
                        <c:v>169.41499999999999</c:v>
                      </c:pt>
                      <c:pt idx="4049">
                        <c:v>160.34100000000001</c:v>
                      </c:pt>
                      <c:pt idx="4050">
                        <c:v>159.977</c:v>
                      </c:pt>
                      <c:pt idx="4051">
                        <c:v>158.39699999999999</c:v>
                      </c:pt>
                      <c:pt idx="4052">
                        <c:v>156.03399999999999</c:v>
                      </c:pt>
                      <c:pt idx="4053">
                        <c:v>156.964</c:v>
                      </c:pt>
                      <c:pt idx="4054">
                        <c:v>153.60400000000001</c:v>
                      </c:pt>
                      <c:pt idx="4055">
                        <c:v>163.214</c:v>
                      </c:pt>
                      <c:pt idx="4056">
                        <c:v>161.63800000000001</c:v>
                      </c:pt>
                      <c:pt idx="4057">
                        <c:v>161.52199999999999</c:v>
                      </c:pt>
                      <c:pt idx="4058">
                        <c:v>155.93199999999999</c:v>
                      </c:pt>
                      <c:pt idx="4059">
                        <c:v>160.21199999999999</c:v>
                      </c:pt>
                      <c:pt idx="4060">
                        <c:v>157.489</c:v>
                      </c:pt>
                      <c:pt idx="4061">
                        <c:v>154.84200000000001</c:v>
                      </c:pt>
                      <c:pt idx="4062">
                        <c:v>151.05699999999999</c:v>
                      </c:pt>
                      <c:pt idx="4063">
                        <c:v>148.38800000000001</c:v>
                      </c:pt>
                      <c:pt idx="4064">
                        <c:v>147.87799999999999</c:v>
                      </c:pt>
                      <c:pt idx="4065">
                        <c:v>148.31800000000001</c:v>
                      </c:pt>
                      <c:pt idx="4066">
                        <c:v>142.49199999999999</c:v>
                      </c:pt>
                      <c:pt idx="4067">
                        <c:v>141.827</c:v>
                      </c:pt>
                      <c:pt idx="4068">
                        <c:v>137.62</c:v>
                      </c:pt>
                      <c:pt idx="4069">
                        <c:v>147.06100000000001</c:v>
                      </c:pt>
                      <c:pt idx="4070">
                        <c:v>138.4</c:v>
                      </c:pt>
                      <c:pt idx="4071">
                        <c:v>144.852</c:v>
                      </c:pt>
                      <c:pt idx="4072">
                        <c:v>144.44800000000001</c:v>
                      </c:pt>
                      <c:pt idx="4073">
                        <c:v>145.59800000000001</c:v>
                      </c:pt>
                      <c:pt idx="4074">
                        <c:v>148.64699999999999</c:v>
                      </c:pt>
                      <c:pt idx="4075">
                        <c:v>151.02099999999999</c:v>
                      </c:pt>
                      <c:pt idx="4076">
                        <c:v>153.38499999999999</c:v>
                      </c:pt>
                      <c:pt idx="4077">
                        <c:v>152.798</c:v>
                      </c:pt>
                      <c:pt idx="4078">
                        <c:v>154.67099999999999</c:v>
                      </c:pt>
                      <c:pt idx="4079">
                        <c:v>157.863</c:v>
                      </c:pt>
                      <c:pt idx="4080">
                        <c:v>161.26300000000001</c:v>
                      </c:pt>
                      <c:pt idx="4081">
                        <c:v>159.762</c:v>
                      </c:pt>
                      <c:pt idx="4082">
                        <c:v>158.036</c:v>
                      </c:pt>
                      <c:pt idx="4083">
                        <c:v>157.75800000000001</c:v>
                      </c:pt>
                      <c:pt idx="4084">
                        <c:v>158.167</c:v>
                      </c:pt>
                      <c:pt idx="4085">
                        <c:v>159.68700000000001</c:v>
                      </c:pt>
                      <c:pt idx="4086">
                        <c:v>160.01300000000001</c:v>
                      </c:pt>
                      <c:pt idx="4087">
                        <c:v>159.82300000000001</c:v>
                      </c:pt>
                      <c:pt idx="4088">
                        <c:v>159.441</c:v>
                      </c:pt>
                      <c:pt idx="4089">
                        <c:v>161.28200000000001</c:v>
                      </c:pt>
                      <c:pt idx="4090">
                        <c:v>149.441</c:v>
                      </c:pt>
                      <c:pt idx="4091">
                        <c:v>154.821</c:v>
                      </c:pt>
                      <c:pt idx="4092">
                        <c:v>151.61199999999999</c:v>
                      </c:pt>
                      <c:pt idx="4093">
                        <c:v>149.72999999999999</c:v>
                      </c:pt>
                      <c:pt idx="4094">
                        <c:v>140.64099999999999</c:v>
                      </c:pt>
                      <c:pt idx="4095">
                        <c:v>147.024</c:v>
                      </c:pt>
                      <c:pt idx="4096">
                        <c:v>135.22800000000001</c:v>
                      </c:pt>
                      <c:pt idx="4097">
                        <c:v>135.45699999999999</c:v>
                      </c:pt>
                      <c:pt idx="4098">
                        <c:v>136.60599999999999</c:v>
                      </c:pt>
                      <c:pt idx="4099">
                        <c:v>136.07900000000001</c:v>
                      </c:pt>
                      <c:pt idx="4100">
                        <c:v>137.13200000000001</c:v>
                      </c:pt>
                      <c:pt idx="4101">
                        <c:v>141.01400000000001</c:v>
                      </c:pt>
                      <c:pt idx="4102">
                        <c:v>141.15899999999999</c:v>
                      </c:pt>
                      <c:pt idx="4103">
                        <c:v>142.197</c:v>
                      </c:pt>
                      <c:pt idx="4104">
                        <c:v>142.30600000000001</c:v>
                      </c:pt>
                      <c:pt idx="4105">
                        <c:v>142.53100000000001</c:v>
                      </c:pt>
                      <c:pt idx="4106">
                        <c:v>144.172</c:v>
                      </c:pt>
                      <c:pt idx="4107">
                        <c:v>142.172</c:v>
                      </c:pt>
                      <c:pt idx="4108">
                        <c:v>141.80799999999999</c:v>
                      </c:pt>
                      <c:pt idx="4109">
                        <c:v>141.483</c:v>
                      </c:pt>
                      <c:pt idx="4110">
                        <c:v>141.48099999999999</c:v>
                      </c:pt>
                      <c:pt idx="4111">
                        <c:v>138.91200000000001</c:v>
                      </c:pt>
                      <c:pt idx="4112">
                        <c:v>139.792</c:v>
                      </c:pt>
                      <c:pt idx="4113">
                        <c:v>140.41300000000001</c:v>
                      </c:pt>
                      <c:pt idx="4114">
                        <c:v>138.44200000000001</c:v>
                      </c:pt>
                      <c:pt idx="4115">
                        <c:v>129.12</c:v>
                      </c:pt>
                      <c:pt idx="4116">
                        <c:v>136.88200000000001</c:v>
                      </c:pt>
                      <c:pt idx="4117">
                        <c:v>129.12700000000001</c:v>
                      </c:pt>
                      <c:pt idx="4118">
                        <c:v>138.977</c:v>
                      </c:pt>
                      <c:pt idx="4119">
                        <c:v>139.893</c:v>
                      </c:pt>
                      <c:pt idx="4120">
                        <c:v>140.23699999999999</c:v>
                      </c:pt>
                      <c:pt idx="4121">
                        <c:v>140.22</c:v>
                      </c:pt>
                      <c:pt idx="4122">
                        <c:v>141.066</c:v>
                      </c:pt>
                      <c:pt idx="4123">
                        <c:v>141.483</c:v>
                      </c:pt>
                      <c:pt idx="4124">
                        <c:v>143.16300000000001</c:v>
                      </c:pt>
                      <c:pt idx="4125">
                        <c:v>144.613</c:v>
                      </c:pt>
                      <c:pt idx="4126">
                        <c:v>148.05500000000001</c:v>
                      </c:pt>
                      <c:pt idx="4127">
                        <c:v>149.47999999999999</c:v>
                      </c:pt>
                      <c:pt idx="4128">
                        <c:v>153.66300000000001</c:v>
                      </c:pt>
                      <c:pt idx="4129">
                        <c:v>140.14400000000001</c:v>
                      </c:pt>
                      <c:pt idx="4130">
                        <c:v>135.334</c:v>
                      </c:pt>
                      <c:pt idx="4131">
                        <c:v>139.17099999999999</c:v>
                      </c:pt>
                      <c:pt idx="4132">
                        <c:v>140.137</c:v>
                      </c:pt>
                      <c:pt idx="4133">
                        <c:v>148.61000000000001</c:v>
                      </c:pt>
                      <c:pt idx="4134">
                        <c:v>144.9</c:v>
                      </c:pt>
                      <c:pt idx="4135">
                        <c:v>133.934</c:v>
                      </c:pt>
                      <c:pt idx="4136">
                        <c:v>133.679</c:v>
                      </c:pt>
                      <c:pt idx="4137">
                        <c:v>135.667</c:v>
                      </c:pt>
                      <c:pt idx="4138">
                        <c:v>134.00299999999999</c:v>
                      </c:pt>
                      <c:pt idx="4139">
                        <c:v>133.93199999999999</c:v>
                      </c:pt>
                      <c:pt idx="4140">
                        <c:v>134.05600000000001</c:v>
                      </c:pt>
                      <c:pt idx="4141">
                        <c:v>131.607</c:v>
                      </c:pt>
                      <c:pt idx="4142">
                        <c:v>130.809</c:v>
                      </c:pt>
                      <c:pt idx="4143">
                        <c:v>132.04</c:v>
                      </c:pt>
                      <c:pt idx="4144">
                        <c:v>129.655</c:v>
                      </c:pt>
                      <c:pt idx="4145">
                        <c:v>130.32900000000001</c:v>
                      </c:pt>
                      <c:pt idx="4146">
                        <c:v>131.107</c:v>
                      </c:pt>
                      <c:pt idx="4147">
                        <c:v>131.262</c:v>
                      </c:pt>
                      <c:pt idx="4148">
                        <c:v>134.03299999999999</c:v>
                      </c:pt>
                      <c:pt idx="4149">
                        <c:v>137.86099999999999</c:v>
                      </c:pt>
                      <c:pt idx="4150">
                        <c:v>141.542</c:v>
                      </c:pt>
                      <c:pt idx="4151">
                        <c:v>152.07599999999999</c:v>
                      </c:pt>
                      <c:pt idx="4152">
                        <c:v>170.86500000000001</c:v>
                      </c:pt>
                      <c:pt idx="4153">
                        <c:v>170.239</c:v>
                      </c:pt>
                      <c:pt idx="4154">
                        <c:v>165.56100000000001</c:v>
                      </c:pt>
                      <c:pt idx="4155">
                        <c:v>157.309</c:v>
                      </c:pt>
                      <c:pt idx="4156">
                        <c:v>166.58</c:v>
                      </c:pt>
                      <c:pt idx="4157">
                        <c:v>181.096</c:v>
                      </c:pt>
                      <c:pt idx="4158">
                        <c:v>244.12700000000001</c:v>
                      </c:pt>
                      <c:pt idx="4159">
                        <c:v>270.72000000000003</c:v>
                      </c:pt>
                      <c:pt idx="4160">
                        <c:v>290.87099999999998</c:v>
                      </c:pt>
                      <c:pt idx="4161">
                        <c:v>321.53500000000003</c:v>
                      </c:pt>
                      <c:pt idx="4162">
                        <c:v>298.68200000000002</c:v>
                      </c:pt>
                      <c:pt idx="4163">
                        <c:v>330.55500000000001</c:v>
                      </c:pt>
                      <c:pt idx="4164">
                        <c:v>347.101</c:v>
                      </c:pt>
                      <c:pt idx="4165">
                        <c:v>396.34199999999998</c:v>
                      </c:pt>
                      <c:pt idx="4166">
                        <c:v>415.38799999999998</c:v>
                      </c:pt>
                      <c:pt idx="4167">
                        <c:v>401.76400000000001</c:v>
                      </c:pt>
                      <c:pt idx="4168">
                        <c:v>420.78</c:v>
                      </c:pt>
                      <c:pt idx="4169">
                        <c:v>382.38900000000001</c:v>
                      </c:pt>
                      <c:pt idx="4170">
                        <c:v>299.73399999999998</c:v>
                      </c:pt>
                      <c:pt idx="4171">
                        <c:v>261.06799999999998</c:v>
                      </c:pt>
                      <c:pt idx="4172">
                        <c:v>285.46100000000001</c:v>
                      </c:pt>
                      <c:pt idx="4173">
                        <c:v>301.28300000000002</c:v>
                      </c:pt>
                      <c:pt idx="4174">
                        <c:v>297.79300000000001</c:v>
                      </c:pt>
                      <c:pt idx="4175">
                        <c:v>321.26900000000001</c:v>
                      </c:pt>
                      <c:pt idx="4176">
                        <c:v>330.16399999999999</c:v>
                      </c:pt>
                      <c:pt idx="4177">
                        <c:v>330.411</c:v>
                      </c:pt>
                      <c:pt idx="4178">
                        <c:v>318.41899999999998</c:v>
                      </c:pt>
                      <c:pt idx="4179">
                        <c:v>310.625</c:v>
                      </c:pt>
                      <c:pt idx="4180">
                        <c:v>308.46100000000001</c:v>
                      </c:pt>
                      <c:pt idx="4181">
                        <c:v>291.17700000000002</c:v>
                      </c:pt>
                      <c:pt idx="4182">
                        <c:v>282.26400000000001</c:v>
                      </c:pt>
                      <c:pt idx="4183">
                        <c:v>285.43299999999999</c:v>
                      </c:pt>
                      <c:pt idx="4184">
                        <c:v>287.69799999999998</c:v>
                      </c:pt>
                      <c:pt idx="4185">
                        <c:v>307.98700000000002</c:v>
                      </c:pt>
                      <c:pt idx="4186">
                        <c:v>316.01900000000001</c:v>
                      </c:pt>
                      <c:pt idx="4187">
                        <c:v>316.45</c:v>
                      </c:pt>
                      <c:pt idx="4188">
                        <c:v>320.43400000000003</c:v>
                      </c:pt>
                      <c:pt idx="4189">
                        <c:v>332.72399999999999</c:v>
                      </c:pt>
                      <c:pt idx="4190">
                        <c:v>336.553</c:v>
                      </c:pt>
                      <c:pt idx="4191">
                        <c:v>333.10399999999998</c:v>
                      </c:pt>
                      <c:pt idx="4192">
                        <c:v>334.52800000000002</c:v>
                      </c:pt>
                      <c:pt idx="4193">
                        <c:v>342.22199999999998</c:v>
                      </c:pt>
                      <c:pt idx="4194">
                        <c:v>342.59100000000001</c:v>
                      </c:pt>
                      <c:pt idx="4195">
                        <c:v>323.86500000000001</c:v>
                      </c:pt>
                      <c:pt idx="4196">
                        <c:v>308.42599999999999</c:v>
                      </c:pt>
                      <c:pt idx="4197">
                        <c:v>308.93799999999999</c:v>
                      </c:pt>
                      <c:pt idx="4198">
                        <c:v>310.34100000000001</c:v>
                      </c:pt>
                      <c:pt idx="4199">
                        <c:v>300.49</c:v>
                      </c:pt>
                      <c:pt idx="4200">
                        <c:v>298.93299999999999</c:v>
                      </c:pt>
                      <c:pt idx="4201">
                        <c:v>297.25400000000002</c:v>
                      </c:pt>
                      <c:pt idx="4202">
                        <c:v>288.80700000000002</c:v>
                      </c:pt>
                      <c:pt idx="4203">
                        <c:v>284.65899999999999</c:v>
                      </c:pt>
                      <c:pt idx="4204">
                        <c:v>286.322</c:v>
                      </c:pt>
                      <c:pt idx="4205">
                        <c:v>295.30200000000002</c:v>
                      </c:pt>
                      <c:pt idx="4206">
                        <c:v>303.89100000000002</c:v>
                      </c:pt>
                      <c:pt idx="4207">
                        <c:v>306.52699999999999</c:v>
                      </c:pt>
                      <c:pt idx="4208">
                        <c:v>292.971</c:v>
                      </c:pt>
                      <c:pt idx="4209">
                        <c:v>286.99299999999999</c:v>
                      </c:pt>
                      <c:pt idx="4210">
                        <c:v>274.72199999999998</c:v>
                      </c:pt>
                      <c:pt idx="4211">
                        <c:v>261.31400000000002</c:v>
                      </c:pt>
                      <c:pt idx="4212">
                        <c:v>256.96600000000001</c:v>
                      </c:pt>
                      <c:pt idx="4213">
                        <c:v>257.78699999999998</c:v>
                      </c:pt>
                      <c:pt idx="4214">
                        <c:v>242.18700000000001</c:v>
                      </c:pt>
                      <c:pt idx="4215">
                        <c:v>229.952</c:v>
                      </c:pt>
                      <c:pt idx="4216">
                        <c:v>232.178</c:v>
                      </c:pt>
                      <c:pt idx="4217">
                        <c:v>236.851</c:v>
                      </c:pt>
                      <c:pt idx="4218">
                        <c:v>234.06700000000001</c:v>
                      </c:pt>
                      <c:pt idx="4219">
                        <c:v>218.29</c:v>
                      </c:pt>
                      <c:pt idx="4220">
                        <c:v>203.25399999999999</c:v>
                      </c:pt>
                      <c:pt idx="4221">
                        <c:v>200.24199999999999</c:v>
                      </c:pt>
                      <c:pt idx="4222">
                        <c:v>190.49700000000001</c:v>
                      </c:pt>
                      <c:pt idx="4223">
                        <c:v>187.96</c:v>
                      </c:pt>
                      <c:pt idx="4224">
                        <c:v>198.85</c:v>
                      </c:pt>
                      <c:pt idx="4225">
                        <c:v>203.369</c:v>
                      </c:pt>
                      <c:pt idx="4226">
                        <c:v>229.566</c:v>
                      </c:pt>
                      <c:pt idx="4227">
                        <c:v>233.40700000000001</c:v>
                      </c:pt>
                      <c:pt idx="4228">
                        <c:v>226.96</c:v>
                      </c:pt>
                      <c:pt idx="4229">
                        <c:v>215.416</c:v>
                      </c:pt>
                      <c:pt idx="4230">
                        <c:v>216.476</c:v>
                      </c:pt>
                      <c:pt idx="4231">
                        <c:v>221.23400000000001</c:v>
                      </c:pt>
                      <c:pt idx="4232">
                        <c:v>220.82</c:v>
                      </c:pt>
                      <c:pt idx="4233">
                        <c:v>221.005</c:v>
                      </c:pt>
                      <c:pt idx="4234">
                        <c:v>217.114</c:v>
                      </c:pt>
                      <c:pt idx="4235">
                        <c:v>222.488</c:v>
                      </c:pt>
                      <c:pt idx="4236">
                        <c:v>224.815</c:v>
                      </c:pt>
                      <c:pt idx="4237">
                        <c:v>229.261</c:v>
                      </c:pt>
                      <c:pt idx="4238">
                        <c:v>232.131</c:v>
                      </c:pt>
                      <c:pt idx="4239">
                        <c:v>225.57499999999999</c:v>
                      </c:pt>
                      <c:pt idx="4240">
                        <c:v>219.93700000000001</c:v>
                      </c:pt>
                      <c:pt idx="4241">
                        <c:v>204.51</c:v>
                      </c:pt>
                      <c:pt idx="4242">
                        <c:v>202.05600000000001</c:v>
                      </c:pt>
                      <c:pt idx="4243">
                        <c:v>200.69900000000001</c:v>
                      </c:pt>
                      <c:pt idx="4244">
                        <c:v>202.14</c:v>
                      </c:pt>
                      <c:pt idx="4245">
                        <c:v>207.27</c:v>
                      </c:pt>
                      <c:pt idx="4246">
                        <c:v>201.59</c:v>
                      </c:pt>
                      <c:pt idx="4247">
                        <c:v>204.76900000000001</c:v>
                      </c:pt>
                      <c:pt idx="4248">
                        <c:v>214.71799999999999</c:v>
                      </c:pt>
                      <c:pt idx="4249">
                        <c:v>215.39099999999999</c:v>
                      </c:pt>
                      <c:pt idx="4250">
                        <c:v>214.04900000000001</c:v>
                      </c:pt>
                      <c:pt idx="4251">
                        <c:v>211.94399999999999</c:v>
                      </c:pt>
                      <c:pt idx="4252">
                        <c:v>208.47499999999999</c:v>
                      </c:pt>
                      <c:pt idx="4253">
                        <c:v>202.24</c:v>
                      </c:pt>
                      <c:pt idx="4254">
                        <c:v>182.94499999999999</c:v>
                      </c:pt>
                      <c:pt idx="4255">
                        <c:v>184.285</c:v>
                      </c:pt>
                      <c:pt idx="4256">
                        <c:v>188.465</c:v>
                      </c:pt>
                      <c:pt idx="4257">
                        <c:v>193.47399999999999</c:v>
                      </c:pt>
                      <c:pt idx="4258">
                        <c:v>185.57400000000001</c:v>
                      </c:pt>
                      <c:pt idx="4259">
                        <c:v>187.59299999999999</c:v>
                      </c:pt>
                      <c:pt idx="4260">
                        <c:v>188.66800000000001</c:v>
                      </c:pt>
                      <c:pt idx="4261">
                        <c:v>189.45099999999999</c:v>
                      </c:pt>
                      <c:pt idx="4262">
                        <c:v>187.59800000000001</c:v>
                      </c:pt>
                      <c:pt idx="4263">
                        <c:v>188.77500000000001</c:v>
                      </c:pt>
                      <c:pt idx="4264">
                        <c:v>187.804</c:v>
                      </c:pt>
                      <c:pt idx="4265">
                        <c:v>186.94399999999999</c:v>
                      </c:pt>
                      <c:pt idx="4266">
                        <c:v>185.55500000000001</c:v>
                      </c:pt>
                      <c:pt idx="4267">
                        <c:v>185.83699999999999</c:v>
                      </c:pt>
                      <c:pt idx="4268">
                        <c:v>186.50800000000001</c:v>
                      </c:pt>
                      <c:pt idx="4269">
                        <c:v>186.53700000000001</c:v>
                      </c:pt>
                      <c:pt idx="4270">
                        <c:v>188.92599999999999</c:v>
                      </c:pt>
                      <c:pt idx="4271">
                        <c:v>191.53399999999999</c:v>
                      </c:pt>
                      <c:pt idx="4272">
                        <c:v>195.69499999999999</c:v>
                      </c:pt>
                      <c:pt idx="4273">
                        <c:v>196.483</c:v>
                      </c:pt>
                      <c:pt idx="4274">
                        <c:v>196.72</c:v>
                      </c:pt>
                      <c:pt idx="4275">
                        <c:v>195.85400000000001</c:v>
                      </c:pt>
                      <c:pt idx="4276">
                        <c:v>196.93600000000001</c:v>
                      </c:pt>
                      <c:pt idx="4277">
                        <c:v>195.46899999999999</c:v>
                      </c:pt>
                      <c:pt idx="4278">
                        <c:v>190.86</c:v>
                      </c:pt>
                      <c:pt idx="4279">
                        <c:v>188.697</c:v>
                      </c:pt>
                      <c:pt idx="4280">
                        <c:v>189.191</c:v>
                      </c:pt>
                      <c:pt idx="4281">
                        <c:v>190.31200000000001</c:v>
                      </c:pt>
                      <c:pt idx="4282">
                        <c:v>186.161</c:v>
                      </c:pt>
                      <c:pt idx="4283">
                        <c:v>183.59399999999999</c:v>
                      </c:pt>
                      <c:pt idx="4284">
                        <c:v>177.285</c:v>
                      </c:pt>
                      <c:pt idx="4285">
                        <c:v>171.536</c:v>
                      </c:pt>
                      <c:pt idx="4286">
                        <c:v>176.09700000000001</c:v>
                      </c:pt>
                      <c:pt idx="4287">
                        <c:v>181.626</c:v>
                      </c:pt>
                      <c:pt idx="4288">
                        <c:v>183.834</c:v>
                      </c:pt>
                      <c:pt idx="4289">
                        <c:v>188.05</c:v>
                      </c:pt>
                      <c:pt idx="4290">
                        <c:v>188.21799999999999</c:v>
                      </c:pt>
                      <c:pt idx="4291">
                        <c:v>188.416</c:v>
                      </c:pt>
                      <c:pt idx="4292">
                        <c:v>190.346</c:v>
                      </c:pt>
                      <c:pt idx="4293">
                        <c:v>186.24100000000001</c:v>
                      </c:pt>
                      <c:pt idx="4294">
                        <c:v>178.35499999999999</c:v>
                      </c:pt>
                      <c:pt idx="4295">
                        <c:v>178.422</c:v>
                      </c:pt>
                      <c:pt idx="4296">
                        <c:v>180.27799999999999</c:v>
                      </c:pt>
                      <c:pt idx="4297">
                        <c:v>183.69</c:v>
                      </c:pt>
                      <c:pt idx="4298">
                        <c:v>203.97300000000001</c:v>
                      </c:pt>
                      <c:pt idx="4299">
                        <c:v>208.26900000000001</c:v>
                      </c:pt>
                      <c:pt idx="4300">
                        <c:v>219.70500000000001</c:v>
                      </c:pt>
                      <c:pt idx="4301">
                        <c:v>226.05099999999999</c:v>
                      </c:pt>
                      <c:pt idx="4302">
                        <c:v>224.411</c:v>
                      </c:pt>
                      <c:pt idx="4303">
                        <c:v>220.179</c:v>
                      </c:pt>
                      <c:pt idx="4304">
                        <c:v>221.62299999999999</c:v>
                      </c:pt>
                      <c:pt idx="4305">
                        <c:v>218.852</c:v>
                      </c:pt>
                      <c:pt idx="4306">
                        <c:v>212.947</c:v>
                      </c:pt>
                      <c:pt idx="4307">
                        <c:v>212.05600000000001</c:v>
                      </c:pt>
                      <c:pt idx="4308">
                        <c:v>207.404</c:v>
                      </c:pt>
                      <c:pt idx="4309">
                        <c:v>200.69499999999999</c:v>
                      </c:pt>
                      <c:pt idx="4310">
                        <c:v>193.072</c:v>
                      </c:pt>
                      <c:pt idx="4311">
                        <c:v>188.14500000000001</c:v>
                      </c:pt>
                      <c:pt idx="4312">
                        <c:v>183.203</c:v>
                      </c:pt>
                      <c:pt idx="4313">
                        <c:v>181.12200000000001</c:v>
                      </c:pt>
                      <c:pt idx="4314">
                        <c:v>183.624</c:v>
                      </c:pt>
                      <c:pt idx="4315">
                        <c:v>187.024</c:v>
                      </c:pt>
                      <c:pt idx="4316">
                        <c:v>188.78899999999999</c:v>
                      </c:pt>
                      <c:pt idx="4317">
                        <c:v>186.31399999999999</c:v>
                      </c:pt>
                      <c:pt idx="4318">
                        <c:v>185.35300000000001</c:v>
                      </c:pt>
                      <c:pt idx="4319">
                        <c:v>185.602</c:v>
                      </c:pt>
                      <c:pt idx="4320">
                        <c:v>185.09299999999999</c:v>
                      </c:pt>
                      <c:pt idx="4321">
                        <c:v>185.286</c:v>
                      </c:pt>
                      <c:pt idx="4322">
                        <c:v>186.10900000000001</c:v>
                      </c:pt>
                      <c:pt idx="4323">
                        <c:v>189.06100000000001</c:v>
                      </c:pt>
                      <c:pt idx="4324">
                        <c:v>187.798</c:v>
                      </c:pt>
                      <c:pt idx="4325">
                        <c:v>191.45599999999999</c:v>
                      </c:pt>
                      <c:pt idx="4326">
                        <c:v>192.899</c:v>
                      </c:pt>
                      <c:pt idx="4327">
                        <c:v>192.33199999999999</c:v>
                      </c:pt>
                      <c:pt idx="4328">
                        <c:v>193.393</c:v>
                      </c:pt>
                      <c:pt idx="4329">
                        <c:v>190.13300000000001</c:v>
                      </c:pt>
                      <c:pt idx="4330">
                        <c:v>186.197</c:v>
                      </c:pt>
                      <c:pt idx="4331">
                        <c:v>176.51900000000001</c:v>
                      </c:pt>
                      <c:pt idx="4332">
                        <c:v>170.892</c:v>
                      </c:pt>
                      <c:pt idx="4333">
                        <c:v>156.86199999999999</c:v>
                      </c:pt>
                      <c:pt idx="4334">
                        <c:v>151.459</c:v>
                      </c:pt>
                      <c:pt idx="4335">
                        <c:v>150.887</c:v>
                      </c:pt>
                      <c:pt idx="4336">
                        <c:v>156.96</c:v>
                      </c:pt>
                      <c:pt idx="4337">
                        <c:v>162.773</c:v>
                      </c:pt>
                      <c:pt idx="4338">
                        <c:v>160.66999999999999</c:v>
                      </c:pt>
                      <c:pt idx="4339">
                        <c:v>160.38200000000001</c:v>
                      </c:pt>
                      <c:pt idx="4340">
                        <c:v>159.78800000000001</c:v>
                      </c:pt>
                      <c:pt idx="4341">
                        <c:v>159.43899999999999</c:v>
                      </c:pt>
                      <c:pt idx="4342">
                        <c:v>158.52099999999999</c:v>
                      </c:pt>
                      <c:pt idx="4343">
                        <c:v>158.04300000000001</c:v>
                      </c:pt>
                      <c:pt idx="4344">
                        <c:v>154.292</c:v>
                      </c:pt>
                      <c:pt idx="4345">
                        <c:v>153.79400000000001</c:v>
                      </c:pt>
                      <c:pt idx="4346">
                        <c:v>154.89599999999999</c:v>
                      </c:pt>
                      <c:pt idx="4347">
                        <c:v>152.38800000000001</c:v>
                      </c:pt>
                      <c:pt idx="4348">
                        <c:v>153.036</c:v>
                      </c:pt>
                      <c:pt idx="4349">
                        <c:v>143.59</c:v>
                      </c:pt>
                      <c:pt idx="4350">
                        <c:v>143.059</c:v>
                      </c:pt>
                      <c:pt idx="4351">
                        <c:v>143.79400000000001</c:v>
                      </c:pt>
                      <c:pt idx="4352">
                        <c:v>143.94300000000001</c:v>
                      </c:pt>
                      <c:pt idx="4353">
                        <c:v>146.44300000000001</c:v>
                      </c:pt>
                      <c:pt idx="4354">
                        <c:v>147.17699999999999</c:v>
                      </c:pt>
                      <c:pt idx="4355">
                        <c:v>149.12200000000001</c:v>
                      </c:pt>
                      <c:pt idx="4356">
                        <c:v>149.94999999999999</c:v>
                      </c:pt>
                      <c:pt idx="4357">
                        <c:v>154.11699999999999</c:v>
                      </c:pt>
                      <c:pt idx="4358">
                        <c:v>155.721</c:v>
                      </c:pt>
                      <c:pt idx="4359">
                        <c:v>157.74</c:v>
                      </c:pt>
                      <c:pt idx="4360">
                        <c:v>156.69900000000001</c:v>
                      </c:pt>
                      <c:pt idx="4361">
                        <c:v>156.10400000000001</c:v>
                      </c:pt>
                      <c:pt idx="4362">
                        <c:v>157.07300000000001</c:v>
                      </c:pt>
                      <c:pt idx="4363">
                        <c:v>159.62700000000001</c:v>
                      </c:pt>
                      <c:pt idx="4364">
                        <c:v>159.77600000000001</c:v>
                      </c:pt>
                      <c:pt idx="4365">
                        <c:v>157.20699999999999</c:v>
                      </c:pt>
                      <c:pt idx="4366">
                        <c:v>155.51599999999999</c:v>
                      </c:pt>
                      <c:pt idx="4367">
                        <c:v>154.71</c:v>
                      </c:pt>
                      <c:pt idx="4368">
                        <c:v>154.11600000000001</c:v>
                      </c:pt>
                      <c:pt idx="4369">
                        <c:v>153.614</c:v>
                      </c:pt>
                      <c:pt idx="4370">
                        <c:v>152.66300000000001</c:v>
                      </c:pt>
                      <c:pt idx="4371">
                        <c:v>152.17599999999999</c:v>
                      </c:pt>
                      <c:pt idx="4372">
                        <c:v>152.15700000000001</c:v>
                      </c:pt>
                      <c:pt idx="4373">
                        <c:v>151.53299999999999</c:v>
                      </c:pt>
                      <c:pt idx="4374">
                        <c:v>152.97300000000001</c:v>
                      </c:pt>
                      <c:pt idx="4375">
                        <c:v>152.10499999999999</c:v>
                      </c:pt>
                      <c:pt idx="4376">
                        <c:v>151.91499999999999</c:v>
                      </c:pt>
                      <c:pt idx="4377">
                        <c:v>152.624</c:v>
                      </c:pt>
                      <c:pt idx="4378">
                        <c:v>156.84899999999999</c:v>
                      </c:pt>
                      <c:pt idx="4379">
                        <c:v>161.04499999999999</c:v>
                      </c:pt>
                      <c:pt idx="4380">
                        <c:v>162.36799999999999</c:v>
                      </c:pt>
                      <c:pt idx="4381">
                        <c:v>163.57</c:v>
                      </c:pt>
                      <c:pt idx="4382">
                        <c:v>168.74100000000001</c:v>
                      </c:pt>
                      <c:pt idx="4383">
                        <c:v>169.881</c:v>
                      </c:pt>
                      <c:pt idx="4384">
                        <c:v>169.571</c:v>
                      </c:pt>
                      <c:pt idx="4385">
                        <c:v>168.35</c:v>
                      </c:pt>
                      <c:pt idx="4386">
                        <c:v>168.71199999999999</c:v>
                      </c:pt>
                      <c:pt idx="4387">
                        <c:v>170.46199999999999</c:v>
                      </c:pt>
                      <c:pt idx="4388">
                        <c:v>173.50299999999999</c:v>
                      </c:pt>
                      <c:pt idx="4389">
                        <c:v>174.423</c:v>
                      </c:pt>
                      <c:pt idx="4390">
                        <c:v>176.74100000000001</c:v>
                      </c:pt>
                      <c:pt idx="4391">
                        <c:v>178.08099999999999</c:v>
                      </c:pt>
                      <c:pt idx="4392">
                        <c:v>177.756</c:v>
                      </c:pt>
                      <c:pt idx="4393">
                        <c:v>177.09700000000001</c:v>
                      </c:pt>
                      <c:pt idx="4394">
                        <c:v>174.792</c:v>
                      </c:pt>
                      <c:pt idx="4395">
                        <c:v>170.96899999999999</c:v>
                      </c:pt>
                      <c:pt idx="4396">
                        <c:v>166.482</c:v>
                      </c:pt>
                      <c:pt idx="4397">
                        <c:v>162.47</c:v>
                      </c:pt>
                      <c:pt idx="4398">
                        <c:v>161.44900000000001</c:v>
                      </c:pt>
                      <c:pt idx="4399">
                        <c:v>162.45400000000001</c:v>
                      </c:pt>
                      <c:pt idx="4400">
                        <c:v>162.59399999999999</c:v>
                      </c:pt>
                      <c:pt idx="4401">
                        <c:v>161.57599999999999</c:v>
                      </c:pt>
                      <c:pt idx="4402">
                        <c:v>160.72499999999999</c:v>
                      </c:pt>
                      <c:pt idx="4403">
                        <c:v>160.452</c:v>
                      </c:pt>
                      <c:pt idx="4404">
                        <c:v>161.643</c:v>
                      </c:pt>
                      <c:pt idx="4405">
                        <c:v>163.71799999999999</c:v>
                      </c:pt>
                      <c:pt idx="4406">
                        <c:v>168.21899999999999</c:v>
                      </c:pt>
                      <c:pt idx="4407">
                        <c:v>169.589</c:v>
                      </c:pt>
                      <c:pt idx="4408">
                        <c:v>176.20699999999999</c:v>
                      </c:pt>
                      <c:pt idx="4409">
                        <c:v>171.143</c:v>
                      </c:pt>
                      <c:pt idx="4410">
                        <c:v>167.77600000000001</c:v>
                      </c:pt>
                      <c:pt idx="4411">
                        <c:v>173.54400000000001</c:v>
                      </c:pt>
                      <c:pt idx="4412">
                        <c:v>180.167</c:v>
                      </c:pt>
                      <c:pt idx="4413">
                        <c:v>181.03800000000001</c:v>
                      </c:pt>
                      <c:pt idx="4414">
                        <c:v>180.887</c:v>
                      </c:pt>
                      <c:pt idx="4415">
                        <c:v>184.53100000000001</c:v>
                      </c:pt>
                      <c:pt idx="4416">
                        <c:v>188.41900000000001</c:v>
                      </c:pt>
                      <c:pt idx="4417">
                        <c:v>189.99799999999999</c:v>
                      </c:pt>
                      <c:pt idx="4418">
                        <c:v>196.31899999999999</c:v>
                      </c:pt>
                      <c:pt idx="4419">
                        <c:v>192.607</c:v>
                      </c:pt>
                      <c:pt idx="4420">
                        <c:v>191.93</c:v>
                      </c:pt>
                      <c:pt idx="4421">
                        <c:v>182.28700000000001</c:v>
                      </c:pt>
                      <c:pt idx="4422">
                        <c:v>180.85900000000001</c:v>
                      </c:pt>
                      <c:pt idx="4423">
                        <c:v>184.72300000000001</c:v>
                      </c:pt>
                      <c:pt idx="4424">
                        <c:v>183.73099999999999</c:v>
                      </c:pt>
                      <c:pt idx="4425">
                        <c:v>182.45599999999999</c:v>
                      </c:pt>
                      <c:pt idx="4426">
                        <c:v>180.929</c:v>
                      </c:pt>
                      <c:pt idx="4427">
                        <c:v>180.82599999999999</c:v>
                      </c:pt>
                      <c:pt idx="4428">
                        <c:v>184.70400000000001</c:v>
                      </c:pt>
                      <c:pt idx="4429">
                        <c:v>186.96899999999999</c:v>
                      </c:pt>
                      <c:pt idx="4430">
                        <c:v>189.57400000000001</c:v>
                      </c:pt>
                      <c:pt idx="4431">
                        <c:v>195.96600000000001</c:v>
                      </c:pt>
                      <c:pt idx="4432">
                        <c:v>196.36099999999999</c:v>
                      </c:pt>
                      <c:pt idx="4433">
                        <c:v>190.80699999999999</c:v>
                      </c:pt>
                      <c:pt idx="4434">
                        <c:v>193.93600000000001</c:v>
                      </c:pt>
                      <c:pt idx="4435">
                        <c:v>200.53899999999999</c:v>
                      </c:pt>
                      <c:pt idx="4436">
                        <c:v>196.542</c:v>
                      </c:pt>
                      <c:pt idx="4437">
                        <c:v>194.53</c:v>
                      </c:pt>
                      <c:pt idx="4438">
                        <c:v>192.654</c:v>
                      </c:pt>
                      <c:pt idx="4439">
                        <c:v>189.15700000000001</c:v>
                      </c:pt>
                      <c:pt idx="4440">
                        <c:v>191.18899999999999</c:v>
                      </c:pt>
                      <c:pt idx="4441">
                        <c:v>190.809</c:v>
                      </c:pt>
                      <c:pt idx="4442">
                        <c:v>191.167</c:v>
                      </c:pt>
                      <c:pt idx="4443">
                        <c:v>191.03</c:v>
                      </c:pt>
                      <c:pt idx="4444">
                        <c:v>188.72200000000001</c:v>
                      </c:pt>
                      <c:pt idx="4445">
                        <c:v>184.27699999999999</c:v>
                      </c:pt>
                      <c:pt idx="4446">
                        <c:v>180.01300000000001</c:v>
                      </c:pt>
                      <c:pt idx="4447">
                        <c:v>173.09</c:v>
                      </c:pt>
                      <c:pt idx="4448">
                        <c:v>171.994</c:v>
                      </c:pt>
                      <c:pt idx="4449">
                        <c:v>177.15799999999999</c:v>
                      </c:pt>
                      <c:pt idx="4450">
                        <c:v>178.26499999999999</c:v>
                      </c:pt>
                      <c:pt idx="4451">
                        <c:v>179.71700000000001</c:v>
                      </c:pt>
                      <c:pt idx="4452">
                        <c:v>179.864</c:v>
                      </c:pt>
                      <c:pt idx="4453">
                        <c:v>181.43700000000001</c:v>
                      </c:pt>
                      <c:pt idx="4454">
                        <c:v>182.90600000000001</c:v>
                      </c:pt>
                      <c:pt idx="4455">
                        <c:v>178.75399999999999</c:v>
                      </c:pt>
                      <c:pt idx="4456">
                        <c:v>178.70400000000001</c:v>
                      </c:pt>
                      <c:pt idx="4457">
                        <c:v>181.62299999999999</c:v>
                      </c:pt>
                      <c:pt idx="4458">
                        <c:v>193.09800000000001</c:v>
                      </c:pt>
                      <c:pt idx="4459">
                        <c:v>197.93600000000001</c:v>
                      </c:pt>
                      <c:pt idx="4460">
                        <c:v>198.15100000000001</c:v>
                      </c:pt>
                      <c:pt idx="4461">
                        <c:v>202.386</c:v>
                      </c:pt>
                      <c:pt idx="4462">
                        <c:v>195.18899999999999</c:v>
                      </c:pt>
                      <c:pt idx="4463">
                        <c:v>184.14400000000001</c:v>
                      </c:pt>
                      <c:pt idx="4464">
                        <c:v>193.43899999999999</c:v>
                      </c:pt>
                      <c:pt idx="4465">
                        <c:v>190.58</c:v>
                      </c:pt>
                      <c:pt idx="4466">
                        <c:v>190.74299999999999</c:v>
                      </c:pt>
                      <c:pt idx="4467">
                        <c:v>188.23599999999999</c:v>
                      </c:pt>
                      <c:pt idx="4468">
                        <c:v>190.9</c:v>
                      </c:pt>
                      <c:pt idx="4469">
                        <c:v>191.18199999999999</c:v>
                      </c:pt>
                      <c:pt idx="4470">
                        <c:v>194.06700000000001</c:v>
                      </c:pt>
                      <c:pt idx="4471">
                        <c:v>205.636</c:v>
                      </c:pt>
                      <c:pt idx="4472">
                        <c:v>198.404</c:v>
                      </c:pt>
                      <c:pt idx="4473">
                        <c:v>199.24</c:v>
                      </c:pt>
                      <c:pt idx="4474">
                        <c:v>202.84800000000001</c:v>
                      </c:pt>
                      <c:pt idx="4475">
                        <c:v>204.494</c:v>
                      </c:pt>
                      <c:pt idx="4476">
                        <c:v>204.51599999999999</c:v>
                      </c:pt>
                      <c:pt idx="4477">
                        <c:v>203.012</c:v>
                      </c:pt>
                      <c:pt idx="4478">
                        <c:v>204.125</c:v>
                      </c:pt>
                      <c:pt idx="4479">
                        <c:v>200.24199999999999</c:v>
                      </c:pt>
                      <c:pt idx="4480">
                        <c:v>198.68100000000001</c:v>
                      </c:pt>
                      <c:pt idx="4481">
                        <c:v>208.21299999999999</c:v>
                      </c:pt>
                      <c:pt idx="4482">
                        <c:v>206.46899999999999</c:v>
                      </c:pt>
                      <c:pt idx="4483">
                        <c:v>196.88800000000001</c:v>
                      </c:pt>
                      <c:pt idx="4484">
                        <c:v>194.38900000000001</c:v>
                      </c:pt>
                      <c:pt idx="4485">
                        <c:v>190.53</c:v>
                      </c:pt>
                      <c:pt idx="4486">
                        <c:v>189.38200000000001</c:v>
                      </c:pt>
                      <c:pt idx="4487">
                        <c:v>195.86699999999999</c:v>
                      </c:pt>
                      <c:pt idx="4488">
                        <c:v>197.21299999999999</c:v>
                      </c:pt>
                      <c:pt idx="4489">
                        <c:v>198.76900000000001</c:v>
                      </c:pt>
                      <c:pt idx="4490">
                        <c:v>192.05199999999999</c:v>
                      </c:pt>
                      <c:pt idx="4491">
                        <c:v>192.96600000000001</c:v>
                      </c:pt>
                      <c:pt idx="4492">
                        <c:v>204.64099999999999</c:v>
                      </c:pt>
                      <c:pt idx="4493">
                        <c:v>200.02600000000001</c:v>
                      </c:pt>
                      <c:pt idx="4494">
                        <c:v>209.58699999999999</c:v>
                      </c:pt>
                      <c:pt idx="4495">
                        <c:v>200.81200000000001</c:v>
                      </c:pt>
                      <c:pt idx="4496">
                        <c:v>199.35</c:v>
                      </c:pt>
                      <c:pt idx="4497">
                        <c:v>205.523</c:v>
                      </c:pt>
                      <c:pt idx="4498">
                        <c:v>203.96</c:v>
                      </c:pt>
                      <c:pt idx="4499">
                        <c:v>194.054</c:v>
                      </c:pt>
                      <c:pt idx="4500">
                        <c:v>205.136</c:v>
                      </c:pt>
                      <c:pt idx="4501">
                        <c:v>205.28800000000001</c:v>
                      </c:pt>
                      <c:pt idx="4502">
                        <c:v>207.23099999999999</c:v>
                      </c:pt>
                      <c:pt idx="4503">
                        <c:v>206.738</c:v>
                      </c:pt>
                      <c:pt idx="4504">
                        <c:v>199.465</c:v>
                      </c:pt>
                      <c:pt idx="4505">
                        <c:v>199.018</c:v>
                      </c:pt>
                      <c:pt idx="4506">
                        <c:v>200.001</c:v>
                      </c:pt>
                      <c:pt idx="4507">
                        <c:v>200.983</c:v>
                      </c:pt>
                      <c:pt idx="4508">
                        <c:v>202.95</c:v>
                      </c:pt>
                      <c:pt idx="4509">
                        <c:v>203.60400000000001</c:v>
                      </c:pt>
                      <c:pt idx="4510">
                        <c:v>205.34</c:v>
                      </c:pt>
                      <c:pt idx="4511">
                        <c:v>206.65700000000001</c:v>
                      </c:pt>
                      <c:pt idx="4512">
                        <c:v>205.81899999999999</c:v>
                      </c:pt>
                      <c:pt idx="4513">
                        <c:v>210.447</c:v>
                      </c:pt>
                      <c:pt idx="4514">
                        <c:v>211.404</c:v>
                      </c:pt>
                      <c:pt idx="4515">
                        <c:v>208.36099999999999</c:v>
                      </c:pt>
                      <c:pt idx="4516">
                        <c:v>208.41300000000001</c:v>
                      </c:pt>
                      <c:pt idx="4517">
                        <c:v>208.08699999999999</c:v>
                      </c:pt>
                      <c:pt idx="4518">
                        <c:v>211.33699999999999</c:v>
                      </c:pt>
                      <c:pt idx="4519">
                        <c:v>216.57</c:v>
                      </c:pt>
                      <c:pt idx="4520">
                        <c:v>218.529</c:v>
                      </c:pt>
                      <c:pt idx="4521">
                        <c:v>214.87</c:v>
                      </c:pt>
                      <c:pt idx="4522">
                        <c:v>213.45400000000001</c:v>
                      </c:pt>
                      <c:pt idx="4523">
                        <c:v>216.125</c:v>
                      </c:pt>
                      <c:pt idx="4524">
                        <c:v>214.839</c:v>
                      </c:pt>
                      <c:pt idx="4525">
                        <c:v>214.696</c:v>
                      </c:pt>
                      <c:pt idx="4526">
                        <c:v>205.46199999999999</c:v>
                      </c:pt>
                      <c:pt idx="4527">
                        <c:v>206.46</c:v>
                      </c:pt>
                      <c:pt idx="4528">
                        <c:v>205.95400000000001</c:v>
                      </c:pt>
                      <c:pt idx="4529">
                        <c:v>208.9</c:v>
                      </c:pt>
                      <c:pt idx="4530">
                        <c:v>209.73500000000001</c:v>
                      </c:pt>
                      <c:pt idx="4531">
                        <c:v>207.62</c:v>
                      </c:pt>
                      <c:pt idx="4532">
                        <c:v>205.917</c:v>
                      </c:pt>
                      <c:pt idx="4533">
                        <c:v>204.10900000000001</c:v>
                      </c:pt>
                      <c:pt idx="4534">
                        <c:v>204.41399999999999</c:v>
                      </c:pt>
                      <c:pt idx="4535">
                        <c:v>205.10400000000001</c:v>
                      </c:pt>
                      <c:pt idx="4536">
                        <c:v>216.04400000000001</c:v>
                      </c:pt>
                      <c:pt idx="4537">
                        <c:v>208.613</c:v>
                      </c:pt>
                      <c:pt idx="4538">
                        <c:v>206.226</c:v>
                      </c:pt>
                      <c:pt idx="4539">
                        <c:v>205.53800000000001</c:v>
                      </c:pt>
                      <c:pt idx="4540">
                        <c:v>204.12299999999999</c:v>
                      </c:pt>
                      <c:pt idx="4541">
                        <c:v>204.393</c:v>
                      </c:pt>
                      <c:pt idx="4542">
                        <c:v>201.91</c:v>
                      </c:pt>
                      <c:pt idx="4543">
                        <c:v>194.33199999999999</c:v>
                      </c:pt>
                      <c:pt idx="4544">
                        <c:v>194.67099999999999</c:v>
                      </c:pt>
                      <c:pt idx="4545">
                        <c:v>194.87700000000001</c:v>
                      </c:pt>
                      <c:pt idx="4546">
                        <c:v>193.61799999999999</c:v>
                      </c:pt>
                      <c:pt idx="4547">
                        <c:v>193.65700000000001</c:v>
                      </c:pt>
                      <c:pt idx="4548">
                        <c:v>195.268</c:v>
                      </c:pt>
                      <c:pt idx="4549">
                        <c:v>199.05199999999999</c:v>
                      </c:pt>
                      <c:pt idx="4550">
                        <c:v>201.35900000000001</c:v>
                      </c:pt>
                      <c:pt idx="4551">
                        <c:v>201.393</c:v>
                      </c:pt>
                      <c:pt idx="4552">
                        <c:v>202.01400000000001</c:v>
                      </c:pt>
                      <c:pt idx="4553">
                        <c:v>202.417</c:v>
                      </c:pt>
                      <c:pt idx="4554">
                        <c:v>204.00899999999999</c:v>
                      </c:pt>
                      <c:pt idx="4555">
                        <c:v>203.63800000000001</c:v>
                      </c:pt>
                      <c:pt idx="4556">
                        <c:v>205.12899999999999</c:v>
                      </c:pt>
                      <c:pt idx="4557">
                        <c:v>205.77799999999999</c:v>
                      </c:pt>
                      <c:pt idx="4558">
                        <c:v>213.851</c:v>
                      </c:pt>
                      <c:pt idx="4559">
                        <c:v>220.09299999999999</c:v>
                      </c:pt>
                      <c:pt idx="4560">
                        <c:v>219.376</c:v>
                      </c:pt>
                      <c:pt idx="4561">
                        <c:v>219.369</c:v>
                      </c:pt>
                      <c:pt idx="4562">
                        <c:v>222.67699999999999</c:v>
                      </c:pt>
                      <c:pt idx="4563">
                        <c:v>225.476</c:v>
                      </c:pt>
                      <c:pt idx="4564">
                        <c:v>230.91399999999999</c:v>
                      </c:pt>
                      <c:pt idx="4565">
                        <c:v>233.489</c:v>
                      </c:pt>
                      <c:pt idx="4566">
                        <c:v>237.465</c:v>
                      </c:pt>
                      <c:pt idx="4567">
                        <c:v>240.09299999999999</c:v>
                      </c:pt>
                      <c:pt idx="4568">
                        <c:v>241.398</c:v>
                      </c:pt>
                      <c:pt idx="4569">
                        <c:v>243.71100000000001</c:v>
                      </c:pt>
                      <c:pt idx="4570">
                        <c:v>244.3</c:v>
                      </c:pt>
                      <c:pt idx="4571">
                        <c:v>238.77</c:v>
                      </c:pt>
                      <c:pt idx="4572">
                        <c:v>236.00399999999999</c:v>
                      </c:pt>
                      <c:pt idx="4573">
                        <c:v>235.518</c:v>
                      </c:pt>
                      <c:pt idx="4574">
                        <c:v>238.84899999999999</c:v>
                      </c:pt>
                      <c:pt idx="4575">
                        <c:v>237.661</c:v>
                      </c:pt>
                      <c:pt idx="4576">
                        <c:v>233.577</c:v>
                      </c:pt>
                      <c:pt idx="4577">
                        <c:v>232.16399999999999</c:v>
                      </c:pt>
                      <c:pt idx="4578">
                        <c:v>233.48599999999999</c:v>
                      </c:pt>
                      <c:pt idx="4579">
                        <c:v>230.08699999999999</c:v>
                      </c:pt>
                      <c:pt idx="4580">
                        <c:v>226.673</c:v>
                      </c:pt>
                      <c:pt idx="4581">
                        <c:v>226.80500000000001</c:v>
                      </c:pt>
                      <c:pt idx="4582">
                        <c:v>228.52600000000001</c:v>
                      </c:pt>
                      <c:pt idx="4583">
                        <c:v>227.011</c:v>
                      </c:pt>
                      <c:pt idx="4584">
                        <c:v>224.24700000000001</c:v>
                      </c:pt>
                      <c:pt idx="4585">
                        <c:v>224.87</c:v>
                      </c:pt>
                      <c:pt idx="4586">
                        <c:v>226.91499999999999</c:v>
                      </c:pt>
                      <c:pt idx="4587">
                        <c:v>232.56</c:v>
                      </c:pt>
                      <c:pt idx="4588">
                        <c:v>237.21799999999999</c:v>
                      </c:pt>
                      <c:pt idx="4589">
                        <c:v>238.30500000000001</c:v>
                      </c:pt>
                      <c:pt idx="4590">
                        <c:v>236.768</c:v>
                      </c:pt>
                      <c:pt idx="4591">
                        <c:v>234.42599999999999</c:v>
                      </c:pt>
                      <c:pt idx="4592">
                        <c:v>233.36699999999999</c:v>
                      </c:pt>
                      <c:pt idx="4593">
                        <c:v>231.87100000000001</c:v>
                      </c:pt>
                      <c:pt idx="4594">
                        <c:v>235.221</c:v>
                      </c:pt>
                      <c:pt idx="4595">
                        <c:v>240.852</c:v>
                      </c:pt>
                      <c:pt idx="4596">
                        <c:v>242.55099999999999</c:v>
                      </c:pt>
                      <c:pt idx="4597">
                        <c:v>243.43899999999999</c:v>
                      </c:pt>
                      <c:pt idx="4598">
                        <c:v>244.70699999999999</c:v>
                      </c:pt>
                      <c:pt idx="4599">
                        <c:v>246.917</c:v>
                      </c:pt>
                      <c:pt idx="4600">
                        <c:v>250.50899999999999</c:v>
                      </c:pt>
                      <c:pt idx="4601">
                        <c:v>254.351</c:v>
                      </c:pt>
                      <c:pt idx="4602">
                        <c:v>255.01499999999999</c:v>
                      </c:pt>
                      <c:pt idx="4603">
                        <c:v>257.75799999999998</c:v>
                      </c:pt>
                      <c:pt idx="4604">
                        <c:v>264.166</c:v>
                      </c:pt>
                      <c:pt idx="4605">
                        <c:v>269.45499999999998</c:v>
                      </c:pt>
                      <c:pt idx="4606">
                        <c:v>269.34899999999999</c:v>
                      </c:pt>
                      <c:pt idx="4607">
                        <c:v>285.70800000000003</c:v>
                      </c:pt>
                      <c:pt idx="4608">
                        <c:v>292.83800000000002</c:v>
                      </c:pt>
                      <c:pt idx="4609">
                        <c:v>298.70800000000003</c:v>
                      </c:pt>
                      <c:pt idx="4610">
                        <c:v>291.82100000000003</c:v>
                      </c:pt>
                      <c:pt idx="4611">
                        <c:v>283.04500000000002</c:v>
                      </c:pt>
                      <c:pt idx="4612">
                        <c:v>280.72800000000001</c:v>
                      </c:pt>
                      <c:pt idx="4613">
                        <c:v>279.16300000000001</c:v>
                      </c:pt>
                      <c:pt idx="4614">
                        <c:v>272.92399999999998</c:v>
                      </c:pt>
                      <c:pt idx="4615">
                        <c:v>270.214</c:v>
                      </c:pt>
                      <c:pt idx="4616">
                        <c:v>273.63299999999998</c:v>
                      </c:pt>
                      <c:pt idx="4617">
                        <c:v>274.72899999999998</c:v>
                      </c:pt>
                      <c:pt idx="4618">
                        <c:v>276.16899999999998</c:v>
                      </c:pt>
                      <c:pt idx="4619">
                        <c:v>279.86399999999998</c:v>
                      </c:pt>
                      <c:pt idx="4620">
                        <c:v>281.71899999999999</c:v>
                      </c:pt>
                      <c:pt idx="4621">
                        <c:v>282.94900000000001</c:v>
                      </c:pt>
                      <c:pt idx="4622">
                        <c:v>284.53100000000001</c:v>
                      </c:pt>
                      <c:pt idx="4623">
                        <c:v>287.31200000000001</c:v>
                      </c:pt>
                      <c:pt idx="4624">
                        <c:v>286.43799999999999</c:v>
                      </c:pt>
                      <c:pt idx="4625">
                        <c:v>284.72800000000001</c:v>
                      </c:pt>
                      <c:pt idx="4626">
                        <c:v>283.42700000000002</c:v>
                      </c:pt>
                      <c:pt idx="4627">
                        <c:v>281.26</c:v>
                      </c:pt>
                      <c:pt idx="4628">
                        <c:v>282.33999999999997</c:v>
                      </c:pt>
                      <c:pt idx="4629">
                        <c:v>279.81799999999998</c:v>
                      </c:pt>
                      <c:pt idx="4630">
                        <c:v>279.17099999999999</c:v>
                      </c:pt>
                      <c:pt idx="4631">
                        <c:v>277.00099999999998</c:v>
                      </c:pt>
                      <c:pt idx="4632">
                        <c:v>277.95999999999998</c:v>
                      </c:pt>
                      <c:pt idx="4633">
                        <c:v>273.05799999999999</c:v>
                      </c:pt>
                      <c:pt idx="4634">
                        <c:v>272.548</c:v>
                      </c:pt>
                      <c:pt idx="4635">
                        <c:v>275.34300000000002</c:v>
                      </c:pt>
                      <c:pt idx="4636">
                        <c:v>273.79399999999998</c:v>
                      </c:pt>
                      <c:pt idx="4637">
                        <c:v>274.54500000000002</c:v>
                      </c:pt>
                      <c:pt idx="4638">
                        <c:v>274.97500000000002</c:v>
                      </c:pt>
                      <c:pt idx="4639">
                        <c:v>274.40199999999999</c:v>
                      </c:pt>
                      <c:pt idx="4640">
                        <c:v>273.27499999999998</c:v>
                      </c:pt>
                      <c:pt idx="4641">
                        <c:v>275.92599999999999</c:v>
                      </c:pt>
                      <c:pt idx="4642">
                        <c:v>276.916</c:v>
                      </c:pt>
                      <c:pt idx="4643">
                        <c:v>277.44900000000001</c:v>
                      </c:pt>
                      <c:pt idx="4644">
                        <c:v>278.21800000000002</c:v>
                      </c:pt>
                      <c:pt idx="4645">
                        <c:v>278.25599999999997</c:v>
                      </c:pt>
                      <c:pt idx="4646">
                        <c:v>277.88200000000001</c:v>
                      </c:pt>
                      <c:pt idx="4647">
                        <c:v>279.64400000000001</c:v>
                      </c:pt>
                      <c:pt idx="4648">
                        <c:v>281.66699999999997</c:v>
                      </c:pt>
                      <c:pt idx="4649">
                        <c:v>281.62</c:v>
                      </c:pt>
                      <c:pt idx="4650">
                        <c:v>282.56400000000002</c:v>
                      </c:pt>
                      <c:pt idx="4651">
                        <c:v>285.14800000000002</c:v>
                      </c:pt>
                      <c:pt idx="4652">
                        <c:v>289.60300000000001</c:v>
                      </c:pt>
                      <c:pt idx="4653">
                        <c:v>290.13099999999997</c:v>
                      </c:pt>
                      <c:pt idx="4654">
                        <c:v>289.62299999999999</c:v>
                      </c:pt>
                      <c:pt idx="4655">
                        <c:v>288.93299999999999</c:v>
                      </c:pt>
                      <c:pt idx="4656">
                        <c:v>291.72399999999999</c:v>
                      </c:pt>
                      <c:pt idx="4657">
                        <c:v>295.42899999999997</c:v>
                      </c:pt>
                      <c:pt idx="4658">
                        <c:v>297.88299999999998</c:v>
                      </c:pt>
                      <c:pt idx="4659">
                        <c:v>298.09500000000003</c:v>
                      </c:pt>
                      <c:pt idx="4660">
                        <c:v>295.43</c:v>
                      </c:pt>
                      <c:pt idx="4661">
                        <c:v>294.65699999999998</c:v>
                      </c:pt>
                      <c:pt idx="4662">
                        <c:v>296.64999999999998</c:v>
                      </c:pt>
                      <c:pt idx="4663">
                        <c:v>297.68700000000001</c:v>
                      </c:pt>
                      <c:pt idx="4664">
                        <c:v>293.72500000000002</c:v>
                      </c:pt>
                      <c:pt idx="4665">
                        <c:v>292.89</c:v>
                      </c:pt>
                      <c:pt idx="4666">
                        <c:v>296.7</c:v>
                      </c:pt>
                      <c:pt idx="4667">
                        <c:v>300.988</c:v>
                      </c:pt>
                      <c:pt idx="4668">
                        <c:v>301.774</c:v>
                      </c:pt>
                      <c:pt idx="4669">
                        <c:v>302.51499999999999</c:v>
                      </c:pt>
                      <c:pt idx="4670">
                        <c:v>306.31400000000002</c:v>
                      </c:pt>
                      <c:pt idx="4671">
                        <c:v>304.40300000000002</c:v>
                      </c:pt>
                      <c:pt idx="4672">
                        <c:v>298.52199999999999</c:v>
                      </c:pt>
                      <c:pt idx="4673">
                        <c:v>298.85300000000001</c:v>
                      </c:pt>
                      <c:pt idx="4674">
                        <c:v>299.84100000000001</c:v>
                      </c:pt>
                      <c:pt idx="4675">
                        <c:v>298.03399999999999</c:v>
                      </c:pt>
                      <c:pt idx="4676">
                        <c:v>295.69900000000001</c:v>
                      </c:pt>
                      <c:pt idx="4677">
                        <c:v>298.56400000000002</c:v>
                      </c:pt>
                      <c:pt idx="4678">
                        <c:v>302.95600000000002</c:v>
                      </c:pt>
                      <c:pt idx="4679">
                        <c:v>299.48399999999998</c:v>
                      </c:pt>
                      <c:pt idx="4680">
                        <c:v>286.99</c:v>
                      </c:pt>
                      <c:pt idx="4681">
                        <c:v>283.149</c:v>
                      </c:pt>
                      <c:pt idx="4682">
                        <c:v>288.101</c:v>
                      </c:pt>
                      <c:pt idx="4683">
                        <c:v>288.29599999999999</c:v>
                      </c:pt>
                      <c:pt idx="4684">
                        <c:v>277.697</c:v>
                      </c:pt>
                      <c:pt idx="4685">
                        <c:v>265.93900000000002</c:v>
                      </c:pt>
                      <c:pt idx="4686">
                        <c:v>253.25299999999999</c:v>
                      </c:pt>
                      <c:pt idx="4687">
                        <c:v>249.33500000000001</c:v>
                      </c:pt>
                      <c:pt idx="4688">
                        <c:v>259.66800000000001</c:v>
                      </c:pt>
                      <c:pt idx="4689">
                        <c:v>273.89</c:v>
                      </c:pt>
                      <c:pt idx="4690">
                        <c:v>276.18700000000001</c:v>
                      </c:pt>
                      <c:pt idx="4691">
                        <c:v>272.93099999999998</c:v>
                      </c:pt>
                      <c:pt idx="4692">
                        <c:v>268.52999999999997</c:v>
                      </c:pt>
                      <c:pt idx="4693">
                        <c:v>266.52600000000001</c:v>
                      </c:pt>
                      <c:pt idx="4694">
                        <c:v>257.20299999999997</c:v>
                      </c:pt>
                      <c:pt idx="4695">
                        <c:v>256.99200000000002</c:v>
                      </c:pt>
                      <c:pt idx="4696">
                        <c:v>263.10500000000002</c:v>
                      </c:pt>
                      <c:pt idx="4697">
                        <c:v>265.22899999999998</c:v>
                      </c:pt>
                      <c:pt idx="4698">
                        <c:v>256.31299999999999</c:v>
                      </c:pt>
                      <c:pt idx="4699">
                        <c:v>254.56399999999999</c:v>
                      </c:pt>
                      <c:pt idx="4700">
                        <c:v>258.08699999999999</c:v>
                      </c:pt>
                      <c:pt idx="4701">
                        <c:v>259.39600000000002</c:v>
                      </c:pt>
                      <c:pt idx="4702">
                        <c:v>262.23200000000003</c:v>
                      </c:pt>
                      <c:pt idx="4703">
                        <c:v>268.50099999999998</c:v>
                      </c:pt>
                      <c:pt idx="4704">
                        <c:v>272.24599999999998</c:v>
                      </c:pt>
                      <c:pt idx="4705">
                        <c:v>276.71600000000001</c:v>
                      </c:pt>
                      <c:pt idx="4706">
                        <c:v>282.39699999999999</c:v>
                      </c:pt>
                      <c:pt idx="4707">
                        <c:v>284.43099999999998</c:v>
                      </c:pt>
                      <c:pt idx="4708">
                        <c:v>284.39800000000002</c:v>
                      </c:pt>
                      <c:pt idx="4709">
                        <c:v>287.83800000000002</c:v>
                      </c:pt>
                      <c:pt idx="4710">
                        <c:v>287.827</c:v>
                      </c:pt>
                      <c:pt idx="4711">
                        <c:v>288.75700000000001</c:v>
                      </c:pt>
                      <c:pt idx="4712">
                        <c:v>300.77800000000002</c:v>
                      </c:pt>
                      <c:pt idx="4713">
                        <c:v>303.09100000000001</c:v>
                      </c:pt>
                      <c:pt idx="4714">
                        <c:v>304.94499999999999</c:v>
                      </c:pt>
                      <c:pt idx="4715">
                        <c:v>307.73700000000002</c:v>
                      </c:pt>
                      <c:pt idx="4716">
                        <c:v>304.66899999999998</c:v>
                      </c:pt>
                      <c:pt idx="4717">
                        <c:v>313.51100000000002</c:v>
                      </c:pt>
                      <c:pt idx="4718">
                        <c:v>322.43299999999999</c:v>
                      </c:pt>
                      <c:pt idx="4719">
                        <c:v>332.10899999999998</c:v>
                      </c:pt>
                      <c:pt idx="4720">
                        <c:v>327.53699999999998</c:v>
                      </c:pt>
                      <c:pt idx="4721">
                        <c:v>325.66899999999998</c:v>
                      </c:pt>
                      <c:pt idx="4722">
                        <c:v>332.50900000000001</c:v>
                      </c:pt>
                      <c:pt idx="4723">
                        <c:v>341.97</c:v>
                      </c:pt>
                      <c:pt idx="4724">
                        <c:v>343.72199999999998</c:v>
                      </c:pt>
                      <c:pt idx="4725">
                        <c:v>346.13900000000001</c:v>
                      </c:pt>
                      <c:pt idx="4726">
                        <c:v>346.69200000000001</c:v>
                      </c:pt>
                      <c:pt idx="4727">
                        <c:v>341.90300000000002</c:v>
                      </c:pt>
                      <c:pt idx="4728">
                        <c:v>345.78500000000003</c:v>
                      </c:pt>
                      <c:pt idx="4729">
                        <c:v>345.20499999999998</c:v>
                      </c:pt>
                      <c:pt idx="4730">
                        <c:v>350.85500000000002</c:v>
                      </c:pt>
                      <c:pt idx="4731">
                        <c:v>354.48700000000002</c:v>
                      </c:pt>
                      <c:pt idx="4732">
                        <c:v>352.89299999999997</c:v>
                      </c:pt>
                      <c:pt idx="4733">
                        <c:v>343.60899999999998</c:v>
                      </c:pt>
                      <c:pt idx="4734">
                        <c:v>337.69</c:v>
                      </c:pt>
                      <c:pt idx="4735">
                        <c:v>324.18</c:v>
                      </c:pt>
                      <c:pt idx="4736">
                        <c:v>318.33199999999999</c:v>
                      </c:pt>
                      <c:pt idx="4737">
                        <c:v>317.64400000000001</c:v>
                      </c:pt>
                      <c:pt idx="4738">
                        <c:v>317.601</c:v>
                      </c:pt>
                      <c:pt idx="4739">
                        <c:v>307.67200000000003</c:v>
                      </c:pt>
                      <c:pt idx="4740">
                        <c:v>299.33699999999999</c:v>
                      </c:pt>
                      <c:pt idx="4741">
                        <c:v>294.351</c:v>
                      </c:pt>
                      <c:pt idx="4742">
                        <c:v>293.07100000000003</c:v>
                      </c:pt>
                      <c:pt idx="4743">
                        <c:v>299.00200000000001</c:v>
                      </c:pt>
                      <c:pt idx="4744">
                        <c:v>308.72199999999998</c:v>
                      </c:pt>
                      <c:pt idx="4745">
                        <c:v>318.99200000000002</c:v>
                      </c:pt>
                      <c:pt idx="4746">
                        <c:v>333.786</c:v>
                      </c:pt>
                      <c:pt idx="4747">
                        <c:v>347.36200000000002</c:v>
                      </c:pt>
                      <c:pt idx="4748">
                        <c:v>362.33600000000001</c:v>
                      </c:pt>
                      <c:pt idx="4749">
                        <c:v>366.56700000000001</c:v>
                      </c:pt>
                      <c:pt idx="4750">
                        <c:v>354.65</c:v>
                      </c:pt>
                      <c:pt idx="4751">
                        <c:v>352.59500000000003</c:v>
                      </c:pt>
                      <c:pt idx="4752">
                        <c:v>354.077</c:v>
                      </c:pt>
                      <c:pt idx="4753">
                        <c:v>349.31799999999998</c:v>
                      </c:pt>
                      <c:pt idx="4754">
                        <c:v>351.22899999999998</c:v>
                      </c:pt>
                      <c:pt idx="4755">
                        <c:v>359.435</c:v>
                      </c:pt>
                      <c:pt idx="4756">
                        <c:v>369.63400000000001</c:v>
                      </c:pt>
                      <c:pt idx="4757">
                        <c:v>369.54599999999999</c:v>
                      </c:pt>
                      <c:pt idx="4758">
                        <c:v>368.33199999999999</c:v>
                      </c:pt>
                      <c:pt idx="4759">
                        <c:v>378.22199999999998</c:v>
                      </c:pt>
                      <c:pt idx="4760">
                        <c:v>387.84100000000001</c:v>
                      </c:pt>
                      <c:pt idx="4761">
                        <c:v>386.15699999999998</c:v>
                      </c:pt>
                      <c:pt idx="4762">
                        <c:v>386.15699999999998</c:v>
                      </c:pt>
                      <c:pt idx="4763">
                        <c:v>392.58800000000002</c:v>
                      </c:pt>
                      <c:pt idx="4764">
                        <c:v>393.47399999999999</c:v>
                      </c:pt>
                      <c:pt idx="4765">
                        <c:v>385.55</c:v>
                      </c:pt>
                      <c:pt idx="4766">
                        <c:v>378.43400000000003</c:v>
                      </c:pt>
                      <c:pt idx="4767">
                        <c:v>384.34199999999998</c:v>
                      </c:pt>
                      <c:pt idx="4768">
                        <c:v>395.94200000000001</c:v>
                      </c:pt>
                      <c:pt idx="4769">
                        <c:v>407.142</c:v>
                      </c:pt>
                      <c:pt idx="4770">
                        <c:v>420.50099999999998</c:v>
                      </c:pt>
                      <c:pt idx="4771">
                        <c:v>420.79</c:v>
                      </c:pt>
                      <c:pt idx="4772">
                        <c:v>416.26900000000001</c:v>
                      </c:pt>
                      <c:pt idx="4773">
                        <c:v>399.82600000000002</c:v>
                      </c:pt>
                      <c:pt idx="4774">
                        <c:v>383.30799999999999</c:v>
                      </c:pt>
                      <c:pt idx="4775">
                        <c:v>377.428</c:v>
                      </c:pt>
                      <c:pt idx="4776">
                        <c:v>380.34399999999999</c:v>
                      </c:pt>
                      <c:pt idx="4777">
                        <c:v>377.78199999999998</c:v>
                      </c:pt>
                      <c:pt idx="4778">
                        <c:v>382.173</c:v>
                      </c:pt>
                      <c:pt idx="4779">
                        <c:v>376.67599999999999</c:v>
                      </c:pt>
                      <c:pt idx="4780">
                        <c:v>361.887</c:v>
                      </c:pt>
                      <c:pt idx="4781">
                        <c:v>351.97699999999998</c:v>
                      </c:pt>
                      <c:pt idx="4782">
                        <c:v>353.07299999999998</c:v>
                      </c:pt>
                      <c:pt idx="4783">
                        <c:v>356.75299999999999</c:v>
                      </c:pt>
                      <c:pt idx="4784">
                        <c:v>357.428</c:v>
                      </c:pt>
                      <c:pt idx="4785">
                        <c:v>351.21199999999999</c:v>
                      </c:pt>
                      <c:pt idx="4786">
                        <c:v>350.82900000000001</c:v>
                      </c:pt>
                      <c:pt idx="4787">
                        <c:v>344.39</c:v>
                      </c:pt>
                      <c:pt idx="4788">
                        <c:v>345.59699999999998</c:v>
                      </c:pt>
                      <c:pt idx="4789">
                        <c:v>333.14</c:v>
                      </c:pt>
                      <c:pt idx="4790">
                        <c:v>323.053</c:v>
                      </c:pt>
                      <c:pt idx="4791">
                        <c:v>316.10199999999998</c:v>
                      </c:pt>
                      <c:pt idx="4792">
                        <c:v>312.56099999999998</c:v>
                      </c:pt>
                      <c:pt idx="4793">
                        <c:v>314.59899999999999</c:v>
                      </c:pt>
                      <c:pt idx="4794">
                        <c:v>320.95</c:v>
                      </c:pt>
                      <c:pt idx="4795">
                        <c:v>329.6</c:v>
                      </c:pt>
                      <c:pt idx="4796">
                        <c:v>349.11099999999999</c:v>
                      </c:pt>
                      <c:pt idx="4797">
                        <c:v>355.92200000000003</c:v>
                      </c:pt>
                      <c:pt idx="4798">
                        <c:v>355.62599999999998</c:v>
                      </c:pt>
                      <c:pt idx="4799">
                        <c:v>346.42399999999998</c:v>
                      </c:pt>
                      <c:pt idx="4800">
                        <c:v>342.91899999999998</c:v>
                      </c:pt>
                      <c:pt idx="4801">
                        <c:v>348.31299999999999</c:v>
                      </c:pt>
                      <c:pt idx="4802">
                        <c:v>353.26799999999997</c:v>
                      </c:pt>
                      <c:pt idx="4803">
                        <c:v>362.95100000000002</c:v>
                      </c:pt>
                      <c:pt idx="4804">
                        <c:v>369.13600000000002</c:v>
                      </c:pt>
                      <c:pt idx="4805">
                        <c:v>368.09500000000003</c:v>
                      </c:pt>
                      <c:pt idx="4806">
                        <c:v>362.21100000000001</c:v>
                      </c:pt>
                      <c:pt idx="4807">
                        <c:v>365.392</c:v>
                      </c:pt>
                      <c:pt idx="4808">
                        <c:v>358.98899999999998</c:v>
                      </c:pt>
                      <c:pt idx="4809">
                        <c:v>349.93200000000002</c:v>
                      </c:pt>
                      <c:pt idx="4810">
                        <c:v>342.79899999999998</c:v>
                      </c:pt>
                      <c:pt idx="4811">
                        <c:v>335.78800000000001</c:v>
                      </c:pt>
                      <c:pt idx="4812">
                        <c:v>329.03899999999999</c:v>
                      </c:pt>
                      <c:pt idx="4813">
                        <c:v>339.58199999999999</c:v>
                      </c:pt>
                      <c:pt idx="4814">
                        <c:v>343.65300000000002</c:v>
                      </c:pt>
                      <c:pt idx="4815">
                        <c:v>344.72899999999998</c:v>
                      </c:pt>
                      <c:pt idx="4816">
                        <c:v>350.26400000000001</c:v>
                      </c:pt>
                      <c:pt idx="4817">
                        <c:v>348.09</c:v>
                      </c:pt>
                      <c:pt idx="4818">
                        <c:v>370.03</c:v>
                      </c:pt>
                      <c:pt idx="4819">
                        <c:v>377.399</c:v>
                      </c:pt>
                      <c:pt idx="4820">
                        <c:v>383.37099999999998</c:v>
                      </c:pt>
                      <c:pt idx="4821">
                        <c:v>397.41699999999997</c:v>
                      </c:pt>
                      <c:pt idx="4822">
                        <c:v>409.84</c:v>
                      </c:pt>
                      <c:pt idx="4823">
                        <c:v>435.709</c:v>
                      </c:pt>
                      <c:pt idx="4824">
                        <c:v>426.51799999999997</c:v>
                      </c:pt>
                      <c:pt idx="4825">
                        <c:v>427.96600000000001</c:v>
                      </c:pt>
                      <c:pt idx="4826">
                        <c:v>429.01</c:v>
                      </c:pt>
                      <c:pt idx="4827">
                        <c:v>417.84199999999998</c:v>
                      </c:pt>
                      <c:pt idx="4828">
                        <c:v>403.26400000000001</c:v>
                      </c:pt>
                      <c:pt idx="4829">
                        <c:v>402.71600000000001</c:v>
                      </c:pt>
                      <c:pt idx="4830">
                        <c:v>407.721</c:v>
                      </c:pt>
                      <c:pt idx="4831">
                        <c:v>422.63200000000001</c:v>
                      </c:pt>
                      <c:pt idx="4832">
                        <c:v>432.322</c:v>
                      </c:pt>
                      <c:pt idx="4833">
                        <c:v>432.22500000000002</c:v>
                      </c:pt>
                      <c:pt idx="4834">
                        <c:v>436.64</c:v>
                      </c:pt>
                      <c:pt idx="4835">
                        <c:v>439.21699999999998</c:v>
                      </c:pt>
                      <c:pt idx="4836">
                        <c:v>454.125</c:v>
                      </c:pt>
                      <c:pt idx="4837">
                        <c:v>459.13499999999999</c:v>
                      </c:pt>
                      <c:pt idx="4838">
                        <c:v>456.28500000000003</c:v>
                      </c:pt>
                      <c:pt idx="4839">
                        <c:v>463.34199999999998</c:v>
                      </c:pt>
                      <c:pt idx="4840">
                        <c:v>471.42099999999999</c:v>
                      </c:pt>
                      <c:pt idx="4841">
                        <c:v>475.07799999999997</c:v>
                      </c:pt>
                      <c:pt idx="4842">
                        <c:v>471.57799999999997</c:v>
                      </c:pt>
                      <c:pt idx="4843">
                        <c:v>461.04</c:v>
                      </c:pt>
                      <c:pt idx="4844">
                        <c:v>449.44900000000001</c:v>
                      </c:pt>
                      <c:pt idx="4845">
                        <c:v>433.33600000000001</c:v>
                      </c:pt>
                      <c:pt idx="4846">
                        <c:v>427.428</c:v>
                      </c:pt>
                      <c:pt idx="4847">
                        <c:v>435.25299999999999</c:v>
                      </c:pt>
                      <c:pt idx="4848">
                        <c:v>441.71800000000002</c:v>
                      </c:pt>
                      <c:pt idx="4849">
                        <c:v>449.23399999999998</c:v>
                      </c:pt>
                      <c:pt idx="4850">
                        <c:v>462.60599999999999</c:v>
                      </c:pt>
                      <c:pt idx="4851">
                        <c:v>455.58800000000002</c:v>
                      </c:pt>
                      <c:pt idx="4852">
                        <c:v>440.19799999999998</c:v>
                      </c:pt>
                      <c:pt idx="4853">
                        <c:v>424.94200000000001</c:v>
                      </c:pt>
                      <c:pt idx="4854">
                        <c:v>423.22699999999998</c:v>
                      </c:pt>
                      <c:pt idx="4855">
                        <c:v>397.12599999999998</c:v>
                      </c:pt>
                      <c:pt idx="4856">
                        <c:v>382.048</c:v>
                      </c:pt>
                      <c:pt idx="4857">
                        <c:v>377.68</c:v>
                      </c:pt>
                      <c:pt idx="4858">
                        <c:v>372.476</c:v>
                      </c:pt>
                      <c:pt idx="4859">
                        <c:v>378.33800000000002</c:v>
                      </c:pt>
                      <c:pt idx="4860">
                        <c:v>385.85700000000003</c:v>
                      </c:pt>
                      <c:pt idx="4861">
                        <c:v>387.95800000000003</c:v>
                      </c:pt>
                      <c:pt idx="4862">
                        <c:v>389.524</c:v>
                      </c:pt>
                      <c:pt idx="4863">
                        <c:v>383.97399999999999</c:v>
                      </c:pt>
                      <c:pt idx="4864">
                        <c:v>375.99200000000002</c:v>
                      </c:pt>
                      <c:pt idx="4865">
                        <c:v>372.91</c:v>
                      </c:pt>
                      <c:pt idx="4866">
                        <c:v>371.63</c:v>
                      </c:pt>
                      <c:pt idx="4867">
                        <c:v>379.34899999999999</c:v>
                      </c:pt>
                      <c:pt idx="4868">
                        <c:v>380.61200000000002</c:v>
                      </c:pt>
                      <c:pt idx="4869">
                        <c:v>371.69299999999998</c:v>
                      </c:pt>
                      <c:pt idx="4870">
                        <c:v>364.83699999999999</c:v>
                      </c:pt>
                      <c:pt idx="4871">
                        <c:v>353.214</c:v>
                      </c:pt>
                      <c:pt idx="4872">
                        <c:v>357.72699999999998</c:v>
                      </c:pt>
                      <c:pt idx="4873">
                        <c:v>365.26299999999998</c:v>
                      </c:pt>
                      <c:pt idx="4874">
                        <c:v>366.28199999999998</c:v>
                      </c:pt>
                      <c:pt idx="4875">
                        <c:v>357.99700000000001</c:v>
                      </c:pt>
                      <c:pt idx="4876">
                        <c:v>353.63900000000001</c:v>
                      </c:pt>
                      <c:pt idx="4877">
                        <c:v>353.37400000000002</c:v>
                      </c:pt>
                      <c:pt idx="4878">
                        <c:v>351.06799999999998</c:v>
                      </c:pt>
                      <c:pt idx="4879">
                        <c:v>348.90600000000001</c:v>
                      </c:pt>
                      <c:pt idx="4880">
                        <c:v>352.541</c:v>
                      </c:pt>
                      <c:pt idx="4881">
                        <c:v>361.70600000000002</c:v>
                      </c:pt>
                      <c:pt idx="4882">
                        <c:v>365.74700000000001</c:v>
                      </c:pt>
                      <c:pt idx="4883">
                        <c:v>368.76499999999999</c:v>
                      </c:pt>
                      <c:pt idx="4884">
                        <c:v>364.20699999999999</c:v>
                      </c:pt>
                      <c:pt idx="4885">
                        <c:v>363.93799999999999</c:v>
                      </c:pt>
                      <c:pt idx="4886">
                        <c:v>364.07600000000002</c:v>
                      </c:pt>
                      <c:pt idx="4887">
                        <c:v>362.23500000000001</c:v>
                      </c:pt>
                      <c:pt idx="4888">
                        <c:v>363.74299999999999</c:v>
                      </c:pt>
                      <c:pt idx="4889">
                        <c:v>360.36599999999999</c:v>
                      </c:pt>
                      <c:pt idx="4890">
                        <c:v>358.70100000000002</c:v>
                      </c:pt>
                      <c:pt idx="4891">
                        <c:v>357.995</c:v>
                      </c:pt>
                      <c:pt idx="4892">
                        <c:v>358.935</c:v>
                      </c:pt>
                      <c:pt idx="4893">
                        <c:v>355.22800000000001</c:v>
                      </c:pt>
                      <c:pt idx="4894">
                        <c:v>350.30599999999998</c:v>
                      </c:pt>
                      <c:pt idx="4895">
                        <c:v>353.29599999999999</c:v>
                      </c:pt>
                      <c:pt idx="4896">
                        <c:v>354.815</c:v>
                      </c:pt>
                      <c:pt idx="4897">
                        <c:v>349.697</c:v>
                      </c:pt>
                      <c:pt idx="4898">
                        <c:v>355.96899999999999</c:v>
                      </c:pt>
                      <c:pt idx="4899">
                        <c:v>356.07799999999997</c:v>
                      </c:pt>
                      <c:pt idx="4900">
                        <c:v>351.935</c:v>
                      </c:pt>
                      <c:pt idx="4901">
                        <c:v>349.87799999999999</c:v>
                      </c:pt>
                      <c:pt idx="4902">
                        <c:v>350.04199999999997</c:v>
                      </c:pt>
                      <c:pt idx="4903">
                        <c:v>352.74299999999999</c:v>
                      </c:pt>
                      <c:pt idx="4904">
                        <c:v>350.13200000000001</c:v>
                      </c:pt>
                      <c:pt idx="4905">
                        <c:v>352.30099999999999</c:v>
                      </c:pt>
                      <c:pt idx="4906">
                        <c:v>352.61500000000001</c:v>
                      </c:pt>
                      <c:pt idx="4907">
                        <c:v>349.55099999999999</c:v>
                      </c:pt>
                      <c:pt idx="4908">
                        <c:v>347.36200000000002</c:v>
                      </c:pt>
                      <c:pt idx="4909">
                        <c:v>345.88099999999997</c:v>
                      </c:pt>
                      <c:pt idx="4910">
                        <c:v>345.24900000000002</c:v>
                      </c:pt>
                      <c:pt idx="4911">
                        <c:v>346.69099999999997</c:v>
                      </c:pt>
                      <c:pt idx="4912">
                        <c:v>353.67200000000003</c:v>
                      </c:pt>
                      <c:pt idx="4913">
                        <c:v>355.25</c:v>
                      </c:pt>
                      <c:pt idx="4914">
                        <c:v>351.01299999999998</c:v>
                      </c:pt>
                      <c:pt idx="4915">
                        <c:v>338.4</c:v>
                      </c:pt>
                      <c:pt idx="4916">
                        <c:v>341.63499999999999</c:v>
                      </c:pt>
                      <c:pt idx="4917">
                        <c:v>349.13600000000002</c:v>
                      </c:pt>
                      <c:pt idx="4918">
                        <c:v>349.39600000000002</c:v>
                      </c:pt>
                      <c:pt idx="4919">
                        <c:v>353.35199999999998</c:v>
                      </c:pt>
                      <c:pt idx="4920">
                        <c:v>355.072</c:v>
                      </c:pt>
                      <c:pt idx="4921">
                        <c:v>361.58199999999999</c:v>
                      </c:pt>
                      <c:pt idx="4922">
                        <c:v>362.46600000000001</c:v>
                      </c:pt>
                      <c:pt idx="4923">
                        <c:v>360.09500000000003</c:v>
                      </c:pt>
                      <c:pt idx="4924">
                        <c:v>361.00099999999998</c:v>
                      </c:pt>
                      <c:pt idx="4925">
                        <c:v>363.99</c:v>
                      </c:pt>
                      <c:pt idx="4926">
                        <c:v>378.29</c:v>
                      </c:pt>
                      <c:pt idx="4927">
                        <c:v>378.815</c:v>
                      </c:pt>
                      <c:pt idx="4928">
                        <c:v>387.75099999999998</c:v>
                      </c:pt>
                      <c:pt idx="4929">
                        <c:v>386.714</c:v>
                      </c:pt>
                      <c:pt idx="4930">
                        <c:v>379.73700000000002</c:v>
                      </c:pt>
                      <c:pt idx="4931">
                        <c:v>377.06900000000002</c:v>
                      </c:pt>
                      <c:pt idx="4932">
                        <c:v>376.71499999999997</c:v>
                      </c:pt>
                      <c:pt idx="4933">
                        <c:v>379.00400000000002</c:v>
                      </c:pt>
                      <c:pt idx="4934">
                        <c:v>376.851</c:v>
                      </c:pt>
                      <c:pt idx="4935">
                        <c:v>376.93400000000003</c:v>
                      </c:pt>
                      <c:pt idx="4936">
                        <c:v>365.18700000000001</c:v>
                      </c:pt>
                      <c:pt idx="4937">
                        <c:v>352.93599999999998</c:v>
                      </c:pt>
                      <c:pt idx="4938">
                        <c:v>357.678</c:v>
                      </c:pt>
                      <c:pt idx="4939">
                        <c:v>364.13600000000002</c:v>
                      </c:pt>
                      <c:pt idx="4940">
                        <c:v>371.83100000000002</c:v>
                      </c:pt>
                      <c:pt idx="4941">
                        <c:v>382.32499999999999</c:v>
                      </c:pt>
                      <c:pt idx="4942">
                        <c:v>399.55700000000002</c:v>
                      </c:pt>
                      <c:pt idx="4943">
                        <c:v>404.64699999999999</c:v>
                      </c:pt>
                      <c:pt idx="4944">
                        <c:v>417.23399999999998</c:v>
                      </c:pt>
                      <c:pt idx="4945">
                        <c:v>416.44900000000001</c:v>
                      </c:pt>
                      <c:pt idx="4946">
                        <c:v>422.77699999999999</c:v>
                      </c:pt>
                      <c:pt idx="4947">
                        <c:v>457.56599999999997</c:v>
                      </c:pt>
                      <c:pt idx="4948">
                        <c:v>438.82</c:v>
                      </c:pt>
                      <c:pt idx="4949">
                        <c:v>429.91300000000001</c:v>
                      </c:pt>
                      <c:pt idx="4950">
                        <c:v>426.18799999999999</c:v>
                      </c:pt>
                      <c:pt idx="4951">
                        <c:v>425.28300000000002</c:v>
                      </c:pt>
                      <c:pt idx="4952">
                        <c:v>416.8</c:v>
                      </c:pt>
                      <c:pt idx="4953">
                        <c:v>413.56900000000002</c:v>
                      </c:pt>
                      <c:pt idx="4954">
                        <c:v>403.94499999999999</c:v>
                      </c:pt>
                      <c:pt idx="4955">
                        <c:v>393.839</c:v>
                      </c:pt>
                      <c:pt idx="4956">
                        <c:v>386.10899999999998</c:v>
                      </c:pt>
                      <c:pt idx="4957">
                        <c:v>381.89299999999997</c:v>
                      </c:pt>
                      <c:pt idx="4958">
                        <c:v>385.66199999999998</c:v>
                      </c:pt>
                      <c:pt idx="4959">
                        <c:v>392.96499999999997</c:v>
                      </c:pt>
                      <c:pt idx="4960">
                        <c:v>395.79899999999998</c:v>
                      </c:pt>
                      <c:pt idx="4961">
                        <c:v>396.27300000000002</c:v>
                      </c:pt>
                      <c:pt idx="4962">
                        <c:v>397.745</c:v>
                      </c:pt>
                      <c:pt idx="4963">
                        <c:v>392.447</c:v>
                      </c:pt>
                      <c:pt idx="4964">
                        <c:v>387.42899999999997</c:v>
                      </c:pt>
                      <c:pt idx="4965">
                        <c:v>383.09800000000001</c:v>
                      </c:pt>
                      <c:pt idx="4966">
                        <c:v>379.54</c:v>
                      </c:pt>
                      <c:pt idx="4967">
                        <c:v>379.60399999999998</c:v>
                      </c:pt>
                      <c:pt idx="4968">
                        <c:v>380.24200000000002</c:v>
                      </c:pt>
                      <c:pt idx="4969">
                        <c:v>382.50400000000002</c:v>
                      </c:pt>
                      <c:pt idx="4970">
                        <c:v>385.57600000000002</c:v>
                      </c:pt>
                      <c:pt idx="4971">
                        <c:v>384.68400000000003</c:v>
                      </c:pt>
                      <c:pt idx="4972">
                        <c:v>382.52800000000002</c:v>
                      </c:pt>
                      <c:pt idx="4973">
                        <c:v>382.46</c:v>
                      </c:pt>
                      <c:pt idx="4974">
                        <c:v>390.83800000000002</c:v>
                      </c:pt>
                      <c:pt idx="4975">
                        <c:v>406.56700000000001</c:v>
                      </c:pt>
                      <c:pt idx="4976">
                        <c:v>398.613</c:v>
                      </c:pt>
                      <c:pt idx="4977">
                        <c:v>395.53699999999998</c:v>
                      </c:pt>
                      <c:pt idx="4978">
                        <c:v>398.43799999999999</c:v>
                      </c:pt>
                      <c:pt idx="4979">
                        <c:v>401.12799999999999</c:v>
                      </c:pt>
                      <c:pt idx="4980">
                        <c:v>408.221</c:v>
                      </c:pt>
                      <c:pt idx="4981">
                        <c:v>407.15499999999997</c:v>
                      </c:pt>
                      <c:pt idx="4982">
                        <c:v>405.923</c:v>
                      </c:pt>
                      <c:pt idx="4983">
                        <c:v>410.12</c:v>
                      </c:pt>
                      <c:pt idx="4984">
                        <c:v>408.32400000000001</c:v>
                      </c:pt>
                      <c:pt idx="4985">
                        <c:v>402.863</c:v>
                      </c:pt>
                      <c:pt idx="4986">
                        <c:v>401.75099999999998</c:v>
                      </c:pt>
                      <c:pt idx="4987">
                        <c:v>402.38400000000001</c:v>
                      </c:pt>
                      <c:pt idx="4988">
                        <c:v>403.76100000000002</c:v>
                      </c:pt>
                      <c:pt idx="4989">
                        <c:v>398.58100000000002</c:v>
                      </c:pt>
                      <c:pt idx="4990">
                        <c:v>389.91800000000001</c:v>
                      </c:pt>
                      <c:pt idx="4991">
                        <c:v>389.12900000000002</c:v>
                      </c:pt>
                      <c:pt idx="4992">
                        <c:v>387.10399999999998</c:v>
                      </c:pt>
                      <c:pt idx="4993">
                        <c:v>387.07</c:v>
                      </c:pt>
                      <c:pt idx="4994">
                        <c:v>388.702</c:v>
                      </c:pt>
                      <c:pt idx="4995">
                        <c:v>387.09699999999998</c:v>
                      </c:pt>
                      <c:pt idx="4996">
                        <c:v>382.25799999999998</c:v>
                      </c:pt>
                      <c:pt idx="4997">
                        <c:v>380.17</c:v>
                      </c:pt>
                      <c:pt idx="4998">
                        <c:v>382.036</c:v>
                      </c:pt>
                      <c:pt idx="4999">
                        <c:v>382.33800000000002</c:v>
                      </c:pt>
                      <c:pt idx="5000">
                        <c:v>380.23399999999998</c:v>
                      </c:pt>
                      <c:pt idx="5001">
                        <c:v>375.416</c:v>
                      </c:pt>
                      <c:pt idx="5002">
                        <c:v>370.30399999999997</c:v>
                      </c:pt>
                      <c:pt idx="5003">
                        <c:v>363.435</c:v>
                      </c:pt>
                      <c:pt idx="5004">
                        <c:v>363.56700000000001</c:v>
                      </c:pt>
                      <c:pt idx="5005">
                        <c:v>356.96300000000002</c:v>
                      </c:pt>
                      <c:pt idx="5006">
                        <c:v>354.19200000000001</c:v>
                      </c:pt>
                      <c:pt idx="5007">
                        <c:v>350.61200000000002</c:v>
                      </c:pt>
                      <c:pt idx="5008">
                        <c:v>345.70499999999998</c:v>
                      </c:pt>
                      <c:pt idx="5009">
                        <c:v>343.93400000000003</c:v>
                      </c:pt>
                      <c:pt idx="5010">
                        <c:v>345.97500000000002</c:v>
                      </c:pt>
                      <c:pt idx="5011">
                        <c:v>345.56200000000001</c:v>
                      </c:pt>
                      <c:pt idx="5012">
                        <c:v>344.90699999999998</c:v>
                      </c:pt>
                      <c:pt idx="5013">
                        <c:v>346.68599999999998</c:v>
                      </c:pt>
                      <c:pt idx="5014">
                        <c:v>343.89100000000002</c:v>
                      </c:pt>
                      <c:pt idx="5015">
                        <c:v>340.678</c:v>
                      </c:pt>
                      <c:pt idx="5016">
                        <c:v>340.97</c:v>
                      </c:pt>
                      <c:pt idx="5017">
                        <c:v>341.85700000000003</c:v>
                      </c:pt>
                      <c:pt idx="5018">
                        <c:v>341.80399999999997</c:v>
                      </c:pt>
                      <c:pt idx="5019">
                        <c:v>341.70699999999999</c:v>
                      </c:pt>
                      <c:pt idx="5020">
                        <c:v>344.63</c:v>
                      </c:pt>
                      <c:pt idx="5021">
                        <c:v>343.26299999999998</c:v>
                      </c:pt>
                      <c:pt idx="5022">
                        <c:v>342.24700000000001</c:v>
                      </c:pt>
                      <c:pt idx="5023">
                        <c:v>341.32299999999998</c:v>
                      </c:pt>
                      <c:pt idx="5024">
                        <c:v>345.024</c:v>
                      </c:pt>
                      <c:pt idx="5025">
                        <c:v>349.50299999999999</c:v>
                      </c:pt>
                      <c:pt idx="5026">
                        <c:v>352.93</c:v>
                      </c:pt>
                      <c:pt idx="5027">
                        <c:v>354.52199999999999</c:v>
                      </c:pt>
                      <c:pt idx="5028">
                        <c:v>353.71600000000001</c:v>
                      </c:pt>
                      <c:pt idx="5029">
                        <c:v>347.53899999999999</c:v>
                      </c:pt>
                      <c:pt idx="5030">
                        <c:v>335.70100000000002</c:v>
                      </c:pt>
                      <c:pt idx="5031">
                        <c:v>329.63200000000001</c:v>
                      </c:pt>
                      <c:pt idx="5032">
                        <c:v>328.66</c:v>
                      </c:pt>
                      <c:pt idx="5033">
                        <c:v>325.137</c:v>
                      </c:pt>
                      <c:pt idx="5034">
                        <c:v>323.22399999999999</c:v>
                      </c:pt>
                      <c:pt idx="5035">
                        <c:v>323.90100000000001</c:v>
                      </c:pt>
                      <c:pt idx="5036">
                        <c:v>322.33600000000001</c:v>
                      </c:pt>
                      <c:pt idx="5037">
                        <c:v>318.15499999999997</c:v>
                      </c:pt>
                      <c:pt idx="5038">
                        <c:v>314.29199999999997</c:v>
                      </c:pt>
                      <c:pt idx="5039">
                        <c:v>311.63600000000002</c:v>
                      </c:pt>
                      <c:pt idx="5040">
                        <c:v>309.233</c:v>
                      </c:pt>
                      <c:pt idx="5041">
                        <c:v>307.08300000000003</c:v>
                      </c:pt>
                      <c:pt idx="5042">
                        <c:v>305.42399999999998</c:v>
                      </c:pt>
                      <c:pt idx="5043">
                        <c:v>307.92899999999997</c:v>
                      </c:pt>
                      <c:pt idx="5044">
                        <c:v>314.83100000000002</c:v>
                      </c:pt>
                      <c:pt idx="5045">
                        <c:v>318.738</c:v>
                      </c:pt>
                      <c:pt idx="5046">
                        <c:v>316.67599999999999</c:v>
                      </c:pt>
                      <c:pt idx="5047">
                        <c:v>314.68799999999999</c:v>
                      </c:pt>
                      <c:pt idx="5048">
                        <c:v>314.26400000000001</c:v>
                      </c:pt>
                      <c:pt idx="5049">
                        <c:v>314.79199999999997</c:v>
                      </c:pt>
                      <c:pt idx="5050">
                        <c:v>313.65600000000001</c:v>
                      </c:pt>
                      <c:pt idx="5051">
                        <c:v>312.96300000000002</c:v>
                      </c:pt>
                      <c:pt idx="5052">
                        <c:v>316.39999999999998</c:v>
                      </c:pt>
                      <c:pt idx="5053">
                        <c:v>323.77699999999999</c:v>
                      </c:pt>
                      <c:pt idx="5054">
                        <c:v>327.93700000000001</c:v>
                      </c:pt>
                      <c:pt idx="5055">
                        <c:v>330.50799999999998</c:v>
                      </c:pt>
                      <c:pt idx="5056">
                        <c:v>334.46699999999998</c:v>
                      </c:pt>
                      <c:pt idx="5057">
                        <c:v>335.52100000000002</c:v>
                      </c:pt>
                      <c:pt idx="5058">
                        <c:v>335.44</c:v>
                      </c:pt>
                      <c:pt idx="5059">
                        <c:v>330.56599999999997</c:v>
                      </c:pt>
                      <c:pt idx="5060">
                        <c:v>330.71600000000001</c:v>
                      </c:pt>
                      <c:pt idx="5061">
                        <c:v>329.24400000000003</c:v>
                      </c:pt>
                      <c:pt idx="5062">
                        <c:v>320.721</c:v>
                      </c:pt>
                      <c:pt idx="5063">
                        <c:v>315.22199999999998</c:v>
                      </c:pt>
                      <c:pt idx="5064">
                        <c:v>314.17500000000001</c:v>
                      </c:pt>
                      <c:pt idx="5065">
                        <c:v>316.23700000000002</c:v>
                      </c:pt>
                      <c:pt idx="5066">
                        <c:v>316.339</c:v>
                      </c:pt>
                      <c:pt idx="5067">
                        <c:v>316.00099999999998</c:v>
                      </c:pt>
                      <c:pt idx="5068">
                        <c:v>319.904</c:v>
                      </c:pt>
                      <c:pt idx="5069">
                        <c:v>323.19900000000001</c:v>
                      </c:pt>
                      <c:pt idx="5070">
                        <c:v>322.84899999999999</c:v>
                      </c:pt>
                      <c:pt idx="5071">
                        <c:v>321.64999999999998</c:v>
                      </c:pt>
                      <c:pt idx="5072">
                        <c:v>323.19600000000003</c:v>
                      </c:pt>
                      <c:pt idx="5073">
                        <c:v>326.42700000000002</c:v>
                      </c:pt>
                      <c:pt idx="5074">
                        <c:v>324.298</c:v>
                      </c:pt>
                      <c:pt idx="5075">
                        <c:v>320.74799999999999</c:v>
                      </c:pt>
                      <c:pt idx="5076">
                        <c:v>319.238</c:v>
                      </c:pt>
                      <c:pt idx="5077">
                        <c:v>322.04599999999999</c:v>
                      </c:pt>
                      <c:pt idx="5078">
                        <c:v>319.82799999999997</c:v>
                      </c:pt>
                      <c:pt idx="5079">
                        <c:v>331.41500000000002</c:v>
                      </c:pt>
                      <c:pt idx="5080">
                        <c:v>340.25799999999998</c:v>
                      </c:pt>
                      <c:pt idx="5081">
                        <c:v>333.79199999999997</c:v>
                      </c:pt>
                      <c:pt idx="5082">
                        <c:v>332.44200000000001</c:v>
                      </c:pt>
                      <c:pt idx="5083">
                        <c:v>337.06700000000001</c:v>
                      </c:pt>
                      <c:pt idx="5084">
                        <c:v>346.36200000000002</c:v>
                      </c:pt>
                      <c:pt idx="5085">
                        <c:v>347.07100000000003</c:v>
                      </c:pt>
                      <c:pt idx="5086">
                        <c:v>349.21699999999998</c:v>
                      </c:pt>
                      <c:pt idx="5087">
                        <c:v>355.23500000000001</c:v>
                      </c:pt>
                      <c:pt idx="5088">
                        <c:v>366.84199999999998</c:v>
                      </c:pt>
                      <c:pt idx="5089">
                        <c:v>371.22199999999998</c:v>
                      </c:pt>
                      <c:pt idx="5090">
                        <c:v>374.34500000000003</c:v>
                      </c:pt>
                      <c:pt idx="5091">
                        <c:v>371.42</c:v>
                      </c:pt>
                      <c:pt idx="5092">
                        <c:v>370.14499999999998</c:v>
                      </c:pt>
                      <c:pt idx="5093">
                        <c:v>361.24700000000001</c:v>
                      </c:pt>
                      <c:pt idx="5094">
                        <c:v>356.76100000000002</c:v>
                      </c:pt>
                      <c:pt idx="5095">
                        <c:v>356.17</c:v>
                      </c:pt>
                      <c:pt idx="5096">
                        <c:v>355.02800000000002</c:v>
                      </c:pt>
                      <c:pt idx="5097">
                        <c:v>348.01600000000002</c:v>
                      </c:pt>
                      <c:pt idx="5098">
                        <c:v>342.69299999999998</c:v>
                      </c:pt>
                      <c:pt idx="5099">
                        <c:v>352.536</c:v>
                      </c:pt>
                      <c:pt idx="5100">
                        <c:v>355.14699999999999</c:v>
                      </c:pt>
                      <c:pt idx="5101">
                        <c:v>358.05399999999997</c:v>
                      </c:pt>
                      <c:pt idx="5102">
                        <c:v>355.036</c:v>
                      </c:pt>
                      <c:pt idx="5103">
                        <c:v>351.375</c:v>
                      </c:pt>
                      <c:pt idx="5104">
                        <c:v>350.95400000000001</c:v>
                      </c:pt>
                      <c:pt idx="5105">
                        <c:v>352.76799999999997</c:v>
                      </c:pt>
                      <c:pt idx="5106">
                        <c:v>352.41</c:v>
                      </c:pt>
                      <c:pt idx="5107">
                        <c:v>342.31</c:v>
                      </c:pt>
                      <c:pt idx="5108">
                        <c:v>334.30599999999998</c:v>
                      </c:pt>
                      <c:pt idx="5109">
                        <c:v>329.64499999999998</c:v>
                      </c:pt>
                      <c:pt idx="5110">
                        <c:v>318.91800000000001</c:v>
                      </c:pt>
                      <c:pt idx="5111">
                        <c:v>312.40699999999998</c:v>
                      </c:pt>
                      <c:pt idx="5112">
                        <c:v>321.39</c:v>
                      </c:pt>
                      <c:pt idx="5113">
                        <c:v>327.65699999999998</c:v>
                      </c:pt>
                      <c:pt idx="5114">
                        <c:v>330.11700000000002</c:v>
                      </c:pt>
                      <c:pt idx="5115">
                        <c:v>334.22</c:v>
                      </c:pt>
                      <c:pt idx="5116">
                        <c:v>330.54300000000001</c:v>
                      </c:pt>
                      <c:pt idx="5117">
                        <c:v>327.51900000000001</c:v>
                      </c:pt>
                      <c:pt idx="5118">
                        <c:v>320.012</c:v>
                      </c:pt>
                      <c:pt idx="5119">
                        <c:v>314.25700000000001</c:v>
                      </c:pt>
                      <c:pt idx="5120">
                        <c:v>317.74299999999999</c:v>
                      </c:pt>
                      <c:pt idx="5121">
                        <c:v>317.95400000000001</c:v>
                      </c:pt>
                      <c:pt idx="5122">
                        <c:v>312.80200000000002</c:v>
                      </c:pt>
                      <c:pt idx="5123">
                        <c:v>311.71199999999999</c:v>
                      </c:pt>
                      <c:pt idx="5124">
                        <c:v>311.70800000000003</c:v>
                      </c:pt>
                      <c:pt idx="5125">
                        <c:v>312.30799999999999</c:v>
                      </c:pt>
                      <c:pt idx="5126">
                        <c:v>310.92599999999999</c:v>
                      </c:pt>
                      <c:pt idx="5127">
                        <c:v>310.17500000000001</c:v>
                      </c:pt>
                      <c:pt idx="5128">
                        <c:v>309.03800000000001</c:v>
                      </c:pt>
                      <c:pt idx="5129">
                        <c:v>304.78800000000001</c:v>
                      </c:pt>
                      <c:pt idx="5130">
                        <c:v>302.91899999999998</c:v>
                      </c:pt>
                      <c:pt idx="5131">
                        <c:v>300.88200000000001</c:v>
                      </c:pt>
                      <c:pt idx="5132">
                        <c:v>291.98200000000003</c:v>
                      </c:pt>
                      <c:pt idx="5133">
                        <c:v>289.77600000000001</c:v>
                      </c:pt>
                      <c:pt idx="5134">
                        <c:v>291.245</c:v>
                      </c:pt>
                      <c:pt idx="5135">
                        <c:v>291.24200000000002</c:v>
                      </c:pt>
                      <c:pt idx="5136">
                        <c:v>289.32400000000001</c:v>
                      </c:pt>
                      <c:pt idx="5137">
                        <c:v>286.67099999999999</c:v>
                      </c:pt>
                      <c:pt idx="5138">
                        <c:v>285.16899999999998</c:v>
                      </c:pt>
                      <c:pt idx="5139">
                        <c:v>279.74200000000002</c:v>
                      </c:pt>
                      <c:pt idx="5140">
                        <c:v>274.54599999999999</c:v>
                      </c:pt>
                      <c:pt idx="5141">
                        <c:v>276.77499999999998</c:v>
                      </c:pt>
                      <c:pt idx="5142">
                        <c:v>275.20699999999999</c:v>
                      </c:pt>
                      <c:pt idx="5143">
                        <c:v>274.38400000000001</c:v>
                      </c:pt>
                      <c:pt idx="5144">
                        <c:v>272.76</c:v>
                      </c:pt>
                      <c:pt idx="5145">
                        <c:v>269.58999999999997</c:v>
                      </c:pt>
                      <c:pt idx="5146">
                        <c:v>267.48399999999998</c:v>
                      </c:pt>
                      <c:pt idx="5147">
                        <c:v>266.82799999999997</c:v>
                      </c:pt>
                      <c:pt idx="5148">
                        <c:v>267.15300000000002</c:v>
                      </c:pt>
                      <c:pt idx="5149">
                        <c:v>266.67899999999997</c:v>
                      </c:pt>
                      <c:pt idx="5150">
                        <c:v>265.92700000000002</c:v>
                      </c:pt>
                      <c:pt idx="5151">
                        <c:v>265.43099999999998</c:v>
                      </c:pt>
                      <c:pt idx="5152">
                        <c:v>265.82900000000001</c:v>
                      </c:pt>
                      <c:pt idx="5153">
                        <c:v>274.10500000000002</c:v>
                      </c:pt>
                      <c:pt idx="5154">
                        <c:v>281.16300000000001</c:v>
                      </c:pt>
                      <c:pt idx="5155">
                        <c:v>286.40199999999999</c:v>
                      </c:pt>
                      <c:pt idx="5156">
                        <c:v>286.42899999999997</c:v>
                      </c:pt>
                      <c:pt idx="5157">
                        <c:v>287.11799999999999</c:v>
                      </c:pt>
                      <c:pt idx="5158">
                        <c:v>290.45400000000001</c:v>
                      </c:pt>
                      <c:pt idx="5159">
                        <c:v>284.62200000000001</c:v>
                      </c:pt>
                      <c:pt idx="5160">
                        <c:v>281.709</c:v>
                      </c:pt>
                      <c:pt idx="5161">
                        <c:v>278.31900000000002</c:v>
                      </c:pt>
                      <c:pt idx="5162">
                        <c:v>278.65800000000002</c:v>
                      </c:pt>
                      <c:pt idx="5163">
                        <c:v>284.274</c:v>
                      </c:pt>
                      <c:pt idx="5164">
                        <c:v>287.45699999999999</c:v>
                      </c:pt>
                      <c:pt idx="5165">
                        <c:v>288.02800000000002</c:v>
                      </c:pt>
                      <c:pt idx="5166">
                        <c:v>291.03500000000003</c:v>
                      </c:pt>
                      <c:pt idx="5167">
                        <c:v>290.73200000000003</c:v>
                      </c:pt>
                      <c:pt idx="5168">
                        <c:v>292.803</c:v>
                      </c:pt>
                      <c:pt idx="5169">
                        <c:v>293.77699999999999</c:v>
                      </c:pt>
                      <c:pt idx="5170">
                        <c:v>292.17899999999997</c:v>
                      </c:pt>
                      <c:pt idx="5171">
                        <c:v>289.47300000000001</c:v>
                      </c:pt>
                      <c:pt idx="5172">
                        <c:v>287.779</c:v>
                      </c:pt>
                      <c:pt idx="5173">
                        <c:v>284.80900000000003</c:v>
                      </c:pt>
                      <c:pt idx="5174">
                        <c:v>286.03100000000001</c:v>
                      </c:pt>
                      <c:pt idx="5175">
                        <c:v>293.55099999999999</c:v>
                      </c:pt>
                      <c:pt idx="5176">
                        <c:v>295.07799999999997</c:v>
                      </c:pt>
                      <c:pt idx="5177">
                        <c:v>299.16800000000001</c:v>
                      </c:pt>
                      <c:pt idx="5178">
                        <c:v>302.78100000000001</c:v>
                      </c:pt>
                      <c:pt idx="5179">
                        <c:v>300.30900000000003</c:v>
                      </c:pt>
                      <c:pt idx="5180">
                        <c:v>302.39600000000002</c:v>
                      </c:pt>
                      <c:pt idx="5181">
                        <c:v>302.52199999999999</c:v>
                      </c:pt>
                      <c:pt idx="5182">
                        <c:v>302.68</c:v>
                      </c:pt>
                      <c:pt idx="5183">
                        <c:v>300.70100000000002</c:v>
                      </c:pt>
                      <c:pt idx="5184">
                        <c:v>297.86799999999999</c:v>
                      </c:pt>
                      <c:pt idx="5185">
                        <c:v>293.608</c:v>
                      </c:pt>
                      <c:pt idx="5186">
                        <c:v>290.54199999999997</c:v>
                      </c:pt>
                      <c:pt idx="5187">
                        <c:v>289.09100000000001</c:v>
                      </c:pt>
                      <c:pt idx="5188">
                        <c:v>295.60399999999998</c:v>
                      </c:pt>
                      <c:pt idx="5189">
                        <c:v>295.30200000000002</c:v>
                      </c:pt>
                      <c:pt idx="5190">
                        <c:v>286.54599999999999</c:v>
                      </c:pt>
                      <c:pt idx="5191">
                        <c:v>278.97300000000001</c:v>
                      </c:pt>
                      <c:pt idx="5192">
                        <c:v>278.86399999999998</c:v>
                      </c:pt>
                      <c:pt idx="5193">
                        <c:v>281.62299999999999</c:v>
                      </c:pt>
                      <c:pt idx="5194">
                        <c:v>282.49099999999999</c:v>
                      </c:pt>
                      <c:pt idx="5195">
                        <c:v>278.702</c:v>
                      </c:pt>
                      <c:pt idx="5196">
                        <c:v>272.10500000000002</c:v>
                      </c:pt>
                      <c:pt idx="5197">
                        <c:v>272.17500000000001</c:v>
                      </c:pt>
                      <c:pt idx="5198">
                        <c:v>275.43700000000001</c:v>
                      </c:pt>
                      <c:pt idx="5199">
                        <c:v>280.25900000000001</c:v>
                      </c:pt>
                      <c:pt idx="5200">
                        <c:v>282.30599999999998</c:v>
                      </c:pt>
                      <c:pt idx="5201">
                        <c:v>285.495</c:v>
                      </c:pt>
                      <c:pt idx="5202">
                        <c:v>284.63499999999999</c:v>
                      </c:pt>
                      <c:pt idx="5203">
                        <c:v>283.12099999999998</c:v>
                      </c:pt>
                      <c:pt idx="5204">
                        <c:v>277.71199999999999</c:v>
                      </c:pt>
                      <c:pt idx="5205">
                        <c:v>279.976</c:v>
                      </c:pt>
                      <c:pt idx="5206">
                        <c:v>283.28100000000001</c:v>
                      </c:pt>
                      <c:pt idx="5207">
                        <c:v>285.53399999999999</c:v>
                      </c:pt>
                      <c:pt idx="5208">
                        <c:v>285.92599999999999</c:v>
                      </c:pt>
                      <c:pt idx="5209">
                        <c:v>291.84100000000001</c:v>
                      </c:pt>
                      <c:pt idx="5210">
                        <c:v>288.822</c:v>
                      </c:pt>
                      <c:pt idx="5211">
                        <c:v>291.03899999999999</c:v>
                      </c:pt>
                      <c:pt idx="5212">
                        <c:v>290.815</c:v>
                      </c:pt>
                      <c:pt idx="5213">
                        <c:v>290.88200000000001</c:v>
                      </c:pt>
                      <c:pt idx="5214">
                        <c:v>290.702</c:v>
                      </c:pt>
                      <c:pt idx="5215">
                        <c:v>288.77600000000001</c:v>
                      </c:pt>
                      <c:pt idx="5216">
                        <c:v>288.47199999999998</c:v>
                      </c:pt>
                      <c:pt idx="5217">
                        <c:v>289.91199999999998</c:v>
                      </c:pt>
                      <c:pt idx="5218">
                        <c:v>290.21699999999998</c:v>
                      </c:pt>
                      <c:pt idx="5219">
                        <c:v>290.83999999999997</c:v>
                      </c:pt>
                      <c:pt idx="5220">
                        <c:v>293.89600000000002</c:v>
                      </c:pt>
                      <c:pt idx="5221">
                        <c:v>295.30599999999998</c:v>
                      </c:pt>
                      <c:pt idx="5222">
                        <c:v>290.30599999999998</c:v>
                      </c:pt>
                      <c:pt idx="5223">
                        <c:v>285.18700000000001</c:v>
                      </c:pt>
                      <c:pt idx="5224">
                        <c:v>289.976</c:v>
                      </c:pt>
                      <c:pt idx="5225">
                        <c:v>294.738</c:v>
                      </c:pt>
                      <c:pt idx="5226">
                        <c:v>301.22800000000001</c:v>
                      </c:pt>
                      <c:pt idx="5227">
                        <c:v>309.82299999999998</c:v>
                      </c:pt>
                      <c:pt idx="5228">
                        <c:v>316.23399999999998</c:v>
                      </c:pt>
                      <c:pt idx="5229">
                        <c:v>317.09199999999998</c:v>
                      </c:pt>
                      <c:pt idx="5230">
                        <c:v>317.23700000000002</c:v>
                      </c:pt>
                      <c:pt idx="5231">
                        <c:v>318.26600000000002</c:v>
                      </c:pt>
                      <c:pt idx="5232">
                        <c:v>315.21800000000002</c:v>
                      </c:pt>
                      <c:pt idx="5233">
                        <c:v>309.57299999999998</c:v>
                      </c:pt>
                      <c:pt idx="5234">
                        <c:v>309.44</c:v>
                      </c:pt>
                      <c:pt idx="5235">
                        <c:v>311.72000000000003</c:v>
                      </c:pt>
                      <c:pt idx="5236">
                        <c:v>311.28300000000002</c:v>
                      </c:pt>
                      <c:pt idx="5237">
                        <c:v>306.98399999999998</c:v>
                      </c:pt>
                      <c:pt idx="5238">
                        <c:v>310.12599999999998</c:v>
                      </c:pt>
                      <c:pt idx="5239">
                        <c:v>314.78699999999998</c:v>
                      </c:pt>
                      <c:pt idx="5240">
                        <c:v>311.46800000000002</c:v>
                      </c:pt>
                      <c:pt idx="5241">
                        <c:v>304.28500000000003</c:v>
                      </c:pt>
                      <c:pt idx="5242">
                        <c:v>296.66000000000003</c:v>
                      </c:pt>
                      <c:pt idx="5243">
                        <c:v>294.80900000000003</c:v>
                      </c:pt>
                      <c:pt idx="5244">
                        <c:v>296.589</c:v>
                      </c:pt>
                      <c:pt idx="5245">
                        <c:v>296.14800000000002</c:v>
                      </c:pt>
                      <c:pt idx="5246">
                        <c:v>294.49400000000003</c:v>
                      </c:pt>
                      <c:pt idx="5247">
                        <c:v>294.77</c:v>
                      </c:pt>
                      <c:pt idx="5248">
                        <c:v>296.11200000000002</c:v>
                      </c:pt>
                      <c:pt idx="5249">
                        <c:v>289.70999999999998</c:v>
                      </c:pt>
                      <c:pt idx="5250">
                        <c:v>290.27</c:v>
                      </c:pt>
                      <c:pt idx="5251">
                        <c:v>294.09199999999998</c:v>
                      </c:pt>
                      <c:pt idx="5252">
                        <c:v>293.226</c:v>
                      </c:pt>
                      <c:pt idx="5253">
                        <c:v>293.524</c:v>
                      </c:pt>
                      <c:pt idx="5254">
                        <c:v>297.51600000000002</c:v>
                      </c:pt>
                      <c:pt idx="5255">
                        <c:v>305.58300000000003</c:v>
                      </c:pt>
                      <c:pt idx="5256">
                        <c:v>312.74099999999999</c:v>
                      </c:pt>
                      <c:pt idx="5257">
                        <c:v>308.65699999999998</c:v>
                      </c:pt>
                      <c:pt idx="5258">
                        <c:v>309.75299999999999</c:v>
                      </c:pt>
                      <c:pt idx="5259">
                        <c:v>308.11900000000003</c:v>
                      </c:pt>
                      <c:pt idx="5260">
                        <c:v>306.209</c:v>
                      </c:pt>
                      <c:pt idx="5261">
                        <c:v>305.13099999999997</c:v>
                      </c:pt>
                      <c:pt idx="5262">
                        <c:v>302.88099999999997</c:v>
                      </c:pt>
                      <c:pt idx="5263">
                        <c:v>303.80099999999999</c:v>
                      </c:pt>
                      <c:pt idx="5264">
                        <c:v>301.70999999999998</c:v>
                      </c:pt>
                      <c:pt idx="5265">
                        <c:v>303.26299999999998</c:v>
                      </c:pt>
                      <c:pt idx="5266">
                        <c:v>299.07900000000001</c:v>
                      </c:pt>
                      <c:pt idx="5267">
                        <c:v>297.80500000000001</c:v>
                      </c:pt>
                      <c:pt idx="5268">
                        <c:v>297.23</c:v>
                      </c:pt>
                      <c:pt idx="5269">
                        <c:v>298.20299999999997</c:v>
                      </c:pt>
                      <c:pt idx="5270">
                        <c:v>304.65499999999997</c:v>
                      </c:pt>
                      <c:pt idx="5271">
                        <c:v>310.66800000000001</c:v>
                      </c:pt>
                      <c:pt idx="5272">
                        <c:v>315.363</c:v>
                      </c:pt>
                      <c:pt idx="5273">
                        <c:v>312.75200000000001</c:v>
                      </c:pt>
                      <c:pt idx="5274">
                        <c:v>310.89</c:v>
                      </c:pt>
                      <c:pt idx="5275">
                        <c:v>314.15300000000002</c:v>
                      </c:pt>
                      <c:pt idx="5276">
                        <c:v>318.18200000000002</c:v>
                      </c:pt>
                      <c:pt idx="5277">
                        <c:v>315.75299999999999</c:v>
                      </c:pt>
                      <c:pt idx="5278">
                        <c:v>310.185</c:v>
                      </c:pt>
                      <c:pt idx="5279">
                        <c:v>316.25700000000001</c:v>
                      </c:pt>
                      <c:pt idx="5280">
                        <c:v>316.43</c:v>
                      </c:pt>
                      <c:pt idx="5281">
                        <c:v>314.50700000000001</c:v>
                      </c:pt>
                      <c:pt idx="5282">
                        <c:v>313.89800000000002</c:v>
                      </c:pt>
                      <c:pt idx="5283">
                        <c:v>311.02699999999999</c:v>
                      </c:pt>
                      <c:pt idx="5284">
                        <c:v>306.02300000000002</c:v>
                      </c:pt>
                      <c:pt idx="5285">
                        <c:v>304.12299999999999</c:v>
                      </c:pt>
                      <c:pt idx="5286">
                        <c:v>300.94400000000002</c:v>
                      </c:pt>
                      <c:pt idx="5287">
                        <c:v>299.44</c:v>
                      </c:pt>
                      <c:pt idx="5288">
                        <c:v>299.411</c:v>
                      </c:pt>
                      <c:pt idx="5289">
                        <c:v>296.37</c:v>
                      </c:pt>
                      <c:pt idx="5290">
                        <c:v>295.30099999999999</c:v>
                      </c:pt>
                      <c:pt idx="5291">
                        <c:v>293.85199999999998</c:v>
                      </c:pt>
                      <c:pt idx="5292">
                        <c:v>293.358</c:v>
                      </c:pt>
                      <c:pt idx="5293">
                        <c:v>294.00299999999999</c:v>
                      </c:pt>
                      <c:pt idx="5294">
                        <c:v>296.59500000000003</c:v>
                      </c:pt>
                      <c:pt idx="5295">
                        <c:v>300.57499999999999</c:v>
                      </c:pt>
                      <c:pt idx="5296">
                        <c:v>304.05500000000001</c:v>
                      </c:pt>
                      <c:pt idx="5297">
                        <c:v>303.89400000000001</c:v>
                      </c:pt>
                      <c:pt idx="5298">
                        <c:v>301.79300000000001</c:v>
                      </c:pt>
                      <c:pt idx="5299">
                        <c:v>306.95999999999998</c:v>
                      </c:pt>
                      <c:pt idx="5300">
                        <c:v>304.798</c:v>
                      </c:pt>
                      <c:pt idx="5301">
                        <c:v>305.16899999999998</c:v>
                      </c:pt>
                      <c:pt idx="5302">
                        <c:v>303.66800000000001</c:v>
                      </c:pt>
                      <c:pt idx="5303">
                        <c:v>305.8</c:v>
                      </c:pt>
                      <c:pt idx="5304">
                        <c:v>306.29700000000003</c:v>
                      </c:pt>
                      <c:pt idx="5305">
                        <c:v>310.964</c:v>
                      </c:pt>
                      <c:pt idx="5306">
                        <c:v>320.80599999999998</c:v>
                      </c:pt>
                      <c:pt idx="5307">
                        <c:v>329.69400000000002</c:v>
                      </c:pt>
                      <c:pt idx="5308">
                        <c:v>327.17200000000003</c:v>
                      </c:pt>
                      <c:pt idx="5309">
                        <c:v>329.92399999999998</c:v>
                      </c:pt>
                      <c:pt idx="5310">
                        <c:v>324.87799999999999</c:v>
                      </c:pt>
                      <c:pt idx="5311">
                        <c:v>321.61799999999999</c:v>
                      </c:pt>
                      <c:pt idx="5312">
                        <c:v>321.93900000000002</c:v>
                      </c:pt>
                      <c:pt idx="5313">
                        <c:v>320.52</c:v>
                      </c:pt>
                      <c:pt idx="5314">
                        <c:v>316.38200000000001</c:v>
                      </c:pt>
                      <c:pt idx="5315">
                        <c:v>306.65499999999997</c:v>
                      </c:pt>
                      <c:pt idx="5316">
                        <c:v>303.01299999999998</c:v>
                      </c:pt>
                      <c:pt idx="5317">
                        <c:v>299.85500000000002</c:v>
                      </c:pt>
                      <c:pt idx="5318">
                        <c:v>299.69400000000002</c:v>
                      </c:pt>
                      <c:pt idx="5319">
                        <c:v>298.78800000000001</c:v>
                      </c:pt>
                      <c:pt idx="5320">
                        <c:v>299.45999999999998</c:v>
                      </c:pt>
                      <c:pt idx="5321">
                        <c:v>296.99599999999998</c:v>
                      </c:pt>
                      <c:pt idx="5322">
                        <c:v>290.88499999999999</c:v>
                      </c:pt>
                      <c:pt idx="5323">
                        <c:v>292.209</c:v>
                      </c:pt>
                      <c:pt idx="5324">
                        <c:v>295.06900000000002</c:v>
                      </c:pt>
                      <c:pt idx="5325">
                        <c:v>294.59100000000001</c:v>
                      </c:pt>
                      <c:pt idx="5326">
                        <c:v>297.73599999999999</c:v>
                      </c:pt>
                      <c:pt idx="5327">
                        <c:v>299.39100000000002</c:v>
                      </c:pt>
                      <c:pt idx="5328">
                        <c:v>302.94099999999997</c:v>
                      </c:pt>
                      <c:pt idx="5329">
                        <c:v>307.59899999999999</c:v>
                      </c:pt>
                      <c:pt idx="5330">
                        <c:v>309.68299999999999</c:v>
                      </c:pt>
                      <c:pt idx="5331">
                        <c:v>310.56200000000001</c:v>
                      </c:pt>
                      <c:pt idx="5332">
                        <c:v>309.24700000000001</c:v>
                      </c:pt>
                      <c:pt idx="5333">
                        <c:v>311.75200000000001</c:v>
                      </c:pt>
                      <c:pt idx="5334">
                        <c:v>311.89100000000002</c:v>
                      </c:pt>
                      <c:pt idx="5335">
                        <c:v>310.036</c:v>
                      </c:pt>
                      <c:pt idx="5336">
                        <c:v>309.60399999999998</c:v>
                      </c:pt>
                      <c:pt idx="5337">
                        <c:v>311.53300000000002</c:v>
                      </c:pt>
                      <c:pt idx="5338">
                        <c:v>310.25700000000001</c:v>
                      </c:pt>
                      <c:pt idx="5339">
                        <c:v>306.22199999999998</c:v>
                      </c:pt>
                      <c:pt idx="5340">
                        <c:v>301.214</c:v>
                      </c:pt>
                      <c:pt idx="5341">
                        <c:v>309.36599999999999</c:v>
                      </c:pt>
                      <c:pt idx="5342">
                        <c:v>313.36200000000002</c:v>
                      </c:pt>
                      <c:pt idx="5343">
                        <c:v>313.49900000000002</c:v>
                      </c:pt>
                      <c:pt idx="5344">
                        <c:v>317.66699999999997</c:v>
                      </c:pt>
                      <c:pt idx="5345">
                        <c:v>318.24200000000002</c:v>
                      </c:pt>
                      <c:pt idx="5346">
                        <c:v>319.01</c:v>
                      </c:pt>
                      <c:pt idx="5347">
                        <c:v>318.92200000000003</c:v>
                      </c:pt>
                      <c:pt idx="5348">
                        <c:v>316.24700000000001</c:v>
                      </c:pt>
                      <c:pt idx="5349">
                        <c:v>313.71199999999999</c:v>
                      </c:pt>
                      <c:pt idx="5350">
                        <c:v>309.96199999999999</c:v>
                      </c:pt>
                      <c:pt idx="5351">
                        <c:v>306.99700000000001</c:v>
                      </c:pt>
                      <c:pt idx="5352">
                        <c:v>305.315</c:v>
                      </c:pt>
                      <c:pt idx="5353">
                        <c:v>304.74400000000003</c:v>
                      </c:pt>
                      <c:pt idx="5354">
                        <c:v>306.495</c:v>
                      </c:pt>
                      <c:pt idx="5355">
                        <c:v>309.97899999999998</c:v>
                      </c:pt>
                      <c:pt idx="5356">
                        <c:v>307.97500000000002</c:v>
                      </c:pt>
                      <c:pt idx="5357">
                        <c:v>308.3</c:v>
                      </c:pt>
                      <c:pt idx="5358">
                        <c:v>304.96600000000001</c:v>
                      </c:pt>
                      <c:pt idx="5359">
                        <c:v>304.85000000000002</c:v>
                      </c:pt>
                      <c:pt idx="5360">
                        <c:v>304.767</c:v>
                      </c:pt>
                      <c:pt idx="5361">
                        <c:v>305.94200000000001</c:v>
                      </c:pt>
                      <c:pt idx="5362">
                        <c:v>308.01</c:v>
                      </c:pt>
                      <c:pt idx="5363">
                        <c:v>311.28899999999999</c:v>
                      </c:pt>
                      <c:pt idx="5364">
                        <c:v>318.62599999999998</c:v>
                      </c:pt>
                      <c:pt idx="5365">
                        <c:v>318.15699999999998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3-49E9-4D25-B60A-92C31AFE1E83}"/>
                  </c:ext>
                </c:extLst>
              </c15:ser>
            </c15:filteredLineSeries>
          </c:ext>
        </c:extLst>
      </c:lineChart>
      <c:lineChart>
        <c:grouping val="standard"/>
        <c:varyColors val="0"/>
        <c:ser>
          <c:idx val="4"/>
          <c:order val="4"/>
          <c:tx>
            <c:strRef>
              <c:f>Hoja2!$G$2</c:f>
              <c:strCache>
                <c:ptCount val="1"/>
                <c:pt idx="0">
                  <c:v>Spread EMBI Colombia (eje der.)</c:v>
                </c:pt>
              </c:strCache>
            </c:strRef>
          </c:tx>
          <c:spPr>
            <a:ln w="12700" cap="rnd">
              <a:solidFill>
                <a:srgbClr val="00B050"/>
              </a:solidFill>
              <a:round/>
            </a:ln>
            <a:effectLst/>
          </c:spPr>
          <c:marker>
            <c:symbol val="none"/>
          </c:marker>
          <c:cat>
            <c:numRef>
              <c:f>Hoja2!$B$316:$B$5773</c:f>
              <c:numCache>
                <c:formatCode>m/d/yyyy</c:formatCode>
                <c:ptCount val="5458"/>
                <c:pt idx="0">
                  <c:v>38070</c:v>
                </c:pt>
                <c:pt idx="1">
                  <c:v>38071</c:v>
                </c:pt>
                <c:pt idx="2">
                  <c:v>38072</c:v>
                </c:pt>
                <c:pt idx="3">
                  <c:v>38075</c:v>
                </c:pt>
                <c:pt idx="4">
                  <c:v>38076</c:v>
                </c:pt>
                <c:pt idx="5">
                  <c:v>38077</c:v>
                </c:pt>
                <c:pt idx="6">
                  <c:v>38078</c:v>
                </c:pt>
                <c:pt idx="7">
                  <c:v>38079</c:v>
                </c:pt>
                <c:pt idx="8">
                  <c:v>38082</c:v>
                </c:pt>
                <c:pt idx="9">
                  <c:v>38083</c:v>
                </c:pt>
                <c:pt idx="10">
                  <c:v>38084</c:v>
                </c:pt>
                <c:pt idx="11">
                  <c:v>38085</c:v>
                </c:pt>
                <c:pt idx="12">
                  <c:v>38089</c:v>
                </c:pt>
                <c:pt idx="13">
                  <c:v>38090</c:v>
                </c:pt>
                <c:pt idx="14">
                  <c:v>38091</c:v>
                </c:pt>
                <c:pt idx="15">
                  <c:v>38092</c:v>
                </c:pt>
                <c:pt idx="16">
                  <c:v>38093</c:v>
                </c:pt>
                <c:pt idx="17">
                  <c:v>38096</c:v>
                </c:pt>
                <c:pt idx="18">
                  <c:v>38097</c:v>
                </c:pt>
                <c:pt idx="19">
                  <c:v>38098</c:v>
                </c:pt>
                <c:pt idx="20">
                  <c:v>38099</c:v>
                </c:pt>
                <c:pt idx="21">
                  <c:v>38100</c:v>
                </c:pt>
                <c:pt idx="22">
                  <c:v>38103</c:v>
                </c:pt>
                <c:pt idx="23">
                  <c:v>38104</c:v>
                </c:pt>
                <c:pt idx="24">
                  <c:v>38105</c:v>
                </c:pt>
                <c:pt idx="25">
                  <c:v>38106</c:v>
                </c:pt>
                <c:pt idx="26">
                  <c:v>38107</c:v>
                </c:pt>
                <c:pt idx="27">
                  <c:v>38110</c:v>
                </c:pt>
                <c:pt idx="28">
                  <c:v>38111</c:v>
                </c:pt>
                <c:pt idx="29">
                  <c:v>38112</c:v>
                </c:pt>
                <c:pt idx="30">
                  <c:v>38113</c:v>
                </c:pt>
                <c:pt idx="31">
                  <c:v>38114</c:v>
                </c:pt>
                <c:pt idx="32">
                  <c:v>38117</c:v>
                </c:pt>
                <c:pt idx="33">
                  <c:v>38118</c:v>
                </c:pt>
                <c:pt idx="34">
                  <c:v>38119</c:v>
                </c:pt>
                <c:pt idx="35">
                  <c:v>38120</c:v>
                </c:pt>
                <c:pt idx="36">
                  <c:v>38121</c:v>
                </c:pt>
                <c:pt idx="37">
                  <c:v>38124</c:v>
                </c:pt>
                <c:pt idx="38">
                  <c:v>38125</c:v>
                </c:pt>
                <c:pt idx="39">
                  <c:v>38126</c:v>
                </c:pt>
                <c:pt idx="40">
                  <c:v>38127</c:v>
                </c:pt>
                <c:pt idx="41">
                  <c:v>38128</c:v>
                </c:pt>
                <c:pt idx="42">
                  <c:v>38131</c:v>
                </c:pt>
                <c:pt idx="43">
                  <c:v>38132</c:v>
                </c:pt>
                <c:pt idx="44">
                  <c:v>38133</c:v>
                </c:pt>
                <c:pt idx="45">
                  <c:v>38134</c:v>
                </c:pt>
                <c:pt idx="46">
                  <c:v>38135</c:v>
                </c:pt>
                <c:pt idx="47">
                  <c:v>38138</c:v>
                </c:pt>
                <c:pt idx="48">
                  <c:v>38139</c:v>
                </c:pt>
                <c:pt idx="49">
                  <c:v>38140</c:v>
                </c:pt>
                <c:pt idx="50">
                  <c:v>38141</c:v>
                </c:pt>
                <c:pt idx="51">
                  <c:v>38142</c:v>
                </c:pt>
                <c:pt idx="52">
                  <c:v>38145</c:v>
                </c:pt>
                <c:pt idx="53">
                  <c:v>38146</c:v>
                </c:pt>
                <c:pt idx="54">
                  <c:v>38147</c:v>
                </c:pt>
                <c:pt idx="55">
                  <c:v>38148</c:v>
                </c:pt>
                <c:pt idx="56">
                  <c:v>38149</c:v>
                </c:pt>
                <c:pt idx="57">
                  <c:v>38152</c:v>
                </c:pt>
                <c:pt idx="58">
                  <c:v>38153</c:v>
                </c:pt>
                <c:pt idx="59">
                  <c:v>38154</c:v>
                </c:pt>
                <c:pt idx="60">
                  <c:v>38155</c:v>
                </c:pt>
                <c:pt idx="61">
                  <c:v>38156</c:v>
                </c:pt>
                <c:pt idx="62">
                  <c:v>38159</c:v>
                </c:pt>
                <c:pt idx="63">
                  <c:v>38160</c:v>
                </c:pt>
                <c:pt idx="64">
                  <c:v>38161</c:v>
                </c:pt>
                <c:pt idx="65">
                  <c:v>38162</c:v>
                </c:pt>
                <c:pt idx="66">
                  <c:v>38163</c:v>
                </c:pt>
                <c:pt idx="67">
                  <c:v>38166</c:v>
                </c:pt>
                <c:pt idx="68">
                  <c:v>38167</c:v>
                </c:pt>
                <c:pt idx="69">
                  <c:v>38168</c:v>
                </c:pt>
                <c:pt idx="70">
                  <c:v>38169</c:v>
                </c:pt>
                <c:pt idx="71">
                  <c:v>38170</c:v>
                </c:pt>
                <c:pt idx="72">
                  <c:v>38174</c:v>
                </c:pt>
                <c:pt idx="73">
                  <c:v>38175</c:v>
                </c:pt>
                <c:pt idx="74">
                  <c:v>38176</c:v>
                </c:pt>
                <c:pt idx="75">
                  <c:v>38177</c:v>
                </c:pt>
                <c:pt idx="76">
                  <c:v>38180</c:v>
                </c:pt>
                <c:pt idx="77">
                  <c:v>38181</c:v>
                </c:pt>
                <c:pt idx="78">
                  <c:v>38182</c:v>
                </c:pt>
                <c:pt idx="79">
                  <c:v>38183</c:v>
                </c:pt>
                <c:pt idx="80">
                  <c:v>38184</c:v>
                </c:pt>
                <c:pt idx="81">
                  <c:v>38187</c:v>
                </c:pt>
                <c:pt idx="82">
                  <c:v>38188</c:v>
                </c:pt>
                <c:pt idx="83">
                  <c:v>38189</c:v>
                </c:pt>
                <c:pt idx="84">
                  <c:v>38190</c:v>
                </c:pt>
                <c:pt idx="85">
                  <c:v>38191</c:v>
                </c:pt>
                <c:pt idx="86">
                  <c:v>38194</c:v>
                </c:pt>
                <c:pt idx="87">
                  <c:v>38195</c:v>
                </c:pt>
                <c:pt idx="88">
                  <c:v>38196</c:v>
                </c:pt>
                <c:pt idx="89">
                  <c:v>38197</c:v>
                </c:pt>
                <c:pt idx="90">
                  <c:v>38198</c:v>
                </c:pt>
                <c:pt idx="91">
                  <c:v>38201</c:v>
                </c:pt>
                <c:pt idx="92">
                  <c:v>38202</c:v>
                </c:pt>
                <c:pt idx="93">
                  <c:v>38203</c:v>
                </c:pt>
                <c:pt idx="94">
                  <c:v>38204</c:v>
                </c:pt>
                <c:pt idx="95">
                  <c:v>38205</c:v>
                </c:pt>
                <c:pt idx="96">
                  <c:v>38208</c:v>
                </c:pt>
                <c:pt idx="97">
                  <c:v>38209</c:v>
                </c:pt>
                <c:pt idx="98">
                  <c:v>38210</c:v>
                </c:pt>
                <c:pt idx="99">
                  <c:v>38211</c:v>
                </c:pt>
                <c:pt idx="100">
                  <c:v>38212</c:v>
                </c:pt>
                <c:pt idx="101">
                  <c:v>38215</c:v>
                </c:pt>
                <c:pt idx="102">
                  <c:v>38216</c:v>
                </c:pt>
                <c:pt idx="103">
                  <c:v>38217</c:v>
                </c:pt>
                <c:pt idx="104">
                  <c:v>38218</c:v>
                </c:pt>
                <c:pt idx="105">
                  <c:v>38219</c:v>
                </c:pt>
                <c:pt idx="106">
                  <c:v>38222</c:v>
                </c:pt>
                <c:pt idx="107">
                  <c:v>38223</c:v>
                </c:pt>
                <c:pt idx="108">
                  <c:v>38224</c:v>
                </c:pt>
                <c:pt idx="109">
                  <c:v>38225</c:v>
                </c:pt>
                <c:pt idx="110">
                  <c:v>38226</c:v>
                </c:pt>
                <c:pt idx="111">
                  <c:v>38229</c:v>
                </c:pt>
                <c:pt idx="112">
                  <c:v>38230</c:v>
                </c:pt>
                <c:pt idx="113">
                  <c:v>38231</c:v>
                </c:pt>
                <c:pt idx="114">
                  <c:v>38232</c:v>
                </c:pt>
                <c:pt idx="115">
                  <c:v>38233</c:v>
                </c:pt>
                <c:pt idx="116">
                  <c:v>38236</c:v>
                </c:pt>
                <c:pt idx="117">
                  <c:v>38237</c:v>
                </c:pt>
                <c:pt idx="118">
                  <c:v>38238</c:v>
                </c:pt>
                <c:pt idx="119">
                  <c:v>38239</c:v>
                </c:pt>
                <c:pt idx="120">
                  <c:v>38240</c:v>
                </c:pt>
                <c:pt idx="121">
                  <c:v>38243</c:v>
                </c:pt>
                <c:pt idx="122">
                  <c:v>38244</c:v>
                </c:pt>
                <c:pt idx="123">
                  <c:v>38245</c:v>
                </c:pt>
                <c:pt idx="124">
                  <c:v>38246</c:v>
                </c:pt>
                <c:pt idx="125">
                  <c:v>38247</c:v>
                </c:pt>
                <c:pt idx="126">
                  <c:v>38250</c:v>
                </c:pt>
                <c:pt idx="127">
                  <c:v>38251</c:v>
                </c:pt>
                <c:pt idx="128">
                  <c:v>38252</c:v>
                </c:pt>
                <c:pt idx="129">
                  <c:v>38253</c:v>
                </c:pt>
                <c:pt idx="130">
                  <c:v>38254</c:v>
                </c:pt>
                <c:pt idx="131">
                  <c:v>38257</c:v>
                </c:pt>
                <c:pt idx="132">
                  <c:v>38258</c:v>
                </c:pt>
                <c:pt idx="133">
                  <c:v>38259</c:v>
                </c:pt>
                <c:pt idx="134">
                  <c:v>38260</c:v>
                </c:pt>
                <c:pt idx="135">
                  <c:v>38261</c:v>
                </c:pt>
                <c:pt idx="136">
                  <c:v>38264</c:v>
                </c:pt>
                <c:pt idx="137">
                  <c:v>38265</c:v>
                </c:pt>
                <c:pt idx="138">
                  <c:v>38266</c:v>
                </c:pt>
                <c:pt idx="139">
                  <c:v>38267</c:v>
                </c:pt>
                <c:pt idx="140">
                  <c:v>38268</c:v>
                </c:pt>
                <c:pt idx="141">
                  <c:v>38271</c:v>
                </c:pt>
                <c:pt idx="142">
                  <c:v>38272</c:v>
                </c:pt>
                <c:pt idx="143">
                  <c:v>38273</c:v>
                </c:pt>
                <c:pt idx="144">
                  <c:v>38274</c:v>
                </c:pt>
                <c:pt idx="145">
                  <c:v>38275</c:v>
                </c:pt>
                <c:pt idx="146">
                  <c:v>38278</c:v>
                </c:pt>
                <c:pt idx="147">
                  <c:v>38279</c:v>
                </c:pt>
                <c:pt idx="148">
                  <c:v>38280</c:v>
                </c:pt>
                <c:pt idx="149">
                  <c:v>38281</c:v>
                </c:pt>
                <c:pt idx="150">
                  <c:v>38282</c:v>
                </c:pt>
                <c:pt idx="151">
                  <c:v>38285</c:v>
                </c:pt>
                <c:pt idx="152">
                  <c:v>38286</c:v>
                </c:pt>
                <c:pt idx="153">
                  <c:v>38287</c:v>
                </c:pt>
                <c:pt idx="154">
                  <c:v>38288</c:v>
                </c:pt>
                <c:pt idx="155">
                  <c:v>38289</c:v>
                </c:pt>
                <c:pt idx="156">
                  <c:v>38292</c:v>
                </c:pt>
                <c:pt idx="157">
                  <c:v>38293</c:v>
                </c:pt>
                <c:pt idx="158">
                  <c:v>38294</c:v>
                </c:pt>
                <c:pt idx="159">
                  <c:v>38295</c:v>
                </c:pt>
                <c:pt idx="160">
                  <c:v>38296</c:v>
                </c:pt>
                <c:pt idx="161">
                  <c:v>38299</c:v>
                </c:pt>
                <c:pt idx="162">
                  <c:v>38300</c:v>
                </c:pt>
                <c:pt idx="163">
                  <c:v>38301</c:v>
                </c:pt>
                <c:pt idx="164">
                  <c:v>38302</c:v>
                </c:pt>
                <c:pt idx="165">
                  <c:v>38303</c:v>
                </c:pt>
                <c:pt idx="166">
                  <c:v>38306</c:v>
                </c:pt>
                <c:pt idx="167">
                  <c:v>38307</c:v>
                </c:pt>
                <c:pt idx="168">
                  <c:v>38308</c:v>
                </c:pt>
                <c:pt idx="169">
                  <c:v>38309</c:v>
                </c:pt>
                <c:pt idx="170">
                  <c:v>38310</c:v>
                </c:pt>
                <c:pt idx="171">
                  <c:v>38313</c:v>
                </c:pt>
                <c:pt idx="172">
                  <c:v>38314</c:v>
                </c:pt>
                <c:pt idx="173">
                  <c:v>38315</c:v>
                </c:pt>
                <c:pt idx="174">
                  <c:v>38316</c:v>
                </c:pt>
                <c:pt idx="175">
                  <c:v>38317</c:v>
                </c:pt>
                <c:pt idx="176">
                  <c:v>38320</c:v>
                </c:pt>
                <c:pt idx="177">
                  <c:v>38321</c:v>
                </c:pt>
                <c:pt idx="178">
                  <c:v>38322</c:v>
                </c:pt>
                <c:pt idx="179">
                  <c:v>38323</c:v>
                </c:pt>
                <c:pt idx="180">
                  <c:v>38324</c:v>
                </c:pt>
                <c:pt idx="181">
                  <c:v>38327</c:v>
                </c:pt>
                <c:pt idx="182">
                  <c:v>38328</c:v>
                </c:pt>
                <c:pt idx="183">
                  <c:v>38329</c:v>
                </c:pt>
                <c:pt idx="184">
                  <c:v>38330</c:v>
                </c:pt>
                <c:pt idx="185">
                  <c:v>38331</c:v>
                </c:pt>
                <c:pt idx="186">
                  <c:v>38334</c:v>
                </c:pt>
                <c:pt idx="187">
                  <c:v>38335</c:v>
                </c:pt>
                <c:pt idx="188">
                  <c:v>38336</c:v>
                </c:pt>
                <c:pt idx="189">
                  <c:v>38337</c:v>
                </c:pt>
                <c:pt idx="190">
                  <c:v>38338</c:v>
                </c:pt>
                <c:pt idx="191">
                  <c:v>38341</c:v>
                </c:pt>
                <c:pt idx="192">
                  <c:v>38342</c:v>
                </c:pt>
                <c:pt idx="193">
                  <c:v>38343</c:v>
                </c:pt>
                <c:pt idx="194">
                  <c:v>38344</c:v>
                </c:pt>
                <c:pt idx="195">
                  <c:v>38345</c:v>
                </c:pt>
                <c:pt idx="196">
                  <c:v>38348</c:v>
                </c:pt>
                <c:pt idx="197">
                  <c:v>38349</c:v>
                </c:pt>
                <c:pt idx="198">
                  <c:v>38350</c:v>
                </c:pt>
                <c:pt idx="199">
                  <c:v>38351</c:v>
                </c:pt>
                <c:pt idx="200">
                  <c:v>38352</c:v>
                </c:pt>
                <c:pt idx="201">
                  <c:v>38355</c:v>
                </c:pt>
                <c:pt idx="202">
                  <c:v>38356</c:v>
                </c:pt>
                <c:pt idx="203">
                  <c:v>38357</c:v>
                </c:pt>
                <c:pt idx="204">
                  <c:v>38358</c:v>
                </c:pt>
                <c:pt idx="205">
                  <c:v>38359</c:v>
                </c:pt>
                <c:pt idx="206">
                  <c:v>38362</c:v>
                </c:pt>
                <c:pt idx="207">
                  <c:v>38363</c:v>
                </c:pt>
                <c:pt idx="208">
                  <c:v>38364</c:v>
                </c:pt>
                <c:pt idx="209">
                  <c:v>38365</c:v>
                </c:pt>
                <c:pt idx="210">
                  <c:v>38366</c:v>
                </c:pt>
                <c:pt idx="211">
                  <c:v>38369</c:v>
                </c:pt>
                <c:pt idx="212">
                  <c:v>38370</c:v>
                </c:pt>
                <c:pt idx="213">
                  <c:v>38371</c:v>
                </c:pt>
                <c:pt idx="214">
                  <c:v>38372</c:v>
                </c:pt>
                <c:pt idx="215">
                  <c:v>38373</c:v>
                </c:pt>
                <c:pt idx="216">
                  <c:v>38376</c:v>
                </c:pt>
                <c:pt idx="217">
                  <c:v>38377</c:v>
                </c:pt>
                <c:pt idx="218">
                  <c:v>38378</c:v>
                </c:pt>
                <c:pt idx="219">
                  <c:v>38379</c:v>
                </c:pt>
                <c:pt idx="220">
                  <c:v>38380</c:v>
                </c:pt>
                <c:pt idx="221">
                  <c:v>38383</c:v>
                </c:pt>
                <c:pt idx="222">
                  <c:v>38384</c:v>
                </c:pt>
                <c:pt idx="223">
                  <c:v>38385</c:v>
                </c:pt>
                <c:pt idx="224">
                  <c:v>38386</c:v>
                </c:pt>
                <c:pt idx="225">
                  <c:v>38387</c:v>
                </c:pt>
                <c:pt idx="226">
                  <c:v>38390</c:v>
                </c:pt>
                <c:pt idx="227">
                  <c:v>38391</c:v>
                </c:pt>
                <c:pt idx="228">
                  <c:v>38392</c:v>
                </c:pt>
                <c:pt idx="229">
                  <c:v>38393</c:v>
                </c:pt>
                <c:pt idx="230">
                  <c:v>38394</c:v>
                </c:pt>
                <c:pt idx="231">
                  <c:v>38397</c:v>
                </c:pt>
                <c:pt idx="232">
                  <c:v>38398</c:v>
                </c:pt>
                <c:pt idx="233">
                  <c:v>38399</c:v>
                </c:pt>
                <c:pt idx="234">
                  <c:v>38400</c:v>
                </c:pt>
                <c:pt idx="235">
                  <c:v>38401</c:v>
                </c:pt>
                <c:pt idx="236">
                  <c:v>38404</c:v>
                </c:pt>
                <c:pt idx="237">
                  <c:v>38405</c:v>
                </c:pt>
                <c:pt idx="238">
                  <c:v>38406</c:v>
                </c:pt>
                <c:pt idx="239">
                  <c:v>38407</c:v>
                </c:pt>
                <c:pt idx="240">
                  <c:v>38408</c:v>
                </c:pt>
                <c:pt idx="241">
                  <c:v>38411</c:v>
                </c:pt>
                <c:pt idx="242">
                  <c:v>38412</c:v>
                </c:pt>
                <c:pt idx="243">
                  <c:v>38413</c:v>
                </c:pt>
                <c:pt idx="244">
                  <c:v>38414</c:v>
                </c:pt>
                <c:pt idx="245">
                  <c:v>38415</c:v>
                </c:pt>
                <c:pt idx="246">
                  <c:v>38418</c:v>
                </c:pt>
                <c:pt idx="247">
                  <c:v>38419</c:v>
                </c:pt>
                <c:pt idx="248">
                  <c:v>38420</c:v>
                </c:pt>
                <c:pt idx="249">
                  <c:v>38421</c:v>
                </c:pt>
                <c:pt idx="250">
                  <c:v>38422</c:v>
                </c:pt>
                <c:pt idx="251">
                  <c:v>38425</c:v>
                </c:pt>
                <c:pt idx="252">
                  <c:v>38426</c:v>
                </c:pt>
                <c:pt idx="253">
                  <c:v>38427</c:v>
                </c:pt>
                <c:pt idx="254">
                  <c:v>38428</c:v>
                </c:pt>
                <c:pt idx="255">
                  <c:v>38429</c:v>
                </c:pt>
                <c:pt idx="256">
                  <c:v>38432</c:v>
                </c:pt>
                <c:pt idx="257">
                  <c:v>38433</c:v>
                </c:pt>
                <c:pt idx="258">
                  <c:v>38434</c:v>
                </c:pt>
                <c:pt idx="259">
                  <c:v>38435</c:v>
                </c:pt>
                <c:pt idx="260">
                  <c:v>38436</c:v>
                </c:pt>
                <c:pt idx="261">
                  <c:v>38439</c:v>
                </c:pt>
                <c:pt idx="262">
                  <c:v>38440</c:v>
                </c:pt>
                <c:pt idx="263">
                  <c:v>38441</c:v>
                </c:pt>
                <c:pt idx="264">
                  <c:v>38442</c:v>
                </c:pt>
                <c:pt idx="265">
                  <c:v>38443</c:v>
                </c:pt>
                <c:pt idx="266">
                  <c:v>38446</c:v>
                </c:pt>
                <c:pt idx="267">
                  <c:v>38447</c:v>
                </c:pt>
                <c:pt idx="268">
                  <c:v>38448</c:v>
                </c:pt>
                <c:pt idx="269">
                  <c:v>38449</c:v>
                </c:pt>
                <c:pt idx="270">
                  <c:v>38450</c:v>
                </c:pt>
                <c:pt idx="271">
                  <c:v>38453</c:v>
                </c:pt>
                <c:pt idx="272">
                  <c:v>38454</c:v>
                </c:pt>
                <c:pt idx="273">
                  <c:v>38455</c:v>
                </c:pt>
                <c:pt idx="274">
                  <c:v>38456</c:v>
                </c:pt>
                <c:pt idx="275">
                  <c:v>38457</c:v>
                </c:pt>
                <c:pt idx="276">
                  <c:v>38460</c:v>
                </c:pt>
                <c:pt idx="277">
                  <c:v>38461</c:v>
                </c:pt>
                <c:pt idx="278">
                  <c:v>38462</c:v>
                </c:pt>
                <c:pt idx="279">
                  <c:v>38463</c:v>
                </c:pt>
                <c:pt idx="280">
                  <c:v>38464</c:v>
                </c:pt>
                <c:pt idx="281">
                  <c:v>38467</c:v>
                </c:pt>
                <c:pt idx="282">
                  <c:v>38468</c:v>
                </c:pt>
                <c:pt idx="283">
                  <c:v>38469</c:v>
                </c:pt>
                <c:pt idx="284">
                  <c:v>38470</c:v>
                </c:pt>
                <c:pt idx="285">
                  <c:v>38471</c:v>
                </c:pt>
                <c:pt idx="286">
                  <c:v>38474</c:v>
                </c:pt>
                <c:pt idx="287">
                  <c:v>38475</c:v>
                </c:pt>
                <c:pt idx="288">
                  <c:v>38476</c:v>
                </c:pt>
                <c:pt idx="289">
                  <c:v>38477</c:v>
                </c:pt>
                <c:pt idx="290">
                  <c:v>38478</c:v>
                </c:pt>
                <c:pt idx="291">
                  <c:v>38481</c:v>
                </c:pt>
                <c:pt idx="292">
                  <c:v>38482</c:v>
                </c:pt>
                <c:pt idx="293">
                  <c:v>38483</c:v>
                </c:pt>
                <c:pt idx="294">
                  <c:v>38484</c:v>
                </c:pt>
                <c:pt idx="295">
                  <c:v>38485</c:v>
                </c:pt>
                <c:pt idx="296">
                  <c:v>38488</c:v>
                </c:pt>
                <c:pt idx="297">
                  <c:v>38489</c:v>
                </c:pt>
                <c:pt idx="298">
                  <c:v>38490</c:v>
                </c:pt>
                <c:pt idx="299">
                  <c:v>38491</c:v>
                </c:pt>
                <c:pt idx="300">
                  <c:v>38492</c:v>
                </c:pt>
                <c:pt idx="301">
                  <c:v>38495</c:v>
                </c:pt>
                <c:pt idx="302">
                  <c:v>38496</c:v>
                </c:pt>
                <c:pt idx="303">
                  <c:v>38497</c:v>
                </c:pt>
                <c:pt idx="304">
                  <c:v>38498</c:v>
                </c:pt>
                <c:pt idx="305">
                  <c:v>38499</c:v>
                </c:pt>
                <c:pt idx="306">
                  <c:v>38503</c:v>
                </c:pt>
                <c:pt idx="307">
                  <c:v>38504</c:v>
                </c:pt>
                <c:pt idx="308">
                  <c:v>38505</c:v>
                </c:pt>
                <c:pt idx="309">
                  <c:v>38506</c:v>
                </c:pt>
                <c:pt idx="310">
                  <c:v>38509</c:v>
                </c:pt>
                <c:pt idx="311">
                  <c:v>38510</c:v>
                </c:pt>
                <c:pt idx="312">
                  <c:v>38511</c:v>
                </c:pt>
                <c:pt idx="313">
                  <c:v>38512</c:v>
                </c:pt>
                <c:pt idx="314">
                  <c:v>38513</c:v>
                </c:pt>
                <c:pt idx="315">
                  <c:v>38516</c:v>
                </c:pt>
                <c:pt idx="316">
                  <c:v>38517</c:v>
                </c:pt>
                <c:pt idx="317">
                  <c:v>38518</c:v>
                </c:pt>
                <c:pt idx="318">
                  <c:v>38519</c:v>
                </c:pt>
                <c:pt idx="319">
                  <c:v>38520</c:v>
                </c:pt>
                <c:pt idx="320">
                  <c:v>38523</c:v>
                </c:pt>
                <c:pt idx="321">
                  <c:v>38524</c:v>
                </c:pt>
                <c:pt idx="322">
                  <c:v>38525</c:v>
                </c:pt>
                <c:pt idx="323">
                  <c:v>38526</c:v>
                </c:pt>
                <c:pt idx="324">
                  <c:v>38527</c:v>
                </c:pt>
                <c:pt idx="325">
                  <c:v>38530</c:v>
                </c:pt>
                <c:pt idx="326">
                  <c:v>38531</c:v>
                </c:pt>
                <c:pt idx="327">
                  <c:v>38532</c:v>
                </c:pt>
                <c:pt idx="328">
                  <c:v>38533</c:v>
                </c:pt>
                <c:pt idx="329">
                  <c:v>38534</c:v>
                </c:pt>
                <c:pt idx="330">
                  <c:v>38537</c:v>
                </c:pt>
                <c:pt idx="331">
                  <c:v>38538</c:v>
                </c:pt>
                <c:pt idx="332">
                  <c:v>38539</c:v>
                </c:pt>
                <c:pt idx="333">
                  <c:v>38540</c:v>
                </c:pt>
                <c:pt idx="334">
                  <c:v>38541</c:v>
                </c:pt>
                <c:pt idx="335">
                  <c:v>38544</c:v>
                </c:pt>
                <c:pt idx="336">
                  <c:v>38545</c:v>
                </c:pt>
                <c:pt idx="337">
                  <c:v>38546</c:v>
                </c:pt>
                <c:pt idx="338">
                  <c:v>38547</c:v>
                </c:pt>
                <c:pt idx="339">
                  <c:v>38548</c:v>
                </c:pt>
                <c:pt idx="340">
                  <c:v>38551</c:v>
                </c:pt>
                <c:pt idx="341">
                  <c:v>38552</c:v>
                </c:pt>
                <c:pt idx="342">
                  <c:v>38553</c:v>
                </c:pt>
                <c:pt idx="343">
                  <c:v>38554</c:v>
                </c:pt>
                <c:pt idx="344">
                  <c:v>38555</c:v>
                </c:pt>
                <c:pt idx="345">
                  <c:v>38558</c:v>
                </c:pt>
                <c:pt idx="346">
                  <c:v>38559</c:v>
                </c:pt>
                <c:pt idx="347">
                  <c:v>38560</c:v>
                </c:pt>
                <c:pt idx="348">
                  <c:v>38561</c:v>
                </c:pt>
                <c:pt idx="349">
                  <c:v>38562</c:v>
                </c:pt>
                <c:pt idx="350">
                  <c:v>38565</c:v>
                </c:pt>
                <c:pt idx="351">
                  <c:v>38566</c:v>
                </c:pt>
                <c:pt idx="352">
                  <c:v>38567</c:v>
                </c:pt>
                <c:pt idx="353">
                  <c:v>38568</c:v>
                </c:pt>
                <c:pt idx="354">
                  <c:v>38569</c:v>
                </c:pt>
                <c:pt idx="355">
                  <c:v>38572</c:v>
                </c:pt>
                <c:pt idx="356">
                  <c:v>38573</c:v>
                </c:pt>
                <c:pt idx="357">
                  <c:v>38574</c:v>
                </c:pt>
                <c:pt idx="358">
                  <c:v>38575</c:v>
                </c:pt>
                <c:pt idx="359">
                  <c:v>38576</c:v>
                </c:pt>
                <c:pt idx="360">
                  <c:v>38579</c:v>
                </c:pt>
                <c:pt idx="361">
                  <c:v>38580</c:v>
                </c:pt>
                <c:pt idx="362">
                  <c:v>38581</c:v>
                </c:pt>
                <c:pt idx="363">
                  <c:v>38582</c:v>
                </c:pt>
                <c:pt idx="364">
                  <c:v>38583</c:v>
                </c:pt>
                <c:pt idx="365">
                  <c:v>38586</c:v>
                </c:pt>
                <c:pt idx="366">
                  <c:v>38587</c:v>
                </c:pt>
                <c:pt idx="367">
                  <c:v>38588</c:v>
                </c:pt>
                <c:pt idx="368">
                  <c:v>38589</c:v>
                </c:pt>
                <c:pt idx="369">
                  <c:v>38590</c:v>
                </c:pt>
                <c:pt idx="370">
                  <c:v>38593</c:v>
                </c:pt>
                <c:pt idx="371">
                  <c:v>38594</c:v>
                </c:pt>
                <c:pt idx="372">
                  <c:v>38595</c:v>
                </c:pt>
                <c:pt idx="373">
                  <c:v>38596</c:v>
                </c:pt>
                <c:pt idx="374">
                  <c:v>38597</c:v>
                </c:pt>
                <c:pt idx="375">
                  <c:v>38600</c:v>
                </c:pt>
                <c:pt idx="376">
                  <c:v>38601</c:v>
                </c:pt>
                <c:pt idx="377">
                  <c:v>38602</c:v>
                </c:pt>
                <c:pt idx="378">
                  <c:v>38603</c:v>
                </c:pt>
                <c:pt idx="379">
                  <c:v>38604</c:v>
                </c:pt>
                <c:pt idx="380">
                  <c:v>38607</c:v>
                </c:pt>
                <c:pt idx="381">
                  <c:v>38608</c:v>
                </c:pt>
                <c:pt idx="382">
                  <c:v>38609</c:v>
                </c:pt>
                <c:pt idx="383">
                  <c:v>38610</c:v>
                </c:pt>
                <c:pt idx="384">
                  <c:v>38611</c:v>
                </c:pt>
                <c:pt idx="385">
                  <c:v>38614</c:v>
                </c:pt>
                <c:pt idx="386">
                  <c:v>38615</c:v>
                </c:pt>
                <c:pt idx="387">
                  <c:v>38616</c:v>
                </c:pt>
                <c:pt idx="388">
                  <c:v>38617</c:v>
                </c:pt>
                <c:pt idx="389">
                  <c:v>38618</c:v>
                </c:pt>
                <c:pt idx="390">
                  <c:v>38621</c:v>
                </c:pt>
                <c:pt idx="391">
                  <c:v>38622</c:v>
                </c:pt>
                <c:pt idx="392">
                  <c:v>38623</c:v>
                </c:pt>
                <c:pt idx="393">
                  <c:v>38624</c:v>
                </c:pt>
                <c:pt idx="394">
                  <c:v>38625</c:v>
                </c:pt>
                <c:pt idx="395">
                  <c:v>38628</c:v>
                </c:pt>
                <c:pt idx="396">
                  <c:v>38629</c:v>
                </c:pt>
                <c:pt idx="397">
                  <c:v>38630</c:v>
                </c:pt>
                <c:pt idx="398">
                  <c:v>38631</c:v>
                </c:pt>
                <c:pt idx="399">
                  <c:v>38632</c:v>
                </c:pt>
                <c:pt idx="400">
                  <c:v>38635</c:v>
                </c:pt>
                <c:pt idx="401">
                  <c:v>38636</c:v>
                </c:pt>
                <c:pt idx="402">
                  <c:v>38637</c:v>
                </c:pt>
                <c:pt idx="403">
                  <c:v>38638</c:v>
                </c:pt>
                <c:pt idx="404">
                  <c:v>38639</c:v>
                </c:pt>
                <c:pt idx="405">
                  <c:v>38642</c:v>
                </c:pt>
                <c:pt idx="406">
                  <c:v>38643</c:v>
                </c:pt>
                <c:pt idx="407">
                  <c:v>38644</c:v>
                </c:pt>
                <c:pt idx="408">
                  <c:v>38645</c:v>
                </c:pt>
                <c:pt idx="409">
                  <c:v>38646</c:v>
                </c:pt>
                <c:pt idx="410">
                  <c:v>38649</c:v>
                </c:pt>
                <c:pt idx="411">
                  <c:v>38650</c:v>
                </c:pt>
                <c:pt idx="412">
                  <c:v>38651</c:v>
                </c:pt>
                <c:pt idx="413">
                  <c:v>38652</c:v>
                </c:pt>
                <c:pt idx="414">
                  <c:v>38653</c:v>
                </c:pt>
                <c:pt idx="415">
                  <c:v>38656</c:v>
                </c:pt>
                <c:pt idx="416">
                  <c:v>38657</c:v>
                </c:pt>
                <c:pt idx="417">
                  <c:v>38658</c:v>
                </c:pt>
                <c:pt idx="418">
                  <c:v>38659</c:v>
                </c:pt>
                <c:pt idx="419">
                  <c:v>38660</c:v>
                </c:pt>
                <c:pt idx="420">
                  <c:v>38663</c:v>
                </c:pt>
                <c:pt idx="421">
                  <c:v>38664</c:v>
                </c:pt>
                <c:pt idx="422">
                  <c:v>38665</c:v>
                </c:pt>
                <c:pt idx="423">
                  <c:v>38666</c:v>
                </c:pt>
                <c:pt idx="424">
                  <c:v>38667</c:v>
                </c:pt>
                <c:pt idx="425">
                  <c:v>38670</c:v>
                </c:pt>
                <c:pt idx="426">
                  <c:v>38671</c:v>
                </c:pt>
                <c:pt idx="427">
                  <c:v>38672</c:v>
                </c:pt>
                <c:pt idx="428">
                  <c:v>38673</c:v>
                </c:pt>
                <c:pt idx="429">
                  <c:v>38674</c:v>
                </c:pt>
                <c:pt idx="430">
                  <c:v>38677</c:v>
                </c:pt>
                <c:pt idx="431">
                  <c:v>38678</c:v>
                </c:pt>
                <c:pt idx="432">
                  <c:v>38679</c:v>
                </c:pt>
                <c:pt idx="433">
                  <c:v>38680</c:v>
                </c:pt>
                <c:pt idx="434">
                  <c:v>38681</c:v>
                </c:pt>
                <c:pt idx="435">
                  <c:v>38684</c:v>
                </c:pt>
                <c:pt idx="436">
                  <c:v>38685</c:v>
                </c:pt>
                <c:pt idx="437">
                  <c:v>38686</c:v>
                </c:pt>
                <c:pt idx="438">
                  <c:v>38687</c:v>
                </c:pt>
                <c:pt idx="439">
                  <c:v>38688</c:v>
                </c:pt>
                <c:pt idx="440">
                  <c:v>38691</c:v>
                </c:pt>
                <c:pt idx="441">
                  <c:v>38692</c:v>
                </c:pt>
                <c:pt idx="442">
                  <c:v>38693</c:v>
                </c:pt>
                <c:pt idx="443">
                  <c:v>38694</c:v>
                </c:pt>
                <c:pt idx="444">
                  <c:v>38695</c:v>
                </c:pt>
                <c:pt idx="445">
                  <c:v>38698</c:v>
                </c:pt>
                <c:pt idx="446">
                  <c:v>38699</c:v>
                </c:pt>
                <c:pt idx="447">
                  <c:v>38700</c:v>
                </c:pt>
                <c:pt idx="448">
                  <c:v>38701</c:v>
                </c:pt>
                <c:pt idx="449">
                  <c:v>38702</c:v>
                </c:pt>
                <c:pt idx="450">
                  <c:v>38705</c:v>
                </c:pt>
                <c:pt idx="451">
                  <c:v>38706</c:v>
                </c:pt>
                <c:pt idx="452">
                  <c:v>38707</c:v>
                </c:pt>
                <c:pt idx="453">
                  <c:v>38708</c:v>
                </c:pt>
                <c:pt idx="454">
                  <c:v>38709</c:v>
                </c:pt>
                <c:pt idx="455">
                  <c:v>38712</c:v>
                </c:pt>
                <c:pt idx="456">
                  <c:v>38713</c:v>
                </c:pt>
                <c:pt idx="457">
                  <c:v>38714</c:v>
                </c:pt>
                <c:pt idx="458">
                  <c:v>38715</c:v>
                </c:pt>
                <c:pt idx="459">
                  <c:v>38716</c:v>
                </c:pt>
                <c:pt idx="460">
                  <c:v>38719</c:v>
                </c:pt>
                <c:pt idx="461">
                  <c:v>38720</c:v>
                </c:pt>
                <c:pt idx="462">
                  <c:v>38721</c:v>
                </c:pt>
                <c:pt idx="463">
                  <c:v>38722</c:v>
                </c:pt>
                <c:pt idx="464">
                  <c:v>38723</c:v>
                </c:pt>
                <c:pt idx="465">
                  <c:v>38726</c:v>
                </c:pt>
                <c:pt idx="466">
                  <c:v>38727</c:v>
                </c:pt>
                <c:pt idx="467">
                  <c:v>38728</c:v>
                </c:pt>
                <c:pt idx="468">
                  <c:v>38729</c:v>
                </c:pt>
                <c:pt idx="469">
                  <c:v>38730</c:v>
                </c:pt>
                <c:pt idx="470">
                  <c:v>38733</c:v>
                </c:pt>
                <c:pt idx="471">
                  <c:v>38734</c:v>
                </c:pt>
                <c:pt idx="472">
                  <c:v>38735</c:v>
                </c:pt>
                <c:pt idx="473">
                  <c:v>38736</c:v>
                </c:pt>
                <c:pt idx="474">
                  <c:v>38737</c:v>
                </c:pt>
                <c:pt idx="475">
                  <c:v>38740</c:v>
                </c:pt>
                <c:pt idx="476">
                  <c:v>38741</c:v>
                </c:pt>
                <c:pt idx="477">
                  <c:v>38742</c:v>
                </c:pt>
                <c:pt idx="478">
                  <c:v>38743</c:v>
                </c:pt>
                <c:pt idx="479">
                  <c:v>38744</c:v>
                </c:pt>
                <c:pt idx="480">
                  <c:v>38747</c:v>
                </c:pt>
                <c:pt idx="481">
                  <c:v>38748</c:v>
                </c:pt>
                <c:pt idx="482">
                  <c:v>38749</c:v>
                </c:pt>
                <c:pt idx="483">
                  <c:v>38750</c:v>
                </c:pt>
                <c:pt idx="484">
                  <c:v>38751</c:v>
                </c:pt>
                <c:pt idx="485">
                  <c:v>38754</c:v>
                </c:pt>
                <c:pt idx="486">
                  <c:v>38755</c:v>
                </c:pt>
                <c:pt idx="487">
                  <c:v>38756</c:v>
                </c:pt>
                <c:pt idx="488">
                  <c:v>38757</c:v>
                </c:pt>
                <c:pt idx="489">
                  <c:v>38758</c:v>
                </c:pt>
                <c:pt idx="490">
                  <c:v>38761</c:v>
                </c:pt>
                <c:pt idx="491">
                  <c:v>38762</c:v>
                </c:pt>
                <c:pt idx="492">
                  <c:v>38763</c:v>
                </c:pt>
                <c:pt idx="493">
                  <c:v>38764</c:v>
                </c:pt>
                <c:pt idx="494">
                  <c:v>38765</c:v>
                </c:pt>
                <c:pt idx="495">
                  <c:v>38768</c:v>
                </c:pt>
                <c:pt idx="496">
                  <c:v>38769</c:v>
                </c:pt>
                <c:pt idx="497">
                  <c:v>38770</c:v>
                </c:pt>
                <c:pt idx="498">
                  <c:v>38771</c:v>
                </c:pt>
                <c:pt idx="499">
                  <c:v>38772</c:v>
                </c:pt>
                <c:pt idx="500">
                  <c:v>38775</c:v>
                </c:pt>
                <c:pt idx="501">
                  <c:v>38776</c:v>
                </c:pt>
                <c:pt idx="502">
                  <c:v>38777</c:v>
                </c:pt>
                <c:pt idx="503">
                  <c:v>38778</c:v>
                </c:pt>
                <c:pt idx="504">
                  <c:v>38779</c:v>
                </c:pt>
                <c:pt idx="505">
                  <c:v>38782</c:v>
                </c:pt>
                <c:pt idx="506">
                  <c:v>38783</c:v>
                </c:pt>
                <c:pt idx="507">
                  <c:v>38784</c:v>
                </c:pt>
                <c:pt idx="508">
                  <c:v>38785</c:v>
                </c:pt>
                <c:pt idx="509">
                  <c:v>38786</c:v>
                </c:pt>
                <c:pt idx="510">
                  <c:v>38789</c:v>
                </c:pt>
                <c:pt idx="511">
                  <c:v>38790</c:v>
                </c:pt>
                <c:pt idx="512">
                  <c:v>38791</c:v>
                </c:pt>
                <c:pt idx="513">
                  <c:v>38792</c:v>
                </c:pt>
                <c:pt idx="514">
                  <c:v>38793</c:v>
                </c:pt>
                <c:pt idx="515">
                  <c:v>38796</c:v>
                </c:pt>
                <c:pt idx="516">
                  <c:v>38797</c:v>
                </c:pt>
                <c:pt idx="517">
                  <c:v>38798</c:v>
                </c:pt>
                <c:pt idx="518">
                  <c:v>38799</c:v>
                </c:pt>
                <c:pt idx="519">
                  <c:v>38800</c:v>
                </c:pt>
                <c:pt idx="520">
                  <c:v>38803</c:v>
                </c:pt>
                <c:pt idx="521">
                  <c:v>38804</c:v>
                </c:pt>
                <c:pt idx="522">
                  <c:v>38805</c:v>
                </c:pt>
                <c:pt idx="523">
                  <c:v>38806</c:v>
                </c:pt>
                <c:pt idx="524">
                  <c:v>38807</c:v>
                </c:pt>
                <c:pt idx="525">
                  <c:v>38810</c:v>
                </c:pt>
                <c:pt idx="526">
                  <c:v>38811</c:v>
                </c:pt>
                <c:pt idx="527">
                  <c:v>38812</c:v>
                </c:pt>
                <c:pt idx="528">
                  <c:v>38813</c:v>
                </c:pt>
                <c:pt idx="529">
                  <c:v>38814</c:v>
                </c:pt>
                <c:pt idx="530">
                  <c:v>38817</c:v>
                </c:pt>
                <c:pt idx="531">
                  <c:v>38818</c:v>
                </c:pt>
                <c:pt idx="532">
                  <c:v>38819</c:v>
                </c:pt>
                <c:pt idx="533">
                  <c:v>38820</c:v>
                </c:pt>
                <c:pt idx="534">
                  <c:v>38821</c:v>
                </c:pt>
                <c:pt idx="535">
                  <c:v>38824</c:v>
                </c:pt>
                <c:pt idx="536">
                  <c:v>38825</c:v>
                </c:pt>
                <c:pt idx="537">
                  <c:v>38826</c:v>
                </c:pt>
                <c:pt idx="538">
                  <c:v>38827</c:v>
                </c:pt>
                <c:pt idx="539">
                  <c:v>38828</c:v>
                </c:pt>
                <c:pt idx="540">
                  <c:v>38831</c:v>
                </c:pt>
                <c:pt idx="541">
                  <c:v>38832</c:v>
                </c:pt>
                <c:pt idx="542">
                  <c:v>38833</c:v>
                </c:pt>
                <c:pt idx="543">
                  <c:v>38834</c:v>
                </c:pt>
                <c:pt idx="544">
                  <c:v>38835</c:v>
                </c:pt>
                <c:pt idx="545">
                  <c:v>38838</c:v>
                </c:pt>
                <c:pt idx="546">
                  <c:v>38839</c:v>
                </c:pt>
                <c:pt idx="547">
                  <c:v>38840</c:v>
                </c:pt>
                <c:pt idx="548">
                  <c:v>38841</c:v>
                </c:pt>
                <c:pt idx="549">
                  <c:v>38842</c:v>
                </c:pt>
                <c:pt idx="550">
                  <c:v>38845</c:v>
                </c:pt>
                <c:pt idx="551">
                  <c:v>38846</c:v>
                </c:pt>
                <c:pt idx="552">
                  <c:v>38847</c:v>
                </c:pt>
                <c:pt idx="553">
                  <c:v>38848</c:v>
                </c:pt>
                <c:pt idx="554">
                  <c:v>38849</c:v>
                </c:pt>
                <c:pt idx="555">
                  <c:v>38852</c:v>
                </c:pt>
                <c:pt idx="556">
                  <c:v>38853</c:v>
                </c:pt>
                <c:pt idx="557">
                  <c:v>38854</c:v>
                </c:pt>
                <c:pt idx="558">
                  <c:v>38855</c:v>
                </c:pt>
                <c:pt idx="559">
                  <c:v>38856</c:v>
                </c:pt>
                <c:pt idx="560">
                  <c:v>38859</c:v>
                </c:pt>
                <c:pt idx="561">
                  <c:v>38860</c:v>
                </c:pt>
                <c:pt idx="562">
                  <c:v>38861</c:v>
                </c:pt>
                <c:pt idx="563">
                  <c:v>38862</c:v>
                </c:pt>
                <c:pt idx="564">
                  <c:v>38863</c:v>
                </c:pt>
                <c:pt idx="565">
                  <c:v>38866</c:v>
                </c:pt>
                <c:pt idx="566">
                  <c:v>38867</c:v>
                </c:pt>
                <c:pt idx="567">
                  <c:v>38868</c:v>
                </c:pt>
                <c:pt idx="568">
                  <c:v>38869</c:v>
                </c:pt>
                <c:pt idx="569">
                  <c:v>38870</c:v>
                </c:pt>
                <c:pt idx="570">
                  <c:v>38873</c:v>
                </c:pt>
                <c:pt idx="571">
                  <c:v>38874</c:v>
                </c:pt>
                <c:pt idx="572">
                  <c:v>38875</c:v>
                </c:pt>
                <c:pt idx="573">
                  <c:v>38876</c:v>
                </c:pt>
                <c:pt idx="574">
                  <c:v>38877</c:v>
                </c:pt>
                <c:pt idx="575">
                  <c:v>38880</c:v>
                </c:pt>
                <c:pt idx="576">
                  <c:v>38881</c:v>
                </c:pt>
                <c:pt idx="577">
                  <c:v>38882</c:v>
                </c:pt>
                <c:pt idx="578">
                  <c:v>38883</c:v>
                </c:pt>
                <c:pt idx="579">
                  <c:v>38884</c:v>
                </c:pt>
                <c:pt idx="580">
                  <c:v>38887</c:v>
                </c:pt>
                <c:pt idx="581">
                  <c:v>38888</c:v>
                </c:pt>
                <c:pt idx="582">
                  <c:v>38889</c:v>
                </c:pt>
                <c:pt idx="583">
                  <c:v>38890</c:v>
                </c:pt>
                <c:pt idx="584">
                  <c:v>38891</c:v>
                </c:pt>
                <c:pt idx="585">
                  <c:v>38894</c:v>
                </c:pt>
                <c:pt idx="586">
                  <c:v>38895</c:v>
                </c:pt>
                <c:pt idx="587">
                  <c:v>38896</c:v>
                </c:pt>
                <c:pt idx="588">
                  <c:v>38897</c:v>
                </c:pt>
                <c:pt idx="589">
                  <c:v>38898</c:v>
                </c:pt>
                <c:pt idx="590">
                  <c:v>38901</c:v>
                </c:pt>
                <c:pt idx="591">
                  <c:v>38902</c:v>
                </c:pt>
                <c:pt idx="592">
                  <c:v>38903</c:v>
                </c:pt>
                <c:pt idx="593">
                  <c:v>38904</c:v>
                </c:pt>
                <c:pt idx="594">
                  <c:v>38905</c:v>
                </c:pt>
                <c:pt idx="595">
                  <c:v>38908</c:v>
                </c:pt>
                <c:pt idx="596">
                  <c:v>38909</c:v>
                </c:pt>
                <c:pt idx="597">
                  <c:v>38910</c:v>
                </c:pt>
                <c:pt idx="598">
                  <c:v>38911</c:v>
                </c:pt>
                <c:pt idx="599">
                  <c:v>38912</c:v>
                </c:pt>
                <c:pt idx="600">
                  <c:v>38915</c:v>
                </c:pt>
                <c:pt idx="601">
                  <c:v>38916</c:v>
                </c:pt>
                <c:pt idx="602">
                  <c:v>38917</c:v>
                </c:pt>
                <c:pt idx="603">
                  <c:v>38918</c:v>
                </c:pt>
                <c:pt idx="604">
                  <c:v>38919</c:v>
                </c:pt>
                <c:pt idx="605">
                  <c:v>38922</c:v>
                </c:pt>
                <c:pt idx="606">
                  <c:v>38923</c:v>
                </c:pt>
                <c:pt idx="607">
                  <c:v>38924</c:v>
                </c:pt>
                <c:pt idx="608">
                  <c:v>38925</c:v>
                </c:pt>
                <c:pt idx="609">
                  <c:v>38926</c:v>
                </c:pt>
                <c:pt idx="610">
                  <c:v>38929</c:v>
                </c:pt>
                <c:pt idx="611">
                  <c:v>38930</c:v>
                </c:pt>
                <c:pt idx="612">
                  <c:v>38931</c:v>
                </c:pt>
                <c:pt idx="613">
                  <c:v>38932</c:v>
                </c:pt>
                <c:pt idx="614">
                  <c:v>38933</c:v>
                </c:pt>
                <c:pt idx="615">
                  <c:v>38936</c:v>
                </c:pt>
                <c:pt idx="616">
                  <c:v>38937</c:v>
                </c:pt>
                <c:pt idx="617">
                  <c:v>38938</c:v>
                </c:pt>
                <c:pt idx="618">
                  <c:v>38939</c:v>
                </c:pt>
                <c:pt idx="619">
                  <c:v>38940</c:v>
                </c:pt>
                <c:pt idx="620">
                  <c:v>38943</c:v>
                </c:pt>
                <c:pt idx="621">
                  <c:v>38944</c:v>
                </c:pt>
                <c:pt idx="622">
                  <c:v>38945</c:v>
                </c:pt>
                <c:pt idx="623">
                  <c:v>38946</c:v>
                </c:pt>
                <c:pt idx="624">
                  <c:v>38947</c:v>
                </c:pt>
                <c:pt idx="625">
                  <c:v>38950</c:v>
                </c:pt>
                <c:pt idx="626">
                  <c:v>38951</c:v>
                </c:pt>
                <c:pt idx="627">
                  <c:v>38952</c:v>
                </c:pt>
                <c:pt idx="628">
                  <c:v>38953</c:v>
                </c:pt>
                <c:pt idx="629">
                  <c:v>38954</c:v>
                </c:pt>
                <c:pt idx="630">
                  <c:v>38957</c:v>
                </c:pt>
                <c:pt idx="631">
                  <c:v>38958</c:v>
                </c:pt>
                <c:pt idx="632">
                  <c:v>38959</c:v>
                </c:pt>
                <c:pt idx="633">
                  <c:v>38960</c:v>
                </c:pt>
                <c:pt idx="634">
                  <c:v>38961</c:v>
                </c:pt>
                <c:pt idx="635">
                  <c:v>38964</c:v>
                </c:pt>
                <c:pt idx="636">
                  <c:v>38965</c:v>
                </c:pt>
                <c:pt idx="637">
                  <c:v>38966</c:v>
                </c:pt>
                <c:pt idx="638">
                  <c:v>38967</c:v>
                </c:pt>
                <c:pt idx="639">
                  <c:v>38968</c:v>
                </c:pt>
                <c:pt idx="640">
                  <c:v>38971</c:v>
                </c:pt>
                <c:pt idx="641">
                  <c:v>38972</c:v>
                </c:pt>
                <c:pt idx="642">
                  <c:v>38973</c:v>
                </c:pt>
                <c:pt idx="643">
                  <c:v>38974</c:v>
                </c:pt>
                <c:pt idx="644">
                  <c:v>38975</c:v>
                </c:pt>
                <c:pt idx="645">
                  <c:v>38978</c:v>
                </c:pt>
                <c:pt idx="646">
                  <c:v>38979</c:v>
                </c:pt>
                <c:pt idx="647">
                  <c:v>38980</c:v>
                </c:pt>
                <c:pt idx="648">
                  <c:v>38981</c:v>
                </c:pt>
                <c:pt idx="649">
                  <c:v>38982</c:v>
                </c:pt>
                <c:pt idx="650">
                  <c:v>38985</c:v>
                </c:pt>
                <c:pt idx="651">
                  <c:v>38986</c:v>
                </c:pt>
                <c:pt idx="652">
                  <c:v>38987</c:v>
                </c:pt>
                <c:pt idx="653">
                  <c:v>38988</c:v>
                </c:pt>
                <c:pt idx="654">
                  <c:v>38989</c:v>
                </c:pt>
                <c:pt idx="655">
                  <c:v>38992</c:v>
                </c:pt>
                <c:pt idx="656">
                  <c:v>38993</c:v>
                </c:pt>
                <c:pt idx="657">
                  <c:v>38994</c:v>
                </c:pt>
                <c:pt idx="658">
                  <c:v>38995</c:v>
                </c:pt>
                <c:pt idx="659">
                  <c:v>38996</c:v>
                </c:pt>
                <c:pt idx="660">
                  <c:v>38999</c:v>
                </c:pt>
                <c:pt idx="661">
                  <c:v>39000</c:v>
                </c:pt>
                <c:pt idx="662">
                  <c:v>39001</c:v>
                </c:pt>
                <c:pt idx="663">
                  <c:v>39002</c:v>
                </c:pt>
                <c:pt idx="664">
                  <c:v>39003</c:v>
                </c:pt>
                <c:pt idx="665">
                  <c:v>39006</c:v>
                </c:pt>
                <c:pt idx="666">
                  <c:v>39007</c:v>
                </c:pt>
                <c:pt idx="667">
                  <c:v>39008</c:v>
                </c:pt>
                <c:pt idx="668">
                  <c:v>39009</c:v>
                </c:pt>
                <c:pt idx="669">
                  <c:v>39010</c:v>
                </c:pt>
                <c:pt idx="670">
                  <c:v>39013</c:v>
                </c:pt>
                <c:pt idx="671">
                  <c:v>39014</c:v>
                </c:pt>
                <c:pt idx="672">
                  <c:v>39015</c:v>
                </c:pt>
                <c:pt idx="673">
                  <c:v>39016</c:v>
                </c:pt>
                <c:pt idx="674">
                  <c:v>39017</c:v>
                </c:pt>
                <c:pt idx="675">
                  <c:v>39020</c:v>
                </c:pt>
                <c:pt idx="676">
                  <c:v>39021</c:v>
                </c:pt>
                <c:pt idx="677">
                  <c:v>39022</c:v>
                </c:pt>
                <c:pt idx="678">
                  <c:v>39023</c:v>
                </c:pt>
                <c:pt idx="679">
                  <c:v>39024</c:v>
                </c:pt>
                <c:pt idx="680">
                  <c:v>39027</c:v>
                </c:pt>
                <c:pt idx="681">
                  <c:v>39028</c:v>
                </c:pt>
                <c:pt idx="682">
                  <c:v>39029</c:v>
                </c:pt>
                <c:pt idx="683">
                  <c:v>39030</c:v>
                </c:pt>
                <c:pt idx="684">
                  <c:v>39031</c:v>
                </c:pt>
                <c:pt idx="685">
                  <c:v>39034</c:v>
                </c:pt>
                <c:pt idx="686">
                  <c:v>39035</c:v>
                </c:pt>
                <c:pt idx="687">
                  <c:v>39036</c:v>
                </c:pt>
                <c:pt idx="688">
                  <c:v>39037</c:v>
                </c:pt>
                <c:pt idx="689">
                  <c:v>39038</c:v>
                </c:pt>
                <c:pt idx="690">
                  <c:v>39041</c:v>
                </c:pt>
                <c:pt idx="691">
                  <c:v>39042</c:v>
                </c:pt>
                <c:pt idx="692">
                  <c:v>39043</c:v>
                </c:pt>
                <c:pt idx="693">
                  <c:v>39044</c:v>
                </c:pt>
                <c:pt idx="694">
                  <c:v>39045</c:v>
                </c:pt>
                <c:pt idx="695">
                  <c:v>39048</c:v>
                </c:pt>
                <c:pt idx="696">
                  <c:v>39049</c:v>
                </c:pt>
                <c:pt idx="697">
                  <c:v>39050</c:v>
                </c:pt>
                <c:pt idx="698">
                  <c:v>39051</c:v>
                </c:pt>
                <c:pt idx="699">
                  <c:v>39052</c:v>
                </c:pt>
                <c:pt idx="700">
                  <c:v>39055</c:v>
                </c:pt>
                <c:pt idx="701">
                  <c:v>39056</c:v>
                </c:pt>
                <c:pt idx="702">
                  <c:v>39057</c:v>
                </c:pt>
                <c:pt idx="703">
                  <c:v>39058</c:v>
                </c:pt>
                <c:pt idx="704">
                  <c:v>39059</c:v>
                </c:pt>
                <c:pt idx="705">
                  <c:v>39062</c:v>
                </c:pt>
                <c:pt idx="706">
                  <c:v>39063</c:v>
                </c:pt>
                <c:pt idx="707">
                  <c:v>39064</c:v>
                </c:pt>
                <c:pt idx="708">
                  <c:v>39065</c:v>
                </c:pt>
                <c:pt idx="709">
                  <c:v>39066</c:v>
                </c:pt>
                <c:pt idx="710">
                  <c:v>39069</c:v>
                </c:pt>
                <c:pt idx="711">
                  <c:v>39070</c:v>
                </c:pt>
                <c:pt idx="712">
                  <c:v>39071</c:v>
                </c:pt>
                <c:pt idx="713">
                  <c:v>39072</c:v>
                </c:pt>
                <c:pt idx="714">
                  <c:v>39073</c:v>
                </c:pt>
                <c:pt idx="715">
                  <c:v>39077</c:v>
                </c:pt>
                <c:pt idx="716">
                  <c:v>39078</c:v>
                </c:pt>
                <c:pt idx="717">
                  <c:v>39079</c:v>
                </c:pt>
                <c:pt idx="718">
                  <c:v>39080</c:v>
                </c:pt>
                <c:pt idx="719">
                  <c:v>39083</c:v>
                </c:pt>
                <c:pt idx="720">
                  <c:v>39084</c:v>
                </c:pt>
                <c:pt idx="721">
                  <c:v>39085</c:v>
                </c:pt>
                <c:pt idx="722">
                  <c:v>39086</c:v>
                </c:pt>
                <c:pt idx="723">
                  <c:v>39087</c:v>
                </c:pt>
                <c:pt idx="724">
                  <c:v>39090</c:v>
                </c:pt>
                <c:pt idx="725">
                  <c:v>39091</c:v>
                </c:pt>
                <c:pt idx="726">
                  <c:v>39092</c:v>
                </c:pt>
                <c:pt idx="727">
                  <c:v>39093</c:v>
                </c:pt>
                <c:pt idx="728">
                  <c:v>39094</c:v>
                </c:pt>
                <c:pt idx="729">
                  <c:v>39097</c:v>
                </c:pt>
                <c:pt idx="730">
                  <c:v>39098</c:v>
                </c:pt>
                <c:pt idx="731">
                  <c:v>39099</c:v>
                </c:pt>
                <c:pt idx="732">
                  <c:v>39100</c:v>
                </c:pt>
                <c:pt idx="733">
                  <c:v>39101</c:v>
                </c:pt>
                <c:pt idx="734">
                  <c:v>39104</c:v>
                </c:pt>
                <c:pt idx="735">
                  <c:v>39105</c:v>
                </c:pt>
                <c:pt idx="736">
                  <c:v>39106</c:v>
                </c:pt>
                <c:pt idx="737">
                  <c:v>39107</c:v>
                </c:pt>
                <c:pt idx="738">
                  <c:v>39108</c:v>
                </c:pt>
                <c:pt idx="739">
                  <c:v>39111</c:v>
                </c:pt>
                <c:pt idx="740">
                  <c:v>39112</c:v>
                </c:pt>
                <c:pt idx="741">
                  <c:v>39113</c:v>
                </c:pt>
                <c:pt idx="742">
                  <c:v>39114</c:v>
                </c:pt>
                <c:pt idx="743">
                  <c:v>39115</c:v>
                </c:pt>
                <c:pt idx="744">
                  <c:v>39118</c:v>
                </c:pt>
                <c:pt idx="745">
                  <c:v>39119</c:v>
                </c:pt>
                <c:pt idx="746">
                  <c:v>39120</c:v>
                </c:pt>
                <c:pt idx="747">
                  <c:v>39121</c:v>
                </c:pt>
                <c:pt idx="748">
                  <c:v>39122</c:v>
                </c:pt>
                <c:pt idx="749">
                  <c:v>39125</c:v>
                </c:pt>
                <c:pt idx="750">
                  <c:v>39126</c:v>
                </c:pt>
                <c:pt idx="751">
                  <c:v>39127</c:v>
                </c:pt>
                <c:pt idx="752">
                  <c:v>39128</c:v>
                </c:pt>
                <c:pt idx="753">
                  <c:v>39129</c:v>
                </c:pt>
                <c:pt idx="754">
                  <c:v>39132</c:v>
                </c:pt>
                <c:pt idx="755">
                  <c:v>39133</c:v>
                </c:pt>
                <c:pt idx="756">
                  <c:v>39134</c:v>
                </c:pt>
                <c:pt idx="757">
                  <c:v>39135</c:v>
                </c:pt>
                <c:pt idx="758">
                  <c:v>39136</c:v>
                </c:pt>
                <c:pt idx="759">
                  <c:v>39139</c:v>
                </c:pt>
                <c:pt idx="760">
                  <c:v>39140</c:v>
                </c:pt>
                <c:pt idx="761">
                  <c:v>39141</c:v>
                </c:pt>
                <c:pt idx="762">
                  <c:v>39142</c:v>
                </c:pt>
                <c:pt idx="763">
                  <c:v>39143</c:v>
                </c:pt>
                <c:pt idx="764">
                  <c:v>39146</c:v>
                </c:pt>
                <c:pt idx="765">
                  <c:v>39147</c:v>
                </c:pt>
                <c:pt idx="766">
                  <c:v>39148</c:v>
                </c:pt>
                <c:pt idx="767">
                  <c:v>39149</c:v>
                </c:pt>
                <c:pt idx="768">
                  <c:v>39150</c:v>
                </c:pt>
                <c:pt idx="769">
                  <c:v>39153</c:v>
                </c:pt>
                <c:pt idx="770">
                  <c:v>39154</c:v>
                </c:pt>
                <c:pt idx="771">
                  <c:v>39155</c:v>
                </c:pt>
                <c:pt idx="772">
                  <c:v>39156</c:v>
                </c:pt>
                <c:pt idx="773">
                  <c:v>39157</c:v>
                </c:pt>
                <c:pt idx="774">
                  <c:v>39160</c:v>
                </c:pt>
                <c:pt idx="775">
                  <c:v>39161</c:v>
                </c:pt>
                <c:pt idx="776">
                  <c:v>39162</c:v>
                </c:pt>
                <c:pt idx="777">
                  <c:v>39163</c:v>
                </c:pt>
                <c:pt idx="778">
                  <c:v>39164</c:v>
                </c:pt>
                <c:pt idx="779">
                  <c:v>39167</c:v>
                </c:pt>
                <c:pt idx="780">
                  <c:v>39168</c:v>
                </c:pt>
                <c:pt idx="781">
                  <c:v>39169</c:v>
                </c:pt>
                <c:pt idx="782">
                  <c:v>39170</c:v>
                </c:pt>
                <c:pt idx="783">
                  <c:v>39171</c:v>
                </c:pt>
                <c:pt idx="784">
                  <c:v>39174</c:v>
                </c:pt>
                <c:pt idx="785">
                  <c:v>39175</c:v>
                </c:pt>
                <c:pt idx="786">
                  <c:v>39176</c:v>
                </c:pt>
                <c:pt idx="787">
                  <c:v>39177</c:v>
                </c:pt>
                <c:pt idx="788">
                  <c:v>39178</c:v>
                </c:pt>
                <c:pt idx="789">
                  <c:v>39181</c:v>
                </c:pt>
                <c:pt idx="790">
                  <c:v>39182</c:v>
                </c:pt>
                <c:pt idx="791">
                  <c:v>39183</c:v>
                </c:pt>
                <c:pt idx="792">
                  <c:v>39184</c:v>
                </c:pt>
                <c:pt idx="793">
                  <c:v>39185</c:v>
                </c:pt>
                <c:pt idx="794">
                  <c:v>39188</c:v>
                </c:pt>
                <c:pt idx="795">
                  <c:v>39189</c:v>
                </c:pt>
                <c:pt idx="796">
                  <c:v>39190</c:v>
                </c:pt>
                <c:pt idx="797">
                  <c:v>39191</c:v>
                </c:pt>
                <c:pt idx="798">
                  <c:v>39192</c:v>
                </c:pt>
                <c:pt idx="799">
                  <c:v>39195</c:v>
                </c:pt>
                <c:pt idx="800">
                  <c:v>39196</c:v>
                </c:pt>
                <c:pt idx="801">
                  <c:v>39197</c:v>
                </c:pt>
                <c:pt idx="802">
                  <c:v>39198</c:v>
                </c:pt>
                <c:pt idx="803">
                  <c:v>39199</c:v>
                </c:pt>
                <c:pt idx="804">
                  <c:v>39202</c:v>
                </c:pt>
                <c:pt idx="805">
                  <c:v>39203</c:v>
                </c:pt>
                <c:pt idx="806">
                  <c:v>39204</c:v>
                </c:pt>
                <c:pt idx="807">
                  <c:v>39205</c:v>
                </c:pt>
                <c:pt idx="808">
                  <c:v>39206</c:v>
                </c:pt>
                <c:pt idx="809">
                  <c:v>39209</c:v>
                </c:pt>
                <c:pt idx="810">
                  <c:v>39210</c:v>
                </c:pt>
                <c:pt idx="811">
                  <c:v>39211</c:v>
                </c:pt>
                <c:pt idx="812">
                  <c:v>39212</c:v>
                </c:pt>
                <c:pt idx="813">
                  <c:v>39213</c:v>
                </c:pt>
                <c:pt idx="814">
                  <c:v>39216</c:v>
                </c:pt>
                <c:pt idx="815">
                  <c:v>39217</c:v>
                </c:pt>
                <c:pt idx="816">
                  <c:v>39218</c:v>
                </c:pt>
                <c:pt idx="817">
                  <c:v>39219</c:v>
                </c:pt>
                <c:pt idx="818">
                  <c:v>39220</c:v>
                </c:pt>
                <c:pt idx="819">
                  <c:v>39223</c:v>
                </c:pt>
                <c:pt idx="820">
                  <c:v>39224</c:v>
                </c:pt>
                <c:pt idx="821">
                  <c:v>39225</c:v>
                </c:pt>
                <c:pt idx="822">
                  <c:v>39226</c:v>
                </c:pt>
                <c:pt idx="823">
                  <c:v>39227</c:v>
                </c:pt>
                <c:pt idx="824">
                  <c:v>39230</c:v>
                </c:pt>
                <c:pt idx="825">
                  <c:v>39231</c:v>
                </c:pt>
                <c:pt idx="826">
                  <c:v>39232</c:v>
                </c:pt>
                <c:pt idx="827">
                  <c:v>39233</c:v>
                </c:pt>
                <c:pt idx="828">
                  <c:v>39234</c:v>
                </c:pt>
                <c:pt idx="829">
                  <c:v>39237</c:v>
                </c:pt>
                <c:pt idx="830">
                  <c:v>39238</c:v>
                </c:pt>
                <c:pt idx="831">
                  <c:v>39239</c:v>
                </c:pt>
                <c:pt idx="832">
                  <c:v>39240</c:v>
                </c:pt>
                <c:pt idx="833">
                  <c:v>39241</c:v>
                </c:pt>
                <c:pt idx="834">
                  <c:v>39244</c:v>
                </c:pt>
                <c:pt idx="835">
                  <c:v>39245</c:v>
                </c:pt>
                <c:pt idx="836">
                  <c:v>39246</c:v>
                </c:pt>
                <c:pt idx="837">
                  <c:v>39247</c:v>
                </c:pt>
                <c:pt idx="838">
                  <c:v>39248</c:v>
                </c:pt>
                <c:pt idx="839">
                  <c:v>39251</c:v>
                </c:pt>
                <c:pt idx="840">
                  <c:v>39252</c:v>
                </c:pt>
                <c:pt idx="841">
                  <c:v>39253</c:v>
                </c:pt>
                <c:pt idx="842">
                  <c:v>39254</c:v>
                </c:pt>
                <c:pt idx="843">
                  <c:v>39255</c:v>
                </c:pt>
                <c:pt idx="844">
                  <c:v>39258</c:v>
                </c:pt>
                <c:pt idx="845">
                  <c:v>39259</c:v>
                </c:pt>
                <c:pt idx="846">
                  <c:v>39260</c:v>
                </c:pt>
                <c:pt idx="847">
                  <c:v>39261</c:v>
                </c:pt>
                <c:pt idx="848">
                  <c:v>39262</c:v>
                </c:pt>
                <c:pt idx="849">
                  <c:v>39265</c:v>
                </c:pt>
                <c:pt idx="850">
                  <c:v>39266</c:v>
                </c:pt>
                <c:pt idx="851">
                  <c:v>39267</c:v>
                </c:pt>
                <c:pt idx="852">
                  <c:v>39268</c:v>
                </c:pt>
                <c:pt idx="853">
                  <c:v>39269</c:v>
                </c:pt>
                <c:pt idx="854">
                  <c:v>39272</c:v>
                </c:pt>
                <c:pt idx="855">
                  <c:v>39273</c:v>
                </c:pt>
                <c:pt idx="856">
                  <c:v>39274</c:v>
                </c:pt>
                <c:pt idx="857">
                  <c:v>39275</c:v>
                </c:pt>
                <c:pt idx="858">
                  <c:v>39276</c:v>
                </c:pt>
                <c:pt idx="859">
                  <c:v>39279</c:v>
                </c:pt>
                <c:pt idx="860">
                  <c:v>39280</c:v>
                </c:pt>
                <c:pt idx="861">
                  <c:v>39281</c:v>
                </c:pt>
                <c:pt idx="862">
                  <c:v>39282</c:v>
                </c:pt>
                <c:pt idx="863">
                  <c:v>39283</c:v>
                </c:pt>
                <c:pt idx="864">
                  <c:v>39286</c:v>
                </c:pt>
                <c:pt idx="865">
                  <c:v>39287</c:v>
                </c:pt>
                <c:pt idx="866">
                  <c:v>39288</c:v>
                </c:pt>
                <c:pt idx="867">
                  <c:v>39289</c:v>
                </c:pt>
                <c:pt idx="868">
                  <c:v>39290</c:v>
                </c:pt>
                <c:pt idx="869">
                  <c:v>39293</c:v>
                </c:pt>
                <c:pt idx="870">
                  <c:v>39294</c:v>
                </c:pt>
                <c:pt idx="871">
                  <c:v>39295</c:v>
                </c:pt>
                <c:pt idx="872">
                  <c:v>39296</c:v>
                </c:pt>
                <c:pt idx="873">
                  <c:v>39297</c:v>
                </c:pt>
                <c:pt idx="874">
                  <c:v>39300</c:v>
                </c:pt>
                <c:pt idx="875">
                  <c:v>39301</c:v>
                </c:pt>
                <c:pt idx="876">
                  <c:v>39302</c:v>
                </c:pt>
                <c:pt idx="877">
                  <c:v>39303</c:v>
                </c:pt>
                <c:pt idx="878">
                  <c:v>39304</c:v>
                </c:pt>
                <c:pt idx="879">
                  <c:v>39307</c:v>
                </c:pt>
                <c:pt idx="880">
                  <c:v>39308</c:v>
                </c:pt>
                <c:pt idx="881">
                  <c:v>39309</c:v>
                </c:pt>
                <c:pt idx="882">
                  <c:v>39310</c:v>
                </c:pt>
                <c:pt idx="883">
                  <c:v>39311</c:v>
                </c:pt>
                <c:pt idx="884">
                  <c:v>39314</c:v>
                </c:pt>
                <c:pt idx="885">
                  <c:v>39315</c:v>
                </c:pt>
                <c:pt idx="886">
                  <c:v>39316</c:v>
                </c:pt>
                <c:pt idx="887">
                  <c:v>39317</c:v>
                </c:pt>
                <c:pt idx="888">
                  <c:v>39318</c:v>
                </c:pt>
                <c:pt idx="889">
                  <c:v>39321</c:v>
                </c:pt>
                <c:pt idx="890">
                  <c:v>39322</c:v>
                </c:pt>
                <c:pt idx="891">
                  <c:v>39323</c:v>
                </c:pt>
                <c:pt idx="892">
                  <c:v>39324</c:v>
                </c:pt>
                <c:pt idx="893">
                  <c:v>39325</c:v>
                </c:pt>
                <c:pt idx="894">
                  <c:v>39328</c:v>
                </c:pt>
                <c:pt idx="895">
                  <c:v>39329</c:v>
                </c:pt>
                <c:pt idx="896">
                  <c:v>39330</c:v>
                </c:pt>
                <c:pt idx="897">
                  <c:v>39331</c:v>
                </c:pt>
                <c:pt idx="898">
                  <c:v>39332</c:v>
                </c:pt>
                <c:pt idx="899">
                  <c:v>39335</c:v>
                </c:pt>
                <c:pt idx="900">
                  <c:v>39336</c:v>
                </c:pt>
                <c:pt idx="901">
                  <c:v>39337</c:v>
                </c:pt>
                <c:pt idx="902">
                  <c:v>39338</c:v>
                </c:pt>
                <c:pt idx="903">
                  <c:v>39339</c:v>
                </c:pt>
                <c:pt idx="904">
                  <c:v>39342</c:v>
                </c:pt>
                <c:pt idx="905">
                  <c:v>39343</c:v>
                </c:pt>
                <c:pt idx="906">
                  <c:v>39344</c:v>
                </c:pt>
                <c:pt idx="907">
                  <c:v>39345</c:v>
                </c:pt>
                <c:pt idx="908">
                  <c:v>39346</c:v>
                </c:pt>
                <c:pt idx="909">
                  <c:v>39349</c:v>
                </c:pt>
                <c:pt idx="910">
                  <c:v>39350</c:v>
                </c:pt>
                <c:pt idx="911">
                  <c:v>39351</c:v>
                </c:pt>
                <c:pt idx="912">
                  <c:v>39352</c:v>
                </c:pt>
                <c:pt idx="913">
                  <c:v>39353</c:v>
                </c:pt>
                <c:pt idx="914">
                  <c:v>39356</c:v>
                </c:pt>
                <c:pt idx="915">
                  <c:v>39357</c:v>
                </c:pt>
                <c:pt idx="916">
                  <c:v>39358</c:v>
                </c:pt>
                <c:pt idx="917">
                  <c:v>39359</c:v>
                </c:pt>
                <c:pt idx="918">
                  <c:v>39360</c:v>
                </c:pt>
                <c:pt idx="919">
                  <c:v>39363</c:v>
                </c:pt>
                <c:pt idx="920">
                  <c:v>39364</c:v>
                </c:pt>
                <c:pt idx="921">
                  <c:v>39365</c:v>
                </c:pt>
                <c:pt idx="922">
                  <c:v>39366</c:v>
                </c:pt>
                <c:pt idx="923">
                  <c:v>39367</c:v>
                </c:pt>
                <c:pt idx="924">
                  <c:v>39370</c:v>
                </c:pt>
                <c:pt idx="925">
                  <c:v>39371</c:v>
                </c:pt>
                <c:pt idx="926">
                  <c:v>39372</c:v>
                </c:pt>
                <c:pt idx="927">
                  <c:v>39373</c:v>
                </c:pt>
                <c:pt idx="928">
                  <c:v>39374</c:v>
                </c:pt>
                <c:pt idx="929">
                  <c:v>39377</c:v>
                </c:pt>
                <c:pt idx="930">
                  <c:v>39378</c:v>
                </c:pt>
                <c:pt idx="931">
                  <c:v>39379</c:v>
                </c:pt>
                <c:pt idx="932">
                  <c:v>39380</c:v>
                </c:pt>
                <c:pt idx="933">
                  <c:v>39381</c:v>
                </c:pt>
                <c:pt idx="934">
                  <c:v>39384</c:v>
                </c:pt>
                <c:pt idx="935">
                  <c:v>39385</c:v>
                </c:pt>
                <c:pt idx="936">
                  <c:v>39386</c:v>
                </c:pt>
                <c:pt idx="937">
                  <c:v>39387</c:v>
                </c:pt>
                <c:pt idx="938">
                  <c:v>39388</c:v>
                </c:pt>
                <c:pt idx="939">
                  <c:v>39391</c:v>
                </c:pt>
                <c:pt idx="940">
                  <c:v>39392</c:v>
                </c:pt>
                <c:pt idx="941">
                  <c:v>39393</c:v>
                </c:pt>
                <c:pt idx="942">
                  <c:v>39394</c:v>
                </c:pt>
                <c:pt idx="943">
                  <c:v>39395</c:v>
                </c:pt>
                <c:pt idx="944">
                  <c:v>39398</c:v>
                </c:pt>
                <c:pt idx="945">
                  <c:v>39399</c:v>
                </c:pt>
                <c:pt idx="946">
                  <c:v>39400</c:v>
                </c:pt>
                <c:pt idx="947">
                  <c:v>39401</c:v>
                </c:pt>
                <c:pt idx="948">
                  <c:v>39402</c:v>
                </c:pt>
                <c:pt idx="949">
                  <c:v>39405</c:v>
                </c:pt>
                <c:pt idx="950">
                  <c:v>39406</c:v>
                </c:pt>
                <c:pt idx="951">
                  <c:v>39407</c:v>
                </c:pt>
                <c:pt idx="952">
                  <c:v>39408</c:v>
                </c:pt>
                <c:pt idx="953">
                  <c:v>39409</c:v>
                </c:pt>
                <c:pt idx="954">
                  <c:v>39412</c:v>
                </c:pt>
                <c:pt idx="955">
                  <c:v>39413</c:v>
                </c:pt>
                <c:pt idx="956">
                  <c:v>39414</c:v>
                </c:pt>
                <c:pt idx="957">
                  <c:v>39415</c:v>
                </c:pt>
                <c:pt idx="958">
                  <c:v>39416</c:v>
                </c:pt>
                <c:pt idx="959">
                  <c:v>39419</c:v>
                </c:pt>
                <c:pt idx="960">
                  <c:v>39420</c:v>
                </c:pt>
                <c:pt idx="961">
                  <c:v>39421</c:v>
                </c:pt>
                <c:pt idx="962">
                  <c:v>39422</c:v>
                </c:pt>
                <c:pt idx="963">
                  <c:v>39423</c:v>
                </c:pt>
                <c:pt idx="964">
                  <c:v>39426</c:v>
                </c:pt>
                <c:pt idx="965">
                  <c:v>39427</c:v>
                </c:pt>
                <c:pt idx="966">
                  <c:v>39428</c:v>
                </c:pt>
                <c:pt idx="967">
                  <c:v>39429</c:v>
                </c:pt>
                <c:pt idx="968">
                  <c:v>39430</c:v>
                </c:pt>
                <c:pt idx="969">
                  <c:v>39433</c:v>
                </c:pt>
                <c:pt idx="970">
                  <c:v>39434</c:v>
                </c:pt>
                <c:pt idx="971">
                  <c:v>39435</c:v>
                </c:pt>
                <c:pt idx="972">
                  <c:v>39436</c:v>
                </c:pt>
                <c:pt idx="973">
                  <c:v>39437</c:v>
                </c:pt>
                <c:pt idx="974">
                  <c:v>39440</c:v>
                </c:pt>
                <c:pt idx="975">
                  <c:v>39441</c:v>
                </c:pt>
                <c:pt idx="976">
                  <c:v>39442</c:v>
                </c:pt>
                <c:pt idx="977">
                  <c:v>39443</c:v>
                </c:pt>
                <c:pt idx="978">
                  <c:v>39444</c:v>
                </c:pt>
                <c:pt idx="979">
                  <c:v>39447</c:v>
                </c:pt>
                <c:pt idx="980">
                  <c:v>39448</c:v>
                </c:pt>
                <c:pt idx="981">
                  <c:v>39449</c:v>
                </c:pt>
                <c:pt idx="982">
                  <c:v>39450</c:v>
                </c:pt>
                <c:pt idx="983">
                  <c:v>39451</c:v>
                </c:pt>
                <c:pt idx="984">
                  <c:v>39454</c:v>
                </c:pt>
                <c:pt idx="985">
                  <c:v>39455</c:v>
                </c:pt>
                <c:pt idx="986">
                  <c:v>39456</c:v>
                </c:pt>
                <c:pt idx="987">
                  <c:v>39457</c:v>
                </c:pt>
                <c:pt idx="988">
                  <c:v>39458</c:v>
                </c:pt>
                <c:pt idx="989">
                  <c:v>39461</c:v>
                </c:pt>
                <c:pt idx="990">
                  <c:v>39462</c:v>
                </c:pt>
                <c:pt idx="991">
                  <c:v>39463</c:v>
                </c:pt>
                <c:pt idx="992">
                  <c:v>39464</c:v>
                </c:pt>
                <c:pt idx="993">
                  <c:v>39465</c:v>
                </c:pt>
                <c:pt idx="994">
                  <c:v>39468</c:v>
                </c:pt>
                <c:pt idx="995">
                  <c:v>39469</c:v>
                </c:pt>
                <c:pt idx="996">
                  <c:v>39470</c:v>
                </c:pt>
                <c:pt idx="997">
                  <c:v>39471</c:v>
                </c:pt>
                <c:pt idx="998">
                  <c:v>39472</c:v>
                </c:pt>
                <c:pt idx="999">
                  <c:v>39475</c:v>
                </c:pt>
                <c:pt idx="1000">
                  <c:v>39476</c:v>
                </c:pt>
                <c:pt idx="1001">
                  <c:v>39477</c:v>
                </c:pt>
                <c:pt idx="1002">
                  <c:v>39478</c:v>
                </c:pt>
                <c:pt idx="1003">
                  <c:v>39479</c:v>
                </c:pt>
                <c:pt idx="1004">
                  <c:v>39482</c:v>
                </c:pt>
                <c:pt idx="1005">
                  <c:v>39483</c:v>
                </c:pt>
                <c:pt idx="1006">
                  <c:v>39484</c:v>
                </c:pt>
                <c:pt idx="1007">
                  <c:v>39485</c:v>
                </c:pt>
                <c:pt idx="1008">
                  <c:v>39486</c:v>
                </c:pt>
                <c:pt idx="1009">
                  <c:v>39489</c:v>
                </c:pt>
                <c:pt idx="1010">
                  <c:v>39490</c:v>
                </c:pt>
                <c:pt idx="1011">
                  <c:v>39491</c:v>
                </c:pt>
                <c:pt idx="1012">
                  <c:v>39492</c:v>
                </c:pt>
                <c:pt idx="1013">
                  <c:v>39493</c:v>
                </c:pt>
                <c:pt idx="1014">
                  <c:v>39496</c:v>
                </c:pt>
                <c:pt idx="1015">
                  <c:v>39497</c:v>
                </c:pt>
                <c:pt idx="1016">
                  <c:v>39498</c:v>
                </c:pt>
                <c:pt idx="1017">
                  <c:v>39499</c:v>
                </c:pt>
                <c:pt idx="1018">
                  <c:v>39500</c:v>
                </c:pt>
                <c:pt idx="1019">
                  <c:v>39503</c:v>
                </c:pt>
                <c:pt idx="1020">
                  <c:v>39504</c:v>
                </c:pt>
                <c:pt idx="1021">
                  <c:v>39505</c:v>
                </c:pt>
                <c:pt idx="1022">
                  <c:v>39506</c:v>
                </c:pt>
                <c:pt idx="1023">
                  <c:v>39507</c:v>
                </c:pt>
                <c:pt idx="1024">
                  <c:v>39510</c:v>
                </c:pt>
                <c:pt idx="1025">
                  <c:v>39511</c:v>
                </c:pt>
                <c:pt idx="1026">
                  <c:v>39512</c:v>
                </c:pt>
                <c:pt idx="1027">
                  <c:v>39513</c:v>
                </c:pt>
                <c:pt idx="1028">
                  <c:v>39514</c:v>
                </c:pt>
                <c:pt idx="1029">
                  <c:v>39517</c:v>
                </c:pt>
                <c:pt idx="1030">
                  <c:v>39518</c:v>
                </c:pt>
                <c:pt idx="1031">
                  <c:v>39519</c:v>
                </c:pt>
                <c:pt idx="1032">
                  <c:v>39520</c:v>
                </c:pt>
                <c:pt idx="1033">
                  <c:v>39521</c:v>
                </c:pt>
                <c:pt idx="1034">
                  <c:v>39524</c:v>
                </c:pt>
                <c:pt idx="1035">
                  <c:v>39525</c:v>
                </c:pt>
                <c:pt idx="1036">
                  <c:v>39526</c:v>
                </c:pt>
                <c:pt idx="1037">
                  <c:v>39527</c:v>
                </c:pt>
                <c:pt idx="1038">
                  <c:v>39528</c:v>
                </c:pt>
                <c:pt idx="1039">
                  <c:v>39531</c:v>
                </c:pt>
                <c:pt idx="1040">
                  <c:v>39532</c:v>
                </c:pt>
                <c:pt idx="1041">
                  <c:v>39533</c:v>
                </c:pt>
                <c:pt idx="1042">
                  <c:v>39534</c:v>
                </c:pt>
                <c:pt idx="1043">
                  <c:v>39535</c:v>
                </c:pt>
                <c:pt idx="1044">
                  <c:v>39538</c:v>
                </c:pt>
                <c:pt idx="1045">
                  <c:v>39539</c:v>
                </c:pt>
                <c:pt idx="1046">
                  <c:v>39540</c:v>
                </c:pt>
                <c:pt idx="1047">
                  <c:v>39541</c:v>
                </c:pt>
                <c:pt idx="1048">
                  <c:v>39542</c:v>
                </c:pt>
                <c:pt idx="1049">
                  <c:v>39545</c:v>
                </c:pt>
                <c:pt idx="1050">
                  <c:v>39546</c:v>
                </c:pt>
                <c:pt idx="1051">
                  <c:v>39547</c:v>
                </c:pt>
                <c:pt idx="1052">
                  <c:v>39548</c:v>
                </c:pt>
                <c:pt idx="1053">
                  <c:v>39549</c:v>
                </c:pt>
                <c:pt idx="1054">
                  <c:v>39552</c:v>
                </c:pt>
                <c:pt idx="1055">
                  <c:v>39553</c:v>
                </c:pt>
                <c:pt idx="1056">
                  <c:v>39554</c:v>
                </c:pt>
                <c:pt idx="1057">
                  <c:v>39555</c:v>
                </c:pt>
                <c:pt idx="1058">
                  <c:v>39556</c:v>
                </c:pt>
                <c:pt idx="1059">
                  <c:v>39559</c:v>
                </c:pt>
                <c:pt idx="1060">
                  <c:v>39560</c:v>
                </c:pt>
                <c:pt idx="1061">
                  <c:v>39561</c:v>
                </c:pt>
                <c:pt idx="1062">
                  <c:v>39562</c:v>
                </c:pt>
                <c:pt idx="1063">
                  <c:v>39563</c:v>
                </c:pt>
                <c:pt idx="1064">
                  <c:v>39566</c:v>
                </c:pt>
                <c:pt idx="1065">
                  <c:v>39567</c:v>
                </c:pt>
                <c:pt idx="1066">
                  <c:v>39568</c:v>
                </c:pt>
                <c:pt idx="1067">
                  <c:v>39569</c:v>
                </c:pt>
                <c:pt idx="1068">
                  <c:v>39570</c:v>
                </c:pt>
                <c:pt idx="1069">
                  <c:v>39573</c:v>
                </c:pt>
                <c:pt idx="1070">
                  <c:v>39574</c:v>
                </c:pt>
                <c:pt idx="1071">
                  <c:v>39575</c:v>
                </c:pt>
                <c:pt idx="1072">
                  <c:v>39576</c:v>
                </c:pt>
                <c:pt idx="1073">
                  <c:v>39577</c:v>
                </c:pt>
                <c:pt idx="1074">
                  <c:v>39580</c:v>
                </c:pt>
                <c:pt idx="1075">
                  <c:v>39581</c:v>
                </c:pt>
                <c:pt idx="1076">
                  <c:v>39582</c:v>
                </c:pt>
                <c:pt idx="1077">
                  <c:v>39583</c:v>
                </c:pt>
                <c:pt idx="1078">
                  <c:v>39584</c:v>
                </c:pt>
                <c:pt idx="1079">
                  <c:v>39587</c:v>
                </c:pt>
                <c:pt idx="1080">
                  <c:v>39588</c:v>
                </c:pt>
                <c:pt idx="1081">
                  <c:v>39589</c:v>
                </c:pt>
                <c:pt idx="1082">
                  <c:v>39590</c:v>
                </c:pt>
                <c:pt idx="1083">
                  <c:v>39591</c:v>
                </c:pt>
                <c:pt idx="1084">
                  <c:v>39594</c:v>
                </c:pt>
                <c:pt idx="1085">
                  <c:v>39595</c:v>
                </c:pt>
                <c:pt idx="1086">
                  <c:v>39596</c:v>
                </c:pt>
                <c:pt idx="1087">
                  <c:v>39597</c:v>
                </c:pt>
                <c:pt idx="1088">
                  <c:v>39598</c:v>
                </c:pt>
                <c:pt idx="1089">
                  <c:v>39601</c:v>
                </c:pt>
                <c:pt idx="1090">
                  <c:v>39602</c:v>
                </c:pt>
                <c:pt idx="1091">
                  <c:v>39603</c:v>
                </c:pt>
                <c:pt idx="1092">
                  <c:v>39604</c:v>
                </c:pt>
                <c:pt idx="1093">
                  <c:v>39605</c:v>
                </c:pt>
                <c:pt idx="1094">
                  <c:v>39608</c:v>
                </c:pt>
                <c:pt idx="1095">
                  <c:v>39609</c:v>
                </c:pt>
                <c:pt idx="1096">
                  <c:v>39610</c:v>
                </c:pt>
                <c:pt idx="1097">
                  <c:v>39611</c:v>
                </c:pt>
                <c:pt idx="1098">
                  <c:v>39612</c:v>
                </c:pt>
                <c:pt idx="1099">
                  <c:v>39615</c:v>
                </c:pt>
                <c:pt idx="1100">
                  <c:v>39616</c:v>
                </c:pt>
                <c:pt idx="1101">
                  <c:v>39617</c:v>
                </c:pt>
                <c:pt idx="1102">
                  <c:v>39618</c:v>
                </c:pt>
                <c:pt idx="1103">
                  <c:v>39619</c:v>
                </c:pt>
                <c:pt idx="1104">
                  <c:v>39622</c:v>
                </c:pt>
                <c:pt idx="1105">
                  <c:v>39623</c:v>
                </c:pt>
                <c:pt idx="1106">
                  <c:v>39624</c:v>
                </c:pt>
                <c:pt idx="1107">
                  <c:v>39625</c:v>
                </c:pt>
                <c:pt idx="1108">
                  <c:v>39626</c:v>
                </c:pt>
                <c:pt idx="1109">
                  <c:v>39629</c:v>
                </c:pt>
                <c:pt idx="1110">
                  <c:v>39630</c:v>
                </c:pt>
                <c:pt idx="1111">
                  <c:v>39631</c:v>
                </c:pt>
                <c:pt idx="1112">
                  <c:v>39632</c:v>
                </c:pt>
                <c:pt idx="1113">
                  <c:v>39633</c:v>
                </c:pt>
                <c:pt idx="1114">
                  <c:v>39636</c:v>
                </c:pt>
                <c:pt idx="1115">
                  <c:v>39637</c:v>
                </c:pt>
                <c:pt idx="1116">
                  <c:v>39638</c:v>
                </c:pt>
                <c:pt idx="1117">
                  <c:v>39639</c:v>
                </c:pt>
                <c:pt idx="1118">
                  <c:v>39640</c:v>
                </c:pt>
                <c:pt idx="1119">
                  <c:v>39643</c:v>
                </c:pt>
                <c:pt idx="1120">
                  <c:v>39644</c:v>
                </c:pt>
                <c:pt idx="1121">
                  <c:v>39645</c:v>
                </c:pt>
                <c:pt idx="1122">
                  <c:v>39646</c:v>
                </c:pt>
                <c:pt idx="1123">
                  <c:v>39647</c:v>
                </c:pt>
                <c:pt idx="1124">
                  <c:v>39650</c:v>
                </c:pt>
                <c:pt idx="1125">
                  <c:v>39651</c:v>
                </c:pt>
                <c:pt idx="1126">
                  <c:v>39652</c:v>
                </c:pt>
                <c:pt idx="1127">
                  <c:v>39653</c:v>
                </c:pt>
                <c:pt idx="1128">
                  <c:v>39654</c:v>
                </c:pt>
                <c:pt idx="1129">
                  <c:v>39657</c:v>
                </c:pt>
                <c:pt idx="1130">
                  <c:v>39658</c:v>
                </c:pt>
                <c:pt idx="1131">
                  <c:v>39659</c:v>
                </c:pt>
                <c:pt idx="1132">
                  <c:v>39660</c:v>
                </c:pt>
                <c:pt idx="1133">
                  <c:v>39661</c:v>
                </c:pt>
                <c:pt idx="1134">
                  <c:v>39664</c:v>
                </c:pt>
                <c:pt idx="1135">
                  <c:v>39665</c:v>
                </c:pt>
                <c:pt idx="1136">
                  <c:v>39666</c:v>
                </c:pt>
                <c:pt idx="1137">
                  <c:v>39667</c:v>
                </c:pt>
                <c:pt idx="1138">
                  <c:v>39668</c:v>
                </c:pt>
                <c:pt idx="1139">
                  <c:v>39671</c:v>
                </c:pt>
                <c:pt idx="1140">
                  <c:v>39672</c:v>
                </c:pt>
                <c:pt idx="1141">
                  <c:v>39673</c:v>
                </c:pt>
                <c:pt idx="1142">
                  <c:v>39674</c:v>
                </c:pt>
                <c:pt idx="1143">
                  <c:v>39675</c:v>
                </c:pt>
                <c:pt idx="1144">
                  <c:v>39678</c:v>
                </c:pt>
                <c:pt idx="1145">
                  <c:v>39679</c:v>
                </c:pt>
                <c:pt idx="1146">
                  <c:v>39680</c:v>
                </c:pt>
                <c:pt idx="1147">
                  <c:v>39681</c:v>
                </c:pt>
                <c:pt idx="1148">
                  <c:v>39682</c:v>
                </c:pt>
                <c:pt idx="1149">
                  <c:v>39685</c:v>
                </c:pt>
                <c:pt idx="1150">
                  <c:v>39686</c:v>
                </c:pt>
                <c:pt idx="1151">
                  <c:v>39687</c:v>
                </c:pt>
                <c:pt idx="1152">
                  <c:v>39688</c:v>
                </c:pt>
                <c:pt idx="1153">
                  <c:v>39689</c:v>
                </c:pt>
                <c:pt idx="1154">
                  <c:v>39692</c:v>
                </c:pt>
                <c:pt idx="1155">
                  <c:v>39693</c:v>
                </c:pt>
                <c:pt idx="1156">
                  <c:v>39694</c:v>
                </c:pt>
                <c:pt idx="1157">
                  <c:v>39695</c:v>
                </c:pt>
                <c:pt idx="1158">
                  <c:v>39696</c:v>
                </c:pt>
                <c:pt idx="1159">
                  <c:v>39699</c:v>
                </c:pt>
                <c:pt idx="1160">
                  <c:v>39700</c:v>
                </c:pt>
                <c:pt idx="1161">
                  <c:v>39701</c:v>
                </c:pt>
                <c:pt idx="1162">
                  <c:v>39702</c:v>
                </c:pt>
                <c:pt idx="1163">
                  <c:v>39703</c:v>
                </c:pt>
                <c:pt idx="1164">
                  <c:v>39706</c:v>
                </c:pt>
                <c:pt idx="1165">
                  <c:v>39707</c:v>
                </c:pt>
                <c:pt idx="1166">
                  <c:v>39708</c:v>
                </c:pt>
                <c:pt idx="1167">
                  <c:v>39709</c:v>
                </c:pt>
                <c:pt idx="1168">
                  <c:v>39710</c:v>
                </c:pt>
                <c:pt idx="1169">
                  <c:v>39713</c:v>
                </c:pt>
                <c:pt idx="1170">
                  <c:v>39714</c:v>
                </c:pt>
                <c:pt idx="1171">
                  <c:v>39715</c:v>
                </c:pt>
                <c:pt idx="1172">
                  <c:v>39716</c:v>
                </c:pt>
                <c:pt idx="1173">
                  <c:v>39717</c:v>
                </c:pt>
                <c:pt idx="1174">
                  <c:v>39720</c:v>
                </c:pt>
                <c:pt idx="1175">
                  <c:v>39721</c:v>
                </c:pt>
                <c:pt idx="1176">
                  <c:v>39722</c:v>
                </c:pt>
                <c:pt idx="1177">
                  <c:v>39723</c:v>
                </c:pt>
                <c:pt idx="1178">
                  <c:v>39724</c:v>
                </c:pt>
                <c:pt idx="1179">
                  <c:v>39727</c:v>
                </c:pt>
                <c:pt idx="1180">
                  <c:v>39728</c:v>
                </c:pt>
                <c:pt idx="1181">
                  <c:v>39729</c:v>
                </c:pt>
                <c:pt idx="1182">
                  <c:v>39730</c:v>
                </c:pt>
                <c:pt idx="1183">
                  <c:v>39731</c:v>
                </c:pt>
                <c:pt idx="1184">
                  <c:v>39734</c:v>
                </c:pt>
                <c:pt idx="1185">
                  <c:v>39735</c:v>
                </c:pt>
                <c:pt idx="1186">
                  <c:v>39736</c:v>
                </c:pt>
                <c:pt idx="1187">
                  <c:v>39737</c:v>
                </c:pt>
                <c:pt idx="1188">
                  <c:v>39738</c:v>
                </c:pt>
                <c:pt idx="1189">
                  <c:v>39741</c:v>
                </c:pt>
                <c:pt idx="1190">
                  <c:v>39742</c:v>
                </c:pt>
                <c:pt idx="1191">
                  <c:v>39743</c:v>
                </c:pt>
                <c:pt idx="1192">
                  <c:v>39744</c:v>
                </c:pt>
                <c:pt idx="1193">
                  <c:v>39745</c:v>
                </c:pt>
                <c:pt idx="1194">
                  <c:v>39748</c:v>
                </c:pt>
                <c:pt idx="1195">
                  <c:v>39749</c:v>
                </c:pt>
                <c:pt idx="1196">
                  <c:v>39750</c:v>
                </c:pt>
                <c:pt idx="1197">
                  <c:v>39751</c:v>
                </c:pt>
                <c:pt idx="1198">
                  <c:v>39752</c:v>
                </c:pt>
                <c:pt idx="1199">
                  <c:v>39755</c:v>
                </c:pt>
                <c:pt idx="1200">
                  <c:v>39756</c:v>
                </c:pt>
                <c:pt idx="1201">
                  <c:v>39757</c:v>
                </c:pt>
                <c:pt idx="1202">
                  <c:v>39758</c:v>
                </c:pt>
                <c:pt idx="1203">
                  <c:v>39759</c:v>
                </c:pt>
                <c:pt idx="1204">
                  <c:v>39762</c:v>
                </c:pt>
                <c:pt idx="1205">
                  <c:v>39763</c:v>
                </c:pt>
                <c:pt idx="1206">
                  <c:v>39764</c:v>
                </c:pt>
                <c:pt idx="1207">
                  <c:v>39765</c:v>
                </c:pt>
                <c:pt idx="1208">
                  <c:v>39766</c:v>
                </c:pt>
                <c:pt idx="1209">
                  <c:v>39769</c:v>
                </c:pt>
                <c:pt idx="1210">
                  <c:v>39770</c:v>
                </c:pt>
                <c:pt idx="1211">
                  <c:v>39771</c:v>
                </c:pt>
                <c:pt idx="1212">
                  <c:v>39772</c:v>
                </c:pt>
                <c:pt idx="1213">
                  <c:v>39773</c:v>
                </c:pt>
                <c:pt idx="1214">
                  <c:v>39776</c:v>
                </c:pt>
                <c:pt idx="1215">
                  <c:v>39777</c:v>
                </c:pt>
                <c:pt idx="1216">
                  <c:v>39778</c:v>
                </c:pt>
                <c:pt idx="1217">
                  <c:v>39779</c:v>
                </c:pt>
                <c:pt idx="1218">
                  <c:v>39780</c:v>
                </c:pt>
                <c:pt idx="1219">
                  <c:v>39783</c:v>
                </c:pt>
                <c:pt idx="1220">
                  <c:v>39784</c:v>
                </c:pt>
                <c:pt idx="1221">
                  <c:v>39785</c:v>
                </c:pt>
                <c:pt idx="1222">
                  <c:v>39786</c:v>
                </c:pt>
                <c:pt idx="1223">
                  <c:v>39787</c:v>
                </c:pt>
                <c:pt idx="1224">
                  <c:v>39790</c:v>
                </c:pt>
                <c:pt idx="1225">
                  <c:v>39791</c:v>
                </c:pt>
                <c:pt idx="1226">
                  <c:v>39792</c:v>
                </c:pt>
                <c:pt idx="1227">
                  <c:v>39793</c:v>
                </c:pt>
                <c:pt idx="1228">
                  <c:v>39794</c:v>
                </c:pt>
                <c:pt idx="1229">
                  <c:v>39797</c:v>
                </c:pt>
                <c:pt idx="1230">
                  <c:v>39798</c:v>
                </c:pt>
                <c:pt idx="1231">
                  <c:v>39799</c:v>
                </c:pt>
                <c:pt idx="1232">
                  <c:v>39800</c:v>
                </c:pt>
                <c:pt idx="1233">
                  <c:v>39801</c:v>
                </c:pt>
                <c:pt idx="1234">
                  <c:v>39804</c:v>
                </c:pt>
                <c:pt idx="1235">
                  <c:v>39805</c:v>
                </c:pt>
                <c:pt idx="1236">
                  <c:v>39806</c:v>
                </c:pt>
                <c:pt idx="1237">
                  <c:v>39808</c:v>
                </c:pt>
                <c:pt idx="1238">
                  <c:v>39811</c:v>
                </c:pt>
                <c:pt idx="1239">
                  <c:v>39812</c:v>
                </c:pt>
                <c:pt idx="1240">
                  <c:v>39813</c:v>
                </c:pt>
                <c:pt idx="1241">
                  <c:v>39814</c:v>
                </c:pt>
                <c:pt idx="1242">
                  <c:v>39815</c:v>
                </c:pt>
                <c:pt idx="1243">
                  <c:v>39818</c:v>
                </c:pt>
                <c:pt idx="1244">
                  <c:v>39819</c:v>
                </c:pt>
                <c:pt idx="1245">
                  <c:v>39820</c:v>
                </c:pt>
                <c:pt idx="1246">
                  <c:v>39821</c:v>
                </c:pt>
                <c:pt idx="1247">
                  <c:v>39822</c:v>
                </c:pt>
                <c:pt idx="1248">
                  <c:v>39825</c:v>
                </c:pt>
                <c:pt idx="1249">
                  <c:v>39826</c:v>
                </c:pt>
                <c:pt idx="1250">
                  <c:v>39827</c:v>
                </c:pt>
                <c:pt idx="1251">
                  <c:v>39828</c:v>
                </c:pt>
                <c:pt idx="1252">
                  <c:v>39829</c:v>
                </c:pt>
                <c:pt idx="1253">
                  <c:v>39832</c:v>
                </c:pt>
                <c:pt idx="1254">
                  <c:v>39833</c:v>
                </c:pt>
                <c:pt idx="1255">
                  <c:v>39834</c:v>
                </c:pt>
                <c:pt idx="1256">
                  <c:v>39835</c:v>
                </c:pt>
                <c:pt idx="1257">
                  <c:v>39836</c:v>
                </c:pt>
                <c:pt idx="1258">
                  <c:v>39839</c:v>
                </c:pt>
                <c:pt idx="1259">
                  <c:v>39840</c:v>
                </c:pt>
                <c:pt idx="1260">
                  <c:v>39841</c:v>
                </c:pt>
                <c:pt idx="1261">
                  <c:v>39842</c:v>
                </c:pt>
                <c:pt idx="1262">
                  <c:v>39843</c:v>
                </c:pt>
                <c:pt idx="1263">
                  <c:v>39846</c:v>
                </c:pt>
                <c:pt idx="1264">
                  <c:v>39847</c:v>
                </c:pt>
                <c:pt idx="1265">
                  <c:v>39848</c:v>
                </c:pt>
                <c:pt idx="1266">
                  <c:v>39849</c:v>
                </c:pt>
                <c:pt idx="1267">
                  <c:v>39850</c:v>
                </c:pt>
                <c:pt idx="1268">
                  <c:v>39853</c:v>
                </c:pt>
                <c:pt idx="1269">
                  <c:v>39854</c:v>
                </c:pt>
                <c:pt idx="1270">
                  <c:v>39855</c:v>
                </c:pt>
                <c:pt idx="1271">
                  <c:v>39856</c:v>
                </c:pt>
                <c:pt idx="1272">
                  <c:v>39857</c:v>
                </c:pt>
                <c:pt idx="1273">
                  <c:v>39860</c:v>
                </c:pt>
                <c:pt idx="1274">
                  <c:v>39861</c:v>
                </c:pt>
                <c:pt idx="1275">
                  <c:v>39862</c:v>
                </c:pt>
                <c:pt idx="1276">
                  <c:v>39863</c:v>
                </c:pt>
                <c:pt idx="1277">
                  <c:v>39864</c:v>
                </c:pt>
                <c:pt idx="1278">
                  <c:v>39867</c:v>
                </c:pt>
                <c:pt idx="1279">
                  <c:v>39868</c:v>
                </c:pt>
                <c:pt idx="1280">
                  <c:v>39869</c:v>
                </c:pt>
                <c:pt idx="1281">
                  <c:v>39870</c:v>
                </c:pt>
                <c:pt idx="1282">
                  <c:v>39871</c:v>
                </c:pt>
                <c:pt idx="1283">
                  <c:v>39874</c:v>
                </c:pt>
                <c:pt idx="1284">
                  <c:v>39875</c:v>
                </c:pt>
                <c:pt idx="1285">
                  <c:v>39876</c:v>
                </c:pt>
                <c:pt idx="1286">
                  <c:v>39877</c:v>
                </c:pt>
                <c:pt idx="1287">
                  <c:v>39878</c:v>
                </c:pt>
                <c:pt idx="1288">
                  <c:v>39881</c:v>
                </c:pt>
                <c:pt idx="1289">
                  <c:v>39882</c:v>
                </c:pt>
                <c:pt idx="1290">
                  <c:v>39883</c:v>
                </c:pt>
                <c:pt idx="1291">
                  <c:v>39884</c:v>
                </c:pt>
                <c:pt idx="1292">
                  <c:v>39885</c:v>
                </c:pt>
                <c:pt idx="1293">
                  <c:v>39888</c:v>
                </c:pt>
                <c:pt idx="1294">
                  <c:v>39889</c:v>
                </c:pt>
                <c:pt idx="1295">
                  <c:v>39890</c:v>
                </c:pt>
                <c:pt idx="1296">
                  <c:v>39891</c:v>
                </c:pt>
                <c:pt idx="1297">
                  <c:v>39892</c:v>
                </c:pt>
                <c:pt idx="1298">
                  <c:v>39895</c:v>
                </c:pt>
                <c:pt idx="1299">
                  <c:v>39896</c:v>
                </c:pt>
                <c:pt idx="1300">
                  <c:v>39897</c:v>
                </c:pt>
                <c:pt idx="1301">
                  <c:v>39898</c:v>
                </c:pt>
                <c:pt idx="1302">
                  <c:v>39899</c:v>
                </c:pt>
                <c:pt idx="1303">
                  <c:v>39902</c:v>
                </c:pt>
                <c:pt idx="1304">
                  <c:v>39903</c:v>
                </c:pt>
                <c:pt idx="1305">
                  <c:v>39904</c:v>
                </c:pt>
                <c:pt idx="1306">
                  <c:v>39905</c:v>
                </c:pt>
                <c:pt idx="1307">
                  <c:v>39906</c:v>
                </c:pt>
                <c:pt idx="1308">
                  <c:v>39909</c:v>
                </c:pt>
                <c:pt idx="1309">
                  <c:v>39910</c:v>
                </c:pt>
                <c:pt idx="1310">
                  <c:v>39911</c:v>
                </c:pt>
                <c:pt idx="1311">
                  <c:v>39912</c:v>
                </c:pt>
                <c:pt idx="1312">
                  <c:v>39913</c:v>
                </c:pt>
                <c:pt idx="1313">
                  <c:v>39916</c:v>
                </c:pt>
                <c:pt idx="1314">
                  <c:v>39917</c:v>
                </c:pt>
                <c:pt idx="1315">
                  <c:v>39918</c:v>
                </c:pt>
                <c:pt idx="1316">
                  <c:v>39919</c:v>
                </c:pt>
                <c:pt idx="1317">
                  <c:v>39920</c:v>
                </c:pt>
                <c:pt idx="1318">
                  <c:v>39923</c:v>
                </c:pt>
                <c:pt idx="1319">
                  <c:v>39924</c:v>
                </c:pt>
                <c:pt idx="1320">
                  <c:v>39925</c:v>
                </c:pt>
                <c:pt idx="1321">
                  <c:v>39926</c:v>
                </c:pt>
                <c:pt idx="1322">
                  <c:v>39927</c:v>
                </c:pt>
                <c:pt idx="1323">
                  <c:v>39930</c:v>
                </c:pt>
                <c:pt idx="1324">
                  <c:v>39931</c:v>
                </c:pt>
                <c:pt idx="1325">
                  <c:v>39932</c:v>
                </c:pt>
                <c:pt idx="1326">
                  <c:v>39933</c:v>
                </c:pt>
                <c:pt idx="1327">
                  <c:v>39934</c:v>
                </c:pt>
                <c:pt idx="1328">
                  <c:v>39937</c:v>
                </c:pt>
                <c:pt idx="1329">
                  <c:v>39938</c:v>
                </c:pt>
                <c:pt idx="1330">
                  <c:v>39939</c:v>
                </c:pt>
                <c:pt idx="1331">
                  <c:v>39940</c:v>
                </c:pt>
                <c:pt idx="1332">
                  <c:v>39941</c:v>
                </c:pt>
                <c:pt idx="1333">
                  <c:v>39944</c:v>
                </c:pt>
                <c:pt idx="1334">
                  <c:v>39945</c:v>
                </c:pt>
                <c:pt idx="1335">
                  <c:v>39946</c:v>
                </c:pt>
                <c:pt idx="1336">
                  <c:v>39947</c:v>
                </c:pt>
                <c:pt idx="1337">
                  <c:v>39948</c:v>
                </c:pt>
                <c:pt idx="1338">
                  <c:v>39951</c:v>
                </c:pt>
                <c:pt idx="1339">
                  <c:v>39952</c:v>
                </c:pt>
                <c:pt idx="1340">
                  <c:v>39953</c:v>
                </c:pt>
                <c:pt idx="1341">
                  <c:v>39954</c:v>
                </c:pt>
                <c:pt idx="1342">
                  <c:v>39955</c:v>
                </c:pt>
                <c:pt idx="1343">
                  <c:v>39958</c:v>
                </c:pt>
                <c:pt idx="1344">
                  <c:v>39959</c:v>
                </c:pt>
                <c:pt idx="1345">
                  <c:v>39960</c:v>
                </c:pt>
                <c:pt idx="1346">
                  <c:v>39961</c:v>
                </c:pt>
                <c:pt idx="1347">
                  <c:v>39962</c:v>
                </c:pt>
                <c:pt idx="1348">
                  <c:v>39965</c:v>
                </c:pt>
                <c:pt idx="1349">
                  <c:v>39966</c:v>
                </c:pt>
                <c:pt idx="1350">
                  <c:v>39967</c:v>
                </c:pt>
                <c:pt idx="1351">
                  <c:v>39968</c:v>
                </c:pt>
                <c:pt idx="1352">
                  <c:v>39969</c:v>
                </c:pt>
                <c:pt idx="1353">
                  <c:v>39972</c:v>
                </c:pt>
                <c:pt idx="1354">
                  <c:v>39973</c:v>
                </c:pt>
                <c:pt idx="1355">
                  <c:v>39974</c:v>
                </c:pt>
                <c:pt idx="1356">
                  <c:v>39975</c:v>
                </c:pt>
                <c:pt idx="1357">
                  <c:v>39976</c:v>
                </c:pt>
                <c:pt idx="1358">
                  <c:v>39979</c:v>
                </c:pt>
                <c:pt idx="1359">
                  <c:v>39980</c:v>
                </c:pt>
                <c:pt idx="1360">
                  <c:v>39981</c:v>
                </c:pt>
                <c:pt idx="1361">
                  <c:v>39982</c:v>
                </c:pt>
                <c:pt idx="1362">
                  <c:v>39983</c:v>
                </c:pt>
                <c:pt idx="1363">
                  <c:v>39986</c:v>
                </c:pt>
                <c:pt idx="1364">
                  <c:v>39987</c:v>
                </c:pt>
                <c:pt idx="1365">
                  <c:v>39988</c:v>
                </c:pt>
                <c:pt idx="1366">
                  <c:v>39989</c:v>
                </c:pt>
                <c:pt idx="1367">
                  <c:v>39990</c:v>
                </c:pt>
                <c:pt idx="1368">
                  <c:v>39993</c:v>
                </c:pt>
                <c:pt idx="1369">
                  <c:v>39994</c:v>
                </c:pt>
                <c:pt idx="1370">
                  <c:v>39995</c:v>
                </c:pt>
                <c:pt idx="1371">
                  <c:v>39996</c:v>
                </c:pt>
                <c:pt idx="1372">
                  <c:v>39997</c:v>
                </c:pt>
                <c:pt idx="1373">
                  <c:v>40000</c:v>
                </c:pt>
                <c:pt idx="1374">
                  <c:v>40001</c:v>
                </c:pt>
                <c:pt idx="1375">
                  <c:v>40002</c:v>
                </c:pt>
                <c:pt idx="1376">
                  <c:v>40003</c:v>
                </c:pt>
                <c:pt idx="1377">
                  <c:v>40004</c:v>
                </c:pt>
                <c:pt idx="1378">
                  <c:v>40007</c:v>
                </c:pt>
                <c:pt idx="1379">
                  <c:v>40008</c:v>
                </c:pt>
                <c:pt idx="1380">
                  <c:v>40009</c:v>
                </c:pt>
                <c:pt idx="1381">
                  <c:v>40010</c:v>
                </c:pt>
                <c:pt idx="1382">
                  <c:v>40011</c:v>
                </c:pt>
                <c:pt idx="1383">
                  <c:v>40014</c:v>
                </c:pt>
                <c:pt idx="1384">
                  <c:v>40015</c:v>
                </c:pt>
                <c:pt idx="1385">
                  <c:v>40016</c:v>
                </c:pt>
                <c:pt idx="1386">
                  <c:v>40017</c:v>
                </c:pt>
                <c:pt idx="1387">
                  <c:v>40018</c:v>
                </c:pt>
                <c:pt idx="1388">
                  <c:v>40021</c:v>
                </c:pt>
                <c:pt idx="1389">
                  <c:v>40022</c:v>
                </c:pt>
                <c:pt idx="1390">
                  <c:v>40023</c:v>
                </c:pt>
                <c:pt idx="1391">
                  <c:v>40024</c:v>
                </c:pt>
                <c:pt idx="1392">
                  <c:v>40025</c:v>
                </c:pt>
                <c:pt idx="1393">
                  <c:v>40028</c:v>
                </c:pt>
                <c:pt idx="1394">
                  <c:v>40029</c:v>
                </c:pt>
                <c:pt idx="1395">
                  <c:v>40030</c:v>
                </c:pt>
                <c:pt idx="1396">
                  <c:v>40031</c:v>
                </c:pt>
                <c:pt idx="1397">
                  <c:v>40032</c:v>
                </c:pt>
                <c:pt idx="1398">
                  <c:v>40035</c:v>
                </c:pt>
                <c:pt idx="1399">
                  <c:v>40036</c:v>
                </c:pt>
                <c:pt idx="1400">
                  <c:v>40037</c:v>
                </c:pt>
                <c:pt idx="1401">
                  <c:v>40038</c:v>
                </c:pt>
                <c:pt idx="1402">
                  <c:v>40039</c:v>
                </c:pt>
                <c:pt idx="1403">
                  <c:v>40042</c:v>
                </c:pt>
                <c:pt idx="1404">
                  <c:v>40043</c:v>
                </c:pt>
                <c:pt idx="1405">
                  <c:v>40044</c:v>
                </c:pt>
                <c:pt idx="1406">
                  <c:v>40045</c:v>
                </c:pt>
                <c:pt idx="1407">
                  <c:v>40046</c:v>
                </c:pt>
                <c:pt idx="1408">
                  <c:v>40049</c:v>
                </c:pt>
                <c:pt idx="1409">
                  <c:v>40050</c:v>
                </c:pt>
                <c:pt idx="1410">
                  <c:v>40051</c:v>
                </c:pt>
                <c:pt idx="1411">
                  <c:v>40052</c:v>
                </c:pt>
                <c:pt idx="1412">
                  <c:v>40053</c:v>
                </c:pt>
                <c:pt idx="1413">
                  <c:v>40056</c:v>
                </c:pt>
                <c:pt idx="1414">
                  <c:v>40057</c:v>
                </c:pt>
                <c:pt idx="1415">
                  <c:v>40058</c:v>
                </c:pt>
                <c:pt idx="1416">
                  <c:v>40059</c:v>
                </c:pt>
                <c:pt idx="1417">
                  <c:v>40060</c:v>
                </c:pt>
                <c:pt idx="1418">
                  <c:v>40063</c:v>
                </c:pt>
                <c:pt idx="1419">
                  <c:v>40064</c:v>
                </c:pt>
                <c:pt idx="1420">
                  <c:v>40065</c:v>
                </c:pt>
                <c:pt idx="1421">
                  <c:v>40066</c:v>
                </c:pt>
                <c:pt idx="1422">
                  <c:v>40067</c:v>
                </c:pt>
                <c:pt idx="1423">
                  <c:v>40070</c:v>
                </c:pt>
                <c:pt idx="1424">
                  <c:v>40071</c:v>
                </c:pt>
                <c:pt idx="1425">
                  <c:v>40072</c:v>
                </c:pt>
                <c:pt idx="1426">
                  <c:v>40073</c:v>
                </c:pt>
                <c:pt idx="1427">
                  <c:v>40074</c:v>
                </c:pt>
                <c:pt idx="1428">
                  <c:v>40077</c:v>
                </c:pt>
                <c:pt idx="1429">
                  <c:v>40078</c:v>
                </c:pt>
                <c:pt idx="1430">
                  <c:v>40079</c:v>
                </c:pt>
                <c:pt idx="1431">
                  <c:v>40080</c:v>
                </c:pt>
                <c:pt idx="1432">
                  <c:v>40081</c:v>
                </c:pt>
                <c:pt idx="1433">
                  <c:v>40084</c:v>
                </c:pt>
                <c:pt idx="1434">
                  <c:v>40085</c:v>
                </c:pt>
                <c:pt idx="1435">
                  <c:v>40086</c:v>
                </c:pt>
                <c:pt idx="1436">
                  <c:v>40087</c:v>
                </c:pt>
                <c:pt idx="1437">
                  <c:v>40088</c:v>
                </c:pt>
                <c:pt idx="1438">
                  <c:v>40091</c:v>
                </c:pt>
                <c:pt idx="1439">
                  <c:v>40092</c:v>
                </c:pt>
                <c:pt idx="1440">
                  <c:v>40093</c:v>
                </c:pt>
                <c:pt idx="1441">
                  <c:v>40094</c:v>
                </c:pt>
                <c:pt idx="1442">
                  <c:v>40095</c:v>
                </c:pt>
                <c:pt idx="1443">
                  <c:v>40098</c:v>
                </c:pt>
                <c:pt idx="1444">
                  <c:v>40099</c:v>
                </c:pt>
                <c:pt idx="1445">
                  <c:v>40100</c:v>
                </c:pt>
                <c:pt idx="1446">
                  <c:v>40101</c:v>
                </c:pt>
                <c:pt idx="1447">
                  <c:v>40102</c:v>
                </c:pt>
                <c:pt idx="1448">
                  <c:v>40105</c:v>
                </c:pt>
                <c:pt idx="1449">
                  <c:v>40106</c:v>
                </c:pt>
                <c:pt idx="1450">
                  <c:v>40107</c:v>
                </c:pt>
                <c:pt idx="1451">
                  <c:v>40108</c:v>
                </c:pt>
                <c:pt idx="1452">
                  <c:v>40109</c:v>
                </c:pt>
                <c:pt idx="1453">
                  <c:v>40112</c:v>
                </c:pt>
                <c:pt idx="1454">
                  <c:v>40113</c:v>
                </c:pt>
                <c:pt idx="1455">
                  <c:v>40114</c:v>
                </c:pt>
                <c:pt idx="1456">
                  <c:v>40115</c:v>
                </c:pt>
                <c:pt idx="1457">
                  <c:v>40116</c:v>
                </c:pt>
                <c:pt idx="1458">
                  <c:v>40119</c:v>
                </c:pt>
                <c:pt idx="1459">
                  <c:v>40120</c:v>
                </c:pt>
                <c:pt idx="1460">
                  <c:v>40121</c:v>
                </c:pt>
                <c:pt idx="1461">
                  <c:v>40122</c:v>
                </c:pt>
                <c:pt idx="1462">
                  <c:v>40123</c:v>
                </c:pt>
                <c:pt idx="1463">
                  <c:v>40126</c:v>
                </c:pt>
                <c:pt idx="1464">
                  <c:v>40127</c:v>
                </c:pt>
                <c:pt idx="1465">
                  <c:v>40128</c:v>
                </c:pt>
                <c:pt idx="1466">
                  <c:v>40129</c:v>
                </c:pt>
                <c:pt idx="1467">
                  <c:v>40130</c:v>
                </c:pt>
                <c:pt idx="1468">
                  <c:v>40133</c:v>
                </c:pt>
                <c:pt idx="1469">
                  <c:v>40134</c:v>
                </c:pt>
                <c:pt idx="1470">
                  <c:v>40135</c:v>
                </c:pt>
                <c:pt idx="1471">
                  <c:v>40136</c:v>
                </c:pt>
                <c:pt idx="1472">
                  <c:v>40137</c:v>
                </c:pt>
                <c:pt idx="1473">
                  <c:v>40140</c:v>
                </c:pt>
                <c:pt idx="1474">
                  <c:v>40141</c:v>
                </c:pt>
                <c:pt idx="1475">
                  <c:v>40142</c:v>
                </c:pt>
                <c:pt idx="1476">
                  <c:v>40143</c:v>
                </c:pt>
                <c:pt idx="1477">
                  <c:v>40144</c:v>
                </c:pt>
                <c:pt idx="1478">
                  <c:v>40147</c:v>
                </c:pt>
                <c:pt idx="1479">
                  <c:v>40148</c:v>
                </c:pt>
                <c:pt idx="1480">
                  <c:v>40149</c:v>
                </c:pt>
                <c:pt idx="1481">
                  <c:v>40150</c:v>
                </c:pt>
                <c:pt idx="1482">
                  <c:v>40151</c:v>
                </c:pt>
                <c:pt idx="1483">
                  <c:v>40154</c:v>
                </c:pt>
                <c:pt idx="1484">
                  <c:v>40155</c:v>
                </c:pt>
                <c:pt idx="1485">
                  <c:v>40156</c:v>
                </c:pt>
                <c:pt idx="1486">
                  <c:v>40157</c:v>
                </c:pt>
                <c:pt idx="1487">
                  <c:v>40158</c:v>
                </c:pt>
                <c:pt idx="1488">
                  <c:v>40161</c:v>
                </c:pt>
                <c:pt idx="1489">
                  <c:v>40162</c:v>
                </c:pt>
                <c:pt idx="1490">
                  <c:v>40163</c:v>
                </c:pt>
                <c:pt idx="1491">
                  <c:v>40164</c:v>
                </c:pt>
                <c:pt idx="1492">
                  <c:v>40165</c:v>
                </c:pt>
                <c:pt idx="1493">
                  <c:v>40168</c:v>
                </c:pt>
                <c:pt idx="1494">
                  <c:v>40169</c:v>
                </c:pt>
                <c:pt idx="1495">
                  <c:v>40170</c:v>
                </c:pt>
                <c:pt idx="1496">
                  <c:v>40171</c:v>
                </c:pt>
                <c:pt idx="1497">
                  <c:v>40172</c:v>
                </c:pt>
                <c:pt idx="1498">
                  <c:v>40175</c:v>
                </c:pt>
                <c:pt idx="1499">
                  <c:v>40176</c:v>
                </c:pt>
                <c:pt idx="1500">
                  <c:v>40177</c:v>
                </c:pt>
                <c:pt idx="1501">
                  <c:v>40178</c:v>
                </c:pt>
                <c:pt idx="1502">
                  <c:v>40179</c:v>
                </c:pt>
                <c:pt idx="1503">
                  <c:v>40182</c:v>
                </c:pt>
                <c:pt idx="1504">
                  <c:v>40183</c:v>
                </c:pt>
                <c:pt idx="1505">
                  <c:v>40184</c:v>
                </c:pt>
                <c:pt idx="1506">
                  <c:v>40185</c:v>
                </c:pt>
                <c:pt idx="1507">
                  <c:v>40186</c:v>
                </c:pt>
                <c:pt idx="1508">
                  <c:v>40189</c:v>
                </c:pt>
                <c:pt idx="1509">
                  <c:v>40190</c:v>
                </c:pt>
                <c:pt idx="1510">
                  <c:v>40191</c:v>
                </c:pt>
                <c:pt idx="1511">
                  <c:v>40192</c:v>
                </c:pt>
                <c:pt idx="1512">
                  <c:v>40193</c:v>
                </c:pt>
                <c:pt idx="1513">
                  <c:v>40196</c:v>
                </c:pt>
                <c:pt idx="1514">
                  <c:v>40197</c:v>
                </c:pt>
                <c:pt idx="1515">
                  <c:v>40198</c:v>
                </c:pt>
                <c:pt idx="1516">
                  <c:v>40199</c:v>
                </c:pt>
                <c:pt idx="1517">
                  <c:v>40200</c:v>
                </c:pt>
                <c:pt idx="1518">
                  <c:v>40203</c:v>
                </c:pt>
                <c:pt idx="1519">
                  <c:v>40204</c:v>
                </c:pt>
                <c:pt idx="1520">
                  <c:v>40205</c:v>
                </c:pt>
                <c:pt idx="1521">
                  <c:v>40206</c:v>
                </c:pt>
                <c:pt idx="1522">
                  <c:v>40207</c:v>
                </c:pt>
                <c:pt idx="1523">
                  <c:v>40210</c:v>
                </c:pt>
                <c:pt idx="1524">
                  <c:v>40211</c:v>
                </c:pt>
                <c:pt idx="1525">
                  <c:v>40212</c:v>
                </c:pt>
                <c:pt idx="1526">
                  <c:v>40213</c:v>
                </c:pt>
                <c:pt idx="1527">
                  <c:v>40214</c:v>
                </c:pt>
                <c:pt idx="1528">
                  <c:v>40217</c:v>
                </c:pt>
                <c:pt idx="1529">
                  <c:v>40218</c:v>
                </c:pt>
                <c:pt idx="1530">
                  <c:v>40219</c:v>
                </c:pt>
                <c:pt idx="1531">
                  <c:v>40220</c:v>
                </c:pt>
                <c:pt idx="1532">
                  <c:v>40221</c:v>
                </c:pt>
                <c:pt idx="1533">
                  <c:v>40224</c:v>
                </c:pt>
                <c:pt idx="1534">
                  <c:v>40225</c:v>
                </c:pt>
                <c:pt idx="1535">
                  <c:v>40226</c:v>
                </c:pt>
                <c:pt idx="1536">
                  <c:v>40227</c:v>
                </c:pt>
                <c:pt idx="1537">
                  <c:v>40228</c:v>
                </c:pt>
                <c:pt idx="1538">
                  <c:v>40231</c:v>
                </c:pt>
                <c:pt idx="1539">
                  <c:v>40232</c:v>
                </c:pt>
                <c:pt idx="1540">
                  <c:v>40233</c:v>
                </c:pt>
                <c:pt idx="1541">
                  <c:v>40234</c:v>
                </c:pt>
                <c:pt idx="1542">
                  <c:v>40235</c:v>
                </c:pt>
                <c:pt idx="1543">
                  <c:v>40238</c:v>
                </c:pt>
                <c:pt idx="1544">
                  <c:v>40239</c:v>
                </c:pt>
                <c:pt idx="1545">
                  <c:v>40240</c:v>
                </c:pt>
                <c:pt idx="1546">
                  <c:v>40241</c:v>
                </c:pt>
                <c:pt idx="1547">
                  <c:v>40242</c:v>
                </c:pt>
                <c:pt idx="1548">
                  <c:v>40245</c:v>
                </c:pt>
                <c:pt idx="1549">
                  <c:v>40246</c:v>
                </c:pt>
                <c:pt idx="1550">
                  <c:v>40247</c:v>
                </c:pt>
                <c:pt idx="1551">
                  <c:v>40248</c:v>
                </c:pt>
                <c:pt idx="1552">
                  <c:v>40249</c:v>
                </c:pt>
                <c:pt idx="1553">
                  <c:v>40252</c:v>
                </c:pt>
                <c:pt idx="1554">
                  <c:v>40253</c:v>
                </c:pt>
                <c:pt idx="1555">
                  <c:v>40254</c:v>
                </c:pt>
                <c:pt idx="1556">
                  <c:v>40255</c:v>
                </c:pt>
                <c:pt idx="1557">
                  <c:v>40256</c:v>
                </c:pt>
                <c:pt idx="1558">
                  <c:v>40259</c:v>
                </c:pt>
                <c:pt idx="1559">
                  <c:v>40260</c:v>
                </c:pt>
                <c:pt idx="1560">
                  <c:v>40261</c:v>
                </c:pt>
                <c:pt idx="1561">
                  <c:v>40262</c:v>
                </c:pt>
                <c:pt idx="1562">
                  <c:v>40263</c:v>
                </c:pt>
                <c:pt idx="1563">
                  <c:v>40266</c:v>
                </c:pt>
                <c:pt idx="1564">
                  <c:v>40267</c:v>
                </c:pt>
                <c:pt idx="1565">
                  <c:v>40268</c:v>
                </c:pt>
                <c:pt idx="1566">
                  <c:v>40269</c:v>
                </c:pt>
                <c:pt idx="1567">
                  <c:v>40270</c:v>
                </c:pt>
                <c:pt idx="1568">
                  <c:v>40273</c:v>
                </c:pt>
                <c:pt idx="1569">
                  <c:v>40274</c:v>
                </c:pt>
                <c:pt idx="1570">
                  <c:v>40275</c:v>
                </c:pt>
                <c:pt idx="1571">
                  <c:v>40276</c:v>
                </c:pt>
                <c:pt idx="1572">
                  <c:v>40277</c:v>
                </c:pt>
                <c:pt idx="1573">
                  <c:v>40280</c:v>
                </c:pt>
                <c:pt idx="1574">
                  <c:v>40281</c:v>
                </c:pt>
                <c:pt idx="1575">
                  <c:v>40282</c:v>
                </c:pt>
                <c:pt idx="1576">
                  <c:v>40283</c:v>
                </c:pt>
                <c:pt idx="1577">
                  <c:v>40284</c:v>
                </c:pt>
                <c:pt idx="1578">
                  <c:v>40287</c:v>
                </c:pt>
                <c:pt idx="1579">
                  <c:v>40288</c:v>
                </c:pt>
                <c:pt idx="1580">
                  <c:v>40289</c:v>
                </c:pt>
                <c:pt idx="1581">
                  <c:v>40290</c:v>
                </c:pt>
                <c:pt idx="1582">
                  <c:v>40291</c:v>
                </c:pt>
                <c:pt idx="1583">
                  <c:v>40294</c:v>
                </c:pt>
                <c:pt idx="1584">
                  <c:v>40295</c:v>
                </c:pt>
                <c:pt idx="1585">
                  <c:v>40296</c:v>
                </c:pt>
                <c:pt idx="1586">
                  <c:v>40297</c:v>
                </c:pt>
                <c:pt idx="1587">
                  <c:v>40298</c:v>
                </c:pt>
                <c:pt idx="1588">
                  <c:v>40301</c:v>
                </c:pt>
                <c:pt idx="1589">
                  <c:v>40302</c:v>
                </c:pt>
                <c:pt idx="1590">
                  <c:v>40303</c:v>
                </c:pt>
                <c:pt idx="1591">
                  <c:v>40304</c:v>
                </c:pt>
                <c:pt idx="1592">
                  <c:v>40305</c:v>
                </c:pt>
                <c:pt idx="1593">
                  <c:v>40308</c:v>
                </c:pt>
                <c:pt idx="1594">
                  <c:v>40309</c:v>
                </c:pt>
                <c:pt idx="1595">
                  <c:v>40310</c:v>
                </c:pt>
                <c:pt idx="1596">
                  <c:v>40311</c:v>
                </c:pt>
                <c:pt idx="1597">
                  <c:v>40312</c:v>
                </c:pt>
                <c:pt idx="1598">
                  <c:v>40315</c:v>
                </c:pt>
                <c:pt idx="1599">
                  <c:v>40316</c:v>
                </c:pt>
                <c:pt idx="1600">
                  <c:v>40317</c:v>
                </c:pt>
                <c:pt idx="1601">
                  <c:v>40318</c:v>
                </c:pt>
                <c:pt idx="1602">
                  <c:v>40319</c:v>
                </c:pt>
                <c:pt idx="1603">
                  <c:v>40322</c:v>
                </c:pt>
                <c:pt idx="1604">
                  <c:v>40323</c:v>
                </c:pt>
                <c:pt idx="1605">
                  <c:v>40324</c:v>
                </c:pt>
                <c:pt idx="1606">
                  <c:v>40325</c:v>
                </c:pt>
                <c:pt idx="1607">
                  <c:v>40326</c:v>
                </c:pt>
                <c:pt idx="1608">
                  <c:v>40329</c:v>
                </c:pt>
                <c:pt idx="1609">
                  <c:v>40330</c:v>
                </c:pt>
                <c:pt idx="1610">
                  <c:v>40331</c:v>
                </c:pt>
                <c:pt idx="1611">
                  <c:v>40332</c:v>
                </c:pt>
                <c:pt idx="1612">
                  <c:v>40333</c:v>
                </c:pt>
                <c:pt idx="1613">
                  <c:v>40336</c:v>
                </c:pt>
                <c:pt idx="1614">
                  <c:v>40337</c:v>
                </c:pt>
                <c:pt idx="1615">
                  <c:v>40338</c:v>
                </c:pt>
                <c:pt idx="1616">
                  <c:v>40339</c:v>
                </c:pt>
                <c:pt idx="1617">
                  <c:v>40340</c:v>
                </c:pt>
                <c:pt idx="1618">
                  <c:v>40343</c:v>
                </c:pt>
                <c:pt idx="1619">
                  <c:v>40344</c:v>
                </c:pt>
                <c:pt idx="1620">
                  <c:v>40345</c:v>
                </c:pt>
                <c:pt idx="1621">
                  <c:v>40346</c:v>
                </c:pt>
                <c:pt idx="1622">
                  <c:v>40347</c:v>
                </c:pt>
                <c:pt idx="1623">
                  <c:v>40350</c:v>
                </c:pt>
                <c:pt idx="1624">
                  <c:v>40351</c:v>
                </c:pt>
                <c:pt idx="1625">
                  <c:v>40352</c:v>
                </c:pt>
                <c:pt idx="1626">
                  <c:v>40353</c:v>
                </c:pt>
                <c:pt idx="1627">
                  <c:v>40354</c:v>
                </c:pt>
                <c:pt idx="1628">
                  <c:v>40357</c:v>
                </c:pt>
                <c:pt idx="1629">
                  <c:v>40358</c:v>
                </c:pt>
                <c:pt idx="1630">
                  <c:v>40359</c:v>
                </c:pt>
                <c:pt idx="1631">
                  <c:v>40360</c:v>
                </c:pt>
                <c:pt idx="1632">
                  <c:v>40361</c:v>
                </c:pt>
                <c:pt idx="1633">
                  <c:v>40364</c:v>
                </c:pt>
                <c:pt idx="1634">
                  <c:v>40365</c:v>
                </c:pt>
                <c:pt idx="1635">
                  <c:v>40366</c:v>
                </c:pt>
                <c:pt idx="1636">
                  <c:v>40367</c:v>
                </c:pt>
                <c:pt idx="1637">
                  <c:v>40368</c:v>
                </c:pt>
                <c:pt idx="1638">
                  <c:v>40371</c:v>
                </c:pt>
                <c:pt idx="1639">
                  <c:v>40372</c:v>
                </c:pt>
                <c:pt idx="1640">
                  <c:v>40373</c:v>
                </c:pt>
                <c:pt idx="1641">
                  <c:v>40374</c:v>
                </c:pt>
                <c:pt idx="1642">
                  <c:v>40375</c:v>
                </c:pt>
                <c:pt idx="1643">
                  <c:v>40378</c:v>
                </c:pt>
                <c:pt idx="1644">
                  <c:v>40379</c:v>
                </c:pt>
                <c:pt idx="1645">
                  <c:v>40380</c:v>
                </c:pt>
                <c:pt idx="1646">
                  <c:v>40381</c:v>
                </c:pt>
                <c:pt idx="1647">
                  <c:v>40382</c:v>
                </c:pt>
                <c:pt idx="1648">
                  <c:v>40385</c:v>
                </c:pt>
                <c:pt idx="1649">
                  <c:v>40386</c:v>
                </c:pt>
                <c:pt idx="1650">
                  <c:v>40387</c:v>
                </c:pt>
                <c:pt idx="1651">
                  <c:v>40388</c:v>
                </c:pt>
                <c:pt idx="1652">
                  <c:v>40389</c:v>
                </c:pt>
                <c:pt idx="1653">
                  <c:v>40392</c:v>
                </c:pt>
                <c:pt idx="1654">
                  <c:v>40393</c:v>
                </c:pt>
                <c:pt idx="1655">
                  <c:v>40394</c:v>
                </c:pt>
                <c:pt idx="1656">
                  <c:v>40395</c:v>
                </c:pt>
                <c:pt idx="1657">
                  <c:v>40396</c:v>
                </c:pt>
                <c:pt idx="1658">
                  <c:v>40399</c:v>
                </c:pt>
                <c:pt idx="1659">
                  <c:v>40400</c:v>
                </c:pt>
                <c:pt idx="1660">
                  <c:v>40401</c:v>
                </c:pt>
                <c:pt idx="1661">
                  <c:v>40402</c:v>
                </c:pt>
                <c:pt idx="1662">
                  <c:v>40403</c:v>
                </c:pt>
                <c:pt idx="1663">
                  <c:v>40406</c:v>
                </c:pt>
                <c:pt idx="1664">
                  <c:v>40407</c:v>
                </c:pt>
                <c:pt idx="1665">
                  <c:v>40408</c:v>
                </c:pt>
                <c:pt idx="1666">
                  <c:v>40409</c:v>
                </c:pt>
                <c:pt idx="1667">
                  <c:v>40410</c:v>
                </c:pt>
                <c:pt idx="1668">
                  <c:v>40413</c:v>
                </c:pt>
                <c:pt idx="1669">
                  <c:v>40414</c:v>
                </c:pt>
                <c:pt idx="1670">
                  <c:v>40415</c:v>
                </c:pt>
                <c:pt idx="1671">
                  <c:v>40416</c:v>
                </c:pt>
                <c:pt idx="1672">
                  <c:v>40417</c:v>
                </c:pt>
                <c:pt idx="1673">
                  <c:v>40420</c:v>
                </c:pt>
                <c:pt idx="1674">
                  <c:v>40421</c:v>
                </c:pt>
                <c:pt idx="1675">
                  <c:v>40422</c:v>
                </c:pt>
                <c:pt idx="1676">
                  <c:v>40423</c:v>
                </c:pt>
                <c:pt idx="1677">
                  <c:v>40424</c:v>
                </c:pt>
                <c:pt idx="1678">
                  <c:v>40427</c:v>
                </c:pt>
                <c:pt idx="1679">
                  <c:v>40428</c:v>
                </c:pt>
                <c:pt idx="1680">
                  <c:v>40429</c:v>
                </c:pt>
                <c:pt idx="1681">
                  <c:v>40430</c:v>
                </c:pt>
                <c:pt idx="1682">
                  <c:v>40431</c:v>
                </c:pt>
                <c:pt idx="1683">
                  <c:v>40434</c:v>
                </c:pt>
                <c:pt idx="1684">
                  <c:v>40435</c:v>
                </c:pt>
                <c:pt idx="1685">
                  <c:v>40436</c:v>
                </c:pt>
                <c:pt idx="1686">
                  <c:v>40437</c:v>
                </c:pt>
                <c:pt idx="1687">
                  <c:v>40438</c:v>
                </c:pt>
                <c:pt idx="1688">
                  <c:v>40441</c:v>
                </c:pt>
                <c:pt idx="1689">
                  <c:v>40442</c:v>
                </c:pt>
                <c:pt idx="1690">
                  <c:v>40443</c:v>
                </c:pt>
                <c:pt idx="1691">
                  <c:v>40444</c:v>
                </c:pt>
                <c:pt idx="1692">
                  <c:v>40445</c:v>
                </c:pt>
                <c:pt idx="1693">
                  <c:v>40448</c:v>
                </c:pt>
                <c:pt idx="1694">
                  <c:v>40449</c:v>
                </c:pt>
                <c:pt idx="1695">
                  <c:v>40450</c:v>
                </c:pt>
                <c:pt idx="1696">
                  <c:v>40451</c:v>
                </c:pt>
                <c:pt idx="1697">
                  <c:v>40452</c:v>
                </c:pt>
                <c:pt idx="1698">
                  <c:v>40455</c:v>
                </c:pt>
                <c:pt idx="1699">
                  <c:v>40456</c:v>
                </c:pt>
                <c:pt idx="1700">
                  <c:v>40457</c:v>
                </c:pt>
                <c:pt idx="1701">
                  <c:v>40458</c:v>
                </c:pt>
                <c:pt idx="1702">
                  <c:v>40459</c:v>
                </c:pt>
                <c:pt idx="1703">
                  <c:v>40462</c:v>
                </c:pt>
                <c:pt idx="1704">
                  <c:v>40463</c:v>
                </c:pt>
                <c:pt idx="1705">
                  <c:v>40464</c:v>
                </c:pt>
                <c:pt idx="1706">
                  <c:v>40465</c:v>
                </c:pt>
                <c:pt idx="1707">
                  <c:v>40466</c:v>
                </c:pt>
                <c:pt idx="1708">
                  <c:v>40469</c:v>
                </c:pt>
                <c:pt idx="1709">
                  <c:v>40470</c:v>
                </c:pt>
                <c:pt idx="1710">
                  <c:v>40471</c:v>
                </c:pt>
                <c:pt idx="1711">
                  <c:v>40472</c:v>
                </c:pt>
                <c:pt idx="1712">
                  <c:v>40473</c:v>
                </c:pt>
                <c:pt idx="1713">
                  <c:v>40476</c:v>
                </c:pt>
                <c:pt idx="1714">
                  <c:v>40477</c:v>
                </c:pt>
                <c:pt idx="1715">
                  <c:v>40478</c:v>
                </c:pt>
                <c:pt idx="1716">
                  <c:v>40479</c:v>
                </c:pt>
                <c:pt idx="1717">
                  <c:v>40480</c:v>
                </c:pt>
                <c:pt idx="1718">
                  <c:v>40483</c:v>
                </c:pt>
                <c:pt idx="1719">
                  <c:v>40484</c:v>
                </c:pt>
                <c:pt idx="1720">
                  <c:v>40485</c:v>
                </c:pt>
                <c:pt idx="1721">
                  <c:v>40486</c:v>
                </c:pt>
                <c:pt idx="1722">
                  <c:v>40487</c:v>
                </c:pt>
                <c:pt idx="1723">
                  <c:v>40490</c:v>
                </c:pt>
                <c:pt idx="1724">
                  <c:v>40491</c:v>
                </c:pt>
                <c:pt idx="1725">
                  <c:v>40492</c:v>
                </c:pt>
                <c:pt idx="1726">
                  <c:v>40493</c:v>
                </c:pt>
                <c:pt idx="1727">
                  <c:v>40494</c:v>
                </c:pt>
                <c:pt idx="1728">
                  <c:v>40497</c:v>
                </c:pt>
                <c:pt idx="1729">
                  <c:v>40498</c:v>
                </c:pt>
                <c:pt idx="1730">
                  <c:v>40499</c:v>
                </c:pt>
                <c:pt idx="1731">
                  <c:v>40500</c:v>
                </c:pt>
                <c:pt idx="1732">
                  <c:v>40501</c:v>
                </c:pt>
                <c:pt idx="1733">
                  <c:v>40504</c:v>
                </c:pt>
                <c:pt idx="1734">
                  <c:v>40505</c:v>
                </c:pt>
                <c:pt idx="1735">
                  <c:v>40506</c:v>
                </c:pt>
                <c:pt idx="1736">
                  <c:v>40507</c:v>
                </c:pt>
                <c:pt idx="1737">
                  <c:v>40508</c:v>
                </c:pt>
                <c:pt idx="1738">
                  <c:v>40511</c:v>
                </c:pt>
                <c:pt idx="1739">
                  <c:v>40512</c:v>
                </c:pt>
                <c:pt idx="1740">
                  <c:v>40513</c:v>
                </c:pt>
                <c:pt idx="1741">
                  <c:v>40514</c:v>
                </c:pt>
                <c:pt idx="1742">
                  <c:v>40515</c:v>
                </c:pt>
                <c:pt idx="1743">
                  <c:v>40518</c:v>
                </c:pt>
                <c:pt idx="1744">
                  <c:v>40519</c:v>
                </c:pt>
                <c:pt idx="1745">
                  <c:v>40520</c:v>
                </c:pt>
                <c:pt idx="1746">
                  <c:v>40521</c:v>
                </c:pt>
                <c:pt idx="1747">
                  <c:v>40522</c:v>
                </c:pt>
                <c:pt idx="1748">
                  <c:v>40525</c:v>
                </c:pt>
                <c:pt idx="1749">
                  <c:v>40526</c:v>
                </c:pt>
                <c:pt idx="1750">
                  <c:v>40527</c:v>
                </c:pt>
                <c:pt idx="1751">
                  <c:v>40528</c:v>
                </c:pt>
                <c:pt idx="1752">
                  <c:v>40529</c:v>
                </c:pt>
                <c:pt idx="1753">
                  <c:v>40532</c:v>
                </c:pt>
                <c:pt idx="1754">
                  <c:v>40533</c:v>
                </c:pt>
                <c:pt idx="1755">
                  <c:v>40534</c:v>
                </c:pt>
                <c:pt idx="1756">
                  <c:v>40535</c:v>
                </c:pt>
                <c:pt idx="1757">
                  <c:v>40536</c:v>
                </c:pt>
                <c:pt idx="1758">
                  <c:v>40539</c:v>
                </c:pt>
                <c:pt idx="1759">
                  <c:v>40540</c:v>
                </c:pt>
                <c:pt idx="1760">
                  <c:v>40541</c:v>
                </c:pt>
                <c:pt idx="1761">
                  <c:v>40542</c:v>
                </c:pt>
                <c:pt idx="1762">
                  <c:v>40543</c:v>
                </c:pt>
                <c:pt idx="1763">
                  <c:v>40546</c:v>
                </c:pt>
                <c:pt idx="1764">
                  <c:v>40547</c:v>
                </c:pt>
                <c:pt idx="1765">
                  <c:v>40548</c:v>
                </c:pt>
                <c:pt idx="1766">
                  <c:v>40549</c:v>
                </c:pt>
                <c:pt idx="1767">
                  <c:v>40550</c:v>
                </c:pt>
                <c:pt idx="1768">
                  <c:v>40553</c:v>
                </c:pt>
                <c:pt idx="1769">
                  <c:v>40554</c:v>
                </c:pt>
                <c:pt idx="1770">
                  <c:v>40555</c:v>
                </c:pt>
                <c:pt idx="1771">
                  <c:v>40556</c:v>
                </c:pt>
                <c:pt idx="1772">
                  <c:v>40557</c:v>
                </c:pt>
                <c:pt idx="1773">
                  <c:v>40560</c:v>
                </c:pt>
                <c:pt idx="1774">
                  <c:v>40561</c:v>
                </c:pt>
                <c:pt idx="1775">
                  <c:v>40562</c:v>
                </c:pt>
                <c:pt idx="1776">
                  <c:v>40563</c:v>
                </c:pt>
                <c:pt idx="1777">
                  <c:v>40564</c:v>
                </c:pt>
                <c:pt idx="1778">
                  <c:v>40567</c:v>
                </c:pt>
                <c:pt idx="1779">
                  <c:v>40568</c:v>
                </c:pt>
                <c:pt idx="1780">
                  <c:v>40569</c:v>
                </c:pt>
                <c:pt idx="1781">
                  <c:v>40570</c:v>
                </c:pt>
                <c:pt idx="1782">
                  <c:v>40571</c:v>
                </c:pt>
                <c:pt idx="1783">
                  <c:v>40574</c:v>
                </c:pt>
                <c:pt idx="1784">
                  <c:v>40575</c:v>
                </c:pt>
                <c:pt idx="1785">
                  <c:v>40576</c:v>
                </c:pt>
                <c:pt idx="1786">
                  <c:v>40577</c:v>
                </c:pt>
                <c:pt idx="1787">
                  <c:v>40578</c:v>
                </c:pt>
                <c:pt idx="1788">
                  <c:v>40581</c:v>
                </c:pt>
                <c:pt idx="1789">
                  <c:v>40582</c:v>
                </c:pt>
                <c:pt idx="1790">
                  <c:v>40583</c:v>
                </c:pt>
                <c:pt idx="1791">
                  <c:v>40584</c:v>
                </c:pt>
                <c:pt idx="1792">
                  <c:v>40585</c:v>
                </c:pt>
                <c:pt idx="1793">
                  <c:v>40588</c:v>
                </c:pt>
                <c:pt idx="1794">
                  <c:v>40589</c:v>
                </c:pt>
                <c:pt idx="1795">
                  <c:v>40590</c:v>
                </c:pt>
                <c:pt idx="1796">
                  <c:v>40591</c:v>
                </c:pt>
                <c:pt idx="1797">
                  <c:v>40592</c:v>
                </c:pt>
                <c:pt idx="1798">
                  <c:v>40595</c:v>
                </c:pt>
                <c:pt idx="1799">
                  <c:v>40596</c:v>
                </c:pt>
                <c:pt idx="1800">
                  <c:v>40597</c:v>
                </c:pt>
                <c:pt idx="1801">
                  <c:v>40598</c:v>
                </c:pt>
                <c:pt idx="1802">
                  <c:v>40599</c:v>
                </c:pt>
                <c:pt idx="1803">
                  <c:v>40602</c:v>
                </c:pt>
                <c:pt idx="1804">
                  <c:v>40603</c:v>
                </c:pt>
                <c:pt idx="1805">
                  <c:v>40604</c:v>
                </c:pt>
                <c:pt idx="1806">
                  <c:v>40605</c:v>
                </c:pt>
                <c:pt idx="1807">
                  <c:v>40606</c:v>
                </c:pt>
                <c:pt idx="1808">
                  <c:v>40609</c:v>
                </c:pt>
                <c:pt idx="1809">
                  <c:v>40610</c:v>
                </c:pt>
                <c:pt idx="1810">
                  <c:v>40611</c:v>
                </c:pt>
                <c:pt idx="1811">
                  <c:v>40612</c:v>
                </c:pt>
                <c:pt idx="1812">
                  <c:v>40613</c:v>
                </c:pt>
                <c:pt idx="1813">
                  <c:v>40616</c:v>
                </c:pt>
                <c:pt idx="1814">
                  <c:v>40617</c:v>
                </c:pt>
                <c:pt idx="1815">
                  <c:v>40618</c:v>
                </c:pt>
                <c:pt idx="1816">
                  <c:v>40619</c:v>
                </c:pt>
                <c:pt idx="1817">
                  <c:v>40620</c:v>
                </c:pt>
                <c:pt idx="1818">
                  <c:v>40623</c:v>
                </c:pt>
                <c:pt idx="1819">
                  <c:v>40624</c:v>
                </c:pt>
                <c:pt idx="1820">
                  <c:v>40625</c:v>
                </c:pt>
                <c:pt idx="1821">
                  <c:v>40626</c:v>
                </c:pt>
                <c:pt idx="1822">
                  <c:v>40627</c:v>
                </c:pt>
                <c:pt idx="1823">
                  <c:v>40630</c:v>
                </c:pt>
                <c:pt idx="1824">
                  <c:v>40631</c:v>
                </c:pt>
                <c:pt idx="1825">
                  <c:v>40632</c:v>
                </c:pt>
                <c:pt idx="1826">
                  <c:v>40633</c:v>
                </c:pt>
                <c:pt idx="1827">
                  <c:v>40634</c:v>
                </c:pt>
                <c:pt idx="1828">
                  <c:v>40637</c:v>
                </c:pt>
                <c:pt idx="1829">
                  <c:v>40638</c:v>
                </c:pt>
                <c:pt idx="1830">
                  <c:v>40639</c:v>
                </c:pt>
                <c:pt idx="1831">
                  <c:v>40640</c:v>
                </c:pt>
                <c:pt idx="1832">
                  <c:v>40641</c:v>
                </c:pt>
                <c:pt idx="1833">
                  <c:v>40644</c:v>
                </c:pt>
                <c:pt idx="1834">
                  <c:v>40645</c:v>
                </c:pt>
                <c:pt idx="1835">
                  <c:v>40646</c:v>
                </c:pt>
                <c:pt idx="1836">
                  <c:v>40647</c:v>
                </c:pt>
                <c:pt idx="1837">
                  <c:v>40648</c:v>
                </c:pt>
                <c:pt idx="1838">
                  <c:v>40651</c:v>
                </c:pt>
                <c:pt idx="1839">
                  <c:v>40652</c:v>
                </c:pt>
                <c:pt idx="1840">
                  <c:v>40653</c:v>
                </c:pt>
                <c:pt idx="1841">
                  <c:v>40654</c:v>
                </c:pt>
                <c:pt idx="1842">
                  <c:v>40655</c:v>
                </c:pt>
                <c:pt idx="1843">
                  <c:v>40658</c:v>
                </c:pt>
                <c:pt idx="1844">
                  <c:v>40659</c:v>
                </c:pt>
                <c:pt idx="1845">
                  <c:v>40660</c:v>
                </c:pt>
                <c:pt idx="1846">
                  <c:v>40661</c:v>
                </c:pt>
                <c:pt idx="1847">
                  <c:v>40662</c:v>
                </c:pt>
                <c:pt idx="1848">
                  <c:v>40665</c:v>
                </c:pt>
                <c:pt idx="1849">
                  <c:v>40666</c:v>
                </c:pt>
                <c:pt idx="1850">
                  <c:v>40667</c:v>
                </c:pt>
                <c:pt idx="1851">
                  <c:v>40668</c:v>
                </c:pt>
                <c:pt idx="1852">
                  <c:v>40669</c:v>
                </c:pt>
                <c:pt idx="1853">
                  <c:v>40672</c:v>
                </c:pt>
                <c:pt idx="1854">
                  <c:v>40673</c:v>
                </c:pt>
                <c:pt idx="1855">
                  <c:v>40674</c:v>
                </c:pt>
                <c:pt idx="1856">
                  <c:v>40675</c:v>
                </c:pt>
                <c:pt idx="1857">
                  <c:v>40676</c:v>
                </c:pt>
                <c:pt idx="1858">
                  <c:v>40679</c:v>
                </c:pt>
                <c:pt idx="1859">
                  <c:v>40680</c:v>
                </c:pt>
                <c:pt idx="1860">
                  <c:v>40681</c:v>
                </c:pt>
                <c:pt idx="1861">
                  <c:v>40682</c:v>
                </c:pt>
                <c:pt idx="1862">
                  <c:v>40683</c:v>
                </c:pt>
                <c:pt idx="1863">
                  <c:v>40686</c:v>
                </c:pt>
                <c:pt idx="1864">
                  <c:v>40687</c:v>
                </c:pt>
                <c:pt idx="1865">
                  <c:v>40688</c:v>
                </c:pt>
                <c:pt idx="1866">
                  <c:v>40689</c:v>
                </c:pt>
                <c:pt idx="1867">
                  <c:v>40690</c:v>
                </c:pt>
                <c:pt idx="1868">
                  <c:v>40693</c:v>
                </c:pt>
                <c:pt idx="1869">
                  <c:v>40694</c:v>
                </c:pt>
                <c:pt idx="1870">
                  <c:v>40695</c:v>
                </c:pt>
                <c:pt idx="1871">
                  <c:v>40696</c:v>
                </c:pt>
                <c:pt idx="1872">
                  <c:v>40697</c:v>
                </c:pt>
                <c:pt idx="1873">
                  <c:v>40700</c:v>
                </c:pt>
                <c:pt idx="1874">
                  <c:v>40701</c:v>
                </c:pt>
                <c:pt idx="1875">
                  <c:v>40702</c:v>
                </c:pt>
                <c:pt idx="1876">
                  <c:v>40703</c:v>
                </c:pt>
                <c:pt idx="1877">
                  <c:v>40704</c:v>
                </c:pt>
                <c:pt idx="1878">
                  <c:v>40707</c:v>
                </c:pt>
                <c:pt idx="1879">
                  <c:v>40708</c:v>
                </c:pt>
                <c:pt idx="1880">
                  <c:v>40709</c:v>
                </c:pt>
                <c:pt idx="1881">
                  <c:v>40710</c:v>
                </c:pt>
                <c:pt idx="1882">
                  <c:v>40711</c:v>
                </c:pt>
                <c:pt idx="1883">
                  <c:v>40714</c:v>
                </c:pt>
                <c:pt idx="1884">
                  <c:v>40715</c:v>
                </c:pt>
                <c:pt idx="1885">
                  <c:v>40716</c:v>
                </c:pt>
                <c:pt idx="1886">
                  <c:v>40717</c:v>
                </c:pt>
                <c:pt idx="1887">
                  <c:v>40718</c:v>
                </c:pt>
                <c:pt idx="1888">
                  <c:v>40721</c:v>
                </c:pt>
                <c:pt idx="1889">
                  <c:v>40722</c:v>
                </c:pt>
                <c:pt idx="1890">
                  <c:v>40723</c:v>
                </c:pt>
                <c:pt idx="1891">
                  <c:v>40724</c:v>
                </c:pt>
                <c:pt idx="1892">
                  <c:v>40725</c:v>
                </c:pt>
                <c:pt idx="1893">
                  <c:v>40728</c:v>
                </c:pt>
                <c:pt idx="1894">
                  <c:v>40729</c:v>
                </c:pt>
                <c:pt idx="1895">
                  <c:v>40730</c:v>
                </c:pt>
                <c:pt idx="1896">
                  <c:v>40731</c:v>
                </c:pt>
                <c:pt idx="1897">
                  <c:v>40732</c:v>
                </c:pt>
                <c:pt idx="1898">
                  <c:v>40735</c:v>
                </c:pt>
                <c:pt idx="1899">
                  <c:v>40736</c:v>
                </c:pt>
                <c:pt idx="1900">
                  <c:v>40737</c:v>
                </c:pt>
                <c:pt idx="1901">
                  <c:v>40738</c:v>
                </c:pt>
                <c:pt idx="1902">
                  <c:v>40739</c:v>
                </c:pt>
                <c:pt idx="1903">
                  <c:v>40742</c:v>
                </c:pt>
                <c:pt idx="1904">
                  <c:v>40743</c:v>
                </c:pt>
                <c:pt idx="1905">
                  <c:v>40744</c:v>
                </c:pt>
                <c:pt idx="1906">
                  <c:v>40745</c:v>
                </c:pt>
                <c:pt idx="1907">
                  <c:v>40746</c:v>
                </c:pt>
                <c:pt idx="1908">
                  <c:v>40749</c:v>
                </c:pt>
                <c:pt idx="1909">
                  <c:v>40750</c:v>
                </c:pt>
                <c:pt idx="1910">
                  <c:v>40751</c:v>
                </c:pt>
                <c:pt idx="1911">
                  <c:v>40752</c:v>
                </c:pt>
                <c:pt idx="1912">
                  <c:v>40753</c:v>
                </c:pt>
                <c:pt idx="1913">
                  <c:v>40756</c:v>
                </c:pt>
                <c:pt idx="1914">
                  <c:v>40757</c:v>
                </c:pt>
                <c:pt idx="1915">
                  <c:v>40758</c:v>
                </c:pt>
                <c:pt idx="1916">
                  <c:v>40759</c:v>
                </c:pt>
                <c:pt idx="1917">
                  <c:v>40760</c:v>
                </c:pt>
                <c:pt idx="1918">
                  <c:v>40763</c:v>
                </c:pt>
                <c:pt idx="1919">
                  <c:v>40764</c:v>
                </c:pt>
                <c:pt idx="1920">
                  <c:v>40765</c:v>
                </c:pt>
                <c:pt idx="1921">
                  <c:v>40766</c:v>
                </c:pt>
                <c:pt idx="1922">
                  <c:v>40767</c:v>
                </c:pt>
                <c:pt idx="1923">
                  <c:v>40770</c:v>
                </c:pt>
                <c:pt idx="1924">
                  <c:v>40771</c:v>
                </c:pt>
                <c:pt idx="1925">
                  <c:v>40772</c:v>
                </c:pt>
                <c:pt idx="1926">
                  <c:v>40773</c:v>
                </c:pt>
                <c:pt idx="1927">
                  <c:v>40774</c:v>
                </c:pt>
                <c:pt idx="1928">
                  <c:v>40777</c:v>
                </c:pt>
                <c:pt idx="1929">
                  <c:v>40778</c:v>
                </c:pt>
                <c:pt idx="1930">
                  <c:v>40779</c:v>
                </c:pt>
                <c:pt idx="1931">
                  <c:v>40780</c:v>
                </c:pt>
                <c:pt idx="1932">
                  <c:v>40781</c:v>
                </c:pt>
                <c:pt idx="1933">
                  <c:v>40784</c:v>
                </c:pt>
                <c:pt idx="1934">
                  <c:v>40785</c:v>
                </c:pt>
                <c:pt idx="1935">
                  <c:v>40786</c:v>
                </c:pt>
                <c:pt idx="1936">
                  <c:v>40787</c:v>
                </c:pt>
                <c:pt idx="1937">
                  <c:v>40788</c:v>
                </c:pt>
                <c:pt idx="1938">
                  <c:v>40791</c:v>
                </c:pt>
                <c:pt idx="1939">
                  <c:v>40792</c:v>
                </c:pt>
                <c:pt idx="1940">
                  <c:v>40793</c:v>
                </c:pt>
                <c:pt idx="1941">
                  <c:v>40794</c:v>
                </c:pt>
                <c:pt idx="1942">
                  <c:v>40795</c:v>
                </c:pt>
                <c:pt idx="1943">
                  <c:v>40798</c:v>
                </c:pt>
                <c:pt idx="1944">
                  <c:v>40799</c:v>
                </c:pt>
                <c:pt idx="1945">
                  <c:v>40800</c:v>
                </c:pt>
                <c:pt idx="1946">
                  <c:v>40801</c:v>
                </c:pt>
                <c:pt idx="1947">
                  <c:v>40802</c:v>
                </c:pt>
                <c:pt idx="1948">
                  <c:v>40805</c:v>
                </c:pt>
                <c:pt idx="1949">
                  <c:v>40806</c:v>
                </c:pt>
                <c:pt idx="1950">
                  <c:v>40807</c:v>
                </c:pt>
                <c:pt idx="1951">
                  <c:v>40808</c:v>
                </c:pt>
                <c:pt idx="1952">
                  <c:v>40809</c:v>
                </c:pt>
                <c:pt idx="1953">
                  <c:v>40812</c:v>
                </c:pt>
                <c:pt idx="1954">
                  <c:v>40813</c:v>
                </c:pt>
                <c:pt idx="1955">
                  <c:v>40814</c:v>
                </c:pt>
                <c:pt idx="1956">
                  <c:v>40815</c:v>
                </c:pt>
                <c:pt idx="1957">
                  <c:v>40816</c:v>
                </c:pt>
                <c:pt idx="1958">
                  <c:v>40819</c:v>
                </c:pt>
                <c:pt idx="1959">
                  <c:v>40820</c:v>
                </c:pt>
                <c:pt idx="1960">
                  <c:v>40821</c:v>
                </c:pt>
                <c:pt idx="1961">
                  <c:v>40822</c:v>
                </c:pt>
                <c:pt idx="1962">
                  <c:v>40823</c:v>
                </c:pt>
                <c:pt idx="1963">
                  <c:v>40826</c:v>
                </c:pt>
                <c:pt idx="1964">
                  <c:v>40827</c:v>
                </c:pt>
                <c:pt idx="1965">
                  <c:v>40828</c:v>
                </c:pt>
                <c:pt idx="1966">
                  <c:v>40829</c:v>
                </c:pt>
                <c:pt idx="1967">
                  <c:v>40830</c:v>
                </c:pt>
                <c:pt idx="1968">
                  <c:v>40833</c:v>
                </c:pt>
                <c:pt idx="1969">
                  <c:v>40834</c:v>
                </c:pt>
                <c:pt idx="1970">
                  <c:v>40835</c:v>
                </c:pt>
                <c:pt idx="1971">
                  <c:v>40836</c:v>
                </c:pt>
                <c:pt idx="1972">
                  <c:v>40837</c:v>
                </c:pt>
                <c:pt idx="1973">
                  <c:v>40840</c:v>
                </c:pt>
                <c:pt idx="1974">
                  <c:v>40841</c:v>
                </c:pt>
                <c:pt idx="1975">
                  <c:v>40842</c:v>
                </c:pt>
                <c:pt idx="1976">
                  <c:v>40843</c:v>
                </c:pt>
                <c:pt idx="1977">
                  <c:v>40844</c:v>
                </c:pt>
                <c:pt idx="1978">
                  <c:v>40847</c:v>
                </c:pt>
                <c:pt idx="1979">
                  <c:v>40848</c:v>
                </c:pt>
                <c:pt idx="1980">
                  <c:v>40849</c:v>
                </c:pt>
                <c:pt idx="1981">
                  <c:v>40850</c:v>
                </c:pt>
                <c:pt idx="1982">
                  <c:v>40851</c:v>
                </c:pt>
                <c:pt idx="1983">
                  <c:v>40854</c:v>
                </c:pt>
                <c:pt idx="1984">
                  <c:v>40855</c:v>
                </c:pt>
                <c:pt idx="1985">
                  <c:v>40856</c:v>
                </c:pt>
                <c:pt idx="1986">
                  <c:v>40857</c:v>
                </c:pt>
                <c:pt idx="1987">
                  <c:v>40858</c:v>
                </c:pt>
                <c:pt idx="1988">
                  <c:v>40861</c:v>
                </c:pt>
                <c:pt idx="1989">
                  <c:v>40862</c:v>
                </c:pt>
                <c:pt idx="1990">
                  <c:v>40863</c:v>
                </c:pt>
                <c:pt idx="1991">
                  <c:v>40864</c:v>
                </c:pt>
                <c:pt idx="1992">
                  <c:v>40865</c:v>
                </c:pt>
                <c:pt idx="1993">
                  <c:v>40868</c:v>
                </c:pt>
                <c:pt idx="1994">
                  <c:v>40869</c:v>
                </c:pt>
                <c:pt idx="1995">
                  <c:v>40870</c:v>
                </c:pt>
                <c:pt idx="1996">
                  <c:v>40871</c:v>
                </c:pt>
                <c:pt idx="1997">
                  <c:v>40872</c:v>
                </c:pt>
                <c:pt idx="1998">
                  <c:v>40875</c:v>
                </c:pt>
                <c:pt idx="1999">
                  <c:v>40876</c:v>
                </c:pt>
                <c:pt idx="2000">
                  <c:v>40877</c:v>
                </c:pt>
                <c:pt idx="2001">
                  <c:v>40878</c:v>
                </c:pt>
                <c:pt idx="2002">
                  <c:v>40879</c:v>
                </c:pt>
                <c:pt idx="2003">
                  <c:v>40882</c:v>
                </c:pt>
                <c:pt idx="2004">
                  <c:v>40883</c:v>
                </c:pt>
                <c:pt idx="2005">
                  <c:v>40884</c:v>
                </c:pt>
                <c:pt idx="2006">
                  <c:v>40885</c:v>
                </c:pt>
                <c:pt idx="2007">
                  <c:v>40886</c:v>
                </c:pt>
                <c:pt idx="2008">
                  <c:v>40889</c:v>
                </c:pt>
                <c:pt idx="2009">
                  <c:v>40890</c:v>
                </c:pt>
                <c:pt idx="2010">
                  <c:v>40891</c:v>
                </c:pt>
                <c:pt idx="2011">
                  <c:v>40892</c:v>
                </c:pt>
                <c:pt idx="2012">
                  <c:v>40893</c:v>
                </c:pt>
                <c:pt idx="2013">
                  <c:v>40896</c:v>
                </c:pt>
                <c:pt idx="2014">
                  <c:v>40897</c:v>
                </c:pt>
                <c:pt idx="2015">
                  <c:v>40898</c:v>
                </c:pt>
                <c:pt idx="2016">
                  <c:v>40899</c:v>
                </c:pt>
                <c:pt idx="2017">
                  <c:v>40900</c:v>
                </c:pt>
                <c:pt idx="2018">
                  <c:v>40903</c:v>
                </c:pt>
                <c:pt idx="2019">
                  <c:v>40904</c:v>
                </c:pt>
                <c:pt idx="2020">
                  <c:v>40905</c:v>
                </c:pt>
                <c:pt idx="2021">
                  <c:v>40906</c:v>
                </c:pt>
                <c:pt idx="2022">
                  <c:v>40907</c:v>
                </c:pt>
                <c:pt idx="2023">
                  <c:v>40910</c:v>
                </c:pt>
                <c:pt idx="2024">
                  <c:v>40911</c:v>
                </c:pt>
                <c:pt idx="2025">
                  <c:v>40912</c:v>
                </c:pt>
                <c:pt idx="2026">
                  <c:v>40913</c:v>
                </c:pt>
                <c:pt idx="2027">
                  <c:v>40914</c:v>
                </c:pt>
                <c:pt idx="2028">
                  <c:v>40917</c:v>
                </c:pt>
                <c:pt idx="2029">
                  <c:v>40918</c:v>
                </c:pt>
                <c:pt idx="2030">
                  <c:v>40919</c:v>
                </c:pt>
                <c:pt idx="2031">
                  <c:v>40920</c:v>
                </c:pt>
                <c:pt idx="2032">
                  <c:v>40921</c:v>
                </c:pt>
                <c:pt idx="2033">
                  <c:v>40924</c:v>
                </c:pt>
                <c:pt idx="2034">
                  <c:v>40925</c:v>
                </c:pt>
                <c:pt idx="2035">
                  <c:v>40926</c:v>
                </c:pt>
                <c:pt idx="2036">
                  <c:v>40927</c:v>
                </c:pt>
                <c:pt idx="2037">
                  <c:v>40928</c:v>
                </c:pt>
                <c:pt idx="2038">
                  <c:v>40931</c:v>
                </c:pt>
                <c:pt idx="2039">
                  <c:v>40932</c:v>
                </c:pt>
                <c:pt idx="2040">
                  <c:v>40933</c:v>
                </c:pt>
                <c:pt idx="2041">
                  <c:v>40934</c:v>
                </c:pt>
                <c:pt idx="2042">
                  <c:v>40935</c:v>
                </c:pt>
                <c:pt idx="2043">
                  <c:v>40938</c:v>
                </c:pt>
                <c:pt idx="2044">
                  <c:v>40939</c:v>
                </c:pt>
                <c:pt idx="2045">
                  <c:v>40940</c:v>
                </c:pt>
                <c:pt idx="2046">
                  <c:v>40941</c:v>
                </c:pt>
                <c:pt idx="2047">
                  <c:v>40942</c:v>
                </c:pt>
                <c:pt idx="2048">
                  <c:v>40945</c:v>
                </c:pt>
                <c:pt idx="2049">
                  <c:v>40946</c:v>
                </c:pt>
                <c:pt idx="2050">
                  <c:v>40947</c:v>
                </c:pt>
                <c:pt idx="2051">
                  <c:v>40948</c:v>
                </c:pt>
                <c:pt idx="2052">
                  <c:v>40949</c:v>
                </c:pt>
                <c:pt idx="2053">
                  <c:v>40952</c:v>
                </c:pt>
                <c:pt idx="2054">
                  <c:v>40953</c:v>
                </c:pt>
                <c:pt idx="2055">
                  <c:v>40954</c:v>
                </c:pt>
                <c:pt idx="2056">
                  <c:v>40955</c:v>
                </c:pt>
                <c:pt idx="2057">
                  <c:v>40956</c:v>
                </c:pt>
                <c:pt idx="2058">
                  <c:v>40959</c:v>
                </c:pt>
                <c:pt idx="2059">
                  <c:v>40960</c:v>
                </c:pt>
                <c:pt idx="2060">
                  <c:v>40961</c:v>
                </c:pt>
                <c:pt idx="2061">
                  <c:v>40962</c:v>
                </c:pt>
                <c:pt idx="2062">
                  <c:v>40963</c:v>
                </c:pt>
                <c:pt idx="2063">
                  <c:v>40966</c:v>
                </c:pt>
                <c:pt idx="2064">
                  <c:v>40967</c:v>
                </c:pt>
                <c:pt idx="2065">
                  <c:v>40968</c:v>
                </c:pt>
                <c:pt idx="2066">
                  <c:v>40969</c:v>
                </c:pt>
                <c:pt idx="2067">
                  <c:v>40970</c:v>
                </c:pt>
                <c:pt idx="2068">
                  <c:v>40973</c:v>
                </c:pt>
                <c:pt idx="2069">
                  <c:v>40974</c:v>
                </c:pt>
                <c:pt idx="2070">
                  <c:v>40975</c:v>
                </c:pt>
                <c:pt idx="2071">
                  <c:v>40976</c:v>
                </c:pt>
                <c:pt idx="2072">
                  <c:v>40977</c:v>
                </c:pt>
                <c:pt idx="2073">
                  <c:v>40980</c:v>
                </c:pt>
                <c:pt idx="2074">
                  <c:v>40981</c:v>
                </c:pt>
                <c:pt idx="2075">
                  <c:v>40982</c:v>
                </c:pt>
                <c:pt idx="2076">
                  <c:v>40983</c:v>
                </c:pt>
                <c:pt idx="2077">
                  <c:v>40984</c:v>
                </c:pt>
                <c:pt idx="2078">
                  <c:v>40987</c:v>
                </c:pt>
                <c:pt idx="2079">
                  <c:v>40988</c:v>
                </c:pt>
                <c:pt idx="2080">
                  <c:v>40989</c:v>
                </c:pt>
                <c:pt idx="2081">
                  <c:v>40990</c:v>
                </c:pt>
                <c:pt idx="2082">
                  <c:v>40991</c:v>
                </c:pt>
                <c:pt idx="2083">
                  <c:v>40994</c:v>
                </c:pt>
                <c:pt idx="2084">
                  <c:v>40995</c:v>
                </c:pt>
                <c:pt idx="2085">
                  <c:v>40996</c:v>
                </c:pt>
                <c:pt idx="2086">
                  <c:v>40997</c:v>
                </c:pt>
                <c:pt idx="2087">
                  <c:v>40998</c:v>
                </c:pt>
                <c:pt idx="2088">
                  <c:v>41001</c:v>
                </c:pt>
                <c:pt idx="2089">
                  <c:v>41002</c:v>
                </c:pt>
                <c:pt idx="2090">
                  <c:v>41003</c:v>
                </c:pt>
                <c:pt idx="2091">
                  <c:v>41004</c:v>
                </c:pt>
                <c:pt idx="2092">
                  <c:v>41005</c:v>
                </c:pt>
                <c:pt idx="2093">
                  <c:v>41008</c:v>
                </c:pt>
                <c:pt idx="2094">
                  <c:v>41009</c:v>
                </c:pt>
                <c:pt idx="2095">
                  <c:v>41010</c:v>
                </c:pt>
                <c:pt idx="2096">
                  <c:v>41011</c:v>
                </c:pt>
                <c:pt idx="2097">
                  <c:v>41012</c:v>
                </c:pt>
                <c:pt idx="2098">
                  <c:v>41015</c:v>
                </c:pt>
                <c:pt idx="2099">
                  <c:v>41016</c:v>
                </c:pt>
                <c:pt idx="2100">
                  <c:v>41017</c:v>
                </c:pt>
                <c:pt idx="2101">
                  <c:v>41018</c:v>
                </c:pt>
                <c:pt idx="2102">
                  <c:v>41019</c:v>
                </c:pt>
                <c:pt idx="2103">
                  <c:v>41022</c:v>
                </c:pt>
                <c:pt idx="2104">
                  <c:v>41023</c:v>
                </c:pt>
                <c:pt idx="2105">
                  <c:v>41024</c:v>
                </c:pt>
                <c:pt idx="2106">
                  <c:v>41025</c:v>
                </c:pt>
                <c:pt idx="2107">
                  <c:v>41026</c:v>
                </c:pt>
                <c:pt idx="2108">
                  <c:v>41029</c:v>
                </c:pt>
                <c:pt idx="2109">
                  <c:v>41030</c:v>
                </c:pt>
                <c:pt idx="2110">
                  <c:v>41031</c:v>
                </c:pt>
                <c:pt idx="2111">
                  <c:v>41032</c:v>
                </c:pt>
                <c:pt idx="2112">
                  <c:v>41033</c:v>
                </c:pt>
                <c:pt idx="2113">
                  <c:v>41036</c:v>
                </c:pt>
                <c:pt idx="2114">
                  <c:v>41037</c:v>
                </c:pt>
                <c:pt idx="2115">
                  <c:v>41038</c:v>
                </c:pt>
                <c:pt idx="2116">
                  <c:v>41039</c:v>
                </c:pt>
                <c:pt idx="2117">
                  <c:v>41040</c:v>
                </c:pt>
                <c:pt idx="2118">
                  <c:v>41043</c:v>
                </c:pt>
                <c:pt idx="2119">
                  <c:v>41044</c:v>
                </c:pt>
                <c:pt idx="2120">
                  <c:v>41045</c:v>
                </c:pt>
                <c:pt idx="2121">
                  <c:v>41046</c:v>
                </c:pt>
                <c:pt idx="2122">
                  <c:v>41047</c:v>
                </c:pt>
                <c:pt idx="2123">
                  <c:v>41050</c:v>
                </c:pt>
                <c:pt idx="2124">
                  <c:v>41051</c:v>
                </c:pt>
                <c:pt idx="2125">
                  <c:v>41052</c:v>
                </c:pt>
                <c:pt idx="2126">
                  <c:v>41053</c:v>
                </c:pt>
                <c:pt idx="2127">
                  <c:v>41054</c:v>
                </c:pt>
                <c:pt idx="2128">
                  <c:v>41057</c:v>
                </c:pt>
                <c:pt idx="2129">
                  <c:v>41058</c:v>
                </c:pt>
                <c:pt idx="2130">
                  <c:v>41059</c:v>
                </c:pt>
                <c:pt idx="2131">
                  <c:v>41060</c:v>
                </c:pt>
                <c:pt idx="2132">
                  <c:v>41061</c:v>
                </c:pt>
                <c:pt idx="2133">
                  <c:v>41064</c:v>
                </c:pt>
                <c:pt idx="2134">
                  <c:v>41065</c:v>
                </c:pt>
                <c:pt idx="2135">
                  <c:v>41066</c:v>
                </c:pt>
                <c:pt idx="2136">
                  <c:v>41067</c:v>
                </c:pt>
                <c:pt idx="2137">
                  <c:v>41068</c:v>
                </c:pt>
                <c:pt idx="2138">
                  <c:v>41071</c:v>
                </c:pt>
                <c:pt idx="2139">
                  <c:v>41072</c:v>
                </c:pt>
                <c:pt idx="2140">
                  <c:v>41073</c:v>
                </c:pt>
                <c:pt idx="2141">
                  <c:v>41074</c:v>
                </c:pt>
                <c:pt idx="2142">
                  <c:v>41075</c:v>
                </c:pt>
                <c:pt idx="2143">
                  <c:v>41078</c:v>
                </c:pt>
                <c:pt idx="2144">
                  <c:v>41079</c:v>
                </c:pt>
                <c:pt idx="2145">
                  <c:v>41080</c:v>
                </c:pt>
                <c:pt idx="2146">
                  <c:v>41081</c:v>
                </c:pt>
                <c:pt idx="2147">
                  <c:v>41082</c:v>
                </c:pt>
                <c:pt idx="2148">
                  <c:v>41085</c:v>
                </c:pt>
                <c:pt idx="2149">
                  <c:v>41086</c:v>
                </c:pt>
                <c:pt idx="2150">
                  <c:v>41087</c:v>
                </c:pt>
                <c:pt idx="2151">
                  <c:v>41088</c:v>
                </c:pt>
                <c:pt idx="2152">
                  <c:v>41089</c:v>
                </c:pt>
                <c:pt idx="2153">
                  <c:v>41092</c:v>
                </c:pt>
                <c:pt idx="2154">
                  <c:v>41093</c:v>
                </c:pt>
                <c:pt idx="2155">
                  <c:v>41094</c:v>
                </c:pt>
                <c:pt idx="2156">
                  <c:v>41095</c:v>
                </c:pt>
                <c:pt idx="2157">
                  <c:v>41096</c:v>
                </c:pt>
                <c:pt idx="2158">
                  <c:v>41099</c:v>
                </c:pt>
                <c:pt idx="2159">
                  <c:v>41100</c:v>
                </c:pt>
                <c:pt idx="2160">
                  <c:v>41101</c:v>
                </c:pt>
                <c:pt idx="2161">
                  <c:v>41102</c:v>
                </c:pt>
                <c:pt idx="2162">
                  <c:v>41103</c:v>
                </c:pt>
                <c:pt idx="2163">
                  <c:v>41106</c:v>
                </c:pt>
                <c:pt idx="2164">
                  <c:v>41107</c:v>
                </c:pt>
                <c:pt idx="2165">
                  <c:v>41108</c:v>
                </c:pt>
                <c:pt idx="2166">
                  <c:v>41109</c:v>
                </c:pt>
                <c:pt idx="2167">
                  <c:v>41110</c:v>
                </c:pt>
                <c:pt idx="2168">
                  <c:v>41113</c:v>
                </c:pt>
                <c:pt idx="2169">
                  <c:v>41114</c:v>
                </c:pt>
                <c:pt idx="2170">
                  <c:v>41115</c:v>
                </c:pt>
                <c:pt idx="2171">
                  <c:v>41116</c:v>
                </c:pt>
                <c:pt idx="2172">
                  <c:v>41117</c:v>
                </c:pt>
                <c:pt idx="2173">
                  <c:v>41120</c:v>
                </c:pt>
                <c:pt idx="2174">
                  <c:v>41121</c:v>
                </c:pt>
                <c:pt idx="2175">
                  <c:v>41122</c:v>
                </c:pt>
                <c:pt idx="2176">
                  <c:v>41123</c:v>
                </c:pt>
                <c:pt idx="2177">
                  <c:v>41124</c:v>
                </c:pt>
                <c:pt idx="2178">
                  <c:v>41127</c:v>
                </c:pt>
                <c:pt idx="2179">
                  <c:v>41128</c:v>
                </c:pt>
                <c:pt idx="2180">
                  <c:v>41129</c:v>
                </c:pt>
                <c:pt idx="2181">
                  <c:v>41130</c:v>
                </c:pt>
                <c:pt idx="2182">
                  <c:v>41131</c:v>
                </c:pt>
                <c:pt idx="2183">
                  <c:v>41134</c:v>
                </c:pt>
                <c:pt idx="2184">
                  <c:v>41135</c:v>
                </c:pt>
                <c:pt idx="2185">
                  <c:v>41136</c:v>
                </c:pt>
                <c:pt idx="2186">
                  <c:v>41137</c:v>
                </c:pt>
                <c:pt idx="2187">
                  <c:v>41138</c:v>
                </c:pt>
                <c:pt idx="2188">
                  <c:v>41141</c:v>
                </c:pt>
                <c:pt idx="2189">
                  <c:v>41142</c:v>
                </c:pt>
                <c:pt idx="2190">
                  <c:v>41143</c:v>
                </c:pt>
                <c:pt idx="2191">
                  <c:v>41144</c:v>
                </c:pt>
                <c:pt idx="2192">
                  <c:v>41145</c:v>
                </c:pt>
                <c:pt idx="2193">
                  <c:v>41148</c:v>
                </c:pt>
                <c:pt idx="2194">
                  <c:v>41149</c:v>
                </c:pt>
                <c:pt idx="2195">
                  <c:v>41150</c:v>
                </c:pt>
                <c:pt idx="2196">
                  <c:v>41151</c:v>
                </c:pt>
                <c:pt idx="2197">
                  <c:v>41152</c:v>
                </c:pt>
                <c:pt idx="2198">
                  <c:v>41155</c:v>
                </c:pt>
                <c:pt idx="2199">
                  <c:v>41156</c:v>
                </c:pt>
                <c:pt idx="2200">
                  <c:v>41157</c:v>
                </c:pt>
                <c:pt idx="2201">
                  <c:v>41158</c:v>
                </c:pt>
                <c:pt idx="2202">
                  <c:v>41159</c:v>
                </c:pt>
                <c:pt idx="2203">
                  <c:v>41162</c:v>
                </c:pt>
                <c:pt idx="2204">
                  <c:v>41163</c:v>
                </c:pt>
                <c:pt idx="2205">
                  <c:v>41164</c:v>
                </c:pt>
                <c:pt idx="2206">
                  <c:v>41165</c:v>
                </c:pt>
                <c:pt idx="2207">
                  <c:v>41166</c:v>
                </c:pt>
                <c:pt idx="2208">
                  <c:v>41169</c:v>
                </c:pt>
                <c:pt idx="2209">
                  <c:v>41170</c:v>
                </c:pt>
                <c:pt idx="2210">
                  <c:v>41171</c:v>
                </c:pt>
                <c:pt idx="2211">
                  <c:v>41172</c:v>
                </c:pt>
                <c:pt idx="2212">
                  <c:v>41173</c:v>
                </c:pt>
                <c:pt idx="2213">
                  <c:v>41176</c:v>
                </c:pt>
                <c:pt idx="2214">
                  <c:v>41177</c:v>
                </c:pt>
                <c:pt idx="2215">
                  <c:v>41178</c:v>
                </c:pt>
                <c:pt idx="2216">
                  <c:v>41179</c:v>
                </c:pt>
                <c:pt idx="2217">
                  <c:v>41180</c:v>
                </c:pt>
                <c:pt idx="2218">
                  <c:v>41183</c:v>
                </c:pt>
                <c:pt idx="2219">
                  <c:v>41184</c:v>
                </c:pt>
                <c:pt idx="2220">
                  <c:v>41185</c:v>
                </c:pt>
                <c:pt idx="2221">
                  <c:v>41186</c:v>
                </c:pt>
                <c:pt idx="2222">
                  <c:v>41187</c:v>
                </c:pt>
                <c:pt idx="2223">
                  <c:v>41190</c:v>
                </c:pt>
                <c:pt idx="2224">
                  <c:v>41191</c:v>
                </c:pt>
                <c:pt idx="2225">
                  <c:v>41192</c:v>
                </c:pt>
                <c:pt idx="2226">
                  <c:v>41193</c:v>
                </c:pt>
                <c:pt idx="2227">
                  <c:v>41194</c:v>
                </c:pt>
                <c:pt idx="2228">
                  <c:v>41197</c:v>
                </c:pt>
                <c:pt idx="2229">
                  <c:v>41198</c:v>
                </c:pt>
                <c:pt idx="2230">
                  <c:v>41199</c:v>
                </c:pt>
                <c:pt idx="2231">
                  <c:v>41200</c:v>
                </c:pt>
                <c:pt idx="2232">
                  <c:v>41201</c:v>
                </c:pt>
                <c:pt idx="2233">
                  <c:v>41204</c:v>
                </c:pt>
                <c:pt idx="2234">
                  <c:v>41205</c:v>
                </c:pt>
                <c:pt idx="2235">
                  <c:v>41206</c:v>
                </c:pt>
                <c:pt idx="2236">
                  <c:v>41207</c:v>
                </c:pt>
                <c:pt idx="2237">
                  <c:v>41208</c:v>
                </c:pt>
                <c:pt idx="2238">
                  <c:v>41211</c:v>
                </c:pt>
                <c:pt idx="2239">
                  <c:v>41212</c:v>
                </c:pt>
                <c:pt idx="2240">
                  <c:v>41213</c:v>
                </c:pt>
                <c:pt idx="2241">
                  <c:v>41214</c:v>
                </c:pt>
                <c:pt idx="2242">
                  <c:v>41215</c:v>
                </c:pt>
                <c:pt idx="2243">
                  <c:v>41218</c:v>
                </c:pt>
                <c:pt idx="2244">
                  <c:v>41219</c:v>
                </c:pt>
                <c:pt idx="2245">
                  <c:v>41220</c:v>
                </c:pt>
                <c:pt idx="2246">
                  <c:v>41221</c:v>
                </c:pt>
                <c:pt idx="2247">
                  <c:v>41222</c:v>
                </c:pt>
                <c:pt idx="2248">
                  <c:v>41225</c:v>
                </c:pt>
                <c:pt idx="2249">
                  <c:v>41226</c:v>
                </c:pt>
                <c:pt idx="2250">
                  <c:v>41227</c:v>
                </c:pt>
                <c:pt idx="2251">
                  <c:v>41228</c:v>
                </c:pt>
                <c:pt idx="2252">
                  <c:v>41229</c:v>
                </c:pt>
                <c:pt idx="2253">
                  <c:v>41232</c:v>
                </c:pt>
                <c:pt idx="2254">
                  <c:v>41233</c:v>
                </c:pt>
                <c:pt idx="2255">
                  <c:v>41234</c:v>
                </c:pt>
                <c:pt idx="2256">
                  <c:v>41235</c:v>
                </c:pt>
                <c:pt idx="2257">
                  <c:v>41236</c:v>
                </c:pt>
                <c:pt idx="2258">
                  <c:v>41239</c:v>
                </c:pt>
                <c:pt idx="2259">
                  <c:v>41240</c:v>
                </c:pt>
                <c:pt idx="2260">
                  <c:v>41241</c:v>
                </c:pt>
                <c:pt idx="2261">
                  <c:v>41242</c:v>
                </c:pt>
                <c:pt idx="2262">
                  <c:v>41243</c:v>
                </c:pt>
                <c:pt idx="2263">
                  <c:v>41246</c:v>
                </c:pt>
                <c:pt idx="2264">
                  <c:v>41247</c:v>
                </c:pt>
                <c:pt idx="2265">
                  <c:v>41248</c:v>
                </c:pt>
                <c:pt idx="2266">
                  <c:v>41249</c:v>
                </c:pt>
                <c:pt idx="2267">
                  <c:v>41250</c:v>
                </c:pt>
                <c:pt idx="2268">
                  <c:v>41253</c:v>
                </c:pt>
                <c:pt idx="2269">
                  <c:v>41254</c:v>
                </c:pt>
                <c:pt idx="2270">
                  <c:v>41255</c:v>
                </c:pt>
                <c:pt idx="2271">
                  <c:v>41256</c:v>
                </c:pt>
                <c:pt idx="2272">
                  <c:v>41257</c:v>
                </c:pt>
                <c:pt idx="2273">
                  <c:v>41260</c:v>
                </c:pt>
                <c:pt idx="2274">
                  <c:v>41261</c:v>
                </c:pt>
                <c:pt idx="2275">
                  <c:v>41262</c:v>
                </c:pt>
                <c:pt idx="2276">
                  <c:v>41263</c:v>
                </c:pt>
                <c:pt idx="2277">
                  <c:v>41264</c:v>
                </c:pt>
                <c:pt idx="2278">
                  <c:v>41267</c:v>
                </c:pt>
                <c:pt idx="2279">
                  <c:v>41268</c:v>
                </c:pt>
                <c:pt idx="2280">
                  <c:v>41269</c:v>
                </c:pt>
                <c:pt idx="2281">
                  <c:v>41270</c:v>
                </c:pt>
                <c:pt idx="2282">
                  <c:v>41271</c:v>
                </c:pt>
                <c:pt idx="2283">
                  <c:v>41274</c:v>
                </c:pt>
                <c:pt idx="2284">
                  <c:v>41275</c:v>
                </c:pt>
                <c:pt idx="2285">
                  <c:v>41276</c:v>
                </c:pt>
                <c:pt idx="2286">
                  <c:v>41277</c:v>
                </c:pt>
                <c:pt idx="2287">
                  <c:v>41278</c:v>
                </c:pt>
                <c:pt idx="2288">
                  <c:v>41281</c:v>
                </c:pt>
                <c:pt idx="2289">
                  <c:v>41282</c:v>
                </c:pt>
                <c:pt idx="2290">
                  <c:v>41283</c:v>
                </c:pt>
                <c:pt idx="2291">
                  <c:v>41284</c:v>
                </c:pt>
                <c:pt idx="2292">
                  <c:v>41285</c:v>
                </c:pt>
                <c:pt idx="2293">
                  <c:v>41288</c:v>
                </c:pt>
                <c:pt idx="2294">
                  <c:v>41289</c:v>
                </c:pt>
                <c:pt idx="2295">
                  <c:v>41290</c:v>
                </c:pt>
                <c:pt idx="2296">
                  <c:v>41291</c:v>
                </c:pt>
                <c:pt idx="2297">
                  <c:v>41292</c:v>
                </c:pt>
                <c:pt idx="2298">
                  <c:v>41295</c:v>
                </c:pt>
                <c:pt idx="2299">
                  <c:v>41296</c:v>
                </c:pt>
                <c:pt idx="2300">
                  <c:v>41297</c:v>
                </c:pt>
                <c:pt idx="2301">
                  <c:v>41298</c:v>
                </c:pt>
                <c:pt idx="2302">
                  <c:v>41299</c:v>
                </c:pt>
                <c:pt idx="2303">
                  <c:v>41302</c:v>
                </c:pt>
                <c:pt idx="2304">
                  <c:v>41303</c:v>
                </c:pt>
                <c:pt idx="2305">
                  <c:v>41304</c:v>
                </c:pt>
                <c:pt idx="2306">
                  <c:v>41305</c:v>
                </c:pt>
                <c:pt idx="2307">
                  <c:v>41306</c:v>
                </c:pt>
                <c:pt idx="2308">
                  <c:v>41309</c:v>
                </c:pt>
                <c:pt idx="2309">
                  <c:v>41310</c:v>
                </c:pt>
                <c:pt idx="2310">
                  <c:v>41311</c:v>
                </c:pt>
                <c:pt idx="2311">
                  <c:v>41312</c:v>
                </c:pt>
                <c:pt idx="2312">
                  <c:v>41313</c:v>
                </c:pt>
                <c:pt idx="2313">
                  <c:v>41316</c:v>
                </c:pt>
                <c:pt idx="2314">
                  <c:v>41317</c:v>
                </c:pt>
                <c:pt idx="2315">
                  <c:v>41318</c:v>
                </c:pt>
                <c:pt idx="2316">
                  <c:v>41319</c:v>
                </c:pt>
                <c:pt idx="2317">
                  <c:v>41320</c:v>
                </c:pt>
                <c:pt idx="2318">
                  <c:v>41323</c:v>
                </c:pt>
                <c:pt idx="2319">
                  <c:v>41324</c:v>
                </c:pt>
                <c:pt idx="2320">
                  <c:v>41325</c:v>
                </c:pt>
                <c:pt idx="2321">
                  <c:v>41326</c:v>
                </c:pt>
                <c:pt idx="2322">
                  <c:v>41327</c:v>
                </c:pt>
                <c:pt idx="2323">
                  <c:v>41330</c:v>
                </c:pt>
                <c:pt idx="2324">
                  <c:v>41331</c:v>
                </c:pt>
                <c:pt idx="2325">
                  <c:v>41332</c:v>
                </c:pt>
                <c:pt idx="2326">
                  <c:v>41333</c:v>
                </c:pt>
                <c:pt idx="2327">
                  <c:v>41334</c:v>
                </c:pt>
                <c:pt idx="2328">
                  <c:v>41337</c:v>
                </c:pt>
                <c:pt idx="2329">
                  <c:v>41338</c:v>
                </c:pt>
                <c:pt idx="2330">
                  <c:v>41339</c:v>
                </c:pt>
                <c:pt idx="2331">
                  <c:v>41340</c:v>
                </c:pt>
                <c:pt idx="2332">
                  <c:v>41341</c:v>
                </c:pt>
                <c:pt idx="2333">
                  <c:v>41344</c:v>
                </c:pt>
                <c:pt idx="2334">
                  <c:v>41345</c:v>
                </c:pt>
                <c:pt idx="2335">
                  <c:v>41346</c:v>
                </c:pt>
                <c:pt idx="2336">
                  <c:v>41347</c:v>
                </c:pt>
                <c:pt idx="2337">
                  <c:v>41348</c:v>
                </c:pt>
                <c:pt idx="2338">
                  <c:v>41351</c:v>
                </c:pt>
                <c:pt idx="2339">
                  <c:v>41352</c:v>
                </c:pt>
                <c:pt idx="2340">
                  <c:v>41353</c:v>
                </c:pt>
                <c:pt idx="2341">
                  <c:v>41354</c:v>
                </c:pt>
                <c:pt idx="2342">
                  <c:v>41355</c:v>
                </c:pt>
                <c:pt idx="2343">
                  <c:v>41358</c:v>
                </c:pt>
                <c:pt idx="2344">
                  <c:v>41359</c:v>
                </c:pt>
                <c:pt idx="2345">
                  <c:v>41360</c:v>
                </c:pt>
                <c:pt idx="2346">
                  <c:v>41361</c:v>
                </c:pt>
                <c:pt idx="2347">
                  <c:v>41362</c:v>
                </c:pt>
                <c:pt idx="2348">
                  <c:v>41365</c:v>
                </c:pt>
                <c:pt idx="2349">
                  <c:v>41366</c:v>
                </c:pt>
                <c:pt idx="2350">
                  <c:v>41367</c:v>
                </c:pt>
                <c:pt idx="2351">
                  <c:v>41368</c:v>
                </c:pt>
                <c:pt idx="2352">
                  <c:v>41369</c:v>
                </c:pt>
                <c:pt idx="2353">
                  <c:v>41372</c:v>
                </c:pt>
                <c:pt idx="2354">
                  <c:v>41373</c:v>
                </c:pt>
                <c:pt idx="2355">
                  <c:v>41374</c:v>
                </c:pt>
                <c:pt idx="2356">
                  <c:v>41375</c:v>
                </c:pt>
                <c:pt idx="2357">
                  <c:v>41376</c:v>
                </c:pt>
                <c:pt idx="2358">
                  <c:v>41379</c:v>
                </c:pt>
                <c:pt idx="2359">
                  <c:v>41380</c:v>
                </c:pt>
                <c:pt idx="2360">
                  <c:v>41381</c:v>
                </c:pt>
                <c:pt idx="2361">
                  <c:v>41382</c:v>
                </c:pt>
                <c:pt idx="2362">
                  <c:v>41383</c:v>
                </c:pt>
                <c:pt idx="2363">
                  <c:v>41386</c:v>
                </c:pt>
                <c:pt idx="2364">
                  <c:v>41387</c:v>
                </c:pt>
                <c:pt idx="2365">
                  <c:v>41388</c:v>
                </c:pt>
                <c:pt idx="2366">
                  <c:v>41389</c:v>
                </c:pt>
                <c:pt idx="2367">
                  <c:v>41390</c:v>
                </c:pt>
                <c:pt idx="2368">
                  <c:v>41393</c:v>
                </c:pt>
                <c:pt idx="2369">
                  <c:v>41394</c:v>
                </c:pt>
                <c:pt idx="2370">
                  <c:v>41395</c:v>
                </c:pt>
                <c:pt idx="2371">
                  <c:v>41396</c:v>
                </c:pt>
                <c:pt idx="2372">
                  <c:v>41397</c:v>
                </c:pt>
                <c:pt idx="2373">
                  <c:v>41400</c:v>
                </c:pt>
                <c:pt idx="2374">
                  <c:v>41401</c:v>
                </c:pt>
                <c:pt idx="2375">
                  <c:v>41402</c:v>
                </c:pt>
                <c:pt idx="2376">
                  <c:v>41403</c:v>
                </c:pt>
                <c:pt idx="2377">
                  <c:v>41404</c:v>
                </c:pt>
                <c:pt idx="2378">
                  <c:v>41407</c:v>
                </c:pt>
                <c:pt idx="2379">
                  <c:v>41408</c:v>
                </c:pt>
                <c:pt idx="2380">
                  <c:v>41409</c:v>
                </c:pt>
                <c:pt idx="2381">
                  <c:v>41410</c:v>
                </c:pt>
                <c:pt idx="2382">
                  <c:v>41411</c:v>
                </c:pt>
                <c:pt idx="2383">
                  <c:v>41414</c:v>
                </c:pt>
                <c:pt idx="2384">
                  <c:v>41415</c:v>
                </c:pt>
                <c:pt idx="2385">
                  <c:v>41416</c:v>
                </c:pt>
                <c:pt idx="2386">
                  <c:v>41417</c:v>
                </c:pt>
                <c:pt idx="2387">
                  <c:v>41418</c:v>
                </c:pt>
                <c:pt idx="2388">
                  <c:v>41421</c:v>
                </c:pt>
                <c:pt idx="2389">
                  <c:v>41422</c:v>
                </c:pt>
                <c:pt idx="2390">
                  <c:v>41423</c:v>
                </c:pt>
                <c:pt idx="2391">
                  <c:v>41424</c:v>
                </c:pt>
                <c:pt idx="2392">
                  <c:v>41425</c:v>
                </c:pt>
                <c:pt idx="2393">
                  <c:v>41428</c:v>
                </c:pt>
                <c:pt idx="2394">
                  <c:v>41429</c:v>
                </c:pt>
                <c:pt idx="2395">
                  <c:v>41430</c:v>
                </c:pt>
                <c:pt idx="2396">
                  <c:v>41431</c:v>
                </c:pt>
                <c:pt idx="2397">
                  <c:v>41432</c:v>
                </c:pt>
                <c:pt idx="2398">
                  <c:v>41435</c:v>
                </c:pt>
                <c:pt idx="2399">
                  <c:v>41436</c:v>
                </c:pt>
                <c:pt idx="2400">
                  <c:v>41437</c:v>
                </c:pt>
                <c:pt idx="2401">
                  <c:v>41438</c:v>
                </c:pt>
                <c:pt idx="2402">
                  <c:v>41439</c:v>
                </c:pt>
                <c:pt idx="2403">
                  <c:v>41442</c:v>
                </c:pt>
                <c:pt idx="2404">
                  <c:v>41443</c:v>
                </c:pt>
                <c:pt idx="2405">
                  <c:v>41444</c:v>
                </c:pt>
                <c:pt idx="2406">
                  <c:v>41445</c:v>
                </c:pt>
                <c:pt idx="2407">
                  <c:v>41446</c:v>
                </c:pt>
                <c:pt idx="2408">
                  <c:v>41449</c:v>
                </c:pt>
                <c:pt idx="2409">
                  <c:v>41450</c:v>
                </c:pt>
                <c:pt idx="2410">
                  <c:v>41451</c:v>
                </c:pt>
                <c:pt idx="2411">
                  <c:v>41452</c:v>
                </c:pt>
                <c:pt idx="2412">
                  <c:v>41453</c:v>
                </c:pt>
                <c:pt idx="2413">
                  <c:v>41456</c:v>
                </c:pt>
                <c:pt idx="2414">
                  <c:v>41457</c:v>
                </c:pt>
                <c:pt idx="2415">
                  <c:v>41458</c:v>
                </c:pt>
                <c:pt idx="2416">
                  <c:v>41459</c:v>
                </c:pt>
                <c:pt idx="2417">
                  <c:v>41460</c:v>
                </c:pt>
                <c:pt idx="2418">
                  <c:v>41463</c:v>
                </c:pt>
                <c:pt idx="2419">
                  <c:v>41464</c:v>
                </c:pt>
                <c:pt idx="2420">
                  <c:v>41465</c:v>
                </c:pt>
                <c:pt idx="2421">
                  <c:v>41466</c:v>
                </c:pt>
                <c:pt idx="2422">
                  <c:v>41467</c:v>
                </c:pt>
                <c:pt idx="2423">
                  <c:v>41470</c:v>
                </c:pt>
                <c:pt idx="2424">
                  <c:v>41471</c:v>
                </c:pt>
                <c:pt idx="2425">
                  <c:v>41472</c:v>
                </c:pt>
                <c:pt idx="2426">
                  <c:v>41473</c:v>
                </c:pt>
                <c:pt idx="2427">
                  <c:v>41474</c:v>
                </c:pt>
                <c:pt idx="2428">
                  <c:v>41477</c:v>
                </c:pt>
                <c:pt idx="2429">
                  <c:v>41478</c:v>
                </c:pt>
                <c:pt idx="2430">
                  <c:v>41479</c:v>
                </c:pt>
                <c:pt idx="2431">
                  <c:v>41480</c:v>
                </c:pt>
                <c:pt idx="2432">
                  <c:v>41481</c:v>
                </c:pt>
                <c:pt idx="2433">
                  <c:v>41484</c:v>
                </c:pt>
                <c:pt idx="2434">
                  <c:v>41485</c:v>
                </c:pt>
                <c:pt idx="2435">
                  <c:v>41486</c:v>
                </c:pt>
                <c:pt idx="2436">
                  <c:v>41487</c:v>
                </c:pt>
                <c:pt idx="2437">
                  <c:v>41488</c:v>
                </c:pt>
                <c:pt idx="2438">
                  <c:v>41491</c:v>
                </c:pt>
                <c:pt idx="2439">
                  <c:v>41492</c:v>
                </c:pt>
                <c:pt idx="2440">
                  <c:v>41493</c:v>
                </c:pt>
                <c:pt idx="2441">
                  <c:v>41494</c:v>
                </c:pt>
                <c:pt idx="2442">
                  <c:v>41495</c:v>
                </c:pt>
                <c:pt idx="2443">
                  <c:v>41498</c:v>
                </c:pt>
                <c:pt idx="2444">
                  <c:v>41499</c:v>
                </c:pt>
                <c:pt idx="2445">
                  <c:v>41500</c:v>
                </c:pt>
                <c:pt idx="2446">
                  <c:v>41501</c:v>
                </c:pt>
                <c:pt idx="2447">
                  <c:v>41502</c:v>
                </c:pt>
                <c:pt idx="2448">
                  <c:v>41505</c:v>
                </c:pt>
                <c:pt idx="2449">
                  <c:v>41506</c:v>
                </c:pt>
                <c:pt idx="2450">
                  <c:v>41507</c:v>
                </c:pt>
                <c:pt idx="2451">
                  <c:v>41508</c:v>
                </c:pt>
                <c:pt idx="2452">
                  <c:v>41509</c:v>
                </c:pt>
                <c:pt idx="2453">
                  <c:v>41512</c:v>
                </c:pt>
                <c:pt idx="2454">
                  <c:v>41513</c:v>
                </c:pt>
                <c:pt idx="2455">
                  <c:v>41514</c:v>
                </c:pt>
                <c:pt idx="2456">
                  <c:v>41515</c:v>
                </c:pt>
                <c:pt idx="2457">
                  <c:v>41516</c:v>
                </c:pt>
                <c:pt idx="2458">
                  <c:v>41519</c:v>
                </c:pt>
                <c:pt idx="2459">
                  <c:v>41520</c:v>
                </c:pt>
                <c:pt idx="2460">
                  <c:v>41521</c:v>
                </c:pt>
                <c:pt idx="2461">
                  <c:v>41522</c:v>
                </c:pt>
                <c:pt idx="2462">
                  <c:v>41523</c:v>
                </c:pt>
                <c:pt idx="2463">
                  <c:v>41526</c:v>
                </c:pt>
                <c:pt idx="2464">
                  <c:v>41527</c:v>
                </c:pt>
                <c:pt idx="2465">
                  <c:v>41528</c:v>
                </c:pt>
                <c:pt idx="2466">
                  <c:v>41529</c:v>
                </c:pt>
                <c:pt idx="2467">
                  <c:v>41530</c:v>
                </c:pt>
                <c:pt idx="2468">
                  <c:v>41533</c:v>
                </c:pt>
                <c:pt idx="2469">
                  <c:v>41534</c:v>
                </c:pt>
                <c:pt idx="2470">
                  <c:v>41535</c:v>
                </c:pt>
                <c:pt idx="2471">
                  <c:v>41536</c:v>
                </c:pt>
                <c:pt idx="2472">
                  <c:v>41537</c:v>
                </c:pt>
                <c:pt idx="2473">
                  <c:v>41540</c:v>
                </c:pt>
                <c:pt idx="2474">
                  <c:v>41541</c:v>
                </c:pt>
                <c:pt idx="2475">
                  <c:v>41542</c:v>
                </c:pt>
                <c:pt idx="2476">
                  <c:v>41543</c:v>
                </c:pt>
                <c:pt idx="2477">
                  <c:v>41544</c:v>
                </c:pt>
                <c:pt idx="2478">
                  <c:v>41547</c:v>
                </c:pt>
                <c:pt idx="2479">
                  <c:v>41548</c:v>
                </c:pt>
                <c:pt idx="2480">
                  <c:v>41549</c:v>
                </c:pt>
                <c:pt idx="2481">
                  <c:v>41550</c:v>
                </c:pt>
                <c:pt idx="2482">
                  <c:v>41551</c:v>
                </c:pt>
                <c:pt idx="2483">
                  <c:v>41554</c:v>
                </c:pt>
                <c:pt idx="2484">
                  <c:v>41555</c:v>
                </c:pt>
                <c:pt idx="2485">
                  <c:v>41556</c:v>
                </c:pt>
                <c:pt idx="2486">
                  <c:v>41557</c:v>
                </c:pt>
                <c:pt idx="2487">
                  <c:v>41558</c:v>
                </c:pt>
                <c:pt idx="2488">
                  <c:v>41561</c:v>
                </c:pt>
                <c:pt idx="2489">
                  <c:v>41562</c:v>
                </c:pt>
                <c:pt idx="2490">
                  <c:v>41563</c:v>
                </c:pt>
                <c:pt idx="2491">
                  <c:v>41564</c:v>
                </c:pt>
                <c:pt idx="2492">
                  <c:v>41565</c:v>
                </c:pt>
                <c:pt idx="2493">
                  <c:v>41568</c:v>
                </c:pt>
                <c:pt idx="2494">
                  <c:v>41569</c:v>
                </c:pt>
                <c:pt idx="2495">
                  <c:v>41570</c:v>
                </c:pt>
                <c:pt idx="2496">
                  <c:v>41571</c:v>
                </c:pt>
                <c:pt idx="2497">
                  <c:v>41572</c:v>
                </c:pt>
                <c:pt idx="2498">
                  <c:v>41575</c:v>
                </c:pt>
                <c:pt idx="2499">
                  <c:v>41576</c:v>
                </c:pt>
                <c:pt idx="2500">
                  <c:v>41577</c:v>
                </c:pt>
                <c:pt idx="2501">
                  <c:v>41578</c:v>
                </c:pt>
                <c:pt idx="2502">
                  <c:v>41579</c:v>
                </c:pt>
                <c:pt idx="2503">
                  <c:v>41582</c:v>
                </c:pt>
                <c:pt idx="2504">
                  <c:v>41583</c:v>
                </c:pt>
                <c:pt idx="2505">
                  <c:v>41584</c:v>
                </c:pt>
                <c:pt idx="2506">
                  <c:v>41585</c:v>
                </c:pt>
                <c:pt idx="2507">
                  <c:v>41586</c:v>
                </c:pt>
                <c:pt idx="2508">
                  <c:v>41589</c:v>
                </c:pt>
                <c:pt idx="2509">
                  <c:v>41590</c:v>
                </c:pt>
                <c:pt idx="2510">
                  <c:v>41591</c:v>
                </c:pt>
                <c:pt idx="2511">
                  <c:v>41592</c:v>
                </c:pt>
                <c:pt idx="2512">
                  <c:v>41593</c:v>
                </c:pt>
                <c:pt idx="2513">
                  <c:v>41596</c:v>
                </c:pt>
                <c:pt idx="2514">
                  <c:v>41597</c:v>
                </c:pt>
                <c:pt idx="2515">
                  <c:v>41598</c:v>
                </c:pt>
                <c:pt idx="2516">
                  <c:v>41599</c:v>
                </c:pt>
                <c:pt idx="2517">
                  <c:v>41600</c:v>
                </c:pt>
                <c:pt idx="2518">
                  <c:v>41603</c:v>
                </c:pt>
                <c:pt idx="2519">
                  <c:v>41604</c:v>
                </c:pt>
                <c:pt idx="2520">
                  <c:v>41605</c:v>
                </c:pt>
                <c:pt idx="2521">
                  <c:v>41606</c:v>
                </c:pt>
                <c:pt idx="2522">
                  <c:v>41607</c:v>
                </c:pt>
                <c:pt idx="2523">
                  <c:v>41610</c:v>
                </c:pt>
                <c:pt idx="2524">
                  <c:v>41611</c:v>
                </c:pt>
                <c:pt idx="2525">
                  <c:v>41612</c:v>
                </c:pt>
                <c:pt idx="2526">
                  <c:v>41613</c:v>
                </c:pt>
                <c:pt idx="2527">
                  <c:v>41614</c:v>
                </c:pt>
                <c:pt idx="2528">
                  <c:v>41617</c:v>
                </c:pt>
                <c:pt idx="2529">
                  <c:v>41618</c:v>
                </c:pt>
                <c:pt idx="2530">
                  <c:v>41619</c:v>
                </c:pt>
                <c:pt idx="2531">
                  <c:v>41620</c:v>
                </c:pt>
                <c:pt idx="2532">
                  <c:v>41621</c:v>
                </c:pt>
                <c:pt idx="2533">
                  <c:v>41624</c:v>
                </c:pt>
                <c:pt idx="2534">
                  <c:v>41625</c:v>
                </c:pt>
                <c:pt idx="2535">
                  <c:v>41626</c:v>
                </c:pt>
                <c:pt idx="2536">
                  <c:v>41627</c:v>
                </c:pt>
                <c:pt idx="2537">
                  <c:v>41628</c:v>
                </c:pt>
                <c:pt idx="2538">
                  <c:v>41631</c:v>
                </c:pt>
                <c:pt idx="2539">
                  <c:v>41632</c:v>
                </c:pt>
                <c:pt idx="2540">
                  <c:v>41633</c:v>
                </c:pt>
                <c:pt idx="2541">
                  <c:v>41634</c:v>
                </c:pt>
                <c:pt idx="2542">
                  <c:v>41635</c:v>
                </c:pt>
                <c:pt idx="2543">
                  <c:v>41638</c:v>
                </c:pt>
                <c:pt idx="2544">
                  <c:v>41639</c:v>
                </c:pt>
                <c:pt idx="2545">
                  <c:v>41640</c:v>
                </c:pt>
                <c:pt idx="2546">
                  <c:v>41641</c:v>
                </c:pt>
                <c:pt idx="2547">
                  <c:v>41642</c:v>
                </c:pt>
                <c:pt idx="2548">
                  <c:v>41645</c:v>
                </c:pt>
                <c:pt idx="2549">
                  <c:v>41646</c:v>
                </c:pt>
                <c:pt idx="2550">
                  <c:v>41647</c:v>
                </c:pt>
                <c:pt idx="2551">
                  <c:v>41648</c:v>
                </c:pt>
                <c:pt idx="2552">
                  <c:v>41649</c:v>
                </c:pt>
                <c:pt idx="2553">
                  <c:v>41652</c:v>
                </c:pt>
                <c:pt idx="2554">
                  <c:v>41653</c:v>
                </c:pt>
                <c:pt idx="2555">
                  <c:v>41654</c:v>
                </c:pt>
                <c:pt idx="2556">
                  <c:v>41655</c:v>
                </c:pt>
                <c:pt idx="2557">
                  <c:v>41656</c:v>
                </c:pt>
                <c:pt idx="2558">
                  <c:v>41659</c:v>
                </c:pt>
                <c:pt idx="2559">
                  <c:v>41660</c:v>
                </c:pt>
                <c:pt idx="2560">
                  <c:v>41661</c:v>
                </c:pt>
                <c:pt idx="2561">
                  <c:v>41662</c:v>
                </c:pt>
                <c:pt idx="2562">
                  <c:v>41663</c:v>
                </c:pt>
                <c:pt idx="2563">
                  <c:v>41666</c:v>
                </c:pt>
                <c:pt idx="2564">
                  <c:v>41667</c:v>
                </c:pt>
                <c:pt idx="2565">
                  <c:v>41668</c:v>
                </c:pt>
                <c:pt idx="2566">
                  <c:v>41669</c:v>
                </c:pt>
                <c:pt idx="2567">
                  <c:v>41670</c:v>
                </c:pt>
                <c:pt idx="2568">
                  <c:v>41673</c:v>
                </c:pt>
                <c:pt idx="2569">
                  <c:v>41674</c:v>
                </c:pt>
                <c:pt idx="2570">
                  <c:v>41675</c:v>
                </c:pt>
                <c:pt idx="2571">
                  <c:v>41676</c:v>
                </c:pt>
                <c:pt idx="2572">
                  <c:v>41677</c:v>
                </c:pt>
                <c:pt idx="2573">
                  <c:v>41680</c:v>
                </c:pt>
                <c:pt idx="2574">
                  <c:v>41681</c:v>
                </c:pt>
                <c:pt idx="2575">
                  <c:v>41682</c:v>
                </c:pt>
                <c:pt idx="2576">
                  <c:v>41683</c:v>
                </c:pt>
                <c:pt idx="2577">
                  <c:v>41684</c:v>
                </c:pt>
                <c:pt idx="2578">
                  <c:v>41687</c:v>
                </c:pt>
                <c:pt idx="2579">
                  <c:v>41688</c:v>
                </c:pt>
                <c:pt idx="2580">
                  <c:v>41689</c:v>
                </c:pt>
                <c:pt idx="2581">
                  <c:v>41690</c:v>
                </c:pt>
                <c:pt idx="2582">
                  <c:v>41691</c:v>
                </c:pt>
                <c:pt idx="2583">
                  <c:v>41694</c:v>
                </c:pt>
                <c:pt idx="2584">
                  <c:v>41695</c:v>
                </c:pt>
                <c:pt idx="2585">
                  <c:v>41696</c:v>
                </c:pt>
                <c:pt idx="2586">
                  <c:v>41697</c:v>
                </c:pt>
                <c:pt idx="2587">
                  <c:v>41698</c:v>
                </c:pt>
                <c:pt idx="2588">
                  <c:v>41701</c:v>
                </c:pt>
                <c:pt idx="2589">
                  <c:v>41702</c:v>
                </c:pt>
                <c:pt idx="2590">
                  <c:v>41703</c:v>
                </c:pt>
                <c:pt idx="2591">
                  <c:v>41704</c:v>
                </c:pt>
                <c:pt idx="2592">
                  <c:v>41705</c:v>
                </c:pt>
                <c:pt idx="2593">
                  <c:v>41708</c:v>
                </c:pt>
                <c:pt idx="2594">
                  <c:v>41709</c:v>
                </c:pt>
                <c:pt idx="2595">
                  <c:v>41710</c:v>
                </c:pt>
                <c:pt idx="2596">
                  <c:v>41711</c:v>
                </c:pt>
                <c:pt idx="2597">
                  <c:v>41712</c:v>
                </c:pt>
                <c:pt idx="2598">
                  <c:v>41715</c:v>
                </c:pt>
                <c:pt idx="2599">
                  <c:v>41716</c:v>
                </c:pt>
                <c:pt idx="2600">
                  <c:v>41717</c:v>
                </c:pt>
                <c:pt idx="2601">
                  <c:v>41718</c:v>
                </c:pt>
                <c:pt idx="2602">
                  <c:v>41719</c:v>
                </c:pt>
                <c:pt idx="2603">
                  <c:v>41722</c:v>
                </c:pt>
                <c:pt idx="2604">
                  <c:v>41723</c:v>
                </c:pt>
                <c:pt idx="2605">
                  <c:v>41724</c:v>
                </c:pt>
                <c:pt idx="2606">
                  <c:v>41725</c:v>
                </c:pt>
                <c:pt idx="2607">
                  <c:v>41726</c:v>
                </c:pt>
                <c:pt idx="2608">
                  <c:v>41729</c:v>
                </c:pt>
                <c:pt idx="2609">
                  <c:v>41730</c:v>
                </c:pt>
                <c:pt idx="2610">
                  <c:v>41731</c:v>
                </c:pt>
                <c:pt idx="2611">
                  <c:v>41732</c:v>
                </c:pt>
                <c:pt idx="2612">
                  <c:v>41733</c:v>
                </c:pt>
                <c:pt idx="2613">
                  <c:v>41736</c:v>
                </c:pt>
                <c:pt idx="2614">
                  <c:v>41737</c:v>
                </c:pt>
                <c:pt idx="2615">
                  <c:v>41738</c:v>
                </c:pt>
                <c:pt idx="2616">
                  <c:v>41739</c:v>
                </c:pt>
                <c:pt idx="2617">
                  <c:v>41740</c:v>
                </c:pt>
                <c:pt idx="2618">
                  <c:v>41743</c:v>
                </c:pt>
                <c:pt idx="2619">
                  <c:v>41744</c:v>
                </c:pt>
                <c:pt idx="2620">
                  <c:v>41745</c:v>
                </c:pt>
                <c:pt idx="2621">
                  <c:v>41746</c:v>
                </c:pt>
                <c:pt idx="2622">
                  <c:v>41747</c:v>
                </c:pt>
                <c:pt idx="2623">
                  <c:v>41750</c:v>
                </c:pt>
                <c:pt idx="2624">
                  <c:v>41751</c:v>
                </c:pt>
                <c:pt idx="2625">
                  <c:v>41752</c:v>
                </c:pt>
                <c:pt idx="2626">
                  <c:v>41753</c:v>
                </c:pt>
                <c:pt idx="2627">
                  <c:v>41754</c:v>
                </c:pt>
                <c:pt idx="2628">
                  <c:v>41757</c:v>
                </c:pt>
                <c:pt idx="2629">
                  <c:v>41758</c:v>
                </c:pt>
                <c:pt idx="2630">
                  <c:v>41759</c:v>
                </c:pt>
                <c:pt idx="2631">
                  <c:v>41760</c:v>
                </c:pt>
                <c:pt idx="2632">
                  <c:v>41761</c:v>
                </c:pt>
                <c:pt idx="2633">
                  <c:v>41764</c:v>
                </c:pt>
                <c:pt idx="2634">
                  <c:v>41765</c:v>
                </c:pt>
                <c:pt idx="2635">
                  <c:v>41766</c:v>
                </c:pt>
                <c:pt idx="2636">
                  <c:v>41767</c:v>
                </c:pt>
                <c:pt idx="2637">
                  <c:v>41768</c:v>
                </c:pt>
                <c:pt idx="2638">
                  <c:v>41771</c:v>
                </c:pt>
                <c:pt idx="2639">
                  <c:v>41772</c:v>
                </c:pt>
                <c:pt idx="2640">
                  <c:v>41773</c:v>
                </c:pt>
                <c:pt idx="2641">
                  <c:v>41774</c:v>
                </c:pt>
                <c:pt idx="2642">
                  <c:v>41775</c:v>
                </c:pt>
                <c:pt idx="2643">
                  <c:v>41778</c:v>
                </c:pt>
                <c:pt idx="2644">
                  <c:v>41779</c:v>
                </c:pt>
                <c:pt idx="2645">
                  <c:v>41780</c:v>
                </c:pt>
                <c:pt idx="2646">
                  <c:v>41781</c:v>
                </c:pt>
                <c:pt idx="2647">
                  <c:v>41782</c:v>
                </c:pt>
                <c:pt idx="2648">
                  <c:v>41785</c:v>
                </c:pt>
                <c:pt idx="2649">
                  <c:v>41786</c:v>
                </c:pt>
                <c:pt idx="2650">
                  <c:v>41787</c:v>
                </c:pt>
                <c:pt idx="2651">
                  <c:v>41788</c:v>
                </c:pt>
                <c:pt idx="2652">
                  <c:v>41789</c:v>
                </c:pt>
                <c:pt idx="2653">
                  <c:v>41792</c:v>
                </c:pt>
                <c:pt idx="2654">
                  <c:v>41793</c:v>
                </c:pt>
                <c:pt idx="2655">
                  <c:v>41794</c:v>
                </c:pt>
                <c:pt idx="2656">
                  <c:v>41795</c:v>
                </c:pt>
                <c:pt idx="2657">
                  <c:v>41796</c:v>
                </c:pt>
                <c:pt idx="2658">
                  <c:v>41799</c:v>
                </c:pt>
                <c:pt idx="2659">
                  <c:v>41800</c:v>
                </c:pt>
                <c:pt idx="2660">
                  <c:v>41801</c:v>
                </c:pt>
                <c:pt idx="2661">
                  <c:v>41802</c:v>
                </c:pt>
                <c:pt idx="2662">
                  <c:v>41803</c:v>
                </c:pt>
                <c:pt idx="2663">
                  <c:v>41806</c:v>
                </c:pt>
                <c:pt idx="2664">
                  <c:v>41807</c:v>
                </c:pt>
                <c:pt idx="2665">
                  <c:v>41808</c:v>
                </c:pt>
                <c:pt idx="2666">
                  <c:v>41809</c:v>
                </c:pt>
                <c:pt idx="2667">
                  <c:v>41810</c:v>
                </c:pt>
                <c:pt idx="2668">
                  <c:v>41813</c:v>
                </c:pt>
                <c:pt idx="2669">
                  <c:v>41814</c:v>
                </c:pt>
                <c:pt idx="2670">
                  <c:v>41815</c:v>
                </c:pt>
                <c:pt idx="2671">
                  <c:v>41816</c:v>
                </c:pt>
                <c:pt idx="2672">
                  <c:v>41817</c:v>
                </c:pt>
                <c:pt idx="2673">
                  <c:v>41820</c:v>
                </c:pt>
                <c:pt idx="2674">
                  <c:v>41821</c:v>
                </c:pt>
                <c:pt idx="2675">
                  <c:v>41822</c:v>
                </c:pt>
                <c:pt idx="2676">
                  <c:v>41823</c:v>
                </c:pt>
                <c:pt idx="2677">
                  <c:v>41824</c:v>
                </c:pt>
                <c:pt idx="2678">
                  <c:v>41827</c:v>
                </c:pt>
                <c:pt idx="2679">
                  <c:v>41828</c:v>
                </c:pt>
                <c:pt idx="2680">
                  <c:v>41829</c:v>
                </c:pt>
                <c:pt idx="2681">
                  <c:v>41830</c:v>
                </c:pt>
                <c:pt idx="2682">
                  <c:v>41831</c:v>
                </c:pt>
                <c:pt idx="2683">
                  <c:v>41834</c:v>
                </c:pt>
                <c:pt idx="2684">
                  <c:v>41835</c:v>
                </c:pt>
                <c:pt idx="2685">
                  <c:v>41836</c:v>
                </c:pt>
                <c:pt idx="2686">
                  <c:v>41837</c:v>
                </c:pt>
                <c:pt idx="2687">
                  <c:v>41838</c:v>
                </c:pt>
                <c:pt idx="2688">
                  <c:v>41841</c:v>
                </c:pt>
                <c:pt idx="2689">
                  <c:v>41842</c:v>
                </c:pt>
                <c:pt idx="2690">
                  <c:v>41843</c:v>
                </c:pt>
                <c:pt idx="2691">
                  <c:v>41844</c:v>
                </c:pt>
                <c:pt idx="2692">
                  <c:v>41845</c:v>
                </c:pt>
                <c:pt idx="2693">
                  <c:v>41848</c:v>
                </c:pt>
                <c:pt idx="2694">
                  <c:v>41849</c:v>
                </c:pt>
                <c:pt idx="2695">
                  <c:v>41850</c:v>
                </c:pt>
                <c:pt idx="2696">
                  <c:v>41851</c:v>
                </c:pt>
                <c:pt idx="2697">
                  <c:v>41852</c:v>
                </c:pt>
                <c:pt idx="2698">
                  <c:v>41855</c:v>
                </c:pt>
                <c:pt idx="2699">
                  <c:v>41856</c:v>
                </c:pt>
                <c:pt idx="2700">
                  <c:v>41857</c:v>
                </c:pt>
                <c:pt idx="2701">
                  <c:v>41858</c:v>
                </c:pt>
                <c:pt idx="2702">
                  <c:v>41859</c:v>
                </c:pt>
                <c:pt idx="2703">
                  <c:v>41862</c:v>
                </c:pt>
                <c:pt idx="2704">
                  <c:v>41863</c:v>
                </c:pt>
                <c:pt idx="2705">
                  <c:v>41864</c:v>
                </c:pt>
                <c:pt idx="2706">
                  <c:v>41865</c:v>
                </c:pt>
                <c:pt idx="2707">
                  <c:v>41866</c:v>
                </c:pt>
                <c:pt idx="2708">
                  <c:v>41869</c:v>
                </c:pt>
                <c:pt idx="2709">
                  <c:v>41870</c:v>
                </c:pt>
                <c:pt idx="2710">
                  <c:v>41871</c:v>
                </c:pt>
                <c:pt idx="2711">
                  <c:v>41872</c:v>
                </c:pt>
                <c:pt idx="2712">
                  <c:v>41873</c:v>
                </c:pt>
                <c:pt idx="2713">
                  <c:v>41876</c:v>
                </c:pt>
                <c:pt idx="2714">
                  <c:v>41877</c:v>
                </c:pt>
                <c:pt idx="2715">
                  <c:v>41878</c:v>
                </c:pt>
                <c:pt idx="2716">
                  <c:v>41879</c:v>
                </c:pt>
                <c:pt idx="2717">
                  <c:v>41880</c:v>
                </c:pt>
                <c:pt idx="2718">
                  <c:v>41883</c:v>
                </c:pt>
                <c:pt idx="2719">
                  <c:v>41884</c:v>
                </c:pt>
                <c:pt idx="2720">
                  <c:v>41885</c:v>
                </c:pt>
                <c:pt idx="2721">
                  <c:v>41886</c:v>
                </c:pt>
                <c:pt idx="2722">
                  <c:v>41887</c:v>
                </c:pt>
                <c:pt idx="2723">
                  <c:v>41890</c:v>
                </c:pt>
                <c:pt idx="2724">
                  <c:v>41891</c:v>
                </c:pt>
                <c:pt idx="2725">
                  <c:v>41892</c:v>
                </c:pt>
                <c:pt idx="2726">
                  <c:v>41893</c:v>
                </c:pt>
                <c:pt idx="2727">
                  <c:v>41894</c:v>
                </c:pt>
                <c:pt idx="2728">
                  <c:v>41897</c:v>
                </c:pt>
                <c:pt idx="2729">
                  <c:v>41898</c:v>
                </c:pt>
                <c:pt idx="2730">
                  <c:v>41899</c:v>
                </c:pt>
                <c:pt idx="2731">
                  <c:v>41900</c:v>
                </c:pt>
                <c:pt idx="2732">
                  <c:v>41901</c:v>
                </c:pt>
                <c:pt idx="2733">
                  <c:v>41904</c:v>
                </c:pt>
                <c:pt idx="2734">
                  <c:v>41905</c:v>
                </c:pt>
                <c:pt idx="2735">
                  <c:v>41906</c:v>
                </c:pt>
                <c:pt idx="2736">
                  <c:v>41907</c:v>
                </c:pt>
                <c:pt idx="2737">
                  <c:v>41908</c:v>
                </c:pt>
                <c:pt idx="2738">
                  <c:v>41911</c:v>
                </c:pt>
                <c:pt idx="2739">
                  <c:v>41912</c:v>
                </c:pt>
                <c:pt idx="2740">
                  <c:v>41913</c:v>
                </c:pt>
                <c:pt idx="2741">
                  <c:v>41914</c:v>
                </c:pt>
                <c:pt idx="2742">
                  <c:v>41915</c:v>
                </c:pt>
                <c:pt idx="2743">
                  <c:v>41918</c:v>
                </c:pt>
                <c:pt idx="2744">
                  <c:v>41919</c:v>
                </c:pt>
                <c:pt idx="2745">
                  <c:v>41920</c:v>
                </c:pt>
                <c:pt idx="2746">
                  <c:v>41921</c:v>
                </c:pt>
                <c:pt idx="2747">
                  <c:v>41922</c:v>
                </c:pt>
                <c:pt idx="2748">
                  <c:v>41925</c:v>
                </c:pt>
                <c:pt idx="2749">
                  <c:v>41926</c:v>
                </c:pt>
                <c:pt idx="2750">
                  <c:v>41927</c:v>
                </c:pt>
                <c:pt idx="2751">
                  <c:v>41928</c:v>
                </c:pt>
                <c:pt idx="2752">
                  <c:v>41929</c:v>
                </c:pt>
                <c:pt idx="2753">
                  <c:v>41932</c:v>
                </c:pt>
                <c:pt idx="2754">
                  <c:v>41933</c:v>
                </c:pt>
                <c:pt idx="2755">
                  <c:v>41934</c:v>
                </c:pt>
                <c:pt idx="2756">
                  <c:v>41935</c:v>
                </c:pt>
                <c:pt idx="2757">
                  <c:v>41936</c:v>
                </c:pt>
                <c:pt idx="2758">
                  <c:v>41939</c:v>
                </c:pt>
                <c:pt idx="2759">
                  <c:v>41940</c:v>
                </c:pt>
                <c:pt idx="2760">
                  <c:v>41941</c:v>
                </c:pt>
                <c:pt idx="2761">
                  <c:v>41942</c:v>
                </c:pt>
                <c:pt idx="2762">
                  <c:v>41943</c:v>
                </c:pt>
                <c:pt idx="2763">
                  <c:v>41946</c:v>
                </c:pt>
                <c:pt idx="2764">
                  <c:v>41947</c:v>
                </c:pt>
                <c:pt idx="2765">
                  <c:v>41948</c:v>
                </c:pt>
                <c:pt idx="2766">
                  <c:v>41949</c:v>
                </c:pt>
                <c:pt idx="2767">
                  <c:v>41950</c:v>
                </c:pt>
                <c:pt idx="2768">
                  <c:v>41953</c:v>
                </c:pt>
                <c:pt idx="2769">
                  <c:v>41954</c:v>
                </c:pt>
                <c:pt idx="2770">
                  <c:v>41955</c:v>
                </c:pt>
                <c:pt idx="2771">
                  <c:v>41956</c:v>
                </c:pt>
                <c:pt idx="2772">
                  <c:v>41957</c:v>
                </c:pt>
                <c:pt idx="2773">
                  <c:v>41960</c:v>
                </c:pt>
                <c:pt idx="2774">
                  <c:v>41961</c:v>
                </c:pt>
                <c:pt idx="2775">
                  <c:v>41962</c:v>
                </c:pt>
                <c:pt idx="2776">
                  <c:v>41963</c:v>
                </c:pt>
                <c:pt idx="2777">
                  <c:v>41964</c:v>
                </c:pt>
                <c:pt idx="2778">
                  <c:v>41967</c:v>
                </c:pt>
                <c:pt idx="2779">
                  <c:v>41968</c:v>
                </c:pt>
                <c:pt idx="2780">
                  <c:v>41969</c:v>
                </c:pt>
                <c:pt idx="2781">
                  <c:v>41970</c:v>
                </c:pt>
                <c:pt idx="2782">
                  <c:v>41971</c:v>
                </c:pt>
                <c:pt idx="2783">
                  <c:v>41974</c:v>
                </c:pt>
                <c:pt idx="2784">
                  <c:v>41975</c:v>
                </c:pt>
                <c:pt idx="2785">
                  <c:v>41976</c:v>
                </c:pt>
                <c:pt idx="2786">
                  <c:v>41977</c:v>
                </c:pt>
                <c:pt idx="2787">
                  <c:v>41978</c:v>
                </c:pt>
                <c:pt idx="2788">
                  <c:v>41981</c:v>
                </c:pt>
                <c:pt idx="2789">
                  <c:v>41982</c:v>
                </c:pt>
                <c:pt idx="2790">
                  <c:v>41983</c:v>
                </c:pt>
                <c:pt idx="2791">
                  <c:v>41984</c:v>
                </c:pt>
                <c:pt idx="2792">
                  <c:v>41985</c:v>
                </c:pt>
                <c:pt idx="2793">
                  <c:v>41988</c:v>
                </c:pt>
                <c:pt idx="2794">
                  <c:v>41989</c:v>
                </c:pt>
                <c:pt idx="2795">
                  <c:v>41990</c:v>
                </c:pt>
                <c:pt idx="2796">
                  <c:v>41991</c:v>
                </c:pt>
                <c:pt idx="2797">
                  <c:v>41992</c:v>
                </c:pt>
                <c:pt idx="2798">
                  <c:v>41995</c:v>
                </c:pt>
                <c:pt idx="2799">
                  <c:v>41996</c:v>
                </c:pt>
                <c:pt idx="2800">
                  <c:v>41997</c:v>
                </c:pt>
                <c:pt idx="2801">
                  <c:v>41998</c:v>
                </c:pt>
                <c:pt idx="2802">
                  <c:v>41999</c:v>
                </c:pt>
                <c:pt idx="2803">
                  <c:v>42002</c:v>
                </c:pt>
                <c:pt idx="2804">
                  <c:v>42003</c:v>
                </c:pt>
                <c:pt idx="2805">
                  <c:v>42004</c:v>
                </c:pt>
                <c:pt idx="2806">
                  <c:v>42005</c:v>
                </c:pt>
                <c:pt idx="2807">
                  <c:v>42006</c:v>
                </c:pt>
                <c:pt idx="2808">
                  <c:v>42009</c:v>
                </c:pt>
                <c:pt idx="2809">
                  <c:v>42010</c:v>
                </c:pt>
                <c:pt idx="2810">
                  <c:v>42011</c:v>
                </c:pt>
                <c:pt idx="2811">
                  <c:v>42012</c:v>
                </c:pt>
                <c:pt idx="2812">
                  <c:v>42013</c:v>
                </c:pt>
                <c:pt idx="2813">
                  <c:v>42016</c:v>
                </c:pt>
                <c:pt idx="2814">
                  <c:v>42017</c:v>
                </c:pt>
                <c:pt idx="2815">
                  <c:v>42018</c:v>
                </c:pt>
                <c:pt idx="2816">
                  <c:v>42019</c:v>
                </c:pt>
                <c:pt idx="2817">
                  <c:v>42020</c:v>
                </c:pt>
                <c:pt idx="2818">
                  <c:v>42023</c:v>
                </c:pt>
                <c:pt idx="2819">
                  <c:v>42024</c:v>
                </c:pt>
                <c:pt idx="2820">
                  <c:v>42025</c:v>
                </c:pt>
                <c:pt idx="2821">
                  <c:v>42026</c:v>
                </c:pt>
                <c:pt idx="2822">
                  <c:v>42027</c:v>
                </c:pt>
                <c:pt idx="2823">
                  <c:v>42030</c:v>
                </c:pt>
                <c:pt idx="2824">
                  <c:v>42031</c:v>
                </c:pt>
                <c:pt idx="2825">
                  <c:v>42032</c:v>
                </c:pt>
                <c:pt idx="2826">
                  <c:v>42033</c:v>
                </c:pt>
                <c:pt idx="2827">
                  <c:v>42034</c:v>
                </c:pt>
                <c:pt idx="2828">
                  <c:v>42037</c:v>
                </c:pt>
                <c:pt idx="2829">
                  <c:v>42038</c:v>
                </c:pt>
                <c:pt idx="2830">
                  <c:v>42039</c:v>
                </c:pt>
                <c:pt idx="2831">
                  <c:v>42040</c:v>
                </c:pt>
                <c:pt idx="2832">
                  <c:v>42041</c:v>
                </c:pt>
                <c:pt idx="2833">
                  <c:v>42044</c:v>
                </c:pt>
                <c:pt idx="2834">
                  <c:v>42045</c:v>
                </c:pt>
                <c:pt idx="2835">
                  <c:v>42046</c:v>
                </c:pt>
                <c:pt idx="2836">
                  <c:v>42047</c:v>
                </c:pt>
                <c:pt idx="2837">
                  <c:v>42048</c:v>
                </c:pt>
                <c:pt idx="2838">
                  <c:v>42051</c:v>
                </c:pt>
                <c:pt idx="2839">
                  <c:v>42052</c:v>
                </c:pt>
                <c:pt idx="2840">
                  <c:v>42053</c:v>
                </c:pt>
                <c:pt idx="2841">
                  <c:v>42054</c:v>
                </c:pt>
                <c:pt idx="2842">
                  <c:v>42055</c:v>
                </c:pt>
                <c:pt idx="2843">
                  <c:v>42058</c:v>
                </c:pt>
                <c:pt idx="2844">
                  <c:v>42059</c:v>
                </c:pt>
                <c:pt idx="2845">
                  <c:v>42060</c:v>
                </c:pt>
                <c:pt idx="2846">
                  <c:v>42061</c:v>
                </c:pt>
                <c:pt idx="2847">
                  <c:v>42062</c:v>
                </c:pt>
                <c:pt idx="2848">
                  <c:v>42065</c:v>
                </c:pt>
                <c:pt idx="2849">
                  <c:v>42066</c:v>
                </c:pt>
                <c:pt idx="2850">
                  <c:v>42067</c:v>
                </c:pt>
                <c:pt idx="2851">
                  <c:v>42068</c:v>
                </c:pt>
                <c:pt idx="2852">
                  <c:v>42069</c:v>
                </c:pt>
                <c:pt idx="2853">
                  <c:v>42072</c:v>
                </c:pt>
                <c:pt idx="2854">
                  <c:v>42073</c:v>
                </c:pt>
                <c:pt idx="2855">
                  <c:v>42074</c:v>
                </c:pt>
                <c:pt idx="2856">
                  <c:v>42075</c:v>
                </c:pt>
                <c:pt idx="2857">
                  <c:v>42076</c:v>
                </c:pt>
                <c:pt idx="2858">
                  <c:v>42079</c:v>
                </c:pt>
                <c:pt idx="2859">
                  <c:v>42080</c:v>
                </c:pt>
                <c:pt idx="2860">
                  <c:v>42081</c:v>
                </c:pt>
                <c:pt idx="2861">
                  <c:v>42082</c:v>
                </c:pt>
                <c:pt idx="2862">
                  <c:v>42083</c:v>
                </c:pt>
                <c:pt idx="2863">
                  <c:v>42086</c:v>
                </c:pt>
                <c:pt idx="2864">
                  <c:v>42087</c:v>
                </c:pt>
                <c:pt idx="2865">
                  <c:v>42088</c:v>
                </c:pt>
                <c:pt idx="2866">
                  <c:v>42089</c:v>
                </c:pt>
                <c:pt idx="2867">
                  <c:v>42090</c:v>
                </c:pt>
                <c:pt idx="2868">
                  <c:v>42093</c:v>
                </c:pt>
                <c:pt idx="2869">
                  <c:v>42094</c:v>
                </c:pt>
                <c:pt idx="2870">
                  <c:v>42095</c:v>
                </c:pt>
                <c:pt idx="2871">
                  <c:v>42096</c:v>
                </c:pt>
                <c:pt idx="2872">
                  <c:v>42097</c:v>
                </c:pt>
                <c:pt idx="2873">
                  <c:v>42100</c:v>
                </c:pt>
                <c:pt idx="2874">
                  <c:v>42101</c:v>
                </c:pt>
                <c:pt idx="2875">
                  <c:v>42102</c:v>
                </c:pt>
                <c:pt idx="2876">
                  <c:v>42103</c:v>
                </c:pt>
                <c:pt idx="2877">
                  <c:v>42104</c:v>
                </c:pt>
                <c:pt idx="2878">
                  <c:v>42107</c:v>
                </c:pt>
                <c:pt idx="2879">
                  <c:v>42108</c:v>
                </c:pt>
                <c:pt idx="2880">
                  <c:v>42109</c:v>
                </c:pt>
                <c:pt idx="2881">
                  <c:v>42110</c:v>
                </c:pt>
                <c:pt idx="2882">
                  <c:v>42111</c:v>
                </c:pt>
                <c:pt idx="2883">
                  <c:v>42114</c:v>
                </c:pt>
                <c:pt idx="2884">
                  <c:v>42115</c:v>
                </c:pt>
                <c:pt idx="2885">
                  <c:v>42116</c:v>
                </c:pt>
                <c:pt idx="2886">
                  <c:v>42117</c:v>
                </c:pt>
                <c:pt idx="2887">
                  <c:v>42118</c:v>
                </c:pt>
                <c:pt idx="2888">
                  <c:v>42121</c:v>
                </c:pt>
                <c:pt idx="2889">
                  <c:v>42122</c:v>
                </c:pt>
                <c:pt idx="2890">
                  <c:v>42123</c:v>
                </c:pt>
                <c:pt idx="2891">
                  <c:v>42124</c:v>
                </c:pt>
                <c:pt idx="2892">
                  <c:v>42125</c:v>
                </c:pt>
                <c:pt idx="2893">
                  <c:v>42128</c:v>
                </c:pt>
                <c:pt idx="2894">
                  <c:v>42129</c:v>
                </c:pt>
                <c:pt idx="2895">
                  <c:v>42130</c:v>
                </c:pt>
                <c:pt idx="2896">
                  <c:v>42131</c:v>
                </c:pt>
                <c:pt idx="2897">
                  <c:v>42132</c:v>
                </c:pt>
                <c:pt idx="2898">
                  <c:v>42135</c:v>
                </c:pt>
                <c:pt idx="2899">
                  <c:v>42136</c:v>
                </c:pt>
                <c:pt idx="2900">
                  <c:v>42137</c:v>
                </c:pt>
                <c:pt idx="2901">
                  <c:v>42138</c:v>
                </c:pt>
                <c:pt idx="2902">
                  <c:v>42139</c:v>
                </c:pt>
                <c:pt idx="2903">
                  <c:v>42142</c:v>
                </c:pt>
                <c:pt idx="2904">
                  <c:v>42143</c:v>
                </c:pt>
                <c:pt idx="2905">
                  <c:v>42144</c:v>
                </c:pt>
                <c:pt idx="2906">
                  <c:v>42145</c:v>
                </c:pt>
                <c:pt idx="2907">
                  <c:v>42146</c:v>
                </c:pt>
                <c:pt idx="2908">
                  <c:v>42149</c:v>
                </c:pt>
                <c:pt idx="2909">
                  <c:v>42150</c:v>
                </c:pt>
                <c:pt idx="2910">
                  <c:v>42151</c:v>
                </c:pt>
                <c:pt idx="2911">
                  <c:v>42152</c:v>
                </c:pt>
                <c:pt idx="2912">
                  <c:v>42153</c:v>
                </c:pt>
                <c:pt idx="2913">
                  <c:v>42156</c:v>
                </c:pt>
                <c:pt idx="2914">
                  <c:v>42157</c:v>
                </c:pt>
                <c:pt idx="2915">
                  <c:v>42158</c:v>
                </c:pt>
                <c:pt idx="2916">
                  <c:v>42159</c:v>
                </c:pt>
                <c:pt idx="2917">
                  <c:v>42160</c:v>
                </c:pt>
                <c:pt idx="2918">
                  <c:v>42163</c:v>
                </c:pt>
                <c:pt idx="2919">
                  <c:v>42164</c:v>
                </c:pt>
                <c:pt idx="2920">
                  <c:v>42165</c:v>
                </c:pt>
                <c:pt idx="2921">
                  <c:v>42166</c:v>
                </c:pt>
                <c:pt idx="2922">
                  <c:v>42167</c:v>
                </c:pt>
                <c:pt idx="2923">
                  <c:v>42170</c:v>
                </c:pt>
                <c:pt idx="2924">
                  <c:v>42171</c:v>
                </c:pt>
                <c:pt idx="2925">
                  <c:v>42172</c:v>
                </c:pt>
                <c:pt idx="2926">
                  <c:v>42173</c:v>
                </c:pt>
                <c:pt idx="2927">
                  <c:v>42174</c:v>
                </c:pt>
                <c:pt idx="2928">
                  <c:v>42177</c:v>
                </c:pt>
                <c:pt idx="2929">
                  <c:v>42178</c:v>
                </c:pt>
                <c:pt idx="2930">
                  <c:v>42179</c:v>
                </c:pt>
                <c:pt idx="2931">
                  <c:v>42180</c:v>
                </c:pt>
                <c:pt idx="2932">
                  <c:v>42181</c:v>
                </c:pt>
                <c:pt idx="2933">
                  <c:v>42184</c:v>
                </c:pt>
                <c:pt idx="2934">
                  <c:v>42185</c:v>
                </c:pt>
                <c:pt idx="2935">
                  <c:v>42186</c:v>
                </c:pt>
                <c:pt idx="2936">
                  <c:v>42187</c:v>
                </c:pt>
                <c:pt idx="2937">
                  <c:v>42188</c:v>
                </c:pt>
                <c:pt idx="2938">
                  <c:v>42191</c:v>
                </c:pt>
                <c:pt idx="2939">
                  <c:v>42192</c:v>
                </c:pt>
                <c:pt idx="2940">
                  <c:v>42193</c:v>
                </c:pt>
                <c:pt idx="2941">
                  <c:v>42194</c:v>
                </c:pt>
                <c:pt idx="2942">
                  <c:v>42195</c:v>
                </c:pt>
                <c:pt idx="2943">
                  <c:v>42198</c:v>
                </c:pt>
                <c:pt idx="2944">
                  <c:v>42199</c:v>
                </c:pt>
                <c:pt idx="2945">
                  <c:v>42200</c:v>
                </c:pt>
                <c:pt idx="2946">
                  <c:v>42201</c:v>
                </c:pt>
                <c:pt idx="2947">
                  <c:v>42202</c:v>
                </c:pt>
                <c:pt idx="2948">
                  <c:v>42205</c:v>
                </c:pt>
                <c:pt idx="2949">
                  <c:v>42206</c:v>
                </c:pt>
                <c:pt idx="2950">
                  <c:v>42207</c:v>
                </c:pt>
                <c:pt idx="2951">
                  <c:v>42208</c:v>
                </c:pt>
                <c:pt idx="2952">
                  <c:v>42209</c:v>
                </c:pt>
                <c:pt idx="2953">
                  <c:v>42212</c:v>
                </c:pt>
                <c:pt idx="2954">
                  <c:v>42213</c:v>
                </c:pt>
                <c:pt idx="2955">
                  <c:v>42214</c:v>
                </c:pt>
                <c:pt idx="2956">
                  <c:v>42215</c:v>
                </c:pt>
                <c:pt idx="2957">
                  <c:v>42216</c:v>
                </c:pt>
                <c:pt idx="2958">
                  <c:v>42219</c:v>
                </c:pt>
                <c:pt idx="2959">
                  <c:v>42220</c:v>
                </c:pt>
                <c:pt idx="2960">
                  <c:v>42221</c:v>
                </c:pt>
                <c:pt idx="2961">
                  <c:v>42222</c:v>
                </c:pt>
                <c:pt idx="2962">
                  <c:v>42223</c:v>
                </c:pt>
                <c:pt idx="2963">
                  <c:v>42226</c:v>
                </c:pt>
                <c:pt idx="2964">
                  <c:v>42227</c:v>
                </c:pt>
                <c:pt idx="2965">
                  <c:v>42228</c:v>
                </c:pt>
                <c:pt idx="2966">
                  <c:v>42229</c:v>
                </c:pt>
                <c:pt idx="2967">
                  <c:v>42230</c:v>
                </c:pt>
                <c:pt idx="2968">
                  <c:v>42233</c:v>
                </c:pt>
                <c:pt idx="2969">
                  <c:v>42234</c:v>
                </c:pt>
                <c:pt idx="2970">
                  <c:v>42235</c:v>
                </c:pt>
                <c:pt idx="2971">
                  <c:v>42236</c:v>
                </c:pt>
                <c:pt idx="2972">
                  <c:v>42237</c:v>
                </c:pt>
                <c:pt idx="2973">
                  <c:v>42240</c:v>
                </c:pt>
                <c:pt idx="2974">
                  <c:v>42241</c:v>
                </c:pt>
                <c:pt idx="2975">
                  <c:v>42242</c:v>
                </c:pt>
                <c:pt idx="2976">
                  <c:v>42243</c:v>
                </c:pt>
                <c:pt idx="2977">
                  <c:v>42244</c:v>
                </c:pt>
                <c:pt idx="2978">
                  <c:v>42247</c:v>
                </c:pt>
                <c:pt idx="2979">
                  <c:v>42248</c:v>
                </c:pt>
                <c:pt idx="2980">
                  <c:v>42249</c:v>
                </c:pt>
                <c:pt idx="2981">
                  <c:v>42250</c:v>
                </c:pt>
                <c:pt idx="2982">
                  <c:v>42251</c:v>
                </c:pt>
                <c:pt idx="2983">
                  <c:v>42254</c:v>
                </c:pt>
                <c:pt idx="2984">
                  <c:v>42255</c:v>
                </c:pt>
                <c:pt idx="2985">
                  <c:v>42256</c:v>
                </c:pt>
                <c:pt idx="2986">
                  <c:v>42257</c:v>
                </c:pt>
                <c:pt idx="2987">
                  <c:v>42258</c:v>
                </c:pt>
                <c:pt idx="2988">
                  <c:v>42261</c:v>
                </c:pt>
                <c:pt idx="2989">
                  <c:v>42262</c:v>
                </c:pt>
                <c:pt idx="2990">
                  <c:v>42263</c:v>
                </c:pt>
                <c:pt idx="2991">
                  <c:v>42264</c:v>
                </c:pt>
                <c:pt idx="2992">
                  <c:v>42265</c:v>
                </c:pt>
                <c:pt idx="2993">
                  <c:v>42268</c:v>
                </c:pt>
                <c:pt idx="2994">
                  <c:v>42269</c:v>
                </c:pt>
                <c:pt idx="2995">
                  <c:v>42270</c:v>
                </c:pt>
                <c:pt idx="2996">
                  <c:v>42271</c:v>
                </c:pt>
                <c:pt idx="2997">
                  <c:v>42272</c:v>
                </c:pt>
                <c:pt idx="2998">
                  <c:v>42275</c:v>
                </c:pt>
                <c:pt idx="2999">
                  <c:v>42276</c:v>
                </c:pt>
                <c:pt idx="3000">
                  <c:v>42277</c:v>
                </c:pt>
                <c:pt idx="3001">
                  <c:v>42278</c:v>
                </c:pt>
                <c:pt idx="3002">
                  <c:v>42279</c:v>
                </c:pt>
                <c:pt idx="3003">
                  <c:v>42282</c:v>
                </c:pt>
                <c:pt idx="3004">
                  <c:v>42283</c:v>
                </c:pt>
                <c:pt idx="3005">
                  <c:v>42284</c:v>
                </c:pt>
                <c:pt idx="3006">
                  <c:v>42285</c:v>
                </c:pt>
                <c:pt idx="3007">
                  <c:v>42286</c:v>
                </c:pt>
                <c:pt idx="3008">
                  <c:v>42289</c:v>
                </c:pt>
                <c:pt idx="3009">
                  <c:v>42290</c:v>
                </c:pt>
                <c:pt idx="3010">
                  <c:v>42291</c:v>
                </c:pt>
                <c:pt idx="3011">
                  <c:v>42292</c:v>
                </c:pt>
                <c:pt idx="3012">
                  <c:v>42293</c:v>
                </c:pt>
                <c:pt idx="3013">
                  <c:v>42296</c:v>
                </c:pt>
                <c:pt idx="3014">
                  <c:v>42297</c:v>
                </c:pt>
                <c:pt idx="3015">
                  <c:v>42298</c:v>
                </c:pt>
                <c:pt idx="3016">
                  <c:v>42299</c:v>
                </c:pt>
                <c:pt idx="3017">
                  <c:v>42300</c:v>
                </c:pt>
                <c:pt idx="3018">
                  <c:v>42303</c:v>
                </c:pt>
                <c:pt idx="3019">
                  <c:v>42304</c:v>
                </c:pt>
                <c:pt idx="3020">
                  <c:v>42305</c:v>
                </c:pt>
                <c:pt idx="3021">
                  <c:v>42306</c:v>
                </c:pt>
                <c:pt idx="3022">
                  <c:v>42307</c:v>
                </c:pt>
                <c:pt idx="3023">
                  <c:v>42310</c:v>
                </c:pt>
                <c:pt idx="3024">
                  <c:v>42311</c:v>
                </c:pt>
                <c:pt idx="3025">
                  <c:v>42312</c:v>
                </c:pt>
                <c:pt idx="3026">
                  <c:v>42313</c:v>
                </c:pt>
                <c:pt idx="3027">
                  <c:v>42314</c:v>
                </c:pt>
                <c:pt idx="3028">
                  <c:v>42317</c:v>
                </c:pt>
                <c:pt idx="3029">
                  <c:v>42318</c:v>
                </c:pt>
                <c:pt idx="3030">
                  <c:v>42319</c:v>
                </c:pt>
                <c:pt idx="3031">
                  <c:v>42320</c:v>
                </c:pt>
                <c:pt idx="3032">
                  <c:v>42321</c:v>
                </c:pt>
                <c:pt idx="3033">
                  <c:v>42324</c:v>
                </c:pt>
                <c:pt idx="3034">
                  <c:v>42325</c:v>
                </c:pt>
                <c:pt idx="3035">
                  <c:v>42326</c:v>
                </c:pt>
                <c:pt idx="3036">
                  <c:v>42327</c:v>
                </c:pt>
                <c:pt idx="3037">
                  <c:v>42328</c:v>
                </c:pt>
                <c:pt idx="3038">
                  <c:v>42331</c:v>
                </c:pt>
                <c:pt idx="3039">
                  <c:v>42332</c:v>
                </c:pt>
                <c:pt idx="3040">
                  <c:v>42333</c:v>
                </c:pt>
                <c:pt idx="3041">
                  <c:v>42334</c:v>
                </c:pt>
                <c:pt idx="3042">
                  <c:v>42335</c:v>
                </c:pt>
                <c:pt idx="3043">
                  <c:v>42338</c:v>
                </c:pt>
                <c:pt idx="3044">
                  <c:v>42339</c:v>
                </c:pt>
                <c:pt idx="3045">
                  <c:v>42340</c:v>
                </c:pt>
                <c:pt idx="3046">
                  <c:v>42341</c:v>
                </c:pt>
                <c:pt idx="3047">
                  <c:v>42342</c:v>
                </c:pt>
                <c:pt idx="3048">
                  <c:v>42345</c:v>
                </c:pt>
                <c:pt idx="3049">
                  <c:v>42346</c:v>
                </c:pt>
                <c:pt idx="3050">
                  <c:v>42347</c:v>
                </c:pt>
                <c:pt idx="3051">
                  <c:v>42348</c:v>
                </c:pt>
                <c:pt idx="3052">
                  <c:v>42349</c:v>
                </c:pt>
                <c:pt idx="3053">
                  <c:v>42352</c:v>
                </c:pt>
                <c:pt idx="3054">
                  <c:v>42353</c:v>
                </c:pt>
                <c:pt idx="3055">
                  <c:v>42354</c:v>
                </c:pt>
                <c:pt idx="3056">
                  <c:v>42355</c:v>
                </c:pt>
                <c:pt idx="3057">
                  <c:v>42356</c:v>
                </c:pt>
                <c:pt idx="3058">
                  <c:v>42359</c:v>
                </c:pt>
                <c:pt idx="3059">
                  <c:v>42360</c:v>
                </c:pt>
                <c:pt idx="3060">
                  <c:v>42361</c:v>
                </c:pt>
                <c:pt idx="3061">
                  <c:v>42362</c:v>
                </c:pt>
                <c:pt idx="3062">
                  <c:v>42363</c:v>
                </c:pt>
                <c:pt idx="3063">
                  <c:v>42366</c:v>
                </c:pt>
                <c:pt idx="3064">
                  <c:v>42367</c:v>
                </c:pt>
                <c:pt idx="3065">
                  <c:v>42368</c:v>
                </c:pt>
                <c:pt idx="3066">
                  <c:v>42369</c:v>
                </c:pt>
                <c:pt idx="3067">
                  <c:v>42370</c:v>
                </c:pt>
                <c:pt idx="3068">
                  <c:v>42373</c:v>
                </c:pt>
                <c:pt idx="3069">
                  <c:v>42374</c:v>
                </c:pt>
                <c:pt idx="3070">
                  <c:v>42375</c:v>
                </c:pt>
                <c:pt idx="3071">
                  <c:v>42376</c:v>
                </c:pt>
                <c:pt idx="3072">
                  <c:v>42377</c:v>
                </c:pt>
                <c:pt idx="3073">
                  <c:v>42380</c:v>
                </c:pt>
                <c:pt idx="3074">
                  <c:v>42381</c:v>
                </c:pt>
                <c:pt idx="3075">
                  <c:v>42382</c:v>
                </c:pt>
                <c:pt idx="3076">
                  <c:v>42383</c:v>
                </c:pt>
                <c:pt idx="3077">
                  <c:v>42384</c:v>
                </c:pt>
                <c:pt idx="3078">
                  <c:v>42387</c:v>
                </c:pt>
                <c:pt idx="3079">
                  <c:v>42388</c:v>
                </c:pt>
                <c:pt idx="3080">
                  <c:v>42389</c:v>
                </c:pt>
                <c:pt idx="3081">
                  <c:v>42390</c:v>
                </c:pt>
                <c:pt idx="3082">
                  <c:v>42391</c:v>
                </c:pt>
                <c:pt idx="3083">
                  <c:v>42394</c:v>
                </c:pt>
                <c:pt idx="3084">
                  <c:v>42395</c:v>
                </c:pt>
                <c:pt idx="3085">
                  <c:v>42396</c:v>
                </c:pt>
                <c:pt idx="3086">
                  <c:v>42397</c:v>
                </c:pt>
                <c:pt idx="3087">
                  <c:v>42398</c:v>
                </c:pt>
                <c:pt idx="3088">
                  <c:v>42401</c:v>
                </c:pt>
                <c:pt idx="3089">
                  <c:v>42402</c:v>
                </c:pt>
                <c:pt idx="3090">
                  <c:v>42403</c:v>
                </c:pt>
                <c:pt idx="3091">
                  <c:v>42404</c:v>
                </c:pt>
                <c:pt idx="3092">
                  <c:v>42405</c:v>
                </c:pt>
                <c:pt idx="3093">
                  <c:v>42408</c:v>
                </c:pt>
                <c:pt idx="3094">
                  <c:v>42409</c:v>
                </c:pt>
                <c:pt idx="3095">
                  <c:v>42410</c:v>
                </c:pt>
                <c:pt idx="3096">
                  <c:v>42411</c:v>
                </c:pt>
                <c:pt idx="3097">
                  <c:v>42412</c:v>
                </c:pt>
                <c:pt idx="3098">
                  <c:v>42415</c:v>
                </c:pt>
                <c:pt idx="3099">
                  <c:v>42416</c:v>
                </c:pt>
                <c:pt idx="3100">
                  <c:v>42417</c:v>
                </c:pt>
                <c:pt idx="3101">
                  <c:v>42418</c:v>
                </c:pt>
                <c:pt idx="3102">
                  <c:v>42419</c:v>
                </c:pt>
                <c:pt idx="3103">
                  <c:v>42422</c:v>
                </c:pt>
                <c:pt idx="3104">
                  <c:v>42423</c:v>
                </c:pt>
                <c:pt idx="3105">
                  <c:v>42424</c:v>
                </c:pt>
                <c:pt idx="3106">
                  <c:v>42425</c:v>
                </c:pt>
                <c:pt idx="3107">
                  <c:v>42426</c:v>
                </c:pt>
                <c:pt idx="3108">
                  <c:v>42429</c:v>
                </c:pt>
                <c:pt idx="3109">
                  <c:v>42430</c:v>
                </c:pt>
                <c:pt idx="3110">
                  <c:v>42431</c:v>
                </c:pt>
                <c:pt idx="3111">
                  <c:v>42432</c:v>
                </c:pt>
                <c:pt idx="3112">
                  <c:v>42433</c:v>
                </c:pt>
                <c:pt idx="3113">
                  <c:v>42436</c:v>
                </c:pt>
                <c:pt idx="3114">
                  <c:v>42437</c:v>
                </c:pt>
                <c:pt idx="3115">
                  <c:v>42438</c:v>
                </c:pt>
                <c:pt idx="3116">
                  <c:v>42439</c:v>
                </c:pt>
                <c:pt idx="3117">
                  <c:v>42440</c:v>
                </c:pt>
                <c:pt idx="3118">
                  <c:v>42443</c:v>
                </c:pt>
                <c:pt idx="3119">
                  <c:v>42444</c:v>
                </c:pt>
                <c:pt idx="3120">
                  <c:v>42445</c:v>
                </c:pt>
                <c:pt idx="3121">
                  <c:v>42446</c:v>
                </c:pt>
                <c:pt idx="3122">
                  <c:v>42447</c:v>
                </c:pt>
                <c:pt idx="3123">
                  <c:v>42450</c:v>
                </c:pt>
                <c:pt idx="3124">
                  <c:v>42451</c:v>
                </c:pt>
                <c:pt idx="3125">
                  <c:v>42452</c:v>
                </c:pt>
                <c:pt idx="3126">
                  <c:v>42453</c:v>
                </c:pt>
                <c:pt idx="3127">
                  <c:v>42454</c:v>
                </c:pt>
                <c:pt idx="3128">
                  <c:v>42457</c:v>
                </c:pt>
                <c:pt idx="3129">
                  <c:v>42458</c:v>
                </c:pt>
                <c:pt idx="3130">
                  <c:v>42459</c:v>
                </c:pt>
                <c:pt idx="3131">
                  <c:v>42460</c:v>
                </c:pt>
                <c:pt idx="3132">
                  <c:v>42461</c:v>
                </c:pt>
                <c:pt idx="3133">
                  <c:v>42464</c:v>
                </c:pt>
                <c:pt idx="3134">
                  <c:v>42465</c:v>
                </c:pt>
                <c:pt idx="3135">
                  <c:v>42466</c:v>
                </c:pt>
                <c:pt idx="3136">
                  <c:v>42467</c:v>
                </c:pt>
                <c:pt idx="3137">
                  <c:v>42468</c:v>
                </c:pt>
                <c:pt idx="3138">
                  <c:v>42471</c:v>
                </c:pt>
                <c:pt idx="3139">
                  <c:v>42472</c:v>
                </c:pt>
                <c:pt idx="3140">
                  <c:v>42473</c:v>
                </c:pt>
                <c:pt idx="3141">
                  <c:v>42474</c:v>
                </c:pt>
                <c:pt idx="3142">
                  <c:v>42475</c:v>
                </c:pt>
                <c:pt idx="3143">
                  <c:v>42478</c:v>
                </c:pt>
                <c:pt idx="3144">
                  <c:v>42479</c:v>
                </c:pt>
                <c:pt idx="3145">
                  <c:v>42480</c:v>
                </c:pt>
                <c:pt idx="3146">
                  <c:v>42481</c:v>
                </c:pt>
                <c:pt idx="3147">
                  <c:v>42482</c:v>
                </c:pt>
                <c:pt idx="3148">
                  <c:v>42485</c:v>
                </c:pt>
                <c:pt idx="3149">
                  <c:v>42486</c:v>
                </c:pt>
                <c:pt idx="3150">
                  <c:v>42487</c:v>
                </c:pt>
                <c:pt idx="3151">
                  <c:v>42488</c:v>
                </c:pt>
                <c:pt idx="3152">
                  <c:v>42489</c:v>
                </c:pt>
                <c:pt idx="3153">
                  <c:v>42492</c:v>
                </c:pt>
                <c:pt idx="3154">
                  <c:v>42493</c:v>
                </c:pt>
                <c:pt idx="3155">
                  <c:v>42494</c:v>
                </c:pt>
                <c:pt idx="3156">
                  <c:v>42495</c:v>
                </c:pt>
                <c:pt idx="3157">
                  <c:v>42496</c:v>
                </c:pt>
                <c:pt idx="3158">
                  <c:v>42499</c:v>
                </c:pt>
                <c:pt idx="3159">
                  <c:v>42500</c:v>
                </c:pt>
                <c:pt idx="3160">
                  <c:v>42501</c:v>
                </c:pt>
                <c:pt idx="3161">
                  <c:v>42502</c:v>
                </c:pt>
                <c:pt idx="3162">
                  <c:v>42503</c:v>
                </c:pt>
                <c:pt idx="3163">
                  <c:v>42506</c:v>
                </c:pt>
                <c:pt idx="3164">
                  <c:v>42507</c:v>
                </c:pt>
                <c:pt idx="3165">
                  <c:v>42508</c:v>
                </c:pt>
                <c:pt idx="3166">
                  <c:v>42509</c:v>
                </c:pt>
                <c:pt idx="3167">
                  <c:v>42510</c:v>
                </c:pt>
                <c:pt idx="3168">
                  <c:v>42513</c:v>
                </c:pt>
                <c:pt idx="3169">
                  <c:v>42514</c:v>
                </c:pt>
                <c:pt idx="3170">
                  <c:v>42515</c:v>
                </c:pt>
                <c:pt idx="3171">
                  <c:v>42516</c:v>
                </c:pt>
                <c:pt idx="3172">
                  <c:v>42517</c:v>
                </c:pt>
                <c:pt idx="3173">
                  <c:v>42520</c:v>
                </c:pt>
                <c:pt idx="3174">
                  <c:v>42521</c:v>
                </c:pt>
                <c:pt idx="3175">
                  <c:v>42522</c:v>
                </c:pt>
                <c:pt idx="3176">
                  <c:v>42523</c:v>
                </c:pt>
                <c:pt idx="3177">
                  <c:v>42524</c:v>
                </c:pt>
                <c:pt idx="3178">
                  <c:v>42527</c:v>
                </c:pt>
                <c:pt idx="3179">
                  <c:v>42528</c:v>
                </c:pt>
                <c:pt idx="3180">
                  <c:v>42529</c:v>
                </c:pt>
                <c:pt idx="3181">
                  <c:v>42530</c:v>
                </c:pt>
                <c:pt idx="3182">
                  <c:v>42531</c:v>
                </c:pt>
                <c:pt idx="3183">
                  <c:v>42534</c:v>
                </c:pt>
                <c:pt idx="3184">
                  <c:v>42535</c:v>
                </c:pt>
                <c:pt idx="3185">
                  <c:v>42536</c:v>
                </c:pt>
                <c:pt idx="3186">
                  <c:v>42537</c:v>
                </c:pt>
                <c:pt idx="3187">
                  <c:v>42538</c:v>
                </c:pt>
                <c:pt idx="3188">
                  <c:v>42541</c:v>
                </c:pt>
                <c:pt idx="3189">
                  <c:v>42542</c:v>
                </c:pt>
                <c:pt idx="3190">
                  <c:v>42543</c:v>
                </c:pt>
                <c:pt idx="3191">
                  <c:v>42544</c:v>
                </c:pt>
                <c:pt idx="3192">
                  <c:v>42545</c:v>
                </c:pt>
                <c:pt idx="3193">
                  <c:v>42548</c:v>
                </c:pt>
                <c:pt idx="3194">
                  <c:v>42549</c:v>
                </c:pt>
                <c:pt idx="3195">
                  <c:v>42550</c:v>
                </c:pt>
                <c:pt idx="3196">
                  <c:v>42551</c:v>
                </c:pt>
                <c:pt idx="3197">
                  <c:v>42552</c:v>
                </c:pt>
                <c:pt idx="3198">
                  <c:v>42555</c:v>
                </c:pt>
                <c:pt idx="3199">
                  <c:v>42556</c:v>
                </c:pt>
                <c:pt idx="3200">
                  <c:v>42557</c:v>
                </c:pt>
                <c:pt idx="3201">
                  <c:v>42558</c:v>
                </c:pt>
                <c:pt idx="3202">
                  <c:v>42559</c:v>
                </c:pt>
                <c:pt idx="3203">
                  <c:v>42562</c:v>
                </c:pt>
                <c:pt idx="3204">
                  <c:v>42563</c:v>
                </c:pt>
                <c:pt idx="3205">
                  <c:v>42564</c:v>
                </c:pt>
                <c:pt idx="3206">
                  <c:v>42565</c:v>
                </c:pt>
                <c:pt idx="3207">
                  <c:v>42566</c:v>
                </c:pt>
                <c:pt idx="3208">
                  <c:v>42569</c:v>
                </c:pt>
                <c:pt idx="3209">
                  <c:v>42570</c:v>
                </c:pt>
                <c:pt idx="3210">
                  <c:v>42571</c:v>
                </c:pt>
                <c:pt idx="3211">
                  <c:v>42572</c:v>
                </c:pt>
                <c:pt idx="3212">
                  <c:v>42573</c:v>
                </c:pt>
                <c:pt idx="3213">
                  <c:v>42576</c:v>
                </c:pt>
                <c:pt idx="3214">
                  <c:v>42577</c:v>
                </c:pt>
                <c:pt idx="3215">
                  <c:v>42578</c:v>
                </c:pt>
                <c:pt idx="3216">
                  <c:v>42579</c:v>
                </c:pt>
                <c:pt idx="3217">
                  <c:v>42580</c:v>
                </c:pt>
                <c:pt idx="3218">
                  <c:v>42583</c:v>
                </c:pt>
                <c:pt idx="3219">
                  <c:v>42584</c:v>
                </c:pt>
                <c:pt idx="3220">
                  <c:v>42585</c:v>
                </c:pt>
                <c:pt idx="3221">
                  <c:v>42586</c:v>
                </c:pt>
                <c:pt idx="3222">
                  <c:v>42587</c:v>
                </c:pt>
                <c:pt idx="3223">
                  <c:v>42590</c:v>
                </c:pt>
                <c:pt idx="3224">
                  <c:v>42591</c:v>
                </c:pt>
                <c:pt idx="3225">
                  <c:v>42592</c:v>
                </c:pt>
                <c:pt idx="3226">
                  <c:v>42593</c:v>
                </c:pt>
                <c:pt idx="3227">
                  <c:v>42594</c:v>
                </c:pt>
                <c:pt idx="3228">
                  <c:v>42597</c:v>
                </c:pt>
                <c:pt idx="3229">
                  <c:v>42598</c:v>
                </c:pt>
                <c:pt idx="3230">
                  <c:v>42599</c:v>
                </c:pt>
                <c:pt idx="3231">
                  <c:v>42600</c:v>
                </c:pt>
                <c:pt idx="3232">
                  <c:v>42601</c:v>
                </c:pt>
                <c:pt idx="3233">
                  <c:v>42604</c:v>
                </c:pt>
                <c:pt idx="3234">
                  <c:v>42605</c:v>
                </c:pt>
                <c:pt idx="3235">
                  <c:v>42606</c:v>
                </c:pt>
                <c:pt idx="3236">
                  <c:v>42607</c:v>
                </c:pt>
                <c:pt idx="3237">
                  <c:v>42608</c:v>
                </c:pt>
                <c:pt idx="3238">
                  <c:v>42611</c:v>
                </c:pt>
                <c:pt idx="3239">
                  <c:v>42612</c:v>
                </c:pt>
                <c:pt idx="3240">
                  <c:v>42613</c:v>
                </c:pt>
                <c:pt idx="3241">
                  <c:v>42614</c:v>
                </c:pt>
                <c:pt idx="3242">
                  <c:v>42615</c:v>
                </c:pt>
                <c:pt idx="3243">
                  <c:v>42618</c:v>
                </c:pt>
                <c:pt idx="3244">
                  <c:v>42619</c:v>
                </c:pt>
                <c:pt idx="3245">
                  <c:v>42620</c:v>
                </c:pt>
                <c:pt idx="3246">
                  <c:v>42621</c:v>
                </c:pt>
                <c:pt idx="3247">
                  <c:v>42622</c:v>
                </c:pt>
                <c:pt idx="3248">
                  <c:v>42625</c:v>
                </c:pt>
                <c:pt idx="3249">
                  <c:v>42626</c:v>
                </c:pt>
                <c:pt idx="3250">
                  <c:v>42627</c:v>
                </c:pt>
                <c:pt idx="3251">
                  <c:v>42628</c:v>
                </c:pt>
                <c:pt idx="3252">
                  <c:v>42629</c:v>
                </c:pt>
                <c:pt idx="3253">
                  <c:v>42632</c:v>
                </c:pt>
                <c:pt idx="3254">
                  <c:v>42633</c:v>
                </c:pt>
                <c:pt idx="3255">
                  <c:v>42634</c:v>
                </c:pt>
                <c:pt idx="3256">
                  <c:v>42635</c:v>
                </c:pt>
                <c:pt idx="3257">
                  <c:v>42636</c:v>
                </c:pt>
                <c:pt idx="3258">
                  <c:v>42639</c:v>
                </c:pt>
                <c:pt idx="3259">
                  <c:v>42640</c:v>
                </c:pt>
                <c:pt idx="3260">
                  <c:v>42641</c:v>
                </c:pt>
                <c:pt idx="3261">
                  <c:v>42642</c:v>
                </c:pt>
                <c:pt idx="3262">
                  <c:v>42643</c:v>
                </c:pt>
                <c:pt idx="3263">
                  <c:v>42646</c:v>
                </c:pt>
                <c:pt idx="3264">
                  <c:v>42647</c:v>
                </c:pt>
                <c:pt idx="3265">
                  <c:v>42648</c:v>
                </c:pt>
                <c:pt idx="3266">
                  <c:v>42649</c:v>
                </c:pt>
                <c:pt idx="3267">
                  <c:v>42650</c:v>
                </c:pt>
                <c:pt idx="3268">
                  <c:v>42653</c:v>
                </c:pt>
                <c:pt idx="3269">
                  <c:v>42654</c:v>
                </c:pt>
                <c:pt idx="3270">
                  <c:v>42655</c:v>
                </c:pt>
                <c:pt idx="3271">
                  <c:v>42656</c:v>
                </c:pt>
                <c:pt idx="3272">
                  <c:v>42657</c:v>
                </c:pt>
                <c:pt idx="3273">
                  <c:v>42660</c:v>
                </c:pt>
                <c:pt idx="3274">
                  <c:v>42661</c:v>
                </c:pt>
                <c:pt idx="3275">
                  <c:v>42662</c:v>
                </c:pt>
                <c:pt idx="3276">
                  <c:v>42663</c:v>
                </c:pt>
                <c:pt idx="3277">
                  <c:v>42664</c:v>
                </c:pt>
                <c:pt idx="3278">
                  <c:v>42667</c:v>
                </c:pt>
                <c:pt idx="3279">
                  <c:v>42668</c:v>
                </c:pt>
                <c:pt idx="3280">
                  <c:v>42669</c:v>
                </c:pt>
                <c:pt idx="3281">
                  <c:v>42670</c:v>
                </c:pt>
                <c:pt idx="3282">
                  <c:v>42671</c:v>
                </c:pt>
                <c:pt idx="3283">
                  <c:v>42674</c:v>
                </c:pt>
                <c:pt idx="3284">
                  <c:v>42675</c:v>
                </c:pt>
                <c:pt idx="3285">
                  <c:v>42676</c:v>
                </c:pt>
                <c:pt idx="3286">
                  <c:v>42677</c:v>
                </c:pt>
                <c:pt idx="3287">
                  <c:v>42678</c:v>
                </c:pt>
                <c:pt idx="3288">
                  <c:v>42681</c:v>
                </c:pt>
                <c:pt idx="3289">
                  <c:v>42682</c:v>
                </c:pt>
                <c:pt idx="3290">
                  <c:v>42683</c:v>
                </c:pt>
                <c:pt idx="3291">
                  <c:v>42684</c:v>
                </c:pt>
                <c:pt idx="3292">
                  <c:v>42685</c:v>
                </c:pt>
                <c:pt idx="3293">
                  <c:v>42688</c:v>
                </c:pt>
                <c:pt idx="3294">
                  <c:v>42689</c:v>
                </c:pt>
                <c:pt idx="3295">
                  <c:v>42690</c:v>
                </c:pt>
                <c:pt idx="3296">
                  <c:v>42691</c:v>
                </c:pt>
                <c:pt idx="3297">
                  <c:v>42692</c:v>
                </c:pt>
                <c:pt idx="3298">
                  <c:v>42695</c:v>
                </c:pt>
                <c:pt idx="3299">
                  <c:v>42696</c:v>
                </c:pt>
                <c:pt idx="3300">
                  <c:v>42697</c:v>
                </c:pt>
                <c:pt idx="3301">
                  <c:v>42698</c:v>
                </c:pt>
                <c:pt idx="3302">
                  <c:v>42699</c:v>
                </c:pt>
                <c:pt idx="3303">
                  <c:v>42702</c:v>
                </c:pt>
                <c:pt idx="3304">
                  <c:v>42703</c:v>
                </c:pt>
                <c:pt idx="3305">
                  <c:v>42704</c:v>
                </c:pt>
                <c:pt idx="3306">
                  <c:v>42705</c:v>
                </c:pt>
                <c:pt idx="3307">
                  <c:v>42706</c:v>
                </c:pt>
                <c:pt idx="3308">
                  <c:v>42709</c:v>
                </c:pt>
                <c:pt idx="3309">
                  <c:v>42710</c:v>
                </c:pt>
                <c:pt idx="3310">
                  <c:v>42711</c:v>
                </c:pt>
                <c:pt idx="3311">
                  <c:v>42712</c:v>
                </c:pt>
                <c:pt idx="3312">
                  <c:v>42713</c:v>
                </c:pt>
                <c:pt idx="3313">
                  <c:v>42716</c:v>
                </c:pt>
                <c:pt idx="3314">
                  <c:v>42717</c:v>
                </c:pt>
                <c:pt idx="3315">
                  <c:v>42718</c:v>
                </c:pt>
                <c:pt idx="3316">
                  <c:v>42719</c:v>
                </c:pt>
                <c:pt idx="3317">
                  <c:v>42720</c:v>
                </c:pt>
                <c:pt idx="3318">
                  <c:v>42723</c:v>
                </c:pt>
                <c:pt idx="3319">
                  <c:v>42724</c:v>
                </c:pt>
                <c:pt idx="3320">
                  <c:v>42725</c:v>
                </c:pt>
                <c:pt idx="3321">
                  <c:v>42726</c:v>
                </c:pt>
                <c:pt idx="3322">
                  <c:v>42727</c:v>
                </c:pt>
                <c:pt idx="3323">
                  <c:v>42730</c:v>
                </c:pt>
                <c:pt idx="3324">
                  <c:v>42731</c:v>
                </c:pt>
                <c:pt idx="3325">
                  <c:v>42732</c:v>
                </c:pt>
                <c:pt idx="3326">
                  <c:v>42733</c:v>
                </c:pt>
                <c:pt idx="3327">
                  <c:v>42734</c:v>
                </c:pt>
                <c:pt idx="3328">
                  <c:v>42737</c:v>
                </c:pt>
                <c:pt idx="3329">
                  <c:v>42738</c:v>
                </c:pt>
                <c:pt idx="3330">
                  <c:v>42739</c:v>
                </c:pt>
                <c:pt idx="3331">
                  <c:v>42740</c:v>
                </c:pt>
                <c:pt idx="3332">
                  <c:v>42741</c:v>
                </c:pt>
                <c:pt idx="3333">
                  <c:v>42744</c:v>
                </c:pt>
                <c:pt idx="3334">
                  <c:v>42745</c:v>
                </c:pt>
                <c:pt idx="3335">
                  <c:v>42746</c:v>
                </c:pt>
                <c:pt idx="3336">
                  <c:v>42747</c:v>
                </c:pt>
                <c:pt idx="3337">
                  <c:v>42748</c:v>
                </c:pt>
                <c:pt idx="3338">
                  <c:v>42751</c:v>
                </c:pt>
                <c:pt idx="3339">
                  <c:v>42752</c:v>
                </c:pt>
                <c:pt idx="3340">
                  <c:v>42753</c:v>
                </c:pt>
                <c:pt idx="3341">
                  <c:v>42754</c:v>
                </c:pt>
                <c:pt idx="3342">
                  <c:v>42755</c:v>
                </c:pt>
                <c:pt idx="3343">
                  <c:v>42758</c:v>
                </c:pt>
                <c:pt idx="3344">
                  <c:v>42759</c:v>
                </c:pt>
                <c:pt idx="3345">
                  <c:v>42760</c:v>
                </c:pt>
                <c:pt idx="3346">
                  <c:v>42761</c:v>
                </c:pt>
                <c:pt idx="3347">
                  <c:v>42762</c:v>
                </c:pt>
                <c:pt idx="3348">
                  <c:v>42765</c:v>
                </c:pt>
                <c:pt idx="3349">
                  <c:v>42766</c:v>
                </c:pt>
                <c:pt idx="3350">
                  <c:v>42767</c:v>
                </c:pt>
                <c:pt idx="3351">
                  <c:v>42768</c:v>
                </c:pt>
                <c:pt idx="3352">
                  <c:v>42769</c:v>
                </c:pt>
                <c:pt idx="3353">
                  <c:v>42772</c:v>
                </c:pt>
                <c:pt idx="3354">
                  <c:v>42773</c:v>
                </c:pt>
                <c:pt idx="3355">
                  <c:v>42774</c:v>
                </c:pt>
                <c:pt idx="3356">
                  <c:v>42775</c:v>
                </c:pt>
                <c:pt idx="3357">
                  <c:v>42776</c:v>
                </c:pt>
                <c:pt idx="3358">
                  <c:v>42779</c:v>
                </c:pt>
                <c:pt idx="3359">
                  <c:v>42780</c:v>
                </c:pt>
                <c:pt idx="3360">
                  <c:v>42781</c:v>
                </c:pt>
                <c:pt idx="3361">
                  <c:v>42782</c:v>
                </c:pt>
                <c:pt idx="3362">
                  <c:v>42783</c:v>
                </c:pt>
                <c:pt idx="3363">
                  <c:v>42786</c:v>
                </c:pt>
                <c:pt idx="3364">
                  <c:v>42787</c:v>
                </c:pt>
                <c:pt idx="3365">
                  <c:v>42788</c:v>
                </c:pt>
                <c:pt idx="3366">
                  <c:v>42789</c:v>
                </c:pt>
                <c:pt idx="3367">
                  <c:v>42790</c:v>
                </c:pt>
                <c:pt idx="3368">
                  <c:v>42793</c:v>
                </c:pt>
                <c:pt idx="3369">
                  <c:v>42794</c:v>
                </c:pt>
                <c:pt idx="3370">
                  <c:v>42795</c:v>
                </c:pt>
                <c:pt idx="3371">
                  <c:v>42796</c:v>
                </c:pt>
                <c:pt idx="3372">
                  <c:v>42797</c:v>
                </c:pt>
                <c:pt idx="3373">
                  <c:v>42800</c:v>
                </c:pt>
                <c:pt idx="3374">
                  <c:v>42801</c:v>
                </c:pt>
                <c:pt idx="3375">
                  <c:v>42802</c:v>
                </c:pt>
                <c:pt idx="3376">
                  <c:v>42803</c:v>
                </c:pt>
                <c:pt idx="3377">
                  <c:v>42804</c:v>
                </c:pt>
                <c:pt idx="3378">
                  <c:v>42807</c:v>
                </c:pt>
                <c:pt idx="3379">
                  <c:v>42808</c:v>
                </c:pt>
                <c:pt idx="3380">
                  <c:v>42809</c:v>
                </c:pt>
                <c:pt idx="3381">
                  <c:v>42810</c:v>
                </c:pt>
                <c:pt idx="3382">
                  <c:v>42811</c:v>
                </c:pt>
                <c:pt idx="3383">
                  <c:v>42814</c:v>
                </c:pt>
                <c:pt idx="3384">
                  <c:v>42815</c:v>
                </c:pt>
                <c:pt idx="3385">
                  <c:v>42816</c:v>
                </c:pt>
                <c:pt idx="3386">
                  <c:v>42817</c:v>
                </c:pt>
                <c:pt idx="3387">
                  <c:v>42818</c:v>
                </c:pt>
                <c:pt idx="3388">
                  <c:v>42821</c:v>
                </c:pt>
                <c:pt idx="3389">
                  <c:v>42822</c:v>
                </c:pt>
                <c:pt idx="3390">
                  <c:v>42823</c:v>
                </c:pt>
                <c:pt idx="3391">
                  <c:v>42824</c:v>
                </c:pt>
                <c:pt idx="3392">
                  <c:v>42825</c:v>
                </c:pt>
                <c:pt idx="3393">
                  <c:v>42828</c:v>
                </c:pt>
                <c:pt idx="3394">
                  <c:v>42829</c:v>
                </c:pt>
                <c:pt idx="3395">
                  <c:v>42830</c:v>
                </c:pt>
                <c:pt idx="3396">
                  <c:v>42831</c:v>
                </c:pt>
                <c:pt idx="3397">
                  <c:v>42832</c:v>
                </c:pt>
                <c:pt idx="3398">
                  <c:v>42835</c:v>
                </c:pt>
                <c:pt idx="3399">
                  <c:v>42836</c:v>
                </c:pt>
                <c:pt idx="3400">
                  <c:v>42837</c:v>
                </c:pt>
                <c:pt idx="3401">
                  <c:v>42838</c:v>
                </c:pt>
                <c:pt idx="3402">
                  <c:v>42839</c:v>
                </c:pt>
                <c:pt idx="3403">
                  <c:v>42842</c:v>
                </c:pt>
                <c:pt idx="3404">
                  <c:v>42843</c:v>
                </c:pt>
                <c:pt idx="3405">
                  <c:v>42844</c:v>
                </c:pt>
                <c:pt idx="3406">
                  <c:v>42845</c:v>
                </c:pt>
                <c:pt idx="3407">
                  <c:v>42846</c:v>
                </c:pt>
                <c:pt idx="3408">
                  <c:v>42849</c:v>
                </c:pt>
                <c:pt idx="3409">
                  <c:v>42850</c:v>
                </c:pt>
                <c:pt idx="3410">
                  <c:v>42851</c:v>
                </c:pt>
                <c:pt idx="3411">
                  <c:v>42852</c:v>
                </c:pt>
                <c:pt idx="3412">
                  <c:v>42853</c:v>
                </c:pt>
                <c:pt idx="3413">
                  <c:v>42856</c:v>
                </c:pt>
                <c:pt idx="3414">
                  <c:v>42857</c:v>
                </c:pt>
                <c:pt idx="3415">
                  <c:v>42858</c:v>
                </c:pt>
                <c:pt idx="3416">
                  <c:v>42859</c:v>
                </c:pt>
                <c:pt idx="3417">
                  <c:v>42860</c:v>
                </c:pt>
                <c:pt idx="3418">
                  <c:v>42863</c:v>
                </c:pt>
                <c:pt idx="3419">
                  <c:v>42864</c:v>
                </c:pt>
                <c:pt idx="3420">
                  <c:v>42865</c:v>
                </c:pt>
                <c:pt idx="3421">
                  <c:v>42866</c:v>
                </c:pt>
                <c:pt idx="3422">
                  <c:v>42867</c:v>
                </c:pt>
                <c:pt idx="3423">
                  <c:v>42870</c:v>
                </c:pt>
                <c:pt idx="3424">
                  <c:v>42871</c:v>
                </c:pt>
                <c:pt idx="3425">
                  <c:v>42872</c:v>
                </c:pt>
                <c:pt idx="3426">
                  <c:v>42873</c:v>
                </c:pt>
                <c:pt idx="3427">
                  <c:v>42874</c:v>
                </c:pt>
                <c:pt idx="3428">
                  <c:v>42877</c:v>
                </c:pt>
                <c:pt idx="3429">
                  <c:v>42878</c:v>
                </c:pt>
                <c:pt idx="3430">
                  <c:v>42879</c:v>
                </c:pt>
                <c:pt idx="3431">
                  <c:v>42880</c:v>
                </c:pt>
                <c:pt idx="3432">
                  <c:v>42881</c:v>
                </c:pt>
                <c:pt idx="3433">
                  <c:v>42884</c:v>
                </c:pt>
                <c:pt idx="3434">
                  <c:v>42885</c:v>
                </c:pt>
                <c:pt idx="3435">
                  <c:v>42886</c:v>
                </c:pt>
                <c:pt idx="3436">
                  <c:v>42887</c:v>
                </c:pt>
                <c:pt idx="3437">
                  <c:v>42888</c:v>
                </c:pt>
                <c:pt idx="3438">
                  <c:v>42891</c:v>
                </c:pt>
                <c:pt idx="3439">
                  <c:v>42892</c:v>
                </c:pt>
                <c:pt idx="3440">
                  <c:v>42893</c:v>
                </c:pt>
                <c:pt idx="3441">
                  <c:v>42894</c:v>
                </c:pt>
                <c:pt idx="3442">
                  <c:v>42895</c:v>
                </c:pt>
                <c:pt idx="3443">
                  <c:v>42898</c:v>
                </c:pt>
                <c:pt idx="3444">
                  <c:v>42899</c:v>
                </c:pt>
                <c:pt idx="3445">
                  <c:v>42900</c:v>
                </c:pt>
                <c:pt idx="3446">
                  <c:v>42901</c:v>
                </c:pt>
                <c:pt idx="3447">
                  <c:v>42902</c:v>
                </c:pt>
                <c:pt idx="3448">
                  <c:v>42905</c:v>
                </c:pt>
                <c:pt idx="3449">
                  <c:v>42906</c:v>
                </c:pt>
                <c:pt idx="3450">
                  <c:v>42907</c:v>
                </c:pt>
                <c:pt idx="3451">
                  <c:v>42908</c:v>
                </c:pt>
                <c:pt idx="3452">
                  <c:v>42909</c:v>
                </c:pt>
                <c:pt idx="3453">
                  <c:v>42912</c:v>
                </c:pt>
                <c:pt idx="3454">
                  <c:v>42913</c:v>
                </c:pt>
                <c:pt idx="3455">
                  <c:v>42914</c:v>
                </c:pt>
                <c:pt idx="3456">
                  <c:v>42915</c:v>
                </c:pt>
                <c:pt idx="3457">
                  <c:v>42916</c:v>
                </c:pt>
                <c:pt idx="3458">
                  <c:v>42919</c:v>
                </c:pt>
                <c:pt idx="3459">
                  <c:v>42920</c:v>
                </c:pt>
                <c:pt idx="3460">
                  <c:v>42921</c:v>
                </c:pt>
                <c:pt idx="3461">
                  <c:v>42922</c:v>
                </c:pt>
                <c:pt idx="3462">
                  <c:v>42923</c:v>
                </c:pt>
                <c:pt idx="3463">
                  <c:v>42926</c:v>
                </c:pt>
                <c:pt idx="3464">
                  <c:v>42927</c:v>
                </c:pt>
                <c:pt idx="3465">
                  <c:v>42928</c:v>
                </c:pt>
                <c:pt idx="3466">
                  <c:v>42929</c:v>
                </c:pt>
                <c:pt idx="3467">
                  <c:v>42930</c:v>
                </c:pt>
                <c:pt idx="3468">
                  <c:v>42933</c:v>
                </c:pt>
                <c:pt idx="3469">
                  <c:v>42934</c:v>
                </c:pt>
                <c:pt idx="3470">
                  <c:v>42935</c:v>
                </c:pt>
                <c:pt idx="3471">
                  <c:v>42936</c:v>
                </c:pt>
                <c:pt idx="3472">
                  <c:v>42937</c:v>
                </c:pt>
                <c:pt idx="3473">
                  <c:v>42940</c:v>
                </c:pt>
                <c:pt idx="3474">
                  <c:v>42941</c:v>
                </c:pt>
                <c:pt idx="3475">
                  <c:v>42942</c:v>
                </c:pt>
                <c:pt idx="3476">
                  <c:v>42943</c:v>
                </c:pt>
                <c:pt idx="3477">
                  <c:v>42944</c:v>
                </c:pt>
                <c:pt idx="3478">
                  <c:v>42947</c:v>
                </c:pt>
                <c:pt idx="3479">
                  <c:v>42948</c:v>
                </c:pt>
                <c:pt idx="3480">
                  <c:v>42949</c:v>
                </c:pt>
                <c:pt idx="3481">
                  <c:v>42950</c:v>
                </c:pt>
                <c:pt idx="3482">
                  <c:v>42951</c:v>
                </c:pt>
                <c:pt idx="3483">
                  <c:v>42954</c:v>
                </c:pt>
                <c:pt idx="3484">
                  <c:v>42955</c:v>
                </c:pt>
                <c:pt idx="3485">
                  <c:v>42956</c:v>
                </c:pt>
                <c:pt idx="3486">
                  <c:v>42957</c:v>
                </c:pt>
                <c:pt idx="3487">
                  <c:v>42958</c:v>
                </c:pt>
                <c:pt idx="3488">
                  <c:v>42961</c:v>
                </c:pt>
                <c:pt idx="3489">
                  <c:v>42962</c:v>
                </c:pt>
                <c:pt idx="3490">
                  <c:v>42963</c:v>
                </c:pt>
                <c:pt idx="3491">
                  <c:v>42964</c:v>
                </c:pt>
                <c:pt idx="3492">
                  <c:v>42965</c:v>
                </c:pt>
                <c:pt idx="3493">
                  <c:v>42968</c:v>
                </c:pt>
                <c:pt idx="3494">
                  <c:v>42969</c:v>
                </c:pt>
                <c:pt idx="3495">
                  <c:v>42970</c:v>
                </c:pt>
                <c:pt idx="3496">
                  <c:v>42971</c:v>
                </c:pt>
                <c:pt idx="3497">
                  <c:v>42972</c:v>
                </c:pt>
                <c:pt idx="3498">
                  <c:v>42975</c:v>
                </c:pt>
                <c:pt idx="3499">
                  <c:v>42976</c:v>
                </c:pt>
                <c:pt idx="3500">
                  <c:v>42977</c:v>
                </c:pt>
                <c:pt idx="3501">
                  <c:v>42978</c:v>
                </c:pt>
                <c:pt idx="3502">
                  <c:v>42979</c:v>
                </c:pt>
                <c:pt idx="3503">
                  <c:v>42982</c:v>
                </c:pt>
                <c:pt idx="3504">
                  <c:v>42983</c:v>
                </c:pt>
                <c:pt idx="3505">
                  <c:v>42984</c:v>
                </c:pt>
                <c:pt idx="3506">
                  <c:v>42985</c:v>
                </c:pt>
                <c:pt idx="3507">
                  <c:v>42986</c:v>
                </c:pt>
                <c:pt idx="3508">
                  <c:v>42989</c:v>
                </c:pt>
                <c:pt idx="3509">
                  <c:v>42990</c:v>
                </c:pt>
                <c:pt idx="3510">
                  <c:v>42991</c:v>
                </c:pt>
                <c:pt idx="3511">
                  <c:v>42992</c:v>
                </c:pt>
                <c:pt idx="3512">
                  <c:v>42993</c:v>
                </c:pt>
                <c:pt idx="3513">
                  <c:v>42996</c:v>
                </c:pt>
                <c:pt idx="3514">
                  <c:v>42997</c:v>
                </c:pt>
                <c:pt idx="3515">
                  <c:v>42998</c:v>
                </c:pt>
                <c:pt idx="3516">
                  <c:v>42999</c:v>
                </c:pt>
                <c:pt idx="3517">
                  <c:v>43000</c:v>
                </c:pt>
                <c:pt idx="3518">
                  <c:v>43003</c:v>
                </c:pt>
                <c:pt idx="3519">
                  <c:v>43004</c:v>
                </c:pt>
                <c:pt idx="3520">
                  <c:v>43005</c:v>
                </c:pt>
                <c:pt idx="3521">
                  <c:v>43006</c:v>
                </c:pt>
                <c:pt idx="3522">
                  <c:v>43007</c:v>
                </c:pt>
                <c:pt idx="3523">
                  <c:v>43010</c:v>
                </c:pt>
                <c:pt idx="3524">
                  <c:v>43011</c:v>
                </c:pt>
                <c:pt idx="3525">
                  <c:v>43012</c:v>
                </c:pt>
                <c:pt idx="3526">
                  <c:v>43013</c:v>
                </c:pt>
                <c:pt idx="3527">
                  <c:v>43014</c:v>
                </c:pt>
                <c:pt idx="3528">
                  <c:v>43017</c:v>
                </c:pt>
                <c:pt idx="3529">
                  <c:v>43018</c:v>
                </c:pt>
                <c:pt idx="3530">
                  <c:v>43019</c:v>
                </c:pt>
                <c:pt idx="3531">
                  <c:v>43020</c:v>
                </c:pt>
                <c:pt idx="3532">
                  <c:v>43021</c:v>
                </c:pt>
                <c:pt idx="3533">
                  <c:v>43024</c:v>
                </c:pt>
                <c:pt idx="3534">
                  <c:v>43025</c:v>
                </c:pt>
                <c:pt idx="3535">
                  <c:v>43026</c:v>
                </c:pt>
                <c:pt idx="3536">
                  <c:v>43027</c:v>
                </c:pt>
                <c:pt idx="3537">
                  <c:v>43028</c:v>
                </c:pt>
                <c:pt idx="3538">
                  <c:v>43031</c:v>
                </c:pt>
                <c:pt idx="3539">
                  <c:v>43032</c:v>
                </c:pt>
                <c:pt idx="3540">
                  <c:v>43033</c:v>
                </c:pt>
                <c:pt idx="3541">
                  <c:v>43034</c:v>
                </c:pt>
                <c:pt idx="3542">
                  <c:v>43035</c:v>
                </c:pt>
                <c:pt idx="3543">
                  <c:v>43038</c:v>
                </c:pt>
                <c:pt idx="3544">
                  <c:v>43039</c:v>
                </c:pt>
                <c:pt idx="3545">
                  <c:v>43040</c:v>
                </c:pt>
                <c:pt idx="3546">
                  <c:v>43041</c:v>
                </c:pt>
                <c:pt idx="3547">
                  <c:v>43042</c:v>
                </c:pt>
                <c:pt idx="3548">
                  <c:v>43045</c:v>
                </c:pt>
                <c:pt idx="3549">
                  <c:v>43046</c:v>
                </c:pt>
                <c:pt idx="3550">
                  <c:v>43047</c:v>
                </c:pt>
                <c:pt idx="3551">
                  <c:v>43048</c:v>
                </c:pt>
                <c:pt idx="3552">
                  <c:v>43049</c:v>
                </c:pt>
                <c:pt idx="3553">
                  <c:v>43052</c:v>
                </c:pt>
                <c:pt idx="3554">
                  <c:v>43053</c:v>
                </c:pt>
                <c:pt idx="3555">
                  <c:v>43054</c:v>
                </c:pt>
                <c:pt idx="3556">
                  <c:v>43055</c:v>
                </c:pt>
                <c:pt idx="3557">
                  <c:v>43056</c:v>
                </c:pt>
                <c:pt idx="3558">
                  <c:v>43059</c:v>
                </c:pt>
                <c:pt idx="3559">
                  <c:v>43060</c:v>
                </c:pt>
                <c:pt idx="3560">
                  <c:v>43061</c:v>
                </c:pt>
                <c:pt idx="3561">
                  <c:v>43062</c:v>
                </c:pt>
                <c:pt idx="3562">
                  <c:v>43063</c:v>
                </c:pt>
                <c:pt idx="3563">
                  <c:v>43066</c:v>
                </c:pt>
                <c:pt idx="3564">
                  <c:v>43067</c:v>
                </c:pt>
                <c:pt idx="3565">
                  <c:v>43068</c:v>
                </c:pt>
                <c:pt idx="3566">
                  <c:v>43069</c:v>
                </c:pt>
                <c:pt idx="3567">
                  <c:v>43070</c:v>
                </c:pt>
                <c:pt idx="3568">
                  <c:v>43073</c:v>
                </c:pt>
                <c:pt idx="3569">
                  <c:v>43074</c:v>
                </c:pt>
                <c:pt idx="3570">
                  <c:v>43075</c:v>
                </c:pt>
                <c:pt idx="3571">
                  <c:v>43076</c:v>
                </c:pt>
                <c:pt idx="3572">
                  <c:v>43077</c:v>
                </c:pt>
                <c:pt idx="3573">
                  <c:v>43080</c:v>
                </c:pt>
                <c:pt idx="3574">
                  <c:v>43081</c:v>
                </c:pt>
                <c:pt idx="3575">
                  <c:v>43082</c:v>
                </c:pt>
                <c:pt idx="3576">
                  <c:v>43083</c:v>
                </c:pt>
                <c:pt idx="3577">
                  <c:v>43084</c:v>
                </c:pt>
                <c:pt idx="3578">
                  <c:v>43087</c:v>
                </c:pt>
                <c:pt idx="3579">
                  <c:v>43088</c:v>
                </c:pt>
                <c:pt idx="3580">
                  <c:v>43089</c:v>
                </c:pt>
                <c:pt idx="3581">
                  <c:v>43090</c:v>
                </c:pt>
                <c:pt idx="3582">
                  <c:v>43091</c:v>
                </c:pt>
                <c:pt idx="3583">
                  <c:v>43094</c:v>
                </c:pt>
                <c:pt idx="3584">
                  <c:v>43095</c:v>
                </c:pt>
                <c:pt idx="3585">
                  <c:v>43096</c:v>
                </c:pt>
                <c:pt idx="3586">
                  <c:v>43097</c:v>
                </c:pt>
                <c:pt idx="3587">
                  <c:v>43098</c:v>
                </c:pt>
                <c:pt idx="3588">
                  <c:v>43101</c:v>
                </c:pt>
                <c:pt idx="3589">
                  <c:v>43102</c:v>
                </c:pt>
                <c:pt idx="3590">
                  <c:v>43103</c:v>
                </c:pt>
                <c:pt idx="3591">
                  <c:v>43104</c:v>
                </c:pt>
                <c:pt idx="3592">
                  <c:v>43105</c:v>
                </c:pt>
                <c:pt idx="3593">
                  <c:v>43108</c:v>
                </c:pt>
                <c:pt idx="3594">
                  <c:v>43109</c:v>
                </c:pt>
                <c:pt idx="3595">
                  <c:v>43110</c:v>
                </c:pt>
                <c:pt idx="3596">
                  <c:v>43111</c:v>
                </c:pt>
                <c:pt idx="3597">
                  <c:v>43112</c:v>
                </c:pt>
                <c:pt idx="3598">
                  <c:v>43115</c:v>
                </c:pt>
                <c:pt idx="3599">
                  <c:v>43116</c:v>
                </c:pt>
                <c:pt idx="3600">
                  <c:v>43117</c:v>
                </c:pt>
                <c:pt idx="3601">
                  <c:v>43118</c:v>
                </c:pt>
                <c:pt idx="3602">
                  <c:v>43119</c:v>
                </c:pt>
                <c:pt idx="3603">
                  <c:v>43122</c:v>
                </c:pt>
                <c:pt idx="3604">
                  <c:v>43123</c:v>
                </c:pt>
                <c:pt idx="3605">
                  <c:v>43124</c:v>
                </c:pt>
                <c:pt idx="3606">
                  <c:v>43125</c:v>
                </c:pt>
                <c:pt idx="3607">
                  <c:v>43126</c:v>
                </c:pt>
                <c:pt idx="3608">
                  <c:v>43129</c:v>
                </c:pt>
                <c:pt idx="3609">
                  <c:v>43130</c:v>
                </c:pt>
                <c:pt idx="3610">
                  <c:v>43131</c:v>
                </c:pt>
                <c:pt idx="3611">
                  <c:v>43132</c:v>
                </c:pt>
                <c:pt idx="3612">
                  <c:v>43133</c:v>
                </c:pt>
                <c:pt idx="3613">
                  <c:v>43136</c:v>
                </c:pt>
                <c:pt idx="3614">
                  <c:v>43137</c:v>
                </c:pt>
                <c:pt idx="3615">
                  <c:v>43138</c:v>
                </c:pt>
                <c:pt idx="3616">
                  <c:v>43139</c:v>
                </c:pt>
                <c:pt idx="3617">
                  <c:v>43140</c:v>
                </c:pt>
                <c:pt idx="3618">
                  <c:v>43143</c:v>
                </c:pt>
                <c:pt idx="3619">
                  <c:v>43144</c:v>
                </c:pt>
                <c:pt idx="3620">
                  <c:v>43145</c:v>
                </c:pt>
                <c:pt idx="3621">
                  <c:v>43146</c:v>
                </c:pt>
                <c:pt idx="3622">
                  <c:v>43147</c:v>
                </c:pt>
                <c:pt idx="3623">
                  <c:v>43150</c:v>
                </c:pt>
                <c:pt idx="3624">
                  <c:v>43151</c:v>
                </c:pt>
                <c:pt idx="3625">
                  <c:v>43152</c:v>
                </c:pt>
                <c:pt idx="3626">
                  <c:v>43153</c:v>
                </c:pt>
                <c:pt idx="3627">
                  <c:v>43154</c:v>
                </c:pt>
                <c:pt idx="3628">
                  <c:v>43157</c:v>
                </c:pt>
                <c:pt idx="3629">
                  <c:v>43158</c:v>
                </c:pt>
                <c:pt idx="3630">
                  <c:v>43159</c:v>
                </c:pt>
                <c:pt idx="3631">
                  <c:v>43160</c:v>
                </c:pt>
                <c:pt idx="3632">
                  <c:v>43161</c:v>
                </c:pt>
                <c:pt idx="3633">
                  <c:v>43164</c:v>
                </c:pt>
                <c:pt idx="3634">
                  <c:v>43165</c:v>
                </c:pt>
                <c:pt idx="3635">
                  <c:v>43166</c:v>
                </c:pt>
                <c:pt idx="3636">
                  <c:v>43167</c:v>
                </c:pt>
                <c:pt idx="3637">
                  <c:v>43168</c:v>
                </c:pt>
                <c:pt idx="3638">
                  <c:v>43171</c:v>
                </c:pt>
                <c:pt idx="3639">
                  <c:v>43172</c:v>
                </c:pt>
                <c:pt idx="3640">
                  <c:v>43173</c:v>
                </c:pt>
                <c:pt idx="3641">
                  <c:v>43174</c:v>
                </c:pt>
                <c:pt idx="3642">
                  <c:v>43175</c:v>
                </c:pt>
                <c:pt idx="3643">
                  <c:v>43178</c:v>
                </c:pt>
                <c:pt idx="3644">
                  <c:v>43179</c:v>
                </c:pt>
                <c:pt idx="3645">
                  <c:v>43180</c:v>
                </c:pt>
                <c:pt idx="3646">
                  <c:v>43181</c:v>
                </c:pt>
                <c:pt idx="3647">
                  <c:v>43182</c:v>
                </c:pt>
                <c:pt idx="3648">
                  <c:v>43185</c:v>
                </c:pt>
                <c:pt idx="3649">
                  <c:v>43186</c:v>
                </c:pt>
                <c:pt idx="3650">
                  <c:v>43187</c:v>
                </c:pt>
                <c:pt idx="3651">
                  <c:v>43188</c:v>
                </c:pt>
                <c:pt idx="3652">
                  <c:v>43189</c:v>
                </c:pt>
                <c:pt idx="3653">
                  <c:v>43192</c:v>
                </c:pt>
                <c:pt idx="3654">
                  <c:v>43193</c:v>
                </c:pt>
                <c:pt idx="3655">
                  <c:v>43194</c:v>
                </c:pt>
                <c:pt idx="3656">
                  <c:v>43195</c:v>
                </c:pt>
                <c:pt idx="3657">
                  <c:v>43196</c:v>
                </c:pt>
                <c:pt idx="3658">
                  <c:v>43199</c:v>
                </c:pt>
                <c:pt idx="3659">
                  <c:v>43200</c:v>
                </c:pt>
                <c:pt idx="3660">
                  <c:v>43201</c:v>
                </c:pt>
                <c:pt idx="3661">
                  <c:v>43202</c:v>
                </c:pt>
                <c:pt idx="3662">
                  <c:v>43203</c:v>
                </c:pt>
                <c:pt idx="3663">
                  <c:v>43206</c:v>
                </c:pt>
                <c:pt idx="3664">
                  <c:v>43207</c:v>
                </c:pt>
                <c:pt idx="3665">
                  <c:v>43208</c:v>
                </c:pt>
                <c:pt idx="3666">
                  <c:v>43209</c:v>
                </c:pt>
                <c:pt idx="3667">
                  <c:v>43210</c:v>
                </c:pt>
                <c:pt idx="3668">
                  <c:v>43213</c:v>
                </c:pt>
                <c:pt idx="3669">
                  <c:v>43214</c:v>
                </c:pt>
                <c:pt idx="3670">
                  <c:v>43215</c:v>
                </c:pt>
                <c:pt idx="3671">
                  <c:v>43216</c:v>
                </c:pt>
                <c:pt idx="3672">
                  <c:v>43217</c:v>
                </c:pt>
                <c:pt idx="3673">
                  <c:v>43220</c:v>
                </c:pt>
                <c:pt idx="3674">
                  <c:v>43221</c:v>
                </c:pt>
                <c:pt idx="3675">
                  <c:v>43222</c:v>
                </c:pt>
                <c:pt idx="3676">
                  <c:v>43223</c:v>
                </c:pt>
                <c:pt idx="3677">
                  <c:v>43224</c:v>
                </c:pt>
                <c:pt idx="3678">
                  <c:v>43227</c:v>
                </c:pt>
                <c:pt idx="3679">
                  <c:v>43228</c:v>
                </c:pt>
                <c:pt idx="3680">
                  <c:v>43229</c:v>
                </c:pt>
                <c:pt idx="3681">
                  <c:v>43230</c:v>
                </c:pt>
                <c:pt idx="3682">
                  <c:v>43231</c:v>
                </c:pt>
                <c:pt idx="3683">
                  <c:v>43234</c:v>
                </c:pt>
                <c:pt idx="3684">
                  <c:v>43235</c:v>
                </c:pt>
                <c:pt idx="3685">
                  <c:v>43236</c:v>
                </c:pt>
                <c:pt idx="3686">
                  <c:v>43237</c:v>
                </c:pt>
                <c:pt idx="3687">
                  <c:v>43238</c:v>
                </c:pt>
                <c:pt idx="3688">
                  <c:v>43241</c:v>
                </c:pt>
                <c:pt idx="3689">
                  <c:v>43242</c:v>
                </c:pt>
                <c:pt idx="3690">
                  <c:v>43243</c:v>
                </c:pt>
                <c:pt idx="3691">
                  <c:v>43244</c:v>
                </c:pt>
                <c:pt idx="3692">
                  <c:v>43245</c:v>
                </c:pt>
                <c:pt idx="3693">
                  <c:v>43248</c:v>
                </c:pt>
                <c:pt idx="3694">
                  <c:v>43249</c:v>
                </c:pt>
                <c:pt idx="3695">
                  <c:v>43250</c:v>
                </c:pt>
                <c:pt idx="3696">
                  <c:v>43251</c:v>
                </c:pt>
                <c:pt idx="3697">
                  <c:v>43252</c:v>
                </c:pt>
                <c:pt idx="3698">
                  <c:v>43255</c:v>
                </c:pt>
                <c:pt idx="3699">
                  <c:v>43256</c:v>
                </c:pt>
                <c:pt idx="3700">
                  <c:v>43257</c:v>
                </c:pt>
                <c:pt idx="3701">
                  <c:v>43258</c:v>
                </c:pt>
                <c:pt idx="3702">
                  <c:v>43259</c:v>
                </c:pt>
                <c:pt idx="3703">
                  <c:v>43262</c:v>
                </c:pt>
                <c:pt idx="3704">
                  <c:v>43263</c:v>
                </c:pt>
                <c:pt idx="3705">
                  <c:v>43264</c:v>
                </c:pt>
                <c:pt idx="3706">
                  <c:v>43265</c:v>
                </c:pt>
                <c:pt idx="3707">
                  <c:v>43266</c:v>
                </c:pt>
                <c:pt idx="3708">
                  <c:v>43269</c:v>
                </c:pt>
                <c:pt idx="3709">
                  <c:v>43270</c:v>
                </c:pt>
                <c:pt idx="3710">
                  <c:v>43271</c:v>
                </c:pt>
                <c:pt idx="3711">
                  <c:v>43272</c:v>
                </c:pt>
                <c:pt idx="3712">
                  <c:v>43273</c:v>
                </c:pt>
                <c:pt idx="3713">
                  <c:v>43276</c:v>
                </c:pt>
                <c:pt idx="3714">
                  <c:v>43277</c:v>
                </c:pt>
                <c:pt idx="3715">
                  <c:v>43278</c:v>
                </c:pt>
                <c:pt idx="3716">
                  <c:v>43279</c:v>
                </c:pt>
                <c:pt idx="3717">
                  <c:v>43280</c:v>
                </c:pt>
                <c:pt idx="3718">
                  <c:v>43283</c:v>
                </c:pt>
                <c:pt idx="3719">
                  <c:v>43284</c:v>
                </c:pt>
                <c:pt idx="3720">
                  <c:v>43285</c:v>
                </c:pt>
                <c:pt idx="3721">
                  <c:v>43286</c:v>
                </c:pt>
                <c:pt idx="3722">
                  <c:v>43287</c:v>
                </c:pt>
                <c:pt idx="3723">
                  <c:v>43290</c:v>
                </c:pt>
                <c:pt idx="3724">
                  <c:v>43291</c:v>
                </c:pt>
                <c:pt idx="3725">
                  <c:v>43292</c:v>
                </c:pt>
                <c:pt idx="3726">
                  <c:v>43293</c:v>
                </c:pt>
                <c:pt idx="3727">
                  <c:v>43294</c:v>
                </c:pt>
                <c:pt idx="3728">
                  <c:v>43297</c:v>
                </c:pt>
                <c:pt idx="3729">
                  <c:v>43298</c:v>
                </c:pt>
                <c:pt idx="3730">
                  <c:v>43299</c:v>
                </c:pt>
                <c:pt idx="3731">
                  <c:v>43300</c:v>
                </c:pt>
                <c:pt idx="3732">
                  <c:v>43301</c:v>
                </c:pt>
                <c:pt idx="3733">
                  <c:v>43304</c:v>
                </c:pt>
                <c:pt idx="3734">
                  <c:v>43305</c:v>
                </c:pt>
                <c:pt idx="3735">
                  <c:v>43306</c:v>
                </c:pt>
                <c:pt idx="3736">
                  <c:v>43307</c:v>
                </c:pt>
                <c:pt idx="3737">
                  <c:v>43308</c:v>
                </c:pt>
                <c:pt idx="3738">
                  <c:v>43311</c:v>
                </c:pt>
                <c:pt idx="3739">
                  <c:v>43312</c:v>
                </c:pt>
                <c:pt idx="3740">
                  <c:v>43313</c:v>
                </c:pt>
                <c:pt idx="3741">
                  <c:v>43314</c:v>
                </c:pt>
                <c:pt idx="3742">
                  <c:v>43315</c:v>
                </c:pt>
                <c:pt idx="3743">
                  <c:v>43318</c:v>
                </c:pt>
                <c:pt idx="3744">
                  <c:v>43319</c:v>
                </c:pt>
                <c:pt idx="3745">
                  <c:v>43320</c:v>
                </c:pt>
                <c:pt idx="3746">
                  <c:v>43321</c:v>
                </c:pt>
                <c:pt idx="3747">
                  <c:v>43322</c:v>
                </c:pt>
                <c:pt idx="3748">
                  <c:v>43325</c:v>
                </c:pt>
                <c:pt idx="3749">
                  <c:v>43326</c:v>
                </c:pt>
                <c:pt idx="3750">
                  <c:v>43327</c:v>
                </c:pt>
                <c:pt idx="3751">
                  <c:v>43328</c:v>
                </c:pt>
                <c:pt idx="3752">
                  <c:v>43329</c:v>
                </c:pt>
                <c:pt idx="3753">
                  <c:v>43332</c:v>
                </c:pt>
                <c:pt idx="3754">
                  <c:v>43333</c:v>
                </c:pt>
                <c:pt idx="3755">
                  <c:v>43334</c:v>
                </c:pt>
                <c:pt idx="3756">
                  <c:v>43335</c:v>
                </c:pt>
                <c:pt idx="3757">
                  <c:v>43336</c:v>
                </c:pt>
                <c:pt idx="3758">
                  <c:v>43339</c:v>
                </c:pt>
                <c:pt idx="3759">
                  <c:v>43340</c:v>
                </c:pt>
                <c:pt idx="3760">
                  <c:v>43341</c:v>
                </c:pt>
                <c:pt idx="3761">
                  <c:v>43342</c:v>
                </c:pt>
                <c:pt idx="3762">
                  <c:v>43343</c:v>
                </c:pt>
                <c:pt idx="3763">
                  <c:v>43346</c:v>
                </c:pt>
                <c:pt idx="3764">
                  <c:v>43347</c:v>
                </c:pt>
                <c:pt idx="3765">
                  <c:v>43348</c:v>
                </c:pt>
                <c:pt idx="3766">
                  <c:v>43349</c:v>
                </c:pt>
                <c:pt idx="3767">
                  <c:v>43350</c:v>
                </c:pt>
                <c:pt idx="3768">
                  <c:v>43353</c:v>
                </c:pt>
                <c:pt idx="3769">
                  <c:v>43354</c:v>
                </c:pt>
                <c:pt idx="3770">
                  <c:v>43355</c:v>
                </c:pt>
                <c:pt idx="3771">
                  <c:v>43356</c:v>
                </c:pt>
                <c:pt idx="3772">
                  <c:v>43357</c:v>
                </c:pt>
                <c:pt idx="3773">
                  <c:v>43360</c:v>
                </c:pt>
                <c:pt idx="3774">
                  <c:v>43361</c:v>
                </c:pt>
                <c:pt idx="3775">
                  <c:v>43362</c:v>
                </c:pt>
                <c:pt idx="3776">
                  <c:v>43363</c:v>
                </c:pt>
                <c:pt idx="3777">
                  <c:v>43364</c:v>
                </c:pt>
                <c:pt idx="3778">
                  <c:v>43367</c:v>
                </c:pt>
                <c:pt idx="3779">
                  <c:v>43368</c:v>
                </c:pt>
                <c:pt idx="3780">
                  <c:v>43369</c:v>
                </c:pt>
                <c:pt idx="3781">
                  <c:v>43370</c:v>
                </c:pt>
                <c:pt idx="3782">
                  <c:v>43371</c:v>
                </c:pt>
                <c:pt idx="3783">
                  <c:v>43374</c:v>
                </c:pt>
                <c:pt idx="3784">
                  <c:v>43375</c:v>
                </c:pt>
                <c:pt idx="3785">
                  <c:v>43376</c:v>
                </c:pt>
                <c:pt idx="3786">
                  <c:v>43377</c:v>
                </c:pt>
                <c:pt idx="3787">
                  <c:v>43378</c:v>
                </c:pt>
                <c:pt idx="3788">
                  <c:v>43381</c:v>
                </c:pt>
                <c:pt idx="3789">
                  <c:v>43382</c:v>
                </c:pt>
                <c:pt idx="3790">
                  <c:v>43383</c:v>
                </c:pt>
                <c:pt idx="3791">
                  <c:v>43384</c:v>
                </c:pt>
                <c:pt idx="3792">
                  <c:v>43385</c:v>
                </c:pt>
                <c:pt idx="3793">
                  <c:v>43388</c:v>
                </c:pt>
                <c:pt idx="3794">
                  <c:v>43389</c:v>
                </c:pt>
                <c:pt idx="3795">
                  <c:v>43390</c:v>
                </c:pt>
                <c:pt idx="3796">
                  <c:v>43391</c:v>
                </c:pt>
                <c:pt idx="3797">
                  <c:v>43392</c:v>
                </c:pt>
                <c:pt idx="3798">
                  <c:v>43395</c:v>
                </c:pt>
                <c:pt idx="3799">
                  <c:v>43396</c:v>
                </c:pt>
                <c:pt idx="3800">
                  <c:v>43397</c:v>
                </c:pt>
                <c:pt idx="3801">
                  <c:v>43398</c:v>
                </c:pt>
                <c:pt idx="3802">
                  <c:v>43399</c:v>
                </c:pt>
                <c:pt idx="3803">
                  <c:v>43402</c:v>
                </c:pt>
                <c:pt idx="3804">
                  <c:v>43403</c:v>
                </c:pt>
                <c:pt idx="3805">
                  <c:v>43404</c:v>
                </c:pt>
                <c:pt idx="3806">
                  <c:v>43405</c:v>
                </c:pt>
                <c:pt idx="3807">
                  <c:v>43406</c:v>
                </c:pt>
                <c:pt idx="3808">
                  <c:v>43409</c:v>
                </c:pt>
                <c:pt idx="3809">
                  <c:v>43410</c:v>
                </c:pt>
                <c:pt idx="3810">
                  <c:v>43411</c:v>
                </c:pt>
                <c:pt idx="3811">
                  <c:v>43412</c:v>
                </c:pt>
                <c:pt idx="3812">
                  <c:v>43413</c:v>
                </c:pt>
                <c:pt idx="3813">
                  <c:v>43416</c:v>
                </c:pt>
                <c:pt idx="3814">
                  <c:v>43417</c:v>
                </c:pt>
                <c:pt idx="3815">
                  <c:v>43418</c:v>
                </c:pt>
                <c:pt idx="3816">
                  <c:v>43419</c:v>
                </c:pt>
                <c:pt idx="3817">
                  <c:v>43420</c:v>
                </c:pt>
                <c:pt idx="3818">
                  <c:v>43423</c:v>
                </c:pt>
                <c:pt idx="3819">
                  <c:v>43424</c:v>
                </c:pt>
                <c:pt idx="3820">
                  <c:v>43425</c:v>
                </c:pt>
                <c:pt idx="3821">
                  <c:v>43426</c:v>
                </c:pt>
                <c:pt idx="3822">
                  <c:v>43427</c:v>
                </c:pt>
                <c:pt idx="3823">
                  <c:v>43430</c:v>
                </c:pt>
                <c:pt idx="3824">
                  <c:v>43431</c:v>
                </c:pt>
                <c:pt idx="3825">
                  <c:v>43432</c:v>
                </c:pt>
                <c:pt idx="3826">
                  <c:v>43433</c:v>
                </c:pt>
                <c:pt idx="3827">
                  <c:v>43434</c:v>
                </c:pt>
                <c:pt idx="3828">
                  <c:v>43437</c:v>
                </c:pt>
                <c:pt idx="3829">
                  <c:v>43438</c:v>
                </c:pt>
                <c:pt idx="3830">
                  <c:v>43439</c:v>
                </c:pt>
                <c:pt idx="3831">
                  <c:v>43440</c:v>
                </c:pt>
                <c:pt idx="3832">
                  <c:v>43441</c:v>
                </c:pt>
                <c:pt idx="3833">
                  <c:v>43444</c:v>
                </c:pt>
                <c:pt idx="3834">
                  <c:v>43445</c:v>
                </c:pt>
                <c:pt idx="3835">
                  <c:v>43446</c:v>
                </c:pt>
                <c:pt idx="3836">
                  <c:v>43447</c:v>
                </c:pt>
                <c:pt idx="3837">
                  <c:v>43448</c:v>
                </c:pt>
                <c:pt idx="3838">
                  <c:v>43451</c:v>
                </c:pt>
                <c:pt idx="3839">
                  <c:v>43452</c:v>
                </c:pt>
                <c:pt idx="3840">
                  <c:v>43453</c:v>
                </c:pt>
                <c:pt idx="3841">
                  <c:v>43454</c:v>
                </c:pt>
                <c:pt idx="3842">
                  <c:v>43455</c:v>
                </c:pt>
                <c:pt idx="3843">
                  <c:v>43458</c:v>
                </c:pt>
                <c:pt idx="3844">
                  <c:v>43459</c:v>
                </c:pt>
                <c:pt idx="3845">
                  <c:v>43460</c:v>
                </c:pt>
                <c:pt idx="3846">
                  <c:v>43461</c:v>
                </c:pt>
                <c:pt idx="3847">
                  <c:v>43462</c:v>
                </c:pt>
                <c:pt idx="3848">
                  <c:v>43465</c:v>
                </c:pt>
                <c:pt idx="3849">
                  <c:v>43466</c:v>
                </c:pt>
                <c:pt idx="3850">
                  <c:v>43467</c:v>
                </c:pt>
                <c:pt idx="3851">
                  <c:v>43468</c:v>
                </c:pt>
                <c:pt idx="3852">
                  <c:v>43469</c:v>
                </c:pt>
                <c:pt idx="3853">
                  <c:v>43472</c:v>
                </c:pt>
                <c:pt idx="3854">
                  <c:v>43473</c:v>
                </c:pt>
                <c:pt idx="3855">
                  <c:v>43474</c:v>
                </c:pt>
                <c:pt idx="3856">
                  <c:v>43475</c:v>
                </c:pt>
                <c:pt idx="3857">
                  <c:v>43476</c:v>
                </c:pt>
                <c:pt idx="3858">
                  <c:v>43479</c:v>
                </c:pt>
                <c:pt idx="3859">
                  <c:v>43480</c:v>
                </c:pt>
                <c:pt idx="3860">
                  <c:v>43481</c:v>
                </c:pt>
                <c:pt idx="3861">
                  <c:v>43482</c:v>
                </c:pt>
                <c:pt idx="3862">
                  <c:v>43483</c:v>
                </c:pt>
                <c:pt idx="3863">
                  <c:v>43486</c:v>
                </c:pt>
                <c:pt idx="3864">
                  <c:v>43487</c:v>
                </c:pt>
                <c:pt idx="3865">
                  <c:v>43488</c:v>
                </c:pt>
                <c:pt idx="3866">
                  <c:v>43489</c:v>
                </c:pt>
                <c:pt idx="3867">
                  <c:v>43490</c:v>
                </c:pt>
                <c:pt idx="3868">
                  <c:v>43493</c:v>
                </c:pt>
                <c:pt idx="3869">
                  <c:v>43494</c:v>
                </c:pt>
                <c:pt idx="3870">
                  <c:v>43495</c:v>
                </c:pt>
                <c:pt idx="3871">
                  <c:v>43496</c:v>
                </c:pt>
                <c:pt idx="3872">
                  <c:v>43497</c:v>
                </c:pt>
                <c:pt idx="3873">
                  <c:v>43500</c:v>
                </c:pt>
                <c:pt idx="3874">
                  <c:v>43501</c:v>
                </c:pt>
                <c:pt idx="3875">
                  <c:v>43502</c:v>
                </c:pt>
                <c:pt idx="3876">
                  <c:v>43503</c:v>
                </c:pt>
                <c:pt idx="3877">
                  <c:v>43504</c:v>
                </c:pt>
                <c:pt idx="3878">
                  <c:v>43507</c:v>
                </c:pt>
                <c:pt idx="3879">
                  <c:v>43508</c:v>
                </c:pt>
                <c:pt idx="3880">
                  <c:v>43509</c:v>
                </c:pt>
                <c:pt idx="3881">
                  <c:v>43510</c:v>
                </c:pt>
                <c:pt idx="3882">
                  <c:v>43511</c:v>
                </c:pt>
                <c:pt idx="3883">
                  <c:v>43514</c:v>
                </c:pt>
                <c:pt idx="3884">
                  <c:v>43515</c:v>
                </c:pt>
                <c:pt idx="3885">
                  <c:v>43516</c:v>
                </c:pt>
                <c:pt idx="3886">
                  <c:v>43517</c:v>
                </c:pt>
                <c:pt idx="3887">
                  <c:v>43518</c:v>
                </c:pt>
                <c:pt idx="3888">
                  <c:v>43521</c:v>
                </c:pt>
                <c:pt idx="3889">
                  <c:v>43522</c:v>
                </c:pt>
                <c:pt idx="3890">
                  <c:v>43523</c:v>
                </c:pt>
                <c:pt idx="3891">
                  <c:v>43524</c:v>
                </c:pt>
                <c:pt idx="3892">
                  <c:v>43525</c:v>
                </c:pt>
                <c:pt idx="3893">
                  <c:v>43528</c:v>
                </c:pt>
                <c:pt idx="3894">
                  <c:v>43529</c:v>
                </c:pt>
                <c:pt idx="3895">
                  <c:v>43530</c:v>
                </c:pt>
                <c:pt idx="3896">
                  <c:v>43531</c:v>
                </c:pt>
                <c:pt idx="3897">
                  <c:v>43532</c:v>
                </c:pt>
                <c:pt idx="3898">
                  <c:v>43535</c:v>
                </c:pt>
                <c:pt idx="3899">
                  <c:v>43536</c:v>
                </c:pt>
                <c:pt idx="3900">
                  <c:v>43537</c:v>
                </c:pt>
                <c:pt idx="3901">
                  <c:v>43538</c:v>
                </c:pt>
                <c:pt idx="3902">
                  <c:v>43539</c:v>
                </c:pt>
                <c:pt idx="3903">
                  <c:v>43542</c:v>
                </c:pt>
                <c:pt idx="3904">
                  <c:v>43543</c:v>
                </c:pt>
                <c:pt idx="3905">
                  <c:v>43544</c:v>
                </c:pt>
                <c:pt idx="3906">
                  <c:v>43545</c:v>
                </c:pt>
                <c:pt idx="3907">
                  <c:v>43546</c:v>
                </c:pt>
                <c:pt idx="3908">
                  <c:v>43549</c:v>
                </c:pt>
                <c:pt idx="3909">
                  <c:v>43550</c:v>
                </c:pt>
                <c:pt idx="3910">
                  <c:v>43551</c:v>
                </c:pt>
                <c:pt idx="3911">
                  <c:v>43552</c:v>
                </c:pt>
                <c:pt idx="3912">
                  <c:v>43553</c:v>
                </c:pt>
                <c:pt idx="3913">
                  <c:v>43556</c:v>
                </c:pt>
                <c:pt idx="3914">
                  <c:v>43557</c:v>
                </c:pt>
                <c:pt idx="3915">
                  <c:v>43558</c:v>
                </c:pt>
                <c:pt idx="3916">
                  <c:v>43559</c:v>
                </c:pt>
                <c:pt idx="3917">
                  <c:v>43560</c:v>
                </c:pt>
                <c:pt idx="3918">
                  <c:v>43563</c:v>
                </c:pt>
                <c:pt idx="3919">
                  <c:v>43564</c:v>
                </c:pt>
                <c:pt idx="3920">
                  <c:v>43565</c:v>
                </c:pt>
                <c:pt idx="3921">
                  <c:v>43566</c:v>
                </c:pt>
                <c:pt idx="3922">
                  <c:v>43567</c:v>
                </c:pt>
                <c:pt idx="3923">
                  <c:v>43570</c:v>
                </c:pt>
                <c:pt idx="3924">
                  <c:v>43571</c:v>
                </c:pt>
                <c:pt idx="3925">
                  <c:v>43572</c:v>
                </c:pt>
                <c:pt idx="3926">
                  <c:v>43573</c:v>
                </c:pt>
                <c:pt idx="3927">
                  <c:v>43574</c:v>
                </c:pt>
                <c:pt idx="3928">
                  <c:v>43577</c:v>
                </c:pt>
                <c:pt idx="3929">
                  <c:v>43578</c:v>
                </c:pt>
                <c:pt idx="3930">
                  <c:v>43579</c:v>
                </c:pt>
                <c:pt idx="3931">
                  <c:v>43580</c:v>
                </c:pt>
                <c:pt idx="3932">
                  <c:v>43581</c:v>
                </c:pt>
                <c:pt idx="3933">
                  <c:v>43584</c:v>
                </c:pt>
                <c:pt idx="3934">
                  <c:v>43585</c:v>
                </c:pt>
                <c:pt idx="3935">
                  <c:v>43586</c:v>
                </c:pt>
                <c:pt idx="3936">
                  <c:v>43587</c:v>
                </c:pt>
                <c:pt idx="3937">
                  <c:v>43588</c:v>
                </c:pt>
                <c:pt idx="3938">
                  <c:v>43591</c:v>
                </c:pt>
                <c:pt idx="3939">
                  <c:v>43592</c:v>
                </c:pt>
                <c:pt idx="3940">
                  <c:v>43593</c:v>
                </c:pt>
                <c:pt idx="3941">
                  <c:v>43594</c:v>
                </c:pt>
                <c:pt idx="3942">
                  <c:v>43595</c:v>
                </c:pt>
                <c:pt idx="3943">
                  <c:v>43598</c:v>
                </c:pt>
                <c:pt idx="3944">
                  <c:v>43599</c:v>
                </c:pt>
                <c:pt idx="3945">
                  <c:v>43600</c:v>
                </c:pt>
                <c:pt idx="3946">
                  <c:v>43601</c:v>
                </c:pt>
                <c:pt idx="3947">
                  <c:v>43602</c:v>
                </c:pt>
                <c:pt idx="3948">
                  <c:v>43605</c:v>
                </c:pt>
                <c:pt idx="3949">
                  <c:v>43606</c:v>
                </c:pt>
                <c:pt idx="3950">
                  <c:v>43607</c:v>
                </c:pt>
                <c:pt idx="3951">
                  <c:v>43608</c:v>
                </c:pt>
                <c:pt idx="3952">
                  <c:v>43609</c:v>
                </c:pt>
                <c:pt idx="3953">
                  <c:v>43612</c:v>
                </c:pt>
                <c:pt idx="3954">
                  <c:v>43613</c:v>
                </c:pt>
                <c:pt idx="3955">
                  <c:v>43614</c:v>
                </c:pt>
                <c:pt idx="3956">
                  <c:v>43615</c:v>
                </c:pt>
                <c:pt idx="3957">
                  <c:v>43616</c:v>
                </c:pt>
                <c:pt idx="3958">
                  <c:v>43619</c:v>
                </c:pt>
                <c:pt idx="3959">
                  <c:v>43620</c:v>
                </c:pt>
                <c:pt idx="3960">
                  <c:v>43621</c:v>
                </c:pt>
                <c:pt idx="3961">
                  <c:v>43622</c:v>
                </c:pt>
                <c:pt idx="3962">
                  <c:v>43623</c:v>
                </c:pt>
                <c:pt idx="3963">
                  <c:v>43626</c:v>
                </c:pt>
                <c:pt idx="3964">
                  <c:v>43627</c:v>
                </c:pt>
                <c:pt idx="3965">
                  <c:v>43628</c:v>
                </c:pt>
                <c:pt idx="3966">
                  <c:v>43629</c:v>
                </c:pt>
                <c:pt idx="3967">
                  <c:v>43630</c:v>
                </c:pt>
                <c:pt idx="3968">
                  <c:v>43633</c:v>
                </c:pt>
                <c:pt idx="3969">
                  <c:v>43634</c:v>
                </c:pt>
                <c:pt idx="3970">
                  <c:v>43635</c:v>
                </c:pt>
                <c:pt idx="3971">
                  <c:v>43636</c:v>
                </c:pt>
                <c:pt idx="3972">
                  <c:v>43637</c:v>
                </c:pt>
                <c:pt idx="3973">
                  <c:v>43640</c:v>
                </c:pt>
                <c:pt idx="3974">
                  <c:v>43641</c:v>
                </c:pt>
                <c:pt idx="3975">
                  <c:v>43642</c:v>
                </c:pt>
                <c:pt idx="3976">
                  <c:v>43643</c:v>
                </c:pt>
                <c:pt idx="3977">
                  <c:v>43644</c:v>
                </c:pt>
                <c:pt idx="3978">
                  <c:v>43647</c:v>
                </c:pt>
                <c:pt idx="3979">
                  <c:v>43648</c:v>
                </c:pt>
                <c:pt idx="3980">
                  <c:v>43649</c:v>
                </c:pt>
                <c:pt idx="3981">
                  <c:v>43650</c:v>
                </c:pt>
                <c:pt idx="3982">
                  <c:v>43651</c:v>
                </c:pt>
                <c:pt idx="3983">
                  <c:v>43654</c:v>
                </c:pt>
                <c:pt idx="3984">
                  <c:v>43655</c:v>
                </c:pt>
                <c:pt idx="3985">
                  <c:v>43656</c:v>
                </c:pt>
                <c:pt idx="3986">
                  <c:v>43657</c:v>
                </c:pt>
                <c:pt idx="3987">
                  <c:v>43658</c:v>
                </c:pt>
                <c:pt idx="3988">
                  <c:v>43661</c:v>
                </c:pt>
                <c:pt idx="3989">
                  <c:v>43662</c:v>
                </c:pt>
                <c:pt idx="3990">
                  <c:v>43663</c:v>
                </c:pt>
                <c:pt idx="3991">
                  <c:v>43664</c:v>
                </c:pt>
                <c:pt idx="3992">
                  <c:v>43665</c:v>
                </c:pt>
                <c:pt idx="3993">
                  <c:v>43668</c:v>
                </c:pt>
                <c:pt idx="3994">
                  <c:v>43669</c:v>
                </c:pt>
                <c:pt idx="3995">
                  <c:v>43670</c:v>
                </c:pt>
                <c:pt idx="3996">
                  <c:v>43671</c:v>
                </c:pt>
                <c:pt idx="3997">
                  <c:v>43672</c:v>
                </c:pt>
                <c:pt idx="3998">
                  <c:v>43675</c:v>
                </c:pt>
                <c:pt idx="3999">
                  <c:v>43676</c:v>
                </c:pt>
                <c:pt idx="4000">
                  <c:v>43677</c:v>
                </c:pt>
                <c:pt idx="4001">
                  <c:v>43678</c:v>
                </c:pt>
                <c:pt idx="4002">
                  <c:v>43679</c:v>
                </c:pt>
                <c:pt idx="4003">
                  <c:v>43682</c:v>
                </c:pt>
                <c:pt idx="4004">
                  <c:v>43683</c:v>
                </c:pt>
                <c:pt idx="4005">
                  <c:v>43684</c:v>
                </c:pt>
                <c:pt idx="4006">
                  <c:v>43685</c:v>
                </c:pt>
                <c:pt idx="4007">
                  <c:v>43686</c:v>
                </c:pt>
                <c:pt idx="4008">
                  <c:v>43689</c:v>
                </c:pt>
                <c:pt idx="4009">
                  <c:v>43690</c:v>
                </c:pt>
                <c:pt idx="4010">
                  <c:v>43691</c:v>
                </c:pt>
                <c:pt idx="4011">
                  <c:v>43692</c:v>
                </c:pt>
                <c:pt idx="4012">
                  <c:v>43693</c:v>
                </c:pt>
                <c:pt idx="4013">
                  <c:v>43696</c:v>
                </c:pt>
                <c:pt idx="4014">
                  <c:v>43697</c:v>
                </c:pt>
                <c:pt idx="4015">
                  <c:v>43698</c:v>
                </c:pt>
                <c:pt idx="4016">
                  <c:v>43699</c:v>
                </c:pt>
                <c:pt idx="4017">
                  <c:v>43700</c:v>
                </c:pt>
                <c:pt idx="4018">
                  <c:v>43703</c:v>
                </c:pt>
                <c:pt idx="4019">
                  <c:v>43704</c:v>
                </c:pt>
                <c:pt idx="4020">
                  <c:v>43705</c:v>
                </c:pt>
                <c:pt idx="4021">
                  <c:v>43706</c:v>
                </c:pt>
                <c:pt idx="4022">
                  <c:v>43707</c:v>
                </c:pt>
                <c:pt idx="4023">
                  <c:v>43710</c:v>
                </c:pt>
                <c:pt idx="4024">
                  <c:v>43711</c:v>
                </c:pt>
                <c:pt idx="4025">
                  <c:v>43712</c:v>
                </c:pt>
                <c:pt idx="4026">
                  <c:v>43713</c:v>
                </c:pt>
                <c:pt idx="4027">
                  <c:v>43714</c:v>
                </c:pt>
                <c:pt idx="4028">
                  <c:v>43717</c:v>
                </c:pt>
                <c:pt idx="4029">
                  <c:v>43718</c:v>
                </c:pt>
                <c:pt idx="4030">
                  <c:v>43719</c:v>
                </c:pt>
                <c:pt idx="4031">
                  <c:v>43720</c:v>
                </c:pt>
                <c:pt idx="4032">
                  <c:v>43721</c:v>
                </c:pt>
                <c:pt idx="4033">
                  <c:v>43724</c:v>
                </c:pt>
                <c:pt idx="4034">
                  <c:v>43725</c:v>
                </c:pt>
                <c:pt idx="4035">
                  <c:v>43726</c:v>
                </c:pt>
                <c:pt idx="4036">
                  <c:v>43727</c:v>
                </c:pt>
                <c:pt idx="4037">
                  <c:v>43728</c:v>
                </c:pt>
                <c:pt idx="4038">
                  <c:v>43731</c:v>
                </c:pt>
                <c:pt idx="4039">
                  <c:v>43732</c:v>
                </c:pt>
                <c:pt idx="4040">
                  <c:v>43733</c:v>
                </c:pt>
                <c:pt idx="4041">
                  <c:v>43734</c:v>
                </c:pt>
                <c:pt idx="4042">
                  <c:v>43735</c:v>
                </c:pt>
                <c:pt idx="4043">
                  <c:v>43738</c:v>
                </c:pt>
                <c:pt idx="4044">
                  <c:v>43739</c:v>
                </c:pt>
                <c:pt idx="4045">
                  <c:v>43740</c:v>
                </c:pt>
                <c:pt idx="4046">
                  <c:v>43741</c:v>
                </c:pt>
                <c:pt idx="4047">
                  <c:v>43742</c:v>
                </c:pt>
                <c:pt idx="4048">
                  <c:v>43745</c:v>
                </c:pt>
                <c:pt idx="4049">
                  <c:v>43746</c:v>
                </c:pt>
                <c:pt idx="4050">
                  <c:v>43747</c:v>
                </c:pt>
                <c:pt idx="4051">
                  <c:v>43748</c:v>
                </c:pt>
                <c:pt idx="4052">
                  <c:v>43749</c:v>
                </c:pt>
                <c:pt idx="4053">
                  <c:v>43752</c:v>
                </c:pt>
                <c:pt idx="4054">
                  <c:v>43753</c:v>
                </c:pt>
                <c:pt idx="4055">
                  <c:v>43754</c:v>
                </c:pt>
                <c:pt idx="4056">
                  <c:v>43755</c:v>
                </c:pt>
                <c:pt idx="4057">
                  <c:v>43756</c:v>
                </c:pt>
                <c:pt idx="4058">
                  <c:v>43759</c:v>
                </c:pt>
                <c:pt idx="4059">
                  <c:v>43760</c:v>
                </c:pt>
                <c:pt idx="4060">
                  <c:v>43761</c:v>
                </c:pt>
                <c:pt idx="4061">
                  <c:v>43762</c:v>
                </c:pt>
                <c:pt idx="4062">
                  <c:v>43763</c:v>
                </c:pt>
                <c:pt idx="4063">
                  <c:v>43766</c:v>
                </c:pt>
                <c:pt idx="4064">
                  <c:v>43767</c:v>
                </c:pt>
                <c:pt idx="4065">
                  <c:v>43768</c:v>
                </c:pt>
                <c:pt idx="4066">
                  <c:v>43769</c:v>
                </c:pt>
                <c:pt idx="4067">
                  <c:v>43770</c:v>
                </c:pt>
                <c:pt idx="4068">
                  <c:v>43773</c:v>
                </c:pt>
                <c:pt idx="4069">
                  <c:v>43774</c:v>
                </c:pt>
                <c:pt idx="4070">
                  <c:v>43775</c:v>
                </c:pt>
                <c:pt idx="4071">
                  <c:v>43776</c:v>
                </c:pt>
                <c:pt idx="4072">
                  <c:v>43777</c:v>
                </c:pt>
                <c:pt idx="4073">
                  <c:v>43780</c:v>
                </c:pt>
                <c:pt idx="4074">
                  <c:v>43781</c:v>
                </c:pt>
                <c:pt idx="4075">
                  <c:v>43782</c:v>
                </c:pt>
                <c:pt idx="4076">
                  <c:v>43783</c:v>
                </c:pt>
                <c:pt idx="4077">
                  <c:v>43784</c:v>
                </c:pt>
                <c:pt idx="4078">
                  <c:v>43787</c:v>
                </c:pt>
                <c:pt idx="4079">
                  <c:v>43788</c:v>
                </c:pt>
                <c:pt idx="4080">
                  <c:v>43789</c:v>
                </c:pt>
                <c:pt idx="4081">
                  <c:v>43790</c:v>
                </c:pt>
                <c:pt idx="4082">
                  <c:v>43791</c:v>
                </c:pt>
                <c:pt idx="4083">
                  <c:v>43794</c:v>
                </c:pt>
                <c:pt idx="4084">
                  <c:v>43795</c:v>
                </c:pt>
                <c:pt idx="4085">
                  <c:v>43796</c:v>
                </c:pt>
                <c:pt idx="4086">
                  <c:v>43797</c:v>
                </c:pt>
                <c:pt idx="4087">
                  <c:v>43798</c:v>
                </c:pt>
                <c:pt idx="4088">
                  <c:v>43801</c:v>
                </c:pt>
                <c:pt idx="4089">
                  <c:v>43802</c:v>
                </c:pt>
                <c:pt idx="4090">
                  <c:v>43803</c:v>
                </c:pt>
                <c:pt idx="4091">
                  <c:v>43804</c:v>
                </c:pt>
                <c:pt idx="4092">
                  <c:v>43805</c:v>
                </c:pt>
                <c:pt idx="4093">
                  <c:v>43808</c:v>
                </c:pt>
                <c:pt idx="4094">
                  <c:v>43809</c:v>
                </c:pt>
                <c:pt idx="4095">
                  <c:v>43810</c:v>
                </c:pt>
                <c:pt idx="4096">
                  <c:v>43811</c:v>
                </c:pt>
                <c:pt idx="4097">
                  <c:v>43812</c:v>
                </c:pt>
                <c:pt idx="4098">
                  <c:v>43815</c:v>
                </c:pt>
                <c:pt idx="4099">
                  <c:v>43816</c:v>
                </c:pt>
                <c:pt idx="4100">
                  <c:v>43817</c:v>
                </c:pt>
                <c:pt idx="4101">
                  <c:v>43818</c:v>
                </c:pt>
                <c:pt idx="4102">
                  <c:v>43819</c:v>
                </c:pt>
                <c:pt idx="4103">
                  <c:v>43822</c:v>
                </c:pt>
                <c:pt idx="4104">
                  <c:v>43823</c:v>
                </c:pt>
                <c:pt idx="4105">
                  <c:v>43824</c:v>
                </c:pt>
                <c:pt idx="4106">
                  <c:v>43825</c:v>
                </c:pt>
                <c:pt idx="4107">
                  <c:v>43826</c:v>
                </c:pt>
                <c:pt idx="4108">
                  <c:v>43829</c:v>
                </c:pt>
                <c:pt idx="4109">
                  <c:v>43830</c:v>
                </c:pt>
                <c:pt idx="4110">
                  <c:v>43831</c:v>
                </c:pt>
                <c:pt idx="4111">
                  <c:v>43832</c:v>
                </c:pt>
                <c:pt idx="4112">
                  <c:v>43833</c:v>
                </c:pt>
                <c:pt idx="4113">
                  <c:v>43836</c:v>
                </c:pt>
                <c:pt idx="4114">
                  <c:v>43837</c:v>
                </c:pt>
                <c:pt idx="4115">
                  <c:v>43838</c:v>
                </c:pt>
                <c:pt idx="4116">
                  <c:v>43839</c:v>
                </c:pt>
                <c:pt idx="4117">
                  <c:v>43840</c:v>
                </c:pt>
                <c:pt idx="4118">
                  <c:v>43843</c:v>
                </c:pt>
                <c:pt idx="4119">
                  <c:v>43844</c:v>
                </c:pt>
                <c:pt idx="4120">
                  <c:v>43845</c:v>
                </c:pt>
                <c:pt idx="4121">
                  <c:v>43846</c:v>
                </c:pt>
                <c:pt idx="4122">
                  <c:v>43847</c:v>
                </c:pt>
                <c:pt idx="4123">
                  <c:v>43850</c:v>
                </c:pt>
                <c:pt idx="4124">
                  <c:v>43851</c:v>
                </c:pt>
                <c:pt idx="4125">
                  <c:v>43852</c:v>
                </c:pt>
                <c:pt idx="4126">
                  <c:v>43853</c:v>
                </c:pt>
                <c:pt idx="4127">
                  <c:v>43854</c:v>
                </c:pt>
                <c:pt idx="4128">
                  <c:v>43857</c:v>
                </c:pt>
                <c:pt idx="4129">
                  <c:v>43858</c:v>
                </c:pt>
                <c:pt idx="4130">
                  <c:v>43859</c:v>
                </c:pt>
                <c:pt idx="4131">
                  <c:v>43860</c:v>
                </c:pt>
                <c:pt idx="4132">
                  <c:v>43861</c:v>
                </c:pt>
                <c:pt idx="4133">
                  <c:v>43864</c:v>
                </c:pt>
                <c:pt idx="4134">
                  <c:v>43865</c:v>
                </c:pt>
                <c:pt idx="4135">
                  <c:v>43866</c:v>
                </c:pt>
                <c:pt idx="4136">
                  <c:v>43867</c:v>
                </c:pt>
                <c:pt idx="4137">
                  <c:v>43868</c:v>
                </c:pt>
                <c:pt idx="4138">
                  <c:v>43871</c:v>
                </c:pt>
                <c:pt idx="4139">
                  <c:v>43872</c:v>
                </c:pt>
                <c:pt idx="4140">
                  <c:v>43873</c:v>
                </c:pt>
                <c:pt idx="4141">
                  <c:v>43874</c:v>
                </c:pt>
                <c:pt idx="4142">
                  <c:v>43875</c:v>
                </c:pt>
                <c:pt idx="4143">
                  <c:v>43878</c:v>
                </c:pt>
                <c:pt idx="4144">
                  <c:v>43879</c:v>
                </c:pt>
                <c:pt idx="4145">
                  <c:v>43880</c:v>
                </c:pt>
                <c:pt idx="4146">
                  <c:v>43881</c:v>
                </c:pt>
                <c:pt idx="4147">
                  <c:v>43882</c:v>
                </c:pt>
                <c:pt idx="4148">
                  <c:v>43885</c:v>
                </c:pt>
                <c:pt idx="4149">
                  <c:v>43886</c:v>
                </c:pt>
                <c:pt idx="4150">
                  <c:v>43887</c:v>
                </c:pt>
                <c:pt idx="4151">
                  <c:v>43888</c:v>
                </c:pt>
                <c:pt idx="4152">
                  <c:v>43889</c:v>
                </c:pt>
                <c:pt idx="4153">
                  <c:v>43892</c:v>
                </c:pt>
                <c:pt idx="4154">
                  <c:v>43893</c:v>
                </c:pt>
                <c:pt idx="4155">
                  <c:v>43894</c:v>
                </c:pt>
                <c:pt idx="4156">
                  <c:v>43895</c:v>
                </c:pt>
                <c:pt idx="4157">
                  <c:v>43896</c:v>
                </c:pt>
                <c:pt idx="4158">
                  <c:v>43899</c:v>
                </c:pt>
                <c:pt idx="4159">
                  <c:v>43900</c:v>
                </c:pt>
                <c:pt idx="4160">
                  <c:v>43901</c:v>
                </c:pt>
                <c:pt idx="4161">
                  <c:v>43902</c:v>
                </c:pt>
                <c:pt idx="4162">
                  <c:v>43903</c:v>
                </c:pt>
                <c:pt idx="4163">
                  <c:v>43906</c:v>
                </c:pt>
                <c:pt idx="4164">
                  <c:v>43907</c:v>
                </c:pt>
                <c:pt idx="4165">
                  <c:v>43908</c:v>
                </c:pt>
                <c:pt idx="4166">
                  <c:v>43909</c:v>
                </c:pt>
                <c:pt idx="4167">
                  <c:v>43910</c:v>
                </c:pt>
                <c:pt idx="4168">
                  <c:v>43913</c:v>
                </c:pt>
                <c:pt idx="4169">
                  <c:v>43914</c:v>
                </c:pt>
                <c:pt idx="4170">
                  <c:v>43915</c:v>
                </c:pt>
                <c:pt idx="4171">
                  <c:v>43916</c:v>
                </c:pt>
                <c:pt idx="4172">
                  <c:v>43917</c:v>
                </c:pt>
                <c:pt idx="4173">
                  <c:v>43920</c:v>
                </c:pt>
                <c:pt idx="4174">
                  <c:v>43921</c:v>
                </c:pt>
                <c:pt idx="4175">
                  <c:v>43922</c:v>
                </c:pt>
                <c:pt idx="4176">
                  <c:v>43923</c:v>
                </c:pt>
                <c:pt idx="4177">
                  <c:v>43924</c:v>
                </c:pt>
                <c:pt idx="4178">
                  <c:v>43927</c:v>
                </c:pt>
                <c:pt idx="4179">
                  <c:v>43928</c:v>
                </c:pt>
                <c:pt idx="4180">
                  <c:v>43929</c:v>
                </c:pt>
                <c:pt idx="4181">
                  <c:v>43930</c:v>
                </c:pt>
                <c:pt idx="4182">
                  <c:v>43931</c:v>
                </c:pt>
                <c:pt idx="4183">
                  <c:v>43934</c:v>
                </c:pt>
                <c:pt idx="4184">
                  <c:v>43935</c:v>
                </c:pt>
                <c:pt idx="4185">
                  <c:v>43936</c:v>
                </c:pt>
                <c:pt idx="4186">
                  <c:v>43937</c:v>
                </c:pt>
                <c:pt idx="4187">
                  <c:v>43938</c:v>
                </c:pt>
                <c:pt idx="4188">
                  <c:v>43941</c:v>
                </c:pt>
                <c:pt idx="4189">
                  <c:v>43942</c:v>
                </c:pt>
                <c:pt idx="4190">
                  <c:v>43943</c:v>
                </c:pt>
                <c:pt idx="4191">
                  <c:v>43944</c:v>
                </c:pt>
                <c:pt idx="4192">
                  <c:v>43945</c:v>
                </c:pt>
                <c:pt idx="4193">
                  <c:v>43948</c:v>
                </c:pt>
                <c:pt idx="4194">
                  <c:v>43949</c:v>
                </c:pt>
                <c:pt idx="4195">
                  <c:v>43950</c:v>
                </c:pt>
                <c:pt idx="4196">
                  <c:v>43951</c:v>
                </c:pt>
                <c:pt idx="4197">
                  <c:v>43952</c:v>
                </c:pt>
                <c:pt idx="4198">
                  <c:v>43955</c:v>
                </c:pt>
                <c:pt idx="4199">
                  <c:v>43956</c:v>
                </c:pt>
                <c:pt idx="4200">
                  <c:v>43957</c:v>
                </c:pt>
                <c:pt idx="4201">
                  <c:v>43958</c:v>
                </c:pt>
                <c:pt idx="4202">
                  <c:v>43959</c:v>
                </c:pt>
                <c:pt idx="4203">
                  <c:v>43962</c:v>
                </c:pt>
                <c:pt idx="4204">
                  <c:v>43963</c:v>
                </c:pt>
                <c:pt idx="4205">
                  <c:v>43964</c:v>
                </c:pt>
                <c:pt idx="4206">
                  <c:v>43965</c:v>
                </c:pt>
                <c:pt idx="4207">
                  <c:v>43966</c:v>
                </c:pt>
                <c:pt idx="4208">
                  <c:v>43969</c:v>
                </c:pt>
                <c:pt idx="4209">
                  <c:v>43970</c:v>
                </c:pt>
                <c:pt idx="4210">
                  <c:v>43971</c:v>
                </c:pt>
                <c:pt idx="4211">
                  <c:v>43972</c:v>
                </c:pt>
                <c:pt idx="4212">
                  <c:v>43973</c:v>
                </c:pt>
                <c:pt idx="4213">
                  <c:v>43976</c:v>
                </c:pt>
                <c:pt idx="4214">
                  <c:v>43977</c:v>
                </c:pt>
                <c:pt idx="4215">
                  <c:v>43978</c:v>
                </c:pt>
                <c:pt idx="4216">
                  <c:v>43979</c:v>
                </c:pt>
                <c:pt idx="4217">
                  <c:v>43980</c:v>
                </c:pt>
                <c:pt idx="4218">
                  <c:v>43983</c:v>
                </c:pt>
                <c:pt idx="4219">
                  <c:v>43984</c:v>
                </c:pt>
                <c:pt idx="4220">
                  <c:v>43985</c:v>
                </c:pt>
                <c:pt idx="4221">
                  <c:v>43986</c:v>
                </c:pt>
                <c:pt idx="4222">
                  <c:v>43987</c:v>
                </c:pt>
                <c:pt idx="4223">
                  <c:v>43990</c:v>
                </c:pt>
                <c:pt idx="4224">
                  <c:v>43991</c:v>
                </c:pt>
                <c:pt idx="4225">
                  <c:v>43992</c:v>
                </c:pt>
                <c:pt idx="4226">
                  <c:v>43993</c:v>
                </c:pt>
                <c:pt idx="4227">
                  <c:v>43994</c:v>
                </c:pt>
                <c:pt idx="4228">
                  <c:v>43997</c:v>
                </c:pt>
                <c:pt idx="4229">
                  <c:v>43998</c:v>
                </c:pt>
                <c:pt idx="4230">
                  <c:v>43999</c:v>
                </c:pt>
                <c:pt idx="4231">
                  <c:v>44000</c:v>
                </c:pt>
                <c:pt idx="4232">
                  <c:v>44001</c:v>
                </c:pt>
                <c:pt idx="4233">
                  <c:v>44004</c:v>
                </c:pt>
                <c:pt idx="4234">
                  <c:v>44005</c:v>
                </c:pt>
                <c:pt idx="4235">
                  <c:v>44006</c:v>
                </c:pt>
                <c:pt idx="4236">
                  <c:v>44007</c:v>
                </c:pt>
                <c:pt idx="4237">
                  <c:v>44008</c:v>
                </c:pt>
                <c:pt idx="4238">
                  <c:v>44011</c:v>
                </c:pt>
                <c:pt idx="4239">
                  <c:v>44012</c:v>
                </c:pt>
                <c:pt idx="4240">
                  <c:v>44013</c:v>
                </c:pt>
                <c:pt idx="4241">
                  <c:v>44014</c:v>
                </c:pt>
                <c:pt idx="4242">
                  <c:v>44015</c:v>
                </c:pt>
                <c:pt idx="4243">
                  <c:v>44018</c:v>
                </c:pt>
                <c:pt idx="4244">
                  <c:v>44019</c:v>
                </c:pt>
                <c:pt idx="4245">
                  <c:v>44020</c:v>
                </c:pt>
                <c:pt idx="4246">
                  <c:v>44021</c:v>
                </c:pt>
                <c:pt idx="4247">
                  <c:v>44022</c:v>
                </c:pt>
                <c:pt idx="4248">
                  <c:v>44025</c:v>
                </c:pt>
                <c:pt idx="4249">
                  <c:v>44026</c:v>
                </c:pt>
                <c:pt idx="4250">
                  <c:v>44027</c:v>
                </c:pt>
                <c:pt idx="4251">
                  <c:v>44028</c:v>
                </c:pt>
                <c:pt idx="4252">
                  <c:v>44029</c:v>
                </c:pt>
                <c:pt idx="4253">
                  <c:v>44032</c:v>
                </c:pt>
                <c:pt idx="4254">
                  <c:v>44033</c:v>
                </c:pt>
                <c:pt idx="4255">
                  <c:v>44034</c:v>
                </c:pt>
                <c:pt idx="4256">
                  <c:v>44035</c:v>
                </c:pt>
                <c:pt idx="4257">
                  <c:v>44036</c:v>
                </c:pt>
                <c:pt idx="4258">
                  <c:v>44039</c:v>
                </c:pt>
                <c:pt idx="4259">
                  <c:v>44040</c:v>
                </c:pt>
                <c:pt idx="4260">
                  <c:v>44041</c:v>
                </c:pt>
                <c:pt idx="4261">
                  <c:v>44042</c:v>
                </c:pt>
                <c:pt idx="4262">
                  <c:v>44043</c:v>
                </c:pt>
                <c:pt idx="4263">
                  <c:v>44046</c:v>
                </c:pt>
                <c:pt idx="4264">
                  <c:v>44047</c:v>
                </c:pt>
                <c:pt idx="4265">
                  <c:v>44048</c:v>
                </c:pt>
                <c:pt idx="4266">
                  <c:v>44049</c:v>
                </c:pt>
                <c:pt idx="4267">
                  <c:v>44050</c:v>
                </c:pt>
                <c:pt idx="4268">
                  <c:v>44053</c:v>
                </c:pt>
                <c:pt idx="4269">
                  <c:v>44054</c:v>
                </c:pt>
                <c:pt idx="4270">
                  <c:v>44055</c:v>
                </c:pt>
                <c:pt idx="4271">
                  <c:v>44056</c:v>
                </c:pt>
                <c:pt idx="4272">
                  <c:v>44057</c:v>
                </c:pt>
                <c:pt idx="4273">
                  <c:v>44060</c:v>
                </c:pt>
                <c:pt idx="4274">
                  <c:v>44061</c:v>
                </c:pt>
                <c:pt idx="4275">
                  <c:v>44062</c:v>
                </c:pt>
                <c:pt idx="4276">
                  <c:v>44063</c:v>
                </c:pt>
                <c:pt idx="4277">
                  <c:v>44064</c:v>
                </c:pt>
                <c:pt idx="4278">
                  <c:v>44067</c:v>
                </c:pt>
                <c:pt idx="4279">
                  <c:v>44068</c:v>
                </c:pt>
                <c:pt idx="4280">
                  <c:v>44069</c:v>
                </c:pt>
                <c:pt idx="4281">
                  <c:v>44070</c:v>
                </c:pt>
                <c:pt idx="4282">
                  <c:v>44071</c:v>
                </c:pt>
                <c:pt idx="4283">
                  <c:v>44074</c:v>
                </c:pt>
                <c:pt idx="4284">
                  <c:v>44075</c:v>
                </c:pt>
                <c:pt idx="4285">
                  <c:v>44076</c:v>
                </c:pt>
                <c:pt idx="4286">
                  <c:v>44077</c:v>
                </c:pt>
                <c:pt idx="4287">
                  <c:v>44078</c:v>
                </c:pt>
                <c:pt idx="4288">
                  <c:v>44081</c:v>
                </c:pt>
                <c:pt idx="4289">
                  <c:v>44082</c:v>
                </c:pt>
                <c:pt idx="4290">
                  <c:v>44083</c:v>
                </c:pt>
                <c:pt idx="4291">
                  <c:v>44084</c:v>
                </c:pt>
                <c:pt idx="4292">
                  <c:v>44085</c:v>
                </c:pt>
                <c:pt idx="4293">
                  <c:v>44088</c:v>
                </c:pt>
                <c:pt idx="4294">
                  <c:v>44089</c:v>
                </c:pt>
                <c:pt idx="4295">
                  <c:v>44090</c:v>
                </c:pt>
                <c:pt idx="4296">
                  <c:v>44091</c:v>
                </c:pt>
                <c:pt idx="4297">
                  <c:v>44092</c:v>
                </c:pt>
                <c:pt idx="4298">
                  <c:v>44095</c:v>
                </c:pt>
                <c:pt idx="4299">
                  <c:v>44096</c:v>
                </c:pt>
                <c:pt idx="4300">
                  <c:v>44097</c:v>
                </c:pt>
                <c:pt idx="4301">
                  <c:v>44098</c:v>
                </c:pt>
                <c:pt idx="4302">
                  <c:v>44099</c:v>
                </c:pt>
                <c:pt idx="4303">
                  <c:v>44102</c:v>
                </c:pt>
                <c:pt idx="4304">
                  <c:v>44103</c:v>
                </c:pt>
                <c:pt idx="4305">
                  <c:v>44104</c:v>
                </c:pt>
                <c:pt idx="4306">
                  <c:v>44105</c:v>
                </c:pt>
                <c:pt idx="4307">
                  <c:v>44106</c:v>
                </c:pt>
                <c:pt idx="4308">
                  <c:v>44109</c:v>
                </c:pt>
                <c:pt idx="4309">
                  <c:v>44110</c:v>
                </c:pt>
                <c:pt idx="4310">
                  <c:v>44111</c:v>
                </c:pt>
                <c:pt idx="4311">
                  <c:v>44112</c:v>
                </c:pt>
                <c:pt idx="4312">
                  <c:v>44113</c:v>
                </c:pt>
                <c:pt idx="4313">
                  <c:v>44116</c:v>
                </c:pt>
                <c:pt idx="4314">
                  <c:v>44117</c:v>
                </c:pt>
                <c:pt idx="4315">
                  <c:v>44118</c:v>
                </c:pt>
                <c:pt idx="4316">
                  <c:v>44119</c:v>
                </c:pt>
                <c:pt idx="4317">
                  <c:v>44120</c:v>
                </c:pt>
                <c:pt idx="4318">
                  <c:v>44123</c:v>
                </c:pt>
                <c:pt idx="4319">
                  <c:v>44124</c:v>
                </c:pt>
                <c:pt idx="4320">
                  <c:v>44125</c:v>
                </c:pt>
                <c:pt idx="4321">
                  <c:v>44126</c:v>
                </c:pt>
                <c:pt idx="4322">
                  <c:v>44127</c:v>
                </c:pt>
                <c:pt idx="4323">
                  <c:v>44130</c:v>
                </c:pt>
                <c:pt idx="4324">
                  <c:v>44131</c:v>
                </c:pt>
                <c:pt idx="4325">
                  <c:v>44132</c:v>
                </c:pt>
                <c:pt idx="4326">
                  <c:v>44133</c:v>
                </c:pt>
                <c:pt idx="4327">
                  <c:v>44134</c:v>
                </c:pt>
                <c:pt idx="4328">
                  <c:v>44137</c:v>
                </c:pt>
                <c:pt idx="4329">
                  <c:v>44138</c:v>
                </c:pt>
                <c:pt idx="4330">
                  <c:v>44139</c:v>
                </c:pt>
                <c:pt idx="4331">
                  <c:v>44140</c:v>
                </c:pt>
                <c:pt idx="4332">
                  <c:v>44141</c:v>
                </c:pt>
                <c:pt idx="4333">
                  <c:v>44144</c:v>
                </c:pt>
                <c:pt idx="4334">
                  <c:v>44145</c:v>
                </c:pt>
                <c:pt idx="4335">
                  <c:v>44146</c:v>
                </c:pt>
                <c:pt idx="4336">
                  <c:v>44147</c:v>
                </c:pt>
                <c:pt idx="4337">
                  <c:v>44148</c:v>
                </c:pt>
                <c:pt idx="4338">
                  <c:v>44151</c:v>
                </c:pt>
                <c:pt idx="4339">
                  <c:v>44152</c:v>
                </c:pt>
                <c:pt idx="4340">
                  <c:v>44153</c:v>
                </c:pt>
                <c:pt idx="4341">
                  <c:v>44154</c:v>
                </c:pt>
                <c:pt idx="4342">
                  <c:v>44155</c:v>
                </c:pt>
                <c:pt idx="4343">
                  <c:v>44158</c:v>
                </c:pt>
                <c:pt idx="4344">
                  <c:v>44159</c:v>
                </c:pt>
                <c:pt idx="4345">
                  <c:v>44160</c:v>
                </c:pt>
                <c:pt idx="4346">
                  <c:v>44161</c:v>
                </c:pt>
                <c:pt idx="4347">
                  <c:v>44162</c:v>
                </c:pt>
                <c:pt idx="4348">
                  <c:v>44165</c:v>
                </c:pt>
                <c:pt idx="4349">
                  <c:v>44166</c:v>
                </c:pt>
                <c:pt idx="4350">
                  <c:v>44167</c:v>
                </c:pt>
                <c:pt idx="4351">
                  <c:v>44168</c:v>
                </c:pt>
                <c:pt idx="4352">
                  <c:v>44169</c:v>
                </c:pt>
                <c:pt idx="4353">
                  <c:v>44172</c:v>
                </c:pt>
                <c:pt idx="4354">
                  <c:v>44173</c:v>
                </c:pt>
                <c:pt idx="4355">
                  <c:v>44174</c:v>
                </c:pt>
                <c:pt idx="4356">
                  <c:v>44175</c:v>
                </c:pt>
                <c:pt idx="4357">
                  <c:v>44176</c:v>
                </c:pt>
                <c:pt idx="4358">
                  <c:v>44179</c:v>
                </c:pt>
                <c:pt idx="4359">
                  <c:v>44180</c:v>
                </c:pt>
                <c:pt idx="4360">
                  <c:v>44181</c:v>
                </c:pt>
                <c:pt idx="4361">
                  <c:v>44182</c:v>
                </c:pt>
                <c:pt idx="4362">
                  <c:v>44183</c:v>
                </c:pt>
                <c:pt idx="4363">
                  <c:v>44186</c:v>
                </c:pt>
                <c:pt idx="4364">
                  <c:v>44187</c:v>
                </c:pt>
                <c:pt idx="4365">
                  <c:v>44188</c:v>
                </c:pt>
                <c:pt idx="4366">
                  <c:v>44189</c:v>
                </c:pt>
                <c:pt idx="4367">
                  <c:v>44190</c:v>
                </c:pt>
                <c:pt idx="4368">
                  <c:v>44193</c:v>
                </c:pt>
                <c:pt idx="4369">
                  <c:v>44194</c:v>
                </c:pt>
                <c:pt idx="4370">
                  <c:v>44195</c:v>
                </c:pt>
                <c:pt idx="4371">
                  <c:v>44196</c:v>
                </c:pt>
                <c:pt idx="4372">
                  <c:v>44197</c:v>
                </c:pt>
                <c:pt idx="4373">
                  <c:v>44200</c:v>
                </c:pt>
                <c:pt idx="4374">
                  <c:v>44201</c:v>
                </c:pt>
                <c:pt idx="4375">
                  <c:v>44202</c:v>
                </c:pt>
                <c:pt idx="4376">
                  <c:v>44203</c:v>
                </c:pt>
                <c:pt idx="4377">
                  <c:v>44204</c:v>
                </c:pt>
                <c:pt idx="4378">
                  <c:v>44207</c:v>
                </c:pt>
                <c:pt idx="4379">
                  <c:v>44208</c:v>
                </c:pt>
                <c:pt idx="4380">
                  <c:v>44209</c:v>
                </c:pt>
                <c:pt idx="4381">
                  <c:v>44210</c:v>
                </c:pt>
                <c:pt idx="4382">
                  <c:v>44211</c:v>
                </c:pt>
                <c:pt idx="4383">
                  <c:v>44214</c:v>
                </c:pt>
                <c:pt idx="4384">
                  <c:v>44215</c:v>
                </c:pt>
                <c:pt idx="4385">
                  <c:v>44216</c:v>
                </c:pt>
                <c:pt idx="4386">
                  <c:v>44217</c:v>
                </c:pt>
                <c:pt idx="4387">
                  <c:v>44218</c:v>
                </c:pt>
                <c:pt idx="4388">
                  <c:v>44221</c:v>
                </c:pt>
                <c:pt idx="4389">
                  <c:v>44222</c:v>
                </c:pt>
                <c:pt idx="4390">
                  <c:v>44223</c:v>
                </c:pt>
                <c:pt idx="4391">
                  <c:v>44224</c:v>
                </c:pt>
                <c:pt idx="4392">
                  <c:v>44225</c:v>
                </c:pt>
                <c:pt idx="4393">
                  <c:v>44228</c:v>
                </c:pt>
                <c:pt idx="4394">
                  <c:v>44229</c:v>
                </c:pt>
                <c:pt idx="4395">
                  <c:v>44230</c:v>
                </c:pt>
                <c:pt idx="4396">
                  <c:v>44231</c:v>
                </c:pt>
                <c:pt idx="4397">
                  <c:v>44232</c:v>
                </c:pt>
                <c:pt idx="4398">
                  <c:v>44235</c:v>
                </c:pt>
                <c:pt idx="4399">
                  <c:v>44236</c:v>
                </c:pt>
                <c:pt idx="4400">
                  <c:v>44237</c:v>
                </c:pt>
                <c:pt idx="4401">
                  <c:v>44238</c:v>
                </c:pt>
                <c:pt idx="4402">
                  <c:v>44239</c:v>
                </c:pt>
                <c:pt idx="4403">
                  <c:v>44242</c:v>
                </c:pt>
                <c:pt idx="4404">
                  <c:v>44243</c:v>
                </c:pt>
                <c:pt idx="4405">
                  <c:v>44244</c:v>
                </c:pt>
                <c:pt idx="4406">
                  <c:v>44245</c:v>
                </c:pt>
                <c:pt idx="4407">
                  <c:v>44246</c:v>
                </c:pt>
                <c:pt idx="4408">
                  <c:v>44249</c:v>
                </c:pt>
                <c:pt idx="4409">
                  <c:v>44250</c:v>
                </c:pt>
                <c:pt idx="4410">
                  <c:v>44251</c:v>
                </c:pt>
                <c:pt idx="4411">
                  <c:v>44252</c:v>
                </c:pt>
                <c:pt idx="4412">
                  <c:v>44253</c:v>
                </c:pt>
                <c:pt idx="4413">
                  <c:v>44256</c:v>
                </c:pt>
                <c:pt idx="4414">
                  <c:v>44257</c:v>
                </c:pt>
                <c:pt idx="4415">
                  <c:v>44258</c:v>
                </c:pt>
                <c:pt idx="4416">
                  <c:v>44259</c:v>
                </c:pt>
                <c:pt idx="4417">
                  <c:v>44260</c:v>
                </c:pt>
                <c:pt idx="4418">
                  <c:v>44263</c:v>
                </c:pt>
                <c:pt idx="4419">
                  <c:v>44264</c:v>
                </c:pt>
                <c:pt idx="4420">
                  <c:v>44265</c:v>
                </c:pt>
                <c:pt idx="4421">
                  <c:v>44266</c:v>
                </c:pt>
                <c:pt idx="4422">
                  <c:v>44267</c:v>
                </c:pt>
                <c:pt idx="4423">
                  <c:v>44270</c:v>
                </c:pt>
                <c:pt idx="4424">
                  <c:v>44271</c:v>
                </c:pt>
                <c:pt idx="4425">
                  <c:v>44272</c:v>
                </c:pt>
                <c:pt idx="4426">
                  <c:v>44273</c:v>
                </c:pt>
                <c:pt idx="4427">
                  <c:v>44274</c:v>
                </c:pt>
                <c:pt idx="4428">
                  <c:v>44277</c:v>
                </c:pt>
                <c:pt idx="4429">
                  <c:v>44278</c:v>
                </c:pt>
                <c:pt idx="4430">
                  <c:v>44279</c:v>
                </c:pt>
                <c:pt idx="4431">
                  <c:v>44280</c:v>
                </c:pt>
                <c:pt idx="4432">
                  <c:v>44281</c:v>
                </c:pt>
                <c:pt idx="4433">
                  <c:v>44284</c:v>
                </c:pt>
                <c:pt idx="4434">
                  <c:v>44285</c:v>
                </c:pt>
                <c:pt idx="4435">
                  <c:v>44286</c:v>
                </c:pt>
                <c:pt idx="4436">
                  <c:v>44287</c:v>
                </c:pt>
                <c:pt idx="4437">
                  <c:v>44288</c:v>
                </c:pt>
                <c:pt idx="4438">
                  <c:v>44291</c:v>
                </c:pt>
                <c:pt idx="4439">
                  <c:v>44292</c:v>
                </c:pt>
                <c:pt idx="4440">
                  <c:v>44293</c:v>
                </c:pt>
                <c:pt idx="4441">
                  <c:v>44294</c:v>
                </c:pt>
                <c:pt idx="4442">
                  <c:v>44295</c:v>
                </c:pt>
                <c:pt idx="4443">
                  <c:v>44298</c:v>
                </c:pt>
                <c:pt idx="4444">
                  <c:v>44299</c:v>
                </c:pt>
                <c:pt idx="4445">
                  <c:v>44300</c:v>
                </c:pt>
                <c:pt idx="4446">
                  <c:v>44301</c:v>
                </c:pt>
                <c:pt idx="4447">
                  <c:v>44302</c:v>
                </c:pt>
                <c:pt idx="4448">
                  <c:v>44305</c:v>
                </c:pt>
                <c:pt idx="4449">
                  <c:v>44306</c:v>
                </c:pt>
                <c:pt idx="4450">
                  <c:v>44307</c:v>
                </c:pt>
                <c:pt idx="4451">
                  <c:v>44308</c:v>
                </c:pt>
                <c:pt idx="4452">
                  <c:v>44309</c:v>
                </c:pt>
                <c:pt idx="4453">
                  <c:v>44312</c:v>
                </c:pt>
                <c:pt idx="4454">
                  <c:v>44313</c:v>
                </c:pt>
                <c:pt idx="4455">
                  <c:v>44314</c:v>
                </c:pt>
                <c:pt idx="4456">
                  <c:v>44315</c:v>
                </c:pt>
                <c:pt idx="4457">
                  <c:v>44316</c:v>
                </c:pt>
                <c:pt idx="4458">
                  <c:v>44319</c:v>
                </c:pt>
                <c:pt idx="4459">
                  <c:v>44320</c:v>
                </c:pt>
                <c:pt idx="4460">
                  <c:v>44321</c:v>
                </c:pt>
                <c:pt idx="4461">
                  <c:v>44322</c:v>
                </c:pt>
                <c:pt idx="4462">
                  <c:v>44323</c:v>
                </c:pt>
                <c:pt idx="4463">
                  <c:v>44326</c:v>
                </c:pt>
                <c:pt idx="4464">
                  <c:v>44327</c:v>
                </c:pt>
                <c:pt idx="4465">
                  <c:v>44328</c:v>
                </c:pt>
                <c:pt idx="4466">
                  <c:v>44329</c:v>
                </c:pt>
                <c:pt idx="4467">
                  <c:v>44330</c:v>
                </c:pt>
                <c:pt idx="4468">
                  <c:v>44333</c:v>
                </c:pt>
                <c:pt idx="4469">
                  <c:v>44334</c:v>
                </c:pt>
                <c:pt idx="4470">
                  <c:v>44335</c:v>
                </c:pt>
                <c:pt idx="4471">
                  <c:v>44336</c:v>
                </c:pt>
                <c:pt idx="4472">
                  <c:v>44337</c:v>
                </c:pt>
                <c:pt idx="4473">
                  <c:v>44340</c:v>
                </c:pt>
                <c:pt idx="4474">
                  <c:v>44341</c:v>
                </c:pt>
                <c:pt idx="4475">
                  <c:v>44342</c:v>
                </c:pt>
                <c:pt idx="4476">
                  <c:v>44343</c:v>
                </c:pt>
                <c:pt idx="4477">
                  <c:v>44344</c:v>
                </c:pt>
                <c:pt idx="4478">
                  <c:v>44347</c:v>
                </c:pt>
                <c:pt idx="4479">
                  <c:v>44348</c:v>
                </c:pt>
                <c:pt idx="4480">
                  <c:v>44349</c:v>
                </c:pt>
                <c:pt idx="4481">
                  <c:v>44350</c:v>
                </c:pt>
                <c:pt idx="4482">
                  <c:v>44351</c:v>
                </c:pt>
                <c:pt idx="4483">
                  <c:v>44354</c:v>
                </c:pt>
                <c:pt idx="4484">
                  <c:v>44355</c:v>
                </c:pt>
                <c:pt idx="4485">
                  <c:v>44356</c:v>
                </c:pt>
                <c:pt idx="4486">
                  <c:v>44357</c:v>
                </c:pt>
                <c:pt idx="4487">
                  <c:v>44358</c:v>
                </c:pt>
                <c:pt idx="4488">
                  <c:v>44361</c:v>
                </c:pt>
                <c:pt idx="4489">
                  <c:v>44362</c:v>
                </c:pt>
                <c:pt idx="4490">
                  <c:v>44363</c:v>
                </c:pt>
                <c:pt idx="4491">
                  <c:v>44364</c:v>
                </c:pt>
                <c:pt idx="4492">
                  <c:v>44365</c:v>
                </c:pt>
                <c:pt idx="4493">
                  <c:v>44368</c:v>
                </c:pt>
                <c:pt idx="4494">
                  <c:v>44369</c:v>
                </c:pt>
                <c:pt idx="4495">
                  <c:v>44370</c:v>
                </c:pt>
                <c:pt idx="4496">
                  <c:v>44371</c:v>
                </c:pt>
                <c:pt idx="4497">
                  <c:v>44372</c:v>
                </c:pt>
                <c:pt idx="4498">
                  <c:v>44375</c:v>
                </c:pt>
                <c:pt idx="4499">
                  <c:v>44376</c:v>
                </c:pt>
                <c:pt idx="4500">
                  <c:v>44377</c:v>
                </c:pt>
                <c:pt idx="4501">
                  <c:v>44378</c:v>
                </c:pt>
                <c:pt idx="4502">
                  <c:v>44379</c:v>
                </c:pt>
                <c:pt idx="4503">
                  <c:v>44382</c:v>
                </c:pt>
                <c:pt idx="4504">
                  <c:v>44383</c:v>
                </c:pt>
                <c:pt idx="4505">
                  <c:v>44384</c:v>
                </c:pt>
                <c:pt idx="4506">
                  <c:v>44385</c:v>
                </c:pt>
                <c:pt idx="4507">
                  <c:v>44386</c:v>
                </c:pt>
                <c:pt idx="4508">
                  <c:v>44389</c:v>
                </c:pt>
                <c:pt idx="4509">
                  <c:v>44390</c:v>
                </c:pt>
                <c:pt idx="4510">
                  <c:v>44391</c:v>
                </c:pt>
                <c:pt idx="4511">
                  <c:v>44392</c:v>
                </c:pt>
                <c:pt idx="4512">
                  <c:v>44393</c:v>
                </c:pt>
                <c:pt idx="4513">
                  <c:v>44396</c:v>
                </c:pt>
                <c:pt idx="4514">
                  <c:v>44397</c:v>
                </c:pt>
                <c:pt idx="4515">
                  <c:v>44398</c:v>
                </c:pt>
                <c:pt idx="4516">
                  <c:v>44399</c:v>
                </c:pt>
                <c:pt idx="4517">
                  <c:v>44400</c:v>
                </c:pt>
                <c:pt idx="4518">
                  <c:v>44403</c:v>
                </c:pt>
                <c:pt idx="4519">
                  <c:v>44404</c:v>
                </c:pt>
                <c:pt idx="4520">
                  <c:v>44405</c:v>
                </c:pt>
                <c:pt idx="4521">
                  <c:v>44406</c:v>
                </c:pt>
                <c:pt idx="4522">
                  <c:v>44407</c:v>
                </c:pt>
                <c:pt idx="4523">
                  <c:v>44410</c:v>
                </c:pt>
                <c:pt idx="4524">
                  <c:v>44411</c:v>
                </c:pt>
                <c:pt idx="4525">
                  <c:v>44412</c:v>
                </c:pt>
                <c:pt idx="4526">
                  <c:v>44413</c:v>
                </c:pt>
                <c:pt idx="4527">
                  <c:v>44414</c:v>
                </c:pt>
                <c:pt idx="4528">
                  <c:v>44417</c:v>
                </c:pt>
                <c:pt idx="4529">
                  <c:v>44418</c:v>
                </c:pt>
                <c:pt idx="4530">
                  <c:v>44419</c:v>
                </c:pt>
                <c:pt idx="4531">
                  <c:v>44420</c:v>
                </c:pt>
                <c:pt idx="4532">
                  <c:v>44421</c:v>
                </c:pt>
                <c:pt idx="4533">
                  <c:v>44424</c:v>
                </c:pt>
                <c:pt idx="4534">
                  <c:v>44425</c:v>
                </c:pt>
                <c:pt idx="4535">
                  <c:v>44426</c:v>
                </c:pt>
                <c:pt idx="4536">
                  <c:v>44427</c:v>
                </c:pt>
                <c:pt idx="4537">
                  <c:v>44428</c:v>
                </c:pt>
                <c:pt idx="4538">
                  <c:v>44431</c:v>
                </c:pt>
                <c:pt idx="4539">
                  <c:v>44432</c:v>
                </c:pt>
                <c:pt idx="4540">
                  <c:v>44433</c:v>
                </c:pt>
                <c:pt idx="4541">
                  <c:v>44434</c:v>
                </c:pt>
                <c:pt idx="4542">
                  <c:v>44435</c:v>
                </c:pt>
                <c:pt idx="4543">
                  <c:v>44438</c:v>
                </c:pt>
                <c:pt idx="4544">
                  <c:v>44439</c:v>
                </c:pt>
                <c:pt idx="4545">
                  <c:v>44440</c:v>
                </c:pt>
                <c:pt idx="4546">
                  <c:v>44441</c:v>
                </c:pt>
                <c:pt idx="4547">
                  <c:v>44442</c:v>
                </c:pt>
                <c:pt idx="4548">
                  <c:v>44445</c:v>
                </c:pt>
                <c:pt idx="4549">
                  <c:v>44446</c:v>
                </c:pt>
                <c:pt idx="4550">
                  <c:v>44447</c:v>
                </c:pt>
                <c:pt idx="4551">
                  <c:v>44448</c:v>
                </c:pt>
                <c:pt idx="4552">
                  <c:v>44449</c:v>
                </c:pt>
                <c:pt idx="4553">
                  <c:v>44452</c:v>
                </c:pt>
                <c:pt idx="4554">
                  <c:v>44453</c:v>
                </c:pt>
                <c:pt idx="4555">
                  <c:v>44454</c:v>
                </c:pt>
                <c:pt idx="4556">
                  <c:v>44455</c:v>
                </c:pt>
                <c:pt idx="4557">
                  <c:v>44456</c:v>
                </c:pt>
                <c:pt idx="4558">
                  <c:v>44459</c:v>
                </c:pt>
                <c:pt idx="4559">
                  <c:v>44460</c:v>
                </c:pt>
                <c:pt idx="4560">
                  <c:v>44461</c:v>
                </c:pt>
                <c:pt idx="4561">
                  <c:v>44462</c:v>
                </c:pt>
                <c:pt idx="4562">
                  <c:v>44463</c:v>
                </c:pt>
                <c:pt idx="4563">
                  <c:v>44466</c:v>
                </c:pt>
                <c:pt idx="4564">
                  <c:v>44467</c:v>
                </c:pt>
                <c:pt idx="4565">
                  <c:v>44468</c:v>
                </c:pt>
                <c:pt idx="4566">
                  <c:v>44469</c:v>
                </c:pt>
                <c:pt idx="4567">
                  <c:v>44470</c:v>
                </c:pt>
                <c:pt idx="4568">
                  <c:v>44473</c:v>
                </c:pt>
                <c:pt idx="4569">
                  <c:v>44474</c:v>
                </c:pt>
                <c:pt idx="4570">
                  <c:v>44475</c:v>
                </c:pt>
                <c:pt idx="4571">
                  <c:v>44476</c:v>
                </c:pt>
                <c:pt idx="4572">
                  <c:v>44477</c:v>
                </c:pt>
                <c:pt idx="4573">
                  <c:v>44480</c:v>
                </c:pt>
                <c:pt idx="4574">
                  <c:v>44481</c:v>
                </c:pt>
                <c:pt idx="4575">
                  <c:v>44482</c:v>
                </c:pt>
                <c:pt idx="4576">
                  <c:v>44483</c:v>
                </c:pt>
                <c:pt idx="4577">
                  <c:v>44484</c:v>
                </c:pt>
                <c:pt idx="4578">
                  <c:v>44487</c:v>
                </c:pt>
                <c:pt idx="4579">
                  <c:v>44488</c:v>
                </c:pt>
                <c:pt idx="4580">
                  <c:v>44489</c:v>
                </c:pt>
                <c:pt idx="4581">
                  <c:v>44490</c:v>
                </c:pt>
                <c:pt idx="4582">
                  <c:v>44491</c:v>
                </c:pt>
                <c:pt idx="4583">
                  <c:v>44494</c:v>
                </c:pt>
                <c:pt idx="4584">
                  <c:v>44495</c:v>
                </c:pt>
                <c:pt idx="4585">
                  <c:v>44496</c:v>
                </c:pt>
                <c:pt idx="4586">
                  <c:v>44497</c:v>
                </c:pt>
                <c:pt idx="4587">
                  <c:v>44498</c:v>
                </c:pt>
                <c:pt idx="4588">
                  <c:v>44501</c:v>
                </c:pt>
                <c:pt idx="4589">
                  <c:v>44502</c:v>
                </c:pt>
                <c:pt idx="4590">
                  <c:v>44503</c:v>
                </c:pt>
                <c:pt idx="4591">
                  <c:v>44504</c:v>
                </c:pt>
                <c:pt idx="4592">
                  <c:v>44505</c:v>
                </c:pt>
                <c:pt idx="4593">
                  <c:v>44508</c:v>
                </c:pt>
                <c:pt idx="4594">
                  <c:v>44509</c:v>
                </c:pt>
                <c:pt idx="4595">
                  <c:v>44510</c:v>
                </c:pt>
                <c:pt idx="4596">
                  <c:v>44511</c:v>
                </c:pt>
                <c:pt idx="4597">
                  <c:v>44512</c:v>
                </c:pt>
                <c:pt idx="4598">
                  <c:v>44515</c:v>
                </c:pt>
                <c:pt idx="4599">
                  <c:v>44516</c:v>
                </c:pt>
                <c:pt idx="4600">
                  <c:v>44517</c:v>
                </c:pt>
                <c:pt idx="4601">
                  <c:v>44518</c:v>
                </c:pt>
                <c:pt idx="4602">
                  <c:v>44519</c:v>
                </c:pt>
                <c:pt idx="4603">
                  <c:v>44522</c:v>
                </c:pt>
                <c:pt idx="4604">
                  <c:v>44523</c:v>
                </c:pt>
                <c:pt idx="4605">
                  <c:v>44524</c:v>
                </c:pt>
                <c:pt idx="4606">
                  <c:v>44525</c:v>
                </c:pt>
                <c:pt idx="4607">
                  <c:v>44526</c:v>
                </c:pt>
                <c:pt idx="4608">
                  <c:v>44529</c:v>
                </c:pt>
                <c:pt idx="4609">
                  <c:v>44530</c:v>
                </c:pt>
                <c:pt idx="4610">
                  <c:v>44531</c:v>
                </c:pt>
                <c:pt idx="4611">
                  <c:v>44532</c:v>
                </c:pt>
                <c:pt idx="4612">
                  <c:v>44533</c:v>
                </c:pt>
                <c:pt idx="4613">
                  <c:v>44536</c:v>
                </c:pt>
                <c:pt idx="4614">
                  <c:v>44537</c:v>
                </c:pt>
                <c:pt idx="4615">
                  <c:v>44538</c:v>
                </c:pt>
                <c:pt idx="4616">
                  <c:v>44539</c:v>
                </c:pt>
                <c:pt idx="4617">
                  <c:v>44540</c:v>
                </c:pt>
                <c:pt idx="4618">
                  <c:v>44543</c:v>
                </c:pt>
                <c:pt idx="4619">
                  <c:v>44544</c:v>
                </c:pt>
                <c:pt idx="4620">
                  <c:v>44545</c:v>
                </c:pt>
                <c:pt idx="4621">
                  <c:v>44546</c:v>
                </c:pt>
                <c:pt idx="4622">
                  <c:v>44547</c:v>
                </c:pt>
                <c:pt idx="4623">
                  <c:v>44550</c:v>
                </c:pt>
                <c:pt idx="4624">
                  <c:v>44551</c:v>
                </c:pt>
                <c:pt idx="4625">
                  <c:v>44552</c:v>
                </c:pt>
                <c:pt idx="4626">
                  <c:v>44553</c:v>
                </c:pt>
                <c:pt idx="4627">
                  <c:v>44554</c:v>
                </c:pt>
                <c:pt idx="4628">
                  <c:v>44557</c:v>
                </c:pt>
                <c:pt idx="4629">
                  <c:v>44558</c:v>
                </c:pt>
                <c:pt idx="4630">
                  <c:v>44559</c:v>
                </c:pt>
                <c:pt idx="4631">
                  <c:v>44560</c:v>
                </c:pt>
                <c:pt idx="4632">
                  <c:v>44561</c:v>
                </c:pt>
                <c:pt idx="4633">
                  <c:v>44564</c:v>
                </c:pt>
                <c:pt idx="4634">
                  <c:v>44565</c:v>
                </c:pt>
                <c:pt idx="4635">
                  <c:v>44566</c:v>
                </c:pt>
                <c:pt idx="4636">
                  <c:v>44567</c:v>
                </c:pt>
                <c:pt idx="4637">
                  <c:v>44568</c:v>
                </c:pt>
                <c:pt idx="4638">
                  <c:v>44571</c:v>
                </c:pt>
                <c:pt idx="4639">
                  <c:v>44572</c:v>
                </c:pt>
                <c:pt idx="4640">
                  <c:v>44573</c:v>
                </c:pt>
                <c:pt idx="4641">
                  <c:v>44574</c:v>
                </c:pt>
                <c:pt idx="4642">
                  <c:v>44575</c:v>
                </c:pt>
                <c:pt idx="4643">
                  <c:v>44578</c:v>
                </c:pt>
                <c:pt idx="4644">
                  <c:v>44579</c:v>
                </c:pt>
                <c:pt idx="4645">
                  <c:v>44580</c:v>
                </c:pt>
                <c:pt idx="4646">
                  <c:v>44581</c:v>
                </c:pt>
                <c:pt idx="4647">
                  <c:v>44582</c:v>
                </c:pt>
                <c:pt idx="4648">
                  <c:v>44585</c:v>
                </c:pt>
                <c:pt idx="4649">
                  <c:v>44586</c:v>
                </c:pt>
                <c:pt idx="4650">
                  <c:v>44587</c:v>
                </c:pt>
                <c:pt idx="4651">
                  <c:v>44588</c:v>
                </c:pt>
                <c:pt idx="4652">
                  <c:v>44589</c:v>
                </c:pt>
                <c:pt idx="4653">
                  <c:v>44592</c:v>
                </c:pt>
                <c:pt idx="4654">
                  <c:v>44593</c:v>
                </c:pt>
                <c:pt idx="4655">
                  <c:v>44594</c:v>
                </c:pt>
                <c:pt idx="4656">
                  <c:v>44595</c:v>
                </c:pt>
                <c:pt idx="4657">
                  <c:v>44596</c:v>
                </c:pt>
                <c:pt idx="4658">
                  <c:v>44599</c:v>
                </c:pt>
                <c:pt idx="4659">
                  <c:v>44600</c:v>
                </c:pt>
                <c:pt idx="4660">
                  <c:v>44601</c:v>
                </c:pt>
                <c:pt idx="4661">
                  <c:v>44602</c:v>
                </c:pt>
                <c:pt idx="4662">
                  <c:v>44603</c:v>
                </c:pt>
                <c:pt idx="4663">
                  <c:v>44606</c:v>
                </c:pt>
                <c:pt idx="4664">
                  <c:v>44607</c:v>
                </c:pt>
                <c:pt idx="4665">
                  <c:v>44608</c:v>
                </c:pt>
                <c:pt idx="4666">
                  <c:v>44609</c:v>
                </c:pt>
                <c:pt idx="4667">
                  <c:v>44610</c:v>
                </c:pt>
                <c:pt idx="4668">
                  <c:v>44613</c:v>
                </c:pt>
                <c:pt idx="4669">
                  <c:v>44614</c:v>
                </c:pt>
                <c:pt idx="4670">
                  <c:v>44615</c:v>
                </c:pt>
                <c:pt idx="4671">
                  <c:v>44616</c:v>
                </c:pt>
                <c:pt idx="4672">
                  <c:v>44617</c:v>
                </c:pt>
                <c:pt idx="4673">
                  <c:v>44620</c:v>
                </c:pt>
                <c:pt idx="4674">
                  <c:v>44621</c:v>
                </c:pt>
                <c:pt idx="4675">
                  <c:v>44622</c:v>
                </c:pt>
                <c:pt idx="4676">
                  <c:v>44623</c:v>
                </c:pt>
                <c:pt idx="4677">
                  <c:v>44624</c:v>
                </c:pt>
                <c:pt idx="4678">
                  <c:v>44627</c:v>
                </c:pt>
                <c:pt idx="4679">
                  <c:v>44628</c:v>
                </c:pt>
                <c:pt idx="4680">
                  <c:v>44629</c:v>
                </c:pt>
                <c:pt idx="4681">
                  <c:v>44630</c:v>
                </c:pt>
                <c:pt idx="4682">
                  <c:v>44631</c:v>
                </c:pt>
                <c:pt idx="4683">
                  <c:v>44634</c:v>
                </c:pt>
                <c:pt idx="4684">
                  <c:v>44635</c:v>
                </c:pt>
                <c:pt idx="4685">
                  <c:v>44636</c:v>
                </c:pt>
                <c:pt idx="4686">
                  <c:v>44637</c:v>
                </c:pt>
                <c:pt idx="4687">
                  <c:v>44638</c:v>
                </c:pt>
                <c:pt idx="4688">
                  <c:v>44641</c:v>
                </c:pt>
                <c:pt idx="4689">
                  <c:v>44642</c:v>
                </c:pt>
                <c:pt idx="4690">
                  <c:v>44643</c:v>
                </c:pt>
                <c:pt idx="4691">
                  <c:v>44644</c:v>
                </c:pt>
                <c:pt idx="4692">
                  <c:v>44645</c:v>
                </c:pt>
                <c:pt idx="4693">
                  <c:v>44648</c:v>
                </c:pt>
                <c:pt idx="4694">
                  <c:v>44649</c:v>
                </c:pt>
                <c:pt idx="4695">
                  <c:v>44650</c:v>
                </c:pt>
                <c:pt idx="4696">
                  <c:v>44651</c:v>
                </c:pt>
                <c:pt idx="4697">
                  <c:v>44652</c:v>
                </c:pt>
                <c:pt idx="4698">
                  <c:v>44655</c:v>
                </c:pt>
                <c:pt idx="4699">
                  <c:v>44656</c:v>
                </c:pt>
                <c:pt idx="4700">
                  <c:v>44657</c:v>
                </c:pt>
                <c:pt idx="4701">
                  <c:v>44658</c:v>
                </c:pt>
                <c:pt idx="4702">
                  <c:v>44659</c:v>
                </c:pt>
                <c:pt idx="4703">
                  <c:v>44662</c:v>
                </c:pt>
                <c:pt idx="4704">
                  <c:v>44663</c:v>
                </c:pt>
                <c:pt idx="4705">
                  <c:v>44664</c:v>
                </c:pt>
                <c:pt idx="4706">
                  <c:v>44665</c:v>
                </c:pt>
                <c:pt idx="4707">
                  <c:v>44666</c:v>
                </c:pt>
                <c:pt idx="4708">
                  <c:v>44669</c:v>
                </c:pt>
                <c:pt idx="4709">
                  <c:v>44670</c:v>
                </c:pt>
                <c:pt idx="4710">
                  <c:v>44671</c:v>
                </c:pt>
                <c:pt idx="4711">
                  <c:v>44672</c:v>
                </c:pt>
                <c:pt idx="4712">
                  <c:v>44673</c:v>
                </c:pt>
                <c:pt idx="4713">
                  <c:v>44676</c:v>
                </c:pt>
                <c:pt idx="4714">
                  <c:v>44677</c:v>
                </c:pt>
                <c:pt idx="4715">
                  <c:v>44678</c:v>
                </c:pt>
                <c:pt idx="4716">
                  <c:v>44679</c:v>
                </c:pt>
                <c:pt idx="4717">
                  <c:v>44680</c:v>
                </c:pt>
                <c:pt idx="4718">
                  <c:v>44683</c:v>
                </c:pt>
                <c:pt idx="4719">
                  <c:v>44684</c:v>
                </c:pt>
                <c:pt idx="4720">
                  <c:v>44685</c:v>
                </c:pt>
                <c:pt idx="4721">
                  <c:v>44686</c:v>
                </c:pt>
                <c:pt idx="4722">
                  <c:v>44687</c:v>
                </c:pt>
                <c:pt idx="4723">
                  <c:v>44690</c:v>
                </c:pt>
                <c:pt idx="4724">
                  <c:v>44691</c:v>
                </c:pt>
                <c:pt idx="4725">
                  <c:v>44692</c:v>
                </c:pt>
                <c:pt idx="4726">
                  <c:v>44693</c:v>
                </c:pt>
                <c:pt idx="4727">
                  <c:v>44694</c:v>
                </c:pt>
                <c:pt idx="4728">
                  <c:v>44697</c:v>
                </c:pt>
                <c:pt idx="4729">
                  <c:v>44698</c:v>
                </c:pt>
                <c:pt idx="4730">
                  <c:v>44699</c:v>
                </c:pt>
                <c:pt idx="4731">
                  <c:v>44700</c:v>
                </c:pt>
                <c:pt idx="4732">
                  <c:v>44701</c:v>
                </c:pt>
                <c:pt idx="4733">
                  <c:v>44704</c:v>
                </c:pt>
                <c:pt idx="4734">
                  <c:v>44705</c:v>
                </c:pt>
                <c:pt idx="4735">
                  <c:v>44706</c:v>
                </c:pt>
                <c:pt idx="4736">
                  <c:v>44707</c:v>
                </c:pt>
                <c:pt idx="4737">
                  <c:v>44708</c:v>
                </c:pt>
                <c:pt idx="4738">
                  <c:v>44711</c:v>
                </c:pt>
                <c:pt idx="4739">
                  <c:v>44712</c:v>
                </c:pt>
                <c:pt idx="4740">
                  <c:v>44713</c:v>
                </c:pt>
                <c:pt idx="4741">
                  <c:v>44714</c:v>
                </c:pt>
                <c:pt idx="4742">
                  <c:v>44715</c:v>
                </c:pt>
                <c:pt idx="4743">
                  <c:v>44718</c:v>
                </c:pt>
                <c:pt idx="4744">
                  <c:v>44719</c:v>
                </c:pt>
                <c:pt idx="4745">
                  <c:v>44720</c:v>
                </c:pt>
                <c:pt idx="4746">
                  <c:v>44721</c:v>
                </c:pt>
                <c:pt idx="4747">
                  <c:v>44722</c:v>
                </c:pt>
                <c:pt idx="4748">
                  <c:v>44725</c:v>
                </c:pt>
                <c:pt idx="4749">
                  <c:v>44726</c:v>
                </c:pt>
                <c:pt idx="4750">
                  <c:v>44727</c:v>
                </c:pt>
                <c:pt idx="4751">
                  <c:v>44728</c:v>
                </c:pt>
                <c:pt idx="4752">
                  <c:v>44729</c:v>
                </c:pt>
                <c:pt idx="4753">
                  <c:v>44732</c:v>
                </c:pt>
                <c:pt idx="4754">
                  <c:v>44733</c:v>
                </c:pt>
                <c:pt idx="4755">
                  <c:v>44734</c:v>
                </c:pt>
                <c:pt idx="4756">
                  <c:v>44735</c:v>
                </c:pt>
                <c:pt idx="4757">
                  <c:v>44736</c:v>
                </c:pt>
                <c:pt idx="4758">
                  <c:v>44739</c:v>
                </c:pt>
                <c:pt idx="4759">
                  <c:v>44740</c:v>
                </c:pt>
                <c:pt idx="4760">
                  <c:v>44741</c:v>
                </c:pt>
                <c:pt idx="4761">
                  <c:v>44742</c:v>
                </c:pt>
                <c:pt idx="4762">
                  <c:v>44743</c:v>
                </c:pt>
                <c:pt idx="4763">
                  <c:v>44747</c:v>
                </c:pt>
                <c:pt idx="4764">
                  <c:v>44748</c:v>
                </c:pt>
                <c:pt idx="4765">
                  <c:v>44749</c:v>
                </c:pt>
                <c:pt idx="4766">
                  <c:v>44750</c:v>
                </c:pt>
                <c:pt idx="4767">
                  <c:v>44753</c:v>
                </c:pt>
                <c:pt idx="4768">
                  <c:v>44754</c:v>
                </c:pt>
                <c:pt idx="4769">
                  <c:v>44755</c:v>
                </c:pt>
                <c:pt idx="4770">
                  <c:v>44756</c:v>
                </c:pt>
                <c:pt idx="4771">
                  <c:v>44757</c:v>
                </c:pt>
                <c:pt idx="4772">
                  <c:v>44760</c:v>
                </c:pt>
                <c:pt idx="4773">
                  <c:v>44761</c:v>
                </c:pt>
                <c:pt idx="4774">
                  <c:v>44762</c:v>
                </c:pt>
                <c:pt idx="4775">
                  <c:v>44763</c:v>
                </c:pt>
                <c:pt idx="4776">
                  <c:v>44764</c:v>
                </c:pt>
                <c:pt idx="4777">
                  <c:v>44767</c:v>
                </c:pt>
                <c:pt idx="4778">
                  <c:v>44768</c:v>
                </c:pt>
                <c:pt idx="4779">
                  <c:v>44769</c:v>
                </c:pt>
                <c:pt idx="4780">
                  <c:v>44770</c:v>
                </c:pt>
                <c:pt idx="4781">
                  <c:v>44771</c:v>
                </c:pt>
                <c:pt idx="4782">
                  <c:v>44774</c:v>
                </c:pt>
                <c:pt idx="4783">
                  <c:v>44775</c:v>
                </c:pt>
                <c:pt idx="4784">
                  <c:v>44776</c:v>
                </c:pt>
                <c:pt idx="4785">
                  <c:v>44777</c:v>
                </c:pt>
                <c:pt idx="4786">
                  <c:v>44778</c:v>
                </c:pt>
                <c:pt idx="4787">
                  <c:v>44781</c:v>
                </c:pt>
                <c:pt idx="4788">
                  <c:v>44782</c:v>
                </c:pt>
                <c:pt idx="4789">
                  <c:v>44783</c:v>
                </c:pt>
                <c:pt idx="4790">
                  <c:v>44784</c:v>
                </c:pt>
                <c:pt idx="4791">
                  <c:v>44785</c:v>
                </c:pt>
                <c:pt idx="4792">
                  <c:v>44788</c:v>
                </c:pt>
                <c:pt idx="4793">
                  <c:v>44789</c:v>
                </c:pt>
                <c:pt idx="4794">
                  <c:v>44790</c:v>
                </c:pt>
                <c:pt idx="4795">
                  <c:v>44791</c:v>
                </c:pt>
                <c:pt idx="4796">
                  <c:v>44792</c:v>
                </c:pt>
                <c:pt idx="4797">
                  <c:v>44795</c:v>
                </c:pt>
                <c:pt idx="4798">
                  <c:v>44796</c:v>
                </c:pt>
                <c:pt idx="4799">
                  <c:v>44797</c:v>
                </c:pt>
                <c:pt idx="4800">
                  <c:v>44798</c:v>
                </c:pt>
                <c:pt idx="4801">
                  <c:v>44799</c:v>
                </c:pt>
                <c:pt idx="4802">
                  <c:v>44802</c:v>
                </c:pt>
                <c:pt idx="4803">
                  <c:v>44803</c:v>
                </c:pt>
                <c:pt idx="4804">
                  <c:v>44804</c:v>
                </c:pt>
                <c:pt idx="4805">
                  <c:v>44805</c:v>
                </c:pt>
                <c:pt idx="4806">
                  <c:v>44806</c:v>
                </c:pt>
                <c:pt idx="4807">
                  <c:v>44809</c:v>
                </c:pt>
                <c:pt idx="4808">
                  <c:v>44810</c:v>
                </c:pt>
                <c:pt idx="4809">
                  <c:v>44811</c:v>
                </c:pt>
                <c:pt idx="4810">
                  <c:v>44812</c:v>
                </c:pt>
                <c:pt idx="4811">
                  <c:v>44813</c:v>
                </c:pt>
                <c:pt idx="4812">
                  <c:v>44816</c:v>
                </c:pt>
                <c:pt idx="4813">
                  <c:v>44817</c:v>
                </c:pt>
                <c:pt idx="4814">
                  <c:v>44818</c:v>
                </c:pt>
                <c:pt idx="4815">
                  <c:v>44819</c:v>
                </c:pt>
                <c:pt idx="4816">
                  <c:v>44820</c:v>
                </c:pt>
                <c:pt idx="4817">
                  <c:v>44823</c:v>
                </c:pt>
                <c:pt idx="4818">
                  <c:v>44824</c:v>
                </c:pt>
                <c:pt idx="4819">
                  <c:v>44825</c:v>
                </c:pt>
                <c:pt idx="4820">
                  <c:v>44826</c:v>
                </c:pt>
                <c:pt idx="4821">
                  <c:v>44827</c:v>
                </c:pt>
                <c:pt idx="4822">
                  <c:v>44830</c:v>
                </c:pt>
                <c:pt idx="4823">
                  <c:v>44831</c:v>
                </c:pt>
                <c:pt idx="4824">
                  <c:v>44832</c:v>
                </c:pt>
                <c:pt idx="4825">
                  <c:v>44833</c:v>
                </c:pt>
                <c:pt idx="4826">
                  <c:v>44834</c:v>
                </c:pt>
                <c:pt idx="4827">
                  <c:v>44837</c:v>
                </c:pt>
                <c:pt idx="4828">
                  <c:v>44838</c:v>
                </c:pt>
                <c:pt idx="4829">
                  <c:v>44839</c:v>
                </c:pt>
                <c:pt idx="4830">
                  <c:v>44840</c:v>
                </c:pt>
                <c:pt idx="4831">
                  <c:v>44841</c:v>
                </c:pt>
                <c:pt idx="4832">
                  <c:v>44844</c:v>
                </c:pt>
                <c:pt idx="4833">
                  <c:v>44845</c:v>
                </c:pt>
                <c:pt idx="4834">
                  <c:v>44846</c:v>
                </c:pt>
                <c:pt idx="4835">
                  <c:v>44847</c:v>
                </c:pt>
                <c:pt idx="4836">
                  <c:v>44848</c:v>
                </c:pt>
                <c:pt idx="4837">
                  <c:v>44851</c:v>
                </c:pt>
                <c:pt idx="4838">
                  <c:v>44852</c:v>
                </c:pt>
                <c:pt idx="4839">
                  <c:v>44853</c:v>
                </c:pt>
                <c:pt idx="4840">
                  <c:v>44854</c:v>
                </c:pt>
                <c:pt idx="4841">
                  <c:v>44855</c:v>
                </c:pt>
                <c:pt idx="4842">
                  <c:v>44858</c:v>
                </c:pt>
                <c:pt idx="4843">
                  <c:v>44859</c:v>
                </c:pt>
                <c:pt idx="4844">
                  <c:v>44860</c:v>
                </c:pt>
                <c:pt idx="4845">
                  <c:v>44861</c:v>
                </c:pt>
                <c:pt idx="4846">
                  <c:v>44862</c:v>
                </c:pt>
                <c:pt idx="4847">
                  <c:v>44865</c:v>
                </c:pt>
                <c:pt idx="4848">
                  <c:v>44866</c:v>
                </c:pt>
                <c:pt idx="4849">
                  <c:v>44867</c:v>
                </c:pt>
                <c:pt idx="4850">
                  <c:v>44868</c:v>
                </c:pt>
                <c:pt idx="4851">
                  <c:v>44869</c:v>
                </c:pt>
                <c:pt idx="4852">
                  <c:v>44872</c:v>
                </c:pt>
                <c:pt idx="4853">
                  <c:v>44873</c:v>
                </c:pt>
                <c:pt idx="4854">
                  <c:v>44874</c:v>
                </c:pt>
                <c:pt idx="4855">
                  <c:v>44875</c:v>
                </c:pt>
                <c:pt idx="4856">
                  <c:v>44876</c:v>
                </c:pt>
                <c:pt idx="4857">
                  <c:v>44879</c:v>
                </c:pt>
                <c:pt idx="4858">
                  <c:v>44880</c:v>
                </c:pt>
                <c:pt idx="4859">
                  <c:v>44881</c:v>
                </c:pt>
                <c:pt idx="4860">
                  <c:v>44882</c:v>
                </c:pt>
                <c:pt idx="4861">
                  <c:v>44883</c:v>
                </c:pt>
                <c:pt idx="4862">
                  <c:v>44886</c:v>
                </c:pt>
                <c:pt idx="4863">
                  <c:v>44887</c:v>
                </c:pt>
                <c:pt idx="4864">
                  <c:v>44888</c:v>
                </c:pt>
                <c:pt idx="4865">
                  <c:v>44889</c:v>
                </c:pt>
                <c:pt idx="4866">
                  <c:v>44890</c:v>
                </c:pt>
                <c:pt idx="4867">
                  <c:v>44893</c:v>
                </c:pt>
                <c:pt idx="4868">
                  <c:v>44894</c:v>
                </c:pt>
                <c:pt idx="4869">
                  <c:v>44895</c:v>
                </c:pt>
                <c:pt idx="4870">
                  <c:v>44896</c:v>
                </c:pt>
                <c:pt idx="4871">
                  <c:v>44897</c:v>
                </c:pt>
                <c:pt idx="4872">
                  <c:v>44900</c:v>
                </c:pt>
                <c:pt idx="4873">
                  <c:v>44901</c:v>
                </c:pt>
                <c:pt idx="4874">
                  <c:v>44902</c:v>
                </c:pt>
                <c:pt idx="4875">
                  <c:v>44903</c:v>
                </c:pt>
                <c:pt idx="4876">
                  <c:v>44904</c:v>
                </c:pt>
                <c:pt idx="4877">
                  <c:v>44907</c:v>
                </c:pt>
                <c:pt idx="4878">
                  <c:v>44908</c:v>
                </c:pt>
                <c:pt idx="4879">
                  <c:v>44909</c:v>
                </c:pt>
                <c:pt idx="4880">
                  <c:v>44910</c:v>
                </c:pt>
                <c:pt idx="4881">
                  <c:v>44911</c:v>
                </c:pt>
                <c:pt idx="4882">
                  <c:v>44914</c:v>
                </c:pt>
                <c:pt idx="4883">
                  <c:v>44915</c:v>
                </c:pt>
                <c:pt idx="4884">
                  <c:v>44916</c:v>
                </c:pt>
                <c:pt idx="4885">
                  <c:v>44917</c:v>
                </c:pt>
                <c:pt idx="4886">
                  <c:v>44918</c:v>
                </c:pt>
                <c:pt idx="4887">
                  <c:v>44921</c:v>
                </c:pt>
                <c:pt idx="4888">
                  <c:v>44922</c:v>
                </c:pt>
                <c:pt idx="4889">
                  <c:v>44923</c:v>
                </c:pt>
                <c:pt idx="4890">
                  <c:v>44924</c:v>
                </c:pt>
                <c:pt idx="4891">
                  <c:v>44925</c:v>
                </c:pt>
                <c:pt idx="4892">
                  <c:v>44928</c:v>
                </c:pt>
                <c:pt idx="4893">
                  <c:v>44929</c:v>
                </c:pt>
                <c:pt idx="4894">
                  <c:v>44930</c:v>
                </c:pt>
                <c:pt idx="4895">
                  <c:v>44931</c:v>
                </c:pt>
                <c:pt idx="4896">
                  <c:v>44932</c:v>
                </c:pt>
                <c:pt idx="4897">
                  <c:v>44935</c:v>
                </c:pt>
                <c:pt idx="4898">
                  <c:v>44936</c:v>
                </c:pt>
                <c:pt idx="4899">
                  <c:v>44937</c:v>
                </c:pt>
                <c:pt idx="4900">
                  <c:v>44938</c:v>
                </c:pt>
                <c:pt idx="4901">
                  <c:v>44939</c:v>
                </c:pt>
                <c:pt idx="4902">
                  <c:v>44942</c:v>
                </c:pt>
                <c:pt idx="4903">
                  <c:v>44943</c:v>
                </c:pt>
                <c:pt idx="4904">
                  <c:v>44944</c:v>
                </c:pt>
                <c:pt idx="4905">
                  <c:v>44945</c:v>
                </c:pt>
                <c:pt idx="4906">
                  <c:v>44946</c:v>
                </c:pt>
                <c:pt idx="4907">
                  <c:v>44949</c:v>
                </c:pt>
                <c:pt idx="4908">
                  <c:v>44950</c:v>
                </c:pt>
                <c:pt idx="4909">
                  <c:v>44951</c:v>
                </c:pt>
                <c:pt idx="4910">
                  <c:v>44952</c:v>
                </c:pt>
                <c:pt idx="4911">
                  <c:v>44953</c:v>
                </c:pt>
                <c:pt idx="4912">
                  <c:v>44956</c:v>
                </c:pt>
                <c:pt idx="4913">
                  <c:v>44957</c:v>
                </c:pt>
                <c:pt idx="4914">
                  <c:v>44958</c:v>
                </c:pt>
                <c:pt idx="4915">
                  <c:v>44959</c:v>
                </c:pt>
                <c:pt idx="4916">
                  <c:v>44960</c:v>
                </c:pt>
                <c:pt idx="4917">
                  <c:v>44963</c:v>
                </c:pt>
                <c:pt idx="4918">
                  <c:v>44964</c:v>
                </c:pt>
                <c:pt idx="4919">
                  <c:v>44965</c:v>
                </c:pt>
                <c:pt idx="4920">
                  <c:v>44966</c:v>
                </c:pt>
                <c:pt idx="4921">
                  <c:v>44967</c:v>
                </c:pt>
                <c:pt idx="4922">
                  <c:v>44970</c:v>
                </c:pt>
                <c:pt idx="4923">
                  <c:v>44971</c:v>
                </c:pt>
                <c:pt idx="4924">
                  <c:v>44972</c:v>
                </c:pt>
                <c:pt idx="4925">
                  <c:v>44973</c:v>
                </c:pt>
                <c:pt idx="4926">
                  <c:v>44974</c:v>
                </c:pt>
                <c:pt idx="4927">
                  <c:v>44977</c:v>
                </c:pt>
                <c:pt idx="4928">
                  <c:v>44978</c:v>
                </c:pt>
                <c:pt idx="4929">
                  <c:v>44979</c:v>
                </c:pt>
                <c:pt idx="4930">
                  <c:v>44980</c:v>
                </c:pt>
                <c:pt idx="4931">
                  <c:v>44981</c:v>
                </c:pt>
                <c:pt idx="4932">
                  <c:v>44984</c:v>
                </c:pt>
                <c:pt idx="4933">
                  <c:v>44985</c:v>
                </c:pt>
                <c:pt idx="4934">
                  <c:v>44986</c:v>
                </c:pt>
                <c:pt idx="4935">
                  <c:v>44987</c:v>
                </c:pt>
                <c:pt idx="4936">
                  <c:v>44988</c:v>
                </c:pt>
                <c:pt idx="4937">
                  <c:v>44991</c:v>
                </c:pt>
                <c:pt idx="4938">
                  <c:v>44992</c:v>
                </c:pt>
                <c:pt idx="4939">
                  <c:v>44993</c:v>
                </c:pt>
                <c:pt idx="4940">
                  <c:v>44994</c:v>
                </c:pt>
                <c:pt idx="4941">
                  <c:v>44995</c:v>
                </c:pt>
                <c:pt idx="4942">
                  <c:v>44998</c:v>
                </c:pt>
                <c:pt idx="4943">
                  <c:v>44999</c:v>
                </c:pt>
                <c:pt idx="4944">
                  <c:v>45000</c:v>
                </c:pt>
                <c:pt idx="4945">
                  <c:v>45001</c:v>
                </c:pt>
                <c:pt idx="4946">
                  <c:v>45002</c:v>
                </c:pt>
                <c:pt idx="4947">
                  <c:v>45005</c:v>
                </c:pt>
                <c:pt idx="4948">
                  <c:v>45006</c:v>
                </c:pt>
                <c:pt idx="4949">
                  <c:v>45007</c:v>
                </c:pt>
                <c:pt idx="4950">
                  <c:v>45008</c:v>
                </c:pt>
                <c:pt idx="4951">
                  <c:v>45009</c:v>
                </c:pt>
                <c:pt idx="4952">
                  <c:v>45012</c:v>
                </c:pt>
                <c:pt idx="4953">
                  <c:v>45013</c:v>
                </c:pt>
                <c:pt idx="4954">
                  <c:v>45014</c:v>
                </c:pt>
                <c:pt idx="4955">
                  <c:v>45015</c:v>
                </c:pt>
                <c:pt idx="4956">
                  <c:v>45016</c:v>
                </c:pt>
                <c:pt idx="4957">
                  <c:v>45019</c:v>
                </c:pt>
                <c:pt idx="4958">
                  <c:v>45020</c:v>
                </c:pt>
                <c:pt idx="4959">
                  <c:v>45021</c:v>
                </c:pt>
                <c:pt idx="4960">
                  <c:v>45022</c:v>
                </c:pt>
                <c:pt idx="4961">
                  <c:v>45023</c:v>
                </c:pt>
                <c:pt idx="4962">
                  <c:v>45026</c:v>
                </c:pt>
                <c:pt idx="4963">
                  <c:v>45027</c:v>
                </c:pt>
                <c:pt idx="4964">
                  <c:v>45028</c:v>
                </c:pt>
                <c:pt idx="4965">
                  <c:v>45029</c:v>
                </c:pt>
                <c:pt idx="4966">
                  <c:v>45030</c:v>
                </c:pt>
                <c:pt idx="4967">
                  <c:v>45033</c:v>
                </c:pt>
                <c:pt idx="4968">
                  <c:v>45034</c:v>
                </c:pt>
                <c:pt idx="4969">
                  <c:v>45035</c:v>
                </c:pt>
                <c:pt idx="4970">
                  <c:v>45036</c:v>
                </c:pt>
                <c:pt idx="4971">
                  <c:v>45037</c:v>
                </c:pt>
                <c:pt idx="4972">
                  <c:v>45040</c:v>
                </c:pt>
                <c:pt idx="4973">
                  <c:v>45041</c:v>
                </c:pt>
                <c:pt idx="4974">
                  <c:v>45042</c:v>
                </c:pt>
                <c:pt idx="4975">
                  <c:v>45043</c:v>
                </c:pt>
                <c:pt idx="4976">
                  <c:v>45044</c:v>
                </c:pt>
                <c:pt idx="4977">
                  <c:v>45047</c:v>
                </c:pt>
                <c:pt idx="4978">
                  <c:v>45048</c:v>
                </c:pt>
                <c:pt idx="4979">
                  <c:v>45049</c:v>
                </c:pt>
                <c:pt idx="4980">
                  <c:v>45050</c:v>
                </c:pt>
                <c:pt idx="4981">
                  <c:v>45051</c:v>
                </c:pt>
                <c:pt idx="4982">
                  <c:v>45054</c:v>
                </c:pt>
                <c:pt idx="4983">
                  <c:v>45055</c:v>
                </c:pt>
                <c:pt idx="4984">
                  <c:v>45056</c:v>
                </c:pt>
                <c:pt idx="4985">
                  <c:v>45057</c:v>
                </c:pt>
                <c:pt idx="4986">
                  <c:v>45058</c:v>
                </c:pt>
                <c:pt idx="4987">
                  <c:v>45061</c:v>
                </c:pt>
                <c:pt idx="4988">
                  <c:v>45062</c:v>
                </c:pt>
                <c:pt idx="4989">
                  <c:v>45063</c:v>
                </c:pt>
                <c:pt idx="4990">
                  <c:v>45064</c:v>
                </c:pt>
                <c:pt idx="4991">
                  <c:v>45065</c:v>
                </c:pt>
                <c:pt idx="4992">
                  <c:v>45068</c:v>
                </c:pt>
                <c:pt idx="4993">
                  <c:v>45069</c:v>
                </c:pt>
                <c:pt idx="4994">
                  <c:v>45070</c:v>
                </c:pt>
                <c:pt idx="4995">
                  <c:v>45071</c:v>
                </c:pt>
                <c:pt idx="4996">
                  <c:v>45072</c:v>
                </c:pt>
                <c:pt idx="4997">
                  <c:v>45075</c:v>
                </c:pt>
                <c:pt idx="4998">
                  <c:v>45076</c:v>
                </c:pt>
                <c:pt idx="4999">
                  <c:v>45077</c:v>
                </c:pt>
                <c:pt idx="5000">
                  <c:v>45078</c:v>
                </c:pt>
                <c:pt idx="5001">
                  <c:v>45079</c:v>
                </c:pt>
                <c:pt idx="5002">
                  <c:v>45082</c:v>
                </c:pt>
                <c:pt idx="5003">
                  <c:v>45083</c:v>
                </c:pt>
                <c:pt idx="5004">
                  <c:v>45084</c:v>
                </c:pt>
                <c:pt idx="5005">
                  <c:v>45085</c:v>
                </c:pt>
                <c:pt idx="5006">
                  <c:v>45086</c:v>
                </c:pt>
                <c:pt idx="5007">
                  <c:v>45089</c:v>
                </c:pt>
                <c:pt idx="5008">
                  <c:v>45090</c:v>
                </c:pt>
                <c:pt idx="5009">
                  <c:v>45091</c:v>
                </c:pt>
                <c:pt idx="5010">
                  <c:v>45092</c:v>
                </c:pt>
                <c:pt idx="5011">
                  <c:v>45093</c:v>
                </c:pt>
                <c:pt idx="5012">
                  <c:v>45096</c:v>
                </c:pt>
                <c:pt idx="5013">
                  <c:v>45097</c:v>
                </c:pt>
                <c:pt idx="5014">
                  <c:v>45098</c:v>
                </c:pt>
                <c:pt idx="5015">
                  <c:v>45099</c:v>
                </c:pt>
                <c:pt idx="5016">
                  <c:v>45100</c:v>
                </c:pt>
                <c:pt idx="5017">
                  <c:v>45103</c:v>
                </c:pt>
                <c:pt idx="5018">
                  <c:v>45104</c:v>
                </c:pt>
                <c:pt idx="5019">
                  <c:v>45105</c:v>
                </c:pt>
                <c:pt idx="5020">
                  <c:v>45106</c:v>
                </c:pt>
                <c:pt idx="5021">
                  <c:v>45107</c:v>
                </c:pt>
                <c:pt idx="5022">
                  <c:v>45110</c:v>
                </c:pt>
                <c:pt idx="5023">
                  <c:v>45111</c:v>
                </c:pt>
                <c:pt idx="5024">
                  <c:v>45112</c:v>
                </c:pt>
                <c:pt idx="5025">
                  <c:v>45113</c:v>
                </c:pt>
                <c:pt idx="5026">
                  <c:v>45114</c:v>
                </c:pt>
                <c:pt idx="5027">
                  <c:v>45117</c:v>
                </c:pt>
                <c:pt idx="5028">
                  <c:v>45118</c:v>
                </c:pt>
                <c:pt idx="5029">
                  <c:v>45119</c:v>
                </c:pt>
                <c:pt idx="5030">
                  <c:v>45120</c:v>
                </c:pt>
                <c:pt idx="5031">
                  <c:v>45121</c:v>
                </c:pt>
                <c:pt idx="5032">
                  <c:v>45124</c:v>
                </c:pt>
                <c:pt idx="5033">
                  <c:v>45125</c:v>
                </c:pt>
                <c:pt idx="5034">
                  <c:v>45126</c:v>
                </c:pt>
                <c:pt idx="5035">
                  <c:v>45127</c:v>
                </c:pt>
                <c:pt idx="5036">
                  <c:v>45128</c:v>
                </c:pt>
                <c:pt idx="5037">
                  <c:v>45131</c:v>
                </c:pt>
                <c:pt idx="5038">
                  <c:v>45132</c:v>
                </c:pt>
                <c:pt idx="5039">
                  <c:v>45133</c:v>
                </c:pt>
                <c:pt idx="5040">
                  <c:v>45134</c:v>
                </c:pt>
                <c:pt idx="5041">
                  <c:v>45135</c:v>
                </c:pt>
                <c:pt idx="5042">
                  <c:v>45138</c:v>
                </c:pt>
                <c:pt idx="5043">
                  <c:v>45139</c:v>
                </c:pt>
                <c:pt idx="5044">
                  <c:v>45140</c:v>
                </c:pt>
                <c:pt idx="5045">
                  <c:v>45141</c:v>
                </c:pt>
                <c:pt idx="5046">
                  <c:v>45142</c:v>
                </c:pt>
                <c:pt idx="5047">
                  <c:v>45145</c:v>
                </c:pt>
                <c:pt idx="5048">
                  <c:v>45146</c:v>
                </c:pt>
                <c:pt idx="5049">
                  <c:v>45147</c:v>
                </c:pt>
                <c:pt idx="5050">
                  <c:v>45148</c:v>
                </c:pt>
                <c:pt idx="5051">
                  <c:v>45149</c:v>
                </c:pt>
                <c:pt idx="5052">
                  <c:v>45152</c:v>
                </c:pt>
                <c:pt idx="5053">
                  <c:v>45153</c:v>
                </c:pt>
                <c:pt idx="5054">
                  <c:v>45154</c:v>
                </c:pt>
                <c:pt idx="5055">
                  <c:v>45155</c:v>
                </c:pt>
                <c:pt idx="5056">
                  <c:v>45156</c:v>
                </c:pt>
                <c:pt idx="5057">
                  <c:v>45159</c:v>
                </c:pt>
                <c:pt idx="5058">
                  <c:v>45160</c:v>
                </c:pt>
                <c:pt idx="5059">
                  <c:v>45161</c:v>
                </c:pt>
                <c:pt idx="5060">
                  <c:v>45162</c:v>
                </c:pt>
                <c:pt idx="5061">
                  <c:v>45163</c:v>
                </c:pt>
                <c:pt idx="5062">
                  <c:v>45166</c:v>
                </c:pt>
                <c:pt idx="5063">
                  <c:v>45167</c:v>
                </c:pt>
                <c:pt idx="5064">
                  <c:v>45168</c:v>
                </c:pt>
                <c:pt idx="5065">
                  <c:v>45169</c:v>
                </c:pt>
                <c:pt idx="5066">
                  <c:v>45170</c:v>
                </c:pt>
                <c:pt idx="5067">
                  <c:v>45173</c:v>
                </c:pt>
                <c:pt idx="5068">
                  <c:v>45174</c:v>
                </c:pt>
                <c:pt idx="5069">
                  <c:v>45175</c:v>
                </c:pt>
                <c:pt idx="5070">
                  <c:v>45176</c:v>
                </c:pt>
                <c:pt idx="5071">
                  <c:v>45177</c:v>
                </c:pt>
                <c:pt idx="5072">
                  <c:v>45180</c:v>
                </c:pt>
                <c:pt idx="5073">
                  <c:v>45181</c:v>
                </c:pt>
                <c:pt idx="5074">
                  <c:v>45182</c:v>
                </c:pt>
                <c:pt idx="5075">
                  <c:v>45183</c:v>
                </c:pt>
                <c:pt idx="5076">
                  <c:v>45184</c:v>
                </c:pt>
                <c:pt idx="5077">
                  <c:v>45187</c:v>
                </c:pt>
                <c:pt idx="5078">
                  <c:v>45188</c:v>
                </c:pt>
                <c:pt idx="5079">
                  <c:v>45189</c:v>
                </c:pt>
                <c:pt idx="5080">
                  <c:v>45190</c:v>
                </c:pt>
                <c:pt idx="5081">
                  <c:v>45191</c:v>
                </c:pt>
                <c:pt idx="5082">
                  <c:v>45194</c:v>
                </c:pt>
                <c:pt idx="5083">
                  <c:v>45195</c:v>
                </c:pt>
                <c:pt idx="5084">
                  <c:v>45196</c:v>
                </c:pt>
                <c:pt idx="5085">
                  <c:v>45197</c:v>
                </c:pt>
                <c:pt idx="5086">
                  <c:v>45198</c:v>
                </c:pt>
                <c:pt idx="5087">
                  <c:v>45201</c:v>
                </c:pt>
                <c:pt idx="5088">
                  <c:v>45202</c:v>
                </c:pt>
                <c:pt idx="5089">
                  <c:v>45203</c:v>
                </c:pt>
                <c:pt idx="5090">
                  <c:v>45204</c:v>
                </c:pt>
                <c:pt idx="5091">
                  <c:v>45205</c:v>
                </c:pt>
                <c:pt idx="5092">
                  <c:v>45208</c:v>
                </c:pt>
                <c:pt idx="5093">
                  <c:v>45209</c:v>
                </c:pt>
                <c:pt idx="5094">
                  <c:v>45210</c:v>
                </c:pt>
                <c:pt idx="5095">
                  <c:v>45211</c:v>
                </c:pt>
                <c:pt idx="5096">
                  <c:v>45212</c:v>
                </c:pt>
                <c:pt idx="5097">
                  <c:v>45215</c:v>
                </c:pt>
                <c:pt idx="5098">
                  <c:v>45216</c:v>
                </c:pt>
                <c:pt idx="5099">
                  <c:v>45217</c:v>
                </c:pt>
                <c:pt idx="5100">
                  <c:v>45218</c:v>
                </c:pt>
                <c:pt idx="5101">
                  <c:v>45219</c:v>
                </c:pt>
                <c:pt idx="5102">
                  <c:v>45222</c:v>
                </c:pt>
                <c:pt idx="5103">
                  <c:v>45223</c:v>
                </c:pt>
                <c:pt idx="5104">
                  <c:v>45224</c:v>
                </c:pt>
                <c:pt idx="5105">
                  <c:v>45225</c:v>
                </c:pt>
                <c:pt idx="5106">
                  <c:v>45226</c:v>
                </c:pt>
                <c:pt idx="5107">
                  <c:v>45229</c:v>
                </c:pt>
                <c:pt idx="5108">
                  <c:v>45230</c:v>
                </c:pt>
                <c:pt idx="5109">
                  <c:v>45231</c:v>
                </c:pt>
                <c:pt idx="5110">
                  <c:v>45232</c:v>
                </c:pt>
                <c:pt idx="5111">
                  <c:v>45233</c:v>
                </c:pt>
                <c:pt idx="5112">
                  <c:v>45236</c:v>
                </c:pt>
                <c:pt idx="5113">
                  <c:v>45237</c:v>
                </c:pt>
                <c:pt idx="5114">
                  <c:v>45238</c:v>
                </c:pt>
                <c:pt idx="5115">
                  <c:v>45239</c:v>
                </c:pt>
                <c:pt idx="5116">
                  <c:v>45240</c:v>
                </c:pt>
                <c:pt idx="5117">
                  <c:v>45243</c:v>
                </c:pt>
                <c:pt idx="5118">
                  <c:v>45244</c:v>
                </c:pt>
                <c:pt idx="5119">
                  <c:v>45245</c:v>
                </c:pt>
                <c:pt idx="5120">
                  <c:v>45246</c:v>
                </c:pt>
                <c:pt idx="5121">
                  <c:v>45247</c:v>
                </c:pt>
                <c:pt idx="5122">
                  <c:v>45250</c:v>
                </c:pt>
                <c:pt idx="5123">
                  <c:v>45251</c:v>
                </c:pt>
                <c:pt idx="5124">
                  <c:v>45252</c:v>
                </c:pt>
                <c:pt idx="5125">
                  <c:v>45253</c:v>
                </c:pt>
                <c:pt idx="5126">
                  <c:v>45254</c:v>
                </c:pt>
                <c:pt idx="5127">
                  <c:v>45257</c:v>
                </c:pt>
                <c:pt idx="5128">
                  <c:v>45258</c:v>
                </c:pt>
                <c:pt idx="5129">
                  <c:v>45259</c:v>
                </c:pt>
                <c:pt idx="5130">
                  <c:v>45260</c:v>
                </c:pt>
                <c:pt idx="5131">
                  <c:v>45261</c:v>
                </c:pt>
                <c:pt idx="5132">
                  <c:v>45264</c:v>
                </c:pt>
                <c:pt idx="5133">
                  <c:v>45265</c:v>
                </c:pt>
                <c:pt idx="5134">
                  <c:v>45266</c:v>
                </c:pt>
                <c:pt idx="5135">
                  <c:v>45267</c:v>
                </c:pt>
                <c:pt idx="5136">
                  <c:v>45268</c:v>
                </c:pt>
                <c:pt idx="5137">
                  <c:v>45271</c:v>
                </c:pt>
                <c:pt idx="5138">
                  <c:v>45272</c:v>
                </c:pt>
                <c:pt idx="5139">
                  <c:v>45273</c:v>
                </c:pt>
                <c:pt idx="5140">
                  <c:v>45274</c:v>
                </c:pt>
                <c:pt idx="5141">
                  <c:v>45275</c:v>
                </c:pt>
                <c:pt idx="5142">
                  <c:v>45278</c:v>
                </c:pt>
                <c:pt idx="5143">
                  <c:v>45279</c:v>
                </c:pt>
                <c:pt idx="5144">
                  <c:v>45280</c:v>
                </c:pt>
                <c:pt idx="5145">
                  <c:v>45281</c:v>
                </c:pt>
                <c:pt idx="5146">
                  <c:v>45282</c:v>
                </c:pt>
                <c:pt idx="5147">
                  <c:v>45285</c:v>
                </c:pt>
                <c:pt idx="5148">
                  <c:v>45286</c:v>
                </c:pt>
                <c:pt idx="5149">
                  <c:v>45287</c:v>
                </c:pt>
                <c:pt idx="5150">
                  <c:v>45288</c:v>
                </c:pt>
                <c:pt idx="5151">
                  <c:v>45289</c:v>
                </c:pt>
                <c:pt idx="5152">
                  <c:v>45292</c:v>
                </c:pt>
                <c:pt idx="5153">
                  <c:v>45293</c:v>
                </c:pt>
                <c:pt idx="5154">
                  <c:v>45294</c:v>
                </c:pt>
                <c:pt idx="5155">
                  <c:v>45295</c:v>
                </c:pt>
                <c:pt idx="5156">
                  <c:v>45296</c:v>
                </c:pt>
                <c:pt idx="5157">
                  <c:v>45299</c:v>
                </c:pt>
                <c:pt idx="5158">
                  <c:v>45300</c:v>
                </c:pt>
                <c:pt idx="5159">
                  <c:v>45301</c:v>
                </c:pt>
                <c:pt idx="5160">
                  <c:v>45302</c:v>
                </c:pt>
                <c:pt idx="5161">
                  <c:v>45303</c:v>
                </c:pt>
                <c:pt idx="5162">
                  <c:v>45306</c:v>
                </c:pt>
                <c:pt idx="5163">
                  <c:v>45307</c:v>
                </c:pt>
                <c:pt idx="5164">
                  <c:v>45308</c:v>
                </c:pt>
                <c:pt idx="5165">
                  <c:v>45309</c:v>
                </c:pt>
                <c:pt idx="5166">
                  <c:v>45310</c:v>
                </c:pt>
                <c:pt idx="5167">
                  <c:v>45313</c:v>
                </c:pt>
                <c:pt idx="5168">
                  <c:v>45314</c:v>
                </c:pt>
                <c:pt idx="5169">
                  <c:v>45315</c:v>
                </c:pt>
                <c:pt idx="5170">
                  <c:v>45316</c:v>
                </c:pt>
                <c:pt idx="5171">
                  <c:v>45317</c:v>
                </c:pt>
                <c:pt idx="5172">
                  <c:v>45320</c:v>
                </c:pt>
                <c:pt idx="5173">
                  <c:v>45321</c:v>
                </c:pt>
                <c:pt idx="5174">
                  <c:v>45322</c:v>
                </c:pt>
                <c:pt idx="5175">
                  <c:v>45323</c:v>
                </c:pt>
                <c:pt idx="5176">
                  <c:v>45324</c:v>
                </c:pt>
                <c:pt idx="5177">
                  <c:v>45327</c:v>
                </c:pt>
                <c:pt idx="5178">
                  <c:v>45328</c:v>
                </c:pt>
                <c:pt idx="5179">
                  <c:v>45329</c:v>
                </c:pt>
                <c:pt idx="5180">
                  <c:v>45330</c:v>
                </c:pt>
                <c:pt idx="5181">
                  <c:v>45331</c:v>
                </c:pt>
                <c:pt idx="5182">
                  <c:v>45334</c:v>
                </c:pt>
                <c:pt idx="5183">
                  <c:v>45335</c:v>
                </c:pt>
                <c:pt idx="5184">
                  <c:v>45336</c:v>
                </c:pt>
                <c:pt idx="5185">
                  <c:v>45337</c:v>
                </c:pt>
                <c:pt idx="5186">
                  <c:v>45338</c:v>
                </c:pt>
                <c:pt idx="5187">
                  <c:v>45341</c:v>
                </c:pt>
                <c:pt idx="5188">
                  <c:v>45342</c:v>
                </c:pt>
                <c:pt idx="5189">
                  <c:v>45343</c:v>
                </c:pt>
                <c:pt idx="5190">
                  <c:v>45344</c:v>
                </c:pt>
                <c:pt idx="5191">
                  <c:v>45345</c:v>
                </c:pt>
                <c:pt idx="5192">
                  <c:v>45348</c:v>
                </c:pt>
                <c:pt idx="5193">
                  <c:v>45349</c:v>
                </c:pt>
                <c:pt idx="5194">
                  <c:v>45350</c:v>
                </c:pt>
                <c:pt idx="5195">
                  <c:v>45351</c:v>
                </c:pt>
                <c:pt idx="5196">
                  <c:v>45352</c:v>
                </c:pt>
                <c:pt idx="5197">
                  <c:v>45355</c:v>
                </c:pt>
                <c:pt idx="5198">
                  <c:v>45356</c:v>
                </c:pt>
                <c:pt idx="5199">
                  <c:v>45357</c:v>
                </c:pt>
                <c:pt idx="5200">
                  <c:v>45358</c:v>
                </c:pt>
                <c:pt idx="5201">
                  <c:v>45359</c:v>
                </c:pt>
                <c:pt idx="5202">
                  <c:v>45362</c:v>
                </c:pt>
                <c:pt idx="5203">
                  <c:v>45363</c:v>
                </c:pt>
                <c:pt idx="5204">
                  <c:v>45364</c:v>
                </c:pt>
                <c:pt idx="5205">
                  <c:v>45365</c:v>
                </c:pt>
                <c:pt idx="5206">
                  <c:v>45366</c:v>
                </c:pt>
                <c:pt idx="5207">
                  <c:v>45369</c:v>
                </c:pt>
                <c:pt idx="5208">
                  <c:v>45370</c:v>
                </c:pt>
                <c:pt idx="5209">
                  <c:v>45371</c:v>
                </c:pt>
                <c:pt idx="5210">
                  <c:v>45372</c:v>
                </c:pt>
                <c:pt idx="5211">
                  <c:v>45373</c:v>
                </c:pt>
                <c:pt idx="5212">
                  <c:v>45376</c:v>
                </c:pt>
                <c:pt idx="5213">
                  <c:v>45377</c:v>
                </c:pt>
                <c:pt idx="5214">
                  <c:v>45378</c:v>
                </c:pt>
                <c:pt idx="5215">
                  <c:v>45379</c:v>
                </c:pt>
                <c:pt idx="5216">
                  <c:v>45380</c:v>
                </c:pt>
                <c:pt idx="5217">
                  <c:v>45383</c:v>
                </c:pt>
                <c:pt idx="5218">
                  <c:v>45384</c:v>
                </c:pt>
                <c:pt idx="5219">
                  <c:v>45385</c:v>
                </c:pt>
                <c:pt idx="5220">
                  <c:v>45386</c:v>
                </c:pt>
                <c:pt idx="5221">
                  <c:v>45387</c:v>
                </c:pt>
                <c:pt idx="5222">
                  <c:v>45390</c:v>
                </c:pt>
                <c:pt idx="5223">
                  <c:v>45391</c:v>
                </c:pt>
                <c:pt idx="5224">
                  <c:v>45392</c:v>
                </c:pt>
                <c:pt idx="5225">
                  <c:v>45393</c:v>
                </c:pt>
                <c:pt idx="5226">
                  <c:v>45394</c:v>
                </c:pt>
                <c:pt idx="5227">
                  <c:v>45397</c:v>
                </c:pt>
                <c:pt idx="5228">
                  <c:v>45398</c:v>
                </c:pt>
                <c:pt idx="5229">
                  <c:v>45399</c:v>
                </c:pt>
                <c:pt idx="5230">
                  <c:v>45400</c:v>
                </c:pt>
                <c:pt idx="5231">
                  <c:v>45401</c:v>
                </c:pt>
                <c:pt idx="5232">
                  <c:v>45404</c:v>
                </c:pt>
                <c:pt idx="5233">
                  <c:v>45405</c:v>
                </c:pt>
                <c:pt idx="5234">
                  <c:v>45406</c:v>
                </c:pt>
                <c:pt idx="5235">
                  <c:v>45407</c:v>
                </c:pt>
                <c:pt idx="5236">
                  <c:v>45408</c:v>
                </c:pt>
                <c:pt idx="5237">
                  <c:v>45411</c:v>
                </c:pt>
                <c:pt idx="5238">
                  <c:v>45412</c:v>
                </c:pt>
                <c:pt idx="5239">
                  <c:v>45413</c:v>
                </c:pt>
                <c:pt idx="5240">
                  <c:v>45414</c:v>
                </c:pt>
                <c:pt idx="5241">
                  <c:v>45415</c:v>
                </c:pt>
                <c:pt idx="5242">
                  <c:v>45418</c:v>
                </c:pt>
                <c:pt idx="5243">
                  <c:v>45419</c:v>
                </c:pt>
                <c:pt idx="5244">
                  <c:v>45420</c:v>
                </c:pt>
                <c:pt idx="5245">
                  <c:v>45421</c:v>
                </c:pt>
                <c:pt idx="5246">
                  <c:v>45422</c:v>
                </c:pt>
                <c:pt idx="5247">
                  <c:v>45425</c:v>
                </c:pt>
                <c:pt idx="5248">
                  <c:v>45426</c:v>
                </c:pt>
                <c:pt idx="5249">
                  <c:v>45427</c:v>
                </c:pt>
                <c:pt idx="5250">
                  <c:v>45428</c:v>
                </c:pt>
                <c:pt idx="5251">
                  <c:v>45429</c:v>
                </c:pt>
                <c:pt idx="5252">
                  <c:v>45432</c:v>
                </c:pt>
                <c:pt idx="5253">
                  <c:v>45433</c:v>
                </c:pt>
                <c:pt idx="5254">
                  <c:v>45434</c:v>
                </c:pt>
                <c:pt idx="5255">
                  <c:v>45435</c:v>
                </c:pt>
                <c:pt idx="5256">
                  <c:v>45436</c:v>
                </c:pt>
                <c:pt idx="5257">
                  <c:v>45439</c:v>
                </c:pt>
                <c:pt idx="5258">
                  <c:v>45440</c:v>
                </c:pt>
                <c:pt idx="5259">
                  <c:v>45441</c:v>
                </c:pt>
                <c:pt idx="5260">
                  <c:v>45442</c:v>
                </c:pt>
                <c:pt idx="5261">
                  <c:v>45443</c:v>
                </c:pt>
                <c:pt idx="5262">
                  <c:v>45446</c:v>
                </c:pt>
                <c:pt idx="5263">
                  <c:v>45447</c:v>
                </c:pt>
                <c:pt idx="5264">
                  <c:v>45448</c:v>
                </c:pt>
                <c:pt idx="5265">
                  <c:v>45449</c:v>
                </c:pt>
                <c:pt idx="5266">
                  <c:v>45450</c:v>
                </c:pt>
                <c:pt idx="5267">
                  <c:v>45453</c:v>
                </c:pt>
                <c:pt idx="5268">
                  <c:v>45454</c:v>
                </c:pt>
                <c:pt idx="5269">
                  <c:v>45455</c:v>
                </c:pt>
                <c:pt idx="5270">
                  <c:v>45456</c:v>
                </c:pt>
                <c:pt idx="5271">
                  <c:v>45457</c:v>
                </c:pt>
                <c:pt idx="5272">
                  <c:v>45460</c:v>
                </c:pt>
                <c:pt idx="5273">
                  <c:v>45461</c:v>
                </c:pt>
                <c:pt idx="5274">
                  <c:v>45462</c:v>
                </c:pt>
                <c:pt idx="5275">
                  <c:v>45463</c:v>
                </c:pt>
                <c:pt idx="5276">
                  <c:v>45464</c:v>
                </c:pt>
                <c:pt idx="5277">
                  <c:v>45467</c:v>
                </c:pt>
                <c:pt idx="5278">
                  <c:v>45468</c:v>
                </c:pt>
                <c:pt idx="5279">
                  <c:v>45469</c:v>
                </c:pt>
                <c:pt idx="5280">
                  <c:v>45470</c:v>
                </c:pt>
                <c:pt idx="5281">
                  <c:v>45471</c:v>
                </c:pt>
                <c:pt idx="5282">
                  <c:v>45474</c:v>
                </c:pt>
                <c:pt idx="5283">
                  <c:v>45475</c:v>
                </c:pt>
                <c:pt idx="5284">
                  <c:v>45476</c:v>
                </c:pt>
                <c:pt idx="5285">
                  <c:v>45477</c:v>
                </c:pt>
                <c:pt idx="5286">
                  <c:v>45478</c:v>
                </c:pt>
                <c:pt idx="5287">
                  <c:v>45481</c:v>
                </c:pt>
                <c:pt idx="5288">
                  <c:v>45482</c:v>
                </c:pt>
                <c:pt idx="5289">
                  <c:v>45483</c:v>
                </c:pt>
                <c:pt idx="5290">
                  <c:v>45484</c:v>
                </c:pt>
                <c:pt idx="5291">
                  <c:v>45485</c:v>
                </c:pt>
                <c:pt idx="5292">
                  <c:v>45488</c:v>
                </c:pt>
                <c:pt idx="5293">
                  <c:v>45489</c:v>
                </c:pt>
                <c:pt idx="5294">
                  <c:v>45490</c:v>
                </c:pt>
                <c:pt idx="5295">
                  <c:v>45491</c:v>
                </c:pt>
                <c:pt idx="5296">
                  <c:v>45492</c:v>
                </c:pt>
                <c:pt idx="5297">
                  <c:v>45495</c:v>
                </c:pt>
                <c:pt idx="5298">
                  <c:v>45496</c:v>
                </c:pt>
                <c:pt idx="5299">
                  <c:v>45497</c:v>
                </c:pt>
                <c:pt idx="5300">
                  <c:v>45498</c:v>
                </c:pt>
                <c:pt idx="5301">
                  <c:v>45499</c:v>
                </c:pt>
                <c:pt idx="5302">
                  <c:v>45502</c:v>
                </c:pt>
                <c:pt idx="5303">
                  <c:v>45503</c:v>
                </c:pt>
                <c:pt idx="5304">
                  <c:v>45504</c:v>
                </c:pt>
                <c:pt idx="5305">
                  <c:v>45505</c:v>
                </c:pt>
                <c:pt idx="5306">
                  <c:v>45506</c:v>
                </c:pt>
                <c:pt idx="5307">
                  <c:v>45509</c:v>
                </c:pt>
                <c:pt idx="5308">
                  <c:v>45510</c:v>
                </c:pt>
                <c:pt idx="5309">
                  <c:v>45511</c:v>
                </c:pt>
                <c:pt idx="5310">
                  <c:v>45512</c:v>
                </c:pt>
                <c:pt idx="5311">
                  <c:v>45513</c:v>
                </c:pt>
                <c:pt idx="5312">
                  <c:v>45516</c:v>
                </c:pt>
                <c:pt idx="5313">
                  <c:v>45517</c:v>
                </c:pt>
                <c:pt idx="5314">
                  <c:v>45518</c:v>
                </c:pt>
                <c:pt idx="5315">
                  <c:v>45519</c:v>
                </c:pt>
                <c:pt idx="5316">
                  <c:v>45520</c:v>
                </c:pt>
                <c:pt idx="5317">
                  <c:v>45523</c:v>
                </c:pt>
                <c:pt idx="5318">
                  <c:v>45524</c:v>
                </c:pt>
                <c:pt idx="5319">
                  <c:v>45525</c:v>
                </c:pt>
                <c:pt idx="5320">
                  <c:v>45526</c:v>
                </c:pt>
                <c:pt idx="5321">
                  <c:v>45527</c:v>
                </c:pt>
                <c:pt idx="5322">
                  <c:v>45530</c:v>
                </c:pt>
                <c:pt idx="5323">
                  <c:v>45531</c:v>
                </c:pt>
                <c:pt idx="5324">
                  <c:v>45532</c:v>
                </c:pt>
                <c:pt idx="5325">
                  <c:v>45533</c:v>
                </c:pt>
                <c:pt idx="5326">
                  <c:v>45534</c:v>
                </c:pt>
                <c:pt idx="5327">
                  <c:v>45537</c:v>
                </c:pt>
                <c:pt idx="5328">
                  <c:v>45538</c:v>
                </c:pt>
                <c:pt idx="5329">
                  <c:v>45539</c:v>
                </c:pt>
                <c:pt idx="5330">
                  <c:v>45540</c:v>
                </c:pt>
                <c:pt idx="5331">
                  <c:v>45541</c:v>
                </c:pt>
                <c:pt idx="5332">
                  <c:v>45544</c:v>
                </c:pt>
                <c:pt idx="5333">
                  <c:v>45545</c:v>
                </c:pt>
                <c:pt idx="5334">
                  <c:v>45546</c:v>
                </c:pt>
                <c:pt idx="5335">
                  <c:v>45547</c:v>
                </c:pt>
                <c:pt idx="5336">
                  <c:v>45548</c:v>
                </c:pt>
                <c:pt idx="5337">
                  <c:v>45551</c:v>
                </c:pt>
                <c:pt idx="5338">
                  <c:v>45552</c:v>
                </c:pt>
                <c:pt idx="5339">
                  <c:v>45553</c:v>
                </c:pt>
                <c:pt idx="5340">
                  <c:v>45554</c:v>
                </c:pt>
                <c:pt idx="5341">
                  <c:v>45555</c:v>
                </c:pt>
                <c:pt idx="5342">
                  <c:v>45558</c:v>
                </c:pt>
                <c:pt idx="5343">
                  <c:v>45559</c:v>
                </c:pt>
                <c:pt idx="5344">
                  <c:v>45560</c:v>
                </c:pt>
                <c:pt idx="5345">
                  <c:v>45561</c:v>
                </c:pt>
                <c:pt idx="5346">
                  <c:v>45562</c:v>
                </c:pt>
                <c:pt idx="5347">
                  <c:v>45565</c:v>
                </c:pt>
                <c:pt idx="5348">
                  <c:v>45566</c:v>
                </c:pt>
                <c:pt idx="5349">
                  <c:v>45567</c:v>
                </c:pt>
                <c:pt idx="5350">
                  <c:v>45568</c:v>
                </c:pt>
                <c:pt idx="5351">
                  <c:v>45569</c:v>
                </c:pt>
                <c:pt idx="5352">
                  <c:v>45572</c:v>
                </c:pt>
                <c:pt idx="5353">
                  <c:v>45573</c:v>
                </c:pt>
                <c:pt idx="5354">
                  <c:v>45574</c:v>
                </c:pt>
                <c:pt idx="5355">
                  <c:v>45575</c:v>
                </c:pt>
                <c:pt idx="5356">
                  <c:v>45576</c:v>
                </c:pt>
                <c:pt idx="5357">
                  <c:v>45579</c:v>
                </c:pt>
                <c:pt idx="5358">
                  <c:v>45580</c:v>
                </c:pt>
                <c:pt idx="5359">
                  <c:v>45581</c:v>
                </c:pt>
                <c:pt idx="5360">
                  <c:v>45582</c:v>
                </c:pt>
                <c:pt idx="5361">
                  <c:v>45583</c:v>
                </c:pt>
                <c:pt idx="5362">
                  <c:v>45586</c:v>
                </c:pt>
                <c:pt idx="5363">
                  <c:v>45587</c:v>
                </c:pt>
                <c:pt idx="5364">
                  <c:v>45588</c:v>
                </c:pt>
                <c:pt idx="5365">
                  <c:v>45589</c:v>
                </c:pt>
                <c:pt idx="5366">
                  <c:v>45590</c:v>
                </c:pt>
                <c:pt idx="5367">
                  <c:v>45593</c:v>
                </c:pt>
                <c:pt idx="5368">
                  <c:v>45594</c:v>
                </c:pt>
                <c:pt idx="5369">
                  <c:v>45595</c:v>
                </c:pt>
                <c:pt idx="5370">
                  <c:v>45596</c:v>
                </c:pt>
                <c:pt idx="5371">
                  <c:v>45597</c:v>
                </c:pt>
                <c:pt idx="5372">
                  <c:v>45601</c:v>
                </c:pt>
                <c:pt idx="5373">
                  <c:v>45602</c:v>
                </c:pt>
                <c:pt idx="5374">
                  <c:v>45603</c:v>
                </c:pt>
                <c:pt idx="5375">
                  <c:v>45604</c:v>
                </c:pt>
                <c:pt idx="5376">
                  <c:v>45608</c:v>
                </c:pt>
                <c:pt idx="5377">
                  <c:v>45609</c:v>
                </c:pt>
                <c:pt idx="5378">
                  <c:v>45610</c:v>
                </c:pt>
                <c:pt idx="5379">
                  <c:v>45611</c:v>
                </c:pt>
                <c:pt idx="5380">
                  <c:v>45614</c:v>
                </c:pt>
                <c:pt idx="5381">
                  <c:v>45615</c:v>
                </c:pt>
                <c:pt idx="5382">
                  <c:v>45616</c:v>
                </c:pt>
                <c:pt idx="5383">
                  <c:v>45617</c:v>
                </c:pt>
                <c:pt idx="5384">
                  <c:v>45618</c:v>
                </c:pt>
                <c:pt idx="5385">
                  <c:v>45621</c:v>
                </c:pt>
                <c:pt idx="5386">
                  <c:v>45622</c:v>
                </c:pt>
                <c:pt idx="5387">
                  <c:v>45623</c:v>
                </c:pt>
                <c:pt idx="5388">
                  <c:v>45624</c:v>
                </c:pt>
                <c:pt idx="5389">
                  <c:v>45625</c:v>
                </c:pt>
                <c:pt idx="5390">
                  <c:v>45628</c:v>
                </c:pt>
                <c:pt idx="5391">
                  <c:v>45629</c:v>
                </c:pt>
                <c:pt idx="5392">
                  <c:v>45630</c:v>
                </c:pt>
                <c:pt idx="5393">
                  <c:v>45631</c:v>
                </c:pt>
                <c:pt idx="5394">
                  <c:v>45632</c:v>
                </c:pt>
                <c:pt idx="5395">
                  <c:v>45635</c:v>
                </c:pt>
                <c:pt idx="5396">
                  <c:v>45636</c:v>
                </c:pt>
                <c:pt idx="5397">
                  <c:v>45637</c:v>
                </c:pt>
                <c:pt idx="5398">
                  <c:v>45638</c:v>
                </c:pt>
                <c:pt idx="5399">
                  <c:v>45639</c:v>
                </c:pt>
                <c:pt idx="5400">
                  <c:v>45642</c:v>
                </c:pt>
                <c:pt idx="5401">
                  <c:v>45643</c:v>
                </c:pt>
                <c:pt idx="5402">
                  <c:v>45644</c:v>
                </c:pt>
                <c:pt idx="5403">
                  <c:v>45645</c:v>
                </c:pt>
                <c:pt idx="5404">
                  <c:v>45646</c:v>
                </c:pt>
                <c:pt idx="5405">
                  <c:v>45649</c:v>
                </c:pt>
                <c:pt idx="5406">
                  <c:v>45650</c:v>
                </c:pt>
                <c:pt idx="5407">
                  <c:v>45652</c:v>
                </c:pt>
                <c:pt idx="5408">
                  <c:v>45653</c:v>
                </c:pt>
                <c:pt idx="5409">
                  <c:v>45656</c:v>
                </c:pt>
                <c:pt idx="5410">
                  <c:v>45657</c:v>
                </c:pt>
                <c:pt idx="5411">
                  <c:v>45659</c:v>
                </c:pt>
                <c:pt idx="5412">
                  <c:v>45660</c:v>
                </c:pt>
                <c:pt idx="5413">
                  <c:v>45663</c:v>
                </c:pt>
                <c:pt idx="5414">
                  <c:v>45664</c:v>
                </c:pt>
                <c:pt idx="5415">
                  <c:v>45665</c:v>
                </c:pt>
                <c:pt idx="5416">
                  <c:v>45666</c:v>
                </c:pt>
                <c:pt idx="5417">
                  <c:v>45667</c:v>
                </c:pt>
                <c:pt idx="5418">
                  <c:v>45670</c:v>
                </c:pt>
                <c:pt idx="5419">
                  <c:v>45671</c:v>
                </c:pt>
                <c:pt idx="5420">
                  <c:v>45672</c:v>
                </c:pt>
                <c:pt idx="5421">
                  <c:v>45673</c:v>
                </c:pt>
                <c:pt idx="5422">
                  <c:v>45674</c:v>
                </c:pt>
                <c:pt idx="5423">
                  <c:v>45677</c:v>
                </c:pt>
                <c:pt idx="5424">
                  <c:v>45678</c:v>
                </c:pt>
                <c:pt idx="5425">
                  <c:v>45679</c:v>
                </c:pt>
                <c:pt idx="5426">
                  <c:v>45680</c:v>
                </c:pt>
                <c:pt idx="5427">
                  <c:v>45681</c:v>
                </c:pt>
                <c:pt idx="5428">
                  <c:v>45684</c:v>
                </c:pt>
                <c:pt idx="5429">
                  <c:v>45685</c:v>
                </c:pt>
                <c:pt idx="5430">
                  <c:v>45686</c:v>
                </c:pt>
                <c:pt idx="5431">
                  <c:v>45687</c:v>
                </c:pt>
                <c:pt idx="5432">
                  <c:v>45688</c:v>
                </c:pt>
                <c:pt idx="5433">
                  <c:v>45691</c:v>
                </c:pt>
                <c:pt idx="5434">
                  <c:v>45692</c:v>
                </c:pt>
                <c:pt idx="5435">
                  <c:v>45693</c:v>
                </c:pt>
                <c:pt idx="5436">
                  <c:v>45694</c:v>
                </c:pt>
                <c:pt idx="5437">
                  <c:v>45695</c:v>
                </c:pt>
                <c:pt idx="5438">
                  <c:v>45698</c:v>
                </c:pt>
                <c:pt idx="5439">
                  <c:v>45699</c:v>
                </c:pt>
                <c:pt idx="5440">
                  <c:v>45700</c:v>
                </c:pt>
                <c:pt idx="5441">
                  <c:v>45701</c:v>
                </c:pt>
                <c:pt idx="5442">
                  <c:v>45702</c:v>
                </c:pt>
                <c:pt idx="5443">
                  <c:v>45706</c:v>
                </c:pt>
                <c:pt idx="5444">
                  <c:v>45707</c:v>
                </c:pt>
                <c:pt idx="5445">
                  <c:v>45708</c:v>
                </c:pt>
                <c:pt idx="5446">
                  <c:v>45709</c:v>
                </c:pt>
                <c:pt idx="5447">
                  <c:v>45712</c:v>
                </c:pt>
                <c:pt idx="5448">
                  <c:v>45713</c:v>
                </c:pt>
                <c:pt idx="5449">
                  <c:v>45714</c:v>
                </c:pt>
                <c:pt idx="5450">
                  <c:v>45715</c:v>
                </c:pt>
                <c:pt idx="5451">
                  <c:v>45716</c:v>
                </c:pt>
                <c:pt idx="5452">
                  <c:v>45719</c:v>
                </c:pt>
                <c:pt idx="5453">
                  <c:v>45720</c:v>
                </c:pt>
                <c:pt idx="5454">
                  <c:v>45721</c:v>
                </c:pt>
                <c:pt idx="5455">
                  <c:v>45722</c:v>
                </c:pt>
                <c:pt idx="5456">
                  <c:v>45723</c:v>
                </c:pt>
                <c:pt idx="5457">
                  <c:v>45726</c:v>
                </c:pt>
              </c:numCache>
            </c:numRef>
          </c:cat>
          <c:val>
            <c:numRef>
              <c:f>Hoja2!$G$316:$G$5773</c:f>
              <c:numCache>
                <c:formatCode>General</c:formatCode>
                <c:ptCount val="5458"/>
                <c:pt idx="933">
                  <c:v>1.6012</c:v>
                </c:pt>
                <c:pt idx="934">
                  <c:v>1.57447</c:v>
                </c:pt>
                <c:pt idx="935">
                  <c:v>1.4785299999999999</c:v>
                </c:pt>
                <c:pt idx="936">
                  <c:v>1.6069899999999999</c:v>
                </c:pt>
                <c:pt idx="937">
                  <c:v>1.68363</c:v>
                </c:pt>
                <c:pt idx="938">
                  <c:v>1.6622300000000001</c:v>
                </c:pt>
                <c:pt idx="939">
                  <c:v>1.6515200000000001</c:v>
                </c:pt>
                <c:pt idx="940">
                  <c:v>1.75928</c:v>
                </c:pt>
                <c:pt idx="941">
                  <c:v>1.84754</c:v>
                </c:pt>
                <c:pt idx="942">
                  <c:v>1.8789499999999999</c:v>
                </c:pt>
                <c:pt idx="943">
                  <c:v>1.8789499999999999</c:v>
                </c:pt>
                <c:pt idx="944">
                  <c:v>1.8655600000000001</c:v>
                </c:pt>
                <c:pt idx="945">
                  <c:v>1.8346800000000001</c:v>
                </c:pt>
                <c:pt idx="946">
                  <c:v>1.9368099999999999</c:v>
                </c:pt>
                <c:pt idx="947">
                  <c:v>2.0092099999999999</c:v>
                </c:pt>
                <c:pt idx="948">
                  <c:v>2.09422</c:v>
                </c:pt>
                <c:pt idx="949">
                  <c:v>2.0990600000000001</c:v>
                </c:pt>
                <c:pt idx="950">
                  <c:v>2.1927400000000001</c:v>
                </c:pt>
                <c:pt idx="951">
                  <c:v>2.1927400000000001</c:v>
                </c:pt>
                <c:pt idx="952">
                  <c:v>2.1776499999999999</c:v>
                </c:pt>
                <c:pt idx="953">
                  <c:v>2.40632</c:v>
                </c:pt>
                <c:pt idx="954">
                  <c:v>2.2840699999999998</c:v>
                </c:pt>
                <c:pt idx="955">
                  <c:v>2.0979700000000001</c:v>
                </c:pt>
                <c:pt idx="956">
                  <c:v>2.1457299999999999</c:v>
                </c:pt>
                <c:pt idx="957">
                  <c:v>2.0039899999999999</c:v>
                </c:pt>
                <c:pt idx="958">
                  <c:v>2.0766800000000001</c:v>
                </c:pt>
                <c:pt idx="959">
                  <c:v>2.10853</c:v>
                </c:pt>
                <c:pt idx="960">
                  <c:v>2.0513499999999998</c:v>
                </c:pt>
                <c:pt idx="961">
                  <c:v>1.94191</c:v>
                </c:pt>
                <c:pt idx="962">
                  <c:v>1.8527899999999999</c:v>
                </c:pt>
                <c:pt idx="963">
                  <c:v>1.7708200000000001</c:v>
                </c:pt>
                <c:pt idx="964">
                  <c:v>1.8970800000000001</c:v>
                </c:pt>
                <c:pt idx="965">
                  <c:v>1.87991</c:v>
                </c:pt>
                <c:pt idx="966">
                  <c:v>1.7676400000000001</c:v>
                </c:pt>
                <c:pt idx="967">
                  <c:v>1.70885</c:v>
                </c:pt>
                <c:pt idx="968">
                  <c:v>1.8035000000000001</c:v>
                </c:pt>
                <c:pt idx="969">
                  <c:v>1.8499399999999999</c:v>
                </c:pt>
                <c:pt idx="970">
                  <c:v>1.9165300000000001</c:v>
                </c:pt>
                <c:pt idx="971">
                  <c:v>1.9774400000000001</c:v>
                </c:pt>
                <c:pt idx="972">
                  <c:v>1.87019</c:v>
                </c:pt>
                <c:pt idx="973">
                  <c:v>1.7996399999999999</c:v>
                </c:pt>
                <c:pt idx="974">
                  <c:v>1.7996399999999999</c:v>
                </c:pt>
                <c:pt idx="975">
                  <c:v>1.76772</c:v>
                </c:pt>
                <c:pt idx="976">
                  <c:v>1.77458</c:v>
                </c:pt>
                <c:pt idx="977">
                  <c:v>1.85527</c:v>
                </c:pt>
                <c:pt idx="978">
                  <c:v>1.9529700000000001</c:v>
                </c:pt>
                <c:pt idx="979">
                  <c:v>1.9529700000000001</c:v>
                </c:pt>
                <c:pt idx="980">
                  <c:v>2.0790199999999999</c:v>
                </c:pt>
                <c:pt idx="981">
                  <c:v>2.0996999999999999</c:v>
                </c:pt>
                <c:pt idx="982">
                  <c:v>2.20275</c:v>
                </c:pt>
                <c:pt idx="983">
                  <c:v>2.1917300000000002</c:v>
                </c:pt>
                <c:pt idx="984">
                  <c:v>2.2027399999999999</c:v>
                </c:pt>
                <c:pt idx="985">
                  <c:v>2.3489800000000001</c:v>
                </c:pt>
                <c:pt idx="986">
                  <c:v>2.2128100000000002</c:v>
                </c:pt>
                <c:pt idx="987">
                  <c:v>2.2596599999999998</c:v>
                </c:pt>
                <c:pt idx="988">
                  <c:v>2.2941099999999999</c:v>
                </c:pt>
                <c:pt idx="989">
                  <c:v>2.4096500000000001</c:v>
                </c:pt>
                <c:pt idx="990">
                  <c:v>2.3794300000000002</c:v>
                </c:pt>
                <c:pt idx="991">
                  <c:v>2.50292</c:v>
                </c:pt>
                <c:pt idx="992">
                  <c:v>2.5882299999999998</c:v>
                </c:pt>
                <c:pt idx="993">
                  <c:v>#N/A</c:v>
                </c:pt>
                <c:pt idx="994">
                  <c:v>2.79874</c:v>
                </c:pt>
                <c:pt idx="995">
                  <c:v>2.8489399999999998</c:v>
                </c:pt>
                <c:pt idx="996">
                  <c:v>2.5149699999999999</c:v>
                </c:pt>
                <c:pt idx="997">
                  <c:v>2.5697700000000001</c:v>
                </c:pt>
                <c:pt idx="998">
                  <c:v>2.5860799999999999</c:v>
                </c:pt>
                <c:pt idx="999">
                  <c:v>2.52827</c:v>
                </c:pt>
                <c:pt idx="1000">
                  <c:v>2.3908499999999999</c:v>
                </c:pt>
                <c:pt idx="1001">
                  <c:v>2.5633499999999998</c:v>
                </c:pt>
                <c:pt idx="1002">
                  <c:v>2.5678899999999998</c:v>
                </c:pt>
                <c:pt idx="1003">
                  <c:v>2.5094799999999999</c:v>
                </c:pt>
                <c:pt idx="1004">
                  <c:v>2.6288399999999998</c:v>
                </c:pt>
                <c:pt idx="1005">
                  <c:v>2.6178300000000001</c:v>
                </c:pt>
                <c:pt idx="1006">
                  <c:v>2.4727399999999999</c:v>
                </c:pt>
                <c:pt idx="1007">
                  <c:v>2.6247699999999998</c:v>
                </c:pt>
                <c:pt idx="1008">
                  <c:v>2.6165600000000002</c:v>
                </c:pt>
                <c:pt idx="1009">
                  <c:v>2.5213399999999999</c:v>
                </c:pt>
                <c:pt idx="1010">
                  <c:v>2.4621300000000002</c:v>
                </c:pt>
                <c:pt idx="1011">
                  <c:v>2.4653399999999999</c:v>
                </c:pt>
                <c:pt idx="1012">
                  <c:v>2.5481699999999998</c:v>
                </c:pt>
                <c:pt idx="1013">
                  <c:v>#N/A</c:v>
                </c:pt>
                <c:pt idx="1014">
                  <c:v>2.51729</c:v>
                </c:pt>
                <c:pt idx="1015">
                  <c:v>2.40584</c:v>
                </c:pt>
                <c:pt idx="1016">
                  <c:v>2.5143499999999999</c:v>
                </c:pt>
                <c:pt idx="1017">
                  <c:v>2.44055</c:v>
                </c:pt>
                <c:pt idx="1018">
                  <c:v>2.2884799999999998</c:v>
                </c:pt>
                <c:pt idx="1019">
                  <c:v>2.2896100000000001</c:v>
                </c:pt>
                <c:pt idx="1020">
                  <c:v>2.31602</c:v>
                </c:pt>
                <c:pt idx="1021">
                  <c:v>2.4787499999999998</c:v>
                </c:pt>
                <c:pt idx="1022">
                  <c:v>2.5768300000000002</c:v>
                </c:pt>
                <c:pt idx="1023">
                  <c:v>2.7019700000000002</c:v>
                </c:pt>
                <c:pt idx="1024">
                  <c:v>2.5958999999999999</c:v>
                </c:pt>
                <c:pt idx="1025">
                  <c:v>2.4739499999999999</c:v>
                </c:pt>
                <c:pt idx="1026">
                  <c:v>2.51939</c:v>
                </c:pt>
                <c:pt idx="1027">
                  <c:v>2.6510899999999999</c:v>
                </c:pt>
                <c:pt idx="1028">
                  <c:v>2.73116</c:v>
                </c:pt>
                <c:pt idx="1029">
                  <c:v>2.50881</c:v>
                </c:pt>
                <c:pt idx="1030">
                  <c:v>2.5912999999999999</c:v>
                </c:pt>
                <c:pt idx="1031">
                  <c:v>2.58751</c:v>
                </c:pt>
                <c:pt idx="1032">
                  <c:v>2.69469</c:v>
                </c:pt>
                <c:pt idx="1033">
                  <c:v>2.8589699999999998</c:v>
                </c:pt>
                <c:pt idx="1034">
                  <c:v>2.70783</c:v>
                </c:pt>
                <c:pt idx="1035">
                  <c:v>2.77067</c:v>
                </c:pt>
                <c:pt idx="1036">
                  <c:v>2.7733699999999999</c:v>
                </c:pt>
                <c:pt idx="1037">
                  <c:v>#N/A</c:v>
                </c:pt>
                <c:pt idx="1038">
                  <c:v>2.5711200000000001</c:v>
                </c:pt>
                <c:pt idx="1039">
                  <c:v>2.5883099999999999</c:v>
                </c:pt>
                <c:pt idx="1040">
                  <c:v>2.61713</c:v>
                </c:pt>
                <c:pt idx="1041">
                  <c:v>2.5417200000000002</c:v>
                </c:pt>
                <c:pt idx="1042">
                  <c:v>2.5510000000000002</c:v>
                </c:pt>
                <c:pt idx="1043">
                  <c:v>2.5801400000000001</c:v>
                </c:pt>
                <c:pt idx="1044">
                  <c:v>2.4441700000000002</c:v>
                </c:pt>
                <c:pt idx="1045">
                  <c:v>2.36124</c:v>
                </c:pt>
                <c:pt idx="1046">
                  <c:v>2.2923300000000002</c:v>
                </c:pt>
                <c:pt idx="1047">
                  <c:v>2.3078500000000002</c:v>
                </c:pt>
                <c:pt idx="1048">
                  <c:v>2.21991</c:v>
                </c:pt>
                <c:pt idx="1049">
                  <c:v>2.2288199999999998</c:v>
                </c:pt>
                <c:pt idx="1050">
                  <c:v>2.3243800000000001</c:v>
                </c:pt>
                <c:pt idx="1051">
                  <c:v>2.2230699999999999</c:v>
                </c:pt>
                <c:pt idx="1052">
                  <c:v>2.2805399999999998</c:v>
                </c:pt>
                <c:pt idx="1053">
                  <c:v>2.2434500000000002</c:v>
                </c:pt>
                <c:pt idx="1054">
                  <c:v>2.1889599999999998</c:v>
                </c:pt>
                <c:pt idx="1055">
                  <c:v>2.0076900000000002</c:v>
                </c:pt>
                <c:pt idx="1056">
                  <c:v>2.00454</c:v>
                </c:pt>
                <c:pt idx="1057">
                  <c:v>2.0055900000000002</c:v>
                </c:pt>
                <c:pt idx="1058">
                  <c:v>2.04494</c:v>
                </c:pt>
                <c:pt idx="1059">
                  <c:v>2.0829200000000001</c:v>
                </c:pt>
                <c:pt idx="1060">
                  <c:v>2.09009</c:v>
                </c:pt>
                <c:pt idx="1061">
                  <c:v>2.0312000000000001</c:v>
                </c:pt>
                <c:pt idx="1062">
                  <c:v>2.0230000000000001</c:v>
                </c:pt>
                <c:pt idx="1063">
                  <c:v>2.0247199999999999</c:v>
                </c:pt>
                <c:pt idx="1064">
                  <c:v>2.04514</c:v>
                </c:pt>
                <c:pt idx="1065">
                  <c:v>2.02075</c:v>
                </c:pt>
                <c:pt idx="1066">
                  <c:v>1.8918900000000001</c:v>
                </c:pt>
                <c:pt idx="1067">
                  <c:v>1.8519099999999999</c:v>
                </c:pt>
                <c:pt idx="1068">
                  <c:v>1.8292999999999999</c:v>
                </c:pt>
                <c:pt idx="1069">
                  <c:v>1.7368300000000001</c:v>
                </c:pt>
                <c:pt idx="1070">
                  <c:v>1.8347599999999999</c:v>
                </c:pt>
                <c:pt idx="1071">
                  <c:v>1.9293800000000001</c:v>
                </c:pt>
                <c:pt idx="1072">
                  <c:v>1.98584</c:v>
                </c:pt>
                <c:pt idx="1073">
                  <c:v>1.9568000000000001</c:v>
                </c:pt>
                <c:pt idx="1074">
                  <c:v>1.84578</c:v>
                </c:pt>
                <c:pt idx="1075">
                  <c:v>1.8004599999999999</c:v>
                </c:pt>
                <c:pt idx="1076">
                  <c:v>1.7875700000000001</c:v>
                </c:pt>
                <c:pt idx="1077">
                  <c:v>1.6875500000000001</c:v>
                </c:pt>
                <c:pt idx="1078">
                  <c:v>1.7174400000000001</c:v>
                </c:pt>
                <c:pt idx="1079">
                  <c:v>1.8409899999999999</c:v>
                </c:pt>
                <c:pt idx="1080">
                  <c:v>1.7977000000000001</c:v>
                </c:pt>
                <c:pt idx="1081">
                  <c:v>1.68323</c:v>
                </c:pt>
                <c:pt idx="1082">
                  <c:v>1.77817</c:v>
                </c:pt>
                <c:pt idx="1083">
                  <c:v>#N/A</c:v>
                </c:pt>
                <c:pt idx="1084">
                  <c:v>1.7217899999999999</c:v>
                </c:pt>
                <c:pt idx="1085">
                  <c:v>1.72681</c:v>
                </c:pt>
                <c:pt idx="1086">
                  <c:v>1.6279999999999999</c:v>
                </c:pt>
                <c:pt idx="1087">
                  <c:v>1.5552600000000001</c:v>
                </c:pt>
                <c:pt idx="1088">
                  <c:v>1.61476</c:v>
                </c:pt>
                <c:pt idx="1089">
                  <c:v>1.69736</c:v>
                </c:pt>
                <c:pt idx="1090">
                  <c:v>1.659</c:v>
                </c:pt>
                <c:pt idx="1091">
                  <c:v>1.62805</c:v>
                </c:pt>
                <c:pt idx="1092">
                  <c:v>1.73441</c:v>
                </c:pt>
                <c:pt idx="1093">
                  <c:v>1.7344999999999999</c:v>
                </c:pt>
                <c:pt idx="1094">
                  <c:v>1.6659299999999999</c:v>
                </c:pt>
                <c:pt idx="1095">
                  <c:v>1.75858</c:v>
                </c:pt>
                <c:pt idx="1096">
                  <c:v>1.7011400000000001</c:v>
                </c:pt>
                <c:pt idx="1097">
                  <c:v>1.66231</c:v>
                </c:pt>
                <c:pt idx="1098">
                  <c:v>1.69574</c:v>
                </c:pt>
                <c:pt idx="1099">
                  <c:v>1.71773</c:v>
                </c:pt>
                <c:pt idx="1100">
                  <c:v>1.82663</c:v>
                </c:pt>
                <c:pt idx="1101">
                  <c:v>1.79897</c:v>
                </c:pt>
                <c:pt idx="1102">
                  <c:v>1.8149</c:v>
                </c:pt>
                <c:pt idx="1103">
                  <c:v>1.8122</c:v>
                </c:pt>
                <c:pt idx="1104">
                  <c:v>1.8900699999999999</c:v>
                </c:pt>
                <c:pt idx="1105">
                  <c:v>1.9584699999999999</c:v>
                </c:pt>
                <c:pt idx="1106">
                  <c:v>2.1621199999999998</c:v>
                </c:pt>
                <c:pt idx="1107">
                  <c:v>2.1926800000000002</c:v>
                </c:pt>
                <c:pt idx="1108">
                  <c:v>2.2138300000000002</c:v>
                </c:pt>
                <c:pt idx="1109">
                  <c:v>2.2806999999999999</c:v>
                </c:pt>
                <c:pt idx="1110">
                  <c:v>2.2821099999999999</c:v>
                </c:pt>
                <c:pt idx="1111">
                  <c:v>2.2336399999999998</c:v>
                </c:pt>
                <c:pt idx="1112">
                  <c:v>#N/A</c:v>
                </c:pt>
                <c:pt idx="1113">
                  <c:v>2.2585299999999999</c:v>
                </c:pt>
                <c:pt idx="1114">
                  <c:v>2.2763300000000002</c:v>
                </c:pt>
                <c:pt idx="1115">
                  <c:v>2.2709800000000002</c:v>
                </c:pt>
                <c:pt idx="1116">
                  <c:v>2.30993</c:v>
                </c:pt>
                <c:pt idx="1117">
                  <c:v>2.3010799999999998</c:v>
                </c:pt>
                <c:pt idx="1118">
                  <c:v>2.3621099999999999</c:v>
                </c:pt>
                <c:pt idx="1119">
                  <c:v>2.3657599999999999</c:v>
                </c:pt>
                <c:pt idx="1120">
                  <c:v>2.27895</c:v>
                </c:pt>
                <c:pt idx="1121">
                  <c:v>2.12426</c:v>
                </c:pt>
                <c:pt idx="1122">
                  <c:v>2.0935800000000002</c:v>
                </c:pt>
                <c:pt idx="1123">
                  <c:v>2.0958399999999999</c:v>
                </c:pt>
                <c:pt idx="1124">
                  <c:v>2.0297000000000001</c:v>
                </c:pt>
                <c:pt idx="1125">
                  <c:v>1.97902</c:v>
                </c:pt>
                <c:pt idx="1126">
                  <c:v>2.0764300000000002</c:v>
                </c:pt>
                <c:pt idx="1127">
                  <c:v>1.98672</c:v>
                </c:pt>
                <c:pt idx="1128">
                  <c:v>2.06975</c:v>
                </c:pt>
                <c:pt idx="1129">
                  <c:v>2.0125899999999999</c:v>
                </c:pt>
                <c:pt idx="1130">
                  <c:v>2.0213999999999999</c:v>
                </c:pt>
                <c:pt idx="1131">
                  <c:v>2.0885500000000001</c:v>
                </c:pt>
                <c:pt idx="1132">
                  <c:v>2.1202700000000001</c:v>
                </c:pt>
                <c:pt idx="1133">
                  <c:v>2.1111</c:v>
                </c:pt>
                <c:pt idx="1134">
                  <c:v>2.0845199999999999</c:v>
                </c:pt>
                <c:pt idx="1135">
                  <c:v>2.0769000000000002</c:v>
                </c:pt>
                <c:pt idx="1136">
                  <c:v>2.1626500000000002</c:v>
                </c:pt>
                <c:pt idx="1137">
                  <c:v>2.1734399999999998</c:v>
                </c:pt>
                <c:pt idx="1138">
                  <c:v>2.15646</c:v>
                </c:pt>
                <c:pt idx="1139">
                  <c:v>2.2034500000000001</c:v>
                </c:pt>
                <c:pt idx="1140">
                  <c:v>2.1658900000000001</c:v>
                </c:pt>
                <c:pt idx="1141">
                  <c:v>2.2103799999999998</c:v>
                </c:pt>
                <c:pt idx="1142">
                  <c:v>2.2465199999999999</c:v>
                </c:pt>
                <c:pt idx="1143">
                  <c:v>2.2885</c:v>
                </c:pt>
                <c:pt idx="1144">
                  <c:v>2.27949</c:v>
                </c:pt>
                <c:pt idx="1145">
                  <c:v>2.3317700000000001</c:v>
                </c:pt>
                <c:pt idx="1146">
                  <c:v>2.2836799999999999</c:v>
                </c:pt>
                <c:pt idx="1147">
                  <c:v>2.2591600000000001</c:v>
                </c:pt>
                <c:pt idx="1148">
                  <c:v>2.3328700000000002</c:v>
                </c:pt>
                <c:pt idx="1149">
                  <c:v>2.3152599999999999</c:v>
                </c:pt>
                <c:pt idx="1150">
                  <c:v>2.3101500000000001</c:v>
                </c:pt>
                <c:pt idx="1151">
                  <c:v>2.26891</c:v>
                </c:pt>
                <c:pt idx="1152">
                  <c:v>2.2349399999999999</c:v>
                </c:pt>
                <c:pt idx="1153">
                  <c:v>#N/A</c:v>
                </c:pt>
                <c:pt idx="1154">
                  <c:v>2.3006600000000001</c:v>
                </c:pt>
                <c:pt idx="1155">
                  <c:v>2.35243</c:v>
                </c:pt>
                <c:pt idx="1156">
                  <c:v>2.42014</c:v>
                </c:pt>
                <c:pt idx="1157">
                  <c:v>2.419</c:v>
                </c:pt>
                <c:pt idx="1158">
                  <c:v>2.35127</c:v>
                </c:pt>
                <c:pt idx="1159">
                  <c:v>2.4826700000000002</c:v>
                </c:pt>
                <c:pt idx="1160">
                  <c:v>2.4960599999999999</c:v>
                </c:pt>
                <c:pt idx="1161">
                  <c:v>2.5029699999999999</c:v>
                </c:pt>
                <c:pt idx="1162">
                  <c:v>2.48448</c:v>
                </c:pt>
                <c:pt idx="1163">
                  <c:v>2.9129200000000002</c:v>
                </c:pt>
                <c:pt idx="1164">
                  <c:v>3.2631100000000002</c:v>
                </c:pt>
                <c:pt idx="1165">
                  <c:v>3.44123</c:v>
                </c:pt>
                <c:pt idx="1166">
                  <c:v>3.1711399999999998</c:v>
                </c:pt>
                <c:pt idx="1167">
                  <c:v>2.5956399999999999</c:v>
                </c:pt>
                <c:pt idx="1168">
                  <c:v>2.53525</c:v>
                </c:pt>
                <c:pt idx="1169">
                  <c:v>2.6618200000000001</c:v>
                </c:pt>
                <c:pt idx="1170">
                  <c:v>2.7593899999999998</c:v>
                </c:pt>
                <c:pt idx="1171">
                  <c:v>2.71312</c:v>
                </c:pt>
                <c:pt idx="1172">
                  <c:v>2.9130099999999999</c:v>
                </c:pt>
                <c:pt idx="1173">
                  <c:v>3.3261799999999999</c:v>
                </c:pt>
                <c:pt idx="1174">
                  <c:v>3.1759200000000001</c:v>
                </c:pt>
                <c:pt idx="1175">
                  <c:v>3.2417500000000001</c:v>
                </c:pt>
                <c:pt idx="1176">
                  <c:v>3.4995799999999999</c:v>
                </c:pt>
                <c:pt idx="1177">
                  <c:v>3.4691000000000001</c:v>
                </c:pt>
                <c:pt idx="1178">
                  <c:v>4.2118200000000003</c:v>
                </c:pt>
                <c:pt idx="1179">
                  <c:v>4.3509700000000002</c:v>
                </c:pt>
                <c:pt idx="1180">
                  <c:v>4.78728</c:v>
                </c:pt>
                <c:pt idx="1181">
                  <c:v>4.7907299999999999</c:v>
                </c:pt>
                <c:pt idx="1182">
                  <c:v>5.6379000000000001</c:v>
                </c:pt>
                <c:pt idx="1183">
                  <c:v>#N/A</c:v>
                </c:pt>
                <c:pt idx="1184">
                  <c:v>4.7795300000000003</c:v>
                </c:pt>
                <c:pt idx="1185">
                  <c:v>5.0132500000000002</c:v>
                </c:pt>
                <c:pt idx="1186">
                  <c:v>5.39771</c:v>
                </c:pt>
                <c:pt idx="1187">
                  <c:v>5.2147500000000004</c:v>
                </c:pt>
                <c:pt idx="1188">
                  <c:v>5.2984</c:v>
                </c:pt>
                <c:pt idx="1189">
                  <c:v>5.85466</c:v>
                </c:pt>
                <c:pt idx="1190">
                  <c:v>6.9904400000000004</c:v>
                </c:pt>
                <c:pt idx="1191">
                  <c:v>7.4120600000000003</c:v>
                </c:pt>
                <c:pt idx="1192">
                  <c:v>7.0934100000000004</c:v>
                </c:pt>
                <c:pt idx="1193">
                  <c:v>6.7214299999999998</c:v>
                </c:pt>
                <c:pt idx="1194">
                  <c:v>6.4005400000000003</c:v>
                </c:pt>
                <c:pt idx="1195">
                  <c:v>6.1129800000000003</c:v>
                </c:pt>
                <c:pt idx="1196">
                  <c:v>5.68581</c:v>
                </c:pt>
                <c:pt idx="1197">
                  <c:v>5.3090099999999998</c:v>
                </c:pt>
                <c:pt idx="1198">
                  <c:v>5.13957</c:v>
                </c:pt>
                <c:pt idx="1199">
                  <c:v>4.6782899999999996</c:v>
                </c:pt>
                <c:pt idx="1200">
                  <c:v>4.9292600000000002</c:v>
                </c:pt>
                <c:pt idx="1201">
                  <c:v>5.0642899999999997</c:v>
                </c:pt>
                <c:pt idx="1202">
                  <c:v>5.04453</c:v>
                </c:pt>
                <c:pt idx="1203">
                  <c:v>4.9768699999999999</c:v>
                </c:pt>
                <c:pt idx="1204">
                  <c:v>#N/A</c:v>
                </c:pt>
                <c:pt idx="1205">
                  <c:v>5.2608100000000002</c:v>
                </c:pt>
                <c:pt idx="1206">
                  <c:v>5.4804599999999999</c:v>
                </c:pt>
                <c:pt idx="1207">
                  <c:v>5.3723799999999997</c:v>
                </c:pt>
                <c:pt idx="1208">
                  <c:v>5.3917999999999999</c:v>
                </c:pt>
                <c:pt idx="1209">
                  <c:v>5.65001</c:v>
                </c:pt>
                <c:pt idx="1210">
                  <c:v>6.0115999999999996</c:v>
                </c:pt>
                <c:pt idx="1211">
                  <c:v>6.45974</c:v>
                </c:pt>
                <c:pt idx="1212">
                  <c:v>6.4558099999999996</c:v>
                </c:pt>
                <c:pt idx="1213">
                  <c:v>6.0289999999999999</c:v>
                </c:pt>
                <c:pt idx="1214">
                  <c:v>5.7655599999999998</c:v>
                </c:pt>
                <c:pt idx="1215">
                  <c:v>5.7426399999999997</c:v>
                </c:pt>
                <c:pt idx="1216">
                  <c:v>#N/A</c:v>
                </c:pt>
                <c:pt idx="1217">
                  <c:v>5.7542900000000001</c:v>
                </c:pt>
                <c:pt idx="1218">
                  <c:v>6.0964400000000003</c:v>
                </c:pt>
                <c:pt idx="1219">
                  <c:v>5.9834199999999997</c:v>
                </c:pt>
                <c:pt idx="1220">
                  <c:v>5.9528499999999998</c:v>
                </c:pt>
                <c:pt idx="1221">
                  <c:v>5.9240899999999996</c:v>
                </c:pt>
                <c:pt idx="1222">
                  <c:v>5.8273799999999998</c:v>
                </c:pt>
                <c:pt idx="1223">
                  <c:v>5.6965899999999996</c:v>
                </c:pt>
                <c:pt idx="1224">
                  <c:v>5.63415</c:v>
                </c:pt>
                <c:pt idx="1225">
                  <c:v>5.4649700000000001</c:v>
                </c:pt>
                <c:pt idx="1226">
                  <c:v>5.3944799999999997</c:v>
                </c:pt>
                <c:pt idx="1227">
                  <c:v>5.3384499999999999</c:v>
                </c:pt>
                <c:pt idx="1228">
                  <c:v>5.3964600000000003</c:v>
                </c:pt>
                <c:pt idx="1229">
                  <c:v>5.4202500000000002</c:v>
                </c:pt>
                <c:pt idx="1230">
                  <c:v>5.1207700000000003</c:v>
                </c:pt>
                <c:pt idx="1231">
                  <c:v>5.0648600000000004</c:v>
                </c:pt>
                <c:pt idx="1232">
                  <c:v>5.0282</c:v>
                </c:pt>
                <c:pt idx="1233">
                  <c:v>5.0566800000000001</c:v>
                </c:pt>
                <c:pt idx="1234">
                  <c:v>4.9856299999999996</c:v>
                </c:pt>
                <c:pt idx="1235">
                  <c:v>4.9742499999999996</c:v>
                </c:pt>
                <c:pt idx="1236">
                  <c:v>4.9765100000000002</c:v>
                </c:pt>
                <c:pt idx="1237">
                  <c:v>5.0587499999999999</c:v>
                </c:pt>
                <c:pt idx="1238">
                  <c:v>4.9961500000000001</c:v>
                </c:pt>
                <c:pt idx="1239">
                  <c:v>4.9755799999999999</c:v>
                </c:pt>
                <c:pt idx="1240">
                  <c:v>#N/A</c:v>
                </c:pt>
                <c:pt idx="1241">
                  <c:v>4.7414399999999999</c:v>
                </c:pt>
                <c:pt idx="1242">
                  <c:v>4.6007999999999996</c:v>
                </c:pt>
                <c:pt idx="1243">
                  <c:v>4.6995500000000003</c:v>
                </c:pt>
                <c:pt idx="1244">
                  <c:v>4.8604200000000004</c:v>
                </c:pt>
                <c:pt idx="1245">
                  <c:v>5.0173100000000002</c:v>
                </c:pt>
                <c:pt idx="1246">
                  <c:v>5.0493199999999998</c:v>
                </c:pt>
                <c:pt idx="1247">
                  <c:v>5.1493900000000004</c:v>
                </c:pt>
                <c:pt idx="1248">
                  <c:v>5.21767</c:v>
                </c:pt>
                <c:pt idx="1249">
                  <c:v>5.3239599999999996</c:v>
                </c:pt>
                <c:pt idx="1250">
                  <c:v>5.4032</c:v>
                </c:pt>
                <c:pt idx="1251">
                  <c:v>5.2062600000000003</c:v>
                </c:pt>
                <c:pt idx="1252">
                  <c:v>#N/A</c:v>
                </c:pt>
                <c:pt idx="1253">
                  <c:v>5.3192599999999999</c:v>
                </c:pt>
                <c:pt idx="1254">
                  <c:v>5.21774</c:v>
                </c:pt>
                <c:pt idx="1255">
                  <c:v>5.1682300000000003</c:v>
                </c:pt>
                <c:pt idx="1256">
                  <c:v>5.1390700000000002</c:v>
                </c:pt>
                <c:pt idx="1257">
                  <c:v>5.0370400000000002</c:v>
                </c:pt>
                <c:pt idx="1258">
                  <c:v>4.9980000000000002</c:v>
                </c:pt>
                <c:pt idx="1259">
                  <c:v>4.80253</c:v>
                </c:pt>
                <c:pt idx="1260">
                  <c:v>4.77738</c:v>
                </c:pt>
                <c:pt idx="1261">
                  <c:v>4.7183099999999998</c:v>
                </c:pt>
                <c:pt idx="1262">
                  <c:v>4.8902400000000004</c:v>
                </c:pt>
                <c:pt idx="1263">
                  <c:v>4.76051</c:v>
                </c:pt>
                <c:pt idx="1264">
                  <c:v>4.7570499999999996</c:v>
                </c:pt>
                <c:pt idx="1265">
                  <c:v>4.7930900000000003</c:v>
                </c:pt>
                <c:pt idx="1266">
                  <c:v>4.6362899999999998</c:v>
                </c:pt>
                <c:pt idx="1267">
                  <c:v>4.5657399999999999</c:v>
                </c:pt>
                <c:pt idx="1268">
                  <c:v>4.7466699999999999</c:v>
                </c:pt>
                <c:pt idx="1269">
                  <c:v>4.8863599999999998</c:v>
                </c:pt>
                <c:pt idx="1270">
                  <c:v>4.9728000000000003</c:v>
                </c:pt>
                <c:pt idx="1271">
                  <c:v>4.7702299999999997</c:v>
                </c:pt>
                <c:pt idx="1272">
                  <c:v>#N/A</c:v>
                </c:pt>
                <c:pt idx="1273">
                  <c:v>5.0044899999999997</c:v>
                </c:pt>
                <c:pt idx="1274">
                  <c:v>4.9052300000000004</c:v>
                </c:pt>
                <c:pt idx="1275">
                  <c:v>4.7114799999999999</c:v>
                </c:pt>
                <c:pt idx="1276">
                  <c:v>4.7746599999999999</c:v>
                </c:pt>
                <c:pt idx="1277">
                  <c:v>4.87737</c:v>
                </c:pt>
                <c:pt idx="1278">
                  <c:v>4.8141400000000001</c:v>
                </c:pt>
                <c:pt idx="1279">
                  <c:v>4.6778399999999998</c:v>
                </c:pt>
                <c:pt idx="1280">
                  <c:v>4.6288</c:v>
                </c:pt>
                <c:pt idx="1281">
                  <c:v>4.5951300000000002</c:v>
                </c:pt>
                <c:pt idx="1282">
                  <c:v>4.7961799999999997</c:v>
                </c:pt>
                <c:pt idx="1283">
                  <c:v>4.8192899999999996</c:v>
                </c:pt>
                <c:pt idx="1284">
                  <c:v>4.7246499999999996</c:v>
                </c:pt>
                <c:pt idx="1285">
                  <c:v>4.9870900000000002</c:v>
                </c:pt>
                <c:pt idx="1286">
                  <c:v>5.0566000000000004</c:v>
                </c:pt>
                <c:pt idx="1287">
                  <c:v>4.9823399999999998</c:v>
                </c:pt>
                <c:pt idx="1288">
                  <c:v>4.8631000000000002</c:v>
                </c:pt>
                <c:pt idx="1289">
                  <c:v>4.9620600000000001</c:v>
                </c:pt>
                <c:pt idx="1290">
                  <c:v>4.9541199999999996</c:v>
                </c:pt>
                <c:pt idx="1291">
                  <c:v>4.8748899999999997</c:v>
                </c:pt>
                <c:pt idx="1292">
                  <c:v>4.8086000000000002</c:v>
                </c:pt>
                <c:pt idx="1293">
                  <c:v>4.7390699999999999</c:v>
                </c:pt>
                <c:pt idx="1294">
                  <c:v>4.9827899999999996</c:v>
                </c:pt>
                <c:pt idx="1295">
                  <c:v>4.7854999999999999</c:v>
                </c:pt>
                <c:pt idx="1296">
                  <c:v>4.7837399999999999</c:v>
                </c:pt>
                <c:pt idx="1297">
                  <c:v>4.7483300000000002</c:v>
                </c:pt>
                <c:pt idx="1298">
                  <c:v>4.7527600000000003</c:v>
                </c:pt>
                <c:pt idx="1299">
                  <c:v>4.6642999999999999</c:v>
                </c:pt>
                <c:pt idx="1300">
                  <c:v>4.7045399999999997</c:v>
                </c:pt>
                <c:pt idx="1301">
                  <c:v>4.6837799999999996</c:v>
                </c:pt>
                <c:pt idx="1302">
                  <c:v>4.8441999999999998</c:v>
                </c:pt>
                <c:pt idx="1303">
                  <c:v>4.8571</c:v>
                </c:pt>
                <c:pt idx="1304">
                  <c:v>4.9253999999999998</c:v>
                </c:pt>
                <c:pt idx="1305">
                  <c:v>4.7492000000000001</c:v>
                </c:pt>
                <c:pt idx="1306">
                  <c:v>4.45214</c:v>
                </c:pt>
                <c:pt idx="1307">
                  <c:v>4.4210900000000004</c:v>
                </c:pt>
                <c:pt idx="1308">
                  <c:v>4.4264200000000002</c:v>
                </c:pt>
                <c:pt idx="1309">
                  <c:v>4.3746499999999999</c:v>
                </c:pt>
                <c:pt idx="1310">
                  <c:v>4.2418100000000001</c:v>
                </c:pt>
                <c:pt idx="1311">
                  <c:v>#N/A</c:v>
                </c:pt>
                <c:pt idx="1312">
                  <c:v>4.2239800000000001</c:v>
                </c:pt>
                <c:pt idx="1313">
                  <c:v>4.3540200000000002</c:v>
                </c:pt>
                <c:pt idx="1314">
                  <c:v>4.3117999999999999</c:v>
                </c:pt>
                <c:pt idx="1315">
                  <c:v>4.1326799999999997</c:v>
                </c:pt>
                <c:pt idx="1316">
                  <c:v>4.0016499999999997</c:v>
                </c:pt>
                <c:pt idx="1317">
                  <c:v>4.2336499999999999</c:v>
                </c:pt>
                <c:pt idx="1318">
                  <c:v>4.0585000000000004</c:v>
                </c:pt>
                <c:pt idx="1319">
                  <c:v>3.9849199999999998</c:v>
                </c:pt>
                <c:pt idx="1320">
                  <c:v>4.06365</c:v>
                </c:pt>
                <c:pt idx="1321">
                  <c:v>3.90395</c:v>
                </c:pt>
                <c:pt idx="1322">
                  <c:v>3.9580700000000002</c:v>
                </c:pt>
                <c:pt idx="1323">
                  <c:v>3.7855099999999999</c:v>
                </c:pt>
                <c:pt idx="1324">
                  <c:v>3.5062799999999998</c:v>
                </c:pt>
                <c:pt idx="1325">
                  <c:v>3.5307400000000002</c:v>
                </c:pt>
                <c:pt idx="1326">
                  <c:v>3.4862700000000002</c:v>
                </c:pt>
                <c:pt idx="1327">
                  <c:v>3.4093200000000001</c:v>
                </c:pt>
                <c:pt idx="1328">
                  <c:v>3.3002500000000001</c:v>
                </c:pt>
                <c:pt idx="1329">
                  <c:v>3.2220200000000001</c:v>
                </c:pt>
                <c:pt idx="1330">
                  <c:v>3.16317</c:v>
                </c:pt>
                <c:pt idx="1331">
                  <c:v>3.1567799999999999</c:v>
                </c:pt>
                <c:pt idx="1332">
                  <c:v>3.3238500000000002</c:v>
                </c:pt>
                <c:pt idx="1333">
                  <c:v>3.3440300000000001</c:v>
                </c:pt>
                <c:pt idx="1334">
                  <c:v>3.5276800000000001</c:v>
                </c:pt>
                <c:pt idx="1335">
                  <c:v>3.48224</c:v>
                </c:pt>
                <c:pt idx="1336">
                  <c:v>3.4498099999999998</c:v>
                </c:pt>
                <c:pt idx="1337">
                  <c:v>3.2890600000000001</c:v>
                </c:pt>
                <c:pt idx="1338">
                  <c:v>3.20892</c:v>
                </c:pt>
                <c:pt idx="1339">
                  <c:v>3.1750500000000001</c:v>
                </c:pt>
                <c:pt idx="1340">
                  <c:v>3.1325099999999999</c:v>
                </c:pt>
                <c:pt idx="1341">
                  <c:v>3.0736599999999998</c:v>
                </c:pt>
                <c:pt idx="1342">
                  <c:v>#N/A</c:v>
                </c:pt>
                <c:pt idx="1343">
                  <c:v>2.99885</c:v>
                </c:pt>
                <c:pt idx="1344">
                  <c:v>2.8400500000000002</c:v>
                </c:pt>
                <c:pt idx="1345">
                  <c:v>2.96028</c:v>
                </c:pt>
                <c:pt idx="1346">
                  <c:v>3.11171</c:v>
                </c:pt>
                <c:pt idx="1347">
                  <c:v>2.8390200000000001</c:v>
                </c:pt>
                <c:pt idx="1348">
                  <c:v>2.95479</c:v>
                </c:pt>
                <c:pt idx="1349">
                  <c:v>3.0929600000000002</c:v>
                </c:pt>
                <c:pt idx="1350">
                  <c:v>2.98116</c:v>
                </c:pt>
                <c:pt idx="1351">
                  <c:v>2.8636900000000001</c:v>
                </c:pt>
                <c:pt idx="1352">
                  <c:v>2.8277000000000001</c:v>
                </c:pt>
                <c:pt idx="1353">
                  <c:v>2.7642600000000002</c:v>
                </c:pt>
                <c:pt idx="1354">
                  <c:v>2.8008999999999999</c:v>
                </c:pt>
                <c:pt idx="1355">
                  <c:v>2.7819400000000001</c:v>
                </c:pt>
                <c:pt idx="1356">
                  <c:v>2.81793</c:v>
                </c:pt>
                <c:pt idx="1357">
                  <c:v>2.9051800000000001</c:v>
                </c:pt>
                <c:pt idx="1358">
                  <c:v>2.99153</c:v>
                </c:pt>
                <c:pt idx="1359">
                  <c:v>3.08162</c:v>
                </c:pt>
                <c:pt idx="1360">
                  <c:v>2.9846599999999999</c:v>
                </c:pt>
                <c:pt idx="1361">
                  <c:v>3.0570200000000001</c:v>
                </c:pt>
                <c:pt idx="1362">
                  <c:v>3.1868400000000001</c:v>
                </c:pt>
                <c:pt idx="1363">
                  <c:v>3.1972499999999999</c:v>
                </c:pt>
                <c:pt idx="1364">
                  <c:v>3.0774400000000002</c:v>
                </c:pt>
                <c:pt idx="1365">
                  <c:v>3.1190600000000002</c:v>
                </c:pt>
                <c:pt idx="1366">
                  <c:v>3.11103</c:v>
                </c:pt>
                <c:pt idx="1367">
                  <c:v>3.0178799999999999</c:v>
                </c:pt>
                <c:pt idx="1368">
                  <c:v>3.0093299999999998</c:v>
                </c:pt>
                <c:pt idx="1369">
                  <c:v>2.9093499999999999</c:v>
                </c:pt>
                <c:pt idx="1370">
                  <c:v>3.0537100000000001</c:v>
                </c:pt>
                <c:pt idx="1371">
                  <c:v>#N/A</c:v>
                </c:pt>
                <c:pt idx="1372">
                  <c:v>3.06304</c:v>
                </c:pt>
                <c:pt idx="1373">
                  <c:v>3.1678700000000002</c:v>
                </c:pt>
                <c:pt idx="1374">
                  <c:v>3.3555000000000001</c:v>
                </c:pt>
                <c:pt idx="1375">
                  <c:v>3.19835</c:v>
                </c:pt>
                <c:pt idx="1376">
                  <c:v>3.3281399999999999</c:v>
                </c:pt>
                <c:pt idx="1377">
                  <c:v>3.32158</c:v>
                </c:pt>
                <c:pt idx="1378">
                  <c:v>3.24282</c:v>
                </c:pt>
                <c:pt idx="1379">
                  <c:v>3.08812</c:v>
                </c:pt>
                <c:pt idx="1380">
                  <c:v>2.95363</c:v>
                </c:pt>
                <c:pt idx="1381">
                  <c:v>2.85364</c:v>
                </c:pt>
                <c:pt idx="1382">
                  <c:v>2.8985799999999999</c:v>
                </c:pt>
                <c:pt idx="1383">
                  <c:v>3.02475</c:v>
                </c:pt>
                <c:pt idx="1384">
                  <c:v>2.93127</c:v>
                </c:pt>
                <c:pt idx="1385">
                  <c:v>2.6738</c:v>
                </c:pt>
                <c:pt idx="1386">
                  <c:v>2.7070699999999999</c:v>
                </c:pt>
                <c:pt idx="1387">
                  <c:v>2.63923</c:v>
                </c:pt>
                <c:pt idx="1388">
                  <c:v>2.6990099999999999</c:v>
                </c:pt>
                <c:pt idx="1389">
                  <c:v>2.7342399999999998</c:v>
                </c:pt>
                <c:pt idx="1390">
                  <c:v>2.72776</c:v>
                </c:pt>
                <c:pt idx="1391">
                  <c:v>2.8435000000000001</c:v>
                </c:pt>
                <c:pt idx="1392">
                  <c:v>2.5491899999999998</c:v>
                </c:pt>
                <c:pt idx="1393">
                  <c:v>2.4344399999999999</c:v>
                </c:pt>
                <c:pt idx="1394">
                  <c:v>2.3199100000000001</c:v>
                </c:pt>
                <c:pt idx="1395">
                  <c:v>2.39832</c:v>
                </c:pt>
                <c:pt idx="1396">
                  <c:v>2.2614200000000002</c:v>
                </c:pt>
                <c:pt idx="1397">
                  <c:v>2.3979200000000001</c:v>
                </c:pt>
                <c:pt idx="1398">
                  <c:v>2.55524</c:v>
                </c:pt>
                <c:pt idx="1399">
                  <c:v>2.6174499999999998</c:v>
                </c:pt>
                <c:pt idx="1400">
                  <c:v>2.6800799999999998</c:v>
                </c:pt>
                <c:pt idx="1401">
                  <c:v>2.7232400000000001</c:v>
                </c:pt>
                <c:pt idx="1402">
                  <c:v>2.7711600000000001</c:v>
                </c:pt>
                <c:pt idx="1403">
                  <c:v>2.6573000000000002</c:v>
                </c:pt>
                <c:pt idx="1404">
                  <c:v>2.71888</c:v>
                </c:pt>
                <c:pt idx="1405">
                  <c:v>2.7461899999999999</c:v>
                </c:pt>
                <c:pt idx="1406">
                  <c:v>2.6037300000000001</c:v>
                </c:pt>
                <c:pt idx="1407">
                  <c:v>2.64594</c:v>
                </c:pt>
                <c:pt idx="1408">
                  <c:v>2.6606700000000001</c:v>
                </c:pt>
                <c:pt idx="1409">
                  <c:v>2.7286899999999998</c:v>
                </c:pt>
                <c:pt idx="1410">
                  <c:v>2.7192500000000002</c:v>
                </c:pt>
                <c:pt idx="1411">
                  <c:v>2.7607699999999999</c:v>
                </c:pt>
                <c:pt idx="1412">
                  <c:v>2.87507</c:v>
                </c:pt>
                <c:pt idx="1413">
                  <c:v>2.8661300000000001</c:v>
                </c:pt>
                <c:pt idx="1414">
                  <c:v>2.9066999999999998</c:v>
                </c:pt>
                <c:pt idx="1415">
                  <c:v>2.7580200000000001</c:v>
                </c:pt>
                <c:pt idx="1416">
                  <c:v>2.6938800000000001</c:v>
                </c:pt>
                <c:pt idx="1417">
                  <c:v>#N/A</c:v>
                </c:pt>
                <c:pt idx="1418">
                  <c:v>2.4628100000000002</c:v>
                </c:pt>
                <c:pt idx="1419">
                  <c:v>2.5239500000000001</c:v>
                </c:pt>
                <c:pt idx="1420">
                  <c:v>2.6088900000000002</c:v>
                </c:pt>
                <c:pt idx="1421">
                  <c:v>2.5677300000000001</c:v>
                </c:pt>
                <c:pt idx="1422">
                  <c:v>2.5213899999999998</c:v>
                </c:pt>
                <c:pt idx="1423">
                  <c:v>2.4307400000000001</c:v>
                </c:pt>
                <c:pt idx="1424">
                  <c:v>2.2937599999999998</c:v>
                </c:pt>
                <c:pt idx="1425">
                  <c:v>2.3705099999999999</c:v>
                </c:pt>
                <c:pt idx="1426">
                  <c:v>2.26993</c:v>
                </c:pt>
                <c:pt idx="1427">
                  <c:v>2.31508</c:v>
                </c:pt>
                <c:pt idx="1428">
                  <c:v>2.3365</c:v>
                </c:pt>
                <c:pt idx="1429">
                  <c:v>2.37696</c:v>
                </c:pt>
                <c:pt idx="1430">
                  <c:v>2.4613399999999999</c:v>
                </c:pt>
                <c:pt idx="1431">
                  <c:v>2.5037699999999998</c:v>
                </c:pt>
                <c:pt idx="1432">
                  <c:v>2.4474900000000002</c:v>
                </c:pt>
                <c:pt idx="1433">
                  <c:v>2.4277500000000001</c:v>
                </c:pt>
                <c:pt idx="1434">
                  <c:v>2.2340200000000001</c:v>
                </c:pt>
                <c:pt idx="1435">
                  <c:v>2.3543699999999999</c:v>
                </c:pt>
                <c:pt idx="1436">
                  <c:v>2.29691</c:v>
                </c:pt>
                <c:pt idx="1437">
                  <c:v>2.2009099999999999</c:v>
                </c:pt>
                <c:pt idx="1438">
                  <c:v>2.11775</c:v>
                </c:pt>
                <c:pt idx="1439">
                  <c:v>2.1652999999999998</c:v>
                </c:pt>
                <c:pt idx="1440">
                  <c:v>1.97512</c:v>
                </c:pt>
                <c:pt idx="1441">
                  <c:v>1.7595000000000001</c:v>
                </c:pt>
                <c:pt idx="1442">
                  <c:v>#N/A</c:v>
                </c:pt>
                <c:pt idx="1443">
                  <c:v>2.00658</c:v>
                </c:pt>
                <c:pt idx="1444">
                  <c:v>1.9815100000000001</c:v>
                </c:pt>
                <c:pt idx="1445">
                  <c:v>2.00813</c:v>
                </c:pt>
                <c:pt idx="1446">
                  <c:v>2.0880100000000001</c:v>
                </c:pt>
                <c:pt idx="1447">
                  <c:v>2.1660900000000001</c:v>
                </c:pt>
                <c:pt idx="1448">
                  <c:v>2.2769200000000001</c:v>
                </c:pt>
                <c:pt idx="1449">
                  <c:v>2.2741899999999999</c:v>
                </c:pt>
                <c:pt idx="1450">
                  <c:v>2.2808899999999999</c:v>
                </c:pt>
                <c:pt idx="1451">
                  <c:v>2.2450299999999999</c:v>
                </c:pt>
                <c:pt idx="1452">
                  <c:v>2.2286700000000002</c:v>
                </c:pt>
                <c:pt idx="1453">
                  <c:v>2.5226299999999999</c:v>
                </c:pt>
                <c:pt idx="1454">
                  <c:v>2.6307</c:v>
                </c:pt>
                <c:pt idx="1455">
                  <c:v>2.3064800000000001</c:v>
                </c:pt>
                <c:pt idx="1456">
                  <c:v>2.3660399999999999</c:v>
                </c:pt>
                <c:pt idx="1457">
                  <c:v>2.2972000000000001</c:v>
                </c:pt>
                <c:pt idx="1458">
                  <c:v>2.30158</c:v>
                </c:pt>
                <c:pt idx="1459">
                  <c:v>2.2103299999999999</c:v>
                </c:pt>
                <c:pt idx="1460">
                  <c:v>2.2242099999999998</c:v>
                </c:pt>
                <c:pt idx="1461">
                  <c:v>2.2040099999999998</c:v>
                </c:pt>
                <c:pt idx="1462">
                  <c:v>2.0759699999999999</c:v>
                </c:pt>
                <c:pt idx="1463">
                  <c:v>2.0032800000000002</c:v>
                </c:pt>
                <c:pt idx="1464">
                  <c:v>#N/A</c:v>
                </c:pt>
                <c:pt idx="1465">
                  <c:v>2.0603099999999999</c:v>
                </c:pt>
                <c:pt idx="1466">
                  <c:v>2.0824799999999999</c:v>
                </c:pt>
                <c:pt idx="1467">
                  <c:v>2.1237400000000002</c:v>
                </c:pt>
                <c:pt idx="1468">
                  <c:v>2.1684199999999998</c:v>
                </c:pt>
                <c:pt idx="1469">
                  <c:v>2.14798</c:v>
                </c:pt>
                <c:pt idx="1470">
                  <c:v>2.2009099999999999</c:v>
                </c:pt>
                <c:pt idx="1471">
                  <c:v>2.16465</c:v>
                </c:pt>
                <c:pt idx="1472">
                  <c:v>2.11042</c:v>
                </c:pt>
                <c:pt idx="1473">
                  <c:v>2.0623399999999998</c:v>
                </c:pt>
                <c:pt idx="1474">
                  <c:v>2.00393</c:v>
                </c:pt>
                <c:pt idx="1475">
                  <c:v>#N/A</c:v>
                </c:pt>
                <c:pt idx="1476">
                  <c:v>2.1522700000000001</c:v>
                </c:pt>
                <c:pt idx="1477">
                  <c:v>2.2342</c:v>
                </c:pt>
                <c:pt idx="1478">
                  <c:v>2.1204499999999999</c:v>
                </c:pt>
                <c:pt idx="1479">
                  <c:v>2.1081300000000001</c:v>
                </c:pt>
                <c:pt idx="1480">
                  <c:v>2.0442300000000002</c:v>
                </c:pt>
                <c:pt idx="1481">
                  <c:v>1.97431</c:v>
                </c:pt>
                <c:pt idx="1482">
                  <c:v>2.0243199999999999</c:v>
                </c:pt>
                <c:pt idx="1483">
                  <c:v>2.1126</c:v>
                </c:pt>
                <c:pt idx="1484">
                  <c:v>2.1366999999999998</c:v>
                </c:pt>
                <c:pt idx="1485">
                  <c:v>2.09734</c:v>
                </c:pt>
                <c:pt idx="1486">
                  <c:v>2.0669200000000001</c:v>
                </c:pt>
                <c:pt idx="1487">
                  <c:v>2.0534599999999998</c:v>
                </c:pt>
                <c:pt idx="1488">
                  <c:v>2.0672799999999998</c:v>
                </c:pt>
                <c:pt idx="1489">
                  <c:v>2.1551499999999999</c:v>
                </c:pt>
                <c:pt idx="1490">
                  <c:v>2.2787299999999999</c:v>
                </c:pt>
                <c:pt idx="1491">
                  <c:v>2.1463999999999999</c:v>
                </c:pt>
                <c:pt idx="1492">
                  <c:v>2.0374500000000002</c:v>
                </c:pt>
                <c:pt idx="1493">
                  <c:v>2.1115300000000001</c:v>
                </c:pt>
                <c:pt idx="1494">
                  <c:v>2.1240899999999998</c:v>
                </c:pt>
                <c:pt idx="1495">
                  <c:v>2.0803600000000002</c:v>
                </c:pt>
                <c:pt idx="1496">
                  <c:v>#N/A</c:v>
                </c:pt>
                <c:pt idx="1497">
                  <c:v>2.0104099999999998</c:v>
                </c:pt>
                <c:pt idx="1498">
                  <c:v>2.0274200000000002</c:v>
                </c:pt>
                <c:pt idx="1499">
                  <c:v>2.0288200000000001</c:v>
                </c:pt>
                <c:pt idx="1500">
                  <c:v>1.9821299999999999</c:v>
                </c:pt>
                <c:pt idx="1501">
                  <c:v>#N/A</c:v>
                </c:pt>
                <c:pt idx="1502">
                  <c:v>1.9082399999999999</c:v>
                </c:pt>
                <c:pt idx="1503">
                  <c:v>1.89547</c:v>
                </c:pt>
                <c:pt idx="1504">
                  <c:v>1.8851500000000001</c:v>
                </c:pt>
                <c:pt idx="1505">
                  <c:v>1.9351100000000001</c:v>
                </c:pt>
                <c:pt idx="1506">
                  <c:v>1.89934</c:v>
                </c:pt>
                <c:pt idx="1507">
                  <c:v>1.8572500000000001</c:v>
                </c:pt>
                <c:pt idx="1508">
                  <c:v>1.98678</c:v>
                </c:pt>
                <c:pt idx="1509">
                  <c:v>1.9611499999999999</c:v>
                </c:pt>
                <c:pt idx="1510">
                  <c:v>2.0926399999999998</c:v>
                </c:pt>
                <c:pt idx="1511">
                  <c:v>2.1441699999999999</c:v>
                </c:pt>
                <c:pt idx="1512">
                  <c:v>#N/A</c:v>
                </c:pt>
                <c:pt idx="1513">
                  <c:v>2.1100300000000001</c:v>
                </c:pt>
                <c:pt idx="1514">
                  <c:v>2.2066699999999999</c:v>
                </c:pt>
                <c:pt idx="1515">
                  <c:v>2.3014700000000001</c:v>
                </c:pt>
                <c:pt idx="1516">
                  <c:v>2.3220999999999998</c:v>
                </c:pt>
                <c:pt idx="1517">
                  <c:v>2.2427199999999998</c:v>
                </c:pt>
                <c:pt idx="1518">
                  <c:v>2.1938200000000001</c:v>
                </c:pt>
                <c:pt idx="1519">
                  <c:v>2.3281999999999998</c:v>
                </c:pt>
                <c:pt idx="1520">
                  <c:v>2.33405</c:v>
                </c:pt>
                <c:pt idx="1521">
                  <c:v>2.4070299999999998</c:v>
                </c:pt>
                <c:pt idx="1522">
                  <c:v>2.36694</c:v>
                </c:pt>
                <c:pt idx="1523">
                  <c:v>2.4291900000000002</c:v>
                </c:pt>
                <c:pt idx="1524">
                  <c:v>2.39486</c:v>
                </c:pt>
                <c:pt idx="1525">
                  <c:v>2.6032700000000002</c:v>
                </c:pt>
                <c:pt idx="1526">
                  <c:v>2.7077599999999999</c:v>
                </c:pt>
                <c:pt idx="1527">
                  <c:v>2.65639</c:v>
                </c:pt>
                <c:pt idx="1528">
                  <c:v>2.5150000000000001</c:v>
                </c:pt>
                <c:pt idx="1529">
                  <c:v>2.3835099999999998</c:v>
                </c:pt>
                <c:pt idx="1530">
                  <c:v>2.2535799999999999</c:v>
                </c:pt>
                <c:pt idx="1531">
                  <c:v>2.2907999999999999</c:v>
                </c:pt>
                <c:pt idx="1532">
                  <c:v>#N/A</c:v>
                </c:pt>
                <c:pt idx="1533">
                  <c:v>2.2789199999999998</c:v>
                </c:pt>
                <c:pt idx="1534">
                  <c:v>2.2501899999999999</c:v>
                </c:pt>
                <c:pt idx="1535">
                  <c:v>2.1915399999999998</c:v>
                </c:pt>
                <c:pt idx="1536">
                  <c:v>2.24065</c:v>
                </c:pt>
                <c:pt idx="1537">
                  <c:v>2.2194400000000001</c:v>
                </c:pt>
                <c:pt idx="1538">
                  <c:v>2.3994200000000001</c:v>
                </c:pt>
                <c:pt idx="1539">
                  <c:v>2.2420399999999998</c:v>
                </c:pt>
                <c:pt idx="1540">
                  <c:v>2.2019799999999998</c:v>
                </c:pt>
                <c:pt idx="1541">
                  <c:v>2.1099700000000001</c:v>
                </c:pt>
                <c:pt idx="1542">
                  <c:v>1.9964599999999999</c:v>
                </c:pt>
                <c:pt idx="1543">
                  <c:v>2.0152000000000001</c:v>
                </c:pt>
                <c:pt idx="1544">
                  <c:v>2.0819200000000002</c:v>
                </c:pt>
                <c:pt idx="1545">
                  <c:v>2.0464500000000001</c:v>
                </c:pt>
                <c:pt idx="1546">
                  <c:v>1.9067400000000001</c:v>
                </c:pt>
                <c:pt idx="1547">
                  <c:v>1.87294</c:v>
                </c:pt>
                <c:pt idx="1548">
                  <c:v>1.8553200000000001</c:v>
                </c:pt>
                <c:pt idx="1549">
                  <c:v>1.8567800000000001</c:v>
                </c:pt>
                <c:pt idx="1550">
                  <c:v>1.85432</c:v>
                </c:pt>
                <c:pt idx="1551">
                  <c:v>1.88053</c:v>
                </c:pt>
                <c:pt idx="1552">
                  <c:v>1.9269000000000001</c:v>
                </c:pt>
                <c:pt idx="1553">
                  <c:v>1.94506</c:v>
                </c:pt>
                <c:pt idx="1554">
                  <c:v>1.91936</c:v>
                </c:pt>
                <c:pt idx="1555">
                  <c:v>1.9200299999999999</c:v>
                </c:pt>
                <c:pt idx="1556">
                  <c:v>1.92462</c:v>
                </c:pt>
                <c:pt idx="1557">
                  <c:v>1.9476100000000001</c:v>
                </c:pt>
                <c:pt idx="1558">
                  <c:v>1.88747</c:v>
                </c:pt>
                <c:pt idx="1559">
                  <c:v>1.80884</c:v>
                </c:pt>
                <c:pt idx="1560">
                  <c:v>1.8122400000000001</c:v>
                </c:pt>
                <c:pt idx="1561">
                  <c:v>1.7861899999999999</c:v>
                </c:pt>
                <c:pt idx="1562">
                  <c:v>1.7454499999999999</c:v>
                </c:pt>
                <c:pt idx="1563">
                  <c:v>1.7239800000000001</c:v>
                </c:pt>
                <c:pt idx="1564">
                  <c:v>1.726</c:v>
                </c:pt>
                <c:pt idx="1565">
                  <c:v>1.70892</c:v>
                </c:pt>
                <c:pt idx="1566">
                  <c:v>#N/A</c:v>
                </c:pt>
                <c:pt idx="1567">
                  <c:v>1.57565</c:v>
                </c:pt>
                <c:pt idx="1568">
                  <c:v>1.5920000000000001</c:v>
                </c:pt>
                <c:pt idx="1569">
                  <c:v>1.7065900000000001</c:v>
                </c:pt>
                <c:pt idx="1570">
                  <c:v>1.66056</c:v>
                </c:pt>
                <c:pt idx="1571">
                  <c:v>1.6676899999999999</c:v>
                </c:pt>
                <c:pt idx="1572">
                  <c:v>1.7407300000000001</c:v>
                </c:pt>
                <c:pt idx="1573">
                  <c:v>1.7319199999999999</c:v>
                </c:pt>
                <c:pt idx="1574">
                  <c:v>1.6655500000000001</c:v>
                </c:pt>
                <c:pt idx="1575">
                  <c:v>1.62449</c:v>
                </c:pt>
                <c:pt idx="1576">
                  <c:v>1.7327600000000001</c:v>
                </c:pt>
                <c:pt idx="1577">
                  <c:v>1.7251399999999999</c:v>
                </c:pt>
                <c:pt idx="1578">
                  <c:v>1.7325900000000001</c:v>
                </c:pt>
                <c:pt idx="1579">
                  <c:v>1.7872600000000001</c:v>
                </c:pt>
                <c:pt idx="1580">
                  <c:v>1.7506600000000001</c:v>
                </c:pt>
                <c:pt idx="1581">
                  <c:v>1.69784</c:v>
                </c:pt>
                <c:pt idx="1582">
                  <c:v>1.69537</c:v>
                </c:pt>
                <c:pt idx="1583">
                  <c:v>1.88035</c:v>
                </c:pt>
                <c:pt idx="1584">
                  <c:v>1.8026199999999999</c:v>
                </c:pt>
                <c:pt idx="1585">
                  <c:v>1.8709199999999999</c:v>
                </c:pt>
                <c:pt idx="1586">
                  <c:v>1.9219299999999999</c:v>
                </c:pt>
                <c:pt idx="1587">
                  <c:v>1.85887</c:v>
                </c:pt>
                <c:pt idx="1588">
                  <c:v>2.0147599999999999</c:v>
                </c:pt>
                <c:pt idx="1589">
                  <c:v>2.19638</c:v>
                </c:pt>
                <c:pt idx="1590">
                  <c:v>2.5282800000000001</c:v>
                </c:pt>
                <c:pt idx="1591">
                  <c:v>2.4737399999999998</c:v>
                </c:pt>
                <c:pt idx="1592">
                  <c:v>2.1469200000000002</c:v>
                </c:pt>
                <c:pt idx="1593">
                  <c:v>2.1076700000000002</c:v>
                </c:pt>
                <c:pt idx="1594">
                  <c:v>2.0242800000000001</c:v>
                </c:pt>
                <c:pt idx="1595">
                  <c:v>2.0364200000000001</c:v>
                </c:pt>
                <c:pt idx="1596">
                  <c:v>2.1870099999999999</c:v>
                </c:pt>
                <c:pt idx="1597">
                  <c:v>2.1780400000000002</c:v>
                </c:pt>
                <c:pt idx="1598">
                  <c:v>2.3434599999999999</c:v>
                </c:pt>
                <c:pt idx="1599">
                  <c:v>2.4281600000000001</c:v>
                </c:pt>
                <c:pt idx="1600">
                  <c:v>2.6160700000000001</c:v>
                </c:pt>
                <c:pt idx="1601">
                  <c:v>2.61571</c:v>
                </c:pt>
                <c:pt idx="1602">
                  <c:v>2.5056400000000001</c:v>
                </c:pt>
                <c:pt idx="1603">
                  <c:v>2.60162</c:v>
                </c:pt>
                <c:pt idx="1604">
                  <c:v>2.4807199999999998</c:v>
                </c:pt>
                <c:pt idx="1605">
                  <c:v>2.3434300000000001</c:v>
                </c:pt>
                <c:pt idx="1606">
                  <c:v>2.4136500000000001</c:v>
                </c:pt>
                <c:pt idx="1607">
                  <c:v>#N/A</c:v>
                </c:pt>
                <c:pt idx="1608">
                  <c:v>2.3370199999999999</c:v>
                </c:pt>
                <c:pt idx="1609">
                  <c:v>2.2526700000000002</c:v>
                </c:pt>
                <c:pt idx="1610">
                  <c:v>2.1659799999999998</c:v>
                </c:pt>
                <c:pt idx="1611">
                  <c:v>2.38191</c:v>
                </c:pt>
                <c:pt idx="1612">
                  <c:v>2.3619599999999998</c:v>
                </c:pt>
                <c:pt idx="1613">
                  <c:v>2.42374</c:v>
                </c:pt>
                <c:pt idx="1614">
                  <c:v>2.3664000000000001</c:v>
                </c:pt>
                <c:pt idx="1615">
                  <c:v>2.20479</c:v>
                </c:pt>
                <c:pt idx="1616">
                  <c:v>2.3150599999999999</c:v>
                </c:pt>
                <c:pt idx="1617">
                  <c:v>2.2219199999999999</c:v>
                </c:pt>
                <c:pt idx="1618">
                  <c:v>2.1015299999999999</c:v>
                </c:pt>
                <c:pt idx="1619">
                  <c:v>2.09545</c:v>
                </c:pt>
                <c:pt idx="1620">
                  <c:v>2.17334</c:v>
                </c:pt>
                <c:pt idx="1621">
                  <c:v>2.1208200000000001</c:v>
                </c:pt>
                <c:pt idx="1622">
                  <c:v>2.09531</c:v>
                </c:pt>
                <c:pt idx="1623">
                  <c:v>2.1615600000000001</c:v>
                </c:pt>
                <c:pt idx="1624">
                  <c:v>2.1719900000000001</c:v>
                </c:pt>
                <c:pt idx="1625">
                  <c:v>2.1693899999999999</c:v>
                </c:pt>
                <c:pt idx="1626">
                  <c:v>2.1862300000000001</c:v>
                </c:pt>
                <c:pt idx="1627">
                  <c:v>2.1721599999999999</c:v>
                </c:pt>
                <c:pt idx="1628">
                  <c:v>2.2974600000000001</c:v>
                </c:pt>
                <c:pt idx="1629">
                  <c:v>2.29311</c:v>
                </c:pt>
                <c:pt idx="1630">
                  <c:v>2.3142100000000001</c:v>
                </c:pt>
                <c:pt idx="1631">
                  <c:v>2.2815300000000001</c:v>
                </c:pt>
                <c:pt idx="1632">
                  <c:v>#N/A</c:v>
                </c:pt>
                <c:pt idx="1633">
                  <c:v>2.2761399999999998</c:v>
                </c:pt>
                <c:pt idx="1634">
                  <c:v>2.1938200000000001</c:v>
                </c:pt>
                <c:pt idx="1635">
                  <c:v>2.1590400000000001</c:v>
                </c:pt>
                <c:pt idx="1636">
                  <c:v>2.0564499999999999</c:v>
                </c:pt>
                <c:pt idx="1637">
                  <c:v>2.0487600000000001</c:v>
                </c:pt>
                <c:pt idx="1638">
                  <c:v>1.9117200000000001</c:v>
                </c:pt>
                <c:pt idx="1639">
                  <c:v>1.9052500000000001</c:v>
                </c:pt>
                <c:pt idx="1640">
                  <c:v>1.9521900000000001</c:v>
                </c:pt>
                <c:pt idx="1641">
                  <c:v>1.99597</c:v>
                </c:pt>
                <c:pt idx="1642">
                  <c:v>1.9607399999999999</c:v>
                </c:pt>
                <c:pt idx="1643">
                  <c:v>1.97061</c:v>
                </c:pt>
                <c:pt idx="1644">
                  <c:v>2.02339</c:v>
                </c:pt>
                <c:pt idx="1645">
                  <c:v>1.91662</c:v>
                </c:pt>
                <c:pt idx="1646">
                  <c:v>1.81416</c:v>
                </c:pt>
                <c:pt idx="1647">
                  <c:v>1.6974199999999999</c:v>
                </c:pt>
                <c:pt idx="1648">
                  <c:v>1.6921999999999999</c:v>
                </c:pt>
                <c:pt idx="1649">
                  <c:v>1.7549300000000001</c:v>
                </c:pt>
                <c:pt idx="1650">
                  <c:v>1.7556400000000001</c:v>
                </c:pt>
                <c:pt idx="1651">
                  <c:v>1.8256699999999999</c:v>
                </c:pt>
                <c:pt idx="1652">
                  <c:v>1.7301299999999999</c:v>
                </c:pt>
                <c:pt idx="1653">
                  <c:v>1.7476</c:v>
                </c:pt>
                <c:pt idx="1654">
                  <c:v>1.6733100000000001</c:v>
                </c:pt>
                <c:pt idx="1655">
                  <c:v>1.70082</c:v>
                </c:pt>
                <c:pt idx="1656">
                  <c:v>1.7378100000000001</c:v>
                </c:pt>
                <c:pt idx="1657">
                  <c:v>1.53776</c:v>
                </c:pt>
                <c:pt idx="1658">
                  <c:v>1.5589999999999999</c:v>
                </c:pt>
                <c:pt idx="1659">
                  <c:v>1.5091300000000001</c:v>
                </c:pt>
                <c:pt idx="1660">
                  <c:v>1.5185299999999999</c:v>
                </c:pt>
                <c:pt idx="1661">
                  <c:v>1.62748</c:v>
                </c:pt>
                <c:pt idx="1662">
                  <c:v>1.69506</c:v>
                </c:pt>
                <c:pt idx="1663">
                  <c:v>1.4969300000000001</c:v>
                </c:pt>
                <c:pt idx="1664">
                  <c:v>1.4237299999999999</c:v>
                </c:pt>
                <c:pt idx="1665">
                  <c:v>1.49719</c:v>
                </c:pt>
                <c:pt idx="1666">
                  <c:v>1.5341499999999999</c:v>
                </c:pt>
                <c:pt idx="1667">
                  <c:v>1.53599</c:v>
                </c:pt>
                <c:pt idx="1668">
                  <c:v>1.70791</c:v>
                </c:pt>
                <c:pt idx="1669">
                  <c:v>1.7314000000000001</c:v>
                </c:pt>
                <c:pt idx="1670">
                  <c:v>1.8141700000000001</c:v>
                </c:pt>
                <c:pt idx="1671">
                  <c:v>1.7786599999999999</c:v>
                </c:pt>
                <c:pt idx="1672">
                  <c:v>1.93381</c:v>
                </c:pt>
                <c:pt idx="1673">
                  <c:v>1.97217</c:v>
                </c:pt>
                <c:pt idx="1674">
                  <c:v>1.87571</c:v>
                </c:pt>
                <c:pt idx="1675">
                  <c:v>1.7569699999999999</c:v>
                </c:pt>
                <c:pt idx="1676">
                  <c:v>1.72458</c:v>
                </c:pt>
                <c:pt idx="1677">
                  <c:v>#N/A</c:v>
                </c:pt>
                <c:pt idx="1678">
                  <c:v>1.8441799999999999</c:v>
                </c:pt>
                <c:pt idx="1679">
                  <c:v>1.8964000000000001</c:v>
                </c:pt>
                <c:pt idx="1680">
                  <c:v>1.8082100000000001</c:v>
                </c:pt>
                <c:pt idx="1681">
                  <c:v>1.7116499999999999</c:v>
                </c:pt>
                <c:pt idx="1682">
                  <c:v>1.77092</c:v>
                </c:pt>
                <c:pt idx="1683">
                  <c:v>1.7691300000000001</c:v>
                </c:pt>
                <c:pt idx="1684">
                  <c:v>1.6613199999999999</c:v>
                </c:pt>
                <c:pt idx="1685">
                  <c:v>1.6161000000000001</c:v>
                </c:pt>
                <c:pt idx="1686">
                  <c:v>1.6387</c:v>
                </c:pt>
                <c:pt idx="1687">
                  <c:v>1.73875</c:v>
                </c:pt>
                <c:pt idx="1688">
                  <c:v>1.8608100000000001</c:v>
                </c:pt>
                <c:pt idx="1689">
                  <c:v>1.8102</c:v>
                </c:pt>
                <c:pt idx="1690">
                  <c:v>1.81972</c:v>
                </c:pt>
                <c:pt idx="1691">
                  <c:v>1.73742</c:v>
                </c:pt>
                <c:pt idx="1692">
                  <c:v>1.7486299999999999</c:v>
                </c:pt>
                <c:pt idx="1693">
                  <c:v>1.77972</c:v>
                </c:pt>
                <c:pt idx="1694">
                  <c:v>1.6832400000000001</c:v>
                </c:pt>
                <c:pt idx="1695">
                  <c:v>1.68662</c:v>
                </c:pt>
                <c:pt idx="1696">
                  <c:v>1.65683</c:v>
                </c:pt>
                <c:pt idx="1697">
                  <c:v>1.6935800000000001</c:v>
                </c:pt>
                <c:pt idx="1698">
                  <c:v>1.72786</c:v>
                </c:pt>
                <c:pt idx="1699">
                  <c:v>1.7665200000000001</c:v>
                </c:pt>
                <c:pt idx="1700">
                  <c:v>1.7475400000000001</c:v>
                </c:pt>
                <c:pt idx="1701">
                  <c:v>1.71224</c:v>
                </c:pt>
                <c:pt idx="1702">
                  <c:v>#N/A</c:v>
                </c:pt>
                <c:pt idx="1703">
                  <c:v>1.5781099999999999</c:v>
                </c:pt>
                <c:pt idx="1704">
                  <c:v>1.56795</c:v>
                </c:pt>
                <c:pt idx="1705">
                  <c:v>1.5146500000000001</c:v>
                </c:pt>
                <c:pt idx="1706">
                  <c:v>1.5105200000000001</c:v>
                </c:pt>
                <c:pt idx="1707">
                  <c:v>1.60534</c:v>
                </c:pt>
                <c:pt idx="1708">
                  <c:v>1.64656</c:v>
                </c:pt>
                <c:pt idx="1709">
                  <c:v>1.6213</c:v>
                </c:pt>
                <c:pt idx="1710">
                  <c:v>1.6369</c:v>
                </c:pt>
                <c:pt idx="1711">
                  <c:v>1.51153</c:v>
                </c:pt>
                <c:pt idx="1712">
                  <c:v>1.4495400000000001</c:v>
                </c:pt>
                <c:pt idx="1713">
                  <c:v>1.4369700000000001</c:v>
                </c:pt>
                <c:pt idx="1714">
                  <c:v>1.3595699999999999</c:v>
                </c:pt>
                <c:pt idx="1715">
                  <c:v>1.35758</c:v>
                </c:pt>
                <c:pt idx="1716">
                  <c:v>1.3802700000000001</c:v>
                </c:pt>
                <c:pt idx="1717">
                  <c:v>1.32159</c:v>
                </c:pt>
                <c:pt idx="1718">
                  <c:v>1.36277</c:v>
                </c:pt>
                <c:pt idx="1719">
                  <c:v>1.34996</c:v>
                </c:pt>
                <c:pt idx="1720">
                  <c:v>1.3660600000000001</c:v>
                </c:pt>
                <c:pt idx="1721">
                  <c:v>1.3523000000000001</c:v>
                </c:pt>
                <c:pt idx="1722">
                  <c:v>1.4723200000000001</c:v>
                </c:pt>
                <c:pt idx="1723">
                  <c:v>1.43428</c:v>
                </c:pt>
                <c:pt idx="1724">
                  <c:v>1.46608</c:v>
                </c:pt>
                <c:pt idx="1725">
                  <c:v>#N/A</c:v>
                </c:pt>
                <c:pt idx="1726">
                  <c:v>1.51312</c:v>
                </c:pt>
                <c:pt idx="1727">
                  <c:v>1.44686</c:v>
                </c:pt>
                <c:pt idx="1728">
                  <c:v>1.6823600000000001</c:v>
                </c:pt>
                <c:pt idx="1729">
                  <c:v>1.5774600000000001</c:v>
                </c:pt>
                <c:pt idx="1730">
                  <c:v>1.57125</c:v>
                </c:pt>
                <c:pt idx="1731">
                  <c:v>1.58569</c:v>
                </c:pt>
                <c:pt idx="1732">
                  <c:v>1.62998</c:v>
                </c:pt>
                <c:pt idx="1733">
                  <c:v>1.6842900000000001</c:v>
                </c:pt>
                <c:pt idx="1734">
                  <c:v>1.52878</c:v>
                </c:pt>
                <c:pt idx="1735">
                  <c:v>#N/A</c:v>
                </c:pt>
                <c:pt idx="1736">
                  <c:v>1.52878</c:v>
                </c:pt>
                <c:pt idx="1737">
                  <c:v>1.6879299999999999</c:v>
                </c:pt>
                <c:pt idx="1738">
                  <c:v>1.8049500000000001</c:v>
                </c:pt>
                <c:pt idx="1739">
                  <c:v>1.6556299999999999</c:v>
                </c:pt>
                <c:pt idx="1740">
                  <c:v>1.6102700000000001</c:v>
                </c:pt>
                <c:pt idx="1741">
                  <c:v>1.5630900000000001</c:v>
                </c:pt>
                <c:pt idx="1742">
                  <c:v>1.5819399999999999</c:v>
                </c:pt>
                <c:pt idx="1743">
                  <c:v>1.48038</c:v>
                </c:pt>
                <c:pt idx="1744">
                  <c:v>1.5023599999999999</c:v>
                </c:pt>
                <c:pt idx="1745">
                  <c:v>1.4803299999999999</c:v>
                </c:pt>
                <c:pt idx="1746">
                  <c:v>1.4480900000000001</c:v>
                </c:pt>
                <c:pt idx="1747">
                  <c:v>1.5376099999999999</c:v>
                </c:pt>
                <c:pt idx="1748">
                  <c:v>1.4845699999999999</c:v>
                </c:pt>
                <c:pt idx="1749">
                  <c:v>1.55393</c:v>
                </c:pt>
                <c:pt idx="1750">
                  <c:v>1.6452800000000001</c:v>
                </c:pt>
                <c:pt idx="1751">
                  <c:v>1.8008</c:v>
                </c:pt>
                <c:pt idx="1752">
                  <c:v>1.70004</c:v>
                </c:pt>
                <c:pt idx="1753">
                  <c:v>1.7177500000000001</c:v>
                </c:pt>
                <c:pt idx="1754">
                  <c:v>1.6742900000000001</c:v>
                </c:pt>
                <c:pt idx="1755">
                  <c:v>1.6493100000000001</c:v>
                </c:pt>
                <c:pt idx="1756">
                  <c:v>#N/A</c:v>
                </c:pt>
                <c:pt idx="1757">
                  <c:v>1.6288</c:v>
                </c:pt>
                <c:pt idx="1758">
                  <c:v>1.61435</c:v>
                </c:pt>
                <c:pt idx="1759">
                  <c:v>1.66354</c:v>
                </c:pt>
                <c:pt idx="1760">
                  <c:v>1.62409</c:v>
                </c:pt>
                <c:pt idx="1761">
                  <c:v>1.7195800000000001</c:v>
                </c:pt>
                <c:pt idx="1762">
                  <c:v>1.63208</c:v>
                </c:pt>
                <c:pt idx="1763">
                  <c:v>1.4149499999999999</c:v>
                </c:pt>
                <c:pt idx="1764">
                  <c:v>1.3713599999999999</c:v>
                </c:pt>
                <c:pt idx="1765">
                  <c:v>1.41466</c:v>
                </c:pt>
                <c:pt idx="1766">
                  <c:v>1.47106</c:v>
                </c:pt>
                <c:pt idx="1767">
                  <c:v>1.51555</c:v>
                </c:pt>
                <c:pt idx="1768">
                  <c:v>1.43512</c:v>
                </c:pt>
                <c:pt idx="1769">
                  <c:v>1.38341</c:v>
                </c:pt>
                <c:pt idx="1770">
                  <c:v>1.43083</c:v>
                </c:pt>
                <c:pt idx="1771">
                  <c:v>1.42309</c:v>
                </c:pt>
                <c:pt idx="1772">
                  <c:v>#N/A</c:v>
                </c:pt>
                <c:pt idx="1773">
                  <c:v>1.40185</c:v>
                </c:pt>
                <c:pt idx="1774">
                  <c:v>1.4821500000000001</c:v>
                </c:pt>
                <c:pt idx="1775">
                  <c:v>1.47312</c:v>
                </c:pt>
                <c:pt idx="1776">
                  <c:v>1.47078</c:v>
                </c:pt>
                <c:pt idx="1777">
                  <c:v>1.41774</c:v>
                </c:pt>
                <c:pt idx="1778">
                  <c:v>1.51586</c:v>
                </c:pt>
                <c:pt idx="1779">
                  <c:v>1.4152100000000001</c:v>
                </c:pt>
                <c:pt idx="1780">
                  <c:v>1.4561900000000001</c:v>
                </c:pt>
                <c:pt idx="1781">
                  <c:v>1.5656300000000001</c:v>
                </c:pt>
                <c:pt idx="1782">
                  <c:v>1.49949</c:v>
                </c:pt>
                <c:pt idx="1783">
                  <c:v>1.40551</c:v>
                </c:pt>
                <c:pt idx="1784">
                  <c:v>1.3565799999999999</c:v>
                </c:pt>
                <c:pt idx="1785">
                  <c:v>1.4008799999999999</c:v>
                </c:pt>
                <c:pt idx="1786">
                  <c:v>1.34819</c:v>
                </c:pt>
                <c:pt idx="1787">
                  <c:v>1.4035200000000001</c:v>
                </c:pt>
                <c:pt idx="1788">
                  <c:v>1.3871</c:v>
                </c:pt>
                <c:pt idx="1789">
                  <c:v>1.46916</c:v>
                </c:pt>
                <c:pt idx="1790">
                  <c:v>1.50996</c:v>
                </c:pt>
                <c:pt idx="1791">
                  <c:v>1.54436</c:v>
                </c:pt>
                <c:pt idx="1792">
                  <c:v>1.5721700000000001</c:v>
                </c:pt>
                <c:pt idx="1793">
                  <c:v>1.60686</c:v>
                </c:pt>
                <c:pt idx="1794">
                  <c:v>1.53067</c:v>
                </c:pt>
                <c:pt idx="1795">
                  <c:v>1.5126299999999999</c:v>
                </c:pt>
                <c:pt idx="1796">
                  <c:v>1.5032399999999999</c:v>
                </c:pt>
                <c:pt idx="1797">
                  <c:v>#N/A</c:v>
                </c:pt>
                <c:pt idx="1798">
                  <c:v>1.60581</c:v>
                </c:pt>
                <c:pt idx="1799">
                  <c:v>1.6179399999999999</c:v>
                </c:pt>
                <c:pt idx="1800">
                  <c:v>1.6472599999999999</c:v>
                </c:pt>
                <c:pt idx="1801">
                  <c:v>1.6630100000000001</c:v>
                </c:pt>
                <c:pt idx="1802">
                  <c:v>1.60097</c:v>
                </c:pt>
                <c:pt idx="1803">
                  <c:v>1.5932299999999999</c:v>
                </c:pt>
                <c:pt idx="1804">
                  <c:v>1.5460700000000001</c:v>
                </c:pt>
                <c:pt idx="1805">
                  <c:v>1.4427000000000001</c:v>
                </c:pt>
                <c:pt idx="1806">
                  <c:v>1.50911</c:v>
                </c:pt>
                <c:pt idx="1807">
                  <c:v>1.498</c:v>
                </c:pt>
                <c:pt idx="1808">
                  <c:v>1.4292800000000001</c:v>
                </c:pt>
                <c:pt idx="1809">
                  <c:v>1.46522</c:v>
                </c:pt>
                <c:pt idx="1810">
                  <c:v>1.56911</c:v>
                </c:pt>
                <c:pt idx="1811">
                  <c:v>1.4917199999999999</c:v>
                </c:pt>
                <c:pt idx="1812">
                  <c:v>1.5495099999999999</c:v>
                </c:pt>
                <c:pt idx="1813">
                  <c:v>1.5848599999999999</c:v>
                </c:pt>
                <c:pt idx="1814">
                  <c:v>1.6812800000000001</c:v>
                </c:pt>
                <c:pt idx="1815">
                  <c:v>1.64022</c:v>
                </c:pt>
                <c:pt idx="1816">
                  <c:v>1.61602</c:v>
                </c:pt>
                <c:pt idx="1817">
                  <c:v>1.6041000000000001</c:v>
                </c:pt>
                <c:pt idx="1818">
                  <c:v>1.6364399999999999</c:v>
                </c:pt>
                <c:pt idx="1819">
                  <c:v>1.60206</c:v>
                </c:pt>
                <c:pt idx="1820">
                  <c:v>1.5576700000000001</c:v>
                </c:pt>
                <c:pt idx="1821">
                  <c:v>1.5220899999999999</c:v>
                </c:pt>
                <c:pt idx="1822">
                  <c:v>1.5183199999999999</c:v>
                </c:pt>
                <c:pt idx="1823">
                  <c:v>1.5587599999999999</c:v>
                </c:pt>
                <c:pt idx="1824">
                  <c:v>1.53498</c:v>
                </c:pt>
                <c:pt idx="1825">
                  <c:v>1.53389</c:v>
                </c:pt>
                <c:pt idx="1826">
                  <c:v>1.5380499999999999</c:v>
                </c:pt>
                <c:pt idx="1827">
                  <c:v>1.5579099999999999</c:v>
                </c:pt>
                <c:pt idx="1828">
                  <c:v>1.51799</c:v>
                </c:pt>
                <c:pt idx="1829">
                  <c:v>1.47214</c:v>
                </c:pt>
                <c:pt idx="1830">
                  <c:v>1.4696199999999999</c:v>
                </c:pt>
                <c:pt idx="1831">
                  <c:v>1.4577</c:v>
                </c:pt>
                <c:pt idx="1832">
                  <c:v>1.4648099999999999</c:v>
                </c:pt>
                <c:pt idx="1833">
                  <c:v>1.5382199999999999</c:v>
                </c:pt>
                <c:pt idx="1834">
                  <c:v>1.5503199999999999</c:v>
                </c:pt>
                <c:pt idx="1835">
                  <c:v>1.5277400000000001</c:v>
                </c:pt>
                <c:pt idx="1836">
                  <c:v>1.5538400000000001</c:v>
                </c:pt>
                <c:pt idx="1837">
                  <c:v>1.5929</c:v>
                </c:pt>
                <c:pt idx="1838">
                  <c:v>1.59033</c:v>
                </c:pt>
                <c:pt idx="1839">
                  <c:v>1.50336</c:v>
                </c:pt>
                <c:pt idx="1840">
                  <c:v>1.4997799999999999</c:v>
                </c:pt>
                <c:pt idx="1841">
                  <c:v>#N/A</c:v>
                </c:pt>
                <c:pt idx="1842">
                  <c:v>1.5351900000000001</c:v>
                </c:pt>
                <c:pt idx="1843">
                  <c:v>1.53128</c:v>
                </c:pt>
                <c:pt idx="1844">
                  <c:v>1.48543</c:v>
                </c:pt>
                <c:pt idx="1845">
                  <c:v>1.4631799999999999</c:v>
                </c:pt>
                <c:pt idx="1846">
                  <c:v>1.47296</c:v>
                </c:pt>
                <c:pt idx="1847">
                  <c:v>1.4217599999999999</c:v>
                </c:pt>
                <c:pt idx="1848">
                  <c:v>1.4277899999999999</c:v>
                </c:pt>
                <c:pt idx="1849">
                  <c:v>1.4567699999999999</c:v>
                </c:pt>
                <c:pt idx="1850">
                  <c:v>1.46031</c:v>
                </c:pt>
                <c:pt idx="1851">
                  <c:v>1.4533799999999999</c:v>
                </c:pt>
                <c:pt idx="1852">
                  <c:v>1.45384</c:v>
                </c:pt>
                <c:pt idx="1853">
                  <c:v>1.41856</c:v>
                </c:pt>
                <c:pt idx="1854">
                  <c:v>1.46177</c:v>
                </c:pt>
                <c:pt idx="1855">
                  <c:v>1.44922</c:v>
                </c:pt>
                <c:pt idx="1856">
                  <c:v>1.47821</c:v>
                </c:pt>
                <c:pt idx="1857">
                  <c:v>1.51888</c:v>
                </c:pt>
                <c:pt idx="1858">
                  <c:v>1.5442899999999999</c:v>
                </c:pt>
                <c:pt idx="1859">
                  <c:v>1.4972700000000001</c:v>
                </c:pt>
                <c:pt idx="1860">
                  <c:v>1.48706</c:v>
                </c:pt>
                <c:pt idx="1861">
                  <c:v>1.45825</c:v>
                </c:pt>
                <c:pt idx="1862">
                  <c:v>1.4698199999999999</c:v>
                </c:pt>
                <c:pt idx="1863">
                  <c:v>1.48078</c:v>
                </c:pt>
                <c:pt idx="1864">
                  <c:v>1.4735100000000001</c:v>
                </c:pt>
                <c:pt idx="1865">
                  <c:v>1.5368200000000001</c:v>
                </c:pt>
                <c:pt idx="1866">
                  <c:v>1.5350900000000001</c:v>
                </c:pt>
                <c:pt idx="1867">
                  <c:v>#N/A</c:v>
                </c:pt>
                <c:pt idx="1868">
                  <c:v>1.4410799999999999</c:v>
                </c:pt>
                <c:pt idx="1869">
                  <c:v>1.4155899999999999</c:v>
                </c:pt>
                <c:pt idx="1870">
                  <c:v>1.39463</c:v>
                </c:pt>
                <c:pt idx="1871">
                  <c:v>1.4175500000000001</c:v>
                </c:pt>
                <c:pt idx="1872">
                  <c:v>1.44496</c:v>
                </c:pt>
                <c:pt idx="1873">
                  <c:v>1.4484699999999999</c:v>
                </c:pt>
                <c:pt idx="1874">
                  <c:v>1.51712</c:v>
                </c:pt>
                <c:pt idx="1875">
                  <c:v>1.50021</c:v>
                </c:pt>
                <c:pt idx="1876">
                  <c:v>1.5019100000000001</c:v>
                </c:pt>
                <c:pt idx="1877">
                  <c:v>1.51179</c:v>
                </c:pt>
                <c:pt idx="1878">
                  <c:v>1.41029</c:v>
                </c:pt>
                <c:pt idx="1879">
                  <c:v>1.4859199999999999</c:v>
                </c:pt>
                <c:pt idx="1880">
                  <c:v>1.56623</c:v>
                </c:pt>
                <c:pt idx="1881">
                  <c:v>1.5145299999999999</c:v>
                </c:pt>
                <c:pt idx="1882">
                  <c:v>1.4936199999999999</c:v>
                </c:pt>
                <c:pt idx="1883">
                  <c:v>1.4735</c:v>
                </c:pt>
                <c:pt idx="1884">
                  <c:v>1.4139299999999999</c:v>
                </c:pt>
                <c:pt idx="1885">
                  <c:v>1.4896199999999999</c:v>
                </c:pt>
                <c:pt idx="1886">
                  <c:v>1.51807</c:v>
                </c:pt>
                <c:pt idx="1887">
                  <c:v>1.4446000000000001</c:v>
                </c:pt>
                <c:pt idx="1888">
                  <c:v>1.3568199999999999</c:v>
                </c:pt>
                <c:pt idx="1889">
                  <c:v>1.3012300000000001</c:v>
                </c:pt>
                <c:pt idx="1890">
                  <c:v>1.21407</c:v>
                </c:pt>
                <c:pt idx="1891">
                  <c:v>1.1936500000000001</c:v>
                </c:pt>
                <c:pt idx="1892">
                  <c:v>#N/A</c:v>
                </c:pt>
                <c:pt idx="1893">
                  <c:v>1.3165500000000001</c:v>
                </c:pt>
                <c:pt idx="1894">
                  <c:v>1.3491500000000001</c:v>
                </c:pt>
                <c:pt idx="1895">
                  <c:v>1.3209299999999999</c:v>
                </c:pt>
                <c:pt idx="1896">
                  <c:v>1.4345300000000001</c:v>
                </c:pt>
                <c:pt idx="1897">
                  <c:v>1.5591200000000001</c:v>
                </c:pt>
                <c:pt idx="1898">
                  <c:v>1.5738700000000001</c:v>
                </c:pt>
                <c:pt idx="1899">
                  <c:v>1.57342</c:v>
                </c:pt>
                <c:pt idx="1900">
                  <c:v>1.4871700000000001</c:v>
                </c:pt>
                <c:pt idx="1901">
                  <c:v>1.52007</c:v>
                </c:pt>
                <c:pt idx="1902">
                  <c:v>1.48515</c:v>
                </c:pt>
                <c:pt idx="1903">
                  <c:v>1.5096700000000001</c:v>
                </c:pt>
                <c:pt idx="1904">
                  <c:v>1.44547</c:v>
                </c:pt>
                <c:pt idx="1905">
                  <c:v>1.3946400000000001</c:v>
                </c:pt>
                <c:pt idx="1906">
                  <c:v>1.42319</c:v>
                </c:pt>
                <c:pt idx="1907">
                  <c:v>1.3837900000000001</c:v>
                </c:pt>
                <c:pt idx="1908">
                  <c:v>1.41307</c:v>
                </c:pt>
                <c:pt idx="1909">
                  <c:v>1.3496600000000001</c:v>
                </c:pt>
                <c:pt idx="1910">
                  <c:v>1.3243100000000001</c:v>
                </c:pt>
                <c:pt idx="1911">
                  <c:v>1.3190500000000001</c:v>
                </c:pt>
                <c:pt idx="1912">
                  <c:v>1.23858</c:v>
                </c:pt>
                <c:pt idx="1913">
                  <c:v>1.2705200000000001</c:v>
                </c:pt>
                <c:pt idx="1914">
                  <c:v>1.3112299999999999</c:v>
                </c:pt>
                <c:pt idx="1915">
                  <c:v>1.4729099999999999</c:v>
                </c:pt>
                <c:pt idx="1916">
                  <c:v>1.4581599999999999</c:v>
                </c:pt>
                <c:pt idx="1917">
                  <c:v>1.76979</c:v>
                </c:pt>
                <c:pt idx="1918">
                  <c:v>1.8643400000000001</c:v>
                </c:pt>
                <c:pt idx="1919">
                  <c:v>1.9621200000000001</c:v>
                </c:pt>
                <c:pt idx="1920">
                  <c:v>1.9511499999999999</c:v>
                </c:pt>
                <c:pt idx="1921">
                  <c:v>1.91123</c:v>
                </c:pt>
                <c:pt idx="1922">
                  <c:v>1.8055000000000001</c:v>
                </c:pt>
                <c:pt idx="1923">
                  <c:v>1.85561</c:v>
                </c:pt>
                <c:pt idx="1924">
                  <c:v>1.72021</c:v>
                </c:pt>
                <c:pt idx="1925">
                  <c:v>1.8278300000000001</c:v>
                </c:pt>
                <c:pt idx="1926">
                  <c:v>1.82694</c:v>
                </c:pt>
                <c:pt idx="1927">
                  <c:v>1.79925</c:v>
                </c:pt>
                <c:pt idx="1928">
                  <c:v>1.7807500000000001</c:v>
                </c:pt>
                <c:pt idx="1929">
                  <c:v>1.7076800000000001</c:v>
                </c:pt>
                <c:pt idx="1930">
                  <c:v>1.77542</c:v>
                </c:pt>
                <c:pt idx="1931">
                  <c:v>1.8251299999999999</c:v>
                </c:pt>
                <c:pt idx="1932">
                  <c:v>1.73567</c:v>
                </c:pt>
                <c:pt idx="1933">
                  <c:v>1.7501100000000001</c:v>
                </c:pt>
                <c:pt idx="1934">
                  <c:v>1.6475500000000001</c:v>
                </c:pt>
                <c:pt idx="1935">
                  <c:v>1.7460199999999999</c:v>
                </c:pt>
                <c:pt idx="1936">
                  <c:v>1.8531</c:v>
                </c:pt>
                <c:pt idx="1937">
                  <c:v>#N/A</c:v>
                </c:pt>
                <c:pt idx="1938">
                  <c:v>1.87846</c:v>
                </c:pt>
                <c:pt idx="1939">
                  <c:v>1.8656600000000001</c:v>
                </c:pt>
                <c:pt idx="1940">
                  <c:v>1.9332</c:v>
                </c:pt>
                <c:pt idx="1941">
                  <c:v>2.0540799999999999</c:v>
                </c:pt>
                <c:pt idx="1942">
                  <c:v>2.1104599999999998</c:v>
                </c:pt>
                <c:pt idx="1943">
                  <c:v>2.0609600000000001</c:v>
                </c:pt>
                <c:pt idx="1944">
                  <c:v>2.08616</c:v>
                </c:pt>
                <c:pt idx="1945">
                  <c:v>2.0245700000000002</c:v>
                </c:pt>
                <c:pt idx="1946">
                  <c:v>2.03823</c:v>
                </c:pt>
                <c:pt idx="1947">
                  <c:v>2.2061999999999999</c:v>
                </c:pt>
                <c:pt idx="1948">
                  <c:v>2.1405500000000002</c:v>
                </c:pt>
                <c:pt idx="1949">
                  <c:v>2.2383299999999999</c:v>
                </c:pt>
                <c:pt idx="1950">
                  <c:v>2.5304099999999998</c:v>
                </c:pt>
                <c:pt idx="1951">
                  <c:v>2.4977800000000001</c:v>
                </c:pt>
                <c:pt idx="1952">
                  <c:v>2.5487799999999998</c:v>
                </c:pt>
                <c:pt idx="1953">
                  <c:v>2.3999899999999998</c:v>
                </c:pt>
                <c:pt idx="1954">
                  <c:v>2.4061400000000002</c:v>
                </c:pt>
                <c:pt idx="1955">
                  <c:v>2.3824700000000001</c:v>
                </c:pt>
                <c:pt idx="1956">
                  <c:v>2.4047700000000001</c:v>
                </c:pt>
                <c:pt idx="1957">
                  <c:v>2.5414400000000001</c:v>
                </c:pt>
                <c:pt idx="1958">
                  <c:v>2.5484499999999999</c:v>
                </c:pt>
                <c:pt idx="1959">
                  <c:v>2.4770699999999999</c:v>
                </c:pt>
                <c:pt idx="1960">
                  <c:v>2.3410299999999999</c:v>
                </c:pt>
                <c:pt idx="1961">
                  <c:v>2.2879800000000001</c:v>
                </c:pt>
                <c:pt idx="1962">
                  <c:v>#N/A</c:v>
                </c:pt>
                <c:pt idx="1963">
                  <c:v>2.0603199999999999</c:v>
                </c:pt>
                <c:pt idx="1964">
                  <c:v>1.9126700000000001</c:v>
                </c:pt>
                <c:pt idx="1965">
                  <c:v>1.9841599999999999</c:v>
                </c:pt>
                <c:pt idx="1966">
                  <c:v>1.8886799999999999</c:v>
                </c:pt>
                <c:pt idx="1967">
                  <c:v>1.9560500000000001</c:v>
                </c:pt>
                <c:pt idx="1968">
                  <c:v>1.9577100000000001</c:v>
                </c:pt>
                <c:pt idx="1969">
                  <c:v>1.9811700000000001</c:v>
                </c:pt>
                <c:pt idx="1970">
                  <c:v>2.0042200000000001</c:v>
                </c:pt>
                <c:pt idx="1971">
                  <c:v>1.9598500000000001</c:v>
                </c:pt>
                <c:pt idx="1972">
                  <c:v>1.94716</c:v>
                </c:pt>
                <c:pt idx="1973">
                  <c:v>2.03355</c:v>
                </c:pt>
                <c:pt idx="1974">
                  <c:v>1.9374800000000001</c:v>
                </c:pt>
                <c:pt idx="1975">
                  <c:v>1.70442</c:v>
                </c:pt>
                <c:pt idx="1976">
                  <c:v>1.8043400000000001</c:v>
                </c:pt>
                <c:pt idx="1977">
                  <c:v>1.8821099999999999</c:v>
                </c:pt>
                <c:pt idx="1978">
                  <c:v>1.9591400000000001</c:v>
                </c:pt>
                <c:pt idx="1979">
                  <c:v>1.9389000000000001</c:v>
                </c:pt>
                <c:pt idx="1980">
                  <c:v>1.78728</c:v>
                </c:pt>
                <c:pt idx="1981">
                  <c:v>1.80762</c:v>
                </c:pt>
                <c:pt idx="1982">
                  <c:v>1.8683799999999999</c:v>
                </c:pt>
                <c:pt idx="1983">
                  <c:v>1.80921</c:v>
                </c:pt>
                <c:pt idx="1984">
                  <c:v>1.9647600000000001</c:v>
                </c:pt>
                <c:pt idx="1985">
                  <c:v>1.8668800000000001</c:v>
                </c:pt>
                <c:pt idx="1986">
                  <c:v>#N/A</c:v>
                </c:pt>
                <c:pt idx="1987">
                  <c:v>1.8900399999999999</c:v>
                </c:pt>
                <c:pt idx="1988">
                  <c:v>1.8775500000000001</c:v>
                </c:pt>
                <c:pt idx="1989">
                  <c:v>1.9035</c:v>
                </c:pt>
                <c:pt idx="1990">
                  <c:v>1.99987</c:v>
                </c:pt>
                <c:pt idx="1991">
                  <c:v>1.9749399999999999</c:v>
                </c:pt>
                <c:pt idx="1992">
                  <c:v>2.0510000000000002</c:v>
                </c:pt>
                <c:pt idx="1993">
                  <c:v>2.09354</c:v>
                </c:pt>
                <c:pt idx="1994">
                  <c:v>2.1709999999999998</c:v>
                </c:pt>
                <c:pt idx="1995">
                  <c:v>#N/A</c:v>
                </c:pt>
                <c:pt idx="1996">
                  <c:v>2.1709999999999998</c:v>
                </c:pt>
                <c:pt idx="1997">
                  <c:v>2.1014499999999998</c:v>
                </c:pt>
                <c:pt idx="1998">
                  <c:v>2.0907800000000001</c:v>
                </c:pt>
                <c:pt idx="1999">
                  <c:v>1.9912099999999999</c:v>
                </c:pt>
                <c:pt idx="2000">
                  <c:v>1.8949100000000001</c:v>
                </c:pt>
                <c:pt idx="2001">
                  <c:v>1.9147400000000001</c:v>
                </c:pt>
                <c:pt idx="2002">
                  <c:v>1.8685</c:v>
                </c:pt>
                <c:pt idx="2003">
                  <c:v>1.7972999999999999</c:v>
                </c:pt>
                <c:pt idx="2004">
                  <c:v>1.8666</c:v>
                </c:pt>
                <c:pt idx="2005">
                  <c:v>1.9016900000000001</c:v>
                </c:pt>
                <c:pt idx="2006">
                  <c:v>1.7925199999999999</c:v>
                </c:pt>
                <c:pt idx="2007">
                  <c:v>1.8254600000000001</c:v>
                </c:pt>
                <c:pt idx="2008">
                  <c:v>1.82396</c:v>
                </c:pt>
                <c:pt idx="2009">
                  <c:v>1.8909400000000001</c:v>
                </c:pt>
                <c:pt idx="2010">
                  <c:v>1.8989499999999999</c:v>
                </c:pt>
                <c:pt idx="2011">
                  <c:v>1.972</c:v>
                </c:pt>
                <c:pt idx="2012">
                  <c:v>2.0096799999999999</c:v>
                </c:pt>
                <c:pt idx="2013">
                  <c:v>1.9089799999999999</c:v>
                </c:pt>
                <c:pt idx="2014">
                  <c:v>1.8584499999999999</c:v>
                </c:pt>
                <c:pt idx="2015">
                  <c:v>1.86877</c:v>
                </c:pt>
                <c:pt idx="2016">
                  <c:v>1.78325</c:v>
                </c:pt>
                <c:pt idx="2017">
                  <c:v>#N/A</c:v>
                </c:pt>
                <c:pt idx="2018">
                  <c:v>1.8014300000000001</c:v>
                </c:pt>
                <c:pt idx="2019">
                  <c:v>1.90252</c:v>
                </c:pt>
                <c:pt idx="2020">
                  <c:v>1.9074500000000001</c:v>
                </c:pt>
                <c:pt idx="2021">
                  <c:v>1.9096200000000001</c:v>
                </c:pt>
                <c:pt idx="2022">
                  <c:v>#N/A</c:v>
                </c:pt>
                <c:pt idx="2023">
                  <c:v>1.8410599999999999</c:v>
                </c:pt>
                <c:pt idx="2024">
                  <c:v>1.8444400000000001</c:v>
                </c:pt>
                <c:pt idx="2025">
                  <c:v>1.8680099999999999</c:v>
                </c:pt>
                <c:pt idx="2026">
                  <c:v>1.89893</c:v>
                </c:pt>
                <c:pt idx="2027">
                  <c:v>1.9148400000000001</c:v>
                </c:pt>
                <c:pt idx="2028">
                  <c:v>1.9940899999999999</c:v>
                </c:pt>
                <c:pt idx="2029">
                  <c:v>2.0885600000000002</c:v>
                </c:pt>
                <c:pt idx="2030">
                  <c:v>2.06081</c:v>
                </c:pt>
                <c:pt idx="2031">
                  <c:v>2.13185</c:v>
                </c:pt>
                <c:pt idx="2032">
                  <c:v>#N/A</c:v>
                </c:pt>
                <c:pt idx="2033">
                  <c:v>2.1137800000000002</c:v>
                </c:pt>
                <c:pt idx="2034">
                  <c:v>2.0619999999999998</c:v>
                </c:pt>
                <c:pt idx="2035">
                  <c:v>1.9729699999999999</c:v>
                </c:pt>
                <c:pt idx="2036">
                  <c:v>1.9111100000000001</c:v>
                </c:pt>
                <c:pt idx="2037">
                  <c:v>1.9037999999999999</c:v>
                </c:pt>
                <c:pt idx="2038">
                  <c:v>1.93102</c:v>
                </c:pt>
                <c:pt idx="2039">
                  <c:v>1.9092</c:v>
                </c:pt>
                <c:pt idx="2040">
                  <c:v>1.95496</c:v>
                </c:pt>
                <c:pt idx="2041">
                  <c:v>1.96289</c:v>
                </c:pt>
                <c:pt idx="2042">
                  <c:v>1.99657</c:v>
                </c:pt>
                <c:pt idx="2043">
                  <c:v>2.0022500000000001</c:v>
                </c:pt>
                <c:pt idx="2044">
                  <c:v>1.88916</c:v>
                </c:pt>
                <c:pt idx="2045">
                  <c:v>1.9063699999999999</c:v>
                </c:pt>
                <c:pt idx="2046">
                  <c:v>1.7968500000000001</c:v>
                </c:pt>
                <c:pt idx="2047">
                  <c:v>1.8396399999999999</c:v>
                </c:pt>
                <c:pt idx="2048">
                  <c:v>1.7714000000000001</c:v>
                </c:pt>
                <c:pt idx="2049">
                  <c:v>1.7700499999999999</c:v>
                </c:pt>
                <c:pt idx="2050">
                  <c:v>1.7076199999999999</c:v>
                </c:pt>
                <c:pt idx="2051">
                  <c:v>1.77817</c:v>
                </c:pt>
                <c:pt idx="2052">
                  <c:v>1.7008399999999999</c:v>
                </c:pt>
                <c:pt idx="2053">
                  <c:v>1.7355799999999999</c:v>
                </c:pt>
                <c:pt idx="2054">
                  <c:v>1.7500899999999999</c:v>
                </c:pt>
                <c:pt idx="2055">
                  <c:v>1.7239100000000001</c:v>
                </c:pt>
                <c:pt idx="2056">
                  <c:v>1.6825600000000001</c:v>
                </c:pt>
                <c:pt idx="2057">
                  <c:v>#N/A</c:v>
                </c:pt>
                <c:pt idx="2058">
                  <c:v>1.6793199999999999</c:v>
                </c:pt>
                <c:pt idx="2059">
                  <c:v>1.6834800000000001</c:v>
                </c:pt>
                <c:pt idx="2060">
                  <c:v>1.7578199999999999</c:v>
                </c:pt>
                <c:pt idx="2061">
                  <c:v>1.75989</c:v>
                </c:pt>
                <c:pt idx="2062">
                  <c:v>1.7837000000000001</c:v>
                </c:pt>
                <c:pt idx="2063">
                  <c:v>1.7597</c:v>
                </c:pt>
                <c:pt idx="2064">
                  <c:v>1.70974</c:v>
                </c:pt>
                <c:pt idx="2065">
                  <c:v>1.6432199999999999</c:v>
                </c:pt>
                <c:pt idx="2066">
                  <c:v>1.59439</c:v>
                </c:pt>
                <c:pt idx="2067">
                  <c:v>1.63819</c:v>
                </c:pt>
                <c:pt idx="2068">
                  <c:v>1.7174400000000001</c:v>
                </c:pt>
                <c:pt idx="2069">
                  <c:v>1.6398999999999999</c:v>
                </c:pt>
                <c:pt idx="2070">
                  <c:v>1.56847</c:v>
                </c:pt>
                <c:pt idx="2071">
                  <c:v>1.54661</c:v>
                </c:pt>
                <c:pt idx="2072">
                  <c:v>1.4581999999999999</c:v>
                </c:pt>
                <c:pt idx="2073">
                  <c:v>1.4273100000000001</c:v>
                </c:pt>
                <c:pt idx="2074">
                  <c:v>1.3733500000000001</c:v>
                </c:pt>
                <c:pt idx="2075">
                  <c:v>1.4160699999999999</c:v>
                </c:pt>
                <c:pt idx="2076">
                  <c:v>1.43194</c:v>
                </c:pt>
                <c:pt idx="2077">
                  <c:v>1.3771</c:v>
                </c:pt>
                <c:pt idx="2078">
                  <c:v>1.39598</c:v>
                </c:pt>
                <c:pt idx="2079">
                  <c:v>1.3948400000000001</c:v>
                </c:pt>
                <c:pt idx="2080">
                  <c:v>1.42496</c:v>
                </c:pt>
                <c:pt idx="2081">
                  <c:v>1.4393899999999999</c:v>
                </c:pt>
                <c:pt idx="2082">
                  <c:v>1.4571000000000001</c:v>
                </c:pt>
                <c:pt idx="2083">
                  <c:v>1.48234</c:v>
                </c:pt>
                <c:pt idx="2084">
                  <c:v>1.46424</c:v>
                </c:pt>
                <c:pt idx="2085">
                  <c:v>1.5030300000000001</c:v>
                </c:pt>
                <c:pt idx="2086">
                  <c:v>1.41093</c:v>
                </c:pt>
                <c:pt idx="2087">
                  <c:v>1.4343399999999999</c:v>
                </c:pt>
                <c:pt idx="2088">
                  <c:v>1.3593200000000001</c:v>
                </c:pt>
                <c:pt idx="2089">
                  <c:v>1.42245</c:v>
                </c:pt>
                <c:pt idx="2090">
                  <c:v>1.4915700000000001</c:v>
                </c:pt>
                <c:pt idx="2091">
                  <c:v>#N/A</c:v>
                </c:pt>
                <c:pt idx="2092">
                  <c:v>1.58504</c:v>
                </c:pt>
                <c:pt idx="2093">
                  <c:v>1.5867199999999999</c:v>
                </c:pt>
                <c:pt idx="2094">
                  <c:v>1.5004200000000001</c:v>
                </c:pt>
                <c:pt idx="2095">
                  <c:v>1.43055</c:v>
                </c:pt>
                <c:pt idx="2096">
                  <c:v>1.50678</c:v>
                </c:pt>
                <c:pt idx="2097">
                  <c:v>1.4922299999999999</c:v>
                </c:pt>
                <c:pt idx="2098">
                  <c:v>1.4280900000000001</c:v>
                </c:pt>
                <c:pt idx="2099">
                  <c:v>1.4454400000000001</c:v>
                </c:pt>
                <c:pt idx="2100">
                  <c:v>1.3726100000000001</c:v>
                </c:pt>
                <c:pt idx="2101">
                  <c:v>1.4071100000000001</c:v>
                </c:pt>
                <c:pt idx="2102">
                  <c:v>1.4791300000000001</c:v>
                </c:pt>
                <c:pt idx="2103">
                  <c:v>1.4712400000000001</c:v>
                </c:pt>
                <c:pt idx="2104">
                  <c:v>1.4979499999999999</c:v>
                </c:pt>
                <c:pt idx="2105">
                  <c:v>1.5164200000000001</c:v>
                </c:pt>
                <c:pt idx="2106">
                  <c:v>1.52016</c:v>
                </c:pt>
                <c:pt idx="2107">
                  <c:v>1.5194700000000001</c:v>
                </c:pt>
                <c:pt idx="2108">
                  <c:v>1.48228</c:v>
                </c:pt>
                <c:pt idx="2109">
                  <c:v>1.4717800000000001</c:v>
                </c:pt>
                <c:pt idx="2110">
                  <c:v>1.42763</c:v>
                </c:pt>
                <c:pt idx="2111">
                  <c:v>1.4461900000000001</c:v>
                </c:pt>
                <c:pt idx="2112">
                  <c:v>1.4636400000000001</c:v>
                </c:pt>
                <c:pt idx="2113">
                  <c:v>1.50038</c:v>
                </c:pt>
                <c:pt idx="2114">
                  <c:v>1.5488299999999999</c:v>
                </c:pt>
                <c:pt idx="2115">
                  <c:v>1.5434699999999999</c:v>
                </c:pt>
                <c:pt idx="2116">
                  <c:v>1.6215999999999999</c:v>
                </c:pt>
                <c:pt idx="2117">
                  <c:v>1.6957500000000001</c:v>
                </c:pt>
                <c:pt idx="2118">
                  <c:v>1.75105</c:v>
                </c:pt>
                <c:pt idx="2119">
                  <c:v>1.7741499999999999</c:v>
                </c:pt>
                <c:pt idx="2120">
                  <c:v>1.8915999999999999</c:v>
                </c:pt>
                <c:pt idx="2121">
                  <c:v>1.9045399999999999</c:v>
                </c:pt>
                <c:pt idx="2122">
                  <c:v>1.8913899999999999</c:v>
                </c:pt>
                <c:pt idx="2123">
                  <c:v>1.87812</c:v>
                </c:pt>
                <c:pt idx="2124">
                  <c:v>1.952</c:v>
                </c:pt>
                <c:pt idx="2125">
                  <c:v>1.9293199999999999</c:v>
                </c:pt>
                <c:pt idx="2126">
                  <c:v>1.9402999999999999</c:v>
                </c:pt>
                <c:pt idx="2127">
                  <c:v>#N/A</c:v>
                </c:pt>
                <c:pt idx="2128">
                  <c:v>1.9579599999999999</c:v>
                </c:pt>
                <c:pt idx="2129">
                  <c:v>2.0178799999999999</c:v>
                </c:pt>
                <c:pt idx="2130">
                  <c:v>2.0749300000000002</c:v>
                </c:pt>
                <c:pt idx="2131">
                  <c:v>2.10745</c:v>
                </c:pt>
                <c:pt idx="2132">
                  <c:v>2.0581</c:v>
                </c:pt>
                <c:pt idx="2133">
                  <c:v>1.91116</c:v>
                </c:pt>
                <c:pt idx="2134">
                  <c:v>1.76552</c:v>
                </c:pt>
                <c:pt idx="2135">
                  <c:v>1.7965599999999999</c:v>
                </c:pt>
                <c:pt idx="2136">
                  <c:v>1.76739</c:v>
                </c:pt>
                <c:pt idx="2137">
                  <c:v>1.8247</c:v>
                </c:pt>
                <c:pt idx="2138">
                  <c:v>1.70312</c:v>
                </c:pt>
                <c:pt idx="2139">
                  <c:v>1.64724</c:v>
                </c:pt>
                <c:pt idx="2140">
                  <c:v>1.63652</c:v>
                </c:pt>
                <c:pt idx="2141">
                  <c:v>1.5502400000000001</c:v>
                </c:pt>
                <c:pt idx="2142">
                  <c:v>1.62673</c:v>
                </c:pt>
                <c:pt idx="2143">
                  <c:v>1.62921</c:v>
                </c:pt>
                <c:pt idx="2144">
                  <c:v>1.6449</c:v>
                </c:pt>
                <c:pt idx="2145">
                  <c:v>1.66862</c:v>
                </c:pt>
                <c:pt idx="2146">
                  <c:v>1.61781</c:v>
                </c:pt>
                <c:pt idx="2147">
                  <c:v>1.69343</c:v>
                </c:pt>
                <c:pt idx="2148">
                  <c:v>1.6908000000000001</c:v>
                </c:pt>
                <c:pt idx="2149">
                  <c:v>1.6712800000000001</c:v>
                </c:pt>
                <c:pt idx="2150">
                  <c:v>1.6812100000000001</c:v>
                </c:pt>
                <c:pt idx="2151">
                  <c:v>1.58205</c:v>
                </c:pt>
                <c:pt idx="2152">
                  <c:v>1.65465</c:v>
                </c:pt>
                <c:pt idx="2153">
                  <c:v>1.5761099999999999</c:v>
                </c:pt>
                <c:pt idx="2154">
                  <c:v>#N/A</c:v>
                </c:pt>
                <c:pt idx="2155">
                  <c:v>1.5668599999999999</c:v>
                </c:pt>
                <c:pt idx="2156">
                  <c:v>1.6005799999999999</c:v>
                </c:pt>
                <c:pt idx="2157">
                  <c:v>1.57904</c:v>
                </c:pt>
                <c:pt idx="2158">
                  <c:v>1.5521199999999999</c:v>
                </c:pt>
                <c:pt idx="2159">
                  <c:v>1.5086299999999999</c:v>
                </c:pt>
                <c:pt idx="2160">
                  <c:v>1.51074</c:v>
                </c:pt>
                <c:pt idx="2161">
                  <c:v>1.4677800000000001</c:v>
                </c:pt>
                <c:pt idx="2162">
                  <c:v>1.4279299999999999</c:v>
                </c:pt>
                <c:pt idx="2163">
                  <c:v>1.38906</c:v>
                </c:pt>
                <c:pt idx="2164">
                  <c:v>1.4273400000000001</c:v>
                </c:pt>
                <c:pt idx="2165">
                  <c:v>1.4017900000000001</c:v>
                </c:pt>
                <c:pt idx="2166">
                  <c:v>1.4532799999999999</c:v>
                </c:pt>
                <c:pt idx="2167">
                  <c:v>1.5070399999999999</c:v>
                </c:pt>
                <c:pt idx="2168">
                  <c:v>1.59026</c:v>
                </c:pt>
                <c:pt idx="2169">
                  <c:v>1.5995600000000001</c:v>
                </c:pt>
                <c:pt idx="2170">
                  <c:v>1.5622100000000001</c:v>
                </c:pt>
                <c:pt idx="2171">
                  <c:v>1.42666</c:v>
                </c:pt>
                <c:pt idx="2172">
                  <c:v>1.4234599999999999</c:v>
                </c:pt>
                <c:pt idx="2173">
                  <c:v>1.3954800000000001</c:v>
                </c:pt>
                <c:pt idx="2174">
                  <c:v>1.27922</c:v>
                </c:pt>
                <c:pt idx="2175">
                  <c:v>1.36185</c:v>
                </c:pt>
                <c:pt idx="2176">
                  <c:v>1.2892399999999999</c:v>
                </c:pt>
                <c:pt idx="2177">
                  <c:v>1.28925</c:v>
                </c:pt>
                <c:pt idx="2178">
                  <c:v>1.24481</c:v>
                </c:pt>
                <c:pt idx="2179">
                  <c:v>1.21949</c:v>
                </c:pt>
                <c:pt idx="2180">
                  <c:v>1.23099</c:v>
                </c:pt>
                <c:pt idx="2181">
                  <c:v>1.2647900000000001</c:v>
                </c:pt>
                <c:pt idx="2182">
                  <c:v>1.2589600000000001</c:v>
                </c:pt>
                <c:pt idx="2183">
                  <c:v>1.2470699999999999</c:v>
                </c:pt>
                <c:pt idx="2184">
                  <c:v>1.2424200000000001</c:v>
                </c:pt>
                <c:pt idx="2185">
                  <c:v>1.2729299999999999</c:v>
                </c:pt>
                <c:pt idx="2186">
                  <c:v>1.2917099999999999</c:v>
                </c:pt>
                <c:pt idx="2187">
                  <c:v>1.29322</c:v>
                </c:pt>
                <c:pt idx="2188">
                  <c:v>1.2803100000000001</c:v>
                </c:pt>
                <c:pt idx="2189">
                  <c:v>1.2821199999999999</c:v>
                </c:pt>
                <c:pt idx="2190">
                  <c:v>1.3088500000000001</c:v>
                </c:pt>
                <c:pt idx="2191">
                  <c:v>1.3076399999999999</c:v>
                </c:pt>
                <c:pt idx="2192">
                  <c:v>1.3517999999999999</c:v>
                </c:pt>
                <c:pt idx="2193">
                  <c:v>1.3176699999999999</c:v>
                </c:pt>
                <c:pt idx="2194">
                  <c:v>1.3349599999999999</c:v>
                </c:pt>
                <c:pt idx="2195">
                  <c:v>1.3001199999999999</c:v>
                </c:pt>
                <c:pt idx="2196">
                  <c:v>1.3699399999999999</c:v>
                </c:pt>
                <c:pt idx="2197">
                  <c:v>#N/A</c:v>
                </c:pt>
                <c:pt idx="2198">
                  <c:v>1.33996</c:v>
                </c:pt>
                <c:pt idx="2199">
                  <c:v>1.3335699999999999</c:v>
                </c:pt>
                <c:pt idx="2200">
                  <c:v>1.2825599999999999</c:v>
                </c:pt>
                <c:pt idx="2201">
                  <c:v>1.2774099999999999</c:v>
                </c:pt>
                <c:pt idx="2202">
                  <c:v>1.2602199999999999</c:v>
                </c:pt>
                <c:pt idx="2203">
                  <c:v>1.2497400000000001</c:v>
                </c:pt>
                <c:pt idx="2204">
                  <c:v>1.20486</c:v>
                </c:pt>
                <c:pt idx="2205">
                  <c:v>1.21716</c:v>
                </c:pt>
                <c:pt idx="2206">
                  <c:v>1.18859</c:v>
                </c:pt>
                <c:pt idx="2207">
                  <c:v>1.1937199999999999</c:v>
                </c:pt>
                <c:pt idx="2208">
                  <c:v>1.20059</c:v>
                </c:pt>
                <c:pt idx="2209">
                  <c:v>1.2246300000000001</c:v>
                </c:pt>
                <c:pt idx="2210">
                  <c:v>1.2236499999999999</c:v>
                </c:pt>
                <c:pt idx="2211">
                  <c:v>1.21583</c:v>
                </c:pt>
                <c:pt idx="2212">
                  <c:v>1.25458</c:v>
                </c:pt>
                <c:pt idx="2213">
                  <c:v>1.31016</c:v>
                </c:pt>
                <c:pt idx="2214">
                  <c:v>1.3409800000000001</c:v>
                </c:pt>
                <c:pt idx="2215">
                  <c:v>1.3080099999999999</c:v>
                </c:pt>
                <c:pt idx="2216">
                  <c:v>1.3159700000000001</c:v>
                </c:pt>
                <c:pt idx="2217">
                  <c:v>1.2880499999999999</c:v>
                </c:pt>
                <c:pt idx="2218">
                  <c:v>1.2448300000000001</c:v>
                </c:pt>
                <c:pt idx="2219">
                  <c:v>1.1885300000000001</c:v>
                </c:pt>
                <c:pt idx="2220">
                  <c:v>1.14489</c:v>
                </c:pt>
                <c:pt idx="2221">
                  <c:v>1.0643100000000001</c:v>
                </c:pt>
                <c:pt idx="2222">
                  <c:v>#N/A</c:v>
                </c:pt>
                <c:pt idx="2223">
                  <c:v>1.0774600000000001</c:v>
                </c:pt>
                <c:pt idx="2224">
                  <c:v>1.1315299999999999</c:v>
                </c:pt>
                <c:pt idx="2225">
                  <c:v>1.1237200000000001</c:v>
                </c:pt>
                <c:pt idx="2226">
                  <c:v>1.0983700000000001</c:v>
                </c:pt>
                <c:pt idx="2227">
                  <c:v>1.0689299999999999</c:v>
                </c:pt>
                <c:pt idx="2228">
                  <c:v>1.0157700000000001</c:v>
                </c:pt>
                <c:pt idx="2229">
                  <c:v>0.97797000000000001</c:v>
                </c:pt>
                <c:pt idx="2230">
                  <c:v>0.95557000000000003</c:v>
                </c:pt>
                <c:pt idx="2231">
                  <c:v>1.02763</c:v>
                </c:pt>
                <c:pt idx="2232">
                  <c:v>1.0435000000000001</c:v>
                </c:pt>
                <c:pt idx="2233">
                  <c:v>1.0594399999999999</c:v>
                </c:pt>
                <c:pt idx="2234">
                  <c:v>1.06891</c:v>
                </c:pt>
                <c:pt idx="2235">
                  <c:v>1.0637799999999999</c:v>
                </c:pt>
                <c:pt idx="2236">
                  <c:v>1.1502399999999999</c:v>
                </c:pt>
                <c:pt idx="2237">
                  <c:v>1.18686</c:v>
                </c:pt>
                <c:pt idx="2238">
                  <c:v>#N/A</c:v>
                </c:pt>
                <c:pt idx="2239">
                  <c:v>1.2204200000000001</c:v>
                </c:pt>
                <c:pt idx="2240">
                  <c:v>1.1737200000000001</c:v>
                </c:pt>
                <c:pt idx="2241">
                  <c:v>1.17109</c:v>
                </c:pt>
                <c:pt idx="2242">
                  <c:v>1.1543399999999999</c:v>
                </c:pt>
                <c:pt idx="2243">
                  <c:v>1.0902499999999999</c:v>
                </c:pt>
                <c:pt idx="2244">
                  <c:v>1.1641699999999999</c:v>
                </c:pt>
                <c:pt idx="2245">
                  <c:v>1.19947</c:v>
                </c:pt>
                <c:pt idx="2246">
                  <c:v>1.2181900000000001</c:v>
                </c:pt>
                <c:pt idx="2247">
                  <c:v>#N/A</c:v>
                </c:pt>
                <c:pt idx="2248">
                  <c:v>1.26329</c:v>
                </c:pt>
                <c:pt idx="2249">
                  <c:v>1.2928200000000001</c:v>
                </c:pt>
                <c:pt idx="2250">
                  <c:v>1.2964100000000001</c:v>
                </c:pt>
                <c:pt idx="2251">
                  <c:v>1.2932600000000001</c:v>
                </c:pt>
                <c:pt idx="2252">
                  <c:v>1.3025199999999999</c:v>
                </c:pt>
                <c:pt idx="2253">
                  <c:v>1.26738</c:v>
                </c:pt>
                <c:pt idx="2254">
                  <c:v>1.2531300000000001</c:v>
                </c:pt>
                <c:pt idx="2255">
                  <c:v>#N/A</c:v>
                </c:pt>
                <c:pt idx="2256">
                  <c:v>1.2531300000000001</c:v>
                </c:pt>
                <c:pt idx="2257">
                  <c:v>1.2641500000000001</c:v>
                </c:pt>
                <c:pt idx="2258">
                  <c:v>1.2466200000000001</c:v>
                </c:pt>
                <c:pt idx="2259">
                  <c:v>1.22342</c:v>
                </c:pt>
                <c:pt idx="2260">
                  <c:v>1.2059200000000001</c:v>
                </c:pt>
                <c:pt idx="2261">
                  <c:v>1.2404299999999999</c:v>
                </c:pt>
                <c:pt idx="2262">
                  <c:v>1.23394</c:v>
                </c:pt>
                <c:pt idx="2263">
                  <c:v>1.21587</c:v>
                </c:pt>
                <c:pt idx="2264">
                  <c:v>1.24</c:v>
                </c:pt>
                <c:pt idx="2265">
                  <c:v>1.2463900000000001</c:v>
                </c:pt>
                <c:pt idx="2266">
                  <c:v>1.22526</c:v>
                </c:pt>
                <c:pt idx="2267">
                  <c:v>1.2238199999999999</c:v>
                </c:pt>
                <c:pt idx="2268">
                  <c:v>1.21173</c:v>
                </c:pt>
                <c:pt idx="2269">
                  <c:v>1.1787000000000001</c:v>
                </c:pt>
                <c:pt idx="2270">
                  <c:v>1.1606700000000001</c:v>
                </c:pt>
                <c:pt idx="2271">
                  <c:v>1.1645799999999999</c:v>
                </c:pt>
                <c:pt idx="2272">
                  <c:v>1.1098300000000001</c:v>
                </c:pt>
                <c:pt idx="2273">
                  <c:v>1.07605</c:v>
                </c:pt>
                <c:pt idx="2274">
                  <c:v>1.08569</c:v>
                </c:pt>
                <c:pt idx="2275">
                  <c:v>1.08877</c:v>
                </c:pt>
                <c:pt idx="2276">
                  <c:v>1.1290899999999999</c:v>
                </c:pt>
                <c:pt idx="2277">
                  <c:v>1.11314</c:v>
                </c:pt>
                <c:pt idx="2278">
                  <c:v>#N/A</c:v>
                </c:pt>
                <c:pt idx="2279">
                  <c:v>1.1227799999999999</c:v>
                </c:pt>
                <c:pt idx="2280">
                  <c:v>1.16048</c:v>
                </c:pt>
                <c:pt idx="2281">
                  <c:v>1.17483</c:v>
                </c:pt>
                <c:pt idx="2282">
                  <c:v>1.1201000000000001</c:v>
                </c:pt>
                <c:pt idx="2283">
                  <c:v>#N/A</c:v>
                </c:pt>
                <c:pt idx="2284">
                  <c:v>1.05139</c:v>
                </c:pt>
                <c:pt idx="2285">
                  <c:v>1.0157499999999999</c:v>
                </c:pt>
                <c:pt idx="2286">
                  <c:v>1.0448999999999999</c:v>
                </c:pt>
                <c:pt idx="2287">
                  <c:v>1.0841400000000001</c:v>
                </c:pt>
                <c:pt idx="2288">
                  <c:v>1.15496</c:v>
                </c:pt>
                <c:pt idx="2289">
                  <c:v>1.16852</c:v>
                </c:pt>
                <c:pt idx="2290">
                  <c:v>1.1468799999999999</c:v>
                </c:pt>
                <c:pt idx="2291">
                  <c:v>1.1775</c:v>
                </c:pt>
                <c:pt idx="2292">
                  <c:v>1.1440399999999999</c:v>
                </c:pt>
                <c:pt idx="2293">
                  <c:v>1.1332800000000001</c:v>
                </c:pt>
                <c:pt idx="2294">
                  <c:v>1.1156200000000001</c:v>
                </c:pt>
                <c:pt idx="2295">
                  <c:v>1.07168</c:v>
                </c:pt>
                <c:pt idx="2296">
                  <c:v>1.07372</c:v>
                </c:pt>
                <c:pt idx="2297">
                  <c:v>#N/A</c:v>
                </c:pt>
                <c:pt idx="2298">
                  <c:v>1.0930200000000001</c:v>
                </c:pt>
                <c:pt idx="2299">
                  <c:v>1.13124</c:v>
                </c:pt>
                <c:pt idx="2300">
                  <c:v>1.1285700000000001</c:v>
                </c:pt>
                <c:pt idx="2301">
                  <c:v>1.0905100000000001</c:v>
                </c:pt>
                <c:pt idx="2302">
                  <c:v>1.1273500000000001</c:v>
                </c:pt>
                <c:pt idx="2303">
                  <c:v>1.1718500000000001</c:v>
                </c:pt>
                <c:pt idx="2304">
                  <c:v>1.2416100000000001</c:v>
                </c:pt>
                <c:pt idx="2305">
                  <c:v>1.3187</c:v>
                </c:pt>
                <c:pt idx="2306">
                  <c:v>1.2864599999999999</c:v>
                </c:pt>
                <c:pt idx="2307">
                  <c:v>1.32636</c:v>
                </c:pt>
                <c:pt idx="2308">
                  <c:v>1.2706900000000001</c:v>
                </c:pt>
                <c:pt idx="2309">
                  <c:v>1.28908</c:v>
                </c:pt>
                <c:pt idx="2310">
                  <c:v>1.2488999999999999</c:v>
                </c:pt>
                <c:pt idx="2311">
                  <c:v>1.2239100000000001</c:v>
                </c:pt>
                <c:pt idx="2312">
                  <c:v>1.2344599999999999</c:v>
                </c:pt>
                <c:pt idx="2313">
                  <c:v>1.2349399999999999</c:v>
                </c:pt>
                <c:pt idx="2314">
                  <c:v>1.2360500000000001</c:v>
                </c:pt>
                <c:pt idx="2315">
                  <c:v>1.2680499999999999</c:v>
                </c:pt>
                <c:pt idx="2316">
                  <c:v>1.2799100000000001</c:v>
                </c:pt>
                <c:pt idx="2317">
                  <c:v>#N/A</c:v>
                </c:pt>
                <c:pt idx="2318">
                  <c:v>1.2823899999999999</c:v>
                </c:pt>
                <c:pt idx="2319">
                  <c:v>1.33697</c:v>
                </c:pt>
                <c:pt idx="2320">
                  <c:v>1.3765799999999999</c:v>
                </c:pt>
                <c:pt idx="2321">
                  <c:v>1.40333</c:v>
                </c:pt>
                <c:pt idx="2322">
                  <c:v>1.4286700000000001</c:v>
                </c:pt>
                <c:pt idx="2323">
                  <c:v>1.4283699999999999</c:v>
                </c:pt>
                <c:pt idx="2324">
                  <c:v>1.4105000000000001</c:v>
                </c:pt>
                <c:pt idx="2325">
                  <c:v>1.41333</c:v>
                </c:pt>
                <c:pt idx="2326">
                  <c:v>1.4342999999999999</c:v>
                </c:pt>
                <c:pt idx="2327">
                  <c:v>1.39601</c:v>
                </c:pt>
                <c:pt idx="2328">
                  <c:v>1.3453900000000001</c:v>
                </c:pt>
                <c:pt idx="2329">
                  <c:v>1.28583</c:v>
                </c:pt>
                <c:pt idx="2330">
                  <c:v>1.2605</c:v>
                </c:pt>
                <c:pt idx="2331">
                  <c:v>1.28165</c:v>
                </c:pt>
                <c:pt idx="2332">
                  <c:v>1.3115399999999999</c:v>
                </c:pt>
                <c:pt idx="2333">
                  <c:v>1.3212699999999999</c:v>
                </c:pt>
                <c:pt idx="2334">
                  <c:v>1.3622399999999999</c:v>
                </c:pt>
                <c:pt idx="2335">
                  <c:v>1.35643</c:v>
                </c:pt>
                <c:pt idx="2336">
                  <c:v>1.44431</c:v>
                </c:pt>
                <c:pt idx="2337">
                  <c:v>1.4700299999999999</c:v>
                </c:pt>
                <c:pt idx="2338">
                  <c:v>1.5187900000000001</c:v>
                </c:pt>
                <c:pt idx="2339">
                  <c:v>1.4957800000000001</c:v>
                </c:pt>
                <c:pt idx="2340">
                  <c:v>1.5047200000000001</c:v>
                </c:pt>
                <c:pt idx="2341">
                  <c:v>1.5315300000000001</c:v>
                </c:pt>
                <c:pt idx="2342">
                  <c:v>1.51715</c:v>
                </c:pt>
                <c:pt idx="2343">
                  <c:v>1.4978199999999999</c:v>
                </c:pt>
                <c:pt idx="2344">
                  <c:v>1.50021</c:v>
                </c:pt>
                <c:pt idx="2345">
                  <c:v>1.4675100000000001</c:v>
                </c:pt>
                <c:pt idx="2346">
                  <c:v>#N/A</c:v>
                </c:pt>
                <c:pt idx="2347">
                  <c:v>1.4768699999999999</c:v>
                </c:pt>
                <c:pt idx="2348">
                  <c:v>1.4120200000000001</c:v>
                </c:pt>
                <c:pt idx="2349">
                  <c:v>1.38002</c:v>
                </c:pt>
                <c:pt idx="2350">
                  <c:v>1.32996</c:v>
                </c:pt>
                <c:pt idx="2351">
                  <c:v>1.33345</c:v>
                </c:pt>
                <c:pt idx="2352">
                  <c:v>1.26939</c:v>
                </c:pt>
                <c:pt idx="2353">
                  <c:v>1.2562599999999999</c:v>
                </c:pt>
                <c:pt idx="2354">
                  <c:v>1.23268</c:v>
                </c:pt>
                <c:pt idx="2355">
                  <c:v>1.24394</c:v>
                </c:pt>
                <c:pt idx="2356">
                  <c:v>1.2699400000000001</c:v>
                </c:pt>
                <c:pt idx="2357">
                  <c:v>1.30471</c:v>
                </c:pt>
                <c:pt idx="2358">
                  <c:v>1.2696000000000001</c:v>
                </c:pt>
                <c:pt idx="2359">
                  <c:v>1.2704599999999999</c:v>
                </c:pt>
                <c:pt idx="2360">
                  <c:v>1.30901</c:v>
                </c:pt>
                <c:pt idx="2361">
                  <c:v>1.3208599999999999</c:v>
                </c:pt>
                <c:pt idx="2362">
                  <c:v>1.34378</c:v>
                </c:pt>
                <c:pt idx="2363">
                  <c:v>1.32704</c:v>
                </c:pt>
                <c:pt idx="2364">
                  <c:v>1.3469599999999999</c:v>
                </c:pt>
                <c:pt idx="2365">
                  <c:v>1.3470500000000001</c:v>
                </c:pt>
                <c:pt idx="2366">
                  <c:v>1.36486</c:v>
                </c:pt>
                <c:pt idx="2367">
                  <c:v>1.3169</c:v>
                </c:pt>
                <c:pt idx="2368">
                  <c:v>1.30572</c:v>
                </c:pt>
                <c:pt idx="2369">
                  <c:v>1.2634399999999999</c:v>
                </c:pt>
                <c:pt idx="2370">
                  <c:v>1.2107300000000001</c:v>
                </c:pt>
                <c:pt idx="2371">
                  <c:v>1.2085600000000001</c:v>
                </c:pt>
                <c:pt idx="2372">
                  <c:v>1.2200899999999999</c:v>
                </c:pt>
                <c:pt idx="2373">
                  <c:v>1.2140899999999999</c:v>
                </c:pt>
                <c:pt idx="2374">
                  <c:v>1.2400199999999999</c:v>
                </c:pt>
                <c:pt idx="2375">
                  <c:v>1.2067099999999999</c:v>
                </c:pt>
                <c:pt idx="2376">
                  <c:v>1.1841200000000001</c:v>
                </c:pt>
                <c:pt idx="2377">
                  <c:v>1.24309</c:v>
                </c:pt>
                <c:pt idx="2378">
                  <c:v>1.2186900000000001</c:v>
                </c:pt>
                <c:pt idx="2379">
                  <c:v>1.2801199999999999</c:v>
                </c:pt>
                <c:pt idx="2380">
                  <c:v>1.3547800000000001</c:v>
                </c:pt>
                <c:pt idx="2381">
                  <c:v>1.3207899999999999</c:v>
                </c:pt>
                <c:pt idx="2382">
                  <c:v>1.3414900000000001</c:v>
                </c:pt>
                <c:pt idx="2383">
                  <c:v>1.38792</c:v>
                </c:pt>
                <c:pt idx="2384">
                  <c:v>1.3581799999999999</c:v>
                </c:pt>
                <c:pt idx="2385">
                  <c:v>1.45302</c:v>
                </c:pt>
                <c:pt idx="2386">
                  <c:v>1.4753799999999999</c:v>
                </c:pt>
                <c:pt idx="2387">
                  <c:v>#N/A</c:v>
                </c:pt>
                <c:pt idx="2388">
                  <c:v>1.50789</c:v>
                </c:pt>
                <c:pt idx="2389">
                  <c:v>1.6771</c:v>
                </c:pt>
                <c:pt idx="2390">
                  <c:v>1.63463</c:v>
                </c:pt>
                <c:pt idx="2391">
                  <c:v>1.66788</c:v>
                </c:pt>
                <c:pt idx="2392">
                  <c:v>1.7017100000000001</c:v>
                </c:pt>
                <c:pt idx="2393">
                  <c:v>1.6495</c:v>
                </c:pt>
                <c:pt idx="2394">
                  <c:v>1.6937599999999999</c:v>
                </c:pt>
                <c:pt idx="2395">
                  <c:v>1.73498</c:v>
                </c:pt>
                <c:pt idx="2396">
                  <c:v>1.63995</c:v>
                </c:pt>
                <c:pt idx="2397">
                  <c:v>1.7042299999999999</c:v>
                </c:pt>
                <c:pt idx="2398">
                  <c:v>1.8754900000000001</c:v>
                </c:pt>
                <c:pt idx="2399">
                  <c:v>1.7355</c:v>
                </c:pt>
                <c:pt idx="2400">
                  <c:v>1.5942099999999999</c:v>
                </c:pt>
                <c:pt idx="2401">
                  <c:v>1.64334</c:v>
                </c:pt>
                <c:pt idx="2402">
                  <c:v>1.6163000000000001</c:v>
                </c:pt>
                <c:pt idx="2403">
                  <c:v>1.70319</c:v>
                </c:pt>
                <c:pt idx="2404">
                  <c:v>1.78247</c:v>
                </c:pt>
                <c:pt idx="2405">
                  <c:v>1.93163</c:v>
                </c:pt>
                <c:pt idx="2406">
                  <c:v>1.9501299999999999</c:v>
                </c:pt>
                <c:pt idx="2407">
                  <c:v>2.0765099999999999</c:v>
                </c:pt>
                <c:pt idx="2408">
                  <c:v>2.0417800000000002</c:v>
                </c:pt>
                <c:pt idx="2409">
                  <c:v>2.01755</c:v>
                </c:pt>
                <c:pt idx="2410">
                  <c:v>1.9946200000000001</c:v>
                </c:pt>
                <c:pt idx="2411">
                  <c:v>1.927</c:v>
                </c:pt>
                <c:pt idx="2412">
                  <c:v>1.8282499999999999</c:v>
                </c:pt>
                <c:pt idx="2413">
                  <c:v>1.77885</c:v>
                </c:pt>
                <c:pt idx="2414">
                  <c:v>1.8341099999999999</c:v>
                </c:pt>
                <c:pt idx="2415">
                  <c:v>#N/A</c:v>
                </c:pt>
                <c:pt idx="2416">
                  <c:v>1.80019</c:v>
                </c:pt>
                <c:pt idx="2417">
                  <c:v>1.8888100000000001</c:v>
                </c:pt>
                <c:pt idx="2418">
                  <c:v>1.8892800000000001</c:v>
                </c:pt>
                <c:pt idx="2419">
                  <c:v>1.8221000000000001</c:v>
                </c:pt>
                <c:pt idx="2420">
                  <c:v>1.8450899999999999</c:v>
                </c:pt>
                <c:pt idx="2421">
                  <c:v>1.76698</c:v>
                </c:pt>
                <c:pt idx="2422">
                  <c:v>1.6209</c:v>
                </c:pt>
                <c:pt idx="2423">
                  <c:v>1.5728599999999999</c:v>
                </c:pt>
                <c:pt idx="2424">
                  <c:v>1.5051000000000001</c:v>
                </c:pt>
                <c:pt idx="2425">
                  <c:v>1.43537</c:v>
                </c:pt>
                <c:pt idx="2426">
                  <c:v>1.47054</c:v>
                </c:pt>
                <c:pt idx="2427">
                  <c:v>1.47746</c:v>
                </c:pt>
                <c:pt idx="2428">
                  <c:v>1.4814700000000001</c:v>
                </c:pt>
                <c:pt idx="2429">
                  <c:v>1.54681</c:v>
                </c:pt>
                <c:pt idx="2430">
                  <c:v>1.5886899999999999</c:v>
                </c:pt>
                <c:pt idx="2431">
                  <c:v>1.68171</c:v>
                </c:pt>
                <c:pt idx="2432">
                  <c:v>1.73339</c:v>
                </c:pt>
                <c:pt idx="2433">
                  <c:v>1.7715700000000001</c:v>
                </c:pt>
                <c:pt idx="2434">
                  <c:v>1.8064199999999999</c:v>
                </c:pt>
                <c:pt idx="2435">
                  <c:v>1.8089900000000001</c:v>
                </c:pt>
                <c:pt idx="2436">
                  <c:v>1.82711</c:v>
                </c:pt>
                <c:pt idx="2437">
                  <c:v>1.7755300000000001</c:v>
                </c:pt>
                <c:pt idx="2438">
                  <c:v>1.7158599999999999</c:v>
                </c:pt>
                <c:pt idx="2439">
                  <c:v>1.76003</c:v>
                </c:pt>
                <c:pt idx="2440">
                  <c:v>1.76345</c:v>
                </c:pt>
                <c:pt idx="2441">
                  <c:v>1.7596499999999999</c:v>
                </c:pt>
                <c:pt idx="2442">
                  <c:v>1.72865</c:v>
                </c:pt>
                <c:pt idx="2443">
                  <c:v>1.69478</c:v>
                </c:pt>
                <c:pt idx="2444">
                  <c:v>1.71421</c:v>
                </c:pt>
                <c:pt idx="2445">
                  <c:v>1.75779</c:v>
                </c:pt>
                <c:pt idx="2446">
                  <c:v>1.77386</c:v>
                </c:pt>
                <c:pt idx="2447">
                  <c:v>1.8524099999999999</c:v>
                </c:pt>
                <c:pt idx="2448">
                  <c:v>1.87382</c:v>
                </c:pt>
                <c:pt idx="2449">
                  <c:v>1.91709</c:v>
                </c:pt>
                <c:pt idx="2450">
                  <c:v>1.8768800000000001</c:v>
                </c:pt>
                <c:pt idx="2451">
                  <c:v>1.8932199999999999</c:v>
                </c:pt>
                <c:pt idx="2452">
                  <c:v>1.87923</c:v>
                </c:pt>
                <c:pt idx="2453">
                  <c:v>1.9486000000000001</c:v>
                </c:pt>
                <c:pt idx="2454">
                  <c:v>1.94747</c:v>
                </c:pt>
                <c:pt idx="2455">
                  <c:v>1.9953799999999999</c:v>
                </c:pt>
                <c:pt idx="2456">
                  <c:v>1.9766900000000001</c:v>
                </c:pt>
                <c:pt idx="2457">
                  <c:v>#N/A</c:v>
                </c:pt>
                <c:pt idx="2458">
                  <c:v>1.9393499999999999</c:v>
                </c:pt>
                <c:pt idx="2459">
                  <c:v>1.95885</c:v>
                </c:pt>
                <c:pt idx="2460">
                  <c:v>1.94285</c:v>
                </c:pt>
                <c:pt idx="2461">
                  <c:v>1.89035</c:v>
                </c:pt>
                <c:pt idx="2462">
                  <c:v>1.8339099999999999</c:v>
                </c:pt>
                <c:pt idx="2463">
                  <c:v>1.9296</c:v>
                </c:pt>
                <c:pt idx="2464">
                  <c:v>1.86676</c:v>
                </c:pt>
                <c:pt idx="2465">
                  <c:v>1.8822300000000001</c:v>
                </c:pt>
                <c:pt idx="2466">
                  <c:v>1.84755</c:v>
                </c:pt>
                <c:pt idx="2467">
                  <c:v>1.7526200000000001</c:v>
                </c:pt>
                <c:pt idx="2468">
                  <c:v>1.68859</c:v>
                </c:pt>
                <c:pt idx="2469">
                  <c:v>1.5502499999999999</c:v>
                </c:pt>
                <c:pt idx="2470">
                  <c:v>1.6145</c:v>
                </c:pt>
                <c:pt idx="2471">
                  <c:v>1.6614199999999999</c:v>
                </c:pt>
                <c:pt idx="2472">
                  <c:v>1.69085</c:v>
                </c:pt>
                <c:pt idx="2473">
                  <c:v>1.76007</c:v>
                </c:pt>
                <c:pt idx="2474">
                  <c:v>1.77484</c:v>
                </c:pt>
                <c:pt idx="2475">
                  <c:v>1.8259399999999999</c:v>
                </c:pt>
                <c:pt idx="2476">
                  <c:v>1.8368800000000001</c:v>
                </c:pt>
                <c:pt idx="2477">
                  <c:v>1.86619</c:v>
                </c:pt>
                <c:pt idx="2478">
                  <c:v>1.8506899999999999</c:v>
                </c:pt>
                <c:pt idx="2479">
                  <c:v>1.8668</c:v>
                </c:pt>
                <c:pt idx="2480">
                  <c:v>1.8505199999999999</c:v>
                </c:pt>
                <c:pt idx="2481">
                  <c:v>1.80138</c:v>
                </c:pt>
                <c:pt idx="2482">
                  <c:v>1.7879499999999999</c:v>
                </c:pt>
                <c:pt idx="2483">
                  <c:v>1.76048</c:v>
                </c:pt>
                <c:pt idx="2484">
                  <c:v>1.7363599999999999</c:v>
                </c:pt>
                <c:pt idx="2485">
                  <c:v>1.6958800000000001</c:v>
                </c:pt>
                <c:pt idx="2486">
                  <c:v>1.6598900000000001</c:v>
                </c:pt>
                <c:pt idx="2487">
                  <c:v>#N/A</c:v>
                </c:pt>
                <c:pt idx="2488">
                  <c:v>1.6151500000000001</c:v>
                </c:pt>
                <c:pt idx="2489">
                  <c:v>1.6559600000000001</c:v>
                </c:pt>
                <c:pt idx="2490">
                  <c:v>1.6747700000000001</c:v>
                </c:pt>
                <c:pt idx="2491">
                  <c:v>1.60625</c:v>
                </c:pt>
                <c:pt idx="2492">
                  <c:v>1.6001700000000001</c:v>
                </c:pt>
                <c:pt idx="2493">
                  <c:v>1.64289</c:v>
                </c:pt>
                <c:pt idx="2494">
                  <c:v>1.65811</c:v>
                </c:pt>
                <c:pt idx="2495">
                  <c:v>1.6883699999999999</c:v>
                </c:pt>
                <c:pt idx="2496">
                  <c:v>1.7269099999999999</c:v>
                </c:pt>
                <c:pt idx="2497">
                  <c:v>1.7299899999999999</c:v>
                </c:pt>
                <c:pt idx="2498">
                  <c:v>1.73377</c:v>
                </c:pt>
                <c:pt idx="2499">
                  <c:v>1.6771499999999999</c:v>
                </c:pt>
                <c:pt idx="2500">
                  <c:v>1.6968700000000001</c:v>
                </c:pt>
                <c:pt idx="2501">
                  <c:v>1.7110099999999999</c:v>
                </c:pt>
                <c:pt idx="2502">
                  <c:v>1.7132000000000001</c:v>
                </c:pt>
                <c:pt idx="2503">
                  <c:v>1.7430099999999999</c:v>
                </c:pt>
                <c:pt idx="2504">
                  <c:v>1.7754799999999999</c:v>
                </c:pt>
                <c:pt idx="2505">
                  <c:v>1.83969</c:v>
                </c:pt>
                <c:pt idx="2506">
                  <c:v>1.85145</c:v>
                </c:pt>
                <c:pt idx="2507">
                  <c:v>#N/A</c:v>
                </c:pt>
                <c:pt idx="2508">
                  <c:v>1.8984000000000001</c:v>
                </c:pt>
                <c:pt idx="2509">
                  <c:v>1.9040900000000001</c:v>
                </c:pt>
                <c:pt idx="2510">
                  <c:v>1.8394999999999999</c:v>
                </c:pt>
                <c:pt idx="2511">
                  <c:v>1.79941</c:v>
                </c:pt>
                <c:pt idx="2512">
                  <c:v>1.7873399999999999</c:v>
                </c:pt>
                <c:pt idx="2513">
                  <c:v>1.79426</c:v>
                </c:pt>
                <c:pt idx="2514">
                  <c:v>1.7977300000000001</c:v>
                </c:pt>
                <c:pt idx="2515">
                  <c:v>1.8295699999999999</c:v>
                </c:pt>
                <c:pt idx="2516">
                  <c:v>1.84964</c:v>
                </c:pt>
                <c:pt idx="2517">
                  <c:v>1.87551</c:v>
                </c:pt>
                <c:pt idx="2518">
                  <c:v>1.8971800000000001</c:v>
                </c:pt>
                <c:pt idx="2519">
                  <c:v>1.9016200000000001</c:v>
                </c:pt>
                <c:pt idx="2520">
                  <c:v>#N/A</c:v>
                </c:pt>
                <c:pt idx="2521">
                  <c:v>1.9016200000000001</c:v>
                </c:pt>
                <c:pt idx="2522">
                  <c:v>1.90252</c:v>
                </c:pt>
                <c:pt idx="2523">
                  <c:v>1.9282600000000001</c:v>
                </c:pt>
                <c:pt idx="2524">
                  <c:v>1.9311700000000001</c:v>
                </c:pt>
                <c:pt idx="2525">
                  <c:v>1.9255</c:v>
                </c:pt>
                <c:pt idx="2526">
                  <c:v>1.8774500000000001</c:v>
                </c:pt>
                <c:pt idx="2527">
                  <c:v>1.8863399999999999</c:v>
                </c:pt>
                <c:pt idx="2528">
                  <c:v>1.86758</c:v>
                </c:pt>
                <c:pt idx="2529">
                  <c:v>1.83653</c:v>
                </c:pt>
                <c:pt idx="2530">
                  <c:v>1.76546</c:v>
                </c:pt>
                <c:pt idx="2531">
                  <c:v>1.7364200000000001</c:v>
                </c:pt>
                <c:pt idx="2532">
                  <c:v>1.7235100000000001</c:v>
                </c:pt>
                <c:pt idx="2533">
                  <c:v>1.7754300000000001</c:v>
                </c:pt>
                <c:pt idx="2534">
                  <c:v>1.7573799999999999</c:v>
                </c:pt>
                <c:pt idx="2535">
                  <c:v>1.7372399999999999</c:v>
                </c:pt>
                <c:pt idx="2536">
                  <c:v>1.7256199999999999</c:v>
                </c:pt>
                <c:pt idx="2537">
                  <c:v>1.7018800000000001</c:v>
                </c:pt>
                <c:pt idx="2538">
                  <c:v>1.6410800000000001</c:v>
                </c:pt>
                <c:pt idx="2539">
                  <c:v>#N/A</c:v>
                </c:pt>
                <c:pt idx="2540">
                  <c:v>1.631</c:v>
                </c:pt>
                <c:pt idx="2541">
                  <c:v>1.63642</c:v>
                </c:pt>
                <c:pt idx="2542">
                  <c:v>1.6719299999999999</c:v>
                </c:pt>
                <c:pt idx="2543">
                  <c:v>1.6319600000000001</c:v>
                </c:pt>
                <c:pt idx="2544">
                  <c:v>#N/A</c:v>
                </c:pt>
                <c:pt idx="2545">
                  <c:v>1.6896100000000001</c:v>
                </c:pt>
                <c:pt idx="2546">
                  <c:v>1.6731</c:v>
                </c:pt>
                <c:pt idx="2547">
                  <c:v>1.70312</c:v>
                </c:pt>
                <c:pt idx="2548">
                  <c:v>1.7238599999999999</c:v>
                </c:pt>
                <c:pt idx="2549">
                  <c:v>1.71061</c:v>
                </c:pt>
                <c:pt idx="2550">
                  <c:v>1.71207</c:v>
                </c:pt>
                <c:pt idx="2551">
                  <c:v>1.7653799999999999</c:v>
                </c:pt>
                <c:pt idx="2552">
                  <c:v>1.7779499999999999</c:v>
                </c:pt>
                <c:pt idx="2553">
                  <c:v>1.7374700000000001</c:v>
                </c:pt>
                <c:pt idx="2554">
                  <c:v>1.6775800000000001</c:v>
                </c:pt>
                <c:pt idx="2555">
                  <c:v>1.7174199999999999</c:v>
                </c:pt>
                <c:pt idx="2556">
                  <c:v>1.7444299999999999</c:v>
                </c:pt>
                <c:pt idx="2557">
                  <c:v>#N/A</c:v>
                </c:pt>
                <c:pt idx="2558">
                  <c:v>1.7736799999999999</c:v>
                </c:pt>
                <c:pt idx="2559">
                  <c:v>1.83684</c:v>
                </c:pt>
                <c:pt idx="2560">
                  <c:v>1.9570099999999999</c:v>
                </c:pt>
                <c:pt idx="2561">
                  <c:v>2.0179800000000001</c:v>
                </c:pt>
                <c:pt idx="2562">
                  <c:v>2.0217999999999998</c:v>
                </c:pt>
                <c:pt idx="2563">
                  <c:v>2.01084</c:v>
                </c:pt>
                <c:pt idx="2564">
                  <c:v>2.0879500000000002</c:v>
                </c:pt>
                <c:pt idx="2565">
                  <c:v>2.0931799999999998</c:v>
                </c:pt>
                <c:pt idx="2566">
                  <c:v>2.0809799999999998</c:v>
                </c:pt>
                <c:pt idx="2567">
                  <c:v>2.14303</c:v>
                </c:pt>
                <c:pt idx="2568">
                  <c:v>2.0410300000000001</c:v>
                </c:pt>
                <c:pt idx="2569">
                  <c:v>1.9697199999999999</c:v>
                </c:pt>
                <c:pt idx="2570">
                  <c:v>1.92008</c:v>
                </c:pt>
                <c:pt idx="2571">
                  <c:v>1.8842300000000001</c:v>
                </c:pt>
                <c:pt idx="2572">
                  <c:v>1.92038</c:v>
                </c:pt>
                <c:pt idx="2573">
                  <c:v>1.8984300000000001</c:v>
                </c:pt>
                <c:pt idx="2574">
                  <c:v>1.8705099999999999</c:v>
                </c:pt>
                <c:pt idx="2575">
                  <c:v>1.8430500000000001</c:v>
                </c:pt>
                <c:pt idx="2576">
                  <c:v>1.8287100000000001</c:v>
                </c:pt>
                <c:pt idx="2577">
                  <c:v>#N/A</c:v>
                </c:pt>
                <c:pt idx="2578">
                  <c:v>1.8612899999999999</c:v>
                </c:pt>
                <c:pt idx="2579">
                  <c:v>1.8336300000000001</c:v>
                </c:pt>
                <c:pt idx="2580">
                  <c:v>1.84789</c:v>
                </c:pt>
                <c:pt idx="2581">
                  <c:v>1.86252</c:v>
                </c:pt>
                <c:pt idx="2582">
                  <c:v>1.77948</c:v>
                </c:pt>
                <c:pt idx="2583">
                  <c:v>1.8121799999999999</c:v>
                </c:pt>
                <c:pt idx="2584">
                  <c:v>1.8565400000000001</c:v>
                </c:pt>
                <c:pt idx="2585">
                  <c:v>1.8205800000000001</c:v>
                </c:pt>
                <c:pt idx="2586">
                  <c:v>1.83948</c:v>
                </c:pt>
                <c:pt idx="2587">
                  <c:v>1.9077599999999999</c:v>
                </c:pt>
                <c:pt idx="2588">
                  <c:v>1.7749900000000001</c:v>
                </c:pt>
                <c:pt idx="2589">
                  <c:v>1.7179199999999999</c:v>
                </c:pt>
                <c:pt idx="2590">
                  <c:v>1.7003299999999999</c:v>
                </c:pt>
                <c:pt idx="2591">
                  <c:v>1.7023299999999999</c:v>
                </c:pt>
                <c:pt idx="2592">
                  <c:v>1.72498</c:v>
                </c:pt>
                <c:pt idx="2593">
                  <c:v>1.7542899999999999</c:v>
                </c:pt>
                <c:pt idx="2594">
                  <c:v>1.7325900000000001</c:v>
                </c:pt>
                <c:pt idx="2595">
                  <c:v>1.8162400000000001</c:v>
                </c:pt>
                <c:pt idx="2596">
                  <c:v>1.8340799999999999</c:v>
                </c:pt>
                <c:pt idx="2597">
                  <c:v>1.8109200000000001</c:v>
                </c:pt>
                <c:pt idx="2598">
                  <c:v>1.78122</c:v>
                </c:pt>
                <c:pt idx="2599">
                  <c:v>1.77264</c:v>
                </c:pt>
                <c:pt idx="2600">
                  <c:v>1.81934</c:v>
                </c:pt>
                <c:pt idx="2601">
                  <c:v>1.8064100000000001</c:v>
                </c:pt>
                <c:pt idx="2602">
                  <c:v>1.8480099999999999</c:v>
                </c:pt>
                <c:pt idx="2603">
                  <c:v>1.7885800000000001</c:v>
                </c:pt>
                <c:pt idx="2604">
                  <c:v>1.7426600000000001</c:v>
                </c:pt>
                <c:pt idx="2605">
                  <c:v>1.7112000000000001</c:v>
                </c:pt>
                <c:pt idx="2606">
                  <c:v>1.7055499999999999</c:v>
                </c:pt>
                <c:pt idx="2607">
                  <c:v>1.68493</c:v>
                </c:pt>
                <c:pt idx="2608">
                  <c:v>1.59613</c:v>
                </c:pt>
                <c:pt idx="2609">
                  <c:v>1.6051</c:v>
                </c:pt>
                <c:pt idx="2610">
                  <c:v>1.6149100000000001</c:v>
                </c:pt>
                <c:pt idx="2611">
                  <c:v>1.6071899999999999</c:v>
                </c:pt>
                <c:pt idx="2612">
                  <c:v>1.58168</c:v>
                </c:pt>
                <c:pt idx="2613">
                  <c:v>1.5990800000000001</c:v>
                </c:pt>
                <c:pt idx="2614">
                  <c:v>1.59667</c:v>
                </c:pt>
                <c:pt idx="2615">
                  <c:v>1.5987</c:v>
                </c:pt>
                <c:pt idx="2616">
                  <c:v>1.62436</c:v>
                </c:pt>
                <c:pt idx="2617">
                  <c:v>1.6434</c:v>
                </c:pt>
                <c:pt idx="2618">
                  <c:v>1.67984</c:v>
                </c:pt>
                <c:pt idx="2619">
                  <c:v>1.6691</c:v>
                </c:pt>
                <c:pt idx="2620">
                  <c:v>1.58185</c:v>
                </c:pt>
                <c:pt idx="2621">
                  <c:v>#N/A</c:v>
                </c:pt>
                <c:pt idx="2622">
                  <c:v>1.5854600000000001</c:v>
                </c:pt>
                <c:pt idx="2623">
                  <c:v>1.6115699999999999</c:v>
                </c:pt>
                <c:pt idx="2624">
                  <c:v>1.6444000000000001</c:v>
                </c:pt>
                <c:pt idx="2625">
                  <c:v>1.6469499999999999</c:v>
                </c:pt>
                <c:pt idx="2626">
                  <c:v>1.66473</c:v>
                </c:pt>
                <c:pt idx="2627">
                  <c:v>1.6387700000000001</c:v>
                </c:pt>
                <c:pt idx="2628">
                  <c:v>1.60494</c:v>
                </c:pt>
                <c:pt idx="2629">
                  <c:v>1.5658799999999999</c:v>
                </c:pt>
                <c:pt idx="2630">
                  <c:v>1.5873600000000001</c:v>
                </c:pt>
                <c:pt idx="2631">
                  <c:v>1.5855999999999999</c:v>
                </c:pt>
                <c:pt idx="2632">
                  <c:v>1.59765</c:v>
                </c:pt>
                <c:pt idx="2633">
                  <c:v>1.5620400000000001</c:v>
                </c:pt>
                <c:pt idx="2634">
                  <c:v>1.5303500000000001</c:v>
                </c:pt>
                <c:pt idx="2635">
                  <c:v>1.4721200000000001</c:v>
                </c:pt>
                <c:pt idx="2636">
                  <c:v>1.4924200000000001</c:v>
                </c:pt>
                <c:pt idx="2637">
                  <c:v>1.48569</c:v>
                </c:pt>
                <c:pt idx="2638">
                  <c:v>1.4875100000000001</c:v>
                </c:pt>
                <c:pt idx="2639">
                  <c:v>1.50274</c:v>
                </c:pt>
                <c:pt idx="2640">
                  <c:v>1.54776</c:v>
                </c:pt>
                <c:pt idx="2641">
                  <c:v>1.55925</c:v>
                </c:pt>
                <c:pt idx="2642">
                  <c:v>1.53443</c:v>
                </c:pt>
                <c:pt idx="2643">
                  <c:v>1.6160300000000001</c:v>
                </c:pt>
                <c:pt idx="2644">
                  <c:v>1.56494</c:v>
                </c:pt>
                <c:pt idx="2645">
                  <c:v>1.56589</c:v>
                </c:pt>
                <c:pt idx="2646">
                  <c:v>1.57605</c:v>
                </c:pt>
                <c:pt idx="2647">
                  <c:v>#N/A</c:v>
                </c:pt>
                <c:pt idx="2648">
                  <c:v>1.56402</c:v>
                </c:pt>
                <c:pt idx="2649">
                  <c:v>1.5387200000000001</c:v>
                </c:pt>
                <c:pt idx="2650">
                  <c:v>1.4539899999999999</c:v>
                </c:pt>
                <c:pt idx="2651">
                  <c:v>1.4714799999999999</c:v>
                </c:pt>
                <c:pt idx="2652">
                  <c:v>1.44286</c:v>
                </c:pt>
                <c:pt idx="2653">
                  <c:v>1.4361600000000001</c:v>
                </c:pt>
                <c:pt idx="2654">
                  <c:v>1.44754</c:v>
                </c:pt>
                <c:pt idx="2655">
                  <c:v>1.4220299999999999</c:v>
                </c:pt>
                <c:pt idx="2656">
                  <c:v>1.3328</c:v>
                </c:pt>
                <c:pt idx="2657">
                  <c:v>1.3295399999999999</c:v>
                </c:pt>
                <c:pt idx="2658">
                  <c:v>1.36117</c:v>
                </c:pt>
                <c:pt idx="2659">
                  <c:v>1.4596</c:v>
                </c:pt>
                <c:pt idx="2660">
                  <c:v>1.5038400000000001</c:v>
                </c:pt>
                <c:pt idx="2661">
                  <c:v>1.4580900000000001</c:v>
                </c:pt>
                <c:pt idx="2662">
                  <c:v>1.4991099999999999</c:v>
                </c:pt>
                <c:pt idx="2663">
                  <c:v>1.4891300000000001</c:v>
                </c:pt>
                <c:pt idx="2664">
                  <c:v>1.4785900000000001</c:v>
                </c:pt>
                <c:pt idx="2665">
                  <c:v>1.48614</c:v>
                </c:pt>
                <c:pt idx="2666">
                  <c:v>1.4916499999999999</c:v>
                </c:pt>
                <c:pt idx="2667">
                  <c:v>1.4691099999999999</c:v>
                </c:pt>
                <c:pt idx="2668">
                  <c:v>1.4612700000000001</c:v>
                </c:pt>
                <c:pt idx="2669">
                  <c:v>1.4303600000000001</c:v>
                </c:pt>
                <c:pt idx="2670">
                  <c:v>1.4239299999999999</c:v>
                </c:pt>
                <c:pt idx="2671">
                  <c:v>1.4347300000000001</c:v>
                </c:pt>
                <c:pt idx="2672">
                  <c:v>1.43506</c:v>
                </c:pt>
                <c:pt idx="2673">
                  <c:v>1.4092499999999999</c:v>
                </c:pt>
                <c:pt idx="2674">
                  <c:v>1.3986499999999999</c:v>
                </c:pt>
                <c:pt idx="2675">
                  <c:v>1.40743</c:v>
                </c:pt>
                <c:pt idx="2676">
                  <c:v>#N/A</c:v>
                </c:pt>
                <c:pt idx="2677">
                  <c:v>1.41578</c:v>
                </c:pt>
                <c:pt idx="2678">
                  <c:v>1.44408</c:v>
                </c:pt>
                <c:pt idx="2679">
                  <c:v>1.4779599999999999</c:v>
                </c:pt>
                <c:pt idx="2680">
                  <c:v>1.48926</c:v>
                </c:pt>
                <c:pt idx="2681">
                  <c:v>1.50573</c:v>
                </c:pt>
                <c:pt idx="2682">
                  <c:v>1.5140199999999999</c:v>
                </c:pt>
                <c:pt idx="2683">
                  <c:v>1.5166999999999999</c:v>
                </c:pt>
                <c:pt idx="2684">
                  <c:v>1.51553</c:v>
                </c:pt>
                <c:pt idx="2685">
                  <c:v>1.55427</c:v>
                </c:pt>
                <c:pt idx="2686">
                  <c:v>1.4737100000000001</c:v>
                </c:pt>
                <c:pt idx="2687">
                  <c:v>1.4654499999999999</c:v>
                </c:pt>
                <c:pt idx="2688">
                  <c:v>1.42153</c:v>
                </c:pt>
                <c:pt idx="2689">
                  <c:v>1.37093</c:v>
                </c:pt>
                <c:pt idx="2690">
                  <c:v>1.3797999999999999</c:v>
                </c:pt>
                <c:pt idx="2691">
                  <c:v>1.4452400000000001</c:v>
                </c:pt>
                <c:pt idx="2692">
                  <c:v>1.4520900000000001</c:v>
                </c:pt>
                <c:pt idx="2693">
                  <c:v>1.50892</c:v>
                </c:pt>
                <c:pt idx="2694">
                  <c:v>1.4154</c:v>
                </c:pt>
                <c:pt idx="2695">
                  <c:v>1.4521500000000001</c:v>
                </c:pt>
                <c:pt idx="2696">
                  <c:v>1.5891</c:v>
                </c:pt>
                <c:pt idx="2697">
                  <c:v>1.5749299999999999</c:v>
                </c:pt>
                <c:pt idx="2698">
                  <c:v>1.62398</c:v>
                </c:pt>
                <c:pt idx="2699">
                  <c:v>1.60595</c:v>
                </c:pt>
                <c:pt idx="2700">
                  <c:v>1.65794</c:v>
                </c:pt>
                <c:pt idx="2701">
                  <c:v>1.6588099999999999</c:v>
                </c:pt>
                <c:pt idx="2702">
                  <c:v>1.6263700000000001</c:v>
                </c:pt>
                <c:pt idx="2703">
                  <c:v>1.58948</c:v>
                </c:pt>
                <c:pt idx="2704">
                  <c:v>1.5807800000000001</c:v>
                </c:pt>
                <c:pt idx="2705">
                  <c:v>1.5183800000000001</c:v>
                </c:pt>
                <c:pt idx="2706">
                  <c:v>1.53176</c:v>
                </c:pt>
                <c:pt idx="2707">
                  <c:v>1.5153300000000001</c:v>
                </c:pt>
                <c:pt idx="2708">
                  <c:v>1.47523</c:v>
                </c:pt>
                <c:pt idx="2709">
                  <c:v>1.45041</c:v>
                </c:pt>
                <c:pt idx="2710">
                  <c:v>1.45594</c:v>
                </c:pt>
                <c:pt idx="2711">
                  <c:v>1.47095</c:v>
                </c:pt>
                <c:pt idx="2712">
                  <c:v>1.4604600000000001</c:v>
                </c:pt>
                <c:pt idx="2713">
                  <c:v>1.4694400000000001</c:v>
                </c:pt>
                <c:pt idx="2714">
                  <c:v>1.4536800000000001</c:v>
                </c:pt>
                <c:pt idx="2715">
                  <c:v>1.46736</c:v>
                </c:pt>
                <c:pt idx="2716">
                  <c:v>1.46315</c:v>
                </c:pt>
                <c:pt idx="2717">
                  <c:v>#N/A</c:v>
                </c:pt>
                <c:pt idx="2718">
                  <c:v>1.44123</c:v>
                </c:pt>
                <c:pt idx="2719">
                  <c:v>1.4263300000000001</c:v>
                </c:pt>
                <c:pt idx="2720">
                  <c:v>1.43103</c:v>
                </c:pt>
                <c:pt idx="2721">
                  <c:v>1.41381</c:v>
                </c:pt>
                <c:pt idx="2722">
                  <c:v>1.4296199999999999</c:v>
                </c:pt>
                <c:pt idx="2723">
                  <c:v>1.5062500000000001</c:v>
                </c:pt>
                <c:pt idx="2724">
                  <c:v>1.5070699999999999</c:v>
                </c:pt>
                <c:pt idx="2725">
                  <c:v>1.5016499999999999</c:v>
                </c:pt>
                <c:pt idx="2726">
                  <c:v>1.51387</c:v>
                </c:pt>
                <c:pt idx="2727">
                  <c:v>1.5465</c:v>
                </c:pt>
                <c:pt idx="2728">
                  <c:v>1.56134</c:v>
                </c:pt>
                <c:pt idx="2729">
                  <c:v>1.4963</c:v>
                </c:pt>
                <c:pt idx="2730">
                  <c:v>1.5074099999999999</c:v>
                </c:pt>
                <c:pt idx="2731">
                  <c:v>1.50132</c:v>
                </c:pt>
                <c:pt idx="2732">
                  <c:v>1.5285200000000001</c:v>
                </c:pt>
                <c:pt idx="2733">
                  <c:v>1.53538</c:v>
                </c:pt>
                <c:pt idx="2734">
                  <c:v>1.5052000000000001</c:v>
                </c:pt>
                <c:pt idx="2735">
                  <c:v>1.58623</c:v>
                </c:pt>
                <c:pt idx="2736">
                  <c:v>1.6135200000000001</c:v>
                </c:pt>
                <c:pt idx="2737">
                  <c:v>1.7031400000000001</c:v>
                </c:pt>
                <c:pt idx="2738">
                  <c:v>1.6899500000000001</c:v>
                </c:pt>
                <c:pt idx="2739">
                  <c:v>1.7644899999999999</c:v>
                </c:pt>
                <c:pt idx="2740">
                  <c:v>1.6852199999999999</c:v>
                </c:pt>
                <c:pt idx="2741">
                  <c:v>1.68408</c:v>
                </c:pt>
                <c:pt idx="2742">
                  <c:v>1.69825</c:v>
                </c:pt>
                <c:pt idx="2743">
                  <c:v>1.7601199999999999</c:v>
                </c:pt>
                <c:pt idx="2744">
                  <c:v>1.75614</c:v>
                </c:pt>
                <c:pt idx="2745">
                  <c:v>1.7265699999999999</c:v>
                </c:pt>
                <c:pt idx="2746">
                  <c:v>1.7578</c:v>
                </c:pt>
                <c:pt idx="2747">
                  <c:v>#N/A</c:v>
                </c:pt>
                <c:pt idx="2748">
                  <c:v>1.8487499999999999</c:v>
                </c:pt>
                <c:pt idx="2749">
                  <c:v>1.8407899999999999</c:v>
                </c:pt>
                <c:pt idx="2750">
                  <c:v>1.79338</c:v>
                </c:pt>
                <c:pt idx="2751">
                  <c:v>1.7331300000000001</c:v>
                </c:pt>
                <c:pt idx="2752">
                  <c:v>1.75084</c:v>
                </c:pt>
                <c:pt idx="2753">
                  <c:v>1.7550600000000001</c:v>
                </c:pt>
                <c:pt idx="2754">
                  <c:v>1.7268399999999999</c:v>
                </c:pt>
                <c:pt idx="2755">
                  <c:v>1.68448</c:v>
                </c:pt>
                <c:pt idx="2756">
                  <c:v>1.7265200000000001</c:v>
                </c:pt>
                <c:pt idx="2757">
                  <c:v>1.7585599999999999</c:v>
                </c:pt>
                <c:pt idx="2758">
                  <c:v>1.71262</c:v>
                </c:pt>
                <c:pt idx="2759">
                  <c:v>1.6823699999999999</c:v>
                </c:pt>
                <c:pt idx="2760">
                  <c:v>1.72834</c:v>
                </c:pt>
                <c:pt idx="2761">
                  <c:v>1.71556</c:v>
                </c:pt>
                <c:pt idx="2762">
                  <c:v>1.7199199999999999</c:v>
                </c:pt>
                <c:pt idx="2763">
                  <c:v>1.7408399999999999</c:v>
                </c:pt>
                <c:pt idx="2764">
                  <c:v>1.72628</c:v>
                </c:pt>
                <c:pt idx="2765">
                  <c:v>1.6931499999999999</c:v>
                </c:pt>
                <c:pt idx="2766">
                  <c:v>1.7348300000000001</c:v>
                </c:pt>
                <c:pt idx="2767">
                  <c:v>1.6975</c:v>
                </c:pt>
                <c:pt idx="2768">
                  <c:v>#N/A</c:v>
                </c:pt>
                <c:pt idx="2769">
                  <c:v>1.69241</c:v>
                </c:pt>
                <c:pt idx="2770">
                  <c:v>1.67659</c:v>
                </c:pt>
                <c:pt idx="2771">
                  <c:v>1.7173099999999999</c:v>
                </c:pt>
                <c:pt idx="2772">
                  <c:v>1.7324900000000001</c:v>
                </c:pt>
                <c:pt idx="2773">
                  <c:v>1.74823</c:v>
                </c:pt>
                <c:pt idx="2774">
                  <c:v>1.72943</c:v>
                </c:pt>
                <c:pt idx="2775">
                  <c:v>1.76363</c:v>
                </c:pt>
                <c:pt idx="2776">
                  <c:v>1.7302599999999999</c:v>
                </c:pt>
                <c:pt idx="2777">
                  <c:v>1.7269300000000001</c:v>
                </c:pt>
                <c:pt idx="2778">
                  <c:v>1.7761100000000001</c:v>
                </c:pt>
                <c:pt idx="2779">
                  <c:v>1.75376</c:v>
                </c:pt>
                <c:pt idx="2780">
                  <c:v>#N/A</c:v>
                </c:pt>
                <c:pt idx="2781">
                  <c:v>1.75376</c:v>
                </c:pt>
                <c:pt idx="2782">
                  <c:v>1.8110299999999999</c:v>
                </c:pt>
                <c:pt idx="2783">
                  <c:v>1.74841</c:v>
                </c:pt>
                <c:pt idx="2784">
                  <c:v>1.7458199999999999</c:v>
                </c:pt>
                <c:pt idx="2785">
                  <c:v>1.7775700000000001</c:v>
                </c:pt>
                <c:pt idx="2786">
                  <c:v>1.81029</c:v>
                </c:pt>
                <c:pt idx="2787">
                  <c:v>1.9432799999999999</c:v>
                </c:pt>
                <c:pt idx="2788">
                  <c:v>1.9914099999999999</c:v>
                </c:pt>
                <c:pt idx="2789">
                  <c:v>2.11863</c:v>
                </c:pt>
                <c:pt idx="2790">
                  <c:v>2.1801699999999999</c:v>
                </c:pt>
                <c:pt idx="2791">
                  <c:v>2.29528</c:v>
                </c:pt>
                <c:pt idx="2792">
                  <c:v>2.38584</c:v>
                </c:pt>
                <c:pt idx="2793">
                  <c:v>2.53416</c:v>
                </c:pt>
                <c:pt idx="2794">
                  <c:v>2.34524</c:v>
                </c:pt>
                <c:pt idx="2795">
                  <c:v>2.06758</c:v>
                </c:pt>
                <c:pt idx="2796">
                  <c:v>1.96757</c:v>
                </c:pt>
                <c:pt idx="2797">
                  <c:v>1.9437800000000001</c:v>
                </c:pt>
                <c:pt idx="2798">
                  <c:v>1.8704099999999999</c:v>
                </c:pt>
                <c:pt idx="2799">
                  <c:v>1.88384</c:v>
                </c:pt>
                <c:pt idx="2800">
                  <c:v>#N/A</c:v>
                </c:pt>
                <c:pt idx="2801">
                  <c:v>1.86737</c:v>
                </c:pt>
                <c:pt idx="2802">
                  <c:v>1.89341</c:v>
                </c:pt>
                <c:pt idx="2803">
                  <c:v>1.9068099999999999</c:v>
                </c:pt>
                <c:pt idx="2804">
                  <c:v>1.9614400000000001</c:v>
                </c:pt>
                <c:pt idx="2805">
                  <c:v>#N/A</c:v>
                </c:pt>
                <c:pt idx="2806">
                  <c:v>2.02311</c:v>
                </c:pt>
                <c:pt idx="2807">
                  <c:v>2.2136</c:v>
                </c:pt>
                <c:pt idx="2808">
                  <c:v>2.2722500000000001</c:v>
                </c:pt>
                <c:pt idx="2809">
                  <c:v>2.20702</c:v>
                </c:pt>
                <c:pt idx="2810">
                  <c:v>2.1534</c:v>
                </c:pt>
                <c:pt idx="2811">
                  <c:v>2.2002700000000002</c:v>
                </c:pt>
                <c:pt idx="2812">
                  <c:v>2.3100800000000001</c:v>
                </c:pt>
                <c:pt idx="2813">
                  <c:v>2.3495200000000001</c:v>
                </c:pt>
                <c:pt idx="2814">
                  <c:v>2.3998200000000001</c:v>
                </c:pt>
                <c:pt idx="2815">
                  <c:v>2.4511400000000001</c:v>
                </c:pt>
                <c:pt idx="2816">
                  <c:v>2.4197099999999998</c:v>
                </c:pt>
                <c:pt idx="2817">
                  <c:v>#N/A</c:v>
                </c:pt>
                <c:pt idx="2818">
                  <c:v>2.4142100000000002</c:v>
                </c:pt>
                <c:pt idx="2819">
                  <c:v>2.41513</c:v>
                </c:pt>
                <c:pt idx="2820">
                  <c:v>2.37751</c:v>
                </c:pt>
                <c:pt idx="2821">
                  <c:v>2.3043</c:v>
                </c:pt>
                <c:pt idx="2822">
                  <c:v>2.3142499999999999</c:v>
                </c:pt>
                <c:pt idx="2823">
                  <c:v>2.3052700000000002</c:v>
                </c:pt>
                <c:pt idx="2824">
                  <c:v>2.3829799999999999</c:v>
                </c:pt>
                <c:pt idx="2825">
                  <c:v>2.3188</c:v>
                </c:pt>
                <c:pt idx="2826">
                  <c:v>2.2898100000000001</c:v>
                </c:pt>
                <c:pt idx="2827">
                  <c:v>2.1869499999999999</c:v>
                </c:pt>
                <c:pt idx="2828">
                  <c:v>2.1158800000000002</c:v>
                </c:pt>
                <c:pt idx="2829">
                  <c:v>2.18296</c:v>
                </c:pt>
                <c:pt idx="2830">
                  <c:v>2.1423299999999998</c:v>
                </c:pt>
                <c:pt idx="2831">
                  <c:v>2.1164000000000001</c:v>
                </c:pt>
                <c:pt idx="2832">
                  <c:v>2.12046</c:v>
                </c:pt>
                <c:pt idx="2833">
                  <c:v>2.1766999999999999</c:v>
                </c:pt>
                <c:pt idx="2834">
                  <c:v>2.16967</c:v>
                </c:pt>
                <c:pt idx="2835">
                  <c:v>2.1430699999999998</c:v>
                </c:pt>
                <c:pt idx="2836">
                  <c:v>2.06969</c:v>
                </c:pt>
                <c:pt idx="2837">
                  <c:v>#N/A</c:v>
                </c:pt>
                <c:pt idx="2838">
                  <c:v>1.98838</c:v>
                </c:pt>
                <c:pt idx="2839">
                  <c:v>2.0588000000000002</c:v>
                </c:pt>
                <c:pt idx="2840">
                  <c:v>2.0138500000000001</c:v>
                </c:pt>
                <c:pt idx="2841">
                  <c:v>1.97038</c:v>
                </c:pt>
                <c:pt idx="2842">
                  <c:v>2.0169999999999999</c:v>
                </c:pt>
                <c:pt idx="2843">
                  <c:v>2.0412499999999998</c:v>
                </c:pt>
                <c:pt idx="2844">
                  <c:v>2.00732</c:v>
                </c:pt>
                <c:pt idx="2845">
                  <c:v>1.9571400000000001</c:v>
                </c:pt>
                <c:pt idx="2846">
                  <c:v>1.98786</c:v>
                </c:pt>
                <c:pt idx="2847">
                  <c:v>1.93988</c:v>
                </c:pt>
                <c:pt idx="2848">
                  <c:v>1.9706699999999999</c:v>
                </c:pt>
                <c:pt idx="2849">
                  <c:v>2.0127299999999999</c:v>
                </c:pt>
                <c:pt idx="2850">
                  <c:v>2.0747</c:v>
                </c:pt>
                <c:pt idx="2851">
                  <c:v>2.0881699999999999</c:v>
                </c:pt>
                <c:pt idx="2852">
                  <c:v>2.1445599999999998</c:v>
                </c:pt>
                <c:pt idx="2853">
                  <c:v>2.2597399999999999</c:v>
                </c:pt>
                <c:pt idx="2854">
                  <c:v>2.2583600000000001</c:v>
                </c:pt>
                <c:pt idx="2855">
                  <c:v>2.19767</c:v>
                </c:pt>
                <c:pt idx="2856">
                  <c:v>2.27597</c:v>
                </c:pt>
                <c:pt idx="2857">
                  <c:v>2.3463699999999998</c:v>
                </c:pt>
                <c:pt idx="2858">
                  <c:v>2.37927</c:v>
                </c:pt>
                <c:pt idx="2859">
                  <c:v>2.3823799999999999</c:v>
                </c:pt>
                <c:pt idx="2860">
                  <c:v>2.3454600000000001</c:v>
                </c:pt>
                <c:pt idx="2861">
                  <c:v>2.32185</c:v>
                </c:pt>
                <c:pt idx="2862">
                  <c:v>2.3217599999999998</c:v>
                </c:pt>
                <c:pt idx="2863">
                  <c:v>2.3138899999999998</c:v>
                </c:pt>
                <c:pt idx="2864">
                  <c:v>2.2753100000000002</c:v>
                </c:pt>
                <c:pt idx="2865">
                  <c:v>2.2258</c:v>
                </c:pt>
                <c:pt idx="2866">
                  <c:v>2.24864</c:v>
                </c:pt>
                <c:pt idx="2867">
                  <c:v>2.20302</c:v>
                </c:pt>
                <c:pt idx="2868">
                  <c:v>2.2170800000000002</c:v>
                </c:pt>
                <c:pt idx="2869">
                  <c:v>2.2462900000000001</c:v>
                </c:pt>
                <c:pt idx="2870">
                  <c:v>2.1818200000000001</c:v>
                </c:pt>
                <c:pt idx="2871">
                  <c:v>2.2054200000000002</c:v>
                </c:pt>
                <c:pt idx="2872">
                  <c:v>2.1318600000000001</c:v>
                </c:pt>
                <c:pt idx="2873">
                  <c:v>2.1706699999999999</c:v>
                </c:pt>
                <c:pt idx="2874">
                  <c:v>2.1667999999999998</c:v>
                </c:pt>
                <c:pt idx="2875">
                  <c:v>2.1363599999999998</c:v>
                </c:pt>
                <c:pt idx="2876">
                  <c:v>2.1544300000000001</c:v>
                </c:pt>
                <c:pt idx="2877">
                  <c:v>2.1503199999999998</c:v>
                </c:pt>
                <c:pt idx="2878">
                  <c:v>2.1734100000000001</c:v>
                </c:pt>
                <c:pt idx="2879">
                  <c:v>2.1652399999999998</c:v>
                </c:pt>
                <c:pt idx="2880">
                  <c:v>2.19373</c:v>
                </c:pt>
                <c:pt idx="2881">
                  <c:v>2.2524600000000001</c:v>
                </c:pt>
                <c:pt idx="2882">
                  <c:v>2.2282099999999998</c:v>
                </c:pt>
                <c:pt idx="2883">
                  <c:v>2.1659999999999999</c:v>
                </c:pt>
                <c:pt idx="2884">
                  <c:v>2.1024099999999999</c:v>
                </c:pt>
                <c:pt idx="2885">
                  <c:v>2.12086</c:v>
                </c:pt>
                <c:pt idx="2886">
                  <c:v>2.1078700000000001</c:v>
                </c:pt>
                <c:pt idx="2887">
                  <c:v>2.1206200000000002</c:v>
                </c:pt>
                <c:pt idx="2888">
                  <c:v>2.0701000000000001</c:v>
                </c:pt>
                <c:pt idx="2889">
                  <c:v>2.0797699999999999</c:v>
                </c:pt>
                <c:pt idx="2890">
                  <c:v>2.12798</c:v>
                </c:pt>
                <c:pt idx="2891">
                  <c:v>2.1221899999999998</c:v>
                </c:pt>
                <c:pt idx="2892">
                  <c:v>2.0756899999999998</c:v>
                </c:pt>
                <c:pt idx="2893">
                  <c:v>2.06088</c:v>
                </c:pt>
                <c:pt idx="2894">
                  <c:v>1.9980500000000001</c:v>
                </c:pt>
                <c:pt idx="2895">
                  <c:v>2.08649</c:v>
                </c:pt>
                <c:pt idx="2896">
                  <c:v>2.0479799999999999</c:v>
                </c:pt>
                <c:pt idx="2897">
                  <c:v>2.0045999999999999</c:v>
                </c:pt>
                <c:pt idx="2898">
                  <c:v>2.0886999999999998</c:v>
                </c:pt>
                <c:pt idx="2899">
                  <c:v>2.0613999999999999</c:v>
                </c:pt>
                <c:pt idx="2900">
                  <c:v>2.09022</c:v>
                </c:pt>
                <c:pt idx="2901">
                  <c:v>2.1204399999999999</c:v>
                </c:pt>
                <c:pt idx="2902">
                  <c:v>2.0561199999999999</c:v>
                </c:pt>
                <c:pt idx="2903">
                  <c:v>2.0868799999999998</c:v>
                </c:pt>
                <c:pt idx="2904">
                  <c:v>2.0750799999999998</c:v>
                </c:pt>
                <c:pt idx="2905">
                  <c:v>2.0672100000000002</c:v>
                </c:pt>
                <c:pt idx="2906">
                  <c:v>2.0614699999999999</c:v>
                </c:pt>
                <c:pt idx="2907">
                  <c:v>#N/A</c:v>
                </c:pt>
                <c:pt idx="2908">
                  <c:v>2.1302599999999998</c:v>
                </c:pt>
                <c:pt idx="2909">
                  <c:v>2.1608800000000001</c:v>
                </c:pt>
                <c:pt idx="2910">
                  <c:v>2.18885</c:v>
                </c:pt>
                <c:pt idx="2911">
                  <c:v>2.20282</c:v>
                </c:pt>
                <c:pt idx="2912">
                  <c:v>2.1741999999999999</c:v>
                </c:pt>
                <c:pt idx="2913">
                  <c:v>2.1311300000000002</c:v>
                </c:pt>
                <c:pt idx="2914">
                  <c:v>2.1219000000000001</c:v>
                </c:pt>
                <c:pt idx="2915">
                  <c:v>2.22641</c:v>
                </c:pt>
                <c:pt idx="2916">
                  <c:v>2.1979500000000001</c:v>
                </c:pt>
                <c:pt idx="2917">
                  <c:v>2.2498499999999999</c:v>
                </c:pt>
                <c:pt idx="2918">
                  <c:v>2.2761200000000001</c:v>
                </c:pt>
                <c:pt idx="2919">
                  <c:v>2.28932</c:v>
                </c:pt>
                <c:pt idx="2920">
                  <c:v>2.2699199999999999</c:v>
                </c:pt>
                <c:pt idx="2921">
                  <c:v>2.2685499999999998</c:v>
                </c:pt>
                <c:pt idx="2922">
                  <c:v>2.3023099999999999</c:v>
                </c:pt>
                <c:pt idx="2923">
                  <c:v>2.3469000000000002</c:v>
                </c:pt>
                <c:pt idx="2924">
                  <c:v>2.3626800000000001</c:v>
                </c:pt>
                <c:pt idx="2925">
                  <c:v>2.2286000000000001</c:v>
                </c:pt>
                <c:pt idx="2926">
                  <c:v>2.2653699999999999</c:v>
                </c:pt>
                <c:pt idx="2927">
                  <c:v>2.2296200000000002</c:v>
                </c:pt>
                <c:pt idx="2928">
                  <c:v>2.1722800000000002</c:v>
                </c:pt>
                <c:pt idx="2929">
                  <c:v>2.2130000000000001</c:v>
                </c:pt>
                <c:pt idx="2930">
                  <c:v>2.24431</c:v>
                </c:pt>
                <c:pt idx="2931">
                  <c:v>2.2165599999999999</c:v>
                </c:pt>
                <c:pt idx="2932">
                  <c:v>2.35365</c:v>
                </c:pt>
                <c:pt idx="2933">
                  <c:v>2.3298700000000001</c:v>
                </c:pt>
                <c:pt idx="2934">
                  <c:v>2.2444899999999999</c:v>
                </c:pt>
                <c:pt idx="2935">
                  <c:v>2.2315999999999998</c:v>
                </c:pt>
                <c:pt idx="2936">
                  <c:v>#N/A</c:v>
                </c:pt>
                <c:pt idx="2937">
                  <c:v>2.3505400000000001</c:v>
                </c:pt>
                <c:pt idx="2938">
                  <c:v>2.4129900000000002</c:v>
                </c:pt>
                <c:pt idx="2939">
                  <c:v>2.4661599999999999</c:v>
                </c:pt>
                <c:pt idx="2940">
                  <c:v>2.40164</c:v>
                </c:pt>
                <c:pt idx="2941">
                  <c:v>2.31976</c:v>
                </c:pt>
                <c:pt idx="2942">
                  <c:v>2.2995399999999999</c:v>
                </c:pt>
                <c:pt idx="2943">
                  <c:v>2.3080400000000001</c:v>
                </c:pt>
                <c:pt idx="2944">
                  <c:v>2.3794400000000002</c:v>
                </c:pt>
                <c:pt idx="2945">
                  <c:v>2.36422</c:v>
                </c:pt>
                <c:pt idx="2946">
                  <c:v>2.3748800000000001</c:v>
                </c:pt>
                <c:pt idx="2947">
                  <c:v>2.3792300000000002</c:v>
                </c:pt>
                <c:pt idx="2948">
                  <c:v>2.41778</c:v>
                </c:pt>
                <c:pt idx="2949">
                  <c:v>2.472</c:v>
                </c:pt>
                <c:pt idx="2950">
                  <c:v>2.5772499999999998</c:v>
                </c:pt>
                <c:pt idx="2951">
                  <c:v>2.5991599999999999</c:v>
                </c:pt>
                <c:pt idx="2952">
                  <c:v>2.6871399999999999</c:v>
                </c:pt>
                <c:pt idx="2953">
                  <c:v>2.6460900000000001</c:v>
                </c:pt>
                <c:pt idx="2954">
                  <c:v>2.5356900000000002</c:v>
                </c:pt>
                <c:pt idx="2955">
                  <c:v>2.4605399999999999</c:v>
                </c:pt>
                <c:pt idx="2956">
                  <c:v>2.4962900000000001</c:v>
                </c:pt>
                <c:pt idx="2957">
                  <c:v>2.5875900000000001</c:v>
                </c:pt>
                <c:pt idx="2958">
                  <c:v>2.5633599999999999</c:v>
                </c:pt>
                <c:pt idx="2959">
                  <c:v>2.49044</c:v>
                </c:pt>
                <c:pt idx="2960">
                  <c:v>2.5932200000000001</c:v>
                </c:pt>
                <c:pt idx="2961">
                  <c:v>2.6455000000000002</c:v>
                </c:pt>
                <c:pt idx="2962">
                  <c:v>2.6255500000000001</c:v>
                </c:pt>
                <c:pt idx="2963">
                  <c:v>2.7603399999999998</c:v>
                </c:pt>
                <c:pt idx="2964">
                  <c:v>2.6867299999999998</c:v>
                </c:pt>
                <c:pt idx="2965">
                  <c:v>2.6544099999999999</c:v>
                </c:pt>
                <c:pt idx="2966">
                  <c:v>2.6600999999999999</c:v>
                </c:pt>
                <c:pt idx="2967">
                  <c:v>2.6995399999999998</c:v>
                </c:pt>
                <c:pt idx="2968">
                  <c:v>2.6873</c:v>
                </c:pt>
                <c:pt idx="2969">
                  <c:v>2.80688</c:v>
                </c:pt>
                <c:pt idx="2970">
                  <c:v>2.87188</c:v>
                </c:pt>
                <c:pt idx="2971">
                  <c:v>2.9586700000000001</c:v>
                </c:pt>
                <c:pt idx="2972">
                  <c:v>3.09937</c:v>
                </c:pt>
                <c:pt idx="2973">
                  <c:v>2.9936400000000001</c:v>
                </c:pt>
                <c:pt idx="2974">
                  <c:v>3.0172099999999999</c:v>
                </c:pt>
                <c:pt idx="2975">
                  <c:v>2.8858299999999999</c:v>
                </c:pt>
                <c:pt idx="2976">
                  <c:v>2.8288899999999999</c:v>
                </c:pt>
                <c:pt idx="2977">
                  <c:v>2.7729200000000001</c:v>
                </c:pt>
                <c:pt idx="2978">
                  <c:v>2.8715999999999999</c:v>
                </c:pt>
                <c:pt idx="2979">
                  <c:v>2.8625500000000001</c:v>
                </c:pt>
                <c:pt idx="2980">
                  <c:v>2.8881199999999998</c:v>
                </c:pt>
                <c:pt idx="2981">
                  <c:v>2.9070399999999998</c:v>
                </c:pt>
                <c:pt idx="2982">
                  <c:v>#N/A</c:v>
                </c:pt>
                <c:pt idx="2983">
                  <c:v>2.8405200000000002</c:v>
                </c:pt>
                <c:pt idx="2984">
                  <c:v>2.7931900000000001</c:v>
                </c:pt>
                <c:pt idx="2985">
                  <c:v>2.8080799999999999</c:v>
                </c:pt>
                <c:pt idx="2986">
                  <c:v>2.8530600000000002</c:v>
                </c:pt>
                <c:pt idx="2987">
                  <c:v>2.8393799999999998</c:v>
                </c:pt>
                <c:pt idx="2988">
                  <c:v>2.7136</c:v>
                </c:pt>
                <c:pt idx="2989">
                  <c:v>2.6514899999999999</c:v>
                </c:pt>
                <c:pt idx="2990">
                  <c:v>2.6612100000000001</c:v>
                </c:pt>
                <c:pt idx="2991">
                  <c:v>2.6760299999999999</c:v>
                </c:pt>
                <c:pt idx="2992">
                  <c:v>2.75414</c:v>
                </c:pt>
                <c:pt idx="2993">
                  <c:v>2.94374</c:v>
                </c:pt>
                <c:pt idx="2994">
                  <c:v>2.9842599999999999</c:v>
                </c:pt>
                <c:pt idx="2995">
                  <c:v>3.11741</c:v>
                </c:pt>
                <c:pt idx="2996">
                  <c:v>3.1457999999999999</c:v>
                </c:pt>
                <c:pt idx="2997">
                  <c:v>3.2832699999999999</c:v>
                </c:pt>
                <c:pt idx="2998">
                  <c:v>3.2912599999999999</c:v>
                </c:pt>
                <c:pt idx="2999">
                  <c:v>3.17882</c:v>
                </c:pt>
                <c:pt idx="3000">
                  <c:v>3.1034199999999998</c:v>
                </c:pt>
                <c:pt idx="3001">
                  <c:v>3.0992899999999999</c:v>
                </c:pt>
                <c:pt idx="3002">
                  <c:v>2.9056600000000001</c:v>
                </c:pt>
                <c:pt idx="3003">
                  <c:v>2.8902299999999999</c:v>
                </c:pt>
                <c:pt idx="3004">
                  <c:v>2.8379500000000002</c:v>
                </c:pt>
                <c:pt idx="3005">
                  <c:v>2.72424</c:v>
                </c:pt>
                <c:pt idx="3006">
                  <c:v>2.6909700000000001</c:v>
                </c:pt>
                <c:pt idx="3007">
                  <c:v>#N/A</c:v>
                </c:pt>
                <c:pt idx="3008">
                  <c:v>2.8106300000000002</c:v>
                </c:pt>
                <c:pt idx="3009">
                  <c:v>2.8162799999999999</c:v>
                </c:pt>
                <c:pt idx="3010">
                  <c:v>2.7432400000000001</c:v>
                </c:pt>
                <c:pt idx="3011">
                  <c:v>2.6810399999999999</c:v>
                </c:pt>
                <c:pt idx="3012">
                  <c:v>2.7322500000000001</c:v>
                </c:pt>
                <c:pt idx="3013">
                  <c:v>2.7814800000000002</c:v>
                </c:pt>
                <c:pt idx="3014">
                  <c:v>2.8972600000000002</c:v>
                </c:pt>
                <c:pt idx="3015">
                  <c:v>2.9029099999999999</c:v>
                </c:pt>
                <c:pt idx="3016">
                  <c:v>2.7924500000000001</c:v>
                </c:pt>
                <c:pt idx="3017">
                  <c:v>2.7765399999999998</c:v>
                </c:pt>
                <c:pt idx="3018">
                  <c:v>2.8400500000000002</c:v>
                </c:pt>
                <c:pt idx="3019">
                  <c:v>2.7852800000000002</c:v>
                </c:pt>
                <c:pt idx="3020">
                  <c:v>2.8087900000000001</c:v>
                </c:pt>
                <c:pt idx="3021">
                  <c:v>2.8268499999999999</c:v>
                </c:pt>
                <c:pt idx="3022">
                  <c:v>2.80959</c:v>
                </c:pt>
                <c:pt idx="3023">
                  <c:v>2.7027800000000002</c:v>
                </c:pt>
                <c:pt idx="3024">
                  <c:v>2.7201599999999999</c:v>
                </c:pt>
                <c:pt idx="3025">
                  <c:v>2.7002899999999999</c:v>
                </c:pt>
                <c:pt idx="3026">
                  <c:v>2.7071000000000001</c:v>
                </c:pt>
                <c:pt idx="3027">
                  <c:v>2.7721200000000001</c:v>
                </c:pt>
                <c:pt idx="3028">
                  <c:v>2.7596400000000001</c:v>
                </c:pt>
                <c:pt idx="3029">
                  <c:v>#N/A</c:v>
                </c:pt>
                <c:pt idx="3030">
                  <c:v>2.7962799999999999</c:v>
                </c:pt>
                <c:pt idx="3031">
                  <c:v>2.8871799999999999</c:v>
                </c:pt>
                <c:pt idx="3032">
                  <c:v>2.85033</c:v>
                </c:pt>
                <c:pt idx="3033">
                  <c:v>2.8559199999999998</c:v>
                </c:pt>
                <c:pt idx="3034">
                  <c:v>2.8816600000000001</c:v>
                </c:pt>
                <c:pt idx="3035">
                  <c:v>2.8603499999999999</c:v>
                </c:pt>
                <c:pt idx="3036">
                  <c:v>2.8329200000000001</c:v>
                </c:pt>
                <c:pt idx="3037">
                  <c:v>2.8188499999999999</c:v>
                </c:pt>
                <c:pt idx="3038">
                  <c:v>2.80091</c:v>
                </c:pt>
                <c:pt idx="3039">
                  <c:v>2.8311500000000001</c:v>
                </c:pt>
                <c:pt idx="3040">
                  <c:v>#N/A</c:v>
                </c:pt>
                <c:pt idx="3041">
                  <c:v>2.83643</c:v>
                </c:pt>
                <c:pt idx="3042">
                  <c:v>2.8580299999999998</c:v>
                </c:pt>
                <c:pt idx="3043">
                  <c:v>2.90158</c:v>
                </c:pt>
                <c:pt idx="3044">
                  <c:v>2.8965999999999998</c:v>
                </c:pt>
                <c:pt idx="3045">
                  <c:v>2.8860100000000002</c:v>
                </c:pt>
                <c:pt idx="3046">
                  <c:v>2.9033899999999999</c:v>
                </c:pt>
                <c:pt idx="3047">
                  <c:v>3.0358800000000001</c:v>
                </c:pt>
                <c:pt idx="3048">
                  <c:v>3.0834999999999999</c:v>
                </c:pt>
                <c:pt idx="3049">
                  <c:v>3.0825200000000001</c:v>
                </c:pt>
                <c:pt idx="3050">
                  <c:v>3.15334</c:v>
                </c:pt>
                <c:pt idx="3051">
                  <c:v>3.3866399999999999</c:v>
                </c:pt>
                <c:pt idx="3052">
                  <c:v>3.34565</c:v>
                </c:pt>
                <c:pt idx="3053">
                  <c:v>3.2219000000000002</c:v>
                </c:pt>
                <c:pt idx="3054">
                  <c:v>3.2233700000000001</c:v>
                </c:pt>
                <c:pt idx="3055">
                  <c:v>3.18024</c:v>
                </c:pt>
                <c:pt idx="3056">
                  <c:v>3.2642000000000002</c:v>
                </c:pt>
                <c:pt idx="3057">
                  <c:v>3.2553000000000001</c:v>
                </c:pt>
                <c:pt idx="3058">
                  <c:v>3.2125599999999999</c:v>
                </c:pt>
                <c:pt idx="3059">
                  <c:v>3.1724600000000001</c:v>
                </c:pt>
                <c:pt idx="3060">
                  <c:v>3.1945999999999999</c:v>
                </c:pt>
                <c:pt idx="3061">
                  <c:v>#N/A</c:v>
                </c:pt>
                <c:pt idx="3062">
                  <c:v>3.2105899999999998</c:v>
                </c:pt>
                <c:pt idx="3063">
                  <c:v>3.0842100000000001</c:v>
                </c:pt>
                <c:pt idx="3064">
                  <c:v>3.1235200000000001</c:v>
                </c:pt>
                <c:pt idx="3065">
                  <c:v>3.1718099999999998</c:v>
                </c:pt>
                <c:pt idx="3066">
                  <c:v>#N/A</c:v>
                </c:pt>
                <c:pt idx="3067">
                  <c:v>3.2232799999999999</c:v>
                </c:pt>
                <c:pt idx="3068">
                  <c:v>3.1641699999999999</c:v>
                </c:pt>
                <c:pt idx="3069">
                  <c:v>3.28993</c:v>
                </c:pt>
                <c:pt idx="3070">
                  <c:v>3.4222899999999998</c:v>
                </c:pt>
                <c:pt idx="3071">
                  <c:v>3.51756</c:v>
                </c:pt>
                <c:pt idx="3072">
                  <c:v>3.5078399999999998</c:v>
                </c:pt>
                <c:pt idx="3073">
                  <c:v>3.6195200000000001</c:v>
                </c:pt>
                <c:pt idx="3074">
                  <c:v>3.7796699999999999</c:v>
                </c:pt>
                <c:pt idx="3075">
                  <c:v>3.7366199999999998</c:v>
                </c:pt>
                <c:pt idx="3076">
                  <c:v>3.9756800000000001</c:v>
                </c:pt>
                <c:pt idx="3077">
                  <c:v>#N/A</c:v>
                </c:pt>
                <c:pt idx="3078">
                  <c:v>4.01999</c:v>
                </c:pt>
                <c:pt idx="3079">
                  <c:v>4.1764200000000002</c:v>
                </c:pt>
                <c:pt idx="3080">
                  <c:v>4.0750099999999998</c:v>
                </c:pt>
                <c:pt idx="3081">
                  <c:v>3.7738999999999998</c:v>
                </c:pt>
                <c:pt idx="3082">
                  <c:v>3.8245</c:v>
                </c:pt>
                <c:pt idx="3083">
                  <c:v>3.7353900000000002</c:v>
                </c:pt>
                <c:pt idx="3084">
                  <c:v>3.6900400000000002</c:v>
                </c:pt>
                <c:pt idx="3085">
                  <c:v>3.6916000000000002</c:v>
                </c:pt>
                <c:pt idx="3086">
                  <c:v>3.7757000000000001</c:v>
                </c:pt>
                <c:pt idx="3087">
                  <c:v>3.8207100000000001</c:v>
                </c:pt>
                <c:pt idx="3088">
                  <c:v>4.0236799999999997</c:v>
                </c:pt>
                <c:pt idx="3089">
                  <c:v>3.95533</c:v>
                </c:pt>
                <c:pt idx="3090">
                  <c:v>3.9656799999999999</c:v>
                </c:pt>
                <c:pt idx="3091">
                  <c:v>3.9697900000000002</c:v>
                </c:pt>
                <c:pt idx="3092">
                  <c:v>4.2456300000000002</c:v>
                </c:pt>
                <c:pt idx="3093">
                  <c:v>4.2661499999999997</c:v>
                </c:pt>
                <c:pt idx="3094">
                  <c:v>4.1911199999999997</c:v>
                </c:pt>
                <c:pt idx="3095">
                  <c:v>4.3346999999999998</c:v>
                </c:pt>
                <c:pt idx="3096">
                  <c:v>4.1135599999999997</c:v>
                </c:pt>
                <c:pt idx="3097">
                  <c:v>#N/A</c:v>
                </c:pt>
                <c:pt idx="3098">
                  <c:v>4.0444599999999999</c:v>
                </c:pt>
                <c:pt idx="3099">
                  <c:v>3.8214700000000001</c:v>
                </c:pt>
                <c:pt idx="3100">
                  <c:v>3.8188499999999999</c:v>
                </c:pt>
                <c:pt idx="3101">
                  <c:v>3.77501</c:v>
                </c:pt>
                <c:pt idx="3102">
                  <c:v>3.7002799999999998</c:v>
                </c:pt>
                <c:pt idx="3103">
                  <c:v>3.7502</c:v>
                </c:pt>
                <c:pt idx="3104">
                  <c:v>3.65625</c:v>
                </c:pt>
                <c:pt idx="3105">
                  <c:v>3.6613699999999998</c:v>
                </c:pt>
                <c:pt idx="3106">
                  <c:v>3.66133</c:v>
                </c:pt>
                <c:pt idx="3107">
                  <c:v>3.6784500000000002</c:v>
                </c:pt>
                <c:pt idx="3108">
                  <c:v>3.5028999999999999</c:v>
                </c:pt>
                <c:pt idx="3109">
                  <c:v>3.48061</c:v>
                </c:pt>
                <c:pt idx="3110">
                  <c:v>3.3365999999999998</c:v>
                </c:pt>
                <c:pt idx="3111">
                  <c:v>3.2738499999999999</c:v>
                </c:pt>
                <c:pt idx="3112">
                  <c:v>3.25352</c:v>
                </c:pt>
                <c:pt idx="3113">
                  <c:v>3.3148</c:v>
                </c:pt>
                <c:pt idx="3114">
                  <c:v>3.2068599999999998</c:v>
                </c:pt>
                <c:pt idx="3115">
                  <c:v>3.1619000000000002</c:v>
                </c:pt>
                <c:pt idx="3116">
                  <c:v>3.08277</c:v>
                </c:pt>
                <c:pt idx="3117">
                  <c:v>3.1192299999999999</c:v>
                </c:pt>
                <c:pt idx="3118">
                  <c:v>3.2018900000000001</c:v>
                </c:pt>
                <c:pt idx="3119">
                  <c:v>3.0710000000000002</c:v>
                </c:pt>
                <c:pt idx="3120">
                  <c:v>2.8980399999999999</c:v>
                </c:pt>
                <c:pt idx="3121">
                  <c:v>2.8237100000000002</c:v>
                </c:pt>
                <c:pt idx="3122">
                  <c:v>2.7921100000000001</c:v>
                </c:pt>
                <c:pt idx="3123">
                  <c:v>2.7933400000000002</c:v>
                </c:pt>
                <c:pt idx="3124">
                  <c:v>2.9148700000000001</c:v>
                </c:pt>
                <c:pt idx="3125">
                  <c:v>2.9912999999999998</c:v>
                </c:pt>
                <c:pt idx="3126">
                  <c:v>#N/A</c:v>
                </c:pt>
                <c:pt idx="3127">
                  <c:v>2.9889199999999998</c:v>
                </c:pt>
                <c:pt idx="3128">
                  <c:v>3.0497399999999999</c:v>
                </c:pt>
                <c:pt idx="3129">
                  <c:v>2.9708100000000002</c:v>
                </c:pt>
                <c:pt idx="3130">
                  <c:v>2.95322</c:v>
                </c:pt>
                <c:pt idx="3131">
                  <c:v>2.91534</c:v>
                </c:pt>
                <c:pt idx="3132">
                  <c:v>2.95295</c:v>
                </c:pt>
                <c:pt idx="3133">
                  <c:v>3.0732900000000001</c:v>
                </c:pt>
                <c:pt idx="3134">
                  <c:v>3.00332</c:v>
                </c:pt>
                <c:pt idx="3135">
                  <c:v>3.1602899999999998</c:v>
                </c:pt>
                <c:pt idx="3136">
                  <c:v>3.11334</c:v>
                </c:pt>
                <c:pt idx="3137">
                  <c:v>3.0365799999999998</c:v>
                </c:pt>
                <c:pt idx="3138">
                  <c:v>2.94042</c:v>
                </c:pt>
                <c:pt idx="3139">
                  <c:v>2.86477</c:v>
                </c:pt>
                <c:pt idx="3140">
                  <c:v>2.81352</c:v>
                </c:pt>
                <c:pt idx="3141">
                  <c:v>2.8748100000000001</c:v>
                </c:pt>
                <c:pt idx="3142">
                  <c:v>2.86076</c:v>
                </c:pt>
                <c:pt idx="3143">
                  <c:v>2.7348499999999998</c:v>
                </c:pt>
                <c:pt idx="3144">
                  <c:v>2.6522100000000002</c:v>
                </c:pt>
                <c:pt idx="3145">
                  <c:v>2.6709299999999998</c:v>
                </c:pt>
                <c:pt idx="3146">
                  <c:v>2.7499099999999999</c:v>
                </c:pt>
                <c:pt idx="3147">
                  <c:v>2.7696700000000001</c:v>
                </c:pt>
                <c:pt idx="3148">
                  <c:v>2.77088</c:v>
                </c:pt>
                <c:pt idx="3149">
                  <c:v>2.7635200000000002</c:v>
                </c:pt>
                <c:pt idx="3150">
                  <c:v>2.7639800000000001</c:v>
                </c:pt>
                <c:pt idx="3151">
                  <c:v>2.7816100000000001</c:v>
                </c:pt>
                <c:pt idx="3152">
                  <c:v>2.7513700000000001</c:v>
                </c:pt>
                <c:pt idx="3153">
                  <c:v>2.8485800000000001</c:v>
                </c:pt>
                <c:pt idx="3154">
                  <c:v>2.9358499999999998</c:v>
                </c:pt>
                <c:pt idx="3155">
                  <c:v>2.96034</c:v>
                </c:pt>
                <c:pt idx="3156">
                  <c:v>2.9162599999999999</c:v>
                </c:pt>
                <c:pt idx="3157">
                  <c:v>2.9546100000000002</c:v>
                </c:pt>
                <c:pt idx="3158">
                  <c:v>2.90387</c:v>
                </c:pt>
                <c:pt idx="3159">
                  <c:v>2.8645200000000002</c:v>
                </c:pt>
                <c:pt idx="3160">
                  <c:v>2.8196400000000001</c:v>
                </c:pt>
                <c:pt idx="3161">
                  <c:v>2.8851100000000001</c:v>
                </c:pt>
                <c:pt idx="3162">
                  <c:v>2.80959</c:v>
                </c:pt>
                <c:pt idx="3163">
                  <c:v>2.8001200000000002</c:v>
                </c:pt>
                <c:pt idx="3164">
                  <c:v>2.80783</c:v>
                </c:pt>
                <c:pt idx="3165">
                  <c:v>2.9888300000000001</c:v>
                </c:pt>
                <c:pt idx="3166">
                  <c:v>3.01498</c:v>
                </c:pt>
                <c:pt idx="3167">
                  <c:v>3.0376400000000001</c:v>
                </c:pt>
                <c:pt idx="3168">
                  <c:v>3.0163799999999998</c:v>
                </c:pt>
                <c:pt idx="3169">
                  <c:v>2.9626299999999999</c:v>
                </c:pt>
                <c:pt idx="3170">
                  <c:v>2.9574699999999998</c:v>
                </c:pt>
                <c:pt idx="3171">
                  <c:v>2.9327899999999998</c:v>
                </c:pt>
                <c:pt idx="3172">
                  <c:v>#N/A</c:v>
                </c:pt>
                <c:pt idx="3173">
                  <c:v>2.9652099999999999</c:v>
                </c:pt>
                <c:pt idx="3174">
                  <c:v>2.9200599999999999</c:v>
                </c:pt>
                <c:pt idx="3175">
                  <c:v>2.86259</c:v>
                </c:pt>
                <c:pt idx="3176">
                  <c:v>2.8441000000000001</c:v>
                </c:pt>
                <c:pt idx="3177">
                  <c:v>2.7799</c:v>
                </c:pt>
                <c:pt idx="3178">
                  <c:v>2.7014499999999999</c:v>
                </c:pt>
                <c:pt idx="3179">
                  <c:v>2.6613500000000001</c:v>
                </c:pt>
                <c:pt idx="3180">
                  <c:v>2.7140499999999999</c:v>
                </c:pt>
                <c:pt idx="3181">
                  <c:v>2.8168299999999999</c:v>
                </c:pt>
                <c:pt idx="3182">
                  <c:v>2.8989799999999999</c:v>
                </c:pt>
                <c:pt idx="3183">
                  <c:v>3.0043199999999999</c:v>
                </c:pt>
                <c:pt idx="3184">
                  <c:v>2.96713</c:v>
                </c:pt>
                <c:pt idx="3185">
                  <c:v>3.0118499999999999</c:v>
                </c:pt>
                <c:pt idx="3186">
                  <c:v>2.9459499999999998</c:v>
                </c:pt>
                <c:pt idx="3187">
                  <c:v>2.8111700000000002</c:v>
                </c:pt>
                <c:pt idx="3188">
                  <c:v>2.7730600000000001</c:v>
                </c:pt>
                <c:pt idx="3189">
                  <c:v>2.7335799999999999</c:v>
                </c:pt>
                <c:pt idx="3190">
                  <c:v>2.6319599999999999</c:v>
                </c:pt>
                <c:pt idx="3191">
                  <c:v>2.79549</c:v>
                </c:pt>
                <c:pt idx="3192">
                  <c:v>2.90341</c:v>
                </c:pt>
                <c:pt idx="3193">
                  <c:v>2.81168</c:v>
                </c:pt>
                <c:pt idx="3194">
                  <c:v>2.6261399999999999</c:v>
                </c:pt>
                <c:pt idx="3195">
                  <c:v>2.57437</c:v>
                </c:pt>
                <c:pt idx="3196">
                  <c:v>2.5610599999999999</c:v>
                </c:pt>
                <c:pt idx="3197">
                  <c:v>#N/A</c:v>
                </c:pt>
                <c:pt idx="3198">
                  <c:v>2.5845199999999999</c:v>
                </c:pt>
                <c:pt idx="3199">
                  <c:v>2.5773600000000001</c:v>
                </c:pt>
                <c:pt idx="3200">
                  <c:v>2.5941399999999999</c:v>
                </c:pt>
                <c:pt idx="3201">
                  <c:v>2.54548</c:v>
                </c:pt>
                <c:pt idx="3202">
                  <c:v>2.4646400000000002</c:v>
                </c:pt>
                <c:pt idx="3203">
                  <c:v>2.3997299999999999</c:v>
                </c:pt>
                <c:pt idx="3204">
                  <c:v>2.4374199999999999</c:v>
                </c:pt>
                <c:pt idx="3205">
                  <c:v>2.4136700000000002</c:v>
                </c:pt>
                <c:pt idx="3206">
                  <c:v>2.3908399999999999</c:v>
                </c:pt>
                <c:pt idx="3207">
                  <c:v>2.4056700000000002</c:v>
                </c:pt>
                <c:pt idx="3208">
                  <c:v>2.39852</c:v>
                </c:pt>
                <c:pt idx="3209">
                  <c:v>2.33466</c:v>
                </c:pt>
                <c:pt idx="3210">
                  <c:v>2.3925000000000001</c:v>
                </c:pt>
                <c:pt idx="3211">
                  <c:v>2.39378</c:v>
                </c:pt>
                <c:pt idx="3212">
                  <c:v>2.47099</c:v>
                </c:pt>
                <c:pt idx="3213">
                  <c:v>2.5369799999999998</c:v>
                </c:pt>
                <c:pt idx="3214">
                  <c:v>2.6350500000000001</c:v>
                </c:pt>
                <c:pt idx="3215">
                  <c:v>2.6715399999999998</c:v>
                </c:pt>
                <c:pt idx="3216">
                  <c:v>2.7000299999999999</c:v>
                </c:pt>
                <c:pt idx="3217">
                  <c:v>2.6702699999999999</c:v>
                </c:pt>
                <c:pt idx="3218">
                  <c:v>2.66079</c:v>
                </c:pt>
                <c:pt idx="3219">
                  <c:v>2.61721</c:v>
                </c:pt>
                <c:pt idx="3220">
                  <c:v>2.5246900000000001</c:v>
                </c:pt>
                <c:pt idx="3221">
                  <c:v>2.4142999999999999</c:v>
                </c:pt>
                <c:pt idx="3222">
                  <c:v>2.3821599999999998</c:v>
                </c:pt>
                <c:pt idx="3223">
                  <c:v>2.4182600000000001</c:v>
                </c:pt>
                <c:pt idx="3224">
                  <c:v>2.3855400000000002</c:v>
                </c:pt>
                <c:pt idx="3225">
                  <c:v>2.3123399999999998</c:v>
                </c:pt>
                <c:pt idx="3226">
                  <c:v>2.3048700000000002</c:v>
                </c:pt>
                <c:pt idx="3227">
                  <c:v>2.2378900000000002</c:v>
                </c:pt>
                <c:pt idx="3228">
                  <c:v>2.1856100000000001</c:v>
                </c:pt>
                <c:pt idx="3229">
                  <c:v>2.2100300000000002</c:v>
                </c:pt>
                <c:pt idx="3230">
                  <c:v>2.1907299999999998</c:v>
                </c:pt>
                <c:pt idx="3231">
                  <c:v>2.1896900000000001</c:v>
                </c:pt>
                <c:pt idx="3232">
                  <c:v>2.2509299999999999</c:v>
                </c:pt>
                <c:pt idx="3233">
                  <c:v>2.2254800000000001</c:v>
                </c:pt>
                <c:pt idx="3234">
                  <c:v>2.2782900000000001</c:v>
                </c:pt>
                <c:pt idx="3235">
                  <c:v>2.3030400000000002</c:v>
                </c:pt>
                <c:pt idx="3236">
                  <c:v>2.2287699999999999</c:v>
                </c:pt>
                <c:pt idx="3237">
                  <c:v>2.2730800000000002</c:v>
                </c:pt>
                <c:pt idx="3238">
                  <c:v>2.2700300000000002</c:v>
                </c:pt>
                <c:pt idx="3239">
                  <c:v>2.31941</c:v>
                </c:pt>
                <c:pt idx="3240">
                  <c:v>2.3670100000000001</c:v>
                </c:pt>
                <c:pt idx="3241">
                  <c:v>2.32158</c:v>
                </c:pt>
                <c:pt idx="3242">
                  <c:v>#N/A</c:v>
                </c:pt>
                <c:pt idx="3243">
                  <c:v>2.2766500000000001</c:v>
                </c:pt>
                <c:pt idx="3244">
                  <c:v>2.22234</c:v>
                </c:pt>
                <c:pt idx="3245">
                  <c:v>2.1718899999999999</c:v>
                </c:pt>
                <c:pt idx="3246">
                  <c:v>2.2674799999999999</c:v>
                </c:pt>
                <c:pt idx="3247">
                  <c:v>2.2701799999999999</c:v>
                </c:pt>
                <c:pt idx="3248">
                  <c:v>2.34097</c:v>
                </c:pt>
                <c:pt idx="3249">
                  <c:v>2.43004</c:v>
                </c:pt>
                <c:pt idx="3250">
                  <c:v>2.4335599999999999</c:v>
                </c:pt>
                <c:pt idx="3251">
                  <c:v>2.53165</c:v>
                </c:pt>
                <c:pt idx="3252">
                  <c:v>2.4662799999999998</c:v>
                </c:pt>
                <c:pt idx="3253">
                  <c:v>2.42096</c:v>
                </c:pt>
                <c:pt idx="3254">
                  <c:v>2.2592699999999999</c:v>
                </c:pt>
                <c:pt idx="3255">
                  <c:v>2.22201</c:v>
                </c:pt>
                <c:pt idx="3256">
                  <c:v>2.29325</c:v>
                </c:pt>
                <c:pt idx="3257">
                  <c:v>2.3573200000000001</c:v>
                </c:pt>
                <c:pt idx="3258">
                  <c:v>2.3101400000000001</c:v>
                </c:pt>
                <c:pt idx="3259">
                  <c:v>2.18513</c:v>
                </c:pt>
                <c:pt idx="3260">
                  <c:v>2.2390099999999999</c:v>
                </c:pt>
                <c:pt idx="3261">
                  <c:v>2.2101899999999999</c:v>
                </c:pt>
                <c:pt idx="3262">
                  <c:v>2.2789000000000001</c:v>
                </c:pt>
                <c:pt idx="3263">
                  <c:v>2.34246</c:v>
                </c:pt>
                <c:pt idx="3264">
                  <c:v>2.3237299999999999</c:v>
                </c:pt>
                <c:pt idx="3265">
                  <c:v>2.3166699999999998</c:v>
                </c:pt>
                <c:pt idx="3266">
                  <c:v>2.2995800000000002</c:v>
                </c:pt>
                <c:pt idx="3267">
                  <c:v>#N/A</c:v>
                </c:pt>
                <c:pt idx="3268">
                  <c:v>2.32267</c:v>
                </c:pt>
                <c:pt idx="3269">
                  <c:v>2.3086099999999998</c:v>
                </c:pt>
                <c:pt idx="3270">
                  <c:v>2.28491</c:v>
                </c:pt>
                <c:pt idx="3271">
                  <c:v>2.2716699999999999</c:v>
                </c:pt>
                <c:pt idx="3272">
                  <c:v>2.31413</c:v>
                </c:pt>
                <c:pt idx="3273">
                  <c:v>2.30965</c:v>
                </c:pt>
                <c:pt idx="3274">
                  <c:v>2.2411300000000001</c:v>
                </c:pt>
                <c:pt idx="3275">
                  <c:v>2.2320199999999999</c:v>
                </c:pt>
                <c:pt idx="3276">
                  <c:v>2.23366</c:v>
                </c:pt>
                <c:pt idx="3277">
                  <c:v>2.2329699999999999</c:v>
                </c:pt>
                <c:pt idx="3278">
                  <c:v>2.27948</c:v>
                </c:pt>
                <c:pt idx="3279">
                  <c:v>2.2771499999999998</c:v>
                </c:pt>
                <c:pt idx="3280">
                  <c:v>2.3019400000000001</c:v>
                </c:pt>
                <c:pt idx="3281">
                  <c:v>2.31169</c:v>
                </c:pt>
                <c:pt idx="3282">
                  <c:v>2.3720599999999998</c:v>
                </c:pt>
                <c:pt idx="3283">
                  <c:v>2.47715</c:v>
                </c:pt>
                <c:pt idx="3284">
                  <c:v>2.4666000000000001</c:v>
                </c:pt>
                <c:pt idx="3285">
                  <c:v>2.4228200000000002</c:v>
                </c:pt>
                <c:pt idx="3286">
                  <c:v>2.45228</c:v>
                </c:pt>
                <c:pt idx="3287">
                  <c:v>2.3105099999999998</c:v>
                </c:pt>
                <c:pt idx="3288">
                  <c:v>2.2191900000000002</c:v>
                </c:pt>
                <c:pt idx="3289">
                  <c:v>2.25142</c:v>
                </c:pt>
                <c:pt idx="3290">
                  <c:v>2.5050400000000002</c:v>
                </c:pt>
                <c:pt idx="3291">
                  <c:v>#N/A</c:v>
                </c:pt>
                <c:pt idx="3292">
                  <c:v>2.6395</c:v>
                </c:pt>
                <c:pt idx="3293">
                  <c:v>2.4830000000000001</c:v>
                </c:pt>
                <c:pt idx="3294">
                  <c:v>2.5691899999999999</c:v>
                </c:pt>
                <c:pt idx="3295">
                  <c:v>2.6014499999999998</c:v>
                </c:pt>
                <c:pt idx="3296">
                  <c:v>2.6959499999999998</c:v>
                </c:pt>
                <c:pt idx="3297">
                  <c:v>2.6718999999999999</c:v>
                </c:pt>
                <c:pt idx="3298">
                  <c:v>2.6017600000000001</c:v>
                </c:pt>
                <c:pt idx="3299">
                  <c:v>2.6078700000000001</c:v>
                </c:pt>
                <c:pt idx="3300">
                  <c:v>#N/A</c:v>
                </c:pt>
                <c:pt idx="3301">
                  <c:v>2.6408299999999998</c:v>
                </c:pt>
                <c:pt idx="3302">
                  <c:v>2.5562999999999998</c:v>
                </c:pt>
                <c:pt idx="3303">
                  <c:v>2.5664199999999999</c:v>
                </c:pt>
                <c:pt idx="3304">
                  <c:v>2.5217399999999999</c:v>
                </c:pt>
                <c:pt idx="3305">
                  <c:v>2.5516200000000002</c:v>
                </c:pt>
                <c:pt idx="3306">
                  <c:v>2.5052099999999999</c:v>
                </c:pt>
                <c:pt idx="3307">
                  <c:v>2.4184100000000002</c:v>
                </c:pt>
                <c:pt idx="3308">
                  <c:v>2.3408699999999998</c:v>
                </c:pt>
                <c:pt idx="3309">
                  <c:v>2.3267699999999998</c:v>
                </c:pt>
                <c:pt idx="3310">
                  <c:v>2.3307600000000002</c:v>
                </c:pt>
                <c:pt idx="3311">
                  <c:v>2.3109099999999998</c:v>
                </c:pt>
                <c:pt idx="3312">
                  <c:v>2.3298899999999998</c:v>
                </c:pt>
                <c:pt idx="3313">
                  <c:v>2.2915899999999998</c:v>
                </c:pt>
                <c:pt idx="3314">
                  <c:v>2.21888</c:v>
                </c:pt>
                <c:pt idx="3315">
                  <c:v>2.2206100000000002</c:v>
                </c:pt>
                <c:pt idx="3316">
                  <c:v>2.1795800000000001</c:v>
                </c:pt>
                <c:pt idx="3317">
                  <c:v>2.19469</c:v>
                </c:pt>
                <c:pt idx="3318">
                  <c:v>2.1741999999999999</c:v>
                </c:pt>
                <c:pt idx="3319">
                  <c:v>2.1788799999999999</c:v>
                </c:pt>
                <c:pt idx="3320">
                  <c:v>2.1960899999999999</c:v>
                </c:pt>
                <c:pt idx="3321">
                  <c:v>2.2062300000000001</c:v>
                </c:pt>
                <c:pt idx="3322">
                  <c:v>#N/A</c:v>
                </c:pt>
                <c:pt idx="3323">
                  <c:v>2.1783700000000001</c:v>
                </c:pt>
                <c:pt idx="3324">
                  <c:v>2.2236500000000001</c:v>
                </c:pt>
                <c:pt idx="3325">
                  <c:v>2.2387600000000001</c:v>
                </c:pt>
                <c:pt idx="3326">
                  <c:v>2.2487400000000002</c:v>
                </c:pt>
                <c:pt idx="3327">
                  <c:v>#N/A</c:v>
                </c:pt>
                <c:pt idx="3328">
                  <c:v>2.2470699999999999</c:v>
                </c:pt>
                <c:pt idx="3329">
                  <c:v>2.1850700000000001</c:v>
                </c:pt>
                <c:pt idx="3330">
                  <c:v>2.1313</c:v>
                </c:pt>
                <c:pt idx="3331">
                  <c:v>2.0973099999999998</c:v>
                </c:pt>
                <c:pt idx="3332">
                  <c:v>2.10114</c:v>
                </c:pt>
                <c:pt idx="3333">
                  <c:v>2.1381899999999998</c:v>
                </c:pt>
                <c:pt idx="3334">
                  <c:v>2.1438799999999998</c:v>
                </c:pt>
                <c:pt idx="3335">
                  <c:v>2.0876000000000001</c:v>
                </c:pt>
                <c:pt idx="3336">
                  <c:v>2.0644800000000001</c:v>
                </c:pt>
                <c:pt idx="3337">
                  <c:v>#N/A</c:v>
                </c:pt>
                <c:pt idx="3338">
                  <c:v>2.0486800000000001</c:v>
                </c:pt>
                <c:pt idx="3339">
                  <c:v>2.0598900000000002</c:v>
                </c:pt>
                <c:pt idx="3340">
                  <c:v>2.10859</c:v>
                </c:pt>
                <c:pt idx="3341">
                  <c:v>2.1046999999999998</c:v>
                </c:pt>
                <c:pt idx="3342">
                  <c:v>2.09497</c:v>
                </c:pt>
                <c:pt idx="3343">
                  <c:v>2.1014900000000001</c:v>
                </c:pt>
                <c:pt idx="3344">
                  <c:v>2.06874</c:v>
                </c:pt>
                <c:pt idx="3345">
                  <c:v>2.1244900000000002</c:v>
                </c:pt>
                <c:pt idx="3346">
                  <c:v>2.09382</c:v>
                </c:pt>
                <c:pt idx="3347">
                  <c:v>2.1070099999999998</c:v>
                </c:pt>
                <c:pt idx="3348">
                  <c:v>2.09192</c:v>
                </c:pt>
                <c:pt idx="3349">
                  <c:v>2.03322</c:v>
                </c:pt>
                <c:pt idx="3350">
                  <c:v>1.97095</c:v>
                </c:pt>
                <c:pt idx="3351">
                  <c:v>1.9049700000000001</c:v>
                </c:pt>
                <c:pt idx="3352">
                  <c:v>1.9273100000000001</c:v>
                </c:pt>
                <c:pt idx="3353">
                  <c:v>1.96522</c:v>
                </c:pt>
                <c:pt idx="3354">
                  <c:v>2.0523699999999998</c:v>
                </c:pt>
                <c:pt idx="3355">
                  <c:v>2.0011899999999998</c:v>
                </c:pt>
                <c:pt idx="3356">
                  <c:v>1.9761899999999999</c:v>
                </c:pt>
                <c:pt idx="3357">
                  <c:v>1.94676</c:v>
                </c:pt>
                <c:pt idx="3358">
                  <c:v>1.9280200000000001</c:v>
                </c:pt>
                <c:pt idx="3359">
                  <c:v>1.9755799999999999</c:v>
                </c:pt>
                <c:pt idx="3360">
                  <c:v>2.0052400000000001</c:v>
                </c:pt>
                <c:pt idx="3361">
                  <c:v>2.0222899999999999</c:v>
                </c:pt>
                <c:pt idx="3362">
                  <c:v>#N/A</c:v>
                </c:pt>
                <c:pt idx="3363">
                  <c:v>1.99129</c:v>
                </c:pt>
                <c:pt idx="3364">
                  <c:v>1.99159</c:v>
                </c:pt>
                <c:pt idx="3365">
                  <c:v>1.9900800000000001</c:v>
                </c:pt>
                <c:pt idx="3366">
                  <c:v>2.0569999999999999</c:v>
                </c:pt>
                <c:pt idx="3367">
                  <c:v>2.0448200000000001</c:v>
                </c:pt>
                <c:pt idx="3368">
                  <c:v>2.02468</c:v>
                </c:pt>
                <c:pt idx="3369">
                  <c:v>1.95295</c:v>
                </c:pt>
                <c:pt idx="3370">
                  <c:v>1.9570799999999999</c:v>
                </c:pt>
                <c:pt idx="3371">
                  <c:v>1.94333</c:v>
                </c:pt>
                <c:pt idx="3372">
                  <c:v>1.9240200000000001</c:v>
                </c:pt>
                <c:pt idx="3373">
                  <c:v>1.93868</c:v>
                </c:pt>
                <c:pt idx="3374">
                  <c:v>2.0381100000000001</c:v>
                </c:pt>
                <c:pt idx="3375">
                  <c:v>2.0782500000000002</c:v>
                </c:pt>
                <c:pt idx="3376">
                  <c:v>2.00474</c:v>
                </c:pt>
                <c:pt idx="3377">
                  <c:v>2.00976</c:v>
                </c:pt>
                <c:pt idx="3378">
                  <c:v>2.0907300000000002</c:v>
                </c:pt>
                <c:pt idx="3379">
                  <c:v>2.0546799999999998</c:v>
                </c:pt>
                <c:pt idx="3380">
                  <c:v>1.9645900000000001</c:v>
                </c:pt>
                <c:pt idx="3381">
                  <c:v>1.9172499999999999</c:v>
                </c:pt>
                <c:pt idx="3382">
                  <c:v>1.92333</c:v>
                </c:pt>
                <c:pt idx="3383">
                  <c:v>1.9463999999999999</c:v>
                </c:pt>
                <c:pt idx="3384">
                  <c:v>1.9846299999999999</c:v>
                </c:pt>
                <c:pt idx="3385">
                  <c:v>1.93605</c:v>
                </c:pt>
                <c:pt idx="3386">
                  <c:v>1.8906499999999999</c:v>
                </c:pt>
                <c:pt idx="3387">
                  <c:v>1.8641300000000001</c:v>
                </c:pt>
                <c:pt idx="3388">
                  <c:v>1.8256300000000001</c:v>
                </c:pt>
                <c:pt idx="3389">
                  <c:v>1.8448500000000001</c:v>
                </c:pt>
                <c:pt idx="3390">
                  <c:v>1.88442</c:v>
                </c:pt>
                <c:pt idx="3391">
                  <c:v>1.9214</c:v>
                </c:pt>
                <c:pt idx="3392">
                  <c:v>1.9643600000000001</c:v>
                </c:pt>
                <c:pt idx="3393">
                  <c:v>1.9470400000000001</c:v>
                </c:pt>
                <c:pt idx="3394">
                  <c:v>1.94163</c:v>
                </c:pt>
                <c:pt idx="3395">
                  <c:v>1.9569099999999999</c:v>
                </c:pt>
                <c:pt idx="3396">
                  <c:v>1.9395100000000001</c:v>
                </c:pt>
                <c:pt idx="3397">
                  <c:v>1.96719</c:v>
                </c:pt>
                <c:pt idx="3398">
                  <c:v>2.01105</c:v>
                </c:pt>
                <c:pt idx="3399">
                  <c:v>2.0095499999999999</c:v>
                </c:pt>
                <c:pt idx="3400">
                  <c:v>2.0120800000000001</c:v>
                </c:pt>
                <c:pt idx="3401">
                  <c:v>#N/A</c:v>
                </c:pt>
                <c:pt idx="3402">
                  <c:v>1.98437</c:v>
                </c:pt>
                <c:pt idx="3403">
                  <c:v>2.0335399999999999</c:v>
                </c:pt>
                <c:pt idx="3404">
                  <c:v>1.9838899999999999</c:v>
                </c:pt>
                <c:pt idx="3405">
                  <c:v>1.9816</c:v>
                </c:pt>
                <c:pt idx="3406">
                  <c:v>1.9522900000000001</c:v>
                </c:pt>
                <c:pt idx="3407">
                  <c:v>1.9152</c:v>
                </c:pt>
                <c:pt idx="3408">
                  <c:v>1.90425</c:v>
                </c:pt>
                <c:pt idx="3409">
                  <c:v>1.93889</c:v>
                </c:pt>
                <c:pt idx="3410">
                  <c:v>1.94665</c:v>
                </c:pt>
                <c:pt idx="3411">
                  <c:v>1.9463200000000001</c:v>
                </c:pt>
                <c:pt idx="3412">
                  <c:v>1.9101399999999999</c:v>
                </c:pt>
                <c:pt idx="3413">
                  <c:v>1.91151</c:v>
                </c:pt>
                <c:pt idx="3414">
                  <c:v>1.8980900000000001</c:v>
                </c:pt>
                <c:pt idx="3415">
                  <c:v>1.94221</c:v>
                </c:pt>
                <c:pt idx="3416">
                  <c:v>1.95347</c:v>
                </c:pt>
                <c:pt idx="3417">
                  <c:v>1.9388399999999999</c:v>
                </c:pt>
                <c:pt idx="3418">
                  <c:v>1.9443699999999999</c:v>
                </c:pt>
                <c:pt idx="3419">
                  <c:v>1.9065799999999999</c:v>
                </c:pt>
                <c:pt idx="3420">
                  <c:v>1.8953100000000001</c:v>
                </c:pt>
                <c:pt idx="3421">
                  <c:v>1.92666</c:v>
                </c:pt>
                <c:pt idx="3422">
                  <c:v>1.89717</c:v>
                </c:pt>
                <c:pt idx="3423">
                  <c:v>1.88887</c:v>
                </c:pt>
                <c:pt idx="3424">
                  <c:v>1.97638</c:v>
                </c:pt>
                <c:pt idx="3425">
                  <c:v>2.0085999999999999</c:v>
                </c:pt>
                <c:pt idx="3426">
                  <c:v>1.9834099999999999</c:v>
                </c:pt>
                <c:pt idx="3427">
                  <c:v>1.9648699999999999</c:v>
                </c:pt>
                <c:pt idx="3428">
                  <c:v>1.9335</c:v>
                </c:pt>
                <c:pt idx="3429">
                  <c:v>1.9288099999999999</c:v>
                </c:pt>
                <c:pt idx="3430">
                  <c:v>1.9568099999999999</c:v>
                </c:pt>
                <c:pt idx="3431">
                  <c:v>1.98187</c:v>
                </c:pt>
                <c:pt idx="3432">
                  <c:v>#N/A</c:v>
                </c:pt>
                <c:pt idx="3433">
                  <c:v>1.9914799999999999</c:v>
                </c:pt>
                <c:pt idx="3434">
                  <c:v>2.0280800000000001</c:v>
                </c:pt>
                <c:pt idx="3435">
                  <c:v>2.0144799999999998</c:v>
                </c:pt>
                <c:pt idx="3436">
                  <c:v>2.0139800000000001</c:v>
                </c:pt>
                <c:pt idx="3437">
                  <c:v>1.9536500000000001</c:v>
                </c:pt>
                <c:pt idx="3438">
                  <c:v>1.94272</c:v>
                </c:pt>
                <c:pt idx="3439">
                  <c:v>1.8811800000000001</c:v>
                </c:pt>
                <c:pt idx="3440">
                  <c:v>1.9027499999999999</c:v>
                </c:pt>
                <c:pt idx="3441">
                  <c:v>1.8711199999999999</c:v>
                </c:pt>
                <c:pt idx="3442">
                  <c:v>1.8466100000000001</c:v>
                </c:pt>
                <c:pt idx="3443">
                  <c:v>1.827</c:v>
                </c:pt>
                <c:pt idx="3444">
                  <c:v>1.8626199999999999</c:v>
                </c:pt>
                <c:pt idx="3445">
                  <c:v>1.91269</c:v>
                </c:pt>
                <c:pt idx="3446">
                  <c:v>1.9486000000000001</c:v>
                </c:pt>
                <c:pt idx="3447">
                  <c:v>1.9737100000000001</c:v>
                </c:pt>
                <c:pt idx="3448">
                  <c:v>2.0691799999999998</c:v>
                </c:pt>
                <c:pt idx="3449">
                  <c:v>2.09484</c:v>
                </c:pt>
                <c:pt idx="3450">
                  <c:v>2.0662799999999999</c:v>
                </c:pt>
                <c:pt idx="3451">
                  <c:v>2.0180400000000001</c:v>
                </c:pt>
                <c:pt idx="3452">
                  <c:v>2.0056099999999999</c:v>
                </c:pt>
                <c:pt idx="3453">
                  <c:v>2.00346</c:v>
                </c:pt>
                <c:pt idx="3454">
                  <c:v>1.9905200000000001</c:v>
                </c:pt>
                <c:pt idx="3455">
                  <c:v>2.0161799999999999</c:v>
                </c:pt>
                <c:pt idx="3456">
                  <c:v>1.99909</c:v>
                </c:pt>
                <c:pt idx="3457">
                  <c:v>1.9672000000000001</c:v>
                </c:pt>
                <c:pt idx="3458">
                  <c:v>#N/A</c:v>
                </c:pt>
                <c:pt idx="3459">
                  <c:v>2.0218699999999998</c:v>
                </c:pt>
                <c:pt idx="3460">
                  <c:v>2.06792</c:v>
                </c:pt>
                <c:pt idx="3461">
                  <c:v>2.0574400000000002</c:v>
                </c:pt>
                <c:pt idx="3462">
                  <c:v>2.0382799999999999</c:v>
                </c:pt>
                <c:pt idx="3463">
                  <c:v>2.0133000000000001</c:v>
                </c:pt>
                <c:pt idx="3464">
                  <c:v>2.0171000000000001</c:v>
                </c:pt>
                <c:pt idx="3465">
                  <c:v>2.0272199999999998</c:v>
                </c:pt>
                <c:pt idx="3466">
                  <c:v>2.0372699999999999</c:v>
                </c:pt>
                <c:pt idx="3467">
                  <c:v>2.0384199999999999</c:v>
                </c:pt>
                <c:pt idx="3468">
                  <c:v>2.0304700000000002</c:v>
                </c:pt>
                <c:pt idx="3469">
                  <c:v>2.0080200000000001</c:v>
                </c:pt>
                <c:pt idx="3470">
                  <c:v>1.9835</c:v>
                </c:pt>
                <c:pt idx="3471">
                  <c:v>1.97688</c:v>
                </c:pt>
                <c:pt idx="3472">
                  <c:v>2.0120300000000002</c:v>
                </c:pt>
                <c:pt idx="3473">
                  <c:v>1.97167</c:v>
                </c:pt>
                <c:pt idx="3474">
                  <c:v>1.95261</c:v>
                </c:pt>
                <c:pt idx="3475">
                  <c:v>1.9333499999999999</c:v>
                </c:pt>
                <c:pt idx="3476">
                  <c:v>1.9500299999999999</c:v>
                </c:pt>
                <c:pt idx="3477">
                  <c:v>1.9421999999999999</c:v>
                </c:pt>
                <c:pt idx="3478">
                  <c:v>1.95644</c:v>
                </c:pt>
                <c:pt idx="3479">
                  <c:v>1.9686900000000001</c:v>
                </c:pt>
                <c:pt idx="3480">
                  <c:v>2.0137</c:v>
                </c:pt>
                <c:pt idx="3481">
                  <c:v>1.9966600000000001</c:v>
                </c:pt>
                <c:pt idx="3482">
                  <c:v>1.9723299999999999</c:v>
                </c:pt>
                <c:pt idx="3483">
                  <c:v>1.95279</c:v>
                </c:pt>
                <c:pt idx="3484">
                  <c:v>2.0187900000000001</c:v>
                </c:pt>
                <c:pt idx="3485">
                  <c:v>2.0982500000000002</c:v>
                </c:pt>
                <c:pt idx="3486">
                  <c:v>2.0785900000000002</c:v>
                </c:pt>
                <c:pt idx="3487">
                  <c:v>2.0260400000000001</c:v>
                </c:pt>
                <c:pt idx="3488">
                  <c:v>1.9833400000000001</c:v>
                </c:pt>
                <c:pt idx="3489">
                  <c:v>1.9943500000000001</c:v>
                </c:pt>
                <c:pt idx="3490">
                  <c:v>2.0407299999999999</c:v>
                </c:pt>
                <c:pt idx="3491">
                  <c:v>2.0310299999999999</c:v>
                </c:pt>
                <c:pt idx="3492">
                  <c:v>2.0325099999999998</c:v>
                </c:pt>
                <c:pt idx="3493">
                  <c:v>2.0162800000000001</c:v>
                </c:pt>
                <c:pt idx="3494">
                  <c:v>2.0400700000000001</c:v>
                </c:pt>
                <c:pt idx="3495">
                  <c:v>1.9916799999999999</c:v>
                </c:pt>
                <c:pt idx="3496">
                  <c:v>1.99915</c:v>
                </c:pt>
                <c:pt idx="3497">
                  <c:v>1.9966299999999999</c:v>
                </c:pt>
                <c:pt idx="3498">
                  <c:v>2.0125600000000001</c:v>
                </c:pt>
                <c:pt idx="3499">
                  <c:v>1.98946</c:v>
                </c:pt>
                <c:pt idx="3500">
                  <c:v>1.94963</c:v>
                </c:pt>
                <c:pt idx="3501">
                  <c:v>1.91323</c:v>
                </c:pt>
                <c:pt idx="3502">
                  <c:v>#N/A</c:v>
                </c:pt>
                <c:pt idx="3503">
                  <c:v>1.94499</c:v>
                </c:pt>
                <c:pt idx="3504">
                  <c:v>1.9367799999999999</c:v>
                </c:pt>
                <c:pt idx="3505">
                  <c:v>1.9278200000000001</c:v>
                </c:pt>
                <c:pt idx="3506">
                  <c:v>1.92153</c:v>
                </c:pt>
                <c:pt idx="3507">
                  <c:v>1.8766</c:v>
                </c:pt>
                <c:pt idx="3508">
                  <c:v>1.8744400000000001</c:v>
                </c:pt>
                <c:pt idx="3509">
                  <c:v>1.83992</c:v>
                </c:pt>
                <c:pt idx="3510">
                  <c:v>1.8543000000000001</c:v>
                </c:pt>
                <c:pt idx="3511">
                  <c:v>1.8597900000000001</c:v>
                </c:pt>
                <c:pt idx="3512">
                  <c:v>1.8521399999999999</c:v>
                </c:pt>
                <c:pt idx="3513">
                  <c:v>1.8616699999999999</c:v>
                </c:pt>
                <c:pt idx="3514">
                  <c:v>1.8827400000000001</c:v>
                </c:pt>
                <c:pt idx="3515">
                  <c:v>1.90974</c:v>
                </c:pt>
                <c:pt idx="3516">
                  <c:v>1.8911</c:v>
                </c:pt>
                <c:pt idx="3517">
                  <c:v>1.9314899999999999</c:v>
                </c:pt>
                <c:pt idx="3518">
                  <c:v>1.9290499999999999</c:v>
                </c:pt>
                <c:pt idx="3519">
                  <c:v>1.9068000000000001</c:v>
                </c:pt>
                <c:pt idx="3520">
                  <c:v>1.8717200000000001</c:v>
                </c:pt>
                <c:pt idx="3521">
                  <c:v>1.8450599999999999</c:v>
                </c:pt>
                <c:pt idx="3522">
                  <c:v>1.84595</c:v>
                </c:pt>
                <c:pt idx="3523">
                  <c:v>1.8299399999999999</c:v>
                </c:pt>
                <c:pt idx="3524">
                  <c:v>1.83795</c:v>
                </c:pt>
                <c:pt idx="3525">
                  <c:v>1.83907</c:v>
                </c:pt>
                <c:pt idx="3526">
                  <c:v>1.86398</c:v>
                </c:pt>
                <c:pt idx="3527">
                  <c:v>#N/A</c:v>
                </c:pt>
                <c:pt idx="3528">
                  <c:v>1.89422</c:v>
                </c:pt>
                <c:pt idx="3529">
                  <c:v>1.9004300000000001</c:v>
                </c:pt>
                <c:pt idx="3530">
                  <c:v>1.8868</c:v>
                </c:pt>
                <c:pt idx="3531">
                  <c:v>1.89811</c:v>
                </c:pt>
                <c:pt idx="3532">
                  <c:v>1.8715299999999999</c:v>
                </c:pt>
                <c:pt idx="3533">
                  <c:v>1.8512200000000001</c:v>
                </c:pt>
                <c:pt idx="3534">
                  <c:v>1.8340000000000001</c:v>
                </c:pt>
                <c:pt idx="3535">
                  <c:v>1.8443400000000001</c:v>
                </c:pt>
                <c:pt idx="3536">
                  <c:v>1.83768</c:v>
                </c:pt>
                <c:pt idx="3537">
                  <c:v>1.8298000000000001</c:v>
                </c:pt>
                <c:pt idx="3538">
                  <c:v>1.8393600000000001</c:v>
                </c:pt>
                <c:pt idx="3539">
                  <c:v>1.84918</c:v>
                </c:pt>
                <c:pt idx="3540">
                  <c:v>1.85619</c:v>
                </c:pt>
                <c:pt idx="3541">
                  <c:v>1.8425199999999999</c:v>
                </c:pt>
                <c:pt idx="3542">
                  <c:v>1.8398600000000001</c:v>
                </c:pt>
                <c:pt idx="3543">
                  <c:v>1.8338399999999999</c:v>
                </c:pt>
                <c:pt idx="3544">
                  <c:v>1.8475299999999999</c:v>
                </c:pt>
                <c:pt idx="3545">
                  <c:v>1.8378699999999999</c:v>
                </c:pt>
                <c:pt idx="3546">
                  <c:v>1.8627</c:v>
                </c:pt>
                <c:pt idx="3547">
                  <c:v>1.8717299999999999</c:v>
                </c:pt>
                <c:pt idx="3548">
                  <c:v>1.92083</c:v>
                </c:pt>
                <c:pt idx="3549">
                  <c:v>1.8974899999999999</c:v>
                </c:pt>
                <c:pt idx="3550">
                  <c:v>1.9137299999999999</c:v>
                </c:pt>
                <c:pt idx="3551">
                  <c:v>1.883</c:v>
                </c:pt>
                <c:pt idx="3552">
                  <c:v>1.88619</c:v>
                </c:pt>
                <c:pt idx="3553">
                  <c:v>1.89896</c:v>
                </c:pt>
                <c:pt idx="3554">
                  <c:v>1.96014</c:v>
                </c:pt>
                <c:pt idx="3555">
                  <c:v>1.8829800000000001</c:v>
                </c:pt>
                <c:pt idx="3556">
                  <c:v>1.88357</c:v>
                </c:pt>
                <c:pt idx="3557">
                  <c:v>1.87662</c:v>
                </c:pt>
                <c:pt idx="3558">
                  <c:v>1.8729800000000001</c:v>
                </c:pt>
                <c:pt idx="3559">
                  <c:v>1.85799</c:v>
                </c:pt>
                <c:pt idx="3560">
                  <c:v>#N/A</c:v>
                </c:pt>
                <c:pt idx="3561">
                  <c:v>1.83446</c:v>
                </c:pt>
                <c:pt idx="3562">
                  <c:v>1.8085800000000001</c:v>
                </c:pt>
                <c:pt idx="3563">
                  <c:v>1.7740499999999999</c:v>
                </c:pt>
                <c:pt idx="3564">
                  <c:v>1.7724599999999999</c:v>
                </c:pt>
                <c:pt idx="3565">
                  <c:v>1.7552399999999999</c:v>
                </c:pt>
                <c:pt idx="3566">
                  <c:v>1.7786</c:v>
                </c:pt>
                <c:pt idx="3567">
                  <c:v>1.75308</c:v>
                </c:pt>
                <c:pt idx="3568">
                  <c:v>1.74434</c:v>
                </c:pt>
                <c:pt idx="3569">
                  <c:v>1.7723100000000001</c:v>
                </c:pt>
                <c:pt idx="3570">
                  <c:v>1.7714000000000001</c:v>
                </c:pt>
                <c:pt idx="3571">
                  <c:v>1.7541199999999999</c:v>
                </c:pt>
                <c:pt idx="3572">
                  <c:v>1.7607900000000001</c:v>
                </c:pt>
                <c:pt idx="3573">
                  <c:v>1.77318</c:v>
                </c:pt>
                <c:pt idx="3574">
                  <c:v>1.7898099999999999</c:v>
                </c:pt>
                <c:pt idx="3575">
                  <c:v>1.7720899999999999</c:v>
                </c:pt>
                <c:pt idx="3576">
                  <c:v>1.75553</c:v>
                </c:pt>
                <c:pt idx="3577">
                  <c:v>1.7085900000000001</c:v>
                </c:pt>
                <c:pt idx="3578">
                  <c:v>1.6707700000000001</c:v>
                </c:pt>
                <c:pt idx="3579">
                  <c:v>1.64849</c:v>
                </c:pt>
                <c:pt idx="3580">
                  <c:v>1.67133</c:v>
                </c:pt>
                <c:pt idx="3581">
                  <c:v>1.6869499999999999</c:v>
                </c:pt>
                <c:pt idx="3582">
                  <c:v>#N/A</c:v>
                </c:pt>
                <c:pt idx="3583">
                  <c:v>1.7021500000000001</c:v>
                </c:pt>
                <c:pt idx="3584">
                  <c:v>1.7469300000000001</c:v>
                </c:pt>
                <c:pt idx="3585">
                  <c:v>1.71638</c:v>
                </c:pt>
                <c:pt idx="3586">
                  <c:v>1.72512</c:v>
                </c:pt>
                <c:pt idx="3587">
                  <c:v>#N/A</c:v>
                </c:pt>
                <c:pt idx="3588">
                  <c:v>1.6784699999999999</c:v>
                </c:pt>
                <c:pt idx="3589">
                  <c:v>1.65846</c:v>
                </c:pt>
                <c:pt idx="3590">
                  <c:v>1.65333</c:v>
                </c:pt>
                <c:pt idx="3591">
                  <c:v>1.62805</c:v>
                </c:pt>
                <c:pt idx="3592">
                  <c:v>1.6325000000000001</c:v>
                </c:pt>
                <c:pt idx="3593">
                  <c:v>1.6130199999999999</c:v>
                </c:pt>
                <c:pt idx="3594">
                  <c:v>1.6378200000000001</c:v>
                </c:pt>
                <c:pt idx="3595">
                  <c:v>1.64446</c:v>
                </c:pt>
                <c:pt idx="3596">
                  <c:v>1.63771</c:v>
                </c:pt>
                <c:pt idx="3597">
                  <c:v>#N/A</c:v>
                </c:pt>
                <c:pt idx="3598">
                  <c:v>1.6206</c:v>
                </c:pt>
                <c:pt idx="3599">
                  <c:v>1.5722700000000001</c:v>
                </c:pt>
                <c:pt idx="3600">
                  <c:v>1.5738700000000001</c:v>
                </c:pt>
                <c:pt idx="3601">
                  <c:v>1.5636699999999999</c:v>
                </c:pt>
                <c:pt idx="3602">
                  <c:v>1.5511200000000001</c:v>
                </c:pt>
                <c:pt idx="3603">
                  <c:v>1.5491900000000001</c:v>
                </c:pt>
                <c:pt idx="3604">
                  <c:v>1.5421800000000001</c:v>
                </c:pt>
                <c:pt idx="3605">
                  <c:v>1.5480400000000001</c:v>
                </c:pt>
                <c:pt idx="3606">
                  <c:v>1.5244800000000001</c:v>
                </c:pt>
                <c:pt idx="3607">
                  <c:v>1.5362899999999999</c:v>
                </c:pt>
                <c:pt idx="3608">
                  <c:v>1.5307599999999999</c:v>
                </c:pt>
                <c:pt idx="3609">
                  <c:v>1.5279700000000001</c:v>
                </c:pt>
                <c:pt idx="3610">
                  <c:v>1.52942</c:v>
                </c:pt>
                <c:pt idx="3611">
                  <c:v>1.5763400000000001</c:v>
                </c:pt>
                <c:pt idx="3612">
                  <c:v>1.7117500000000001</c:v>
                </c:pt>
                <c:pt idx="3613">
                  <c:v>1.66587</c:v>
                </c:pt>
                <c:pt idx="3614">
                  <c:v>1.5907100000000001</c:v>
                </c:pt>
                <c:pt idx="3615">
                  <c:v>1.7655000000000001</c:v>
                </c:pt>
                <c:pt idx="3616">
                  <c:v>1.89466</c:v>
                </c:pt>
                <c:pt idx="3617">
                  <c:v>1.8196399999999999</c:v>
                </c:pt>
                <c:pt idx="3618">
                  <c:v>1.87079</c:v>
                </c:pt>
                <c:pt idx="3619">
                  <c:v>1.8374200000000001</c:v>
                </c:pt>
                <c:pt idx="3620">
                  <c:v>1.7518</c:v>
                </c:pt>
                <c:pt idx="3621">
                  <c:v>1.6657299999999999</c:v>
                </c:pt>
                <c:pt idx="3622">
                  <c:v>#N/A</c:v>
                </c:pt>
                <c:pt idx="3623">
                  <c:v>1.7325200000000001</c:v>
                </c:pt>
                <c:pt idx="3624">
                  <c:v>1.7281299999999999</c:v>
                </c:pt>
                <c:pt idx="3625">
                  <c:v>1.7642500000000001</c:v>
                </c:pt>
                <c:pt idx="3626">
                  <c:v>1.7930699999999999</c:v>
                </c:pt>
                <c:pt idx="3627">
                  <c:v>1.7364999999999999</c:v>
                </c:pt>
                <c:pt idx="3628">
                  <c:v>1.69428</c:v>
                </c:pt>
                <c:pt idx="3629">
                  <c:v>1.7806900000000001</c:v>
                </c:pt>
                <c:pt idx="3630">
                  <c:v>1.85042</c:v>
                </c:pt>
                <c:pt idx="3631">
                  <c:v>1.79817</c:v>
                </c:pt>
                <c:pt idx="3632">
                  <c:v>1.7625900000000001</c:v>
                </c:pt>
                <c:pt idx="3633">
                  <c:v>1.75871</c:v>
                </c:pt>
                <c:pt idx="3634">
                  <c:v>1.78257</c:v>
                </c:pt>
                <c:pt idx="3635">
                  <c:v>1.78512</c:v>
                </c:pt>
                <c:pt idx="3636">
                  <c:v>1.72624</c:v>
                </c:pt>
                <c:pt idx="3637">
                  <c:v>1.7371399999999999</c:v>
                </c:pt>
                <c:pt idx="3638">
                  <c:v>1.78251</c:v>
                </c:pt>
                <c:pt idx="3639">
                  <c:v>1.7926500000000001</c:v>
                </c:pt>
                <c:pt idx="3640">
                  <c:v>1.7817499999999999</c:v>
                </c:pt>
                <c:pt idx="3641">
                  <c:v>1.77383</c:v>
                </c:pt>
                <c:pt idx="3642">
                  <c:v>1.80271</c:v>
                </c:pt>
                <c:pt idx="3643">
                  <c:v>1.7975000000000001</c:v>
                </c:pt>
                <c:pt idx="3644">
                  <c:v>1.7591399999999999</c:v>
                </c:pt>
                <c:pt idx="3645">
                  <c:v>1.8067599999999999</c:v>
                </c:pt>
                <c:pt idx="3646">
                  <c:v>1.8435600000000001</c:v>
                </c:pt>
                <c:pt idx="3647">
                  <c:v>1.8048299999999999</c:v>
                </c:pt>
                <c:pt idx="3648">
                  <c:v>1.80776</c:v>
                </c:pt>
                <c:pt idx="3649">
                  <c:v>1.8087599999999999</c:v>
                </c:pt>
                <c:pt idx="3650">
                  <c:v>1.80494</c:v>
                </c:pt>
                <c:pt idx="3651">
                  <c:v>#N/A</c:v>
                </c:pt>
                <c:pt idx="3652">
                  <c:v>1.81856</c:v>
                </c:pt>
                <c:pt idx="3653">
                  <c:v>1.7438100000000001</c:v>
                </c:pt>
                <c:pt idx="3654">
                  <c:v>1.7395499999999999</c:v>
                </c:pt>
                <c:pt idx="3655">
                  <c:v>1.69347</c:v>
                </c:pt>
                <c:pt idx="3656">
                  <c:v>1.73864</c:v>
                </c:pt>
                <c:pt idx="3657">
                  <c:v>1.74318</c:v>
                </c:pt>
                <c:pt idx="3658">
                  <c:v>1.7381599999999999</c:v>
                </c:pt>
                <c:pt idx="3659">
                  <c:v>1.7161200000000001</c:v>
                </c:pt>
                <c:pt idx="3660">
                  <c:v>1.6868099999999999</c:v>
                </c:pt>
                <c:pt idx="3661">
                  <c:v>1.7090000000000001</c:v>
                </c:pt>
                <c:pt idx="3662">
                  <c:v>1.72844</c:v>
                </c:pt>
                <c:pt idx="3663">
                  <c:v>1.74569</c:v>
                </c:pt>
                <c:pt idx="3664">
                  <c:v>1.70198</c:v>
                </c:pt>
                <c:pt idx="3665">
                  <c:v>1.6991099999999999</c:v>
                </c:pt>
                <c:pt idx="3666">
                  <c:v>1.6949000000000001</c:v>
                </c:pt>
                <c:pt idx="3667">
                  <c:v>1.7048300000000001</c:v>
                </c:pt>
                <c:pt idx="3668">
                  <c:v>1.7095100000000001</c:v>
                </c:pt>
                <c:pt idx="3669">
                  <c:v>1.7123600000000001</c:v>
                </c:pt>
                <c:pt idx="3670">
                  <c:v>1.7552099999999999</c:v>
                </c:pt>
                <c:pt idx="3671">
                  <c:v>1.7869200000000001</c:v>
                </c:pt>
                <c:pt idx="3672">
                  <c:v>1.8154999999999999</c:v>
                </c:pt>
                <c:pt idx="3673">
                  <c:v>1.81718</c:v>
                </c:pt>
                <c:pt idx="3674">
                  <c:v>1.8791</c:v>
                </c:pt>
                <c:pt idx="3675">
                  <c:v>1.97523</c:v>
                </c:pt>
                <c:pt idx="3676">
                  <c:v>1.9482200000000001</c:v>
                </c:pt>
                <c:pt idx="3677">
                  <c:v>1.9068799999999999</c:v>
                </c:pt>
                <c:pt idx="3678">
                  <c:v>1.9504300000000001</c:v>
                </c:pt>
                <c:pt idx="3679">
                  <c:v>1.9053100000000001</c:v>
                </c:pt>
                <c:pt idx="3680">
                  <c:v>1.8138099999999999</c:v>
                </c:pt>
                <c:pt idx="3681">
                  <c:v>1.7748200000000001</c:v>
                </c:pt>
                <c:pt idx="3682">
                  <c:v>1.77</c:v>
                </c:pt>
                <c:pt idx="3683">
                  <c:v>1.8025800000000001</c:v>
                </c:pt>
                <c:pt idx="3684">
                  <c:v>1.77691</c:v>
                </c:pt>
                <c:pt idx="3685">
                  <c:v>1.8581399999999999</c:v>
                </c:pt>
                <c:pt idx="3686">
                  <c:v>1.9272100000000001</c:v>
                </c:pt>
                <c:pt idx="3687">
                  <c:v>1.93798</c:v>
                </c:pt>
                <c:pt idx="3688">
                  <c:v>1.8873</c:v>
                </c:pt>
                <c:pt idx="3689">
                  <c:v>1.89202</c:v>
                </c:pt>
                <c:pt idx="3690">
                  <c:v>1.8913899999999999</c:v>
                </c:pt>
                <c:pt idx="3691">
                  <c:v>1.91879</c:v>
                </c:pt>
                <c:pt idx="3692">
                  <c:v>#N/A</c:v>
                </c:pt>
                <c:pt idx="3693">
                  <c:v>2.0495299999999999</c:v>
                </c:pt>
                <c:pt idx="3694">
                  <c:v>2.00745</c:v>
                </c:pt>
                <c:pt idx="3695">
                  <c:v>2.0500099999999999</c:v>
                </c:pt>
                <c:pt idx="3696">
                  <c:v>1.9926600000000001</c:v>
                </c:pt>
                <c:pt idx="3697">
                  <c:v>1.9239200000000001</c:v>
                </c:pt>
                <c:pt idx="3698">
                  <c:v>1.9426699999999999</c:v>
                </c:pt>
                <c:pt idx="3699">
                  <c:v>1.9265000000000001</c:v>
                </c:pt>
                <c:pt idx="3700">
                  <c:v>2.02434</c:v>
                </c:pt>
                <c:pt idx="3701">
                  <c:v>2.0359600000000002</c:v>
                </c:pt>
                <c:pt idx="3702">
                  <c:v>2.0529999999999999</c:v>
                </c:pt>
                <c:pt idx="3703">
                  <c:v>2.0432100000000002</c:v>
                </c:pt>
                <c:pt idx="3704">
                  <c:v>2.00685</c:v>
                </c:pt>
                <c:pt idx="3705">
                  <c:v>2.0172699999999999</c:v>
                </c:pt>
                <c:pt idx="3706">
                  <c:v>1.99166</c:v>
                </c:pt>
                <c:pt idx="3707">
                  <c:v>2.0247899999999999</c:v>
                </c:pt>
                <c:pt idx="3708">
                  <c:v>2.0625900000000001</c:v>
                </c:pt>
                <c:pt idx="3709">
                  <c:v>2.0103200000000001</c:v>
                </c:pt>
                <c:pt idx="3710">
                  <c:v>1.9886699999999999</c:v>
                </c:pt>
                <c:pt idx="3711">
                  <c:v>1.9478800000000001</c:v>
                </c:pt>
                <c:pt idx="3712">
                  <c:v>1.9845200000000001</c:v>
                </c:pt>
                <c:pt idx="3713">
                  <c:v>1.98211</c:v>
                </c:pt>
                <c:pt idx="3714">
                  <c:v>2.0332300000000001</c:v>
                </c:pt>
                <c:pt idx="3715">
                  <c:v>1.99613</c:v>
                </c:pt>
                <c:pt idx="3716">
                  <c:v>1.9687300000000001</c:v>
                </c:pt>
                <c:pt idx="3717">
                  <c:v>1.9573400000000001</c:v>
                </c:pt>
                <c:pt idx="3718">
                  <c:v>1.9218299999999999</c:v>
                </c:pt>
                <c:pt idx="3719">
                  <c:v>#N/A</c:v>
                </c:pt>
                <c:pt idx="3720">
                  <c:v>1.8671899999999999</c:v>
                </c:pt>
                <c:pt idx="3721">
                  <c:v>1.8156600000000001</c:v>
                </c:pt>
                <c:pt idx="3722">
                  <c:v>1.7554399999999999</c:v>
                </c:pt>
                <c:pt idx="3723">
                  <c:v>1.73674</c:v>
                </c:pt>
                <c:pt idx="3724">
                  <c:v>1.81748</c:v>
                </c:pt>
                <c:pt idx="3725">
                  <c:v>1.82637</c:v>
                </c:pt>
                <c:pt idx="3726">
                  <c:v>1.78661</c:v>
                </c:pt>
                <c:pt idx="3727">
                  <c:v>1.80328</c:v>
                </c:pt>
                <c:pt idx="3728">
                  <c:v>1.7914699999999999</c:v>
                </c:pt>
                <c:pt idx="3729">
                  <c:v>1.78179</c:v>
                </c:pt>
                <c:pt idx="3730">
                  <c:v>1.8151900000000001</c:v>
                </c:pt>
                <c:pt idx="3731">
                  <c:v>1.7971699999999999</c:v>
                </c:pt>
                <c:pt idx="3732">
                  <c:v>1.7908500000000001</c:v>
                </c:pt>
                <c:pt idx="3733">
                  <c:v>1.81328</c:v>
                </c:pt>
                <c:pt idx="3734">
                  <c:v>1.7949299999999999</c:v>
                </c:pt>
                <c:pt idx="3735">
                  <c:v>1.73353</c:v>
                </c:pt>
                <c:pt idx="3736">
                  <c:v>1.72879</c:v>
                </c:pt>
                <c:pt idx="3737">
                  <c:v>1.7328600000000001</c:v>
                </c:pt>
                <c:pt idx="3738">
                  <c:v>1.77254</c:v>
                </c:pt>
                <c:pt idx="3739">
                  <c:v>1.8001400000000001</c:v>
                </c:pt>
                <c:pt idx="3740">
                  <c:v>1.7959099999999999</c:v>
                </c:pt>
                <c:pt idx="3741">
                  <c:v>1.7829600000000001</c:v>
                </c:pt>
                <c:pt idx="3742">
                  <c:v>1.7802800000000001</c:v>
                </c:pt>
                <c:pt idx="3743">
                  <c:v>1.7786599999999999</c:v>
                </c:pt>
                <c:pt idx="3744">
                  <c:v>1.8023199999999999</c:v>
                </c:pt>
                <c:pt idx="3745">
                  <c:v>1.84765</c:v>
                </c:pt>
                <c:pt idx="3746">
                  <c:v>1.93431</c:v>
                </c:pt>
                <c:pt idx="3747">
                  <c:v>1.9369700000000001</c:v>
                </c:pt>
                <c:pt idx="3748">
                  <c:v>1.88283</c:v>
                </c:pt>
                <c:pt idx="3749">
                  <c:v>1.9044399999999999</c:v>
                </c:pt>
                <c:pt idx="3750">
                  <c:v>1.86748</c:v>
                </c:pt>
                <c:pt idx="3751">
                  <c:v>1.8262499999999999</c:v>
                </c:pt>
                <c:pt idx="3752">
                  <c:v>1.8333200000000001</c:v>
                </c:pt>
                <c:pt idx="3753">
                  <c:v>1.8216300000000001</c:v>
                </c:pt>
                <c:pt idx="3754">
                  <c:v>1.8169200000000001</c:v>
                </c:pt>
                <c:pt idx="3755">
                  <c:v>1.81481</c:v>
                </c:pt>
                <c:pt idx="3756">
                  <c:v>1.8140099999999999</c:v>
                </c:pt>
                <c:pt idx="3757">
                  <c:v>1.7854699999999999</c:v>
                </c:pt>
                <c:pt idx="3758">
                  <c:v>1.7396100000000001</c:v>
                </c:pt>
                <c:pt idx="3759">
                  <c:v>1.7513700000000001</c:v>
                </c:pt>
                <c:pt idx="3760">
                  <c:v>1.8006599999999999</c:v>
                </c:pt>
                <c:pt idx="3761">
                  <c:v>1.83863</c:v>
                </c:pt>
                <c:pt idx="3762">
                  <c:v>#N/A</c:v>
                </c:pt>
                <c:pt idx="3763">
                  <c:v>1.83632</c:v>
                </c:pt>
                <c:pt idx="3764">
                  <c:v>1.81247</c:v>
                </c:pt>
                <c:pt idx="3765">
                  <c:v>1.82908</c:v>
                </c:pt>
                <c:pt idx="3766">
                  <c:v>1.8170299999999999</c:v>
                </c:pt>
                <c:pt idx="3767">
                  <c:v>1.8538600000000001</c:v>
                </c:pt>
                <c:pt idx="3768">
                  <c:v>1.84674</c:v>
                </c:pt>
                <c:pt idx="3769">
                  <c:v>1.83209</c:v>
                </c:pt>
                <c:pt idx="3770">
                  <c:v>1.7722899999999999</c:v>
                </c:pt>
                <c:pt idx="3771">
                  <c:v>1.7409600000000001</c:v>
                </c:pt>
                <c:pt idx="3772">
                  <c:v>1.75996</c:v>
                </c:pt>
                <c:pt idx="3773">
                  <c:v>1.74864</c:v>
                </c:pt>
                <c:pt idx="3774">
                  <c:v>1.7235499999999999</c:v>
                </c:pt>
                <c:pt idx="3775">
                  <c:v>1.7335799999999999</c:v>
                </c:pt>
                <c:pt idx="3776">
                  <c:v>1.72543</c:v>
                </c:pt>
                <c:pt idx="3777">
                  <c:v>1.7173099999999999</c:v>
                </c:pt>
                <c:pt idx="3778">
                  <c:v>1.7153</c:v>
                </c:pt>
                <c:pt idx="3779">
                  <c:v>1.7305699999999999</c:v>
                </c:pt>
                <c:pt idx="3780">
                  <c:v>1.6935</c:v>
                </c:pt>
                <c:pt idx="3781">
                  <c:v>1.6783300000000001</c:v>
                </c:pt>
                <c:pt idx="3782">
                  <c:v>1.68519</c:v>
                </c:pt>
                <c:pt idx="3783">
                  <c:v>1.6932799999999999</c:v>
                </c:pt>
                <c:pt idx="3784">
                  <c:v>1.65828</c:v>
                </c:pt>
                <c:pt idx="3785">
                  <c:v>1.68215</c:v>
                </c:pt>
                <c:pt idx="3786">
                  <c:v>1.6871499999999999</c:v>
                </c:pt>
                <c:pt idx="3787">
                  <c:v>#N/A</c:v>
                </c:pt>
                <c:pt idx="3788">
                  <c:v>1.7097199999999999</c:v>
                </c:pt>
                <c:pt idx="3789">
                  <c:v>1.7233799999999999</c:v>
                </c:pt>
                <c:pt idx="3790">
                  <c:v>1.81762</c:v>
                </c:pt>
                <c:pt idx="3791">
                  <c:v>1.79738</c:v>
                </c:pt>
                <c:pt idx="3792">
                  <c:v>1.7954399999999999</c:v>
                </c:pt>
                <c:pt idx="3793">
                  <c:v>1.7812699999999999</c:v>
                </c:pt>
                <c:pt idx="3794">
                  <c:v>1.77014</c:v>
                </c:pt>
                <c:pt idx="3795">
                  <c:v>1.8338399999999999</c:v>
                </c:pt>
                <c:pt idx="3796">
                  <c:v>1.84304</c:v>
                </c:pt>
                <c:pt idx="3797">
                  <c:v>1.86073</c:v>
                </c:pt>
                <c:pt idx="3798">
                  <c:v>1.83839</c:v>
                </c:pt>
                <c:pt idx="3799">
                  <c:v>1.86846</c:v>
                </c:pt>
                <c:pt idx="3800">
                  <c:v>1.8411299999999999</c:v>
                </c:pt>
                <c:pt idx="3801">
                  <c:v>1.90612</c:v>
                </c:pt>
                <c:pt idx="3802">
                  <c:v>1.9421299999999999</c:v>
                </c:pt>
                <c:pt idx="3803">
                  <c:v>1.90293</c:v>
                </c:pt>
                <c:pt idx="3804">
                  <c:v>1.8567800000000001</c:v>
                </c:pt>
                <c:pt idx="3805">
                  <c:v>1.8573500000000001</c:v>
                </c:pt>
                <c:pt idx="3806">
                  <c:v>1.81674</c:v>
                </c:pt>
                <c:pt idx="3807">
                  <c:v>1.8329299999999999</c:v>
                </c:pt>
                <c:pt idx="3808">
                  <c:v>1.84717</c:v>
                </c:pt>
                <c:pt idx="3809">
                  <c:v>1.8208899999999999</c:v>
                </c:pt>
                <c:pt idx="3810">
                  <c:v>1.87155</c:v>
                </c:pt>
                <c:pt idx="3811">
                  <c:v>1.9040600000000001</c:v>
                </c:pt>
                <c:pt idx="3812">
                  <c:v>#N/A</c:v>
                </c:pt>
                <c:pt idx="3813">
                  <c:v>1.99109</c:v>
                </c:pt>
                <c:pt idx="3814">
                  <c:v>2.0219399999999998</c:v>
                </c:pt>
                <c:pt idx="3815">
                  <c:v>2.05396</c:v>
                </c:pt>
                <c:pt idx="3816">
                  <c:v>2.0608</c:v>
                </c:pt>
                <c:pt idx="3817">
                  <c:v>2.1209600000000002</c:v>
                </c:pt>
                <c:pt idx="3818">
                  <c:v>2.1749399999999999</c:v>
                </c:pt>
                <c:pt idx="3819">
                  <c:v>2.1362299999999999</c:v>
                </c:pt>
                <c:pt idx="3820">
                  <c:v>#N/A</c:v>
                </c:pt>
                <c:pt idx="3821">
                  <c:v>2.14086</c:v>
                </c:pt>
                <c:pt idx="3822">
                  <c:v>2.1683300000000001</c:v>
                </c:pt>
                <c:pt idx="3823">
                  <c:v>2.1986699999999999</c:v>
                </c:pt>
                <c:pt idx="3824">
                  <c:v>2.1305000000000001</c:v>
                </c:pt>
                <c:pt idx="3825">
                  <c:v>2.10704</c:v>
                </c:pt>
                <c:pt idx="3826">
                  <c:v>2.0962999999999998</c:v>
                </c:pt>
                <c:pt idx="3827">
                  <c:v>2.0689299999999999</c:v>
                </c:pt>
                <c:pt idx="3828">
                  <c:v>2.1345700000000001</c:v>
                </c:pt>
                <c:pt idx="3829">
                  <c:v>#N/A</c:v>
                </c:pt>
                <c:pt idx="3830">
                  <c:v>2.1398899999999998</c:v>
                </c:pt>
                <c:pt idx="3831">
                  <c:v>2.08575</c:v>
                </c:pt>
                <c:pt idx="3832">
                  <c:v>2.0785999999999998</c:v>
                </c:pt>
                <c:pt idx="3833">
                  <c:v>2.02277</c:v>
                </c:pt>
                <c:pt idx="3834">
                  <c:v>1.9612700000000001</c:v>
                </c:pt>
                <c:pt idx="3835">
                  <c:v>1.9661299999999999</c:v>
                </c:pt>
                <c:pt idx="3836">
                  <c:v>1.9815100000000001</c:v>
                </c:pt>
                <c:pt idx="3837">
                  <c:v>2.0072100000000002</c:v>
                </c:pt>
                <c:pt idx="3838">
                  <c:v>2.05572</c:v>
                </c:pt>
                <c:pt idx="3839">
                  <c:v>2.1402299999999999</c:v>
                </c:pt>
                <c:pt idx="3840">
                  <c:v>2.1416900000000001</c:v>
                </c:pt>
                <c:pt idx="3841">
                  <c:v>2.1854399999999998</c:v>
                </c:pt>
                <c:pt idx="3842">
                  <c:v>2.22993</c:v>
                </c:pt>
                <c:pt idx="3843">
                  <c:v>#N/A</c:v>
                </c:pt>
                <c:pt idx="3844">
                  <c:v>2.1941899999999999</c:v>
                </c:pt>
                <c:pt idx="3845">
                  <c:v>2.2093699999999998</c:v>
                </c:pt>
                <c:pt idx="3846">
                  <c:v>2.2319900000000001</c:v>
                </c:pt>
                <c:pt idx="3847">
                  <c:v>2.2768700000000002</c:v>
                </c:pt>
                <c:pt idx="3848">
                  <c:v>#N/A</c:v>
                </c:pt>
                <c:pt idx="3849">
                  <c:v>2.2804099999999998</c:v>
                </c:pt>
                <c:pt idx="3850">
                  <c:v>2.3211300000000001</c:v>
                </c:pt>
                <c:pt idx="3851">
                  <c:v>2.1322700000000001</c:v>
                </c:pt>
                <c:pt idx="3852">
                  <c:v>2.03288</c:v>
                </c:pt>
                <c:pt idx="3853">
                  <c:v>2.0064099999999998</c:v>
                </c:pt>
                <c:pt idx="3854">
                  <c:v>#N/A</c:v>
                </c:pt>
                <c:pt idx="3855">
                  <c:v>#N/A</c:v>
                </c:pt>
                <c:pt idx="3856">
                  <c:v>#N/A</c:v>
                </c:pt>
                <c:pt idx="3857">
                  <c:v>#N/A</c:v>
                </c:pt>
                <c:pt idx="3858">
                  <c:v>#N/A</c:v>
                </c:pt>
                <c:pt idx="3859">
                  <c:v>1.96956</c:v>
                </c:pt>
                <c:pt idx="3860">
                  <c:v>#N/A</c:v>
                </c:pt>
                <c:pt idx="3861">
                  <c:v>#N/A</c:v>
                </c:pt>
                <c:pt idx="3862">
                  <c:v>#N/A</c:v>
                </c:pt>
                <c:pt idx="3863">
                  <c:v>#N/A</c:v>
                </c:pt>
                <c:pt idx="3864">
                  <c:v>#N/A</c:v>
                </c:pt>
                <c:pt idx="3865">
                  <c:v>#N/A</c:v>
                </c:pt>
                <c:pt idx="3866">
                  <c:v>1.9402999999999999</c:v>
                </c:pt>
                <c:pt idx="3867">
                  <c:v>#N/A</c:v>
                </c:pt>
                <c:pt idx="3868">
                  <c:v>1.9899500000000001</c:v>
                </c:pt>
                <c:pt idx="3869">
                  <c:v>1.94845</c:v>
                </c:pt>
                <c:pt idx="3870">
                  <c:v>1.90865</c:v>
                </c:pt>
                <c:pt idx="3871">
                  <c:v>1.8552</c:v>
                </c:pt>
                <c:pt idx="3872">
                  <c:v>1.82297</c:v>
                </c:pt>
                <c:pt idx="3873">
                  <c:v>1.8227599999999999</c:v>
                </c:pt>
                <c:pt idx="3874">
                  <c:v>1.8573200000000001</c:v>
                </c:pt>
                <c:pt idx="3875">
                  <c:v>1.9333100000000001</c:v>
                </c:pt>
                <c:pt idx="3876">
                  <c:v>1.9401600000000001</c:v>
                </c:pt>
                <c:pt idx="3877">
                  <c:v>1.97695</c:v>
                </c:pt>
                <c:pt idx="3878">
                  <c:v>1.9428099999999999</c:v>
                </c:pt>
                <c:pt idx="3879">
                  <c:v>1.91187</c:v>
                </c:pt>
                <c:pt idx="3880">
                  <c:v>1.9555199999999999</c:v>
                </c:pt>
                <c:pt idx="3881">
                  <c:v>1.9587000000000001</c:v>
                </c:pt>
                <c:pt idx="3882">
                  <c:v>#N/A</c:v>
                </c:pt>
                <c:pt idx="3883">
                  <c:v>1.9495499999999999</c:v>
                </c:pt>
                <c:pt idx="3884">
                  <c:v>1.9291400000000001</c:v>
                </c:pt>
                <c:pt idx="3885">
                  <c:v>1.9173899999999999</c:v>
                </c:pt>
                <c:pt idx="3886">
                  <c:v>1.9171199999999999</c:v>
                </c:pt>
                <c:pt idx="3887">
                  <c:v>1.90696</c:v>
                </c:pt>
                <c:pt idx="3888">
                  <c:v>1.9119999999999999</c:v>
                </c:pt>
                <c:pt idx="3889">
                  <c:v>1.86276</c:v>
                </c:pt>
                <c:pt idx="3890">
                  <c:v>1.85612</c:v>
                </c:pt>
                <c:pt idx="3891">
                  <c:v>1.85361</c:v>
                </c:pt>
                <c:pt idx="3892">
                  <c:v>1.89286</c:v>
                </c:pt>
                <c:pt idx="3893">
                  <c:v>1.8942600000000001</c:v>
                </c:pt>
                <c:pt idx="3894">
                  <c:v>1.8898999999999999</c:v>
                </c:pt>
                <c:pt idx="3895">
                  <c:v>1.92533</c:v>
                </c:pt>
                <c:pt idx="3896">
                  <c:v>1.94533</c:v>
                </c:pt>
                <c:pt idx="3897">
                  <c:v>1.8999200000000001</c:v>
                </c:pt>
                <c:pt idx="3898">
                  <c:v>1.92441</c:v>
                </c:pt>
                <c:pt idx="3899">
                  <c:v>1.91282</c:v>
                </c:pt>
                <c:pt idx="3900">
                  <c:v>1.8675999999999999</c:v>
                </c:pt>
                <c:pt idx="3901">
                  <c:v>1.8807799999999999</c:v>
                </c:pt>
                <c:pt idx="3902">
                  <c:v>1.8631</c:v>
                </c:pt>
                <c:pt idx="3903">
                  <c:v>1.84043</c:v>
                </c:pt>
                <c:pt idx="3904">
                  <c:v>1.86917</c:v>
                </c:pt>
                <c:pt idx="3905">
                  <c:v>1.82877</c:v>
                </c:pt>
                <c:pt idx="3906">
                  <c:v>1.87622</c:v>
                </c:pt>
                <c:pt idx="3907">
                  <c:v>1.9081900000000001</c:v>
                </c:pt>
                <c:pt idx="3908">
                  <c:v>1.8565400000000001</c:v>
                </c:pt>
                <c:pt idx="3909">
                  <c:v>1.8697900000000001</c:v>
                </c:pt>
                <c:pt idx="3910">
                  <c:v>1.86978</c:v>
                </c:pt>
                <c:pt idx="3911">
                  <c:v>1.83894</c:v>
                </c:pt>
                <c:pt idx="3912">
                  <c:v>1.7884599999999999</c:v>
                </c:pt>
                <c:pt idx="3913">
                  <c:v>1.84809</c:v>
                </c:pt>
                <c:pt idx="3914">
                  <c:v>#N/A</c:v>
                </c:pt>
                <c:pt idx="3915">
                  <c:v>1.79382</c:v>
                </c:pt>
                <c:pt idx="3916">
                  <c:v>1.79562</c:v>
                </c:pt>
                <c:pt idx="3917">
                  <c:v>1.7901100000000001</c:v>
                </c:pt>
                <c:pt idx="3918">
                  <c:v>1.7841899999999999</c:v>
                </c:pt>
                <c:pt idx="3919">
                  <c:v>1.8047899999999999</c:v>
                </c:pt>
                <c:pt idx="3920">
                  <c:v>1.7792300000000001</c:v>
                </c:pt>
                <c:pt idx="3921">
                  <c:v>#N/A</c:v>
                </c:pt>
                <c:pt idx="3922">
                  <c:v>#N/A</c:v>
                </c:pt>
                <c:pt idx="3923">
                  <c:v>#N/A</c:v>
                </c:pt>
                <c:pt idx="3924">
                  <c:v>#N/A</c:v>
                </c:pt>
                <c:pt idx="3925">
                  <c:v>#N/A</c:v>
                </c:pt>
                <c:pt idx="3926">
                  <c:v>#N/A</c:v>
                </c:pt>
                <c:pt idx="3927">
                  <c:v>1.7461599999999999</c:v>
                </c:pt>
                <c:pt idx="3928">
                  <c:v>1.72221</c:v>
                </c:pt>
                <c:pt idx="3929">
                  <c:v>1.7393400000000001</c:v>
                </c:pt>
                <c:pt idx="3930">
                  <c:v>1.7503599999999999</c:v>
                </c:pt>
                <c:pt idx="3931">
                  <c:v>1.7307699999999999</c:v>
                </c:pt>
                <c:pt idx="3932">
                  <c:v>1.7189099999999999</c:v>
                </c:pt>
                <c:pt idx="3933">
                  <c:v>1.75606</c:v>
                </c:pt>
                <c:pt idx="3934">
                  <c:v>1.7355700000000001</c:v>
                </c:pt>
                <c:pt idx="3935">
                  <c:v>1.7512399999999999</c:v>
                </c:pt>
                <c:pt idx="3936">
                  <c:v>1.7474400000000001</c:v>
                </c:pt>
                <c:pt idx="3937">
                  <c:v>1.7705500000000001</c:v>
                </c:pt>
                <c:pt idx="3938">
                  <c:v>1.8533299999999999</c:v>
                </c:pt>
                <c:pt idx="3939">
                  <c:v>1.82535</c:v>
                </c:pt>
                <c:pt idx="3940">
                  <c:v>1.88415</c:v>
                </c:pt>
                <c:pt idx="3941">
                  <c:v>1.87355</c:v>
                </c:pt>
                <c:pt idx="3942">
                  <c:v>1.95353</c:v>
                </c:pt>
                <c:pt idx="3943">
                  <c:v>1.88612</c:v>
                </c:pt>
                <c:pt idx="3944">
                  <c:v>1.89849</c:v>
                </c:pt>
                <c:pt idx="3945">
                  <c:v>1.88568</c:v>
                </c:pt>
                <c:pt idx="3946">
                  <c:v>1.9047799999999999</c:v>
                </c:pt>
                <c:pt idx="3947">
                  <c:v>1.90588</c:v>
                </c:pt>
                <c:pt idx="3948">
                  <c:v>1.8869400000000001</c:v>
                </c:pt>
                <c:pt idx="3949">
                  <c:v>1.91658</c:v>
                </c:pt>
                <c:pt idx="3950">
                  <c:v>2.0118200000000002</c:v>
                </c:pt>
                <c:pt idx="3951">
                  <c:v>1.96959</c:v>
                </c:pt>
                <c:pt idx="3952">
                  <c:v>#N/A</c:v>
                </c:pt>
                <c:pt idx="3953">
                  <c:v>2.0068100000000002</c:v>
                </c:pt>
                <c:pt idx="3954">
                  <c:v>2.0208499999999998</c:v>
                </c:pt>
                <c:pt idx="3955">
                  <c:v>2.0475300000000001</c:v>
                </c:pt>
                <c:pt idx="3956">
                  <c:v>2.1177800000000002</c:v>
                </c:pt>
                <c:pt idx="3957">
                  <c:v>2.1373099999999998</c:v>
                </c:pt>
                <c:pt idx="3958">
                  <c:v>2.0295999999999998</c:v>
                </c:pt>
                <c:pt idx="3959">
                  <c:v>1.98346</c:v>
                </c:pt>
                <c:pt idx="3960">
                  <c:v>1.9657199999999999</c:v>
                </c:pt>
                <c:pt idx="3961">
                  <c:v>1.9663999999999999</c:v>
                </c:pt>
                <c:pt idx="3962">
                  <c:v>1.9098200000000001</c:v>
                </c:pt>
                <c:pt idx="3963">
                  <c:v>1.86582</c:v>
                </c:pt>
                <c:pt idx="3964">
                  <c:v>1.8771199999999999</c:v>
                </c:pt>
                <c:pt idx="3965">
                  <c:v>1.92865</c:v>
                </c:pt>
                <c:pt idx="3966">
                  <c:v>1.91448</c:v>
                </c:pt>
                <c:pt idx="3967">
                  <c:v>1.92611</c:v>
                </c:pt>
                <c:pt idx="3968">
                  <c:v>1.8762700000000001</c:v>
                </c:pt>
                <c:pt idx="3969">
                  <c:v>1.8695600000000001</c:v>
                </c:pt>
                <c:pt idx="3970">
                  <c:v>1.7900100000000001</c:v>
                </c:pt>
                <c:pt idx="3971">
                  <c:v>1.74203</c:v>
                </c:pt>
                <c:pt idx="3972">
                  <c:v>1.7919799999999999</c:v>
                </c:pt>
                <c:pt idx="3973">
                  <c:v>1.8454200000000001</c:v>
                </c:pt>
                <c:pt idx="3974">
                  <c:v>1.8442000000000001</c:v>
                </c:pt>
                <c:pt idx="3975">
                  <c:v>1.8332599999999999</c:v>
                </c:pt>
                <c:pt idx="3976">
                  <c:v>1.8149599999999999</c:v>
                </c:pt>
                <c:pt idx="3977">
                  <c:v>1.7426999999999999</c:v>
                </c:pt>
                <c:pt idx="3978">
                  <c:v>1.7726299999999999</c:v>
                </c:pt>
                <c:pt idx="3979">
                  <c:v>1.7817000000000001</c:v>
                </c:pt>
                <c:pt idx="3980">
                  <c:v>#N/A</c:v>
                </c:pt>
                <c:pt idx="3981">
                  <c:v>1.7448399999999999</c:v>
                </c:pt>
                <c:pt idx="3982">
                  <c:v>1.7181</c:v>
                </c:pt>
                <c:pt idx="3983">
                  <c:v>1.72316</c:v>
                </c:pt>
                <c:pt idx="3984">
                  <c:v>1.7131700000000001</c:v>
                </c:pt>
                <c:pt idx="3985">
                  <c:v>1.6872400000000001</c:v>
                </c:pt>
                <c:pt idx="3986">
                  <c:v>1.7069799999999999</c:v>
                </c:pt>
                <c:pt idx="3987">
                  <c:v>1.7112700000000001</c:v>
                </c:pt>
                <c:pt idx="3988">
                  <c:v>1.70549</c:v>
                </c:pt>
                <c:pt idx="3989">
                  <c:v>1.7579400000000001</c:v>
                </c:pt>
                <c:pt idx="3990">
                  <c:v>1.76986</c:v>
                </c:pt>
                <c:pt idx="3991">
                  <c:v>1.74979</c:v>
                </c:pt>
                <c:pt idx="3992">
                  <c:v>1.71713</c:v>
                </c:pt>
                <c:pt idx="3993">
                  <c:v>1.6760999999999999</c:v>
                </c:pt>
                <c:pt idx="3994">
                  <c:v>1.6918599999999999</c:v>
                </c:pt>
                <c:pt idx="3995">
                  <c:v>1.6754</c:v>
                </c:pt>
                <c:pt idx="3996">
                  <c:v>1.6873100000000001</c:v>
                </c:pt>
                <c:pt idx="3997">
                  <c:v>1.68218</c:v>
                </c:pt>
                <c:pt idx="3998">
                  <c:v>1.7249099999999999</c:v>
                </c:pt>
                <c:pt idx="3999">
                  <c:v>1.7534000000000001</c:v>
                </c:pt>
                <c:pt idx="4000">
                  <c:v>1.8593299999999999</c:v>
                </c:pt>
                <c:pt idx="4001">
                  <c:v>1.8786700000000001</c:v>
                </c:pt>
                <c:pt idx="4002">
                  <c:v>1.9564900000000001</c:v>
                </c:pt>
                <c:pt idx="4003">
                  <c:v>1.9459900000000001</c:v>
                </c:pt>
                <c:pt idx="4004">
                  <c:v>1.87616</c:v>
                </c:pt>
                <c:pt idx="4005">
                  <c:v>1.82056</c:v>
                </c:pt>
                <c:pt idx="4006">
                  <c:v>1.7841499999999999</c:v>
                </c:pt>
                <c:pt idx="4007">
                  <c:v>1.89564</c:v>
                </c:pt>
                <c:pt idx="4008">
                  <c:v>1.83914</c:v>
                </c:pt>
                <c:pt idx="4009">
                  <c:v>1.8941600000000001</c:v>
                </c:pt>
                <c:pt idx="4010">
                  <c:v>1.9449399999999999</c:v>
                </c:pt>
                <c:pt idx="4011">
                  <c:v>1.9198500000000001</c:v>
                </c:pt>
                <c:pt idx="4012">
                  <c:v>1.8766099999999999</c:v>
                </c:pt>
                <c:pt idx="4013">
                  <c:v>1.91414</c:v>
                </c:pt>
                <c:pt idx="4014">
                  <c:v>1.8754599999999999</c:v>
                </c:pt>
                <c:pt idx="4015">
                  <c:v>1.8345400000000001</c:v>
                </c:pt>
                <c:pt idx="4016">
                  <c:v>1.89394</c:v>
                </c:pt>
                <c:pt idx="4017">
                  <c:v>1.87609</c:v>
                </c:pt>
                <c:pt idx="4018">
                  <c:v>1.8956900000000001</c:v>
                </c:pt>
                <c:pt idx="4019">
                  <c:v>1.8468800000000001</c:v>
                </c:pt>
                <c:pt idx="4020">
                  <c:v>1.78637</c:v>
                </c:pt>
                <c:pt idx="4021">
                  <c:v>1.78624</c:v>
                </c:pt>
                <c:pt idx="4022">
                  <c:v>#N/A</c:v>
                </c:pt>
                <c:pt idx="4023">
                  <c:v>1.79311</c:v>
                </c:pt>
                <c:pt idx="4024">
                  <c:v>1.7737099999999999</c:v>
                </c:pt>
                <c:pt idx="4025">
                  <c:v>1.7128099999999999</c:v>
                </c:pt>
                <c:pt idx="4026">
                  <c:v>1.76254</c:v>
                </c:pt>
                <c:pt idx="4027">
                  <c:v>1.7377899999999999</c:v>
                </c:pt>
                <c:pt idx="4028">
                  <c:v>1.7436199999999999</c:v>
                </c:pt>
                <c:pt idx="4029">
                  <c:v>1.7198199999999999</c:v>
                </c:pt>
                <c:pt idx="4030">
                  <c:v>1.6833199999999999</c:v>
                </c:pt>
                <c:pt idx="4031">
                  <c:v>1.70068</c:v>
                </c:pt>
                <c:pt idx="4032">
                  <c:v>1.7531099999999999</c:v>
                </c:pt>
                <c:pt idx="4033">
                  <c:v>1.7589600000000001</c:v>
                </c:pt>
                <c:pt idx="4034">
                  <c:v>1.7423299999999999</c:v>
                </c:pt>
                <c:pt idx="4035">
                  <c:v>1.72488</c:v>
                </c:pt>
                <c:pt idx="4036">
                  <c:v>1.7433700000000001</c:v>
                </c:pt>
                <c:pt idx="4037">
                  <c:v>1.73068</c:v>
                </c:pt>
                <c:pt idx="4038">
                  <c:v>1.8210200000000001</c:v>
                </c:pt>
                <c:pt idx="4039">
                  <c:v>1.79515</c:v>
                </c:pt>
                <c:pt idx="4040">
                  <c:v>1.8061499999999999</c:v>
                </c:pt>
                <c:pt idx="4041">
                  <c:v>1.83832</c:v>
                </c:pt>
                <c:pt idx="4042">
                  <c:v>1.82514</c:v>
                </c:pt>
                <c:pt idx="4043">
                  <c:v>1.85626</c:v>
                </c:pt>
                <c:pt idx="4044">
                  <c:v>1.9165300000000001</c:v>
                </c:pt>
                <c:pt idx="4045">
                  <c:v>1.9391</c:v>
                </c:pt>
                <c:pt idx="4046">
                  <c:v>1.8870499999999999</c:v>
                </c:pt>
                <c:pt idx="4047">
                  <c:v>1.83494</c:v>
                </c:pt>
                <c:pt idx="4048">
                  <c:v>1.8544499999999999</c:v>
                </c:pt>
                <c:pt idx="4049">
                  <c:v>1.8295699999999999</c:v>
                </c:pt>
                <c:pt idx="4050">
                  <c:v>1.7991600000000001</c:v>
                </c:pt>
                <c:pt idx="4051">
                  <c:v>1.7376400000000001</c:v>
                </c:pt>
                <c:pt idx="4052">
                  <c:v>#N/A</c:v>
                </c:pt>
                <c:pt idx="4053">
                  <c:v>1.73803</c:v>
                </c:pt>
                <c:pt idx="4054">
                  <c:v>1.74929</c:v>
                </c:pt>
                <c:pt idx="4055">
                  <c:v>1.7738499999999999</c:v>
                </c:pt>
                <c:pt idx="4056">
                  <c:v>1.75942</c:v>
                </c:pt>
                <c:pt idx="4057">
                  <c:v>1.7234400000000001</c:v>
                </c:pt>
                <c:pt idx="4058">
                  <c:v>1.7321599999999999</c:v>
                </c:pt>
                <c:pt idx="4059">
                  <c:v>1.73929</c:v>
                </c:pt>
                <c:pt idx="4060">
                  <c:v>1.7301200000000001</c:v>
                </c:pt>
                <c:pt idx="4061">
                  <c:v>1.69414</c:v>
                </c:pt>
                <c:pt idx="4062">
                  <c:v>1.69024</c:v>
                </c:pt>
                <c:pt idx="4063">
                  <c:v>1.7284299999999999</c:v>
                </c:pt>
                <c:pt idx="4064">
                  <c:v>1.80609</c:v>
                </c:pt>
                <c:pt idx="4065">
                  <c:v>1.8186199999999999</c:v>
                </c:pt>
                <c:pt idx="4066">
                  <c:v>1.7862100000000001</c:v>
                </c:pt>
                <c:pt idx="4067">
                  <c:v>1.7597700000000001</c:v>
                </c:pt>
                <c:pt idx="4068">
                  <c:v>1.76478</c:v>
                </c:pt>
                <c:pt idx="4069">
                  <c:v>1.7887500000000001</c:v>
                </c:pt>
                <c:pt idx="4070">
                  <c:v>1.7296400000000001</c:v>
                </c:pt>
                <c:pt idx="4071">
                  <c:v>1.7145300000000001</c:v>
                </c:pt>
                <c:pt idx="4072">
                  <c:v>#N/A</c:v>
                </c:pt>
                <c:pt idx="4073">
                  <c:v>1.74458</c:v>
                </c:pt>
                <c:pt idx="4074">
                  <c:v>1.77542</c:v>
                </c:pt>
                <c:pt idx="4075">
                  <c:v>1.8106</c:v>
                </c:pt>
                <c:pt idx="4076">
                  <c:v>1.80714</c:v>
                </c:pt>
                <c:pt idx="4077">
                  <c:v>1.8547400000000001</c:v>
                </c:pt>
                <c:pt idx="4078">
                  <c:v>1.9173800000000001</c:v>
                </c:pt>
                <c:pt idx="4079">
                  <c:v>1.9276899999999999</c:v>
                </c:pt>
                <c:pt idx="4080">
                  <c:v>1.8774999999999999</c:v>
                </c:pt>
                <c:pt idx="4081">
                  <c:v>1.8349599999999999</c:v>
                </c:pt>
                <c:pt idx="4082">
                  <c:v>1.8404</c:v>
                </c:pt>
                <c:pt idx="4083">
                  <c:v>1.88995</c:v>
                </c:pt>
                <c:pt idx="4084">
                  <c:v>1.89</c:v>
                </c:pt>
                <c:pt idx="4085">
                  <c:v>#N/A</c:v>
                </c:pt>
                <c:pt idx="4086">
                  <c:v>1.8750599999999999</c:v>
                </c:pt>
                <c:pt idx="4087">
                  <c:v>1.8802399999999999</c:v>
                </c:pt>
                <c:pt idx="4088">
                  <c:v>1.97553</c:v>
                </c:pt>
                <c:pt idx="4089">
                  <c:v>1.8885099999999999</c:v>
                </c:pt>
                <c:pt idx="4090">
                  <c:v>1.8456900000000001</c:v>
                </c:pt>
                <c:pt idx="4091">
                  <c:v>1.77729</c:v>
                </c:pt>
                <c:pt idx="4092">
                  <c:v>1.7779100000000001</c:v>
                </c:pt>
                <c:pt idx="4093">
                  <c:v>1.75536</c:v>
                </c:pt>
                <c:pt idx="4094">
                  <c:v>1.7722899999999999</c:v>
                </c:pt>
                <c:pt idx="4095">
                  <c:v>1.67415</c:v>
                </c:pt>
                <c:pt idx="4096">
                  <c:v>1.7023699999999999</c:v>
                </c:pt>
                <c:pt idx="4097">
                  <c:v>1.61931</c:v>
                </c:pt>
                <c:pt idx="4098">
                  <c:v>1.6246700000000001</c:v>
                </c:pt>
                <c:pt idx="4099">
                  <c:v>1.58799</c:v>
                </c:pt>
                <c:pt idx="4100">
                  <c:v>1.62839</c:v>
                </c:pt>
                <c:pt idx="4101">
                  <c:v>1.6326400000000001</c:v>
                </c:pt>
                <c:pt idx="4102">
                  <c:v>1.61951</c:v>
                </c:pt>
                <c:pt idx="4103">
                  <c:v>1.6400999999999999</c:v>
                </c:pt>
                <c:pt idx="4104">
                  <c:v>#N/A</c:v>
                </c:pt>
                <c:pt idx="4105">
                  <c:v>1.6478200000000001</c:v>
                </c:pt>
                <c:pt idx="4106">
                  <c:v>1.65934</c:v>
                </c:pt>
                <c:pt idx="4107">
                  <c:v>#N/A</c:v>
                </c:pt>
                <c:pt idx="4108">
                  <c:v>#N/A</c:v>
                </c:pt>
                <c:pt idx="4109">
                  <c:v>#N/A</c:v>
                </c:pt>
                <c:pt idx="4110">
                  <c:v>1.6501300000000001</c:v>
                </c:pt>
                <c:pt idx="4111">
                  <c:v>1.7145300000000001</c:v>
                </c:pt>
                <c:pt idx="4112">
                  <c:v>1.66588</c:v>
                </c:pt>
                <c:pt idx="4113">
                  <c:v>1.6724399999999999</c:v>
                </c:pt>
                <c:pt idx="4114">
                  <c:v>1.6306400000000001</c:v>
                </c:pt>
                <c:pt idx="4115">
                  <c:v>1.6656299999999999</c:v>
                </c:pt>
                <c:pt idx="4116">
                  <c:v>1.68459</c:v>
                </c:pt>
                <c:pt idx="4117">
                  <c:v>1.66998</c:v>
                </c:pt>
                <c:pt idx="4118">
                  <c:v>1.6809700000000001</c:v>
                </c:pt>
                <c:pt idx="4119">
                  <c:v>1.68848</c:v>
                </c:pt>
                <c:pt idx="4120">
                  <c:v>1.68221</c:v>
                </c:pt>
                <c:pt idx="4121">
                  <c:v>1.65072</c:v>
                </c:pt>
                <c:pt idx="4122">
                  <c:v>#N/A</c:v>
                </c:pt>
                <c:pt idx="4123">
                  <c:v>#N/A</c:v>
                </c:pt>
                <c:pt idx="4124">
                  <c:v>1.7032700000000001</c:v>
                </c:pt>
                <c:pt idx="4125">
                  <c:v>1.73817</c:v>
                </c:pt>
                <c:pt idx="4126">
                  <c:v>#N/A</c:v>
                </c:pt>
                <c:pt idx="4127">
                  <c:v>#N/A</c:v>
                </c:pt>
                <c:pt idx="4128">
                  <c:v>1.7666999999999999</c:v>
                </c:pt>
                <c:pt idx="4129">
                  <c:v>1.7775000000000001</c:v>
                </c:pt>
                <c:pt idx="4130">
                  <c:v>1.7493099999999999</c:v>
                </c:pt>
                <c:pt idx="4131">
                  <c:v>1.7567900000000001</c:v>
                </c:pt>
                <c:pt idx="4132">
                  <c:v>1.7631300000000001</c:v>
                </c:pt>
                <c:pt idx="4133">
                  <c:v>1.7251300000000001</c:v>
                </c:pt>
                <c:pt idx="4134">
                  <c:v>1.67363</c:v>
                </c:pt>
                <c:pt idx="4135">
                  <c:v>1.6764600000000001</c:v>
                </c:pt>
                <c:pt idx="4136">
                  <c:v>1.7061900000000001</c:v>
                </c:pt>
                <c:pt idx="4137">
                  <c:v>1.7272099999999999</c:v>
                </c:pt>
                <c:pt idx="4138">
                  <c:v>1.6834800000000001</c:v>
                </c:pt>
                <c:pt idx="4139">
                  <c:v>1.65099</c:v>
                </c:pt>
                <c:pt idx="4140">
                  <c:v>1.65452</c:v>
                </c:pt>
                <c:pt idx="4141">
                  <c:v>1.6462699999999999</c:v>
                </c:pt>
                <c:pt idx="4142">
                  <c:v>#N/A</c:v>
                </c:pt>
                <c:pt idx="4143">
                  <c:v>1.6575299999999999</c:v>
                </c:pt>
                <c:pt idx="4144">
                  <c:v>1.61886</c:v>
                </c:pt>
                <c:pt idx="4145">
                  <c:v>1.6526700000000001</c:v>
                </c:pt>
                <c:pt idx="4146">
                  <c:v>1.67353</c:v>
                </c:pt>
                <c:pt idx="4147">
                  <c:v>1.7234799999999999</c:v>
                </c:pt>
                <c:pt idx="4148">
                  <c:v>1.7977300000000001</c:v>
                </c:pt>
                <c:pt idx="4149">
                  <c:v>1.81846</c:v>
                </c:pt>
                <c:pt idx="4150">
                  <c:v>1.92364</c:v>
                </c:pt>
                <c:pt idx="4151">
                  <c:v>2.1215600000000001</c:v>
                </c:pt>
                <c:pt idx="4152">
                  <c:v>2.05098</c:v>
                </c:pt>
                <c:pt idx="4153">
                  <c:v>1.9974799999999999</c:v>
                </c:pt>
                <c:pt idx="4154">
                  <c:v>1.88931</c:v>
                </c:pt>
                <c:pt idx="4155">
                  <c:v>2.0085500000000001</c:v>
                </c:pt>
                <c:pt idx="4156">
                  <c:v>2.2009400000000001</c:v>
                </c:pt>
                <c:pt idx="4157">
                  <c:v>2.8438099999999999</c:v>
                </c:pt>
                <c:pt idx="4158">
                  <c:v>2.6402999999999999</c:v>
                </c:pt>
                <c:pt idx="4159">
                  <c:v>2.9329000000000001</c:v>
                </c:pt>
                <c:pt idx="4160">
                  <c:v>3.5977999999999999</c:v>
                </c:pt>
                <c:pt idx="4161">
                  <c:v>3.3614299999999999</c:v>
                </c:pt>
                <c:pt idx="4162">
                  <c:v>4.04847</c:v>
                </c:pt>
                <c:pt idx="4163">
                  <c:v>3.8249</c:v>
                </c:pt>
                <c:pt idx="4164">
                  <c:v>4.6856200000000001</c:v>
                </c:pt>
                <c:pt idx="4165">
                  <c:v>4.9337900000000001</c:v>
                </c:pt>
                <c:pt idx="4166">
                  <c:v>4.6483999999999996</c:v>
                </c:pt>
                <c:pt idx="4167">
                  <c:v>4.8776999999999999</c:v>
                </c:pt>
                <c:pt idx="4168">
                  <c:v>4.5697900000000002</c:v>
                </c:pt>
                <c:pt idx="4169">
                  <c:v>3.79589</c:v>
                </c:pt>
                <c:pt idx="4170">
                  <c:v>3.4558200000000001</c:v>
                </c:pt>
                <c:pt idx="4171">
                  <c:v>3.89547</c:v>
                </c:pt>
                <c:pt idx="4172">
                  <c:v>3.9076900000000001</c:v>
                </c:pt>
                <c:pt idx="4173">
                  <c:v>3.7639800000000001</c:v>
                </c:pt>
                <c:pt idx="4174">
                  <c:v>4.0472999999999999</c:v>
                </c:pt>
                <c:pt idx="4175">
                  <c:v>4.09192</c:v>
                </c:pt>
                <c:pt idx="4176">
                  <c:v>4.1741700000000002</c:v>
                </c:pt>
                <c:pt idx="4177">
                  <c:v>3.9965199999999999</c:v>
                </c:pt>
                <c:pt idx="4178">
                  <c:v>3.8525399999999999</c:v>
                </c:pt>
                <c:pt idx="4179">
                  <c:v>3.7954599999999998</c:v>
                </c:pt>
                <c:pt idx="4180">
                  <c:v>3.5452300000000001</c:v>
                </c:pt>
                <c:pt idx="4181">
                  <c:v>#N/A</c:v>
                </c:pt>
                <c:pt idx="4182">
                  <c:v>3.3992100000000001</c:v>
                </c:pt>
                <c:pt idx="4183">
                  <c:v>3.30952</c:v>
                </c:pt>
                <c:pt idx="4184">
                  <c:v>3.5872099999999998</c:v>
                </c:pt>
                <c:pt idx="4185">
                  <c:v>3.7414000000000001</c:v>
                </c:pt>
                <c:pt idx="4186">
                  <c:v>3.6823299999999999</c:v>
                </c:pt>
                <c:pt idx="4187">
                  <c:v>3.7810899999999998</c:v>
                </c:pt>
                <c:pt idx="4188">
                  <c:v>3.9775</c:v>
                </c:pt>
                <c:pt idx="4189">
                  <c:v>4.0458699999999999</c:v>
                </c:pt>
                <c:pt idx="4190">
                  <c:v>4.0899900000000002</c:v>
                </c:pt>
                <c:pt idx="4191">
                  <c:v>4.2016</c:v>
                </c:pt>
                <c:pt idx="4192">
                  <c:v>4.2671299999999999</c:v>
                </c:pt>
                <c:pt idx="4193">
                  <c:v>4.29901</c:v>
                </c:pt>
                <c:pt idx="4194">
                  <c:v>4.1783299999999999</c:v>
                </c:pt>
                <c:pt idx="4195">
                  <c:v>3.9238</c:v>
                </c:pt>
                <c:pt idx="4196">
                  <c:v>3.8742000000000001</c:v>
                </c:pt>
                <c:pt idx="4197">
                  <c:v>3.84355</c:v>
                </c:pt>
                <c:pt idx="4198">
                  <c:v>3.6633</c:v>
                </c:pt>
                <c:pt idx="4199">
                  <c:v>3.6556299999999999</c:v>
                </c:pt>
                <c:pt idx="4200">
                  <c:v>3.6687699999999999</c:v>
                </c:pt>
                <c:pt idx="4201">
                  <c:v>3.51193</c:v>
                </c:pt>
                <c:pt idx="4202">
                  <c:v>3.4571800000000001</c:v>
                </c:pt>
                <c:pt idx="4203">
                  <c:v>3.4663400000000002</c:v>
                </c:pt>
                <c:pt idx="4204">
                  <c:v>3.60188</c:v>
                </c:pt>
                <c:pt idx="4205">
                  <c:v>3.68493</c:v>
                </c:pt>
                <c:pt idx="4206">
                  <c:v>3.6067</c:v>
                </c:pt>
                <c:pt idx="4207">
                  <c:v>3.3771599999999999</c:v>
                </c:pt>
                <c:pt idx="4208">
                  <c:v>3.3516400000000002</c:v>
                </c:pt>
                <c:pt idx="4209">
                  <c:v>3.2079800000000001</c:v>
                </c:pt>
                <c:pt idx="4210">
                  <c:v>3.0249999999999999</c:v>
                </c:pt>
                <c:pt idx="4211">
                  <c:v>2.9821200000000001</c:v>
                </c:pt>
                <c:pt idx="4212">
                  <c:v>#N/A</c:v>
                </c:pt>
                <c:pt idx="4213">
                  <c:v>2.8568899999999999</c:v>
                </c:pt>
                <c:pt idx="4214">
                  <c:v>2.88009</c:v>
                </c:pt>
                <c:pt idx="4215">
                  <c:v>2.8352499999999998</c:v>
                </c:pt>
                <c:pt idx="4216">
                  <c:v>2.8848400000000001</c:v>
                </c:pt>
                <c:pt idx="4217">
                  <c:v>2.8749400000000001</c:v>
                </c:pt>
                <c:pt idx="4218">
                  <c:v>2.7728000000000002</c:v>
                </c:pt>
                <c:pt idx="4219">
                  <c:v>2.6580900000000001</c:v>
                </c:pt>
                <c:pt idx="4220">
                  <c:v>2.7021299999999999</c:v>
                </c:pt>
                <c:pt idx="4221">
                  <c:v>2.6598799999999998</c:v>
                </c:pt>
                <c:pt idx="4222">
                  <c:v>2.6362100000000002</c:v>
                </c:pt>
                <c:pt idx="4223">
                  <c:v>2.67767</c:v>
                </c:pt>
                <c:pt idx="4224">
                  <c:v>2.7640500000000001</c:v>
                </c:pt>
                <c:pt idx="4225">
                  <c:v>3.0107400000000002</c:v>
                </c:pt>
                <c:pt idx="4226">
                  <c:v>2.9705900000000001</c:v>
                </c:pt>
                <c:pt idx="4227">
                  <c:v>2.9679899999999999</c:v>
                </c:pt>
                <c:pt idx="4228">
                  <c:v>2.7991299999999999</c:v>
                </c:pt>
                <c:pt idx="4229">
                  <c:v>2.9275099999999998</c:v>
                </c:pt>
                <c:pt idx="4230">
                  <c:v>2.95763</c:v>
                </c:pt>
                <c:pt idx="4231">
                  <c:v>2.9252600000000002</c:v>
                </c:pt>
                <c:pt idx="4232">
                  <c:v>2.9581599999999999</c:v>
                </c:pt>
                <c:pt idx="4233">
                  <c:v>2.9456500000000001</c:v>
                </c:pt>
                <c:pt idx="4234">
                  <c:v>2.99335</c:v>
                </c:pt>
                <c:pt idx="4235">
                  <c:v>2.9859599999999999</c:v>
                </c:pt>
                <c:pt idx="4236">
                  <c:v>3.0408300000000001</c:v>
                </c:pt>
                <c:pt idx="4237">
                  <c:v>3.0438800000000001</c:v>
                </c:pt>
                <c:pt idx="4238">
                  <c:v>2.9290500000000002</c:v>
                </c:pt>
                <c:pt idx="4239">
                  <c:v>2.8535200000000001</c:v>
                </c:pt>
                <c:pt idx="4240">
                  <c:v>2.7920400000000001</c:v>
                </c:pt>
                <c:pt idx="4241">
                  <c:v>#N/A</c:v>
                </c:pt>
                <c:pt idx="4242">
                  <c:v>2.7301099999999998</c:v>
                </c:pt>
                <c:pt idx="4243">
                  <c:v>2.8008199999999999</c:v>
                </c:pt>
                <c:pt idx="4244">
                  <c:v>2.8019699999999998</c:v>
                </c:pt>
                <c:pt idx="4245">
                  <c:v>2.9102800000000002</c:v>
                </c:pt>
                <c:pt idx="4246">
                  <c:v>2.91614</c:v>
                </c:pt>
                <c:pt idx="4247">
                  <c:v>2.8861400000000001</c:v>
                </c:pt>
                <c:pt idx="4248">
                  <c:v>2.9273400000000001</c:v>
                </c:pt>
                <c:pt idx="4249">
                  <c:v>2.84449</c:v>
                </c:pt>
                <c:pt idx="4250">
                  <c:v>2.7955999999999999</c:v>
                </c:pt>
                <c:pt idx="4251">
                  <c:v>2.72377</c:v>
                </c:pt>
                <c:pt idx="4252">
                  <c:v>2.6329899999999999</c:v>
                </c:pt>
                <c:pt idx="4253">
                  <c:v>2.53193</c:v>
                </c:pt>
                <c:pt idx="4254">
                  <c:v>2.5132300000000001</c:v>
                </c:pt>
                <c:pt idx="4255">
                  <c:v>2.5868600000000002</c:v>
                </c:pt>
                <c:pt idx="4256">
                  <c:v>2.6407699999999998</c:v>
                </c:pt>
                <c:pt idx="4257">
                  <c:v>2.5988799999999999</c:v>
                </c:pt>
                <c:pt idx="4258">
                  <c:v>2.6347200000000002</c:v>
                </c:pt>
                <c:pt idx="4259">
                  <c:v>2.5708600000000001</c:v>
                </c:pt>
                <c:pt idx="4260">
                  <c:v>2.59768</c:v>
                </c:pt>
                <c:pt idx="4261">
                  <c:v>2.5317500000000002</c:v>
                </c:pt>
                <c:pt idx="4262">
                  <c:v>2.4764200000000001</c:v>
                </c:pt>
                <c:pt idx="4263">
                  <c:v>2.48943</c:v>
                </c:pt>
                <c:pt idx="4264">
                  <c:v>2.39208</c:v>
                </c:pt>
                <c:pt idx="4265">
                  <c:v>2.3134600000000001</c:v>
                </c:pt>
                <c:pt idx="4266">
                  <c:v>2.3084600000000002</c:v>
                </c:pt>
                <c:pt idx="4267">
                  <c:v>2.2773500000000002</c:v>
                </c:pt>
                <c:pt idx="4268">
                  <c:v>2.2323300000000001</c:v>
                </c:pt>
                <c:pt idx="4269">
                  <c:v>2.2536200000000002</c:v>
                </c:pt>
                <c:pt idx="4270">
                  <c:v>2.2726199999999999</c:v>
                </c:pt>
                <c:pt idx="4271">
                  <c:v>2.35039</c:v>
                </c:pt>
                <c:pt idx="4272">
                  <c:v>2.38056</c:v>
                </c:pt>
                <c:pt idx="4273">
                  <c:v>2.4128599999999998</c:v>
                </c:pt>
                <c:pt idx="4274">
                  <c:v>2.4262000000000001</c:v>
                </c:pt>
                <c:pt idx="4275">
                  <c:v>2.48698</c:v>
                </c:pt>
                <c:pt idx="4276">
                  <c:v>#N/A</c:v>
                </c:pt>
                <c:pt idx="4277">
                  <c:v>#N/A</c:v>
                </c:pt>
                <c:pt idx="4278">
                  <c:v>#N/A</c:v>
                </c:pt>
                <c:pt idx="4279">
                  <c:v>#N/A</c:v>
                </c:pt>
                <c:pt idx="4280">
                  <c:v>#N/A</c:v>
                </c:pt>
                <c:pt idx="4281">
                  <c:v>#N/A</c:v>
                </c:pt>
                <c:pt idx="4282">
                  <c:v>#N/A</c:v>
                </c:pt>
                <c:pt idx="4283">
                  <c:v>2.4344600000000001</c:v>
                </c:pt>
                <c:pt idx="4284">
                  <c:v>2.4070999999999998</c:v>
                </c:pt>
                <c:pt idx="4285">
                  <c:v>2.4851700000000001</c:v>
                </c:pt>
                <c:pt idx="4286">
                  <c:v>2.4438399999999998</c:v>
                </c:pt>
                <c:pt idx="4287">
                  <c:v>#N/A</c:v>
                </c:pt>
                <c:pt idx="4288">
                  <c:v>2.5044400000000002</c:v>
                </c:pt>
                <c:pt idx="4289">
                  <c:v>2.4575999999999998</c:v>
                </c:pt>
                <c:pt idx="4290">
                  <c:v>2.4861499999999999</c:v>
                </c:pt>
                <c:pt idx="4291">
                  <c:v>2.5141900000000001</c:v>
                </c:pt>
                <c:pt idx="4292">
                  <c:v>2.5122</c:v>
                </c:pt>
                <c:pt idx="4293">
                  <c:v>2.4488599999999998</c:v>
                </c:pt>
                <c:pt idx="4294">
                  <c:v>2.4237199999999999</c:v>
                </c:pt>
                <c:pt idx="4295">
                  <c:v>2.4599600000000001</c:v>
                </c:pt>
                <c:pt idx="4296">
                  <c:v>2.4788999999999999</c:v>
                </c:pt>
                <c:pt idx="4297">
                  <c:v>2.5791900000000001</c:v>
                </c:pt>
                <c:pt idx="4298">
                  <c:v>2.6059800000000002</c:v>
                </c:pt>
                <c:pt idx="4299">
                  <c:v>2.7258499999999999</c:v>
                </c:pt>
                <c:pt idx="4300">
                  <c:v>2.7323</c:v>
                </c:pt>
                <c:pt idx="4301">
                  <c:v>2.6945399999999999</c:v>
                </c:pt>
                <c:pt idx="4302">
                  <c:v>2.65178</c:v>
                </c:pt>
                <c:pt idx="4303">
                  <c:v>2.6855699999999998</c:v>
                </c:pt>
                <c:pt idx="4304">
                  <c:v>2.6245099999999999</c:v>
                </c:pt>
                <c:pt idx="4305">
                  <c:v>2.6382500000000002</c:v>
                </c:pt>
                <c:pt idx="4306">
                  <c:v>2.6020099999999999</c:v>
                </c:pt>
                <c:pt idx="4307">
                  <c:v>2.50969</c:v>
                </c:pt>
                <c:pt idx="4308">
                  <c:v>2.5118100000000001</c:v>
                </c:pt>
                <c:pt idx="4309">
                  <c:v>2.4540299999999999</c:v>
                </c:pt>
                <c:pt idx="4310">
                  <c:v>2.37636</c:v>
                </c:pt>
                <c:pt idx="4311">
                  <c:v>2.33663</c:v>
                </c:pt>
                <c:pt idx="4312">
                  <c:v>#N/A</c:v>
                </c:pt>
                <c:pt idx="4313">
                  <c:v>2.3517399999999999</c:v>
                </c:pt>
                <c:pt idx="4314">
                  <c:v>2.32172</c:v>
                </c:pt>
                <c:pt idx="4315">
                  <c:v>2.3043499999999999</c:v>
                </c:pt>
                <c:pt idx="4316">
                  <c:v>2.2776700000000001</c:v>
                </c:pt>
                <c:pt idx="4317">
                  <c:v>2.28437</c:v>
                </c:pt>
                <c:pt idx="4318">
                  <c:v>2.2901199999999999</c:v>
                </c:pt>
                <c:pt idx="4319">
                  <c:v>2.3403299999999998</c:v>
                </c:pt>
                <c:pt idx="4320">
                  <c:v>2.3499099999999999</c:v>
                </c:pt>
                <c:pt idx="4321">
                  <c:v>2.4047900000000002</c:v>
                </c:pt>
                <c:pt idx="4322">
                  <c:v>2.42448</c:v>
                </c:pt>
                <c:pt idx="4323">
                  <c:v>2.4186000000000001</c:v>
                </c:pt>
                <c:pt idx="4324">
                  <c:v>2.4730799999999999</c:v>
                </c:pt>
                <c:pt idx="4325">
                  <c:v>2.4603199999999998</c:v>
                </c:pt>
                <c:pt idx="4326">
                  <c:v>2.4403100000000002</c:v>
                </c:pt>
                <c:pt idx="4327">
                  <c:v>2.44842</c:v>
                </c:pt>
                <c:pt idx="4328">
                  <c:v>2.4032100000000001</c:v>
                </c:pt>
                <c:pt idx="4329">
                  <c:v>2.2960400000000001</c:v>
                </c:pt>
                <c:pt idx="4330">
                  <c:v>2.2366899999999998</c:v>
                </c:pt>
                <c:pt idx="4331">
                  <c:v>2.20668</c:v>
                </c:pt>
                <c:pt idx="4332">
                  <c:v>2.03694</c:v>
                </c:pt>
                <c:pt idx="4333">
                  <c:v>2.03281</c:v>
                </c:pt>
                <c:pt idx="4334">
                  <c:v>#N/A</c:v>
                </c:pt>
                <c:pt idx="4335">
                  <c:v>2.06473</c:v>
                </c:pt>
                <c:pt idx="4336">
                  <c:v>2.0695800000000002</c:v>
                </c:pt>
                <c:pt idx="4337">
                  <c:v>2.0672199999999998</c:v>
                </c:pt>
                <c:pt idx="4338">
                  <c:v>2.1203099999999999</c:v>
                </c:pt>
                <c:pt idx="4339">
                  <c:v>2.12033</c:v>
                </c:pt>
                <c:pt idx="4340">
                  <c:v>2.1551</c:v>
                </c:pt>
                <c:pt idx="4341">
                  <c:v>2.1534</c:v>
                </c:pt>
                <c:pt idx="4342">
                  <c:v>2.1523400000000001</c:v>
                </c:pt>
                <c:pt idx="4343">
                  <c:v>2.1767400000000001</c:v>
                </c:pt>
                <c:pt idx="4344">
                  <c:v>2.2082099999999998</c:v>
                </c:pt>
                <c:pt idx="4345">
                  <c:v>#N/A</c:v>
                </c:pt>
                <c:pt idx="4346">
                  <c:v>2.2370399999999999</c:v>
                </c:pt>
                <c:pt idx="4347">
                  <c:v>2.2754099999999999</c:v>
                </c:pt>
                <c:pt idx="4348">
                  <c:v>2.18018</c:v>
                </c:pt>
                <c:pt idx="4349">
                  <c:v>2.1499000000000001</c:v>
                </c:pt>
                <c:pt idx="4350">
                  <c:v>2.12384</c:v>
                </c:pt>
                <c:pt idx="4351">
                  <c:v>2.0861900000000002</c:v>
                </c:pt>
                <c:pt idx="4352">
                  <c:v>2.12426</c:v>
                </c:pt>
                <c:pt idx="4353">
                  <c:v>2.16092</c:v>
                </c:pt>
                <c:pt idx="4354">
                  <c:v>2.1611099999999999</c:v>
                </c:pt>
                <c:pt idx="4355">
                  <c:v>2.16404</c:v>
                </c:pt>
                <c:pt idx="4356">
                  <c:v>2.15246</c:v>
                </c:pt>
                <c:pt idx="4357">
                  <c:v>2.1429900000000002</c:v>
                </c:pt>
                <c:pt idx="4358">
                  <c:v>2.0983000000000001</c:v>
                </c:pt>
                <c:pt idx="4359">
                  <c:v>2.0826600000000002</c:v>
                </c:pt>
                <c:pt idx="4360">
                  <c:v>2.0576699999999999</c:v>
                </c:pt>
                <c:pt idx="4361">
                  <c:v>2.0537800000000002</c:v>
                </c:pt>
                <c:pt idx="4362">
                  <c:v>2.0722</c:v>
                </c:pt>
                <c:pt idx="4363">
                  <c:v>2.0774400000000002</c:v>
                </c:pt>
                <c:pt idx="4364">
                  <c:v>2.0374500000000002</c:v>
                </c:pt>
                <c:pt idx="4365">
                  <c:v>2.0661100000000001</c:v>
                </c:pt>
                <c:pt idx="4366">
                  <c:v>#N/A</c:v>
                </c:pt>
                <c:pt idx="4367">
                  <c:v>2.0665200000000001</c:v>
                </c:pt>
                <c:pt idx="4368">
                  <c:v>2.0506000000000002</c:v>
                </c:pt>
                <c:pt idx="4369">
                  <c:v>2.05626</c:v>
                </c:pt>
                <c:pt idx="4370">
                  <c:v>2.0555599999999998</c:v>
                </c:pt>
                <c:pt idx="4371">
                  <c:v>#N/A</c:v>
                </c:pt>
                <c:pt idx="4372">
                  <c:v>2.08053</c:v>
                </c:pt>
                <c:pt idx="4373">
                  <c:v>2.0891500000000001</c:v>
                </c:pt>
                <c:pt idx="4374">
                  <c:v>2.0940099999999999</c:v>
                </c:pt>
                <c:pt idx="4375">
                  <c:v>2.0996999999999999</c:v>
                </c:pt>
                <c:pt idx="4376">
                  <c:v>2.0604200000000001</c:v>
                </c:pt>
                <c:pt idx="4377">
                  <c:v>2.09911</c:v>
                </c:pt>
                <c:pt idx="4378">
                  <c:v>2.16838</c:v>
                </c:pt>
                <c:pt idx="4379">
                  <c:v>2.1926600000000001</c:v>
                </c:pt>
                <c:pt idx="4380">
                  <c:v>2.1575299999999999</c:v>
                </c:pt>
                <c:pt idx="4381">
                  <c:v>2.2042099999999998</c:v>
                </c:pt>
                <c:pt idx="4382">
                  <c:v>#N/A</c:v>
                </c:pt>
                <c:pt idx="4383">
                  <c:v>2.2129300000000001</c:v>
                </c:pt>
                <c:pt idx="4384">
                  <c:v>2.2141899999999999</c:v>
                </c:pt>
                <c:pt idx="4385">
                  <c:v>2.19625</c:v>
                </c:pt>
                <c:pt idx="4386">
                  <c:v>2.2064300000000001</c:v>
                </c:pt>
                <c:pt idx="4387">
                  <c:v>2.2280799999999998</c:v>
                </c:pt>
                <c:pt idx="4388">
                  <c:v>2.2170999999999998</c:v>
                </c:pt>
                <c:pt idx="4389">
                  <c:v>2.2487900000000001</c:v>
                </c:pt>
                <c:pt idx="4390">
                  <c:v>2.2292299999999998</c:v>
                </c:pt>
                <c:pt idx="4391">
                  <c:v>2.1869100000000001</c:v>
                </c:pt>
                <c:pt idx="4392">
                  <c:v>2.1945999999999999</c:v>
                </c:pt>
                <c:pt idx="4393">
                  <c:v>2.1522399999999999</c:v>
                </c:pt>
                <c:pt idx="4394">
                  <c:v>2.1557499999999998</c:v>
                </c:pt>
                <c:pt idx="4395">
                  <c:v>2.1492200000000001</c:v>
                </c:pt>
                <c:pt idx="4396">
                  <c:v>2.1065100000000001</c:v>
                </c:pt>
                <c:pt idx="4397">
                  <c:v>2.1128999999999998</c:v>
                </c:pt>
                <c:pt idx="4398">
                  <c:v>2.1079699999999999</c:v>
                </c:pt>
                <c:pt idx="4399">
                  <c:v>2.1150000000000002</c:v>
                </c:pt>
                <c:pt idx="4400">
                  <c:v>2.0845400000000001</c:v>
                </c:pt>
                <c:pt idx="4401">
                  <c:v>2.06941</c:v>
                </c:pt>
                <c:pt idx="4402">
                  <c:v>#N/A</c:v>
                </c:pt>
                <c:pt idx="4403">
                  <c:v>2.0810499999999998</c:v>
                </c:pt>
                <c:pt idx="4404">
                  <c:v>2.0977199999999998</c:v>
                </c:pt>
                <c:pt idx="4405">
                  <c:v>2.0982599999999998</c:v>
                </c:pt>
                <c:pt idx="4406">
                  <c:v>2.10487</c:v>
                </c:pt>
                <c:pt idx="4407">
                  <c:v>2.15578</c:v>
                </c:pt>
                <c:pt idx="4408">
                  <c:v>2.1884199999999998</c:v>
                </c:pt>
                <c:pt idx="4409">
                  <c:v>2.1587499999999999</c:v>
                </c:pt>
                <c:pt idx="4410">
                  <c:v>2.2307800000000002</c:v>
                </c:pt>
                <c:pt idx="4411">
                  <c:v>2.3226800000000001</c:v>
                </c:pt>
                <c:pt idx="4412">
                  <c:v>2.2507299999999999</c:v>
                </c:pt>
                <c:pt idx="4413">
                  <c:v>2.2584900000000001</c:v>
                </c:pt>
                <c:pt idx="4414">
                  <c:v>2.2361800000000001</c:v>
                </c:pt>
                <c:pt idx="4415">
                  <c:v>2.2315999999999998</c:v>
                </c:pt>
                <c:pt idx="4416">
                  <c:v>2.37846</c:v>
                </c:pt>
                <c:pt idx="4417">
                  <c:v>2.50047</c:v>
                </c:pt>
                <c:pt idx="4418">
                  <c:v>2.4684400000000002</c:v>
                </c:pt>
                <c:pt idx="4419">
                  <c:v>2.3409499999999999</c:v>
                </c:pt>
                <c:pt idx="4420">
                  <c:v>2.2768600000000001</c:v>
                </c:pt>
                <c:pt idx="4421">
                  <c:v>2.2240500000000001</c:v>
                </c:pt>
                <c:pt idx="4422">
                  <c:v>2.2181899999999999</c:v>
                </c:pt>
                <c:pt idx="4423">
                  <c:v>2.1519499999999998</c:v>
                </c:pt>
                <c:pt idx="4424">
                  <c:v>2.1386699999999998</c:v>
                </c:pt>
                <c:pt idx="4425">
                  <c:v>2.1268799999999999</c:v>
                </c:pt>
                <c:pt idx="4426">
                  <c:v>2.1114600000000001</c:v>
                </c:pt>
                <c:pt idx="4427">
                  <c:v>2.1356799999999998</c:v>
                </c:pt>
                <c:pt idx="4428">
                  <c:v>2.12907</c:v>
                </c:pt>
                <c:pt idx="4429">
                  <c:v>2.1680600000000001</c:v>
                </c:pt>
                <c:pt idx="4430">
                  <c:v>2.2147899999999998</c:v>
                </c:pt>
                <c:pt idx="4431">
                  <c:v>2.2273700000000001</c:v>
                </c:pt>
                <c:pt idx="4432">
                  <c:v>2.2030400000000001</c:v>
                </c:pt>
                <c:pt idx="4433">
                  <c:v>2.2429100000000002</c:v>
                </c:pt>
                <c:pt idx="4434">
                  <c:v>2.1630400000000001</c:v>
                </c:pt>
                <c:pt idx="4435">
                  <c:v>2.1149300000000002</c:v>
                </c:pt>
                <c:pt idx="4436">
                  <c:v>#N/A</c:v>
                </c:pt>
                <c:pt idx="4437">
                  <c:v>2.0823100000000001</c:v>
                </c:pt>
                <c:pt idx="4438">
                  <c:v>2.0937000000000001</c:v>
                </c:pt>
                <c:pt idx="4439">
                  <c:v>2.1278199999999998</c:v>
                </c:pt>
                <c:pt idx="4440">
                  <c:v>2.16208</c:v>
                </c:pt>
                <c:pt idx="4441">
                  <c:v>2.1332100000000001</c:v>
                </c:pt>
                <c:pt idx="4442">
                  <c:v>2.1535700000000002</c:v>
                </c:pt>
                <c:pt idx="4443">
                  <c:v>2.18737</c:v>
                </c:pt>
                <c:pt idx="4444">
                  <c:v>2.1490200000000002</c:v>
                </c:pt>
                <c:pt idx="4445">
                  <c:v>2.1513800000000001</c:v>
                </c:pt>
                <c:pt idx="4446">
                  <c:v>2.1167400000000001</c:v>
                </c:pt>
                <c:pt idx="4447">
                  <c:v>2.1620699999999999</c:v>
                </c:pt>
                <c:pt idx="4448">
                  <c:v>2.2527400000000002</c:v>
                </c:pt>
                <c:pt idx="4449">
                  <c:v>2.2394500000000002</c:v>
                </c:pt>
                <c:pt idx="4450">
                  <c:v>2.2907299999999999</c:v>
                </c:pt>
                <c:pt idx="4451">
                  <c:v>2.2837000000000001</c:v>
                </c:pt>
                <c:pt idx="4452">
                  <c:v>2.32863</c:v>
                </c:pt>
                <c:pt idx="4453">
                  <c:v>2.3732799999999998</c:v>
                </c:pt>
                <c:pt idx="4454">
                  <c:v>2.3595700000000002</c:v>
                </c:pt>
                <c:pt idx="4455">
                  <c:v>2.3193800000000002</c:v>
                </c:pt>
                <c:pt idx="4456">
                  <c:v>2.25983</c:v>
                </c:pt>
                <c:pt idx="4457">
                  <c:v>2.3661500000000002</c:v>
                </c:pt>
                <c:pt idx="4458">
                  <c:v>2.39459</c:v>
                </c:pt>
                <c:pt idx="4459">
                  <c:v>2.42028</c:v>
                </c:pt>
                <c:pt idx="4460">
                  <c:v>2.3657599999999999</c:v>
                </c:pt>
                <c:pt idx="4461">
                  <c:v>2.24526</c:v>
                </c:pt>
                <c:pt idx="4462">
                  <c:v>2.1951000000000001</c:v>
                </c:pt>
                <c:pt idx="4463">
                  <c:v>2.23291</c:v>
                </c:pt>
                <c:pt idx="4464">
                  <c:v>2.2631800000000002</c:v>
                </c:pt>
                <c:pt idx="4465">
                  <c:v>2.27156</c:v>
                </c:pt>
                <c:pt idx="4466">
                  <c:v>2.29833</c:v>
                </c:pt>
                <c:pt idx="4467">
                  <c:v>2.3101400000000001</c:v>
                </c:pt>
                <c:pt idx="4468">
                  <c:v>2.28749</c:v>
                </c:pt>
                <c:pt idx="4469">
                  <c:v>2.3012700000000001</c:v>
                </c:pt>
                <c:pt idx="4470">
                  <c:v>2.4029799999999999</c:v>
                </c:pt>
                <c:pt idx="4471">
                  <c:v>2.4107099999999999</c:v>
                </c:pt>
                <c:pt idx="4472">
                  <c:v>2.4458099999999998</c:v>
                </c:pt>
                <c:pt idx="4473">
                  <c:v>2.5418099999999999</c:v>
                </c:pt>
                <c:pt idx="4474">
                  <c:v>2.51858</c:v>
                </c:pt>
                <c:pt idx="4475">
                  <c:v>2.5044900000000001</c:v>
                </c:pt>
                <c:pt idx="4476">
                  <c:v>2.4764200000000001</c:v>
                </c:pt>
                <c:pt idx="4477">
                  <c:v>#N/A</c:v>
                </c:pt>
                <c:pt idx="4478">
                  <c:v>2.4603100000000002</c:v>
                </c:pt>
                <c:pt idx="4479">
                  <c:v>2.4518300000000002</c:v>
                </c:pt>
                <c:pt idx="4480">
                  <c:v>2.44767</c:v>
                </c:pt>
                <c:pt idx="4481">
                  <c:v>2.4327200000000002</c:v>
                </c:pt>
                <c:pt idx="4482">
                  <c:v>2.3940100000000002</c:v>
                </c:pt>
                <c:pt idx="4483">
                  <c:v>2.37642</c:v>
                </c:pt>
                <c:pt idx="4484">
                  <c:v>2.3482599999999998</c:v>
                </c:pt>
                <c:pt idx="4485">
                  <c:v>2.3523800000000001</c:v>
                </c:pt>
                <c:pt idx="4486">
                  <c:v>2.3352499999999998</c:v>
                </c:pt>
                <c:pt idx="4487">
                  <c:v>2.36964</c:v>
                </c:pt>
                <c:pt idx="4488">
                  <c:v>2.4029199999999999</c:v>
                </c:pt>
                <c:pt idx="4489">
                  <c:v>2.3973100000000001</c:v>
                </c:pt>
                <c:pt idx="4490">
                  <c:v>2.4277600000000001</c:v>
                </c:pt>
                <c:pt idx="4491">
                  <c:v>2.52285</c:v>
                </c:pt>
                <c:pt idx="4492">
                  <c:v>2.5020699999999998</c:v>
                </c:pt>
                <c:pt idx="4493">
                  <c:v>2.53152</c:v>
                </c:pt>
                <c:pt idx="4494">
                  <c:v>2.51444</c:v>
                </c:pt>
                <c:pt idx="4495">
                  <c:v>2.49857</c:v>
                </c:pt>
                <c:pt idx="4496">
                  <c:v>2.4405000000000001</c:v>
                </c:pt>
                <c:pt idx="4497">
                  <c:v>2.4441099999999998</c:v>
                </c:pt>
                <c:pt idx="4498">
                  <c:v>2.4529200000000002</c:v>
                </c:pt>
                <c:pt idx="4499">
                  <c:v>2.4704799999999998</c:v>
                </c:pt>
                <c:pt idx="4500">
                  <c:v>2.4901800000000001</c:v>
                </c:pt>
                <c:pt idx="4501">
                  <c:v>2.5560499999999999</c:v>
                </c:pt>
                <c:pt idx="4502">
                  <c:v>#N/A</c:v>
                </c:pt>
                <c:pt idx="4503">
                  <c:v>2.5870500000000001</c:v>
                </c:pt>
                <c:pt idx="4504">
                  <c:v>2.5950099999999998</c:v>
                </c:pt>
                <c:pt idx="4505">
                  <c:v>2.6171899999999999</c:v>
                </c:pt>
                <c:pt idx="4506">
                  <c:v>2.6086</c:v>
                </c:pt>
                <c:pt idx="4507">
                  <c:v>2.6415000000000002</c:v>
                </c:pt>
                <c:pt idx="4508">
                  <c:v>2.6662300000000001</c:v>
                </c:pt>
                <c:pt idx="4509">
                  <c:v>2.6804700000000001</c:v>
                </c:pt>
                <c:pt idx="4510">
                  <c:v>2.68512</c:v>
                </c:pt>
                <c:pt idx="4511">
                  <c:v>2.6294300000000002</c:v>
                </c:pt>
                <c:pt idx="4512">
                  <c:v>2.6961499999999998</c:v>
                </c:pt>
                <c:pt idx="4513">
                  <c:v>2.6798099999999998</c:v>
                </c:pt>
                <c:pt idx="4514">
                  <c:v>2.6819000000000002</c:v>
                </c:pt>
                <c:pt idx="4515">
                  <c:v>2.7269800000000002</c:v>
                </c:pt>
                <c:pt idx="4516">
                  <c:v>2.7251400000000001</c:v>
                </c:pt>
                <c:pt idx="4517">
                  <c:v>2.7625199999999999</c:v>
                </c:pt>
                <c:pt idx="4518">
                  <c:v>2.8266300000000002</c:v>
                </c:pt>
                <c:pt idx="4519">
                  <c:v>2.8339699999999999</c:v>
                </c:pt>
                <c:pt idx="4520">
                  <c:v>2.7671399999999999</c:v>
                </c:pt>
                <c:pt idx="4521">
                  <c:v>2.7589800000000002</c:v>
                </c:pt>
                <c:pt idx="4522">
                  <c:v>2.7585999999999999</c:v>
                </c:pt>
                <c:pt idx="4523">
                  <c:v>2.7648899999999998</c:v>
                </c:pt>
                <c:pt idx="4524">
                  <c:v>2.7748499999999998</c:v>
                </c:pt>
                <c:pt idx="4525">
                  <c:v>2.75983</c:v>
                </c:pt>
                <c:pt idx="4526">
                  <c:v>2.73597</c:v>
                </c:pt>
                <c:pt idx="4527">
                  <c:v>2.75312</c:v>
                </c:pt>
                <c:pt idx="4528">
                  <c:v>2.7672400000000001</c:v>
                </c:pt>
                <c:pt idx="4529">
                  <c:v>2.7877100000000001</c:v>
                </c:pt>
                <c:pt idx="4530">
                  <c:v>2.7721</c:v>
                </c:pt>
                <c:pt idx="4531">
                  <c:v>2.79053</c:v>
                </c:pt>
                <c:pt idx="4532">
                  <c:v>2.8063899999999999</c:v>
                </c:pt>
                <c:pt idx="4533">
                  <c:v>2.8026599999999999</c:v>
                </c:pt>
                <c:pt idx="4534">
                  <c:v>2.8025799999999998</c:v>
                </c:pt>
                <c:pt idx="4535">
                  <c:v>2.8535300000000001</c:v>
                </c:pt>
                <c:pt idx="4536">
                  <c:v>2.85608</c:v>
                </c:pt>
                <c:pt idx="4537">
                  <c:v>2.8551099999999998</c:v>
                </c:pt>
                <c:pt idx="4538">
                  <c:v>2.8143699999999998</c:v>
                </c:pt>
                <c:pt idx="4539">
                  <c:v>2.72682</c:v>
                </c:pt>
                <c:pt idx="4540">
                  <c:v>2.7261500000000001</c:v>
                </c:pt>
                <c:pt idx="4541">
                  <c:v>2.7079599999999999</c:v>
                </c:pt>
                <c:pt idx="4542">
                  <c:v>2.6895500000000001</c:v>
                </c:pt>
                <c:pt idx="4543">
                  <c:v>2.7239</c:v>
                </c:pt>
                <c:pt idx="4544">
                  <c:v>2.71265</c:v>
                </c:pt>
                <c:pt idx="4545">
                  <c:v>2.7051099999999999</c:v>
                </c:pt>
                <c:pt idx="4546">
                  <c:v>2.7013099999999999</c:v>
                </c:pt>
                <c:pt idx="4547">
                  <c:v>#N/A</c:v>
                </c:pt>
                <c:pt idx="4548">
                  <c:v>2.6947199999999998</c:v>
                </c:pt>
                <c:pt idx="4549">
                  <c:v>2.72214</c:v>
                </c:pt>
                <c:pt idx="4550">
                  <c:v>2.7446700000000002</c:v>
                </c:pt>
                <c:pt idx="4551">
                  <c:v>2.72804</c:v>
                </c:pt>
                <c:pt idx="4552">
                  <c:v>2.7762699999999998</c:v>
                </c:pt>
                <c:pt idx="4553">
                  <c:v>2.8088700000000002</c:v>
                </c:pt>
                <c:pt idx="4554">
                  <c:v>2.7717499999999999</c:v>
                </c:pt>
                <c:pt idx="4555">
                  <c:v>2.7878500000000002</c:v>
                </c:pt>
                <c:pt idx="4556">
                  <c:v>2.7880400000000001</c:v>
                </c:pt>
                <c:pt idx="4557">
                  <c:v>2.91188</c:v>
                </c:pt>
                <c:pt idx="4558">
                  <c:v>2.8825599999999998</c:v>
                </c:pt>
                <c:pt idx="4559">
                  <c:v>2.8978899999999999</c:v>
                </c:pt>
                <c:pt idx="4560">
                  <c:v>2.8552</c:v>
                </c:pt>
                <c:pt idx="4561">
                  <c:v>2.8933900000000001</c:v>
                </c:pt>
                <c:pt idx="4562">
                  <c:v>2.9336099999999998</c:v>
                </c:pt>
                <c:pt idx="4563">
                  <c:v>2.98386</c:v>
                </c:pt>
                <c:pt idx="4564">
                  <c:v>2.9914999999999998</c:v>
                </c:pt>
                <c:pt idx="4565">
                  <c:v>3.0137100000000001</c:v>
                </c:pt>
                <c:pt idx="4566">
                  <c:v>3.0184600000000001</c:v>
                </c:pt>
                <c:pt idx="4567">
                  <c:v>3.0148899999999998</c:v>
                </c:pt>
                <c:pt idx="4568">
                  <c:v>2.9718900000000001</c:v>
                </c:pt>
                <c:pt idx="4569">
                  <c:v>2.9804900000000001</c:v>
                </c:pt>
                <c:pt idx="4570">
                  <c:v>2.8887700000000001</c:v>
                </c:pt>
                <c:pt idx="4571">
                  <c:v>2.8608500000000001</c:v>
                </c:pt>
                <c:pt idx="4572">
                  <c:v>#N/A</c:v>
                </c:pt>
                <c:pt idx="4573">
                  <c:v>2.88741</c:v>
                </c:pt>
                <c:pt idx="4574">
                  <c:v>2.8797000000000001</c:v>
                </c:pt>
                <c:pt idx="4575">
                  <c:v>2.8753600000000001</c:v>
                </c:pt>
                <c:pt idx="4576">
                  <c:v>2.8681999999999999</c:v>
                </c:pt>
                <c:pt idx="4577">
                  <c:v>2.9051100000000001</c:v>
                </c:pt>
                <c:pt idx="4578">
                  <c:v>2.8448099999999998</c:v>
                </c:pt>
                <c:pt idx="4579">
                  <c:v>2.8446099999999999</c:v>
                </c:pt>
                <c:pt idx="4580">
                  <c:v>2.8349500000000001</c:v>
                </c:pt>
                <c:pt idx="4581">
                  <c:v>2.8711099999999998</c:v>
                </c:pt>
                <c:pt idx="4582">
                  <c:v>2.8841999999999999</c:v>
                </c:pt>
                <c:pt idx="4583">
                  <c:v>2.87798</c:v>
                </c:pt>
                <c:pt idx="4584">
                  <c:v>2.9124400000000001</c:v>
                </c:pt>
                <c:pt idx="4585">
                  <c:v>2.9392499999999999</c:v>
                </c:pt>
                <c:pt idx="4586">
                  <c:v>3.0186500000000001</c:v>
                </c:pt>
                <c:pt idx="4587">
                  <c:v>3.0321400000000001</c:v>
                </c:pt>
                <c:pt idx="4588">
                  <c:v>3.0775999999999999</c:v>
                </c:pt>
                <c:pt idx="4589">
                  <c:v>3.05932</c:v>
                </c:pt>
                <c:pt idx="4590">
                  <c:v>3.0992799999999998</c:v>
                </c:pt>
                <c:pt idx="4591">
                  <c:v>3.12947</c:v>
                </c:pt>
                <c:pt idx="4592">
                  <c:v>3.0030600000000001</c:v>
                </c:pt>
                <c:pt idx="4593">
                  <c:v>3.0726900000000001</c:v>
                </c:pt>
                <c:pt idx="4594">
                  <c:v>3.0720800000000001</c:v>
                </c:pt>
                <c:pt idx="4595">
                  <c:v>#N/A</c:v>
                </c:pt>
                <c:pt idx="4596">
                  <c:v>3.0907100000000001</c:v>
                </c:pt>
                <c:pt idx="4597">
                  <c:v>3.0657999999999999</c:v>
                </c:pt>
                <c:pt idx="4598">
                  <c:v>3.09728</c:v>
                </c:pt>
                <c:pt idx="4599">
                  <c:v>3.11795</c:v>
                </c:pt>
                <c:pt idx="4600">
                  <c:v>3.1546799999999999</c:v>
                </c:pt>
                <c:pt idx="4601">
                  <c:v>3.1625999999999999</c:v>
                </c:pt>
                <c:pt idx="4602">
                  <c:v>3.1423299999999998</c:v>
                </c:pt>
                <c:pt idx="4603">
                  <c:v>3.2224499999999998</c:v>
                </c:pt>
                <c:pt idx="4604">
                  <c:v>3.30064</c:v>
                </c:pt>
                <c:pt idx="4605">
                  <c:v>#N/A</c:v>
                </c:pt>
                <c:pt idx="4606">
                  <c:v>3.5847600000000002</c:v>
                </c:pt>
                <c:pt idx="4607">
                  <c:v>3.56758</c:v>
                </c:pt>
                <c:pt idx="4608">
                  <c:v>3.5919699999999999</c:v>
                </c:pt>
                <c:pt idx="4609">
                  <c:v>3.4580000000000002</c:v>
                </c:pt>
                <c:pt idx="4610">
                  <c:v>3.3894899999999999</c:v>
                </c:pt>
                <c:pt idx="4611">
                  <c:v>3.4134000000000002</c:v>
                </c:pt>
                <c:pt idx="4612">
                  <c:v>3.37547</c:v>
                </c:pt>
                <c:pt idx="4613">
                  <c:v>3.32023</c:v>
                </c:pt>
                <c:pt idx="4614">
                  <c:v>3.2972600000000001</c:v>
                </c:pt>
                <c:pt idx="4615">
                  <c:v>3.2850000000000001</c:v>
                </c:pt>
                <c:pt idx="4616">
                  <c:v>3.34023</c:v>
                </c:pt>
                <c:pt idx="4617">
                  <c:v>3.4208599999999998</c:v>
                </c:pt>
                <c:pt idx="4618">
                  <c:v>3.4323800000000002</c:v>
                </c:pt>
                <c:pt idx="4619">
                  <c:v>3.4657300000000002</c:v>
                </c:pt>
                <c:pt idx="4620">
                  <c:v>3.4937</c:v>
                </c:pt>
                <c:pt idx="4621">
                  <c:v>3.52616</c:v>
                </c:pt>
                <c:pt idx="4622">
                  <c:v>3.5799400000000001</c:v>
                </c:pt>
                <c:pt idx="4623">
                  <c:v>3.5691099999999998</c:v>
                </c:pt>
                <c:pt idx="4624">
                  <c:v>3.5864799999999999</c:v>
                </c:pt>
                <c:pt idx="4625">
                  <c:v>3.5429499999999998</c:v>
                </c:pt>
                <c:pt idx="4626">
                  <c:v>#N/A</c:v>
                </c:pt>
                <c:pt idx="4627">
                  <c:v>3.5615999999999999</c:v>
                </c:pt>
                <c:pt idx="4628">
                  <c:v>3.5461499999999999</c:v>
                </c:pt>
                <c:pt idx="4629">
                  <c:v>3.4926900000000001</c:v>
                </c:pt>
                <c:pt idx="4630">
                  <c:v>3.52441</c:v>
                </c:pt>
                <c:pt idx="4631">
                  <c:v>3.52963</c:v>
                </c:pt>
                <c:pt idx="4632">
                  <c:v>3.4519199999999999</c:v>
                </c:pt>
                <c:pt idx="4633">
                  <c:v>3.4531399999999999</c:v>
                </c:pt>
                <c:pt idx="4634">
                  <c:v>3.4197799999999998</c:v>
                </c:pt>
                <c:pt idx="4635">
                  <c:v>3.4765999999999999</c:v>
                </c:pt>
                <c:pt idx="4636">
                  <c:v>3.4895900000000002</c:v>
                </c:pt>
                <c:pt idx="4637">
                  <c:v>3.5295100000000001</c:v>
                </c:pt>
                <c:pt idx="4638">
                  <c:v>3.5245799999999998</c:v>
                </c:pt>
                <c:pt idx="4639">
                  <c:v>3.49125</c:v>
                </c:pt>
                <c:pt idx="4640">
                  <c:v>3.5129199999999998</c:v>
                </c:pt>
                <c:pt idx="4641">
                  <c:v>3.4925299999999999</c:v>
                </c:pt>
                <c:pt idx="4642">
                  <c:v>#N/A</c:v>
                </c:pt>
                <c:pt idx="4643">
                  <c:v>3.5180099999999999</c:v>
                </c:pt>
                <c:pt idx="4644">
                  <c:v>3.4881199999999999</c:v>
                </c:pt>
                <c:pt idx="4645">
                  <c:v>3.4801799999999998</c:v>
                </c:pt>
                <c:pt idx="4646">
                  <c:v>3.5918000000000001</c:v>
                </c:pt>
                <c:pt idx="4647">
                  <c:v>3.63944</c:v>
                </c:pt>
                <c:pt idx="4648">
                  <c:v>3.6660599999999999</c:v>
                </c:pt>
                <c:pt idx="4649">
                  <c:v>3.6190899999999999</c:v>
                </c:pt>
                <c:pt idx="4650">
                  <c:v>3.7301299999999999</c:v>
                </c:pt>
                <c:pt idx="4651">
                  <c:v>3.77081</c:v>
                </c:pt>
                <c:pt idx="4652">
                  <c:v>3.7354500000000002</c:v>
                </c:pt>
                <c:pt idx="4653">
                  <c:v>3.70505</c:v>
                </c:pt>
                <c:pt idx="4654">
                  <c:v>3.6568800000000001</c:v>
                </c:pt>
                <c:pt idx="4655">
                  <c:v>3.6310500000000001</c:v>
                </c:pt>
                <c:pt idx="4656">
                  <c:v>3.64114</c:v>
                </c:pt>
                <c:pt idx="4657">
                  <c:v>3.6661700000000002</c:v>
                </c:pt>
                <c:pt idx="4658">
                  <c:v>3.60772</c:v>
                </c:pt>
                <c:pt idx="4659">
                  <c:v>3.5266099999999998</c:v>
                </c:pt>
                <c:pt idx="4660">
                  <c:v>3.5026000000000002</c:v>
                </c:pt>
                <c:pt idx="4661">
                  <c:v>3.6506500000000002</c:v>
                </c:pt>
                <c:pt idx="4662">
                  <c:v>3.6599699999999999</c:v>
                </c:pt>
                <c:pt idx="4663">
                  <c:v>3.6034000000000002</c:v>
                </c:pt>
                <c:pt idx="4664">
                  <c:v>3.6692200000000001</c:v>
                </c:pt>
                <c:pt idx="4665">
                  <c:v>3.7433900000000002</c:v>
                </c:pt>
                <c:pt idx="4666">
                  <c:v>3.8073899999999998</c:v>
                </c:pt>
                <c:pt idx="4667">
                  <c:v>#N/A</c:v>
                </c:pt>
                <c:pt idx="4668">
                  <c:v>3.87846</c:v>
                </c:pt>
                <c:pt idx="4669">
                  <c:v>3.9462999999999999</c:v>
                </c:pt>
                <c:pt idx="4670">
                  <c:v>3.93344</c:v>
                </c:pt>
                <c:pt idx="4671">
                  <c:v>3.8008899999999999</c:v>
                </c:pt>
                <c:pt idx="4672">
                  <c:v>3.8549199999999999</c:v>
                </c:pt>
                <c:pt idx="4673">
                  <c:v>3.9078400000000002</c:v>
                </c:pt>
                <c:pt idx="4674">
                  <c:v>3.8460800000000002</c:v>
                </c:pt>
                <c:pt idx="4675">
                  <c:v>3.9131100000000001</c:v>
                </c:pt>
                <c:pt idx="4676">
                  <c:v>4.1159400000000002</c:v>
                </c:pt>
                <c:pt idx="4677">
                  <c:v>4.14093</c:v>
                </c:pt>
                <c:pt idx="4678">
                  <c:v>4.0842599999999996</c:v>
                </c:pt>
                <c:pt idx="4679">
                  <c:v>3.8708499999999999</c:v>
                </c:pt>
                <c:pt idx="4680">
                  <c:v>3.8140999999999998</c:v>
                </c:pt>
                <c:pt idx="4681">
                  <c:v>3.7976200000000002</c:v>
                </c:pt>
                <c:pt idx="4682">
                  <c:v>3.7401</c:v>
                </c:pt>
                <c:pt idx="4683">
                  <c:v>3.6256300000000001</c:v>
                </c:pt>
                <c:pt idx="4684">
                  <c:v>3.5327000000000002</c:v>
                </c:pt>
                <c:pt idx="4685">
                  <c:v>3.3557199999999998</c:v>
                </c:pt>
                <c:pt idx="4686">
                  <c:v>3.3868800000000001</c:v>
                </c:pt>
                <c:pt idx="4687">
                  <c:v>3.4641799999999998</c:v>
                </c:pt>
                <c:pt idx="4688">
                  <c:v>3.4739</c:v>
                </c:pt>
                <c:pt idx="4689">
                  <c:v>3.5997599999999998</c:v>
                </c:pt>
                <c:pt idx="4690">
                  <c:v>3.48427</c:v>
                </c:pt>
                <c:pt idx="4691">
                  <c:v>3.3816700000000002</c:v>
                </c:pt>
                <c:pt idx="4692">
                  <c:v>3.3365900000000002</c:v>
                </c:pt>
                <c:pt idx="4693">
                  <c:v>3.2886700000000002</c:v>
                </c:pt>
                <c:pt idx="4694">
                  <c:v>3.2884799999999998</c:v>
                </c:pt>
                <c:pt idx="4695">
                  <c:v>3.3786499999999999</c:v>
                </c:pt>
                <c:pt idx="4696">
                  <c:v>3.45533</c:v>
                </c:pt>
                <c:pt idx="4697">
                  <c:v>3.2340900000000001</c:v>
                </c:pt>
                <c:pt idx="4698">
                  <c:v>3.17415</c:v>
                </c:pt>
                <c:pt idx="4699">
                  <c:v>3.2240799999999998</c:v>
                </c:pt>
                <c:pt idx="4700">
                  <c:v>3.2200099999999998</c:v>
                </c:pt>
                <c:pt idx="4701">
                  <c:v>3.27522</c:v>
                </c:pt>
                <c:pt idx="4702">
                  <c:v>3.3910499999999999</c:v>
                </c:pt>
                <c:pt idx="4703">
                  <c:v>3.4512700000000001</c:v>
                </c:pt>
                <c:pt idx="4704">
                  <c:v>3.50047</c:v>
                </c:pt>
                <c:pt idx="4705">
                  <c:v>3.45092</c:v>
                </c:pt>
                <c:pt idx="4706">
                  <c:v>#N/A</c:v>
                </c:pt>
                <c:pt idx="4707">
                  <c:v>3.4668700000000001</c:v>
                </c:pt>
                <c:pt idx="4708">
                  <c:v>3.4742799999999998</c:v>
                </c:pt>
                <c:pt idx="4709">
                  <c:v>3.4593699999999998</c:v>
                </c:pt>
                <c:pt idx="4710">
                  <c:v>3.4447899999999998</c:v>
                </c:pt>
                <c:pt idx="4711">
                  <c:v>3.5357799999999999</c:v>
                </c:pt>
                <c:pt idx="4712">
                  <c:v>3.5765699999999998</c:v>
                </c:pt>
                <c:pt idx="4713">
                  <c:v>3.60745</c:v>
                </c:pt>
                <c:pt idx="4714">
                  <c:v>3.5855700000000001</c:v>
                </c:pt>
                <c:pt idx="4715">
                  <c:v>3.6589299999999998</c:v>
                </c:pt>
                <c:pt idx="4716">
                  <c:v>3.7454900000000002</c:v>
                </c:pt>
                <c:pt idx="4717">
                  <c:v>3.8730600000000002</c:v>
                </c:pt>
                <c:pt idx="4718">
                  <c:v>3.8664999999999998</c:v>
                </c:pt>
                <c:pt idx="4719">
                  <c:v>3.8279999999999998</c:v>
                </c:pt>
                <c:pt idx="4720">
                  <c:v>3.7875399999999999</c:v>
                </c:pt>
                <c:pt idx="4721">
                  <c:v>3.8091900000000001</c:v>
                </c:pt>
                <c:pt idx="4722">
                  <c:v>4.0782600000000002</c:v>
                </c:pt>
                <c:pt idx="4723">
                  <c:v>3.9614799999999999</c:v>
                </c:pt>
                <c:pt idx="4724">
                  <c:v>3.8904399999999999</c:v>
                </c:pt>
                <c:pt idx="4725">
                  <c:v>3.9281000000000001</c:v>
                </c:pt>
                <c:pt idx="4726">
                  <c:v>3.8641000000000001</c:v>
                </c:pt>
                <c:pt idx="4727">
                  <c:v>3.9047499999999999</c:v>
                </c:pt>
                <c:pt idx="4728">
                  <c:v>3.8870800000000001</c:v>
                </c:pt>
                <c:pt idx="4729">
                  <c:v>4.06942</c:v>
                </c:pt>
                <c:pt idx="4730">
                  <c:v>4.0701799999999997</c:v>
                </c:pt>
                <c:pt idx="4731">
                  <c:v>4.0700099999999999</c:v>
                </c:pt>
                <c:pt idx="4732">
                  <c:v>3.8877000000000002</c:v>
                </c:pt>
                <c:pt idx="4733">
                  <c:v>3.8346300000000002</c:v>
                </c:pt>
                <c:pt idx="4734">
                  <c:v>3.6148099999999999</c:v>
                </c:pt>
                <c:pt idx="4735">
                  <c:v>3.5764900000000002</c:v>
                </c:pt>
                <c:pt idx="4736">
                  <c:v>3.5450300000000001</c:v>
                </c:pt>
                <c:pt idx="4737">
                  <c:v>#N/A</c:v>
                </c:pt>
                <c:pt idx="4738">
                  <c:v>3.3697699999999999</c:v>
                </c:pt>
                <c:pt idx="4739">
                  <c:v>3.34091</c:v>
                </c:pt>
                <c:pt idx="4740">
                  <c:v>3.34816</c:v>
                </c:pt>
                <c:pt idx="4741">
                  <c:v>3.3455900000000001</c:v>
                </c:pt>
                <c:pt idx="4742">
                  <c:v>3.3643700000000001</c:v>
                </c:pt>
                <c:pt idx="4743">
                  <c:v>3.45804</c:v>
                </c:pt>
                <c:pt idx="4744">
                  <c:v>3.4948999999999999</c:v>
                </c:pt>
                <c:pt idx="4745">
                  <c:v>3.7861500000000001</c:v>
                </c:pt>
                <c:pt idx="4746">
                  <c:v>3.8167300000000002</c:v>
                </c:pt>
                <c:pt idx="4747">
                  <c:v>3.9628299999999999</c:v>
                </c:pt>
                <c:pt idx="4748">
                  <c:v>3.9832200000000002</c:v>
                </c:pt>
                <c:pt idx="4749">
                  <c:v>3.8046199999999999</c:v>
                </c:pt>
                <c:pt idx="4750">
                  <c:v>3.8664700000000001</c:v>
                </c:pt>
                <c:pt idx="4751">
                  <c:v>3.8660299999999999</c:v>
                </c:pt>
                <c:pt idx="4752">
                  <c:v>#N/A</c:v>
                </c:pt>
                <c:pt idx="4753">
                  <c:v>3.9659800000000001</c:v>
                </c:pt>
                <c:pt idx="4754">
                  <c:v>4.1300800000000004</c:v>
                </c:pt>
                <c:pt idx="4755">
                  <c:v>4.1931599999999998</c:v>
                </c:pt>
                <c:pt idx="4756">
                  <c:v>4.1910100000000003</c:v>
                </c:pt>
                <c:pt idx="4757">
                  <c:v>4.2228700000000003</c:v>
                </c:pt>
                <c:pt idx="4758">
                  <c:v>4.4688400000000001</c:v>
                </c:pt>
                <c:pt idx="4759">
                  <c:v>4.5794499999999996</c:v>
                </c:pt>
                <c:pt idx="4760">
                  <c:v>4.4620300000000004</c:v>
                </c:pt>
                <c:pt idx="4761">
                  <c:v>4.4080199999999996</c:v>
                </c:pt>
                <c:pt idx="4762">
                  <c:v>4.4497099999999996</c:v>
                </c:pt>
                <c:pt idx="4763">
                  <c:v>4.3478199999999996</c:v>
                </c:pt>
                <c:pt idx="4764">
                  <c:v>4.3020399999999999</c:v>
                </c:pt>
                <c:pt idx="4765">
                  <c:v>4.2423299999999999</c:v>
                </c:pt>
                <c:pt idx="4766">
                  <c:v>4.3730099999999998</c:v>
                </c:pt>
                <c:pt idx="4767">
                  <c:v>4.4776199999999999</c:v>
                </c:pt>
                <c:pt idx="4768">
                  <c:v>4.6101900000000002</c:v>
                </c:pt>
                <c:pt idx="4769">
                  <c:v>4.6964399999999999</c:v>
                </c:pt>
                <c:pt idx="4770">
                  <c:v>4.7361399999999998</c:v>
                </c:pt>
                <c:pt idx="4771">
                  <c:v>4.6006900000000002</c:v>
                </c:pt>
                <c:pt idx="4772">
                  <c:v>4.4724500000000003</c:v>
                </c:pt>
                <c:pt idx="4773">
                  <c:v>4.2335700000000003</c:v>
                </c:pt>
                <c:pt idx="4774">
                  <c:v>4.3664699999999996</c:v>
                </c:pt>
                <c:pt idx="4775">
                  <c:v>4.3484999999999996</c:v>
                </c:pt>
                <c:pt idx="4776">
                  <c:v>4.2549599999999996</c:v>
                </c:pt>
                <c:pt idx="4777">
                  <c:v>4.2677500000000004</c:v>
                </c:pt>
                <c:pt idx="4778">
                  <c:v>4.1791900000000002</c:v>
                </c:pt>
                <c:pt idx="4779">
                  <c:v>4.1380400000000002</c:v>
                </c:pt>
                <c:pt idx="4780">
                  <c:v>4.0270700000000001</c:v>
                </c:pt>
                <c:pt idx="4781">
                  <c:v>4.1264500000000002</c:v>
                </c:pt>
                <c:pt idx="4782">
                  <c:v>4.0887599999999997</c:v>
                </c:pt>
                <c:pt idx="4783">
                  <c:v>4.14602</c:v>
                </c:pt>
                <c:pt idx="4784">
                  <c:v>4.0361900000000004</c:v>
                </c:pt>
                <c:pt idx="4785">
                  <c:v>3.9831400000000001</c:v>
                </c:pt>
                <c:pt idx="4786">
                  <c:v>3.9657300000000002</c:v>
                </c:pt>
                <c:pt idx="4787">
                  <c:v>4.0593300000000001</c:v>
                </c:pt>
                <c:pt idx="4788">
                  <c:v>3.8609900000000001</c:v>
                </c:pt>
                <c:pt idx="4789">
                  <c:v>3.6939299999999999</c:v>
                </c:pt>
                <c:pt idx="4790">
                  <c:v>3.7724000000000002</c:v>
                </c:pt>
                <c:pt idx="4791">
                  <c:v>3.7785899999999999</c:v>
                </c:pt>
                <c:pt idx="4792">
                  <c:v>3.84816</c:v>
                </c:pt>
                <c:pt idx="4793">
                  <c:v>3.9144100000000002</c:v>
                </c:pt>
                <c:pt idx="4794">
                  <c:v>3.93858</c:v>
                </c:pt>
                <c:pt idx="4795">
                  <c:v>4.0112300000000003</c:v>
                </c:pt>
                <c:pt idx="4796">
                  <c:v>4.1161700000000003</c:v>
                </c:pt>
                <c:pt idx="4797">
                  <c:v>4.0826500000000001</c:v>
                </c:pt>
                <c:pt idx="4798">
                  <c:v>3.9962399999999998</c:v>
                </c:pt>
                <c:pt idx="4799">
                  <c:v>3.9876100000000001</c:v>
                </c:pt>
                <c:pt idx="4800">
                  <c:v>4.0289099999999998</c:v>
                </c:pt>
                <c:pt idx="4801">
                  <c:v>4.1638099999999998</c:v>
                </c:pt>
                <c:pt idx="4802">
                  <c:v>4.2100400000000002</c:v>
                </c:pt>
                <c:pt idx="4803">
                  <c:v>4.2446200000000003</c:v>
                </c:pt>
                <c:pt idx="4804">
                  <c:v>4.2510700000000003</c:v>
                </c:pt>
                <c:pt idx="4805">
                  <c:v>4.2939999999999996</c:v>
                </c:pt>
                <c:pt idx="4806">
                  <c:v>#N/A</c:v>
                </c:pt>
                <c:pt idx="4807">
                  <c:v>4.2682599999999997</c:v>
                </c:pt>
                <c:pt idx="4808">
                  <c:v>4.2430599999999998</c:v>
                </c:pt>
                <c:pt idx="4809">
                  <c:v>4.1140999999999996</c:v>
                </c:pt>
                <c:pt idx="4810">
                  <c:v>4.0032100000000002</c:v>
                </c:pt>
                <c:pt idx="4811">
                  <c:v>3.7848000000000002</c:v>
                </c:pt>
                <c:pt idx="4812">
                  <c:v>3.91174</c:v>
                </c:pt>
                <c:pt idx="4813">
                  <c:v>3.9903</c:v>
                </c:pt>
                <c:pt idx="4814">
                  <c:v>3.9653700000000001</c:v>
                </c:pt>
                <c:pt idx="4815">
                  <c:v>4.1337999999999999</c:v>
                </c:pt>
                <c:pt idx="4816">
                  <c:v>4.1357499999999998</c:v>
                </c:pt>
                <c:pt idx="4817">
                  <c:v>4.2138799999999996</c:v>
                </c:pt>
                <c:pt idx="4818">
                  <c:v>4.1711299999999998</c:v>
                </c:pt>
                <c:pt idx="4819">
                  <c:v>4.1648399999999999</c:v>
                </c:pt>
                <c:pt idx="4820">
                  <c:v>4.3168800000000003</c:v>
                </c:pt>
                <c:pt idx="4821">
                  <c:v>4.5010199999999996</c:v>
                </c:pt>
                <c:pt idx="4822">
                  <c:v>4.60419</c:v>
                </c:pt>
                <c:pt idx="4823">
                  <c:v>4.6112900000000003</c:v>
                </c:pt>
                <c:pt idx="4824">
                  <c:v>4.6968300000000003</c:v>
                </c:pt>
                <c:pt idx="4825">
                  <c:v>4.5971799999999998</c:v>
                </c:pt>
                <c:pt idx="4826">
                  <c:v>4.5110900000000003</c:v>
                </c:pt>
                <c:pt idx="4827">
                  <c:v>4.2157999999999998</c:v>
                </c:pt>
                <c:pt idx="4828">
                  <c:v>4.3612799999999998</c:v>
                </c:pt>
                <c:pt idx="4829">
                  <c:v>4.40618</c:v>
                </c:pt>
                <c:pt idx="4830">
                  <c:v>4.5921900000000004</c:v>
                </c:pt>
                <c:pt idx="4831">
                  <c:v>#N/A</c:v>
                </c:pt>
                <c:pt idx="4832">
                  <c:v>4.78796</c:v>
                </c:pt>
                <c:pt idx="4833">
                  <c:v>4.8208599999999997</c:v>
                </c:pt>
                <c:pt idx="4834">
                  <c:v>4.7965900000000001</c:v>
                </c:pt>
                <c:pt idx="4835">
                  <c:v>4.8538800000000002</c:v>
                </c:pt>
                <c:pt idx="4836">
                  <c:v>4.8534499999999996</c:v>
                </c:pt>
                <c:pt idx="4837">
                  <c:v>4.8335299999999997</c:v>
                </c:pt>
                <c:pt idx="4838">
                  <c:v>5.0068700000000002</c:v>
                </c:pt>
                <c:pt idx="4839">
                  <c:v>5.2170899999999998</c:v>
                </c:pt>
                <c:pt idx="4840">
                  <c:v>5.1400699999999997</c:v>
                </c:pt>
                <c:pt idx="4841">
                  <c:v>5.0164799999999996</c:v>
                </c:pt>
                <c:pt idx="4842">
                  <c:v>4.7748799999999996</c:v>
                </c:pt>
                <c:pt idx="4843">
                  <c:v>4.7076099999999999</c:v>
                </c:pt>
                <c:pt idx="4844">
                  <c:v>4.4540800000000003</c:v>
                </c:pt>
                <c:pt idx="4845">
                  <c:v>4.3792099999999996</c:v>
                </c:pt>
                <c:pt idx="4846">
                  <c:v>4.5589399999999998</c:v>
                </c:pt>
                <c:pt idx="4847">
                  <c:v>4.5273000000000003</c:v>
                </c:pt>
                <c:pt idx="4848">
                  <c:v>4.6302700000000003</c:v>
                </c:pt>
                <c:pt idx="4849">
                  <c:v>4.6448400000000003</c:v>
                </c:pt>
                <c:pt idx="4850">
                  <c:v>4.5074899999999998</c:v>
                </c:pt>
                <c:pt idx="4851">
                  <c:v>4.31189</c:v>
                </c:pt>
                <c:pt idx="4852">
                  <c:v>4.2865700000000002</c:v>
                </c:pt>
                <c:pt idx="4853">
                  <c:v>4.38727</c:v>
                </c:pt>
                <c:pt idx="4854">
                  <c:v>4.2034500000000001</c:v>
                </c:pt>
                <c:pt idx="4855">
                  <c:v>#N/A</c:v>
                </c:pt>
                <c:pt idx="4856">
                  <c:v>3.9829300000000001</c:v>
                </c:pt>
                <c:pt idx="4857">
                  <c:v>3.91046</c:v>
                </c:pt>
                <c:pt idx="4858">
                  <c:v>3.9411900000000002</c:v>
                </c:pt>
                <c:pt idx="4859">
                  <c:v>4.0316000000000001</c:v>
                </c:pt>
                <c:pt idx="4860">
                  <c:v>4.0336499999999997</c:v>
                </c:pt>
                <c:pt idx="4861">
                  <c:v>3.9819900000000001</c:v>
                </c:pt>
                <c:pt idx="4862">
                  <c:v>3.9641500000000001</c:v>
                </c:pt>
                <c:pt idx="4863">
                  <c:v>4.0069100000000004</c:v>
                </c:pt>
                <c:pt idx="4864">
                  <c:v>#N/A</c:v>
                </c:pt>
                <c:pt idx="4865">
                  <c:v>4.01614</c:v>
                </c:pt>
                <c:pt idx="4866">
                  <c:v>4.0376500000000002</c:v>
                </c:pt>
                <c:pt idx="4867">
                  <c:v>4.0335000000000001</c:v>
                </c:pt>
                <c:pt idx="4868">
                  <c:v>4.0442200000000001</c:v>
                </c:pt>
                <c:pt idx="4869">
                  <c:v>3.9283199999999998</c:v>
                </c:pt>
                <c:pt idx="4870">
                  <c:v>3.8341500000000002</c:v>
                </c:pt>
                <c:pt idx="4871">
                  <c:v>3.8315899999999998</c:v>
                </c:pt>
                <c:pt idx="4872">
                  <c:v>3.9828199999999998</c:v>
                </c:pt>
                <c:pt idx="4873">
                  <c:v>4.0208500000000003</c:v>
                </c:pt>
                <c:pt idx="4874">
                  <c:v>3.9022000000000001</c:v>
                </c:pt>
                <c:pt idx="4875">
                  <c:v>3.7817599999999998</c:v>
                </c:pt>
                <c:pt idx="4876">
                  <c:v>3.7916099999999999</c:v>
                </c:pt>
                <c:pt idx="4877">
                  <c:v>3.7185600000000001</c:v>
                </c:pt>
                <c:pt idx="4878">
                  <c:v>3.80145</c:v>
                </c:pt>
                <c:pt idx="4879">
                  <c:v>3.8393600000000001</c:v>
                </c:pt>
                <c:pt idx="4880">
                  <c:v>3.9118400000000002</c:v>
                </c:pt>
                <c:pt idx="4881">
                  <c:v>3.9521500000000001</c:v>
                </c:pt>
                <c:pt idx="4882">
                  <c:v>3.9633699999999998</c:v>
                </c:pt>
                <c:pt idx="4883">
                  <c:v>3.78687</c:v>
                </c:pt>
                <c:pt idx="4884">
                  <c:v>3.7592599999999998</c:v>
                </c:pt>
                <c:pt idx="4885">
                  <c:v>3.7232099999999999</c:v>
                </c:pt>
                <c:pt idx="4886">
                  <c:v>#N/A</c:v>
                </c:pt>
                <c:pt idx="4887">
                  <c:v>3.6972499999999999</c:v>
                </c:pt>
                <c:pt idx="4888">
                  <c:v>3.6749800000000001</c:v>
                </c:pt>
                <c:pt idx="4889">
                  <c:v>3.70174</c:v>
                </c:pt>
                <c:pt idx="4890">
                  <c:v>3.6923900000000001</c:v>
                </c:pt>
                <c:pt idx="4891">
                  <c:v>#N/A</c:v>
                </c:pt>
                <c:pt idx="4892">
                  <c:v>3.67997</c:v>
                </c:pt>
                <c:pt idx="4893">
                  <c:v>3.66337</c:v>
                </c:pt>
                <c:pt idx="4894">
                  <c:v>3.7551100000000002</c:v>
                </c:pt>
                <c:pt idx="4895">
                  <c:v>3.8161</c:v>
                </c:pt>
                <c:pt idx="4896">
                  <c:v>3.8211599999999999</c:v>
                </c:pt>
                <c:pt idx="4897">
                  <c:v>3.8468499999999999</c:v>
                </c:pt>
                <c:pt idx="4898">
                  <c:v>3.8025000000000002</c:v>
                </c:pt>
                <c:pt idx="4899">
                  <c:v>3.76593</c:v>
                </c:pt>
                <c:pt idx="4900">
                  <c:v>3.6980200000000001</c:v>
                </c:pt>
                <c:pt idx="4901">
                  <c:v>#N/A</c:v>
                </c:pt>
                <c:pt idx="4902">
                  <c:v>3.6755</c:v>
                </c:pt>
                <c:pt idx="4903">
                  <c:v>3.6579899999999999</c:v>
                </c:pt>
                <c:pt idx="4904">
                  <c:v>3.65503</c:v>
                </c:pt>
                <c:pt idx="4905">
                  <c:v>3.6117300000000001</c:v>
                </c:pt>
                <c:pt idx="4906">
                  <c:v>#N/A</c:v>
                </c:pt>
                <c:pt idx="4907">
                  <c:v>3.6181800000000002</c:v>
                </c:pt>
                <c:pt idx="4908">
                  <c:v>3.62216</c:v>
                </c:pt>
                <c:pt idx="4909">
                  <c:v>3.5834700000000002</c:v>
                </c:pt>
                <c:pt idx="4910">
                  <c:v>3.66411</c:v>
                </c:pt>
                <c:pt idx="4911">
                  <c:v>3.7584</c:v>
                </c:pt>
                <c:pt idx="4912">
                  <c:v>3.7567499999999998</c:v>
                </c:pt>
                <c:pt idx="4913">
                  <c:v>3.7102599999999999</c:v>
                </c:pt>
                <c:pt idx="4914">
                  <c:v>3.60432</c:v>
                </c:pt>
                <c:pt idx="4915">
                  <c:v>3.5902099999999999</c:v>
                </c:pt>
                <c:pt idx="4916">
                  <c:v>3.61409</c:v>
                </c:pt>
                <c:pt idx="4917">
                  <c:v>3.62182</c:v>
                </c:pt>
                <c:pt idx="4918">
                  <c:v>3.6778900000000001</c:v>
                </c:pt>
                <c:pt idx="4919">
                  <c:v>3.7087400000000001</c:v>
                </c:pt>
                <c:pt idx="4920">
                  <c:v>3.79148</c:v>
                </c:pt>
                <c:pt idx="4921">
                  <c:v>3.79393</c:v>
                </c:pt>
                <c:pt idx="4922">
                  <c:v>3.7908300000000001</c:v>
                </c:pt>
                <c:pt idx="4923">
                  <c:v>3.8801100000000002</c:v>
                </c:pt>
                <c:pt idx="4924">
                  <c:v>3.8884500000000002</c:v>
                </c:pt>
                <c:pt idx="4925">
                  <c:v>4.1097299999999999</c:v>
                </c:pt>
                <c:pt idx="4926">
                  <c:v>#N/A</c:v>
                </c:pt>
                <c:pt idx="4927">
                  <c:v>4.1711099999999997</c:v>
                </c:pt>
                <c:pt idx="4928">
                  <c:v>4.1600900000000003</c:v>
                </c:pt>
                <c:pt idx="4929">
                  <c:v>3.9476</c:v>
                </c:pt>
                <c:pt idx="4930">
                  <c:v>3.9104199999999998</c:v>
                </c:pt>
                <c:pt idx="4931">
                  <c:v>3.86666</c:v>
                </c:pt>
                <c:pt idx="4932">
                  <c:v>3.9318900000000001</c:v>
                </c:pt>
                <c:pt idx="4933">
                  <c:v>3.9537599999999999</c:v>
                </c:pt>
                <c:pt idx="4934">
                  <c:v>3.9894400000000001</c:v>
                </c:pt>
                <c:pt idx="4935">
                  <c:v>3.9157299999999999</c:v>
                </c:pt>
                <c:pt idx="4936">
                  <c:v>3.84897</c:v>
                </c:pt>
                <c:pt idx="4937">
                  <c:v>3.8830499999999999</c:v>
                </c:pt>
                <c:pt idx="4938">
                  <c:v>3.9291299999999998</c:v>
                </c:pt>
                <c:pt idx="4939">
                  <c:v>4.0510999999999999</c:v>
                </c:pt>
                <c:pt idx="4940">
                  <c:v>4.1714099999999998</c:v>
                </c:pt>
                <c:pt idx="4941">
                  <c:v>4.2958999999999996</c:v>
                </c:pt>
                <c:pt idx="4942">
                  <c:v>4.2210200000000002</c:v>
                </c:pt>
                <c:pt idx="4943">
                  <c:v>4.4806999999999997</c:v>
                </c:pt>
                <c:pt idx="4944">
                  <c:v>4.3468600000000004</c:v>
                </c:pt>
                <c:pt idx="4945">
                  <c:v>4.4733000000000001</c:v>
                </c:pt>
                <c:pt idx="4946">
                  <c:v>4.4157799999999998</c:v>
                </c:pt>
                <c:pt idx="4947">
                  <c:v>4.2193100000000001</c:v>
                </c:pt>
                <c:pt idx="4948">
                  <c:v>4.2574899999999998</c:v>
                </c:pt>
                <c:pt idx="4949">
                  <c:v>4.2055999999999996</c:v>
                </c:pt>
                <c:pt idx="4950">
                  <c:v>4.1939099999999998</c:v>
                </c:pt>
                <c:pt idx="4951">
                  <c:v>4.0718500000000004</c:v>
                </c:pt>
                <c:pt idx="4952">
                  <c:v>4.0771300000000004</c:v>
                </c:pt>
                <c:pt idx="4953">
                  <c:v>3.9297499999999999</c:v>
                </c:pt>
                <c:pt idx="4954">
                  <c:v>3.91093</c:v>
                </c:pt>
                <c:pt idx="4955">
                  <c:v>3.8203100000000001</c:v>
                </c:pt>
                <c:pt idx="4956">
                  <c:v>3.7521</c:v>
                </c:pt>
                <c:pt idx="4957">
                  <c:v>3.8820700000000001</c:v>
                </c:pt>
                <c:pt idx="4958">
                  <c:v>#N/A</c:v>
                </c:pt>
                <c:pt idx="4959">
                  <c:v>4.0362</c:v>
                </c:pt>
                <c:pt idx="4960">
                  <c:v>3.9731700000000001</c:v>
                </c:pt>
                <c:pt idx="4961">
                  <c:v>4.0089399999999999</c:v>
                </c:pt>
                <c:pt idx="4962">
                  <c:v>4.0282400000000003</c:v>
                </c:pt>
                <c:pt idx="4963">
                  <c:v>4.0377200000000002</c:v>
                </c:pt>
                <c:pt idx="4964">
                  <c:v>3.99133</c:v>
                </c:pt>
                <c:pt idx="4965">
                  <c:v>3.9580500000000001</c:v>
                </c:pt>
                <c:pt idx="4966">
                  <c:v>3.9597500000000001</c:v>
                </c:pt>
                <c:pt idx="4967">
                  <c:v>3.9625599999999999</c:v>
                </c:pt>
                <c:pt idx="4968">
                  <c:v>3.9802</c:v>
                </c:pt>
                <c:pt idx="4969">
                  <c:v>4.0554300000000003</c:v>
                </c:pt>
                <c:pt idx="4970">
                  <c:v>4.0060700000000002</c:v>
                </c:pt>
                <c:pt idx="4971">
                  <c:v>4.01614</c:v>
                </c:pt>
                <c:pt idx="4972">
                  <c:v>4.0064700000000002</c:v>
                </c:pt>
                <c:pt idx="4973">
                  <c:v>4.3209400000000002</c:v>
                </c:pt>
                <c:pt idx="4974">
                  <c:v>4.25244</c:v>
                </c:pt>
                <c:pt idx="4975">
                  <c:v>4.22112</c:v>
                </c:pt>
                <c:pt idx="4976">
                  <c:v>4.1379299999999999</c:v>
                </c:pt>
                <c:pt idx="4977">
                  <c:v>4.2526299999999999</c:v>
                </c:pt>
                <c:pt idx="4978">
                  <c:v>4.2511999999999999</c:v>
                </c:pt>
                <c:pt idx="4979">
                  <c:v>4.2749699999999997</c:v>
                </c:pt>
                <c:pt idx="4980">
                  <c:v>4.2453500000000002</c:v>
                </c:pt>
                <c:pt idx="4981">
                  <c:v>4.2086399999999999</c:v>
                </c:pt>
                <c:pt idx="4982">
                  <c:v>4.1963699999999999</c:v>
                </c:pt>
                <c:pt idx="4983">
                  <c:v>4.18893</c:v>
                </c:pt>
                <c:pt idx="4984">
                  <c:v>4.1629100000000001</c:v>
                </c:pt>
                <c:pt idx="4985">
                  <c:v>4.1832399999999996</c:v>
                </c:pt>
                <c:pt idx="4986">
                  <c:v>4.2103999999999999</c:v>
                </c:pt>
                <c:pt idx="4987">
                  <c:v>4.1532499999999999</c:v>
                </c:pt>
                <c:pt idx="4988">
                  <c:v>4.1125400000000001</c:v>
                </c:pt>
                <c:pt idx="4989">
                  <c:v>4.0439100000000003</c:v>
                </c:pt>
                <c:pt idx="4990">
                  <c:v>4.0279999999999996</c:v>
                </c:pt>
                <c:pt idx="4991">
                  <c:v>4.0287899999999999</c:v>
                </c:pt>
                <c:pt idx="4992">
                  <c:v>4.0625200000000001</c:v>
                </c:pt>
                <c:pt idx="4993">
                  <c:v>4.05959</c:v>
                </c:pt>
                <c:pt idx="4994">
                  <c:v>4.0114799999999997</c:v>
                </c:pt>
                <c:pt idx="4995">
                  <c:v>4.0254599999999998</c:v>
                </c:pt>
                <c:pt idx="4996">
                  <c:v>#N/A</c:v>
                </c:pt>
                <c:pt idx="4997">
                  <c:v>4.00624</c:v>
                </c:pt>
                <c:pt idx="4998">
                  <c:v>4.0606499999999999</c:v>
                </c:pt>
                <c:pt idx="4999">
                  <c:v>4.0766799999999996</c:v>
                </c:pt>
                <c:pt idx="5000">
                  <c:v>3.9211800000000001</c:v>
                </c:pt>
                <c:pt idx="5001">
                  <c:v>3.7970999999999999</c:v>
                </c:pt>
                <c:pt idx="5002">
                  <c:v>3.6776800000000001</c:v>
                </c:pt>
                <c:pt idx="5003">
                  <c:v>3.64208</c:v>
                </c:pt>
                <c:pt idx="5004">
                  <c:v>3.6777000000000002</c:v>
                </c:pt>
                <c:pt idx="5005">
                  <c:v>3.6325799999999999</c:v>
                </c:pt>
                <c:pt idx="5006">
                  <c:v>3.6068099999999998</c:v>
                </c:pt>
                <c:pt idx="5007">
                  <c:v>3.4908800000000002</c:v>
                </c:pt>
                <c:pt idx="5008">
                  <c:v>3.4799199999999999</c:v>
                </c:pt>
                <c:pt idx="5009">
                  <c:v>3.5869800000000001</c:v>
                </c:pt>
                <c:pt idx="5010">
                  <c:v>3.5590899999999999</c:v>
                </c:pt>
                <c:pt idx="5011">
                  <c:v>#N/A</c:v>
                </c:pt>
                <c:pt idx="5012">
                  <c:v>3.6240600000000001</c:v>
                </c:pt>
                <c:pt idx="5013">
                  <c:v>3.6502300000000001</c:v>
                </c:pt>
                <c:pt idx="5014">
                  <c:v>3.6073200000000001</c:v>
                </c:pt>
                <c:pt idx="5015">
                  <c:v>3.6539999999999999</c:v>
                </c:pt>
                <c:pt idx="5016">
                  <c:v>3.6705299999999998</c:v>
                </c:pt>
                <c:pt idx="5017">
                  <c:v>3.64195</c:v>
                </c:pt>
                <c:pt idx="5018">
                  <c:v>3.73177</c:v>
                </c:pt>
                <c:pt idx="5019">
                  <c:v>3.70018</c:v>
                </c:pt>
                <c:pt idx="5020">
                  <c:v>#N/A</c:v>
                </c:pt>
                <c:pt idx="5021">
                  <c:v>3.6144799999999999</c:v>
                </c:pt>
                <c:pt idx="5022">
                  <c:v>#N/A</c:v>
                </c:pt>
                <c:pt idx="5023">
                  <c:v>3.5680499999999999</c:v>
                </c:pt>
                <c:pt idx="5024">
                  <c:v>3.6270199999999999</c:v>
                </c:pt>
                <c:pt idx="5025">
                  <c:v>3.64737</c:v>
                </c:pt>
                <c:pt idx="5026">
                  <c:v>3.6764999999999999</c:v>
                </c:pt>
                <c:pt idx="5027">
                  <c:v>3.6193</c:v>
                </c:pt>
                <c:pt idx="5028">
                  <c:v>3.5766</c:v>
                </c:pt>
                <c:pt idx="5029">
                  <c:v>3.3952499999999999</c:v>
                </c:pt>
                <c:pt idx="5030">
                  <c:v>3.32023</c:v>
                </c:pt>
                <c:pt idx="5031">
                  <c:v>3.3432400000000002</c:v>
                </c:pt>
                <c:pt idx="5032">
                  <c:v>3.2802600000000002</c:v>
                </c:pt>
                <c:pt idx="5033">
                  <c:v>3.29941</c:v>
                </c:pt>
                <c:pt idx="5034">
                  <c:v>3.2838799999999999</c:v>
                </c:pt>
                <c:pt idx="5035">
                  <c:v>3.2804099999999998</c:v>
                </c:pt>
                <c:pt idx="5036">
                  <c:v>3.2477</c:v>
                </c:pt>
                <c:pt idx="5037">
                  <c:v>3.2724000000000002</c:v>
                </c:pt>
                <c:pt idx="5038">
                  <c:v>3.26356</c:v>
                </c:pt>
                <c:pt idx="5039">
                  <c:v>3.16269</c:v>
                </c:pt>
                <c:pt idx="5040">
                  <c:v>3.17828</c:v>
                </c:pt>
                <c:pt idx="5041">
                  <c:v>3.1314299999999999</c:v>
                </c:pt>
                <c:pt idx="5042">
                  <c:v>3.1342599999999998</c:v>
                </c:pt>
                <c:pt idx="5043">
                  <c:v>3.1675200000000001</c:v>
                </c:pt>
                <c:pt idx="5044">
                  <c:v>3.1754099999999998</c:v>
                </c:pt>
                <c:pt idx="5045">
                  <c:v>3.1817799999999998</c:v>
                </c:pt>
                <c:pt idx="5046">
                  <c:v>3.1675800000000001</c:v>
                </c:pt>
                <c:pt idx="5047">
                  <c:v>3.1777299999999999</c:v>
                </c:pt>
                <c:pt idx="5048">
                  <c:v>3.1804800000000002</c:v>
                </c:pt>
                <c:pt idx="5049">
                  <c:v>3.0978400000000001</c:v>
                </c:pt>
                <c:pt idx="5050">
                  <c:v>3.0889700000000002</c:v>
                </c:pt>
                <c:pt idx="5051">
                  <c:v>3.1280299999999999</c:v>
                </c:pt>
                <c:pt idx="5052">
                  <c:v>#N/A</c:v>
                </c:pt>
                <c:pt idx="5053">
                  <c:v>3.2157800000000001</c:v>
                </c:pt>
                <c:pt idx="5054">
                  <c:v>3.27434</c:v>
                </c:pt>
                <c:pt idx="5055">
                  <c:v>3.3115899999999998</c:v>
                </c:pt>
                <c:pt idx="5056">
                  <c:v>3.3134700000000001</c:v>
                </c:pt>
                <c:pt idx="5057">
                  <c:v>#N/A</c:v>
                </c:pt>
                <c:pt idx="5058">
                  <c:v>3.3173300000000001</c:v>
                </c:pt>
                <c:pt idx="5059">
                  <c:v>3.3517999999999999</c:v>
                </c:pt>
                <c:pt idx="5060">
                  <c:v>3.4203700000000001</c:v>
                </c:pt>
                <c:pt idx="5061">
                  <c:v>3.3966799999999999</c:v>
                </c:pt>
                <c:pt idx="5062">
                  <c:v>3.3588</c:v>
                </c:pt>
                <c:pt idx="5063">
                  <c:v>3.2439100000000001</c:v>
                </c:pt>
                <c:pt idx="5064">
                  <c:v>3.2129099999999999</c:v>
                </c:pt>
                <c:pt idx="5065">
                  <c:v>3.1967099999999999</c:v>
                </c:pt>
                <c:pt idx="5066">
                  <c:v>#N/A</c:v>
                </c:pt>
                <c:pt idx="5067">
                  <c:v>3.2284700000000002</c:v>
                </c:pt>
                <c:pt idx="5068">
                  <c:v>3.33595</c:v>
                </c:pt>
                <c:pt idx="5069">
                  <c:v>3.3690500000000001</c:v>
                </c:pt>
                <c:pt idx="5070">
                  <c:v>3.3635600000000001</c:v>
                </c:pt>
                <c:pt idx="5071">
                  <c:v>3.4043299999999999</c:v>
                </c:pt>
                <c:pt idx="5072">
                  <c:v>3.4524599999999999</c:v>
                </c:pt>
                <c:pt idx="5073">
                  <c:v>3.4119600000000001</c:v>
                </c:pt>
                <c:pt idx="5074">
                  <c:v>3.2967499999999998</c:v>
                </c:pt>
                <c:pt idx="5075">
                  <c:v>3.2860999999999998</c:v>
                </c:pt>
                <c:pt idx="5076">
                  <c:v>3.2962400000000001</c:v>
                </c:pt>
                <c:pt idx="5077">
                  <c:v>3.2300300000000002</c:v>
                </c:pt>
                <c:pt idx="5078">
                  <c:v>3.1480000000000001</c:v>
                </c:pt>
                <c:pt idx="5079">
                  <c:v>3.1802600000000001</c:v>
                </c:pt>
                <c:pt idx="5080">
                  <c:v>3.21529</c:v>
                </c:pt>
                <c:pt idx="5081">
                  <c:v>3.18547</c:v>
                </c:pt>
                <c:pt idx="5082">
                  <c:v>3.25183</c:v>
                </c:pt>
                <c:pt idx="5083">
                  <c:v>3.30132</c:v>
                </c:pt>
                <c:pt idx="5084">
                  <c:v>3.3621300000000001</c:v>
                </c:pt>
                <c:pt idx="5085">
                  <c:v>3.35317</c:v>
                </c:pt>
                <c:pt idx="5086">
                  <c:v>3.38964</c:v>
                </c:pt>
                <c:pt idx="5087">
                  <c:v>3.5138600000000002</c:v>
                </c:pt>
                <c:pt idx="5088">
                  <c:v>3.5767500000000001</c:v>
                </c:pt>
                <c:pt idx="5089">
                  <c:v>3.6206700000000001</c:v>
                </c:pt>
                <c:pt idx="5090">
                  <c:v>3.5963799999999999</c:v>
                </c:pt>
                <c:pt idx="5091">
                  <c:v>#N/A</c:v>
                </c:pt>
                <c:pt idx="5092">
                  <c:v>3.5886499999999999</c:v>
                </c:pt>
                <c:pt idx="5093">
                  <c:v>3.5531600000000001</c:v>
                </c:pt>
                <c:pt idx="5094">
                  <c:v>3.5410499999999998</c:v>
                </c:pt>
                <c:pt idx="5095">
                  <c:v>3.5037799999999999</c:v>
                </c:pt>
                <c:pt idx="5096">
                  <c:v>3.4602900000000001</c:v>
                </c:pt>
                <c:pt idx="5097">
                  <c:v>3.4297399999999998</c:v>
                </c:pt>
                <c:pt idx="5098">
                  <c:v>3.43865</c:v>
                </c:pt>
                <c:pt idx="5099">
                  <c:v>3.4171100000000001</c:v>
                </c:pt>
                <c:pt idx="5100">
                  <c:v>3.4969100000000002</c:v>
                </c:pt>
                <c:pt idx="5101">
                  <c:v>3.4329200000000002</c:v>
                </c:pt>
                <c:pt idx="5102">
                  <c:v>3.41492</c:v>
                </c:pt>
                <c:pt idx="5103">
                  <c:v>3.3811599999999999</c:v>
                </c:pt>
                <c:pt idx="5104">
                  <c:v>3.42462</c:v>
                </c:pt>
                <c:pt idx="5105">
                  <c:v>3.4327899999999998</c:v>
                </c:pt>
                <c:pt idx="5106">
                  <c:v>3.294</c:v>
                </c:pt>
                <c:pt idx="5107">
                  <c:v>3.2340599999999999</c:v>
                </c:pt>
                <c:pt idx="5108">
                  <c:v>3.20885</c:v>
                </c:pt>
                <c:pt idx="5109">
                  <c:v>3.02983</c:v>
                </c:pt>
                <c:pt idx="5110">
                  <c:v>2.9880900000000001</c:v>
                </c:pt>
                <c:pt idx="5111">
                  <c:v>3.1213000000000002</c:v>
                </c:pt>
                <c:pt idx="5112">
                  <c:v>3.1663800000000002</c:v>
                </c:pt>
                <c:pt idx="5113">
                  <c:v>3.18723</c:v>
                </c:pt>
                <c:pt idx="5114">
                  <c:v>3.16567</c:v>
                </c:pt>
                <c:pt idx="5115">
                  <c:v>3.14133</c:v>
                </c:pt>
                <c:pt idx="5116">
                  <c:v>3.19163</c:v>
                </c:pt>
                <c:pt idx="5117">
                  <c:v>3.1122399999999999</c:v>
                </c:pt>
                <c:pt idx="5118">
                  <c:v>3.11565</c:v>
                </c:pt>
                <c:pt idx="5119">
                  <c:v>3.2337799999999999</c:v>
                </c:pt>
                <c:pt idx="5120">
                  <c:v>3.2254999999999998</c:v>
                </c:pt>
                <c:pt idx="5121">
                  <c:v>3.2118099999999998</c:v>
                </c:pt>
                <c:pt idx="5122">
                  <c:v>3.18126</c:v>
                </c:pt>
                <c:pt idx="5123">
                  <c:v>3.1501700000000001</c:v>
                </c:pt>
                <c:pt idx="5124">
                  <c:v>#N/A</c:v>
                </c:pt>
                <c:pt idx="5125">
                  <c:v>3.0896300000000001</c:v>
                </c:pt>
                <c:pt idx="5126">
                  <c:v>3.1283099999999999</c:v>
                </c:pt>
                <c:pt idx="5127">
                  <c:v>3.0947100000000001</c:v>
                </c:pt>
                <c:pt idx="5128">
                  <c:v>3.0089299999999999</c:v>
                </c:pt>
                <c:pt idx="5129">
                  <c:v>3.0380500000000001</c:v>
                </c:pt>
                <c:pt idx="5130">
                  <c:v>2.9961099999999998</c:v>
                </c:pt>
                <c:pt idx="5131">
                  <c:v>2.96468</c:v>
                </c:pt>
                <c:pt idx="5132">
                  <c:v>2.9849199999999998</c:v>
                </c:pt>
                <c:pt idx="5133">
                  <c:v>2.9964599999999999</c:v>
                </c:pt>
                <c:pt idx="5134">
                  <c:v>2.99594</c:v>
                </c:pt>
                <c:pt idx="5135">
                  <c:v>2.9906000000000001</c:v>
                </c:pt>
                <c:pt idx="5136">
                  <c:v>2.97458</c:v>
                </c:pt>
                <c:pt idx="5137">
                  <c:v>3.0096500000000002</c:v>
                </c:pt>
                <c:pt idx="5138">
                  <c:v>3.0768900000000001</c:v>
                </c:pt>
                <c:pt idx="5139">
                  <c:v>2.9441000000000002</c:v>
                </c:pt>
                <c:pt idx="5140">
                  <c:v>2.94224</c:v>
                </c:pt>
                <c:pt idx="5141">
                  <c:v>2.9480900000000001</c:v>
                </c:pt>
                <c:pt idx="5142">
                  <c:v>2.8935200000000001</c:v>
                </c:pt>
                <c:pt idx="5143">
                  <c:v>2.86267</c:v>
                </c:pt>
                <c:pt idx="5144">
                  <c:v>2.8041299999999998</c:v>
                </c:pt>
                <c:pt idx="5145">
                  <c:v>2.77624</c:v>
                </c:pt>
                <c:pt idx="5146">
                  <c:v>#N/A</c:v>
                </c:pt>
                <c:pt idx="5147">
                  <c:v>2.7819699999999998</c:v>
                </c:pt>
                <c:pt idx="5148">
                  <c:v>2.83765</c:v>
                </c:pt>
                <c:pt idx="5149">
                  <c:v>2.7518899999999999</c:v>
                </c:pt>
                <c:pt idx="5150">
                  <c:v>2.7189700000000001</c:v>
                </c:pt>
                <c:pt idx="5151">
                  <c:v>#N/A</c:v>
                </c:pt>
                <c:pt idx="5152">
                  <c:v>2.8319399999999999</c:v>
                </c:pt>
                <c:pt idx="5153">
                  <c:v>2.8319399999999999</c:v>
                </c:pt>
                <c:pt idx="5154">
                  <c:v>3.0074900000000002</c:v>
                </c:pt>
                <c:pt idx="5155">
                  <c:v>2.96922</c:v>
                </c:pt>
                <c:pt idx="5156">
                  <c:v>2.9447399999999999</c:v>
                </c:pt>
                <c:pt idx="5157">
                  <c:v>3.0800399999999999</c:v>
                </c:pt>
                <c:pt idx="5158">
                  <c:v>3.1177600000000001</c:v>
                </c:pt>
                <c:pt idx="5159">
                  <c:v>3.0381499999999999</c:v>
                </c:pt>
                <c:pt idx="5160">
                  <c:v>3.0092500000000002</c:v>
                </c:pt>
                <c:pt idx="5161">
                  <c:v>2.9546299999999999</c:v>
                </c:pt>
                <c:pt idx="5162">
                  <c:v>2.9204300000000001</c:v>
                </c:pt>
                <c:pt idx="5163">
                  <c:v>2.98624</c:v>
                </c:pt>
                <c:pt idx="5164">
                  <c:v>3.0221499999999999</c:v>
                </c:pt>
                <c:pt idx="5165">
                  <c:v>3.0969000000000002</c:v>
                </c:pt>
                <c:pt idx="5166">
                  <c:v>3.1241699999999999</c:v>
                </c:pt>
                <c:pt idx="5167">
                  <c:v>3.1759400000000002</c:v>
                </c:pt>
                <c:pt idx="5168">
                  <c:v>3.1155200000000001</c:v>
                </c:pt>
                <c:pt idx="5169">
                  <c:v>3.09904</c:v>
                </c:pt>
                <c:pt idx="5170">
                  <c:v>3.0550799999999998</c:v>
                </c:pt>
                <c:pt idx="5171">
                  <c:v>3.0045999999999999</c:v>
                </c:pt>
                <c:pt idx="5172">
                  <c:v>3.0072000000000001</c:v>
                </c:pt>
                <c:pt idx="5173">
                  <c:v>3.09612</c:v>
                </c:pt>
                <c:pt idx="5174">
                  <c:v>3.09612</c:v>
                </c:pt>
                <c:pt idx="5175">
                  <c:v>3.2063600000000001</c:v>
                </c:pt>
                <c:pt idx="5176">
                  <c:v>3.2440600000000002</c:v>
                </c:pt>
                <c:pt idx="5177">
                  <c:v>3.2295600000000002</c:v>
                </c:pt>
                <c:pt idx="5178">
                  <c:v>3.1853199999999999</c:v>
                </c:pt>
                <c:pt idx="5179">
                  <c:v>3.21095</c:v>
                </c:pt>
                <c:pt idx="5180">
                  <c:v>3.2231100000000001</c:v>
                </c:pt>
                <c:pt idx="5181">
                  <c:v>3.1810999999999998</c:v>
                </c:pt>
                <c:pt idx="5182">
                  <c:v>3.1265399999999999</c:v>
                </c:pt>
                <c:pt idx="5183">
                  <c:v>3.1038299999999999</c:v>
                </c:pt>
                <c:pt idx="5184">
                  <c:v>3.0214400000000001</c:v>
                </c:pt>
                <c:pt idx="5185">
                  <c:v>3.0182799999999999</c:v>
                </c:pt>
                <c:pt idx="5186">
                  <c:v>3.0408499999999998</c:v>
                </c:pt>
                <c:pt idx="5187">
                  <c:v>3.0322200000000001</c:v>
                </c:pt>
                <c:pt idx="5188">
                  <c:v>2.98007</c:v>
                </c:pt>
                <c:pt idx="5189">
                  <c:v>2.9700799999999998</c:v>
                </c:pt>
                <c:pt idx="5190">
                  <c:v>2.9743499999999998</c:v>
                </c:pt>
                <c:pt idx="5191">
                  <c:v>2.9935200000000002</c:v>
                </c:pt>
                <c:pt idx="5192">
                  <c:v>2.9932500000000002</c:v>
                </c:pt>
                <c:pt idx="5193">
                  <c:v>3.0104799999999998</c:v>
                </c:pt>
                <c:pt idx="5194">
                  <c:v>3.0242</c:v>
                </c:pt>
                <c:pt idx="5195">
                  <c:v>3.0681600000000002</c:v>
                </c:pt>
                <c:pt idx="5196">
                  <c:v>3.0530900000000001</c:v>
                </c:pt>
                <c:pt idx="5197">
                  <c:v>3.08053</c:v>
                </c:pt>
                <c:pt idx="5198">
                  <c:v>3.0675699999999999</c:v>
                </c:pt>
                <c:pt idx="5199">
                  <c:v>3.05206</c:v>
                </c:pt>
                <c:pt idx="5200">
                  <c:v>3.00834</c:v>
                </c:pt>
                <c:pt idx="5201">
                  <c:v>2.9191199999999999</c:v>
                </c:pt>
                <c:pt idx="5202">
                  <c:v>2.9098199999999999</c:v>
                </c:pt>
                <c:pt idx="5203">
                  <c:v>2.9219599999999999</c:v>
                </c:pt>
                <c:pt idx="5204">
                  <c:v>2.9280599999999999</c:v>
                </c:pt>
                <c:pt idx="5205">
                  <c:v>2.94394</c:v>
                </c:pt>
                <c:pt idx="5206">
                  <c:v>2.87608</c:v>
                </c:pt>
                <c:pt idx="5207">
                  <c:v>2.7944100000000001</c:v>
                </c:pt>
                <c:pt idx="5208">
                  <c:v>2.8706700000000001</c:v>
                </c:pt>
                <c:pt idx="5209">
                  <c:v>2.8802599999999998</c:v>
                </c:pt>
                <c:pt idx="5210">
                  <c:v>2.91859</c:v>
                </c:pt>
                <c:pt idx="5211">
                  <c:v>2.9206099999999999</c:v>
                </c:pt>
                <c:pt idx="5212">
                  <c:v>2.90218</c:v>
                </c:pt>
                <c:pt idx="5213">
                  <c:v>2.9120900000000001</c:v>
                </c:pt>
                <c:pt idx="5214">
                  <c:v>2.8532600000000001</c:v>
                </c:pt>
                <c:pt idx="5215">
                  <c:v>2.8750499999999999</c:v>
                </c:pt>
                <c:pt idx="5216">
                  <c:v>2.8118099999999999</c:v>
                </c:pt>
                <c:pt idx="5217">
                  <c:v>2.78145</c:v>
                </c:pt>
                <c:pt idx="5218">
                  <c:v>2.7706200000000001</c:v>
                </c:pt>
                <c:pt idx="5219">
                  <c:v>2.7494800000000001</c:v>
                </c:pt>
                <c:pt idx="5220">
                  <c:v>2.7658200000000002</c:v>
                </c:pt>
                <c:pt idx="5221">
                  <c:v>2.8607200000000002</c:v>
                </c:pt>
                <c:pt idx="5222">
                  <c:v>2.9569000000000001</c:v>
                </c:pt>
                <c:pt idx="5223">
                  <c:v>2.9649999999999999</c:v>
                </c:pt>
                <c:pt idx="5224">
                  <c:v>3.0048400000000002</c:v>
                </c:pt>
                <c:pt idx="5225">
                  <c:v>3.0217900000000002</c:v>
                </c:pt>
                <c:pt idx="5226">
                  <c:v>3.0464699999999998</c:v>
                </c:pt>
                <c:pt idx="5227">
                  <c:v>2.9849800000000002</c:v>
                </c:pt>
                <c:pt idx="5228">
                  <c:v>2.9737900000000002</c:v>
                </c:pt>
                <c:pt idx="5229">
                  <c:v>2.99647</c:v>
                </c:pt>
                <c:pt idx="5230">
                  <c:v>2.93512</c:v>
                </c:pt>
                <c:pt idx="5231">
                  <c:v>3.0293800000000002</c:v>
                </c:pt>
                <c:pt idx="5232">
                  <c:v>3.04176</c:v>
                </c:pt>
                <c:pt idx="5233">
                  <c:v>2.9941900000000001</c:v>
                </c:pt>
                <c:pt idx="5234">
                  <c:v>2.9352499999999999</c:v>
                </c:pt>
                <c:pt idx="5235">
                  <c:v>2.8292899999999999</c:v>
                </c:pt>
                <c:pt idx="5236">
                  <c:v>2.86856</c:v>
                </c:pt>
                <c:pt idx="5237">
                  <c:v>2.9002599999999998</c:v>
                </c:pt>
                <c:pt idx="5238">
                  <c:v>2.8886500000000002</c:v>
                </c:pt>
                <c:pt idx="5239">
                  <c:v>2.87534</c:v>
                </c:pt>
                <c:pt idx="5240">
                  <c:v>2.8953000000000002</c:v>
                </c:pt>
                <c:pt idx="5241">
                  <c:v>2.94218</c:v>
                </c:pt>
                <c:pt idx="5242">
                  <c:v>2.9067500000000002</c:v>
                </c:pt>
                <c:pt idx="5243">
                  <c:v>2.9190399999999999</c:v>
                </c:pt>
                <c:pt idx="5244">
                  <c:v>2.9420199999999999</c:v>
                </c:pt>
                <c:pt idx="5245">
                  <c:v>2.9081800000000002</c:v>
                </c:pt>
                <c:pt idx="5246">
                  <c:v>2.9501499999999998</c:v>
                </c:pt>
                <c:pt idx="5247">
                  <c:v>3.0076399999999999</c:v>
                </c:pt>
                <c:pt idx="5248">
                  <c:v>3.06135</c:v>
                </c:pt>
                <c:pt idx="5249">
                  <c:v>3.1061100000000001</c:v>
                </c:pt>
                <c:pt idx="5250">
                  <c:v>3.1730200000000002</c:v>
                </c:pt>
                <c:pt idx="5251">
                  <c:v>3.03146</c:v>
                </c:pt>
                <c:pt idx="5252">
                  <c:v>3.0217000000000001</c:v>
                </c:pt>
                <c:pt idx="5253">
                  <c:v>3.0573800000000002</c:v>
                </c:pt>
                <c:pt idx="5254">
                  <c:v>3.0999300000000001</c:v>
                </c:pt>
                <c:pt idx="5255">
                  <c:v>3.1243099999999999</c:v>
                </c:pt>
                <c:pt idx="5256">
                  <c:v>3.1175199999999998</c:v>
                </c:pt>
                <c:pt idx="5257">
                  <c:v>2.99403</c:v>
                </c:pt>
                <c:pt idx="5258">
                  <c:v>2.9982600000000001</c:v>
                </c:pt>
                <c:pt idx="5259">
                  <c:v>3.0528400000000002</c:v>
                </c:pt>
                <c:pt idx="5260">
                  <c:v>3.0276100000000001</c:v>
                </c:pt>
                <c:pt idx="5261">
                  <c:v>3.14968</c:v>
                </c:pt>
                <c:pt idx="5262">
                  <c:v>3.23563</c:v>
                </c:pt>
                <c:pt idx="5263">
                  <c:v>3.2898499999999999</c:v>
                </c:pt>
                <c:pt idx="5264">
                  <c:v>3.20601</c:v>
                </c:pt>
                <c:pt idx="5265">
                  <c:v>3.2313000000000001</c:v>
                </c:pt>
                <c:pt idx="5266">
                  <c:v>3.2230300000000001</c:v>
                </c:pt>
                <c:pt idx="5267">
                  <c:v>3.1883499999999998</c:v>
                </c:pt>
                <c:pt idx="5268">
                  <c:v>3.12757</c:v>
                </c:pt>
                <c:pt idx="5269">
                  <c:v>3.11131</c:v>
                </c:pt>
                <c:pt idx="5270">
                  <c:v>3.1092499999999998</c:v>
                </c:pt>
                <c:pt idx="5271">
                  <c:v>3.0539399999999999</c:v>
                </c:pt>
                <c:pt idx="5272">
                  <c:v>3.1610499999999999</c:v>
                </c:pt>
                <c:pt idx="5273">
                  <c:v>3.1477200000000001</c:v>
                </c:pt>
                <c:pt idx="5274">
                  <c:v>3.0618099999999999</c:v>
                </c:pt>
                <c:pt idx="5275">
                  <c:v>3.0555099999999999</c:v>
                </c:pt>
                <c:pt idx="5276">
                  <c:v>3.0200100000000001</c:v>
                </c:pt>
                <c:pt idx="5277">
                  <c:v>3.06819</c:v>
                </c:pt>
                <c:pt idx="5278">
                  <c:v>3.0365199999999999</c:v>
                </c:pt>
                <c:pt idx="5279">
                  <c:v>3.0413800000000002</c:v>
                </c:pt>
                <c:pt idx="5280">
                  <c:v>3.01688</c:v>
                </c:pt>
                <c:pt idx="5281">
                  <c:v>3.03891</c:v>
                </c:pt>
                <c:pt idx="5282">
                  <c:v>3.0245299999999999</c:v>
                </c:pt>
                <c:pt idx="5283">
                  <c:v>3.1252499999999999</c:v>
                </c:pt>
                <c:pt idx="5284">
                  <c:v>3.12799</c:v>
                </c:pt>
                <c:pt idx="5285">
                  <c:v>3.1637400000000002</c:v>
                </c:pt>
                <c:pt idx="5286">
                  <c:v>3.1141999999999999</c:v>
                </c:pt>
                <c:pt idx="5287">
                  <c:v>3.06019</c:v>
                </c:pt>
                <c:pt idx="5288">
                  <c:v>3.0931700000000002</c:v>
                </c:pt>
                <c:pt idx="5289">
                  <c:v>3.0791499999999998</c:v>
                </c:pt>
                <c:pt idx="5290">
                  <c:v>3.0778099999999999</c:v>
                </c:pt>
                <c:pt idx="5291">
                  <c:v>3.1129899999999999</c:v>
                </c:pt>
                <c:pt idx="5292">
                  <c:v>3.1326800000000001</c:v>
                </c:pt>
                <c:pt idx="5293">
                  <c:v>3.15164</c:v>
                </c:pt>
                <c:pt idx="5294">
                  <c:v>3.2745299999999999</c:v>
                </c:pt>
                <c:pt idx="5295">
                  <c:v>3.3649200000000001</c:v>
                </c:pt>
                <c:pt idx="5296">
                  <c:v>3.3915600000000001</c:v>
                </c:pt>
                <c:pt idx="5297">
                  <c:v>3.3876599999999999</c:v>
                </c:pt>
                <c:pt idx="5298">
                  <c:v>3.31291</c:v>
                </c:pt>
                <c:pt idx="5299">
                  <c:v>3.29006</c:v>
                </c:pt>
                <c:pt idx="5300">
                  <c:v>3.26444</c:v>
                </c:pt>
                <c:pt idx="5301">
                  <c:v>3.2835800000000002</c:v>
                </c:pt>
                <c:pt idx="5302">
                  <c:v>3.2414999999999998</c:v>
                </c:pt>
                <c:pt idx="5303">
                  <c:v>3.23787</c:v>
                </c:pt>
                <c:pt idx="5304">
                  <c:v>3.2140300000000002</c:v>
                </c:pt>
                <c:pt idx="5305">
                  <c:v>3.1976100000000001</c:v>
                </c:pt>
                <c:pt idx="5306">
                  <c:v>3.1553499999999999</c:v>
                </c:pt>
                <c:pt idx="5307">
                  <c:v>3.1518999999999999</c:v>
                </c:pt>
                <c:pt idx="5308">
                  <c:v>3.1269100000000001</c:v>
                </c:pt>
                <c:pt idx="5309">
                  <c:v>3.1261800000000002</c:v>
                </c:pt>
                <c:pt idx="5310">
                  <c:v>3.1450399999999998</c:v>
                </c:pt>
                <c:pt idx="5311">
                  <c:v>3.1145</c:v>
                </c:pt>
                <c:pt idx="5312">
                  <c:v>3.11795</c:v>
                </c:pt>
                <c:pt idx="5313">
                  <c:v>3.1721400000000002</c:v>
                </c:pt>
                <c:pt idx="5314">
                  <c:v>3.1815699999999998</c:v>
                </c:pt>
                <c:pt idx="5315">
                  <c:v>3.1345100000000001</c:v>
                </c:pt>
                <c:pt idx="5316">
                  <c:v>3.2448399999999999</c:v>
                </c:pt>
                <c:pt idx="5317">
                  <c:v>3.29941</c:v>
                </c:pt>
                <c:pt idx="5318">
                  <c:v>3.2886099999999998</c:v>
                </c:pt>
                <c:pt idx="5319">
                  <c:v>3.3345600000000002</c:v>
                </c:pt>
                <c:pt idx="5320">
                  <c:v>3.3607100000000001</c:v>
                </c:pt>
                <c:pt idx="5321">
                  <c:v>3.4049299999999998</c:v>
                </c:pt>
                <c:pt idx="5322">
                  <c:v>3.37669</c:v>
                </c:pt>
                <c:pt idx="5323">
                  <c:v>3.3352300000000001</c:v>
                </c:pt>
                <c:pt idx="5324">
                  <c:v>3.3085200000000001</c:v>
                </c:pt>
                <c:pt idx="5325">
                  <c:v>3.27657</c:v>
                </c:pt>
                <c:pt idx="5326">
                  <c:v>3.21088</c:v>
                </c:pt>
                <c:pt idx="5327">
                  <c:v>3.1665700000000001</c:v>
                </c:pt>
                <c:pt idx="5328">
                  <c:v>3.1743600000000001</c:v>
                </c:pt>
                <c:pt idx="5329">
                  <c:v>3.1293500000000001</c:v>
                </c:pt>
                <c:pt idx="5330">
                  <c:v>3.14818</c:v>
                </c:pt>
                <c:pt idx="5331">
                  <c:v>3.1418499999999998</c:v>
                </c:pt>
                <c:pt idx="5332">
                  <c:v>3.1646800000000002</c:v>
                </c:pt>
                <c:pt idx="5333">
                  <c:v>3.1941899999999999</c:v>
                </c:pt>
                <c:pt idx="5334">
                  <c:v>3.2073800000000001</c:v>
                </c:pt>
                <c:pt idx="5335">
                  <c:v>3.1715100000000001</c:v>
                </c:pt>
                <c:pt idx="5336">
                  <c:v>3.27657</c:v>
                </c:pt>
                <c:pt idx="5337">
                  <c:v>3.21088</c:v>
                </c:pt>
                <c:pt idx="5338">
                  <c:v>3.1665700000000001</c:v>
                </c:pt>
                <c:pt idx="5339">
                  <c:v>3.1743600000000001</c:v>
                </c:pt>
                <c:pt idx="5340">
                  <c:v>3.1293500000000001</c:v>
                </c:pt>
                <c:pt idx="5341">
                  <c:v>3.14818</c:v>
                </c:pt>
                <c:pt idx="5342">
                  <c:v>3.1418499999999998</c:v>
                </c:pt>
                <c:pt idx="5343">
                  <c:v>3.1646800000000002</c:v>
                </c:pt>
                <c:pt idx="5344">
                  <c:v>3.1941899999999999</c:v>
                </c:pt>
                <c:pt idx="5345">
                  <c:v>3.2073800000000001</c:v>
                </c:pt>
                <c:pt idx="5346">
                  <c:v>3.1715100000000001</c:v>
                </c:pt>
                <c:pt idx="5347">
                  <c:v>3.1577299999999999</c:v>
                </c:pt>
                <c:pt idx="5348">
                  <c:v>3.1577299999999999</c:v>
                </c:pt>
                <c:pt idx="5349">
                  <c:v>3.1213700000000002</c:v>
                </c:pt>
                <c:pt idx="5350">
                  <c:v>3.0797599999999998</c:v>
                </c:pt>
                <c:pt idx="5351">
                  <c:v>3.0246599999999999</c:v>
                </c:pt>
                <c:pt idx="5352">
                  <c:v>3.0392999999999999</c:v>
                </c:pt>
                <c:pt idx="5353">
                  <c:v>3.0693000000000001</c:v>
                </c:pt>
                <c:pt idx="5354">
                  <c:v>3.0752600000000001</c:v>
                </c:pt>
                <c:pt idx="5355">
                  <c:v>3.1138499999999998</c:v>
                </c:pt>
                <c:pt idx="5356">
                  <c:v>3.1040700000000001</c:v>
                </c:pt>
                <c:pt idx="5357">
                  <c:v>3.0871</c:v>
                </c:pt>
                <c:pt idx="5358">
                  <c:v>3.0584600000000002</c:v>
                </c:pt>
                <c:pt idx="5359">
                  <c:v>3.01173</c:v>
                </c:pt>
                <c:pt idx="5360">
                  <c:v>3.03071</c:v>
                </c:pt>
                <c:pt idx="5361">
                  <c:v>3.04623</c:v>
                </c:pt>
                <c:pt idx="5362">
                  <c:v>3.13415</c:v>
                </c:pt>
                <c:pt idx="5363">
                  <c:v>3.13767</c:v>
                </c:pt>
                <c:pt idx="5364">
                  <c:v>3.1827000000000001</c:v>
                </c:pt>
                <c:pt idx="5365">
                  <c:v>3.19625</c:v>
                </c:pt>
                <c:pt idx="5366">
                  <c:v>3.19625</c:v>
                </c:pt>
                <c:pt idx="5367">
                  <c:v>3.20689</c:v>
                </c:pt>
                <c:pt idx="5368">
                  <c:v>3.2608100000000002</c:v>
                </c:pt>
                <c:pt idx="5369">
                  <c:v>3.3679999999999999</c:v>
                </c:pt>
                <c:pt idx="5370">
                  <c:v>3.3679999999999999</c:v>
                </c:pt>
                <c:pt idx="5371">
                  <c:v>3.3392499999999998</c:v>
                </c:pt>
                <c:pt idx="5372">
                  <c:v>3.4256899999999999</c:v>
                </c:pt>
                <c:pt idx="5373">
                  <c:v>3.4619200000000001</c:v>
                </c:pt>
                <c:pt idx="5374">
                  <c:v>3.3845200000000002</c:v>
                </c:pt>
                <c:pt idx="5375">
                  <c:v>3.16554</c:v>
                </c:pt>
                <c:pt idx="5376">
                  <c:v>3.1824599999999998</c:v>
                </c:pt>
                <c:pt idx="5377">
                  <c:v>3.1158700000000001</c:v>
                </c:pt>
                <c:pt idx="5378">
                  <c:v>3.1140500000000002</c:v>
                </c:pt>
                <c:pt idx="5379">
                  <c:v>3.1936300000000002</c:v>
                </c:pt>
                <c:pt idx="5380">
                  <c:v>3.2785700000000002</c:v>
                </c:pt>
                <c:pt idx="5381">
                  <c:v>3.2829600000000001</c:v>
                </c:pt>
                <c:pt idx="5382">
                  <c:v>3.2164799999999998</c:v>
                </c:pt>
                <c:pt idx="5383">
                  <c:v>3.1259600000000001</c:v>
                </c:pt>
                <c:pt idx="5384">
                  <c:v>3.12439</c:v>
                </c:pt>
                <c:pt idx="5385">
                  <c:v>3.1602600000000001</c:v>
                </c:pt>
                <c:pt idx="5386">
                  <c:v>3.23434</c:v>
                </c:pt>
                <c:pt idx="5387">
                  <c:v>3.2176100000000001</c:v>
                </c:pt>
                <c:pt idx="5388">
                  <c:v>3.2082899999999999</c:v>
                </c:pt>
                <c:pt idx="5389">
                  <c:v>3.3040799999999999</c:v>
                </c:pt>
                <c:pt idx="5390">
                  <c:v>3.3195000000000001</c:v>
                </c:pt>
                <c:pt idx="5391">
                  <c:v>3.2575799999999999</c:v>
                </c:pt>
                <c:pt idx="5392">
                  <c:v>3.30748</c:v>
                </c:pt>
                <c:pt idx="5393">
                  <c:v>3.2883200000000001</c:v>
                </c:pt>
                <c:pt idx="5394">
                  <c:v>3.26058</c:v>
                </c:pt>
                <c:pt idx="5395">
                  <c:v>3.2318500000000001</c:v>
                </c:pt>
                <c:pt idx="5396">
                  <c:v>3.2271200000000002</c:v>
                </c:pt>
                <c:pt idx="5397">
                  <c:v>3.1587499999999999</c:v>
                </c:pt>
                <c:pt idx="5398">
                  <c:v>3.0537200000000002</c:v>
                </c:pt>
                <c:pt idx="5399">
                  <c:v>3.0877599999999998</c:v>
                </c:pt>
                <c:pt idx="5400">
                  <c:v>3.1596299999999999</c:v>
                </c:pt>
                <c:pt idx="5401">
                  <c:v>3.1939000000000002</c:v>
                </c:pt>
                <c:pt idx="5402">
                  <c:v>3.1425100000000001</c:v>
                </c:pt>
                <c:pt idx="5403">
                  <c:v>3.2858800000000001</c:v>
                </c:pt>
                <c:pt idx="5404">
                  <c:v>3.2516500000000002</c:v>
                </c:pt>
                <c:pt idx="5405">
                  <c:v>3.2158199999999999</c:v>
                </c:pt>
                <c:pt idx="5406">
                  <c:v>3.2515800000000001</c:v>
                </c:pt>
                <c:pt idx="5407">
                  <c:v>3.2677700000000001</c:v>
                </c:pt>
                <c:pt idx="5408">
                  <c:v>3.2263999999999999</c:v>
                </c:pt>
                <c:pt idx="5409">
                  <c:v>3.3123</c:v>
                </c:pt>
                <c:pt idx="5410">
                  <c:v>3.29908</c:v>
                </c:pt>
                <c:pt idx="5411">
                  <c:v>3.3217500000000002</c:v>
                </c:pt>
                <c:pt idx="5412">
                  <c:v>3.2480799999999999</c:v>
                </c:pt>
                <c:pt idx="5413">
                  <c:v>3.2297500000000001</c:v>
                </c:pt>
                <c:pt idx="5414">
                  <c:v>3.2080000000000002</c:v>
                </c:pt>
                <c:pt idx="5415">
                  <c:v>3.2861899999999999</c:v>
                </c:pt>
                <c:pt idx="5416">
                  <c:v>3.2798600000000002</c:v>
                </c:pt>
                <c:pt idx="5417">
                  <c:v>3.2740999999999998</c:v>
                </c:pt>
                <c:pt idx="5418">
                  <c:v>3.2658</c:v>
                </c:pt>
                <c:pt idx="5419">
                  <c:v>3.2379600000000002</c:v>
                </c:pt>
                <c:pt idx="5420">
                  <c:v>3.17</c:v>
                </c:pt>
                <c:pt idx="5421">
                  <c:v>3.14</c:v>
                </c:pt>
                <c:pt idx="5422">
                  <c:v>3.15</c:v>
                </c:pt>
                <c:pt idx="5423">
                  <c:v>3.15</c:v>
                </c:pt>
                <c:pt idx="5424">
                  <c:v>3.19</c:v>
                </c:pt>
                <c:pt idx="5425">
                  <c:v>3.13</c:v>
                </c:pt>
                <c:pt idx="5426">
                  <c:v>3.15</c:v>
                </c:pt>
                <c:pt idx="5427">
                  <c:v>3.13</c:v>
                </c:pt>
                <c:pt idx="5428" formatCode="0.00">
                  <c:v>3.21</c:v>
                </c:pt>
                <c:pt idx="5429" formatCode="0.00">
                  <c:v>3.23</c:v>
                </c:pt>
                <c:pt idx="5430" formatCode="0.00">
                  <c:v>3.26</c:v>
                </c:pt>
                <c:pt idx="5431" formatCode="0.00">
                  <c:v>3.2</c:v>
                </c:pt>
                <c:pt idx="5432" formatCode="0.00">
                  <c:v>3.27</c:v>
                </c:pt>
                <c:pt idx="5433" formatCode="0.00">
                  <c:v>3.26</c:v>
                </c:pt>
                <c:pt idx="5434">
                  <c:v>3.3</c:v>
                </c:pt>
                <c:pt idx="5435">
                  <c:v>3.31</c:v>
                </c:pt>
                <c:pt idx="5436">
                  <c:v>3.32</c:v>
                </c:pt>
                <c:pt idx="5437">
                  <c:v>3.28</c:v>
                </c:pt>
                <c:pt idx="5438">
                  <c:v>3.26</c:v>
                </c:pt>
                <c:pt idx="5439">
                  <c:v>3.26</c:v>
                </c:pt>
                <c:pt idx="5440">
                  <c:v>3.21</c:v>
                </c:pt>
                <c:pt idx="5441">
                  <c:v>3.22</c:v>
                </c:pt>
                <c:pt idx="5442">
                  <c:v>3.16</c:v>
                </c:pt>
                <c:pt idx="5443">
                  <c:v>3.14</c:v>
                </c:pt>
                <c:pt idx="5444">
                  <c:v>3.16</c:v>
                </c:pt>
                <c:pt idx="5445">
                  <c:v>3.19</c:v>
                </c:pt>
                <c:pt idx="5446">
                  <c:v>3.26</c:v>
                </c:pt>
                <c:pt idx="5447">
                  <c:v>3.28</c:v>
                </c:pt>
                <c:pt idx="5448">
                  <c:v>3.32</c:v>
                </c:pt>
                <c:pt idx="5449">
                  <c:v>3.3</c:v>
                </c:pt>
                <c:pt idx="5450">
                  <c:v>3.32</c:v>
                </c:pt>
                <c:pt idx="5451">
                  <c:v>3.36</c:v>
                </c:pt>
                <c:pt idx="5452">
                  <c:v>3.38</c:v>
                </c:pt>
                <c:pt idx="5453">
                  <c:v>3.34</c:v>
                </c:pt>
                <c:pt idx="5454">
                  <c:v>3.25</c:v>
                </c:pt>
                <c:pt idx="5455">
                  <c:v>3.33</c:v>
                </c:pt>
                <c:pt idx="5456">
                  <c:v>3.3</c:v>
                </c:pt>
                <c:pt idx="5457">
                  <c:v>3.35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4F6-45AE-896D-C09EA58BC0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63472816"/>
        <c:axId val="1763461776"/>
      </c:lineChart>
      <c:dateAx>
        <c:axId val="1763444016"/>
        <c:scaling>
          <c:orientation val="minMax"/>
          <c:max val="45726"/>
          <c:min val="39517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/d/yyyy" sourceLinked="1"/>
        <c:majorTickMark val="none"/>
        <c:minorTickMark val="none"/>
        <c:tickLblPos val="nextTo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763457936"/>
        <c:crosses val="autoZero"/>
        <c:auto val="1"/>
        <c:lblOffset val="100"/>
        <c:baseTimeUnit val="days"/>
      </c:dateAx>
      <c:valAx>
        <c:axId val="17634579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763444016"/>
        <c:crosses val="autoZero"/>
        <c:crossBetween val="between"/>
        <c:majorUnit val="3"/>
      </c:valAx>
      <c:valAx>
        <c:axId val="1763461776"/>
        <c:scaling>
          <c:orientation val="minMax"/>
          <c:max val="6"/>
        </c:scaling>
        <c:delete val="0"/>
        <c:axPos val="r"/>
        <c:numFmt formatCode="0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763472816"/>
        <c:crosses val="max"/>
        <c:crossBetween val="between"/>
        <c:majorUnit val="1"/>
      </c:valAx>
      <c:dateAx>
        <c:axId val="1763472816"/>
        <c:scaling>
          <c:orientation val="minMax"/>
        </c:scaling>
        <c:delete val="1"/>
        <c:axPos val="b"/>
        <c:numFmt formatCode="m/d/yyyy" sourceLinked="1"/>
        <c:majorTickMark val="out"/>
        <c:minorTickMark val="none"/>
        <c:tickLblPos val="nextTo"/>
        <c:crossAx val="1763461776"/>
        <c:crosses val="autoZero"/>
        <c:auto val="1"/>
        <c:lblOffset val="100"/>
        <c:baseTimeUnit val="days"/>
      </c:date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1"/>
          <c:order val="1"/>
          <c:tx>
            <c:strRef>
              <c:f>Hoja2!$D$2</c:f>
              <c:strCache>
                <c:ptCount val="1"/>
                <c:pt idx="0">
                  <c:v>TES 10 años</c:v>
                </c:pt>
              </c:strCache>
            </c:strRef>
          </c:tx>
          <c:spPr>
            <a:ln w="12700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cat>
            <c:numRef>
              <c:f>Hoja2!$B$316:$B$5773</c:f>
              <c:numCache>
                <c:formatCode>m/d/yyyy</c:formatCode>
                <c:ptCount val="5458"/>
                <c:pt idx="0">
                  <c:v>38070</c:v>
                </c:pt>
                <c:pt idx="1">
                  <c:v>38071</c:v>
                </c:pt>
                <c:pt idx="2">
                  <c:v>38072</c:v>
                </c:pt>
                <c:pt idx="3">
                  <c:v>38075</c:v>
                </c:pt>
                <c:pt idx="4">
                  <c:v>38076</c:v>
                </c:pt>
                <c:pt idx="5">
                  <c:v>38077</c:v>
                </c:pt>
                <c:pt idx="6">
                  <c:v>38078</c:v>
                </c:pt>
                <c:pt idx="7">
                  <c:v>38079</c:v>
                </c:pt>
                <c:pt idx="8">
                  <c:v>38082</c:v>
                </c:pt>
                <c:pt idx="9">
                  <c:v>38083</c:v>
                </c:pt>
                <c:pt idx="10">
                  <c:v>38084</c:v>
                </c:pt>
                <c:pt idx="11">
                  <c:v>38085</c:v>
                </c:pt>
                <c:pt idx="12">
                  <c:v>38089</c:v>
                </c:pt>
                <c:pt idx="13">
                  <c:v>38090</c:v>
                </c:pt>
                <c:pt idx="14">
                  <c:v>38091</c:v>
                </c:pt>
                <c:pt idx="15">
                  <c:v>38092</c:v>
                </c:pt>
                <c:pt idx="16">
                  <c:v>38093</c:v>
                </c:pt>
                <c:pt idx="17">
                  <c:v>38096</c:v>
                </c:pt>
                <c:pt idx="18">
                  <c:v>38097</c:v>
                </c:pt>
                <c:pt idx="19">
                  <c:v>38098</c:v>
                </c:pt>
                <c:pt idx="20">
                  <c:v>38099</c:v>
                </c:pt>
                <c:pt idx="21">
                  <c:v>38100</c:v>
                </c:pt>
                <c:pt idx="22">
                  <c:v>38103</c:v>
                </c:pt>
                <c:pt idx="23">
                  <c:v>38104</c:v>
                </c:pt>
                <c:pt idx="24">
                  <c:v>38105</c:v>
                </c:pt>
                <c:pt idx="25">
                  <c:v>38106</c:v>
                </c:pt>
                <c:pt idx="26">
                  <c:v>38107</c:v>
                </c:pt>
                <c:pt idx="27">
                  <c:v>38110</c:v>
                </c:pt>
                <c:pt idx="28">
                  <c:v>38111</c:v>
                </c:pt>
                <c:pt idx="29">
                  <c:v>38112</c:v>
                </c:pt>
                <c:pt idx="30">
                  <c:v>38113</c:v>
                </c:pt>
                <c:pt idx="31">
                  <c:v>38114</c:v>
                </c:pt>
                <c:pt idx="32">
                  <c:v>38117</c:v>
                </c:pt>
                <c:pt idx="33">
                  <c:v>38118</c:v>
                </c:pt>
                <c:pt idx="34">
                  <c:v>38119</c:v>
                </c:pt>
                <c:pt idx="35">
                  <c:v>38120</c:v>
                </c:pt>
                <c:pt idx="36">
                  <c:v>38121</c:v>
                </c:pt>
                <c:pt idx="37">
                  <c:v>38124</c:v>
                </c:pt>
                <c:pt idx="38">
                  <c:v>38125</c:v>
                </c:pt>
                <c:pt idx="39">
                  <c:v>38126</c:v>
                </c:pt>
                <c:pt idx="40">
                  <c:v>38127</c:v>
                </c:pt>
                <c:pt idx="41">
                  <c:v>38128</c:v>
                </c:pt>
                <c:pt idx="42">
                  <c:v>38131</c:v>
                </c:pt>
                <c:pt idx="43">
                  <c:v>38132</c:v>
                </c:pt>
                <c:pt idx="44">
                  <c:v>38133</c:v>
                </c:pt>
                <c:pt idx="45">
                  <c:v>38134</c:v>
                </c:pt>
                <c:pt idx="46">
                  <c:v>38135</c:v>
                </c:pt>
                <c:pt idx="47">
                  <c:v>38138</c:v>
                </c:pt>
                <c:pt idx="48">
                  <c:v>38139</c:v>
                </c:pt>
                <c:pt idx="49">
                  <c:v>38140</c:v>
                </c:pt>
                <c:pt idx="50">
                  <c:v>38141</c:v>
                </c:pt>
                <c:pt idx="51">
                  <c:v>38142</c:v>
                </c:pt>
                <c:pt idx="52">
                  <c:v>38145</c:v>
                </c:pt>
                <c:pt idx="53">
                  <c:v>38146</c:v>
                </c:pt>
                <c:pt idx="54">
                  <c:v>38147</c:v>
                </c:pt>
                <c:pt idx="55">
                  <c:v>38148</c:v>
                </c:pt>
                <c:pt idx="56">
                  <c:v>38149</c:v>
                </c:pt>
                <c:pt idx="57">
                  <c:v>38152</c:v>
                </c:pt>
                <c:pt idx="58">
                  <c:v>38153</c:v>
                </c:pt>
                <c:pt idx="59">
                  <c:v>38154</c:v>
                </c:pt>
                <c:pt idx="60">
                  <c:v>38155</c:v>
                </c:pt>
                <c:pt idx="61">
                  <c:v>38156</c:v>
                </c:pt>
                <c:pt idx="62">
                  <c:v>38159</c:v>
                </c:pt>
                <c:pt idx="63">
                  <c:v>38160</c:v>
                </c:pt>
                <c:pt idx="64">
                  <c:v>38161</c:v>
                </c:pt>
                <c:pt idx="65">
                  <c:v>38162</c:v>
                </c:pt>
                <c:pt idx="66">
                  <c:v>38163</c:v>
                </c:pt>
                <c:pt idx="67">
                  <c:v>38166</c:v>
                </c:pt>
                <c:pt idx="68">
                  <c:v>38167</c:v>
                </c:pt>
                <c:pt idx="69">
                  <c:v>38168</c:v>
                </c:pt>
                <c:pt idx="70">
                  <c:v>38169</c:v>
                </c:pt>
                <c:pt idx="71">
                  <c:v>38170</c:v>
                </c:pt>
                <c:pt idx="72">
                  <c:v>38174</c:v>
                </c:pt>
                <c:pt idx="73">
                  <c:v>38175</c:v>
                </c:pt>
                <c:pt idx="74">
                  <c:v>38176</c:v>
                </c:pt>
                <c:pt idx="75">
                  <c:v>38177</c:v>
                </c:pt>
                <c:pt idx="76">
                  <c:v>38180</c:v>
                </c:pt>
                <c:pt idx="77">
                  <c:v>38181</c:v>
                </c:pt>
                <c:pt idx="78">
                  <c:v>38182</c:v>
                </c:pt>
                <c:pt idx="79">
                  <c:v>38183</c:v>
                </c:pt>
                <c:pt idx="80">
                  <c:v>38184</c:v>
                </c:pt>
                <c:pt idx="81">
                  <c:v>38187</c:v>
                </c:pt>
                <c:pt idx="82">
                  <c:v>38188</c:v>
                </c:pt>
                <c:pt idx="83">
                  <c:v>38189</c:v>
                </c:pt>
                <c:pt idx="84">
                  <c:v>38190</c:v>
                </c:pt>
                <c:pt idx="85">
                  <c:v>38191</c:v>
                </c:pt>
                <c:pt idx="86">
                  <c:v>38194</c:v>
                </c:pt>
                <c:pt idx="87">
                  <c:v>38195</c:v>
                </c:pt>
                <c:pt idx="88">
                  <c:v>38196</c:v>
                </c:pt>
                <c:pt idx="89">
                  <c:v>38197</c:v>
                </c:pt>
                <c:pt idx="90">
                  <c:v>38198</c:v>
                </c:pt>
                <c:pt idx="91">
                  <c:v>38201</c:v>
                </c:pt>
                <c:pt idx="92">
                  <c:v>38202</c:v>
                </c:pt>
                <c:pt idx="93">
                  <c:v>38203</c:v>
                </c:pt>
                <c:pt idx="94">
                  <c:v>38204</c:v>
                </c:pt>
                <c:pt idx="95">
                  <c:v>38205</c:v>
                </c:pt>
                <c:pt idx="96">
                  <c:v>38208</c:v>
                </c:pt>
                <c:pt idx="97">
                  <c:v>38209</c:v>
                </c:pt>
                <c:pt idx="98">
                  <c:v>38210</c:v>
                </c:pt>
                <c:pt idx="99">
                  <c:v>38211</c:v>
                </c:pt>
                <c:pt idx="100">
                  <c:v>38212</c:v>
                </c:pt>
                <c:pt idx="101">
                  <c:v>38215</c:v>
                </c:pt>
                <c:pt idx="102">
                  <c:v>38216</c:v>
                </c:pt>
                <c:pt idx="103">
                  <c:v>38217</c:v>
                </c:pt>
                <c:pt idx="104">
                  <c:v>38218</c:v>
                </c:pt>
                <c:pt idx="105">
                  <c:v>38219</c:v>
                </c:pt>
                <c:pt idx="106">
                  <c:v>38222</c:v>
                </c:pt>
                <c:pt idx="107">
                  <c:v>38223</c:v>
                </c:pt>
                <c:pt idx="108">
                  <c:v>38224</c:v>
                </c:pt>
                <c:pt idx="109">
                  <c:v>38225</c:v>
                </c:pt>
                <c:pt idx="110">
                  <c:v>38226</c:v>
                </c:pt>
                <c:pt idx="111">
                  <c:v>38229</c:v>
                </c:pt>
                <c:pt idx="112">
                  <c:v>38230</c:v>
                </c:pt>
                <c:pt idx="113">
                  <c:v>38231</c:v>
                </c:pt>
                <c:pt idx="114">
                  <c:v>38232</c:v>
                </c:pt>
                <c:pt idx="115">
                  <c:v>38233</c:v>
                </c:pt>
                <c:pt idx="116">
                  <c:v>38236</c:v>
                </c:pt>
                <c:pt idx="117">
                  <c:v>38237</c:v>
                </c:pt>
                <c:pt idx="118">
                  <c:v>38238</c:v>
                </c:pt>
                <c:pt idx="119">
                  <c:v>38239</c:v>
                </c:pt>
                <c:pt idx="120">
                  <c:v>38240</c:v>
                </c:pt>
                <c:pt idx="121">
                  <c:v>38243</c:v>
                </c:pt>
                <c:pt idx="122">
                  <c:v>38244</c:v>
                </c:pt>
                <c:pt idx="123">
                  <c:v>38245</c:v>
                </c:pt>
                <c:pt idx="124">
                  <c:v>38246</c:v>
                </c:pt>
                <c:pt idx="125">
                  <c:v>38247</c:v>
                </c:pt>
                <c:pt idx="126">
                  <c:v>38250</c:v>
                </c:pt>
                <c:pt idx="127">
                  <c:v>38251</c:v>
                </c:pt>
                <c:pt idx="128">
                  <c:v>38252</c:v>
                </c:pt>
                <c:pt idx="129">
                  <c:v>38253</c:v>
                </c:pt>
                <c:pt idx="130">
                  <c:v>38254</c:v>
                </c:pt>
                <c:pt idx="131">
                  <c:v>38257</c:v>
                </c:pt>
                <c:pt idx="132">
                  <c:v>38258</c:v>
                </c:pt>
                <c:pt idx="133">
                  <c:v>38259</c:v>
                </c:pt>
                <c:pt idx="134">
                  <c:v>38260</c:v>
                </c:pt>
                <c:pt idx="135">
                  <c:v>38261</c:v>
                </c:pt>
                <c:pt idx="136">
                  <c:v>38264</c:v>
                </c:pt>
                <c:pt idx="137">
                  <c:v>38265</c:v>
                </c:pt>
                <c:pt idx="138">
                  <c:v>38266</c:v>
                </c:pt>
                <c:pt idx="139">
                  <c:v>38267</c:v>
                </c:pt>
                <c:pt idx="140">
                  <c:v>38268</c:v>
                </c:pt>
                <c:pt idx="141">
                  <c:v>38271</c:v>
                </c:pt>
                <c:pt idx="142">
                  <c:v>38272</c:v>
                </c:pt>
                <c:pt idx="143">
                  <c:v>38273</c:v>
                </c:pt>
                <c:pt idx="144">
                  <c:v>38274</c:v>
                </c:pt>
                <c:pt idx="145">
                  <c:v>38275</c:v>
                </c:pt>
                <c:pt idx="146">
                  <c:v>38278</c:v>
                </c:pt>
                <c:pt idx="147">
                  <c:v>38279</c:v>
                </c:pt>
                <c:pt idx="148">
                  <c:v>38280</c:v>
                </c:pt>
                <c:pt idx="149">
                  <c:v>38281</c:v>
                </c:pt>
                <c:pt idx="150">
                  <c:v>38282</c:v>
                </c:pt>
                <c:pt idx="151">
                  <c:v>38285</c:v>
                </c:pt>
                <c:pt idx="152">
                  <c:v>38286</c:v>
                </c:pt>
                <c:pt idx="153">
                  <c:v>38287</c:v>
                </c:pt>
                <c:pt idx="154">
                  <c:v>38288</c:v>
                </c:pt>
                <c:pt idx="155">
                  <c:v>38289</c:v>
                </c:pt>
                <c:pt idx="156">
                  <c:v>38292</c:v>
                </c:pt>
                <c:pt idx="157">
                  <c:v>38293</c:v>
                </c:pt>
                <c:pt idx="158">
                  <c:v>38294</c:v>
                </c:pt>
                <c:pt idx="159">
                  <c:v>38295</c:v>
                </c:pt>
                <c:pt idx="160">
                  <c:v>38296</c:v>
                </c:pt>
                <c:pt idx="161">
                  <c:v>38299</c:v>
                </c:pt>
                <c:pt idx="162">
                  <c:v>38300</c:v>
                </c:pt>
                <c:pt idx="163">
                  <c:v>38301</c:v>
                </c:pt>
                <c:pt idx="164">
                  <c:v>38302</c:v>
                </c:pt>
                <c:pt idx="165">
                  <c:v>38303</c:v>
                </c:pt>
                <c:pt idx="166">
                  <c:v>38306</c:v>
                </c:pt>
                <c:pt idx="167">
                  <c:v>38307</c:v>
                </c:pt>
                <c:pt idx="168">
                  <c:v>38308</c:v>
                </c:pt>
                <c:pt idx="169">
                  <c:v>38309</c:v>
                </c:pt>
                <c:pt idx="170">
                  <c:v>38310</c:v>
                </c:pt>
                <c:pt idx="171">
                  <c:v>38313</c:v>
                </c:pt>
                <c:pt idx="172">
                  <c:v>38314</c:v>
                </c:pt>
                <c:pt idx="173">
                  <c:v>38315</c:v>
                </c:pt>
                <c:pt idx="174">
                  <c:v>38316</c:v>
                </c:pt>
                <c:pt idx="175">
                  <c:v>38317</c:v>
                </c:pt>
                <c:pt idx="176">
                  <c:v>38320</c:v>
                </c:pt>
                <c:pt idx="177">
                  <c:v>38321</c:v>
                </c:pt>
                <c:pt idx="178">
                  <c:v>38322</c:v>
                </c:pt>
                <c:pt idx="179">
                  <c:v>38323</c:v>
                </c:pt>
                <c:pt idx="180">
                  <c:v>38324</c:v>
                </c:pt>
                <c:pt idx="181">
                  <c:v>38327</c:v>
                </c:pt>
                <c:pt idx="182">
                  <c:v>38328</c:v>
                </c:pt>
                <c:pt idx="183">
                  <c:v>38329</c:v>
                </c:pt>
                <c:pt idx="184">
                  <c:v>38330</c:v>
                </c:pt>
                <c:pt idx="185">
                  <c:v>38331</c:v>
                </c:pt>
                <c:pt idx="186">
                  <c:v>38334</c:v>
                </c:pt>
                <c:pt idx="187">
                  <c:v>38335</c:v>
                </c:pt>
                <c:pt idx="188">
                  <c:v>38336</c:v>
                </c:pt>
                <c:pt idx="189">
                  <c:v>38337</c:v>
                </c:pt>
                <c:pt idx="190">
                  <c:v>38338</c:v>
                </c:pt>
                <c:pt idx="191">
                  <c:v>38341</c:v>
                </c:pt>
                <c:pt idx="192">
                  <c:v>38342</c:v>
                </c:pt>
                <c:pt idx="193">
                  <c:v>38343</c:v>
                </c:pt>
                <c:pt idx="194">
                  <c:v>38344</c:v>
                </c:pt>
                <c:pt idx="195">
                  <c:v>38345</c:v>
                </c:pt>
                <c:pt idx="196">
                  <c:v>38348</c:v>
                </c:pt>
                <c:pt idx="197">
                  <c:v>38349</c:v>
                </c:pt>
                <c:pt idx="198">
                  <c:v>38350</c:v>
                </c:pt>
                <c:pt idx="199">
                  <c:v>38351</c:v>
                </c:pt>
                <c:pt idx="200">
                  <c:v>38352</c:v>
                </c:pt>
                <c:pt idx="201">
                  <c:v>38355</c:v>
                </c:pt>
                <c:pt idx="202">
                  <c:v>38356</c:v>
                </c:pt>
                <c:pt idx="203">
                  <c:v>38357</c:v>
                </c:pt>
                <c:pt idx="204">
                  <c:v>38358</c:v>
                </c:pt>
                <c:pt idx="205">
                  <c:v>38359</c:v>
                </c:pt>
                <c:pt idx="206">
                  <c:v>38362</c:v>
                </c:pt>
                <c:pt idx="207">
                  <c:v>38363</c:v>
                </c:pt>
                <c:pt idx="208">
                  <c:v>38364</c:v>
                </c:pt>
                <c:pt idx="209">
                  <c:v>38365</c:v>
                </c:pt>
                <c:pt idx="210">
                  <c:v>38366</c:v>
                </c:pt>
                <c:pt idx="211">
                  <c:v>38369</c:v>
                </c:pt>
                <c:pt idx="212">
                  <c:v>38370</c:v>
                </c:pt>
                <c:pt idx="213">
                  <c:v>38371</c:v>
                </c:pt>
                <c:pt idx="214">
                  <c:v>38372</c:v>
                </c:pt>
                <c:pt idx="215">
                  <c:v>38373</c:v>
                </c:pt>
                <c:pt idx="216">
                  <c:v>38376</c:v>
                </c:pt>
                <c:pt idx="217">
                  <c:v>38377</c:v>
                </c:pt>
                <c:pt idx="218">
                  <c:v>38378</c:v>
                </c:pt>
                <c:pt idx="219">
                  <c:v>38379</c:v>
                </c:pt>
                <c:pt idx="220">
                  <c:v>38380</c:v>
                </c:pt>
                <c:pt idx="221">
                  <c:v>38383</c:v>
                </c:pt>
                <c:pt idx="222">
                  <c:v>38384</c:v>
                </c:pt>
                <c:pt idx="223">
                  <c:v>38385</c:v>
                </c:pt>
                <c:pt idx="224">
                  <c:v>38386</c:v>
                </c:pt>
                <c:pt idx="225">
                  <c:v>38387</c:v>
                </c:pt>
                <c:pt idx="226">
                  <c:v>38390</c:v>
                </c:pt>
                <c:pt idx="227">
                  <c:v>38391</c:v>
                </c:pt>
                <c:pt idx="228">
                  <c:v>38392</c:v>
                </c:pt>
                <c:pt idx="229">
                  <c:v>38393</c:v>
                </c:pt>
                <c:pt idx="230">
                  <c:v>38394</c:v>
                </c:pt>
                <c:pt idx="231">
                  <c:v>38397</c:v>
                </c:pt>
                <c:pt idx="232">
                  <c:v>38398</c:v>
                </c:pt>
                <c:pt idx="233">
                  <c:v>38399</c:v>
                </c:pt>
                <c:pt idx="234">
                  <c:v>38400</c:v>
                </c:pt>
                <c:pt idx="235">
                  <c:v>38401</c:v>
                </c:pt>
                <c:pt idx="236">
                  <c:v>38404</c:v>
                </c:pt>
                <c:pt idx="237">
                  <c:v>38405</c:v>
                </c:pt>
                <c:pt idx="238">
                  <c:v>38406</c:v>
                </c:pt>
                <c:pt idx="239">
                  <c:v>38407</c:v>
                </c:pt>
                <c:pt idx="240">
                  <c:v>38408</c:v>
                </c:pt>
                <c:pt idx="241">
                  <c:v>38411</c:v>
                </c:pt>
                <c:pt idx="242">
                  <c:v>38412</c:v>
                </c:pt>
                <c:pt idx="243">
                  <c:v>38413</c:v>
                </c:pt>
                <c:pt idx="244">
                  <c:v>38414</c:v>
                </c:pt>
                <c:pt idx="245">
                  <c:v>38415</c:v>
                </c:pt>
                <c:pt idx="246">
                  <c:v>38418</c:v>
                </c:pt>
                <c:pt idx="247">
                  <c:v>38419</c:v>
                </c:pt>
                <c:pt idx="248">
                  <c:v>38420</c:v>
                </c:pt>
                <c:pt idx="249">
                  <c:v>38421</c:v>
                </c:pt>
                <c:pt idx="250">
                  <c:v>38422</c:v>
                </c:pt>
                <c:pt idx="251">
                  <c:v>38425</c:v>
                </c:pt>
                <c:pt idx="252">
                  <c:v>38426</c:v>
                </c:pt>
                <c:pt idx="253">
                  <c:v>38427</c:v>
                </c:pt>
                <c:pt idx="254">
                  <c:v>38428</c:v>
                </c:pt>
                <c:pt idx="255">
                  <c:v>38429</c:v>
                </c:pt>
                <c:pt idx="256">
                  <c:v>38432</c:v>
                </c:pt>
                <c:pt idx="257">
                  <c:v>38433</c:v>
                </c:pt>
                <c:pt idx="258">
                  <c:v>38434</c:v>
                </c:pt>
                <c:pt idx="259">
                  <c:v>38435</c:v>
                </c:pt>
                <c:pt idx="260">
                  <c:v>38436</c:v>
                </c:pt>
                <c:pt idx="261">
                  <c:v>38439</c:v>
                </c:pt>
                <c:pt idx="262">
                  <c:v>38440</c:v>
                </c:pt>
                <c:pt idx="263">
                  <c:v>38441</c:v>
                </c:pt>
                <c:pt idx="264">
                  <c:v>38442</c:v>
                </c:pt>
                <c:pt idx="265">
                  <c:v>38443</c:v>
                </c:pt>
                <c:pt idx="266">
                  <c:v>38446</c:v>
                </c:pt>
                <c:pt idx="267">
                  <c:v>38447</c:v>
                </c:pt>
                <c:pt idx="268">
                  <c:v>38448</c:v>
                </c:pt>
                <c:pt idx="269">
                  <c:v>38449</c:v>
                </c:pt>
                <c:pt idx="270">
                  <c:v>38450</c:v>
                </c:pt>
                <c:pt idx="271">
                  <c:v>38453</c:v>
                </c:pt>
                <c:pt idx="272">
                  <c:v>38454</c:v>
                </c:pt>
                <c:pt idx="273">
                  <c:v>38455</c:v>
                </c:pt>
                <c:pt idx="274">
                  <c:v>38456</c:v>
                </c:pt>
                <c:pt idx="275">
                  <c:v>38457</c:v>
                </c:pt>
                <c:pt idx="276">
                  <c:v>38460</c:v>
                </c:pt>
                <c:pt idx="277">
                  <c:v>38461</c:v>
                </c:pt>
                <c:pt idx="278">
                  <c:v>38462</c:v>
                </c:pt>
                <c:pt idx="279">
                  <c:v>38463</c:v>
                </c:pt>
                <c:pt idx="280">
                  <c:v>38464</c:v>
                </c:pt>
                <c:pt idx="281">
                  <c:v>38467</c:v>
                </c:pt>
                <c:pt idx="282">
                  <c:v>38468</c:v>
                </c:pt>
                <c:pt idx="283">
                  <c:v>38469</c:v>
                </c:pt>
                <c:pt idx="284">
                  <c:v>38470</c:v>
                </c:pt>
                <c:pt idx="285">
                  <c:v>38471</c:v>
                </c:pt>
                <c:pt idx="286">
                  <c:v>38474</c:v>
                </c:pt>
                <c:pt idx="287">
                  <c:v>38475</c:v>
                </c:pt>
                <c:pt idx="288">
                  <c:v>38476</c:v>
                </c:pt>
                <c:pt idx="289">
                  <c:v>38477</c:v>
                </c:pt>
                <c:pt idx="290">
                  <c:v>38478</c:v>
                </c:pt>
                <c:pt idx="291">
                  <c:v>38481</c:v>
                </c:pt>
                <c:pt idx="292">
                  <c:v>38482</c:v>
                </c:pt>
                <c:pt idx="293">
                  <c:v>38483</c:v>
                </c:pt>
                <c:pt idx="294">
                  <c:v>38484</c:v>
                </c:pt>
                <c:pt idx="295">
                  <c:v>38485</c:v>
                </c:pt>
                <c:pt idx="296">
                  <c:v>38488</c:v>
                </c:pt>
                <c:pt idx="297">
                  <c:v>38489</c:v>
                </c:pt>
                <c:pt idx="298">
                  <c:v>38490</c:v>
                </c:pt>
                <c:pt idx="299">
                  <c:v>38491</c:v>
                </c:pt>
                <c:pt idx="300">
                  <c:v>38492</c:v>
                </c:pt>
                <c:pt idx="301">
                  <c:v>38495</c:v>
                </c:pt>
                <c:pt idx="302">
                  <c:v>38496</c:v>
                </c:pt>
                <c:pt idx="303">
                  <c:v>38497</c:v>
                </c:pt>
                <c:pt idx="304">
                  <c:v>38498</c:v>
                </c:pt>
                <c:pt idx="305">
                  <c:v>38499</c:v>
                </c:pt>
                <c:pt idx="306">
                  <c:v>38503</c:v>
                </c:pt>
                <c:pt idx="307">
                  <c:v>38504</c:v>
                </c:pt>
                <c:pt idx="308">
                  <c:v>38505</c:v>
                </c:pt>
                <c:pt idx="309">
                  <c:v>38506</c:v>
                </c:pt>
                <c:pt idx="310">
                  <c:v>38509</c:v>
                </c:pt>
                <c:pt idx="311">
                  <c:v>38510</c:v>
                </c:pt>
                <c:pt idx="312">
                  <c:v>38511</c:v>
                </c:pt>
                <c:pt idx="313">
                  <c:v>38512</c:v>
                </c:pt>
                <c:pt idx="314">
                  <c:v>38513</c:v>
                </c:pt>
                <c:pt idx="315">
                  <c:v>38516</c:v>
                </c:pt>
                <c:pt idx="316">
                  <c:v>38517</c:v>
                </c:pt>
                <c:pt idx="317">
                  <c:v>38518</c:v>
                </c:pt>
                <c:pt idx="318">
                  <c:v>38519</c:v>
                </c:pt>
                <c:pt idx="319">
                  <c:v>38520</c:v>
                </c:pt>
                <c:pt idx="320">
                  <c:v>38523</c:v>
                </c:pt>
                <c:pt idx="321">
                  <c:v>38524</c:v>
                </c:pt>
                <c:pt idx="322">
                  <c:v>38525</c:v>
                </c:pt>
                <c:pt idx="323">
                  <c:v>38526</c:v>
                </c:pt>
                <c:pt idx="324">
                  <c:v>38527</c:v>
                </c:pt>
                <c:pt idx="325">
                  <c:v>38530</c:v>
                </c:pt>
                <c:pt idx="326">
                  <c:v>38531</c:v>
                </c:pt>
                <c:pt idx="327">
                  <c:v>38532</c:v>
                </c:pt>
                <c:pt idx="328">
                  <c:v>38533</c:v>
                </c:pt>
                <c:pt idx="329">
                  <c:v>38534</c:v>
                </c:pt>
                <c:pt idx="330">
                  <c:v>38537</c:v>
                </c:pt>
                <c:pt idx="331">
                  <c:v>38538</c:v>
                </c:pt>
                <c:pt idx="332">
                  <c:v>38539</c:v>
                </c:pt>
                <c:pt idx="333">
                  <c:v>38540</c:v>
                </c:pt>
                <c:pt idx="334">
                  <c:v>38541</c:v>
                </c:pt>
                <c:pt idx="335">
                  <c:v>38544</c:v>
                </c:pt>
                <c:pt idx="336">
                  <c:v>38545</c:v>
                </c:pt>
                <c:pt idx="337">
                  <c:v>38546</c:v>
                </c:pt>
                <c:pt idx="338">
                  <c:v>38547</c:v>
                </c:pt>
                <c:pt idx="339">
                  <c:v>38548</c:v>
                </c:pt>
                <c:pt idx="340">
                  <c:v>38551</c:v>
                </c:pt>
                <c:pt idx="341">
                  <c:v>38552</c:v>
                </c:pt>
                <c:pt idx="342">
                  <c:v>38553</c:v>
                </c:pt>
                <c:pt idx="343">
                  <c:v>38554</c:v>
                </c:pt>
                <c:pt idx="344">
                  <c:v>38555</c:v>
                </c:pt>
                <c:pt idx="345">
                  <c:v>38558</c:v>
                </c:pt>
                <c:pt idx="346">
                  <c:v>38559</c:v>
                </c:pt>
                <c:pt idx="347">
                  <c:v>38560</c:v>
                </c:pt>
                <c:pt idx="348">
                  <c:v>38561</c:v>
                </c:pt>
                <c:pt idx="349">
                  <c:v>38562</c:v>
                </c:pt>
                <c:pt idx="350">
                  <c:v>38565</c:v>
                </c:pt>
                <c:pt idx="351">
                  <c:v>38566</c:v>
                </c:pt>
                <c:pt idx="352">
                  <c:v>38567</c:v>
                </c:pt>
                <c:pt idx="353">
                  <c:v>38568</c:v>
                </c:pt>
                <c:pt idx="354">
                  <c:v>38569</c:v>
                </c:pt>
                <c:pt idx="355">
                  <c:v>38572</c:v>
                </c:pt>
                <c:pt idx="356">
                  <c:v>38573</c:v>
                </c:pt>
                <c:pt idx="357">
                  <c:v>38574</c:v>
                </c:pt>
                <c:pt idx="358">
                  <c:v>38575</c:v>
                </c:pt>
                <c:pt idx="359">
                  <c:v>38576</c:v>
                </c:pt>
                <c:pt idx="360">
                  <c:v>38579</c:v>
                </c:pt>
                <c:pt idx="361">
                  <c:v>38580</c:v>
                </c:pt>
                <c:pt idx="362">
                  <c:v>38581</c:v>
                </c:pt>
                <c:pt idx="363">
                  <c:v>38582</c:v>
                </c:pt>
                <c:pt idx="364">
                  <c:v>38583</c:v>
                </c:pt>
                <c:pt idx="365">
                  <c:v>38586</c:v>
                </c:pt>
                <c:pt idx="366">
                  <c:v>38587</c:v>
                </c:pt>
                <c:pt idx="367">
                  <c:v>38588</c:v>
                </c:pt>
                <c:pt idx="368">
                  <c:v>38589</c:v>
                </c:pt>
                <c:pt idx="369">
                  <c:v>38590</c:v>
                </c:pt>
                <c:pt idx="370">
                  <c:v>38593</c:v>
                </c:pt>
                <c:pt idx="371">
                  <c:v>38594</c:v>
                </c:pt>
                <c:pt idx="372">
                  <c:v>38595</c:v>
                </c:pt>
                <c:pt idx="373">
                  <c:v>38596</c:v>
                </c:pt>
                <c:pt idx="374">
                  <c:v>38597</c:v>
                </c:pt>
                <c:pt idx="375">
                  <c:v>38600</c:v>
                </c:pt>
                <c:pt idx="376">
                  <c:v>38601</c:v>
                </c:pt>
                <c:pt idx="377">
                  <c:v>38602</c:v>
                </c:pt>
                <c:pt idx="378">
                  <c:v>38603</c:v>
                </c:pt>
                <c:pt idx="379">
                  <c:v>38604</c:v>
                </c:pt>
                <c:pt idx="380">
                  <c:v>38607</c:v>
                </c:pt>
                <c:pt idx="381">
                  <c:v>38608</c:v>
                </c:pt>
                <c:pt idx="382">
                  <c:v>38609</c:v>
                </c:pt>
                <c:pt idx="383">
                  <c:v>38610</c:v>
                </c:pt>
                <c:pt idx="384">
                  <c:v>38611</c:v>
                </c:pt>
                <c:pt idx="385">
                  <c:v>38614</c:v>
                </c:pt>
                <c:pt idx="386">
                  <c:v>38615</c:v>
                </c:pt>
                <c:pt idx="387">
                  <c:v>38616</c:v>
                </c:pt>
                <c:pt idx="388">
                  <c:v>38617</c:v>
                </c:pt>
                <c:pt idx="389">
                  <c:v>38618</c:v>
                </c:pt>
                <c:pt idx="390">
                  <c:v>38621</c:v>
                </c:pt>
                <c:pt idx="391">
                  <c:v>38622</c:v>
                </c:pt>
                <c:pt idx="392">
                  <c:v>38623</c:v>
                </c:pt>
                <c:pt idx="393">
                  <c:v>38624</c:v>
                </c:pt>
                <c:pt idx="394">
                  <c:v>38625</c:v>
                </c:pt>
                <c:pt idx="395">
                  <c:v>38628</c:v>
                </c:pt>
                <c:pt idx="396">
                  <c:v>38629</c:v>
                </c:pt>
                <c:pt idx="397">
                  <c:v>38630</c:v>
                </c:pt>
                <c:pt idx="398">
                  <c:v>38631</c:v>
                </c:pt>
                <c:pt idx="399">
                  <c:v>38632</c:v>
                </c:pt>
                <c:pt idx="400">
                  <c:v>38635</c:v>
                </c:pt>
                <c:pt idx="401">
                  <c:v>38636</c:v>
                </c:pt>
                <c:pt idx="402">
                  <c:v>38637</c:v>
                </c:pt>
                <c:pt idx="403">
                  <c:v>38638</c:v>
                </c:pt>
                <c:pt idx="404">
                  <c:v>38639</c:v>
                </c:pt>
                <c:pt idx="405">
                  <c:v>38642</c:v>
                </c:pt>
                <c:pt idx="406">
                  <c:v>38643</c:v>
                </c:pt>
                <c:pt idx="407">
                  <c:v>38644</c:v>
                </c:pt>
                <c:pt idx="408">
                  <c:v>38645</c:v>
                </c:pt>
                <c:pt idx="409">
                  <c:v>38646</c:v>
                </c:pt>
                <c:pt idx="410">
                  <c:v>38649</c:v>
                </c:pt>
                <c:pt idx="411">
                  <c:v>38650</c:v>
                </c:pt>
                <c:pt idx="412">
                  <c:v>38651</c:v>
                </c:pt>
                <c:pt idx="413">
                  <c:v>38652</c:v>
                </c:pt>
                <c:pt idx="414">
                  <c:v>38653</c:v>
                </c:pt>
                <c:pt idx="415">
                  <c:v>38656</c:v>
                </c:pt>
                <c:pt idx="416">
                  <c:v>38657</c:v>
                </c:pt>
                <c:pt idx="417">
                  <c:v>38658</c:v>
                </c:pt>
                <c:pt idx="418">
                  <c:v>38659</c:v>
                </c:pt>
                <c:pt idx="419">
                  <c:v>38660</c:v>
                </c:pt>
                <c:pt idx="420">
                  <c:v>38663</c:v>
                </c:pt>
                <c:pt idx="421">
                  <c:v>38664</c:v>
                </c:pt>
                <c:pt idx="422">
                  <c:v>38665</c:v>
                </c:pt>
                <c:pt idx="423">
                  <c:v>38666</c:v>
                </c:pt>
                <c:pt idx="424">
                  <c:v>38667</c:v>
                </c:pt>
                <c:pt idx="425">
                  <c:v>38670</c:v>
                </c:pt>
                <c:pt idx="426">
                  <c:v>38671</c:v>
                </c:pt>
                <c:pt idx="427">
                  <c:v>38672</c:v>
                </c:pt>
                <c:pt idx="428">
                  <c:v>38673</c:v>
                </c:pt>
                <c:pt idx="429">
                  <c:v>38674</c:v>
                </c:pt>
                <c:pt idx="430">
                  <c:v>38677</c:v>
                </c:pt>
                <c:pt idx="431">
                  <c:v>38678</c:v>
                </c:pt>
                <c:pt idx="432">
                  <c:v>38679</c:v>
                </c:pt>
                <c:pt idx="433">
                  <c:v>38680</c:v>
                </c:pt>
                <c:pt idx="434">
                  <c:v>38681</c:v>
                </c:pt>
                <c:pt idx="435">
                  <c:v>38684</c:v>
                </c:pt>
                <c:pt idx="436">
                  <c:v>38685</c:v>
                </c:pt>
                <c:pt idx="437">
                  <c:v>38686</c:v>
                </c:pt>
                <c:pt idx="438">
                  <c:v>38687</c:v>
                </c:pt>
                <c:pt idx="439">
                  <c:v>38688</c:v>
                </c:pt>
                <c:pt idx="440">
                  <c:v>38691</c:v>
                </c:pt>
                <c:pt idx="441">
                  <c:v>38692</c:v>
                </c:pt>
                <c:pt idx="442">
                  <c:v>38693</c:v>
                </c:pt>
                <c:pt idx="443">
                  <c:v>38694</c:v>
                </c:pt>
                <c:pt idx="444">
                  <c:v>38695</c:v>
                </c:pt>
                <c:pt idx="445">
                  <c:v>38698</c:v>
                </c:pt>
                <c:pt idx="446">
                  <c:v>38699</c:v>
                </c:pt>
                <c:pt idx="447">
                  <c:v>38700</c:v>
                </c:pt>
                <c:pt idx="448">
                  <c:v>38701</c:v>
                </c:pt>
                <c:pt idx="449">
                  <c:v>38702</c:v>
                </c:pt>
                <c:pt idx="450">
                  <c:v>38705</c:v>
                </c:pt>
                <c:pt idx="451">
                  <c:v>38706</c:v>
                </c:pt>
                <c:pt idx="452">
                  <c:v>38707</c:v>
                </c:pt>
                <c:pt idx="453">
                  <c:v>38708</c:v>
                </c:pt>
                <c:pt idx="454">
                  <c:v>38709</c:v>
                </c:pt>
                <c:pt idx="455">
                  <c:v>38712</c:v>
                </c:pt>
                <c:pt idx="456">
                  <c:v>38713</c:v>
                </c:pt>
                <c:pt idx="457">
                  <c:v>38714</c:v>
                </c:pt>
                <c:pt idx="458">
                  <c:v>38715</c:v>
                </c:pt>
                <c:pt idx="459">
                  <c:v>38716</c:v>
                </c:pt>
                <c:pt idx="460">
                  <c:v>38719</c:v>
                </c:pt>
                <c:pt idx="461">
                  <c:v>38720</c:v>
                </c:pt>
                <c:pt idx="462">
                  <c:v>38721</c:v>
                </c:pt>
                <c:pt idx="463">
                  <c:v>38722</c:v>
                </c:pt>
                <c:pt idx="464">
                  <c:v>38723</c:v>
                </c:pt>
                <c:pt idx="465">
                  <c:v>38726</c:v>
                </c:pt>
                <c:pt idx="466">
                  <c:v>38727</c:v>
                </c:pt>
                <c:pt idx="467">
                  <c:v>38728</c:v>
                </c:pt>
                <c:pt idx="468">
                  <c:v>38729</c:v>
                </c:pt>
                <c:pt idx="469">
                  <c:v>38730</c:v>
                </c:pt>
                <c:pt idx="470">
                  <c:v>38733</c:v>
                </c:pt>
                <c:pt idx="471">
                  <c:v>38734</c:v>
                </c:pt>
                <c:pt idx="472">
                  <c:v>38735</c:v>
                </c:pt>
                <c:pt idx="473">
                  <c:v>38736</c:v>
                </c:pt>
                <c:pt idx="474">
                  <c:v>38737</c:v>
                </c:pt>
                <c:pt idx="475">
                  <c:v>38740</c:v>
                </c:pt>
                <c:pt idx="476">
                  <c:v>38741</c:v>
                </c:pt>
                <c:pt idx="477">
                  <c:v>38742</c:v>
                </c:pt>
                <c:pt idx="478">
                  <c:v>38743</c:v>
                </c:pt>
                <c:pt idx="479">
                  <c:v>38744</c:v>
                </c:pt>
                <c:pt idx="480">
                  <c:v>38747</c:v>
                </c:pt>
                <c:pt idx="481">
                  <c:v>38748</c:v>
                </c:pt>
                <c:pt idx="482">
                  <c:v>38749</c:v>
                </c:pt>
                <c:pt idx="483">
                  <c:v>38750</c:v>
                </c:pt>
                <c:pt idx="484">
                  <c:v>38751</c:v>
                </c:pt>
                <c:pt idx="485">
                  <c:v>38754</c:v>
                </c:pt>
                <c:pt idx="486">
                  <c:v>38755</c:v>
                </c:pt>
                <c:pt idx="487">
                  <c:v>38756</c:v>
                </c:pt>
                <c:pt idx="488">
                  <c:v>38757</c:v>
                </c:pt>
                <c:pt idx="489">
                  <c:v>38758</c:v>
                </c:pt>
                <c:pt idx="490">
                  <c:v>38761</c:v>
                </c:pt>
                <c:pt idx="491">
                  <c:v>38762</c:v>
                </c:pt>
                <c:pt idx="492">
                  <c:v>38763</c:v>
                </c:pt>
                <c:pt idx="493">
                  <c:v>38764</c:v>
                </c:pt>
                <c:pt idx="494">
                  <c:v>38765</c:v>
                </c:pt>
                <c:pt idx="495">
                  <c:v>38768</c:v>
                </c:pt>
                <c:pt idx="496">
                  <c:v>38769</c:v>
                </c:pt>
                <c:pt idx="497">
                  <c:v>38770</c:v>
                </c:pt>
                <c:pt idx="498">
                  <c:v>38771</c:v>
                </c:pt>
                <c:pt idx="499">
                  <c:v>38772</c:v>
                </c:pt>
                <c:pt idx="500">
                  <c:v>38775</c:v>
                </c:pt>
                <c:pt idx="501">
                  <c:v>38776</c:v>
                </c:pt>
                <c:pt idx="502">
                  <c:v>38777</c:v>
                </c:pt>
                <c:pt idx="503">
                  <c:v>38778</c:v>
                </c:pt>
                <c:pt idx="504">
                  <c:v>38779</c:v>
                </c:pt>
                <c:pt idx="505">
                  <c:v>38782</c:v>
                </c:pt>
                <c:pt idx="506">
                  <c:v>38783</c:v>
                </c:pt>
                <c:pt idx="507">
                  <c:v>38784</c:v>
                </c:pt>
                <c:pt idx="508">
                  <c:v>38785</c:v>
                </c:pt>
                <c:pt idx="509">
                  <c:v>38786</c:v>
                </c:pt>
                <c:pt idx="510">
                  <c:v>38789</c:v>
                </c:pt>
                <c:pt idx="511">
                  <c:v>38790</c:v>
                </c:pt>
                <c:pt idx="512">
                  <c:v>38791</c:v>
                </c:pt>
                <c:pt idx="513">
                  <c:v>38792</c:v>
                </c:pt>
                <c:pt idx="514">
                  <c:v>38793</c:v>
                </c:pt>
                <c:pt idx="515">
                  <c:v>38796</c:v>
                </c:pt>
                <c:pt idx="516">
                  <c:v>38797</c:v>
                </c:pt>
                <c:pt idx="517">
                  <c:v>38798</c:v>
                </c:pt>
                <c:pt idx="518">
                  <c:v>38799</c:v>
                </c:pt>
                <c:pt idx="519">
                  <c:v>38800</c:v>
                </c:pt>
                <c:pt idx="520">
                  <c:v>38803</c:v>
                </c:pt>
                <c:pt idx="521">
                  <c:v>38804</c:v>
                </c:pt>
                <c:pt idx="522">
                  <c:v>38805</c:v>
                </c:pt>
                <c:pt idx="523">
                  <c:v>38806</c:v>
                </c:pt>
                <c:pt idx="524">
                  <c:v>38807</c:v>
                </c:pt>
                <c:pt idx="525">
                  <c:v>38810</c:v>
                </c:pt>
                <c:pt idx="526">
                  <c:v>38811</c:v>
                </c:pt>
                <c:pt idx="527">
                  <c:v>38812</c:v>
                </c:pt>
                <c:pt idx="528">
                  <c:v>38813</c:v>
                </c:pt>
                <c:pt idx="529">
                  <c:v>38814</c:v>
                </c:pt>
                <c:pt idx="530">
                  <c:v>38817</c:v>
                </c:pt>
                <c:pt idx="531">
                  <c:v>38818</c:v>
                </c:pt>
                <c:pt idx="532">
                  <c:v>38819</c:v>
                </c:pt>
                <c:pt idx="533">
                  <c:v>38820</c:v>
                </c:pt>
                <c:pt idx="534">
                  <c:v>38821</c:v>
                </c:pt>
                <c:pt idx="535">
                  <c:v>38824</c:v>
                </c:pt>
                <c:pt idx="536">
                  <c:v>38825</c:v>
                </c:pt>
                <c:pt idx="537">
                  <c:v>38826</c:v>
                </c:pt>
                <c:pt idx="538">
                  <c:v>38827</c:v>
                </c:pt>
                <c:pt idx="539">
                  <c:v>38828</c:v>
                </c:pt>
                <c:pt idx="540">
                  <c:v>38831</c:v>
                </c:pt>
                <c:pt idx="541">
                  <c:v>38832</c:v>
                </c:pt>
                <c:pt idx="542">
                  <c:v>38833</c:v>
                </c:pt>
                <c:pt idx="543">
                  <c:v>38834</c:v>
                </c:pt>
                <c:pt idx="544">
                  <c:v>38835</c:v>
                </c:pt>
                <c:pt idx="545">
                  <c:v>38838</c:v>
                </c:pt>
                <c:pt idx="546">
                  <c:v>38839</c:v>
                </c:pt>
                <c:pt idx="547">
                  <c:v>38840</c:v>
                </c:pt>
                <c:pt idx="548">
                  <c:v>38841</c:v>
                </c:pt>
                <c:pt idx="549">
                  <c:v>38842</c:v>
                </c:pt>
                <c:pt idx="550">
                  <c:v>38845</c:v>
                </c:pt>
                <c:pt idx="551">
                  <c:v>38846</c:v>
                </c:pt>
                <c:pt idx="552">
                  <c:v>38847</c:v>
                </c:pt>
                <c:pt idx="553">
                  <c:v>38848</c:v>
                </c:pt>
                <c:pt idx="554">
                  <c:v>38849</c:v>
                </c:pt>
                <c:pt idx="555">
                  <c:v>38852</c:v>
                </c:pt>
                <c:pt idx="556">
                  <c:v>38853</c:v>
                </c:pt>
                <c:pt idx="557">
                  <c:v>38854</c:v>
                </c:pt>
                <c:pt idx="558">
                  <c:v>38855</c:v>
                </c:pt>
                <c:pt idx="559">
                  <c:v>38856</c:v>
                </c:pt>
                <c:pt idx="560">
                  <c:v>38859</c:v>
                </c:pt>
                <c:pt idx="561">
                  <c:v>38860</c:v>
                </c:pt>
                <c:pt idx="562">
                  <c:v>38861</c:v>
                </c:pt>
                <c:pt idx="563">
                  <c:v>38862</c:v>
                </c:pt>
                <c:pt idx="564">
                  <c:v>38863</c:v>
                </c:pt>
                <c:pt idx="565">
                  <c:v>38866</c:v>
                </c:pt>
                <c:pt idx="566">
                  <c:v>38867</c:v>
                </c:pt>
                <c:pt idx="567">
                  <c:v>38868</c:v>
                </c:pt>
                <c:pt idx="568">
                  <c:v>38869</c:v>
                </c:pt>
                <c:pt idx="569">
                  <c:v>38870</c:v>
                </c:pt>
                <c:pt idx="570">
                  <c:v>38873</c:v>
                </c:pt>
                <c:pt idx="571">
                  <c:v>38874</c:v>
                </c:pt>
                <c:pt idx="572">
                  <c:v>38875</c:v>
                </c:pt>
                <c:pt idx="573">
                  <c:v>38876</c:v>
                </c:pt>
                <c:pt idx="574">
                  <c:v>38877</c:v>
                </c:pt>
                <c:pt idx="575">
                  <c:v>38880</c:v>
                </c:pt>
                <c:pt idx="576">
                  <c:v>38881</c:v>
                </c:pt>
                <c:pt idx="577">
                  <c:v>38882</c:v>
                </c:pt>
                <c:pt idx="578">
                  <c:v>38883</c:v>
                </c:pt>
                <c:pt idx="579">
                  <c:v>38884</c:v>
                </c:pt>
                <c:pt idx="580">
                  <c:v>38887</c:v>
                </c:pt>
                <c:pt idx="581">
                  <c:v>38888</c:v>
                </c:pt>
                <c:pt idx="582">
                  <c:v>38889</c:v>
                </c:pt>
                <c:pt idx="583">
                  <c:v>38890</c:v>
                </c:pt>
                <c:pt idx="584">
                  <c:v>38891</c:v>
                </c:pt>
                <c:pt idx="585">
                  <c:v>38894</c:v>
                </c:pt>
                <c:pt idx="586">
                  <c:v>38895</c:v>
                </c:pt>
                <c:pt idx="587">
                  <c:v>38896</c:v>
                </c:pt>
                <c:pt idx="588">
                  <c:v>38897</c:v>
                </c:pt>
                <c:pt idx="589">
                  <c:v>38898</c:v>
                </c:pt>
                <c:pt idx="590">
                  <c:v>38901</c:v>
                </c:pt>
                <c:pt idx="591">
                  <c:v>38902</c:v>
                </c:pt>
                <c:pt idx="592">
                  <c:v>38903</c:v>
                </c:pt>
                <c:pt idx="593">
                  <c:v>38904</c:v>
                </c:pt>
                <c:pt idx="594">
                  <c:v>38905</c:v>
                </c:pt>
                <c:pt idx="595">
                  <c:v>38908</c:v>
                </c:pt>
                <c:pt idx="596">
                  <c:v>38909</c:v>
                </c:pt>
                <c:pt idx="597">
                  <c:v>38910</c:v>
                </c:pt>
                <c:pt idx="598">
                  <c:v>38911</c:v>
                </c:pt>
                <c:pt idx="599">
                  <c:v>38912</c:v>
                </c:pt>
                <c:pt idx="600">
                  <c:v>38915</c:v>
                </c:pt>
                <c:pt idx="601">
                  <c:v>38916</c:v>
                </c:pt>
                <c:pt idx="602">
                  <c:v>38917</c:v>
                </c:pt>
                <c:pt idx="603">
                  <c:v>38918</c:v>
                </c:pt>
                <c:pt idx="604">
                  <c:v>38919</c:v>
                </c:pt>
                <c:pt idx="605">
                  <c:v>38922</c:v>
                </c:pt>
                <c:pt idx="606">
                  <c:v>38923</c:v>
                </c:pt>
                <c:pt idx="607">
                  <c:v>38924</c:v>
                </c:pt>
                <c:pt idx="608">
                  <c:v>38925</c:v>
                </c:pt>
                <c:pt idx="609">
                  <c:v>38926</c:v>
                </c:pt>
                <c:pt idx="610">
                  <c:v>38929</c:v>
                </c:pt>
                <c:pt idx="611">
                  <c:v>38930</c:v>
                </c:pt>
                <c:pt idx="612">
                  <c:v>38931</c:v>
                </c:pt>
                <c:pt idx="613">
                  <c:v>38932</c:v>
                </c:pt>
                <c:pt idx="614">
                  <c:v>38933</c:v>
                </c:pt>
                <c:pt idx="615">
                  <c:v>38936</c:v>
                </c:pt>
                <c:pt idx="616">
                  <c:v>38937</c:v>
                </c:pt>
                <c:pt idx="617">
                  <c:v>38938</c:v>
                </c:pt>
                <c:pt idx="618">
                  <c:v>38939</c:v>
                </c:pt>
                <c:pt idx="619">
                  <c:v>38940</c:v>
                </c:pt>
                <c:pt idx="620">
                  <c:v>38943</c:v>
                </c:pt>
                <c:pt idx="621">
                  <c:v>38944</c:v>
                </c:pt>
                <c:pt idx="622">
                  <c:v>38945</c:v>
                </c:pt>
                <c:pt idx="623">
                  <c:v>38946</c:v>
                </c:pt>
                <c:pt idx="624">
                  <c:v>38947</c:v>
                </c:pt>
                <c:pt idx="625">
                  <c:v>38950</c:v>
                </c:pt>
                <c:pt idx="626">
                  <c:v>38951</c:v>
                </c:pt>
                <c:pt idx="627">
                  <c:v>38952</c:v>
                </c:pt>
                <c:pt idx="628">
                  <c:v>38953</c:v>
                </c:pt>
                <c:pt idx="629">
                  <c:v>38954</c:v>
                </c:pt>
                <c:pt idx="630">
                  <c:v>38957</c:v>
                </c:pt>
                <c:pt idx="631">
                  <c:v>38958</c:v>
                </c:pt>
                <c:pt idx="632">
                  <c:v>38959</c:v>
                </c:pt>
                <c:pt idx="633">
                  <c:v>38960</c:v>
                </c:pt>
                <c:pt idx="634">
                  <c:v>38961</c:v>
                </c:pt>
                <c:pt idx="635">
                  <c:v>38964</c:v>
                </c:pt>
                <c:pt idx="636">
                  <c:v>38965</c:v>
                </c:pt>
                <c:pt idx="637">
                  <c:v>38966</c:v>
                </c:pt>
                <c:pt idx="638">
                  <c:v>38967</c:v>
                </c:pt>
                <c:pt idx="639">
                  <c:v>38968</c:v>
                </c:pt>
                <c:pt idx="640">
                  <c:v>38971</c:v>
                </c:pt>
                <c:pt idx="641">
                  <c:v>38972</c:v>
                </c:pt>
                <c:pt idx="642">
                  <c:v>38973</c:v>
                </c:pt>
                <c:pt idx="643">
                  <c:v>38974</c:v>
                </c:pt>
                <c:pt idx="644">
                  <c:v>38975</c:v>
                </c:pt>
                <c:pt idx="645">
                  <c:v>38978</c:v>
                </c:pt>
                <c:pt idx="646">
                  <c:v>38979</c:v>
                </c:pt>
                <c:pt idx="647">
                  <c:v>38980</c:v>
                </c:pt>
                <c:pt idx="648">
                  <c:v>38981</c:v>
                </c:pt>
                <c:pt idx="649">
                  <c:v>38982</c:v>
                </c:pt>
                <c:pt idx="650">
                  <c:v>38985</c:v>
                </c:pt>
                <c:pt idx="651">
                  <c:v>38986</c:v>
                </c:pt>
                <c:pt idx="652">
                  <c:v>38987</c:v>
                </c:pt>
                <c:pt idx="653">
                  <c:v>38988</c:v>
                </c:pt>
                <c:pt idx="654">
                  <c:v>38989</c:v>
                </c:pt>
                <c:pt idx="655">
                  <c:v>38992</c:v>
                </c:pt>
                <c:pt idx="656">
                  <c:v>38993</c:v>
                </c:pt>
                <c:pt idx="657">
                  <c:v>38994</c:v>
                </c:pt>
                <c:pt idx="658">
                  <c:v>38995</c:v>
                </c:pt>
                <c:pt idx="659">
                  <c:v>38996</c:v>
                </c:pt>
                <c:pt idx="660">
                  <c:v>38999</c:v>
                </c:pt>
                <c:pt idx="661">
                  <c:v>39000</c:v>
                </c:pt>
                <c:pt idx="662">
                  <c:v>39001</c:v>
                </c:pt>
                <c:pt idx="663">
                  <c:v>39002</c:v>
                </c:pt>
                <c:pt idx="664">
                  <c:v>39003</c:v>
                </c:pt>
                <c:pt idx="665">
                  <c:v>39006</c:v>
                </c:pt>
                <c:pt idx="666">
                  <c:v>39007</c:v>
                </c:pt>
                <c:pt idx="667">
                  <c:v>39008</c:v>
                </c:pt>
                <c:pt idx="668">
                  <c:v>39009</c:v>
                </c:pt>
                <c:pt idx="669">
                  <c:v>39010</c:v>
                </c:pt>
                <c:pt idx="670">
                  <c:v>39013</c:v>
                </c:pt>
                <c:pt idx="671">
                  <c:v>39014</c:v>
                </c:pt>
                <c:pt idx="672">
                  <c:v>39015</c:v>
                </c:pt>
                <c:pt idx="673">
                  <c:v>39016</c:v>
                </c:pt>
                <c:pt idx="674">
                  <c:v>39017</c:v>
                </c:pt>
                <c:pt idx="675">
                  <c:v>39020</c:v>
                </c:pt>
                <c:pt idx="676">
                  <c:v>39021</c:v>
                </c:pt>
                <c:pt idx="677">
                  <c:v>39022</c:v>
                </c:pt>
                <c:pt idx="678">
                  <c:v>39023</c:v>
                </c:pt>
                <c:pt idx="679">
                  <c:v>39024</c:v>
                </c:pt>
                <c:pt idx="680">
                  <c:v>39027</c:v>
                </c:pt>
                <c:pt idx="681">
                  <c:v>39028</c:v>
                </c:pt>
                <c:pt idx="682">
                  <c:v>39029</c:v>
                </c:pt>
                <c:pt idx="683">
                  <c:v>39030</c:v>
                </c:pt>
                <c:pt idx="684">
                  <c:v>39031</c:v>
                </c:pt>
                <c:pt idx="685">
                  <c:v>39034</c:v>
                </c:pt>
                <c:pt idx="686">
                  <c:v>39035</c:v>
                </c:pt>
                <c:pt idx="687">
                  <c:v>39036</c:v>
                </c:pt>
                <c:pt idx="688">
                  <c:v>39037</c:v>
                </c:pt>
                <c:pt idx="689">
                  <c:v>39038</c:v>
                </c:pt>
                <c:pt idx="690">
                  <c:v>39041</c:v>
                </c:pt>
                <c:pt idx="691">
                  <c:v>39042</c:v>
                </c:pt>
                <c:pt idx="692">
                  <c:v>39043</c:v>
                </c:pt>
                <c:pt idx="693">
                  <c:v>39044</c:v>
                </c:pt>
                <c:pt idx="694">
                  <c:v>39045</c:v>
                </c:pt>
                <c:pt idx="695">
                  <c:v>39048</c:v>
                </c:pt>
                <c:pt idx="696">
                  <c:v>39049</c:v>
                </c:pt>
                <c:pt idx="697">
                  <c:v>39050</c:v>
                </c:pt>
                <c:pt idx="698">
                  <c:v>39051</c:v>
                </c:pt>
                <c:pt idx="699">
                  <c:v>39052</c:v>
                </c:pt>
                <c:pt idx="700">
                  <c:v>39055</c:v>
                </c:pt>
                <c:pt idx="701">
                  <c:v>39056</c:v>
                </c:pt>
                <c:pt idx="702">
                  <c:v>39057</c:v>
                </c:pt>
                <c:pt idx="703">
                  <c:v>39058</c:v>
                </c:pt>
                <c:pt idx="704">
                  <c:v>39059</c:v>
                </c:pt>
                <c:pt idx="705">
                  <c:v>39062</c:v>
                </c:pt>
                <c:pt idx="706">
                  <c:v>39063</c:v>
                </c:pt>
                <c:pt idx="707">
                  <c:v>39064</c:v>
                </c:pt>
                <c:pt idx="708">
                  <c:v>39065</c:v>
                </c:pt>
                <c:pt idx="709">
                  <c:v>39066</c:v>
                </c:pt>
                <c:pt idx="710">
                  <c:v>39069</c:v>
                </c:pt>
                <c:pt idx="711">
                  <c:v>39070</c:v>
                </c:pt>
                <c:pt idx="712">
                  <c:v>39071</c:v>
                </c:pt>
                <c:pt idx="713">
                  <c:v>39072</c:v>
                </c:pt>
                <c:pt idx="714">
                  <c:v>39073</c:v>
                </c:pt>
                <c:pt idx="715">
                  <c:v>39077</c:v>
                </c:pt>
                <c:pt idx="716">
                  <c:v>39078</c:v>
                </c:pt>
                <c:pt idx="717">
                  <c:v>39079</c:v>
                </c:pt>
                <c:pt idx="718">
                  <c:v>39080</c:v>
                </c:pt>
                <c:pt idx="719">
                  <c:v>39083</c:v>
                </c:pt>
                <c:pt idx="720">
                  <c:v>39084</c:v>
                </c:pt>
                <c:pt idx="721">
                  <c:v>39085</c:v>
                </c:pt>
                <c:pt idx="722">
                  <c:v>39086</c:v>
                </c:pt>
                <c:pt idx="723">
                  <c:v>39087</c:v>
                </c:pt>
                <c:pt idx="724">
                  <c:v>39090</c:v>
                </c:pt>
                <c:pt idx="725">
                  <c:v>39091</c:v>
                </c:pt>
                <c:pt idx="726">
                  <c:v>39092</c:v>
                </c:pt>
                <c:pt idx="727">
                  <c:v>39093</c:v>
                </c:pt>
                <c:pt idx="728">
                  <c:v>39094</c:v>
                </c:pt>
                <c:pt idx="729">
                  <c:v>39097</c:v>
                </c:pt>
                <c:pt idx="730">
                  <c:v>39098</c:v>
                </c:pt>
                <c:pt idx="731">
                  <c:v>39099</c:v>
                </c:pt>
                <c:pt idx="732">
                  <c:v>39100</c:v>
                </c:pt>
                <c:pt idx="733">
                  <c:v>39101</c:v>
                </c:pt>
                <c:pt idx="734">
                  <c:v>39104</c:v>
                </c:pt>
                <c:pt idx="735">
                  <c:v>39105</c:v>
                </c:pt>
                <c:pt idx="736">
                  <c:v>39106</c:v>
                </c:pt>
                <c:pt idx="737">
                  <c:v>39107</c:v>
                </c:pt>
                <c:pt idx="738">
                  <c:v>39108</c:v>
                </c:pt>
                <c:pt idx="739">
                  <c:v>39111</c:v>
                </c:pt>
                <c:pt idx="740">
                  <c:v>39112</c:v>
                </c:pt>
                <c:pt idx="741">
                  <c:v>39113</c:v>
                </c:pt>
                <c:pt idx="742">
                  <c:v>39114</c:v>
                </c:pt>
                <c:pt idx="743">
                  <c:v>39115</c:v>
                </c:pt>
                <c:pt idx="744">
                  <c:v>39118</c:v>
                </c:pt>
                <c:pt idx="745">
                  <c:v>39119</c:v>
                </c:pt>
                <c:pt idx="746">
                  <c:v>39120</c:v>
                </c:pt>
                <c:pt idx="747">
                  <c:v>39121</c:v>
                </c:pt>
                <c:pt idx="748">
                  <c:v>39122</c:v>
                </c:pt>
                <c:pt idx="749">
                  <c:v>39125</c:v>
                </c:pt>
                <c:pt idx="750">
                  <c:v>39126</c:v>
                </c:pt>
                <c:pt idx="751">
                  <c:v>39127</c:v>
                </c:pt>
                <c:pt idx="752">
                  <c:v>39128</c:v>
                </c:pt>
                <c:pt idx="753">
                  <c:v>39129</c:v>
                </c:pt>
                <c:pt idx="754">
                  <c:v>39132</c:v>
                </c:pt>
                <c:pt idx="755">
                  <c:v>39133</c:v>
                </c:pt>
                <c:pt idx="756">
                  <c:v>39134</c:v>
                </c:pt>
                <c:pt idx="757">
                  <c:v>39135</c:v>
                </c:pt>
                <c:pt idx="758">
                  <c:v>39136</c:v>
                </c:pt>
                <c:pt idx="759">
                  <c:v>39139</c:v>
                </c:pt>
                <c:pt idx="760">
                  <c:v>39140</c:v>
                </c:pt>
                <c:pt idx="761">
                  <c:v>39141</c:v>
                </c:pt>
                <c:pt idx="762">
                  <c:v>39142</c:v>
                </c:pt>
                <c:pt idx="763">
                  <c:v>39143</c:v>
                </c:pt>
                <c:pt idx="764">
                  <c:v>39146</c:v>
                </c:pt>
                <c:pt idx="765">
                  <c:v>39147</c:v>
                </c:pt>
                <c:pt idx="766">
                  <c:v>39148</c:v>
                </c:pt>
                <c:pt idx="767">
                  <c:v>39149</c:v>
                </c:pt>
                <c:pt idx="768">
                  <c:v>39150</c:v>
                </c:pt>
                <c:pt idx="769">
                  <c:v>39153</c:v>
                </c:pt>
                <c:pt idx="770">
                  <c:v>39154</c:v>
                </c:pt>
                <c:pt idx="771">
                  <c:v>39155</c:v>
                </c:pt>
                <c:pt idx="772">
                  <c:v>39156</c:v>
                </c:pt>
                <c:pt idx="773">
                  <c:v>39157</c:v>
                </c:pt>
                <c:pt idx="774">
                  <c:v>39160</c:v>
                </c:pt>
                <c:pt idx="775">
                  <c:v>39161</c:v>
                </c:pt>
                <c:pt idx="776">
                  <c:v>39162</c:v>
                </c:pt>
                <c:pt idx="777">
                  <c:v>39163</c:v>
                </c:pt>
                <c:pt idx="778">
                  <c:v>39164</c:v>
                </c:pt>
                <c:pt idx="779">
                  <c:v>39167</c:v>
                </c:pt>
                <c:pt idx="780">
                  <c:v>39168</c:v>
                </c:pt>
                <c:pt idx="781">
                  <c:v>39169</c:v>
                </c:pt>
                <c:pt idx="782">
                  <c:v>39170</c:v>
                </c:pt>
                <c:pt idx="783">
                  <c:v>39171</c:v>
                </c:pt>
                <c:pt idx="784">
                  <c:v>39174</c:v>
                </c:pt>
                <c:pt idx="785">
                  <c:v>39175</c:v>
                </c:pt>
                <c:pt idx="786">
                  <c:v>39176</c:v>
                </c:pt>
                <c:pt idx="787">
                  <c:v>39177</c:v>
                </c:pt>
                <c:pt idx="788">
                  <c:v>39178</c:v>
                </c:pt>
                <c:pt idx="789">
                  <c:v>39181</c:v>
                </c:pt>
                <c:pt idx="790">
                  <c:v>39182</c:v>
                </c:pt>
                <c:pt idx="791">
                  <c:v>39183</c:v>
                </c:pt>
                <c:pt idx="792">
                  <c:v>39184</c:v>
                </c:pt>
                <c:pt idx="793">
                  <c:v>39185</c:v>
                </c:pt>
                <c:pt idx="794">
                  <c:v>39188</c:v>
                </c:pt>
                <c:pt idx="795">
                  <c:v>39189</c:v>
                </c:pt>
                <c:pt idx="796">
                  <c:v>39190</c:v>
                </c:pt>
                <c:pt idx="797">
                  <c:v>39191</c:v>
                </c:pt>
                <c:pt idx="798">
                  <c:v>39192</c:v>
                </c:pt>
                <c:pt idx="799">
                  <c:v>39195</c:v>
                </c:pt>
                <c:pt idx="800">
                  <c:v>39196</c:v>
                </c:pt>
                <c:pt idx="801">
                  <c:v>39197</c:v>
                </c:pt>
                <c:pt idx="802">
                  <c:v>39198</c:v>
                </c:pt>
                <c:pt idx="803">
                  <c:v>39199</c:v>
                </c:pt>
                <c:pt idx="804">
                  <c:v>39202</c:v>
                </c:pt>
                <c:pt idx="805">
                  <c:v>39203</c:v>
                </c:pt>
                <c:pt idx="806">
                  <c:v>39204</c:v>
                </c:pt>
                <c:pt idx="807">
                  <c:v>39205</c:v>
                </c:pt>
                <c:pt idx="808">
                  <c:v>39206</c:v>
                </c:pt>
                <c:pt idx="809">
                  <c:v>39209</c:v>
                </c:pt>
                <c:pt idx="810">
                  <c:v>39210</c:v>
                </c:pt>
                <c:pt idx="811">
                  <c:v>39211</c:v>
                </c:pt>
                <c:pt idx="812">
                  <c:v>39212</c:v>
                </c:pt>
                <c:pt idx="813">
                  <c:v>39213</c:v>
                </c:pt>
                <c:pt idx="814">
                  <c:v>39216</c:v>
                </c:pt>
                <c:pt idx="815">
                  <c:v>39217</c:v>
                </c:pt>
                <c:pt idx="816">
                  <c:v>39218</c:v>
                </c:pt>
                <c:pt idx="817">
                  <c:v>39219</c:v>
                </c:pt>
                <c:pt idx="818">
                  <c:v>39220</c:v>
                </c:pt>
                <c:pt idx="819">
                  <c:v>39223</c:v>
                </c:pt>
                <c:pt idx="820">
                  <c:v>39224</c:v>
                </c:pt>
                <c:pt idx="821">
                  <c:v>39225</c:v>
                </c:pt>
                <c:pt idx="822">
                  <c:v>39226</c:v>
                </c:pt>
                <c:pt idx="823">
                  <c:v>39227</c:v>
                </c:pt>
                <c:pt idx="824">
                  <c:v>39230</c:v>
                </c:pt>
                <c:pt idx="825">
                  <c:v>39231</c:v>
                </c:pt>
                <c:pt idx="826">
                  <c:v>39232</c:v>
                </c:pt>
                <c:pt idx="827">
                  <c:v>39233</c:v>
                </c:pt>
                <c:pt idx="828">
                  <c:v>39234</c:v>
                </c:pt>
                <c:pt idx="829">
                  <c:v>39237</c:v>
                </c:pt>
                <c:pt idx="830">
                  <c:v>39238</c:v>
                </c:pt>
                <c:pt idx="831">
                  <c:v>39239</c:v>
                </c:pt>
                <c:pt idx="832">
                  <c:v>39240</c:v>
                </c:pt>
                <c:pt idx="833">
                  <c:v>39241</c:v>
                </c:pt>
                <c:pt idx="834">
                  <c:v>39244</c:v>
                </c:pt>
                <c:pt idx="835">
                  <c:v>39245</c:v>
                </c:pt>
                <c:pt idx="836">
                  <c:v>39246</c:v>
                </c:pt>
                <c:pt idx="837">
                  <c:v>39247</c:v>
                </c:pt>
                <c:pt idx="838">
                  <c:v>39248</c:v>
                </c:pt>
                <c:pt idx="839">
                  <c:v>39251</c:v>
                </c:pt>
                <c:pt idx="840">
                  <c:v>39252</c:v>
                </c:pt>
                <c:pt idx="841">
                  <c:v>39253</c:v>
                </c:pt>
                <c:pt idx="842">
                  <c:v>39254</c:v>
                </c:pt>
                <c:pt idx="843">
                  <c:v>39255</c:v>
                </c:pt>
                <c:pt idx="844">
                  <c:v>39258</c:v>
                </c:pt>
                <c:pt idx="845">
                  <c:v>39259</c:v>
                </c:pt>
                <c:pt idx="846">
                  <c:v>39260</c:v>
                </c:pt>
                <c:pt idx="847">
                  <c:v>39261</c:v>
                </c:pt>
                <c:pt idx="848">
                  <c:v>39262</c:v>
                </c:pt>
                <c:pt idx="849">
                  <c:v>39265</c:v>
                </c:pt>
                <c:pt idx="850">
                  <c:v>39266</c:v>
                </c:pt>
                <c:pt idx="851">
                  <c:v>39267</c:v>
                </c:pt>
                <c:pt idx="852">
                  <c:v>39268</c:v>
                </c:pt>
                <c:pt idx="853">
                  <c:v>39269</c:v>
                </c:pt>
                <c:pt idx="854">
                  <c:v>39272</c:v>
                </c:pt>
                <c:pt idx="855">
                  <c:v>39273</c:v>
                </c:pt>
                <c:pt idx="856">
                  <c:v>39274</c:v>
                </c:pt>
                <c:pt idx="857">
                  <c:v>39275</c:v>
                </c:pt>
                <c:pt idx="858">
                  <c:v>39276</c:v>
                </c:pt>
                <c:pt idx="859">
                  <c:v>39279</c:v>
                </c:pt>
                <c:pt idx="860">
                  <c:v>39280</c:v>
                </c:pt>
                <c:pt idx="861">
                  <c:v>39281</c:v>
                </c:pt>
                <c:pt idx="862">
                  <c:v>39282</c:v>
                </c:pt>
                <c:pt idx="863">
                  <c:v>39283</c:v>
                </c:pt>
                <c:pt idx="864">
                  <c:v>39286</c:v>
                </c:pt>
                <c:pt idx="865">
                  <c:v>39287</c:v>
                </c:pt>
                <c:pt idx="866">
                  <c:v>39288</c:v>
                </c:pt>
                <c:pt idx="867">
                  <c:v>39289</c:v>
                </c:pt>
                <c:pt idx="868">
                  <c:v>39290</c:v>
                </c:pt>
                <c:pt idx="869">
                  <c:v>39293</c:v>
                </c:pt>
                <c:pt idx="870">
                  <c:v>39294</c:v>
                </c:pt>
                <c:pt idx="871">
                  <c:v>39295</c:v>
                </c:pt>
                <c:pt idx="872">
                  <c:v>39296</c:v>
                </c:pt>
                <c:pt idx="873">
                  <c:v>39297</c:v>
                </c:pt>
                <c:pt idx="874">
                  <c:v>39300</c:v>
                </c:pt>
                <c:pt idx="875">
                  <c:v>39301</c:v>
                </c:pt>
                <c:pt idx="876">
                  <c:v>39302</c:v>
                </c:pt>
                <c:pt idx="877">
                  <c:v>39303</c:v>
                </c:pt>
                <c:pt idx="878">
                  <c:v>39304</c:v>
                </c:pt>
                <c:pt idx="879">
                  <c:v>39307</c:v>
                </c:pt>
                <c:pt idx="880">
                  <c:v>39308</c:v>
                </c:pt>
                <c:pt idx="881">
                  <c:v>39309</c:v>
                </c:pt>
                <c:pt idx="882">
                  <c:v>39310</c:v>
                </c:pt>
                <c:pt idx="883">
                  <c:v>39311</c:v>
                </c:pt>
                <c:pt idx="884">
                  <c:v>39314</c:v>
                </c:pt>
                <c:pt idx="885">
                  <c:v>39315</c:v>
                </c:pt>
                <c:pt idx="886">
                  <c:v>39316</c:v>
                </c:pt>
                <c:pt idx="887">
                  <c:v>39317</c:v>
                </c:pt>
                <c:pt idx="888">
                  <c:v>39318</c:v>
                </c:pt>
                <c:pt idx="889">
                  <c:v>39321</c:v>
                </c:pt>
                <c:pt idx="890">
                  <c:v>39322</c:v>
                </c:pt>
                <c:pt idx="891">
                  <c:v>39323</c:v>
                </c:pt>
                <c:pt idx="892">
                  <c:v>39324</c:v>
                </c:pt>
                <c:pt idx="893">
                  <c:v>39325</c:v>
                </c:pt>
                <c:pt idx="894">
                  <c:v>39328</c:v>
                </c:pt>
                <c:pt idx="895">
                  <c:v>39329</c:v>
                </c:pt>
                <c:pt idx="896">
                  <c:v>39330</c:v>
                </c:pt>
                <c:pt idx="897">
                  <c:v>39331</c:v>
                </c:pt>
                <c:pt idx="898">
                  <c:v>39332</c:v>
                </c:pt>
                <c:pt idx="899">
                  <c:v>39335</c:v>
                </c:pt>
                <c:pt idx="900">
                  <c:v>39336</c:v>
                </c:pt>
                <c:pt idx="901">
                  <c:v>39337</c:v>
                </c:pt>
                <c:pt idx="902">
                  <c:v>39338</c:v>
                </c:pt>
                <c:pt idx="903">
                  <c:v>39339</c:v>
                </c:pt>
                <c:pt idx="904">
                  <c:v>39342</c:v>
                </c:pt>
                <c:pt idx="905">
                  <c:v>39343</c:v>
                </c:pt>
                <c:pt idx="906">
                  <c:v>39344</c:v>
                </c:pt>
                <c:pt idx="907">
                  <c:v>39345</c:v>
                </c:pt>
                <c:pt idx="908">
                  <c:v>39346</c:v>
                </c:pt>
                <c:pt idx="909">
                  <c:v>39349</c:v>
                </c:pt>
                <c:pt idx="910">
                  <c:v>39350</c:v>
                </c:pt>
                <c:pt idx="911">
                  <c:v>39351</c:v>
                </c:pt>
                <c:pt idx="912">
                  <c:v>39352</c:v>
                </c:pt>
                <c:pt idx="913">
                  <c:v>39353</c:v>
                </c:pt>
                <c:pt idx="914">
                  <c:v>39356</c:v>
                </c:pt>
                <c:pt idx="915">
                  <c:v>39357</c:v>
                </c:pt>
                <c:pt idx="916">
                  <c:v>39358</c:v>
                </c:pt>
                <c:pt idx="917">
                  <c:v>39359</c:v>
                </c:pt>
                <c:pt idx="918">
                  <c:v>39360</c:v>
                </c:pt>
                <c:pt idx="919">
                  <c:v>39363</c:v>
                </c:pt>
                <c:pt idx="920">
                  <c:v>39364</c:v>
                </c:pt>
                <c:pt idx="921">
                  <c:v>39365</c:v>
                </c:pt>
                <c:pt idx="922">
                  <c:v>39366</c:v>
                </c:pt>
                <c:pt idx="923">
                  <c:v>39367</c:v>
                </c:pt>
                <c:pt idx="924">
                  <c:v>39370</c:v>
                </c:pt>
                <c:pt idx="925">
                  <c:v>39371</c:v>
                </c:pt>
                <c:pt idx="926">
                  <c:v>39372</c:v>
                </c:pt>
                <c:pt idx="927">
                  <c:v>39373</c:v>
                </c:pt>
                <c:pt idx="928">
                  <c:v>39374</c:v>
                </c:pt>
                <c:pt idx="929">
                  <c:v>39377</c:v>
                </c:pt>
                <c:pt idx="930">
                  <c:v>39378</c:v>
                </c:pt>
                <c:pt idx="931">
                  <c:v>39379</c:v>
                </c:pt>
                <c:pt idx="932">
                  <c:v>39380</c:v>
                </c:pt>
                <c:pt idx="933">
                  <c:v>39381</c:v>
                </c:pt>
                <c:pt idx="934">
                  <c:v>39384</c:v>
                </c:pt>
                <c:pt idx="935">
                  <c:v>39385</c:v>
                </c:pt>
                <c:pt idx="936">
                  <c:v>39386</c:v>
                </c:pt>
                <c:pt idx="937">
                  <c:v>39387</c:v>
                </c:pt>
                <c:pt idx="938">
                  <c:v>39388</c:v>
                </c:pt>
                <c:pt idx="939">
                  <c:v>39391</c:v>
                </c:pt>
                <c:pt idx="940">
                  <c:v>39392</c:v>
                </c:pt>
                <c:pt idx="941">
                  <c:v>39393</c:v>
                </c:pt>
                <c:pt idx="942">
                  <c:v>39394</c:v>
                </c:pt>
                <c:pt idx="943">
                  <c:v>39395</c:v>
                </c:pt>
                <c:pt idx="944">
                  <c:v>39398</c:v>
                </c:pt>
                <c:pt idx="945">
                  <c:v>39399</c:v>
                </c:pt>
                <c:pt idx="946">
                  <c:v>39400</c:v>
                </c:pt>
                <c:pt idx="947">
                  <c:v>39401</c:v>
                </c:pt>
                <c:pt idx="948">
                  <c:v>39402</c:v>
                </c:pt>
                <c:pt idx="949">
                  <c:v>39405</c:v>
                </c:pt>
                <c:pt idx="950">
                  <c:v>39406</c:v>
                </c:pt>
                <c:pt idx="951">
                  <c:v>39407</c:v>
                </c:pt>
                <c:pt idx="952">
                  <c:v>39408</c:v>
                </c:pt>
                <c:pt idx="953">
                  <c:v>39409</c:v>
                </c:pt>
                <c:pt idx="954">
                  <c:v>39412</c:v>
                </c:pt>
                <c:pt idx="955">
                  <c:v>39413</c:v>
                </c:pt>
                <c:pt idx="956">
                  <c:v>39414</c:v>
                </c:pt>
                <c:pt idx="957">
                  <c:v>39415</c:v>
                </c:pt>
                <c:pt idx="958">
                  <c:v>39416</c:v>
                </c:pt>
                <c:pt idx="959">
                  <c:v>39419</c:v>
                </c:pt>
                <c:pt idx="960">
                  <c:v>39420</c:v>
                </c:pt>
                <c:pt idx="961">
                  <c:v>39421</c:v>
                </c:pt>
                <c:pt idx="962">
                  <c:v>39422</c:v>
                </c:pt>
                <c:pt idx="963">
                  <c:v>39423</c:v>
                </c:pt>
                <c:pt idx="964">
                  <c:v>39426</c:v>
                </c:pt>
                <c:pt idx="965">
                  <c:v>39427</c:v>
                </c:pt>
                <c:pt idx="966">
                  <c:v>39428</c:v>
                </c:pt>
                <c:pt idx="967">
                  <c:v>39429</c:v>
                </c:pt>
                <c:pt idx="968">
                  <c:v>39430</c:v>
                </c:pt>
                <c:pt idx="969">
                  <c:v>39433</c:v>
                </c:pt>
                <c:pt idx="970">
                  <c:v>39434</c:v>
                </c:pt>
                <c:pt idx="971">
                  <c:v>39435</c:v>
                </c:pt>
                <c:pt idx="972">
                  <c:v>39436</c:v>
                </c:pt>
                <c:pt idx="973">
                  <c:v>39437</c:v>
                </c:pt>
                <c:pt idx="974">
                  <c:v>39440</c:v>
                </c:pt>
                <c:pt idx="975">
                  <c:v>39441</c:v>
                </c:pt>
                <c:pt idx="976">
                  <c:v>39442</c:v>
                </c:pt>
                <c:pt idx="977">
                  <c:v>39443</c:v>
                </c:pt>
                <c:pt idx="978">
                  <c:v>39444</c:v>
                </c:pt>
                <c:pt idx="979">
                  <c:v>39447</c:v>
                </c:pt>
                <c:pt idx="980">
                  <c:v>39448</c:v>
                </c:pt>
                <c:pt idx="981">
                  <c:v>39449</c:v>
                </c:pt>
                <c:pt idx="982">
                  <c:v>39450</c:v>
                </c:pt>
                <c:pt idx="983">
                  <c:v>39451</c:v>
                </c:pt>
                <c:pt idx="984">
                  <c:v>39454</c:v>
                </c:pt>
                <c:pt idx="985">
                  <c:v>39455</c:v>
                </c:pt>
                <c:pt idx="986">
                  <c:v>39456</c:v>
                </c:pt>
                <c:pt idx="987">
                  <c:v>39457</c:v>
                </c:pt>
                <c:pt idx="988">
                  <c:v>39458</c:v>
                </c:pt>
                <c:pt idx="989">
                  <c:v>39461</c:v>
                </c:pt>
                <c:pt idx="990">
                  <c:v>39462</c:v>
                </c:pt>
                <c:pt idx="991">
                  <c:v>39463</c:v>
                </c:pt>
                <c:pt idx="992">
                  <c:v>39464</c:v>
                </c:pt>
                <c:pt idx="993">
                  <c:v>39465</c:v>
                </c:pt>
                <c:pt idx="994">
                  <c:v>39468</c:v>
                </c:pt>
                <c:pt idx="995">
                  <c:v>39469</c:v>
                </c:pt>
                <c:pt idx="996">
                  <c:v>39470</c:v>
                </c:pt>
                <c:pt idx="997">
                  <c:v>39471</c:v>
                </c:pt>
                <c:pt idx="998">
                  <c:v>39472</c:v>
                </c:pt>
                <c:pt idx="999">
                  <c:v>39475</c:v>
                </c:pt>
                <c:pt idx="1000">
                  <c:v>39476</c:v>
                </c:pt>
                <c:pt idx="1001">
                  <c:v>39477</c:v>
                </c:pt>
                <c:pt idx="1002">
                  <c:v>39478</c:v>
                </c:pt>
                <c:pt idx="1003">
                  <c:v>39479</c:v>
                </c:pt>
                <c:pt idx="1004">
                  <c:v>39482</c:v>
                </c:pt>
                <c:pt idx="1005">
                  <c:v>39483</c:v>
                </c:pt>
                <c:pt idx="1006">
                  <c:v>39484</c:v>
                </c:pt>
                <c:pt idx="1007">
                  <c:v>39485</c:v>
                </c:pt>
                <c:pt idx="1008">
                  <c:v>39486</c:v>
                </c:pt>
                <c:pt idx="1009">
                  <c:v>39489</c:v>
                </c:pt>
                <c:pt idx="1010">
                  <c:v>39490</c:v>
                </c:pt>
                <c:pt idx="1011">
                  <c:v>39491</c:v>
                </c:pt>
                <c:pt idx="1012">
                  <c:v>39492</c:v>
                </c:pt>
                <c:pt idx="1013">
                  <c:v>39493</c:v>
                </c:pt>
                <c:pt idx="1014">
                  <c:v>39496</c:v>
                </c:pt>
                <c:pt idx="1015">
                  <c:v>39497</c:v>
                </c:pt>
                <c:pt idx="1016">
                  <c:v>39498</c:v>
                </c:pt>
                <c:pt idx="1017">
                  <c:v>39499</c:v>
                </c:pt>
                <c:pt idx="1018">
                  <c:v>39500</c:v>
                </c:pt>
                <c:pt idx="1019">
                  <c:v>39503</c:v>
                </c:pt>
                <c:pt idx="1020">
                  <c:v>39504</c:v>
                </c:pt>
                <c:pt idx="1021">
                  <c:v>39505</c:v>
                </c:pt>
                <c:pt idx="1022">
                  <c:v>39506</c:v>
                </c:pt>
                <c:pt idx="1023">
                  <c:v>39507</c:v>
                </c:pt>
                <c:pt idx="1024">
                  <c:v>39510</c:v>
                </c:pt>
                <c:pt idx="1025">
                  <c:v>39511</c:v>
                </c:pt>
                <c:pt idx="1026">
                  <c:v>39512</c:v>
                </c:pt>
                <c:pt idx="1027">
                  <c:v>39513</c:v>
                </c:pt>
                <c:pt idx="1028">
                  <c:v>39514</c:v>
                </c:pt>
                <c:pt idx="1029">
                  <c:v>39517</c:v>
                </c:pt>
                <c:pt idx="1030">
                  <c:v>39518</c:v>
                </c:pt>
                <c:pt idx="1031">
                  <c:v>39519</c:v>
                </c:pt>
                <c:pt idx="1032">
                  <c:v>39520</c:v>
                </c:pt>
                <c:pt idx="1033">
                  <c:v>39521</c:v>
                </c:pt>
                <c:pt idx="1034">
                  <c:v>39524</c:v>
                </c:pt>
                <c:pt idx="1035">
                  <c:v>39525</c:v>
                </c:pt>
                <c:pt idx="1036">
                  <c:v>39526</c:v>
                </c:pt>
                <c:pt idx="1037">
                  <c:v>39527</c:v>
                </c:pt>
                <c:pt idx="1038">
                  <c:v>39528</c:v>
                </c:pt>
                <c:pt idx="1039">
                  <c:v>39531</c:v>
                </c:pt>
                <c:pt idx="1040">
                  <c:v>39532</c:v>
                </c:pt>
                <c:pt idx="1041">
                  <c:v>39533</c:v>
                </c:pt>
                <c:pt idx="1042">
                  <c:v>39534</c:v>
                </c:pt>
                <c:pt idx="1043">
                  <c:v>39535</c:v>
                </c:pt>
                <c:pt idx="1044">
                  <c:v>39538</c:v>
                </c:pt>
                <c:pt idx="1045">
                  <c:v>39539</c:v>
                </c:pt>
                <c:pt idx="1046">
                  <c:v>39540</c:v>
                </c:pt>
                <c:pt idx="1047">
                  <c:v>39541</c:v>
                </c:pt>
                <c:pt idx="1048">
                  <c:v>39542</c:v>
                </c:pt>
                <c:pt idx="1049">
                  <c:v>39545</c:v>
                </c:pt>
                <c:pt idx="1050">
                  <c:v>39546</c:v>
                </c:pt>
                <c:pt idx="1051">
                  <c:v>39547</c:v>
                </c:pt>
                <c:pt idx="1052">
                  <c:v>39548</c:v>
                </c:pt>
                <c:pt idx="1053">
                  <c:v>39549</c:v>
                </c:pt>
                <c:pt idx="1054">
                  <c:v>39552</c:v>
                </c:pt>
                <c:pt idx="1055">
                  <c:v>39553</c:v>
                </c:pt>
                <c:pt idx="1056">
                  <c:v>39554</c:v>
                </c:pt>
                <c:pt idx="1057">
                  <c:v>39555</c:v>
                </c:pt>
                <c:pt idx="1058">
                  <c:v>39556</c:v>
                </c:pt>
                <c:pt idx="1059">
                  <c:v>39559</c:v>
                </c:pt>
                <c:pt idx="1060">
                  <c:v>39560</c:v>
                </c:pt>
                <c:pt idx="1061">
                  <c:v>39561</c:v>
                </c:pt>
                <c:pt idx="1062">
                  <c:v>39562</c:v>
                </c:pt>
                <c:pt idx="1063">
                  <c:v>39563</c:v>
                </c:pt>
                <c:pt idx="1064">
                  <c:v>39566</c:v>
                </c:pt>
                <c:pt idx="1065">
                  <c:v>39567</c:v>
                </c:pt>
                <c:pt idx="1066">
                  <c:v>39568</c:v>
                </c:pt>
                <c:pt idx="1067">
                  <c:v>39569</c:v>
                </c:pt>
                <c:pt idx="1068">
                  <c:v>39570</c:v>
                </c:pt>
                <c:pt idx="1069">
                  <c:v>39573</c:v>
                </c:pt>
                <c:pt idx="1070">
                  <c:v>39574</c:v>
                </c:pt>
                <c:pt idx="1071">
                  <c:v>39575</c:v>
                </c:pt>
                <c:pt idx="1072">
                  <c:v>39576</c:v>
                </c:pt>
                <c:pt idx="1073">
                  <c:v>39577</c:v>
                </c:pt>
                <c:pt idx="1074">
                  <c:v>39580</c:v>
                </c:pt>
                <c:pt idx="1075">
                  <c:v>39581</c:v>
                </c:pt>
                <c:pt idx="1076">
                  <c:v>39582</c:v>
                </c:pt>
                <c:pt idx="1077">
                  <c:v>39583</c:v>
                </c:pt>
                <c:pt idx="1078">
                  <c:v>39584</c:v>
                </c:pt>
                <c:pt idx="1079">
                  <c:v>39587</c:v>
                </c:pt>
                <c:pt idx="1080">
                  <c:v>39588</c:v>
                </c:pt>
                <c:pt idx="1081">
                  <c:v>39589</c:v>
                </c:pt>
                <c:pt idx="1082">
                  <c:v>39590</c:v>
                </c:pt>
                <c:pt idx="1083">
                  <c:v>39591</c:v>
                </c:pt>
                <c:pt idx="1084">
                  <c:v>39594</c:v>
                </c:pt>
                <c:pt idx="1085">
                  <c:v>39595</c:v>
                </c:pt>
                <c:pt idx="1086">
                  <c:v>39596</c:v>
                </c:pt>
                <c:pt idx="1087">
                  <c:v>39597</c:v>
                </c:pt>
                <c:pt idx="1088">
                  <c:v>39598</c:v>
                </c:pt>
                <c:pt idx="1089">
                  <c:v>39601</c:v>
                </c:pt>
                <c:pt idx="1090">
                  <c:v>39602</c:v>
                </c:pt>
                <c:pt idx="1091">
                  <c:v>39603</c:v>
                </c:pt>
                <c:pt idx="1092">
                  <c:v>39604</c:v>
                </c:pt>
                <c:pt idx="1093">
                  <c:v>39605</c:v>
                </c:pt>
                <c:pt idx="1094">
                  <c:v>39608</c:v>
                </c:pt>
                <c:pt idx="1095">
                  <c:v>39609</c:v>
                </c:pt>
                <c:pt idx="1096">
                  <c:v>39610</c:v>
                </c:pt>
                <c:pt idx="1097">
                  <c:v>39611</c:v>
                </c:pt>
                <c:pt idx="1098">
                  <c:v>39612</c:v>
                </c:pt>
                <c:pt idx="1099">
                  <c:v>39615</c:v>
                </c:pt>
                <c:pt idx="1100">
                  <c:v>39616</c:v>
                </c:pt>
                <c:pt idx="1101">
                  <c:v>39617</c:v>
                </c:pt>
                <c:pt idx="1102">
                  <c:v>39618</c:v>
                </c:pt>
                <c:pt idx="1103">
                  <c:v>39619</c:v>
                </c:pt>
                <c:pt idx="1104">
                  <c:v>39622</c:v>
                </c:pt>
                <c:pt idx="1105">
                  <c:v>39623</c:v>
                </c:pt>
                <c:pt idx="1106">
                  <c:v>39624</c:v>
                </c:pt>
                <c:pt idx="1107">
                  <c:v>39625</c:v>
                </c:pt>
                <c:pt idx="1108">
                  <c:v>39626</c:v>
                </c:pt>
                <c:pt idx="1109">
                  <c:v>39629</c:v>
                </c:pt>
                <c:pt idx="1110">
                  <c:v>39630</c:v>
                </c:pt>
                <c:pt idx="1111">
                  <c:v>39631</c:v>
                </c:pt>
                <c:pt idx="1112">
                  <c:v>39632</c:v>
                </c:pt>
                <c:pt idx="1113">
                  <c:v>39633</c:v>
                </c:pt>
                <c:pt idx="1114">
                  <c:v>39636</c:v>
                </c:pt>
                <c:pt idx="1115">
                  <c:v>39637</c:v>
                </c:pt>
                <c:pt idx="1116">
                  <c:v>39638</c:v>
                </c:pt>
                <c:pt idx="1117">
                  <c:v>39639</c:v>
                </c:pt>
                <c:pt idx="1118">
                  <c:v>39640</c:v>
                </c:pt>
                <c:pt idx="1119">
                  <c:v>39643</c:v>
                </c:pt>
                <c:pt idx="1120">
                  <c:v>39644</c:v>
                </c:pt>
                <c:pt idx="1121">
                  <c:v>39645</c:v>
                </c:pt>
                <c:pt idx="1122">
                  <c:v>39646</c:v>
                </c:pt>
                <c:pt idx="1123">
                  <c:v>39647</c:v>
                </c:pt>
                <c:pt idx="1124">
                  <c:v>39650</c:v>
                </c:pt>
                <c:pt idx="1125">
                  <c:v>39651</c:v>
                </c:pt>
                <c:pt idx="1126">
                  <c:v>39652</c:v>
                </c:pt>
                <c:pt idx="1127">
                  <c:v>39653</c:v>
                </c:pt>
                <c:pt idx="1128">
                  <c:v>39654</c:v>
                </c:pt>
                <c:pt idx="1129">
                  <c:v>39657</c:v>
                </c:pt>
                <c:pt idx="1130">
                  <c:v>39658</c:v>
                </c:pt>
                <c:pt idx="1131">
                  <c:v>39659</c:v>
                </c:pt>
                <c:pt idx="1132">
                  <c:v>39660</c:v>
                </c:pt>
                <c:pt idx="1133">
                  <c:v>39661</c:v>
                </c:pt>
                <c:pt idx="1134">
                  <c:v>39664</c:v>
                </c:pt>
                <c:pt idx="1135">
                  <c:v>39665</c:v>
                </c:pt>
                <c:pt idx="1136">
                  <c:v>39666</c:v>
                </c:pt>
                <c:pt idx="1137">
                  <c:v>39667</c:v>
                </c:pt>
                <c:pt idx="1138">
                  <c:v>39668</c:v>
                </c:pt>
                <c:pt idx="1139">
                  <c:v>39671</c:v>
                </c:pt>
                <c:pt idx="1140">
                  <c:v>39672</c:v>
                </c:pt>
                <c:pt idx="1141">
                  <c:v>39673</c:v>
                </c:pt>
                <c:pt idx="1142">
                  <c:v>39674</c:v>
                </c:pt>
                <c:pt idx="1143">
                  <c:v>39675</c:v>
                </c:pt>
                <c:pt idx="1144">
                  <c:v>39678</c:v>
                </c:pt>
                <c:pt idx="1145">
                  <c:v>39679</c:v>
                </c:pt>
                <c:pt idx="1146">
                  <c:v>39680</c:v>
                </c:pt>
                <c:pt idx="1147">
                  <c:v>39681</c:v>
                </c:pt>
                <c:pt idx="1148">
                  <c:v>39682</c:v>
                </c:pt>
                <c:pt idx="1149">
                  <c:v>39685</c:v>
                </c:pt>
                <c:pt idx="1150">
                  <c:v>39686</c:v>
                </c:pt>
                <c:pt idx="1151">
                  <c:v>39687</c:v>
                </c:pt>
                <c:pt idx="1152">
                  <c:v>39688</c:v>
                </c:pt>
                <c:pt idx="1153">
                  <c:v>39689</c:v>
                </c:pt>
                <c:pt idx="1154">
                  <c:v>39692</c:v>
                </c:pt>
                <c:pt idx="1155">
                  <c:v>39693</c:v>
                </c:pt>
                <c:pt idx="1156">
                  <c:v>39694</c:v>
                </c:pt>
                <c:pt idx="1157">
                  <c:v>39695</c:v>
                </c:pt>
                <c:pt idx="1158">
                  <c:v>39696</c:v>
                </c:pt>
                <c:pt idx="1159">
                  <c:v>39699</c:v>
                </c:pt>
                <c:pt idx="1160">
                  <c:v>39700</c:v>
                </c:pt>
                <c:pt idx="1161">
                  <c:v>39701</c:v>
                </c:pt>
                <c:pt idx="1162">
                  <c:v>39702</c:v>
                </c:pt>
                <c:pt idx="1163">
                  <c:v>39703</c:v>
                </c:pt>
                <c:pt idx="1164">
                  <c:v>39706</c:v>
                </c:pt>
                <c:pt idx="1165">
                  <c:v>39707</c:v>
                </c:pt>
                <c:pt idx="1166">
                  <c:v>39708</c:v>
                </c:pt>
                <c:pt idx="1167">
                  <c:v>39709</c:v>
                </c:pt>
                <c:pt idx="1168">
                  <c:v>39710</c:v>
                </c:pt>
                <c:pt idx="1169">
                  <c:v>39713</c:v>
                </c:pt>
                <c:pt idx="1170">
                  <c:v>39714</c:v>
                </c:pt>
                <c:pt idx="1171">
                  <c:v>39715</c:v>
                </c:pt>
                <c:pt idx="1172">
                  <c:v>39716</c:v>
                </c:pt>
                <c:pt idx="1173">
                  <c:v>39717</c:v>
                </c:pt>
                <c:pt idx="1174">
                  <c:v>39720</c:v>
                </c:pt>
                <c:pt idx="1175">
                  <c:v>39721</c:v>
                </c:pt>
                <c:pt idx="1176">
                  <c:v>39722</c:v>
                </c:pt>
                <c:pt idx="1177">
                  <c:v>39723</c:v>
                </c:pt>
                <c:pt idx="1178">
                  <c:v>39724</c:v>
                </c:pt>
                <c:pt idx="1179">
                  <c:v>39727</c:v>
                </c:pt>
                <c:pt idx="1180">
                  <c:v>39728</c:v>
                </c:pt>
                <c:pt idx="1181">
                  <c:v>39729</c:v>
                </c:pt>
                <c:pt idx="1182">
                  <c:v>39730</c:v>
                </c:pt>
                <c:pt idx="1183">
                  <c:v>39731</c:v>
                </c:pt>
                <c:pt idx="1184">
                  <c:v>39734</c:v>
                </c:pt>
                <c:pt idx="1185">
                  <c:v>39735</c:v>
                </c:pt>
                <c:pt idx="1186">
                  <c:v>39736</c:v>
                </c:pt>
                <c:pt idx="1187">
                  <c:v>39737</c:v>
                </c:pt>
                <c:pt idx="1188">
                  <c:v>39738</c:v>
                </c:pt>
                <c:pt idx="1189">
                  <c:v>39741</c:v>
                </c:pt>
                <c:pt idx="1190">
                  <c:v>39742</c:v>
                </c:pt>
                <c:pt idx="1191">
                  <c:v>39743</c:v>
                </c:pt>
                <c:pt idx="1192">
                  <c:v>39744</c:v>
                </c:pt>
                <c:pt idx="1193">
                  <c:v>39745</c:v>
                </c:pt>
                <c:pt idx="1194">
                  <c:v>39748</c:v>
                </c:pt>
                <c:pt idx="1195">
                  <c:v>39749</c:v>
                </c:pt>
                <c:pt idx="1196">
                  <c:v>39750</c:v>
                </c:pt>
                <c:pt idx="1197">
                  <c:v>39751</c:v>
                </c:pt>
                <c:pt idx="1198">
                  <c:v>39752</c:v>
                </c:pt>
                <c:pt idx="1199">
                  <c:v>39755</c:v>
                </c:pt>
                <c:pt idx="1200">
                  <c:v>39756</c:v>
                </c:pt>
                <c:pt idx="1201">
                  <c:v>39757</c:v>
                </c:pt>
                <c:pt idx="1202">
                  <c:v>39758</c:v>
                </c:pt>
                <c:pt idx="1203">
                  <c:v>39759</c:v>
                </c:pt>
                <c:pt idx="1204">
                  <c:v>39762</c:v>
                </c:pt>
                <c:pt idx="1205">
                  <c:v>39763</c:v>
                </c:pt>
                <c:pt idx="1206">
                  <c:v>39764</c:v>
                </c:pt>
                <c:pt idx="1207">
                  <c:v>39765</c:v>
                </c:pt>
                <c:pt idx="1208">
                  <c:v>39766</c:v>
                </c:pt>
                <c:pt idx="1209">
                  <c:v>39769</c:v>
                </c:pt>
                <c:pt idx="1210">
                  <c:v>39770</c:v>
                </c:pt>
                <c:pt idx="1211">
                  <c:v>39771</c:v>
                </c:pt>
                <c:pt idx="1212">
                  <c:v>39772</c:v>
                </c:pt>
                <c:pt idx="1213">
                  <c:v>39773</c:v>
                </c:pt>
                <c:pt idx="1214">
                  <c:v>39776</c:v>
                </c:pt>
                <c:pt idx="1215">
                  <c:v>39777</c:v>
                </c:pt>
                <c:pt idx="1216">
                  <c:v>39778</c:v>
                </c:pt>
                <c:pt idx="1217">
                  <c:v>39779</c:v>
                </c:pt>
                <c:pt idx="1218">
                  <c:v>39780</c:v>
                </c:pt>
                <c:pt idx="1219">
                  <c:v>39783</c:v>
                </c:pt>
                <c:pt idx="1220">
                  <c:v>39784</c:v>
                </c:pt>
                <c:pt idx="1221">
                  <c:v>39785</c:v>
                </c:pt>
                <c:pt idx="1222">
                  <c:v>39786</c:v>
                </c:pt>
                <c:pt idx="1223">
                  <c:v>39787</c:v>
                </c:pt>
                <c:pt idx="1224">
                  <c:v>39790</c:v>
                </c:pt>
                <c:pt idx="1225">
                  <c:v>39791</c:v>
                </c:pt>
                <c:pt idx="1226">
                  <c:v>39792</c:v>
                </c:pt>
                <c:pt idx="1227">
                  <c:v>39793</c:v>
                </c:pt>
                <c:pt idx="1228">
                  <c:v>39794</c:v>
                </c:pt>
                <c:pt idx="1229">
                  <c:v>39797</c:v>
                </c:pt>
                <c:pt idx="1230">
                  <c:v>39798</c:v>
                </c:pt>
                <c:pt idx="1231">
                  <c:v>39799</c:v>
                </c:pt>
                <c:pt idx="1232">
                  <c:v>39800</c:v>
                </c:pt>
                <c:pt idx="1233">
                  <c:v>39801</c:v>
                </c:pt>
                <c:pt idx="1234">
                  <c:v>39804</c:v>
                </c:pt>
                <c:pt idx="1235">
                  <c:v>39805</c:v>
                </c:pt>
                <c:pt idx="1236">
                  <c:v>39806</c:v>
                </c:pt>
                <c:pt idx="1237">
                  <c:v>39808</c:v>
                </c:pt>
                <c:pt idx="1238">
                  <c:v>39811</c:v>
                </c:pt>
                <c:pt idx="1239">
                  <c:v>39812</c:v>
                </c:pt>
                <c:pt idx="1240">
                  <c:v>39813</c:v>
                </c:pt>
                <c:pt idx="1241">
                  <c:v>39814</c:v>
                </c:pt>
                <c:pt idx="1242">
                  <c:v>39815</c:v>
                </c:pt>
                <c:pt idx="1243">
                  <c:v>39818</c:v>
                </c:pt>
                <c:pt idx="1244">
                  <c:v>39819</c:v>
                </c:pt>
                <c:pt idx="1245">
                  <c:v>39820</c:v>
                </c:pt>
                <c:pt idx="1246">
                  <c:v>39821</c:v>
                </c:pt>
                <c:pt idx="1247">
                  <c:v>39822</c:v>
                </c:pt>
                <c:pt idx="1248">
                  <c:v>39825</c:v>
                </c:pt>
                <c:pt idx="1249">
                  <c:v>39826</c:v>
                </c:pt>
                <c:pt idx="1250">
                  <c:v>39827</c:v>
                </c:pt>
                <c:pt idx="1251">
                  <c:v>39828</c:v>
                </c:pt>
                <c:pt idx="1252">
                  <c:v>39829</c:v>
                </c:pt>
                <c:pt idx="1253">
                  <c:v>39832</c:v>
                </c:pt>
                <c:pt idx="1254">
                  <c:v>39833</c:v>
                </c:pt>
                <c:pt idx="1255">
                  <c:v>39834</c:v>
                </c:pt>
                <c:pt idx="1256">
                  <c:v>39835</c:v>
                </c:pt>
                <c:pt idx="1257">
                  <c:v>39836</c:v>
                </c:pt>
                <c:pt idx="1258">
                  <c:v>39839</c:v>
                </c:pt>
                <c:pt idx="1259">
                  <c:v>39840</c:v>
                </c:pt>
                <c:pt idx="1260">
                  <c:v>39841</c:v>
                </c:pt>
                <c:pt idx="1261">
                  <c:v>39842</c:v>
                </c:pt>
                <c:pt idx="1262">
                  <c:v>39843</c:v>
                </c:pt>
                <c:pt idx="1263">
                  <c:v>39846</c:v>
                </c:pt>
                <c:pt idx="1264">
                  <c:v>39847</c:v>
                </c:pt>
                <c:pt idx="1265">
                  <c:v>39848</c:v>
                </c:pt>
                <c:pt idx="1266">
                  <c:v>39849</c:v>
                </c:pt>
                <c:pt idx="1267">
                  <c:v>39850</c:v>
                </c:pt>
                <c:pt idx="1268">
                  <c:v>39853</c:v>
                </c:pt>
                <c:pt idx="1269">
                  <c:v>39854</c:v>
                </c:pt>
                <c:pt idx="1270">
                  <c:v>39855</c:v>
                </c:pt>
                <c:pt idx="1271">
                  <c:v>39856</c:v>
                </c:pt>
                <c:pt idx="1272">
                  <c:v>39857</c:v>
                </c:pt>
                <c:pt idx="1273">
                  <c:v>39860</c:v>
                </c:pt>
                <c:pt idx="1274">
                  <c:v>39861</c:v>
                </c:pt>
                <c:pt idx="1275">
                  <c:v>39862</c:v>
                </c:pt>
                <c:pt idx="1276">
                  <c:v>39863</c:v>
                </c:pt>
                <c:pt idx="1277">
                  <c:v>39864</c:v>
                </c:pt>
                <c:pt idx="1278">
                  <c:v>39867</c:v>
                </c:pt>
                <c:pt idx="1279">
                  <c:v>39868</c:v>
                </c:pt>
                <c:pt idx="1280">
                  <c:v>39869</c:v>
                </c:pt>
                <c:pt idx="1281">
                  <c:v>39870</c:v>
                </c:pt>
                <c:pt idx="1282">
                  <c:v>39871</c:v>
                </c:pt>
                <c:pt idx="1283">
                  <c:v>39874</c:v>
                </c:pt>
                <c:pt idx="1284">
                  <c:v>39875</c:v>
                </c:pt>
                <c:pt idx="1285">
                  <c:v>39876</c:v>
                </c:pt>
                <c:pt idx="1286">
                  <c:v>39877</c:v>
                </c:pt>
                <c:pt idx="1287">
                  <c:v>39878</c:v>
                </c:pt>
                <c:pt idx="1288">
                  <c:v>39881</c:v>
                </c:pt>
                <c:pt idx="1289">
                  <c:v>39882</c:v>
                </c:pt>
                <c:pt idx="1290">
                  <c:v>39883</c:v>
                </c:pt>
                <c:pt idx="1291">
                  <c:v>39884</c:v>
                </c:pt>
                <c:pt idx="1292">
                  <c:v>39885</c:v>
                </c:pt>
                <c:pt idx="1293">
                  <c:v>39888</c:v>
                </c:pt>
                <c:pt idx="1294">
                  <c:v>39889</c:v>
                </c:pt>
                <c:pt idx="1295">
                  <c:v>39890</c:v>
                </c:pt>
                <c:pt idx="1296">
                  <c:v>39891</c:v>
                </c:pt>
                <c:pt idx="1297">
                  <c:v>39892</c:v>
                </c:pt>
                <c:pt idx="1298">
                  <c:v>39895</c:v>
                </c:pt>
                <c:pt idx="1299">
                  <c:v>39896</c:v>
                </c:pt>
                <c:pt idx="1300">
                  <c:v>39897</c:v>
                </c:pt>
                <c:pt idx="1301">
                  <c:v>39898</c:v>
                </c:pt>
                <c:pt idx="1302">
                  <c:v>39899</c:v>
                </c:pt>
                <c:pt idx="1303">
                  <c:v>39902</c:v>
                </c:pt>
                <c:pt idx="1304">
                  <c:v>39903</c:v>
                </c:pt>
                <c:pt idx="1305">
                  <c:v>39904</c:v>
                </c:pt>
                <c:pt idx="1306">
                  <c:v>39905</c:v>
                </c:pt>
                <c:pt idx="1307">
                  <c:v>39906</c:v>
                </c:pt>
                <c:pt idx="1308">
                  <c:v>39909</c:v>
                </c:pt>
                <c:pt idx="1309">
                  <c:v>39910</c:v>
                </c:pt>
                <c:pt idx="1310">
                  <c:v>39911</c:v>
                </c:pt>
                <c:pt idx="1311">
                  <c:v>39912</c:v>
                </c:pt>
                <c:pt idx="1312">
                  <c:v>39913</c:v>
                </c:pt>
                <c:pt idx="1313">
                  <c:v>39916</c:v>
                </c:pt>
                <c:pt idx="1314">
                  <c:v>39917</c:v>
                </c:pt>
                <c:pt idx="1315">
                  <c:v>39918</c:v>
                </c:pt>
                <c:pt idx="1316">
                  <c:v>39919</c:v>
                </c:pt>
                <c:pt idx="1317">
                  <c:v>39920</c:v>
                </c:pt>
                <c:pt idx="1318">
                  <c:v>39923</c:v>
                </c:pt>
                <c:pt idx="1319">
                  <c:v>39924</c:v>
                </c:pt>
                <c:pt idx="1320">
                  <c:v>39925</c:v>
                </c:pt>
                <c:pt idx="1321">
                  <c:v>39926</c:v>
                </c:pt>
                <c:pt idx="1322">
                  <c:v>39927</c:v>
                </c:pt>
                <c:pt idx="1323">
                  <c:v>39930</c:v>
                </c:pt>
                <c:pt idx="1324">
                  <c:v>39931</c:v>
                </c:pt>
                <c:pt idx="1325">
                  <c:v>39932</c:v>
                </c:pt>
                <c:pt idx="1326">
                  <c:v>39933</c:v>
                </c:pt>
                <c:pt idx="1327">
                  <c:v>39934</c:v>
                </c:pt>
                <c:pt idx="1328">
                  <c:v>39937</c:v>
                </c:pt>
                <c:pt idx="1329">
                  <c:v>39938</c:v>
                </c:pt>
                <c:pt idx="1330">
                  <c:v>39939</c:v>
                </c:pt>
                <c:pt idx="1331">
                  <c:v>39940</c:v>
                </c:pt>
                <c:pt idx="1332">
                  <c:v>39941</c:v>
                </c:pt>
                <c:pt idx="1333">
                  <c:v>39944</c:v>
                </c:pt>
                <c:pt idx="1334">
                  <c:v>39945</c:v>
                </c:pt>
                <c:pt idx="1335">
                  <c:v>39946</c:v>
                </c:pt>
                <c:pt idx="1336">
                  <c:v>39947</c:v>
                </c:pt>
                <c:pt idx="1337">
                  <c:v>39948</c:v>
                </c:pt>
                <c:pt idx="1338">
                  <c:v>39951</c:v>
                </c:pt>
                <c:pt idx="1339">
                  <c:v>39952</c:v>
                </c:pt>
                <c:pt idx="1340">
                  <c:v>39953</c:v>
                </c:pt>
                <c:pt idx="1341">
                  <c:v>39954</c:v>
                </c:pt>
                <c:pt idx="1342">
                  <c:v>39955</c:v>
                </c:pt>
                <c:pt idx="1343">
                  <c:v>39958</c:v>
                </c:pt>
                <c:pt idx="1344">
                  <c:v>39959</c:v>
                </c:pt>
                <c:pt idx="1345">
                  <c:v>39960</c:v>
                </c:pt>
                <c:pt idx="1346">
                  <c:v>39961</c:v>
                </c:pt>
                <c:pt idx="1347">
                  <c:v>39962</c:v>
                </c:pt>
                <c:pt idx="1348">
                  <c:v>39965</c:v>
                </c:pt>
                <c:pt idx="1349">
                  <c:v>39966</c:v>
                </c:pt>
                <c:pt idx="1350">
                  <c:v>39967</c:v>
                </c:pt>
                <c:pt idx="1351">
                  <c:v>39968</c:v>
                </c:pt>
                <c:pt idx="1352">
                  <c:v>39969</c:v>
                </c:pt>
                <c:pt idx="1353">
                  <c:v>39972</c:v>
                </c:pt>
                <c:pt idx="1354">
                  <c:v>39973</c:v>
                </c:pt>
                <c:pt idx="1355">
                  <c:v>39974</c:v>
                </c:pt>
                <c:pt idx="1356">
                  <c:v>39975</c:v>
                </c:pt>
                <c:pt idx="1357">
                  <c:v>39976</c:v>
                </c:pt>
                <c:pt idx="1358">
                  <c:v>39979</c:v>
                </c:pt>
                <c:pt idx="1359">
                  <c:v>39980</c:v>
                </c:pt>
                <c:pt idx="1360">
                  <c:v>39981</c:v>
                </c:pt>
                <c:pt idx="1361">
                  <c:v>39982</c:v>
                </c:pt>
                <c:pt idx="1362">
                  <c:v>39983</c:v>
                </c:pt>
                <c:pt idx="1363">
                  <c:v>39986</c:v>
                </c:pt>
                <c:pt idx="1364">
                  <c:v>39987</c:v>
                </c:pt>
                <c:pt idx="1365">
                  <c:v>39988</c:v>
                </c:pt>
                <c:pt idx="1366">
                  <c:v>39989</c:v>
                </c:pt>
                <c:pt idx="1367">
                  <c:v>39990</c:v>
                </c:pt>
                <c:pt idx="1368">
                  <c:v>39993</c:v>
                </c:pt>
                <c:pt idx="1369">
                  <c:v>39994</c:v>
                </c:pt>
                <c:pt idx="1370">
                  <c:v>39995</c:v>
                </c:pt>
                <c:pt idx="1371">
                  <c:v>39996</c:v>
                </c:pt>
                <c:pt idx="1372">
                  <c:v>39997</c:v>
                </c:pt>
                <c:pt idx="1373">
                  <c:v>40000</c:v>
                </c:pt>
                <c:pt idx="1374">
                  <c:v>40001</c:v>
                </c:pt>
                <c:pt idx="1375">
                  <c:v>40002</c:v>
                </c:pt>
                <c:pt idx="1376">
                  <c:v>40003</c:v>
                </c:pt>
                <c:pt idx="1377">
                  <c:v>40004</c:v>
                </c:pt>
                <c:pt idx="1378">
                  <c:v>40007</c:v>
                </c:pt>
                <c:pt idx="1379">
                  <c:v>40008</c:v>
                </c:pt>
                <c:pt idx="1380">
                  <c:v>40009</c:v>
                </c:pt>
                <c:pt idx="1381">
                  <c:v>40010</c:v>
                </c:pt>
                <c:pt idx="1382">
                  <c:v>40011</c:v>
                </c:pt>
                <c:pt idx="1383">
                  <c:v>40014</c:v>
                </c:pt>
                <c:pt idx="1384">
                  <c:v>40015</c:v>
                </c:pt>
                <c:pt idx="1385">
                  <c:v>40016</c:v>
                </c:pt>
                <c:pt idx="1386">
                  <c:v>40017</c:v>
                </c:pt>
                <c:pt idx="1387">
                  <c:v>40018</c:v>
                </c:pt>
                <c:pt idx="1388">
                  <c:v>40021</c:v>
                </c:pt>
                <c:pt idx="1389">
                  <c:v>40022</c:v>
                </c:pt>
                <c:pt idx="1390">
                  <c:v>40023</c:v>
                </c:pt>
                <c:pt idx="1391">
                  <c:v>40024</c:v>
                </c:pt>
                <c:pt idx="1392">
                  <c:v>40025</c:v>
                </c:pt>
                <c:pt idx="1393">
                  <c:v>40028</c:v>
                </c:pt>
                <c:pt idx="1394">
                  <c:v>40029</c:v>
                </c:pt>
                <c:pt idx="1395">
                  <c:v>40030</c:v>
                </c:pt>
                <c:pt idx="1396">
                  <c:v>40031</c:v>
                </c:pt>
                <c:pt idx="1397">
                  <c:v>40032</c:v>
                </c:pt>
                <c:pt idx="1398">
                  <c:v>40035</c:v>
                </c:pt>
                <c:pt idx="1399">
                  <c:v>40036</c:v>
                </c:pt>
                <c:pt idx="1400">
                  <c:v>40037</c:v>
                </c:pt>
                <c:pt idx="1401">
                  <c:v>40038</c:v>
                </c:pt>
                <c:pt idx="1402">
                  <c:v>40039</c:v>
                </c:pt>
                <c:pt idx="1403">
                  <c:v>40042</c:v>
                </c:pt>
                <c:pt idx="1404">
                  <c:v>40043</c:v>
                </c:pt>
                <c:pt idx="1405">
                  <c:v>40044</c:v>
                </c:pt>
                <c:pt idx="1406">
                  <c:v>40045</c:v>
                </c:pt>
                <c:pt idx="1407">
                  <c:v>40046</c:v>
                </c:pt>
                <c:pt idx="1408">
                  <c:v>40049</c:v>
                </c:pt>
                <c:pt idx="1409">
                  <c:v>40050</c:v>
                </c:pt>
                <c:pt idx="1410">
                  <c:v>40051</c:v>
                </c:pt>
                <c:pt idx="1411">
                  <c:v>40052</c:v>
                </c:pt>
                <c:pt idx="1412">
                  <c:v>40053</c:v>
                </c:pt>
                <c:pt idx="1413">
                  <c:v>40056</c:v>
                </c:pt>
                <c:pt idx="1414">
                  <c:v>40057</c:v>
                </c:pt>
                <c:pt idx="1415">
                  <c:v>40058</c:v>
                </c:pt>
                <c:pt idx="1416">
                  <c:v>40059</c:v>
                </c:pt>
                <c:pt idx="1417">
                  <c:v>40060</c:v>
                </c:pt>
                <c:pt idx="1418">
                  <c:v>40063</c:v>
                </c:pt>
                <c:pt idx="1419">
                  <c:v>40064</c:v>
                </c:pt>
                <c:pt idx="1420">
                  <c:v>40065</c:v>
                </c:pt>
                <c:pt idx="1421">
                  <c:v>40066</c:v>
                </c:pt>
                <c:pt idx="1422">
                  <c:v>40067</c:v>
                </c:pt>
                <c:pt idx="1423">
                  <c:v>40070</c:v>
                </c:pt>
                <c:pt idx="1424">
                  <c:v>40071</c:v>
                </c:pt>
                <c:pt idx="1425">
                  <c:v>40072</c:v>
                </c:pt>
                <c:pt idx="1426">
                  <c:v>40073</c:v>
                </c:pt>
                <c:pt idx="1427">
                  <c:v>40074</c:v>
                </c:pt>
                <c:pt idx="1428">
                  <c:v>40077</c:v>
                </c:pt>
                <c:pt idx="1429">
                  <c:v>40078</c:v>
                </c:pt>
                <c:pt idx="1430">
                  <c:v>40079</c:v>
                </c:pt>
                <c:pt idx="1431">
                  <c:v>40080</c:v>
                </c:pt>
                <c:pt idx="1432">
                  <c:v>40081</c:v>
                </c:pt>
                <c:pt idx="1433">
                  <c:v>40084</c:v>
                </c:pt>
                <c:pt idx="1434">
                  <c:v>40085</c:v>
                </c:pt>
                <c:pt idx="1435">
                  <c:v>40086</c:v>
                </c:pt>
                <c:pt idx="1436">
                  <c:v>40087</c:v>
                </c:pt>
                <c:pt idx="1437">
                  <c:v>40088</c:v>
                </c:pt>
                <c:pt idx="1438">
                  <c:v>40091</c:v>
                </c:pt>
                <c:pt idx="1439">
                  <c:v>40092</c:v>
                </c:pt>
                <c:pt idx="1440">
                  <c:v>40093</c:v>
                </c:pt>
                <c:pt idx="1441">
                  <c:v>40094</c:v>
                </c:pt>
                <c:pt idx="1442">
                  <c:v>40095</c:v>
                </c:pt>
                <c:pt idx="1443">
                  <c:v>40098</c:v>
                </c:pt>
                <c:pt idx="1444">
                  <c:v>40099</c:v>
                </c:pt>
                <c:pt idx="1445">
                  <c:v>40100</c:v>
                </c:pt>
                <c:pt idx="1446">
                  <c:v>40101</c:v>
                </c:pt>
                <c:pt idx="1447">
                  <c:v>40102</c:v>
                </c:pt>
                <c:pt idx="1448">
                  <c:v>40105</c:v>
                </c:pt>
                <c:pt idx="1449">
                  <c:v>40106</c:v>
                </c:pt>
                <c:pt idx="1450">
                  <c:v>40107</c:v>
                </c:pt>
                <c:pt idx="1451">
                  <c:v>40108</c:v>
                </c:pt>
                <c:pt idx="1452">
                  <c:v>40109</c:v>
                </c:pt>
                <c:pt idx="1453">
                  <c:v>40112</c:v>
                </c:pt>
                <c:pt idx="1454">
                  <c:v>40113</c:v>
                </c:pt>
                <c:pt idx="1455">
                  <c:v>40114</c:v>
                </c:pt>
                <c:pt idx="1456">
                  <c:v>40115</c:v>
                </c:pt>
                <c:pt idx="1457">
                  <c:v>40116</c:v>
                </c:pt>
                <c:pt idx="1458">
                  <c:v>40119</c:v>
                </c:pt>
                <c:pt idx="1459">
                  <c:v>40120</c:v>
                </c:pt>
                <c:pt idx="1460">
                  <c:v>40121</c:v>
                </c:pt>
                <c:pt idx="1461">
                  <c:v>40122</c:v>
                </c:pt>
                <c:pt idx="1462">
                  <c:v>40123</c:v>
                </c:pt>
                <c:pt idx="1463">
                  <c:v>40126</c:v>
                </c:pt>
                <c:pt idx="1464">
                  <c:v>40127</c:v>
                </c:pt>
                <c:pt idx="1465">
                  <c:v>40128</c:v>
                </c:pt>
                <c:pt idx="1466">
                  <c:v>40129</c:v>
                </c:pt>
                <c:pt idx="1467">
                  <c:v>40130</c:v>
                </c:pt>
                <c:pt idx="1468">
                  <c:v>40133</c:v>
                </c:pt>
                <c:pt idx="1469">
                  <c:v>40134</c:v>
                </c:pt>
                <c:pt idx="1470">
                  <c:v>40135</c:v>
                </c:pt>
                <c:pt idx="1471">
                  <c:v>40136</c:v>
                </c:pt>
                <c:pt idx="1472">
                  <c:v>40137</c:v>
                </c:pt>
                <c:pt idx="1473">
                  <c:v>40140</c:v>
                </c:pt>
                <c:pt idx="1474">
                  <c:v>40141</c:v>
                </c:pt>
                <c:pt idx="1475">
                  <c:v>40142</c:v>
                </c:pt>
                <c:pt idx="1476">
                  <c:v>40143</c:v>
                </c:pt>
                <c:pt idx="1477">
                  <c:v>40144</c:v>
                </c:pt>
                <c:pt idx="1478">
                  <c:v>40147</c:v>
                </c:pt>
                <c:pt idx="1479">
                  <c:v>40148</c:v>
                </c:pt>
                <c:pt idx="1480">
                  <c:v>40149</c:v>
                </c:pt>
                <c:pt idx="1481">
                  <c:v>40150</c:v>
                </c:pt>
                <c:pt idx="1482">
                  <c:v>40151</c:v>
                </c:pt>
                <c:pt idx="1483">
                  <c:v>40154</c:v>
                </c:pt>
                <c:pt idx="1484">
                  <c:v>40155</c:v>
                </c:pt>
                <c:pt idx="1485">
                  <c:v>40156</c:v>
                </c:pt>
                <c:pt idx="1486">
                  <c:v>40157</c:v>
                </c:pt>
                <c:pt idx="1487">
                  <c:v>40158</c:v>
                </c:pt>
                <c:pt idx="1488">
                  <c:v>40161</c:v>
                </c:pt>
                <c:pt idx="1489">
                  <c:v>40162</c:v>
                </c:pt>
                <c:pt idx="1490">
                  <c:v>40163</c:v>
                </c:pt>
                <c:pt idx="1491">
                  <c:v>40164</c:v>
                </c:pt>
                <c:pt idx="1492">
                  <c:v>40165</c:v>
                </c:pt>
                <c:pt idx="1493">
                  <c:v>40168</c:v>
                </c:pt>
                <c:pt idx="1494">
                  <c:v>40169</c:v>
                </c:pt>
                <c:pt idx="1495">
                  <c:v>40170</c:v>
                </c:pt>
                <c:pt idx="1496">
                  <c:v>40171</c:v>
                </c:pt>
                <c:pt idx="1497">
                  <c:v>40172</c:v>
                </c:pt>
                <c:pt idx="1498">
                  <c:v>40175</c:v>
                </c:pt>
                <c:pt idx="1499">
                  <c:v>40176</c:v>
                </c:pt>
                <c:pt idx="1500">
                  <c:v>40177</c:v>
                </c:pt>
                <c:pt idx="1501">
                  <c:v>40178</c:v>
                </c:pt>
                <c:pt idx="1502">
                  <c:v>40179</c:v>
                </c:pt>
                <c:pt idx="1503">
                  <c:v>40182</c:v>
                </c:pt>
                <c:pt idx="1504">
                  <c:v>40183</c:v>
                </c:pt>
                <c:pt idx="1505">
                  <c:v>40184</c:v>
                </c:pt>
                <c:pt idx="1506">
                  <c:v>40185</c:v>
                </c:pt>
                <c:pt idx="1507">
                  <c:v>40186</c:v>
                </c:pt>
                <c:pt idx="1508">
                  <c:v>40189</c:v>
                </c:pt>
                <c:pt idx="1509">
                  <c:v>40190</c:v>
                </c:pt>
                <c:pt idx="1510">
                  <c:v>40191</c:v>
                </c:pt>
                <c:pt idx="1511">
                  <c:v>40192</c:v>
                </c:pt>
                <c:pt idx="1512">
                  <c:v>40193</c:v>
                </c:pt>
                <c:pt idx="1513">
                  <c:v>40196</c:v>
                </c:pt>
                <c:pt idx="1514">
                  <c:v>40197</c:v>
                </c:pt>
                <c:pt idx="1515">
                  <c:v>40198</c:v>
                </c:pt>
                <c:pt idx="1516">
                  <c:v>40199</c:v>
                </c:pt>
                <c:pt idx="1517">
                  <c:v>40200</c:v>
                </c:pt>
                <c:pt idx="1518">
                  <c:v>40203</c:v>
                </c:pt>
                <c:pt idx="1519">
                  <c:v>40204</c:v>
                </c:pt>
                <c:pt idx="1520">
                  <c:v>40205</c:v>
                </c:pt>
                <c:pt idx="1521">
                  <c:v>40206</c:v>
                </c:pt>
                <c:pt idx="1522">
                  <c:v>40207</c:v>
                </c:pt>
                <c:pt idx="1523">
                  <c:v>40210</c:v>
                </c:pt>
                <c:pt idx="1524">
                  <c:v>40211</c:v>
                </c:pt>
                <c:pt idx="1525">
                  <c:v>40212</c:v>
                </c:pt>
                <c:pt idx="1526">
                  <c:v>40213</c:v>
                </c:pt>
                <c:pt idx="1527">
                  <c:v>40214</c:v>
                </c:pt>
                <c:pt idx="1528">
                  <c:v>40217</c:v>
                </c:pt>
                <c:pt idx="1529">
                  <c:v>40218</c:v>
                </c:pt>
                <c:pt idx="1530">
                  <c:v>40219</c:v>
                </c:pt>
                <c:pt idx="1531">
                  <c:v>40220</c:v>
                </c:pt>
                <c:pt idx="1532">
                  <c:v>40221</c:v>
                </c:pt>
                <c:pt idx="1533">
                  <c:v>40224</c:v>
                </c:pt>
                <c:pt idx="1534">
                  <c:v>40225</c:v>
                </c:pt>
                <c:pt idx="1535">
                  <c:v>40226</c:v>
                </c:pt>
                <c:pt idx="1536">
                  <c:v>40227</c:v>
                </c:pt>
                <c:pt idx="1537">
                  <c:v>40228</c:v>
                </c:pt>
                <c:pt idx="1538">
                  <c:v>40231</c:v>
                </c:pt>
                <c:pt idx="1539">
                  <c:v>40232</c:v>
                </c:pt>
                <c:pt idx="1540">
                  <c:v>40233</c:v>
                </c:pt>
                <c:pt idx="1541">
                  <c:v>40234</c:v>
                </c:pt>
                <c:pt idx="1542">
                  <c:v>40235</c:v>
                </c:pt>
                <c:pt idx="1543">
                  <c:v>40238</c:v>
                </c:pt>
                <c:pt idx="1544">
                  <c:v>40239</c:v>
                </c:pt>
                <c:pt idx="1545">
                  <c:v>40240</c:v>
                </c:pt>
                <c:pt idx="1546">
                  <c:v>40241</c:v>
                </c:pt>
                <c:pt idx="1547">
                  <c:v>40242</c:v>
                </c:pt>
                <c:pt idx="1548">
                  <c:v>40245</c:v>
                </c:pt>
                <c:pt idx="1549">
                  <c:v>40246</c:v>
                </c:pt>
                <c:pt idx="1550">
                  <c:v>40247</c:v>
                </c:pt>
                <c:pt idx="1551">
                  <c:v>40248</c:v>
                </c:pt>
                <c:pt idx="1552">
                  <c:v>40249</c:v>
                </c:pt>
                <c:pt idx="1553">
                  <c:v>40252</c:v>
                </c:pt>
                <c:pt idx="1554">
                  <c:v>40253</c:v>
                </c:pt>
                <c:pt idx="1555">
                  <c:v>40254</c:v>
                </c:pt>
                <c:pt idx="1556">
                  <c:v>40255</c:v>
                </c:pt>
                <c:pt idx="1557">
                  <c:v>40256</c:v>
                </c:pt>
                <c:pt idx="1558">
                  <c:v>40259</c:v>
                </c:pt>
                <c:pt idx="1559">
                  <c:v>40260</c:v>
                </c:pt>
                <c:pt idx="1560">
                  <c:v>40261</c:v>
                </c:pt>
                <c:pt idx="1561">
                  <c:v>40262</c:v>
                </c:pt>
                <c:pt idx="1562">
                  <c:v>40263</c:v>
                </c:pt>
                <c:pt idx="1563">
                  <c:v>40266</c:v>
                </c:pt>
                <c:pt idx="1564">
                  <c:v>40267</c:v>
                </c:pt>
                <c:pt idx="1565">
                  <c:v>40268</c:v>
                </c:pt>
                <c:pt idx="1566">
                  <c:v>40269</c:v>
                </c:pt>
                <c:pt idx="1567">
                  <c:v>40270</c:v>
                </c:pt>
                <c:pt idx="1568">
                  <c:v>40273</c:v>
                </c:pt>
                <c:pt idx="1569">
                  <c:v>40274</c:v>
                </c:pt>
                <c:pt idx="1570">
                  <c:v>40275</c:v>
                </c:pt>
                <c:pt idx="1571">
                  <c:v>40276</c:v>
                </c:pt>
                <c:pt idx="1572">
                  <c:v>40277</c:v>
                </c:pt>
                <c:pt idx="1573">
                  <c:v>40280</c:v>
                </c:pt>
                <c:pt idx="1574">
                  <c:v>40281</c:v>
                </c:pt>
                <c:pt idx="1575">
                  <c:v>40282</c:v>
                </c:pt>
                <c:pt idx="1576">
                  <c:v>40283</c:v>
                </c:pt>
                <c:pt idx="1577">
                  <c:v>40284</c:v>
                </c:pt>
                <c:pt idx="1578">
                  <c:v>40287</c:v>
                </c:pt>
                <c:pt idx="1579">
                  <c:v>40288</c:v>
                </c:pt>
                <c:pt idx="1580">
                  <c:v>40289</c:v>
                </c:pt>
                <c:pt idx="1581">
                  <c:v>40290</c:v>
                </c:pt>
                <c:pt idx="1582">
                  <c:v>40291</c:v>
                </c:pt>
                <c:pt idx="1583">
                  <c:v>40294</c:v>
                </c:pt>
                <c:pt idx="1584">
                  <c:v>40295</c:v>
                </c:pt>
                <c:pt idx="1585">
                  <c:v>40296</c:v>
                </c:pt>
                <c:pt idx="1586">
                  <c:v>40297</c:v>
                </c:pt>
                <c:pt idx="1587">
                  <c:v>40298</c:v>
                </c:pt>
                <c:pt idx="1588">
                  <c:v>40301</c:v>
                </c:pt>
                <c:pt idx="1589">
                  <c:v>40302</c:v>
                </c:pt>
                <c:pt idx="1590">
                  <c:v>40303</c:v>
                </c:pt>
                <c:pt idx="1591">
                  <c:v>40304</c:v>
                </c:pt>
                <c:pt idx="1592">
                  <c:v>40305</c:v>
                </c:pt>
                <c:pt idx="1593">
                  <c:v>40308</c:v>
                </c:pt>
                <c:pt idx="1594">
                  <c:v>40309</c:v>
                </c:pt>
                <c:pt idx="1595">
                  <c:v>40310</c:v>
                </c:pt>
                <c:pt idx="1596">
                  <c:v>40311</c:v>
                </c:pt>
                <c:pt idx="1597">
                  <c:v>40312</c:v>
                </c:pt>
                <c:pt idx="1598">
                  <c:v>40315</c:v>
                </c:pt>
                <c:pt idx="1599">
                  <c:v>40316</c:v>
                </c:pt>
                <c:pt idx="1600">
                  <c:v>40317</c:v>
                </c:pt>
                <c:pt idx="1601">
                  <c:v>40318</c:v>
                </c:pt>
                <c:pt idx="1602">
                  <c:v>40319</c:v>
                </c:pt>
                <c:pt idx="1603">
                  <c:v>40322</c:v>
                </c:pt>
                <c:pt idx="1604">
                  <c:v>40323</c:v>
                </c:pt>
                <c:pt idx="1605">
                  <c:v>40324</c:v>
                </c:pt>
                <c:pt idx="1606">
                  <c:v>40325</c:v>
                </c:pt>
                <c:pt idx="1607">
                  <c:v>40326</c:v>
                </c:pt>
                <c:pt idx="1608">
                  <c:v>40329</c:v>
                </c:pt>
                <c:pt idx="1609">
                  <c:v>40330</c:v>
                </c:pt>
                <c:pt idx="1610">
                  <c:v>40331</c:v>
                </c:pt>
                <c:pt idx="1611">
                  <c:v>40332</c:v>
                </c:pt>
                <c:pt idx="1612">
                  <c:v>40333</c:v>
                </c:pt>
                <c:pt idx="1613">
                  <c:v>40336</c:v>
                </c:pt>
                <c:pt idx="1614">
                  <c:v>40337</c:v>
                </c:pt>
                <c:pt idx="1615">
                  <c:v>40338</c:v>
                </c:pt>
                <c:pt idx="1616">
                  <c:v>40339</c:v>
                </c:pt>
                <c:pt idx="1617">
                  <c:v>40340</c:v>
                </c:pt>
                <c:pt idx="1618">
                  <c:v>40343</c:v>
                </c:pt>
                <c:pt idx="1619">
                  <c:v>40344</c:v>
                </c:pt>
                <c:pt idx="1620">
                  <c:v>40345</c:v>
                </c:pt>
                <c:pt idx="1621">
                  <c:v>40346</c:v>
                </c:pt>
                <c:pt idx="1622">
                  <c:v>40347</c:v>
                </c:pt>
                <c:pt idx="1623">
                  <c:v>40350</c:v>
                </c:pt>
                <c:pt idx="1624">
                  <c:v>40351</c:v>
                </c:pt>
                <c:pt idx="1625">
                  <c:v>40352</c:v>
                </c:pt>
                <c:pt idx="1626">
                  <c:v>40353</c:v>
                </c:pt>
                <c:pt idx="1627">
                  <c:v>40354</c:v>
                </c:pt>
                <c:pt idx="1628">
                  <c:v>40357</c:v>
                </c:pt>
                <c:pt idx="1629">
                  <c:v>40358</c:v>
                </c:pt>
                <c:pt idx="1630">
                  <c:v>40359</c:v>
                </c:pt>
                <c:pt idx="1631">
                  <c:v>40360</c:v>
                </c:pt>
                <c:pt idx="1632">
                  <c:v>40361</c:v>
                </c:pt>
                <c:pt idx="1633">
                  <c:v>40364</c:v>
                </c:pt>
                <c:pt idx="1634">
                  <c:v>40365</c:v>
                </c:pt>
                <c:pt idx="1635">
                  <c:v>40366</c:v>
                </c:pt>
                <c:pt idx="1636">
                  <c:v>40367</c:v>
                </c:pt>
                <c:pt idx="1637">
                  <c:v>40368</c:v>
                </c:pt>
                <c:pt idx="1638">
                  <c:v>40371</c:v>
                </c:pt>
                <c:pt idx="1639">
                  <c:v>40372</c:v>
                </c:pt>
                <c:pt idx="1640">
                  <c:v>40373</c:v>
                </c:pt>
                <c:pt idx="1641">
                  <c:v>40374</c:v>
                </c:pt>
                <c:pt idx="1642">
                  <c:v>40375</c:v>
                </c:pt>
                <c:pt idx="1643">
                  <c:v>40378</c:v>
                </c:pt>
                <c:pt idx="1644">
                  <c:v>40379</c:v>
                </c:pt>
                <c:pt idx="1645">
                  <c:v>40380</c:v>
                </c:pt>
                <c:pt idx="1646">
                  <c:v>40381</c:v>
                </c:pt>
                <c:pt idx="1647">
                  <c:v>40382</c:v>
                </c:pt>
                <c:pt idx="1648">
                  <c:v>40385</c:v>
                </c:pt>
                <c:pt idx="1649">
                  <c:v>40386</c:v>
                </c:pt>
                <c:pt idx="1650">
                  <c:v>40387</c:v>
                </c:pt>
                <c:pt idx="1651">
                  <c:v>40388</c:v>
                </c:pt>
                <c:pt idx="1652">
                  <c:v>40389</c:v>
                </c:pt>
                <c:pt idx="1653">
                  <c:v>40392</c:v>
                </c:pt>
                <c:pt idx="1654">
                  <c:v>40393</c:v>
                </c:pt>
                <c:pt idx="1655">
                  <c:v>40394</c:v>
                </c:pt>
                <c:pt idx="1656">
                  <c:v>40395</c:v>
                </c:pt>
                <c:pt idx="1657">
                  <c:v>40396</c:v>
                </c:pt>
                <c:pt idx="1658">
                  <c:v>40399</c:v>
                </c:pt>
                <c:pt idx="1659">
                  <c:v>40400</c:v>
                </c:pt>
                <c:pt idx="1660">
                  <c:v>40401</c:v>
                </c:pt>
                <c:pt idx="1661">
                  <c:v>40402</c:v>
                </c:pt>
                <c:pt idx="1662">
                  <c:v>40403</c:v>
                </c:pt>
                <c:pt idx="1663">
                  <c:v>40406</c:v>
                </c:pt>
                <c:pt idx="1664">
                  <c:v>40407</c:v>
                </c:pt>
                <c:pt idx="1665">
                  <c:v>40408</c:v>
                </c:pt>
                <c:pt idx="1666">
                  <c:v>40409</c:v>
                </c:pt>
                <c:pt idx="1667">
                  <c:v>40410</c:v>
                </c:pt>
                <c:pt idx="1668">
                  <c:v>40413</c:v>
                </c:pt>
                <c:pt idx="1669">
                  <c:v>40414</c:v>
                </c:pt>
                <c:pt idx="1670">
                  <c:v>40415</c:v>
                </c:pt>
                <c:pt idx="1671">
                  <c:v>40416</c:v>
                </c:pt>
                <c:pt idx="1672">
                  <c:v>40417</c:v>
                </c:pt>
                <c:pt idx="1673">
                  <c:v>40420</c:v>
                </c:pt>
                <c:pt idx="1674">
                  <c:v>40421</c:v>
                </c:pt>
                <c:pt idx="1675">
                  <c:v>40422</c:v>
                </c:pt>
                <c:pt idx="1676">
                  <c:v>40423</c:v>
                </c:pt>
                <c:pt idx="1677">
                  <c:v>40424</c:v>
                </c:pt>
                <c:pt idx="1678">
                  <c:v>40427</c:v>
                </c:pt>
                <c:pt idx="1679">
                  <c:v>40428</c:v>
                </c:pt>
                <c:pt idx="1680">
                  <c:v>40429</c:v>
                </c:pt>
                <c:pt idx="1681">
                  <c:v>40430</c:v>
                </c:pt>
                <c:pt idx="1682">
                  <c:v>40431</c:v>
                </c:pt>
                <c:pt idx="1683">
                  <c:v>40434</c:v>
                </c:pt>
                <c:pt idx="1684">
                  <c:v>40435</c:v>
                </c:pt>
                <c:pt idx="1685">
                  <c:v>40436</c:v>
                </c:pt>
                <c:pt idx="1686">
                  <c:v>40437</c:v>
                </c:pt>
                <c:pt idx="1687">
                  <c:v>40438</c:v>
                </c:pt>
                <c:pt idx="1688">
                  <c:v>40441</c:v>
                </c:pt>
                <c:pt idx="1689">
                  <c:v>40442</c:v>
                </c:pt>
                <c:pt idx="1690">
                  <c:v>40443</c:v>
                </c:pt>
                <c:pt idx="1691">
                  <c:v>40444</c:v>
                </c:pt>
                <c:pt idx="1692">
                  <c:v>40445</c:v>
                </c:pt>
                <c:pt idx="1693">
                  <c:v>40448</c:v>
                </c:pt>
                <c:pt idx="1694">
                  <c:v>40449</c:v>
                </c:pt>
                <c:pt idx="1695">
                  <c:v>40450</c:v>
                </c:pt>
                <c:pt idx="1696">
                  <c:v>40451</c:v>
                </c:pt>
                <c:pt idx="1697">
                  <c:v>40452</c:v>
                </c:pt>
                <c:pt idx="1698">
                  <c:v>40455</c:v>
                </c:pt>
                <c:pt idx="1699">
                  <c:v>40456</c:v>
                </c:pt>
                <c:pt idx="1700">
                  <c:v>40457</c:v>
                </c:pt>
                <c:pt idx="1701">
                  <c:v>40458</c:v>
                </c:pt>
                <c:pt idx="1702">
                  <c:v>40459</c:v>
                </c:pt>
                <c:pt idx="1703">
                  <c:v>40462</c:v>
                </c:pt>
                <c:pt idx="1704">
                  <c:v>40463</c:v>
                </c:pt>
                <c:pt idx="1705">
                  <c:v>40464</c:v>
                </c:pt>
                <c:pt idx="1706">
                  <c:v>40465</c:v>
                </c:pt>
                <c:pt idx="1707">
                  <c:v>40466</c:v>
                </c:pt>
                <c:pt idx="1708">
                  <c:v>40469</c:v>
                </c:pt>
                <c:pt idx="1709">
                  <c:v>40470</c:v>
                </c:pt>
                <c:pt idx="1710">
                  <c:v>40471</c:v>
                </c:pt>
                <c:pt idx="1711">
                  <c:v>40472</c:v>
                </c:pt>
                <c:pt idx="1712">
                  <c:v>40473</c:v>
                </c:pt>
                <c:pt idx="1713">
                  <c:v>40476</c:v>
                </c:pt>
                <c:pt idx="1714">
                  <c:v>40477</c:v>
                </c:pt>
                <c:pt idx="1715">
                  <c:v>40478</c:v>
                </c:pt>
                <c:pt idx="1716">
                  <c:v>40479</c:v>
                </c:pt>
                <c:pt idx="1717">
                  <c:v>40480</c:v>
                </c:pt>
                <c:pt idx="1718">
                  <c:v>40483</c:v>
                </c:pt>
                <c:pt idx="1719">
                  <c:v>40484</c:v>
                </c:pt>
                <c:pt idx="1720">
                  <c:v>40485</c:v>
                </c:pt>
                <c:pt idx="1721">
                  <c:v>40486</c:v>
                </c:pt>
                <c:pt idx="1722">
                  <c:v>40487</c:v>
                </c:pt>
                <c:pt idx="1723">
                  <c:v>40490</c:v>
                </c:pt>
                <c:pt idx="1724">
                  <c:v>40491</c:v>
                </c:pt>
                <c:pt idx="1725">
                  <c:v>40492</c:v>
                </c:pt>
                <c:pt idx="1726">
                  <c:v>40493</c:v>
                </c:pt>
                <c:pt idx="1727">
                  <c:v>40494</c:v>
                </c:pt>
                <c:pt idx="1728">
                  <c:v>40497</c:v>
                </c:pt>
                <c:pt idx="1729">
                  <c:v>40498</c:v>
                </c:pt>
                <c:pt idx="1730">
                  <c:v>40499</c:v>
                </c:pt>
                <c:pt idx="1731">
                  <c:v>40500</c:v>
                </c:pt>
                <c:pt idx="1732">
                  <c:v>40501</c:v>
                </c:pt>
                <c:pt idx="1733">
                  <c:v>40504</c:v>
                </c:pt>
                <c:pt idx="1734">
                  <c:v>40505</c:v>
                </c:pt>
                <c:pt idx="1735">
                  <c:v>40506</c:v>
                </c:pt>
                <c:pt idx="1736">
                  <c:v>40507</c:v>
                </c:pt>
                <c:pt idx="1737">
                  <c:v>40508</c:v>
                </c:pt>
                <c:pt idx="1738">
                  <c:v>40511</c:v>
                </c:pt>
                <c:pt idx="1739">
                  <c:v>40512</c:v>
                </c:pt>
                <c:pt idx="1740">
                  <c:v>40513</c:v>
                </c:pt>
                <c:pt idx="1741">
                  <c:v>40514</c:v>
                </c:pt>
                <c:pt idx="1742">
                  <c:v>40515</c:v>
                </c:pt>
                <c:pt idx="1743">
                  <c:v>40518</c:v>
                </c:pt>
                <c:pt idx="1744">
                  <c:v>40519</c:v>
                </c:pt>
                <c:pt idx="1745">
                  <c:v>40520</c:v>
                </c:pt>
                <c:pt idx="1746">
                  <c:v>40521</c:v>
                </c:pt>
                <c:pt idx="1747">
                  <c:v>40522</c:v>
                </c:pt>
                <c:pt idx="1748">
                  <c:v>40525</c:v>
                </c:pt>
                <c:pt idx="1749">
                  <c:v>40526</c:v>
                </c:pt>
                <c:pt idx="1750">
                  <c:v>40527</c:v>
                </c:pt>
                <c:pt idx="1751">
                  <c:v>40528</c:v>
                </c:pt>
                <c:pt idx="1752">
                  <c:v>40529</c:v>
                </c:pt>
                <c:pt idx="1753">
                  <c:v>40532</c:v>
                </c:pt>
                <c:pt idx="1754">
                  <c:v>40533</c:v>
                </c:pt>
                <c:pt idx="1755">
                  <c:v>40534</c:v>
                </c:pt>
                <c:pt idx="1756">
                  <c:v>40535</c:v>
                </c:pt>
                <c:pt idx="1757">
                  <c:v>40536</c:v>
                </c:pt>
                <c:pt idx="1758">
                  <c:v>40539</c:v>
                </c:pt>
                <c:pt idx="1759">
                  <c:v>40540</c:v>
                </c:pt>
                <c:pt idx="1760">
                  <c:v>40541</c:v>
                </c:pt>
                <c:pt idx="1761">
                  <c:v>40542</c:v>
                </c:pt>
                <c:pt idx="1762">
                  <c:v>40543</c:v>
                </c:pt>
                <c:pt idx="1763">
                  <c:v>40546</c:v>
                </c:pt>
                <c:pt idx="1764">
                  <c:v>40547</c:v>
                </c:pt>
                <c:pt idx="1765">
                  <c:v>40548</c:v>
                </c:pt>
                <c:pt idx="1766">
                  <c:v>40549</c:v>
                </c:pt>
                <c:pt idx="1767">
                  <c:v>40550</c:v>
                </c:pt>
                <c:pt idx="1768">
                  <c:v>40553</c:v>
                </c:pt>
                <c:pt idx="1769">
                  <c:v>40554</c:v>
                </c:pt>
                <c:pt idx="1770">
                  <c:v>40555</c:v>
                </c:pt>
                <c:pt idx="1771">
                  <c:v>40556</c:v>
                </c:pt>
                <c:pt idx="1772">
                  <c:v>40557</c:v>
                </c:pt>
                <c:pt idx="1773">
                  <c:v>40560</c:v>
                </c:pt>
                <c:pt idx="1774">
                  <c:v>40561</c:v>
                </c:pt>
                <c:pt idx="1775">
                  <c:v>40562</c:v>
                </c:pt>
                <c:pt idx="1776">
                  <c:v>40563</c:v>
                </c:pt>
                <c:pt idx="1777">
                  <c:v>40564</c:v>
                </c:pt>
                <c:pt idx="1778">
                  <c:v>40567</c:v>
                </c:pt>
                <c:pt idx="1779">
                  <c:v>40568</c:v>
                </c:pt>
                <c:pt idx="1780">
                  <c:v>40569</c:v>
                </c:pt>
                <c:pt idx="1781">
                  <c:v>40570</c:v>
                </c:pt>
                <c:pt idx="1782">
                  <c:v>40571</c:v>
                </c:pt>
                <c:pt idx="1783">
                  <c:v>40574</c:v>
                </c:pt>
                <c:pt idx="1784">
                  <c:v>40575</c:v>
                </c:pt>
                <c:pt idx="1785">
                  <c:v>40576</c:v>
                </c:pt>
                <c:pt idx="1786">
                  <c:v>40577</c:v>
                </c:pt>
                <c:pt idx="1787">
                  <c:v>40578</c:v>
                </c:pt>
                <c:pt idx="1788">
                  <c:v>40581</c:v>
                </c:pt>
                <c:pt idx="1789">
                  <c:v>40582</c:v>
                </c:pt>
                <c:pt idx="1790">
                  <c:v>40583</c:v>
                </c:pt>
                <c:pt idx="1791">
                  <c:v>40584</c:v>
                </c:pt>
                <c:pt idx="1792">
                  <c:v>40585</c:v>
                </c:pt>
                <c:pt idx="1793">
                  <c:v>40588</c:v>
                </c:pt>
                <c:pt idx="1794">
                  <c:v>40589</c:v>
                </c:pt>
                <c:pt idx="1795">
                  <c:v>40590</c:v>
                </c:pt>
                <c:pt idx="1796">
                  <c:v>40591</c:v>
                </c:pt>
                <c:pt idx="1797">
                  <c:v>40592</c:v>
                </c:pt>
                <c:pt idx="1798">
                  <c:v>40595</c:v>
                </c:pt>
                <c:pt idx="1799">
                  <c:v>40596</c:v>
                </c:pt>
                <c:pt idx="1800">
                  <c:v>40597</c:v>
                </c:pt>
                <c:pt idx="1801">
                  <c:v>40598</c:v>
                </c:pt>
                <c:pt idx="1802">
                  <c:v>40599</c:v>
                </c:pt>
                <c:pt idx="1803">
                  <c:v>40602</c:v>
                </c:pt>
                <c:pt idx="1804">
                  <c:v>40603</c:v>
                </c:pt>
                <c:pt idx="1805">
                  <c:v>40604</c:v>
                </c:pt>
                <c:pt idx="1806">
                  <c:v>40605</c:v>
                </c:pt>
                <c:pt idx="1807">
                  <c:v>40606</c:v>
                </c:pt>
                <c:pt idx="1808">
                  <c:v>40609</c:v>
                </c:pt>
                <c:pt idx="1809">
                  <c:v>40610</c:v>
                </c:pt>
                <c:pt idx="1810">
                  <c:v>40611</c:v>
                </c:pt>
                <c:pt idx="1811">
                  <c:v>40612</c:v>
                </c:pt>
                <c:pt idx="1812">
                  <c:v>40613</c:v>
                </c:pt>
                <c:pt idx="1813">
                  <c:v>40616</c:v>
                </c:pt>
                <c:pt idx="1814">
                  <c:v>40617</c:v>
                </c:pt>
                <c:pt idx="1815">
                  <c:v>40618</c:v>
                </c:pt>
                <c:pt idx="1816">
                  <c:v>40619</c:v>
                </c:pt>
                <c:pt idx="1817">
                  <c:v>40620</c:v>
                </c:pt>
                <c:pt idx="1818">
                  <c:v>40623</c:v>
                </c:pt>
                <c:pt idx="1819">
                  <c:v>40624</c:v>
                </c:pt>
                <c:pt idx="1820">
                  <c:v>40625</c:v>
                </c:pt>
                <c:pt idx="1821">
                  <c:v>40626</c:v>
                </c:pt>
                <c:pt idx="1822">
                  <c:v>40627</c:v>
                </c:pt>
                <c:pt idx="1823">
                  <c:v>40630</c:v>
                </c:pt>
                <c:pt idx="1824">
                  <c:v>40631</c:v>
                </c:pt>
                <c:pt idx="1825">
                  <c:v>40632</c:v>
                </c:pt>
                <c:pt idx="1826">
                  <c:v>40633</c:v>
                </c:pt>
                <c:pt idx="1827">
                  <c:v>40634</c:v>
                </c:pt>
                <c:pt idx="1828">
                  <c:v>40637</c:v>
                </c:pt>
                <c:pt idx="1829">
                  <c:v>40638</c:v>
                </c:pt>
                <c:pt idx="1830">
                  <c:v>40639</c:v>
                </c:pt>
                <c:pt idx="1831">
                  <c:v>40640</c:v>
                </c:pt>
                <c:pt idx="1832">
                  <c:v>40641</c:v>
                </c:pt>
                <c:pt idx="1833">
                  <c:v>40644</c:v>
                </c:pt>
                <c:pt idx="1834">
                  <c:v>40645</c:v>
                </c:pt>
                <c:pt idx="1835">
                  <c:v>40646</c:v>
                </c:pt>
                <c:pt idx="1836">
                  <c:v>40647</c:v>
                </c:pt>
                <c:pt idx="1837">
                  <c:v>40648</c:v>
                </c:pt>
                <c:pt idx="1838">
                  <c:v>40651</c:v>
                </c:pt>
                <c:pt idx="1839">
                  <c:v>40652</c:v>
                </c:pt>
                <c:pt idx="1840">
                  <c:v>40653</c:v>
                </c:pt>
                <c:pt idx="1841">
                  <c:v>40654</c:v>
                </c:pt>
                <c:pt idx="1842">
                  <c:v>40655</c:v>
                </c:pt>
                <c:pt idx="1843">
                  <c:v>40658</c:v>
                </c:pt>
                <c:pt idx="1844">
                  <c:v>40659</c:v>
                </c:pt>
                <c:pt idx="1845">
                  <c:v>40660</c:v>
                </c:pt>
                <c:pt idx="1846">
                  <c:v>40661</c:v>
                </c:pt>
                <c:pt idx="1847">
                  <c:v>40662</c:v>
                </c:pt>
                <c:pt idx="1848">
                  <c:v>40665</c:v>
                </c:pt>
                <c:pt idx="1849">
                  <c:v>40666</c:v>
                </c:pt>
                <c:pt idx="1850">
                  <c:v>40667</c:v>
                </c:pt>
                <c:pt idx="1851">
                  <c:v>40668</c:v>
                </c:pt>
                <c:pt idx="1852">
                  <c:v>40669</c:v>
                </c:pt>
                <c:pt idx="1853">
                  <c:v>40672</c:v>
                </c:pt>
                <c:pt idx="1854">
                  <c:v>40673</c:v>
                </c:pt>
                <c:pt idx="1855">
                  <c:v>40674</c:v>
                </c:pt>
                <c:pt idx="1856">
                  <c:v>40675</c:v>
                </c:pt>
                <c:pt idx="1857">
                  <c:v>40676</c:v>
                </c:pt>
                <c:pt idx="1858">
                  <c:v>40679</c:v>
                </c:pt>
                <c:pt idx="1859">
                  <c:v>40680</c:v>
                </c:pt>
                <c:pt idx="1860">
                  <c:v>40681</c:v>
                </c:pt>
                <c:pt idx="1861">
                  <c:v>40682</c:v>
                </c:pt>
                <c:pt idx="1862">
                  <c:v>40683</c:v>
                </c:pt>
                <c:pt idx="1863">
                  <c:v>40686</c:v>
                </c:pt>
                <c:pt idx="1864">
                  <c:v>40687</c:v>
                </c:pt>
                <c:pt idx="1865">
                  <c:v>40688</c:v>
                </c:pt>
                <c:pt idx="1866">
                  <c:v>40689</c:v>
                </c:pt>
                <c:pt idx="1867">
                  <c:v>40690</c:v>
                </c:pt>
                <c:pt idx="1868">
                  <c:v>40693</c:v>
                </c:pt>
                <c:pt idx="1869">
                  <c:v>40694</c:v>
                </c:pt>
                <c:pt idx="1870">
                  <c:v>40695</c:v>
                </c:pt>
                <c:pt idx="1871">
                  <c:v>40696</c:v>
                </c:pt>
                <c:pt idx="1872">
                  <c:v>40697</c:v>
                </c:pt>
                <c:pt idx="1873">
                  <c:v>40700</c:v>
                </c:pt>
                <c:pt idx="1874">
                  <c:v>40701</c:v>
                </c:pt>
                <c:pt idx="1875">
                  <c:v>40702</c:v>
                </c:pt>
                <c:pt idx="1876">
                  <c:v>40703</c:v>
                </c:pt>
                <c:pt idx="1877">
                  <c:v>40704</c:v>
                </c:pt>
                <c:pt idx="1878">
                  <c:v>40707</c:v>
                </c:pt>
                <c:pt idx="1879">
                  <c:v>40708</c:v>
                </c:pt>
                <c:pt idx="1880">
                  <c:v>40709</c:v>
                </c:pt>
                <c:pt idx="1881">
                  <c:v>40710</c:v>
                </c:pt>
                <c:pt idx="1882">
                  <c:v>40711</c:v>
                </c:pt>
                <c:pt idx="1883">
                  <c:v>40714</c:v>
                </c:pt>
                <c:pt idx="1884">
                  <c:v>40715</c:v>
                </c:pt>
                <c:pt idx="1885">
                  <c:v>40716</c:v>
                </c:pt>
                <c:pt idx="1886">
                  <c:v>40717</c:v>
                </c:pt>
                <c:pt idx="1887">
                  <c:v>40718</c:v>
                </c:pt>
                <c:pt idx="1888">
                  <c:v>40721</c:v>
                </c:pt>
                <c:pt idx="1889">
                  <c:v>40722</c:v>
                </c:pt>
                <c:pt idx="1890">
                  <c:v>40723</c:v>
                </c:pt>
                <c:pt idx="1891">
                  <c:v>40724</c:v>
                </c:pt>
                <c:pt idx="1892">
                  <c:v>40725</c:v>
                </c:pt>
                <c:pt idx="1893">
                  <c:v>40728</c:v>
                </c:pt>
                <c:pt idx="1894">
                  <c:v>40729</c:v>
                </c:pt>
                <c:pt idx="1895">
                  <c:v>40730</c:v>
                </c:pt>
                <c:pt idx="1896">
                  <c:v>40731</c:v>
                </c:pt>
                <c:pt idx="1897">
                  <c:v>40732</c:v>
                </c:pt>
                <c:pt idx="1898">
                  <c:v>40735</c:v>
                </c:pt>
                <c:pt idx="1899">
                  <c:v>40736</c:v>
                </c:pt>
                <c:pt idx="1900">
                  <c:v>40737</c:v>
                </c:pt>
                <c:pt idx="1901">
                  <c:v>40738</c:v>
                </c:pt>
                <c:pt idx="1902">
                  <c:v>40739</c:v>
                </c:pt>
                <c:pt idx="1903">
                  <c:v>40742</c:v>
                </c:pt>
                <c:pt idx="1904">
                  <c:v>40743</c:v>
                </c:pt>
                <c:pt idx="1905">
                  <c:v>40744</c:v>
                </c:pt>
                <c:pt idx="1906">
                  <c:v>40745</c:v>
                </c:pt>
                <c:pt idx="1907">
                  <c:v>40746</c:v>
                </c:pt>
                <c:pt idx="1908">
                  <c:v>40749</c:v>
                </c:pt>
                <c:pt idx="1909">
                  <c:v>40750</c:v>
                </c:pt>
                <c:pt idx="1910">
                  <c:v>40751</c:v>
                </c:pt>
                <c:pt idx="1911">
                  <c:v>40752</c:v>
                </c:pt>
                <c:pt idx="1912">
                  <c:v>40753</c:v>
                </c:pt>
                <c:pt idx="1913">
                  <c:v>40756</c:v>
                </c:pt>
                <c:pt idx="1914">
                  <c:v>40757</c:v>
                </c:pt>
                <c:pt idx="1915">
                  <c:v>40758</c:v>
                </c:pt>
                <c:pt idx="1916">
                  <c:v>40759</c:v>
                </c:pt>
                <c:pt idx="1917">
                  <c:v>40760</c:v>
                </c:pt>
                <c:pt idx="1918">
                  <c:v>40763</c:v>
                </c:pt>
                <c:pt idx="1919">
                  <c:v>40764</c:v>
                </c:pt>
                <c:pt idx="1920">
                  <c:v>40765</c:v>
                </c:pt>
                <c:pt idx="1921">
                  <c:v>40766</c:v>
                </c:pt>
                <c:pt idx="1922">
                  <c:v>40767</c:v>
                </c:pt>
                <c:pt idx="1923">
                  <c:v>40770</c:v>
                </c:pt>
                <c:pt idx="1924">
                  <c:v>40771</c:v>
                </c:pt>
                <c:pt idx="1925">
                  <c:v>40772</c:v>
                </c:pt>
                <c:pt idx="1926">
                  <c:v>40773</c:v>
                </c:pt>
                <c:pt idx="1927">
                  <c:v>40774</c:v>
                </c:pt>
                <c:pt idx="1928">
                  <c:v>40777</c:v>
                </c:pt>
                <c:pt idx="1929">
                  <c:v>40778</c:v>
                </c:pt>
                <c:pt idx="1930">
                  <c:v>40779</c:v>
                </c:pt>
                <c:pt idx="1931">
                  <c:v>40780</c:v>
                </c:pt>
                <c:pt idx="1932">
                  <c:v>40781</c:v>
                </c:pt>
                <c:pt idx="1933">
                  <c:v>40784</c:v>
                </c:pt>
                <c:pt idx="1934">
                  <c:v>40785</c:v>
                </c:pt>
                <c:pt idx="1935">
                  <c:v>40786</c:v>
                </c:pt>
                <c:pt idx="1936">
                  <c:v>40787</c:v>
                </c:pt>
                <c:pt idx="1937">
                  <c:v>40788</c:v>
                </c:pt>
                <c:pt idx="1938">
                  <c:v>40791</c:v>
                </c:pt>
                <c:pt idx="1939">
                  <c:v>40792</c:v>
                </c:pt>
                <c:pt idx="1940">
                  <c:v>40793</c:v>
                </c:pt>
                <c:pt idx="1941">
                  <c:v>40794</c:v>
                </c:pt>
                <c:pt idx="1942">
                  <c:v>40795</c:v>
                </c:pt>
                <c:pt idx="1943">
                  <c:v>40798</c:v>
                </c:pt>
                <c:pt idx="1944">
                  <c:v>40799</c:v>
                </c:pt>
                <c:pt idx="1945">
                  <c:v>40800</c:v>
                </c:pt>
                <c:pt idx="1946">
                  <c:v>40801</c:v>
                </c:pt>
                <c:pt idx="1947">
                  <c:v>40802</c:v>
                </c:pt>
                <c:pt idx="1948">
                  <c:v>40805</c:v>
                </c:pt>
                <c:pt idx="1949">
                  <c:v>40806</c:v>
                </c:pt>
                <c:pt idx="1950">
                  <c:v>40807</c:v>
                </c:pt>
                <c:pt idx="1951">
                  <c:v>40808</c:v>
                </c:pt>
                <c:pt idx="1952">
                  <c:v>40809</c:v>
                </c:pt>
                <c:pt idx="1953">
                  <c:v>40812</c:v>
                </c:pt>
                <c:pt idx="1954">
                  <c:v>40813</c:v>
                </c:pt>
                <c:pt idx="1955">
                  <c:v>40814</c:v>
                </c:pt>
                <c:pt idx="1956">
                  <c:v>40815</c:v>
                </c:pt>
                <c:pt idx="1957">
                  <c:v>40816</c:v>
                </c:pt>
                <c:pt idx="1958">
                  <c:v>40819</c:v>
                </c:pt>
                <c:pt idx="1959">
                  <c:v>40820</c:v>
                </c:pt>
                <c:pt idx="1960">
                  <c:v>40821</c:v>
                </c:pt>
                <c:pt idx="1961">
                  <c:v>40822</c:v>
                </c:pt>
                <c:pt idx="1962">
                  <c:v>40823</c:v>
                </c:pt>
                <c:pt idx="1963">
                  <c:v>40826</c:v>
                </c:pt>
                <c:pt idx="1964">
                  <c:v>40827</c:v>
                </c:pt>
                <c:pt idx="1965">
                  <c:v>40828</c:v>
                </c:pt>
                <c:pt idx="1966">
                  <c:v>40829</c:v>
                </c:pt>
                <c:pt idx="1967">
                  <c:v>40830</c:v>
                </c:pt>
                <c:pt idx="1968">
                  <c:v>40833</c:v>
                </c:pt>
                <c:pt idx="1969">
                  <c:v>40834</c:v>
                </c:pt>
                <c:pt idx="1970">
                  <c:v>40835</c:v>
                </c:pt>
                <c:pt idx="1971">
                  <c:v>40836</c:v>
                </c:pt>
                <c:pt idx="1972">
                  <c:v>40837</c:v>
                </c:pt>
                <c:pt idx="1973">
                  <c:v>40840</c:v>
                </c:pt>
                <c:pt idx="1974">
                  <c:v>40841</c:v>
                </c:pt>
                <c:pt idx="1975">
                  <c:v>40842</c:v>
                </c:pt>
                <c:pt idx="1976">
                  <c:v>40843</c:v>
                </c:pt>
                <c:pt idx="1977">
                  <c:v>40844</c:v>
                </c:pt>
                <c:pt idx="1978">
                  <c:v>40847</c:v>
                </c:pt>
                <c:pt idx="1979">
                  <c:v>40848</c:v>
                </c:pt>
                <c:pt idx="1980">
                  <c:v>40849</c:v>
                </c:pt>
                <c:pt idx="1981">
                  <c:v>40850</c:v>
                </c:pt>
                <c:pt idx="1982">
                  <c:v>40851</c:v>
                </c:pt>
                <c:pt idx="1983">
                  <c:v>40854</c:v>
                </c:pt>
                <c:pt idx="1984">
                  <c:v>40855</c:v>
                </c:pt>
                <c:pt idx="1985">
                  <c:v>40856</c:v>
                </c:pt>
                <c:pt idx="1986">
                  <c:v>40857</c:v>
                </c:pt>
                <c:pt idx="1987">
                  <c:v>40858</c:v>
                </c:pt>
                <c:pt idx="1988">
                  <c:v>40861</c:v>
                </c:pt>
                <c:pt idx="1989">
                  <c:v>40862</c:v>
                </c:pt>
                <c:pt idx="1990">
                  <c:v>40863</c:v>
                </c:pt>
                <c:pt idx="1991">
                  <c:v>40864</c:v>
                </c:pt>
                <c:pt idx="1992">
                  <c:v>40865</c:v>
                </c:pt>
                <c:pt idx="1993">
                  <c:v>40868</c:v>
                </c:pt>
                <c:pt idx="1994">
                  <c:v>40869</c:v>
                </c:pt>
                <c:pt idx="1995">
                  <c:v>40870</c:v>
                </c:pt>
                <c:pt idx="1996">
                  <c:v>40871</c:v>
                </c:pt>
                <c:pt idx="1997">
                  <c:v>40872</c:v>
                </c:pt>
                <c:pt idx="1998">
                  <c:v>40875</c:v>
                </c:pt>
                <c:pt idx="1999">
                  <c:v>40876</c:v>
                </c:pt>
                <c:pt idx="2000">
                  <c:v>40877</c:v>
                </c:pt>
                <c:pt idx="2001">
                  <c:v>40878</c:v>
                </c:pt>
                <c:pt idx="2002">
                  <c:v>40879</c:v>
                </c:pt>
                <c:pt idx="2003">
                  <c:v>40882</c:v>
                </c:pt>
                <c:pt idx="2004">
                  <c:v>40883</c:v>
                </c:pt>
                <c:pt idx="2005">
                  <c:v>40884</c:v>
                </c:pt>
                <c:pt idx="2006">
                  <c:v>40885</c:v>
                </c:pt>
                <c:pt idx="2007">
                  <c:v>40886</c:v>
                </c:pt>
                <c:pt idx="2008">
                  <c:v>40889</c:v>
                </c:pt>
                <c:pt idx="2009">
                  <c:v>40890</c:v>
                </c:pt>
                <c:pt idx="2010">
                  <c:v>40891</c:v>
                </c:pt>
                <c:pt idx="2011">
                  <c:v>40892</c:v>
                </c:pt>
                <c:pt idx="2012">
                  <c:v>40893</c:v>
                </c:pt>
                <c:pt idx="2013">
                  <c:v>40896</c:v>
                </c:pt>
                <c:pt idx="2014">
                  <c:v>40897</c:v>
                </c:pt>
                <c:pt idx="2015">
                  <c:v>40898</c:v>
                </c:pt>
                <c:pt idx="2016">
                  <c:v>40899</c:v>
                </c:pt>
                <c:pt idx="2017">
                  <c:v>40900</c:v>
                </c:pt>
                <c:pt idx="2018">
                  <c:v>40903</c:v>
                </c:pt>
                <c:pt idx="2019">
                  <c:v>40904</c:v>
                </c:pt>
                <c:pt idx="2020">
                  <c:v>40905</c:v>
                </c:pt>
                <c:pt idx="2021">
                  <c:v>40906</c:v>
                </c:pt>
                <c:pt idx="2022">
                  <c:v>40907</c:v>
                </c:pt>
                <c:pt idx="2023">
                  <c:v>40910</c:v>
                </c:pt>
                <c:pt idx="2024">
                  <c:v>40911</c:v>
                </c:pt>
                <c:pt idx="2025">
                  <c:v>40912</c:v>
                </c:pt>
                <c:pt idx="2026">
                  <c:v>40913</c:v>
                </c:pt>
                <c:pt idx="2027">
                  <c:v>40914</c:v>
                </c:pt>
                <c:pt idx="2028">
                  <c:v>40917</c:v>
                </c:pt>
                <c:pt idx="2029">
                  <c:v>40918</c:v>
                </c:pt>
                <c:pt idx="2030">
                  <c:v>40919</c:v>
                </c:pt>
                <c:pt idx="2031">
                  <c:v>40920</c:v>
                </c:pt>
                <c:pt idx="2032">
                  <c:v>40921</c:v>
                </c:pt>
                <c:pt idx="2033">
                  <c:v>40924</c:v>
                </c:pt>
                <c:pt idx="2034">
                  <c:v>40925</c:v>
                </c:pt>
                <c:pt idx="2035">
                  <c:v>40926</c:v>
                </c:pt>
                <c:pt idx="2036">
                  <c:v>40927</c:v>
                </c:pt>
                <c:pt idx="2037">
                  <c:v>40928</c:v>
                </c:pt>
                <c:pt idx="2038">
                  <c:v>40931</c:v>
                </c:pt>
                <c:pt idx="2039">
                  <c:v>40932</c:v>
                </c:pt>
                <c:pt idx="2040">
                  <c:v>40933</c:v>
                </c:pt>
                <c:pt idx="2041">
                  <c:v>40934</c:v>
                </c:pt>
                <c:pt idx="2042">
                  <c:v>40935</c:v>
                </c:pt>
                <c:pt idx="2043">
                  <c:v>40938</c:v>
                </c:pt>
                <c:pt idx="2044">
                  <c:v>40939</c:v>
                </c:pt>
                <c:pt idx="2045">
                  <c:v>40940</c:v>
                </c:pt>
                <c:pt idx="2046">
                  <c:v>40941</c:v>
                </c:pt>
                <c:pt idx="2047">
                  <c:v>40942</c:v>
                </c:pt>
                <c:pt idx="2048">
                  <c:v>40945</c:v>
                </c:pt>
                <c:pt idx="2049">
                  <c:v>40946</c:v>
                </c:pt>
                <c:pt idx="2050">
                  <c:v>40947</c:v>
                </c:pt>
                <c:pt idx="2051">
                  <c:v>40948</c:v>
                </c:pt>
                <c:pt idx="2052">
                  <c:v>40949</c:v>
                </c:pt>
                <c:pt idx="2053">
                  <c:v>40952</c:v>
                </c:pt>
                <c:pt idx="2054">
                  <c:v>40953</c:v>
                </c:pt>
                <c:pt idx="2055">
                  <c:v>40954</c:v>
                </c:pt>
                <c:pt idx="2056">
                  <c:v>40955</c:v>
                </c:pt>
                <c:pt idx="2057">
                  <c:v>40956</c:v>
                </c:pt>
                <c:pt idx="2058">
                  <c:v>40959</c:v>
                </c:pt>
                <c:pt idx="2059">
                  <c:v>40960</c:v>
                </c:pt>
                <c:pt idx="2060">
                  <c:v>40961</c:v>
                </c:pt>
                <c:pt idx="2061">
                  <c:v>40962</c:v>
                </c:pt>
                <c:pt idx="2062">
                  <c:v>40963</c:v>
                </c:pt>
                <c:pt idx="2063">
                  <c:v>40966</c:v>
                </c:pt>
                <c:pt idx="2064">
                  <c:v>40967</c:v>
                </c:pt>
                <c:pt idx="2065">
                  <c:v>40968</c:v>
                </c:pt>
                <c:pt idx="2066">
                  <c:v>40969</c:v>
                </c:pt>
                <c:pt idx="2067">
                  <c:v>40970</c:v>
                </c:pt>
                <c:pt idx="2068">
                  <c:v>40973</c:v>
                </c:pt>
                <c:pt idx="2069">
                  <c:v>40974</c:v>
                </c:pt>
                <c:pt idx="2070">
                  <c:v>40975</c:v>
                </c:pt>
                <c:pt idx="2071">
                  <c:v>40976</c:v>
                </c:pt>
                <c:pt idx="2072">
                  <c:v>40977</c:v>
                </c:pt>
                <c:pt idx="2073">
                  <c:v>40980</c:v>
                </c:pt>
                <c:pt idx="2074">
                  <c:v>40981</c:v>
                </c:pt>
                <c:pt idx="2075">
                  <c:v>40982</c:v>
                </c:pt>
                <c:pt idx="2076">
                  <c:v>40983</c:v>
                </c:pt>
                <c:pt idx="2077">
                  <c:v>40984</c:v>
                </c:pt>
                <c:pt idx="2078">
                  <c:v>40987</c:v>
                </c:pt>
                <c:pt idx="2079">
                  <c:v>40988</c:v>
                </c:pt>
                <c:pt idx="2080">
                  <c:v>40989</c:v>
                </c:pt>
                <c:pt idx="2081">
                  <c:v>40990</c:v>
                </c:pt>
                <c:pt idx="2082">
                  <c:v>40991</c:v>
                </c:pt>
                <c:pt idx="2083">
                  <c:v>40994</c:v>
                </c:pt>
                <c:pt idx="2084">
                  <c:v>40995</c:v>
                </c:pt>
                <c:pt idx="2085">
                  <c:v>40996</c:v>
                </c:pt>
                <c:pt idx="2086">
                  <c:v>40997</c:v>
                </c:pt>
                <c:pt idx="2087">
                  <c:v>40998</c:v>
                </c:pt>
                <c:pt idx="2088">
                  <c:v>41001</c:v>
                </c:pt>
                <c:pt idx="2089">
                  <c:v>41002</c:v>
                </c:pt>
                <c:pt idx="2090">
                  <c:v>41003</c:v>
                </c:pt>
                <c:pt idx="2091">
                  <c:v>41004</c:v>
                </c:pt>
                <c:pt idx="2092">
                  <c:v>41005</c:v>
                </c:pt>
                <c:pt idx="2093">
                  <c:v>41008</c:v>
                </c:pt>
                <c:pt idx="2094">
                  <c:v>41009</c:v>
                </c:pt>
                <c:pt idx="2095">
                  <c:v>41010</c:v>
                </c:pt>
                <c:pt idx="2096">
                  <c:v>41011</c:v>
                </c:pt>
                <c:pt idx="2097">
                  <c:v>41012</c:v>
                </c:pt>
                <c:pt idx="2098">
                  <c:v>41015</c:v>
                </c:pt>
                <c:pt idx="2099">
                  <c:v>41016</c:v>
                </c:pt>
                <c:pt idx="2100">
                  <c:v>41017</c:v>
                </c:pt>
                <c:pt idx="2101">
                  <c:v>41018</c:v>
                </c:pt>
                <c:pt idx="2102">
                  <c:v>41019</c:v>
                </c:pt>
                <c:pt idx="2103">
                  <c:v>41022</c:v>
                </c:pt>
                <c:pt idx="2104">
                  <c:v>41023</c:v>
                </c:pt>
                <c:pt idx="2105">
                  <c:v>41024</c:v>
                </c:pt>
                <c:pt idx="2106">
                  <c:v>41025</c:v>
                </c:pt>
                <c:pt idx="2107">
                  <c:v>41026</c:v>
                </c:pt>
                <c:pt idx="2108">
                  <c:v>41029</c:v>
                </c:pt>
                <c:pt idx="2109">
                  <c:v>41030</c:v>
                </c:pt>
                <c:pt idx="2110">
                  <c:v>41031</c:v>
                </c:pt>
                <c:pt idx="2111">
                  <c:v>41032</c:v>
                </c:pt>
                <c:pt idx="2112">
                  <c:v>41033</c:v>
                </c:pt>
                <c:pt idx="2113">
                  <c:v>41036</c:v>
                </c:pt>
                <c:pt idx="2114">
                  <c:v>41037</c:v>
                </c:pt>
                <c:pt idx="2115">
                  <c:v>41038</c:v>
                </c:pt>
                <c:pt idx="2116">
                  <c:v>41039</c:v>
                </c:pt>
                <c:pt idx="2117">
                  <c:v>41040</c:v>
                </c:pt>
                <c:pt idx="2118">
                  <c:v>41043</c:v>
                </c:pt>
                <c:pt idx="2119">
                  <c:v>41044</c:v>
                </c:pt>
                <c:pt idx="2120">
                  <c:v>41045</c:v>
                </c:pt>
                <c:pt idx="2121">
                  <c:v>41046</c:v>
                </c:pt>
                <c:pt idx="2122">
                  <c:v>41047</c:v>
                </c:pt>
                <c:pt idx="2123">
                  <c:v>41050</c:v>
                </c:pt>
                <c:pt idx="2124">
                  <c:v>41051</c:v>
                </c:pt>
                <c:pt idx="2125">
                  <c:v>41052</c:v>
                </c:pt>
                <c:pt idx="2126">
                  <c:v>41053</c:v>
                </c:pt>
                <c:pt idx="2127">
                  <c:v>41054</c:v>
                </c:pt>
                <c:pt idx="2128">
                  <c:v>41057</c:v>
                </c:pt>
                <c:pt idx="2129">
                  <c:v>41058</c:v>
                </c:pt>
                <c:pt idx="2130">
                  <c:v>41059</c:v>
                </c:pt>
                <c:pt idx="2131">
                  <c:v>41060</c:v>
                </c:pt>
                <c:pt idx="2132">
                  <c:v>41061</c:v>
                </c:pt>
                <c:pt idx="2133">
                  <c:v>41064</c:v>
                </c:pt>
                <c:pt idx="2134">
                  <c:v>41065</c:v>
                </c:pt>
                <c:pt idx="2135">
                  <c:v>41066</c:v>
                </c:pt>
                <c:pt idx="2136">
                  <c:v>41067</c:v>
                </c:pt>
                <c:pt idx="2137">
                  <c:v>41068</c:v>
                </c:pt>
                <c:pt idx="2138">
                  <c:v>41071</c:v>
                </c:pt>
                <c:pt idx="2139">
                  <c:v>41072</c:v>
                </c:pt>
                <c:pt idx="2140">
                  <c:v>41073</c:v>
                </c:pt>
                <c:pt idx="2141">
                  <c:v>41074</c:v>
                </c:pt>
                <c:pt idx="2142">
                  <c:v>41075</c:v>
                </c:pt>
                <c:pt idx="2143">
                  <c:v>41078</c:v>
                </c:pt>
                <c:pt idx="2144">
                  <c:v>41079</c:v>
                </c:pt>
                <c:pt idx="2145">
                  <c:v>41080</c:v>
                </c:pt>
                <c:pt idx="2146">
                  <c:v>41081</c:v>
                </c:pt>
                <c:pt idx="2147">
                  <c:v>41082</c:v>
                </c:pt>
                <c:pt idx="2148">
                  <c:v>41085</c:v>
                </c:pt>
                <c:pt idx="2149">
                  <c:v>41086</c:v>
                </c:pt>
                <c:pt idx="2150">
                  <c:v>41087</c:v>
                </c:pt>
                <c:pt idx="2151">
                  <c:v>41088</c:v>
                </c:pt>
                <c:pt idx="2152">
                  <c:v>41089</c:v>
                </c:pt>
                <c:pt idx="2153">
                  <c:v>41092</c:v>
                </c:pt>
                <c:pt idx="2154">
                  <c:v>41093</c:v>
                </c:pt>
                <c:pt idx="2155">
                  <c:v>41094</c:v>
                </c:pt>
                <c:pt idx="2156">
                  <c:v>41095</c:v>
                </c:pt>
                <c:pt idx="2157">
                  <c:v>41096</c:v>
                </c:pt>
                <c:pt idx="2158">
                  <c:v>41099</c:v>
                </c:pt>
                <c:pt idx="2159">
                  <c:v>41100</c:v>
                </c:pt>
                <c:pt idx="2160">
                  <c:v>41101</c:v>
                </c:pt>
                <c:pt idx="2161">
                  <c:v>41102</c:v>
                </c:pt>
                <c:pt idx="2162">
                  <c:v>41103</c:v>
                </c:pt>
                <c:pt idx="2163">
                  <c:v>41106</c:v>
                </c:pt>
                <c:pt idx="2164">
                  <c:v>41107</c:v>
                </c:pt>
                <c:pt idx="2165">
                  <c:v>41108</c:v>
                </c:pt>
                <c:pt idx="2166">
                  <c:v>41109</c:v>
                </c:pt>
                <c:pt idx="2167">
                  <c:v>41110</c:v>
                </c:pt>
                <c:pt idx="2168">
                  <c:v>41113</c:v>
                </c:pt>
                <c:pt idx="2169">
                  <c:v>41114</c:v>
                </c:pt>
                <c:pt idx="2170">
                  <c:v>41115</c:v>
                </c:pt>
                <c:pt idx="2171">
                  <c:v>41116</c:v>
                </c:pt>
                <c:pt idx="2172">
                  <c:v>41117</c:v>
                </c:pt>
                <c:pt idx="2173">
                  <c:v>41120</c:v>
                </c:pt>
                <c:pt idx="2174">
                  <c:v>41121</c:v>
                </c:pt>
                <c:pt idx="2175">
                  <c:v>41122</c:v>
                </c:pt>
                <c:pt idx="2176">
                  <c:v>41123</c:v>
                </c:pt>
                <c:pt idx="2177">
                  <c:v>41124</c:v>
                </c:pt>
                <c:pt idx="2178">
                  <c:v>41127</c:v>
                </c:pt>
                <c:pt idx="2179">
                  <c:v>41128</c:v>
                </c:pt>
                <c:pt idx="2180">
                  <c:v>41129</c:v>
                </c:pt>
                <c:pt idx="2181">
                  <c:v>41130</c:v>
                </c:pt>
                <c:pt idx="2182">
                  <c:v>41131</c:v>
                </c:pt>
                <c:pt idx="2183">
                  <c:v>41134</c:v>
                </c:pt>
                <c:pt idx="2184">
                  <c:v>41135</c:v>
                </c:pt>
                <c:pt idx="2185">
                  <c:v>41136</c:v>
                </c:pt>
                <c:pt idx="2186">
                  <c:v>41137</c:v>
                </c:pt>
                <c:pt idx="2187">
                  <c:v>41138</c:v>
                </c:pt>
                <c:pt idx="2188">
                  <c:v>41141</c:v>
                </c:pt>
                <c:pt idx="2189">
                  <c:v>41142</c:v>
                </c:pt>
                <c:pt idx="2190">
                  <c:v>41143</c:v>
                </c:pt>
                <c:pt idx="2191">
                  <c:v>41144</c:v>
                </c:pt>
                <c:pt idx="2192">
                  <c:v>41145</c:v>
                </c:pt>
                <c:pt idx="2193">
                  <c:v>41148</c:v>
                </c:pt>
                <c:pt idx="2194">
                  <c:v>41149</c:v>
                </c:pt>
                <c:pt idx="2195">
                  <c:v>41150</c:v>
                </c:pt>
                <c:pt idx="2196">
                  <c:v>41151</c:v>
                </c:pt>
                <c:pt idx="2197">
                  <c:v>41152</c:v>
                </c:pt>
                <c:pt idx="2198">
                  <c:v>41155</c:v>
                </c:pt>
                <c:pt idx="2199">
                  <c:v>41156</c:v>
                </c:pt>
                <c:pt idx="2200">
                  <c:v>41157</c:v>
                </c:pt>
                <c:pt idx="2201">
                  <c:v>41158</c:v>
                </c:pt>
                <c:pt idx="2202">
                  <c:v>41159</c:v>
                </c:pt>
                <c:pt idx="2203">
                  <c:v>41162</c:v>
                </c:pt>
                <c:pt idx="2204">
                  <c:v>41163</c:v>
                </c:pt>
                <c:pt idx="2205">
                  <c:v>41164</c:v>
                </c:pt>
                <c:pt idx="2206">
                  <c:v>41165</c:v>
                </c:pt>
                <c:pt idx="2207">
                  <c:v>41166</c:v>
                </c:pt>
                <c:pt idx="2208">
                  <c:v>41169</c:v>
                </c:pt>
                <c:pt idx="2209">
                  <c:v>41170</c:v>
                </c:pt>
                <c:pt idx="2210">
                  <c:v>41171</c:v>
                </c:pt>
                <c:pt idx="2211">
                  <c:v>41172</c:v>
                </c:pt>
                <c:pt idx="2212">
                  <c:v>41173</c:v>
                </c:pt>
                <c:pt idx="2213">
                  <c:v>41176</c:v>
                </c:pt>
                <c:pt idx="2214">
                  <c:v>41177</c:v>
                </c:pt>
                <c:pt idx="2215">
                  <c:v>41178</c:v>
                </c:pt>
                <c:pt idx="2216">
                  <c:v>41179</c:v>
                </c:pt>
                <c:pt idx="2217">
                  <c:v>41180</c:v>
                </c:pt>
                <c:pt idx="2218">
                  <c:v>41183</c:v>
                </c:pt>
                <c:pt idx="2219">
                  <c:v>41184</c:v>
                </c:pt>
                <c:pt idx="2220">
                  <c:v>41185</c:v>
                </c:pt>
                <c:pt idx="2221">
                  <c:v>41186</c:v>
                </c:pt>
                <c:pt idx="2222">
                  <c:v>41187</c:v>
                </c:pt>
                <c:pt idx="2223">
                  <c:v>41190</c:v>
                </c:pt>
                <c:pt idx="2224">
                  <c:v>41191</c:v>
                </c:pt>
                <c:pt idx="2225">
                  <c:v>41192</c:v>
                </c:pt>
                <c:pt idx="2226">
                  <c:v>41193</c:v>
                </c:pt>
                <c:pt idx="2227">
                  <c:v>41194</c:v>
                </c:pt>
                <c:pt idx="2228">
                  <c:v>41197</c:v>
                </c:pt>
                <c:pt idx="2229">
                  <c:v>41198</c:v>
                </c:pt>
                <c:pt idx="2230">
                  <c:v>41199</c:v>
                </c:pt>
                <c:pt idx="2231">
                  <c:v>41200</c:v>
                </c:pt>
                <c:pt idx="2232">
                  <c:v>41201</c:v>
                </c:pt>
                <c:pt idx="2233">
                  <c:v>41204</c:v>
                </c:pt>
                <c:pt idx="2234">
                  <c:v>41205</c:v>
                </c:pt>
                <c:pt idx="2235">
                  <c:v>41206</c:v>
                </c:pt>
                <c:pt idx="2236">
                  <c:v>41207</c:v>
                </c:pt>
                <c:pt idx="2237">
                  <c:v>41208</c:v>
                </c:pt>
                <c:pt idx="2238">
                  <c:v>41211</c:v>
                </c:pt>
                <c:pt idx="2239">
                  <c:v>41212</c:v>
                </c:pt>
                <c:pt idx="2240">
                  <c:v>41213</c:v>
                </c:pt>
                <c:pt idx="2241">
                  <c:v>41214</c:v>
                </c:pt>
                <c:pt idx="2242">
                  <c:v>41215</c:v>
                </c:pt>
                <c:pt idx="2243">
                  <c:v>41218</c:v>
                </c:pt>
                <c:pt idx="2244">
                  <c:v>41219</c:v>
                </c:pt>
                <c:pt idx="2245">
                  <c:v>41220</c:v>
                </c:pt>
                <c:pt idx="2246">
                  <c:v>41221</c:v>
                </c:pt>
                <c:pt idx="2247">
                  <c:v>41222</c:v>
                </c:pt>
                <c:pt idx="2248">
                  <c:v>41225</c:v>
                </c:pt>
                <c:pt idx="2249">
                  <c:v>41226</c:v>
                </c:pt>
                <c:pt idx="2250">
                  <c:v>41227</c:v>
                </c:pt>
                <c:pt idx="2251">
                  <c:v>41228</c:v>
                </c:pt>
                <c:pt idx="2252">
                  <c:v>41229</c:v>
                </c:pt>
                <c:pt idx="2253">
                  <c:v>41232</c:v>
                </c:pt>
                <c:pt idx="2254">
                  <c:v>41233</c:v>
                </c:pt>
                <c:pt idx="2255">
                  <c:v>41234</c:v>
                </c:pt>
                <c:pt idx="2256">
                  <c:v>41235</c:v>
                </c:pt>
                <c:pt idx="2257">
                  <c:v>41236</c:v>
                </c:pt>
                <c:pt idx="2258">
                  <c:v>41239</c:v>
                </c:pt>
                <c:pt idx="2259">
                  <c:v>41240</c:v>
                </c:pt>
                <c:pt idx="2260">
                  <c:v>41241</c:v>
                </c:pt>
                <c:pt idx="2261">
                  <c:v>41242</c:v>
                </c:pt>
                <c:pt idx="2262">
                  <c:v>41243</c:v>
                </c:pt>
                <c:pt idx="2263">
                  <c:v>41246</c:v>
                </c:pt>
                <c:pt idx="2264">
                  <c:v>41247</c:v>
                </c:pt>
                <c:pt idx="2265">
                  <c:v>41248</c:v>
                </c:pt>
                <c:pt idx="2266">
                  <c:v>41249</c:v>
                </c:pt>
                <c:pt idx="2267">
                  <c:v>41250</c:v>
                </c:pt>
                <c:pt idx="2268">
                  <c:v>41253</c:v>
                </c:pt>
                <c:pt idx="2269">
                  <c:v>41254</c:v>
                </c:pt>
                <c:pt idx="2270">
                  <c:v>41255</c:v>
                </c:pt>
                <c:pt idx="2271">
                  <c:v>41256</c:v>
                </c:pt>
                <c:pt idx="2272">
                  <c:v>41257</c:v>
                </c:pt>
                <c:pt idx="2273">
                  <c:v>41260</c:v>
                </c:pt>
                <c:pt idx="2274">
                  <c:v>41261</c:v>
                </c:pt>
                <c:pt idx="2275">
                  <c:v>41262</c:v>
                </c:pt>
                <c:pt idx="2276">
                  <c:v>41263</c:v>
                </c:pt>
                <c:pt idx="2277">
                  <c:v>41264</c:v>
                </c:pt>
                <c:pt idx="2278">
                  <c:v>41267</c:v>
                </c:pt>
                <c:pt idx="2279">
                  <c:v>41268</c:v>
                </c:pt>
                <c:pt idx="2280">
                  <c:v>41269</c:v>
                </c:pt>
                <c:pt idx="2281">
                  <c:v>41270</c:v>
                </c:pt>
                <c:pt idx="2282">
                  <c:v>41271</c:v>
                </c:pt>
                <c:pt idx="2283">
                  <c:v>41274</c:v>
                </c:pt>
                <c:pt idx="2284">
                  <c:v>41275</c:v>
                </c:pt>
                <c:pt idx="2285">
                  <c:v>41276</c:v>
                </c:pt>
                <c:pt idx="2286">
                  <c:v>41277</c:v>
                </c:pt>
                <c:pt idx="2287">
                  <c:v>41278</c:v>
                </c:pt>
                <c:pt idx="2288">
                  <c:v>41281</c:v>
                </c:pt>
                <c:pt idx="2289">
                  <c:v>41282</c:v>
                </c:pt>
                <c:pt idx="2290">
                  <c:v>41283</c:v>
                </c:pt>
                <c:pt idx="2291">
                  <c:v>41284</c:v>
                </c:pt>
                <c:pt idx="2292">
                  <c:v>41285</c:v>
                </c:pt>
                <c:pt idx="2293">
                  <c:v>41288</c:v>
                </c:pt>
                <c:pt idx="2294">
                  <c:v>41289</c:v>
                </c:pt>
                <c:pt idx="2295">
                  <c:v>41290</c:v>
                </c:pt>
                <c:pt idx="2296">
                  <c:v>41291</c:v>
                </c:pt>
                <c:pt idx="2297">
                  <c:v>41292</c:v>
                </c:pt>
                <c:pt idx="2298">
                  <c:v>41295</c:v>
                </c:pt>
                <c:pt idx="2299">
                  <c:v>41296</c:v>
                </c:pt>
                <c:pt idx="2300">
                  <c:v>41297</c:v>
                </c:pt>
                <c:pt idx="2301">
                  <c:v>41298</c:v>
                </c:pt>
                <c:pt idx="2302">
                  <c:v>41299</c:v>
                </c:pt>
                <c:pt idx="2303">
                  <c:v>41302</c:v>
                </c:pt>
                <c:pt idx="2304">
                  <c:v>41303</c:v>
                </c:pt>
                <c:pt idx="2305">
                  <c:v>41304</c:v>
                </c:pt>
                <c:pt idx="2306">
                  <c:v>41305</c:v>
                </c:pt>
                <c:pt idx="2307">
                  <c:v>41306</c:v>
                </c:pt>
                <c:pt idx="2308">
                  <c:v>41309</c:v>
                </c:pt>
                <c:pt idx="2309">
                  <c:v>41310</c:v>
                </c:pt>
                <c:pt idx="2310">
                  <c:v>41311</c:v>
                </c:pt>
                <c:pt idx="2311">
                  <c:v>41312</c:v>
                </c:pt>
                <c:pt idx="2312">
                  <c:v>41313</c:v>
                </c:pt>
                <c:pt idx="2313">
                  <c:v>41316</c:v>
                </c:pt>
                <c:pt idx="2314">
                  <c:v>41317</c:v>
                </c:pt>
                <c:pt idx="2315">
                  <c:v>41318</c:v>
                </c:pt>
                <c:pt idx="2316">
                  <c:v>41319</c:v>
                </c:pt>
                <c:pt idx="2317">
                  <c:v>41320</c:v>
                </c:pt>
                <c:pt idx="2318">
                  <c:v>41323</c:v>
                </c:pt>
                <c:pt idx="2319">
                  <c:v>41324</c:v>
                </c:pt>
                <c:pt idx="2320">
                  <c:v>41325</c:v>
                </c:pt>
                <c:pt idx="2321">
                  <c:v>41326</c:v>
                </c:pt>
                <c:pt idx="2322">
                  <c:v>41327</c:v>
                </c:pt>
                <c:pt idx="2323">
                  <c:v>41330</c:v>
                </c:pt>
                <c:pt idx="2324">
                  <c:v>41331</c:v>
                </c:pt>
                <c:pt idx="2325">
                  <c:v>41332</c:v>
                </c:pt>
                <c:pt idx="2326">
                  <c:v>41333</c:v>
                </c:pt>
                <c:pt idx="2327">
                  <c:v>41334</c:v>
                </c:pt>
                <c:pt idx="2328">
                  <c:v>41337</c:v>
                </c:pt>
                <c:pt idx="2329">
                  <c:v>41338</c:v>
                </c:pt>
                <c:pt idx="2330">
                  <c:v>41339</c:v>
                </c:pt>
                <c:pt idx="2331">
                  <c:v>41340</c:v>
                </c:pt>
                <c:pt idx="2332">
                  <c:v>41341</c:v>
                </c:pt>
                <c:pt idx="2333">
                  <c:v>41344</c:v>
                </c:pt>
                <c:pt idx="2334">
                  <c:v>41345</c:v>
                </c:pt>
                <c:pt idx="2335">
                  <c:v>41346</c:v>
                </c:pt>
                <c:pt idx="2336">
                  <c:v>41347</c:v>
                </c:pt>
                <c:pt idx="2337">
                  <c:v>41348</c:v>
                </c:pt>
                <c:pt idx="2338">
                  <c:v>41351</c:v>
                </c:pt>
                <c:pt idx="2339">
                  <c:v>41352</c:v>
                </c:pt>
                <c:pt idx="2340">
                  <c:v>41353</c:v>
                </c:pt>
                <c:pt idx="2341">
                  <c:v>41354</c:v>
                </c:pt>
                <c:pt idx="2342">
                  <c:v>41355</c:v>
                </c:pt>
                <c:pt idx="2343">
                  <c:v>41358</c:v>
                </c:pt>
                <c:pt idx="2344">
                  <c:v>41359</c:v>
                </c:pt>
                <c:pt idx="2345">
                  <c:v>41360</c:v>
                </c:pt>
                <c:pt idx="2346">
                  <c:v>41361</c:v>
                </c:pt>
                <c:pt idx="2347">
                  <c:v>41362</c:v>
                </c:pt>
                <c:pt idx="2348">
                  <c:v>41365</c:v>
                </c:pt>
                <c:pt idx="2349">
                  <c:v>41366</c:v>
                </c:pt>
                <c:pt idx="2350">
                  <c:v>41367</c:v>
                </c:pt>
                <c:pt idx="2351">
                  <c:v>41368</c:v>
                </c:pt>
                <c:pt idx="2352">
                  <c:v>41369</c:v>
                </c:pt>
                <c:pt idx="2353">
                  <c:v>41372</c:v>
                </c:pt>
                <c:pt idx="2354">
                  <c:v>41373</c:v>
                </c:pt>
                <c:pt idx="2355">
                  <c:v>41374</c:v>
                </c:pt>
                <c:pt idx="2356">
                  <c:v>41375</c:v>
                </c:pt>
                <c:pt idx="2357">
                  <c:v>41376</c:v>
                </c:pt>
                <c:pt idx="2358">
                  <c:v>41379</c:v>
                </c:pt>
                <c:pt idx="2359">
                  <c:v>41380</c:v>
                </c:pt>
                <c:pt idx="2360">
                  <c:v>41381</c:v>
                </c:pt>
                <c:pt idx="2361">
                  <c:v>41382</c:v>
                </c:pt>
                <c:pt idx="2362">
                  <c:v>41383</c:v>
                </c:pt>
                <c:pt idx="2363">
                  <c:v>41386</c:v>
                </c:pt>
                <c:pt idx="2364">
                  <c:v>41387</c:v>
                </c:pt>
                <c:pt idx="2365">
                  <c:v>41388</c:v>
                </c:pt>
                <c:pt idx="2366">
                  <c:v>41389</c:v>
                </c:pt>
                <c:pt idx="2367">
                  <c:v>41390</c:v>
                </c:pt>
                <c:pt idx="2368">
                  <c:v>41393</c:v>
                </c:pt>
                <c:pt idx="2369">
                  <c:v>41394</c:v>
                </c:pt>
                <c:pt idx="2370">
                  <c:v>41395</c:v>
                </c:pt>
                <c:pt idx="2371">
                  <c:v>41396</c:v>
                </c:pt>
                <c:pt idx="2372">
                  <c:v>41397</c:v>
                </c:pt>
                <c:pt idx="2373">
                  <c:v>41400</c:v>
                </c:pt>
                <c:pt idx="2374">
                  <c:v>41401</c:v>
                </c:pt>
                <c:pt idx="2375">
                  <c:v>41402</c:v>
                </c:pt>
                <c:pt idx="2376">
                  <c:v>41403</c:v>
                </c:pt>
                <c:pt idx="2377">
                  <c:v>41404</c:v>
                </c:pt>
                <c:pt idx="2378">
                  <c:v>41407</c:v>
                </c:pt>
                <c:pt idx="2379">
                  <c:v>41408</c:v>
                </c:pt>
                <c:pt idx="2380">
                  <c:v>41409</c:v>
                </c:pt>
                <c:pt idx="2381">
                  <c:v>41410</c:v>
                </c:pt>
                <c:pt idx="2382">
                  <c:v>41411</c:v>
                </c:pt>
                <c:pt idx="2383">
                  <c:v>41414</c:v>
                </c:pt>
                <c:pt idx="2384">
                  <c:v>41415</c:v>
                </c:pt>
                <c:pt idx="2385">
                  <c:v>41416</c:v>
                </c:pt>
                <c:pt idx="2386">
                  <c:v>41417</c:v>
                </c:pt>
                <c:pt idx="2387">
                  <c:v>41418</c:v>
                </c:pt>
                <c:pt idx="2388">
                  <c:v>41421</c:v>
                </c:pt>
                <c:pt idx="2389">
                  <c:v>41422</c:v>
                </c:pt>
                <c:pt idx="2390">
                  <c:v>41423</c:v>
                </c:pt>
                <c:pt idx="2391">
                  <c:v>41424</c:v>
                </c:pt>
                <c:pt idx="2392">
                  <c:v>41425</c:v>
                </c:pt>
                <c:pt idx="2393">
                  <c:v>41428</c:v>
                </c:pt>
                <c:pt idx="2394">
                  <c:v>41429</c:v>
                </c:pt>
                <c:pt idx="2395">
                  <c:v>41430</c:v>
                </c:pt>
                <c:pt idx="2396">
                  <c:v>41431</c:v>
                </c:pt>
                <c:pt idx="2397">
                  <c:v>41432</c:v>
                </c:pt>
                <c:pt idx="2398">
                  <c:v>41435</c:v>
                </c:pt>
                <c:pt idx="2399">
                  <c:v>41436</c:v>
                </c:pt>
                <c:pt idx="2400">
                  <c:v>41437</c:v>
                </c:pt>
                <c:pt idx="2401">
                  <c:v>41438</c:v>
                </c:pt>
                <c:pt idx="2402">
                  <c:v>41439</c:v>
                </c:pt>
                <c:pt idx="2403">
                  <c:v>41442</c:v>
                </c:pt>
                <c:pt idx="2404">
                  <c:v>41443</c:v>
                </c:pt>
                <c:pt idx="2405">
                  <c:v>41444</c:v>
                </c:pt>
                <c:pt idx="2406">
                  <c:v>41445</c:v>
                </c:pt>
                <c:pt idx="2407">
                  <c:v>41446</c:v>
                </c:pt>
                <c:pt idx="2408">
                  <c:v>41449</c:v>
                </c:pt>
                <c:pt idx="2409">
                  <c:v>41450</c:v>
                </c:pt>
                <c:pt idx="2410">
                  <c:v>41451</c:v>
                </c:pt>
                <c:pt idx="2411">
                  <c:v>41452</c:v>
                </c:pt>
                <c:pt idx="2412">
                  <c:v>41453</c:v>
                </c:pt>
                <c:pt idx="2413">
                  <c:v>41456</c:v>
                </c:pt>
                <c:pt idx="2414">
                  <c:v>41457</c:v>
                </c:pt>
                <c:pt idx="2415">
                  <c:v>41458</c:v>
                </c:pt>
                <c:pt idx="2416">
                  <c:v>41459</c:v>
                </c:pt>
                <c:pt idx="2417">
                  <c:v>41460</c:v>
                </c:pt>
                <c:pt idx="2418">
                  <c:v>41463</c:v>
                </c:pt>
                <c:pt idx="2419">
                  <c:v>41464</c:v>
                </c:pt>
                <c:pt idx="2420">
                  <c:v>41465</c:v>
                </c:pt>
                <c:pt idx="2421">
                  <c:v>41466</c:v>
                </c:pt>
                <c:pt idx="2422">
                  <c:v>41467</c:v>
                </c:pt>
                <c:pt idx="2423">
                  <c:v>41470</c:v>
                </c:pt>
                <c:pt idx="2424">
                  <c:v>41471</c:v>
                </c:pt>
                <c:pt idx="2425">
                  <c:v>41472</c:v>
                </c:pt>
                <c:pt idx="2426">
                  <c:v>41473</c:v>
                </c:pt>
                <c:pt idx="2427">
                  <c:v>41474</c:v>
                </c:pt>
                <c:pt idx="2428">
                  <c:v>41477</c:v>
                </c:pt>
                <c:pt idx="2429">
                  <c:v>41478</c:v>
                </c:pt>
                <c:pt idx="2430">
                  <c:v>41479</c:v>
                </c:pt>
                <c:pt idx="2431">
                  <c:v>41480</c:v>
                </c:pt>
                <c:pt idx="2432">
                  <c:v>41481</c:v>
                </c:pt>
                <c:pt idx="2433">
                  <c:v>41484</c:v>
                </c:pt>
                <c:pt idx="2434">
                  <c:v>41485</c:v>
                </c:pt>
                <c:pt idx="2435">
                  <c:v>41486</c:v>
                </c:pt>
                <c:pt idx="2436">
                  <c:v>41487</c:v>
                </c:pt>
                <c:pt idx="2437">
                  <c:v>41488</c:v>
                </c:pt>
                <c:pt idx="2438">
                  <c:v>41491</c:v>
                </c:pt>
                <c:pt idx="2439">
                  <c:v>41492</c:v>
                </c:pt>
                <c:pt idx="2440">
                  <c:v>41493</c:v>
                </c:pt>
                <c:pt idx="2441">
                  <c:v>41494</c:v>
                </c:pt>
                <c:pt idx="2442">
                  <c:v>41495</c:v>
                </c:pt>
                <c:pt idx="2443">
                  <c:v>41498</c:v>
                </c:pt>
                <c:pt idx="2444">
                  <c:v>41499</c:v>
                </c:pt>
                <c:pt idx="2445">
                  <c:v>41500</c:v>
                </c:pt>
                <c:pt idx="2446">
                  <c:v>41501</c:v>
                </c:pt>
                <c:pt idx="2447">
                  <c:v>41502</c:v>
                </c:pt>
                <c:pt idx="2448">
                  <c:v>41505</c:v>
                </c:pt>
                <c:pt idx="2449">
                  <c:v>41506</c:v>
                </c:pt>
                <c:pt idx="2450">
                  <c:v>41507</c:v>
                </c:pt>
                <c:pt idx="2451">
                  <c:v>41508</c:v>
                </c:pt>
                <c:pt idx="2452">
                  <c:v>41509</c:v>
                </c:pt>
                <c:pt idx="2453">
                  <c:v>41512</c:v>
                </c:pt>
                <c:pt idx="2454">
                  <c:v>41513</c:v>
                </c:pt>
                <c:pt idx="2455">
                  <c:v>41514</c:v>
                </c:pt>
                <c:pt idx="2456">
                  <c:v>41515</c:v>
                </c:pt>
                <c:pt idx="2457">
                  <c:v>41516</c:v>
                </c:pt>
                <c:pt idx="2458">
                  <c:v>41519</c:v>
                </c:pt>
                <c:pt idx="2459">
                  <c:v>41520</c:v>
                </c:pt>
                <c:pt idx="2460">
                  <c:v>41521</c:v>
                </c:pt>
                <c:pt idx="2461">
                  <c:v>41522</c:v>
                </c:pt>
                <c:pt idx="2462">
                  <c:v>41523</c:v>
                </c:pt>
                <c:pt idx="2463">
                  <c:v>41526</c:v>
                </c:pt>
                <c:pt idx="2464">
                  <c:v>41527</c:v>
                </c:pt>
                <c:pt idx="2465">
                  <c:v>41528</c:v>
                </c:pt>
                <c:pt idx="2466">
                  <c:v>41529</c:v>
                </c:pt>
                <c:pt idx="2467">
                  <c:v>41530</c:v>
                </c:pt>
                <c:pt idx="2468">
                  <c:v>41533</c:v>
                </c:pt>
                <c:pt idx="2469">
                  <c:v>41534</c:v>
                </c:pt>
                <c:pt idx="2470">
                  <c:v>41535</c:v>
                </c:pt>
                <c:pt idx="2471">
                  <c:v>41536</c:v>
                </c:pt>
                <c:pt idx="2472">
                  <c:v>41537</c:v>
                </c:pt>
                <c:pt idx="2473">
                  <c:v>41540</c:v>
                </c:pt>
                <c:pt idx="2474">
                  <c:v>41541</c:v>
                </c:pt>
                <c:pt idx="2475">
                  <c:v>41542</c:v>
                </c:pt>
                <c:pt idx="2476">
                  <c:v>41543</c:v>
                </c:pt>
                <c:pt idx="2477">
                  <c:v>41544</c:v>
                </c:pt>
                <c:pt idx="2478">
                  <c:v>41547</c:v>
                </c:pt>
                <c:pt idx="2479">
                  <c:v>41548</c:v>
                </c:pt>
                <c:pt idx="2480">
                  <c:v>41549</c:v>
                </c:pt>
                <c:pt idx="2481">
                  <c:v>41550</c:v>
                </c:pt>
                <c:pt idx="2482">
                  <c:v>41551</c:v>
                </c:pt>
                <c:pt idx="2483">
                  <c:v>41554</c:v>
                </c:pt>
                <c:pt idx="2484">
                  <c:v>41555</c:v>
                </c:pt>
                <c:pt idx="2485">
                  <c:v>41556</c:v>
                </c:pt>
                <c:pt idx="2486">
                  <c:v>41557</c:v>
                </c:pt>
                <c:pt idx="2487">
                  <c:v>41558</c:v>
                </c:pt>
                <c:pt idx="2488">
                  <c:v>41561</c:v>
                </c:pt>
                <c:pt idx="2489">
                  <c:v>41562</c:v>
                </c:pt>
                <c:pt idx="2490">
                  <c:v>41563</c:v>
                </c:pt>
                <c:pt idx="2491">
                  <c:v>41564</c:v>
                </c:pt>
                <c:pt idx="2492">
                  <c:v>41565</c:v>
                </c:pt>
                <c:pt idx="2493">
                  <c:v>41568</c:v>
                </c:pt>
                <c:pt idx="2494">
                  <c:v>41569</c:v>
                </c:pt>
                <c:pt idx="2495">
                  <c:v>41570</c:v>
                </c:pt>
                <c:pt idx="2496">
                  <c:v>41571</c:v>
                </c:pt>
                <c:pt idx="2497">
                  <c:v>41572</c:v>
                </c:pt>
                <c:pt idx="2498">
                  <c:v>41575</c:v>
                </c:pt>
                <c:pt idx="2499">
                  <c:v>41576</c:v>
                </c:pt>
                <c:pt idx="2500">
                  <c:v>41577</c:v>
                </c:pt>
                <c:pt idx="2501">
                  <c:v>41578</c:v>
                </c:pt>
                <c:pt idx="2502">
                  <c:v>41579</c:v>
                </c:pt>
                <c:pt idx="2503">
                  <c:v>41582</c:v>
                </c:pt>
                <c:pt idx="2504">
                  <c:v>41583</c:v>
                </c:pt>
                <c:pt idx="2505">
                  <c:v>41584</c:v>
                </c:pt>
                <c:pt idx="2506">
                  <c:v>41585</c:v>
                </c:pt>
                <c:pt idx="2507">
                  <c:v>41586</c:v>
                </c:pt>
                <c:pt idx="2508">
                  <c:v>41589</c:v>
                </c:pt>
                <c:pt idx="2509">
                  <c:v>41590</c:v>
                </c:pt>
                <c:pt idx="2510">
                  <c:v>41591</c:v>
                </c:pt>
                <c:pt idx="2511">
                  <c:v>41592</c:v>
                </c:pt>
                <c:pt idx="2512">
                  <c:v>41593</c:v>
                </c:pt>
                <c:pt idx="2513">
                  <c:v>41596</c:v>
                </c:pt>
                <c:pt idx="2514">
                  <c:v>41597</c:v>
                </c:pt>
                <c:pt idx="2515">
                  <c:v>41598</c:v>
                </c:pt>
                <c:pt idx="2516">
                  <c:v>41599</c:v>
                </c:pt>
                <c:pt idx="2517">
                  <c:v>41600</c:v>
                </c:pt>
                <c:pt idx="2518">
                  <c:v>41603</c:v>
                </c:pt>
                <c:pt idx="2519">
                  <c:v>41604</c:v>
                </c:pt>
                <c:pt idx="2520">
                  <c:v>41605</c:v>
                </c:pt>
                <c:pt idx="2521">
                  <c:v>41606</c:v>
                </c:pt>
                <c:pt idx="2522">
                  <c:v>41607</c:v>
                </c:pt>
                <c:pt idx="2523">
                  <c:v>41610</c:v>
                </c:pt>
                <c:pt idx="2524">
                  <c:v>41611</c:v>
                </c:pt>
                <c:pt idx="2525">
                  <c:v>41612</c:v>
                </c:pt>
                <c:pt idx="2526">
                  <c:v>41613</c:v>
                </c:pt>
                <c:pt idx="2527">
                  <c:v>41614</c:v>
                </c:pt>
                <c:pt idx="2528">
                  <c:v>41617</c:v>
                </c:pt>
                <c:pt idx="2529">
                  <c:v>41618</c:v>
                </c:pt>
                <c:pt idx="2530">
                  <c:v>41619</c:v>
                </c:pt>
                <c:pt idx="2531">
                  <c:v>41620</c:v>
                </c:pt>
                <c:pt idx="2532">
                  <c:v>41621</c:v>
                </c:pt>
                <c:pt idx="2533">
                  <c:v>41624</c:v>
                </c:pt>
                <c:pt idx="2534">
                  <c:v>41625</c:v>
                </c:pt>
                <c:pt idx="2535">
                  <c:v>41626</c:v>
                </c:pt>
                <c:pt idx="2536">
                  <c:v>41627</c:v>
                </c:pt>
                <c:pt idx="2537">
                  <c:v>41628</c:v>
                </c:pt>
                <c:pt idx="2538">
                  <c:v>41631</c:v>
                </c:pt>
                <c:pt idx="2539">
                  <c:v>41632</c:v>
                </c:pt>
                <c:pt idx="2540">
                  <c:v>41633</c:v>
                </c:pt>
                <c:pt idx="2541">
                  <c:v>41634</c:v>
                </c:pt>
                <c:pt idx="2542">
                  <c:v>41635</c:v>
                </c:pt>
                <c:pt idx="2543">
                  <c:v>41638</c:v>
                </c:pt>
                <c:pt idx="2544">
                  <c:v>41639</c:v>
                </c:pt>
                <c:pt idx="2545">
                  <c:v>41640</c:v>
                </c:pt>
                <c:pt idx="2546">
                  <c:v>41641</c:v>
                </c:pt>
                <c:pt idx="2547">
                  <c:v>41642</c:v>
                </c:pt>
                <c:pt idx="2548">
                  <c:v>41645</c:v>
                </c:pt>
                <c:pt idx="2549">
                  <c:v>41646</c:v>
                </c:pt>
                <c:pt idx="2550">
                  <c:v>41647</c:v>
                </c:pt>
                <c:pt idx="2551">
                  <c:v>41648</c:v>
                </c:pt>
                <c:pt idx="2552">
                  <c:v>41649</c:v>
                </c:pt>
                <c:pt idx="2553">
                  <c:v>41652</c:v>
                </c:pt>
                <c:pt idx="2554">
                  <c:v>41653</c:v>
                </c:pt>
                <c:pt idx="2555">
                  <c:v>41654</c:v>
                </c:pt>
                <c:pt idx="2556">
                  <c:v>41655</c:v>
                </c:pt>
                <c:pt idx="2557">
                  <c:v>41656</c:v>
                </c:pt>
                <c:pt idx="2558">
                  <c:v>41659</c:v>
                </c:pt>
                <c:pt idx="2559">
                  <c:v>41660</c:v>
                </c:pt>
                <c:pt idx="2560">
                  <c:v>41661</c:v>
                </c:pt>
                <c:pt idx="2561">
                  <c:v>41662</c:v>
                </c:pt>
                <c:pt idx="2562">
                  <c:v>41663</c:v>
                </c:pt>
                <c:pt idx="2563">
                  <c:v>41666</c:v>
                </c:pt>
                <c:pt idx="2564">
                  <c:v>41667</c:v>
                </c:pt>
                <c:pt idx="2565">
                  <c:v>41668</c:v>
                </c:pt>
                <c:pt idx="2566">
                  <c:v>41669</c:v>
                </c:pt>
                <c:pt idx="2567">
                  <c:v>41670</c:v>
                </c:pt>
                <c:pt idx="2568">
                  <c:v>41673</c:v>
                </c:pt>
                <c:pt idx="2569">
                  <c:v>41674</c:v>
                </c:pt>
                <c:pt idx="2570">
                  <c:v>41675</c:v>
                </c:pt>
                <c:pt idx="2571">
                  <c:v>41676</c:v>
                </c:pt>
                <c:pt idx="2572">
                  <c:v>41677</c:v>
                </c:pt>
                <c:pt idx="2573">
                  <c:v>41680</c:v>
                </c:pt>
                <c:pt idx="2574">
                  <c:v>41681</c:v>
                </c:pt>
                <c:pt idx="2575">
                  <c:v>41682</c:v>
                </c:pt>
                <c:pt idx="2576">
                  <c:v>41683</c:v>
                </c:pt>
                <c:pt idx="2577">
                  <c:v>41684</c:v>
                </c:pt>
                <c:pt idx="2578">
                  <c:v>41687</c:v>
                </c:pt>
                <c:pt idx="2579">
                  <c:v>41688</c:v>
                </c:pt>
                <c:pt idx="2580">
                  <c:v>41689</c:v>
                </c:pt>
                <c:pt idx="2581">
                  <c:v>41690</c:v>
                </c:pt>
                <c:pt idx="2582">
                  <c:v>41691</c:v>
                </c:pt>
                <c:pt idx="2583">
                  <c:v>41694</c:v>
                </c:pt>
                <c:pt idx="2584">
                  <c:v>41695</c:v>
                </c:pt>
                <c:pt idx="2585">
                  <c:v>41696</c:v>
                </c:pt>
                <c:pt idx="2586">
                  <c:v>41697</c:v>
                </c:pt>
                <c:pt idx="2587">
                  <c:v>41698</c:v>
                </c:pt>
                <c:pt idx="2588">
                  <c:v>41701</c:v>
                </c:pt>
                <c:pt idx="2589">
                  <c:v>41702</c:v>
                </c:pt>
                <c:pt idx="2590">
                  <c:v>41703</c:v>
                </c:pt>
                <c:pt idx="2591">
                  <c:v>41704</c:v>
                </c:pt>
                <c:pt idx="2592">
                  <c:v>41705</c:v>
                </c:pt>
                <c:pt idx="2593">
                  <c:v>41708</c:v>
                </c:pt>
                <c:pt idx="2594">
                  <c:v>41709</c:v>
                </c:pt>
                <c:pt idx="2595">
                  <c:v>41710</c:v>
                </c:pt>
                <c:pt idx="2596">
                  <c:v>41711</c:v>
                </c:pt>
                <c:pt idx="2597">
                  <c:v>41712</c:v>
                </c:pt>
                <c:pt idx="2598">
                  <c:v>41715</c:v>
                </c:pt>
                <c:pt idx="2599">
                  <c:v>41716</c:v>
                </c:pt>
                <c:pt idx="2600">
                  <c:v>41717</c:v>
                </c:pt>
                <c:pt idx="2601">
                  <c:v>41718</c:v>
                </c:pt>
                <c:pt idx="2602">
                  <c:v>41719</c:v>
                </c:pt>
                <c:pt idx="2603">
                  <c:v>41722</c:v>
                </c:pt>
                <c:pt idx="2604">
                  <c:v>41723</c:v>
                </c:pt>
                <c:pt idx="2605">
                  <c:v>41724</c:v>
                </c:pt>
                <c:pt idx="2606">
                  <c:v>41725</c:v>
                </c:pt>
                <c:pt idx="2607">
                  <c:v>41726</c:v>
                </c:pt>
                <c:pt idx="2608">
                  <c:v>41729</c:v>
                </c:pt>
                <c:pt idx="2609">
                  <c:v>41730</c:v>
                </c:pt>
                <c:pt idx="2610">
                  <c:v>41731</c:v>
                </c:pt>
                <c:pt idx="2611">
                  <c:v>41732</c:v>
                </c:pt>
                <c:pt idx="2612">
                  <c:v>41733</c:v>
                </c:pt>
                <c:pt idx="2613">
                  <c:v>41736</c:v>
                </c:pt>
                <c:pt idx="2614">
                  <c:v>41737</c:v>
                </c:pt>
                <c:pt idx="2615">
                  <c:v>41738</c:v>
                </c:pt>
                <c:pt idx="2616">
                  <c:v>41739</c:v>
                </c:pt>
                <c:pt idx="2617">
                  <c:v>41740</c:v>
                </c:pt>
                <c:pt idx="2618">
                  <c:v>41743</c:v>
                </c:pt>
                <c:pt idx="2619">
                  <c:v>41744</c:v>
                </c:pt>
                <c:pt idx="2620">
                  <c:v>41745</c:v>
                </c:pt>
                <c:pt idx="2621">
                  <c:v>41746</c:v>
                </c:pt>
                <c:pt idx="2622">
                  <c:v>41747</c:v>
                </c:pt>
                <c:pt idx="2623">
                  <c:v>41750</c:v>
                </c:pt>
                <c:pt idx="2624">
                  <c:v>41751</c:v>
                </c:pt>
                <c:pt idx="2625">
                  <c:v>41752</c:v>
                </c:pt>
                <c:pt idx="2626">
                  <c:v>41753</c:v>
                </c:pt>
                <c:pt idx="2627">
                  <c:v>41754</c:v>
                </c:pt>
                <c:pt idx="2628">
                  <c:v>41757</c:v>
                </c:pt>
                <c:pt idx="2629">
                  <c:v>41758</c:v>
                </c:pt>
                <c:pt idx="2630">
                  <c:v>41759</c:v>
                </c:pt>
                <c:pt idx="2631">
                  <c:v>41760</c:v>
                </c:pt>
                <c:pt idx="2632">
                  <c:v>41761</c:v>
                </c:pt>
                <c:pt idx="2633">
                  <c:v>41764</c:v>
                </c:pt>
                <c:pt idx="2634">
                  <c:v>41765</c:v>
                </c:pt>
                <c:pt idx="2635">
                  <c:v>41766</c:v>
                </c:pt>
                <c:pt idx="2636">
                  <c:v>41767</c:v>
                </c:pt>
                <c:pt idx="2637">
                  <c:v>41768</c:v>
                </c:pt>
                <c:pt idx="2638">
                  <c:v>41771</c:v>
                </c:pt>
                <c:pt idx="2639">
                  <c:v>41772</c:v>
                </c:pt>
                <c:pt idx="2640">
                  <c:v>41773</c:v>
                </c:pt>
                <c:pt idx="2641">
                  <c:v>41774</c:v>
                </c:pt>
                <c:pt idx="2642">
                  <c:v>41775</c:v>
                </c:pt>
                <c:pt idx="2643">
                  <c:v>41778</c:v>
                </c:pt>
                <c:pt idx="2644">
                  <c:v>41779</c:v>
                </c:pt>
                <c:pt idx="2645">
                  <c:v>41780</c:v>
                </c:pt>
                <c:pt idx="2646">
                  <c:v>41781</c:v>
                </c:pt>
                <c:pt idx="2647">
                  <c:v>41782</c:v>
                </c:pt>
                <c:pt idx="2648">
                  <c:v>41785</c:v>
                </c:pt>
                <c:pt idx="2649">
                  <c:v>41786</c:v>
                </c:pt>
                <c:pt idx="2650">
                  <c:v>41787</c:v>
                </c:pt>
                <c:pt idx="2651">
                  <c:v>41788</c:v>
                </c:pt>
                <c:pt idx="2652">
                  <c:v>41789</c:v>
                </c:pt>
                <c:pt idx="2653">
                  <c:v>41792</c:v>
                </c:pt>
                <c:pt idx="2654">
                  <c:v>41793</c:v>
                </c:pt>
                <c:pt idx="2655">
                  <c:v>41794</c:v>
                </c:pt>
                <c:pt idx="2656">
                  <c:v>41795</c:v>
                </c:pt>
                <c:pt idx="2657">
                  <c:v>41796</c:v>
                </c:pt>
                <c:pt idx="2658">
                  <c:v>41799</c:v>
                </c:pt>
                <c:pt idx="2659">
                  <c:v>41800</c:v>
                </c:pt>
                <c:pt idx="2660">
                  <c:v>41801</c:v>
                </c:pt>
                <c:pt idx="2661">
                  <c:v>41802</c:v>
                </c:pt>
                <c:pt idx="2662">
                  <c:v>41803</c:v>
                </c:pt>
                <c:pt idx="2663">
                  <c:v>41806</c:v>
                </c:pt>
                <c:pt idx="2664">
                  <c:v>41807</c:v>
                </c:pt>
                <c:pt idx="2665">
                  <c:v>41808</c:v>
                </c:pt>
                <c:pt idx="2666">
                  <c:v>41809</c:v>
                </c:pt>
                <c:pt idx="2667">
                  <c:v>41810</c:v>
                </c:pt>
                <c:pt idx="2668">
                  <c:v>41813</c:v>
                </c:pt>
                <c:pt idx="2669">
                  <c:v>41814</c:v>
                </c:pt>
                <c:pt idx="2670">
                  <c:v>41815</c:v>
                </c:pt>
                <c:pt idx="2671">
                  <c:v>41816</c:v>
                </c:pt>
                <c:pt idx="2672">
                  <c:v>41817</c:v>
                </c:pt>
                <c:pt idx="2673">
                  <c:v>41820</c:v>
                </c:pt>
                <c:pt idx="2674">
                  <c:v>41821</c:v>
                </c:pt>
                <c:pt idx="2675">
                  <c:v>41822</c:v>
                </c:pt>
                <c:pt idx="2676">
                  <c:v>41823</c:v>
                </c:pt>
                <c:pt idx="2677">
                  <c:v>41824</c:v>
                </c:pt>
                <c:pt idx="2678">
                  <c:v>41827</c:v>
                </c:pt>
                <c:pt idx="2679">
                  <c:v>41828</c:v>
                </c:pt>
                <c:pt idx="2680">
                  <c:v>41829</c:v>
                </c:pt>
                <c:pt idx="2681">
                  <c:v>41830</c:v>
                </c:pt>
                <c:pt idx="2682">
                  <c:v>41831</c:v>
                </c:pt>
                <c:pt idx="2683">
                  <c:v>41834</c:v>
                </c:pt>
                <c:pt idx="2684">
                  <c:v>41835</c:v>
                </c:pt>
                <c:pt idx="2685">
                  <c:v>41836</c:v>
                </c:pt>
                <c:pt idx="2686">
                  <c:v>41837</c:v>
                </c:pt>
                <c:pt idx="2687">
                  <c:v>41838</c:v>
                </c:pt>
                <c:pt idx="2688">
                  <c:v>41841</c:v>
                </c:pt>
                <c:pt idx="2689">
                  <c:v>41842</c:v>
                </c:pt>
                <c:pt idx="2690">
                  <c:v>41843</c:v>
                </c:pt>
                <c:pt idx="2691">
                  <c:v>41844</c:v>
                </c:pt>
                <c:pt idx="2692">
                  <c:v>41845</c:v>
                </c:pt>
                <c:pt idx="2693">
                  <c:v>41848</c:v>
                </c:pt>
                <c:pt idx="2694">
                  <c:v>41849</c:v>
                </c:pt>
                <c:pt idx="2695">
                  <c:v>41850</c:v>
                </c:pt>
                <c:pt idx="2696">
                  <c:v>41851</c:v>
                </c:pt>
                <c:pt idx="2697">
                  <c:v>41852</c:v>
                </c:pt>
                <c:pt idx="2698">
                  <c:v>41855</c:v>
                </c:pt>
                <c:pt idx="2699">
                  <c:v>41856</c:v>
                </c:pt>
                <c:pt idx="2700">
                  <c:v>41857</c:v>
                </c:pt>
                <c:pt idx="2701">
                  <c:v>41858</c:v>
                </c:pt>
                <c:pt idx="2702">
                  <c:v>41859</c:v>
                </c:pt>
                <c:pt idx="2703">
                  <c:v>41862</c:v>
                </c:pt>
                <c:pt idx="2704">
                  <c:v>41863</c:v>
                </c:pt>
                <c:pt idx="2705">
                  <c:v>41864</c:v>
                </c:pt>
                <c:pt idx="2706">
                  <c:v>41865</c:v>
                </c:pt>
                <c:pt idx="2707">
                  <c:v>41866</c:v>
                </c:pt>
                <c:pt idx="2708">
                  <c:v>41869</c:v>
                </c:pt>
                <c:pt idx="2709">
                  <c:v>41870</c:v>
                </c:pt>
                <c:pt idx="2710">
                  <c:v>41871</c:v>
                </c:pt>
                <c:pt idx="2711">
                  <c:v>41872</c:v>
                </c:pt>
                <c:pt idx="2712">
                  <c:v>41873</c:v>
                </c:pt>
                <c:pt idx="2713">
                  <c:v>41876</c:v>
                </c:pt>
                <c:pt idx="2714">
                  <c:v>41877</c:v>
                </c:pt>
                <c:pt idx="2715">
                  <c:v>41878</c:v>
                </c:pt>
                <c:pt idx="2716">
                  <c:v>41879</c:v>
                </c:pt>
                <c:pt idx="2717">
                  <c:v>41880</c:v>
                </c:pt>
                <c:pt idx="2718">
                  <c:v>41883</c:v>
                </c:pt>
                <c:pt idx="2719">
                  <c:v>41884</c:v>
                </c:pt>
                <c:pt idx="2720">
                  <c:v>41885</c:v>
                </c:pt>
                <c:pt idx="2721">
                  <c:v>41886</c:v>
                </c:pt>
                <c:pt idx="2722">
                  <c:v>41887</c:v>
                </c:pt>
                <c:pt idx="2723">
                  <c:v>41890</c:v>
                </c:pt>
                <c:pt idx="2724">
                  <c:v>41891</c:v>
                </c:pt>
                <c:pt idx="2725">
                  <c:v>41892</c:v>
                </c:pt>
                <c:pt idx="2726">
                  <c:v>41893</c:v>
                </c:pt>
                <c:pt idx="2727">
                  <c:v>41894</c:v>
                </c:pt>
                <c:pt idx="2728">
                  <c:v>41897</c:v>
                </c:pt>
                <c:pt idx="2729">
                  <c:v>41898</c:v>
                </c:pt>
                <c:pt idx="2730">
                  <c:v>41899</c:v>
                </c:pt>
                <c:pt idx="2731">
                  <c:v>41900</c:v>
                </c:pt>
                <c:pt idx="2732">
                  <c:v>41901</c:v>
                </c:pt>
                <c:pt idx="2733">
                  <c:v>41904</c:v>
                </c:pt>
                <c:pt idx="2734">
                  <c:v>41905</c:v>
                </c:pt>
                <c:pt idx="2735">
                  <c:v>41906</c:v>
                </c:pt>
                <c:pt idx="2736">
                  <c:v>41907</c:v>
                </c:pt>
                <c:pt idx="2737">
                  <c:v>41908</c:v>
                </c:pt>
                <c:pt idx="2738">
                  <c:v>41911</c:v>
                </c:pt>
                <c:pt idx="2739">
                  <c:v>41912</c:v>
                </c:pt>
                <c:pt idx="2740">
                  <c:v>41913</c:v>
                </c:pt>
                <c:pt idx="2741">
                  <c:v>41914</c:v>
                </c:pt>
                <c:pt idx="2742">
                  <c:v>41915</c:v>
                </c:pt>
                <c:pt idx="2743">
                  <c:v>41918</c:v>
                </c:pt>
                <c:pt idx="2744">
                  <c:v>41919</c:v>
                </c:pt>
                <c:pt idx="2745">
                  <c:v>41920</c:v>
                </c:pt>
                <c:pt idx="2746">
                  <c:v>41921</c:v>
                </c:pt>
                <c:pt idx="2747">
                  <c:v>41922</c:v>
                </c:pt>
                <c:pt idx="2748">
                  <c:v>41925</c:v>
                </c:pt>
                <c:pt idx="2749">
                  <c:v>41926</c:v>
                </c:pt>
                <c:pt idx="2750">
                  <c:v>41927</c:v>
                </c:pt>
                <c:pt idx="2751">
                  <c:v>41928</c:v>
                </c:pt>
                <c:pt idx="2752">
                  <c:v>41929</c:v>
                </c:pt>
                <c:pt idx="2753">
                  <c:v>41932</c:v>
                </c:pt>
                <c:pt idx="2754">
                  <c:v>41933</c:v>
                </c:pt>
                <c:pt idx="2755">
                  <c:v>41934</c:v>
                </c:pt>
                <c:pt idx="2756">
                  <c:v>41935</c:v>
                </c:pt>
                <c:pt idx="2757">
                  <c:v>41936</c:v>
                </c:pt>
                <c:pt idx="2758">
                  <c:v>41939</c:v>
                </c:pt>
                <c:pt idx="2759">
                  <c:v>41940</c:v>
                </c:pt>
                <c:pt idx="2760">
                  <c:v>41941</c:v>
                </c:pt>
                <c:pt idx="2761">
                  <c:v>41942</c:v>
                </c:pt>
                <c:pt idx="2762">
                  <c:v>41943</c:v>
                </c:pt>
                <c:pt idx="2763">
                  <c:v>41946</c:v>
                </c:pt>
                <c:pt idx="2764">
                  <c:v>41947</c:v>
                </c:pt>
                <c:pt idx="2765">
                  <c:v>41948</c:v>
                </c:pt>
                <c:pt idx="2766">
                  <c:v>41949</c:v>
                </c:pt>
                <c:pt idx="2767">
                  <c:v>41950</c:v>
                </c:pt>
                <c:pt idx="2768">
                  <c:v>41953</c:v>
                </c:pt>
                <c:pt idx="2769">
                  <c:v>41954</c:v>
                </c:pt>
                <c:pt idx="2770">
                  <c:v>41955</c:v>
                </c:pt>
                <c:pt idx="2771">
                  <c:v>41956</c:v>
                </c:pt>
                <c:pt idx="2772">
                  <c:v>41957</c:v>
                </c:pt>
                <c:pt idx="2773">
                  <c:v>41960</c:v>
                </c:pt>
                <c:pt idx="2774">
                  <c:v>41961</c:v>
                </c:pt>
                <c:pt idx="2775">
                  <c:v>41962</c:v>
                </c:pt>
                <c:pt idx="2776">
                  <c:v>41963</c:v>
                </c:pt>
                <c:pt idx="2777">
                  <c:v>41964</c:v>
                </c:pt>
                <c:pt idx="2778">
                  <c:v>41967</c:v>
                </c:pt>
                <c:pt idx="2779">
                  <c:v>41968</c:v>
                </c:pt>
                <c:pt idx="2780">
                  <c:v>41969</c:v>
                </c:pt>
                <c:pt idx="2781">
                  <c:v>41970</c:v>
                </c:pt>
                <c:pt idx="2782">
                  <c:v>41971</c:v>
                </c:pt>
                <c:pt idx="2783">
                  <c:v>41974</c:v>
                </c:pt>
                <c:pt idx="2784">
                  <c:v>41975</c:v>
                </c:pt>
                <c:pt idx="2785">
                  <c:v>41976</c:v>
                </c:pt>
                <c:pt idx="2786">
                  <c:v>41977</c:v>
                </c:pt>
                <c:pt idx="2787">
                  <c:v>41978</c:v>
                </c:pt>
                <c:pt idx="2788">
                  <c:v>41981</c:v>
                </c:pt>
                <c:pt idx="2789">
                  <c:v>41982</c:v>
                </c:pt>
                <c:pt idx="2790">
                  <c:v>41983</c:v>
                </c:pt>
                <c:pt idx="2791">
                  <c:v>41984</c:v>
                </c:pt>
                <c:pt idx="2792">
                  <c:v>41985</c:v>
                </c:pt>
                <c:pt idx="2793">
                  <c:v>41988</c:v>
                </c:pt>
                <c:pt idx="2794">
                  <c:v>41989</c:v>
                </c:pt>
                <c:pt idx="2795">
                  <c:v>41990</c:v>
                </c:pt>
                <c:pt idx="2796">
                  <c:v>41991</c:v>
                </c:pt>
                <c:pt idx="2797">
                  <c:v>41992</c:v>
                </c:pt>
                <c:pt idx="2798">
                  <c:v>41995</c:v>
                </c:pt>
                <c:pt idx="2799">
                  <c:v>41996</c:v>
                </c:pt>
                <c:pt idx="2800">
                  <c:v>41997</c:v>
                </c:pt>
                <c:pt idx="2801">
                  <c:v>41998</c:v>
                </c:pt>
                <c:pt idx="2802">
                  <c:v>41999</c:v>
                </c:pt>
                <c:pt idx="2803">
                  <c:v>42002</c:v>
                </c:pt>
                <c:pt idx="2804">
                  <c:v>42003</c:v>
                </c:pt>
                <c:pt idx="2805">
                  <c:v>42004</c:v>
                </c:pt>
                <c:pt idx="2806">
                  <c:v>42005</c:v>
                </c:pt>
                <c:pt idx="2807">
                  <c:v>42006</c:v>
                </c:pt>
                <c:pt idx="2808">
                  <c:v>42009</c:v>
                </c:pt>
                <c:pt idx="2809">
                  <c:v>42010</c:v>
                </c:pt>
                <c:pt idx="2810">
                  <c:v>42011</c:v>
                </c:pt>
                <c:pt idx="2811">
                  <c:v>42012</c:v>
                </c:pt>
                <c:pt idx="2812">
                  <c:v>42013</c:v>
                </c:pt>
                <c:pt idx="2813">
                  <c:v>42016</c:v>
                </c:pt>
                <c:pt idx="2814">
                  <c:v>42017</c:v>
                </c:pt>
                <c:pt idx="2815">
                  <c:v>42018</c:v>
                </c:pt>
                <c:pt idx="2816">
                  <c:v>42019</c:v>
                </c:pt>
                <c:pt idx="2817">
                  <c:v>42020</c:v>
                </c:pt>
                <c:pt idx="2818">
                  <c:v>42023</c:v>
                </c:pt>
                <c:pt idx="2819">
                  <c:v>42024</c:v>
                </c:pt>
                <c:pt idx="2820">
                  <c:v>42025</c:v>
                </c:pt>
                <c:pt idx="2821">
                  <c:v>42026</c:v>
                </c:pt>
                <c:pt idx="2822">
                  <c:v>42027</c:v>
                </c:pt>
                <c:pt idx="2823">
                  <c:v>42030</c:v>
                </c:pt>
                <c:pt idx="2824">
                  <c:v>42031</c:v>
                </c:pt>
                <c:pt idx="2825">
                  <c:v>42032</c:v>
                </c:pt>
                <c:pt idx="2826">
                  <c:v>42033</c:v>
                </c:pt>
                <c:pt idx="2827">
                  <c:v>42034</c:v>
                </c:pt>
                <c:pt idx="2828">
                  <c:v>42037</c:v>
                </c:pt>
                <c:pt idx="2829">
                  <c:v>42038</c:v>
                </c:pt>
                <c:pt idx="2830">
                  <c:v>42039</c:v>
                </c:pt>
                <c:pt idx="2831">
                  <c:v>42040</c:v>
                </c:pt>
                <c:pt idx="2832">
                  <c:v>42041</c:v>
                </c:pt>
                <c:pt idx="2833">
                  <c:v>42044</c:v>
                </c:pt>
                <c:pt idx="2834">
                  <c:v>42045</c:v>
                </c:pt>
                <c:pt idx="2835">
                  <c:v>42046</c:v>
                </c:pt>
                <c:pt idx="2836">
                  <c:v>42047</c:v>
                </c:pt>
                <c:pt idx="2837">
                  <c:v>42048</c:v>
                </c:pt>
                <c:pt idx="2838">
                  <c:v>42051</c:v>
                </c:pt>
                <c:pt idx="2839">
                  <c:v>42052</c:v>
                </c:pt>
                <c:pt idx="2840">
                  <c:v>42053</c:v>
                </c:pt>
                <c:pt idx="2841">
                  <c:v>42054</c:v>
                </c:pt>
                <c:pt idx="2842">
                  <c:v>42055</c:v>
                </c:pt>
                <c:pt idx="2843">
                  <c:v>42058</c:v>
                </c:pt>
                <c:pt idx="2844">
                  <c:v>42059</c:v>
                </c:pt>
                <c:pt idx="2845">
                  <c:v>42060</c:v>
                </c:pt>
                <c:pt idx="2846">
                  <c:v>42061</c:v>
                </c:pt>
                <c:pt idx="2847">
                  <c:v>42062</c:v>
                </c:pt>
                <c:pt idx="2848">
                  <c:v>42065</c:v>
                </c:pt>
                <c:pt idx="2849">
                  <c:v>42066</c:v>
                </c:pt>
                <c:pt idx="2850">
                  <c:v>42067</c:v>
                </c:pt>
                <c:pt idx="2851">
                  <c:v>42068</c:v>
                </c:pt>
                <c:pt idx="2852">
                  <c:v>42069</c:v>
                </c:pt>
                <c:pt idx="2853">
                  <c:v>42072</c:v>
                </c:pt>
                <c:pt idx="2854">
                  <c:v>42073</c:v>
                </c:pt>
                <c:pt idx="2855">
                  <c:v>42074</c:v>
                </c:pt>
                <c:pt idx="2856">
                  <c:v>42075</c:v>
                </c:pt>
                <c:pt idx="2857">
                  <c:v>42076</c:v>
                </c:pt>
                <c:pt idx="2858">
                  <c:v>42079</c:v>
                </c:pt>
                <c:pt idx="2859">
                  <c:v>42080</c:v>
                </c:pt>
                <c:pt idx="2860">
                  <c:v>42081</c:v>
                </c:pt>
                <c:pt idx="2861">
                  <c:v>42082</c:v>
                </c:pt>
                <c:pt idx="2862">
                  <c:v>42083</c:v>
                </c:pt>
                <c:pt idx="2863">
                  <c:v>42086</c:v>
                </c:pt>
                <c:pt idx="2864">
                  <c:v>42087</c:v>
                </c:pt>
                <c:pt idx="2865">
                  <c:v>42088</c:v>
                </c:pt>
                <c:pt idx="2866">
                  <c:v>42089</c:v>
                </c:pt>
                <c:pt idx="2867">
                  <c:v>42090</c:v>
                </c:pt>
                <c:pt idx="2868">
                  <c:v>42093</c:v>
                </c:pt>
                <c:pt idx="2869">
                  <c:v>42094</c:v>
                </c:pt>
                <c:pt idx="2870">
                  <c:v>42095</c:v>
                </c:pt>
                <c:pt idx="2871">
                  <c:v>42096</c:v>
                </c:pt>
                <c:pt idx="2872">
                  <c:v>42097</c:v>
                </c:pt>
                <c:pt idx="2873">
                  <c:v>42100</c:v>
                </c:pt>
                <c:pt idx="2874">
                  <c:v>42101</c:v>
                </c:pt>
                <c:pt idx="2875">
                  <c:v>42102</c:v>
                </c:pt>
                <c:pt idx="2876">
                  <c:v>42103</c:v>
                </c:pt>
                <c:pt idx="2877">
                  <c:v>42104</c:v>
                </c:pt>
                <c:pt idx="2878">
                  <c:v>42107</c:v>
                </c:pt>
                <c:pt idx="2879">
                  <c:v>42108</c:v>
                </c:pt>
                <c:pt idx="2880">
                  <c:v>42109</c:v>
                </c:pt>
                <c:pt idx="2881">
                  <c:v>42110</c:v>
                </c:pt>
                <c:pt idx="2882">
                  <c:v>42111</c:v>
                </c:pt>
                <c:pt idx="2883">
                  <c:v>42114</c:v>
                </c:pt>
                <c:pt idx="2884">
                  <c:v>42115</c:v>
                </c:pt>
                <c:pt idx="2885">
                  <c:v>42116</c:v>
                </c:pt>
                <c:pt idx="2886">
                  <c:v>42117</c:v>
                </c:pt>
                <c:pt idx="2887">
                  <c:v>42118</c:v>
                </c:pt>
                <c:pt idx="2888">
                  <c:v>42121</c:v>
                </c:pt>
                <c:pt idx="2889">
                  <c:v>42122</c:v>
                </c:pt>
                <c:pt idx="2890">
                  <c:v>42123</c:v>
                </c:pt>
                <c:pt idx="2891">
                  <c:v>42124</c:v>
                </c:pt>
                <c:pt idx="2892">
                  <c:v>42125</c:v>
                </c:pt>
                <c:pt idx="2893">
                  <c:v>42128</c:v>
                </c:pt>
                <c:pt idx="2894">
                  <c:v>42129</c:v>
                </c:pt>
                <c:pt idx="2895">
                  <c:v>42130</c:v>
                </c:pt>
                <c:pt idx="2896">
                  <c:v>42131</c:v>
                </c:pt>
                <c:pt idx="2897">
                  <c:v>42132</c:v>
                </c:pt>
                <c:pt idx="2898">
                  <c:v>42135</c:v>
                </c:pt>
                <c:pt idx="2899">
                  <c:v>42136</c:v>
                </c:pt>
                <c:pt idx="2900">
                  <c:v>42137</c:v>
                </c:pt>
                <c:pt idx="2901">
                  <c:v>42138</c:v>
                </c:pt>
                <c:pt idx="2902">
                  <c:v>42139</c:v>
                </c:pt>
                <c:pt idx="2903">
                  <c:v>42142</c:v>
                </c:pt>
                <c:pt idx="2904">
                  <c:v>42143</c:v>
                </c:pt>
                <c:pt idx="2905">
                  <c:v>42144</c:v>
                </c:pt>
                <c:pt idx="2906">
                  <c:v>42145</c:v>
                </c:pt>
                <c:pt idx="2907">
                  <c:v>42146</c:v>
                </c:pt>
                <c:pt idx="2908">
                  <c:v>42149</c:v>
                </c:pt>
                <c:pt idx="2909">
                  <c:v>42150</c:v>
                </c:pt>
                <c:pt idx="2910">
                  <c:v>42151</c:v>
                </c:pt>
                <c:pt idx="2911">
                  <c:v>42152</c:v>
                </c:pt>
                <c:pt idx="2912">
                  <c:v>42153</c:v>
                </c:pt>
                <c:pt idx="2913">
                  <c:v>42156</c:v>
                </c:pt>
                <c:pt idx="2914">
                  <c:v>42157</c:v>
                </c:pt>
                <c:pt idx="2915">
                  <c:v>42158</c:v>
                </c:pt>
                <c:pt idx="2916">
                  <c:v>42159</c:v>
                </c:pt>
                <c:pt idx="2917">
                  <c:v>42160</c:v>
                </c:pt>
                <c:pt idx="2918">
                  <c:v>42163</c:v>
                </c:pt>
                <c:pt idx="2919">
                  <c:v>42164</c:v>
                </c:pt>
                <c:pt idx="2920">
                  <c:v>42165</c:v>
                </c:pt>
                <c:pt idx="2921">
                  <c:v>42166</c:v>
                </c:pt>
                <c:pt idx="2922">
                  <c:v>42167</c:v>
                </c:pt>
                <c:pt idx="2923">
                  <c:v>42170</c:v>
                </c:pt>
                <c:pt idx="2924">
                  <c:v>42171</c:v>
                </c:pt>
                <c:pt idx="2925">
                  <c:v>42172</c:v>
                </c:pt>
                <c:pt idx="2926">
                  <c:v>42173</c:v>
                </c:pt>
                <c:pt idx="2927">
                  <c:v>42174</c:v>
                </c:pt>
                <c:pt idx="2928">
                  <c:v>42177</c:v>
                </c:pt>
                <c:pt idx="2929">
                  <c:v>42178</c:v>
                </c:pt>
                <c:pt idx="2930">
                  <c:v>42179</c:v>
                </c:pt>
                <c:pt idx="2931">
                  <c:v>42180</c:v>
                </c:pt>
                <c:pt idx="2932">
                  <c:v>42181</c:v>
                </c:pt>
                <c:pt idx="2933">
                  <c:v>42184</c:v>
                </c:pt>
                <c:pt idx="2934">
                  <c:v>42185</c:v>
                </c:pt>
                <c:pt idx="2935">
                  <c:v>42186</c:v>
                </c:pt>
                <c:pt idx="2936">
                  <c:v>42187</c:v>
                </c:pt>
                <c:pt idx="2937">
                  <c:v>42188</c:v>
                </c:pt>
                <c:pt idx="2938">
                  <c:v>42191</c:v>
                </c:pt>
                <c:pt idx="2939">
                  <c:v>42192</c:v>
                </c:pt>
                <c:pt idx="2940">
                  <c:v>42193</c:v>
                </c:pt>
                <c:pt idx="2941">
                  <c:v>42194</c:v>
                </c:pt>
                <c:pt idx="2942">
                  <c:v>42195</c:v>
                </c:pt>
                <c:pt idx="2943">
                  <c:v>42198</c:v>
                </c:pt>
                <c:pt idx="2944">
                  <c:v>42199</c:v>
                </c:pt>
                <c:pt idx="2945">
                  <c:v>42200</c:v>
                </c:pt>
                <c:pt idx="2946">
                  <c:v>42201</c:v>
                </c:pt>
                <c:pt idx="2947">
                  <c:v>42202</c:v>
                </c:pt>
                <c:pt idx="2948">
                  <c:v>42205</c:v>
                </c:pt>
                <c:pt idx="2949">
                  <c:v>42206</c:v>
                </c:pt>
                <c:pt idx="2950">
                  <c:v>42207</c:v>
                </c:pt>
                <c:pt idx="2951">
                  <c:v>42208</c:v>
                </c:pt>
                <c:pt idx="2952">
                  <c:v>42209</c:v>
                </c:pt>
                <c:pt idx="2953">
                  <c:v>42212</c:v>
                </c:pt>
                <c:pt idx="2954">
                  <c:v>42213</c:v>
                </c:pt>
                <c:pt idx="2955">
                  <c:v>42214</c:v>
                </c:pt>
                <c:pt idx="2956">
                  <c:v>42215</c:v>
                </c:pt>
                <c:pt idx="2957">
                  <c:v>42216</c:v>
                </c:pt>
                <c:pt idx="2958">
                  <c:v>42219</c:v>
                </c:pt>
                <c:pt idx="2959">
                  <c:v>42220</c:v>
                </c:pt>
                <c:pt idx="2960">
                  <c:v>42221</c:v>
                </c:pt>
                <c:pt idx="2961">
                  <c:v>42222</c:v>
                </c:pt>
                <c:pt idx="2962">
                  <c:v>42223</c:v>
                </c:pt>
                <c:pt idx="2963">
                  <c:v>42226</c:v>
                </c:pt>
                <c:pt idx="2964">
                  <c:v>42227</c:v>
                </c:pt>
                <c:pt idx="2965">
                  <c:v>42228</c:v>
                </c:pt>
                <c:pt idx="2966">
                  <c:v>42229</c:v>
                </c:pt>
                <c:pt idx="2967">
                  <c:v>42230</c:v>
                </c:pt>
                <c:pt idx="2968">
                  <c:v>42233</c:v>
                </c:pt>
                <c:pt idx="2969">
                  <c:v>42234</c:v>
                </c:pt>
                <c:pt idx="2970">
                  <c:v>42235</c:v>
                </c:pt>
                <c:pt idx="2971">
                  <c:v>42236</c:v>
                </c:pt>
                <c:pt idx="2972">
                  <c:v>42237</c:v>
                </c:pt>
                <c:pt idx="2973">
                  <c:v>42240</c:v>
                </c:pt>
                <c:pt idx="2974">
                  <c:v>42241</c:v>
                </c:pt>
                <c:pt idx="2975">
                  <c:v>42242</c:v>
                </c:pt>
                <c:pt idx="2976">
                  <c:v>42243</c:v>
                </c:pt>
                <c:pt idx="2977">
                  <c:v>42244</c:v>
                </c:pt>
                <c:pt idx="2978">
                  <c:v>42247</c:v>
                </c:pt>
                <c:pt idx="2979">
                  <c:v>42248</c:v>
                </c:pt>
                <c:pt idx="2980">
                  <c:v>42249</c:v>
                </c:pt>
                <c:pt idx="2981">
                  <c:v>42250</c:v>
                </c:pt>
                <c:pt idx="2982">
                  <c:v>42251</c:v>
                </c:pt>
                <c:pt idx="2983">
                  <c:v>42254</c:v>
                </c:pt>
                <c:pt idx="2984">
                  <c:v>42255</c:v>
                </c:pt>
                <c:pt idx="2985">
                  <c:v>42256</c:v>
                </c:pt>
                <c:pt idx="2986">
                  <c:v>42257</c:v>
                </c:pt>
                <c:pt idx="2987">
                  <c:v>42258</c:v>
                </c:pt>
                <c:pt idx="2988">
                  <c:v>42261</c:v>
                </c:pt>
                <c:pt idx="2989">
                  <c:v>42262</c:v>
                </c:pt>
                <c:pt idx="2990">
                  <c:v>42263</c:v>
                </c:pt>
                <c:pt idx="2991">
                  <c:v>42264</c:v>
                </c:pt>
                <c:pt idx="2992">
                  <c:v>42265</c:v>
                </c:pt>
                <c:pt idx="2993">
                  <c:v>42268</c:v>
                </c:pt>
                <c:pt idx="2994">
                  <c:v>42269</c:v>
                </c:pt>
                <c:pt idx="2995">
                  <c:v>42270</c:v>
                </c:pt>
                <c:pt idx="2996">
                  <c:v>42271</c:v>
                </c:pt>
                <c:pt idx="2997">
                  <c:v>42272</c:v>
                </c:pt>
                <c:pt idx="2998">
                  <c:v>42275</c:v>
                </c:pt>
                <c:pt idx="2999">
                  <c:v>42276</c:v>
                </c:pt>
                <c:pt idx="3000">
                  <c:v>42277</c:v>
                </c:pt>
                <c:pt idx="3001">
                  <c:v>42278</c:v>
                </c:pt>
                <c:pt idx="3002">
                  <c:v>42279</c:v>
                </c:pt>
                <c:pt idx="3003">
                  <c:v>42282</c:v>
                </c:pt>
                <c:pt idx="3004">
                  <c:v>42283</c:v>
                </c:pt>
                <c:pt idx="3005">
                  <c:v>42284</c:v>
                </c:pt>
                <c:pt idx="3006">
                  <c:v>42285</c:v>
                </c:pt>
                <c:pt idx="3007">
                  <c:v>42286</c:v>
                </c:pt>
                <c:pt idx="3008">
                  <c:v>42289</c:v>
                </c:pt>
                <c:pt idx="3009">
                  <c:v>42290</c:v>
                </c:pt>
                <c:pt idx="3010">
                  <c:v>42291</c:v>
                </c:pt>
                <c:pt idx="3011">
                  <c:v>42292</c:v>
                </c:pt>
                <c:pt idx="3012">
                  <c:v>42293</c:v>
                </c:pt>
                <c:pt idx="3013">
                  <c:v>42296</c:v>
                </c:pt>
                <c:pt idx="3014">
                  <c:v>42297</c:v>
                </c:pt>
                <c:pt idx="3015">
                  <c:v>42298</c:v>
                </c:pt>
                <c:pt idx="3016">
                  <c:v>42299</c:v>
                </c:pt>
                <c:pt idx="3017">
                  <c:v>42300</c:v>
                </c:pt>
                <c:pt idx="3018">
                  <c:v>42303</c:v>
                </c:pt>
                <c:pt idx="3019">
                  <c:v>42304</c:v>
                </c:pt>
                <c:pt idx="3020">
                  <c:v>42305</c:v>
                </c:pt>
                <c:pt idx="3021">
                  <c:v>42306</c:v>
                </c:pt>
                <c:pt idx="3022">
                  <c:v>42307</c:v>
                </c:pt>
                <c:pt idx="3023">
                  <c:v>42310</c:v>
                </c:pt>
                <c:pt idx="3024">
                  <c:v>42311</c:v>
                </c:pt>
                <c:pt idx="3025">
                  <c:v>42312</c:v>
                </c:pt>
                <c:pt idx="3026">
                  <c:v>42313</c:v>
                </c:pt>
                <c:pt idx="3027">
                  <c:v>42314</c:v>
                </c:pt>
                <c:pt idx="3028">
                  <c:v>42317</c:v>
                </c:pt>
                <c:pt idx="3029">
                  <c:v>42318</c:v>
                </c:pt>
                <c:pt idx="3030">
                  <c:v>42319</c:v>
                </c:pt>
                <c:pt idx="3031">
                  <c:v>42320</c:v>
                </c:pt>
                <c:pt idx="3032">
                  <c:v>42321</c:v>
                </c:pt>
                <c:pt idx="3033">
                  <c:v>42324</c:v>
                </c:pt>
                <c:pt idx="3034">
                  <c:v>42325</c:v>
                </c:pt>
                <c:pt idx="3035">
                  <c:v>42326</c:v>
                </c:pt>
                <c:pt idx="3036">
                  <c:v>42327</c:v>
                </c:pt>
                <c:pt idx="3037">
                  <c:v>42328</c:v>
                </c:pt>
                <c:pt idx="3038">
                  <c:v>42331</c:v>
                </c:pt>
                <c:pt idx="3039">
                  <c:v>42332</c:v>
                </c:pt>
                <c:pt idx="3040">
                  <c:v>42333</c:v>
                </c:pt>
                <c:pt idx="3041">
                  <c:v>42334</c:v>
                </c:pt>
                <c:pt idx="3042">
                  <c:v>42335</c:v>
                </c:pt>
                <c:pt idx="3043">
                  <c:v>42338</c:v>
                </c:pt>
                <c:pt idx="3044">
                  <c:v>42339</c:v>
                </c:pt>
                <c:pt idx="3045">
                  <c:v>42340</c:v>
                </c:pt>
                <c:pt idx="3046">
                  <c:v>42341</c:v>
                </c:pt>
                <c:pt idx="3047">
                  <c:v>42342</c:v>
                </c:pt>
                <c:pt idx="3048">
                  <c:v>42345</c:v>
                </c:pt>
                <c:pt idx="3049">
                  <c:v>42346</c:v>
                </c:pt>
                <c:pt idx="3050">
                  <c:v>42347</c:v>
                </c:pt>
                <c:pt idx="3051">
                  <c:v>42348</c:v>
                </c:pt>
                <c:pt idx="3052">
                  <c:v>42349</c:v>
                </c:pt>
                <c:pt idx="3053">
                  <c:v>42352</c:v>
                </c:pt>
                <c:pt idx="3054">
                  <c:v>42353</c:v>
                </c:pt>
                <c:pt idx="3055">
                  <c:v>42354</c:v>
                </c:pt>
                <c:pt idx="3056">
                  <c:v>42355</c:v>
                </c:pt>
                <c:pt idx="3057">
                  <c:v>42356</c:v>
                </c:pt>
                <c:pt idx="3058">
                  <c:v>42359</c:v>
                </c:pt>
                <c:pt idx="3059">
                  <c:v>42360</c:v>
                </c:pt>
                <c:pt idx="3060">
                  <c:v>42361</c:v>
                </c:pt>
                <c:pt idx="3061">
                  <c:v>42362</c:v>
                </c:pt>
                <c:pt idx="3062">
                  <c:v>42363</c:v>
                </c:pt>
                <c:pt idx="3063">
                  <c:v>42366</c:v>
                </c:pt>
                <c:pt idx="3064">
                  <c:v>42367</c:v>
                </c:pt>
                <c:pt idx="3065">
                  <c:v>42368</c:v>
                </c:pt>
                <c:pt idx="3066">
                  <c:v>42369</c:v>
                </c:pt>
                <c:pt idx="3067">
                  <c:v>42370</c:v>
                </c:pt>
                <c:pt idx="3068">
                  <c:v>42373</c:v>
                </c:pt>
                <c:pt idx="3069">
                  <c:v>42374</c:v>
                </c:pt>
                <c:pt idx="3070">
                  <c:v>42375</c:v>
                </c:pt>
                <c:pt idx="3071">
                  <c:v>42376</c:v>
                </c:pt>
                <c:pt idx="3072">
                  <c:v>42377</c:v>
                </c:pt>
                <c:pt idx="3073">
                  <c:v>42380</c:v>
                </c:pt>
                <c:pt idx="3074">
                  <c:v>42381</c:v>
                </c:pt>
                <c:pt idx="3075">
                  <c:v>42382</c:v>
                </c:pt>
                <c:pt idx="3076">
                  <c:v>42383</c:v>
                </c:pt>
                <c:pt idx="3077">
                  <c:v>42384</c:v>
                </c:pt>
                <c:pt idx="3078">
                  <c:v>42387</c:v>
                </c:pt>
                <c:pt idx="3079">
                  <c:v>42388</c:v>
                </c:pt>
                <c:pt idx="3080">
                  <c:v>42389</c:v>
                </c:pt>
                <c:pt idx="3081">
                  <c:v>42390</c:v>
                </c:pt>
                <c:pt idx="3082">
                  <c:v>42391</c:v>
                </c:pt>
                <c:pt idx="3083">
                  <c:v>42394</c:v>
                </c:pt>
                <c:pt idx="3084">
                  <c:v>42395</c:v>
                </c:pt>
                <c:pt idx="3085">
                  <c:v>42396</c:v>
                </c:pt>
                <c:pt idx="3086">
                  <c:v>42397</c:v>
                </c:pt>
                <c:pt idx="3087">
                  <c:v>42398</c:v>
                </c:pt>
                <c:pt idx="3088">
                  <c:v>42401</c:v>
                </c:pt>
                <c:pt idx="3089">
                  <c:v>42402</c:v>
                </c:pt>
                <c:pt idx="3090">
                  <c:v>42403</c:v>
                </c:pt>
                <c:pt idx="3091">
                  <c:v>42404</c:v>
                </c:pt>
                <c:pt idx="3092">
                  <c:v>42405</c:v>
                </c:pt>
                <c:pt idx="3093">
                  <c:v>42408</c:v>
                </c:pt>
                <c:pt idx="3094">
                  <c:v>42409</c:v>
                </c:pt>
                <c:pt idx="3095">
                  <c:v>42410</c:v>
                </c:pt>
                <c:pt idx="3096">
                  <c:v>42411</c:v>
                </c:pt>
                <c:pt idx="3097">
                  <c:v>42412</c:v>
                </c:pt>
                <c:pt idx="3098">
                  <c:v>42415</c:v>
                </c:pt>
                <c:pt idx="3099">
                  <c:v>42416</c:v>
                </c:pt>
                <c:pt idx="3100">
                  <c:v>42417</c:v>
                </c:pt>
                <c:pt idx="3101">
                  <c:v>42418</c:v>
                </c:pt>
                <c:pt idx="3102">
                  <c:v>42419</c:v>
                </c:pt>
                <c:pt idx="3103">
                  <c:v>42422</c:v>
                </c:pt>
                <c:pt idx="3104">
                  <c:v>42423</c:v>
                </c:pt>
                <c:pt idx="3105">
                  <c:v>42424</c:v>
                </c:pt>
                <c:pt idx="3106">
                  <c:v>42425</c:v>
                </c:pt>
                <c:pt idx="3107">
                  <c:v>42426</c:v>
                </c:pt>
                <c:pt idx="3108">
                  <c:v>42429</c:v>
                </c:pt>
                <c:pt idx="3109">
                  <c:v>42430</c:v>
                </c:pt>
                <c:pt idx="3110">
                  <c:v>42431</c:v>
                </c:pt>
                <c:pt idx="3111">
                  <c:v>42432</c:v>
                </c:pt>
                <c:pt idx="3112">
                  <c:v>42433</c:v>
                </c:pt>
                <c:pt idx="3113">
                  <c:v>42436</c:v>
                </c:pt>
                <c:pt idx="3114">
                  <c:v>42437</c:v>
                </c:pt>
                <c:pt idx="3115">
                  <c:v>42438</c:v>
                </c:pt>
                <c:pt idx="3116">
                  <c:v>42439</c:v>
                </c:pt>
                <c:pt idx="3117">
                  <c:v>42440</c:v>
                </c:pt>
                <c:pt idx="3118">
                  <c:v>42443</c:v>
                </c:pt>
                <c:pt idx="3119">
                  <c:v>42444</c:v>
                </c:pt>
                <c:pt idx="3120">
                  <c:v>42445</c:v>
                </c:pt>
                <c:pt idx="3121">
                  <c:v>42446</c:v>
                </c:pt>
                <c:pt idx="3122">
                  <c:v>42447</c:v>
                </c:pt>
                <c:pt idx="3123">
                  <c:v>42450</c:v>
                </c:pt>
                <c:pt idx="3124">
                  <c:v>42451</c:v>
                </c:pt>
                <c:pt idx="3125">
                  <c:v>42452</c:v>
                </c:pt>
                <c:pt idx="3126">
                  <c:v>42453</c:v>
                </c:pt>
                <c:pt idx="3127">
                  <c:v>42454</c:v>
                </c:pt>
                <c:pt idx="3128">
                  <c:v>42457</c:v>
                </c:pt>
                <c:pt idx="3129">
                  <c:v>42458</c:v>
                </c:pt>
                <c:pt idx="3130">
                  <c:v>42459</c:v>
                </c:pt>
                <c:pt idx="3131">
                  <c:v>42460</c:v>
                </c:pt>
                <c:pt idx="3132">
                  <c:v>42461</c:v>
                </c:pt>
                <c:pt idx="3133">
                  <c:v>42464</c:v>
                </c:pt>
                <c:pt idx="3134">
                  <c:v>42465</c:v>
                </c:pt>
                <c:pt idx="3135">
                  <c:v>42466</c:v>
                </c:pt>
                <c:pt idx="3136">
                  <c:v>42467</c:v>
                </c:pt>
                <c:pt idx="3137">
                  <c:v>42468</c:v>
                </c:pt>
                <c:pt idx="3138">
                  <c:v>42471</c:v>
                </c:pt>
                <c:pt idx="3139">
                  <c:v>42472</c:v>
                </c:pt>
                <c:pt idx="3140">
                  <c:v>42473</c:v>
                </c:pt>
                <c:pt idx="3141">
                  <c:v>42474</c:v>
                </c:pt>
                <c:pt idx="3142">
                  <c:v>42475</c:v>
                </c:pt>
                <c:pt idx="3143">
                  <c:v>42478</c:v>
                </c:pt>
                <c:pt idx="3144">
                  <c:v>42479</c:v>
                </c:pt>
                <c:pt idx="3145">
                  <c:v>42480</c:v>
                </c:pt>
                <c:pt idx="3146">
                  <c:v>42481</c:v>
                </c:pt>
                <c:pt idx="3147">
                  <c:v>42482</c:v>
                </c:pt>
                <c:pt idx="3148">
                  <c:v>42485</c:v>
                </c:pt>
                <c:pt idx="3149">
                  <c:v>42486</c:v>
                </c:pt>
                <c:pt idx="3150">
                  <c:v>42487</c:v>
                </c:pt>
                <c:pt idx="3151">
                  <c:v>42488</c:v>
                </c:pt>
                <c:pt idx="3152">
                  <c:v>42489</c:v>
                </c:pt>
                <c:pt idx="3153">
                  <c:v>42492</c:v>
                </c:pt>
                <c:pt idx="3154">
                  <c:v>42493</c:v>
                </c:pt>
                <c:pt idx="3155">
                  <c:v>42494</c:v>
                </c:pt>
                <c:pt idx="3156">
                  <c:v>42495</c:v>
                </c:pt>
                <c:pt idx="3157">
                  <c:v>42496</c:v>
                </c:pt>
                <c:pt idx="3158">
                  <c:v>42499</c:v>
                </c:pt>
                <c:pt idx="3159">
                  <c:v>42500</c:v>
                </c:pt>
                <c:pt idx="3160">
                  <c:v>42501</c:v>
                </c:pt>
                <c:pt idx="3161">
                  <c:v>42502</c:v>
                </c:pt>
                <c:pt idx="3162">
                  <c:v>42503</c:v>
                </c:pt>
                <c:pt idx="3163">
                  <c:v>42506</c:v>
                </c:pt>
                <c:pt idx="3164">
                  <c:v>42507</c:v>
                </c:pt>
                <c:pt idx="3165">
                  <c:v>42508</c:v>
                </c:pt>
                <c:pt idx="3166">
                  <c:v>42509</c:v>
                </c:pt>
                <c:pt idx="3167">
                  <c:v>42510</c:v>
                </c:pt>
                <c:pt idx="3168">
                  <c:v>42513</c:v>
                </c:pt>
                <c:pt idx="3169">
                  <c:v>42514</c:v>
                </c:pt>
                <c:pt idx="3170">
                  <c:v>42515</c:v>
                </c:pt>
                <c:pt idx="3171">
                  <c:v>42516</c:v>
                </c:pt>
                <c:pt idx="3172">
                  <c:v>42517</c:v>
                </c:pt>
                <c:pt idx="3173">
                  <c:v>42520</c:v>
                </c:pt>
                <c:pt idx="3174">
                  <c:v>42521</c:v>
                </c:pt>
                <c:pt idx="3175">
                  <c:v>42522</c:v>
                </c:pt>
                <c:pt idx="3176">
                  <c:v>42523</c:v>
                </c:pt>
                <c:pt idx="3177">
                  <c:v>42524</c:v>
                </c:pt>
                <c:pt idx="3178">
                  <c:v>42527</c:v>
                </c:pt>
                <c:pt idx="3179">
                  <c:v>42528</c:v>
                </c:pt>
                <c:pt idx="3180">
                  <c:v>42529</c:v>
                </c:pt>
                <c:pt idx="3181">
                  <c:v>42530</c:v>
                </c:pt>
                <c:pt idx="3182">
                  <c:v>42531</c:v>
                </c:pt>
                <c:pt idx="3183">
                  <c:v>42534</c:v>
                </c:pt>
                <c:pt idx="3184">
                  <c:v>42535</c:v>
                </c:pt>
                <c:pt idx="3185">
                  <c:v>42536</c:v>
                </c:pt>
                <c:pt idx="3186">
                  <c:v>42537</c:v>
                </c:pt>
                <c:pt idx="3187">
                  <c:v>42538</c:v>
                </c:pt>
                <c:pt idx="3188">
                  <c:v>42541</c:v>
                </c:pt>
                <c:pt idx="3189">
                  <c:v>42542</c:v>
                </c:pt>
                <c:pt idx="3190">
                  <c:v>42543</c:v>
                </c:pt>
                <c:pt idx="3191">
                  <c:v>42544</c:v>
                </c:pt>
                <c:pt idx="3192">
                  <c:v>42545</c:v>
                </c:pt>
                <c:pt idx="3193">
                  <c:v>42548</c:v>
                </c:pt>
                <c:pt idx="3194">
                  <c:v>42549</c:v>
                </c:pt>
                <c:pt idx="3195">
                  <c:v>42550</c:v>
                </c:pt>
                <c:pt idx="3196">
                  <c:v>42551</c:v>
                </c:pt>
                <c:pt idx="3197">
                  <c:v>42552</c:v>
                </c:pt>
                <c:pt idx="3198">
                  <c:v>42555</c:v>
                </c:pt>
                <c:pt idx="3199">
                  <c:v>42556</c:v>
                </c:pt>
                <c:pt idx="3200">
                  <c:v>42557</c:v>
                </c:pt>
                <c:pt idx="3201">
                  <c:v>42558</c:v>
                </c:pt>
                <c:pt idx="3202">
                  <c:v>42559</c:v>
                </c:pt>
                <c:pt idx="3203">
                  <c:v>42562</c:v>
                </c:pt>
                <c:pt idx="3204">
                  <c:v>42563</c:v>
                </c:pt>
                <c:pt idx="3205">
                  <c:v>42564</c:v>
                </c:pt>
                <c:pt idx="3206">
                  <c:v>42565</c:v>
                </c:pt>
                <c:pt idx="3207">
                  <c:v>42566</c:v>
                </c:pt>
                <c:pt idx="3208">
                  <c:v>42569</c:v>
                </c:pt>
                <c:pt idx="3209">
                  <c:v>42570</c:v>
                </c:pt>
                <c:pt idx="3210">
                  <c:v>42571</c:v>
                </c:pt>
                <c:pt idx="3211">
                  <c:v>42572</c:v>
                </c:pt>
                <c:pt idx="3212">
                  <c:v>42573</c:v>
                </c:pt>
                <c:pt idx="3213">
                  <c:v>42576</c:v>
                </c:pt>
                <c:pt idx="3214">
                  <c:v>42577</c:v>
                </c:pt>
                <c:pt idx="3215">
                  <c:v>42578</c:v>
                </c:pt>
                <c:pt idx="3216">
                  <c:v>42579</c:v>
                </c:pt>
                <c:pt idx="3217">
                  <c:v>42580</c:v>
                </c:pt>
                <c:pt idx="3218">
                  <c:v>42583</c:v>
                </c:pt>
                <c:pt idx="3219">
                  <c:v>42584</c:v>
                </c:pt>
                <c:pt idx="3220">
                  <c:v>42585</c:v>
                </c:pt>
                <c:pt idx="3221">
                  <c:v>42586</c:v>
                </c:pt>
                <c:pt idx="3222">
                  <c:v>42587</c:v>
                </c:pt>
                <c:pt idx="3223">
                  <c:v>42590</c:v>
                </c:pt>
                <c:pt idx="3224">
                  <c:v>42591</c:v>
                </c:pt>
                <c:pt idx="3225">
                  <c:v>42592</c:v>
                </c:pt>
                <c:pt idx="3226">
                  <c:v>42593</c:v>
                </c:pt>
                <c:pt idx="3227">
                  <c:v>42594</c:v>
                </c:pt>
                <c:pt idx="3228">
                  <c:v>42597</c:v>
                </c:pt>
                <c:pt idx="3229">
                  <c:v>42598</c:v>
                </c:pt>
                <c:pt idx="3230">
                  <c:v>42599</c:v>
                </c:pt>
                <c:pt idx="3231">
                  <c:v>42600</c:v>
                </c:pt>
                <c:pt idx="3232">
                  <c:v>42601</c:v>
                </c:pt>
                <c:pt idx="3233">
                  <c:v>42604</c:v>
                </c:pt>
                <c:pt idx="3234">
                  <c:v>42605</c:v>
                </c:pt>
                <c:pt idx="3235">
                  <c:v>42606</c:v>
                </c:pt>
                <c:pt idx="3236">
                  <c:v>42607</c:v>
                </c:pt>
                <c:pt idx="3237">
                  <c:v>42608</c:v>
                </c:pt>
                <c:pt idx="3238">
                  <c:v>42611</c:v>
                </c:pt>
                <c:pt idx="3239">
                  <c:v>42612</c:v>
                </c:pt>
                <c:pt idx="3240">
                  <c:v>42613</c:v>
                </c:pt>
                <c:pt idx="3241">
                  <c:v>42614</c:v>
                </c:pt>
                <c:pt idx="3242">
                  <c:v>42615</c:v>
                </c:pt>
                <c:pt idx="3243">
                  <c:v>42618</c:v>
                </c:pt>
                <c:pt idx="3244">
                  <c:v>42619</c:v>
                </c:pt>
                <c:pt idx="3245">
                  <c:v>42620</c:v>
                </c:pt>
                <c:pt idx="3246">
                  <c:v>42621</c:v>
                </c:pt>
                <c:pt idx="3247">
                  <c:v>42622</c:v>
                </c:pt>
                <c:pt idx="3248">
                  <c:v>42625</c:v>
                </c:pt>
                <c:pt idx="3249">
                  <c:v>42626</c:v>
                </c:pt>
                <c:pt idx="3250">
                  <c:v>42627</c:v>
                </c:pt>
                <c:pt idx="3251">
                  <c:v>42628</c:v>
                </c:pt>
                <c:pt idx="3252">
                  <c:v>42629</c:v>
                </c:pt>
                <c:pt idx="3253">
                  <c:v>42632</c:v>
                </c:pt>
                <c:pt idx="3254">
                  <c:v>42633</c:v>
                </c:pt>
                <c:pt idx="3255">
                  <c:v>42634</c:v>
                </c:pt>
                <c:pt idx="3256">
                  <c:v>42635</c:v>
                </c:pt>
                <c:pt idx="3257">
                  <c:v>42636</c:v>
                </c:pt>
                <c:pt idx="3258">
                  <c:v>42639</c:v>
                </c:pt>
                <c:pt idx="3259">
                  <c:v>42640</c:v>
                </c:pt>
                <c:pt idx="3260">
                  <c:v>42641</c:v>
                </c:pt>
                <c:pt idx="3261">
                  <c:v>42642</c:v>
                </c:pt>
                <c:pt idx="3262">
                  <c:v>42643</c:v>
                </c:pt>
                <c:pt idx="3263">
                  <c:v>42646</c:v>
                </c:pt>
                <c:pt idx="3264">
                  <c:v>42647</c:v>
                </c:pt>
                <c:pt idx="3265">
                  <c:v>42648</c:v>
                </c:pt>
                <c:pt idx="3266">
                  <c:v>42649</c:v>
                </c:pt>
                <c:pt idx="3267">
                  <c:v>42650</c:v>
                </c:pt>
                <c:pt idx="3268">
                  <c:v>42653</c:v>
                </c:pt>
                <c:pt idx="3269">
                  <c:v>42654</c:v>
                </c:pt>
                <c:pt idx="3270">
                  <c:v>42655</c:v>
                </c:pt>
                <c:pt idx="3271">
                  <c:v>42656</c:v>
                </c:pt>
                <c:pt idx="3272">
                  <c:v>42657</c:v>
                </c:pt>
                <c:pt idx="3273">
                  <c:v>42660</c:v>
                </c:pt>
                <c:pt idx="3274">
                  <c:v>42661</c:v>
                </c:pt>
                <c:pt idx="3275">
                  <c:v>42662</c:v>
                </c:pt>
                <c:pt idx="3276">
                  <c:v>42663</c:v>
                </c:pt>
                <c:pt idx="3277">
                  <c:v>42664</c:v>
                </c:pt>
                <c:pt idx="3278">
                  <c:v>42667</c:v>
                </c:pt>
                <c:pt idx="3279">
                  <c:v>42668</c:v>
                </c:pt>
                <c:pt idx="3280">
                  <c:v>42669</c:v>
                </c:pt>
                <c:pt idx="3281">
                  <c:v>42670</c:v>
                </c:pt>
                <c:pt idx="3282">
                  <c:v>42671</c:v>
                </c:pt>
                <c:pt idx="3283">
                  <c:v>42674</c:v>
                </c:pt>
                <c:pt idx="3284">
                  <c:v>42675</c:v>
                </c:pt>
                <c:pt idx="3285">
                  <c:v>42676</c:v>
                </c:pt>
                <c:pt idx="3286">
                  <c:v>42677</c:v>
                </c:pt>
                <c:pt idx="3287">
                  <c:v>42678</c:v>
                </c:pt>
                <c:pt idx="3288">
                  <c:v>42681</c:v>
                </c:pt>
                <c:pt idx="3289">
                  <c:v>42682</c:v>
                </c:pt>
                <c:pt idx="3290">
                  <c:v>42683</c:v>
                </c:pt>
                <c:pt idx="3291">
                  <c:v>42684</c:v>
                </c:pt>
                <c:pt idx="3292">
                  <c:v>42685</c:v>
                </c:pt>
                <c:pt idx="3293">
                  <c:v>42688</c:v>
                </c:pt>
                <c:pt idx="3294">
                  <c:v>42689</c:v>
                </c:pt>
                <c:pt idx="3295">
                  <c:v>42690</c:v>
                </c:pt>
                <c:pt idx="3296">
                  <c:v>42691</c:v>
                </c:pt>
                <c:pt idx="3297">
                  <c:v>42692</c:v>
                </c:pt>
                <c:pt idx="3298">
                  <c:v>42695</c:v>
                </c:pt>
                <c:pt idx="3299">
                  <c:v>42696</c:v>
                </c:pt>
                <c:pt idx="3300">
                  <c:v>42697</c:v>
                </c:pt>
                <c:pt idx="3301">
                  <c:v>42698</c:v>
                </c:pt>
                <c:pt idx="3302">
                  <c:v>42699</c:v>
                </c:pt>
                <c:pt idx="3303">
                  <c:v>42702</c:v>
                </c:pt>
                <c:pt idx="3304">
                  <c:v>42703</c:v>
                </c:pt>
                <c:pt idx="3305">
                  <c:v>42704</c:v>
                </c:pt>
                <c:pt idx="3306">
                  <c:v>42705</c:v>
                </c:pt>
                <c:pt idx="3307">
                  <c:v>42706</c:v>
                </c:pt>
                <c:pt idx="3308">
                  <c:v>42709</c:v>
                </c:pt>
                <c:pt idx="3309">
                  <c:v>42710</c:v>
                </c:pt>
                <c:pt idx="3310">
                  <c:v>42711</c:v>
                </c:pt>
                <c:pt idx="3311">
                  <c:v>42712</c:v>
                </c:pt>
                <c:pt idx="3312">
                  <c:v>42713</c:v>
                </c:pt>
                <c:pt idx="3313">
                  <c:v>42716</c:v>
                </c:pt>
                <c:pt idx="3314">
                  <c:v>42717</c:v>
                </c:pt>
                <c:pt idx="3315">
                  <c:v>42718</c:v>
                </c:pt>
                <c:pt idx="3316">
                  <c:v>42719</c:v>
                </c:pt>
                <c:pt idx="3317">
                  <c:v>42720</c:v>
                </c:pt>
                <c:pt idx="3318">
                  <c:v>42723</c:v>
                </c:pt>
                <c:pt idx="3319">
                  <c:v>42724</c:v>
                </c:pt>
                <c:pt idx="3320">
                  <c:v>42725</c:v>
                </c:pt>
                <c:pt idx="3321">
                  <c:v>42726</c:v>
                </c:pt>
                <c:pt idx="3322">
                  <c:v>42727</c:v>
                </c:pt>
                <c:pt idx="3323">
                  <c:v>42730</c:v>
                </c:pt>
                <c:pt idx="3324">
                  <c:v>42731</c:v>
                </c:pt>
                <c:pt idx="3325">
                  <c:v>42732</c:v>
                </c:pt>
                <c:pt idx="3326">
                  <c:v>42733</c:v>
                </c:pt>
                <c:pt idx="3327">
                  <c:v>42734</c:v>
                </c:pt>
                <c:pt idx="3328">
                  <c:v>42737</c:v>
                </c:pt>
                <c:pt idx="3329">
                  <c:v>42738</c:v>
                </c:pt>
                <c:pt idx="3330">
                  <c:v>42739</c:v>
                </c:pt>
                <c:pt idx="3331">
                  <c:v>42740</c:v>
                </c:pt>
                <c:pt idx="3332">
                  <c:v>42741</c:v>
                </c:pt>
                <c:pt idx="3333">
                  <c:v>42744</c:v>
                </c:pt>
                <c:pt idx="3334">
                  <c:v>42745</c:v>
                </c:pt>
                <c:pt idx="3335">
                  <c:v>42746</c:v>
                </c:pt>
                <c:pt idx="3336">
                  <c:v>42747</c:v>
                </c:pt>
                <c:pt idx="3337">
                  <c:v>42748</c:v>
                </c:pt>
                <c:pt idx="3338">
                  <c:v>42751</c:v>
                </c:pt>
                <c:pt idx="3339">
                  <c:v>42752</c:v>
                </c:pt>
                <c:pt idx="3340">
                  <c:v>42753</c:v>
                </c:pt>
                <c:pt idx="3341">
                  <c:v>42754</c:v>
                </c:pt>
                <c:pt idx="3342">
                  <c:v>42755</c:v>
                </c:pt>
                <c:pt idx="3343">
                  <c:v>42758</c:v>
                </c:pt>
                <c:pt idx="3344">
                  <c:v>42759</c:v>
                </c:pt>
                <c:pt idx="3345">
                  <c:v>42760</c:v>
                </c:pt>
                <c:pt idx="3346">
                  <c:v>42761</c:v>
                </c:pt>
                <c:pt idx="3347">
                  <c:v>42762</c:v>
                </c:pt>
                <c:pt idx="3348">
                  <c:v>42765</c:v>
                </c:pt>
                <c:pt idx="3349">
                  <c:v>42766</c:v>
                </c:pt>
                <c:pt idx="3350">
                  <c:v>42767</c:v>
                </c:pt>
                <c:pt idx="3351">
                  <c:v>42768</c:v>
                </c:pt>
                <c:pt idx="3352">
                  <c:v>42769</c:v>
                </c:pt>
                <c:pt idx="3353">
                  <c:v>42772</c:v>
                </c:pt>
                <c:pt idx="3354">
                  <c:v>42773</c:v>
                </c:pt>
                <c:pt idx="3355">
                  <c:v>42774</c:v>
                </c:pt>
                <c:pt idx="3356">
                  <c:v>42775</c:v>
                </c:pt>
                <c:pt idx="3357">
                  <c:v>42776</c:v>
                </c:pt>
                <c:pt idx="3358">
                  <c:v>42779</c:v>
                </c:pt>
                <c:pt idx="3359">
                  <c:v>42780</c:v>
                </c:pt>
                <c:pt idx="3360">
                  <c:v>42781</c:v>
                </c:pt>
                <c:pt idx="3361">
                  <c:v>42782</c:v>
                </c:pt>
                <c:pt idx="3362">
                  <c:v>42783</c:v>
                </c:pt>
                <c:pt idx="3363">
                  <c:v>42786</c:v>
                </c:pt>
                <c:pt idx="3364">
                  <c:v>42787</c:v>
                </c:pt>
                <c:pt idx="3365">
                  <c:v>42788</c:v>
                </c:pt>
                <c:pt idx="3366">
                  <c:v>42789</c:v>
                </c:pt>
                <c:pt idx="3367">
                  <c:v>42790</c:v>
                </c:pt>
                <c:pt idx="3368">
                  <c:v>42793</c:v>
                </c:pt>
                <c:pt idx="3369">
                  <c:v>42794</c:v>
                </c:pt>
                <c:pt idx="3370">
                  <c:v>42795</c:v>
                </c:pt>
                <c:pt idx="3371">
                  <c:v>42796</c:v>
                </c:pt>
                <c:pt idx="3372">
                  <c:v>42797</c:v>
                </c:pt>
                <c:pt idx="3373">
                  <c:v>42800</c:v>
                </c:pt>
                <c:pt idx="3374">
                  <c:v>42801</c:v>
                </c:pt>
                <c:pt idx="3375">
                  <c:v>42802</c:v>
                </c:pt>
                <c:pt idx="3376">
                  <c:v>42803</c:v>
                </c:pt>
                <c:pt idx="3377">
                  <c:v>42804</c:v>
                </c:pt>
                <c:pt idx="3378">
                  <c:v>42807</c:v>
                </c:pt>
                <c:pt idx="3379">
                  <c:v>42808</c:v>
                </c:pt>
                <c:pt idx="3380">
                  <c:v>42809</c:v>
                </c:pt>
                <c:pt idx="3381">
                  <c:v>42810</c:v>
                </c:pt>
                <c:pt idx="3382">
                  <c:v>42811</c:v>
                </c:pt>
                <c:pt idx="3383">
                  <c:v>42814</c:v>
                </c:pt>
                <c:pt idx="3384">
                  <c:v>42815</c:v>
                </c:pt>
                <c:pt idx="3385">
                  <c:v>42816</c:v>
                </c:pt>
                <c:pt idx="3386">
                  <c:v>42817</c:v>
                </c:pt>
                <c:pt idx="3387">
                  <c:v>42818</c:v>
                </c:pt>
                <c:pt idx="3388">
                  <c:v>42821</c:v>
                </c:pt>
                <c:pt idx="3389">
                  <c:v>42822</c:v>
                </c:pt>
                <c:pt idx="3390">
                  <c:v>42823</c:v>
                </c:pt>
                <c:pt idx="3391">
                  <c:v>42824</c:v>
                </c:pt>
                <c:pt idx="3392">
                  <c:v>42825</c:v>
                </c:pt>
                <c:pt idx="3393">
                  <c:v>42828</c:v>
                </c:pt>
                <c:pt idx="3394">
                  <c:v>42829</c:v>
                </c:pt>
                <c:pt idx="3395">
                  <c:v>42830</c:v>
                </c:pt>
                <c:pt idx="3396">
                  <c:v>42831</c:v>
                </c:pt>
                <c:pt idx="3397">
                  <c:v>42832</c:v>
                </c:pt>
                <c:pt idx="3398">
                  <c:v>42835</c:v>
                </c:pt>
                <c:pt idx="3399">
                  <c:v>42836</c:v>
                </c:pt>
                <c:pt idx="3400">
                  <c:v>42837</c:v>
                </c:pt>
                <c:pt idx="3401">
                  <c:v>42838</c:v>
                </c:pt>
                <c:pt idx="3402">
                  <c:v>42839</c:v>
                </c:pt>
                <c:pt idx="3403">
                  <c:v>42842</c:v>
                </c:pt>
                <c:pt idx="3404">
                  <c:v>42843</c:v>
                </c:pt>
                <c:pt idx="3405">
                  <c:v>42844</c:v>
                </c:pt>
                <c:pt idx="3406">
                  <c:v>42845</c:v>
                </c:pt>
                <c:pt idx="3407">
                  <c:v>42846</c:v>
                </c:pt>
                <c:pt idx="3408">
                  <c:v>42849</c:v>
                </c:pt>
                <c:pt idx="3409">
                  <c:v>42850</c:v>
                </c:pt>
                <c:pt idx="3410">
                  <c:v>42851</c:v>
                </c:pt>
                <c:pt idx="3411">
                  <c:v>42852</c:v>
                </c:pt>
                <c:pt idx="3412">
                  <c:v>42853</c:v>
                </c:pt>
                <c:pt idx="3413">
                  <c:v>42856</c:v>
                </c:pt>
                <c:pt idx="3414">
                  <c:v>42857</c:v>
                </c:pt>
                <c:pt idx="3415">
                  <c:v>42858</c:v>
                </c:pt>
                <c:pt idx="3416">
                  <c:v>42859</c:v>
                </c:pt>
                <c:pt idx="3417">
                  <c:v>42860</c:v>
                </c:pt>
                <c:pt idx="3418">
                  <c:v>42863</c:v>
                </c:pt>
                <c:pt idx="3419">
                  <c:v>42864</c:v>
                </c:pt>
                <c:pt idx="3420">
                  <c:v>42865</c:v>
                </c:pt>
                <c:pt idx="3421">
                  <c:v>42866</c:v>
                </c:pt>
                <c:pt idx="3422">
                  <c:v>42867</c:v>
                </c:pt>
                <c:pt idx="3423">
                  <c:v>42870</c:v>
                </c:pt>
                <c:pt idx="3424">
                  <c:v>42871</c:v>
                </c:pt>
                <c:pt idx="3425">
                  <c:v>42872</c:v>
                </c:pt>
                <c:pt idx="3426">
                  <c:v>42873</c:v>
                </c:pt>
                <c:pt idx="3427">
                  <c:v>42874</c:v>
                </c:pt>
                <c:pt idx="3428">
                  <c:v>42877</c:v>
                </c:pt>
                <c:pt idx="3429">
                  <c:v>42878</c:v>
                </c:pt>
                <c:pt idx="3430">
                  <c:v>42879</c:v>
                </c:pt>
                <c:pt idx="3431">
                  <c:v>42880</c:v>
                </c:pt>
                <c:pt idx="3432">
                  <c:v>42881</c:v>
                </c:pt>
                <c:pt idx="3433">
                  <c:v>42884</c:v>
                </c:pt>
                <c:pt idx="3434">
                  <c:v>42885</c:v>
                </c:pt>
                <c:pt idx="3435">
                  <c:v>42886</c:v>
                </c:pt>
                <c:pt idx="3436">
                  <c:v>42887</c:v>
                </c:pt>
                <c:pt idx="3437">
                  <c:v>42888</c:v>
                </c:pt>
                <c:pt idx="3438">
                  <c:v>42891</c:v>
                </c:pt>
                <c:pt idx="3439">
                  <c:v>42892</c:v>
                </c:pt>
                <c:pt idx="3440">
                  <c:v>42893</c:v>
                </c:pt>
                <c:pt idx="3441">
                  <c:v>42894</c:v>
                </c:pt>
                <c:pt idx="3442">
                  <c:v>42895</c:v>
                </c:pt>
                <c:pt idx="3443">
                  <c:v>42898</c:v>
                </c:pt>
                <c:pt idx="3444">
                  <c:v>42899</c:v>
                </c:pt>
                <c:pt idx="3445">
                  <c:v>42900</c:v>
                </c:pt>
                <c:pt idx="3446">
                  <c:v>42901</c:v>
                </c:pt>
                <c:pt idx="3447">
                  <c:v>42902</c:v>
                </c:pt>
                <c:pt idx="3448">
                  <c:v>42905</c:v>
                </c:pt>
                <c:pt idx="3449">
                  <c:v>42906</c:v>
                </c:pt>
                <c:pt idx="3450">
                  <c:v>42907</c:v>
                </c:pt>
                <c:pt idx="3451">
                  <c:v>42908</c:v>
                </c:pt>
                <c:pt idx="3452">
                  <c:v>42909</c:v>
                </c:pt>
                <c:pt idx="3453">
                  <c:v>42912</c:v>
                </c:pt>
                <c:pt idx="3454">
                  <c:v>42913</c:v>
                </c:pt>
                <c:pt idx="3455">
                  <c:v>42914</c:v>
                </c:pt>
                <c:pt idx="3456">
                  <c:v>42915</c:v>
                </c:pt>
                <c:pt idx="3457">
                  <c:v>42916</c:v>
                </c:pt>
                <c:pt idx="3458">
                  <c:v>42919</c:v>
                </c:pt>
                <c:pt idx="3459">
                  <c:v>42920</c:v>
                </c:pt>
                <c:pt idx="3460">
                  <c:v>42921</c:v>
                </c:pt>
                <c:pt idx="3461">
                  <c:v>42922</c:v>
                </c:pt>
                <c:pt idx="3462">
                  <c:v>42923</c:v>
                </c:pt>
                <c:pt idx="3463">
                  <c:v>42926</c:v>
                </c:pt>
                <c:pt idx="3464">
                  <c:v>42927</c:v>
                </c:pt>
                <c:pt idx="3465">
                  <c:v>42928</c:v>
                </c:pt>
                <c:pt idx="3466">
                  <c:v>42929</c:v>
                </c:pt>
                <c:pt idx="3467">
                  <c:v>42930</c:v>
                </c:pt>
                <c:pt idx="3468">
                  <c:v>42933</c:v>
                </c:pt>
                <c:pt idx="3469">
                  <c:v>42934</c:v>
                </c:pt>
                <c:pt idx="3470">
                  <c:v>42935</c:v>
                </c:pt>
                <c:pt idx="3471">
                  <c:v>42936</c:v>
                </c:pt>
                <c:pt idx="3472">
                  <c:v>42937</c:v>
                </c:pt>
                <c:pt idx="3473">
                  <c:v>42940</c:v>
                </c:pt>
                <c:pt idx="3474">
                  <c:v>42941</c:v>
                </c:pt>
                <c:pt idx="3475">
                  <c:v>42942</c:v>
                </c:pt>
                <c:pt idx="3476">
                  <c:v>42943</c:v>
                </c:pt>
                <c:pt idx="3477">
                  <c:v>42944</c:v>
                </c:pt>
                <c:pt idx="3478">
                  <c:v>42947</c:v>
                </c:pt>
                <c:pt idx="3479">
                  <c:v>42948</c:v>
                </c:pt>
                <c:pt idx="3480">
                  <c:v>42949</c:v>
                </c:pt>
                <c:pt idx="3481">
                  <c:v>42950</c:v>
                </c:pt>
                <c:pt idx="3482">
                  <c:v>42951</c:v>
                </c:pt>
                <c:pt idx="3483">
                  <c:v>42954</c:v>
                </c:pt>
                <c:pt idx="3484">
                  <c:v>42955</c:v>
                </c:pt>
                <c:pt idx="3485">
                  <c:v>42956</c:v>
                </c:pt>
                <c:pt idx="3486">
                  <c:v>42957</c:v>
                </c:pt>
                <c:pt idx="3487">
                  <c:v>42958</c:v>
                </c:pt>
                <c:pt idx="3488">
                  <c:v>42961</c:v>
                </c:pt>
                <c:pt idx="3489">
                  <c:v>42962</c:v>
                </c:pt>
                <c:pt idx="3490">
                  <c:v>42963</c:v>
                </c:pt>
                <c:pt idx="3491">
                  <c:v>42964</c:v>
                </c:pt>
                <c:pt idx="3492">
                  <c:v>42965</c:v>
                </c:pt>
                <c:pt idx="3493">
                  <c:v>42968</c:v>
                </c:pt>
                <c:pt idx="3494">
                  <c:v>42969</c:v>
                </c:pt>
                <c:pt idx="3495">
                  <c:v>42970</c:v>
                </c:pt>
                <c:pt idx="3496">
                  <c:v>42971</c:v>
                </c:pt>
                <c:pt idx="3497">
                  <c:v>42972</c:v>
                </c:pt>
                <c:pt idx="3498">
                  <c:v>42975</c:v>
                </c:pt>
                <c:pt idx="3499">
                  <c:v>42976</c:v>
                </c:pt>
                <c:pt idx="3500">
                  <c:v>42977</c:v>
                </c:pt>
                <c:pt idx="3501">
                  <c:v>42978</c:v>
                </c:pt>
                <c:pt idx="3502">
                  <c:v>42979</c:v>
                </c:pt>
                <c:pt idx="3503">
                  <c:v>42982</c:v>
                </c:pt>
                <c:pt idx="3504">
                  <c:v>42983</c:v>
                </c:pt>
                <c:pt idx="3505">
                  <c:v>42984</c:v>
                </c:pt>
                <c:pt idx="3506">
                  <c:v>42985</c:v>
                </c:pt>
                <c:pt idx="3507">
                  <c:v>42986</c:v>
                </c:pt>
                <c:pt idx="3508">
                  <c:v>42989</c:v>
                </c:pt>
                <c:pt idx="3509">
                  <c:v>42990</c:v>
                </c:pt>
                <c:pt idx="3510">
                  <c:v>42991</c:v>
                </c:pt>
                <c:pt idx="3511">
                  <c:v>42992</c:v>
                </c:pt>
                <c:pt idx="3512">
                  <c:v>42993</c:v>
                </c:pt>
                <c:pt idx="3513">
                  <c:v>42996</c:v>
                </c:pt>
                <c:pt idx="3514">
                  <c:v>42997</c:v>
                </c:pt>
                <c:pt idx="3515">
                  <c:v>42998</c:v>
                </c:pt>
                <c:pt idx="3516">
                  <c:v>42999</c:v>
                </c:pt>
                <c:pt idx="3517">
                  <c:v>43000</c:v>
                </c:pt>
                <c:pt idx="3518">
                  <c:v>43003</c:v>
                </c:pt>
                <c:pt idx="3519">
                  <c:v>43004</c:v>
                </c:pt>
                <c:pt idx="3520">
                  <c:v>43005</c:v>
                </c:pt>
                <c:pt idx="3521">
                  <c:v>43006</c:v>
                </c:pt>
                <c:pt idx="3522">
                  <c:v>43007</c:v>
                </c:pt>
                <c:pt idx="3523">
                  <c:v>43010</c:v>
                </c:pt>
                <c:pt idx="3524">
                  <c:v>43011</c:v>
                </c:pt>
                <c:pt idx="3525">
                  <c:v>43012</c:v>
                </c:pt>
                <c:pt idx="3526">
                  <c:v>43013</c:v>
                </c:pt>
                <c:pt idx="3527">
                  <c:v>43014</c:v>
                </c:pt>
                <c:pt idx="3528">
                  <c:v>43017</c:v>
                </c:pt>
                <c:pt idx="3529">
                  <c:v>43018</c:v>
                </c:pt>
                <c:pt idx="3530">
                  <c:v>43019</c:v>
                </c:pt>
                <c:pt idx="3531">
                  <c:v>43020</c:v>
                </c:pt>
                <c:pt idx="3532">
                  <c:v>43021</c:v>
                </c:pt>
                <c:pt idx="3533">
                  <c:v>43024</c:v>
                </c:pt>
                <c:pt idx="3534">
                  <c:v>43025</c:v>
                </c:pt>
                <c:pt idx="3535">
                  <c:v>43026</c:v>
                </c:pt>
                <c:pt idx="3536">
                  <c:v>43027</c:v>
                </c:pt>
                <c:pt idx="3537">
                  <c:v>43028</c:v>
                </c:pt>
                <c:pt idx="3538">
                  <c:v>43031</c:v>
                </c:pt>
                <c:pt idx="3539">
                  <c:v>43032</c:v>
                </c:pt>
                <c:pt idx="3540">
                  <c:v>43033</c:v>
                </c:pt>
                <c:pt idx="3541">
                  <c:v>43034</c:v>
                </c:pt>
                <c:pt idx="3542">
                  <c:v>43035</c:v>
                </c:pt>
                <c:pt idx="3543">
                  <c:v>43038</c:v>
                </c:pt>
                <c:pt idx="3544">
                  <c:v>43039</c:v>
                </c:pt>
                <c:pt idx="3545">
                  <c:v>43040</c:v>
                </c:pt>
                <c:pt idx="3546">
                  <c:v>43041</c:v>
                </c:pt>
                <c:pt idx="3547">
                  <c:v>43042</c:v>
                </c:pt>
                <c:pt idx="3548">
                  <c:v>43045</c:v>
                </c:pt>
                <c:pt idx="3549">
                  <c:v>43046</c:v>
                </c:pt>
                <c:pt idx="3550">
                  <c:v>43047</c:v>
                </c:pt>
                <c:pt idx="3551">
                  <c:v>43048</c:v>
                </c:pt>
                <c:pt idx="3552">
                  <c:v>43049</c:v>
                </c:pt>
                <c:pt idx="3553">
                  <c:v>43052</c:v>
                </c:pt>
                <c:pt idx="3554">
                  <c:v>43053</c:v>
                </c:pt>
                <c:pt idx="3555">
                  <c:v>43054</c:v>
                </c:pt>
                <c:pt idx="3556">
                  <c:v>43055</c:v>
                </c:pt>
                <c:pt idx="3557">
                  <c:v>43056</c:v>
                </c:pt>
                <c:pt idx="3558">
                  <c:v>43059</c:v>
                </c:pt>
                <c:pt idx="3559">
                  <c:v>43060</c:v>
                </c:pt>
                <c:pt idx="3560">
                  <c:v>43061</c:v>
                </c:pt>
                <c:pt idx="3561">
                  <c:v>43062</c:v>
                </c:pt>
                <c:pt idx="3562">
                  <c:v>43063</c:v>
                </c:pt>
                <c:pt idx="3563">
                  <c:v>43066</c:v>
                </c:pt>
                <c:pt idx="3564">
                  <c:v>43067</c:v>
                </c:pt>
                <c:pt idx="3565">
                  <c:v>43068</c:v>
                </c:pt>
                <c:pt idx="3566">
                  <c:v>43069</c:v>
                </c:pt>
                <c:pt idx="3567">
                  <c:v>43070</c:v>
                </c:pt>
                <c:pt idx="3568">
                  <c:v>43073</c:v>
                </c:pt>
                <c:pt idx="3569">
                  <c:v>43074</c:v>
                </c:pt>
                <c:pt idx="3570">
                  <c:v>43075</c:v>
                </c:pt>
                <c:pt idx="3571">
                  <c:v>43076</c:v>
                </c:pt>
                <c:pt idx="3572">
                  <c:v>43077</c:v>
                </c:pt>
                <c:pt idx="3573">
                  <c:v>43080</c:v>
                </c:pt>
                <c:pt idx="3574">
                  <c:v>43081</c:v>
                </c:pt>
                <c:pt idx="3575">
                  <c:v>43082</c:v>
                </c:pt>
                <c:pt idx="3576">
                  <c:v>43083</c:v>
                </c:pt>
                <c:pt idx="3577">
                  <c:v>43084</c:v>
                </c:pt>
                <c:pt idx="3578">
                  <c:v>43087</c:v>
                </c:pt>
                <c:pt idx="3579">
                  <c:v>43088</c:v>
                </c:pt>
                <c:pt idx="3580">
                  <c:v>43089</c:v>
                </c:pt>
                <c:pt idx="3581">
                  <c:v>43090</c:v>
                </c:pt>
                <c:pt idx="3582">
                  <c:v>43091</c:v>
                </c:pt>
                <c:pt idx="3583">
                  <c:v>43094</c:v>
                </c:pt>
                <c:pt idx="3584">
                  <c:v>43095</c:v>
                </c:pt>
                <c:pt idx="3585">
                  <c:v>43096</c:v>
                </c:pt>
                <c:pt idx="3586">
                  <c:v>43097</c:v>
                </c:pt>
                <c:pt idx="3587">
                  <c:v>43098</c:v>
                </c:pt>
                <c:pt idx="3588">
                  <c:v>43101</c:v>
                </c:pt>
                <c:pt idx="3589">
                  <c:v>43102</c:v>
                </c:pt>
                <c:pt idx="3590">
                  <c:v>43103</c:v>
                </c:pt>
                <c:pt idx="3591">
                  <c:v>43104</c:v>
                </c:pt>
                <c:pt idx="3592">
                  <c:v>43105</c:v>
                </c:pt>
                <c:pt idx="3593">
                  <c:v>43108</c:v>
                </c:pt>
                <c:pt idx="3594">
                  <c:v>43109</c:v>
                </c:pt>
                <c:pt idx="3595">
                  <c:v>43110</c:v>
                </c:pt>
                <c:pt idx="3596">
                  <c:v>43111</c:v>
                </c:pt>
                <c:pt idx="3597">
                  <c:v>43112</c:v>
                </c:pt>
                <c:pt idx="3598">
                  <c:v>43115</c:v>
                </c:pt>
                <c:pt idx="3599">
                  <c:v>43116</c:v>
                </c:pt>
                <c:pt idx="3600">
                  <c:v>43117</c:v>
                </c:pt>
                <c:pt idx="3601">
                  <c:v>43118</c:v>
                </c:pt>
                <c:pt idx="3602">
                  <c:v>43119</c:v>
                </c:pt>
                <c:pt idx="3603">
                  <c:v>43122</c:v>
                </c:pt>
                <c:pt idx="3604">
                  <c:v>43123</c:v>
                </c:pt>
                <c:pt idx="3605">
                  <c:v>43124</c:v>
                </c:pt>
                <c:pt idx="3606">
                  <c:v>43125</c:v>
                </c:pt>
                <c:pt idx="3607">
                  <c:v>43126</c:v>
                </c:pt>
                <c:pt idx="3608">
                  <c:v>43129</c:v>
                </c:pt>
                <c:pt idx="3609">
                  <c:v>43130</c:v>
                </c:pt>
                <c:pt idx="3610">
                  <c:v>43131</c:v>
                </c:pt>
                <c:pt idx="3611">
                  <c:v>43132</c:v>
                </c:pt>
                <c:pt idx="3612">
                  <c:v>43133</c:v>
                </c:pt>
                <c:pt idx="3613">
                  <c:v>43136</c:v>
                </c:pt>
                <c:pt idx="3614">
                  <c:v>43137</c:v>
                </c:pt>
                <c:pt idx="3615">
                  <c:v>43138</c:v>
                </c:pt>
                <c:pt idx="3616">
                  <c:v>43139</c:v>
                </c:pt>
                <c:pt idx="3617">
                  <c:v>43140</c:v>
                </c:pt>
                <c:pt idx="3618">
                  <c:v>43143</c:v>
                </c:pt>
                <c:pt idx="3619">
                  <c:v>43144</c:v>
                </c:pt>
                <c:pt idx="3620">
                  <c:v>43145</c:v>
                </c:pt>
                <c:pt idx="3621">
                  <c:v>43146</c:v>
                </c:pt>
                <c:pt idx="3622">
                  <c:v>43147</c:v>
                </c:pt>
                <c:pt idx="3623">
                  <c:v>43150</c:v>
                </c:pt>
                <c:pt idx="3624">
                  <c:v>43151</c:v>
                </c:pt>
                <c:pt idx="3625">
                  <c:v>43152</c:v>
                </c:pt>
                <c:pt idx="3626">
                  <c:v>43153</c:v>
                </c:pt>
                <c:pt idx="3627">
                  <c:v>43154</c:v>
                </c:pt>
                <c:pt idx="3628">
                  <c:v>43157</c:v>
                </c:pt>
                <c:pt idx="3629">
                  <c:v>43158</c:v>
                </c:pt>
                <c:pt idx="3630">
                  <c:v>43159</c:v>
                </c:pt>
                <c:pt idx="3631">
                  <c:v>43160</c:v>
                </c:pt>
                <c:pt idx="3632">
                  <c:v>43161</c:v>
                </c:pt>
                <c:pt idx="3633">
                  <c:v>43164</c:v>
                </c:pt>
                <c:pt idx="3634">
                  <c:v>43165</c:v>
                </c:pt>
                <c:pt idx="3635">
                  <c:v>43166</c:v>
                </c:pt>
                <c:pt idx="3636">
                  <c:v>43167</c:v>
                </c:pt>
                <c:pt idx="3637">
                  <c:v>43168</c:v>
                </c:pt>
                <c:pt idx="3638">
                  <c:v>43171</c:v>
                </c:pt>
                <c:pt idx="3639">
                  <c:v>43172</c:v>
                </c:pt>
                <c:pt idx="3640">
                  <c:v>43173</c:v>
                </c:pt>
                <c:pt idx="3641">
                  <c:v>43174</c:v>
                </c:pt>
                <c:pt idx="3642">
                  <c:v>43175</c:v>
                </c:pt>
                <c:pt idx="3643">
                  <c:v>43178</c:v>
                </c:pt>
                <c:pt idx="3644">
                  <c:v>43179</c:v>
                </c:pt>
                <c:pt idx="3645">
                  <c:v>43180</c:v>
                </c:pt>
                <c:pt idx="3646">
                  <c:v>43181</c:v>
                </c:pt>
                <c:pt idx="3647">
                  <c:v>43182</c:v>
                </c:pt>
                <c:pt idx="3648">
                  <c:v>43185</c:v>
                </c:pt>
                <c:pt idx="3649">
                  <c:v>43186</c:v>
                </c:pt>
                <c:pt idx="3650">
                  <c:v>43187</c:v>
                </c:pt>
                <c:pt idx="3651">
                  <c:v>43188</c:v>
                </c:pt>
                <c:pt idx="3652">
                  <c:v>43189</c:v>
                </c:pt>
                <c:pt idx="3653">
                  <c:v>43192</c:v>
                </c:pt>
                <c:pt idx="3654">
                  <c:v>43193</c:v>
                </c:pt>
                <c:pt idx="3655">
                  <c:v>43194</c:v>
                </c:pt>
                <c:pt idx="3656">
                  <c:v>43195</c:v>
                </c:pt>
                <c:pt idx="3657">
                  <c:v>43196</c:v>
                </c:pt>
                <c:pt idx="3658">
                  <c:v>43199</c:v>
                </c:pt>
                <c:pt idx="3659">
                  <c:v>43200</c:v>
                </c:pt>
                <c:pt idx="3660">
                  <c:v>43201</c:v>
                </c:pt>
                <c:pt idx="3661">
                  <c:v>43202</c:v>
                </c:pt>
                <c:pt idx="3662">
                  <c:v>43203</c:v>
                </c:pt>
                <c:pt idx="3663">
                  <c:v>43206</c:v>
                </c:pt>
                <c:pt idx="3664">
                  <c:v>43207</c:v>
                </c:pt>
                <c:pt idx="3665">
                  <c:v>43208</c:v>
                </c:pt>
                <c:pt idx="3666">
                  <c:v>43209</c:v>
                </c:pt>
                <c:pt idx="3667">
                  <c:v>43210</c:v>
                </c:pt>
                <c:pt idx="3668">
                  <c:v>43213</c:v>
                </c:pt>
                <c:pt idx="3669">
                  <c:v>43214</c:v>
                </c:pt>
                <c:pt idx="3670">
                  <c:v>43215</c:v>
                </c:pt>
                <c:pt idx="3671">
                  <c:v>43216</c:v>
                </c:pt>
                <c:pt idx="3672">
                  <c:v>43217</c:v>
                </c:pt>
                <c:pt idx="3673">
                  <c:v>43220</c:v>
                </c:pt>
                <c:pt idx="3674">
                  <c:v>43221</c:v>
                </c:pt>
                <c:pt idx="3675">
                  <c:v>43222</c:v>
                </c:pt>
                <c:pt idx="3676">
                  <c:v>43223</c:v>
                </c:pt>
                <c:pt idx="3677">
                  <c:v>43224</c:v>
                </c:pt>
                <c:pt idx="3678">
                  <c:v>43227</c:v>
                </c:pt>
                <c:pt idx="3679">
                  <c:v>43228</c:v>
                </c:pt>
                <c:pt idx="3680">
                  <c:v>43229</c:v>
                </c:pt>
                <c:pt idx="3681">
                  <c:v>43230</c:v>
                </c:pt>
                <c:pt idx="3682">
                  <c:v>43231</c:v>
                </c:pt>
                <c:pt idx="3683">
                  <c:v>43234</c:v>
                </c:pt>
                <c:pt idx="3684">
                  <c:v>43235</c:v>
                </c:pt>
                <c:pt idx="3685">
                  <c:v>43236</c:v>
                </c:pt>
                <c:pt idx="3686">
                  <c:v>43237</c:v>
                </c:pt>
                <c:pt idx="3687">
                  <c:v>43238</c:v>
                </c:pt>
                <c:pt idx="3688">
                  <c:v>43241</c:v>
                </c:pt>
                <c:pt idx="3689">
                  <c:v>43242</c:v>
                </c:pt>
                <c:pt idx="3690">
                  <c:v>43243</c:v>
                </c:pt>
                <c:pt idx="3691">
                  <c:v>43244</c:v>
                </c:pt>
                <c:pt idx="3692">
                  <c:v>43245</c:v>
                </c:pt>
                <c:pt idx="3693">
                  <c:v>43248</c:v>
                </c:pt>
                <c:pt idx="3694">
                  <c:v>43249</c:v>
                </c:pt>
                <c:pt idx="3695">
                  <c:v>43250</c:v>
                </c:pt>
                <c:pt idx="3696">
                  <c:v>43251</c:v>
                </c:pt>
                <c:pt idx="3697">
                  <c:v>43252</c:v>
                </c:pt>
                <c:pt idx="3698">
                  <c:v>43255</c:v>
                </c:pt>
                <c:pt idx="3699">
                  <c:v>43256</c:v>
                </c:pt>
                <c:pt idx="3700">
                  <c:v>43257</c:v>
                </c:pt>
                <c:pt idx="3701">
                  <c:v>43258</c:v>
                </c:pt>
                <c:pt idx="3702">
                  <c:v>43259</c:v>
                </c:pt>
                <c:pt idx="3703">
                  <c:v>43262</c:v>
                </c:pt>
                <c:pt idx="3704">
                  <c:v>43263</c:v>
                </c:pt>
                <c:pt idx="3705">
                  <c:v>43264</c:v>
                </c:pt>
                <c:pt idx="3706">
                  <c:v>43265</c:v>
                </c:pt>
                <c:pt idx="3707">
                  <c:v>43266</c:v>
                </c:pt>
                <c:pt idx="3708">
                  <c:v>43269</c:v>
                </c:pt>
                <c:pt idx="3709">
                  <c:v>43270</c:v>
                </c:pt>
                <c:pt idx="3710">
                  <c:v>43271</c:v>
                </c:pt>
                <c:pt idx="3711">
                  <c:v>43272</c:v>
                </c:pt>
                <c:pt idx="3712">
                  <c:v>43273</c:v>
                </c:pt>
                <c:pt idx="3713">
                  <c:v>43276</c:v>
                </c:pt>
                <c:pt idx="3714">
                  <c:v>43277</c:v>
                </c:pt>
                <c:pt idx="3715">
                  <c:v>43278</c:v>
                </c:pt>
                <c:pt idx="3716">
                  <c:v>43279</c:v>
                </c:pt>
                <c:pt idx="3717">
                  <c:v>43280</c:v>
                </c:pt>
                <c:pt idx="3718">
                  <c:v>43283</c:v>
                </c:pt>
                <c:pt idx="3719">
                  <c:v>43284</c:v>
                </c:pt>
                <c:pt idx="3720">
                  <c:v>43285</c:v>
                </c:pt>
                <c:pt idx="3721">
                  <c:v>43286</c:v>
                </c:pt>
                <c:pt idx="3722">
                  <c:v>43287</c:v>
                </c:pt>
                <c:pt idx="3723">
                  <c:v>43290</c:v>
                </c:pt>
                <c:pt idx="3724">
                  <c:v>43291</c:v>
                </c:pt>
                <c:pt idx="3725">
                  <c:v>43292</c:v>
                </c:pt>
                <c:pt idx="3726">
                  <c:v>43293</c:v>
                </c:pt>
                <c:pt idx="3727">
                  <c:v>43294</c:v>
                </c:pt>
                <c:pt idx="3728">
                  <c:v>43297</c:v>
                </c:pt>
                <c:pt idx="3729">
                  <c:v>43298</c:v>
                </c:pt>
                <c:pt idx="3730">
                  <c:v>43299</c:v>
                </c:pt>
                <c:pt idx="3731">
                  <c:v>43300</c:v>
                </c:pt>
                <c:pt idx="3732">
                  <c:v>43301</c:v>
                </c:pt>
                <c:pt idx="3733">
                  <c:v>43304</c:v>
                </c:pt>
                <c:pt idx="3734">
                  <c:v>43305</c:v>
                </c:pt>
                <c:pt idx="3735">
                  <c:v>43306</c:v>
                </c:pt>
                <c:pt idx="3736">
                  <c:v>43307</c:v>
                </c:pt>
                <c:pt idx="3737">
                  <c:v>43308</c:v>
                </c:pt>
                <c:pt idx="3738">
                  <c:v>43311</c:v>
                </c:pt>
                <c:pt idx="3739">
                  <c:v>43312</c:v>
                </c:pt>
                <c:pt idx="3740">
                  <c:v>43313</c:v>
                </c:pt>
                <c:pt idx="3741">
                  <c:v>43314</c:v>
                </c:pt>
                <c:pt idx="3742">
                  <c:v>43315</c:v>
                </c:pt>
                <c:pt idx="3743">
                  <c:v>43318</c:v>
                </c:pt>
                <c:pt idx="3744">
                  <c:v>43319</c:v>
                </c:pt>
                <c:pt idx="3745">
                  <c:v>43320</c:v>
                </c:pt>
                <c:pt idx="3746">
                  <c:v>43321</c:v>
                </c:pt>
                <c:pt idx="3747">
                  <c:v>43322</c:v>
                </c:pt>
                <c:pt idx="3748">
                  <c:v>43325</c:v>
                </c:pt>
                <c:pt idx="3749">
                  <c:v>43326</c:v>
                </c:pt>
                <c:pt idx="3750">
                  <c:v>43327</c:v>
                </c:pt>
                <c:pt idx="3751">
                  <c:v>43328</c:v>
                </c:pt>
                <c:pt idx="3752">
                  <c:v>43329</c:v>
                </c:pt>
                <c:pt idx="3753">
                  <c:v>43332</c:v>
                </c:pt>
                <c:pt idx="3754">
                  <c:v>43333</c:v>
                </c:pt>
                <c:pt idx="3755">
                  <c:v>43334</c:v>
                </c:pt>
                <c:pt idx="3756">
                  <c:v>43335</c:v>
                </c:pt>
                <c:pt idx="3757">
                  <c:v>43336</c:v>
                </c:pt>
                <c:pt idx="3758">
                  <c:v>43339</c:v>
                </c:pt>
                <c:pt idx="3759">
                  <c:v>43340</c:v>
                </c:pt>
                <c:pt idx="3760">
                  <c:v>43341</c:v>
                </c:pt>
                <c:pt idx="3761">
                  <c:v>43342</c:v>
                </c:pt>
                <c:pt idx="3762">
                  <c:v>43343</c:v>
                </c:pt>
                <c:pt idx="3763">
                  <c:v>43346</c:v>
                </c:pt>
                <c:pt idx="3764">
                  <c:v>43347</c:v>
                </c:pt>
                <c:pt idx="3765">
                  <c:v>43348</c:v>
                </c:pt>
                <c:pt idx="3766">
                  <c:v>43349</c:v>
                </c:pt>
                <c:pt idx="3767">
                  <c:v>43350</c:v>
                </c:pt>
                <c:pt idx="3768">
                  <c:v>43353</c:v>
                </c:pt>
                <c:pt idx="3769">
                  <c:v>43354</c:v>
                </c:pt>
                <c:pt idx="3770">
                  <c:v>43355</c:v>
                </c:pt>
                <c:pt idx="3771">
                  <c:v>43356</c:v>
                </c:pt>
                <c:pt idx="3772">
                  <c:v>43357</c:v>
                </c:pt>
                <c:pt idx="3773">
                  <c:v>43360</c:v>
                </c:pt>
                <c:pt idx="3774">
                  <c:v>43361</c:v>
                </c:pt>
                <c:pt idx="3775">
                  <c:v>43362</c:v>
                </c:pt>
                <c:pt idx="3776">
                  <c:v>43363</c:v>
                </c:pt>
                <c:pt idx="3777">
                  <c:v>43364</c:v>
                </c:pt>
                <c:pt idx="3778">
                  <c:v>43367</c:v>
                </c:pt>
                <c:pt idx="3779">
                  <c:v>43368</c:v>
                </c:pt>
                <c:pt idx="3780">
                  <c:v>43369</c:v>
                </c:pt>
                <c:pt idx="3781">
                  <c:v>43370</c:v>
                </c:pt>
                <c:pt idx="3782">
                  <c:v>43371</c:v>
                </c:pt>
                <c:pt idx="3783">
                  <c:v>43374</c:v>
                </c:pt>
                <c:pt idx="3784">
                  <c:v>43375</c:v>
                </c:pt>
                <c:pt idx="3785">
                  <c:v>43376</c:v>
                </c:pt>
                <c:pt idx="3786">
                  <c:v>43377</c:v>
                </c:pt>
                <c:pt idx="3787">
                  <c:v>43378</c:v>
                </c:pt>
                <c:pt idx="3788">
                  <c:v>43381</c:v>
                </c:pt>
                <c:pt idx="3789">
                  <c:v>43382</c:v>
                </c:pt>
                <c:pt idx="3790">
                  <c:v>43383</c:v>
                </c:pt>
                <c:pt idx="3791">
                  <c:v>43384</c:v>
                </c:pt>
                <c:pt idx="3792">
                  <c:v>43385</c:v>
                </c:pt>
                <c:pt idx="3793">
                  <c:v>43388</c:v>
                </c:pt>
                <c:pt idx="3794">
                  <c:v>43389</c:v>
                </c:pt>
                <c:pt idx="3795">
                  <c:v>43390</c:v>
                </c:pt>
                <c:pt idx="3796">
                  <c:v>43391</c:v>
                </c:pt>
                <c:pt idx="3797">
                  <c:v>43392</c:v>
                </c:pt>
                <c:pt idx="3798">
                  <c:v>43395</c:v>
                </c:pt>
                <c:pt idx="3799">
                  <c:v>43396</c:v>
                </c:pt>
                <c:pt idx="3800">
                  <c:v>43397</c:v>
                </c:pt>
                <c:pt idx="3801">
                  <c:v>43398</c:v>
                </c:pt>
                <c:pt idx="3802">
                  <c:v>43399</c:v>
                </c:pt>
                <c:pt idx="3803">
                  <c:v>43402</c:v>
                </c:pt>
                <c:pt idx="3804">
                  <c:v>43403</c:v>
                </c:pt>
                <c:pt idx="3805">
                  <c:v>43404</c:v>
                </c:pt>
                <c:pt idx="3806">
                  <c:v>43405</c:v>
                </c:pt>
                <c:pt idx="3807">
                  <c:v>43406</c:v>
                </c:pt>
                <c:pt idx="3808">
                  <c:v>43409</c:v>
                </c:pt>
                <c:pt idx="3809">
                  <c:v>43410</c:v>
                </c:pt>
                <c:pt idx="3810">
                  <c:v>43411</c:v>
                </c:pt>
                <c:pt idx="3811">
                  <c:v>43412</c:v>
                </c:pt>
                <c:pt idx="3812">
                  <c:v>43413</c:v>
                </c:pt>
                <c:pt idx="3813">
                  <c:v>43416</c:v>
                </c:pt>
                <c:pt idx="3814">
                  <c:v>43417</c:v>
                </c:pt>
                <c:pt idx="3815">
                  <c:v>43418</c:v>
                </c:pt>
                <c:pt idx="3816">
                  <c:v>43419</c:v>
                </c:pt>
                <c:pt idx="3817">
                  <c:v>43420</c:v>
                </c:pt>
                <c:pt idx="3818">
                  <c:v>43423</c:v>
                </c:pt>
                <c:pt idx="3819">
                  <c:v>43424</c:v>
                </c:pt>
                <c:pt idx="3820">
                  <c:v>43425</c:v>
                </c:pt>
                <c:pt idx="3821">
                  <c:v>43426</c:v>
                </c:pt>
                <c:pt idx="3822">
                  <c:v>43427</c:v>
                </c:pt>
                <c:pt idx="3823">
                  <c:v>43430</c:v>
                </c:pt>
                <c:pt idx="3824">
                  <c:v>43431</c:v>
                </c:pt>
                <c:pt idx="3825">
                  <c:v>43432</c:v>
                </c:pt>
                <c:pt idx="3826">
                  <c:v>43433</c:v>
                </c:pt>
                <c:pt idx="3827">
                  <c:v>43434</c:v>
                </c:pt>
                <c:pt idx="3828">
                  <c:v>43437</c:v>
                </c:pt>
                <c:pt idx="3829">
                  <c:v>43438</c:v>
                </c:pt>
                <c:pt idx="3830">
                  <c:v>43439</c:v>
                </c:pt>
                <c:pt idx="3831">
                  <c:v>43440</c:v>
                </c:pt>
                <c:pt idx="3832">
                  <c:v>43441</c:v>
                </c:pt>
                <c:pt idx="3833">
                  <c:v>43444</c:v>
                </c:pt>
                <c:pt idx="3834">
                  <c:v>43445</c:v>
                </c:pt>
                <c:pt idx="3835">
                  <c:v>43446</c:v>
                </c:pt>
                <c:pt idx="3836">
                  <c:v>43447</c:v>
                </c:pt>
                <c:pt idx="3837">
                  <c:v>43448</c:v>
                </c:pt>
                <c:pt idx="3838">
                  <c:v>43451</c:v>
                </c:pt>
                <c:pt idx="3839">
                  <c:v>43452</c:v>
                </c:pt>
                <c:pt idx="3840">
                  <c:v>43453</c:v>
                </c:pt>
                <c:pt idx="3841">
                  <c:v>43454</c:v>
                </c:pt>
                <c:pt idx="3842">
                  <c:v>43455</c:v>
                </c:pt>
                <c:pt idx="3843">
                  <c:v>43458</c:v>
                </c:pt>
                <c:pt idx="3844">
                  <c:v>43459</c:v>
                </c:pt>
                <c:pt idx="3845">
                  <c:v>43460</c:v>
                </c:pt>
                <c:pt idx="3846">
                  <c:v>43461</c:v>
                </c:pt>
                <c:pt idx="3847">
                  <c:v>43462</c:v>
                </c:pt>
                <c:pt idx="3848">
                  <c:v>43465</c:v>
                </c:pt>
                <c:pt idx="3849">
                  <c:v>43466</c:v>
                </c:pt>
                <c:pt idx="3850">
                  <c:v>43467</c:v>
                </c:pt>
                <c:pt idx="3851">
                  <c:v>43468</c:v>
                </c:pt>
                <c:pt idx="3852">
                  <c:v>43469</c:v>
                </c:pt>
                <c:pt idx="3853">
                  <c:v>43472</c:v>
                </c:pt>
                <c:pt idx="3854">
                  <c:v>43473</c:v>
                </c:pt>
                <c:pt idx="3855">
                  <c:v>43474</c:v>
                </c:pt>
                <c:pt idx="3856">
                  <c:v>43475</c:v>
                </c:pt>
                <c:pt idx="3857">
                  <c:v>43476</c:v>
                </c:pt>
                <c:pt idx="3858">
                  <c:v>43479</c:v>
                </c:pt>
                <c:pt idx="3859">
                  <c:v>43480</c:v>
                </c:pt>
                <c:pt idx="3860">
                  <c:v>43481</c:v>
                </c:pt>
                <c:pt idx="3861">
                  <c:v>43482</c:v>
                </c:pt>
                <c:pt idx="3862">
                  <c:v>43483</c:v>
                </c:pt>
                <c:pt idx="3863">
                  <c:v>43486</c:v>
                </c:pt>
                <c:pt idx="3864">
                  <c:v>43487</c:v>
                </c:pt>
                <c:pt idx="3865">
                  <c:v>43488</c:v>
                </c:pt>
                <c:pt idx="3866">
                  <c:v>43489</c:v>
                </c:pt>
                <c:pt idx="3867">
                  <c:v>43490</c:v>
                </c:pt>
                <c:pt idx="3868">
                  <c:v>43493</c:v>
                </c:pt>
                <c:pt idx="3869">
                  <c:v>43494</c:v>
                </c:pt>
                <c:pt idx="3870">
                  <c:v>43495</c:v>
                </c:pt>
                <c:pt idx="3871">
                  <c:v>43496</c:v>
                </c:pt>
                <c:pt idx="3872">
                  <c:v>43497</c:v>
                </c:pt>
                <c:pt idx="3873">
                  <c:v>43500</c:v>
                </c:pt>
                <c:pt idx="3874">
                  <c:v>43501</c:v>
                </c:pt>
                <c:pt idx="3875">
                  <c:v>43502</c:v>
                </c:pt>
                <c:pt idx="3876">
                  <c:v>43503</c:v>
                </c:pt>
                <c:pt idx="3877">
                  <c:v>43504</c:v>
                </c:pt>
                <c:pt idx="3878">
                  <c:v>43507</c:v>
                </c:pt>
                <c:pt idx="3879">
                  <c:v>43508</c:v>
                </c:pt>
                <c:pt idx="3880">
                  <c:v>43509</c:v>
                </c:pt>
                <c:pt idx="3881">
                  <c:v>43510</c:v>
                </c:pt>
                <c:pt idx="3882">
                  <c:v>43511</c:v>
                </c:pt>
                <c:pt idx="3883">
                  <c:v>43514</c:v>
                </c:pt>
                <c:pt idx="3884">
                  <c:v>43515</c:v>
                </c:pt>
                <c:pt idx="3885">
                  <c:v>43516</c:v>
                </c:pt>
                <c:pt idx="3886">
                  <c:v>43517</c:v>
                </c:pt>
                <c:pt idx="3887">
                  <c:v>43518</c:v>
                </c:pt>
                <c:pt idx="3888">
                  <c:v>43521</c:v>
                </c:pt>
                <c:pt idx="3889">
                  <c:v>43522</c:v>
                </c:pt>
                <c:pt idx="3890">
                  <c:v>43523</c:v>
                </c:pt>
                <c:pt idx="3891">
                  <c:v>43524</c:v>
                </c:pt>
                <c:pt idx="3892">
                  <c:v>43525</c:v>
                </c:pt>
                <c:pt idx="3893">
                  <c:v>43528</c:v>
                </c:pt>
                <c:pt idx="3894">
                  <c:v>43529</c:v>
                </c:pt>
                <c:pt idx="3895">
                  <c:v>43530</c:v>
                </c:pt>
                <c:pt idx="3896">
                  <c:v>43531</c:v>
                </c:pt>
                <c:pt idx="3897">
                  <c:v>43532</c:v>
                </c:pt>
                <c:pt idx="3898">
                  <c:v>43535</c:v>
                </c:pt>
                <c:pt idx="3899">
                  <c:v>43536</c:v>
                </c:pt>
                <c:pt idx="3900">
                  <c:v>43537</c:v>
                </c:pt>
                <c:pt idx="3901">
                  <c:v>43538</c:v>
                </c:pt>
                <c:pt idx="3902">
                  <c:v>43539</c:v>
                </c:pt>
                <c:pt idx="3903">
                  <c:v>43542</c:v>
                </c:pt>
                <c:pt idx="3904">
                  <c:v>43543</c:v>
                </c:pt>
                <c:pt idx="3905">
                  <c:v>43544</c:v>
                </c:pt>
                <c:pt idx="3906">
                  <c:v>43545</c:v>
                </c:pt>
                <c:pt idx="3907">
                  <c:v>43546</c:v>
                </c:pt>
                <c:pt idx="3908">
                  <c:v>43549</c:v>
                </c:pt>
                <c:pt idx="3909">
                  <c:v>43550</c:v>
                </c:pt>
                <c:pt idx="3910">
                  <c:v>43551</c:v>
                </c:pt>
                <c:pt idx="3911">
                  <c:v>43552</c:v>
                </c:pt>
                <c:pt idx="3912">
                  <c:v>43553</c:v>
                </c:pt>
                <c:pt idx="3913">
                  <c:v>43556</c:v>
                </c:pt>
                <c:pt idx="3914">
                  <c:v>43557</c:v>
                </c:pt>
                <c:pt idx="3915">
                  <c:v>43558</c:v>
                </c:pt>
                <c:pt idx="3916">
                  <c:v>43559</c:v>
                </c:pt>
                <c:pt idx="3917">
                  <c:v>43560</c:v>
                </c:pt>
                <c:pt idx="3918">
                  <c:v>43563</c:v>
                </c:pt>
                <c:pt idx="3919">
                  <c:v>43564</c:v>
                </c:pt>
                <c:pt idx="3920">
                  <c:v>43565</c:v>
                </c:pt>
                <c:pt idx="3921">
                  <c:v>43566</c:v>
                </c:pt>
                <c:pt idx="3922">
                  <c:v>43567</c:v>
                </c:pt>
                <c:pt idx="3923">
                  <c:v>43570</c:v>
                </c:pt>
                <c:pt idx="3924">
                  <c:v>43571</c:v>
                </c:pt>
                <c:pt idx="3925">
                  <c:v>43572</c:v>
                </c:pt>
                <c:pt idx="3926">
                  <c:v>43573</c:v>
                </c:pt>
                <c:pt idx="3927">
                  <c:v>43574</c:v>
                </c:pt>
                <c:pt idx="3928">
                  <c:v>43577</c:v>
                </c:pt>
                <c:pt idx="3929">
                  <c:v>43578</c:v>
                </c:pt>
                <c:pt idx="3930">
                  <c:v>43579</c:v>
                </c:pt>
                <c:pt idx="3931">
                  <c:v>43580</c:v>
                </c:pt>
                <c:pt idx="3932">
                  <c:v>43581</c:v>
                </c:pt>
                <c:pt idx="3933">
                  <c:v>43584</c:v>
                </c:pt>
                <c:pt idx="3934">
                  <c:v>43585</c:v>
                </c:pt>
                <c:pt idx="3935">
                  <c:v>43586</c:v>
                </c:pt>
                <c:pt idx="3936">
                  <c:v>43587</c:v>
                </c:pt>
                <c:pt idx="3937">
                  <c:v>43588</c:v>
                </c:pt>
                <c:pt idx="3938">
                  <c:v>43591</c:v>
                </c:pt>
                <c:pt idx="3939">
                  <c:v>43592</c:v>
                </c:pt>
                <c:pt idx="3940">
                  <c:v>43593</c:v>
                </c:pt>
                <c:pt idx="3941">
                  <c:v>43594</c:v>
                </c:pt>
                <c:pt idx="3942">
                  <c:v>43595</c:v>
                </c:pt>
                <c:pt idx="3943">
                  <c:v>43598</c:v>
                </c:pt>
                <c:pt idx="3944">
                  <c:v>43599</c:v>
                </c:pt>
                <c:pt idx="3945">
                  <c:v>43600</c:v>
                </c:pt>
                <c:pt idx="3946">
                  <c:v>43601</c:v>
                </c:pt>
                <c:pt idx="3947">
                  <c:v>43602</c:v>
                </c:pt>
                <c:pt idx="3948">
                  <c:v>43605</c:v>
                </c:pt>
                <c:pt idx="3949">
                  <c:v>43606</c:v>
                </c:pt>
                <c:pt idx="3950">
                  <c:v>43607</c:v>
                </c:pt>
                <c:pt idx="3951">
                  <c:v>43608</c:v>
                </c:pt>
                <c:pt idx="3952">
                  <c:v>43609</c:v>
                </c:pt>
                <c:pt idx="3953">
                  <c:v>43612</c:v>
                </c:pt>
                <c:pt idx="3954">
                  <c:v>43613</c:v>
                </c:pt>
                <c:pt idx="3955">
                  <c:v>43614</c:v>
                </c:pt>
                <c:pt idx="3956">
                  <c:v>43615</c:v>
                </c:pt>
                <c:pt idx="3957">
                  <c:v>43616</c:v>
                </c:pt>
                <c:pt idx="3958">
                  <c:v>43619</c:v>
                </c:pt>
                <c:pt idx="3959">
                  <c:v>43620</c:v>
                </c:pt>
                <c:pt idx="3960">
                  <c:v>43621</c:v>
                </c:pt>
                <c:pt idx="3961">
                  <c:v>43622</c:v>
                </c:pt>
                <c:pt idx="3962">
                  <c:v>43623</c:v>
                </c:pt>
                <c:pt idx="3963">
                  <c:v>43626</c:v>
                </c:pt>
                <c:pt idx="3964">
                  <c:v>43627</c:v>
                </c:pt>
                <c:pt idx="3965">
                  <c:v>43628</c:v>
                </c:pt>
                <c:pt idx="3966">
                  <c:v>43629</c:v>
                </c:pt>
                <c:pt idx="3967">
                  <c:v>43630</c:v>
                </c:pt>
                <c:pt idx="3968">
                  <c:v>43633</c:v>
                </c:pt>
                <c:pt idx="3969">
                  <c:v>43634</c:v>
                </c:pt>
                <c:pt idx="3970">
                  <c:v>43635</c:v>
                </c:pt>
                <c:pt idx="3971">
                  <c:v>43636</c:v>
                </c:pt>
                <c:pt idx="3972">
                  <c:v>43637</c:v>
                </c:pt>
                <c:pt idx="3973">
                  <c:v>43640</c:v>
                </c:pt>
                <c:pt idx="3974">
                  <c:v>43641</c:v>
                </c:pt>
                <c:pt idx="3975">
                  <c:v>43642</c:v>
                </c:pt>
                <c:pt idx="3976">
                  <c:v>43643</c:v>
                </c:pt>
                <c:pt idx="3977">
                  <c:v>43644</c:v>
                </c:pt>
                <c:pt idx="3978">
                  <c:v>43647</c:v>
                </c:pt>
                <c:pt idx="3979">
                  <c:v>43648</c:v>
                </c:pt>
                <c:pt idx="3980">
                  <c:v>43649</c:v>
                </c:pt>
                <c:pt idx="3981">
                  <c:v>43650</c:v>
                </c:pt>
                <c:pt idx="3982">
                  <c:v>43651</c:v>
                </c:pt>
                <c:pt idx="3983">
                  <c:v>43654</c:v>
                </c:pt>
                <c:pt idx="3984">
                  <c:v>43655</c:v>
                </c:pt>
                <c:pt idx="3985">
                  <c:v>43656</c:v>
                </c:pt>
                <c:pt idx="3986">
                  <c:v>43657</c:v>
                </c:pt>
                <c:pt idx="3987">
                  <c:v>43658</c:v>
                </c:pt>
                <c:pt idx="3988">
                  <c:v>43661</c:v>
                </c:pt>
                <c:pt idx="3989">
                  <c:v>43662</c:v>
                </c:pt>
                <c:pt idx="3990">
                  <c:v>43663</c:v>
                </c:pt>
                <c:pt idx="3991">
                  <c:v>43664</c:v>
                </c:pt>
                <c:pt idx="3992">
                  <c:v>43665</c:v>
                </c:pt>
                <c:pt idx="3993">
                  <c:v>43668</c:v>
                </c:pt>
                <c:pt idx="3994">
                  <c:v>43669</c:v>
                </c:pt>
                <c:pt idx="3995">
                  <c:v>43670</c:v>
                </c:pt>
                <c:pt idx="3996">
                  <c:v>43671</c:v>
                </c:pt>
                <c:pt idx="3997">
                  <c:v>43672</c:v>
                </c:pt>
                <c:pt idx="3998">
                  <c:v>43675</c:v>
                </c:pt>
                <c:pt idx="3999">
                  <c:v>43676</c:v>
                </c:pt>
                <c:pt idx="4000">
                  <c:v>43677</c:v>
                </c:pt>
                <c:pt idx="4001">
                  <c:v>43678</c:v>
                </c:pt>
                <c:pt idx="4002">
                  <c:v>43679</c:v>
                </c:pt>
                <c:pt idx="4003">
                  <c:v>43682</c:v>
                </c:pt>
                <c:pt idx="4004">
                  <c:v>43683</c:v>
                </c:pt>
                <c:pt idx="4005">
                  <c:v>43684</c:v>
                </c:pt>
                <c:pt idx="4006">
                  <c:v>43685</c:v>
                </c:pt>
                <c:pt idx="4007">
                  <c:v>43686</c:v>
                </c:pt>
                <c:pt idx="4008">
                  <c:v>43689</c:v>
                </c:pt>
                <c:pt idx="4009">
                  <c:v>43690</c:v>
                </c:pt>
                <c:pt idx="4010">
                  <c:v>43691</c:v>
                </c:pt>
                <c:pt idx="4011">
                  <c:v>43692</c:v>
                </c:pt>
                <c:pt idx="4012">
                  <c:v>43693</c:v>
                </c:pt>
                <c:pt idx="4013">
                  <c:v>43696</c:v>
                </c:pt>
                <c:pt idx="4014">
                  <c:v>43697</c:v>
                </c:pt>
                <c:pt idx="4015">
                  <c:v>43698</c:v>
                </c:pt>
                <c:pt idx="4016">
                  <c:v>43699</c:v>
                </c:pt>
                <c:pt idx="4017">
                  <c:v>43700</c:v>
                </c:pt>
                <c:pt idx="4018">
                  <c:v>43703</c:v>
                </c:pt>
                <c:pt idx="4019">
                  <c:v>43704</c:v>
                </c:pt>
                <c:pt idx="4020">
                  <c:v>43705</c:v>
                </c:pt>
                <c:pt idx="4021">
                  <c:v>43706</c:v>
                </c:pt>
                <c:pt idx="4022">
                  <c:v>43707</c:v>
                </c:pt>
                <c:pt idx="4023">
                  <c:v>43710</c:v>
                </c:pt>
                <c:pt idx="4024">
                  <c:v>43711</c:v>
                </c:pt>
                <c:pt idx="4025">
                  <c:v>43712</c:v>
                </c:pt>
                <c:pt idx="4026">
                  <c:v>43713</c:v>
                </c:pt>
                <c:pt idx="4027">
                  <c:v>43714</c:v>
                </c:pt>
                <c:pt idx="4028">
                  <c:v>43717</c:v>
                </c:pt>
                <c:pt idx="4029">
                  <c:v>43718</c:v>
                </c:pt>
                <c:pt idx="4030">
                  <c:v>43719</c:v>
                </c:pt>
                <c:pt idx="4031">
                  <c:v>43720</c:v>
                </c:pt>
                <c:pt idx="4032">
                  <c:v>43721</c:v>
                </c:pt>
                <c:pt idx="4033">
                  <c:v>43724</c:v>
                </c:pt>
                <c:pt idx="4034">
                  <c:v>43725</c:v>
                </c:pt>
                <c:pt idx="4035">
                  <c:v>43726</c:v>
                </c:pt>
                <c:pt idx="4036">
                  <c:v>43727</c:v>
                </c:pt>
                <c:pt idx="4037">
                  <c:v>43728</c:v>
                </c:pt>
                <c:pt idx="4038">
                  <c:v>43731</c:v>
                </c:pt>
                <c:pt idx="4039">
                  <c:v>43732</c:v>
                </c:pt>
                <c:pt idx="4040">
                  <c:v>43733</c:v>
                </c:pt>
                <c:pt idx="4041">
                  <c:v>43734</c:v>
                </c:pt>
                <c:pt idx="4042">
                  <c:v>43735</c:v>
                </c:pt>
                <c:pt idx="4043">
                  <c:v>43738</c:v>
                </c:pt>
                <c:pt idx="4044">
                  <c:v>43739</c:v>
                </c:pt>
                <c:pt idx="4045">
                  <c:v>43740</c:v>
                </c:pt>
                <c:pt idx="4046">
                  <c:v>43741</c:v>
                </c:pt>
                <c:pt idx="4047">
                  <c:v>43742</c:v>
                </c:pt>
                <c:pt idx="4048">
                  <c:v>43745</c:v>
                </c:pt>
                <c:pt idx="4049">
                  <c:v>43746</c:v>
                </c:pt>
                <c:pt idx="4050">
                  <c:v>43747</c:v>
                </c:pt>
                <c:pt idx="4051">
                  <c:v>43748</c:v>
                </c:pt>
                <c:pt idx="4052">
                  <c:v>43749</c:v>
                </c:pt>
                <c:pt idx="4053">
                  <c:v>43752</c:v>
                </c:pt>
                <c:pt idx="4054">
                  <c:v>43753</c:v>
                </c:pt>
                <c:pt idx="4055">
                  <c:v>43754</c:v>
                </c:pt>
                <c:pt idx="4056">
                  <c:v>43755</c:v>
                </c:pt>
                <c:pt idx="4057">
                  <c:v>43756</c:v>
                </c:pt>
                <c:pt idx="4058">
                  <c:v>43759</c:v>
                </c:pt>
                <c:pt idx="4059">
                  <c:v>43760</c:v>
                </c:pt>
                <c:pt idx="4060">
                  <c:v>43761</c:v>
                </c:pt>
                <c:pt idx="4061">
                  <c:v>43762</c:v>
                </c:pt>
                <c:pt idx="4062">
                  <c:v>43763</c:v>
                </c:pt>
                <c:pt idx="4063">
                  <c:v>43766</c:v>
                </c:pt>
                <c:pt idx="4064">
                  <c:v>43767</c:v>
                </c:pt>
                <c:pt idx="4065">
                  <c:v>43768</c:v>
                </c:pt>
                <c:pt idx="4066">
                  <c:v>43769</c:v>
                </c:pt>
                <c:pt idx="4067">
                  <c:v>43770</c:v>
                </c:pt>
                <c:pt idx="4068">
                  <c:v>43773</c:v>
                </c:pt>
                <c:pt idx="4069">
                  <c:v>43774</c:v>
                </c:pt>
                <c:pt idx="4070">
                  <c:v>43775</c:v>
                </c:pt>
                <c:pt idx="4071">
                  <c:v>43776</c:v>
                </c:pt>
                <c:pt idx="4072">
                  <c:v>43777</c:v>
                </c:pt>
                <c:pt idx="4073">
                  <c:v>43780</c:v>
                </c:pt>
                <c:pt idx="4074">
                  <c:v>43781</c:v>
                </c:pt>
                <c:pt idx="4075">
                  <c:v>43782</c:v>
                </c:pt>
                <c:pt idx="4076">
                  <c:v>43783</c:v>
                </c:pt>
                <c:pt idx="4077">
                  <c:v>43784</c:v>
                </c:pt>
                <c:pt idx="4078">
                  <c:v>43787</c:v>
                </c:pt>
                <c:pt idx="4079">
                  <c:v>43788</c:v>
                </c:pt>
                <c:pt idx="4080">
                  <c:v>43789</c:v>
                </c:pt>
                <c:pt idx="4081">
                  <c:v>43790</c:v>
                </c:pt>
                <c:pt idx="4082">
                  <c:v>43791</c:v>
                </c:pt>
                <c:pt idx="4083">
                  <c:v>43794</c:v>
                </c:pt>
                <c:pt idx="4084">
                  <c:v>43795</c:v>
                </c:pt>
                <c:pt idx="4085">
                  <c:v>43796</c:v>
                </c:pt>
                <c:pt idx="4086">
                  <c:v>43797</c:v>
                </c:pt>
                <c:pt idx="4087">
                  <c:v>43798</c:v>
                </c:pt>
                <c:pt idx="4088">
                  <c:v>43801</c:v>
                </c:pt>
                <c:pt idx="4089">
                  <c:v>43802</c:v>
                </c:pt>
                <c:pt idx="4090">
                  <c:v>43803</c:v>
                </c:pt>
                <c:pt idx="4091">
                  <c:v>43804</c:v>
                </c:pt>
                <c:pt idx="4092">
                  <c:v>43805</c:v>
                </c:pt>
                <c:pt idx="4093">
                  <c:v>43808</c:v>
                </c:pt>
                <c:pt idx="4094">
                  <c:v>43809</c:v>
                </c:pt>
                <c:pt idx="4095">
                  <c:v>43810</c:v>
                </c:pt>
                <c:pt idx="4096">
                  <c:v>43811</c:v>
                </c:pt>
                <c:pt idx="4097">
                  <c:v>43812</c:v>
                </c:pt>
                <c:pt idx="4098">
                  <c:v>43815</c:v>
                </c:pt>
                <c:pt idx="4099">
                  <c:v>43816</c:v>
                </c:pt>
                <c:pt idx="4100">
                  <c:v>43817</c:v>
                </c:pt>
                <c:pt idx="4101">
                  <c:v>43818</c:v>
                </c:pt>
                <c:pt idx="4102">
                  <c:v>43819</c:v>
                </c:pt>
                <c:pt idx="4103">
                  <c:v>43822</c:v>
                </c:pt>
                <c:pt idx="4104">
                  <c:v>43823</c:v>
                </c:pt>
                <c:pt idx="4105">
                  <c:v>43824</c:v>
                </c:pt>
                <c:pt idx="4106">
                  <c:v>43825</c:v>
                </c:pt>
                <c:pt idx="4107">
                  <c:v>43826</c:v>
                </c:pt>
                <c:pt idx="4108">
                  <c:v>43829</c:v>
                </c:pt>
                <c:pt idx="4109">
                  <c:v>43830</c:v>
                </c:pt>
                <c:pt idx="4110">
                  <c:v>43831</c:v>
                </c:pt>
                <c:pt idx="4111">
                  <c:v>43832</c:v>
                </c:pt>
                <c:pt idx="4112">
                  <c:v>43833</c:v>
                </c:pt>
                <c:pt idx="4113">
                  <c:v>43836</c:v>
                </c:pt>
                <c:pt idx="4114">
                  <c:v>43837</c:v>
                </c:pt>
                <c:pt idx="4115">
                  <c:v>43838</c:v>
                </c:pt>
                <c:pt idx="4116">
                  <c:v>43839</c:v>
                </c:pt>
                <c:pt idx="4117">
                  <c:v>43840</c:v>
                </c:pt>
                <c:pt idx="4118">
                  <c:v>43843</c:v>
                </c:pt>
                <c:pt idx="4119">
                  <c:v>43844</c:v>
                </c:pt>
                <c:pt idx="4120">
                  <c:v>43845</c:v>
                </c:pt>
                <c:pt idx="4121">
                  <c:v>43846</c:v>
                </c:pt>
                <c:pt idx="4122">
                  <c:v>43847</c:v>
                </c:pt>
                <c:pt idx="4123">
                  <c:v>43850</c:v>
                </c:pt>
                <c:pt idx="4124">
                  <c:v>43851</c:v>
                </c:pt>
                <c:pt idx="4125">
                  <c:v>43852</c:v>
                </c:pt>
                <c:pt idx="4126">
                  <c:v>43853</c:v>
                </c:pt>
                <c:pt idx="4127">
                  <c:v>43854</c:v>
                </c:pt>
                <c:pt idx="4128">
                  <c:v>43857</c:v>
                </c:pt>
                <c:pt idx="4129">
                  <c:v>43858</c:v>
                </c:pt>
                <c:pt idx="4130">
                  <c:v>43859</c:v>
                </c:pt>
                <c:pt idx="4131">
                  <c:v>43860</c:v>
                </c:pt>
                <c:pt idx="4132">
                  <c:v>43861</c:v>
                </c:pt>
                <c:pt idx="4133">
                  <c:v>43864</c:v>
                </c:pt>
                <c:pt idx="4134">
                  <c:v>43865</c:v>
                </c:pt>
                <c:pt idx="4135">
                  <c:v>43866</c:v>
                </c:pt>
                <c:pt idx="4136">
                  <c:v>43867</c:v>
                </c:pt>
                <c:pt idx="4137">
                  <c:v>43868</c:v>
                </c:pt>
                <c:pt idx="4138">
                  <c:v>43871</c:v>
                </c:pt>
                <c:pt idx="4139">
                  <c:v>43872</c:v>
                </c:pt>
                <c:pt idx="4140">
                  <c:v>43873</c:v>
                </c:pt>
                <c:pt idx="4141">
                  <c:v>43874</c:v>
                </c:pt>
                <c:pt idx="4142">
                  <c:v>43875</c:v>
                </c:pt>
                <c:pt idx="4143">
                  <c:v>43878</c:v>
                </c:pt>
                <c:pt idx="4144">
                  <c:v>43879</c:v>
                </c:pt>
                <c:pt idx="4145">
                  <c:v>43880</c:v>
                </c:pt>
                <c:pt idx="4146">
                  <c:v>43881</c:v>
                </c:pt>
                <c:pt idx="4147">
                  <c:v>43882</c:v>
                </c:pt>
                <c:pt idx="4148">
                  <c:v>43885</c:v>
                </c:pt>
                <c:pt idx="4149">
                  <c:v>43886</c:v>
                </c:pt>
                <c:pt idx="4150">
                  <c:v>43887</c:v>
                </c:pt>
                <c:pt idx="4151">
                  <c:v>43888</c:v>
                </c:pt>
                <c:pt idx="4152">
                  <c:v>43889</c:v>
                </c:pt>
                <c:pt idx="4153">
                  <c:v>43892</c:v>
                </c:pt>
                <c:pt idx="4154">
                  <c:v>43893</c:v>
                </c:pt>
                <c:pt idx="4155">
                  <c:v>43894</c:v>
                </c:pt>
                <c:pt idx="4156">
                  <c:v>43895</c:v>
                </c:pt>
                <c:pt idx="4157">
                  <c:v>43896</c:v>
                </c:pt>
                <c:pt idx="4158">
                  <c:v>43899</c:v>
                </c:pt>
                <c:pt idx="4159">
                  <c:v>43900</c:v>
                </c:pt>
                <c:pt idx="4160">
                  <c:v>43901</c:v>
                </c:pt>
                <c:pt idx="4161">
                  <c:v>43902</c:v>
                </c:pt>
                <c:pt idx="4162">
                  <c:v>43903</c:v>
                </c:pt>
                <c:pt idx="4163">
                  <c:v>43906</c:v>
                </c:pt>
                <c:pt idx="4164">
                  <c:v>43907</c:v>
                </c:pt>
                <c:pt idx="4165">
                  <c:v>43908</c:v>
                </c:pt>
                <c:pt idx="4166">
                  <c:v>43909</c:v>
                </c:pt>
                <c:pt idx="4167">
                  <c:v>43910</c:v>
                </c:pt>
                <c:pt idx="4168">
                  <c:v>43913</c:v>
                </c:pt>
                <c:pt idx="4169">
                  <c:v>43914</c:v>
                </c:pt>
                <c:pt idx="4170">
                  <c:v>43915</c:v>
                </c:pt>
                <c:pt idx="4171">
                  <c:v>43916</c:v>
                </c:pt>
                <c:pt idx="4172">
                  <c:v>43917</c:v>
                </c:pt>
                <c:pt idx="4173">
                  <c:v>43920</c:v>
                </c:pt>
                <c:pt idx="4174">
                  <c:v>43921</c:v>
                </c:pt>
                <c:pt idx="4175">
                  <c:v>43922</c:v>
                </c:pt>
                <c:pt idx="4176">
                  <c:v>43923</c:v>
                </c:pt>
                <c:pt idx="4177">
                  <c:v>43924</c:v>
                </c:pt>
                <c:pt idx="4178">
                  <c:v>43927</c:v>
                </c:pt>
                <c:pt idx="4179">
                  <c:v>43928</c:v>
                </c:pt>
                <c:pt idx="4180">
                  <c:v>43929</c:v>
                </c:pt>
                <c:pt idx="4181">
                  <c:v>43930</c:v>
                </c:pt>
                <c:pt idx="4182">
                  <c:v>43931</c:v>
                </c:pt>
                <c:pt idx="4183">
                  <c:v>43934</c:v>
                </c:pt>
                <c:pt idx="4184">
                  <c:v>43935</c:v>
                </c:pt>
                <c:pt idx="4185">
                  <c:v>43936</c:v>
                </c:pt>
                <c:pt idx="4186">
                  <c:v>43937</c:v>
                </c:pt>
                <c:pt idx="4187">
                  <c:v>43938</c:v>
                </c:pt>
                <c:pt idx="4188">
                  <c:v>43941</c:v>
                </c:pt>
                <c:pt idx="4189">
                  <c:v>43942</c:v>
                </c:pt>
                <c:pt idx="4190">
                  <c:v>43943</c:v>
                </c:pt>
                <c:pt idx="4191">
                  <c:v>43944</c:v>
                </c:pt>
                <c:pt idx="4192">
                  <c:v>43945</c:v>
                </c:pt>
                <c:pt idx="4193">
                  <c:v>43948</c:v>
                </c:pt>
                <c:pt idx="4194">
                  <c:v>43949</c:v>
                </c:pt>
                <c:pt idx="4195">
                  <c:v>43950</c:v>
                </c:pt>
                <c:pt idx="4196">
                  <c:v>43951</c:v>
                </c:pt>
                <c:pt idx="4197">
                  <c:v>43952</c:v>
                </c:pt>
                <c:pt idx="4198">
                  <c:v>43955</c:v>
                </c:pt>
                <c:pt idx="4199">
                  <c:v>43956</c:v>
                </c:pt>
                <c:pt idx="4200">
                  <c:v>43957</c:v>
                </c:pt>
                <c:pt idx="4201">
                  <c:v>43958</c:v>
                </c:pt>
                <c:pt idx="4202">
                  <c:v>43959</c:v>
                </c:pt>
                <c:pt idx="4203">
                  <c:v>43962</c:v>
                </c:pt>
                <c:pt idx="4204">
                  <c:v>43963</c:v>
                </c:pt>
                <c:pt idx="4205">
                  <c:v>43964</c:v>
                </c:pt>
                <c:pt idx="4206">
                  <c:v>43965</c:v>
                </c:pt>
                <c:pt idx="4207">
                  <c:v>43966</c:v>
                </c:pt>
                <c:pt idx="4208">
                  <c:v>43969</c:v>
                </c:pt>
                <c:pt idx="4209">
                  <c:v>43970</c:v>
                </c:pt>
                <c:pt idx="4210">
                  <c:v>43971</c:v>
                </c:pt>
                <c:pt idx="4211">
                  <c:v>43972</c:v>
                </c:pt>
                <c:pt idx="4212">
                  <c:v>43973</c:v>
                </c:pt>
                <c:pt idx="4213">
                  <c:v>43976</c:v>
                </c:pt>
                <c:pt idx="4214">
                  <c:v>43977</c:v>
                </c:pt>
                <c:pt idx="4215">
                  <c:v>43978</c:v>
                </c:pt>
                <c:pt idx="4216">
                  <c:v>43979</c:v>
                </c:pt>
                <c:pt idx="4217">
                  <c:v>43980</c:v>
                </c:pt>
                <c:pt idx="4218">
                  <c:v>43983</c:v>
                </c:pt>
                <c:pt idx="4219">
                  <c:v>43984</c:v>
                </c:pt>
                <c:pt idx="4220">
                  <c:v>43985</c:v>
                </c:pt>
                <c:pt idx="4221">
                  <c:v>43986</c:v>
                </c:pt>
                <c:pt idx="4222">
                  <c:v>43987</c:v>
                </c:pt>
                <c:pt idx="4223">
                  <c:v>43990</c:v>
                </c:pt>
                <c:pt idx="4224">
                  <c:v>43991</c:v>
                </c:pt>
                <c:pt idx="4225">
                  <c:v>43992</c:v>
                </c:pt>
                <c:pt idx="4226">
                  <c:v>43993</c:v>
                </c:pt>
                <c:pt idx="4227">
                  <c:v>43994</c:v>
                </c:pt>
                <c:pt idx="4228">
                  <c:v>43997</c:v>
                </c:pt>
                <c:pt idx="4229">
                  <c:v>43998</c:v>
                </c:pt>
                <c:pt idx="4230">
                  <c:v>43999</c:v>
                </c:pt>
                <c:pt idx="4231">
                  <c:v>44000</c:v>
                </c:pt>
                <c:pt idx="4232">
                  <c:v>44001</c:v>
                </c:pt>
                <c:pt idx="4233">
                  <c:v>44004</c:v>
                </c:pt>
                <c:pt idx="4234">
                  <c:v>44005</c:v>
                </c:pt>
                <c:pt idx="4235">
                  <c:v>44006</c:v>
                </c:pt>
                <c:pt idx="4236">
                  <c:v>44007</c:v>
                </c:pt>
                <c:pt idx="4237">
                  <c:v>44008</c:v>
                </c:pt>
                <c:pt idx="4238">
                  <c:v>44011</c:v>
                </c:pt>
                <c:pt idx="4239">
                  <c:v>44012</c:v>
                </c:pt>
                <c:pt idx="4240">
                  <c:v>44013</c:v>
                </c:pt>
                <c:pt idx="4241">
                  <c:v>44014</c:v>
                </c:pt>
                <c:pt idx="4242">
                  <c:v>44015</c:v>
                </c:pt>
                <c:pt idx="4243">
                  <c:v>44018</c:v>
                </c:pt>
                <c:pt idx="4244">
                  <c:v>44019</c:v>
                </c:pt>
                <c:pt idx="4245">
                  <c:v>44020</c:v>
                </c:pt>
                <c:pt idx="4246">
                  <c:v>44021</c:v>
                </c:pt>
                <c:pt idx="4247">
                  <c:v>44022</c:v>
                </c:pt>
                <c:pt idx="4248">
                  <c:v>44025</c:v>
                </c:pt>
                <c:pt idx="4249">
                  <c:v>44026</c:v>
                </c:pt>
                <c:pt idx="4250">
                  <c:v>44027</c:v>
                </c:pt>
                <c:pt idx="4251">
                  <c:v>44028</c:v>
                </c:pt>
                <c:pt idx="4252">
                  <c:v>44029</c:v>
                </c:pt>
                <c:pt idx="4253">
                  <c:v>44032</c:v>
                </c:pt>
                <c:pt idx="4254">
                  <c:v>44033</c:v>
                </c:pt>
                <c:pt idx="4255">
                  <c:v>44034</c:v>
                </c:pt>
                <c:pt idx="4256">
                  <c:v>44035</c:v>
                </c:pt>
                <c:pt idx="4257">
                  <c:v>44036</c:v>
                </c:pt>
                <c:pt idx="4258">
                  <c:v>44039</c:v>
                </c:pt>
                <c:pt idx="4259">
                  <c:v>44040</c:v>
                </c:pt>
                <c:pt idx="4260">
                  <c:v>44041</c:v>
                </c:pt>
                <c:pt idx="4261">
                  <c:v>44042</c:v>
                </c:pt>
                <c:pt idx="4262">
                  <c:v>44043</c:v>
                </c:pt>
                <c:pt idx="4263">
                  <c:v>44046</c:v>
                </c:pt>
                <c:pt idx="4264">
                  <c:v>44047</c:v>
                </c:pt>
                <c:pt idx="4265">
                  <c:v>44048</c:v>
                </c:pt>
                <c:pt idx="4266">
                  <c:v>44049</c:v>
                </c:pt>
                <c:pt idx="4267">
                  <c:v>44050</c:v>
                </c:pt>
                <c:pt idx="4268">
                  <c:v>44053</c:v>
                </c:pt>
                <c:pt idx="4269">
                  <c:v>44054</c:v>
                </c:pt>
                <c:pt idx="4270">
                  <c:v>44055</c:v>
                </c:pt>
                <c:pt idx="4271">
                  <c:v>44056</c:v>
                </c:pt>
                <c:pt idx="4272">
                  <c:v>44057</c:v>
                </c:pt>
                <c:pt idx="4273">
                  <c:v>44060</c:v>
                </c:pt>
                <c:pt idx="4274">
                  <c:v>44061</c:v>
                </c:pt>
                <c:pt idx="4275">
                  <c:v>44062</c:v>
                </c:pt>
                <c:pt idx="4276">
                  <c:v>44063</c:v>
                </c:pt>
                <c:pt idx="4277">
                  <c:v>44064</c:v>
                </c:pt>
                <c:pt idx="4278">
                  <c:v>44067</c:v>
                </c:pt>
                <c:pt idx="4279">
                  <c:v>44068</c:v>
                </c:pt>
                <c:pt idx="4280">
                  <c:v>44069</c:v>
                </c:pt>
                <c:pt idx="4281">
                  <c:v>44070</c:v>
                </c:pt>
                <c:pt idx="4282">
                  <c:v>44071</c:v>
                </c:pt>
                <c:pt idx="4283">
                  <c:v>44074</c:v>
                </c:pt>
                <c:pt idx="4284">
                  <c:v>44075</c:v>
                </c:pt>
                <c:pt idx="4285">
                  <c:v>44076</c:v>
                </c:pt>
                <c:pt idx="4286">
                  <c:v>44077</c:v>
                </c:pt>
                <c:pt idx="4287">
                  <c:v>44078</c:v>
                </c:pt>
                <c:pt idx="4288">
                  <c:v>44081</c:v>
                </c:pt>
                <c:pt idx="4289">
                  <c:v>44082</c:v>
                </c:pt>
                <c:pt idx="4290">
                  <c:v>44083</c:v>
                </c:pt>
                <c:pt idx="4291">
                  <c:v>44084</c:v>
                </c:pt>
                <c:pt idx="4292">
                  <c:v>44085</c:v>
                </c:pt>
                <c:pt idx="4293">
                  <c:v>44088</c:v>
                </c:pt>
                <c:pt idx="4294">
                  <c:v>44089</c:v>
                </c:pt>
                <c:pt idx="4295">
                  <c:v>44090</c:v>
                </c:pt>
                <c:pt idx="4296">
                  <c:v>44091</c:v>
                </c:pt>
                <c:pt idx="4297">
                  <c:v>44092</c:v>
                </c:pt>
                <c:pt idx="4298">
                  <c:v>44095</c:v>
                </c:pt>
                <c:pt idx="4299">
                  <c:v>44096</c:v>
                </c:pt>
                <c:pt idx="4300">
                  <c:v>44097</c:v>
                </c:pt>
                <c:pt idx="4301">
                  <c:v>44098</c:v>
                </c:pt>
                <c:pt idx="4302">
                  <c:v>44099</c:v>
                </c:pt>
                <c:pt idx="4303">
                  <c:v>44102</c:v>
                </c:pt>
                <c:pt idx="4304">
                  <c:v>44103</c:v>
                </c:pt>
                <c:pt idx="4305">
                  <c:v>44104</c:v>
                </c:pt>
                <c:pt idx="4306">
                  <c:v>44105</c:v>
                </c:pt>
                <c:pt idx="4307">
                  <c:v>44106</c:v>
                </c:pt>
                <c:pt idx="4308">
                  <c:v>44109</c:v>
                </c:pt>
                <c:pt idx="4309">
                  <c:v>44110</c:v>
                </c:pt>
                <c:pt idx="4310">
                  <c:v>44111</c:v>
                </c:pt>
                <c:pt idx="4311">
                  <c:v>44112</c:v>
                </c:pt>
                <c:pt idx="4312">
                  <c:v>44113</c:v>
                </c:pt>
                <c:pt idx="4313">
                  <c:v>44116</c:v>
                </c:pt>
                <c:pt idx="4314">
                  <c:v>44117</c:v>
                </c:pt>
                <c:pt idx="4315">
                  <c:v>44118</c:v>
                </c:pt>
                <c:pt idx="4316">
                  <c:v>44119</c:v>
                </c:pt>
                <c:pt idx="4317">
                  <c:v>44120</c:v>
                </c:pt>
                <c:pt idx="4318">
                  <c:v>44123</c:v>
                </c:pt>
                <c:pt idx="4319">
                  <c:v>44124</c:v>
                </c:pt>
                <c:pt idx="4320">
                  <c:v>44125</c:v>
                </c:pt>
                <c:pt idx="4321">
                  <c:v>44126</c:v>
                </c:pt>
                <c:pt idx="4322">
                  <c:v>44127</c:v>
                </c:pt>
                <c:pt idx="4323">
                  <c:v>44130</c:v>
                </c:pt>
                <c:pt idx="4324">
                  <c:v>44131</c:v>
                </c:pt>
                <c:pt idx="4325">
                  <c:v>44132</c:v>
                </c:pt>
                <c:pt idx="4326">
                  <c:v>44133</c:v>
                </c:pt>
                <c:pt idx="4327">
                  <c:v>44134</c:v>
                </c:pt>
                <c:pt idx="4328">
                  <c:v>44137</c:v>
                </c:pt>
                <c:pt idx="4329">
                  <c:v>44138</c:v>
                </c:pt>
                <c:pt idx="4330">
                  <c:v>44139</c:v>
                </c:pt>
                <c:pt idx="4331">
                  <c:v>44140</c:v>
                </c:pt>
                <c:pt idx="4332">
                  <c:v>44141</c:v>
                </c:pt>
                <c:pt idx="4333">
                  <c:v>44144</c:v>
                </c:pt>
                <c:pt idx="4334">
                  <c:v>44145</c:v>
                </c:pt>
                <c:pt idx="4335">
                  <c:v>44146</c:v>
                </c:pt>
                <c:pt idx="4336">
                  <c:v>44147</c:v>
                </c:pt>
                <c:pt idx="4337">
                  <c:v>44148</c:v>
                </c:pt>
                <c:pt idx="4338">
                  <c:v>44151</c:v>
                </c:pt>
                <c:pt idx="4339">
                  <c:v>44152</c:v>
                </c:pt>
                <c:pt idx="4340">
                  <c:v>44153</c:v>
                </c:pt>
                <c:pt idx="4341">
                  <c:v>44154</c:v>
                </c:pt>
                <c:pt idx="4342">
                  <c:v>44155</c:v>
                </c:pt>
                <c:pt idx="4343">
                  <c:v>44158</c:v>
                </c:pt>
                <c:pt idx="4344">
                  <c:v>44159</c:v>
                </c:pt>
                <c:pt idx="4345">
                  <c:v>44160</c:v>
                </c:pt>
                <c:pt idx="4346">
                  <c:v>44161</c:v>
                </c:pt>
                <c:pt idx="4347">
                  <c:v>44162</c:v>
                </c:pt>
                <c:pt idx="4348">
                  <c:v>44165</c:v>
                </c:pt>
                <c:pt idx="4349">
                  <c:v>44166</c:v>
                </c:pt>
                <c:pt idx="4350">
                  <c:v>44167</c:v>
                </c:pt>
                <c:pt idx="4351">
                  <c:v>44168</c:v>
                </c:pt>
                <c:pt idx="4352">
                  <c:v>44169</c:v>
                </c:pt>
                <c:pt idx="4353">
                  <c:v>44172</c:v>
                </c:pt>
                <c:pt idx="4354">
                  <c:v>44173</c:v>
                </c:pt>
                <c:pt idx="4355">
                  <c:v>44174</c:v>
                </c:pt>
                <c:pt idx="4356">
                  <c:v>44175</c:v>
                </c:pt>
                <c:pt idx="4357">
                  <c:v>44176</c:v>
                </c:pt>
                <c:pt idx="4358">
                  <c:v>44179</c:v>
                </c:pt>
                <c:pt idx="4359">
                  <c:v>44180</c:v>
                </c:pt>
                <c:pt idx="4360">
                  <c:v>44181</c:v>
                </c:pt>
                <c:pt idx="4361">
                  <c:v>44182</c:v>
                </c:pt>
                <c:pt idx="4362">
                  <c:v>44183</c:v>
                </c:pt>
                <c:pt idx="4363">
                  <c:v>44186</c:v>
                </c:pt>
                <c:pt idx="4364">
                  <c:v>44187</c:v>
                </c:pt>
                <c:pt idx="4365">
                  <c:v>44188</c:v>
                </c:pt>
                <c:pt idx="4366">
                  <c:v>44189</c:v>
                </c:pt>
                <c:pt idx="4367">
                  <c:v>44190</c:v>
                </c:pt>
                <c:pt idx="4368">
                  <c:v>44193</c:v>
                </c:pt>
                <c:pt idx="4369">
                  <c:v>44194</c:v>
                </c:pt>
                <c:pt idx="4370">
                  <c:v>44195</c:v>
                </c:pt>
                <c:pt idx="4371">
                  <c:v>44196</c:v>
                </c:pt>
                <c:pt idx="4372">
                  <c:v>44197</c:v>
                </c:pt>
                <c:pt idx="4373">
                  <c:v>44200</c:v>
                </c:pt>
                <c:pt idx="4374">
                  <c:v>44201</c:v>
                </c:pt>
                <c:pt idx="4375">
                  <c:v>44202</c:v>
                </c:pt>
                <c:pt idx="4376">
                  <c:v>44203</c:v>
                </c:pt>
                <c:pt idx="4377">
                  <c:v>44204</c:v>
                </c:pt>
                <c:pt idx="4378">
                  <c:v>44207</c:v>
                </c:pt>
                <c:pt idx="4379">
                  <c:v>44208</c:v>
                </c:pt>
                <c:pt idx="4380">
                  <c:v>44209</c:v>
                </c:pt>
                <c:pt idx="4381">
                  <c:v>44210</c:v>
                </c:pt>
                <c:pt idx="4382">
                  <c:v>44211</c:v>
                </c:pt>
                <c:pt idx="4383">
                  <c:v>44214</c:v>
                </c:pt>
                <c:pt idx="4384">
                  <c:v>44215</c:v>
                </c:pt>
                <c:pt idx="4385">
                  <c:v>44216</c:v>
                </c:pt>
                <c:pt idx="4386">
                  <c:v>44217</c:v>
                </c:pt>
                <c:pt idx="4387">
                  <c:v>44218</c:v>
                </c:pt>
                <c:pt idx="4388">
                  <c:v>44221</c:v>
                </c:pt>
                <c:pt idx="4389">
                  <c:v>44222</c:v>
                </c:pt>
                <c:pt idx="4390">
                  <c:v>44223</c:v>
                </c:pt>
                <c:pt idx="4391">
                  <c:v>44224</c:v>
                </c:pt>
                <c:pt idx="4392">
                  <c:v>44225</c:v>
                </c:pt>
                <c:pt idx="4393">
                  <c:v>44228</c:v>
                </c:pt>
                <c:pt idx="4394">
                  <c:v>44229</c:v>
                </c:pt>
                <c:pt idx="4395">
                  <c:v>44230</c:v>
                </c:pt>
                <c:pt idx="4396">
                  <c:v>44231</c:v>
                </c:pt>
                <c:pt idx="4397">
                  <c:v>44232</c:v>
                </c:pt>
                <c:pt idx="4398">
                  <c:v>44235</c:v>
                </c:pt>
                <c:pt idx="4399">
                  <c:v>44236</c:v>
                </c:pt>
                <c:pt idx="4400">
                  <c:v>44237</c:v>
                </c:pt>
                <c:pt idx="4401">
                  <c:v>44238</c:v>
                </c:pt>
                <c:pt idx="4402">
                  <c:v>44239</c:v>
                </c:pt>
                <c:pt idx="4403">
                  <c:v>44242</c:v>
                </c:pt>
                <c:pt idx="4404">
                  <c:v>44243</c:v>
                </c:pt>
                <c:pt idx="4405">
                  <c:v>44244</c:v>
                </c:pt>
                <c:pt idx="4406">
                  <c:v>44245</c:v>
                </c:pt>
                <c:pt idx="4407">
                  <c:v>44246</c:v>
                </c:pt>
                <c:pt idx="4408">
                  <c:v>44249</c:v>
                </c:pt>
                <c:pt idx="4409">
                  <c:v>44250</c:v>
                </c:pt>
                <c:pt idx="4410">
                  <c:v>44251</c:v>
                </c:pt>
                <c:pt idx="4411">
                  <c:v>44252</c:v>
                </c:pt>
                <c:pt idx="4412">
                  <c:v>44253</c:v>
                </c:pt>
                <c:pt idx="4413">
                  <c:v>44256</c:v>
                </c:pt>
                <c:pt idx="4414">
                  <c:v>44257</c:v>
                </c:pt>
                <c:pt idx="4415">
                  <c:v>44258</c:v>
                </c:pt>
                <c:pt idx="4416">
                  <c:v>44259</c:v>
                </c:pt>
                <c:pt idx="4417">
                  <c:v>44260</c:v>
                </c:pt>
                <c:pt idx="4418">
                  <c:v>44263</c:v>
                </c:pt>
                <c:pt idx="4419">
                  <c:v>44264</c:v>
                </c:pt>
                <c:pt idx="4420">
                  <c:v>44265</c:v>
                </c:pt>
                <c:pt idx="4421">
                  <c:v>44266</c:v>
                </c:pt>
                <c:pt idx="4422">
                  <c:v>44267</c:v>
                </c:pt>
                <c:pt idx="4423">
                  <c:v>44270</c:v>
                </c:pt>
                <c:pt idx="4424">
                  <c:v>44271</c:v>
                </c:pt>
                <c:pt idx="4425">
                  <c:v>44272</c:v>
                </c:pt>
                <c:pt idx="4426">
                  <c:v>44273</c:v>
                </c:pt>
                <c:pt idx="4427">
                  <c:v>44274</c:v>
                </c:pt>
                <c:pt idx="4428">
                  <c:v>44277</c:v>
                </c:pt>
                <c:pt idx="4429">
                  <c:v>44278</c:v>
                </c:pt>
                <c:pt idx="4430">
                  <c:v>44279</c:v>
                </c:pt>
                <c:pt idx="4431">
                  <c:v>44280</c:v>
                </c:pt>
                <c:pt idx="4432">
                  <c:v>44281</c:v>
                </c:pt>
                <c:pt idx="4433">
                  <c:v>44284</c:v>
                </c:pt>
                <c:pt idx="4434">
                  <c:v>44285</c:v>
                </c:pt>
                <c:pt idx="4435">
                  <c:v>44286</c:v>
                </c:pt>
                <c:pt idx="4436">
                  <c:v>44287</c:v>
                </c:pt>
                <c:pt idx="4437">
                  <c:v>44288</c:v>
                </c:pt>
                <c:pt idx="4438">
                  <c:v>44291</c:v>
                </c:pt>
                <c:pt idx="4439">
                  <c:v>44292</c:v>
                </c:pt>
                <c:pt idx="4440">
                  <c:v>44293</c:v>
                </c:pt>
                <c:pt idx="4441">
                  <c:v>44294</c:v>
                </c:pt>
                <c:pt idx="4442">
                  <c:v>44295</c:v>
                </c:pt>
                <c:pt idx="4443">
                  <c:v>44298</c:v>
                </c:pt>
                <c:pt idx="4444">
                  <c:v>44299</c:v>
                </c:pt>
                <c:pt idx="4445">
                  <c:v>44300</c:v>
                </c:pt>
                <c:pt idx="4446">
                  <c:v>44301</c:v>
                </c:pt>
                <c:pt idx="4447">
                  <c:v>44302</c:v>
                </c:pt>
                <c:pt idx="4448">
                  <c:v>44305</c:v>
                </c:pt>
                <c:pt idx="4449">
                  <c:v>44306</c:v>
                </c:pt>
                <c:pt idx="4450">
                  <c:v>44307</c:v>
                </c:pt>
                <c:pt idx="4451">
                  <c:v>44308</c:v>
                </c:pt>
                <c:pt idx="4452">
                  <c:v>44309</c:v>
                </c:pt>
                <c:pt idx="4453">
                  <c:v>44312</c:v>
                </c:pt>
                <c:pt idx="4454">
                  <c:v>44313</c:v>
                </c:pt>
                <c:pt idx="4455">
                  <c:v>44314</c:v>
                </c:pt>
                <c:pt idx="4456">
                  <c:v>44315</c:v>
                </c:pt>
                <c:pt idx="4457">
                  <c:v>44316</c:v>
                </c:pt>
                <c:pt idx="4458">
                  <c:v>44319</c:v>
                </c:pt>
                <c:pt idx="4459">
                  <c:v>44320</c:v>
                </c:pt>
                <c:pt idx="4460">
                  <c:v>44321</c:v>
                </c:pt>
                <c:pt idx="4461">
                  <c:v>44322</c:v>
                </c:pt>
                <c:pt idx="4462">
                  <c:v>44323</c:v>
                </c:pt>
                <c:pt idx="4463">
                  <c:v>44326</c:v>
                </c:pt>
                <c:pt idx="4464">
                  <c:v>44327</c:v>
                </c:pt>
                <c:pt idx="4465">
                  <c:v>44328</c:v>
                </c:pt>
                <c:pt idx="4466">
                  <c:v>44329</c:v>
                </c:pt>
                <c:pt idx="4467">
                  <c:v>44330</c:v>
                </c:pt>
                <c:pt idx="4468">
                  <c:v>44333</c:v>
                </c:pt>
                <c:pt idx="4469">
                  <c:v>44334</c:v>
                </c:pt>
                <c:pt idx="4470">
                  <c:v>44335</c:v>
                </c:pt>
                <c:pt idx="4471">
                  <c:v>44336</c:v>
                </c:pt>
                <c:pt idx="4472">
                  <c:v>44337</c:v>
                </c:pt>
                <c:pt idx="4473">
                  <c:v>44340</c:v>
                </c:pt>
                <c:pt idx="4474">
                  <c:v>44341</c:v>
                </c:pt>
                <c:pt idx="4475">
                  <c:v>44342</c:v>
                </c:pt>
                <c:pt idx="4476">
                  <c:v>44343</c:v>
                </c:pt>
                <c:pt idx="4477">
                  <c:v>44344</c:v>
                </c:pt>
                <c:pt idx="4478">
                  <c:v>44347</c:v>
                </c:pt>
                <c:pt idx="4479">
                  <c:v>44348</c:v>
                </c:pt>
                <c:pt idx="4480">
                  <c:v>44349</c:v>
                </c:pt>
                <c:pt idx="4481">
                  <c:v>44350</c:v>
                </c:pt>
                <c:pt idx="4482">
                  <c:v>44351</c:v>
                </c:pt>
                <c:pt idx="4483">
                  <c:v>44354</c:v>
                </c:pt>
                <c:pt idx="4484">
                  <c:v>44355</c:v>
                </c:pt>
                <c:pt idx="4485">
                  <c:v>44356</c:v>
                </c:pt>
                <c:pt idx="4486">
                  <c:v>44357</c:v>
                </c:pt>
                <c:pt idx="4487">
                  <c:v>44358</c:v>
                </c:pt>
                <c:pt idx="4488">
                  <c:v>44361</c:v>
                </c:pt>
                <c:pt idx="4489">
                  <c:v>44362</c:v>
                </c:pt>
                <c:pt idx="4490">
                  <c:v>44363</c:v>
                </c:pt>
                <c:pt idx="4491">
                  <c:v>44364</c:v>
                </c:pt>
                <c:pt idx="4492">
                  <c:v>44365</c:v>
                </c:pt>
                <c:pt idx="4493">
                  <c:v>44368</c:v>
                </c:pt>
                <c:pt idx="4494">
                  <c:v>44369</c:v>
                </c:pt>
                <c:pt idx="4495">
                  <c:v>44370</c:v>
                </c:pt>
                <c:pt idx="4496">
                  <c:v>44371</c:v>
                </c:pt>
                <c:pt idx="4497">
                  <c:v>44372</c:v>
                </c:pt>
                <c:pt idx="4498">
                  <c:v>44375</c:v>
                </c:pt>
                <c:pt idx="4499">
                  <c:v>44376</c:v>
                </c:pt>
                <c:pt idx="4500">
                  <c:v>44377</c:v>
                </c:pt>
                <c:pt idx="4501">
                  <c:v>44378</c:v>
                </c:pt>
                <c:pt idx="4502">
                  <c:v>44379</c:v>
                </c:pt>
                <c:pt idx="4503">
                  <c:v>44382</c:v>
                </c:pt>
                <c:pt idx="4504">
                  <c:v>44383</c:v>
                </c:pt>
                <c:pt idx="4505">
                  <c:v>44384</c:v>
                </c:pt>
                <c:pt idx="4506">
                  <c:v>44385</c:v>
                </c:pt>
                <c:pt idx="4507">
                  <c:v>44386</c:v>
                </c:pt>
                <c:pt idx="4508">
                  <c:v>44389</c:v>
                </c:pt>
                <c:pt idx="4509">
                  <c:v>44390</c:v>
                </c:pt>
                <c:pt idx="4510">
                  <c:v>44391</c:v>
                </c:pt>
                <c:pt idx="4511">
                  <c:v>44392</c:v>
                </c:pt>
                <c:pt idx="4512">
                  <c:v>44393</c:v>
                </c:pt>
                <c:pt idx="4513">
                  <c:v>44396</c:v>
                </c:pt>
                <c:pt idx="4514">
                  <c:v>44397</c:v>
                </c:pt>
                <c:pt idx="4515">
                  <c:v>44398</c:v>
                </c:pt>
                <c:pt idx="4516">
                  <c:v>44399</c:v>
                </c:pt>
                <c:pt idx="4517">
                  <c:v>44400</c:v>
                </c:pt>
                <c:pt idx="4518">
                  <c:v>44403</c:v>
                </c:pt>
                <c:pt idx="4519">
                  <c:v>44404</c:v>
                </c:pt>
                <c:pt idx="4520">
                  <c:v>44405</c:v>
                </c:pt>
                <c:pt idx="4521">
                  <c:v>44406</c:v>
                </c:pt>
                <c:pt idx="4522">
                  <c:v>44407</c:v>
                </c:pt>
                <c:pt idx="4523">
                  <c:v>44410</c:v>
                </c:pt>
                <c:pt idx="4524">
                  <c:v>44411</c:v>
                </c:pt>
                <c:pt idx="4525">
                  <c:v>44412</c:v>
                </c:pt>
                <c:pt idx="4526">
                  <c:v>44413</c:v>
                </c:pt>
                <c:pt idx="4527">
                  <c:v>44414</c:v>
                </c:pt>
                <c:pt idx="4528">
                  <c:v>44417</c:v>
                </c:pt>
                <c:pt idx="4529">
                  <c:v>44418</c:v>
                </c:pt>
                <c:pt idx="4530">
                  <c:v>44419</c:v>
                </c:pt>
                <c:pt idx="4531">
                  <c:v>44420</c:v>
                </c:pt>
                <c:pt idx="4532">
                  <c:v>44421</c:v>
                </c:pt>
                <c:pt idx="4533">
                  <c:v>44424</c:v>
                </c:pt>
                <c:pt idx="4534">
                  <c:v>44425</c:v>
                </c:pt>
                <c:pt idx="4535">
                  <c:v>44426</c:v>
                </c:pt>
                <c:pt idx="4536">
                  <c:v>44427</c:v>
                </c:pt>
                <c:pt idx="4537">
                  <c:v>44428</c:v>
                </c:pt>
                <c:pt idx="4538">
                  <c:v>44431</c:v>
                </c:pt>
                <c:pt idx="4539">
                  <c:v>44432</c:v>
                </c:pt>
                <c:pt idx="4540">
                  <c:v>44433</c:v>
                </c:pt>
                <c:pt idx="4541">
                  <c:v>44434</c:v>
                </c:pt>
                <c:pt idx="4542">
                  <c:v>44435</c:v>
                </c:pt>
                <c:pt idx="4543">
                  <c:v>44438</c:v>
                </c:pt>
                <c:pt idx="4544">
                  <c:v>44439</c:v>
                </c:pt>
                <c:pt idx="4545">
                  <c:v>44440</c:v>
                </c:pt>
                <c:pt idx="4546">
                  <c:v>44441</c:v>
                </c:pt>
                <c:pt idx="4547">
                  <c:v>44442</c:v>
                </c:pt>
                <c:pt idx="4548">
                  <c:v>44445</c:v>
                </c:pt>
                <c:pt idx="4549">
                  <c:v>44446</c:v>
                </c:pt>
                <c:pt idx="4550">
                  <c:v>44447</c:v>
                </c:pt>
                <c:pt idx="4551">
                  <c:v>44448</c:v>
                </c:pt>
                <c:pt idx="4552">
                  <c:v>44449</c:v>
                </c:pt>
                <c:pt idx="4553">
                  <c:v>44452</c:v>
                </c:pt>
                <c:pt idx="4554">
                  <c:v>44453</c:v>
                </c:pt>
                <c:pt idx="4555">
                  <c:v>44454</c:v>
                </c:pt>
                <c:pt idx="4556">
                  <c:v>44455</c:v>
                </c:pt>
                <c:pt idx="4557">
                  <c:v>44456</c:v>
                </c:pt>
                <c:pt idx="4558">
                  <c:v>44459</c:v>
                </c:pt>
                <c:pt idx="4559">
                  <c:v>44460</c:v>
                </c:pt>
                <c:pt idx="4560">
                  <c:v>44461</c:v>
                </c:pt>
                <c:pt idx="4561">
                  <c:v>44462</c:v>
                </c:pt>
                <c:pt idx="4562">
                  <c:v>44463</c:v>
                </c:pt>
                <c:pt idx="4563">
                  <c:v>44466</c:v>
                </c:pt>
                <c:pt idx="4564">
                  <c:v>44467</c:v>
                </c:pt>
                <c:pt idx="4565">
                  <c:v>44468</c:v>
                </c:pt>
                <c:pt idx="4566">
                  <c:v>44469</c:v>
                </c:pt>
                <c:pt idx="4567">
                  <c:v>44470</c:v>
                </c:pt>
                <c:pt idx="4568">
                  <c:v>44473</c:v>
                </c:pt>
                <c:pt idx="4569">
                  <c:v>44474</c:v>
                </c:pt>
                <c:pt idx="4570">
                  <c:v>44475</c:v>
                </c:pt>
                <c:pt idx="4571">
                  <c:v>44476</c:v>
                </c:pt>
                <c:pt idx="4572">
                  <c:v>44477</c:v>
                </c:pt>
                <c:pt idx="4573">
                  <c:v>44480</c:v>
                </c:pt>
                <c:pt idx="4574">
                  <c:v>44481</c:v>
                </c:pt>
                <c:pt idx="4575">
                  <c:v>44482</c:v>
                </c:pt>
                <c:pt idx="4576">
                  <c:v>44483</c:v>
                </c:pt>
                <c:pt idx="4577">
                  <c:v>44484</c:v>
                </c:pt>
                <c:pt idx="4578">
                  <c:v>44487</c:v>
                </c:pt>
                <c:pt idx="4579">
                  <c:v>44488</c:v>
                </c:pt>
                <c:pt idx="4580">
                  <c:v>44489</c:v>
                </c:pt>
                <c:pt idx="4581">
                  <c:v>44490</c:v>
                </c:pt>
                <c:pt idx="4582">
                  <c:v>44491</c:v>
                </c:pt>
                <c:pt idx="4583">
                  <c:v>44494</c:v>
                </c:pt>
                <c:pt idx="4584">
                  <c:v>44495</c:v>
                </c:pt>
                <c:pt idx="4585">
                  <c:v>44496</c:v>
                </c:pt>
                <c:pt idx="4586">
                  <c:v>44497</c:v>
                </c:pt>
                <c:pt idx="4587">
                  <c:v>44498</c:v>
                </c:pt>
                <c:pt idx="4588">
                  <c:v>44501</c:v>
                </c:pt>
                <c:pt idx="4589">
                  <c:v>44502</c:v>
                </c:pt>
                <c:pt idx="4590">
                  <c:v>44503</c:v>
                </c:pt>
                <c:pt idx="4591">
                  <c:v>44504</c:v>
                </c:pt>
                <c:pt idx="4592">
                  <c:v>44505</c:v>
                </c:pt>
                <c:pt idx="4593">
                  <c:v>44508</c:v>
                </c:pt>
                <c:pt idx="4594">
                  <c:v>44509</c:v>
                </c:pt>
                <c:pt idx="4595">
                  <c:v>44510</c:v>
                </c:pt>
                <c:pt idx="4596">
                  <c:v>44511</c:v>
                </c:pt>
                <c:pt idx="4597">
                  <c:v>44512</c:v>
                </c:pt>
                <c:pt idx="4598">
                  <c:v>44515</c:v>
                </c:pt>
                <c:pt idx="4599">
                  <c:v>44516</c:v>
                </c:pt>
                <c:pt idx="4600">
                  <c:v>44517</c:v>
                </c:pt>
                <c:pt idx="4601">
                  <c:v>44518</c:v>
                </c:pt>
                <c:pt idx="4602">
                  <c:v>44519</c:v>
                </c:pt>
                <c:pt idx="4603">
                  <c:v>44522</c:v>
                </c:pt>
                <c:pt idx="4604">
                  <c:v>44523</c:v>
                </c:pt>
                <c:pt idx="4605">
                  <c:v>44524</c:v>
                </c:pt>
                <c:pt idx="4606">
                  <c:v>44525</c:v>
                </c:pt>
                <c:pt idx="4607">
                  <c:v>44526</c:v>
                </c:pt>
                <c:pt idx="4608">
                  <c:v>44529</c:v>
                </c:pt>
                <c:pt idx="4609">
                  <c:v>44530</c:v>
                </c:pt>
                <c:pt idx="4610">
                  <c:v>44531</c:v>
                </c:pt>
                <c:pt idx="4611">
                  <c:v>44532</c:v>
                </c:pt>
                <c:pt idx="4612">
                  <c:v>44533</c:v>
                </c:pt>
                <c:pt idx="4613">
                  <c:v>44536</c:v>
                </c:pt>
                <c:pt idx="4614">
                  <c:v>44537</c:v>
                </c:pt>
                <c:pt idx="4615">
                  <c:v>44538</c:v>
                </c:pt>
                <c:pt idx="4616">
                  <c:v>44539</c:v>
                </c:pt>
                <c:pt idx="4617">
                  <c:v>44540</c:v>
                </c:pt>
                <c:pt idx="4618">
                  <c:v>44543</c:v>
                </c:pt>
                <c:pt idx="4619">
                  <c:v>44544</c:v>
                </c:pt>
                <c:pt idx="4620">
                  <c:v>44545</c:v>
                </c:pt>
                <c:pt idx="4621">
                  <c:v>44546</c:v>
                </c:pt>
                <c:pt idx="4622">
                  <c:v>44547</c:v>
                </c:pt>
                <c:pt idx="4623">
                  <c:v>44550</c:v>
                </c:pt>
                <c:pt idx="4624">
                  <c:v>44551</c:v>
                </c:pt>
                <c:pt idx="4625">
                  <c:v>44552</c:v>
                </c:pt>
                <c:pt idx="4626">
                  <c:v>44553</c:v>
                </c:pt>
                <c:pt idx="4627">
                  <c:v>44554</c:v>
                </c:pt>
                <c:pt idx="4628">
                  <c:v>44557</c:v>
                </c:pt>
                <c:pt idx="4629">
                  <c:v>44558</c:v>
                </c:pt>
                <c:pt idx="4630">
                  <c:v>44559</c:v>
                </c:pt>
                <c:pt idx="4631">
                  <c:v>44560</c:v>
                </c:pt>
                <c:pt idx="4632">
                  <c:v>44561</c:v>
                </c:pt>
                <c:pt idx="4633">
                  <c:v>44564</c:v>
                </c:pt>
                <c:pt idx="4634">
                  <c:v>44565</c:v>
                </c:pt>
                <c:pt idx="4635">
                  <c:v>44566</c:v>
                </c:pt>
                <c:pt idx="4636">
                  <c:v>44567</c:v>
                </c:pt>
                <c:pt idx="4637">
                  <c:v>44568</c:v>
                </c:pt>
                <c:pt idx="4638">
                  <c:v>44571</c:v>
                </c:pt>
                <c:pt idx="4639">
                  <c:v>44572</c:v>
                </c:pt>
                <c:pt idx="4640">
                  <c:v>44573</c:v>
                </c:pt>
                <c:pt idx="4641">
                  <c:v>44574</c:v>
                </c:pt>
                <c:pt idx="4642">
                  <c:v>44575</c:v>
                </c:pt>
                <c:pt idx="4643">
                  <c:v>44578</c:v>
                </c:pt>
                <c:pt idx="4644">
                  <c:v>44579</c:v>
                </c:pt>
                <c:pt idx="4645">
                  <c:v>44580</c:v>
                </c:pt>
                <c:pt idx="4646">
                  <c:v>44581</c:v>
                </c:pt>
                <c:pt idx="4647">
                  <c:v>44582</c:v>
                </c:pt>
                <c:pt idx="4648">
                  <c:v>44585</c:v>
                </c:pt>
                <c:pt idx="4649">
                  <c:v>44586</c:v>
                </c:pt>
                <c:pt idx="4650">
                  <c:v>44587</c:v>
                </c:pt>
                <c:pt idx="4651">
                  <c:v>44588</c:v>
                </c:pt>
                <c:pt idx="4652">
                  <c:v>44589</c:v>
                </c:pt>
                <c:pt idx="4653">
                  <c:v>44592</c:v>
                </c:pt>
                <c:pt idx="4654">
                  <c:v>44593</c:v>
                </c:pt>
                <c:pt idx="4655">
                  <c:v>44594</c:v>
                </c:pt>
                <c:pt idx="4656">
                  <c:v>44595</c:v>
                </c:pt>
                <c:pt idx="4657">
                  <c:v>44596</c:v>
                </c:pt>
                <c:pt idx="4658">
                  <c:v>44599</c:v>
                </c:pt>
                <c:pt idx="4659">
                  <c:v>44600</c:v>
                </c:pt>
                <c:pt idx="4660">
                  <c:v>44601</c:v>
                </c:pt>
                <c:pt idx="4661">
                  <c:v>44602</c:v>
                </c:pt>
                <c:pt idx="4662">
                  <c:v>44603</c:v>
                </c:pt>
                <c:pt idx="4663">
                  <c:v>44606</c:v>
                </c:pt>
                <c:pt idx="4664">
                  <c:v>44607</c:v>
                </c:pt>
                <c:pt idx="4665">
                  <c:v>44608</c:v>
                </c:pt>
                <c:pt idx="4666">
                  <c:v>44609</c:v>
                </c:pt>
                <c:pt idx="4667">
                  <c:v>44610</c:v>
                </c:pt>
                <c:pt idx="4668">
                  <c:v>44613</c:v>
                </c:pt>
                <c:pt idx="4669">
                  <c:v>44614</c:v>
                </c:pt>
                <c:pt idx="4670">
                  <c:v>44615</c:v>
                </c:pt>
                <c:pt idx="4671">
                  <c:v>44616</c:v>
                </c:pt>
                <c:pt idx="4672">
                  <c:v>44617</c:v>
                </c:pt>
                <c:pt idx="4673">
                  <c:v>44620</c:v>
                </c:pt>
                <c:pt idx="4674">
                  <c:v>44621</c:v>
                </c:pt>
                <c:pt idx="4675">
                  <c:v>44622</c:v>
                </c:pt>
                <c:pt idx="4676">
                  <c:v>44623</c:v>
                </c:pt>
                <c:pt idx="4677">
                  <c:v>44624</c:v>
                </c:pt>
                <c:pt idx="4678">
                  <c:v>44627</c:v>
                </c:pt>
                <c:pt idx="4679">
                  <c:v>44628</c:v>
                </c:pt>
                <c:pt idx="4680">
                  <c:v>44629</c:v>
                </c:pt>
                <c:pt idx="4681">
                  <c:v>44630</c:v>
                </c:pt>
                <c:pt idx="4682">
                  <c:v>44631</c:v>
                </c:pt>
                <c:pt idx="4683">
                  <c:v>44634</c:v>
                </c:pt>
                <c:pt idx="4684">
                  <c:v>44635</c:v>
                </c:pt>
                <c:pt idx="4685">
                  <c:v>44636</c:v>
                </c:pt>
                <c:pt idx="4686">
                  <c:v>44637</c:v>
                </c:pt>
                <c:pt idx="4687">
                  <c:v>44638</c:v>
                </c:pt>
                <c:pt idx="4688">
                  <c:v>44641</c:v>
                </c:pt>
                <c:pt idx="4689">
                  <c:v>44642</c:v>
                </c:pt>
                <c:pt idx="4690">
                  <c:v>44643</c:v>
                </c:pt>
                <c:pt idx="4691">
                  <c:v>44644</c:v>
                </c:pt>
                <c:pt idx="4692">
                  <c:v>44645</c:v>
                </c:pt>
                <c:pt idx="4693">
                  <c:v>44648</c:v>
                </c:pt>
                <c:pt idx="4694">
                  <c:v>44649</c:v>
                </c:pt>
                <c:pt idx="4695">
                  <c:v>44650</c:v>
                </c:pt>
                <c:pt idx="4696">
                  <c:v>44651</c:v>
                </c:pt>
                <c:pt idx="4697">
                  <c:v>44652</c:v>
                </c:pt>
                <c:pt idx="4698">
                  <c:v>44655</c:v>
                </c:pt>
                <c:pt idx="4699">
                  <c:v>44656</c:v>
                </c:pt>
                <c:pt idx="4700">
                  <c:v>44657</c:v>
                </c:pt>
                <c:pt idx="4701">
                  <c:v>44658</c:v>
                </c:pt>
                <c:pt idx="4702">
                  <c:v>44659</c:v>
                </c:pt>
                <c:pt idx="4703">
                  <c:v>44662</c:v>
                </c:pt>
                <c:pt idx="4704">
                  <c:v>44663</c:v>
                </c:pt>
                <c:pt idx="4705">
                  <c:v>44664</c:v>
                </c:pt>
                <c:pt idx="4706">
                  <c:v>44665</c:v>
                </c:pt>
                <c:pt idx="4707">
                  <c:v>44666</c:v>
                </c:pt>
                <c:pt idx="4708">
                  <c:v>44669</c:v>
                </c:pt>
                <c:pt idx="4709">
                  <c:v>44670</c:v>
                </c:pt>
                <c:pt idx="4710">
                  <c:v>44671</c:v>
                </c:pt>
                <c:pt idx="4711">
                  <c:v>44672</c:v>
                </c:pt>
                <c:pt idx="4712">
                  <c:v>44673</c:v>
                </c:pt>
                <c:pt idx="4713">
                  <c:v>44676</c:v>
                </c:pt>
                <c:pt idx="4714">
                  <c:v>44677</c:v>
                </c:pt>
                <c:pt idx="4715">
                  <c:v>44678</c:v>
                </c:pt>
                <c:pt idx="4716">
                  <c:v>44679</c:v>
                </c:pt>
                <c:pt idx="4717">
                  <c:v>44680</c:v>
                </c:pt>
                <c:pt idx="4718">
                  <c:v>44683</c:v>
                </c:pt>
                <c:pt idx="4719">
                  <c:v>44684</c:v>
                </c:pt>
                <c:pt idx="4720">
                  <c:v>44685</c:v>
                </c:pt>
                <c:pt idx="4721">
                  <c:v>44686</c:v>
                </c:pt>
                <c:pt idx="4722">
                  <c:v>44687</c:v>
                </c:pt>
                <c:pt idx="4723">
                  <c:v>44690</c:v>
                </c:pt>
                <c:pt idx="4724">
                  <c:v>44691</c:v>
                </c:pt>
                <c:pt idx="4725">
                  <c:v>44692</c:v>
                </c:pt>
                <c:pt idx="4726">
                  <c:v>44693</c:v>
                </c:pt>
                <c:pt idx="4727">
                  <c:v>44694</c:v>
                </c:pt>
                <c:pt idx="4728">
                  <c:v>44697</c:v>
                </c:pt>
                <c:pt idx="4729">
                  <c:v>44698</c:v>
                </c:pt>
                <c:pt idx="4730">
                  <c:v>44699</c:v>
                </c:pt>
                <c:pt idx="4731">
                  <c:v>44700</c:v>
                </c:pt>
                <c:pt idx="4732">
                  <c:v>44701</c:v>
                </c:pt>
                <c:pt idx="4733">
                  <c:v>44704</c:v>
                </c:pt>
                <c:pt idx="4734">
                  <c:v>44705</c:v>
                </c:pt>
                <c:pt idx="4735">
                  <c:v>44706</c:v>
                </c:pt>
                <c:pt idx="4736">
                  <c:v>44707</c:v>
                </c:pt>
                <c:pt idx="4737">
                  <c:v>44708</c:v>
                </c:pt>
                <c:pt idx="4738">
                  <c:v>44711</c:v>
                </c:pt>
                <c:pt idx="4739">
                  <c:v>44712</c:v>
                </c:pt>
                <c:pt idx="4740">
                  <c:v>44713</c:v>
                </c:pt>
                <c:pt idx="4741">
                  <c:v>44714</c:v>
                </c:pt>
                <c:pt idx="4742">
                  <c:v>44715</c:v>
                </c:pt>
                <c:pt idx="4743">
                  <c:v>44718</c:v>
                </c:pt>
                <c:pt idx="4744">
                  <c:v>44719</c:v>
                </c:pt>
                <c:pt idx="4745">
                  <c:v>44720</c:v>
                </c:pt>
                <c:pt idx="4746">
                  <c:v>44721</c:v>
                </c:pt>
                <c:pt idx="4747">
                  <c:v>44722</c:v>
                </c:pt>
                <c:pt idx="4748">
                  <c:v>44725</c:v>
                </c:pt>
                <c:pt idx="4749">
                  <c:v>44726</c:v>
                </c:pt>
                <c:pt idx="4750">
                  <c:v>44727</c:v>
                </c:pt>
                <c:pt idx="4751">
                  <c:v>44728</c:v>
                </c:pt>
                <c:pt idx="4752">
                  <c:v>44729</c:v>
                </c:pt>
                <c:pt idx="4753">
                  <c:v>44732</c:v>
                </c:pt>
                <c:pt idx="4754">
                  <c:v>44733</c:v>
                </c:pt>
                <c:pt idx="4755">
                  <c:v>44734</c:v>
                </c:pt>
                <c:pt idx="4756">
                  <c:v>44735</c:v>
                </c:pt>
                <c:pt idx="4757">
                  <c:v>44736</c:v>
                </c:pt>
                <c:pt idx="4758">
                  <c:v>44739</c:v>
                </c:pt>
                <c:pt idx="4759">
                  <c:v>44740</c:v>
                </c:pt>
                <c:pt idx="4760">
                  <c:v>44741</c:v>
                </c:pt>
                <c:pt idx="4761">
                  <c:v>44742</c:v>
                </c:pt>
                <c:pt idx="4762">
                  <c:v>44743</c:v>
                </c:pt>
                <c:pt idx="4763">
                  <c:v>44747</c:v>
                </c:pt>
                <c:pt idx="4764">
                  <c:v>44748</c:v>
                </c:pt>
                <c:pt idx="4765">
                  <c:v>44749</c:v>
                </c:pt>
                <c:pt idx="4766">
                  <c:v>44750</c:v>
                </c:pt>
                <c:pt idx="4767">
                  <c:v>44753</c:v>
                </c:pt>
                <c:pt idx="4768">
                  <c:v>44754</c:v>
                </c:pt>
                <c:pt idx="4769">
                  <c:v>44755</c:v>
                </c:pt>
                <c:pt idx="4770">
                  <c:v>44756</c:v>
                </c:pt>
                <c:pt idx="4771">
                  <c:v>44757</c:v>
                </c:pt>
                <c:pt idx="4772">
                  <c:v>44760</c:v>
                </c:pt>
                <c:pt idx="4773">
                  <c:v>44761</c:v>
                </c:pt>
                <c:pt idx="4774">
                  <c:v>44762</c:v>
                </c:pt>
                <c:pt idx="4775">
                  <c:v>44763</c:v>
                </c:pt>
                <c:pt idx="4776">
                  <c:v>44764</c:v>
                </c:pt>
                <c:pt idx="4777">
                  <c:v>44767</c:v>
                </c:pt>
                <c:pt idx="4778">
                  <c:v>44768</c:v>
                </c:pt>
                <c:pt idx="4779">
                  <c:v>44769</c:v>
                </c:pt>
                <c:pt idx="4780">
                  <c:v>44770</c:v>
                </c:pt>
                <c:pt idx="4781">
                  <c:v>44771</c:v>
                </c:pt>
                <c:pt idx="4782">
                  <c:v>44774</c:v>
                </c:pt>
                <c:pt idx="4783">
                  <c:v>44775</c:v>
                </c:pt>
                <c:pt idx="4784">
                  <c:v>44776</c:v>
                </c:pt>
                <c:pt idx="4785">
                  <c:v>44777</c:v>
                </c:pt>
                <c:pt idx="4786">
                  <c:v>44778</c:v>
                </c:pt>
                <c:pt idx="4787">
                  <c:v>44781</c:v>
                </c:pt>
                <c:pt idx="4788">
                  <c:v>44782</c:v>
                </c:pt>
                <c:pt idx="4789">
                  <c:v>44783</c:v>
                </c:pt>
                <c:pt idx="4790">
                  <c:v>44784</c:v>
                </c:pt>
                <c:pt idx="4791">
                  <c:v>44785</c:v>
                </c:pt>
                <c:pt idx="4792">
                  <c:v>44788</c:v>
                </c:pt>
                <c:pt idx="4793">
                  <c:v>44789</c:v>
                </c:pt>
                <c:pt idx="4794">
                  <c:v>44790</c:v>
                </c:pt>
                <c:pt idx="4795">
                  <c:v>44791</c:v>
                </c:pt>
                <c:pt idx="4796">
                  <c:v>44792</c:v>
                </c:pt>
                <c:pt idx="4797">
                  <c:v>44795</c:v>
                </c:pt>
                <c:pt idx="4798">
                  <c:v>44796</c:v>
                </c:pt>
                <c:pt idx="4799">
                  <c:v>44797</c:v>
                </c:pt>
                <c:pt idx="4800">
                  <c:v>44798</c:v>
                </c:pt>
                <c:pt idx="4801">
                  <c:v>44799</c:v>
                </c:pt>
                <c:pt idx="4802">
                  <c:v>44802</c:v>
                </c:pt>
                <c:pt idx="4803">
                  <c:v>44803</c:v>
                </c:pt>
                <c:pt idx="4804">
                  <c:v>44804</c:v>
                </c:pt>
                <c:pt idx="4805">
                  <c:v>44805</c:v>
                </c:pt>
                <c:pt idx="4806">
                  <c:v>44806</c:v>
                </c:pt>
                <c:pt idx="4807">
                  <c:v>44809</c:v>
                </c:pt>
                <c:pt idx="4808">
                  <c:v>44810</c:v>
                </c:pt>
                <c:pt idx="4809">
                  <c:v>44811</c:v>
                </c:pt>
                <c:pt idx="4810">
                  <c:v>44812</c:v>
                </c:pt>
                <c:pt idx="4811">
                  <c:v>44813</c:v>
                </c:pt>
                <c:pt idx="4812">
                  <c:v>44816</c:v>
                </c:pt>
                <c:pt idx="4813">
                  <c:v>44817</c:v>
                </c:pt>
                <c:pt idx="4814">
                  <c:v>44818</c:v>
                </c:pt>
                <c:pt idx="4815">
                  <c:v>44819</c:v>
                </c:pt>
                <c:pt idx="4816">
                  <c:v>44820</c:v>
                </c:pt>
                <c:pt idx="4817">
                  <c:v>44823</c:v>
                </c:pt>
                <c:pt idx="4818">
                  <c:v>44824</c:v>
                </c:pt>
                <c:pt idx="4819">
                  <c:v>44825</c:v>
                </c:pt>
                <c:pt idx="4820">
                  <c:v>44826</c:v>
                </c:pt>
                <c:pt idx="4821">
                  <c:v>44827</c:v>
                </c:pt>
                <c:pt idx="4822">
                  <c:v>44830</c:v>
                </c:pt>
                <c:pt idx="4823">
                  <c:v>44831</c:v>
                </c:pt>
                <c:pt idx="4824">
                  <c:v>44832</c:v>
                </c:pt>
                <c:pt idx="4825">
                  <c:v>44833</c:v>
                </c:pt>
                <c:pt idx="4826">
                  <c:v>44834</c:v>
                </c:pt>
                <c:pt idx="4827">
                  <c:v>44837</c:v>
                </c:pt>
                <c:pt idx="4828">
                  <c:v>44838</c:v>
                </c:pt>
                <c:pt idx="4829">
                  <c:v>44839</c:v>
                </c:pt>
                <c:pt idx="4830">
                  <c:v>44840</c:v>
                </c:pt>
                <c:pt idx="4831">
                  <c:v>44841</c:v>
                </c:pt>
                <c:pt idx="4832">
                  <c:v>44844</c:v>
                </c:pt>
                <c:pt idx="4833">
                  <c:v>44845</c:v>
                </c:pt>
                <c:pt idx="4834">
                  <c:v>44846</c:v>
                </c:pt>
                <c:pt idx="4835">
                  <c:v>44847</c:v>
                </c:pt>
                <c:pt idx="4836">
                  <c:v>44848</c:v>
                </c:pt>
                <c:pt idx="4837">
                  <c:v>44851</c:v>
                </c:pt>
                <c:pt idx="4838">
                  <c:v>44852</c:v>
                </c:pt>
                <c:pt idx="4839">
                  <c:v>44853</c:v>
                </c:pt>
                <c:pt idx="4840">
                  <c:v>44854</c:v>
                </c:pt>
                <c:pt idx="4841">
                  <c:v>44855</c:v>
                </c:pt>
                <c:pt idx="4842">
                  <c:v>44858</c:v>
                </c:pt>
                <c:pt idx="4843">
                  <c:v>44859</c:v>
                </c:pt>
                <c:pt idx="4844">
                  <c:v>44860</c:v>
                </c:pt>
                <c:pt idx="4845">
                  <c:v>44861</c:v>
                </c:pt>
                <c:pt idx="4846">
                  <c:v>44862</c:v>
                </c:pt>
                <c:pt idx="4847">
                  <c:v>44865</c:v>
                </c:pt>
                <c:pt idx="4848">
                  <c:v>44866</c:v>
                </c:pt>
                <c:pt idx="4849">
                  <c:v>44867</c:v>
                </c:pt>
                <c:pt idx="4850">
                  <c:v>44868</c:v>
                </c:pt>
                <c:pt idx="4851">
                  <c:v>44869</c:v>
                </c:pt>
                <c:pt idx="4852">
                  <c:v>44872</c:v>
                </c:pt>
                <c:pt idx="4853">
                  <c:v>44873</c:v>
                </c:pt>
                <c:pt idx="4854">
                  <c:v>44874</c:v>
                </c:pt>
                <c:pt idx="4855">
                  <c:v>44875</c:v>
                </c:pt>
                <c:pt idx="4856">
                  <c:v>44876</c:v>
                </c:pt>
                <c:pt idx="4857">
                  <c:v>44879</c:v>
                </c:pt>
                <c:pt idx="4858">
                  <c:v>44880</c:v>
                </c:pt>
                <c:pt idx="4859">
                  <c:v>44881</c:v>
                </c:pt>
                <c:pt idx="4860">
                  <c:v>44882</c:v>
                </c:pt>
                <c:pt idx="4861">
                  <c:v>44883</c:v>
                </c:pt>
                <c:pt idx="4862">
                  <c:v>44886</c:v>
                </c:pt>
                <c:pt idx="4863">
                  <c:v>44887</c:v>
                </c:pt>
                <c:pt idx="4864">
                  <c:v>44888</c:v>
                </c:pt>
                <c:pt idx="4865">
                  <c:v>44889</c:v>
                </c:pt>
                <c:pt idx="4866">
                  <c:v>44890</c:v>
                </c:pt>
                <c:pt idx="4867">
                  <c:v>44893</c:v>
                </c:pt>
                <c:pt idx="4868">
                  <c:v>44894</c:v>
                </c:pt>
                <c:pt idx="4869">
                  <c:v>44895</c:v>
                </c:pt>
                <c:pt idx="4870">
                  <c:v>44896</c:v>
                </c:pt>
                <c:pt idx="4871">
                  <c:v>44897</c:v>
                </c:pt>
                <c:pt idx="4872">
                  <c:v>44900</c:v>
                </c:pt>
                <c:pt idx="4873">
                  <c:v>44901</c:v>
                </c:pt>
                <c:pt idx="4874">
                  <c:v>44902</c:v>
                </c:pt>
                <c:pt idx="4875">
                  <c:v>44903</c:v>
                </c:pt>
                <c:pt idx="4876">
                  <c:v>44904</c:v>
                </c:pt>
                <c:pt idx="4877">
                  <c:v>44907</c:v>
                </c:pt>
                <c:pt idx="4878">
                  <c:v>44908</c:v>
                </c:pt>
                <c:pt idx="4879">
                  <c:v>44909</c:v>
                </c:pt>
                <c:pt idx="4880">
                  <c:v>44910</c:v>
                </c:pt>
                <c:pt idx="4881">
                  <c:v>44911</c:v>
                </c:pt>
                <c:pt idx="4882">
                  <c:v>44914</c:v>
                </c:pt>
                <c:pt idx="4883">
                  <c:v>44915</c:v>
                </c:pt>
                <c:pt idx="4884">
                  <c:v>44916</c:v>
                </c:pt>
                <c:pt idx="4885">
                  <c:v>44917</c:v>
                </c:pt>
                <c:pt idx="4886">
                  <c:v>44918</c:v>
                </c:pt>
                <c:pt idx="4887">
                  <c:v>44921</c:v>
                </c:pt>
                <c:pt idx="4888">
                  <c:v>44922</c:v>
                </c:pt>
                <c:pt idx="4889">
                  <c:v>44923</c:v>
                </c:pt>
                <c:pt idx="4890">
                  <c:v>44924</c:v>
                </c:pt>
                <c:pt idx="4891">
                  <c:v>44925</c:v>
                </c:pt>
                <c:pt idx="4892">
                  <c:v>44928</c:v>
                </c:pt>
                <c:pt idx="4893">
                  <c:v>44929</c:v>
                </c:pt>
                <c:pt idx="4894">
                  <c:v>44930</c:v>
                </c:pt>
                <c:pt idx="4895">
                  <c:v>44931</c:v>
                </c:pt>
                <c:pt idx="4896">
                  <c:v>44932</c:v>
                </c:pt>
                <c:pt idx="4897">
                  <c:v>44935</c:v>
                </c:pt>
                <c:pt idx="4898">
                  <c:v>44936</c:v>
                </c:pt>
                <c:pt idx="4899">
                  <c:v>44937</c:v>
                </c:pt>
                <c:pt idx="4900">
                  <c:v>44938</c:v>
                </c:pt>
                <c:pt idx="4901">
                  <c:v>44939</c:v>
                </c:pt>
                <c:pt idx="4902">
                  <c:v>44942</c:v>
                </c:pt>
                <c:pt idx="4903">
                  <c:v>44943</c:v>
                </c:pt>
                <c:pt idx="4904">
                  <c:v>44944</c:v>
                </c:pt>
                <c:pt idx="4905">
                  <c:v>44945</c:v>
                </c:pt>
                <c:pt idx="4906">
                  <c:v>44946</c:v>
                </c:pt>
                <c:pt idx="4907">
                  <c:v>44949</c:v>
                </c:pt>
                <c:pt idx="4908">
                  <c:v>44950</c:v>
                </c:pt>
                <c:pt idx="4909">
                  <c:v>44951</c:v>
                </c:pt>
                <c:pt idx="4910">
                  <c:v>44952</c:v>
                </c:pt>
                <c:pt idx="4911">
                  <c:v>44953</c:v>
                </c:pt>
                <c:pt idx="4912">
                  <c:v>44956</c:v>
                </c:pt>
                <c:pt idx="4913">
                  <c:v>44957</c:v>
                </c:pt>
                <c:pt idx="4914">
                  <c:v>44958</c:v>
                </c:pt>
                <c:pt idx="4915">
                  <c:v>44959</c:v>
                </c:pt>
                <c:pt idx="4916">
                  <c:v>44960</c:v>
                </c:pt>
                <c:pt idx="4917">
                  <c:v>44963</c:v>
                </c:pt>
                <c:pt idx="4918">
                  <c:v>44964</c:v>
                </c:pt>
                <c:pt idx="4919">
                  <c:v>44965</c:v>
                </c:pt>
                <c:pt idx="4920">
                  <c:v>44966</c:v>
                </c:pt>
                <c:pt idx="4921">
                  <c:v>44967</c:v>
                </c:pt>
                <c:pt idx="4922">
                  <c:v>44970</c:v>
                </c:pt>
                <c:pt idx="4923">
                  <c:v>44971</c:v>
                </c:pt>
                <c:pt idx="4924">
                  <c:v>44972</c:v>
                </c:pt>
                <c:pt idx="4925">
                  <c:v>44973</c:v>
                </c:pt>
                <c:pt idx="4926">
                  <c:v>44974</c:v>
                </c:pt>
                <c:pt idx="4927">
                  <c:v>44977</c:v>
                </c:pt>
                <c:pt idx="4928">
                  <c:v>44978</c:v>
                </c:pt>
                <c:pt idx="4929">
                  <c:v>44979</c:v>
                </c:pt>
                <c:pt idx="4930">
                  <c:v>44980</c:v>
                </c:pt>
                <c:pt idx="4931">
                  <c:v>44981</c:v>
                </c:pt>
                <c:pt idx="4932">
                  <c:v>44984</c:v>
                </c:pt>
                <c:pt idx="4933">
                  <c:v>44985</c:v>
                </c:pt>
                <c:pt idx="4934">
                  <c:v>44986</c:v>
                </c:pt>
                <c:pt idx="4935">
                  <c:v>44987</c:v>
                </c:pt>
                <c:pt idx="4936">
                  <c:v>44988</c:v>
                </c:pt>
                <c:pt idx="4937">
                  <c:v>44991</c:v>
                </c:pt>
                <c:pt idx="4938">
                  <c:v>44992</c:v>
                </c:pt>
                <c:pt idx="4939">
                  <c:v>44993</c:v>
                </c:pt>
                <c:pt idx="4940">
                  <c:v>44994</c:v>
                </c:pt>
                <c:pt idx="4941">
                  <c:v>44995</c:v>
                </c:pt>
                <c:pt idx="4942">
                  <c:v>44998</c:v>
                </c:pt>
                <c:pt idx="4943">
                  <c:v>44999</c:v>
                </c:pt>
                <c:pt idx="4944">
                  <c:v>45000</c:v>
                </c:pt>
                <c:pt idx="4945">
                  <c:v>45001</c:v>
                </c:pt>
                <c:pt idx="4946">
                  <c:v>45002</c:v>
                </c:pt>
                <c:pt idx="4947">
                  <c:v>45005</c:v>
                </c:pt>
                <c:pt idx="4948">
                  <c:v>45006</c:v>
                </c:pt>
                <c:pt idx="4949">
                  <c:v>45007</c:v>
                </c:pt>
                <c:pt idx="4950">
                  <c:v>45008</c:v>
                </c:pt>
                <c:pt idx="4951">
                  <c:v>45009</c:v>
                </c:pt>
                <c:pt idx="4952">
                  <c:v>45012</c:v>
                </c:pt>
                <c:pt idx="4953">
                  <c:v>45013</c:v>
                </c:pt>
                <c:pt idx="4954">
                  <c:v>45014</c:v>
                </c:pt>
                <c:pt idx="4955">
                  <c:v>45015</c:v>
                </c:pt>
                <c:pt idx="4956">
                  <c:v>45016</c:v>
                </c:pt>
                <c:pt idx="4957">
                  <c:v>45019</c:v>
                </c:pt>
                <c:pt idx="4958">
                  <c:v>45020</c:v>
                </c:pt>
                <c:pt idx="4959">
                  <c:v>45021</c:v>
                </c:pt>
                <c:pt idx="4960">
                  <c:v>45022</c:v>
                </c:pt>
                <c:pt idx="4961">
                  <c:v>45023</c:v>
                </c:pt>
                <c:pt idx="4962">
                  <c:v>45026</c:v>
                </c:pt>
                <c:pt idx="4963">
                  <c:v>45027</c:v>
                </c:pt>
                <c:pt idx="4964">
                  <c:v>45028</c:v>
                </c:pt>
                <c:pt idx="4965">
                  <c:v>45029</c:v>
                </c:pt>
                <c:pt idx="4966">
                  <c:v>45030</c:v>
                </c:pt>
                <c:pt idx="4967">
                  <c:v>45033</c:v>
                </c:pt>
                <c:pt idx="4968">
                  <c:v>45034</c:v>
                </c:pt>
                <c:pt idx="4969">
                  <c:v>45035</c:v>
                </c:pt>
                <c:pt idx="4970">
                  <c:v>45036</c:v>
                </c:pt>
                <c:pt idx="4971">
                  <c:v>45037</c:v>
                </c:pt>
                <c:pt idx="4972">
                  <c:v>45040</c:v>
                </c:pt>
                <c:pt idx="4973">
                  <c:v>45041</c:v>
                </c:pt>
                <c:pt idx="4974">
                  <c:v>45042</c:v>
                </c:pt>
                <c:pt idx="4975">
                  <c:v>45043</c:v>
                </c:pt>
                <c:pt idx="4976">
                  <c:v>45044</c:v>
                </c:pt>
                <c:pt idx="4977">
                  <c:v>45047</c:v>
                </c:pt>
                <c:pt idx="4978">
                  <c:v>45048</c:v>
                </c:pt>
                <c:pt idx="4979">
                  <c:v>45049</c:v>
                </c:pt>
                <c:pt idx="4980">
                  <c:v>45050</c:v>
                </c:pt>
                <c:pt idx="4981">
                  <c:v>45051</c:v>
                </c:pt>
                <c:pt idx="4982">
                  <c:v>45054</c:v>
                </c:pt>
                <c:pt idx="4983">
                  <c:v>45055</c:v>
                </c:pt>
                <c:pt idx="4984">
                  <c:v>45056</c:v>
                </c:pt>
                <c:pt idx="4985">
                  <c:v>45057</c:v>
                </c:pt>
                <c:pt idx="4986">
                  <c:v>45058</c:v>
                </c:pt>
                <c:pt idx="4987">
                  <c:v>45061</c:v>
                </c:pt>
                <c:pt idx="4988">
                  <c:v>45062</c:v>
                </c:pt>
                <c:pt idx="4989">
                  <c:v>45063</c:v>
                </c:pt>
                <c:pt idx="4990">
                  <c:v>45064</c:v>
                </c:pt>
                <c:pt idx="4991">
                  <c:v>45065</c:v>
                </c:pt>
                <c:pt idx="4992">
                  <c:v>45068</c:v>
                </c:pt>
                <c:pt idx="4993">
                  <c:v>45069</c:v>
                </c:pt>
                <c:pt idx="4994">
                  <c:v>45070</c:v>
                </c:pt>
                <c:pt idx="4995">
                  <c:v>45071</c:v>
                </c:pt>
                <c:pt idx="4996">
                  <c:v>45072</c:v>
                </c:pt>
                <c:pt idx="4997">
                  <c:v>45075</c:v>
                </c:pt>
                <c:pt idx="4998">
                  <c:v>45076</c:v>
                </c:pt>
                <c:pt idx="4999">
                  <c:v>45077</c:v>
                </c:pt>
                <c:pt idx="5000">
                  <c:v>45078</c:v>
                </c:pt>
                <c:pt idx="5001">
                  <c:v>45079</c:v>
                </c:pt>
                <c:pt idx="5002">
                  <c:v>45082</c:v>
                </c:pt>
                <c:pt idx="5003">
                  <c:v>45083</c:v>
                </c:pt>
                <c:pt idx="5004">
                  <c:v>45084</c:v>
                </c:pt>
                <c:pt idx="5005">
                  <c:v>45085</c:v>
                </c:pt>
                <c:pt idx="5006">
                  <c:v>45086</c:v>
                </c:pt>
                <c:pt idx="5007">
                  <c:v>45089</c:v>
                </c:pt>
                <c:pt idx="5008">
                  <c:v>45090</c:v>
                </c:pt>
                <c:pt idx="5009">
                  <c:v>45091</c:v>
                </c:pt>
                <c:pt idx="5010">
                  <c:v>45092</c:v>
                </c:pt>
                <c:pt idx="5011">
                  <c:v>45093</c:v>
                </c:pt>
                <c:pt idx="5012">
                  <c:v>45096</c:v>
                </c:pt>
                <c:pt idx="5013">
                  <c:v>45097</c:v>
                </c:pt>
                <c:pt idx="5014">
                  <c:v>45098</c:v>
                </c:pt>
                <c:pt idx="5015">
                  <c:v>45099</c:v>
                </c:pt>
                <c:pt idx="5016">
                  <c:v>45100</c:v>
                </c:pt>
                <c:pt idx="5017">
                  <c:v>45103</c:v>
                </c:pt>
                <c:pt idx="5018">
                  <c:v>45104</c:v>
                </c:pt>
                <c:pt idx="5019">
                  <c:v>45105</c:v>
                </c:pt>
                <c:pt idx="5020">
                  <c:v>45106</c:v>
                </c:pt>
                <c:pt idx="5021">
                  <c:v>45107</c:v>
                </c:pt>
                <c:pt idx="5022">
                  <c:v>45110</c:v>
                </c:pt>
                <c:pt idx="5023">
                  <c:v>45111</c:v>
                </c:pt>
                <c:pt idx="5024">
                  <c:v>45112</c:v>
                </c:pt>
                <c:pt idx="5025">
                  <c:v>45113</c:v>
                </c:pt>
                <c:pt idx="5026">
                  <c:v>45114</c:v>
                </c:pt>
                <c:pt idx="5027">
                  <c:v>45117</c:v>
                </c:pt>
                <c:pt idx="5028">
                  <c:v>45118</c:v>
                </c:pt>
                <c:pt idx="5029">
                  <c:v>45119</c:v>
                </c:pt>
                <c:pt idx="5030">
                  <c:v>45120</c:v>
                </c:pt>
                <c:pt idx="5031">
                  <c:v>45121</c:v>
                </c:pt>
                <c:pt idx="5032">
                  <c:v>45124</c:v>
                </c:pt>
                <c:pt idx="5033">
                  <c:v>45125</c:v>
                </c:pt>
                <c:pt idx="5034">
                  <c:v>45126</c:v>
                </c:pt>
                <c:pt idx="5035">
                  <c:v>45127</c:v>
                </c:pt>
                <c:pt idx="5036">
                  <c:v>45128</c:v>
                </c:pt>
                <c:pt idx="5037">
                  <c:v>45131</c:v>
                </c:pt>
                <c:pt idx="5038">
                  <c:v>45132</c:v>
                </c:pt>
                <c:pt idx="5039">
                  <c:v>45133</c:v>
                </c:pt>
                <c:pt idx="5040">
                  <c:v>45134</c:v>
                </c:pt>
                <c:pt idx="5041">
                  <c:v>45135</c:v>
                </c:pt>
                <c:pt idx="5042">
                  <c:v>45138</c:v>
                </c:pt>
                <c:pt idx="5043">
                  <c:v>45139</c:v>
                </c:pt>
                <c:pt idx="5044">
                  <c:v>45140</c:v>
                </c:pt>
                <c:pt idx="5045">
                  <c:v>45141</c:v>
                </c:pt>
                <c:pt idx="5046">
                  <c:v>45142</c:v>
                </c:pt>
                <c:pt idx="5047">
                  <c:v>45145</c:v>
                </c:pt>
                <c:pt idx="5048">
                  <c:v>45146</c:v>
                </c:pt>
                <c:pt idx="5049">
                  <c:v>45147</c:v>
                </c:pt>
                <c:pt idx="5050">
                  <c:v>45148</c:v>
                </c:pt>
                <c:pt idx="5051">
                  <c:v>45149</c:v>
                </c:pt>
                <c:pt idx="5052">
                  <c:v>45152</c:v>
                </c:pt>
                <c:pt idx="5053">
                  <c:v>45153</c:v>
                </c:pt>
                <c:pt idx="5054">
                  <c:v>45154</c:v>
                </c:pt>
                <c:pt idx="5055">
                  <c:v>45155</c:v>
                </c:pt>
                <c:pt idx="5056">
                  <c:v>45156</c:v>
                </c:pt>
                <c:pt idx="5057">
                  <c:v>45159</c:v>
                </c:pt>
                <c:pt idx="5058">
                  <c:v>45160</c:v>
                </c:pt>
                <c:pt idx="5059">
                  <c:v>45161</c:v>
                </c:pt>
                <c:pt idx="5060">
                  <c:v>45162</c:v>
                </c:pt>
                <c:pt idx="5061">
                  <c:v>45163</c:v>
                </c:pt>
                <c:pt idx="5062">
                  <c:v>45166</c:v>
                </c:pt>
                <c:pt idx="5063">
                  <c:v>45167</c:v>
                </c:pt>
                <c:pt idx="5064">
                  <c:v>45168</c:v>
                </c:pt>
                <c:pt idx="5065">
                  <c:v>45169</c:v>
                </c:pt>
                <c:pt idx="5066">
                  <c:v>45170</c:v>
                </c:pt>
                <c:pt idx="5067">
                  <c:v>45173</c:v>
                </c:pt>
                <c:pt idx="5068">
                  <c:v>45174</c:v>
                </c:pt>
                <c:pt idx="5069">
                  <c:v>45175</c:v>
                </c:pt>
                <c:pt idx="5070">
                  <c:v>45176</c:v>
                </c:pt>
                <c:pt idx="5071">
                  <c:v>45177</c:v>
                </c:pt>
                <c:pt idx="5072">
                  <c:v>45180</c:v>
                </c:pt>
                <c:pt idx="5073">
                  <c:v>45181</c:v>
                </c:pt>
                <c:pt idx="5074">
                  <c:v>45182</c:v>
                </c:pt>
                <c:pt idx="5075">
                  <c:v>45183</c:v>
                </c:pt>
                <c:pt idx="5076">
                  <c:v>45184</c:v>
                </c:pt>
                <c:pt idx="5077">
                  <c:v>45187</c:v>
                </c:pt>
                <c:pt idx="5078">
                  <c:v>45188</c:v>
                </c:pt>
                <c:pt idx="5079">
                  <c:v>45189</c:v>
                </c:pt>
                <c:pt idx="5080">
                  <c:v>45190</c:v>
                </c:pt>
                <c:pt idx="5081">
                  <c:v>45191</c:v>
                </c:pt>
                <c:pt idx="5082">
                  <c:v>45194</c:v>
                </c:pt>
                <c:pt idx="5083">
                  <c:v>45195</c:v>
                </c:pt>
                <c:pt idx="5084">
                  <c:v>45196</c:v>
                </c:pt>
                <c:pt idx="5085">
                  <c:v>45197</c:v>
                </c:pt>
                <c:pt idx="5086">
                  <c:v>45198</c:v>
                </c:pt>
                <c:pt idx="5087">
                  <c:v>45201</c:v>
                </c:pt>
                <c:pt idx="5088">
                  <c:v>45202</c:v>
                </c:pt>
                <c:pt idx="5089">
                  <c:v>45203</c:v>
                </c:pt>
                <c:pt idx="5090">
                  <c:v>45204</c:v>
                </c:pt>
                <c:pt idx="5091">
                  <c:v>45205</c:v>
                </c:pt>
                <c:pt idx="5092">
                  <c:v>45208</c:v>
                </c:pt>
                <c:pt idx="5093">
                  <c:v>45209</c:v>
                </c:pt>
                <c:pt idx="5094">
                  <c:v>45210</c:v>
                </c:pt>
                <c:pt idx="5095">
                  <c:v>45211</c:v>
                </c:pt>
                <c:pt idx="5096">
                  <c:v>45212</c:v>
                </c:pt>
                <c:pt idx="5097">
                  <c:v>45215</c:v>
                </c:pt>
                <c:pt idx="5098">
                  <c:v>45216</c:v>
                </c:pt>
                <c:pt idx="5099">
                  <c:v>45217</c:v>
                </c:pt>
                <c:pt idx="5100">
                  <c:v>45218</c:v>
                </c:pt>
                <c:pt idx="5101">
                  <c:v>45219</c:v>
                </c:pt>
                <c:pt idx="5102">
                  <c:v>45222</c:v>
                </c:pt>
                <c:pt idx="5103">
                  <c:v>45223</c:v>
                </c:pt>
                <c:pt idx="5104">
                  <c:v>45224</c:v>
                </c:pt>
                <c:pt idx="5105">
                  <c:v>45225</c:v>
                </c:pt>
                <c:pt idx="5106">
                  <c:v>45226</c:v>
                </c:pt>
                <c:pt idx="5107">
                  <c:v>45229</c:v>
                </c:pt>
                <c:pt idx="5108">
                  <c:v>45230</c:v>
                </c:pt>
                <c:pt idx="5109">
                  <c:v>45231</c:v>
                </c:pt>
                <c:pt idx="5110">
                  <c:v>45232</c:v>
                </c:pt>
                <c:pt idx="5111">
                  <c:v>45233</c:v>
                </c:pt>
                <c:pt idx="5112">
                  <c:v>45236</c:v>
                </c:pt>
                <c:pt idx="5113">
                  <c:v>45237</c:v>
                </c:pt>
                <c:pt idx="5114">
                  <c:v>45238</c:v>
                </c:pt>
                <c:pt idx="5115">
                  <c:v>45239</c:v>
                </c:pt>
                <c:pt idx="5116">
                  <c:v>45240</c:v>
                </c:pt>
                <c:pt idx="5117">
                  <c:v>45243</c:v>
                </c:pt>
                <c:pt idx="5118">
                  <c:v>45244</c:v>
                </c:pt>
                <c:pt idx="5119">
                  <c:v>45245</c:v>
                </c:pt>
                <c:pt idx="5120">
                  <c:v>45246</c:v>
                </c:pt>
                <c:pt idx="5121">
                  <c:v>45247</c:v>
                </c:pt>
                <c:pt idx="5122">
                  <c:v>45250</c:v>
                </c:pt>
                <c:pt idx="5123">
                  <c:v>45251</c:v>
                </c:pt>
                <c:pt idx="5124">
                  <c:v>45252</c:v>
                </c:pt>
                <c:pt idx="5125">
                  <c:v>45253</c:v>
                </c:pt>
                <c:pt idx="5126">
                  <c:v>45254</c:v>
                </c:pt>
                <c:pt idx="5127">
                  <c:v>45257</c:v>
                </c:pt>
                <c:pt idx="5128">
                  <c:v>45258</c:v>
                </c:pt>
                <c:pt idx="5129">
                  <c:v>45259</c:v>
                </c:pt>
                <c:pt idx="5130">
                  <c:v>45260</c:v>
                </c:pt>
                <c:pt idx="5131">
                  <c:v>45261</c:v>
                </c:pt>
                <c:pt idx="5132">
                  <c:v>45264</c:v>
                </c:pt>
                <c:pt idx="5133">
                  <c:v>45265</c:v>
                </c:pt>
                <c:pt idx="5134">
                  <c:v>45266</c:v>
                </c:pt>
                <c:pt idx="5135">
                  <c:v>45267</c:v>
                </c:pt>
                <c:pt idx="5136">
                  <c:v>45268</c:v>
                </c:pt>
                <c:pt idx="5137">
                  <c:v>45271</c:v>
                </c:pt>
                <c:pt idx="5138">
                  <c:v>45272</c:v>
                </c:pt>
                <c:pt idx="5139">
                  <c:v>45273</c:v>
                </c:pt>
                <c:pt idx="5140">
                  <c:v>45274</c:v>
                </c:pt>
                <c:pt idx="5141">
                  <c:v>45275</c:v>
                </c:pt>
                <c:pt idx="5142">
                  <c:v>45278</c:v>
                </c:pt>
                <c:pt idx="5143">
                  <c:v>45279</c:v>
                </c:pt>
                <c:pt idx="5144">
                  <c:v>45280</c:v>
                </c:pt>
                <c:pt idx="5145">
                  <c:v>45281</c:v>
                </c:pt>
                <c:pt idx="5146">
                  <c:v>45282</c:v>
                </c:pt>
                <c:pt idx="5147">
                  <c:v>45285</c:v>
                </c:pt>
                <c:pt idx="5148">
                  <c:v>45286</c:v>
                </c:pt>
                <c:pt idx="5149">
                  <c:v>45287</c:v>
                </c:pt>
                <c:pt idx="5150">
                  <c:v>45288</c:v>
                </c:pt>
                <c:pt idx="5151">
                  <c:v>45289</c:v>
                </c:pt>
                <c:pt idx="5152">
                  <c:v>45292</c:v>
                </c:pt>
                <c:pt idx="5153">
                  <c:v>45293</c:v>
                </c:pt>
                <c:pt idx="5154">
                  <c:v>45294</c:v>
                </c:pt>
                <c:pt idx="5155">
                  <c:v>45295</c:v>
                </c:pt>
                <c:pt idx="5156">
                  <c:v>45296</c:v>
                </c:pt>
                <c:pt idx="5157">
                  <c:v>45299</c:v>
                </c:pt>
                <c:pt idx="5158">
                  <c:v>45300</c:v>
                </c:pt>
                <c:pt idx="5159">
                  <c:v>45301</c:v>
                </c:pt>
                <c:pt idx="5160">
                  <c:v>45302</c:v>
                </c:pt>
                <c:pt idx="5161">
                  <c:v>45303</c:v>
                </c:pt>
                <c:pt idx="5162">
                  <c:v>45306</c:v>
                </c:pt>
                <c:pt idx="5163">
                  <c:v>45307</c:v>
                </c:pt>
                <c:pt idx="5164">
                  <c:v>45308</c:v>
                </c:pt>
                <c:pt idx="5165">
                  <c:v>45309</c:v>
                </c:pt>
                <c:pt idx="5166">
                  <c:v>45310</c:v>
                </c:pt>
                <c:pt idx="5167">
                  <c:v>45313</c:v>
                </c:pt>
                <c:pt idx="5168">
                  <c:v>45314</c:v>
                </c:pt>
                <c:pt idx="5169">
                  <c:v>45315</c:v>
                </c:pt>
                <c:pt idx="5170">
                  <c:v>45316</c:v>
                </c:pt>
                <c:pt idx="5171">
                  <c:v>45317</c:v>
                </c:pt>
                <c:pt idx="5172">
                  <c:v>45320</c:v>
                </c:pt>
                <c:pt idx="5173">
                  <c:v>45321</c:v>
                </c:pt>
                <c:pt idx="5174">
                  <c:v>45322</c:v>
                </c:pt>
                <c:pt idx="5175">
                  <c:v>45323</c:v>
                </c:pt>
                <c:pt idx="5176">
                  <c:v>45324</c:v>
                </c:pt>
                <c:pt idx="5177">
                  <c:v>45327</c:v>
                </c:pt>
                <c:pt idx="5178">
                  <c:v>45328</c:v>
                </c:pt>
                <c:pt idx="5179">
                  <c:v>45329</c:v>
                </c:pt>
                <c:pt idx="5180">
                  <c:v>45330</c:v>
                </c:pt>
                <c:pt idx="5181">
                  <c:v>45331</c:v>
                </c:pt>
                <c:pt idx="5182">
                  <c:v>45334</c:v>
                </c:pt>
                <c:pt idx="5183">
                  <c:v>45335</c:v>
                </c:pt>
                <c:pt idx="5184">
                  <c:v>45336</c:v>
                </c:pt>
                <c:pt idx="5185">
                  <c:v>45337</c:v>
                </c:pt>
                <c:pt idx="5186">
                  <c:v>45338</c:v>
                </c:pt>
                <c:pt idx="5187">
                  <c:v>45341</c:v>
                </c:pt>
                <c:pt idx="5188">
                  <c:v>45342</c:v>
                </c:pt>
                <c:pt idx="5189">
                  <c:v>45343</c:v>
                </c:pt>
                <c:pt idx="5190">
                  <c:v>45344</c:v>
                </c:pt>
                <c:pt idx="5191">
                  <c:v>45345</c:v>
                </c:pt>
                <c:pt idx="5192">
                  <c:v>45348</c:v>
                </c:pt>
                <c:pt idx="5193">
                  <c:v>45349</c:v>
                </c:pt>
                <c:pt idx="5194">
                  <c:v>45350</c:v>
                </c:pt>
                <c:pt idx="5195">
                  <c:v>45351</c:v>
                </c:pt>
                <c:pt idx="5196">
                  <c:v>45352</c:v>
                </c:pt>
                <c:pt idx="5197">
                  <c:v>45355</c:v>
                </c:pt>
                <c:pt idx="5198">
                  <c:v>45356</c:v>
                </c:pt>
                <c:pt idx="5199">
                  <c:v>45357</c:v>
                </c:pt>
                <c:pt idx="5200">
                  <c:v>45358</c:v>
                </c:pt>
                <c:pt idx="5201">
                  <c:v>45359</c:v>
                </c:pt>
                <c:pt idx="5202">
                  <c:v>45362</c:v>
                </c:pt>
                <c:pt idx="5203">
                  <c:v>45363</c:v>
                </c:pt>
                <c:pt idx="5204">
                  <c:v>45364</c:v>
                </c:pt>
                <c:pt idx="5205">
                  <c:v>45365</c:v>
                </c:pt>
                <c:pt idx="5206">
                  <c:v>45366</c:v>
                </c:pt>
                <c:pt idx="5207">
                  <c:v>45369</c:v>
                </c:pt>
                <c:pt idx="5208">
                  <c:v>45370</c:v>
                </c:pt>
                <c:pt idx="5209">
                  <c:v>45371</c:v>
                </c:pt>
                <c:pt idx="5210">
                  <c:v>45372</c:v>
                </c:pt>
                <c:pt idx="5211">
                  <c:v>45373</c:v>
                </c:pt>
                <c:pt idx="5212">
                  <c:v>45376</c:v>
                </c:pt>
                <c:pt idx="5213">
                  <c:v>45377</c:v>
                </c:pt>
                <c:pt idx="5214">
                  <c:v>45378</c:v>
                </c:pt>
                <c:pt idx="5215">
                  <c:v>45379</c:v>
                </c:pt>
                <c:pt idx="5216">
                  <c:v>45380</c:v>
                </c:pt>
                <c:pt idx="5217">
                  <c:v>45383</c:v>
                </c:pt>
                <c:pt idx="5218">
                  <c:v>45384</c:v>
                </c:pt>
                <c:pt idx="5219">
                  <c:v>45385</c:v>
                </c:pt>
                <c:pt idx="5220">
                  <c:v>45386</c:v>
                </c:pt>
                <c:pt idx="5221">
                  <c:v>45387</c:v>
                </c:pt>
                <c:pt idx="5222">
                  <c:v>45390</c:v>
                </c:pt>
                <c:pt idx="5223">
                  <c:v>45391</c:v>
                </c:pt>
                <c:pt idx="5224">
                  <c:v>45392</c:v>
                </c:pt>
                <c:pt idx="5225">
                  <c:v>45393</c:v>
                </c:pt>
                <c:pt idx="5226">
                  <c:v>45394</c:v>
                </c:pt>
                <c:pt idx="5227">
                  <c:v>45397</c:v>
                </c:pt>
                <c:pt idx="5228">
                  <c:v>45398</c:v>
                </c:pt>
                <c:pt idx="5229">
                  <c:v>45399</c:v>
                </c:pt>
                <c:pt idx="5230">
                  <c:v>45400</c:v>
                </c:pt>
                <c:pt idx="5231">
                  <c:v>45401</c:v>
                </c:pt>
                <c:pt idx="5232">
                  <c:v>45404</c:v>
                </c:pt>
                <c:pt idx="5233">
                  <c:v>45405</c:v>
                </c:pt>
                <c:pt idx="5234">
                  <c:v>45406</c:v>
                </c:pt>
                <c:pt idx="5235">
                  <c:v>45407</c:v>
                </c:pt>
                <c:pt idx="5236">
                  <c:v>45408</c:v>
                </c:pt>
                <c:pt idx="5237">
                  <c:v>45411</c:v>
                </c:pt>
                <c:pt idx="5238">
                  <c:v>45412</c:v>
                </c:pt>
                <c:pt idx="5239">
                  <c:v>45413</c:v>
                </c:pt>
                <c:pt idx="5240">
                  <c:v>45414</c:v>
                </c:pt>
                <c:pt idx="5241">
                  <c:v>45415</c:v>
                </c:pt>
                <c:pt idx="5242">
                  <c:v>45418</c:v>
                </c:pt>
                <c:pt idx="5243">
                  <c:v>45419</c:v>
                </c:pt>
                <c:pt idx="5244">
                  <c:v>45420</c:v>
                </c:pt>
                <c:pt idx="5245">
                  <c:v>45421</c:v>
                </c:pt>
                <c:pt idx="5246">
                  <c:v>45422</c:v>
                </c:pt>
                <c:pt idx="5247">
                  <c:v>45425</c:v>
                </c:pt>
                <c:pt idx="5248">
                  <c:v>45426</c:v>
                </c:pt>
                <c:pt idx="5249">
                  <c:v>45427</c:v>
                </c:pt>
                <c:pt idx="5250">
                  <c:v>45428</c:v>
                </c:pt>
                <c:pt idx="5251">
                  <c:v>45429</c:v>
                </c:pt>
                <c:pt idx="5252">
                  <c:v>45432</c:v>
                </c:pt>
                <c:pt idx="5253">
                  <c:v>45433</c:v>
                </c:pt>
                <c:pt idx="5254">
                  <c:v>45434</c:v>
                </c:pt>
                <c:pt idx="5255">
                  <c:v>45435</c:v>
                </c:pt>
                <c:pt idx="5256">
                  <c:v>45436</c:v>
                </c:pt>
                <c:pt idx="5257">
                  <c:v>45439</c:v>
                </c:pt>
                <c:pt idx="5258">
                  <c:v>45440</c:v>
                </c:pt>
                <c:pt idx="5259">
                  <c:v>45441</c:v>
                </c:pt>
                <c:pt idx="5260">
                  <c:v>45442</c:v>
                </c:pt>
                <c:pt idx="5261">
                  <c:v>45443</c:v>
                </c:pt>
                <c:pt idx="5262">
                  <c:v>45446</c:v>
                </c:pt>
                <c:pt idx="5263">
                  <c:v>45447</c:v>
                </c:pt>
                <c:pt idx="5264">
                  <c:v>45448</c:v>
                </c:pt>
                <c:pt idx="5265">
                  <c:v>45449</c:v>
                </c:pt>
                <c:pt idx="5266">
                  <c:v>45450</c:v>
                </c:pt>
                <c:pt idx="5267">
                  <c:v>45453</c:v>
                </c:pt>
                <c:pt idx="5268">
                  <c:v>45454</c:v>
                </c:pt>
                <c:pt idx="5269">
                  <c:v>45455</c:v>
                </c:pt>
                <c:pt idx="5270">
                  <c:v>45456</c:v>
                </c:pt>
                <c:pt idx="5271">
                  <c:v>45457</c:v>
                </c:pt>
                <c:pt idx="5272">
                  <c:v>45460</c:v>
                </c:pt>
                <c:pt idx="5273">
                  <c:v>45461</c:v>
                </c:pt>
                <c:pt idx="5274">
                  <c:v>45462</c:v>
                </c:pt>
                <c:pt idx="5275">
                  <c:v>45463</c:v>
                </c:pt>
                <c:pt idx="5276">
                  <c:v>45464</c:v>
                </c:pt>
                <c:pt idx="5277">
                  <c:v>45467</c:v>
                </c:pt>
                <c:pt idx="5278">
                  <c:v>45468</c:v>
                </c:pt>
                <c:pt idx="5279">
                  <c:v>45469</c:v>
                </c:pt>
                <c:pt idx="5280">
                  <c:v>45470</c:v>
                </c:pt>
                <c:pt idx="5281">
                  <c:v>45471</c:v>
                </c:pt>
                <c:pt idx="5282">
                  <c:v>45474</c:v>
                </c:pt>
                <c:pt idx="5283">
                  <c:v>45475</c:v>
                </c:pt>
                <c:pt idx="5284">
                  <c:v>45476</c:v>
                </c:pt>
                <c:pt idx="5285">
                  <c:v>45477</c:v>
                </c:pt>
                <c:pt idx="5286">
                  <c:v>45478</c:v>
                </c:pt>
                <c:pt idx="5287">
                  <c:v>45481</c:v>
                </c:pt>
                <c:pt idx="5288">
                  <c:v>45482</c:v>
                </c:pt>
                <c:pt idx="5289">
                  <c:v>45483</c:v>
                </c:pt>
                <c:pt idx="5290">
                  <c:v>45484</c:v>
                </c:pt>
                <c:pt idx="5291">
                  <c:v>45485</c:v>
                </c:pt>
                <c:pt idx="5292">
                  <c:v>45488</c:v>
                </c:pt>
                <c:pt idx="5293">
                  <c:v>45489</c:v>
                </c:pt>
                <c:pt idx="5294">
                  <c:v>45490</c:v>
                </c:pt>
                <c:pt idx="5295">
                  <c:v>45491</c:v>
                </c:pt>
                <c:pt idx="5296">
                  <c:v>45492</c:v>
                </c:pt>
                <c:pt idx="5297">
                  <c:v>45495</c:v>
                </c:pt>
                <c:pt idx="5298">
                  <c:v>45496</c:v>
                </c:pt>
                <c:pt idx="5299">
                  <c:v>45497</c:v>
                </c:pt>
                <c:pt idx="5300">
                  <c:v>45498</c:v>
                </c:pt>
                <c:pt idx="5301">
                  <c:v>45499</c:v>
                </c:pt>
                <c:pt idx="5302">
                  <c:v>45502</c:v>
                </c:pt>
                <c:pt idx="5303">
                  <c:v>45503</c:v>
                </c:pt>
                <c:pt idx="5304">
                  <c:v>45504</c:v>
                </c:pt>
                <c:pt idx="5305">
                  <c:v>45505</c:v>
                </c:pt>
                <c:pt idx="5306">
                  <c:v>45506</c:v>
                </c:pt>
                <c:pt idx="5307">
                  <c:v>45509</c:v>
                </c:pt>
                <c:pt idx="5308">
                  <c:v>45510</c:v>
                </c:pt>
                <c:pt idx="5309">
                  <c:v>45511</c:v>
                </c:pt>
                <c:pt idx="5310">
                  <c:v>45512</c:v>
                </c:pt>
                <c:pt idx="5311">
                  <c:v>45513</c:v>
                </c:pt>
                <c:pt idx="5312">
                  <c:v>45516</c:v>
                </c:pt>
                <c:pt idx="5313">
                  <c:v>45517</c:v>
                </c:pt>
                <c:pt idx="5314">
                  <c:v>45518</c:v>
                </c:pt>
                <c:pt idx="5315">
                  <c:v>45519</c:v>
                </c:pt>
                <c:pt idx="5316">
                  <c:v>45520</c:v>
                </c:pt>
                <c:pt idx="5317">
                  <c:v>45523</c:v>
                </c:pt>
                <c:pt idx="5318">
                  <c:v>45524</c:v>
                </c:pt>
                <c:pt idx="5319">
                  <c:v>45525</c:v>
                </c:pt>
                <c:pt idx="5320">
                  <c:v>45526</c:v>
                </c:pt>
                <c:pt idx="5321">
                  <c:v>45527</c:v>
                </c:pt>
                <c:pt idx="5322">
                  <c:v>45530</c:v>
                </c:pt>
                <c:pt idx="5323">
                  <c:v>45531</c:v>
                </c:pt>
                <c:pt idx="5324">
                  <c:v>45532</c:v>
                </c:pt>
                <c:pt idx="5325">
                  <c:v>45533</c:v>
                </c:pt>
                <c:pt idx="5326">
                  <c:v>45534</c:v>
                </c:pt>
                <c:pt idx="5327">
                  <c:v>45537</c:v>
                </c:pt>
                <c:pt idx="5328">
                  <c:v>45538</c:v>
                </c:pt>
                <c:pt idx="5329">
                  <c:v>45539</c:v>
                </c:pt>
                <c:pt idx="5330">
                  <c:v>45540</c:v>
                </c:pt>
                <c:pt idx="5331">
                  <c:v>45541</c:v>
                </c:pt>
                <c:pt idx="5332">
                  <c:v>45544</c:v>
                </c:pt>
                <c:pt idx="5333">
                  <c:v>45545</c:v>
                </c:pt>
                <c:pt idx="5334">
                  <c:v>45546</c:v>
                </c:pt>
                <c:pt idx="5335">
                  <c:v>45547</c:v>
                </c:pt>
                <c:pt idx="5336">
                  <c:v>45548</c:v>
                </c:pt>
                <c:pt idx="5337">
                  <c:v>45551</c:v>
                </c:pt>
                <c:pt idx="5338">
                  <c:v>45552</c:v>
                </c:pt>
                <c:pt idx="5339">
                  <c:v>45553</c:v>
                </c:pt>
                <c:pt idx="5340">
                  <c:v>45554</c:v>
                </c:pt>
                <c:pt idx="5341">
                  <c:v>45555</c:v>
                </c:pt>
                <c:pt idx="5342">
                  <c:v>45558</c:v>
                </c:pt>
                <c:pt idx="5343">
                  <c:v>45559</c:v>
                </c:pt>
                <c:pt idx="5344">
                  <c:v>45560</c:v>
                </c:pt>
                <c:pt idx="5345">
                  <c:v>45561</c:v>
                </c:pt>
                <c:pt idx="5346">
                  <c:v>45562</c:v>
                </c:pt>
                <c:pt idx="5347">
                  <c:v>45565</c:v>
                </c:pt>
                <c:pt idx="5348">
                  <c:v>45566</c:v>
                </c:pt>
                <c:pt idx="5349">
                  <c:v>45567</c:v>
                </c:pt>
                <c:pt idx="5350">
                  <c:v>45568</c:v>
                </c:pt>
                <c:pt idx="5351">
                  <c:v>45569</c:v>
                </c:pt>
                <c:pt idx="5352">
                  <c:v>45572</c:v>
                </c:pt>
                <c:pt idx="5353">
                  <c:v>45573</c:v>
                </c:pt>
                <c:pt idx="5354">
                  <c:v>45574</c:v>
                </c:pt>
                <c:pt idx="5355">
                  <c:v>45575</c:v>
                </c:pt>
                <c:pt idx="5356">
                  <c:v>45576</c:v>
                </c:pt>
                <c:pt idx="5357">
                  <c:v>45579</c:v>
                </c:pt>
                <c:pt idx="5358">
                  <c:v>45580</c:v>
                </c:pt>
                <c:pt idx="5359">
                  <c:v>45581</c:v>
                </c:pt>
                <c:pt idx="5360">
                  <c:v>45582</c:v>
                </c:pt>
                <c:pt idx="5361">
                  <c:v>45583</c:v>
                </c:pt>
                <c:pt idx="5362">
                  <c:v>45586</c:v>
                </c:pt>
                <c:pt idx="5363">
                  <c:v>45587</c:v>
                </c:pt>
                <c:pt idx="5364">
                  <c:v>45588</c:v>
                </c:pt>
                <c:pt idx="5365">
                  <c:v>45589</c:v>
                </c:pt>
                <c:pt idx="5366">
                  <c:v>45590</c:v>
                </c:pt>
                <c:pt idx="5367">
                  <c:v>45593</c:v>
                </c:pt>
                <c:pt idx="5368">
                  <c:v>45594</c:v>
                </c:pt>
                <c:pt idx="5369">
                  <c:v>45595</c:v>
                </c:pt>
                <c:pt idx="5370">
                  <c:v>45596</c:v>
                </c:pt>
                <c:pt idx="5371">
                  <c:v>45597</c:v>
                </c:pt>
                <c:pt idx="5372">
                  <c:v>45601</c:v>
                </c:pt>
                <c:pt idx="5373">
                  <c:v>45602</c:v>
                </c:pt>
                <c:pt idx="5374">
                  <c:v>45603</c:v>
                </c:pt>
                <c:pt idx="5375">
                  <c:v>45604</c:v>
                </c:pt>
                <c:pt idx="5376">
                  <c:v>45608</c:v>
                </c:pt>
                <c:pt idx="5377">
                  <c:v>45609</c:v>
                </c:pt>
                <c:pt idx="5378">
                  <c:v>45610</c:v>
                </c:pt>
                <c:pt idx="5379">
                  <c:v>45611</c:v>
                </c:pt>
                <c:pt idx="5380">
                  <c:v>45614</c:v>
                </c:pt>
                <c:pt idx="5381">
                  <c:v>45615</c:v>
                </c:pt>
                <c:pt idx="5382">
                  <c:v>45616</c:v>
                </c:pt>
                <c:pt idx="5383">
                  <c:v>45617</c:v>
                </c:pt>
                <c:pt idx="5384">
                  <c:v>45618</c:v>
                </c:pt>
                <c:pt idx="5385">
                  <c:v>45621</c:v>
                </c:pt>
                <c:pt idx="5386">
                  <c:v>45622</c:v>
                </c:pt>
                <c:pt idx="5387">
                  <c:v>45623</c:v>
                </c:pt>
                <c:pt idx="5388">
                  <c:v>45624</c:v>
                </c:pt>
                <c:pt idx="5389">
                  <c:v>45625</c:v>
                </c:pt>
                <c:pt idx="5390">
                  <c:v>45628</c:v>
                </c:pt>
                <c:pt idx="5391">
                  <c:v>45629</c:v>
                </c:pt>
                <c:pt idx="5392">
                  <c:v>45630</c:v>
                </c:pt>
                <c:pt idx="5393">
                  <c:v>45631</c:v>
                </c:pt>
                <c:pt idx="5394">
                  <c:v>45632</c:v>
                </c:pt>
                <c:pt idx="5395">
                  <c:v>45635</c:v>
                </c:pt>
                <c:pt idx="5396">
                  <c:v>45636</c:v>
                </c:pt>
                <c:pt idx="5397">
                  <c:v>45637</c:v>
                </c:pt>
                <c:pt idx="5398">
                  <c:v>45638</c:v>
                </c:pt>
                <c:pt idx="5399">
                  <c:v>45639</c:v>
                </c:pt>
                <c:pt idx="5400">
                  <c:v>45642</c:v>
                </c:pt>
                <c:pt idx="5401">
                  <c:v>45643</c:v>
                </c:pt>
                <c:pt idx="5402">
                  <c:v>45644</c:v>
                </c:pt>
                <c:pt idx="5403">
                  <c:v>45645</c:v>
                </c:pt>
                <c:pt idx="5404">
                  <c:v>45646</c:v>
                </c:pt>
                <c:pt idx="5405">
                  <c:v>45649</c:v>
                </c:pt>
                <c:pt idx="5406">
                  <c:v>45650</c:v>
                </c:pt>
                <c:pt idx="5407">
                  <c:v>45652</c:v>
                </c:pt>
                <c:pt idx="5408">
                  <c:v>45653</c:v>
                </c:pt>
                <c:pt idx="5409">
                  <c:v>45656</c:v>
                </c:pt>
                <c:pt idx="5410">
                  <c:v>45657</c:v>
                </c:pt>
                <c:pt idx="5411">
                  <c:v>45659</c:v>
                </c:pt>
                <c:pt idx="5412">
                  <c:v>45660</c:v>
                </c:pt>
                <c:pt idx="5413">
                  <c:v>45663</c:v>
                </c:pt>
                <c:pt idx="5414">
                  <c:v>45664</c:v>
                </c:pt>
                <c:pt idx="5415">
                  <c:v>45665</c:v>
                </c:pt>
                <c:pt idx="5416">
                  <c:v>45666</c:v>
                </c:pt>
                <c:pt idx="5417">
                  <c:v>45667</c:v>
                </c:pt>
                <c:pt idx="5418">
                  <c:v>45670</c:v>
                </c:pt>
                <c:pt idx="5419">
                  <c:v>45671</c:v>
                </c:pt>
                <c:pt idx="5420">
                  <c:v>45672</c:v>
                </c:pt>
                <c:pt idx="5421">
                  <c:v>45673</c:v>
                </c:pt>
                <c:pt idx="5422">
                  <c:v>45674</c:v>
                </c:pt>
                <c:pt idx="5423">
                  <c:v>45677</c:v>
                </c:pt>
                <c:pt idx="5424">
                  <c:v>45678</c:v>
                </c:pt>
                <c:pt idx="5425">
                  <c:v>45679</c:v>
                </c:pt>
                <c:pt idx="5426">
                  <c:v>45680</c:v>
                </c:pt>
                <c:pt idx="5427">
                  <c:v>45681</c:v>
                </c:pt>
                <c:pt idx="5428">
                  <c:v>45684</c:v>
                </c:pt>
                <c:pt idx="5429">
                  <c:v>45685</c:v>
                </c:pt>
                <c:pt idx="5430">
                  <c:v>45686</c:v>
                </c:pt>
                <c:pt idx="5431">
                  <c:v>45687</c:v>
                </c:pt>
                <c:pt idx="5432">
                  <c:v>45688</c:v>
                </c:pt>
                <c:pt idx="5433">
                  <c:v>45691</c:v>
                </c:pt>
                <c:pt idx="5434">
                  <c:v>45692</c:v>
                </c:pt>
                <c:pt idx="5435">
                  <c:v>45693</c:v>
                </c:pt>
                <c:pt idx="5436">
                  <c:v>45694</c:v>
                </c:pt>
                <c:pt idx="5437">
                  <c:v>45695</c:v>
                </c:pt>
                <c:pt idx="5438">
                  <c:v>45698</c:v>
                </c:pt>
                <c:pt idx="5439">
                  <c:v>45699</c:v>
                </c:pt>
                <c:pt idx="5440">
                  <c:v>45700</c:v>
                </c:pt>
                <c:pt idx="5441">
                  <c:v>45701</c:v>
                </c:pt>
                <c:pt idx="5442">
                  <c:v>45702</c:v>
                </c:pt>
                <c:pt idx="5443">
                  <c:v>45706</c:v>
                </c:pt>
                <c:pt idx="5444">
                  <c:v>45707</c:v>
                </c:pt>
                <c:pt idx="5445">
                  <c:v>45708</c:v>
                </c:pt>
                <c:pt idx="5446">
                  <c:v>45709</c:v>
                </c:pt>
                <c:pt idx="5447">
                  <c:v>45712</c:v>
                </c:pt>
                <c:pt idx="5448">
                  <c:v>45713</c:v>
                </c:pt>
                <c:pt idx="5449">
                  <c:v>45714</c:v>
                </c:pt>
                <c:pt idx="5450">
                  <c:v>45715</c:v>
                </c:pt>
                <c:pt idx="5451">
                  <c:v>45716</c:v>
                </c:pt>
                <c:pt idx="5452">
                  <c:v>45719</c:v>
                </c:pt>
                <c:pt idx="5453">
                  <c:v>45720</c:v>
                </c:pt>
                <c:pt idx="5454">
                  <c:v>45721</c:v>
                </c:pt>
                <c:pt idx="5455">
                  <c:v>45722</c:v>
                </c:pt>
                <c:pt idx="5456">
                  <c:v>45723</c:v>
                </c:pt>
                <c:pt idx="5457">
                  <c:v>45726</c:v>
                </c:pt>
              </c:numCache>
            </c:numRef>
          </c:cat>
          <c:val>
            <c:numRef>
              <c:f>Hoja2!$D$316:$D$5773</c:f>
              <c:numCache>
                <c:formatCode>0.00</c:formatCode>
                <c:ptCount val="5458"/>
                <c:pt idx="0">
                  <c:v>13.4392789092042</c:v>
                </c:pt>
                <c:pt idx="1">
                  <c:v>13.393683165617</c:v>
                </c:pt>
                <c:pt idx="2">
                  <c:v>13.280192067770701</c:v>
                </c:pt>
                <c:pt idx="3">
                  <c:v>13.409193762366</c:v>
                </c:pt>
                <c:pt idx="4">
                  <c:v>13.3685924784726</c:v>
                </c:pt>
                <c:pt idx="5">
                  <c:v>13.2716515687962</c:v>
                </c:pt>
                <c:pt idx="6">
                  <c:v>13.169165420136901</c:v>
                </c:pt>
                <c:pt idx="7">
                  <c:v>13.384937328316701</c:v>
                </c:pt>
                <c:pt idx="8">
                  <c:v>13.5090479136427</c:v>
                </c:pt>
                <c:pt idx="9">
                  <c:v>13.819294963323101</c:v>
                </c:pt>
                <c:pt idx="10">
                  <c:v>13.7810052167075</c:v>
                </c:pt>
                <c:pt idx="11">
                  <c:v>13.7810052167075</c:v>
                </c:pt>
                <c:pt idx="12">
                  <c:v>13.5950062909048</c:v>
                </c:pt>
                <c:pt idx="13">
                  <c:v>13.7985238618586</c:v>
                </c:pt>
                <c:pt idx="14">
                  <c:v>13.857240261677299</c:v>
                </c:pt>
                <c:pt idx="15">
                  <c:v>14.151604322797001</c:v>
                </c:pt>
                <c:pt idx="16">
                  <c:v>14.563565695210199</c:v>
                </c:pt>
                <c:pt idx="17">
                  <c:v>14.1976728217457</c:v>
                </c:pt>
                <c:pt idx="18">
                  <c:v>14.4608347188267</c:v>
                </c:pt>
                <c:pt idx="19">
                  <c:v>13.8791641503612</c:v>
                </c:pt>
                <c:pt idx="20">
                  <c:v>13.868067636677701</c:v>
                </c:pt>
                <c:pt idx="21">
                  <c:v>14.135639486537301</c:v>
                </c:pt>
                <c:pt idx="22">
                  <c:v>14.131591748978</c:v>
                </c:pt>
                <c:pt idx="23">
                  <c:v>14.0047375305194</c:v>
                </c:pt>
                <c:pt idx="24">
                  <c:v>13.951361458293899</c:v>
                </c:pt>
                <c:pt idx="25">
                  <c:v>14.303768635726399</c:v>
                </c:pt>
                <c:pt idx="26">
                  <c:v>12.7745281629681</c:v>
                </c:pt>
                <c:pt idx="27">
                  <c:v>14.471179874290099</c:v>
                </c:pt>
                <c:pt idx="28">
                  <c:v>14.741369801858999</c:v>
                </c:pt>
                <c:pt idx="29">
                  <c:v>14.8887283336731</c:v>
                </c:pt>
                <c:pt idx="30">
                  <c:v>15.4608653357806</c:v>
                </c:pt>
                <c:pt idx="31">
                  <c:v>15.776019030652799</c:v>
                </c:pt>
                <c:pt idx="32">
                  <c:v>15.624864564076599</c:v>
                </c:pt>
                <c:pt idx="33">
                  <c:v>15.408148107222299</c:v>
                </c:pt>
                <c:pt idx="34">
                  <c:v>14.998199637484101</c:v>
                </c:pt>
                <c:pt idx="35">
                  <c:v>15.7875118731905</c:v>
                </c:pt>
                <c:pt idx="36">
                  <c:v>15.304632101882</c:v>
                </c:pt>
                <c:pt idx="37">
                  <c:v>15.035423477792699</c:v>
                </c:pt>
                <c:pt idx="38">
                  <c:v>15.170489512669899</c:v>
                </c:pt>
                <c:pt idx="39">
                  <c:v>14.9157517589947</c:v>
                </c:pt>
                <c:pt idx="40">
                  <c:v>15.3729361628054</c:v>
                </c:pt>
                <c:pt idx="41">
                  <c:v>14.9117735617712</c:v>
                </c:pt>
                <c:pt idx="42">
                  <c:v>14.9117735617712</c:v>
                </c:pt>
                <c:pt idx="43">
                  <c:v>15.511418286811599</c:v>
                </c:pt>
                <c:pt idx="44">
                  <c:v>14.703535612088601</c:v>
                </c:pt>
                <c:pt idx="45">
                  <c:v>15.2842477997896</c:v>
                </c:pt>
                <c:pt idx="46">
                  <c:v>14.6184919277341</c:v>
                </c:pt>
                <c:pt idx="47">
                  <c:v>14.489635074913499</c:v>
                </c:pt>
                <c:pt idx="48">
                  <c:v>14.4985899886483</c:v>
                </c:pt>
                <c:pt idx="49">
                  <c:v>14.5059715477702</c:v>
                </c:pt>
                <c:pt idx="50">
                  <c:v>14.5726472998152</c:v>
                </c:pt>
                <c:pt idx="51">
                  <c:v>14.4287713904626</c:v>
                </c:pt>
                <c:pt idx="52">
                  <c:v>14.243833649231</c:v>
                </c:pt>
                <c:pt idx="53">
                  <c:v>14.518258705369901</c:v>
                </c:pt>
                <c:pt idx="54">
                  <c:v>14.560815772762499</c:v>
                </c:pt>
                <c:pt idx="55">
                  <c:v>14.879664225837899</c:v>
                </c:pt>
                <c:pt idx="56">
                  <c:v>14.6939253963151</c:v>
                </c:pt>
                <c:pt idx="57">
                  <c:v>14.6939253963151</c:v>
                </c:pt>
                <c:pt idx="58">
                  <c:v>14.8203683085494</c:v>
                </c:pt>
                <c:pt idx="59">
                  <c:v>14.773445609021801</c:v>
                </c:pt>
                <c:pt idx="60">
                  <c:v>14.696803339633901</c:v>
                </c:pt>
                <c:pt idx="61">
                  <c:v>14.725709057122</c:v>
                </c:pt>
                <c:pt idx="62">
                  <c:v>14.725709057122</c:v>
                </c:pt>
                <c:pt idx="63">
                  <c:v>15.493732333787699</c:v>
                </c:pt>
                <c:pt idx="64">
                  <c:v>15.5134765639389</c:v>
                </c:pt>
                <c:pt idx="65">
                  <c:v>15.435393747403699</c:v>
                </c:pt>
                <c:pt idx="66">
                  <c:v>15.4327983951425</c:v>
                </c:pt>
                <c:pt idx="67">
                  <c:v>14.6749706718679</c:v>
                </c:pt>
                <c:pt idx="68">
                  <c:v>15.5740805715512</c:v>
                </c:pt>
                <c:pt idx="69">
                  <c:v>15.2717626281874</c:v>
                </c:pt>
                <c:pt idx="70">
                  <c:v>14.3603129599264</c:v>
                </c:pt>
                <c:pt idx="71">
                  <c:v>14.3299617495466</c:v>
                </c:pt>
                <c:pt idx="72">
                  <c:v>14.434937542283601</c:v>
                </c:pt>
                <c:pt idx="73">
                  <c:v>15.4478208521405</c:v>
                </c:pt>
                <c:pt idx="74">
                  <c:v>15.4039222255507</c:v>
                </c:pt>
                <c:pt idx="75">
                  <c:v>15.353746844692701</c:v>
                </c:pt>
                <c:pt idx="76">
                  <c:v>15.419775371480499</c:v>
                </c:pt>
                <c:pt idx="77">
                  <c:v>14.9149619258085</c:v>
                </c:pt>
                <c:pt idx="78">
                  <c:v>15.396059765925401</c:v>
                </c:pt>
                <c:pt idx="79">
                  <c:v>15.2229064275773</c:v>
                </c:pt>
                <c:pt idx="80">
                  <c:v>14.6372034088874</c:v>
                </c:pt>
                <c:pt idx="81">
                  <c:v>14.927950772054</c:v>
                </c:pt>
                <c:pt idx="82">
                  <c:v>14.927950772054</c:v>
                </c:pt>
                <c:pt idx="83">
                  <c:v>15.2543321142211</c:v>
                </c:pt>
                <c:pt idx="84">
                  <c:v>15.334483565404</c:v>
                </c:pt>
                <c:pt idx="85">
                  <c:v>14.974145307914499</c:v>
                </c:pt>
                <c:pt idx="86">
                  <c:v>15.5131365969316</c:v>
                </c:pt>
                <c:pt idx="87">
                  <c:v>15.2029343388178</c:v>
                </c:pt>
                <c:pt idx="88">
                  <c:v>15.516247930364599</c:v>
                </c:pt>
                <c:pt idx="89">
                  <c:v>15.473290495443401</c:v>
                </c:pt>
                <c:pt idx="90">
                  <c:v>15.515700182093401</c:v>
                </c:pt>
                <c:pt idx="91">
                  <c:v>15.5689357031924</c:v>
                </c:pt>
                <c:pt idx="92">
                  <c:v>15.7484511898738</c:v>
                </c:pt>
                <c:pt idx="93">
                  <c:v>15.7260032232225</c:v>
                </c:pt>
                <c:pt idx="94">
                  <c:v>15.6698682016007</c:v>
                </c:pt>
                <c:pt idx="95">
                  <c:v>15.6355431570073</c:v>
                </c:pt>
                <c:pt idx="96">
                  <c:v>15.0610679351547</c:v>
                </c:pt>
                <c:pt idx="97">
                  <c:v>14.963699803307399</c:v>
                </c:pt>
                <c:pt idx="98">
                  <c:v>15.5167841487579</c:v>
                </c:pt>
                <c:pt idx="99">
                  <c:v>15.683715453787499</c:v>
                </c:pt>
                <c:pt idx="100">
                  <c:v>15.669523603156399</c:v>
                </c:pt>
                <c:pt idx="101">
                  <c:v>15.669523603156399</c:v>
                </c:pt>
                <c:pt idx="102">
                  <c:v>15.6442071173062</c:v>
                </c:pt>
                <c:pt idx="103">
                  <c:v>15.5316495788962</c:v>
                </c:pt>
                <c:pt idx="104">
                  <c:v>15.414013272908999</c:v>
                </c:pt>
                <c:pt idx="105">
                  <c:v>15.4516368562583</c:v>
                </c:pt>
                <c:pt idx="106">
                  <c:v>15.3285915686071</c:v>
                </c:pt>
                <c:pt idx="107">
                  <c:v>15.3017251948985</c:v>
                </c:pt>
                <c:pt idx="108">
                  <c:v>15.1970904022107</c:v>
                </c:pt>
                <c:pt idx="109">
                  <c:v>14.9657957639779</c:v>
                </c:pt>
                <c:pt idx="110">
                  <c:v>15.198505855499899</c:v>
                </c:pt>
                <c:pt idx="111">
                  <c:v>15.1627032595666</c:v>
                </c:pt>
                <c:pt idx="112">
                  <c:v>15.129891699856699</c:v>
                </c:pt>
                <c:pt idx="113">
                  <c:v>15.0827009627285</c:v>
                </c:pt>
                <c:pt idx="114">
                  <c:v>15.262890905188801</c:v>
                </c:pt>
                <c:pt idx="115">
                  <c:v>15.1371541520626</c:v>
                </c:pt>
                <c:pt idx="116">
                  <c:v>15.7231852145948</c:v>
                </c:pt>
                <c:pt idx="117">
                  <c:v>15.290741874262901</c:v>
                </c:pt>
                <c:pt idx="118">
                  <c:v>15.140965941294599</c:v>
                </c:pt>
                <c:pt idx="119">
                  <c:v>14.8953917958425</c:v>
                </c:pt>
                <c:pt idx="120">
                  <c:v>14.9782050076908</c:v>
                </c:pt>
                <c:pt idx="121">
                  <c:v>14.6129480188592</c:v>
                </c:pt>
                <c:pt idx="122">
                  <c:v>14.583725022570601</c:v>
                </c:pt>
                <c:pt idx="123">
                  <c:v>14.426371661333199</c:v>
                </c:pt>
                <c:pt idx="124">
                  <c:v>14.698350472282399</c:v>
                </c:pt>
                <c:pt idx="125">
                  <c:v>14.474200375902999</c:v>
                </c:pt>
                <c:pt idx="126">
                  <c:v>14.819092231989201</c:v>
                </c:pt>
                <c:pt idx="127">
                  <c:v>14.708238883003601</c:v>
                </c:pt>
                <c:pt idx="128">
                  <c:v>14.9380021819343</c:v>
                </c:pt>
                <c:pt idx="129">
                  <c:v>14.8239072246957</c:v>
                </c:pt>
                <c:pt idx="130">
                  <c:v>15.0250367698776</c:v>
                </c:pt>
                <c:pt idx="131">
                  <c:v>15.061106592981499</c:v>
                </c:pt>
                <c:pt idx="132">
                  <c:v>14.6890955619726</c:v>
                </c:pt>
                <c:pt idx="133">
                  <c:v>14.882948222012701</c:v>
                </c:pt>
                <c:pt idx="134">
                  <c:v>14.6468294133618</c:v>
                </c:pt>
                <c:pt idx="135">
                  <c:v>14.765428982545799</c:v>
                </c:pt>
                <c:pt idx="136">
                  <c:v>15.3634661647391</c:v>
                </c:pt>
                <c:pt idx="137">
                  <c:v>14.8750686174261</c:v>
                </c:pt>
                <c:pt idx="138">
                  <c:v>14.7687139940089</c:v>
                </c:pt>
                <c:pt idx="139">
                  <c:v>14.8104493710178</c:v>
                </c:pt>
                <c:pt idx="140">
                  <c:v>14.787417189222699</c:v>
                </c:pt>
                <c:pt idx="141">
                  <c:v>14.6712764768674</c:v>
                </c:pt>
                <c:pt idx="142">
                  <c:v>14.724996636792399</c:v>
                </c:pt>
                <c:pt idx="143">
                  <c:v>14.5060831828337</c:v>
                </c:pt>
                <c:pt idx="144">
                  <c:v>14.561233702758599</c:v>
                </c:pt>
                <c:pt idx="145">
                  <c:v>14.556182214751299</c:v>
                </c:pt>
                <c:pt idx="146">
                  <c:v>14.556182214751299</c:v>
                </c:pt>
                <c:pt idx="147">
                  <c:v>14.426467677621099</c:v>
                </c:pt>
                <c:pt idx="148">
                  <c:v>14.5618503194189</c:v>
                </c:pt>
                <c:pt idx="149">
                  <c:v>14.462343785292401</c:v>
                </c:pt>
                <c:pt idx="150">
                  <c:v>14.4271765144517</c:v>
                </c:pt>
                <c:pt idx="151">
                  <c:v>14.3984984839008</c:v>
                </c:pt>
                <c:pt idx="152">
                  <c:v>14.5475365797816</c:v>
                </c:pt>
                <c:pt idx="153">
                  <c:v>14.4150234490881</c:v>
                </c:pt>
                <c:pt idx="154">
                  <c:v>14.607670611825499</c:v>
                </c:pt>
                <c:pt idx="155">
                  <c:v>14.6267123441562</c:v>
                </c:pt>
                <c:pt idx="156">
                  <c:v>14.6267123441562</c:v>
                </c:pt>
                <c:pt idx="157">
                  <c:v>14.420072966549499</c:v>
                </c:pt>
                <c:pt idx="158">
                  <c:v>14.351858063421</c:v>
                </c:pt>
                <c:pt idx="159">
                  <c:v>14.3503637701212</c:v>
                </c:pt>
                <c:pt idx="160">
                  <c:v>14.0639856734684</c:v>
                </c:pt>
                <c:pt idx="161">
                  <c:v>14.181818942533299</c:v>
                </c:pt>
                <c:pt idx="162">
                  <c:v>14.2482233068576</c:v>
                </c:pt>
                <c:pt idx="163">
                  <c:v>14.1963187328441</c:v>
                </c:pt>
                <c:pt idx="164">
                  <c:v>14.1814876962806</c:v>
                </c:pt>
                <c:pt idx="165">
                  <c:v>14.0972833303009</c:v>
                </c:pt>
                <c:pt idx="166">
                  <c:v>14.0972833303009</c:v>
                </c:pt>
                <c:pt idx="167">
                  <c:v>13.981914119989</c:v>
                </c:pt>
                <c:pt idx="168">
                  <c:v>13.9634136658042</c:v>
                </c:pt>
                <c:pt idx="169">
                  <c:v>13.878557925559299</c:v>
                </c:pt>
                <c:pt idx="170">
                  <c:v>13.907066974866201</c:v>
                </c:pt>
                <c:pt idx="171">
                  <c:v>14.218861127845701</c:v>
                </c:pt>
                <c:pt idx="172">
                  <c:v>13.857168108283901</c:v>
                </c:pt>
                <c:pt idx="173">
                  <c:v>13.682270885699999</c:v>
                </c:pt>
                <c:pt idx="174">
                  <c:v>13.7185633078468</c:v>
                </c:pt>
                <c:pt idx="175">
                  <c:v>13.640004004962</c:v>
                </c:pt>
                <c:pt idx="176">
                  <c:v>13.8224455684889</c:v>
                </c:pt>
                <c:pt idx="177">
                  <c:v>13.936500398081201</c:v>
                </c:pt>
                <c:pt idx="178">
                  <c:v>13.937940826298799</c:v>
                </c:pt>
                <c:pt idx="179">
                  <c:v>14.118159146117399</c:v>
                </c:pt>
                <c:pt idx="180">
                  <c:v>14.026623351866199</c:v>
                </c:pt>
                <c:pt idx="181">
                  <c:v>14.0802727069292</c:v>
                </c:pt>
                <c:pt idx="182">
                  <c:v>15.2705717712974</c:v>
                </c:pt>
                <c:pt idx="183">
                  <c:v>15.2705717712974</c:v>
                </c:pt>
                <c:pt idx="184">
                  <c:v>14.437016482227</c:v>
                </c:pt>
                <c:pt idx="185">
                  <c:v>14.1777820905002</c:v>
                </c:pt>
                <c:pt idx="186">
                  <c:v>14.0315698596938</c:v>
                </c:pt>
                <c:pt idx="187">
                  <c:v>14.144939662452799</c:v>
                </c:pt>
                <c:pt idx="188">
                  <c:v>14.20496678132</c:v>
                </c:pt>
                <c:pt idx="189">
                  <c:v>14.0793127511345</c:v>
                </c:pt>
                <c:pt idx="190">
                  <c:v>14.064222894897499</c:v>
                </c:pt>
                <c:pt idx="191">
                  <c:v>13.831781037818599</c:v>
                </c:pt>
                <c:pt idx="192">
                  <c:v>13.9107328324778</c:v>
                </c:pt>
                <c:pt idx="193">
                  <c:v>13.683085299074399</c:v>
                </c:pt>
                <c:pt idx="194">
                  <c:v>13.7190563952462</c:v>
                </c:pt>
                <c:pt idx="195">
                  <c:v>8.6123957004537104</c:v>
                </c:pt>
                <c:pt idx="196">
                  <c:v>13.750475176881499</c:v>
                </c:pt>
                <c:pt idx="197">
                  <c:v>13.747120938529701</c:v>
                </c:pt>
                <c:pt idx="198">
                  <c:v>13.6560347735367</c:v>
                </c:pt>
                <c:pt idx="199">
                  <c:v>13.575972505457599</c:v>
                </c:pt>
                <c:pt idx="200">
                  <c:v>13.575972505457599</c:v>
                </c:pt>
                <c:pt idx="201">
                  <c:v>13.3866726509162</c:v>
                </c:pt>
                <c:pt idx="202">
                  <c:v>13.326329801433699</c:v>
                </c:pt>
                <c:pt idx="203">
                  <c:v>13.3672198609978</c:v>
                </c:pt>
                <c:pt idx="204">
                  <c:v>13.756958191392</c:v>
                </c:pt>
                <c:pt idx="205">
                  <c:v>13.6220628114657</c:v>
                </c:pt>
                <c:pt idx="206">
                  <c:v>13.6220628114657</c:v>
                </c:pt>
                <c:pt idx="207">
                  <c:v>13.4090967209032</c:v>
                </c:pt>
                <c:pt idx="208">
                  <c:v>13.2401194199873</c:v>
                </c:pt>
                <c:pt idx="209">
                  <c:v>13.1065166563235</c:v>
                </c:pt>
                <c:pt idx="210">
                  <c:v>13.275511755576201</c:v>
                </c:pt>
                <c:pt idx="211">
                  <c:v>13.6260922194776</c:v>
                </c:pt>
                <c:pt idx="212">
                  <c:v>13.399147172756599</c:v>
                </c:pt>
                <c:pt idx="213">
                  <c:v>13.3990423164819</c:v>
                </c:pt>
                <c:pt idx="214">
                  <c:v>13.787282684990601</c:v>
                </c:pt>
                <c:pt idx="215">
                  <c:v>13.4402421894391</c:v>
                </c:pt>
                <c:pt idx="216">
                  <c:v>13.968911731428999</c:v>
                </c:pt>
                <c:pt idx="217">
                  <c:v>13.2918061054043</c:v>
                </c:pt>
                <c:pt idx="218">
                  <c:v>13.264463664853499</c:v>
                </c:pt>
                <c:pt idx="219">
                  <c:v>13.432450074269999</c:v>
                </c:pt>
                <c:pt idx="220">
                  <c:v>13.401111780551</c:v>
                </c:pt>
                <c:pt idx="221">
                  <c:v>13.3601486540311</c:v>
                </c:pt>
                <c:pt idx="222">
                  <c:v>13.345252305021001</c:v>
                </c:pt>
                <c:pt idx="223">
                  <c:v>13.764304274313901</c:v>
                </c:pt>
                <c:pt idx="224">
                  <c:v>13.393913499666199</c:v>
                </c:pt>
                <c:pt idx="225">
                  <c:v>13.3565306683622</c:v>
                </c:pt>
                <c:pt idx="226">
                  <c:v>13.343070316884701</c:v>
                </c:pt>
                <c:pt idx="227">
                  <c:v>13.348526488454</c:v>
                </c:pt>
                <c:pt idx="228">
                  <c:v>13.381159037338399</c:v>
                </c:pt>
                <c:pt idx="229">
                  <c:v>13.270578831981901</c:v>
                </c:pt>
                <c:pt idx="230">
                  <c:v>13.3029919954052</c:v>
                </c:pt>
                <c:pt idx="231">
                  <c:v>13.2052471053807</c:v>
                </c:pt>
                <c:pt idx="232">
                  <c:v>13.207964426237</c:v>
                </c:pt>
                <c:pt idx="233">
                  <c:v>13.227914247826201</c:v>
                </c:pt>
                <c:pt idx="234">
                  <c:v>13.171329254557399</c:v>
                </c:pt>
                <c:pt idx="235">
                  <c:v>13.158515899706</c:v>
                </c:pt>
                <c:pt idx="236">
                  <c:v>13.120523630914599</c:v>
                </c:pt>
                <c:pt idx="237">
                  <c:v>13.055137218436499</c:v>
                </c:pt>
                <c:pt idx="238">
                  <c:v>13.1658637586512</c:v>
                </c:pt>
                <c:pt idx="239">
                  <c:v>13.148515233522399</c:v>
                </c:pt>
                <c:pt idx="240">
                  <c:v>13.245404544660699</c:v>
                </c:pt>
                <c:pt idx="241">
                  <c:v>13.0895087861613</c:v>
                </c:pt>
                <c:pt idx="242">
                  <c:v>12.9842411930436</c:v>
                </c:pt>
                <c:pt idx="243">
                  <c:v>13.1598967749082</c:v>
                </c:pt>
                <c:pt idx="244">
                  <c:v>13.1034596333454</c:v>
                </c:pt>
                <c:pt idx="245">
                  <c:v>13.031484794324699</c:v>
                </c:pt>
                <c:pt idx="246">
                  <c:v>12.9173415589161</c:v>
                </c:pt>
                <c:pt idx="247">
                  <c:v>12.8502157770499</c:v>
                </c:pt>
                <c:pt idx="248">
                  <c:v>12.949304983207901</c:v>
                </c:pt>
                <c:pt idx="249">
                  <c:v>13.2306903524912</c:v>
                </c:pt>
                <c:pt idx="250">
                  <c:v>12.8715384245702</c:v>
                </c:pt>
                <c:pt idx="251">
                  <c:v>13.2800455297943</c:v>
                </c:pt>
                <c:pt idx="252">
                  <c:v>13.4279999728739</c:v>
                </c:pt>
                <c:pt idx="253">
                  <c:v>13.458540027520099</c:v>
                </c:pt>
                <c:pt idx="254">
                  <c:v>13.359876022783199</c:v>
                </c:pt>
                <c:pt idx="255">
                  <c:v>13.358096865023301</c:v>
                </c:pt>
                <c:pt idx="256">
                  <c:v>13.358096865023301</c:v>
                </c:pt>
                <c:pt idx="257">
                  <c:v>13.318945221019501</c:v>
                </c:pt>
                <c:pt idx="258">
                  <c:v>13.533009940388</c:v>
                </c:pt>
                <c:pt idx="259">
                  <c:v>13.533009940388</c:v>
                </c:pt>
                <c:pt idx="260">
                  <c:v>13.533009940388</c:v>
                </c:pt>
                <c:pt idx="261">
                  <c:v>13.921376493713399</c:v>
                </c:pt>
                <c:pt idx="262">
                  <c:v>13.635771547342101</c:v>
                </c:pt>
                <c:pt idx="263">
                  <c:v>13.5668764258191</c:v>
                </c:pt>
                <c:pt idx="264">
                  <c:v>13.4079506947125</c:v>
                </c:pt>
                <c:pt idx="265">
                  <c:v>13.545876082801399</c:v>
                </c:pt>
                <c:pt idx="266">
                  <c:v>13.5622790366972</c:v>
                </c:pt>
                <c:pt idx="267">
                  <c:v>13.5922133456884</c:v>
                </c:pt>
                <c:pt idx="268">
                  <c:v>13.343896282711601</c:v>
                </c:pt>
                <c:pt idx="269">
                  <c:v>13.432521240967301</c:v>
                </c:pt>
                <c:pt idx="270">
                  <c:v>13.7237510422213</c:v>
                </c:pt>
                <c:pt idx="271">
                  <c:v>13.6386095270322</c:v>
                </c:pt>
                <c:pt idx="272">
                  <c:v>13.6819784619275</c:v>
                </c:pt>
                <c:pt idx="273">
                  <c:v>13.445121692866</c:v>
                </c:pt>
                <c:pt idx="274">
                  <c:v>13.635329604149501</c:v>
                </c:pt>
                <c:pt idx="275">
                  <c:v>13.7824252817031</c:v>
                </c:pt>
                <c:pt idx="276">
                  <c:v>13.8532879830291</c:v>
                </c:pt>
                <c:pt idx="277">
                  <c:v>13.8195063310766</c:v>
                </c:pt>
                <c:pt idx="278">
                  <c:v>13.8467107632456</c:v>
                </c:pt>
                <c:pt idx="279">
                  <c:v>13.6535301175629</c:v>
                </c:pt>
                <c:pt idx="280">
                  <c:v>13.820492364791299</c:v>
                </c:pt>
                <c:pt idx="281">
                  <c:v>13.9428776479244</c:v>
                </c:pt>
                <c:pt idx="282">
                  <c:v>13.607227352048</c:v>
                </c:pt>
                <c:pt idx="283">
                  <c:v>13.6470591255936</c:v>
                </c:pt>
                <c:pt idx="284">
                  <c:v>13.612181699181001</c:v>
                </c:pt>
                <c:pt idx="285">
                  <c:v>13.6440852312091</c:v>
                </c:pt>
                <c:pt idx="286">
                  <c:v>13.5259048479464</c:v>
                </c:pt>
                <c:pt idx="287">
                  <c:v>13.469414996016299</c:v>
                </c:pt>
                <c:pt idx="288">
                  <c:v>13.3711497544708</c:v>
                </c:pt>
                <c:pt idx="289">
                  <c:v>13.402418224006899</c:v>
                </c:pt>
                <c:pt idx="290">
                  <c:v>13.4632784511259</c:v>
                </c:pt>
                <c:pt idx="291">
                  <c:v>13.4632784511259</c:v>
                </c:pt>
                <c:pt idx="292">
                  <c:v>13.464512209050501</c:v>
                </c:pt>
                <c:pt idx="293">
                  <c:v>13.496104227419099</c:v>
                </c:pt>
                <c:pt idx="294">
                  <c:v>13.454985412646501</c:v>
                </c:pt>
                <c:pt idx="295">
                  <c:v>13.443777775761401</c:v>
                </c:pt>
                <c:pt idx="296">
                  <c:v>13.4098832722258</c:v>
                </c:pt>
                <c:pt idx="297">
                  <c:v>13.343023035055801</c:v>
                </c:pt>
                <c:pt idx="298">
                  <c:v>13.2543509217245</c:v>
                </c:pt>
                <c:pt idx="299">
                  <c:v>13.1842960726113</c:v>
                </c:pt>
                <c:pt idx="300">
                  <c:v>13.1833010953968</c:v>
                </c:pt>
                <c:pt idx="301">
                  <c:v>13.2137377138065</c:v>
                </c:pt>
                <c:pt idx="302">
                  <c:v>13.268112624462301</c:v>
                </c:pt>
                <c:pt idx="303">
                  <c:v>13.3113795826818</c:v>
                </c:pt>
                <c:pt idx="304">
                  <c:v>13.3112818047051</c:v>
                </c:pt>
                <c:pt idx="305">
                  <c:v>13.437120402634299</c:v>
                </c:pt>
                <c:pt idx="306">
                  <c:v>13.322616080165201</c:v>
                </c:pt>
                <c:pt idx="307">
                  <c:v>13.276353070729799</c:v>
                </c:pt>
                <c:pt idx="308">
                  <c:v>13.3989100101827</c:v>
                </c:pt>
                <c:pt idx="309">
                  <c:v>13.3342023779286</c:v>
                </c:pt>
                <c:pt idx="310">
                  <c:v>13.3342023779286</c:v>
                </c:pt>
                <c:pt idx="311">
                  <c:v>13.4010438835234</c:v>
                </c:pt>
                <c:pt idx="312">
                  <c:v>13.6013057488427</c:v>
                </c:pt>
                <c:pt idx="313">
                  <c:v>13.4772543096477</c:v>
                </c:pt>
                <c:pt idx="314">
                  <c:v>13.3425163179657</c:v>
                </c:pt>
                <c:pt idx="315">
                  <c:v>13.474291087803399</c:v>
                </c:pt>
                <c:pt idx="316">
                  <c:v>13.1218367858406</c:v>
                </c:pt>
                <c:pt idx="317">
                  <c:v>13.082966970971601</c:v>
                </c:pt>
                <c:pt idx="318">
                  <c:v>13.146997589112599</c:v>
                </c:pt>
                <c:pt idx="319">
                  <c:v>12.9377282217939</c:v>
                </c:pt>
                <c:pt idx="320">
                  <c:v>12.8841309607808</c:v>
                </c:pt>
                <c:pt idx="321">
                  <c:v>12.6401267514422</c:v>
                </c:pt>
                <c:pt idx="322">
                  <c:v>12.543671443842699</c:v>
                </c:pt>
                <c:pt idx="323">
                  <c:v>12.577479088151501</c:v>
                </c:pt>
                <c:pt idx="324">
                  <c:v>12.527547109562301</c:v>
                </c:pt>
                <c:pt idx="325">
                  <c:v>12.461201322556899</c:v>
                </c:pt>
                <c:pt idx="326">
                  <c:v>12.484802258882899</c:v>
                </c:pt>
                <c:pt idx="327">
                  <c:v>12.501318011070101</c:v>
                </c:pt>
                <c:pt idx="328">
                  <c:v>12.366901485909199</c:v>
                </c:pt>
                <c:pt idx="329">
                  <c:v>12.3011955934408</c:v>
                </c:pt>
                <c:pt idx="330">
                  <c:v>12.3011955934408</c:v>
                </c:pt>
                <c:pt idx="331">
                  <c:v>12.3678043111923</c:v>
                </c:pt>
                <c:pt idx="332">
                  <c:v>12.171933585330301</c:v>
                </c:pt>
                <c:pt idx="333">
                  <c:v>11.8096526240031</c:v>
                </c:pt>
                <c:pt idx="334">
                  <c:v>11.5483783094424</c:v>
                </c:pt>
                <c:pt idx="335">
                  <c:v>11.2716083924022</c:v>
                </c:pt>
                <c:pt idx="336">
                  <c:v>11.047412718521599</c:v>
                </c:pt>
                <c:pt idx="337">
                  <c:v>11.126096898377799</c:v>
                </c:pt>
                <c:pt idx="338">
                  <c:v>11.117767678449299</c:v>
                </c:pt>
                <c:pt idx="339">
                  <c:v>11.2588647950009</c:v>
                </c:pt>
                <c:pt idx="340">
                  <c:v>11.1899615501121</c:v>
                </c:pt>
                <c:pt idx="341">
                  <c:v>11.2699598303453</c:v>
                </c:pt>
                <c:pt idx="342">
                  <c:v>11.2699598303453</c:v>
                </c:pt>
                <c:pt idx="343">
                  <c:v>11.5270221780799</c:v>
                </c:pt>
                <c:pt idx="344">
                  <c:v>11.744883904674801</c:v>
                </c:pt>
                <c:pt idx="345">
                  <c:v>11.486330413458299</c:v>
                </c:pt>
                <c:pt idx="346">
                  <c:v>11.5325622841921</c:v>
                </c:pt>
                <c:pt idx="347">
                  <c:v>11.477991533936001</c:v>
                </c:pt>
                <c:pt idx="348">
                  <c:v>11.369143607210599</c:v>
                </c:pt>
                <c:pt idx="349">
                  <c:v>11.3327369174257</c:v>
                </c:pt>
                <c:pt idx="350">
                  <c:v>11.3096463569821</c:v>
                </c:pt>
                <c:pt idx="351">
                  <c:v>11.1802334533046</c:v>
                </c:pt>
                <c:pt idx="352">
                  <c:v>11.0366064079809</c:v>
                </c:pt>
                <c:pt idx="353">
                  <c:v>11.279507793876199</c:v>
                </c:pt>
                <c:pt idx="354">
                  <c:v>11.3543178048965</c:v>
                </c:pt>
                <c:pt idx="355">
                  <c:v>11.5928834891018</c:v>
                </c:pt>
                <c:pt idx="356">
                  <c:v>11.5932559420799</c:v>
                </c:pt>
                <c:pt idx="357">
                  <c:v>10.9206269357728</c:v>
                </c:pt>
                <c:pt idx="358">
                  <c:v>10.9010840648283</c:v>
                </c:pt>
                <c:pt idx="359">
                  <c:v>10.930404939319899</c:v>
                </c:pt>
                <c:pt idx="360">
                  <c:v>10.930404939319899</c:v>
                </c:pt>
                <c:pt idx="361">
                  <c:v>10.855101198327899</c:v>
                </c:pt>
                <c:pt idx="362">
                  <c:v>11.7136600243249</c:v>
                </c:pt>
                <c:pt idx="363">
                  <c:v>11.565440297682001</c:v>
                </c:pt>
                <c:pt idx="364">
                  <c:v>11.1356023490633</c:v>
                </c:pt>
                <c:pt idx="365">
                  <c:v>11.182168810990399</c:v>
                </c:pt>
                <c:pt idx="366">
                  <c:v>11.1249089016683</c:v>
                </c:pt>
                <c:pt idx="367">
                  <c:v>11.062364712956301</c:v>
                </c:pt>
                <c:pt idx="368">
                  <c:v>11.032705050276601</c:v>
                </c:pt>
                <c:pt idx="369">
                  <c:v>10.992689881493501</c:v>
                </c:pt>
                <c:pt idx="370">
                  <c:v>10.910710499218901</c:v>
                </c:pt>
                <c:pt idx="371">
                  <c:v>10.8697787116798</c:v>
                </c:pt>
                <c:pt idx="372">
                  <c:v>10.8193086434341</c:v>
                </c:pt>
                <c:pt idx="373">
                  <c:v>10.6909708983434</c:v>
                </c:pt>
                <c:pt idx="374">
                  <c:v>10.6687440199495</c:v>
                </c:pt>
                <c:pt idx="375">
                  <c:v>10.5342438338782</c:v>
                </c:pt>
                <c:pt idx="376">
                  <c:v>10.5032237159015</c:v>
                </c:pt>
                <c:pt idx="377">
                  <c:v>10.3751944178254</c:v>
                </c:pt>
                <c:pt idx="378">
                  <c:v>10.3399710485425</c:v>
                </c:pt>
                <c:pt idx="379">
                  <c:v>10.418700458320901</c:v>
                </c:pt>
                <c:pt idx="380">
                  <c:v>10.425086698286901</c:v>
                </c:pt>
                <c:pt idx="381">
                  <c:v>10.226526562085301</c:v>
                </c:pt>
                <c:pt idx="382">
                  <c:v>10.1696400408303</c:v>
                </c:pt>
                <c:pt idx="383">
                  <c:v>10.2888525711972</c:v>
                </c:pt>
                <c:pt idx="384">
                  <c:v>10.314464725942001</c:v>
                </c:pt>
                <c:pt idx="385">
                  <c:v>9.8795975774329197</c:v>
                </c:pt>
                <c:pt idx="386">
                  <c:v>9.9910094755845602</c:v>
                </c:pt>
                <c:pt idx="387">
                  <c:v>9.8327304878772104</c:v>
                </c:pt>
                <c:pt idx="388">
                  <c:v>9.7811456616856205</c:v>
                </c:pt>
                <c:pt idx="389">
                  <c:v>9.7438348853686207</c:v>
                </c:pt>
                <c:pt idx="390">
                  <c:v>9.6910263869466302</c:v>
                </c:pt>
                <c:pt idx="391">
                  <c:v>9.5765432554457401</c:v>
                </c:pt>
                <c:pt idx="392">
                  <c:v>9.4451500889072708</c:v>
                </c:pt>
                <c:pt idx="393">
                  <c:v>9.1400145010085705</c:v>
                </c:pt>
                <c:pt idx="394">
                  <c:v>8.9189369434089301</c:v>
                </c:pt>
                <c:pt idx="395">
                  <c:v>8.8984119641032908</c:v>
                </c:pt>
                <c:pt idx="396">
                  <c:v>8.6074813707156999</c:v>
                </c:pt>
                <c:pt idx="397">
                  <c:v>8.8061248564285304</c:v>
                </c:pt>
                <c:pt idx="398">
                  <c:v>9.2148293467200801</c:v>
                </c:pt>
                <c:pt idx="399">
                  <c:v>9.49473088274258</c:v>
                </c:pt>
                <c:pt idx="400">
                  <c:v>9.4370675798239407</c:v>
                </c:pt>
                <c:pt idx="401">
                  <c:v>9.7055603550688208</c:v>
                </c:pt>
                <c:pt idx="402">
                  <c:v>9.6937794351111606</c:v>
                </c:pt>
                <c:pt idx="403">
                  <c:v>9.64536880802582</c:v>
                </c:pt>
                <c:pt idx="404">
                  <c:v>9.6301516417129207</c:v>
                </c:pt>
                <c:pt idx="405">
                  <c:v>9.6301516417129207</c:v>
                </c:pt>
                <c:pt idx="406">
                  <c:v>9.3918650524088498</c:v>
                </c:pt>
                <c:pt idx="407">
                  <c:v>9.1145644769563798</c:v>
                </c:pt>
                <c:pt idx="408">
                  <c:v>8.9446941985140391</c:v>
                </c:pt>
                <c:pt idx="409">
                  <c:v>9.1947495777938997</c:v>
                </c:pt>
                <c:pt idx="410">
                  <c:v>9.1645790497653792</c:v>
                </c:pt>
                <c:pt idx="411">
                  <c:v>9.2362206339086903</c:v>
                </c:pt>
                <c:pt idx="412">
                  <c:v>9.4849844803440995</c:v>
                </c:pt>
                <c:pt idx="413">
                  <c:v>9.5503070441648905</c:v>
                </c:pt>
                <c:pt idx="414">
                  <c:v>9.7030226984135002</c:v>
                </c:pt>
                <c:pt idx="415">
                  <c:v>9.6717065434801501</c:v>
                </c:pt>
                <c:pt idx="416">
                  <c:v>9.6139104417806003</c:v>
                </c:pt>
                <c:pt idx="417">
                  <c:v>9.7158526210069294</c:v>
                </c:pt>
                <c:pt idx="418">
                  <c:v>10.0228837089373</c:v>
                </c:pt>
                <c:pt idx="419">
                  <c:v>10.077009974962699</c:v>
                </c:pt>
                <c:pt idx="420">
                  <c:v>10.077009974962699</c:v>
                </c:pt>
                <c:pt idx="421">
                  <c:v>9.6823085284312302</c:v>
                </c:pt>
                <c:pt idx="422">
                  <c:v>9.7538640312687104</c:v>
                </c:pt>
                <c:pt idx="423">
                  <c:v>9.7769279232921402</c:v>
                </c:pt>
                <c:pt idx="424">
                  <c:v>9.7365674587578308</c:v>
                </c:pt>
                <c:pt idx="425">
                  <c:v>9.7365674587578308</c:v>
                </c:pt>
                <c:pt idx="426">
                  <c:v>9.8426892064796903</c:v>
                </c:pt>
                <c:pt idx="427">
                  <c:v>9.6993904110138303</c:v>
                </c:pt>
                <c:pt idx="428">
                  <c:v>9.6283526961856492</c:v>
                </c:pt>
                <c:pt idx="429">
                  <c:v>9.60706172193375</c:v>
                </c:pt>
                <c:pt idx="430">
                  <c:v>9.5163618259126501</c:v>
                </c:pt>
                <c:pt idx="431">
                  <c:v>9.4337958182450592</c:v>
                </c:pt>
                <c:pt idx="432">
                  <c:v>9.2528497329203407</c:v>
                </c:pt>
                <c:pt idx="433">
                  <c:v>9.2422735789461896</c:v>
                </c:pt>
                <c:pt idx="434">
                  <c:v>9.1885836067297308</c:v>
                </c:pt>
                <c:pt idx="435">
                  <c:v>9.1350311223144907</c:v>
                </c:pt>
                <c:pt idx="436">
                  <c:v>9.4109900274298308</c:v>
                </c:pt>
                <c:pt idx="437">
                  <c:v>9.5028293830521307</c:v>
                </c:pt>
                <c:pt idx="438">
                  <c:v>9.3919949821661994</c:v>
                </c:pt>
                <c:pt idx="439">
                  <c:v>9.4301478945130999</c:v>
                </c:pt>
                <c:pt idx="440">
                  <c:v>9.6304869222793208</c:v>
                </c:pt>
                <c:pt idx="441">
                  <c:v>9.6179932819716196</c:v>
                </c:pt>
                <c:pt idx="442">
                  <c:v>9.4694169550018206</c:v>
                </c:pt>
                <c:pt idx="443">
                  <c:v>9.4694169550018206</c:v>
                </c:pt>
                <c:pt idx="444">
                  <c:v>9.5594230785971295</c:v>
                </c:pt>
                <c:pt idx="445">
                  <c:v>9.4371533148047906</c:v>
                </c:pt>
                <c:pt idx="446">
                  <c:v>9.3846593708541803</c:v>
                </c:pt>
                <c:pt idx="447">
                  <c:v>9.2958586583649208</c:v>
                </c:pt>
                <c:pt idx="448">
                  <c:v>9.3448532343019401</c:v>
                </c:pt>
                <c:pt idx="449">
                  <c:v>9.3404405876822008</c:v>
                </c:pt>
                <c:pt idx="450">
                  <c:v>9.4693403671730998</c:v>
                </c:pt>
                <c:pt idx="451">
                  <c:v>9.4451524379017293</c:v>
                </c:pt>
                <c:pt idx="452">
                  <c:v>9.3908558591548505</c:v>
                </c:pt>
                <c:pt idx="453">
                  <c:v>9.3430383410871691</c:v>
                </c:pt>
                <c:pt idx="454">
                  <c:v>9.29947501072132</c:v>
                </c:pt>
                <c:pt idx="455">
                  <c:v>9.1811316872121704</c:v>
                </c:pt>
                <c:pt idx="456">
                  <c:v>9.18809523079155</c:v>
                </c:pt>
                <c:pt idx="457">
                  <c:v>9.4605306086393295</c:v>
                </c:pt>
                <c:pt idx="458">
                  <c:v>9.2266730287525505</c:v>
                </c:pt>
                <c:pt idx="459">
                  <c:v>9.2266730287525505</c:v>
                </c:pt>
                <c:pt idx="460">
                  <c:v>9.1669831237749602</c:v>
                </c:pt>
                <c:pt idx="461">
                  <c:v>9.1355397184229208</c:v>
                </c:pt>
                <c:pt idx="462">
                  <c:v>9.1434792349831095</c:v>
                </c:pt>
                <c:pt idx="463">
                  <c:v>9.0945386654941007</c:v>
                </c:pt>
                <c:pt idx="464">
                  <c:v>9.0475166556315898</c:v>
                </c:pt>
                <c:pt idx="465">
                  <c:v>9.0475166556315898</c:v>
                </c:pt>
                <c:pt idx="466">
                  <c:v>8.9542529366727805</c:v>
                </c:pt>
                <c:pt idx="467">
                  <c:v>8.7947712398567504</c:v>
                </c:pt>
                <c:pt idx="468">
                  <c:v>8.7029047725354705</c:v>
                </c:pt>
                <c:pt idx="469">
                  <c:v>8.5772139611301199</c:v>
                </c:pt>
                <c:pt idx="470">
                  <c:v>8.5122927580125403</c:v>
                </c:pt>
                <c:pt idx="471">
                  <c:v>8.5390290656080605</c:v>
                </c:pt>
                <c:pt idx="472">
                  <c:v>8.4939588496041303</c:v>
                </c:pt>
                <c:pt idx="473">
                  <c:v>8.5187487199428809</c:v>
                </c:pt>
                <c:pt idx="474">
                  <c:v>8.4460197712912297</c:v>
                </c:pt>
                <c:pt idx="475">
                  <c:v>8.4145662322918895</c:v>
                </c:pt>
                <c:pt idx="476">
                  <c:v>8.3253874858402401</c:v>
                </c:pt>
                <c:pt idx="477">
                  <c:v>8.37879196766246</c:v>
                </c:pt>
                <c:pt idx="478">
                  <c:v>8.4495818865590095</c:v>
                </c:pt>
                <c:pt idx="479">
                  <c:v>8.3224425446774397</c:v>
                </c:pt>
                <c:pt idx="480">
                  <c:v>8.3723465608113692</c:v>
                </c:pt>
                <c:pt idx="481">
                  <c:v>8.3918166762594808</c:v>
                </c:pt>
                <c:pt idx="482">
                  <c:v>8.3953491537993603</c:v>
                </c:pt>
                <c:pt idx="483">
                  <c:v>8.3144949528384196</c:v>
                </c:pt>
                <c:pt idx="484">
                  <c:v>8.3144949528384196</c:v>
                </c:pt>
                <c:pt idx="485">
                  <c:v>8.22403446342752</c:v>
                </c:pt>
                <c:pt idx="486">
                  <c:v>8.1107730506314599</c:v>
                </c:pt>
                <c:pt idx="487">
                  <c:v>8.0253845808278594</c:v>
                </c:pt>
                <c:pt idx="488">
                  <c:v>7.9292629424877203</c:v>
                </c:pt>
                <c:pt idx="489">
                  <c:v>7.8385251578039901</c:v>
                </c:pt>
                <c:pt idx="490">
                  <c:v>7.82908146796695</c:v>
                </c:pt>
                <c:pt idx="491">
                  <c:v>7.7698005528233702</c:v>
                </c:pt>
                <c:pt idx="492">
                  <c:v>7.7736833676694497</c:v>
                </c:pt>
                <c:pt idx="493">
                  <c:v>7.72278780292904</c:v>
                </c:pt>
                <c:pt idx="494">
                  <c:v>7.6686806974579298</c:v>
                </c:pt>
                <c:pt idx="495">
                  <c:v>7.6343111340272802</c:v>
                </c:pt>
                <c:pt idx="496">
                  <c:v>7.6384820512270801</c:v>
                </c:pt>
                <c:pt idx="497">
                  <c:v>7.61682786576438</c:v>
                </c:pt>
                <c:pt idx="498">
                  <c:v>7.3751314532140704</c:v>
                </c:pt>
                <c:pt idx="499">
                  <c:v>7.3159496359830802</c:v>
                </c:pt>
                <c:pt idx="500">
                  <c:v>7.2973023621575699</c:v>
                </c:pt>
                <c:pt idx="501">
                  <c:v>7.2617293377057299</c:v>
                </c:pt>
                <c:pt idx="502">
                  <c:v>7.1985115030466602</c:v>
                </c:pt>
                <c:pt idx="503">
                  <c:v>7.3183184405243997</c:v>
                </c:pt>
                <c:pt idx="504">
                  <c:v>7.4363379447614602</c:v>
                </c:pt>
                <c:pt idx="505">
                  <c:v>7.6244314690627402</c:v>
                </c:pt>
                <c:pt idx="506">
                  <c:v>7.7030206502610197</c:v>
                </c:pt>
                <c:pt idx="507">
                  <c:v>7.5890840156058603</c:v>
                </c:pt>
                <c:pt idx="508">
                  <c:v>7.63048853234086</c:v>
                </c:pt>
                <c:pt idx="509">
                  <c:v>7.8611310792022904</c:v>
                </c:pt>
                <c:pt idx="510">
                  <c:v>7.8457796468603398</c:v>
                </c:pt>
                <c:pt idx="511">
                  <c:v>7.7025634692099798</c:v>
                </c:pt>
                <c:pt idx="512">
                  <c:v>7.5882043353359796</c:v>
                </c:pt>
                <c:pt idx="513">
                  <c:v>7.4538168959263302</c:v>
                </c:pt>
                <c:pt idx="514">
                  <c:v>7.4231607538040398</c:v>
                </c:pt>
                <c:pt idx="515">
                  <c:v>7.4231607538040398</c:v>
                </c:pt>
                <c:pt idx="516">
                  <c:v>7.5011575920171802</c:v>
                </c:pt>
                <c:pt idx="517">
                  <c:v>7.6224901071499698</c:v>
                </c:pt>
                <c:pt idx="518">
                  <c:v>7.6910497586128104</c:v>
                </c:pt>
                <c:pt idx="519">
                  <c:v>7.6666326819664103</c:v>
                </c:pt>
                <c:pt idx="520">
                  <c:v>7.6413387398852004</c:v>
                </c:pt>
                <c:pt idx="521">
                  <c:v>7.6958244985817998</c:v>
                </c:pt>
                <c:pt idx="522">
                  <c:v>7.7075970406251404</c:v>
                </c:pt>
                <c:pt idx="523">
                  <c:v>7.8060375504951303</c:v>
                </c:pt>
                <c:pt idx="524">
                  <c:v>7.8150574548581799</c:v>
                </c:pt>
                <c:pt idx="525">
                  <c:v>7.93068521172248</c:v>
                </c:pt>
                <c:pt idx="526">
                  <c:v>7.9107557139127698</c:v>
                </c:pt>
                <c:pt idx="527">
                  <c:v>7.9614601993626</c:v>
                </c:pt>
                <c:pt idx="528">
                  <c:v>8.1352264746097305</c:v>
                </c:pt>
                <c:pt idx="529">
                  <c:v>8.3904837695064796</c:v>
                </c:pt>
                <c:pt idx="530">
                  <c:v>8.5390761034217508</c:v>
                </c:pt>
                <c:pt idx="531">
                  <c:v>8.5115703786296102</c:v>
                </c:pt>
                <c:pt idx="532">
                  <c:v>8.4834443750190296</c:v>
                </c:pt>
                <c:pt idx="533">
                  <c:v>8.4834443750190296</c:v>
                </c:pt>
                <c:pt idx="534">
                  <c:v>8.4834443750190296</c:v>
                </c:pt>
                <c:pt idx="535">
                  <c:v>9.0087320147682206</c:v>
                </c:pt>
                <c:pt idx="536">
                  <c:v>8.9342109574213993</c:v>
                </c:pt>
                <c:pt idx="537">
                  <c:v>8.8084705819115605</c:v>
                </c:pt>
                <c:pt idx="538">
                  <c:v>8.8084705819115605</c:v>
                </c:pt>
                <c:pt idx="539">
                  <c:v>8.4913355328582192</c:v>
                </c:pt>
                <c:pt idx="540">
                  <c:v>8.4435073425924507</c:v>
                </c:pt>
                <c:pt idx="541">
                  <c:v>8.8474054170086909</c:v>
                </c:pt>
                <c:pt idx="542">
                  <c:v>9.1405857832102893</c:v>
                </c:pt>
                <c:pt idx="543">
                  <c:v>9.0212134339628793</c:v>
                </c:pt>
                <c:pt idx="544">
                  <c:v>9.0068126824389001</c:v>
                </c:pt>
                <c:pt idx="545">
                  <c:v>9.0068126824389001</c:v>
                </c:pt>
                <c:pt idx="546">
                  <c:v>9.2275437492537904</c:v>
                </c:pt>
                <c:pt idx="547">
                  <c:v>9.1523188467018706</c:v>
                </c:pt>
                <c:pt idx="548">
                  <c:v>9.1611616138504903</c:v>
                </c:pt>
                <c:pt idx="549">
                  <c:v>9.0609471837918694</c:v>
                </c:pt>
                <c:pt idx="550">
                  <c:v>8.8432463123411402</c:v>
                </c:pt>
                <c:pt idx="551">
                  <c:v>8.91148020936458</c:v>
                </c:pt>
                <c:pt idx="552">
                  <c:v>8.7271120824430994</c:v>
                </c:pt>
                <c:pt idx="553">
                  <c:v>8.8997450841340093</c:v>
                </c:pt>
                <c:pt idx="554">
                  <c:v>9.24534751686123</c:v>
                </c:pt>
                <c:pt idx="555">
                  <c:v>9.3557571236710295</c:v>
                </c:pt>
                <c:pt idx="556">
                  <c:v>9.2434122269221195</c:v>
                </c:pt>
                <c:pt idx="557">
                  <c:v>9.3534108982377404</c:v>
                </c:pt>
                <c:pt idx="558">
                  <c:v>9.5086646504282903</c:v>
                </c:pt>
                <c:pt idx="559">
                  <c:v>9.4643563938203599</c:v>
                </c:pt>
                <c:pt idx="560">
                  <c:v>9.72927892447386</c:v>
                </c:pt>
                <c:pt idx="561">
                  <c:v>9.6975177909913199</c:v>
                </c:pt>
                <c:pt idx="562">
                  <c:v>10.1129511367257</c:v>
                </c:pt>
                <c:pt idx="563">
                  <c:v>10.0332998254482</c:v>
                </c:pt>
                <c:pt idx="564">
                  <c:v>9.6874068784869003</c:v>
                </c:pt>
                <c:pt idx="565">
                  <c:v>9.6874068784869003</c:v>
                </c:pt>
                <c:pt idx="566">
                  <c:v>9.8053765526696495</c:v>
                </c:pt>
                <c:pt idx="567">
                  <c:v>9.9679208336184804</c:v>
                </c:pt>
                <c:pt idx="568">
                  <c:v>9.7453998716729302</c:v>
                </c:pt>
                <c:pt idx="569">
                  <c:v>9.5675315166005497</c:v>
                </c:pt>
                <c:pt idx="570">
                  <c:v>9.52456101511968</c:v>
                </c:pt>
                <c:pt idx="571">
                  <c:v>9.8307397472875593</c:v>
                </c:pt>
                <c:pt idx="572">
                  <c:v>9.8307397472875593</c:v>
                </c:pt>
                <c:pt idx="573">
                  <c:v>9.8307397472875593</c:v>
                </c:pt>
                <c:pt idx="574">
                  <c:v>9.9296796396752605</c:v>
                </c:pt>
                <c:pt idx="575">
                  <c:v>10.108481412982201</c:v>
                </c:pt>
                <c:pt idx="576">
                  <c:v>10.4206066543508</c:v>
                </c:pt>
                <c:pt idx="577">
                  <c:v>10.388847253581501</c:v>
                </c:pt>
                <c:pt idx="578">
                  <c:v>10.4077999433919</c:v>
                </c:pt>
                <c:pt idx="579">
                  <c:v>10.3920866620234</c:v>
                </c:pt>
                <c:pt idx="580">
                  <c:v>10.3920866620234</c:v>
                </c:pt>
                <c:pt idx="581">
                  <c:v>10.6631388275541</c:v>
                </c:pt>
                <c:pt idx="582">
                  <c:v>10.433033247482401</c:v>
                </c:pt>
                <c:pt idx="583">
                  <c:v>10.5818174328232</c:v>
                </c:pt>
                <c:pt idx="584">
                  <c:v>10.943087815543301</c:v>
                </c:pt>
                <c:pt idx="585">
                  <c:v>10.943087815543301</c:v>
                </c:pt>
                <c:pt idx="586">
                  <c:v>11.4114295988254</c:v>
                </c:pt>
                <c:pt idx="587">
                  <c:v>12.136450646159499</c:v>
                </c:pt>
                <c:pt idx="588">
                  <c:v>11.8159788234928</c:v>
                </c:pt>
                <c:pt idx="589">
                  <c:v>10.908579931608701</c:v>
                </c:pt>
                <c:pt idx="590">
                  <c:v>10.908579931608701</c:v>
                </c:pt>
                <c:pt idx="591">
                  <c:v>10.5918628330668</c:v>
                </c:pt>
                <c:pt idx="592">
                  <c:v>11.1058778293724</c:v>
                </c:pt>
                <c:pt idx="593">
                  <c:v>10.700077890773599</c:v>
                </c:pt>
                <c:pt idx="594">
                  <c:v>10.605134873112201</c:v>
                </c:pt>
                <c:pt idx="595">
                  <c:v>10.175103512250599</c:v>
                </c:pt>
                <c:pt idx="596">
                  <c:v>10.1827980165261</c:v>
                </c:pt>
                <c:pt idx="597">
                  <c:v>10.5111016572693</c:v>
                </c:pt>
                <c:pt idx="598">
                  <c:v>10.954293185830799</c:v>
                </c:pt>
                <c:pt idx="599">
                  <c:v>11.0485704791193</c:v>
                </c:pt>
                <c:pt idx="600">
                  <c:v>11.1543400771831</c:v>
                </c:pt>
                <c:pt idx="601">
                  <c:v>10.9923075078331</c:v>
                </c:pt>
                <c:pt idx="602">
                  <c:v>10.908905675014299</c:v>
                </c:pt>
                <c:pt idx="603">
                  <c:v>10.908905675014299</c:v>
                </c:pt>
                <c:pt idx="604">
                  <c:v>10.451943778744299</c:v>
                </c:pt>
                <c:pt idx="605">
                  <c:v>10.0786868240784</c:v>
                </c:pt>
                <c:pt idx="606">
                  <c:v>10.1696952224108</c:v>
                </c:pt>
                <c:pt idx="607">
                  <c:v>10.258676598056301</c:v>
                </c:pt>
                <c:pt idx="608">
                  <c:v>10.0470971076253</c:v>
                </c:pt>
                <c:pt idx="609">
                  <c:v>10.0470971076253</c:v>
                </c:pt>
                <c:pt idx="610">
                  <c:v>9.73246202780002</c:v>
                </c:pt>
                <c:pt idx="611">
                  <c:v>9.9231415752964605</c:v>
                </c:pt>
                <c:pt idx="612">
                  <c:v>9.9307931956946494</c:v>
                </c:pt>
                <c:pt idx="613">
                  <c:v>9.9431745684506598</c:v>
                </c:pt>
                <c:pt idx="614">
                  <c:v>9.6357438254166397</c:v>
                </c:pt>
                <c:pt idx="615">
                  <c:v>9.6357438254166397</c:v>
                </c:pt>
                <c:pt idx="616">
                  <c:v>9.6577709592546608</c:v>
                </c:pt>
                <c:pt idx="617">
                  <c:v>9.4980762517542807</c:v>
                </c:pt>
                <c:pt idx="618">
                  <c:v>9.5273408252358198</c:v>
                </c:pt>
                <c:pt idx="619">
                  <c:v>9.6302342693739291</c:v>
                </c:pt>
                <c:pt idx="620">
                  <c:v>9.8350411055572504</c:v>
                </c:pt>
                <c:pt idx="621">
                  <c:v>9.5864599583298507</c:v>
                </c:pt>
                <c:pt idx="622">
                  <c:v>9.4841536188174906</c:v>
                </c:pt>
                <c:pt idx="623">
                  <c:v>9.4421019945666504</c:v>
                </c:pt>
                <c:pt idx="624">
                  <c:v>9.3773562026414297</c:v>
                </c:pt>
                <c:pt idx="625">
                  <c:v>9.3773562026414297</c:v>
                </c:pt>
                <c:pt idx="626">
                  <c:v>9.3445645926377292</c:v>
                </c:pt>
                <c:pt idx="627">
                  <c:v>9.5015558132928106</c:v>
                </c:pt>
                <c:pt idx="628">
                  <c:v>9.6720863434194992</c:v>
                </c:pt>
                <c:pt idx="629">
                  <c:v>9.78404907291646</c:v>
                </c:pt>
                <c:pt idx="630">
                  <c:v>9.7125660427125595</c:v>
                </c:pt>
                <c:pt idx="631">
                  <c:v>9.5729891835606509</c:v>
                </c:pt>
                <c:pt idx="632">
                  <c:v>9.5722845318948107</c:v>
                </c:pt>
                <c:pt idx="633">
                  <c:v>9.5653054044143193</c:v>
                </c:pt>
                <c:pt idx="634">
                  <c:v>9.5224787626760197</c:v>
                </c:pt>
                <c:pt idx="635">
                  <c:v>9.6313953576807005</c:v>
                </c:pt>
                <c:pt idx="636">
                  <c:v>9.5909924398661097</c:v>
                </c:pt>
                <c:pt idx="637">
                  <c:v>9.7197878753381008</c:v>
                </c:pt>
                <c:pt idx="638">
                  <c:v>9.6699978206363006</c:v>
                </c:pt>
                <c:pt idx="639">
                  <c:v>9.5195906784602897</c:v>
                </c:pt>
                <c:pt idx="640">
                  <c:v>10.061369285521501</c:v>
                </c:pt>
                <c:pt idx="641">
                  <c:v>9.6274340910011702</c:v>
                </c:pt>
                <c:pt idx="642">
                  <c:v>9.5797000726907804</c:v>
                </c:pt>
                <c:pt idx="643">
                  <c:v>9.5557982359196494</c:v>
                </c:pt>
                <c:pt idx="644">
                  <c:v>9.5509941713564199</c:v>
                </c:pt>
                <c:pt idx="645">
                  <c:v>9.6122644192001498</c:v>
                </c:pt>
                <c:pt idx="646">
                  <c:v>9.5821195226372993</c:v>
                </c:pt>
                <c:pt idx="647">
                  <c:v>9.6099796402168298</c:v>
                </c:pt>
                <c:pt idx="648">
                  <c:v>9.7315065801571894</c:v>
                </c:pt>
                <c:pt idx="649">
                  <c:v>9.8734759572371296</c:v>
                </c:pt>
                <c:pt idx="650">
                  <c:v>9.9191460415485793</c:v>
                </c:pt>
                <c:pt idx="651">
                  <c:v>9.8950795680888497</c:v>
                </c:pt>
                <c:pt idx="652">
                  <c:v>9.7988477237353901</c:v>
                </c:pt>
                <c:pt idx="653">
                  <c:v>9.7241084124469506</c:v>
                </c:pt>
                <c:pt idx="654">
                  <c:v>9.6641141583312606</c:v>
                </c:pt>
                <c:pt idx="655">
                  <c:v>9.7056237035333108</c:v>
                </c:pt>
                <c:pt idx="656">
                  <c:v>9.7673174999627399</c:v>
                </c:pt>
                <c:pt idx="657">
                  <c:v>9.79873223195594</c:v>
                </c:pt>
                <c:pt idx="658">
                  <c:v>9.6828749029386394</c:v>
                </c:pt>
                <c:pt idx="659">
                  <c:v>9.6485304128269807</c:v>
                </c:pt>
                <c:pt idx="660">
                  <c:v>9.5494206197950895</c:v>
                </c:pt>
                <c:pt idx="661">
                  <c:v>9.5590157145985906</c:v>
                </c:pt>
                <c:pt idx="662">
                  <c:v>9.6258683891301207</c:v>
                </c:pt>
                <c:pt idx="663">
                  <c:v>9.5756609354594406</c:v>
                </c:pt>
                <c:pt idx="664">
                  <c:v>9.5543699382664595</c:v>
                </c:pt>
                <c:pt idx="665">
                  <c:v>9.5543699382664595</c:v>
                </c:pt>
                <c:pt idx="666">
                  <c:v>9.5781666102963907</c:v>
                </c:pt>
                <c:pt idx="667">
                  <c:v>9.5275265126177402</c:v>
                </c:pt>
                <c:pt idx="668">
                  <c:v>9.5229571931902495</c:v>
                </c:pt>
                <c:pt idx="669">
                  <c:v>9.5696457795893295</c:v>
                </c:pt>
                <c:pt idx="670">
                  <c:v>9.5893686321004097</c:v>
                </c:pt>
                <c:pt idx="671">
                  <c:v>9.7053126763931505</c:v>
                </c:pt>
                <c:pt idx="672">
                  <c:v>9.5578787531562597</c:v>
                </c:pt>
                <c:pt idx="673">
                  <c:v>9.5010368475698606</c:v>
                </c:pt>
                <c:pt idx="674">
                  <c:v>9.3676534521951602</c:v>
                </c:pt>
                <c:pt idx="675">
                  <c:v>9.3779914174968706</c:v>
                </c:pt>
                <c:pt idx="676">
                  <c:v>9.3208401432787493</c:v>
                </c:pt>
                <c:pt idx="677">
                  <c:v>9.2491425034193604</c:v>
                </c:pt>
                <c:pt idx="678">
                  <c:v>9.1537398555473697</c:v>
                </c:pt>
                <c:pt idx="679">
                  <c:v>9.1914080642537801</c:v>
                </c:pt>
                <c:pt idx="680">
                  <c:v>9.1914080642537801</c:v>
                </c:pt>
                <c:pt idx="681">
                  <c:v>9.0873337916009103</c:v>
                </c:pt>
                <c:pt idx="682">
                  <c:v>9.0547443468015096</c:v>
                </c:pt>
                <c:pt idx="683">
                  <c:v>8.97720223461309</c:v>
                </c:pt>
                <c:pt idx="684">
                  <c:v>9.0302501237551205</c:v>
                </c:pt>
                <c:pt idx="685">
                  <c:v>9.0302501237551205</c:v>
                </c:pt>
                <c:pt idx="686">
                  <c:v>8.9636644052150096</c:v>
                </c:pt>
                <c:pt idx="687">
                  <c:v>8.9107002036720004</c:v>
                </c:pt>
                <c:pt idx="688">
                  <c:v>8.9306719364686398</c:v>
                </c:pt>
                <c:pt idx="689">
                  <c:v>9.0390533748345394</c:v>
                </c:pt>
                <c:pt idx="690">
                  <c:v>9.0481188884540593</c:v>
                </c:pt>
                <c:pt idx="691">
                  <c:v>9.0058583072860507</c:v>
                </c:pt>
                <c:pt idx="692">
                  <c:v>9.0532573615687593</c:v>
                </c:pt>
                <c:pt idx="693">
                  <c:v>9.1424776414429392</c:v>
                </c:pt>
                <c:pt idx="694">
                  <c:v>9.1621624679805507</c:v>
                </c:pt>
                <c:pt idx="695">
                  <c:v>9.3914887088343892</c:v>
                </c:pt>
                <c:pt idx="696">
                  <c:v>9.3933209971048193</c:v>
                </c:pt>
                <c:pt idx="697">
                  <c:v>9.3005540640247197</c:v>
                </c:pt>
                <c:pt idx="698">
                  <c:v>9.2718888079830002</c:v>
                </c:pt>
                <c:pt idx="699">
                  <c:v>9.2155784946906092</c:v>
                </c:pt>
                <c:pt idx="700">
                  <c:v>9.1956373099980997</c:v>
                </c:pt>
                <c:pt idx="701">
                  <c:v>9.0533856994959798</c:v>
                </c:pt>
                <c:pt idx="702">
                  <c:v>9.0606029769494807</c:v>
                </c:pt>
                <c:pt idx="703">
                  <c:v>9.1266380528895503</c:v>
                </c:pt>
                <c:pt idx="704">
                  <c:v>9.1266380528895503</c:v>
                </c:pt>
                <c:pt idx="705">
                  <c:v>9.0819728410150997</c:v>
                </c:pt>
                <c:pt idx="706">
                  <c:v>9.0726401290342693</c:v>
                </c:pt>
                <c:pt idx="707">
                  <c:v>9.05580223309064</c:v>
                </c:pt>
                <c:pt idx="708">
                  <c:v>9.0964523580427397</c:v>
                </c:pt>
                <c:pt idx="709">
                  <c:v>9.0128981383309092</c:v>
                </c:pt>
                <c:pt idx="710">
                  <c:v>8.9832145114911608</c:v>
                </c:pt>
                <c:pt idx="711">
                  <c:v>8.9744209519607807</c:v>
                </c:pt>
                <c:pt idx="712">
                  <c:v>8.9503310577244708</c:v>
                </c:pt>
                <c:pt idx="713">
                  <c:v>8.7845231567778992</c:v>
                </c:pt>
                <c:pt idx="714">
                  <c:v>8.9488893833898704</c:v>
                </c:pt>
                <c:pt idx="715">
                  <c:v>8.9246448119771102</c:v>
                </c:pt>
                <c:pt idx="716">
                  <c:v>8.8940628105069397</c:v>
                </c:pt>
                <c:pt idx="717">
                  <c:v>8.9565191914716493</c:v>
                </c:pt>
                <c:pt idx="718">
                  <c:v>8.9565191914716493</c:v>
                </c:pt>
                <c:pt idx="719">
                  <c:v>8.9565191914716493</c:v>
                </c:pt>
                <c:pt idx="720">
                  <c:v>8.9135819903740394</c:v>
                </c:pt>
                <c:pt idx="721">
                  <c:v>8.8622242916248997</c:v>
                </c:pt>
                <c:pt idx="722">
                  <c:v>8.9037388088024798</c:v>
                </c:pt>
                <c:pt idx="723">
                  <c:v>9.0297055769882899</c:v>
                </c:pt>
                <c:pt idx="724">
                  <c:v>9.0297055769882899</c:v>
                </c:pt>
                <c:pt idx="725">
                  <c:v>9.2297761479594804</c:v>
                </c:pt>
                <c:pt idx="726">
                  <c:v>9.5370368334501503</c:v>
                </c:pt>
                <c:pt idx="727">
                  <c:v>9.3278903660679209</c:v>
                </c:pt>
                <c:pt idx="728">
                  <c:v>9.2904835046771108</c:v>
                </c:pt>
                <c:pt idx="729">
                  <c:v>9.1883666921783398</c:v>
                </c:pt>
                <c:pt idx="730">
                  <c:v>9.2033684529653801</c:v>
                </c:pt>
                <c:pt idx="731">
                  <c:v>9.1481785961000703</c:v>
                </c:pt>
                <c:pt idx="732">
                  <c:v>9.12931959393722</c:v>
                </c:pt>
                <c:pt idx="733">
                  <c:v>9.1893130113358801</c:v>
                </c:pt>
                <c:pt idx="734">
                  <c:v>9.1823656358439898</c:v>
                </c:pt>
                <c:pt idx="735">
                  <c:v>9.3215408355473297</c:v>
                </c:pt>
                <c:pt idx="736">
                  <c:v>9.3018545482132602</c:v>
                </c:pt>
                <c:pt idx="737">
                  <c:v>9.328523415207</c:v>
                </c:pt>
                <c:pt idx="738">
                  <c:v>9.4921763952127396</c:v>
                </c:pt>
                <c:pt idx="739">
                  <c:v>9.5054078778239095</c:v>
                </c:pt>
                <c:pt idx="740">
                  <c:v>9.5187453432967803</c:v>
                </c:pt>
                <c:pt idx="741">
                  <c:v>9.4524582804092798</c:v>
                </c:pt>
                <c:pt idx="742">
                  <c:v>9.3600323157308498</c:v>
                </c:pt>
                <c:pt idx="743">
                  <c:v>9.4349051036064502</c:v>
                </c:pt>
                <c:pt idx="744">
                  <c:v>9.4027816008315206</c:v>
                </c:pt>
                <c:pt idx="745">
                  <c:v>9.47781597647948</c:v>
                </c:pt>
                <c:pt idx="746">
                  <c:v>9.5585116081533297</c:v>
                </c:pt>
                <c:pt idx="747">
                  <c:v>9.5838115608366898</c:v>
                </c:pt>
                <c:pt idx="748">
                  <c:v>9.5569668472144702</c:v>
                </c:pt>
                <c:pt idx="749">
                  <c:v>9.6877749926383494</c:v>
                </c:pt>
                <c:pt idx="750">
                  <c:v>9.6095230812057402</c:v>
                </c:pt>
                <c:pt idx="751">
                  <c:v>9.5108313435049308</c:v>
                </c:pt>
                <c:pt idx="752">
                  <c:v>9.4720638512069701</c:v>
                </c:pt>
                <c:pt idx="753">
                  <c:v>9.45244322396481</c:v>
                </c:pt>
                <c:pt idx="754">
                  <c:v>9.5564118864187506</c:v>
                </c:pt>
                <c:pt idx="755">
                  <c:v>9.6157564169623697</c:v>
                </c:pt>
                <c:pt idx="756">
                  <c:v>9.5727989601032402</c:v>
                </c:pt>
                <c:pt idx="757">
                  <c:v>9.5927324705029395</c:v>
                </c:pt>
                <c:pt idx="758">
                  <c:v>9.5608295837536499</c:v>
                </c:pt>
                <c:pt idx="759">
                  <c:v>9.5588713002762908</c:v>
                </c:pt>
                <c:pt idx="760">
                  <c:v>9.7886245372382401</c:v>
                </c:pt>
                <c:pt idx="761">
                  <c:v>9.8639699269291903</c:v>
                </c:pt>
                <c:pt idx="762">
                  <c:v>10.013046219527601</c:v>
                </c:pt>
                <c:pt idx="763">
                  <c:v>9.9859470280969305</c:v>
                </c:pt>
                <c:pt idx="764">
                  <c:v>10.032000339871701</c:v>
                </c:pt>
                <c:pt idx="765">
                  <c:v>9.8277216048644203</c:v>
                </c:pt>
                <c:pt idx="766">
                  <c:v>9.8144532964239009</c:v>
                </c:pt>
                <c:pt idx="767">
                  <c:v>9.8556460689973697</c:v>
                </c:pt>
                <c:pt idx="768">
                  <c:v>9.9265098544709094</c:v>
                </c:pt>
                <c:pt idx="769">
                  <c:v>9.8147495165544001</c:v>
                </c:pt>
                <c:pt idx="770">
                  <c:v>9.8402909434920005</c:v>
                </c:pt>
                <c:pt idx="771">
                  <c:v>10.0200843379339</c:v>
                </c:pt>
                <c:pt idx="772">
                  <c:v>9.9690615851009596</c:v>
                </c:pt>
                <c:pt idx="773">
                  <c:v>9.9327256612168604</c:v>
                </c:pt>
                <c:pt idx="774">
                  <c:v>9.9327256612168604</c:v>
                </c:pt>
                <c:pt idx="775">
                  <c:v>9.8717069615997506</c:v>
                </c:pt>
                <c:pt idx="776">
                  <c:v>9.8183044580683401</c:v>
                </c:pt>
                <c:pt idx="777">
                  <c:v>9.8268459432799293</c:v>
                </c:pt>
                <c:pt idx="778">
                  <c:v>9.8879056223349995</c:v>
                </c:pt>
                <c:pt idx="779">
                  <c:v>9.8854620188420004</c:v>
                </c:pt>
                <c:pt idx="780">
                  <c:v>9.8538908930493996</c:v>
                </c:pt>
                <c:pt idx="781">
                  <c:v>9.9097366736718495</c:v>
                </c:pt>
                <c:pt idx="782">
                  <c:v>9.8869872316163594</c:v>
                </c:pt>
                <c:pt idx="783">
                  <c:v>9.9406302025778306</c:v>
                </c:pt>
                <c:pt idx="784">
                  <c:v>10.1352304698026</c:v>
                </c:pt>
                <c:pt idx="785">
                  <c:v>10.101738919920299</c:v>
                </c:pt>
                <c:pt idx="786">
                  <c:v>10.051850371830801</c:v>
                </c:pt>
                <c:pt idx="787">
                  <c:v>10.051850371830801</c:v>
                </c:pt>
                <c:pt idx="788">
                  <c:v>10.051850371830801</c:v>
                </c:pt>
                <c:pt idx="789">
                  <c:v>10.049310211600799</c:v>
                </c:pt>
                <c:pt idx="790">
                  <c:v>10.0824371233519</c:v>
                </c:pt>
                <c:pt idx="791">
                  <c:v>10.0818798480963</c:v>
                </c:pt>
                <c:pt idx="792">
                  <c:v>10.093117931965899</c:v>
                </c:pt>
                <c:pt idx="793">
                  <c:v>10.028144110692599</c:v>
                </c:pt>
                <c:pt idx="794">
                  <c:v>10.0483438318767</c:v>
                </c:pt>
                <c:pt idx="795">
                  <c:v>10.0879173369861</c:v>
                </c:pt>
                <c:pt idx="796">
                  <c:v>10.1955407624432</c:v>
                </c:pt>
                <c:pt idx="797">
                  <c:v>10.1947658113529</c:v>
                </c:pt>
                <c:pt idx="798">
                  <c:v>10.1422386369407</c:v>
                </c:pt>
                <c:pt idx="799">
                  <c:v>10.091782912422801</c:v>
                </c:pt>
                <c:pt idx="800">
                  <c:v>10.150273083301199</c:v>
                </c:pt>
                <c:pt idx="801">
                  <c:v>10.117684954267199</c:v>
                </c:pt>
                <c:pt idx="802">
                  <c:v>10.095189079425801</c:v>
                </c:pt>
                <c:pt idx="803">
                  <c:v>10.1242386485283</c:v>
                </c:pt>
                <c:pt idx="804">
                  <c:v>10.084662028253501</c:v>
                </c:pt>
                <c:pt idx="805">
                  <c:v>10.084662028253501</c:v>
                </c:pt>
                <c:pt idx="806">
                  <c:v>10.2237613261044</c:v>
                </c:pt>
                <c:pt idx="807">
                  <c:v>10.250081984678999</c:v>
                </c:pt>
                <c:pt idx="808">
                  <c:v>10.2554236392542</c:v>
                </c:pt>
                <c:pt idx="809">
                  <c:v>10.3141107653692</c:v>
                </c:pt>
                <c:pt idx="810">
                  <c:v>10.304998196891599</c:v>
                </c:pt>
                <c:pt idx="811">
                  <c:v>10.2345620518222</c:v>
                </c:pt>
                <c:pt idx="812">
                  <c:v>10.058032240944501</c:v>
                </c:pt>
                <c:pt idx="813">
                  <c:v>10.1680699911053</c:v>
                </c:pt>
                <c:pt idx="814">
                  <c:v>10.1714494435783</c:v>
                </c:pt>
                <c:pt idx="815">
                  <c:v>10.171837533242</c:v>
                </c:pt>
                <c:pt idx="816">
                  <c:v>10.1633765864118</c:v>
                </c:pt>
                <c:pt idx="817">
                  <c:v>10.159561903478901</c:v>
                </c:pt>
                <c:pt idx="818">
                  <c:v>10.0208063029546</c:v>
                </c:pt>
                <c:pt idx="819">
                  <c:v>10.0208063029546</c:v>
                </c:pt>
                <c:pt idx="820">
                  <c:v>10.0297249892335</c:v>
                </c:pt>
                <c:pt idx="821">
                  <c:v>10.0308808424757</c:v>
                </c:pt>
                <c:pt idx="822">
                  <c:v>10.059624341527201</c:v>
                </c:pt>
                <c:pt idx="823">
                  <c:v>9.98548699839119</c:v>
                </c:pt>
                <c:pt idx="824">
                  <c:v>9.9444361340217799</c:v>
                </c:pt>
                <c:pt idx="825">
                  <c:v>9.8781209434503499</c:v>
                </c:pt>
                <c:pt idx="826">
                  <c:v>9.8912266269471107</c:v>
                </c:pt>
                <c:pt idx="827">
                  <c:v>9.8781996929299094</c:v>
                </c:pt>
                <c:pt idx="828">
                  <c:v>9.89519401654848</c:v>
                </c:pt>
                <c:pt idx="829">
                  <c:v>9.8094400276402798</c:v>
                </c:pt>
                <c:pt idx="830">
                  <c:v>9.7945641287168197</c:v>
                </c:pt>
                <c:pt idx="831">
                  <c:v>9.8325467344258595</c:v>
                </c:pt>
                <c:pt idx="832">
                  <c:v>9.8996871412862895</c:v>
                </c:pt>
                <c:pt idx="833">
                  <c:v>9.9314572463418003</c:v>
                </c:pt>
                <c:pt idx="834">
                  <c:v>9.9314572463418003</c:v>
                </c:pt>
                <c:pt idx="835">
                  <c:v>9.8945499593139399</c:v>
                </c:pt>
                <c:pt idx="836">
                  <c:v>9.8590536389543395</c:v>
                </c:pt>
                <c:pt idx="837">
                  <c:v>9.8202132516047804</c:v>
                </c:pt>
                <c:pt idx="838">
                  <c:v>9.7390408649714804</c:v>
                </c:pt>
                <c:pt idx="839">
                  <c:v>9.7390408649714804</c:v>
                </c:pt>
                <c:pt idx="840">
                  <c:v>9.7397569449170902</c:v>
                </c:pt>
                <c:pt idx="841">
                  <c:v>9.7978875325486801</c:v>
                </c:pt>
                <c:pt idx="842">
                  <c:v>9.8751168110250909</c:v>
                </c:pt>
                <c:pt idx="843">
                  <c:v>9.9238459346149099</c:v>
                </c:pt>
                <c:pt idx="844">
                  <c:v>9.9733778334407202</c:v>
                </c:pt>
                <c:pt idx="845">
                  <c:v>9.9377295739562701</c:v>
                </c:pt>
                <c:pt idx="846">
                  <c:v>9.9991463603409692</c:v>
                </c:pt>
                <c:pt idx="847">
                  <c:v>9.9194728919592503</c:v>
                </c:pt>
                <c:pt idx="848">
                  <c:v>9.9368165604996701</c:v>
                </c:pt>
                <c:pt idx="849">
                  <c:v>9.9368165604996701</c:v>
                </c:pt>
                <c:pt idx="850">
                  <c:v>9.8713020140932706</c:v>
                </c:pt>
                <c:pt idx="851">
                  <c:v>9.9202000071988206</c:v>
                </c:pt>
                <c:pt idx="852">
                  <c:v>9.9284907188919806</c:v>
                </c:pt>
                <c:pt idx="853">
                  <c:v>9.9175460136707194</c:v>
                </c:pt>
                <c:pt idx="854">
                  <c:v>9.8363478845422794</c:v>
                </c:pt>
                <c:pt idx="855">
                  <c:v>9.9228472723980392</c:v>
                </c:pt>
                <c:pt idx="856">
                  <c:v>9.9153409368554506</c:v>
                </c:pt>
                <c:pt idx="857">
                  <c:v>9.8579451487573504</c:v>
                </c:pt>
                <c:pt idx="858">
                  <c:v>9.8301330475850595</c:v>
                </c:pt>
                <c:pt idx="859">
                  <c:v>9.8202910918482793</c:v>
                </c:pt>
                <c:pt idx="860">
                  <c:v>9.8164838430516905</c:v>
                </c:pt>
                <c:pt idx="861">
                  <c:v>10.1470579504161</c:v>
                </c:pt>
                <c:pt idx="862">
                  <c:v>9.8513270961349306</c:v>
                </c:pt>
                <c:pt idx="863">
                  <c:v>9.8513270961349306</c:v>
                </c:pt>
                <c:pt idx="864">
                  <c:v>9.8740242297524201</c:v>
                </c:pt>
                <c:pt idx="865">
                  <c:v>9.8166562878609405</c:v>
                </c:pt>
                <c:pt idx="866">
                  <c:v>9.8398941503006903</c:v>
                </c:pt>
                <c:pt idx="867">
                  <c:v>9.9077989139431093</c:v>
                </c:pt>
                <c:pt idx="868">
                  <c:v>9.9180966128045096</c:v>
                </c:pt>
                <c:pt idx="869">
                  <c:v>9.9360583852992903</c:v>
                </c:pt>
                <c:pt idx="870">
                  <c:v>9.9138601855322204</c:v>
                </c:pt>
                <c:pt idx="871">
                  <c:v>9.9427620139764699</c:v>
                </c:pt>
                <c:pt idx="872">
                  <c:v>9.9287818686629805</c:v>
                </c:pt>
                <c:pt idx="873">
                  <c:v>9.9523677030759004</c:v>
                </c:pt>
                <c:pt idx="874">
                  <c:v>10.028923043028099</c:v>
                </c:pt>
                <c:pt idx="875">
                  <c:v>10.028923043028099</c:v>
                </c:pt>
                <c:pt idx="876">
                  <c:v>9.9678959843394104</c:v>
                </c:pt>
                <c:pt idx="877">
                  <c:v>10.0392750327806</c:v>
                </c:pt>
                <c:pt idx="878">
                  <c:v>10.159179085730701</c:v>
                </c:pt>
                <c:pt idx="879">
                  <c:v>10.159445345080099</c:v>
                </c:pt>
                <c:pt idx="880">
                  <c:v>10.2268930413852</c:v>
                </c:pt>
                <c:pt idx="881">
                  <c:v>10.372223026574799</c:v>
                </c:pt>
                <c:pt idx="882">
                  <c:v>10.613943789985001</c:v>
                </c:pt>
                <c:pt idx="883">
                  <c:v>10.579296516778401</c:v>
                </c:pt>
                <c:pt idx="884">
                  <c:v>10.579296516778401</c:v>
                </c:pt>
                <c:pt idx="885">
                  <c:v>10.6971284082769</c:v>
                </c:pt>
                <c:pt idx="886">
                  <c:v>10.666587189012001</c:v>
                </c:pt>
                <c:pt idx="887">
                  <c:v>10.650656257808601</c:v>
                </c:pt>
                <c:pt idx="888">
                  <c:v>10.5785490420285</c:v>
                </c:pt>
                <c:pt idx="889">
                  <c:v>10.5494494984334</c:v>
                </c:pt>
                <c:pt idx="890">
                  <c:v>10.4588011514796</c:v>
                </c:pt>
                <c:pt idx="891">
                  <c:v>10.772550707449801</c:v>
                </c:pt>
                <c:pt idx="892">
                  <c:v>10.752311451286401</c:v>
                </c:pt>
                <c:pt idx="893">
                  <c:v>10.6239025302112</c:v>
                </c:pt>
                <c:pt idx="894">
                  <c:v>10.516590997146301</c:v>
                </c:pt>
                <c:pt idx="895">
                  <c:v>10.562380771703801</c:v>
                </c:pt>
                <c:pt idx="896">
                  <c:v>10.623881705120899</c:v>
                </c:pt>
                <c:pt idx="897">
                  <c:v>10.597333866313701</c:v>
                </c:pt>
                <c:pt idx="898">
                  <c:v>10.661714135871801</c:v>
                </c:pt>
                <c:pt idx="899">
                  <c:v>10.923121020401201</c:v>
                </c:pt>
                <c:pt idx="900">
                  <c:v>10.798201623720299</c:v>
                </c:pt>
                <c:pt idx="901">
                  <c:v>10.5929814837992</c:v>
                </c:pt>
                <c:pt idx="902">
                  <c:v>10.5280283514921</c:v>
                </c:pt>
                <c:pt idx="903">
                  <c:v>10.4429226675327</c:v>
                </c:pt>
                <c:pt idx="904">
                  <c:v>10.3575090780891</c:v>
                </c:pt>
                <c:pt idx="905">
                  <c:v>10.314787451212901</c:v>
                </c:pt>
                <c:pt idx="906">
                  <c:v>10.137192753288399</c:v>
                </c:pt>
                <c:pt idx="907">
                  <c:v>10.209131923355701</c:v>
                </c:pt>
                <c:pt idx="908">
                  <c:v>10.148121267059</c:v>
                </c:pt>
                <c:pt idx="909">
                  <c:v>10.215122108515301</c:v>
                </c:pt>
                <c:pt idx="910">
                  <c:v>10.2529409088053</c:v>
                </c:pt>
                <c:pt idx="911">
                  <c:v>10.124059506603199</c:v>
                </c:pt>
                <c:pt idx="912">
                  <c:v>10.1592347942857</c:v>
                </c:pt>
                <c:pt idx="913">
                  <c:v>10.164026636491201</c:v>
                </c:pt>
                <c:pt idx="914">
                  <c:v>10.157948972659</c:v>
                </c:pt>
                <c:pt idx="915">
                  <c:v>10.0913011005747</c:v>
                </c:pt>
                <c:pt idx="916">
                  <c:v>10.0982401520113</c:v>
                </c:pt>
                <c:pt idx="917">
                  <c:v>10.1348491400028</c:v>
                </c:pt>
                <c:pt idx="918">
                  <c:v>10.130051614055899</c:v>
                </c:pt>
                <c:pt idx="919">
                  <c:v>10.16133304263</c:v>
                </c:pt>
                <c:pt idx="920">
                  <c:v>10.2052688671825</c:v>
                </c:pt>
                <c:pt idx="921">
                  <c:v>10.2220759967727</c:v>
                </c:pt>
                <c:pt idx="922">
                  <c:v>10.173333927759</c:v>
                </c:pt>
                <c:pt idx="923">
                  <c:v>10.213277221068999</c:v>
                </c:pt>
                <c:pt idx="924">
                  <c:v>10.213277221068999</c:v>
                </c:pt>
                <c:pt idx="925">
                  <c:v>10.2484985925187</c:v>
                </c:pt>
                <c:pt idx="926">
                  <c:v>10.228636076679599</c:v>
                </c:pt>
                <c:pt idx="927">
                  <c:v>10.257947026843</c:v>
                </c:pt>
                <c:pt idx="928">
                  <c:v>10.2467203323171</c:v>
                </c:pt>
                <c:pt idx="929">
                  <c:v>10.2959906059991</c:v>
                </c:pt>
                <c:pt idx="930">
                  <c:v>10.273010481124199</c:v>
                </c:pt>
                <c:pt idx="931">
                  <c:v>10.342920710610899</c:v>
                </c:pt>
                <c:pt idx="932">
                  <c:v>10.325507824776199</c:v>
                </c:pt>
                <c:pt idx="933">
                  <c:v>10.306489769031201</c:v>
                </c:pt>
                <c:pt idx="934">
                  <c:v>10.2290493243275</c:v>
                </c:pt>
                <c:pt idx="935">
                  <c:v>10.201483535229899</c:v>
                </c:pt>
                <c:pt idx="936">
                  <c:v>10.156822195310699</c:v>
                </c:pt>
                <c:pt idx="937">
                  <c:v>10.2379395935357</c:v>
                </c:pt>
                <c:pt idx="938">
                  <c:v>10.204620107280601</c:v>
                </c:pt>
                <c:pt idx="939">
                  <c:v>10.204620107280601</c:v>
                </c:pt>
                <c:pt idx="940">
                  <c:v>10.2040049782011</c:v>
                </c:pt>
                <c:pt idx="941">
                  <c:v>10.217870314378599</c:v>
                </c:pt>
                <c:pt idx="942">
                  <c:v>10.325299049351001</c:v>
                </c:pt>
                <c:pt idx="943">
                  <c:v>10.291442514740201</c:v>
                </c:pt>
                <c:pt idx="944">
                  <c:v>10.291442514740201</c:v>
                </c:pt>
                <c:pt idx="945">
                  <c:v>10.279733649110099</c:v>
                </c:pt>
                <c:pt idx="946">
                  <c:v>10.232259449977199</c:v>
                </c:pt>
                <c:pt idx="947">
                  <c:v>10.2146287183167</c:v>
                </c:pt>
                <c:pt idx="948">
                  <c:v>10.193524891595001</c:v>
                </c:pt>
                <c:pt idx="949">
                  <c:v>10.162736233947401</c:v>
                </c:pt>
                <c:pt idx="950">
                  <c:v>10.178904244701499</c:v>
                </c:pt>
                <c:pt idx="951">
                  <c:v>10.230587598407</c:v>
                </c:pt>
                <c:pt idx="952">
                  <c:v>10.2480225318651</c:v>
                </c:pt>
                <c:pt idx="953">
                  <c:v>10.2251057678631</c:v>
                </c:pt>
                <c:pt idx="954">
                  <c:v>10.263098534278299</c:v>
                </c:pt>
                <c:pt idx="955">
                  <c:v>10.294976317783201</c:v>
                </c:pt>
                <c:pt idx="956">
                  <c:v>10.2648593928682</c:v>
                </c:pt>
                <c:pt idx="957">
                  <c:v>10.250384701594101</c:v>
                </c:pt>
                <c:pt idx="958">
                  <c:v>10.210530248875999</c:v>
                </c:pt>
                <c:pt idx="959">
                  <c:v>10.314851722768299</c:v>
                </c:pt>
                <c:pt idx="960">
                  <c:v>10.3070036104726</c:v>
                </c:pt>
                <c:pt idx="961">
                  <c:v>10.2479855550456</c:v>
                </c:pt>
                <c:pt idx="962">
                  <c:v>10.245030181589801</c:v>
                </c:pt>
                <c:pt idx="963">
                  <c:v>10.2468650880582</c:v>
                </c:pt>
                <c:pt idx="964">
                  <c:v>10.284373267696999</c:v>
                </c:pt>
                <c:pt idx="965">
                  <c:v>10.2659332053887</c:v>
                </c:pt>
                <c:pt idx="966">
                  <c:v>10.244485620103299</c:v>
                </c:pt>
                <c:pt idx="967">
                  <c:v>10.244485620103299</c:v>
                </c:pt>
                <c:pt idx="968">
                  <c:v>10.307245205366799</c:v>
                </c:pt>
                <c:pt idx="969">
                  <c:v>10.3230975726312</c:v>
                </c:pt>
                <c:pt idx="970">
                  <c:v>10.3617400049539</c:v>
                </c:pt>
                <c:pt idx="971">
                  <c:v>10.367207101267301</c:v>
                </c:pt>
                <c:pt idx="972">
                  <c:v>10.338506155212899</c:v>
                </c:pt>
                <c:pt idx="973">
                  <c:v>10.3137674240521</c:v>
                </c:pt>
                <c:pt idx="974">
                  <c:v>7.1229253380264002</c:v>
                </c:pt>
                <c:pt idx="975">
                  <c:v>7.1229253380264002</c:v>
                </c:pt>
                <c:pt idx="976">
                  <c:v>10.3166143208162</c:v>
                </c:pt>
                <c:pt idx="977">
                  <c:v>10.3529760732049</c:v>
                </c:pt>
                <c:pt idx="978">
                  <c:v>10.3721591024866</c:v>
                </c:pt>
                <c:pt idx="979">
                  <c:v>10.3721591024866</c:v>
                </c:pt>
                <c:pt idx="980">
                  <c:v>10.3721591024866</c:v>
                </c:pt>
                <c:pt idx="981">
                  <c:v>10.3543721961725</c:v>
                </c:pt>
                <c:pt idx="982">
                  <c:v>10.514286052406201</c:v>
                </c:pt>
                <c:pt idx="983">
                  <c:v>10.5237488615297</c:v>
                </c:pt>
                <c:pt idx="984">
                  <c:v>10.5237488615297</c:v>
                </c:pt>
                <c:pt idx="985">
                  <c:v>10.472219926364801</c:v>
                </c:pt>
                <c:pt idx="986">
                  <c:v>10.5400185853828</c:v>
                </c:pt>
                <c:pt idx="987">
                  <c:v>10.560913976741499</c:v>
                </c:pt>
                <c:pt idx="988">
                  <c:v>10.5305586503834</c:v>
                </c:pt>
                <c:pt idx="989">
                  <c:v>10.512671455049601</c:v>
                </c:pt>
                <c:pt idx="990">
                  <c:v>10.5603421773263</c:v>
                </c:pt>
                <c:pt idx="991">
                  <c:v>10.6433036865227</c:v>
                </c:pt>
                <c:pt idx="992">
                  <c:v>10.666190714111501</c:v>
                </c:pt>
                <c:pt idx="993">
                  <c:v>10.792925434413</c:v>
                </c:pt>
                <c:pt idx="994">
                  <c:v>11.2123081332995</c:v>
                </c:pt>
                <c:pt idx="995">
                  <c:v>11.3363172132767</c:v>
                </c:pt>
                <c:pt idx="996">
                  <c:v>11.357611266314199</c:v>
                </c:pt>
                <c:pt idx="997">
                  <c:v>11.0971835643718</c:v>
                </c:pt>
                <c:pt idx="998">
                  <c:v>11.0958952627273</c:v>
                </c:pt>
                <c:pt idx="999">
                  <c:v>11.293359181600501</c:v>
                </c:pt>
                <c:pt idx="1000">
                  <c:v>11.1967080245464</c:v>
                </c:pt>
                <c:pt idx="1001">
                  <c:v>11.1330525971659</c:v>
                </c:pt>
                <c:pt idx="1002">
                  <c:v>11.2058078341552</c:v>
                </c:pt>
                <c:pt idx="1003">
                  <c:v>11.1124586741676</c:v>
                </c:pt>
                <c:pt idx="1004">
                  <c:v>11.2341313542964</c:v>
                </c:pt>
                <c:pt idx="1005">
                  <c:v>11.391115869795</c:v>
                </c:pt>
                <c:pt idx="1006">
                  <c:v>11.351085478017</c:v>
                </c:pt>
                <c:pt idx="1007">
                  <c:v>10.916377122762499</c:v>
                </c:pt>
                <c:pt idx="1008">
                  <c:v>11.311870800421699</c:v>
                </c:pt>
                <c:pt idx="1009">
                  <c:v>11.315034616774399</c:v>
                </c:pt>
                <c:pt idx="1010">
                  <c:v>11.2660059291265</c:v>
                </c:pt>
                <c:pt idx="1011">
                  <c:v>11.2504314070713</c:v>
                </c:pt>
                <c:pt idx="1012">
                  <c:v>11.2585873803077</c:v>
                </c:pt>
                <c:pt idx="1013">
                  <c:v>11.292295750067501</c:v>
                </c:pt>
                <c:pt idx="1014">
                  <c:v>11.247172801807301</c:v>
                </c:pt>
                <c:pt idx="1015">
                  <c:v>11.2672512160031</c:v>
                </c:pt>
                <c:pt idx="1016">
                  <c:v>11.3693860826556</c:v>
                </c:pt>
                <c:pt idx="1017">
                  <c:v>11.346339627028099</c:v>
                </c:pt>
                <c:pt idx="1018">
                  <c:v>11.4026481621108</c:v>
                </c:pt>
                <c:pt idx="1019">
                  <c:v>11.495307853415801</c:v>
                </c:pt>
                <c:pt idx="1020">
                  <c:v>11.4515463162065</c:v>
                </c:pt>
                <c:pt idx="1021">
                  <c:v>11.4604997893261</c:v>
                </c:pt>
                <c:pt idx="1022">
                  <c:v>11.4648743094337</c:v>
                </c:pt>
                <c:pt idx="1023">
                  <c:v>11.5901032773426</c:v>
                </c:pt>
                <c:pt idx="1024">
                  <c:v>11.7495948413499</c:v>
                </c:pt>
                <c:pt idx="1025">
                  <c:v>11.778579375457999</c:v>
                </c:pt>
                <c:pt idx="1026">
                  <c:v>11.7840695757861</c:v>
                </c:pt>
                <c:pt idx="1027">
                  <c:v>11.8347871196253</c:v>
                </c:pt>
                <c:pt idx="1028">
                  <c:v>11.7174702765055</c:v>
                </c:pt>
                <c:pt idx="1029">
                  <c:v>11.6456043611391</c:v>
                </c:pt>
                <c:pt idx="1030">
                  <c:v>11.5713455872237</c:v>
                </c:pt>
                <c:pt idx="1031">
                  <c:v>11.5715746444387</c:v>
                </c:pt>
                <c:pt idx="1032">
                  <c:v>11.641649745466699</c:v>
                </c:pt>
                <c:pt idx="1033">
                  <c:v>11.638050844969801</c:v>
                </c:pt>
                <c:pt idx="1034">
                  <c:v>11.778977576036599</c:v>
                </c:pt>
                <c:pt idx="1035">
                  <c:v>11.7024633780806</c:v>
                </c:pt>
                <c:pt idx="1036">
                  <c:v>11.6444158325163</c:v>
                </c:pt>
                <c:pt idx="1037">
                  <c:v>11.6444158325163</c:v>
                </c:pt>
                <c:pt idx="1038">
                  <c:v>11.6444158325163</c:v>
                </c:pt>
                <c:pt idx="1039">
                  <c:v>11.6444158325163</c:v>
                </c:pt>
                <c:pt idx="1040">
                  <c:v>11.7104696202731</c:v>
                </c:pt>
                <c:pt idx="1041">
                  <c:v>11.6890336898526</c:v>
                </c:pt>
                <c:pt idx="1042">
                  <c:v>11.6753973657533</c:v>
                </c:pt>
                <c:pt idx="1043">
                  <c:v>11.6509833746392</c:v>
                </c:pt>
                <c:pt idx="1044">
                  <c:v>11.631816292650299</c:v>
                </c:pt>
                <c:pt idx="1045">
                  <c:v>11.5322049228096</c:v>
                </c:pt>
                <c:pt idx="1046">
                  <c:v>11.487008913306299</c:v>
                </c:pt>
                <c:pt idx="1047">
                  <c:v>11.4608772755663</c:v>
                </c:pt>
                <c:pt idx="1048">
                  <c:v>11.4415477456971</c:v>
                </c:pt>
                <c:pt idx="1049">
                  <c:v>11.437697824542401</c:v>
                </c:pt>
                <c:pt idx="1050">
                  <c:v>11.3327252225463</c:v>
                </c:pt>
                <c:pt idx="1051">
                  <c:v>11.400258311021901</c:v>
                </c:pt>
                <c:pt idx="1052">
                  <c:v>11.3114687568006</c:v>
                </c:pt>
                <c:pt idx="1053">
                  <c:v>11.337460426267301</c:v>
                </c:pt>
                <c:pt idx="1054">
                  <c:v>11.391356338431899</c:v>
                </c:pt>
                <c:pt idx="1055">
                  <c:v>11.2903527342182</c:v>
                </c:pt>
                <c:pt idx="1056">
                  <c:v>11.2527010186258</c:v>
                </c:pt>
                <c:pt idx="1057">
                  <c:v>11.267437093359501</c:v>
                </c:pt>
                <c:pt idx="1058">
                  <c:v>11.243925356540601</c:v>
                </c:pt>
                <c:pt idx="1059">
                  <c:v>11.2722090085792</c:v>
                </c:pt>
                <c:pt idx="1060">
                  <c:v>11.2884444908833</c:v>
                </c:pt>
                <c:pt idx="1061">
                  <c:v>11.3096861788166</c:v>
                </c:pt>
                <c:pt idx="1062">
                  <c:v>11.241917684389</c:v>
                </c:pt>
                <c:pt idx="1063">
                  <c:v>11.229769007127199</c:v>
                </c:pt>
                <c:pt idx="1064">
                  <c:v>11.1373924784442</c:v>
                </c:pt>
                <c:pt idx="1065">
                  <c:v>11.078879014438</c:v>
                </c:pt>
                <c:pt idx="1066">
                  <c:v>10.9801910913417</c:v>
                </c:pt>
                <c:pt idx="1067">
                  <c:v>10.9801910913417</c:v>
                </c:pt>
                <c:pt idx="1068">
                  <c:v>10.9934027646974</c:v>
                </c:pt>
                <c:pt idx="1069">
                  <c:v>10.9934027646974</c:v>
                </c:pt>
                <c:pt idx="1070">
                  <c:v>11.0582256420908</c:v>
                </c:pt>
                <c:pt idx="1071">
                  <c:v>11.050024658666301</c:v>
                </c:pt>
                <c:pt idx="1072">
                  <c:v>11.0370790438466</c:v>
                </c:pt>
                <c:pt idx="1073">
                  <c:v>11.083670759026401</c:v>
                </c:pt>
                <c:pt idx="1074">
                  <c:v>11.1573281433493</c:v>
                </c:pt>
                <c:pt idx="1075">
                  <c:v>11.2479394179457</c:v>
                </c:pt>
                <c:pt idx="1076">
                  <c:v>11.201561219979901</c:v>
                </c:pt>
                <c:pt idx="1077">
                  <c:v>11.304778716921099</c:v>
                </c:pt>
                <c:pt idx="1078">
                  <c:v>11.2733380436463</c:v>
                </c:pt>
                <c:pt idx="1079">
                  <c:v>11.292396737429801</c:v>
                </c:pt>
                <c:pt idx="1080">
                  <c:v>11.3388920117395</c:v>
                </c:pt>
                <c:pt idx="1081">
                  <c:v>11.3243915091495</c:v>
                </c:pt>
                <c:pt idx="1082">
                  <c:v>11.3672294697094</c:v>
                </c:pt>
                <c:pt idx="1083">
                  <c:v>11.3246534536319</c:v>
                </c:pt>
                <c:pt idx="1084">
                  <c:v>11.3246534536319</c:v>
                </c:pt>
                <c:pt idx="1085">
                  <c:v>11.323129575854701</c:v>
                </c:pt>
                <c:pt idx="1086">
                  <c:v>11.3184849733004</c:v>
                </c:pt>
                <c:pt idx="1087">
                  <c:v>11.438368549937501</c:v>
                </c:pt>
                <c:pt idx="1088">
                  <c:v>11.4785187064378</c:v>
                </c:pt>
                <c:pt idx="1089">
                  <c:v>11.4785187064378</c:v>
                </c:pt>
                <c:pt idx="1090">
                  <c:v>11.7255839673835</c:v>
                </c:pt>
                <c:pt idx="1091">
                  <c:v>11.855144860388799</c:v>
                </c:pt>
                <c:pt idx="1092">
                  <c:v>11.9354210612427</c:v>
                </c:pt>
                <c:pt idx="1093">
                  <c:v>11.978788412059499</c:v>
                </c:pt>
                <c:pt idx="1094">
                  <c:v>11.924597897149001</c:v>
                </c:pt>
                <c:pt idx="1095">
                  <c:v>11.996417561603799</c:v>
                </c:pt>
                <c:pt idx="1096">
                  <c:v>12.1958659312272</c:v>
                </c:pt>
                <c:pt idx="1097">
                  <c:v>12.157833973325801</c:v>
                </c:pt>
                <c:pt idx="1098">
                  <c:v>12.100774773329199</c:v>
                </c:pt>
                <c:pt idx="1099">
                  <c:v>12.1113439092089</c:v>
                </c:pt>
                <c:pt idx="1100">
                  <c:v>12.076015039657401</c:v>
                </c:pt>
                <c:pt idx="1101">
                  <c:v>12.137695748511801</c:v>
                </c:pt>
                <c:pt idx="1102">
                  <c:v>12.249819874023601</c:v>
                </c:pt>
                <c:pt idx="1103">
                  <c:v>12.2282605890212</c:v>
                </c:pt>
                <c:pt idx="1104">
                  <c:v>12.1257685457725</c:v>
                </c:pt>
                <c:pt idx="1105">
                  <c:v>12.1138607203665</c:v>
                </c:pt>
                <c:pt idx="1106">
                  <c:v>12.221364830281299</c:v>
                </c:pt>
                <c:pt idx="1107">
                  <c:v>12.5223463194523</c:v>
                </c:pt>
                <c:pt idx="1108">
                  <c:v>12.7633025551572</c:v>
                </c:pt>
                <c:pt idx="1109">
                  <c:v>12.7633025551572</c:v>
                </c:pt>
                <c:pt idx="1110">
                  <c:v>12.873967674603399</c:v>
                </c:pt>
                <c:pt idx="1111">
                  <c:v>12.9714120229506</c:v>
                </c:pt>
                <c:pt idx="1112">
                  <c:v>12.7689631864682</c:v>
                </c:pt>
                <c:pt idx="1113">
                  <c:v>12.788074890055601</c:v>
                </c:pt>
                <c:pt idx="1114">
                  <c:v>12.6477110027965</c:v>
                </c:pt>
                <c:pt idx="1115">
                  <c:v>12.912552020530001</c:v>
                </c:pt>
                <c:pt idx="1116">
                  <c:v>12.978257915207999</c:v>
                </c:pt>
                <c:pt idx="1117">
                  <c:v>13.072275639991799</c:v>
                </c:pt>
                <c:pt idx="1118">
                  <c:v>13.1685968876036</c:v>
                </c:pt>
                <c:pt idx="1119">
                  <c:v>13.103438666055499</c:v>
                </c:pt>
                <c:pt idx="1120">
                  <c:v>13.1177306374077</c:v>
                </c:pt>
                <c:pt idx="1121">
                  <c:v>12.9876943653748</c:v>
                </c:pt>
                <c:pt idx="1122">
                  <c:v>12.839299289263799</c:v>
                </c:pt>
                <c:pt idx="1123">
                  <c:v>12.850031195522501</c:v>
                </c:pt>
                <c:pt idx="1124">
                  <c:v>12.764090999802301</c:v>
                </c:pt>
                <c:pt idx="1125">
                  <c:v>12.8223055231781</c:v>
                </c:pt>
                <c:pt idx="1126">
                  <c:v>13.2342848626053</c:v>
                </c:pt>
                <c:pt idx="1127">
                  <c:v>12.8816581625489</c:v>
                </c:pt>
                <c:pt idx="1128">
                  <c:v>12.767484540295801</c:v>
                </c:pt>
                <c:pt idx="1129">
                  <c:v>12.8250004401777</c:v>
                </c:pt>
                <c:pt idx="1130">
                  <c:v>12.713750680226999</c:v>
                </c:pt>
                <c:pt idx="1131">
                  <c:v>12.6380383428216</c:v>
                </c:pt>
                <c:pt idx="1132">
                  <c:v>12.4673834890378</c:v>
                </c:pt>
                <c:pt idx="1133">
                  <c:v>12.4477069530958</c:v>
                </c:pt>
                <c:pt idx="1134">
                  <c:v>12.186055801488701</c:v>
                </c:pt>
                <c:pt idx="1135">
                  <c:v>11.991275009216499</c:v>
                </c:pt>
                <c:pt idx="1136">
                  <c:v>12.108971391593901</c:v>
                </c:pt>
                <c:pt idx="1137">
                  <c:v>12.108971391593901</c:v>
                </c:pt>
                <c:pt idx="1138">
                  <c:v>11.9775155830991</c:v>
                </c:pt>
                <c:pt idx="1139">
                  <c:v>11.964062572473701</c:v>
                </c:pt>
                <c:pt idx="1140">
                  <c:v>12.0477840928631</c:v>
                </c:pt>
                <c:pt idx="1141">
                  <c:v>11.925878239295001</c:v>
                </c:pt>
                <c:pt idx="1142">
                  <c:v>11.849984202304</c:v>
                </c:pt>
                <c:pt idx="1143">
                  <c:v>11.7543281448726</c:v>
                </c:pt>
                <c:pt idx="1144">
                  <c:v>11.7543281448726</c:v>
                </c:pt>
                <c:pt idx="1145">
                  <c:v>11.6723883678203</c:v>
                </c:pt>
                <c:pt idx="1146">
                  <c:v>11.722988362240599</c:v>
                </c:pt>
                <c:pt idx="1147">
                  <c:v>11.786750531734301</c:v>
                </c:pt>
                <c:pt idx="1148">
                  <c:v>11.716138138038099</c:v>
                </c:pt>
                <c:pt idx="1149">
                  <c:v>11.7034480257936</c:v>
                </c:pt>
                <c:pt idx="1150">
                  <c:v>11.6922842951749</c:v>
                </c:pt>
                <c:pt idx="1151">
                  <c:v>11.577367218896301</c:v>
                </c:pt>
                <c:pt idx="1152">
                  <c:v>11.4649821763783</c:v>
                </c:pt>
                <c:pt idx="1153">
                  <c:v>11.390818902503</c:v>
                </c:pt>
                <c:pt idx="1154">
                  <c:v>11.3763009557867</c:v>
                </c:pt>
                <c:pt idx="1155">
                  <c:v>11.5530458774873</c:v>
                </c:pt>
                <c:pt idx="1156">
                  <c:v>11.6895471349139</c:v>
                </c:pt>
                <c:pt idx="1157">
                  <c:v>11.571710634869699</c:v>
                </c:pt>
                <c:pt idx="1158">
                  <c:v>11.6959203110308</c:v>
                </c:pt>
                <c:pt idx="1159">
                  <c:v>11.6816806427233</c:v>
                </c:pt>
                <c:pt idx="1160">
                  <c:v>11.7045333041007</c:v>
                </c:pt>
                <c:pt idx="1161">
                  <c:v>11.7185245537945</c:v>
                </c:pt>
                <c:pt idx="1162">
                  <c:v>11.713131108091201</c:v>
                </c:pt>
                <c:pt idx="1163">
                  <c:v>11.574670594650501</c:v>
                </c:pt>
                <c:pt idx="1164">
                  <c:v>11.765462035462599</c:v>
                </c:pt>
                <c:pt idx="1165">
                  <c:v>11.925719491390399</c:v>
                </c:pt>
                <c:pt idx="1166">
                  <c:v>12.148266299402501</c:v>
                </c:pt>
                <c:pt idx="1167">
                  <c:v>12.6356374144972</c:v>
                </c:pt>
                <c:pt idx="1168">
                  <c:v>12.106986585087601</c:v>
                </c:pt>
                <c:pt idx="1169">
                  <c:v>12.0402903852174</c:v>
                </c:pt>
                <c:pt idx="1170">
                  <c:v>12.165186059781499</c:v>
                </c:pt>
                <c:pt idx="1171">
                  <c:v>12.2668000420782</c:v>
                </c:pt>
                <c:pt idx="1172">
                  <c:v>12.051508178697199</c:v>
                </c:pt>
                <c:pt idx="1173">
                  <c:v>12.0557548830858</c:v>
                </c:pt>
                <c:pt idx="1174">
                  <c:v>12.0883560095987</c:v>
                </c:pt>
                <c:pt idx="1175">
                  <c:v>12.1107048470406</c:v>
                </c:pt>
                <c:pt idx="1176">
                  <c:v>12.0745395184936</c:v>
                </c:pt>
                <c:pt idx="1177">
                  <c:v>11.793217966404599</c:v>
                </c:pt>
                <c:pt idx="1178">
                  <c:v>11.6897713333664</c:v>
                </c:pt>
                <c:pt idx="1179">
                  <c:v>12.160302541247299</c:v>
                </c:pt>
                <c:pt idx="1180">
                  <c:v>12.168825166194599</c:v>
                </c:pt>
                <c:pt idx="1181">
                  <c:v>12.3968375281744</c:v>
                </c:pt>
                <c:pt idx="1182">
                  <c:v>12.4854578671538</c:v>
                </c:pt>
                <c:pt idx="1183">
                  <c:v>13.0061676059555</c:v>
                </c:pt>
                <c:pt idx="1184">
                  <c:v>13.0061676059555</c:v>
                </c:pt>
                <c:pt idx="1185">
                  <c:v>12.625850549679299</c:v>
                </c:pt>
                <c:pt idx="1186">
                  <c:v>12.999566915236301</c:v>
                </c:pt>
                <c:pt idx="1187">
                  <c:v>13.288323058112599</c:v>
                </c:pt>
                <c:pt idx="1188">
                  <c:v>13.0897583325107</c:v>
                </c:pt>
                <c:pt idx="1189">
                  <c:v>12.9244952790871</c:v>
                </c:pt>
                <c:pt idx="1190">
                  <c:v>12.968801319374499</c:v>
                </c:pt>
                <c:pt idx="1191">
                  <c:v>13.290853053382101</c:v>
                </c:pt>
                <c:pt idx="1192">
                  <c:v>13.6702969236066</c:v>
                </c:pt>
                <c:pt idx="1193">
                  <c:v>14.1675964233006</c:v>
                </c:pt>
                <c:pt idx="1194">
                  <c:v>13.946093517942799</c:v>
                </c:pt>
                <c:pt idx="1195">
                  <c:v>14.18142693689</c:v>
                </c:pt>
                <c:pt idx="1196">
                  <c:v>13.840459266319</c:v>
                </c:pt>
                <c:pt idx="1197">
                  <c:v>13.5151841206415</c:v>
                </c:pt>
                <c:pt idx="1198">
                  <c:v>13.577083442509</c:v>
                </c:pt>
                <c:pt idx="1199">
                  <c:v>13.577083442509</c:v>
                </c:pt>
                <c:pt idx="1200">
                  <c:v>13.5435442713837</c:v>
                </c:pt>
                <c:pt idx="1201">
                  <c:v>13.5435442713837</c:v>
                </c:pt>
                <c:pt idx="1202">
                  <c:v>13.1325953205543</c:v>
                </c:pt>
                <c:pt idx="1203">
                  <c:v>13.107291919735401</c:v>
                </c:pt>
                <c:pt idx="1204">
                  <c:v>12.899131323703701</c:v>
                </c:pt>
                <c:pt idx="1205">
                  <c:v>13.077605346714201</c:v>
                </c:pt>
                <c:pt idx="1206">
                  <c:v>13.103149071723699</c:v>
                </c:pt>
                <c:pt idx="1207">
                  <c:v>12.984813665240999</c:v>
                </c:pt>
                <c:pt idx="1208">
                  <c:v>12.893472712655299</c:v>
                </c:pt>
                <c:pt idx="1209">
                  <c:v>12.893472712655299</c:v>
                </c:pt>
                <c:pt idx="1210">
                  <c:v>12.8594347562126</c:v>
                </c:pt>
                <c:pt idx="1211">
                  <c:v>13.0280157759533</c:v>
                </c:pt>
                <c:pt idx="1212">
                  <c:v>13.0280157759533</c:v>
                </c:pt>
                <c:pt idx="1213">
                  <c:v>13.0091378680284</c:v>
                </c:pt>
                <c:pt idx="1214">
                  <c:v>12.745681722095201</c:v>
                </c:pt>
                <c:pt idx="1215">
                  <c:v>12.697131770080601</c:v>
                </c:pt>
                <c:pt idx="1216">
                  <c:v>12.6182387875728</c:v>
                </c:pt>
                <c:pt idx="1217">
                  <c:v>12.644292980586201</c:v>
                </c:pt>
                <c:pt idx="1218">
                  <c:v>12.633891454951399</c:v>
                </c:pt>
                <c:pt idx="1219">
                  <c:v>12.719322876101399</c:v>
                </c:pt>
                <c:pt idx="1220">
                  <c:v>12.555041252515901</c:v>
                </c:pt>
                <c:pt idx="1221">
                  <c:v>12.376979010118401</c:v>
                </c:pt>
                <c:pt idx="1222">
                  <c:v>12.234127736559699</c:v>
                </c:pt>
                <c:pt idx="1223">
                  <c:v>12.1329881158681</c:v>
                </c:pt>
                <c:pt idx="1224">
                  <c:v>12.1329881158681</c:v>
                </c:pt>
                <c:pt idx="1225">
                  <c:v>12.0870258337865</c:v>
                </c:pt>
                <c:pt idx="1226">
                  <c:v>11.7452965203631</c:v>
                </c:pt>
                <c:pt idx="1227">
                  <c:v>11.6122245587171</c:v>
                </c:pt>
                <c:pt idx="1228">
                  <c:v>11.5411564194735</c:v>
                </c:pt>
                <c:pt idx="1229">
                  <c:v>11.2877688277558</c:v>
                </c:pt>
                <c:pt idx="1230">
                  <c:v>11.1746290429054</c:v>
                </c:pt>
                <c:pt idx="1231">
                  <c:v>11.071545296364601</c:v>
                </c:pt>
                <c:pt idx="1232">
                  <c:v>10.932588443900199</c:v>
                </c:pt>
                <c:pt idx="1233">
                  <c:v>10.8774498639341</c:v>
                </c:pt>
                <c:pt idx="1234">
                  <c:v>10.6242173266435</c:v>
                </c:pt>
                <c:pt idx="1235">
                  <c:v>10.754738098486399</c:v>
                </c:pt>
                <c:pt idx="1236">
                  <c:v>10.695687016307801</c:v>
                </c:pt>
                <c:pt idx="1237">
                  <c:v>10.760430622629199</c:v>
                </c:pt>
                <c:pt idx="1238">
                  <c:v>10.7524508705852</c:v>
                </c:pt>
                <c:pt idx="1239">
                  <c:v>10.883815742516701</c:v>
                </c:pt>
                <c:pt idx="1240">
                  <c:v>10.883815742516701</c:v>
                </c:pt>
                <c:pt idx="1241">
                  <c:v>10.883815742516701</c:v>
                </c:pt>
                <c:pt idx="1242">
                  <c:v>10.7090892900738</c:v>
                </c:pt>
                <c:pt idx="1243">
                  <c:v>10.6885232712291</c:v>
                </c:pt>
                <c:pt idx="1244">
                  <c:v>10.711830830961899</c:v>
                </c:pt>
                <c:pt idx="1245">
                  <c:v>10.3345410385659</c:v>
                </c:pt>
                <c:pt idx="1246">
                  <c:v>10.239634615467599</c:v>
                </c:pt>
                <c:pt idx="1247">
                  <c:v>10.290594422566</c:v>
                </c:pt>
                <c:pt idx="1248">
                  <c:v>10.290594422566</c:v>
                </c:pt>
                <c:pt idx="1249">
                  <c:v>10.141501085418501</c:v>
                </c:pt>
                <c:pt idx="1250">
                  <c:v>10.040758822581401</c:v>
                </c:pt>
                <c:pt idx="1251">
                  <c:v>10.101208808368</c:v>
                </c:pt>
                <c:pt idx="1252">
                  <c:v>9.9808943618093</c:v>
                </c:pt>
                <c:pt idx="1253">
                  <c:v>10.1746240421417</c:v>
                </c:pt>
                <c:pt idx="1254">
                  <c:v>10.2728981658283</c:v>
                </c:pt>
                <c:pt idx="1255">
                  <c:v>10.127596853155801</c:v>
                </c:pt>
                <c:pt idx="1256">
                  <c:v>9.9687181629007604</c:v>
                </c:pt>
                <c:pt idx="1257">
                  <c:v>9.8761993273589503</c:v>
                </c:pt>
                <c:pt idx="1258">
                  <c:v>9.8292747633948903</c:v>
                </c:pt>
                <c:pt idx="1259">
                  <c:v>9.8508263409122794</c:v>
                </c:pt>
                <c:pt idx="1260">
                  <c:v>9.8706633424341792</c:v>
                </c:pt>
                <c:pt idx="1261">
                  <c:v>9.8344735622446695</c:v>
                </c:pt>
                <c:pt idx="1262">
                  <c:v>9.8022453437363701</c:v>
                </c:pt>
                <c:pt idx="1263">
                  <c:v>9.9078316435841796</c:v>
                </c:pt>
                <c:pt idx="1264">
                  <c:v>9.9290208829389002</c:v>
                </c:pt>
                <c:pt idx="1265">
                  <c:v>9.8841142304175804</c:v>
                </c:pt>
                <c:pt idx="1266">
                  <c:v>9.7720272971669004</c:v>
                </c:pt>
                <c:pt idx="1267">
                  <c:v>9.7982945985583996</c:v>
                </c:pt>
                <c:pt idx="1268">
                  <c:v>9.5231827043461106</c:v>
                </c:pt>
                <c:pt idx="1269">
                  <c:v>10.1003169191429</c:v>
                </c:pt>
                <c:pt idx="1270">
                  <c:v>10.3337882243473</c:v>
                </c:pt>
                <c:pt idx="1271">
                  <c:v>10.224141428128201</c:v>
                </c:pt>
                <c:pt idx="1272">
                  <c:v>10.0698892317355</c:v>
                </c:pt>
                <c:pt idx="1273">
                  <c:v>10.0836837594342</c:v>
                </c:pt>
                <c:pt idx="1274">
                  <c:v>10.2058731676474</c:v>
                </c:pt>
                <c:pt idx="1275">
                  <c:v>10.1458369881352</c:v>
                </c:pt>
                <c:pt idx="1276">
                  <c:v>10.126546785828101</c:v>
                </c:pt>
                <c:pt idx="1277">
                  <c:v>10.2267782478594</c:v>
                </c:pt>
                <c:pt idx="1278">
                  <c:v>10.248685183208799</c:v>
                </c:pt>
                <c:pt idx="1279">
                  <c:v>10.248685183208799</c:v>
                </c:pt>
                <c:pt idx="1280">
                  <c:v>10.248685183208799</c:v>
                </c:pt>
                <c:pt idx="1281">
                  <c:v>10.084961354685699</c:v>
                </c:pt>
                <c:pt idx="1282">
                  <c:v>10.0118015062151</c:v>
                </c:pt>
                <c:pt idx="1283">
                  <c:v>9.91789475325883</c:v>
                </c:pt>
                <c:pt idx="1284">
                  <c:v>9.8417782884804001</c:v>
                </c:pt>
                <c:pt idx="1285">
                  <c:v>9.7830925490141407</c:v>
                </c:pt>
                <c:pt idx="1286">
                  <c:v>9.8177289242539008</c:v>
                </c:pt>
                <c:pt idx="1287">
                  <c:v>9.92226286605867</c:v>
                </c:pt>
                <c:pt idx="1288">
                  <c:v>10.085747839170599</c:v>
                </c:pt>
                <c:pt idx="1289">
                  <c:v>9.9867847405262307</c:v>
                </c:pt>
                <c:pt idx="1290">
                  <c:v>10.0396747650917</c:v>
                </c:pt>
                <c:pt idx="1291">
                  <c:v>10.008679650523501</c:v>
                </c:pt>
                <c:pt idx="1292">
                  <c:v>9.9209358312316294</c:v>
                </c:pt>
                <c:pt idx="1293">
                  <c:v>9.8937427437394891</c:v>
                </c:pt>
                <c:pt idx="1294">
                  <c:v>9.9285471496091393</c:v>
                </c:pt>
                <c:pt idx="1295">
                  <c:v>9.8459382714806107</c:v>
                </c:pt>
                <c:pt idx="1296">
                  <c:v>9.7329074990248508</c:v>
                </c:pt>
                <c:pt idx="1297">
                  <c:v>9.64957744277004</c:v>
                </c:pt>
                <c:pt idx="1298">
                  <c:v>9.64957744277004</c:v>
                </c:pt>
                <c:pt idx="1299">
                  <c:v>9.8543014197868892</c:v>
                </c:pt>
                <c:pt idx="1300">
                  <c:v>9.9830476341913492</c:v>
                </c:pt>
                <c:pt idx="1301">
                  <c:v>10.042974637012</c:v>
                </c:pt>
                <c:pt idx="1302">
                  <c:v>10.0890097516781</c:v>
                </c:pt>
                <c:pt idx="1303">
                  <c:v>10.334605825244299</c:v>
                </c:pt>
                <c:pt idx="1304">
                  <c:v>10.0890118217058</c:v>
                </c:pt>
                <c:pt idx="1305">
                  <c:v>9.9921664458681203</c:v>
                </c:pt>
                <c:pt idx="1306">
                  <c:v>9.8885735290328007</c:v>
                </c:pt>
                <c:pt idx="1307">
                  <c:v>9.9154694717907805</c:v>
                </c:pt>
                <c:pt idx="1308">
                  <c:v>9.8694911048923899</c:v>
                </c:pt>
                <c:pt idx="1309">
                  <c:v>9.8135542860615299</c:v>
                </c:pt>
                <c:pt idx="1310">
                  <c:v>9.7732236321139698</c:v>
                </c:pt>
                <c:pt idx="1311">
                  <c:v>9.7732236321139698</c:v>
                </c:pt>
                <c:pt idx="1312">
                  <c:v>9.7732236321139698</c:v>
                </c:pt>
                <c:pt idx="1313">
                  <c:v>9.7352132913341904</c:v>
                </c:pt>
                <c:pt idx="1314">
                  <c:v>9.5377382142179492</c:v>
                </c:pt>
                <c:pt idx="1315">
                  <c:v>9.4322762080711993</c:v>
                </c:pt>
                <c:pt idx="1316">
                  <c:v>9.4017228639844408</c:v>
                </c:pt>
                <c:pt idx="1317">
                  <c:v>9.4586771369774194</c:v>
                </c:pt>
                <c:pt idx="1318">
                  <c:v>9.5011583056539202</c:v>
                </c:pt>
                <c:pt idx="1319">
                  <c:v>9.3553150608410096</c:v>
                </c:pt>
                <c:pt idx="1320">
                  <c:v>9.2773360396983193</c:v>
                </c:pt>
                <c:pt idx="1321">
                  <c:v>9.2462980411129703</c:v>
                </c:pt>
                <c:pt idx="1322">
                  <c:v>9.2229075323682004</c:v>
                </c:pt>
                <c:pt idx="1323">
                  <c:v>9.3681999265089502</c:v>
                </c:pt>
                <c:pt idx="1324">
                  <c:v>9.3226461202100896</c:v>
                </c:pt>
                <c:pt idx="1325">
                  <c:v>9.2228423006209308</c:v>
                </c:pt>
                <c:pt idx="1326">
                  <c:v>9.1897685371394005</c:v>
                </c:pt>
                <c:pt idx="1327">
                  <c:v>9.1897685371394005</c:v>
                </c:pt>
                <c:pt idx="1328">
                  <c:v>9.2117823436266093</c:v>
                </c:pt>
                <c:pt idx="1329">
                  <c:v>9.2205154337340804</c:v>
                </c:pt>
                <c:pt idx="1330">
                  <c:v>9.2554757627190902</c:v>
                </c:pt>
                <c:pt idx="1331">
                  <c:v>9.2272310681137899</c:v>
                </c:pt>
                <c:pt idx="1332">
                  <c:v>9.1511623462459699</c:v>
                </c:pt>
                <c:pt idx="1333">
                  <c:v>9.1221079681473896</c:v>
                </c:pt>
                <c:pt idx="1334">
                  <c:v>9.0176073787624507</c:v>
                </c:pt>
                <c:pt idx="1335">
                  <c:v>8.9856002451126908</c:v>
                </c:pt>
                <c:pt idx="1336">
                  <c:v>8.9865207468845192</c:v>
                </c:pt>
                <c:pt idx="1337">
                  <c:v>9.0188701042176405</c:v>
                </c:pt>
                <c:pt idx="1338">
                  <c:v>9.0326154815229796</c:v>
                </c:pt>
                <c:pt idx="1339">
                  <c:v>9.0065837537058293</c:v>
                </c:pt>
                <c:pt idx="1340">
                  <c:v>8.9396596593583801</c:v>
                </c:pt>
                <c:pt idx="1341">
                  <c:v>9.0378554935656599</c:v>
                </c:pt>
                <c:pt idx="1342">
                  <c:v>9.2075508534856993</c:v>
                </c:pt>
                <c:pt idx="1343">
                  <c:v>9.2075508534856993</c:v>
                </c:pt>
                <c:pt idx="1344">
                  <c:v>9.1947813814088608</c:v>
                </c:pt>
                <c:pt idx="1345">
                  <c:v>9.1750020165412405</c:v>
                </c:pt>
                <c:pt idx="1346">
                  <c:v>9.3539267618798192</c:v>
                </c:pt>
                <c:pt idx="1347">
                  <c:v>9.3616147059031292</c:v>
                </c:pt>
                <c:pt idx="1348">
                  <c:v>9.4471150896093103</c:v>
                </c:pt>
                <c:pt idx="1349">
                  <c:v>9.6914660170812397</c:v>
                </c:pt>
                <c:pt idx="1350">
                  <c:v>9.6914660170812397</c:v>
                </c:pt>
                <c:pt idx="1351">
                  <c:v>9.6914660170812397</c:v>
                </c:pt>
                <c:pt idx="1352">
                  <c:v>9.8503455776629494</c:v>
                </c:pt>
                <c:pt idx="1353">
                  <c:v>9.9560187892200105</c:v>
                </c:pt>
                <c:pt idx="1354">
                  <c:v>9.9524980112222092</c:v>
                </c:pt>
                <c:pt idx="1355">
                  <c:v>9.8922066780077706</c:v>
                </c:pt>
                <c:pt idx="1356">
                  <c:v>9.9246879985705991</c:v>
                </c:pt>
                <c:pt idx="1357">
                  <c:v>9.7627283021879592</c:v>
                </c:pt>
                <c:pt idx="1358">
                  <c:v>9.7627283021879592</c:v>
                </c:pt>
                <c:pt idx="1359">
                  <c:v>10.132265878849999</c:v>
                </c:pt>
                <c:pt idx="1360">
                  <c:v>9.9749137128635592</c:v>
                </c:pt>
                <c:pt idx="1361">
                  <c:v>10.00174945134</c:v>
                </c:pt>
                <c:pt idx="1362">
                  <c:v>9.9660228912827602</c:v>
                </c:pt>
                <c:pt idx="1363">
                  <c:v>9.9660228912827602</c:v>
                </c:pt>
                <c:pt idx="1364">
                  <c:v>10.6290221098951</c:v>
                </c:pt>
                <c:pt idx="1365">
                  <c:v>10.2103521189771</c:v>
                </c:pt>
                <c:pt idx="1366">
                  <c:v>10.1763292576005</c:v>
                </c:pt>
                <c:pt idx="1367">
                  <c:v>10.080951341317199</c:v>
                </c:pt>
                <c:pt idx="1368">
                  <c:v>10.080951341317199</c:v>
                </c:pt>
                <c:pt idx="1369">
                  <c:v>9.9629269426442608</c:v>
                </c:pt>
                <c:pt idx="1370">
                  <c:v>9.8944305318134997</c:v>
                </c:pt>
                <c:pt idx="1371">
                  <c:v>9.8634821240814201</c:v>
                </c:pt>
                <c:pt idx="1372">
                  <c:v>9.8263530018045806</c:v>
                </c:pt>
                <c:pt idx="1373">
                  <c:v>9.7710904640761296</c:v>
                </c:pt>
                <c:pt idx="1374">
                  <c:v>9.6819207167393504</c:v>
                </c:pt>
                <c:pt idx="1375">
                  <c:v>9.7204139784369605</c:v>
                </c:pt>
                <c:pt idx="1376">
                  <c:v>9.7049451261779591</c:v>
                </c:pt>
                <c:pt idx="1377">
                  <c:v>9.7589842891955207</c:v>
                </c:pt>
                <c:pt idx="1378">
                  <c:v>9.8695854584696505</c:v>
                </c:pt>
                <c:pt idx="1379">
                  <c:v>9.8612073180071604</c:v>
                </c:pt>
                <c:pt idx="1380">
                  <c:v>9.7799625168827493</c:v>
                </c:pt>
                <c:pt idx="1381">
                  <c:v>9.6680927836457098</c:v>
                </c:pt>
                <c:pt idx="1382">
                  <c:v>9.5893338686075005</c:v>
                </c:pt>
                <c:pt idx="1383">
                  <c:v>9.5893338686075005</c:v>
                </c:pt>
                <c:pt idx="1384">
                  <c:v>9.5029160970921307</c:v>
                </c:pt>
                <c:pt idx="1385">
                  <c:v>9.4628250551210495</c:v>
                </c:pt>
                <c:pt idx="1386">
                  <c:v>9.4016214512466796</c:v>
                </c:pt>
                <c:pt idx="1387">
                  <c:v>9.3466734823028901</c:v>
                </c:pt>
                <c:pt idx="1388">
                  <c:v>9.4397709144873403</c:v>
                </c:pt>
                <c:pt idx="1389">
                  <c:v>9.5724583741668194</c:v>
                </c:pt>
                <c:pt idx="1390">
                  <c:v>9.5809898552950497</c:v>
                </c:pt>
                <c:pt idx="1391">
                  <c:v>9.4869945687152093</c:v>
                </c:pt>
                <c:pt idx="1392">
                  <c:v>9.4601286866374608</c:v>
                </c:pt>
                <c:pt idx="1393">
                  <c:v>9.4287378551405805</c:v>
                </c:pt>
                <c:pt idx="1394">
                  <c:v>9.4592786950022596</c:v>
                </c:pt>
                <c:pt idx="1395">
                  <c:v>9.5813495081097706</c:v>
                </c:pt>
                <c:pt idx="1396">
                  <c:v>9.5686486652907092</c:v>
                </c:pt>
                <c:pt idx="1397">
                  <c:v>9.5686486652907092</c:v>
                </c:pt>
                <c:pt idx="1398">
                  <c:v>9.6770967828342105</c:v>
                </c:pt>
                <c:pt idx="1399">
                  <c:v>9.6666945621687699</c:v>
                </c:pt>
                <c:pt idx="1400">
                  <c:v>9.6961740537848495</c:v>
                </c:pt>
                <c:pt idx="1401">
                  <c:v>9.6844189450914993</c:v>
                </c:pt>
                <c:pt idx="1402">
                  <c:v>9.7528139533921099</c:v>
                </c:pt>
                <c:pt idx="1403">
                  <c:v>9.7528139533921099</c:v>
                </c:pt>
                <c:pt idx="1404">
                  <c:v>9.8734140161484607</c:v>
                </c:pt>
                <c:pt idx="1405">
                  <c:v>10.062057461027299</c:v>
                </c:pt>
                <c:pt idx="1406">
                  <c:v>9.9669677003950401</c:v>
                </c:pt>
                <c:pt idx="1407">
                  <c:v>10.0519995867076</c:v>
                </c:pt>
                <c:pt idx="1408">
                  <c:v>10.058765450604501</c:v>
                </c:pt>
                <c:pt idx="1409">
                  <c:v>10.0736473108364</c:v>
                </c:pt>
                <c:pt idx="1410">
                  <c:v>10.148826028749999</c:v>
                </c:pt>
                <c:pt idx="1411">
                  <c:v>10.0694187179522</c:v>
                </c:pt>
                <c:pt idx="1412">
                  <c:v>10.0475047596282</c:v>
                </c:pt>
                <c:pt idx="1413">
                  <c:v>10.1045512293448</c:v>
                </c:pt>
                <c:pt idx="1414">
                  <c:v>10.078890967589</c:v>
                </c:pt>
                <c:pt idx="1415">
                  <c:v>10.078890967589</c:v>
                </c:pt>
                <c:pt idx="1416">
                  <c:v>9.9268289868618993</c:v>
                </c:pt>
                <c:pt idx="1417">
                  <c:v>9.8713524975450007</c:v>
                </c:pt>
                <c:pt idx="1418">
                  <c:v>9.9150130634895994</c:v>
                </c:pt>
                <c:pt idx="1419">
                  <c:v>9.9061078677763401</c:v>
                </c:pt>
                <c:pt idx="1420">
                  <c:v>10.108403481626</c:v>
                </c:pt>
                <c:pt idx="1421">
                  <c:v>10.065379697507201</c:v>
                </c:pt>
                <c:pt idx="1422">
                  <c:v>10.067818710758599</c:v>
                </c:pt>
                <c:pt idx="1423">
                  <c:v>10.101779960482601</c:v>
                </c:pt>
                <c:pt idx="1424">
                  <c:v>10.203362612893599</c:v>
                </c:pt>
                <c:pt idx="1425">
                  <c:v>10.122338517292301</c:v>
                </c:pt>
                <c:pt idx="1426">
                  <c:v>10.017176310713101</c:v>
                </c:pt>
                <c:pt idx="1427">
                  <c:v>9.8927891394671903</c:v>
                </c:pt>
                <c:pt idx="1428">
                  <c:v>9.9034773372980691</c:v>
                </c:pt>
                <c:pt idx="1429">
                  <c:v>9.7891507989369906</c:v>
                </c:pt>
                <c:pt idx="1430">
                  <c:v>9.8223441553475599</c:v>
                </c:pt>
                <c:pt idx="1431">
                  <c:v>9.7413898000703494</c:v>
                </c:pt>
                <c:pt idx="1432">
                  <c:v>9.7256537668526093</c:v>
                </c:pt>
                <c:pt idx="1433">
                  <c:v>9.5964859732801209</c:v>
                </c:pt>
                <c:pt idx="1434">
                  <c:v>9.5722058878232001</c:v>
                </c:pt>
                <c:pt idx="1435">
                  <c:v>9.5441656424797596</c:v>
                </c:pt>
                <c:pt idx="1436">
                  <c:v>9.5152209364952096</c:v>
                </c:pt>
                <c:pt idx="1437">
                  <c:v>9.5159843222276805</c:v>
                </c:pt>
                <c:pt idx="1438">
                  <c:v>9.4800847472169707</c:v>
                </c:pt>
                <c:pt idx="1439">
                  <c:v>9.4018216732669497</c:v>
                </c:pt>
                <c:pt idx="1440">
                  <c:v>9.4016934149640097</c:v>
                </c:pt>
                <c:pt idx="1441">
                  <c:v>9.3444758050903207</c:v>
                </c:pt>
                <c:pt idx="1442">
                  <c:v>9.3888653245553702</c:v>
                </c:pt>
                <c:pt idx="1443">
                  <c:v>9.3888653245553702</c:v>
                </c:pt>
                <c:pt idx="1444">
                  <c:v>9.3838879551454699</c:v>
                </c:pt>
                <c:pt idx="1445">
                  <c:v>9.2984642422558501</c:v>
                </c:pt>
                <c:pt idx="1446">
                  <c:v>9.3118778295241107</c:v>
                </c:pt>
                <c:pt idx="1447">
                  <c:v>9.2636733222986098</c:v>
                </c:pt>
                <c:pt idx="1448">
                  <c:v>9.1663208879409392</c:v>
                </c:pt>
                <c:pt idx="1449">
                  <c:v>9.2306641529991698</c:v>
                </c:pt>
                <c:pt idx="1450">
                  <c:v>9.1830775813263905</c:v>
                </c:pt>
                <c:pt idx="1451">
                  <c:v>9.1642271786974696</c:v>
                </c:pt>
                <c:pt idx="1452">
                  <c:v>9.1138648065771495</c:v>
                </c:pt>
                <c:pt idx="1453">
                  <c:v>8.9567793235563098</c:v>
                </c:pt>
                <c:pt idx="1454">
                  <c:v>8.9597034943505101</c:v>
                </c:pt>
                <c:pt idx="1455">
                  <c:v>8.91675985207916</c:v>
                </c:pt>
                <c:pt idx="1456">
                  <c:v>8.8657790719893708</c:v>
                </c:pt>
                <c:pt idx="1457">
                  <c:v>8.8608558607797701</c:v>
                </c:pt>
                <c:pt idx="1458">
                  <c:v>8.8608558607797701</c:v>
                </c:pt>
                <c:pt idx="1459">
                  <c:v>8.8119740900206605</c:v>
                </c:pt>
                <c:pt idx="1460">
                  <c:v>8.7269140377840593</c:v>
                </c:pt>
                <c:pt idx="1461">
                  <c:v>8.7111114564212109</c:v>
                </c:pt>
                <c:pt idx="1462">
                  <c:v>8.6010762791215694</c:v>
                </c:pt>
                <c:pt idx="1463">
                  <c:v>8.6196192258595694</c:v>
                </c:pt>
                <c:pt idx="1464">
                  <c:v>8.5461588204679906</c:v>
                </c:pt>
                <c:pt idx="1465">
                  <c:v>8.5091711097970393</c:v>
                </c:pt>
                <c:pt idx="1466">
                  <c:v>8.5038625092033797</c:v>
                </c:pt>
                <c:pt idx="1467">
                  <c:v>8.3875923486449704</c:v>
                </c:pt>
                <c:pt idx="1468">
                  <c:v>8.3875923486449704</c:v>
                </c:pt>
                <c:pt idx="1469">
                  <c:v>8.5022568466000905</c:v>
                </c:pt>
                <c:pt idx="1470">
                  <c:v>8.5479071235383906</c:v>
                </c:pt>
                <c:pt idx="1471">
                  <c:v>8.5150199379989999</c:v>
                </c:pt>
                <c:pt idx="1472">
                  <c:v>8.4767793537119491</c:v>
                </c:pt>
                <c:pt idx="1473">
                  <c:v>8.4636388957981499</c:v>
                </c:pt>
                <c:pt idx="1474">
                  <c:v>8.28921217345383</c:v>
                </c:pt>
                <c:pt idx="1475">
                  <c:v>8.2986400990310205</c:v>
                </c:pt>
                <c:pt idx="1476">
                  <c:v>8.3125650844344801</c:v>
                </c:pt>
                <c:pt idx="1477">
                  <c:v>8.3175755152466504</c:v>
                </c:pt>
                <c:pt idx="1478">
                  <c:v>8.3180381327275903</c:v>
                </c:pt>
                <c:pt idx="1479">
                  <c:v>8.2776169901639491</c:v>
                </c:pt>
                <c:pt idx="1480">
                  <c:v>8.3044063858775896</c:v>
                </c:pt>
                <c:pt idx="1481">
                  <c:v>8.2572202828881291</c:v>
                </c:pt>
                <c:pt idx="1482">
                  <c:v>8.4987316034308105</c:v>
                </c:pt>
                <c:pt idx="1483">
                  <c:v>8.5807528366381192</c:v>
                </c:pt>
                <c:pt idx="1484">
                  <c:v>8.5807528366381192</c:v>
                </c:pt>
                <c:pt idx="1485">
                  <c:v>8.5560051027026294</c:v>
                </c:pt>
                <c:pt idx="1486">
                  <c:v>8.3890612261732809</c:v>
                </c:pt>
                <c:pt idx="1487">
                  <c:v>8.4887021050674694</c:v>
                </c:pt>
                <c:pt idx="1488">
                  <c:v>8.4488517246269303</c:v>
                </c:pt>
                <c:pt idx="1489">
                  <c:v>8.5739718388871999</c:v>
                </c:pt>
                <c:pt idx="1490">
                  <c:v>8.6794750193274801</c:v>
                </c:pt>
                <c:pt idx="1491">
                  <c:v>8.6778890200320706</c:v>
                </c:pt>
                <c:pt idx="1492">
                  <c:v>8.74533954410545</c:v>
                </c:pt>
                <c:pt idx="1493">
                  <c:v>8.9943130603597901</c:v>
                </c:pt>
                <c:pt idx="1494">
                  <c:v>8.8204497734324594</c:v>
                </c:pt>
                <c:pt idx="1495">
                  <c:v>8.9215264831269501</c:v>
                </c:pt>
                <c:pt idx="1496">
                  <c:v>8.7196079391114392</c:v>
                </c:pt>
                <c:pt idx="1497">
                  <c:v>8.7196079391114392</c:v>
                </c:pt>
                <c:pt idx="1498">
                  <c:v>8.7991894400784396</c:v>
                </c:pt>
                <c:pt idx="1499">
                  <c:v>8.8248366672315193</c:v>
                </c:pt>
                <c:pt idx="1500">
                  <c:v>8.9446357132422403</c:v>
                </c:pt>
                <c:pt idx="1501">
                  <c:v>8.9446357132422403</c:v>
                </c:pt>
                <c:pt idx="1502">
                  <c:v>8.9446357132422403</c:v>
                </c:pt>
                <c:pt idx="1503">
                  <c:v>9.02968600281433</c:v>
                </c:pt>
                <c:pt idx="1504">
                  <c:v>8.9585040965339395</c:v>
                </c:pt>
                <c:pt idx="1505">
                  <c:v>8.9504900974874904</c:v>
                </c:pt>
                <c:pt idx="1506">
                  <c:v>9.07217093008029</c:v>
                </c:pt>
                <c:pt idx="1507">
                  <c:v>8.9821597955665897</c:v>
                </c:pt>
                <c:pt idx="1508">
                  <c:v>8.9821597955665897</c:v>
                </c:pt>
                <c:pt idx="1509">
                  <c:v>8.9814003873459498</c:v>
                </c:pt>
                <c:pt idx="1510">
                  <c:v>9.2095584927841205</c:v>
                </c:pt>
                <c:pt idx="1511">
                  <c:v>9.1520885967836794</c:v>
                </c:pt>
                <c:pt idx="1512">
                  <c:v>9.2546629502234996</c:v>
                </c:pt>
                <c:pt idx="1513">
                  <c:v>9.1280110275477409</c:v>
                </c:pt>
                <c:pt idx="1514">
                  <c:v>9.0352970096219298</c:v>
                </c:pt>
                <c:pt idx="1515">
                  <c:v>9.0599647666955594</c:v>
                </c:pt>
                <c:pt idx="1516">
                  <c:v>8.9945612366524905</c:v>
                </c:pt>
                <c:pt idx="1517">
                  <c:v>8.9383254926147604</c:v>
                </c:pt>
                <c:pt idx="1518">
                  <c:v>8.9615416441542806</c:v>
                </c:pt>
                <c:pt idx="1519">
                  <c:v>8.9500194097047707</c:v>
                </c:pt>
                <c:pt idx="1520">
                  <c:v>9.1300863652106408</c:v>
                </c:pt>
                <c:pt idx="1521">
                  <c:v>9.2100466901458695</c:v>
                </c:pt>
                <c:pt idx="1522">
                  <c:v>9.2027489847425006</c:v>
                </c:pt>
                <c:pt idx="1523">
                  <c:v>9.2873097192804206</c:v>
                </c:pt>
                <c:pt idx="1524">
                  <c:v>9.4659254624897304</c:v>
                </c:pt>
                <c:pt idx="1525">
                  <c:v>9.4460887253079608</c:v>
                </c:pt>
                <c:pt idx="1526">
                  <c:v>9.5031439374262998</c:v>
                </c:pt>
                <c:pt idx="1527">
                  <c:v>9.4959083253640006</c:v>
                </c:pt>
                <c:pt idx="1528">
                  <c:v>9.4296406376603894</c:v>
                </c:pt>
                <c:pt idx="1529">
                  <c:v>9.3444741734592593</c:v>
                </c:pt>
                <c:pt idx="1530">
                  <c:v>9.3910908221247098</c:v>
                </c:pt>
                <c:pt idx="1531">
                  <c:v>9.3375109814229305</c:v>
                </c:pt>
                <c:pt idx="1532">
                  <c:v>9.3498213881116996</c:v>
                </c:pt>
                <c:pt idx="1533">
                  <c:v>9.3844971461674707</c:v>
                </c:pt>
                <c:pt idx="1534">
                  <c:v>9.5913358262014103</c:v>
                </c:pt>
                <c:pt idx="1535">
                  <c:v>9.5113136878188005</c:v>
                </c:pt>
                <c:pt idx="1536">
                  <c:v>9.6018267963412693</c:v>
                </c:pt>
                <c:pt idx="1537">
                  <c:v>9.6902530132296096</c:v>
                </c:pt>
                <c:pt idx="1538">
                  <c:v>9.6916405457280508</c:v>
                </c:pt>
                <c:pt idx="1539">
                  <c:v>9.6951771559628597</c:v>
                </c:pt>
                <c:pt idx="1540">
                  <c:v>9.6695981398175306</c:v>
                </c:pt>
                <c:pt idx="1541">
                  <c:v>9.6963738960686303</c:v>
                </c:pt>
                <c:pt idx="1542">
                  <c:v>9.6950696103542509</c:v>
                </c:pt>
                <c:pt idx="1543">
                  <c:v>9.5633646050431</c:v>
                </c:pt>
                <c:pt idx="1544">
                  <c:v>9.5533254290966401</c:v>
                </c:pt>
                <c:pt idx="1545">
                  <c:v>9.5140968921291194</c:v>
                </c:pt>
                <c:pt idx="1546">
                  <c:v>9.6293819664164797</c:v>
                </c:pt>
                <c:pt idx="1547">
                  <c:v>9.4912952037967706</c:v>
                </c:pt>
                <c:pt idx="1548">
                  <c:v>9.4679918989544607</c:v>
                </c:pt>
                <c:pt idx="1549">
                  <c:v>9.5871532786769293</c:v>
                </c:pt>
                <c:pt idx="1550">
                  <c:v>9.5597648025022703</c:v>
                </c:pt>
                <c:pt idx="1551">
                  <c:v>9.4935147970046696</c:v>
                </c:pt>
                <c:pt idx="1552">
                  <c:v>9.4368425156756501</c:v>
                </c:pt>
                <c:pt idx="1553">
                  <c:v>9.4032736025222796</c:v>
                </c:pt>
                <c:pt idx="1554">
                  <c:v>9.36096093340959</c:v>
                </c:pt>
                <c:pt idx="1555">
                  <c:v>9.3143403008374701</c:v>
                </c:pt>
                <c:pt idx="1556">
                  <c:v>9.3948728061854592</c:v>
                </c:pt>
                <c:pt idx="1557">
                  <c:v>9.4185894313077796</c:v>
                </c:pt>
                <c:pt idx="1558">
                  <c:v>9.4185894313077796</c:v>
                </c:pt>
                <c:pt idx="1559">
                  <c:v>9.3859386751774601</c:v>
                </c:pt>
                <c:pt idx="1560">
                  <c:v>9.3604696045252602</c:v>
                </c:pt>
                <c:pt idx="1561">
                  <c:v>9.3864330940364802</c:v>
                </c:pt>
                <c:pt idx="1562">
                  <c:v>9.4291002285837298</c:v>
                </c:pt>
                <c:pt idx="1563">
                  <c:v>9.3766418803052307</c:v>
                </c:pt>
                <c:pt idx="1564">
                  <c:v>9.3803013017028203</c:v>
                </c:pt>
                <c:pt idx="1565">
                  <c:v>9.4138567032403699</c:v>
                </c:pt>
                <c:pt idx="1566">
                  <c:v>9.4138567032403699</c:v>
                </c:pt>
                <c:pt idx="1567">
                  <c:v>9.4138567032403699</c:v>
                </c:pt>
                <c:pt idx="1568">
                  <c:v>9.3501480936952692</c:v>
                </c:pt>
                <c:pt idx="1569">
                  <c:v>9.1966671003761693</c:v>
                </c:pt>
                <c:pt idx="1570">
                  <c:v>9.0578704436904101</c:v>
                </c:pt>
                <c:pt idx="1571">
                  <c:v>9.0934104679024301</c:v>
                </c:pt>
                <c:pt idx="1572">
                  <c:v>9.0135619843163504</c:v>
                </c:pt>
                <c:pt idx="1573">
                  <c:v>8.9575384319908604</c:v>
                </c:pt>
                <c:pt idx="1574">
                  <c:v>9.0365046581255406</c:v>
                </c:pt>
                <c:pt idx="1575">
                  <c:v>8.9790609964592107</c:v>
                </c:pt>
                <c:pt idx="1576">
                  <c:v>8.9190400519832505</c:v>
                </c:pt>
                <c:pt idx="1577">
                  <c:v>8.9062051787962595</c:v>
                </c:pt>
                <c:pt idx="1578">
                  <c:v>8.8649209769829707</c:v>
                </c:pt>
                <c:pt idx="1579">
                  <c:v>8.8035670924544007</c:v>
                </c:pt>
                <c:pt idx="1580">
                  <c:v>8.8204001328461796</c:v>
                </c:pt>
                <c:pt idx="1581">
                  <c:v>8.8354471913264891</c:v>
                </c:pt>
                <c:pt idx="1582">
                  <c:v>8.8631146808006793</c:v>
                </c:pt>
                <c:pt idx="1583">
                  <c:v>8.8273427008213901</c:v>
                </c:pt>
                <c:pt idx="1584">
                  <c:v>8.9062090417606203</c:v>
                </c:pt>
                <c:pt idx="1585">
                  <c:v>8.9258983903521205</c:v>
                </c:pt>
                <c:pt idx="1586">
                  <c:v>8.8519056970780898</c:v>
                </c:pt>
                <c:pt idx="1587">
                  <c:v>8.8592180917609404</c:v>
                </c:pt>
                <c:pt idx="1588">
                  <c:v>8.5361335363126294</c:v>
                </c:pt>
                <c:pt idx="1589">
                  <c:v>8.4991606377004896</c:v>
                </c:pt>
                <c:pt idx="1590">
                  <c:v>8.57678673862865</c:v>
                </c:pt>
                <c:pt idx="1591">
                  <c:v>8.6956844277773104</c:v>
                </c:pt>
                <c:pt idx="1592">
                  <c:v>8.8101683431781499</c:v>
                </c:pt>
                <c:pt idx="1593">
                  <c:v>8.6584023310440408</c:v>
                </c:pt>
                <c:pt idx="1594">
                  <c:v>8.6960254198942408</c:v>
                </c:pt>
                <c:pt idx="1595">
                  <c:v>8.6054720934882791</c:v>
                </c:pt>
                <c:pt idx="1596">
                  <c:v>8.6377259977312697</c:v>
                </c:pt>
                <c:pt idx="1597">
                  <c:v>8.8013603767497095</c:v>
                </c:pt>
                <c:pt idx="1598">
                  <c:v>8.8013603767497095</c:v>
                </c:pt>
                <c:pt idx="1599">
                  <c:v>8.8912506357339698</c:v>
                </c:pt>
                <c:pt idx="1600">
                  <c:v>8.8926726534468692</c:v>
                </c:pt>
                <c:pt idx="1601">
                  <c:v>8.8812692468741101</c:v>
                </c:pt>
                <c:pt idx="1602">
                  <c:v>8.7889975964517202</c:v>
                </c:pt>
                <c:pt idx="1603">
                  <c:v>8.6573467441052596</c:v>
                </c:pt>
                <c:pt idx="1604">
                  <c:v>8.6840851668075203</c:v>
                </c:pt>
                <c:pt idx="1605">
                  <c:v>8.6166840320118592</c:v>
                </c:pt>
                <c:pt idx="1606">
                  <c:v>8.5575881476273903</c:v>
                </c:pt>
                <c:pt idx="1607">
                  <c:v>8.6353506163090401</c:v>
                </c:pt>
                <c:pt idx="1608">
                  <c:v>8.6144344246334406</c:v>
                </c:pt>
                <c:pt idx="1609">
                  <c:v>8.54147671742375</c:v>
                </c:pt>
                <c:pt idx="1610">
                  <c:v>8.4936642610878206</c:v>
                </c:pt>
                <c:pt idx="1611">
                  <c:v>8.4960370030469896</c:v>
                </c:pt>
                <c:pt idx="1612">
                  <c:v>8.5172895961822608</c:v>
                </c:pt>
                <c:pt idx="1613">
                  <c:v>8.5172895961822608</c:v>
                </c:pt>
                <c:pt idx="1614">
                  <c:v>8.5010200487905703</c:v>
                </c:pt>
                <c:pt idx="1615">
                  <c:v>8.5612625944999401</c:v>
                </c:pt>
                <c:pt idx="1616">
                  <c:v>8.5414697698554196</c:v>
                </c:pt>
                <c:pt idx="1617">
                  <c:v>8.5672377189027102</c:v>
                </c:pt>
                <c:pt idx="1618">
                  <c:v>8.5672377189027102</c:v>
                </c:pt>
                <c:pt idx="1619">
                  <c:v>8.4667845041203105</c:v>
                </c:pt>
                <c:pt idx="1620">
                  <c:v>8.5244056410168394</c:v>
                </c:pt>
                <c:pt idx="1621">
                  <c:v>8.5441744385204093</c:v>
                </c:pt>
                <c:pt idx="1622">
                  <c:v>8.6164825607975892</c:v>
                </c:pt>
                <c:pt idx="1623">
                  <c:v>8.4832596789240107</c:v>
                </c:pt>
                <c:pt idx="1624">
                  <c:v>8.5095905322244807</c:v>
                </c:pt>
                <c:pt idx="1625">
                  <c:v>8.5175583815097795</c:v>
                </c:pt>
                <c:pt idx="1626">
                  <c:v>8.4885375980102804</c:v>
                </c:pt>
                <c:pt idx="1627">
                  <c:v>8.44803469063066</c:v>
                </c:pt>
                <c:pt idx="1628">
                  <c:v>8.4246983168720408</c:v>
                </c:pt>
                <c:pt idx="1629">
                  <c:v>8.3948195826189398</c:v>
                </c:pt>
                <c:pt idx="1630">
                  <c:v>8.3764295529547006</c:v>
                </c:pt>
                <c:pt idx="1631">
                  <c:v>8.2490083247009007</c:v>
                </c:pt>
                <c:pt idx="1632">
                  <c:v>8.2629242326500894</c:v>
                </c:pt>
                <c:pt idx="1633">
                  <c:v>8.2629242326500894</c:v>
                </c:pt>
                <c:pt idx="1634">
                  <c:v>8.2560834418512599</c:v>
                </c:pt>
                <c:pt idx="1635">
                  <c:v>8.3048034924902794</c:v>
                </c:pt>
                <c:pt idx="1636">
                  <c:v>8.2177201617577609</c:v>
                </c:pt>
                <c:pt idx="1637">
                  <c:v>8.2124714262544902</c:v>
                </c:pt>
                <c:pt idx="1638">
                  <c:v>8.16212217003695</c:v>
                </c:pt>
                <c:pt idx="1639">
                  <c:v>8.1127962655330599</c:v>
                </c:pt>
                <c:pt idx="1640">
                  <c:v>8.0812515448570093</c:v>
                </c:pt>
                <c:pt idx="1641">
                  <c:v>8.0408677661244798</c:v>
                </c:pt>
                <c:pt idx="1642">
                  <c:v>8.0173785095114294</c:v>
                </c:pt>
                <c:pt idx="1643">
                  <c:v>7.9198007544471798</c:v>
                </c:pt>
                <c:pt idx="1644">
                  <c:v>7.9198007544471798</c:v>
                </c:pt>
                <c:pt idx="1645">
                  <c:v>7.9139442201227199</c:v>
                </c:pt>
                <c:pt idx="1646">
                  <c:v>8.0331940578334198</c:v>
                </c:pt>
                <c:pt idx="1647">
                  <c:v>8.1092569608605292</c:v>
                </c:pt>
                <c:pt idx="1648">
                  <c:v>8.1372280830911805</c:v>
                </c:pt>
                <c:pt idx="1649">
                  <c:v>8.1364901750551102</c:v>
                </c:pt>
                <c:pt idx="1650">
                  <c:v>8.1012558646073103</c:v>
                </c:pt>
                <c:pt idx="1651">
                  <c:v>8.0157851285307107</c:v>
                </c:pt>
                <c:pt idx="1652">
                  <c:v>7.9454754132929404</c:v>
                </c:pt>
                <c:pt idx="1653">
                  <c:v>7.9288858866252001</c:v>
                </c:pt>
                <c:pt idx="1654">
                  <c:v>7.9288442529614898</c:v>
                </c:pt>
                <c:pt idx="1655">
                  <c:v>7.8692605756688003</c:v>
                </c:pt>
                <c:pt idx="1656">
                  <c:v>7.8421289190676102</c:v>
                </c:pt>
                <c:pt idx="1657">
                  <c:v>7.7049460636154299</c:v>
                </c:pt>
                <c:pt idx="1658">
                  <c:v>7.6735075982946901</c:v>
                </c:pt>
                <c:pt idx="1659">
                  <c:v>7.6712944366656401</c:v>
                </c:pt>
                <c:pt idx="1660">
                  <c:v>7.6759477129927598</c:v>
                </c:pt>
                <c:pt idx="1661">
                  <c:v>7.7483249151461804</c:v>
                </c:pt>
                <c:pt idx="1662">
                  <c:v>7.7793637805579499</c:v>
                </c:pt>
                <c:pt idx="1663">
                  <c:v>7.7793637805579499</c:v>
                </c:pt>
                <c:pt idx="1664">
                  <c:v>7.7014449909613303</c:v>
                </c:pt>
                <c:pt idx="1665">
                  <c:v>7.6172694651416197</c:v>
                </c:pt>
                <c:pt idx="1666">
                  <c:v>7.5791571748910904</c:v>
                </c:pt>
                <c:pt idx="1667">
                  <c:v>7.5677740522705497</c:v>
                </c:pt>
                <c:pt idx="1668">
                  <c:v>7.6078745604801501</c:v>
                </c:pt>
                <c:pt idx="1669">
                  <c:v>7.6200377283290202</c:v>
                </c:pt>
                <c:pt idx="1670">
                  <c:v>7.5971470701473498</c:v>
                </c:pt>
                <c:pt idx="1671">
                  <c:v>7.5785850064546603</c:v>
                </c:pt>
                <c:pt idx="1672">
                  <c:v>7.5984575115297801</c:v>
                </c:pt>
                <c:pt idx="1673">
                  <c:v>7.5382121379037601</c:v>
                </c:pt>
                <c:pt idx="1674">
                  <c:v>7.5977579257058503</c:v>
                </c:pt>
                <c:pt idx="1675">
                  <c:v>7.5760680519056596</c:v>
                </c:pt>
                <c:pt idx="1676">
                  <c:v>7.5668892245189001</c:v>
                </c:pt>
                <c:pt idx="1677">
                  <c:v>7.5752879552639598</c:v>
                </c:pt>
                <c:pt idx="1678">
                  <c:v>7.5762955360261701</c:v>
                </c:pt>
                <c:pt idx="1679">
                  <c:v>7.6982852110443396</c:v>
                </c:pt>
                <c:pt idx="1680">
                  <c:v>7.7188615296699599</c:v>
                </c:pt>
                <c:pt idx="1681">
                  <c:v>7.8588995554210497</c:v>
                </c:pt>
                <c:pt idx="1682">
                  <c:v>7.9132145525195901</c:v>
                </c:pt>
                <c:pt idx="1683">
                  <c:v>7.9282380734505704</c:v>
                </c:pt>
                <c:pt idx="1684">
                  <c:v>7.8635472841759704</c:v>
                </c:pt>
                <c:pt idx="1685">
                  <c:v>7.82140607038792</c:v>
                </c:pt>
                <c:pt idx="1686">
                  <c:v>7.7378443427029699</c:v>
                </c:pt>
                <c:pt idx="1687">
                  <c:v>7.6885049892125004</c:v>
                </c:pt>
                <c:pt idx="1688">
                  <c:v>7.6706130523164999</c:v>
                </c:pt>
                <c:pt idx="1689">
                  <c:v>7.7044080069637104</c:v>
                </c:pt>
                <c:pt idx="1690">
                  <c:v>7.7860348756270596</c:v>
                </c:pt>
                <c:pt idx="1691">
                  <c:v>7.7824047479810003</c:v>
                </c:pt>
                <c:pt idx="1692">
                  <c:v>7.8129768919847598</c:v>
                </c:pt>
                <c:pt idx="1693">
                  <c:v>7.7712982259597903</c:v>
                </c:pt>
                <c:pt idx="1694">
                  <c:v>7.7217372788705596</c:v>
                </c:pt>
                <c:pt idx="1695">
                  <c:v>7.7225098138682498</c:v>
                </c:pt>
                <c:pt idx="1696">
                  <c:v>7.8969500808441504</c:v>
                </c:pt>
                <c:pt idx="1697">
                  <c:v>7.8363002268813604</c:v>
                </c:pt>
                <c:pt idx="1698">
                  <c:v>7.8111588883769496</c:v>
                </c:pt>
                <c:pt idx="1699">
                  <c:v>7.8681947446406397</c:v>
                </c:pt>
                <c:pt idx="1700">
                  <c:v>7.79570441182336</c:v>
                </c:pt>
                <c:pt idx="1701">
                  <c:v>7.7407543869577404</c:v>
                </c:pt>
                <c:pt idx="1702">
                  <c:v>7.6329973356506997</c:v>
                </c:pt>
                <c:pt idx="1703">
                  <c:v>7.5863689704389801</c:v>
                </c:pt>
                <c:pt idx="1704">
                  <c:v>7.5707174474643901</c:v>
                </c:pt>
                <c:pt idx="1705">
                  <c:v>7.6241435300573404</c:v>
                </c:pt>
                <c:pt idx="1706">
                  <c:v>7.5598047441379101</c:v>
                </c:pt>
                <c:pt idx="1707">
                  <c:v>7.5876607375180702</c:v>
                </c:pt>
                <c:pt idx="1708">
                  <c:v>7.5876607375180702</c:v>
                </c:pt>
                <c:pt idx="1709">
                  <c:v>7.6148596772928201</c:v>
                </c:pt>
                <c:pt idx="1710">
                  <c:v>7.6001845260829501</c:v>
                </c:pt>
                <c:pt idx="1711">
                  <c:v>7.6075645315385803</c:v>
                </c:pt>
                <c:pt idx="1712">
                  <c:v>7.5164829189494702</c:v>
                </c:pt>
                <c:pt idx="1713">
                  <c:v>7.5042532160568101</c:v>
                </c:pt>
                <c:pt idx="1714">
                  <c:v>7.6090513503159203</c:v>
                </c:pt>
                <c:pt idx="1715">
                  <c:v>7.5357645752197104</c:v>
                </c:pt>
                <c:pt idx="1716">
                  <c:v>7.5113273658893203</c:v>
                </c:pt>
                <c:pt idx="1717">
                  <c:v>7.5042748109105402</c:v>
                </c:pt>
                <c:pt idx="1718">
                  <c:v>7.5042748109105402</c:v>
                </c:pt>
                <c:pt idx="1719">
                  <c:v>7.5539991450580004</c:v>
                </c:pt>
                <c:pt idx="1720">
                  <c:v>7.6678698776901504</c:v>
                </c:pt>
                <c:pt idx="1721">
                  <c:v>7.6382554988625397</c:v>
                </c:pt>
                <c:pt idx="1722">
                  <c:v>7.5811357529538501</c:v>
                </c:pt>
                <c:pt idx="1723">
                  <c:v>7.5320477235326297</c:v>
                </c:pt>
                <c:pt idx="1724">
                  <c:v>7.5170832580465401</c:v>
                </c:pt>
                <c:pt idx="1725">
                  <c:v>7.5471806279985802</c:v>
                </c:pt>
                <c:pt idx="1726">
                  <c:v>7.6458174918894297</c:v>
                </c:pt>
                <c:pt idx="1727">
                  <c:v>7.9208134664003902</c:v>
                </c:pt>
                <c:pt idx="1728">
                  <c:v>7.9208134664003902</c:v>
                </c:pt>
                <c:pt idx="1729">
                  <c:v>7.9556377742611</c:v>
                </c:pt>
                <c:pt idx="1730">
                  <c:v>7.8942504030208296</c:v>
                </c:pt>
                <c:pt idx="1731">
                  <c:v>7.87011489008112</c:v>
                </c:pt>
                <c:pt idx="1732">
                  <c:v>7.9807058065865197</c:v>
                </c:pt>
                <c:pt idx="1733">
                  <c:v>7.9765833322217103</c:v>
                </c:pt>
                <c:pt idx="1734">
                  <c:v>8.0791321455497798</c:v>
                </c:pt>
                <c:pt idx="1735">
                  <c:v>7.9707668671099698</c:v>
                </c:pt>
                <c:pt idx="1736">
                  <c:v>8.0588628683243009</c:v>
                </c:pt>
                <c:pt idx="1737">
                  <c:v>8.0862802118598491</c:v>
                </c:pt>
                <c:pt idx="1738">
                  <c:v>8.1281416574574905</c:v>
                </c:pt>
                <c:pt idx="1739">
                  <c:v>8.2172115307342892</c:v>
                </c:pt>
                <c:pt idx="1740">
                  <c:v>8.1688752988721909</c:v>
                </c:pt>
                <c:pt idx="1741">
                  <c:v>8.0978052782511298</c:v>
                </c:pt>
                <c:pt idx="1742">
                  <c:v>8.0178592024326001</c:v>
                </c:pt>
                <c:pt idx="1743">
                  <c:v>7.98777929344614</c:v>
                </c:pt>
                <c:pt idx="1744">
                  <c:v>7.98601183512136</c:v>
                </c:pt>
                <c:pt idx="1745">
                  <c:v>7.98601183512136</c:v>
                </c:pt>
                <c:pt idx="1746">
                  <c:v>8.1137725844331605</c:v>
                </c:pt>
                <c:pt idx="1747">
                  <c:v>8.1300056651351102</c:v>
                </c:pt>
                <c:pt idx="1748">
                  <c:v>8.2501108409400601</c:v>
                </c:pt>
                <c:pt idx="1749">
                  <c:v>8.2422300530678392</c:v>
                </c:pt>
                <c:pt idx="1750">
                  <c:v>8.1661995103640308</c:v>
                </c:pt>
                <c:pt idx="1751">
                  <c:v>8.2687236434068208</c:v>
                </c:pt>
                <c:pt idx="1752">
                  <c:v>8.2236000724813501</c:v>
                </c:pt>
                <c:pt idx="1753">
                  <c:v>8.2188265822727296</c:v>
                </c:pt>
                <c:pt idx="1754">
                  <c:v>8.2571643680012006</c:v>
                </c:pt>
                <c:pt idx="1755">
                  <c:v>8.2434194381383605</c:v>
                </c:pt>
                <c:pt idx="1756">
                  <c:v>8.2720451687122996</c:v>
                </c:pt>
                <c:pt idx="1757">
                  <c:v>8.0835964140236403</c:v>
                </c:pt>
                <c:pt idx="1758">
                  <c:v>8.2707054438783594</c:v>
                </c:pt>
                <c:pt idx="1759">
                  <c:v>8.2319135245673998</c:v>
                </c:pt>
                <c:pt idx="1760">
                  <c:v>8.2554339240248495</c:v>
                </c:pt>
                <c:pt idx="1761">
                  <c:v>8.2607568531040005</c:v>
                </c:pt>
                <c:pt idx="1762">
                  <c:v>8.2607568531040005</c:v>
                </c:pt>
                <c:pt idx="1763">
                  <c:v>8.2924324007626602</c:v>
                </c:pt>
                <c:pt idx="1764">
                  <c:v>8.3799063007055299</c:v>
                </c:pt>
                <c:pt idx="1765">
                  <c:v>8.41652089600721</c:v>
                </c:pt>
                <c:pt idx="1766">
                  <c:v>8.4664578364327099</c:v>
                </c:pt>
                <c:pt idx="1767">
                  <c:v>8.3757647973434608</c:v>
                </c:pt>
                <c:pt idx="1768">
                  <c:v>8.3757647973434608</c:v>
                </c:pt>
                <c:pt idx="1769">
                  <c:v>8.3430571510032703</c:v>
                </c:pt>
                <c:pt idx="1770">
                  <c:v>8.2717198516394905</c:v>
                </c:pt>
                <c:pt idx="1771">
                  <c:v>8.2207271873268599</c:v>
                </c:pt>
                <c:pt idx="1772">
                  <c:v>8.2648231280512299</c:v>
                </c:pt>
                <c:pt idx="1773">
                  <c:v>8.3849905341800692</c:v>
                </c:pt>
                <c:pt idx="1774">
                  <c:v>8.4418986601648101</c:v>
                </c:pt>
                <c:pt idx="1775">
                  <c:v>8.4018587927267596</c:v>
                </c:pt>
                <c:pt idx="1776">
                  <c:v>8.4508790390180195</c:v>
                </c:pt>
                <c:pt idx="1777">
                  <c:v>8.4454728612485095</c:v>
                </c:pt>
                <c:pt idx="1778">
                  <c:v>8.4753369814725303</c:v>
                </c:pt>
                <c:pt idx="1779">
                  <c:v>8.4598767865387092</c:v>
                </c:pt>
                <c:pt idx="1780">
                  <c:v>8.4065882077562009</c:v>
                </c:pt>
                <c:pt idx="1781">
                  <c:v>8.43008643320014</c:v>
                </c:pt>
                <c:pt idx="1782">
                  <c:v>8.4614548957725599</c:v>
                </c:pt>
                <c:pt idx="1783">
                  <c:v>8.5143946049124501</c:v>
                </c:pt>
                <c:pt idx="1784">
                  <c:v>8.5443037607043806</c:v>
                </c:pt>
                <c:pt idx="1785">
                  <c:v>8.5408599397699998</c:v>
                </c:pt>
                <c:pt idx="1786">
                  <c:v>8.5428646528889995</c:v>
                </c:pt>
                <c:pt idx="1787">
                  <c:v>8.5675499271921698</c:v>
                </c:pt>
                <c:pt idx="1788">
                  <c:v>8.6314864059937104</c:v>
                </c:pt>
                <c:pt idx="1789">
                  <c:v>8.7653896612928204</c:v>
                </c:pt>
                <c:pt idx="1790">
                  <c:v>8.7696852369344303</c:v>
                </c:pt>
                <c:pt idx="1791">
                  <c:v>8.7256149806469399</c:v>
                </c:pt>
                <c:pt idx="1792">
                  <c:v>8.69194711857714</c:v>
                </c:pt>
                <c:pt idx="1793">
                  <c:v>8.8009288844064208</c:v>
                </c:pt>
                <c:pt idx="1794">
                  <c:v>8.8671520029073694</c:v>
                </c:pt>
                <c:pt idx="1795">
                  <c:v>8.8398383688670297</c:v>
                </c:pt>
                <c:pt idx="1796">
                  <c:v>8.8446535588131194</c:v>
                </c:pt>
                <c:pt idx="1797">
                  <c:v>8.8716105459783492</c:v>
                </c:pt>
                <c:pt idx="1798">
                  <c:v>8.9528594613259802</c:v>
                </c:pt>
                <c:pt idx="1799">
                  <c:v>8.8175414193889594</c:v>
                </c:pt>
                <c:pt idx="1800">
                  <c:v>8.9142438251968397</c:v>
                </c:pt>
                <c:pt idx="1801">
                  <c:v>8.9770431264410995</c:v>
                </c:pt>
                <c:pt idx="1802">
                  <c:v>8.9382778283206097</c:v>
                </c:pt>
                <c:pt idx="1803">
                  <c:v>8.9189721680725906</c:v>
                </c:pt>
                <c:pt idx="1804">
                  <c:v>9.0339131012517608</c:v>
                </c:pt>
                <c:pt idx="1805">
                  <c:v>9.0046306149022097</c:v>
                </c:pt>
                <c:pt idx="1806">
                  <c:v>8.9884914620501597</c:v>
                </c:pt>
                <c:pt idx="1807">
                  <c:v>8.9411396694823502</c:v>
                </c:pt>
                <c:pt idx="1808">
                  <c:v>8.7948585810746298</c:v>
                </c:pt>
                <c:pt idx="1809">
                  <c:v>8.7690165940044107</c:v>
                </c:pt>
                <c:pt idx="1810">
                  <c:v>8.7675758744407801</c:v>
                </c:pt>
                <c:pt idx="1811">
                  <c:v>8.6119517600505908</c:v>
                </c:pt>
                <c:pt idx="1812">
                  <c:v>8.7727903482225695</c:v>
                </c:pt>
                <c:pt idx="1813">
                  <c:v>8.7850242152796501</c:v>
                </c:pt>
                <c:pt idx="1814">
                  <c:v>8.8031765332898804</c:v>
                </c:pt>
                <c:pt idx="1815">
                  <c:v>8.8106382799786296</c:v>
                </c:pt>
                <c:pt idx="1816">
                  <c:v>8.6765206309070493</c:v>
                </c:pt>
                <c:pt idx="1817">
                  <c:v>8.7345965994261494</c:v>
                </c:pt>
                <c:pt idx="1818">
                  <c:v>8.7345965994261494</c:v>
                </c:pt>
                <c:pt idx="1819">
                  <c:v>8.7353818426600593</c:v>
                </c:pt>
                <c:pt idx="1820">
                  <c:v>8.7849402648493093</c:v>
                </c:pt>
                <c:pt idx="1821">
                  <c:v>8.83248438086882</c:v>
                </c:pt>
                <c:pt idx="1822">
                  <c:v>8.8918007360899498</c:v>
                </c:pt>
                <c:pt idx="1823">
                  <c:v>8.85501729313917</c:v>
                </c:pt>
                <c:pt idx="1824">
                  <c:v>8.85507460295144</c:v>
                </c:pt>
                <c:pt idx="1825">
                  <c:v>8.8191974840656702</c:v>
                </c:pt>
                <c:pt idx="1826">
                  <c:v>8.7627770723092002</c:v>
                </c:pt>
                <c:pt idx="1827">
                  <c:v>8.7366006925480004</c:v>
                </c:pt>
                <c:pt idx="1828">
                  <c:v>8.6177388046456898</c:v>
                </c:pt>
                <c:pt idx="1829">
                  <c:v>8.6038965026678191</c:v>
                </c:pt>
                <c:pt idx="1830">
                  <c:v>8.5412578567698692</c:v>
                </c:pt>
                <c:pt idx="1831">
                  <c:v>8.5732104566107505</c:v>
                </c:pt>
                <c:pt idx="1832">
                  <c:v>8.5583823287226899</c:v>
                </c:pt>
                <c:pt idx="1833">
                  <c:v>8.5139571474600704</c:v>
                </c:pt>
                <c:pt idx="1834">
                  <c:v>8.4676012322103293</c:v>
                </c:pt>
                <c:pt idx="1835">
                  <c:v>8.4554972465825795</c:v>
                </c:pt>
                <c:pt idx="1836">
                  <c:v>8.4476256845630804</c:v>
                </c:pt>
                <c:pt idx="1837">
                  <c:v>8.4652226839774993</c:v>
                </c:pt>
                <c:pt idx="1838">
                  <c:v>8.5004426560447701</c:v>
                </c:pt>
                <c:pt idx="1839">
                  <c:v>8.4773989022993295</c:v>
                </c:pt>
                <c:pt idx="1840">
                  <c:v>8.44357351845367</c:v>
                </c:pt>
                <c:pt idx="1841">
                  <c:v>8.44357351845367</c:v>
                </c:pt>
                <c:pt idx="1842">
                  <c:v>8.44357351845367</c:v>
                </c:pt>
                <c:pt idx="1843">
                  <c:v>8.5566560925608304</c:v>
                </c:pt>
                <c:pt idx="1844">
                  <c:v>8.6093025983021807</c:v>
                </c:pt>
                <c:pt idx="1845">
                  <c:v>8.5824296442078207</c:v>
                </c:pt>
                <c:pt idx="1846">
                  <c:v>8.6006826681911903</c:v>
                </c:pt>
                <c:pt idx="1847">
                  <c:v>8.6419903550049408</c:v>
                </c:pt>
                <c:pt idx="1848">
                  <c:v>8.58051106952332</c:v>
                </c:pt>
                <c:pt idx="1849">
                  <c:v>8.5072575276433007</c:v>
                </c:pt>
                <c:pt idx="1850">
                  <c:v>8.4847722430791297</c:v>
                </c:pt>
                <c:pt idx="1851">
                  <c:v>8.4780862588705297</c:v>
                </c:pt>
                <c:pt idx="1852">
                  <c:v>8.4130487778495606</c:v>
                </c:pt>
                <c:pt idx="1853">
                  <c:v>8.41605555046924</c:v>
                </c:pt>
                <c:pt idx="1854">
                  <c:v>8.3563217757311694</c:v>
                </c:pt>
                <c:pt idx="1855">
                  <c:v>8.4027026680177901</c:v>
                </c:pt>
                <c:pt idx="1856">
                  <c:v>8.4654806624073302</c:v>
                </c:pt>
                <c:pt idx="1857">
                  <c:v>8.3721283942326199</c:v>
                </c:pt>
                <c:pt idx="1858">
                  <c:v>8.44390554691463</c:v>
                </c:pt>
                <c:pt idx="1859">
                  <c:v>8.4032887165750392</c:v>
                </c:pt>
                <c:pt idx="1860">
                  <c:v>8.3640264538433797</c:v>
                </c:pt>
                <c:pt idx="1861">
                  <c:v>8.3740539315415194</c:v>
                </c:pt>
                <c:pt idx="1862">
                  <c:v>8.3835797493800897</c:v>
                </c:pt>
                <c:pt idx="1863">
                  <c:v>8.4566463454035095</c:v>
                </c:pt>
                <c:pt idx="1864">
                  <c:v>8.4067145565507193</c:v>
                </c:pt>
                <c:pt idx="1865">
                  <c:v>8.4155917167850394</c:v>
                </c:pt>
                <c:pt idx="1866">
                  <c:v>8.4018156526227799</c:v>
                </c:pt>
                <c:pt idx="1867">
                  <c:v>8.3889979365614593</c:v>
                </c:pt>
                <c:pt idx="1868">
                  <c:v>8.3690991433750597</c:v>
                </c:pt>
                <c:pt idx="1869">
                  <c:v>8.3395424786721097</c:v>
                </c:pt>
                <c:pt idx="1870">
                  <c:v>8.2464893689333394</c:v>
                </c:pt>
                <c:pt idx="1871">
                  <c:v>8.2168784446177998</c:v>
                </c:pt>
                <c:pt idx="1872">
                  <c:v>8.2306019091668396</c:v>
                </c:pt>
                <c:pt idx="1873">
                  <c:v>8.2306019091668396</c:v>
                </c:pt>
                <c:pt idx="1874">
                  <c:v>8.1495121766847802</c:v>
                </c:pt>
                <c:pt idx="1875">
                  <c:v>8.0365828687587406</c:v>
                </c:pt>
                <c:pt idx="1876">
                  <c:v>8.0433432042032393</c:v>
                </c:pt>
                <c:pt idx="1877">
                  <c:v>8.0804372430953695</c:v>
                </c:pt>
                <c:pt idx="1878">
                  <c:v>8.1037940787797904</c:v>
                </c:pt>
                <c:pt idx="1879">
                  <c:v>8.0704395199605905</c:v>
                </c:pt>
                <c:pt idx="1880">
                  <c:v>8.0091859686645694</c:v>
                </c:pt>
                <c:pt idx="1881">
                  <c:v>7.9688127767989698</c:v>
                </c:pt>
                <c:pt idx="1882">
                  <c:v>7.96737748922438</c:v>
                </c:pt>
                <c:pt idx="1883">
                  <c:v>7.9444193036955104</c:v>
                </c:pt>
                <c:pt idx="1884">
                  <c:v>7.9233800294526802</c:v>
                </c:pt>
                <c:pt idx="1885">
                  <c:v>7.94209992380675</c:v>
                </c:pt>
                <c:pt idx="1886">
                  <c:v>7.9257122283853301</c:v>
                </c:pt>
                <c:pt idx="1887">
                  <c:v>7.8658786782296897</c:v>
                </c:pt>
                <c:pt idx="1888">
                  <c:v>7.8658786782296897</c:v>
                </c:pt>
                <c:pt idx="1889">
                  <c:v>7.8792566372440902</c:v>
                </c:pt>
                <c:pt idx="1890">
                  <c:v>7.8987249457245801</c:v>
                </c:pt>
                <c:pt idx="1891">
                  <c:v>7.8712219324039001</c:v>
                </c:pt>
                <c:pt idx="1892">
                  <c:v>7.94533167749971</c:v>
                </c:pt>
                <c:pt idx="1893">
                  <c:v>7.94533167749971</c:v>
                </c:pt>
                <c:pt idx="1894">
                  <c:v>7.9930710772315097</c:v>
                </c:pt>
                <c:pt idx="1895">
                  <c:v>7.9661048655185303</c:v>
                </c:pt>
                <c:pt idx="1896">
                  <c:v>7.8749684000903297</c:v>
                </c:pt>
                <c:pt idx="1897">
                  <c:v>7.83611403030452</c:v>
                </c:pt>
                <c:pt idx="1898">
                  <c:v>7.9150900967153097</c:v>
                </c:pt>
                <c:pt idx="1899">
                  <c:v>7.9051860316856004</c:v>
                </c:pt>
                <c:pt idx="1900">
                  <c:v>7.9031262879138202</c:v>
                </c:pt>
                <c:pt idx="1901">
                  <c:v>7.9021986760659404</c:v>
                </c:pt>
                <c:pt idx="1902">
                  <c:v>7.9147745064732797</c:v>
                </c:pt>
                <c:pt idx="1903">
                  <c:v>7.9784707163071902</c:v>
                </c:pt>
                <c:pt idx="1904">
                  <c:v>7.9965220100401302</c:v>
                </c:pt>
                <c:pt idx="1905">
                  <c:v>7.9965220100401302</c:v>
                </c:pt>
                <c:pt idx="1906">
                  <c:v>7.9673722002588603</c:v>
                </c:pt>
                <c:pt idx="1907">
                  <c:v>7.9381652502064899</c:v>
                </c:pt>
                <c:pt idx="1908">
                  <c:v>7.9400522079884004</c:v>
                </c:pt>
                <c:pt idx="1909">
                  <c:v>7.8782605949320903</c:v>
                </c:pt>
                <c:pt idx="1910">
                  <c:v>7.8008967988387701</c:v>
                </c:pt>
                <c:pt idx="1911">
                  <c:v>7.8178299930908297</c:v>
                </c:pt>
                <c:pt idx="1912">
                  <c:v>7.80531090172778</c:v>
                </c:pt>
                <c:pt idx="1913">
                  <c:v>7.7383830818414499</c:v>
                </c:pt>
                <c:pt idx="1914">
                  <c:v>7.6980850319153404</c:v>
                </c:pt>
                <c:pt idx="1915">
                  <c:v>7.6725229347130597</c:v>
                </c:pt>
                <c:pt idx="1916">
                  <c:v>7.66913662237938</c:v>
                </c:pt>
                <c:pt idx="1917">
                  <c:v>7.7412327392623297</c:v>
                </c:pt>
                <c:pt idx="1918">
                  <c:v>7.7589721808188399</c:v>
                </c:pt>
                <c:pt idx="1919">
                  <c:v>7.72827552708483</c:v>
                </c:pt>
                <c:pt idx="1920">
                  <c:v>7.5660831828951602</c:v>
                </c:pt>
                <c:pt idx="1921">
                  <c:v>7.5782608859234397</c:v>
                </c:pt>
                <c:pt idx="1922">
                  <c:v>7.52654372265454</c:v>
                </c:pt>
                <c:pt idx="1923">
                  <c:v>7.52654372265454</c:v>
                </c:pt>
                <c:pt idx="1924">
                  <c:v>7.5167916610678702</c:v>
                </c:pt>
                <c:pt idx="1925">
                  <c:v>7.5502588558426202</c:v>
                </c:pt>
                <c:pt idx="1926">
                  <c:v>7.5256632872547904</c:v>
                </c:pt>
                <c:pt idx="1927">
                  <c:v>7.4824454611729196</c:v>
                </c:pt>
                <c:pt idx="1928">
                  <c:v>7.4131449026566703</c:v>
                </c:pt>
                <c:pt idx="1929">
                  <c:v>7.3958787677939402</c:v>
                </c:pt>
                <c:pt idx="1930">
                  <c:v>7.4432040218851503</c:v>
                </c:pt>
                <c:pt idx="1931">
                  <c:v>7.4464366262683397</c:v>
                </c:pt>
                <c:pt idx="1932">
                  <c:v>7.4952110456283503</c:v>
                </c:pt>
                <c:pt idx="1933">
                  <c:v>7.5021918867837902</c:v>
                </c:pt>
                <c:pt idx="1934">
                  <c:v>7.4491219541659399</c:v>
                </c:pt>
                <c:pt idx="1935">
                  <c:v>7.4739044245782704</c:v>
                </c:pt>
                <c:pt idx="1936">
                  <c:v>7.4489347941697499</c:v>
                </c:pt>
                <c:pt idx="1937">
                  <c:v>7.3955527855798504</c:v>
                </c:pt>
                <c:pt idx="1938">
                  <c:v>7.3702393750106703</c:v>
                </c:pt>
                <c:pt idx="1939">
                  <c:v>7.3014081393932502</c:v>
                </c:pt>
                <c:pt idx="1940">
                  <c:v>7.3089616824361201</c:v>
                </c:pt>
                <c:pt idx="1941">
                  <c:v>7.2884511251452002</c:v>
                </c:pt>
                <c:pt idx="1942">
                  <c:v>7.2686133348609996</c:v>
                </c:pt>
                <c:pt idx="1943">
                  <c:v>7.40821291960434</c:v>
                </c:pt>
                <c:pt idx="1944">
                  <c:v>7.4421385402430502</c:v>
                </c:pt>
                <c:pt idx="1945">
                  <c:v>7.4386533080622197</c:v>
                </c:pt>
                <c:pt idx="1946">
                  <c:v>7.3960178906777996</c:v>
                </c:pt>
                <c:pt idx="1947">
                  <c:v>7.4499814617979796</c:v>
                </c:pt>
                <c:pt idx="1948">
                  <c:v>7.45553655046744</c:v>
                </c:pt>
                <c:pt idx="1949">
                  <c:v>7.4406949151937196</c:v>
                </c:pt>
                <c:pt idx="1950">
                  <c:v>7.5542534303564199</c:v>
                </c:pt>
                <c:pt idx="1951">
                  <c:v>7.7366304322773001</c:v>
                </c:pt>
                <c:pt idx="1952">
                  <c:v>7.8098714753612297</c:v>
                </c:pt>
                <c:pt idx="1953">
                  <c:v>7.6921505505725598</c:v>
                </c:pt>
                <c:pt idx="1954">
                  <c:v>7.6476266522353296</c:v>
                </c:pt>
                <c:pt idx="1955">
                  <c:v>7.6469538150614298</c:v>
                </c:pt>
                <c:pt idx="1956">
                  <c:v>7.6828744929450599</c:v>
                </c:pt>
                <c:pt idx="1957">
                  <c:v>7.5994655175587598</c:v>
                </c:pt>
                <c:pt idx="1958">
                  <c:v>7.9235796618930801</c:v>
                </c:pt>
                <c:pt idx="1959">
                  <c:v>7.8298167874565197</c:v>
                </c:pt>
                <c:pt idx="1960">
                  <c:v>7.8058811053868702</c:v>
                </c:pt>
                <c:pt idx="1961">
                  <c:v>7.8390104906232603</c:v>
                </c:pt>
                <c:pt idx="1962">
                  <c:v>7.7537019796731101</c:v>
                </c:pt>
                <c:pt idx="1963">
                  <c:v>7.6311312613016602</c:v>
                </c:pt>
                <c:pt idx="1964">
                  <c:v>7.6151272685214204</c:v>
                </c:pt>
                <c:pt idx="1965">
                  <c:v>7.6095566402424</c:v>
                </c:pt>
                <c:pt idx="1966">
                  <c:v>7.6389318715238801</c:v>
                </c:pt>
                <c:pt idx="1967">
                  <c:v>7.58016277583235</c:v>
                </c:pt>
                <c:pt idx="1968">
                  <c:v>7.58016277583235</c:v>
                </c:pt>
                <c:pt idx="1969">
                  <c:v>7.6427921895227398</c:v>
                </c:pt>
                <c:pt idx="1970">
                  <c:v>7.6464162368182</c:v>
                </c:pt>
                <c:pt idx="1971">
                  <c:v>7.7222211606037403</c:v>
                </c:pt>
                <c:pt idx="1972">
                  <c:v>7.6915028305038797</c:v>
                </c:pt>
                <c:pt idx="1973">
                  <c:v>7.6719722868399698</c:v>
                </c:pt>
                <c:pt idx="1974">
                  <c:v>7.6458768013860299</c:v>
                </c:pt>
                <c:pt idx="1975">
                  <c:v>7.6341129957955802</c:v>
                </c:pt>
                <c:pt idx="1976">
                  <c:v>7.5583473797152898</c:v>
                </c:pt>
                <c:pt idx="1977">
                  <c:v>7.5910687501786702</c:v>
                </c:pt>
                <c:pt idx="1978">
                  <c:v>7.6096044254793602</c:v>
                </c:pt>
                <c:pt idx="1979">
                  <c:v>7.6516679104412102</c:v>
                </c:pt>
                <c:pt idx="1980">
                  <c:v>7.6179421891582804</c:v>
                </c:pt>
                <c:pt idx="1981">
                  <c:v>7.5652930793775601</c:v>
                </c:pt>
                <c:pt idx="1982">
                  <c:v>7.6174113848439404</c:v>
                </c:pt>
                <c:pt idx="1983">
                  <c:v>7.6174113848439404</c:v>
                </c:pt>
                <c:pt idx="1984">
                  <c:v>7.6204664952263403</c:v>
                </c:pt>
                <c:pt idx="1985">
                  <c:v>7.6031607611399696</c:v>
                </c:pt>
                <c:pt idx="1986">
                  <c:v>7.5924080610473599</c:v>
                </c:pt>
                <c:pt idx="1987">
                  <c:v>7.6321637224201204</c:v>
                </c:pt>
                <c:pt idx="1988">
                  <c:v>7.6321637224201204</c:v>
                </c:pt>
                <c:pt idx="1989">
                  <c:v>7.6954785836522204</c:v>
                </c:pt>
                <c:pt idx="1990">
                  <c:v>7.6645466573707601</c:v>
                </c:pt>
                <c:pt idx="1991">
                  <c:v>7.6579658039377501</c:v>
                </c:pt>
                <c:pt idx="1992">
                  <c:v>7.67263960208252</c:v>
                </c:pt>
                <c:pt idx="1993">
                  <c:v>7.6981447061514103</c:v>
                </c:pt>
                <c:pt idx="1994">
                  <c:v>7.6776172053482004</c:v>
                </c:pt>
                <c:pt idx="1995">
                  <c:v>7.7916731945699897</c:v>
                </c:pt>
                <c:pt idx="1996">
                  <c:v>7.80183456638159</c:v>
                </c:pt>
                <c:pt idx="1997">
                  <c:v>7.77689765907125</c:v>
                </c:pt>
                <c:pt idx="1998">
                  <c:v>7.7414147187241804</c:v>
                </c:pt>
                <c:pt idx="1999">
                  <c:v>7.8285051774037404</c:v>
                </c:pt>
                <c:pt idx="2000">
                  <c:v>7.7482855547810798</c:v>
                </c:pt>
                <c:pt idx="2001">
                  <c:v>7.7627029317259897</c:v>
                </c:pt>
                <c:pt idx="2002">
                  <c:v>7.7365877693227301</c:v>
                </c:pt>
                <c:pt idx="2003">
                  <c:v>7.7001554746150003</c:v>
                </c:pt>
                <c:pt idx="2004">
                  <c:v>7.7259474432328599</c:v>
                </c:pt>
                <c:pt idx="2005">
                  <c:v>7.72346487566106</c:v>
                </c:pt>
                <c:pt idx="2006">
                  <c:v>7.72346487566106</c:v>
                </c:pt>
                <c:pt idx="2007">
                  <c:v>7.7362534386480597</c:v>
                </c:pt>
                <c:pt idx="2008">
                  <c:v>7.7693110841079198</c:v>
                </c:pt>
                <c:pt idx="2009">
                  <c:v>7.7706673259124699</c:v>
                </c:pt>
                <c:pt idx="2010">
                  <c:v>7.7747558389760503</c:v>
                </c:pt>
                <c:pt idx="2011">
                  <c:v>7.7249732341607897</c:v>
                </c:pt>
                <c:pt idx="2012">
                  <c:v>7.70055355215354</c:v>
                </c:pt>
                <c:pt idx="2013">
                  <c:v>7.7374131544849103</c:v>
                </c:pt>
                <c:pt idx="2014">
                  <c:v>7.7938375247232203</c:v>
                </c:pt>
                <c:pt idx="2015">
                  <c:v>7.6904842389738199</c:v>
                </c:pt>
                <c:pt idx="2016">
                  <c:v>7.8148546252484099</c:v>
                </c:pt>
                <c:pt idx="2017">
                  <c:v>7.7477460586702396</c:v>
                </c:pt>
                <c:pt idx="2018">
                  <c:v>7.7781649009859599</c:v>
                </c:pt>
                <c:pt idx="2019">
                  <c:v>7.7814937572013498</c:v>
                </c:pt>
                <c:pt idx="2020">
                  <c:v>7.7858302822218697</c:v>
                </c:pt>
                <c:pt idx="2021">
                  <c:v>7.7767968705264199</c:v>
                </c:pt>
                <c:pt idx="2022">
                  <c:v>7.7767968705264199</c:v>
                </c:pt>
                <c:pt idx="2023">
                  <c:v>7.7172525814267203</c:v>
                </c:pt>
                <c:pt idx="2024">
                  <c:v>7.7186213279076599</c:v>
                </c:pt>
                <c:pt idx="2025">
                  <c:v>7.72190986689069</c:v>
                </c:pt>
                <c:pt idx="2026">
                  <c:v>7.6679803133972602</c:v>
                </c:pt>
                <c:pt idx="2027">
                  <c:v>7.70741297440689</c:v>
                </c:pt>
                <c:pt idx="2028">
                  <c:v>7.70741297440689</c:v>
                </c:pt>
                <c:pt idx="2029">
                  <c:v>7.6444879434140596</c:v>
                </c:pt>
                <c:pt idx="2030">
                  <c:v>7.6317011356934001</c:v>
                </c:pt>
                <c:pt idx="2031">
                  <c:v>7.5796466243136402</c:v>
                </c:pt>
                <c:pt idx="2032">
                  <c:v>7.5281903858153196</c:v>
                </c:pt>
                <c:pt idx="2033">
                  <c:v>7.5383230369648304</c:v>
                </c:pt>
                <c:pt idx="2034">
                  <c:v>7.5254330348196898</c:v>
                </c:pt>
                <c:pt idx="2035">
                  <c:v>7.5403931631709202</c:v>
                </c:pt>
                <c:pt idx="2036">
                  <c:v>7.5546119870622102</c:v>
                </c:pt>
                <c:pt idx="2037">
                  <c:v>7.5655842049617803</c:v>
                </c:pt>
                <c:pt idx="2038">
                  <c:v>7.55217216239223</c:v>
                </c:pt>
                <c:pt idx="2039">
                  <c:v>7.5289437024440398</c:v>
                </c:pt>
                <c:pt idx="2040">
                  <c:v>7.4737190250348702</c:v>
                </c:pt>
                <c:pt idx="2041">
                  <c:v>7.3913398749251504</c:v>
                </c:pt>
                <c:pt idx="2042">
                  <c:v>7.4180023197080498</c:v>
                </c:pt>
                <c:pt idx="2043">
                  <c:v>7.4950466174827799</c:v>
                </c:pt>
                <c:pt idx="2044">
                  <c:v>7.50290345730241</c:v>
                </c:pt>
                <c:pt idx="2045">
                  <c:v>7.4469039770515399</c:v>
                </c:pt>
                <c:pt idx="2046">
                  <c:v>7.4284624957728296</c:v>
                </c:pt>
                <c:pt idx="2047">
                  <c:v>7.4789571519399498</c:v>
                </c:pt>
                <c:pt idx="2048">
                  <c:v>7.4786551925419298</c:v>
                </c:pt>
                <c:pt idx="2049">
                  <c:v>7.5149190193598097</c:v>
                </c:pt>
                <c:pt idx="2050">
                  <c:v>7.54639131310915</c:v>
                </c:pt>
                <c:pt idx="2051">
                  <c:v>7.5311655173034504</c:v>
                </c:pt>
                <c:pt idx="2052">
                  <c:v>7.5188683336273101</c:v>
                </c:pt>
                <c:pt idx="2053">
                  <c:v>7.53052680049937</c:v>
                </c:pt>
                <c:pt idx="2054">
                  <c:v>7.4953971968856399</c:v>
                </c:pt>
                <c:pt idx="2055">
                  <c:v>7.4445811656736902</c:v>
                </c:pt>
                <c:pt idx="2056">
                  <c:v>7.4596581631961802</c:v>
                </c:pt>
                <c:pt idx="2057">
                  <c:v>7.4421212568269599</c:v>
                </c:pt>
                <c:pt idx="2058">
                  <c:v>7.4647330518325496</c:v>
                </c:pt>
                <c:pt idx="2059">
                  <c:v>7.4916747469245601</c:v>
                </c:pt>
                <c:pt idx="2060">
                  <c:v>7.5083220505928399</c:v>
                </c:pt>
                <c:pt idx="2061">
                  <c:v>7.4991080185195198</c:v>
                </c:pt>
                <c:pt idx="2062">
                  <c:v>7.4797661284929298</c:v>
                </c:pt>
                <c:pt idx="2063">
                  <c:v>7.4429270257879399</c:v>
                </c:pt>
                <c:pt idx="2064">
                  <c:v>7.4406231451907203</c:v>
                </c:pt>
                <c:pt idx="2065">
                  <c:v>7.4491182746848699</c:v>
                </c:pt>
                <c:pt idx="2066">
                  <c:v>7.4713216798698197</c:v>
                </c:pt>
                <c:pt idx="2067">
                  <c:v>7.4137708958856399</c:v>
                </c:pt>
                <c:pt idx="2068">
                  <c:v>7.3912261780305002</c:v>
                </c:pt>
                <c:pt idx="2069">
                  <c:v>7.3614599297942096</c:v>
                </c:pt>
                <c:pt idx="2070">
                  <c:v>7.3462638729862801</c:v>
                </c:pt>
                <c:pt idx="2071">
                  <c:v>7.3284572886719701</c:v>
                </c:pt>
                <c:pt idx="2072">
                  <c:v>7.3343916600296097</c:v>
                </c:pt>
                <c:pt idx="2073">
                  <c:v>7.3303977126542401</c:v>
                </c:pt>
                <c:pt idx="2074">
                  <c:v>7.3152158363293802</c:v>
                </c:pt>
                <c:pt idx="2075">
                  <c:v>7.3697610528388902</c:v>
                </c:pt>
                <c:pt idx="2076">
                  <c:v>7.4009509582914097</c:v>
                </c:pt>
                <c:pt idx="2077">
                  <c:v>7.4309584456881197</c:v>
                </c:pt>
                <c:pt idx="2078">
                  <c:v>7.4309584456881197</c:v>
                </c:pt>
                <c:pt idx="2079">
                  <c:v>7.4569814788817697</c:v>
                </c:pt>
                <c:pt idx="2080">
                  <c:v>7.4456067239132402</c:v>
                </c:pt>
                <c:pt idx="2081">
                  <c:v>7.4104799641803902</c:v>
                </c:pt>
                <c:pt idx="2082">
                  <c:v>7.3952971527549298</c:v>
                </c:pt>
                <c:pt idx="2083">
                  <c:v>7.3788617472162397</c:v>
                </c:pt>
                <c:pt idx="2084">
                  <c:v>7.3659494144450202</c:v>
                </c:pt>
                <c:pt idx="2085">
                  <c:v>7.3344561242723199</c:v>
                </c:pt>
                <c:pt idx="2086">
                  <c:v>7.3647368088196501</c:v>
                </c:pt>
                <c:pt idx="2087">
                  <c:v>7.3595037561751901</c:v>
                </c:pt>
                <c:pt idx="2088">
                  <c:v>7.3378011755929302</c:v>
                </c:pt>
                <c:pt idx="2089">
                  <c:v>7.2957793578362198</c:v>
                </c:pt>
                <c:pt idx="2090">
                  <c:v>7.3338646805608301</c:v>
                </c:pt>
                <c:pt idx="2091">
                  <c:v>7.3338646805608301</c:v>
                </c:pt>
                <c:pt idx="2092">
                  <c:v>7.3338646805608301</c:v>
                </c:pt>
                <c:pt idx="2093">
                  <c:v>7.2676320441227302</c:v>
                </c:pt>
                <c:pt idx="2094">
                  <c:v>7.2653154221544201</c:v>
                </c:pt>
                <c:pt idx="2095">
                  <c:v>7.2500507520869197</c:v>
                </c:pt>
                <c:pt idx="2096">
                  <c:v>7.2389967930138397</c:v>
                </c:pt>
                <c:pt idx="2097">
                  <c:v>7.2130437188741299</c:v>
                </c:pt>
                <c:pt idx="2098">
                  <c:v>7.1934809179552497</c:v>
                </c:pt>
                <c:pt idx="2099">
                  <c:v>7.2061839843426201</c:v>
                </c:pt>
                <c:pt idx="2100">
                  <c:v>7.2258712293726504</c:v>
                </c:pt>
                <c:pt idx="2101">
                  <c:v>7.2203520517012603</c:v>
                </c:pt>
                <c:pt idx="2102">
                  <c:v>7.2137353723174504</c:v>
                </c:pt>
                <c:pt idx="2103">
                  <c:v>7.2427860815951597</c:v>
                </c:pt>
                <c:pt idx="2104">
                  <c:v>7.2574533323872199</c:v>
                </c:pt>
                <c:pt idx="2105">
                  <c:v>7.2461640015157096</c:v>
                </c:pt>
                <c:pt idx="2106">
                  <c:v>7.2217369916972602</c:v>
                </c:pt>
                <c:pt idx="2107">
                  <c:v>7.21057501214477</c:v>
                </c:pt>
                <c:pt idx="2108">
                  <c:v>7.21338735958025</c:v>
                </c:pt>
                <c:pt idx="2109">
                  <c:v>7.21338735958025</c:v>
                </c:pt>
                <c:pt idx="2110">
                  <c:v>7.2076849311011797</c:v>
                </c:pt>
                <c:pt idx="2111">
                  <c:v>7.1523300398746699</c:v>
                </c:pt>
                <c:pt idx="2112">
                  <c:v>7.1379994404402902</c:v>
                </c:pt>
                <c:pt idx="2113">
                  <c:v>7.1329685394916096</c:v>
                </c:pt>
                <c:pt idx="2114">
                  <c:v>7.1206477185723198</c:v>
                </c:pt>
                <c:pt idx="2115">
                  <c:v>7.1672897690309503</c:v>
                </c:pt>
                <c:pt idx="2116">
                  <c:v>7.1735770675939898</c:v>
                </c:pt>
                <c:pt idx="2117">
                  <c:v>7.2061252622792802</c:v>
                </c:pt>
                <c:pt idx="2118">
                  <c:v>7.2674020947822502</c:v>
                </c:pt>
                <c:pt idx="2119">
                  <c:v>7.2564230760052597</c:v>
                </c:pt>
                <c:pt idx="2120">
                  <c:v>7.2636606548476204</c:v>
                </c:pt>
                <c:pt idx="2121">
                  <c:v>7.2822050571555996</c:v>
                </c:pt>
                <c:pt idx="2122">
                  <c:v>7.2426068902114897</c:v>
                </c:pt>
                <c:pt idx="2123">
                  <c:v>7.2426068902114897</c:v>
                </c:pt>
                <c:pt idx="2124">
                  <c:v>7.2147813131866103</c:v>
                </c:pt>
                <c:pt idx="2125">
                  <c:v>7.2883031224922599</c:v>
                </c:pt>
                <c:pt idx="2126">
                  <c:v>7.2663460302577398</c:v>
                </c:pt>
                <c:pt idx="2127">
                  <c:v>7.25783612734977</c:v>
                </c:pt>
                <c:pt idx="2128">
                  <c:v>7.2386475587127004</c:v>
                </c:pt>
                <c:pt idx="2129">
                  <c:v>7.2377288581681603</c:v>
                </c:pt>
                <c:pt idx="2130">
                  <c:v>7.2628583336289703</c:v>
                </c:pt>
                <c:pt idx="2131">
                  <c:v>7.2651746809895803</c:v>
                </c:pt>
                <c:pt idx="2132">
                  <c:v>7.25985959486224</c:v>
                </c:pt>
                <c:pt idx="2133">
                  <c:v>7.2117484574519404</c:v>
                </c:pt>
                <c:pt idx="2134">
                  <c:v>7.17914620931698</c:v>
                </c:pt>
                <c:pt idx="2135">
                  <c:v>7.2013414652151901</c:v>
                </c:pt>
                <c:pt idx="2136">
                  <c:v>7.1731359300276401</c:v>
                </c:pt>
                <c:pt idx="2137">
                  <c:v>7.1610018060215896</c:v>
                </c:pt>
                <c:pt idx="2138">
                  <c:v>7.1610018060215896</c:v>
                </c:pt>
                <c:pt idx="2139">
                  <c:v>7.15158982825037</c:v>
                </c:pt>
                <c:pt idx="2140">
                  <c:v>7.1628942378630196</c:v>
                </c:pt>
                <c:pt idx="2141">
                  <c:v>7.1851972684641101</c:v>
                </c:pt>
                <c:pt idx="2142">
                  <c:v>7.1679520142390398</c:v>
                </c:pt>
                <c:pt idx="2143">
                  <c:v>7.1679520142390398</c:v>
                </c:pt>
                <c:pt idx="2144">
                  <c:v>7.1489673254161801</c:v>
                </c:pt>
                <c:pt idx="2145">
                  <c:v>7.1563791759695699</c:v>
                </c:pt>
                <c:pt idx="2146">
                  <c:v>7.0984241262718299</c:v>
                </c:pt>
                <c:pt idx="2147">
                  <c:v>7.1144837321187202</c:v>
                </c:pt>
                <c:pt idx="2148">
                  <c:v>7.1017031045785899</c:v>
                </c:pt>
                <c:pt idx="2149">
                  <c:v>7.0980012805750503</c:v>
                </c:pt>
                <c:pt idx="2150">
                  <c:v>7.0859555135238503</c:v>
                </c:pt>
                <c:pt idx="2151">
                  <c:v>7.1138058168593403</c:v>
                </c:pt>
                <c:pt idx="2152">
                  <c:v>7.1069375308998497</c:v>
                </c:pt>
                <c:pt idx="2153">
                  <c:v>7.1069375308998497</c:v>
                </c:pt>
                <c:pt idx="2154">
                  <c:v>7.1110499266108196</c:v>
                </c:pt>
                <c:pt idx="2155">
                  <c:v>7.0710819304853301</c:v>
                </c:pt>
                <c:pt idx="2156">
                  <c:v>7.0448050385786498</c:v>
                </c:pt>
                <c:pt idx="2157">
                  <c:v>7.02818731080413</c:v>
                </c:pt>
                <c:pt idx="2158">
                  <c:v>7.0660863255987199</c:v>
                </c:pt>
                <c:pt idx="2159">
                  <c:v>7.03678675178441</c:v>
                </c:pt>
                <c:pt idx="2160">
                  <c:v>6.9944878513089002</c:v>
                </c:pt>
                <c:pt idx="2161">
                  <c:v>6.9706936846422503</c:v>
                </c:pt>
                <c:pt idx="2162">
                  <c:v>6.9172555833890401</c:v>
                </c:pt>
                <c:pt idx="2163">
                  <c:v>6.8958541834595204</c:v>
                </c:pt>
                <c:pt idx="2164">
                  <c:v>6.8998707368993903</c:v>
                </c:pt>
                <c:pt idx="2165">
                  <c:v>6.9042253509799503</c:v>
                </c:pt>
                <c:pt idx="2166">
                  <c:v>6.8771878637638899</c:v>
                </c:pt>
                <c:pt idx="2167">
                  <c:v>6.8771878637638899</c:v>
                </c:pt>
                <c:pt idx="2168">
                  <c:v>6.85623286542081</c:v>
                </c:pt>
                <c:pt idx="2169">
                  <c:v>6.8251516050523398</c:v>
                </c:pt>
                <c:pt idx="2170">
                  <c:v>6.8496142977871504</c:v>
                </c:pt>
                <c:pt idx="2171">
                  <c:v>6.8174307021997498</c:v>
                </c:pt>
                <c:pt idx="2172">
                  <c:v>6.8427632005991796</c:v>
                </c:pt>
                <c:pt idx="2173">
                  <c:v>6.7674964679990302</c:v>
                </c:pt>
                <c:pt idx="2174">
                  <c:v>6.7377338604721704</c:v>
                </c:pt>
                <c:pt idx="2175">
                  <c:v>6.7259726929132304</c:v>
                </c:pt>
                <c:pt idx="2176">
                  <c:v>6.7072061594374004</c:v>
                </c:pt>
                <c:pt idx="2177">
                  <c:v>6.6922064563282202</c:v>
                </c:pt>
                <c:pt idx="2178">
                  <c:v>6.6908880674854903</c:v>
                </c:pt>
                <c:pt idx="2179">
                  <c:v>6.6908880674854903</c:v>
                </c:pt>
                <c:pt idx="2180">
                  <c:v>6.7303853949952899</c:v>
                </c:pt>
                <c:pt idx="2181">
                  <c:v>6.7832394235262701</c:v>
                </c:pt>
                <c:pt idx="2182">
                  <c:v>6.7510416569808198</c:v>
                </c:pt>
                <c:pt idx="2183">
                  <c:v>6.7283790889981603</c:v>
                </c:pt>
                <c:pt idx="2184">
                  <c:v>6.7520490710419701</c:v>
                </c:pt>
                <c:pt idx="2185">
                  <c:v>6.7525583623769299</c:v>
                </c:pt>
                <c:pt idx="2186">
                  <c:v>6.7031496528590102</c:v>
                </c:pt>
                <c:pt idx="2187">
                  <c:v>6.7125864789644298</c:v>
                </c:pt>
                <c:pt idx="2188">
                  <c:v>6.7125864789644298</c:v>
                </c:pt>
                <c:pt idx="2189">
                  <c:v>6.70545623515138</c:v>
                </c:pt>
                <c:pt idx="2190">
                  <c:v>6.7139109026212003</c:v>
                </c:pt>
                <c:pt idx="2191">
                  <c:v>6.7543480223766901</c:v>
                </c:pt>
                <c:pt idx="2192">
                  <c:v>6.7346012946313403</c:v>
                </c:pt>
                <c:pt idx="2193">
                  <c:v>6.7278389991740797</c:v>
                </c:pt>
                <c:pt idx="2194">
                  <c:v>6.7165278942456297</c:v>
                </c:pt>
                <c:pt idx="2195">
                  <c:v>6.7383891304687102</c:v>
                </c:pt>
                <c:pt idx="2196">
                  <c:v>6.73936462628855</c:v>
                </c:pt>
                <c:pt idx="2197">
                  <c:v>6.7380140362581296</c:v>
                </c:pt>
                <c:pt idx="2198">
                  <c:v>6.7203679891350898</c:v>
                </c:pt>
                <c:pt idx="2199">
                  <c:v>6.7314908012838801</c:v>
                </c:pt>
                <c:pt idx="2200">
                  <c:v>6.7426800625976</c:v>
                </c:pt>
                <c:pt idx="2201">
                  <c:v>6.7306956506370499</c:v>
                </c:pt>
                <c:pt idx="2202">
                  <c:v>6.6860339229905801</c:v>
                </c:pt>
                <c:pt idx="2203">
                  <c:v>6.6298355249257899</c:v>
                </c:pt>
                <c:pt idx="2204">
                  <c:v>6.6326943189328498</c:v>
                </c:pt>
                <c:pt idx="2205">
                  <c:v>6.6447127971023701</c:v>
                </c:pt>
                <c:pt idx="2206">
                  <c:v>6.6081392921503204</c:v>
                </c:pt>
                <c:pt idx="2207">
                  <c:v>6.6639586521313197</c:v>
                </c:pt>
                <c:pt idx="2208">
                  <c:v>6.6514691444892797</c:v>
                </c:pt>
                <c:pt idx="2209">
                  <c:v>6.6527544419557598</c:v>
                </c:pt>
                <c:pt idx="2210">
                  <c:v>6.6516397095478998</c:v>
                </c:pt>
                <c:pt idx="2211">
                  <c:v>6.6060272743656503</c:v>
                </c:pt>
                <c:pt idx="2212">
                  <c:v>6.5917129379291701</c:v>
                </c:pt>
                <c:pt idx="2213">
                  <c:v>6.5480867446858104</c:v>
                </c:pt>
                <c:pt idx="2214">
                  <c:v>6.5271718205085802</c:v>
                </c:pt>
                <c:pt idx="2215">
                  <c:v>6.4868616841523004</c:v>
                </c:pt>
                <c:pt idx="2216">
                  <c:v>6.4794098236030502</c:v>
                </c:pt>
                <c:pt idx="2217">
                  <c:v>6.4217578880616397</c:v>
                </c:pt>
                <c:pt idx="2218">
                  <c:v>6.4298696592761404</c:v>
                </c:pt>
                <c:pt idx="2219">
                  <c:v>6.3638709664819997</c:v>
                </c:pt>
                <c:pt idx="2220">
                  <c:v>6.35185734698236</c:v>
                </c:pt>
                <c:pt idx="2221">
                  <c:v>6.36019827917423</c:v>
                </c:pt>
                <c:pt idx="2222">
                  <c:v>6.2820072593210403</c:v>
                </c:pt>
                <c:pt idx="2223">
                  <c:v>6.1912697722368</c:v>
                </c:pt>
                <c:pt idx="2224">
                  <c:v>6.1580237514360103</c:v>
                </c:pt>
                <c:pt idx="2225">
                  <c:v>6.1913637991955204</c:v>
                </c:pt>
                <c:pt idx="2226">
                  <c:v>6.13138800053264</c:v>
                </c:pt>
                <c:pt idx="2227">
                  <c:v>6.07000278909155</c:v>
                </c:pt>
                <c:pt idx="2228">
                  <c:v>6.07000278909155</c:v>
                </c:pt>
                <c:pt idx="2229">
                  <c:v>6.0874816538499799</c:v>
                </c:pt>
                <c:pt idx="2230">
                  <c:v>6.1301210331115596</c:v>
                </c:pt>
                <c:pt idx="2231">
                  <c:v>6.1907270245914896</c:v>
                </c:pt>
                <c:pt idx="2232">
                  <c:v>6.1100696827345304</c:v>
                </c:pt>
                <c:pt idx="2233">
                  <c:v>6.0987955114844397</c:v>
                </c:pt>
                <c:pt idx="2234">
                  <c:v>6.1213399261352803</c:v>
                </c:pt>
                <c:pt idx="2235">
                  <c:v>6.1256229200789196</c:v>
                </c:pt>
                <c:pt idx="2236">
                  <c:v>6.1250950208273904</c:v>
                </c:pt>
                <c:pt idx="2237">
                  <c:v>6.0940292958875801</c:v>
                </c:pt>
                <c:pt idx="2238">
                  <c:v>6.1290469028518499</c:v>
                </c:pt>
                <c:pt idx="2239">
                  <c:v>6.1924421376929297</c:v>
                </c:pt>
                <c:pt idx="2240">
                  <c:v>6.2445062426424398</c:v>
                </c:pt>
                <c:pt idx="2241">
                  <c:v>6.2482965666652897</c:v>
                </c:pt>
                <c:pt idx="2242">
                  <c:v>6.3116044509350404</c:v>
                </c:pt>
                <c:pt idx="2243">
                  <c:v>6.3116044509350404</c:v>
                </c:pt>
                <c:pt idx="2244">
                  <c:v>6.2895385412073903</c:v>
                </c:pt>
                <c:pt idx="2245">
                  <c:v>6.2373256011883997</c:v>
                </c:pt>
                <c:pt idx="2246">
                  <c:v>6.2129587484614799</c:v>
                </c:pt>
                <c:pt idx="2247">
                  <c:v>6.2657703196716996</c:v>
                </c:pt>
                <c:pt idx="2248">
                  <c:v>6.2657703196716996</c:v>
                </c:pt>
                <c:pt idx="2249">
                  <c:v>6.2858409354435896</c:v>
                </c:pt>
                <c:pt idx="2250">
                  <c:v>6.3231342419805001</c:v>
                </c:pt>
                <c:pt idx="2251">
                  <c:v>6.2678563972430004</c:v>
                </c:pt>
                <c:pt idx="2252">
                  <c:v>6.2655235471944701</c:v>
                </c:pt>
                <c:pt idx="2253">
                  <c:v>6.25169561537784</c:v>
                </c:pt>
                <c:pt idx="2254">
                  <c:v>6.2334152854278901</c:v>
                </c:pt>
                <c:pt idx="2255">
                  <c:v>6.2111336840958904</c:v>
                </c:pt>
                <c:pt idx="2256">
                  <c:v>6.2251581655418802</c:v>
                </c:pt>
                <c:pt idx="2257">
                  <c:v>6.1833841558168601</c:v>
                </c:pt>
                <c:pt idx="2258">
                  <c:v>6.0704836181890904</c:v>
                </c:pt>
                <c:pt idx="2259">
                  <c:v>6.0527355766418296</c:v>
                </c:pt>
                <c:pt idx="2260">
                  <c:v>6.0514365098669503</c:v>
                </c:pt>
                <c:pt idx="2261">
                  <c:v>6.0429802832233603</c:v>
                </c:pt>
                <c:pt idx="2262">
                  <c:v>6.0136910991232</c:v>
                </c:pt>
                <c:pt idx="2263">
                  <c:v>6.0279568657842999</c:v>
                </c:pt>
                <c:pt idx="2264">
                  <c:v>6.0246837351869598</c:v>
                </c:pt>
                <c:pt idx="2265">
                  <c:v>6.0003186937764399</c:v>
                </c:pt>
                <c:pt idx="2266">
                  <c:v>5.90219611701297</c:v>
                </c:pt>
                <c:pt idx="2267">
                  <c:v>5.9104375900444301</c:v>
                </c:pt>
                <c:pt idx="2268">
                  <c:v>5.8773707169016802</c:v>
                </c:pt>
                <c:pt idx="2269">
                  <c:v>6.0054257623343403</c:v>
                </c:pt>
                <c:pt idx="2270">
                  <c:v>6.0679504539523599</c:v>
                </c:pt>
                <c:pt idx="2271">
                  <c:v>6.0240700021353</c:v>
                </c:pt>
                <c:pt idx="2272">
                  <c:v>5.94027003816832</c:v>
                </c:pt>
                <c:pt idx="2273">
                  <c:v>5.9820638941259601</c:v>
                </c:pt>
                <c:pt idx="2274">
                  <c:v>5.9271541779900003</c:v>
                </c:pt>
                <c:pt idx="2275">
                  <c:v>5.9330044192896301</c:v>
                </c:pt>
                <c:pt idx="2276">
                  <c:v>5.9116350939007303</c:v>
                </c:pt>
                <c:pt idx="2277">
                  <c:v>5.7928254784488296</c:v>
                </c:pt>
                <c:pt idx="2278">
                  <c:v>5.7003184078845397</c:v>
                </c:pt>
                <c:pt idx="2279">
                  <c:v>5.7003184078845397</c:v>
                </c:pt>
                <c:pt idx="2280">
                  <c:v>5.7291351805958497</c:v>
                </c:pt>
                <c:pt idx="2281">
                  <c:v>5.7238280665116701</c:v>
                </c:pt>
                <c:pt idx="2282">
                  <c:v>5.7126766805219704</c:v>
                </c:pt>
                <c:pt idx="2283">
                  <c:v>5.7126766805219704</c:v>
                </c:pt>
                <c:pt idx="2284">
                  <c:v>5.7126766805219704</c:v>
                </c:pt>
                <c:pt idx="2285">
                  <c:v>5.7164501212533301</c:v>
                </c:pt>
                <c:pt idx="2286">
                  <c:v>5.7033967684851099</c:v>
                </c:pt>
                <c:pt idx="2287">
                  <c:v>5.7294845790532998</c:v>
                </c:pt>
                <c:pt idx="2288">
                  <c:v>5.7294845790532998</c:v>
                </c:pt>
                <c:pt idx="2289">
                  <c:v>5.6404360488518899</c:v>
                </c:pt>
                <c:pt idx="2290">
                  <c:v>5.6058799091844103</c:v>
                </c:pt>
                <c:pt idx="2291">
                  <c:v>5.5397638639079503</c:v>
                </c:pt>
                <c:pt idx="2292">
                  <c:v>5.5340042615642302</c:v>
                </c:pt>
                <c:pt idx="2293">
                  <c:v>5.4809741262354299</c:v>
                </c:pt>
                <c:pt idx="2294">
                  <c:v>5.48813702460152</c:v>
                </c:pt>
                <c:pt idx="2295">
                  <c:v>5.4509144017313602</c:v>
                </c:pt>
                <c:pt idx="2296">
                  <c:v>5.39676126689504</c:v>
                </c:pt>
                <c:pt idx="2297">
                  <c:v>5.39948157727411</c:v>
                </c:pt>
                <c:pt idx="2298">
                  <c:v>5.3643615481714102</c:v>
                </c:pt>
                <c:pt idx="2299">
                  <c:v>5.3587686866401301</c:v>
                </c:pt>
                <c:pt idx="2300">
                  <c:v>5.3023535294430202</c:v>
                </c:pt>
                <c:pt idx="2301">
                  <c:v>5.3179724571641103</c:v>
                </c:pt>
                <c:pt idx="2302">
                  <c:v>5.3399595179435098</c:v>
                </c:pt>
                <c:pt idx="2303">
                  <c:v>5.3451197966154602</c:v>
                </c:pt>
                <c:pt idx="2304">
                  <c:v>5.3418421257778901</c:v>
                </c:pt>
                <c:pt idx="2305">
                  <c:v>5.3542143351973701</c:v>
                </c:pt>
                <c:pt idx="2306">
                  <c:v>5.3242668105014097</c:v>
                </c:pt>
                <c:pt idx="2307">
                  <c:v>5.3027655495864296</c:v>
                </c:pt>
                <c:pt idx="2308">
                  <c:v>5.2934408741145402</c:v>
                </c:pt>
                <c:pt idx="2309">
                  <c:v>5.2940116886013202</c:v>
                </c:pt>
                <c:pt idx="2310">
                  <c:v>5.2103064037808098</c:v>
                </c:pt>
                <c:pt idx="2311">
                  <c:v>5.1833724465662696</c:v>
                </c:pt>
                <c:pt idx="2312">
                  <c:v>5.1655143023040404</c:v>
                </c:pt>
                <c:pt idx="2313">
                  <c:v>5.1968870071283098</c:v>
                </c:pt>
                <c:pt idx="2314">
                  <c:v>5.1800131526295701</c:v>
                </c:pt>
                <c:pt idx="2315">
                  <c:v>5.1535846934138103</c:v>
                </c:pt>
                <c:pt idx="2316">
                  <c:v>5.15129982711015</c:v>
                </c:pt>
                <c:pt idx="2317">
                  <c:v>5.1259456050243797</c:v>
                </c:pt>
                <c:pt idx="2318">
                  <c:v>5.1201565639245699</c:v>
                </c:pt>
                <c:pt idx="2319">
                  <c:v>5.1232016687120803</c:v>
                </c:pt>
                <c:pt idx="2320">
                  <c:v>5.1173195780420597</c:v>
                </c:pt>
                <c:pt idx="2321">
                  <c:v>5.0680724431144704</c:v>
                </c:pt>
                <c:pt idx="2322">
                  <c:v>5.0453315425113896</c:v>
                </c:pt>
                <c:pt idx="2323">
                  <c:v>5.0711893362118303</c:v>
                </c:pt>
                <c:pt idx="2324">
                  <c:v>5.08318390432441</c:v>
                </c:pt>
                <c:pt idx="2325">
                  <c:v>5.0898662744252601</c:v>
                </c:pt>
                <c:pt idx="2326">
                  <c:v>5.0735537253966001</c:v>
                </c:pt>
                <c:pt idx="2327">
                  <c:v>5.0432722527966902</c:v>
                </c:pt>
                <c:pt idx="2328">
                  <c:v>5.0465748749034098</c:v>
                </c:pt>
                <c:pt idx="2329">
                  <c:v>5.0302443313399596</c:v>
                </c:pt>
                <c:pt idx="2330">
                  <c:v>5.0119831422818502</c:v>
                </c:pt>
                <c:pt idx="2331">
                  <c:v>4.9465138891963596</c:v>
                </c:pt>
                <c:pt idx="2332">
                  <c:v>4.9864021465176798</c:v>
                </c:pt>
                <c:pt idx="2333">
                  <c:v>5.0318337033080098</c:v>
                </c:pt>
                <c:pt idx="2334">
                  <c:v>5.0420872537895898</c:v>
                </c:pt>
                <c:pt idx="2335">
                  <c:v>5.0258811405735901</c:v>
                </c:pt>
                <c:pt idx="2336">
                  <c:v>5.03776040088092</c:v>
                </c:pt>
                <c:pt idx="2337">
                  <c:v>5.0498821556603497</c:v>
                </c:pt>
                <c:pt idx="2338">
                  <c:v>5.0413812891910599</c:v>
                </c:pt>
                <c:pt idx="2339">
                  <c:v>5.1010637580085101</c:v>
                </c:pt>
                <c:pt idx="2340">
                  <c:v>5.1932710657141801</c:v>
                </c:pt>
                <c:pt idx="2341">
                  <c:v>5.2944055356932704</c:v>
                </c:pt>
                <c:pt idx="2342">
                  <c:v>5.3118626195708698</c:v>
                </c:pt>
                <c:pt idx="2343">
                  <c:v>5.3118626195708698</c:v>
                </c:pt>
                <c:pt idx="2344">
                  <c:v>5.0562632670167797</c:v>
                </c:pt>
                <c:pt idx="2345">
                  <c:v>5.1010955005446901</c:v>
                </c:pt>
                <c:pt idx="2346">
                  <c:v>5.1010955005446901</c:v>
                </c:pt>
                <c:pt idx="2347">
                  <c:v>5.1010955005446901</c:v>
                </c:pt>
                <c:pt idx="2348">
                  <c:v>5.2033906161438503</c:v>
                </c:pt>
                <c:pt idx="2349">
                  <c:v>5.2369347325560396</c:v>
                </c:pt>
                <c:pt idx="2350">
                  <c:v>5.3025582763468702</c:v>
                </c:pt>
                <c:pt idx="2351">
                  <c:v>5.3289278087825602</c:v>
                </c:pt>
                <c:pt idx="2352">
                  <c:v>5.21071013162274</c:v>
                </c:pt>
                <c:pt idx="2353">
                  <c:v>5.1445258503367199</c:v>
                </c:pt>
                <c:pt idx="2354">
                  <c:v>5.1903340994695304</c:v>
                </c:pt>
                <c:pt idx="2355">
                  <c:v>5.1924286915467901</c:v>
                </c:pt>
                <c:pt idx="2356">
                  <c:v>5.1507288761782899</c:v>
                </c:pt>
                <c:pt idx="2357">
                  <c:v>5.14650715255328</c:v>
                </c:pt>
                <c:pt idx="2358">
                  <c:v>5.1714454358633803</c:v>
                </c:pt>
                <c:pt idx="2359">
                  <c:v>5.1714391139806404</c:v>
                </c:pt>
                <c:pt idx="2360">
                  <c:v>5.1682863972087496</c:v>
                </c:pt>
                <c:pt idx="2361">
                  <c:v>5.1329804383878699</c:v>
                </c:pt>
                <c:pt idx="2362">
                  <c:v>5.1004204672453399</c:v>
                </c:pt>
                <c:pt idx="2363">
                  <c:v>5.1051654410624296</c:v>
                </c:pt>
                <c:pt idx="2364">
                  <c:v>5.1146287637338199</c:v>
                </c:pt>
                <c:pt idx="2365">
                  <c:v>5.0971862100562797</c:v>
                </c:pt>
                <c:pt idx="2366">
                  <c:v>5.07972400542066</c:v>
                </c:pt>
                <c:pt idx="2367">
                  <c:v>5.0715115843824501</c:v>
                </c:pt>
                <c:pt idx="2368">
                  <c:v>5.1055811335688199</c:v>
                </c:pt>
                <c:pt idx="2369">
                  <c:v>5.0887515846894704</c:v>
                </c:pt>
                <c:pt idx="2370">
                  <c:v>5.0887515846894704</c:v>
                </c:pt>
                <c:pt idx="2371">
                  <c:v>5.1161371589775202</c:v>
                </c:pt>
                <c:pt idx="2372">
                  <c:v>5.1420271801795003</c:v>
                </c:pt>
                <c:pt idx="2373">
                  <c:v>5.2575067820211396</c:v>
                </c:pt>
                <c:pt idx="2374">
                  <c:v>5.3158603577235199</c:v>
                </c:pt>
                <c:pt idx="2375">
                  <c:v>5.2472173445747696</c:v>
                </c:pt>
                <c:pt idx="2376">
                  <c:v>5.2205797197240296</c:v>
                </c:pt>
                <c:pt idx="2377">
                  <c:v>5.2712123229514303</c:v>
                </c:pt>
                <c:pt idx="2378">
                  <c:v>5.2712123229514303</c:v>
                </c:pt>
                <c:pt idx="2379">
                  <c:v>5.2766605093646302</c:v>
                </c:pt>
                <c:pt idx="2380">
                  <c:v>5.2981963094447204</c:v>
                </c:pt>
                <c:pt idx="2381">
                  <c:v>5.3082038077980602</c:v>
                </c:pt>
                <c:pt idx="2382">
                  <c:v>5.3254184557032902</c:v>
                </c:pt>
                <c:pt idx="2383">
                  <c:v>5.2858914307626801</c:v>
                </c:pt>
                <c:pt idx="2384">
                  <c:v>5.3437680294787899</c:v>
                </c:pt>
                <c:pt idx="2385">
                  <c:v>5.3759968360156396</c:v>
                </c:pt>
                <c:pt idx="2386">
                  <c:v>5.4768330677394497</c:v>
                </c:pt>
                <c:pt idx="2387">
                  <c:v>5.4780571323107798</c:v>
                </c:pt>
                <c:pt idx="2388">
                  <c:v>5.4750459205664797</c:v>
                </c:pt>
                <c:pt idx="2389">
                  <c:v>5.6649027624504198</c:v>
                </c:pt>
                <c:pt idx="2390">
                  <c:v>5.8447209521346304</c:v>
                </c:pt>
                <c:pt idx="2391">
                  <c:v>6.10648734521265</c:v>
                </c:pt>
                <c:pt idx="2392">
                  <c:v>6.1240829181525598</c:v>
                </c:pt>
                <c:pt idx="2393">
                  <c:v>6.1240829181525598</c:v>
                </c:pt>
                <c:pt idx="2394">
                  <c:v>6.2044536589102304</c:v>
                </c:pt>
                <c:pt idx="2395">
                  <c:v>6.4817166436171698</c:v>
                </c:pt>
                <c:pt idx="2396">
                  <c:v>6.6695489895934497</c:v>
                </c:pt>
                <c:pt idx="2397">
                  <c:v>6.6258600659813496</c:v>
                </c:pt>
                <c:pt idx="2398">
                  <c:v>6.6258600659813496</c:v>
                </c:pt>
                <c:pt idx="2399">
                  <c:v>6.8548889402409801</c:v>
                </c:pt>
                <c:pt idx="2400">
                  <c:v>6.9967689425956197</c:v>
                </c:pt>
                <c:pt idx="2401">
                  <c:v>6.8607633545749804</c:v>
                </c:pt>
                <c:pt idx="2402">
                  <c:v>6.6957056244463402</c:v>
                </c:pt>
                <c:pt idx="2403">
                  <c:v>6.7483395941028697</c:v>
                </c:pt>
                <c:pt idx="2404">
                  <c:v>6.8464186902883997</c:v>
                </c:pt>
                <c:pt idx="2405">
                  <c:v>6.8596327423787704</c:v>
                </c:pt>
                <c:pt idx="2406">
                  <c:v>7.30030590722279</c:v>
                </c:pt>
                <c:pt idx="2407">
                  <c:v>7.4463624436664304</c:v>
                </c:pt>
                <c:pt idx="2408">
                  <c:v>7.7718154389256799</c:v>
                </c:pt>
                <c:pt idx="2409">
                  <c:v>7.6234609483447002</c:v>
                </c:pt>
                <c:pt idx="2410">
                  <c:v>7.3651340252386204</c:v>
                </c:pt>
                <c:pt idx="2411">
                  <c:v>7.1842323851892003</c:v>
                </c:pt>
                <c:pt idx="2412">
                  <c:v>7.1292252983554096</c:v>
                </c:pt>
                <c:pt idx="2413">
                  <c:v>7.1292252983554096</c:v>
                </c:pt>
                <c:pt idx="2414">
                  <c:v>7.2691738543129398</c:v>
                </c:pt>
                <c:pt idx="2415">
                  <c:v>7.2545504067245901</c:v>
                </c:pt>
                <c:pt idx="2416">
                  <c:v>7.2449058508103299</c:v>
                </c:pt>
                <c:pt idx="2417">
                  <c:v>7.3898934228139197</c:v>
                </c:pt>
                <c:pt idx="2418">
                  <c:v>7.3563680713186201</c:v>
                </c:pt>
                <c:pt idx="2419">
                  <c:v>7.2370723417676697</c:v>
                </c:pt>
                <c:pt idx="2420">
                  <c:v>7.2226189996101899</c:v>
                </c:pt>
                <c:pt idx="2421">
                  <c:v>6.9656315592044002</c:v>
                </c:pt>
                <c:pt idx="2422">
                  <c:v>6.8597998849901503</c:v>
                </c:pt>
                <c:pt idx="2423">
                  <c:v>6.9001625209958997</c:v>
                </c:pt>
                <c:pt idx="2424">
                  <c:v>6.9377265125916399</c:v>
                </c:pt>
                <c:pt idx="2425">
                  <c:v>6.8647808928920799</c:v>
                </c:pt>
                <c:pt idx="2426">
                  <c:v>6.9481107503129902</c:v>
                </c:pt>
                <c:pt idx="2427">
                  <c:v>7.0457121365437496</c:v>
                </c:pt>
                <c:pt idx="2428">
                  <c:v>6.9381853926174903</c:v>
                </c:pt>
                <c:pt idx="2429">
                  <c:v>6.94233040076886</c:v>
                </c:pt>
                <c:pt idx="2430">
                  <c:v>7.2212995979438697</c:v>
                </c:pt>
                <c:pt idx="2431">
                  <c:v>7.2778680817912003</c:v>
                </c:pt>
                <c:pt idx="2432">
                  <c:v>7.2627511954520196</c:v>
                </c:pt>
                <c:pt idx="2433">
                  <c:v>7.3263305874729099</c:v>
                </c:pt>
                <c:pt idx="2434">
                  <c:v>7.36207307718065</c:v>
                </c:pt>
                <c:pt idx="2435">
                  <c:v>7.5009688028170798</c:v>
                </c:pt>
                <c:pt idx="2436">
                  <c:v>7.4293059397183798</c:v>
                </c:pt>
                <c:pt idx="2437">
                  <c:v>7.3008439948667103</c:v>
                </c:pt>
                <c:pt idx="2438">
                  <c:v>7.2866281208251698</c:v>
                </c:pt>
                <c:pt idx="2439">
                  <c:v>7.3341189238056801</c:v>
                </c:pt>
                <c:pt idx="2440">
                  <c:v>7.3341189238056801</c:v>
                </c:pt>
                <c:pt idx="2441">
                  <c:v>7.2814458479047799</c:v>
                </c:pt>
                <c:pt idx="2442">
                  <c:v>7.2846273586494004</c:v>
                </c:pt>
                <c:pt idx="2443">
                  <c:v>7.4039801829311704</c:v>
                </c:pt>
                <c:pt idx="2444">
                  <c:v>7.5310623908737702</c:v>
                </c:pt>
                <c:pt idx="2445">
                  <c:v>7.5566351994512999</c:v>
                </c:pt>
                <c:pt idx="2446">
                  <c:v>7.7060070304753401</c:v>
                </c:pt>
                <c:pt idx="2447">
                  <c:v>7.7940737578389498</c:v>
                </c:pt>
                <c:pt idx="2448">
                  <c:v>7.7940737578389498</c:v>
                </c:pt>
                <c:pt idx="2449">
                  <c:v>7.77378309058534</c:v>
                </c:pt>
                <c:pt idx="2450">
                  <c:v>7.8842673022138099</c:v>
                </c:pt>
                <c:pt idx="2451">
                  <c:v>7.6838454494943003</c:v>
                </c:pt>
                <c:pt idx="2452">
                  <c:v>7.6743458366532904</c:v>
                </c:pt>
                <c:pt idx="2453">
                  <c:v>7.6723098025535101</c:v>
                </c:pt>
                <c:pt idx="2454">
                  <c:v>7.7369599847597597</c:v>
                </c:pt>
                <c:pt idx="2455">
                  <c:v>7.7331387762315504</c:v>
                </c:pt>
                <c:pt idx="2456">
                  <c:v>7.7669237299303902</c:v>
                </c:pt>
                <c:pt idx="2457">
                  <c:v>7.7550679876172497</c:v>
                </c:pt>
                <c:pt idx="2458">
                  <c:v>7.7286132942578503</c:v>
                </c:pt>
                <c:pt idx="2459">
                  <c:v>7.8310970124117798</c:v>
                </c:pt>
                <c:pt idx="2460">
                  <c:v>7.8648721525782204</c:v>
                </c:pt>
                <c:pt idx="2461">
                  <c:v>7.8845150125449104</c:v>
                </c:pt>
                <c:pt idx="2462">
                  <c:v>7.8026355318124301</c:v>
                </c:pt>
                <c:pt idx="2463">
                  <c:v>7.7911646842925002</c:v>
                </c:pt>
                <c:pt idx="2464">
                  <c:v>7.7291563516970596</c:v>
                </c:pt>
                <c:pt idx="2465">
                  <c:v>7.5049476036913596</c:v>
                </c:pt>
                <c:pt idx="2466">
                  <c:v>7.4522059031624197</c:v>
                </c:pt>
                <c:pt idx="2467">
                  <c:v>7.3905002411498497</c:v>
                </c:pt>
                <c:pt idx="2468">
                  <c:v>7.4474219645698598</c:v>
                </c:pt>
                <c:pt idx="2469">
                  <c:v>7.4545981718037302</c:v>
                </c:pt>
                <c:pt idx="2470">
                  <c:v>7.5281146849990499</c:v>
                </c:pt>
                <c:pt idx="2471">
                  <c:v>7.3244450664203598</c:v>
                </c:pt>
                <c:pt idx="2472">
                  <c:v>7.2812314030058003</c:v>
                </c:pt>
                <c:pt idx="2473">
                  <c:v>7.3700061762895501</c:v>
                </c:pt>
                <c:pt idx="2474">
                  <c:v>7.3340775050546396</c:v>
                </c:pt>
                <c:pt idx="2475">
                  <c:v>7.2544548482191802</c:v>
                </c:pt>
                <c:pt idx="2476">
                  <c:v>7.2558354872604403</c:v>
                </c:pt>
                <c:pt idx="2477">
                  <c:v>7.1939650669700601</c:v>
                </c:pt>
                <c:pt idx="2478">
                  <c:v>7.33006133975588</c:v>
                </c:pt>
                <c:pt idx="2479">
                  <c:v>7.4059297576943504</c:v>
                </c:pt>
                <c:pt idx="2480">
                  <c:v>7.3708772220747099</c:v>
                </c:pt>
                <c:pt idx="2481">
                  <c:v>7.3897018725522097</c:v>
                </c:pt>
                <c:pt idx="2482">
                  <c:v>7.3305186387539099</c:v>
                </c:pt>
                <c:pt idx="2483">
                  <c:v>7.1969695543231103</c:v>
                </c:pt>
                <c:pt idx="2484">
                  <c:v>7.2358638108028401</c:v>
                </c:pt>
                <c:pt idx="2485">
                  <c:v>7.2965837918913303</c:v>
                </c:pt>
                <c:pt idx="2486">
                  <c:v>7.2795085174693099</c:v>
                </c:pt>
                <c:pt idx="2487">
                  <c:v>7.1824490297910497</c:v>
                </c:pt>
                <c:pt idx="2488">
                  <c:v>7.1824490297910497</c:v>
                </c:pt>
                <c:pt idx="2489">
                  <c:v>7.1021211927896504</c:v>
                </c:pt>
                <c:pt idx="2490">
                  <c:v>7.1771211210206598</c:v>
                </c:pt>
                <c:pt idx="2491">
                  <c:v>7.0363612072499704</c:v>
                </c:pt>
                <c:pt idx="2492">
                  <c:v>6.9911184961514996</c:v>
                </c:pt>
                <c:pt idx="2493">
                  <c:v>7.0141730023421802</c:v>
                </c:pt>
                <c:pt idx="2494">
                  <c:v>6.8957352960651201</c:v>
                </c:pt>
                <c:pt idx="2495">
                  <c:v>6.7886048191900397</c:v>
                </c:pt>
                <c:pt idx="2496">
                  <c:v>6.7801316828679701</c:v>
                </c:pt>
                <c:pt idx="2497">
                  <c:v>6.8578294929419199</c:v>
                </c:pt>
                <c:pt idx="2498">
                  <c:v>6.89001083959461</c:v>
                </c:pt>
                <c:pt idx="2499">
                  <c:v>6.85029161637343</c:v>
                </c:pt>
                <c:pt idx="2500">
                  <c:v>6.8318120970627501</c:v>
                </c:pt>
                <c:pt idx="2501">
                  <c:v>6.8965366028755799</c:v>
                </c:pt>
                <c:pt idx="2502">
                  <c:v>7.0878092617862496</c:v>
                </c:pt>
                <c:pt idx="2503">
                  <c:v>7.0878092617862496</c:v>
                </c:pt>
                <c:pt idx="2504">
                  <c:v>7.2938015376737102</c:v>
                </c:pt>
                <c:pt idx="2505">
                  <c:v>7.2417424352871702</c:v>
                </c:pt>
                <c:pt idx="2506">
                  <c:v>7.3165185786778704</c:v>
                </c:pt>
                <c:pt idx="2507">
                  <c:v>7.5460874485735898</c:v>
                </c:pt>
                <c:pt idx="2508">
                  <c:v>7.5460874485735898</c:v>
                </c:pt>
                <c:pt idx="2509">
                  <c:v>7.6347244174886697</c:v>
                </c:pt>
                <c:pt idx="2510">
                  <c:v>7.5689044327151898</c:v>
                </c:pt>
                <c:pt idx="2511">
                  <c:v>7.5023277532110901</c:v>
                </c:pt>
                <c:pt idx="2512">
                  <c:v>7.4364804553678701</c:v>
                </c:pt>
                <c:pt idx="2513">
                  <c:v>7.3430926381061603</c:v>
                </c:pt>
                <c:pt idx="2514">
                  <c:v>7.2400290636948803</c:v>
                </c:pt>
                <c:pt idx="2515">
                  <c:v>7.3040161646959003</c:v>
                </c:pt>
                <c:pt idx="2516">
                  <c:v>7.3939201890668302</c:v>
                </c:pt>
                <c:pt idx="2517">
                  <c:v>7.2558264665772896</c:v>
                </c:pt>
                <c:pt idx="2518">
                  <c:v>7.2497631413664099</c:v>
                </c:pt>
                <c:pt idx="2519">
                  <c:v>7.2471101501460504</c:v>
                </c:pt>
                <c:pt idx="2520">
                  <c:v>7.2815816210455599</c:v>
                </c:pt>
                <c:pt idx="2521">
                  <c:v>7.2877846534854704</c:v>
                </c:pt>
                <c:pt idx="2522">
                  <c:v>7.3298155582717097</c:v>
                </c:pt>
                <c:pt idx="2523">
                  <c:v>7.3408369066979997</c:v>
                </c:pt>
                <c:pt idx="2524">
                  <c:v>7.3891723187080798</c:v>
                </c:pt>
                <c:pt idx="2525">
                  <c:v>7.4596804299258697</c:v>
                </c:pt>
                <c:pt idx="2526">
                  <c:v>7.4464410193941104</c:v>
                </c:pt>
                <c:pt idx="2527">
                  <c:v>7.3437876286575596</c:v>
                </c:pt>
                <c:pt idx="2528">
                  <c:v>7.1877222702656303</c:v>
                </c:pt>
                <c:pt idx="2529">
                  <c:v>7.28621310865939</c:v>
                </c:pt>
                <c:pt idx="2530">
                  <c:v>7.3245612899890098</c:v>
                </c:pt>
                <c:pt idx="2531">
                  <c:v>7.3010734347653896</c:v>
                </c:pt>
                <c:pt idx="2532">
                  <c:v>7.3567860689326299</c:v>
                </c:pt>
                <c:pt idx="2533">
                  <c:v>7.2541228574608203</c:v>
                </c:pt>
                <c:pt idx="2534">
                  <c:v>7.2467813602173603</c:v>
                </c:pt>
                <c:pt idx="2535">
                  <c:v>7.2938511832261996</c:v>
                </c:pt>
                <c:pt idx="2536">
                  <c:v>7.2955386129644202</c:v>
                </c:pt>
                <c:pt idx="2537">
                  <c:v>7.2233626340906696</c:v>
                </c:pt>
                <c:pt idx="2538">
                  <c:v>7.1335817841533702</c:v>
                </c:pt>
                <c:pt idx="2539">
                  <c:v>7.0608813400091899</c:v>
                </c:pt>
                <c:pt idx="2540">
                  <c:v>7.0608813400091899</c:v>
                </c:pt>
                <c:pt idx="2541">
                  <c:v>7.0705196414469498</c:v>
                </c:pt>
                <c:pt idx="2542">
                  <c:v>7.1168487137141696</c:v>
                </c:pt>
                <c:pt idx="2543">
                  <c:v>7.2894869641622702</c:v>
                </c:pt>
                <c:pt idx="2544">
                  <c:v>7.2894869641622702</c:v>
                </c:pt>
                <c:pt idx="2545">
                  <c:v>7.2894869641622702</c:v>
                </c:pt>
                <c:pt idx="2546">
                  <c:v>7.2261836622429199</c:v>
                </c:pt>
                <c:pt idx="2547">
                  <c:v>7.1594771720159001</c:v>
                </c:pt>
                <c:pt idx="2548">
                  <c:v>7.1594771720159001</c:v>
                </c:pt>
                <c:pt idx="2549">
                  <c:v>7.2830580394819</c:v>
                </c:pt>
                <c:pt idx="2550">
                  <c:v>7.2795454796326799</c:v>
                </c:pt>
                <c:pt idx="2551">
                  <c:v>7.2844732202478504</c:v>
                </c:pt>
                <c:pt idx="2552">
                  <c:v>7.2331155278017603</c:v>
                </c:pt>
                <c:pt idx="2553">
                  <c:v>7.1848385838354298</c:v>
                </c:pt>
                <c:pt idx="2554">
                  <c:v>7.1950545102538701</c:v>
                </c:pt>
                <c:pt idx="2555">
                  <c:v>7.2046679023330302</c:v>
                </c:pt>
                <c:pt idx="2556">
                  <c:v>7.2166503057413296</c:v>
                </c:pt>
                <c:pt idx="2557">
                  <c:v>7.3084947694539197</c:v>
                </c:pt>
                <c:pt idx="2558">
                  <c:v>7.3639008948996398</c:v>
                </c:pt>
                <c:pt idx="2559">
                  <c:v>7.4371455748440303</c:v>
                </c:pt>
                <c:pt idx="2560">
                  <c:v>7.3839489798384497</c:v>
                </c:pt>
                <c:pt idx="2561">
                  <c:v>7.4262464439335796</c:v>
                </c:pt>
                <c:pt idx="2562">
                  <c:v>7.4842002837811004</c:v>
                </c:pt>
                <c:pt idx="2563">
                  <c:v>7.4229461474235299</c:v>
                </c:pt>
                <c:pt idx="2564">
                  <c:v>7.32948902944326</c:v>
                </c:pt>
                <c:pt idx="2565">
                  <c:v>7.4355169321880803</c:v>
                </c:pt>
                <c:pt idx="2566">
                  <c:v>7.42518127368416</c:v>
                </c:pt>
                <c:pt idx="2567">
                  <c:v>7.6448474487088198</c:v>
                </c:pt>
                <c:pt idx="2568">
                  <c:v>7.5565995772701404</c:v>
                </c:pt>
                <c:pt idx="2569">
                  <c:v>7.6262871900136897</c:v>
                </c:pt>
                <c:pt idx="2570">
                  <c:v>7.5177420136520299</c:v>
                </c:pt>
                <c:pt idx="2571">
                  <c:v>7.4976546776608899</c:v>
                </c:pt>
                <c:pt idx="2572">
                  <c:v>7.5876838231065999</c:v>
                </c:pt>
                <c:pt idx="2573">
                  <c:v>7.4977696984757802</c:v>
                </c:pt>
                <c:pt idx="2574">
                  <c:v>7.5800431277919698</c:v>
                </c:pt>
                <c:pt idx="2575">
                  <c:v>7.5648536005050104</c:v>
                </c:pt>
                <c:pt idx="2576">
                  <c:v>7.6012255912752202</c:v>
                </c:pt>
                <c:pt idx="2577">
                  <c:v>7.4802248655146304</c:v>
                </c:pt>
                <c:pt idx="2578">
                  <c:v>7.5681083928140396</c:v>
                </c:pt>
                <c:pt idx="2579">
                  <c:v>7.5749071213010204</c:v>
                </c:pt>
                <c:pt idx="2580">
                  <c:v>7.6349848265156899</c:v>
                </c:pt>
                <c:pt idx="2581">
                  <c:v>7.7711127238834097</c:v>
                </c:pt>
                <c:pt idx="2582">
                  <c:v>7.6276409037358501</c:v>
                </c:pt>
                <c:pt idx="2583">
                  <c:v>7.72067297187386</c:v>
                </c:pt>
                <c:pt idx="2584">
                  <c:v>7.7134271872691196</c:v>
                </c:pt>
                <c:pt idx="2585">
                  <c:v>7.7185687368765796</c:v>
                </c:pt>
                <c:pt idx="2586">
                  <c:v>7.67016821761068</c:v>
                </c:pt>
                <c:pt idx="2587">
                  <c:v>7.6360958216094099</c:v>
                </c:pt>
                <c:pt idx="2588">
                  <c:v>7.7255638293014304</c:v>
                </c:pt>
                <c:pt idx="2589">
                  <c:v>7.7053823883399604</c:v>
                </c:pt>
                <c:pt idx="2590">
                  <c:v>7.7083037031251003</c:v>
                </c:pt>
                <c:pt idx="2591">
                  <c:v>7.6347826766872897</c:v>
                </c:pt>
                <c:pt idx="2592">
                  <c:v>7.6192680569407996</c:v>
                </c:pt>
                <c:pt idx="2593">
                  <c:v>7.60068690961167</c:v>
                </c:pt>
                <c:pt idx="2594">
                  <c:v>7.6560941909677904</c:v>
                </c:pt>
                <c:pt idx="2595">
                  <c:v>7.6650847423594799</c:v>
                </c:pt>
                <c:pt idx="2596">
                  <c:v>7.6524986712184102</c:v>
                </c:pt>
                <c:pt idx="2597">
                  <c:v>7.6548108455603998</c:v>
                </c:pt>
                <c:pt idx="2598">
                  <c:v>7.53391104213767</c:v>
                </c:pt>
                <c:pt idx="2599">
                  <c:v>7.6410999246331404</c:v>
                </c:pt>
                <c:pt idx="2600">
                  <c:v>7.4284178070514502</c:v>
                </c:pt>
                <c:pt idx="2601">
                  <c:v>7.1522353046350604</c:v>
                </c:pt>
                <c:pt idx="2602">
                  <c:v>7.1550288763657601</c:v>
                </c:pt>
                <c:pt idx="2603">
                  <c:v>7.1550288763657601</c:v>
                </c:pt>
                <c:pt idx="2604">
                  <c:v>7.0601779128893503</c:v>
                </c:pt>
                <c:pt idx="2605">
                  <c:v>6.8903408341343999</c:v>
                </c:pt>
                <c:pt idx="2606">
                  <c:v>6.8651553558106002</c:v>
                </c:pt>
                <c:pt idx="2607">
                  <c:v>6.84398326045467</c:v>
                </c:pt>
                <c:pt idx="2608">
                  <c:v>6.7809413032953998</c:v>
                </c:pt>
                <c:pt idx="2609">
                  <c:v>6.8510015774461204</c:v>
                </c:pt>
                <c:pt idx="2610">
                  <c:v>6.8331247602766201</c:v>
                </c:pt>
                <c:pt idx="2611">
                  <c:v>6.8469233916374499</c:v>
                </c:pt>
                <c:pt idx="2612">
                  <c:v>6.6793439560187302</c:v>
                </c:pt>
                <c:pt idx="2613">
                  <c:v>6.6910278373237597</c:v>
                </c:pt>
                <c:pt idx="2614">
                  <c:v>6.5183077140977597</c:v>
                </c:pt>
                <c:pt idx="2615">
                  <c:v>6.49836220325661</c:v>
                </c:pt>
                <c:pt idx="2616">
                  <c:v>6.5036878650797796</c:v>
                </c:pt>
                <c:pt idx="2617">
                  <c:v>6.4466981032375301</c:v>
                </c:pt>
                <c:pt idx="2618">
                  <c:v>6.4736820869796201</c:v>
                </c:pt>
                <c:pt idx="2619">
                  <c:v>6.62715814240316</c:v>
                </c:pt>
                <c:pt idx="2620">
                  <c:v>6.4798579065402704</c:v>
                </c:pt>
                <c:pt idx="2621">
                  <c:v>6.4798579065402704</c:v>
                </c:pt>
                <c:pt idx="2622">
                  <c:v>6.4798579065402704</c:v>
                </c:pt>
                <c:pt idx="2623">
                  <c:v>6.50407105928499</c:v>
                </c:pt>
                <c:pt idx="2624">
                  <c:v>6.6166437667718796</c:v>
                </c:pt>
                <c:pt idx="2625">
                  <c:v>6.5154822934449204</c:v>
                </c:pt>
                <c:pt idx="2626">
                  <c:v>6.5742150075948702</c:v>
                </c:pt>
                <c:pt idx="2627">
                  <c:v>6.5735378828239801</c:v>
                </c:pt>
                <c:pt idx="2628">
                  <c:v>6.6587506733803004</c:v>
                </c:pt>
                <c:pt idx="2629">
                  <c:v>6.6422103228009801</c:v>
                </c:pt>
                <c:pt idx="2630">
                  <c:v>6.7797463583720603</c:v>
                </c:pt>
                <c:pt idx="2631">
                  <c:v>6.7797463583720603</c:v>
                </c:pt>
                <c:pt idx="2632">
                  <c:v>6.7934308276791198</c:v>
                </c:pt>
                <c:pt idx="2633">
                  <c:v>6.7673688640809599</c:v>
                </c:pt>
                <c:pt idx="2634">
                  <c:v>6.7647116211154499</c:v>
                </c:pt>
                <c:pt idx="2635">
                  <c:v>6.6906918592442102</c:v>
                </c:pt>
                <c:pt idx="2636">
                  <c:v>6.6113785895119701</c:v>
                </c:pt>
                <c:pt idx="2637">
                  <c:v>6.5680843157970497</c:v>
                </c:pt>
                <c:pt idx="2638">
                  <c:v>6.5726458251852797</c:v>
                </c:pt>
                <c:pt idx="2639">
                  <c:v>6.6857948825493896</c:v>
                </c:pt>
                <c:pt idx="2640">
                  <c:v>6.7285071402727699</c:v>
                </c:pt>
                <c:pt idx="2641">
                  <c:v>6.6990838218869202</c:v>
                </c:pt>
                <c:pt idx="2642">
                  <c:v>6.5480933160653203</c:v>
                </c:pt>
                <c:pt idx="2643">
                  <c:v>6.6138605511043096</c:v>
                </c:pt>
                <c:pt idx="2644">
                  <c:v>6.7051953742480901</c:v>
                </c:pt>
                <c:pt idx="2645">
                  <c:v>6.6523398735283097</c:v>
                </c:pt>
                <c:pt idx="2646">
                  <c:v>6.4700780637924096</c:v>
                </c:pt>
                <c:pt idx="2647">
                  <c:v>6.6163346284195397</c:v>
                </c:pt>
                <c:pt idx="2648">
                  <c:v>6.4971648151699597</c:v>
                </c:pt>
                <c:pt idx="2649">
                  <c:v>6.4640789526402704</c:v>
                </c:pt>
                <c:pt idx="2650">
                  <c:v>6.66636900228605</c:v>
                </c:pt>
                <c:pt idx="2651">
                  <c:v>6.5459040395501598</c:v>
                </c:pt>
                <c:pt idx="2652">
                  <c:v>6.6488226568820998</c:v>
                </c:pt>
                <c:pt idx="2653">
                  <c:v>6.6488226568820998</c:v>
                </c:pt>
                <c:pt idx="2654">
                  <c:v>6.7075988074606396</c:v>
                </c:pt>
                <c:pt idx="2655">
                  <c:v>6.7376909217384302</c:v>
                </c:pt>
                <c:pt idx="2656">
                  <c:v>6.7045269966624801</c:v>
                </c:pt>
                <c:pt idx="2657">
                  <c:v>6.6767583241109696</c:v>
                </c:pt>
                <c:pt idx="2658">
                  <c:v>6.6378840689333396</c:v>
                </c:pt>
                <c:pt idx="2659">
                  <c:v>6.6954086769816703</c:v>
                </c:pt>
                <c:pt idx="2660">
                  <c:v>6.69425773279485</c:v>
                </c:pt>
                <c:pt idx="2661">
                  <c:v>6.5348571544545404</c:v>
                </c:pt>
                <c:pt idx="2662">
                  <c:v>6.6566972909958704</c:v>
                </c:pt>
                <c:pt idx="2663">
                  <c:v>6.7191517105158098</c:v>
                </c:pt>
                <c:pt idx="2664">
                  <c:v>6.8456104789117704</c:v>
                </c:pt>
                <c:pt idx="2665">
                  <c:v>6.9237509152875703</c:v>
                </c:pt>
                <c:pt idx="2666">
                  <c:v>6.8767475732535699</c:v>
                </c:pt>
                <c:pt idx="2667">
                  <c:v>6.7801484318384801</c:v>
                </c:pt>
                <c:pt idx="2668">
                  <c:v>6.7801484318384801</c:v>
                </c:pt>
                <c:pt idx="2669">
                  <c:v>6.8246103796046196</c:v>
                </c:pt>
                <c:pt idx="2670">
                  <c:v>6.8310968869269599</c:v>
                </c:pt>
                <c:pt idx="2671">
                  <c:v>6.8157901690569096</c:v>
                </c:pt>
                <c:pt idx="2672">
                  <c:v>6.9146922455580899</c:v>
                </c:pt>
                <c:pt idx="2673">
                  <c:v>6.9146922455580899</c:v>
                </c:pt>
                <c:pt idx="2674">
                  <c:v>6.8832596106102297</c:v>
                </c:pt>
                <c:pt idx="2675">
                  <c:v>6.9008867404335401</c:v>
                </c:pt>
                <c:pt idx="2676">
                  <c:v>6.8797573338450002</c:v>
                </c:pt>
                <c:pt idx="2677">
                  <c:v>6.8266917247480698</c:v>
                </c:pt>
                <c:pt idx="2678">
                  <c:v>6.8320593967079901</c:v>
                </c:pt>
                <c:pt idx="2679">
                  <c:v>6.7532157278825302</c:v>
                </c:pt>
                <c:pt idx="2680">
                  <c:v>6.91474761950324</c:v>
                </c:pt>
                <c:pt idx="2681">
                  <c:v>6.91498988269141</c:v>
                </c:pt>
                <c:pt idx="2682">
                  <c:v>6.9206182374976501</c:v>
                </c:pt>
                <c:pt idx="2683">
                  <c:v>6.9097551890060398</c:v>
                </c:pt>
                <c:pt idx="2684">
                  <c:v>6.9161468131018502</c:v>
                </c:pt>
                <c:pt idx="2685">
                  <c:v>6.9455957083828901</c:v>
                </c:pt>
                <c:pt idx="2686">
                  <c:v>6.9353095952288299</c:v>
                </c:pt>
                <c:pt idx="2687">
                  <c:v>6.9579686034944599</c:v>
                </c:pt>
                <c:pt idx="2688">
                  <c:v>6.9092199214013199</c:v>
                </c:pt>
                <c:pt idx="2689">
                  <c:v>6.8907240569814903</c:v>
                </c:pt>
                <c:pt idx="2690">
                  <c:v>6.8443061265196397</c:v>
                </c:pt>
                <c:pt idx="2691">
                  <c:v>6.8199962539678998</c:v>
                </c:pt>
                <c:pt idx="2692">
                  <c:v>6.8555242958645204</c:v>
                </c:pt>
                <c:pt idx="2693">
                  <c:v>6.8404151293822002</c:v>
                </c:pt>
                <c:pt idx="2694">
                  <c:v>6.7843716545541</c:v>
                </c:pt>
                <c:pt idx="2695">
                  <c:v>6.9509415321600603</c:v>
                </c:pt>
                <c:pt idx="2696">
                  <c:v>6.98045508226976</c:v>
                </c:pt>
                <c:pt idx="2697">
                  <c:v>6.9906356146537698</c:v>
                </c:pt>
                <c:pt idx="2698">
                  <c:v>6.9461763941272503</c:v>
                </c:pt>
                <c:pt idx="2699">
                  <c:v>6.9809919143652497</c:v>
                </c:pt>
                <c:pt idx="2700">
                  <c:v>6.97043607573156</c:v>
                </c:pt>
                <c:pt idx="2701">
                  <c:v>6.97043607573156</c:v>
                </c:pt>
                <c:pt idx="2702">
                  <c:v>6.9988288047917102</c:v>
                </c:pt>
                <c:pt idx="2703">
                  <c:v>7.01777990189722</c:v>
                </c:pt>
                <c:pt idx="2704">
                  <c:v>6.9848299094930697</c:v>
                </c:pt>
                <c:pt idx="2705">
                  <c:v>7.0438068001485199</c:v>
                </c:pt>
                <c:pt idx="2706">
                  <c:v>6.9639656401961103</c:v>
                </c:pt>
                <c:pt idx="2707">
                  <c:v>6.9649919714354303</c:v>
                </c:pt>
                <c:pt idx="2708">
                  <c:v>6.9649919714354303</c:v>
                </c:pt>
                <c:pt idx="2709">
                  <c:v>6.9788785408497302</c:v>
                </c:pt>
                <c:pt idx="2710">
                  <c:v>6.9594590772352998</c:v>
                </c:pt>
                <c:pt idx="2711">
                  <c:v>6.9712283212569401</c:v>
                </c:pt>
                <c:pt idx="2712">
                  <c:v>6.9620072522603502</c:v>
                </c:pt>
                <c:pt idx="2713">
                  <c:v>6.9649159972805501</c:v>
                </c:pt>
                <c:pt idx="2714">
                  <c:v>6.9330555077936404</c:v>
                </c:pt>
                <c:pt idx="2715">
                  <c:v>6.8848341400001196</c:v>
                </c:pt>
                <c:pt idx="2716">
                  <c:v>6.8164797443689098</c:v>
                </c:pt>
                <c:pt idx="2717">
                  <c:v>6.7296593928772799</c:v>
                </c:pt>
                <c:pt idx="2718">
                  <c:v>6.7193130279575</c:v>
                </c:pt>
                <c:pt idx="2719">
                  <c:v>6.8261012998021799</c:v>
                </c:pt>
                <c:pt idx="2720">
                  <c:v>6.8158738026548802</c:v>
                </c:pt>
                <c:pt idx="2721">
                  <c:v>6.7959118654816297</c:v>
                </c:pt>
                <c:pt idx="2722">
                  <c:v>6.7748130666523103</c:v>
                </c:pt>
                <c:pt idx="2723">
                  <c:v>6.7163089383458399</c:v>
                </c:pt>
                <c:pt idx="2724">
                  <c:v>6.8669955148631701</c:v>
                </c:pt>
                <c:pt idx="2725">
                  <c:v>6.9125811019896402</c:v>
                </c:pt>
                <c:pt idx="2726">
                  <c:v>6.9019407016093197</c:v>
                </c:pt>
                <c:pt idx="2727">
                  <c:v>6.9582914044807502</c:v>
                </c:pt>
                <c:pt idx="2728">
                  <c:v>6.9727172438068203</c:v>
                </c:pt>
                <c:pt idx="2729">
                  <c:v>6.8971574580169097</c:v>
                </c:pt>
                <c:pt idx="2730">
                  <c:v>6.90888483439449</c:v>
                </c:pt>
                <c:pt idx="2731">
                  <c:v>6.9008915851018902</c:v>
                </c:pt>
                <c:pt idx="2732">
                  <c:v>6.8462247196053596</c:v>
                </c:pt>
                <c:pt idx="2733">
                  <c:v>6.8742346423824401</c:v>
                </c:pt>
                <c:pt idx="2734">
                  <c:v>6.9401039725611398</c:v>
                </c:pt>
                <c:pt idx="2735">
                  <c:v>6.9997925804142902</c:v>
                </c:pt>
                <c:pt idx="2736">
                  <c:v>7.0224981021899104</c:v>
                </c:pt>
                <c:pt idx="2737">
                  <c:v>6.9989101142703101</c:v>
                </c:pt>
                <c:pt idx="2738">
                  <c:v>7.1878346129548198</c:v>
                </c:pt>
                <c:pt idx="2739">
                  <c:v>7.1914462006757702</c:v>
                </c:pt>
                <c:pt idx="2740">
                  <c:v>7.1209666600322796</c:v>
                </c:pt>
                <c:pt idx="2741">
                  <c:v>7.07880683574259</c:v>
                </c:pt>
                <c:pt idx="2742">
                  <c:v>7.0704202789432697</c:v>
                </c:pt>
                <c:pt idx="2743">
                  <c:v>7.0478779041233999</c:v>
                </c:pt>
                <c:pt idx="2744">
                  <c:v>7.0261312407700602</c:v>
                </c:pt>
                <c:pt idx="2745">
                  <c:v>7.0650970973309102</c:v>
                </c:pt>
                <c:pt idx="2746">
                  <c:v>7.0199266881697699</c:v>
                </c:pt>
                <c:pt idx="2747">
                  <c:v>7.1088149413560204</c:v>
                </c:pt>
                <c:pt idx="2748">
                  <c:v>7.1088149413560204</c:v>
                </c:pt>
                <c:pt idx="2749">
                  <c:v>7.0469467428966803</c:v>
                </c:pt>
                <c:pt idx="2750">
                  <c:v>7.0166578728332398</c:v>
                </c:pt>
                <c:pt idx="2751">
                  <c:v>7.0628669787928704</c:v>
                </c:pt>
                <c:pt idx="2752">
                  <c:v>6.9765219368857796</c:v>
                </c:pt>
                <c:pt idx="2753">
                  <c:v>6.9784003745421401</c:v>
                </c:pt>
                <c:pt idx="2754">
                  <c:v>6.9567145999152897</c:v>
                </c:pt>
                <c:pt idx="2755">
                  <c:v>6.9612695751969698</c:v>
                </c:pt>
                <c:pt idx="2756">
                  <c:v>6.97916994102125</c:v>
                </c:pt>
                <c:pt idx="2757">
                  <c:v>6.99548193706765</c:v>
                </c:pt>
                <c:pt idx="2758">
                  <c:v>6.9953468126523504</c:v>
                </c:pt>
                <c:pt idx="2759">
                  <c:v>6.9728843899529496</c:v>
                </c:pt>
                <c:pt idx="2760">
                  <c:v>6.9391520448217801</c:v>
                </c:pt>
                <c:pt idx="2761">
                  <c:v>6.92114310080881</c:v>
                </c:pt>
                <c:pt idx="2762">
                  <c:v>6.93552960961543</c:v>
                </c:pt>
                <c:pt idx="2763">
                  <c:v>6.93552960961543</c:v>
                </c:pt>
                <c:pt idx="2764">
                  <c:v>6.9515069442936896</c:v>
                </c:pt>
                <c:pt idx="2765">
                  <c:v>6.9011595355792998</c:v>
                </c:pt>
                <c:pt idx="2766">
                  <c:v>6.8747355506800396</c:v>
                </c:pt>
                <c:pt idx="2767">
                  <c:v>6.8433943332730198</c:v>
                </c:pt>
                <c:pt idx="2768">
                  <c:v>6.8190770845306101</c:v>
                </c:pt>
                <c:pt idx="2769">
                  <c:v>6.8213290729051002</c:v>
                </c:pt>
                <c:pt idx="2770">
                  <c:v>6.7935176570258697</c:v>
                </c:pt>
                <c:pt idx="2771">
                  <c:v>6.8150231278704201</c:v>
                </c:pt>
                <c:pt idx="2772">
                  <c:v>6.9046460358175503</c:v>
                </c:pt>
                <c:pt idx="2773">
                  <c:v>6.9046460358175503</c:v>
                </c:pt>
                <c:pt idx="2774">
                  <c:v>6.8869876113271697</c:v>
                </c:pt>
                <c:pt idx="2775">
                  <c:v>6.8660519185091404</c:v>
                </c:pt>
                <c:pt idx="2776">
                  <c:v>6.8181253758000597</c:v>
                </c:pt>
                <c:pt idx="2777">
                  <c:v>6.8146149553036999</c:v>
                </c:pt>
                <c:pt idx="2778">
                  <c:v>6.7731621349443802</c:v>
                </c:pt>
                <c:pt idx="2779">
                  <c:v>6.7845171584382502</c:v>
                </c:pt>
                <c:pt idx="2780">
                  <c:v>6.7910765994537101</c:v>
                </c:pt>
                <c:pt idx="2781">
                  <c:v>6.8563939923330901</c:v>
                </c:pt>
                <c:pt idx="2782">
                  <c:v>6.9250082777379003</c:v>
                </c:pt>
                <c:pt idx="2783">
                  <c:v>6.8959940881453603</c:v>
                </c:pt>
                <c:pt idx="2784">
                  <c:v>6.9290557962497097</c:v>
                </c:pt>
                <c:pt idx="2785">
                  <c:v>6.9439891772574498</c:v>
                </c:pt>
                <c:pt idx="2786">
                  <c:v>7.0670286697687104</c:v>
                </c:pt>
                <c:pt idx="2787">
                  <c:v>7.16783447480252</c:v>
                </c:pt>
                <c:pt idx="2788">
                  <c:v>7.16783447480252</c:v>
                </c:pt>
                <c:pt idx="2789">
                  <c:v>7.4072390778975201</c:v>
                </c:pt>
                <c:pt idx="2790">
                  <c:v>7.5870041610117198</c:v>
                </c:pt>
                <c:pt idx="2791">
                  <c:v>7.6024924706296497</c:v>
                </c:pt>
                <c:pt idx="2792">
                  <c:v>7.5297963026625601</c:v>
                </c:pt>
                <c:pt idx="2793">
                  <c:v>7.5941612919200701</c:v>
                </c:pt>
                <c:pt idx="2794">
                  <c:v>7.6954384031207201</c:v>
                </c:pt>
                <c:pt idx="2795">
                  <c:v>7.5732167057735502</c:v>
                </c:pt>
                <c:pt idx="2796">
                  <c:v>7.4009480592915802</c:v>
                </c:pt>
                <c:pt idx="2797">
                  <c:v>7.4658774375043704</c:v>
                </c:pt>
                <c:pt idx="2798">
                  <c:v>7.4806887964825002</c:v>
                </c:pt>
                <c:pt idx="2799">
                  <c:v>7.5247603344201597</c:v>
                </c:pt>
                <c:pt idx="2800">
                  <c:v>7.4702590292343203</c:v>
                </c:pt>
                <c:pt idx="2801">
                  <c:v>7.4702590292343203</c:v>
                </c:pt>
                <c:pt idx="2802">
                  <c:v>7.5264281715508501</c:v>
                </c:pt>
                <c:pt idx="2803">
                  <c:v>7.480644119271</c:v>
                </c:pt>
                <c:pt idx="2804">
                  <c:v>7.4972125227579403</c:v>
                </c:pt>
                <c:pt idx="2805">
                  <c:v>7.4972125227579403</c:v>
                </c:pt>
                <c:pt idx="2806">
                  <c:v>7.4972125227579403</c:v>
                </c:pt>
                <c:pt idx="2807">
                  <c:v>7.4729629546996401</c:v>
                </c:pt>
                <c:pt idx="2808">
                  <c:v>7.46835105217344</c:v>
                </c:pt>
                <c:pt idx="2809">
                  <c:v>7.5167191259543999</c:v>
                </c:pt>
                <c:pt idx="2810">
                  <c:v>7.4240017544738004</c:v>
                </c:pt>
                <c:pt idx="2811">
                  <c:v>7.2498847819446803</c:v>
                </c:pt>
                <c:pt idx="2812">
                  <c:v>7.2463059341279301</c:v>
                </c:pt>
                <c:pt idx="2813">
                  <c:v>7.2463059341279301</c:v>
                </c:pt>
                <c:pt idx="2814">
                  <c:v>7.2806935274734403</c:v>
                </c:pt>
                <c:pt idx="2815">
                  <c:v>7.2560774408915396</c:v>
                </c:pt>
                <c:pt idx="2816">
                  <c:v>7.1518738406478501</c:v>
                </c:pt>
                <c:pt idx="2817">
                  <c:v>7.0828880530224199</c:v>
                </c:pt>
                <c:pt idx="2818">
                  <c:v>7.0407088071925097</c:v>
                </c:pt>
                <c:pt idx="2819">
                  <c:v>7.0374309724367698</c:v>
                </c:pt>
                <c:pt idx="2820">
                  <c:v>7.0217300892695897</c:v>
                </c:pt>
                <c:pt idx="2821">
                  <c:v>6.9381502061671698</c:v>
                </c:pt>
                <c:pt idx="2822">
                  <c:v>6.9051601437688097</c:v>
                </c:pt>
                <c:pt idx="2823">
                  <c:v>6.9378587789751096</c:v>
                </c:pt>
                <c:pt idx="2824">
                  <c:v>6.8598569461393604</c:v>
                </c:pt>
                <c:pt idx="2825">
                  <c:v>6.8723470911042703</c:v>
                </c:pt>
                <c:pt idx="2826">
                  <c:v>6.84324399966843</c:v>
                </c:pt>
                <c:pt idx="2827">
                  <c:v>6.9385987875780701</c:v>
                </c:pt>
                <c:pt idx="2828">
                  <c:v>6.8716060967716599</c:v>
                </c:pt>
                <c:pt idx="2829">
                  <c:v>6.8560246118857897</c:v>
                </c:pt>
                <c:pt idx="2830">
                  <c:v>6.9095478227947904</c:v>
                </c:pt>
                <c:pt idx="2831">
                  <c:v>6.93451777599648</c:v>
                </c:pt>
                <c:pt idx="2832">
                  <c:v>6.9797427337085001</c:v>
                </c:pt>
                <c:pt idx="2833">
                  <c:v>7.0513512000574501</c:v>
                </c:pt>
                <c:pt idx="2834">
                  <c:v>7.1217021746982603</c:v>
                </c:pt>
                <c:pt idx="2835">
                  <c:v>7.1893035429617003</c:v>
                </c:pt>
                <c:pt idx="2836">
                  <c:v>7.0969768319329898</c:v>
                </c:pt>
                <c:pt idx="2837">
                  <c:v>7.0432934595330998</c:v>
                </c:pt>
                <c:pt idx="2838">
                  <c:v>7.0449861498013897</c:v>
                </c:pt>
                <c:pt idx="2839">
                  <c:v>7.0983721156294601</c:v>
                </c:pt>
                <c:pt idx="2840">
                  <c:v>7.1266138206207801</c:v>
                </c:pt>
                <c:pt idx="2841">
                  <c:v>7.0773520631831399</c:v>
                </c:pt>
                <c:pt idx="2842">
                  <c:v>7.0994743494720396</c:v>
                </c:pt>
                <c:pt idx="2843">
                  <c:v>7.1015749644076402</c:v>
                </c:pt>
                <c:pt idx="2844">
                  <c:v>7.0731946691005003</c:v>
                </c:pt>
                <c:pt idx="2845">
                  <c:v>6.9745030825293304</c:v>
                </c:pt>
                <c:pt idx="2846">
                  <c:v>6.9374527107011099</c:v>
                </c:pt>
                <c:pt idx="2847">
                  <c:v>6.9584476920458602</c:v>
                </c:pt>
                <c:pt idx="2848">
                  <c:v>7.0106299074685099</c:v>
                </c:pt>
                <c:pt idx="2849">
                  <c:v>7.1098400150721099</c:v>
                </c:pt>
                <c:pt idx="2850">
                  <c:v>7.1310857754766497</c:v>
                </c:pt>
                <c:pt idx="2851">
                  <c:v>7.1000505196836299</c:v>
                </c:pt>
                <c:pt idx="2852">
                  <c:v>7.3085916978761603</c:v>
                </c:pt>
                <c:pt idx="2853">
                  <c:v>7.3566704840830601</c:v>
                </c:pt>
                <c:pt idx="2854">
                  <c:v>7.4623761648125004</c:v>
                </c:pt>
                <c:pt idx="2855">
                  <c:v>7.4015808465746096</c:v>
                </c:pt>
                <c:pt idx="2856">
                  <c:v>7.3254062361102896</c:v>
                </c:pt>
                <c:pt idx="2857">
                  <c:v>7.4643524332618796</c:v>
                </c:pt>
                <c:pt idx="2858">
                  <c:v>7.4852507253314</c:v>
                </c:pt>
                <c:pt idx="2859">
                  <c:v>7.4094358430319396</c:v>
                </c:pt>
                <c:pt idx="2860">
                  <c:v>7.3706057638844902</c:v>
                </c:pt>
                <c:pt idx="2861">
                  <c:v>7.28487623850961</c:v>
                </c:pt>
                <c:pt idx="2862">
                  <c:v>7.2607033650033497</c:v>
                </c:pt>
                <c:pt idx="2863">
                  <c:v>7.2607033650033497</c:v>
                </c:pt>
                <c:pt idx="2864">
                  <c:v>7.2298831894312903</c:v>
                </c:pt>
                <c:pt idx="2865">
                  <c:v>7.3064561025377603</c:v>
                </c:pt>
                <c:pt idx="2866">
                  <c:v>7.3895141858585802</c:v>
                </c:pt>
                <c:pt idx="2867">
                  <c:v>7.3947988937452003</c:v>
                </c:pt>
                <c:pt idx="2868">
                  <c:v>7.4558171643676703</c:v>
                </c:pt>
                <c:pt idx="2869">
                  <c:v>7.41935933369352</c:v>
                </c:pt>
                <c:pt idx="2870">
                  <c:v>7.3677711777438804</c:v>
                </c:pt>
                <c:pt idx="2871">
                  <c:v>7.3677711777438804</c:v>
                </c:pt>
                <c:pt idx="2872">
                  <c:v>7.3677711777438804</c:v>
                </c:pt>
                <c:pt idx="2873">
                  <c:v>7.2769384296912296</c:v>
                </c:pt>
                <c:pt idx="2874">
                  <c:v>7.2902146975969098</c:v>
                </c:pt>
                <c:pt idx="2875">
                  <c:v>7.1876572395682903</c:v>
                </c:pt>
                <c:pt idx="2876">
                  <c:v>7.2417072103334901</c:v>
                </c:pt>
                <c:pt idx="2877">
                  <c:v>7.2382036878692597</c:v>
                </c:pt>
                <c:pt idx="2878">
                  <c:v>7.1947401644258697</c:v>
                </c:pt>
                <c:pt idx="2879">
                  <c:v>7.1823396786995097</c:v>
                </c:pt>
                <c:pt idx="2880">
                  <c:v>7.1680188706056196</c:v>
                </c:pt>
                <c:pt idx="2881">
                  <c:v>7.15336772098465</c:v>
                </c:pt>
                <c:pt idx="2882">
                  <c:v>7.1803671345223101</c:v>
                </c:pt>
                <c:pt idx="2883">
                  <c:v>7.18771004808025</c:v>
                </c:pt>
                <c:pt idx="2884">
                  <c:v>7.1733854368187204</c:v>
                </c:pt>
                <c:pt idx="2885">
                  <c:v>7.2024037847703202</c:v>
                </c:pt>
                <c:pt idx="2886">
                  <c:v>7.2522331211456601</c:v>
                </c:pt>
                <c:pt idx="2887">
                  <c:v>7.1413149032028</c:v>
                </c:pt>
                <c:pt idx="2888">
                  <c:v>7.2453953833397096</c:v>
                </c:pt>
                <c:pt idx="2889">
                  <c:v>7.1532624905764797</c:v>
                </c:pt>
                <c:pt idx="2890">
                  <c:v>7.1485737010296697</c:v>
                </c:pt>
                <c:pt idx="2891">
                  <c:v>7.1771766873477096</c:v>
                </c:pt>
                <c:pt idx="2892">
                  <c:v>7.1771766873477096</c:v>
                </c:pt>
                <c:pt idx="2893">
                  <c:v>7.2313721075185402</c:v>
                </c:pt>
                <c:pt idx="2894">
                  <c:v>7.2749617729392897</c:v>
                </c:pt>
                <c:pt idx="2895">
                  <c:v>7.3296512855440197</c:v>
                </c:pt>
                <c:pt idx="2896">
                  <c:v>7.3190396693427298</c:v>
                </c:pt>
                <c:pt idx="2897">
                  <c:v>7.27912032767982</c:v>
                </c:pt>
                <c:pt idx="2898">
                  <c:v>7.3327279650628201</c:v>
                </c:pt>
                <c:pt idx="2899">
                  <c:v>7.40835246550939</c:v>
                </c:pt>
                <c:pt idx="2900">
                  <c:v>7.3881303957796902</c:v>
                </c:pt>
                <c:pt idx="2901">
                  <c:v>7.3788716407012496</c:v>
                </c:pt>
                <c:pt idx="2902">
                  <c:v>7.3712870775169304</c:v>
                </c:pt>
                <c:pt idx="2903">
                  <c:v>7.3712870775169304</c:v>
                </c:pt>
                <c:pt idx="2904">
                  <c:v>7.3863942467206796</c:v>
                </c:pt>
                <c:pt idx="2905">
                  <c:v>7.3920063423840503</c:v>
                </c:pt>
                <c:pt idx="2906">
                  <c:v>7.3481429778824001</c:v>
                </c:pt>
                <c:pt idx="2907">
                  <c:v>7.3729214584097296</c:v>
                </c:pt>
                <c:pt idx="2908">
                  <c:v>7.3886689651983497</c:v>
                </c:pt>
                <c:pt idx="2909">
                  <c:v>7.3945959726462602</c:v>
                </c:pt>
                <c:pt idx="2910">
                  <c:v>7.3944245126897199</c:v>
                </c:pt>
                <c:pt idx="2911">
                  <c:v>7.3657582331539402</c:v>
                </c:pt>
                <c:pt idx="2912">
                  <c:v>7.3354702304132404</c:v>
                </c:pt>
                <c:pt idx="2913">
                  <c:v>7.37888711204325</c:v>
                </c:pt>
                <c:pt idx="2914">
                  <c:v>7.4342874239172296</c:v>
                </c:pt>
                <c:pt idx="2915">
                  <c:v>7.4763246274664397</c:v>
                </c:pt>
                <c:pt idx="2916">
                  <c:v>7.5044889474816197</c:v>
                </c:pt>
                <c:pt idx="2917">
                  <c:v>7.5675419821979402</c:v>
                </c:pt>
                <c:pt idx="2918">
                  <c:v>7.5675419821979402</c:v>
                </c:pt>
                <c:pt idx="2919">
                  <c:v>7.56436686895184</c:v>
                </c:pt>
                <c:pt idx="2920">
                  <c:v>7.57560510156567</c:v>
                </c:pt>
                <c:pt idx="2921">
                  <c:v>7.59138367401534</c:v>
                </c:pt>
                <c:pt idx="2922">
                  <c:v>7.5722704499949502</c:v>
                </c:pt>
                <c:pt idx="2923">
                  <c:v>7.5722704499949502</c:v>
                </c:pt>
                <c:pt idx="2924">
                  <c:v>7.5802489016264296</c:v>
                </c:pt>
                <c:pt idx="2925">
                  <c:v>7.7006728161827098</c:v>
                </c:pt>
                <c:pt idx="2926">
                  <c:v>7.6651720391160296</c:v>
                </c:pt>
                <c:pt idx="2927">
                  <c:v>7.6583368722367799</c:v>
                </c:pt>
                <c:pt idx="2928">
                  <c:v>7.6751540553212703</c:v>
                </c:pt>
                <c:pt idx="2929">
                  <c:v>7.6833092440297399</c:v>
                </c:pt>
                <c:pt idx="2930">
                  <c:v>7.7155109901828096</c:v>
                </c:pt>
                <c:pt idx="2931">
                  <c:v>7.7821038531033997</c:v>
                </c:pt>
                <c:pt idx="2932">
                  <c:v>7.8831084403123404</c:v>
                </c:pt>
                <c:pt idx="2933">
                  <c:v>7.8831084403123404</c:v>
                </c:pt>
                <c:pt idx="2934">
                  <c:v>7.82295673104852</c:v>
                </c:pt>
                <c:pt idx="2935">
                  <c:v>7.8772159032877598</c:v>
                </c:pt>
                <c:pt idx="2936">
                  <c:v>7.85382346555736</c:v>
                </c:pt>
                <c:pt idx="2937">
                  <c:v>7.8805866639084297</c:v>
                </c:pt>
                <c:pt idx="2938">
                  <c:v>7.8686590960392797</c:v>
                </c:pt>
                <c:pt idx="2939">
                  <c:v>7.8709729763447402</c:v>
                </c:pt>
                <c:pt idx="2940">
                  <c:v>7.8929576257090703</c:v>
                </c:pt>
                <c:pt idx="2941">
                  <c:v>7.8624302219824296</c:v>
                </c:pt>
                <c:pt idx="2942">
                  <c:v>7.9008566763569696</c:v>
                </c:pt>
                <c:pt idx="2943">
                  <c:v>7.9057421930582601</c:v>
                </c:pt>
                <c:pt idx="2944">
                  <c:v>7.8757108579430897</c:v>
                </c:pt>
                <c:pt idx="2945">
                  <c:v>7.8695686638951203</c:v>
                </c:pt>
                <c:pt idx="2946">
                  <c:v>7.84640307924455</c:v>
                </c:pt>
                <c:pt idx="2947">
                  <c:v>7.8853290621936099</c:v>
                </c:pt>
                <c:pt idx="2948">
                  <c:v>7.8853290621936099</c:v>
                </c:pt>
                <c:pt idx="2949">
                  <c:v>7.8776571382321396</c:v>
                </c:pt>
                <c:pt idx="2950">
                  <c:v>7.8195065135823203</c:v>
                </c:pt>
                <c:pt idx="2951">
                  <c:v>7.7393574214507304</c:v>
                </c:pt>
                <c:pt idx="2952">
                  <c:v>7.8026075402782</c:v>
                </c:pt>
                <c:pt idx="2953">
                  <c:v>7.7899652913687403</c:v>
                </c:pt>
                <c:pt idx="2954">
                  <c:v>7.7896814455152503</c:v>
                </c:pt>
                <c:pt idx="2955">
                  <c:v>7.7588789639587104</c:v>
                </c:pt>
                <c:pt idx="2956">
                  <c:v>7.7587885851262302</c:v>
                </c:pt>
                <c:pt idx="2957">
                  <c:v>7.75010535851127</c:v>
                </c:pt>
                <c:pt idx="2958">
                  <c:v>7.8208520609075096</c:v>
                </c:pt>
                <c:pt idx="2959">
                  <c:v>7.8233602035652696</c:v>
                </c:pt>
                <c:pt idx="2960">
                  <c:v>7.8807275316399599</c:v>
                </c:pt>
                <c:pt idx="2961">
                  <c:v>7.9342007765304396</c:v>
                </c:pt>
                <c:pt idx="2962">
                  <c:v>7.9342007765304396</c:v>
                </c:pt>
                <c:pt idx="2963">
                  <c:v>7.9492264197240203</c:v>
                </c:pt>
                <c:pt idx="2964">
                  <c:v>7.9311172409072199</c:v>
                </c:pt>
                <c:pt idx="2965">
                  <c:v>7.8797764988336496</c:v>
                </c:pt>
                <c:pt idx="2966">
                  <c:v>7.9308646169107</c:v>
                </c:pt>
                <c:pt idx="2967">
                  <c:v>7.9354101104316896</c:v>
                </c:pt>
                <c:pt idx="2968">
                  <c:v>7.9354101104316896</c:v>
                </c:pt>
                <c:pt idx="2969">
                  <c:v>7.95240653821861</c:v>
                </c:pt>
                <c:pt idx="2970">
                  <c:v>7.9469163298384604</c:v>
                </c:pt>
                <c:pt idx="2971">
                  <c:v>7.9484507451732798</c:v>
                </c:pt>
                <c:pt idx="2972">
                  <c:v>8.1088912859508095</c:v>
                </c:pt>
                <c:pt idx="2973">
                  <c:v>8.3109764283927205</c:v>
                </c:pt>
                <c:pt idx="2974">
                  <c:v>8.3053542165483591</c:v>
                </c:pt>
                <c:pt idx="2975">
                  <c:v>8.4425091614449297</c:v>
                </c:pt>
                <c:pt idx="2976">
                  <c:v>8.35468033591801</c:v>
                </c:pt>
                <c:pt idx="2977">
                  <c:v>8.3191395815417302</c:v>
                </c:pt>
                <c:pt idx="2978">
                  <c:v>8.3499887925577205</c:v>
                </c:pt>
                <c:pt idx="2979">
                  <c:v>8.4091375368629198</c:v>
                </c:pt>
                <c:pt idx="2980">
                  <c:v>8.5538882385156594</c:v>
                </c:pt>
                <c:pt idx="2981">
                  <c:v>8.5246752067602607</c:v>
                </c:pt>
                <c:pt idx="2982">
                  <c:v>8.5033669513018708</c:v>
                </c:pt>
                <c:pt idx="2983">
                  <c:v>8.7235651258851608</c:v>
                </c:pt>
                <c:pt idx="2984">
                  <c:v>8.81756183970462</c:v>
                </c:pt>
                <c:pt idx="2985">
                  <c:v>8.7516055611129406</c:v>
                </c:pt>
                <c:pt idx="2986">
                  <c:v>8.7059967127992604</c:v>
                </c:pt>
                <c:pt idx="2987">
                  <c:v>8.6232347025429803</c:v>
                </c:pt>
                <c:pt idx="2988">
                  <c:v>8.6815645375532497</c:v>
                </c:pt>
                <c:pt idx="2989">
                  <c:v>8.7274545963817705</c:v>
                </c:pt>
                <c:pt idx="2990">
                  <c:v>8.6602135329030308</c:v>
                </c:pt>
                <c:pt idx="2991">
                  <c:v>8.6387874206966107</c:v>
                </c:pt>
                <c:pt idx="2992">
                  <c:v>8.3556736931163105</c:v>
                </c:pt>
                <c:pt idx="2993">
                  <c:v>8.3121534478083792</c:v>
                </c:pt>
                <c:pt idx="2994">
                  <c:v>8.4681795468417906</c:v>
                </c:pt>
                <c:pt idx="2995">
                  <c:v>8.4685834948177607</c:v>
                </c:pt>
                <c:pt idx="2996">
                  <c:v>8.5918050204224894</c:v>
                </c:pt>
                <c:pt idx="2997">
                  <c:v>8.4719764684381804</c:v>
                </c:pt>
                <c:pt idx="2998">
                  <c:v>8.6652573774189303</c:v>
                </c:pt>
                <c:pt idx="2999">
                  <c:v>8.7292901319107195</c:v>
                </c:pt>
                <c:pt idx="3000">
                  <c:v>8.6299626993333796</c:v>
                </c:pt>
                <c:pt idx="3001">
                  <c:v>8.5311901609636394</c:v>
                </c:pt>
                <c:pt idx="3002">
                  <c:v>8.4301497163289891</c:v>
                </c:pt>
                <c:pt idx="3003">
                  <c:v>8.2566858941058499</c:v>
                </c:pt>
                <c:pt idx="3004">
                  <c:v>8.2540403674396394</c:v>
                </c:pt>
                <c:pt idx="3005">
                  <c:v>8.1855532359105805</c:v>
                </c:pt>
                <c:pt idx="3006">
                  <c:v>8.2032850704411899</c:v>
                </c:pt>
                <c:pt idx="3007">
                  <c:v>8.1290745809754306</c:v>
                </c:pt>
                <c:pt idx="3008">
                  <c:v>8.1290745809754306</c:v>
                </c:pt>
                <c:pt idx="3009">
                  <c:v>8.2254986562913803</c:v>
                </c:pt>
                <c:pt idx="3010">
                  <c:v>8.2238573464520908</c:v>
                </c:pt>
                <c:pt idx="3011">
                  <c:v>8.1265686723644599</c:v>
                </c:pt>
                <c:pt idx="3012">
                  <c:v>8.1012803135180604</c:v>
                </c:pt>
                <c:pt idx="3013">
                  <c:v>8.225933023204</c:v>
                </c:pt>
                <c:pt idx="3014">
                  <c:v>8.1423732800425093</c:v>
                </c:pt>
                <c:pt idx="3015">
                  <c:v>8.2236289982096498</c:v>
                </c:pt>
                <c:pt idx="3016">
                  <c:v>8.1213290007593297</c:v>
                </c:pt>
                <c:pt idx="3017">
                  <c:v>8.1654889370709505</c:v>
                </c:pt>
                <c:pt idx="3018">
                  <c:v>8.2064561664033402</c:v>
                </c:pt>
                <c:pt idx="3019">
                  <c:v>8.2384245329491002</c:v>
                </c:pt>
                <c:pt idx="3020">
                  <c:v>8.1743431124983204</c:v>
                </c:pt>
                <c:pt idx="3021">
                  <c:v>8.2527879634792001</c:v>
                </c:pt>
                <c:pt idx="3022">
                  <c:v>8.2567503342378306</c:v>
                </c:pt>
                <c:pt idx="3023">
                  <c:v>8.2567503342378306</c:v>
                </c:pt>
                <c:pt idx="3024">
                  <c:v>8.2773542550458004</c:v>
                </c:pt>
                <c:pt idx="3025">
                  <c:v>8.1449050772560092</c:v>
                </c:pt>
                <c:pt idx="3026">
                  <c:v>8.21885877992902</c:v>
                </c:pt>
                <c:pt idx="3027">
                  <c:v>8.3142765599504909</c:v>
                </c:pt>
                <c:pt idx="3028">
                  <c:v>8.3681012901099194</c:v>
                </c:pt>
                <c:pt idx="3029">
                  <c:v>8.4269405799926496</c:v>
                </c:pt>
                <c:pt idx="3030">
                  <c:v>8.5362244474681397</c:v>
                </c:pt>
                <c:pt idx="3031">
                  <c:v>8.5764263002470198</c:v>
                </c:pt>
                <c:pt idx="3032">
                  <c:v>8.6091170992686799</c:v>
                </c:pt>
                <c:pt idx="3033">
                  <c:v>8.6091170992686799</c:v>
                </c:pt>
                <c:pt idx="3034">
                  <c:v>8.5683100257518898</c:v>
                </c:pt>
                <c:pt idx="3035">
                  <c:v>8.6605796890590607</c:v>
                </c:pt>
                <c:pt idx="3036">
                  <c:v>8.6725686217588898</c:v>
                </c:pt>
                <c:pt idx="3037">
                  <c:v>8.6280634732241808</c:v>
                </c:pt>
                <c:pt idx="3038">
                  <c:v>8.6709501660418606</c:v>
                </c:pt>
                <c:pt idx="3039">
                  <c:v>8.6632943022720799</c:v>
                </c:pt>
                <c:pt idx="3040">
                  <c:v>8.7372745728594197</c:v>
                </c:pt>
                <c:pt idx="3041">
                  <c:v>8.7574682975685807</c:v>
                </c:pt>
                <c:pt idx="3042">
                  <c:v>8.7971809782984405</c:v>
                </c:pt>
                <c:pt idx="3043">
                  <c:v>8.7161492657826507</c:v>
                </c:pt>
                <c:pt idx="3044">
                  <c:v>8.6490304927991399</c:v>
                </c:pt>
                <c:pt idx="3045">
                  <c:v>8.6279919052419096</c:v>
                </c:pt>
                <c:pt idx="3046">
                  <c:v>8.7186809367967495</c:v>
                </c:pt>
                <c:pt idx="3047">
                  <c:v>8.7525003060433502</c:v>
                </c:pt>
                <c:pt idx="3048">
                  <c:v>8.8753867922150498</c:v>
                </c:pt>
                <c:pt idx="3049">
                  <c:v>8.8753867922150498</c:v>
                </c:pt>
                <c:pt idx="3050">
                  <c:v>8.8512614501839604</c:v>
                </c:pt>
                <c:pt idx="3051">
                  <c:v>8.8474384792419194</c:v>
                </c:pt>
                <c:pt idx="3052">
                  <c:v>8.9786254913955794</c:v>
                </c:pt>
                <c:pt idx="3053">
                  <c:v>9.0812255484774003</c:v>
                </c:pt>
                <c:pt idx="3054">
                  <c:v>9.02632614309716</c:v>
                </c:pt>
                <c:pt idx="3055">
                  <c:v>9.0249127063150407</c:v>
                </c:pt>
                <c:pt idx="3056">
                  <c:v>8.9743541286376995</c:v>
                </c:pt>
                <c:pt idx="3057">
                  <c:v>9.0040640519906798</c:v>
                </c:pt>
                <c:pt idx="3058">
                  <c:v>8.8604273536026508</c:v>
                </c:pt>
                <c:pt idx="3059">
                  <c:v>8.9212871515060002</c:v>
                </c:pt>
                <c:pt idx="3060">
                  <c:v>8.8263080667471705</c:v>
                </c:pt>
                <c:pt idx="3061">
                  <c:v>8.8072545452139703</c:v>
                </c:pt>
                <c:pt idx="3062">
                  <c:v>8.8072545452139703</c:v>
                </c:pt>
                <c:pt idx="3063">
                  <c:v>8.8738437912591994</c:v>
                </c:pt>
                <c:pt idx="3064">
                  <c:v>8.8767604843105996</c:v>
                </c:pt>
                <c:pt idx="3065">
                  <c:v>8.8770617129010496</c:v>
                </c:pt>
                <c:pt idx="3066">
                  <c:v>8.8770617129010496</c:v>
                </c:pt>
                <c:pt idx="3067">
                  <c:v>8.8770617129010496</c:v>
                </c:pt>
                <c:pt idx="3068">
                  <c:v>8.94542934229416</c:v>
                </c:pt>
                <c:pt idx="3069">
                  <c:v>8.9808326084738006</c:v>
                </c:pt>
                <c:pt idx="3070">
                  <c:v>9.01073011999347</c:v>
                </c:pt>
                <c:pt idx="3071">
                  <c:v>9.06331726162718</c:v>
                </c:pt>
                <c:pt idx="3072">
                  <c:v>9.0591236827038308</c:v>
                </c:pt>
                <c:pt idx="3073">
                  <c:v>9.0591236827038308</c:v>
                </c:pt>
                <c:pt idx="3074">
                  <c:v>9.0907932213989504</c:v>
                </c:pt>
                <c:pt idx="3075">
                  <c:v>9.07032991949173</c:v>
                </c:pt>
                <c:pt idx="3076">
                  <c:v>9.0526939935362396</c:v>
                </c:pt>
                <c:pt idx="3077">
                  <c:v>9.0577420909327504</c:v>
                </c:pt>
                <c:pt idx="3078">
                  <c:v>9.1468147131963509</c:v>
                </c:pt>
                <c:pt idx="3079">
                  <c:v>9.17430762120871</c:v>
                </c:pt>
                <c:pt idx="3080">
                  <c:v>9.3506741316153104</c:v>
                </c:pt>
                <c:pt idx="3081">
                  <c:v>9.3426295239152992</c:v>
                </c:pt>
                <c:pt idx="3082">
                  <c:v>9.2292020637722896</c:v>
                </c:pt>
                <c:pt idx="3083">
                  <c:v>9.3376115065533902</c:v>
                </c:pt>
                <c:pt idx="3084">
                  <c:v>9.34451091819402</c:v>
                </c:pt>
                <c:pt idx="3085">
                  <c:v>9.2925146980569799</c:v>
                </c:pt>
                <c:pt idx="3086">
                  <c:v>9.2377232836181005</c:v>
                </c:pt>
                <c:pt idx="3087">
                  <c:v>9.20696442918873</c:v>
                </c:pt>
                <c:pt idx="3088">
                  <c:v>9.2304201729697102</c:v>
                </c:pt>
                <c:pt idx="3089">
                  <c:v>9.2807801874786104</c:v>
                </c:pt>
                <c:pt idx="3090">
                  <c:v>9.2423630554395597</c:v>
                </c:pt>
                <c:pt idx="3091">
                  <c:v>9.2374726620321201</c:v>
                </c:pt>
                <c:pt idx="3092">
                  <c:v>9.2656291067049903</c:v>
                </c:pt>
                <c:pt idx="3093">
                  <c:v>9.3080387873560895</c:v>
                </c:pt>
                <c:pt idx="3094">
                  <c:v>9.3435217352074194</c:v>
                </c:pt>
                <c:pt idx="3095">
                  <c:v>9.4308985804094103</c:v>
                </c:pt>
                <c:pt idx="3096">
                  <c:v>9.6858928682677892</c:v>
                </c:pt>
                <c:pt idx="3097">
                  <c:v>9.5763468983452</c:v>
                </c:pt>
                <c:pt idx="3098">
                  <c:v>9.50453949464743</c:v>
                </c:pt>
                <c:pt idx="3099">
                  <c:v>9.4832458627932201</c:v>
                </c:pt>
                <c:pt idx="3100">
                  <c:v>9.4872881019301794</c:v>
                </c:pt>
                <c:pt idx="3101">
                  <c:v>9.3836716736162806</c:v>
                </c:pt>
                <c:pt idx="3102">
                  <c:v>9.3557611387733903</c:v>
                </c:pt>
                <c:pt idx="3103">
                  <c:v>9.2952987467913601</c:v>
                </c:pt>
                <c:pt idx="3104">
                  <c:v>9.2415493646647793</c:v>
                </c:pt>
                <c:pt idx="3105">
                  <c:v>9.3073596852224405</c:v>
                </c:pt>
                <c:pt idx="3106">
                  <c:v>9.2396066875113494</c:v>
                </c:pt>
                <c:pt idx="3107">
                  <c:v>9.2371409875952395</c:v>
                </c:pt>
                <c:pt idx="3108">
                  <c:v>9.1897102906373505</c:v>
                </c:pt>
                <c:pt idx="3109">
                  <c:v>9.0848844304479801</c:v>
                </c:pt>
                <c:pt idx="3110">
                  <c:v>9.0349996626833207</c:v>
                </c:pt>
                <c:pt idx="3111">
                  <c:v>9.0110431494563805</c:v>
                </c:pt>
                <c:pt idx="3112">
                  <c:v>9.0106329947812895</c:v>
                </c:pt>
                <c:pt idx="3113">
                  <c:v>8.9025146212858495</c:v>
                </c:pt>
                <c:pt idx="3114">
                  <c:v>8.9020268652360706</c:v>
                </c:pt>
                <c:pt idx="3115">
                  <c:v>8.8512988456687491</c:v>
                </c:pt>
                <c:pt idx="3116">
                  <c:v>8.7293372248795595</c:v>
                </c:pt>
                <c:pt idx="3117">
                  <c:v>8.5980836498445292</c:v>
                </c:pt>
                <c:pt idx="3118">
                  <c:v>8.7392408996088502</c:v>
                </c:pt>
                <c:pt idx="3119">
                  <c:v>8.7916396028816397</c:v>
                </c:pt>
                <c:pt idx="3120">
                  <c:v>8.6625794848137794</c:v>
                </c:pt>
                <c:pt idx="3121">
                  <c:v>8.4258116414409692</c:v>
                </c:pt>
                <c:pt idx="3122">
                  <c:v>8.3937242744319001</c:v>
                </c:pt>
                <c:pt idx="3123">
                  <c:v>8.3937242744319001</c:v>
                </c:pt>
                <c:pt idx="3124">
                  <c:v>8.4753096301733404</c:v>
                </c:pt>
                <c:pt idx="3125">
                  <c:v>8.4828399138652504</c:v>
                </c:pt>
                <c:pt idx="3126">
                  <c:v>8.4828399138652504</c:v>
                </c:pt>
                <c:pt idx="3127">
                  <c:v>8.4828399138652504</c:v>
                </c:pt>
                <c:pt idx="3128">
                  <c:v>8.5034703733959098</c:v>
                </c:pt>
                <c:pt idx="3129">
                  <c:v>8.4745083504366097</c:v>
                </c:pt>
                <c:pt idx="3130">
                  <c:v>8.4290506367663305</c:v>
                </c:pt>
                <c:pt idx="3131">
                  <c:v>8.3536740263584299</c:v>
                </c:pt>
                <c:pt idx="3132">
                  <c:v>8.3294825803373804</c:v>
                </c:pt>
                <c:pt idx="3133">
                  <c:v>8.2498934522534704</c:v>
                </c:pt>
                <c:pt idx="3134">
                  <c:v>8.2030461399613905</c:v>
                </c:pt>
                <c:pt idx="3135">
                  <c:v>8.2441734656056003</c:v>
                </c:pt>
                <c:pt idx="3136">
                  <c:v>8.3551241290444107</c:v>
                </c:pt>
                <c:pt idx="3137">
                  <c:v>8.3586157763750109</c:v>
                </c:pt>
                <c:pt idx="3138">
                  <c:v>8.4136833140518306</c:v>
                </c:pt>
                <c:pt idx="3139">
                  <c:v>8.3626900208234307</c:v>
                </c:pt>
                <c:pt idx="3140">
                  <c:v>8.2865719859392897</c:v>
                </c:pt>
                <c:pt idx="3141">
                  <c:v>8.2543985211485396</c:v>
                </c:pt>
                <c:pt idx="3142">
                  <c:v>8.2761031723693499</c:v>
                </c:pt>
                <c:pt idx="3143">
                  <c:v>8.2425275914319798</c:v>
                </c:pt>
                <c:pt idx="3144">
                  <c:v>8.1082482732070993</c:v>
                </c:pt>
                <c:pt idx="3145">
                  <c:v>8.2089905729732404</c:v>
                </c:pt>
                <c:pt idx="3146">
                  <c:v>8.2495135231358603</c:v>
                </c:pt>
                <c:pt idx="3147">
                  <c:v>8.2581707461387808</c:v>
                </c:pt>
                <c:pt idx="3148">
                  <c:v>8.2854206137445594</c:v>
                </c:pt>
                <c:pt idx="3149">
                  <c:v>8.3137239867632697</c:v>
                </c:pt>
                <c:pt idx="3150">
                  <c:v>8.2693244503722703</c:v>
                </c:pt>
                <c:pt idx="3151">
                  <c:v>8.1814256619364993</c:v>
                </c:pt>
                <c:pt idx="3152">
                  <c:v>8.2176303030284696</c:v>
                </c:pt>
                <c:pt idx="3153">
                  <c:v>8.2884090978555705</c:v>
                </c:pt>
                <c:pt idx="3154">
                  <c:v>8.3045969005350404</c:v>
                </c:pt>
                <c:pt idx="3155">
                  <c:v>8.2322156244349003</c:v>
                </c:pt>
                <c:pt idx="3156">
                  <c:v>8.2698604633400592</c:v>
                </c:pt>
                <c:pt idx="3157">
                  <c:v>8.2554083259942495</c:v>
                </c:pt>
                <c:pt idx="3158">
                  <c:v>8.2554083259942495</c:v>
                </c:pt>
                <c:pt idx="3159">
                  <c:v>8.2680965991112103</c:v>
                </c:pt>
                <c:pt idx="3160">
                  <c:v>8.1860705515761101</c:v>
                </c:pt>
                <c:pt idx="3161">
                  <c:v>8.1732586423314793</c:v>
                </c:pt>
                <c:pt idx="3162">
                  <c:v>8.1257645092062294</c:v>
                </c:pt>
                <c:pt idx="3163">
                  <c:v>8.1069214176284596</c:v>
                </c:pt>
                <c:pt idx="3164">
                  <c:v>8.0857836068173405</c:v>
                </c:pt>
                <c:pt idx="3165">
                  <c:v>8.0958670390644496</c:v>
                </c:pt>
                <c:pt idx="3166">
                  <c:v>8.1557777664428404</c:v>
                </c:pt>
                <c:pt idx="3167">
                  <c:v>8.1591874914795408</c:v>
                </c:pt>
                <c:pt idx="3168">
                  <c:v>8.2015917843781292</c:v>
                </c:pt>
                <c:pt idx="3169">
                  <c:v>8.2297519291884793</c:v>
                </c:pt>
                <c:pt idx="3170">
                  <c:v>8.1857046610782707</c:v>
                </c:pt>
                <c:pt idx="3171">
                  <c:v>8.1795381651123602</c:v>
                </c:pt>
                <c:pt idx="3172">
                  <c:v>8.1971158347390194</c:v>
                </c:pt>
                <c:pt idx="3173">
                  <c:v>8.1971158347390194</c:v>
                </c:pt>
                <c:pt idx="3174">
                  <c:v>8.1588256108794202</c:v>
                </c:pt>
                <c:pt idx="3175">
                  <c:v>8.0939197486497996</c:v>
                </c:pt>
                <c:pt idx="3176">
                  <c:v>8.0205342015218104</c:v>
                </c:pt>
                <c:pt idx="3177">
                  <c:v>7.9270732185924304</c:v>
                </c:pt>
                <c:pt idx="3178">
                  <c:v>7.9270732185924304</c:v>
                </c:pt>
                <c:pt idx="3179">
                  <c:v>7.9760721961897403</c:v>
                </c:pt>
                <c:pt idx="3180">
                  <c:v>7.9343318174278803</c:v>
                </c:pt>
                <c:pt idx="3181">
                  <c:v>7.9628282129794696</c:v>
                </c:pt>
                <c:pt idx="3182">
                  <c:v>8.0232481057261609</c:v>
                </c:pt>
                <c:pt idx="3183">
                  <c:v>8.0526581614251906</c:v>
                </c:pt>
                <c:pt idx="3184">
                  <c:v>7.9740965468601201</c:v>
                </c:pt>
                <c:pt idx="3185">
                  <c:v>7.9810830241688597</c:v>
                </c:pt>
                <c:pt idx="3186">
                  <c:v>7.9986563641799897</c:v>
                </c:pt>
                <c:pt idx="3187">
                  <c:v>8.0385890838671905</c:v>
                </c:pt>
                <c:pt idx="3188">
                  <c:v>8.0089122279956406</c:v>
                </c:pt>
                <c:pt idx="3189">
                  <c:v>8.0844890521830397</c:v>
                </c:pt>
                <c:pt idx="3190">
                  <c:v>8.1660813596901605</c:v>
                </c:pt>
                <c:pt idx="3191">
                  <c:v>8.1154818847721497</c:v>
                </c:pt>
                <c:pt idx="3192">
                  <c:v>8.1515522227308495</c:v>
                </c:pt>
                <c:pt idx="3193">
                  <c:v>7.9939601227801198</c:v>
                </c:pt>
                <c:pt idx="3194">
                  <c:v>7.8620636255125804</c:v>
                </c:pt>
                <c:pt idx="3195">
                  <c:v>7.5159021718831101</c:v>
                </c:pt>
                <c:pt idx="3196">
                  <c:v>7.5663534922764404</c:v>
                </c:pt>
                <c:pt idx="3197">
                  <c:v>7.5006762962569304</c:v>
                </c:pt>
                <c:pt idx="3198">
                  <c:v>7.5006762962569304</c:v>
                </c:pt>
                <c:pt idx="3199">
                  <c:v>7.5669673975701297</c:v>
                </c:pt>
                <c:pt idx="3200">
                  <c:v>7.5373049465787698</c:v>
                </c:pt>
                <c:pt idx="3201">
                  <c:v>7.5735273601873203</c:v>
                </c:pt>
                <c:pt idx="3202">
                  <c:v>7.5319515713153402</c:v>
                </c:pt>
                <c:pt idx="3203">
                  <c:v>7.5382686586794003</c:v>
                </c:pt>
                <c:pt idx="3204">
                  <c:v>7.6033576323581702</c:v>
                </c:pt>
                <c:pt idx="3205">
                  <c:v>7.6117246629633701</c:v>
                </c:pt>
                <c:pt idx="3206">
                  <c:v>7.6261016255363998</c:v>
                </c:pt>
                <c:pt idx="3207">
                  <c:v>7.6665300317497804</c:v>
                </c:pt>
                <c:pt idx="3208">
                  <c:v>7.7212966937299603</c:v>
                </c:pt>
                <c:pt idx="3209">
                  <c:v>7.7449514990625401</c:v>
                </c:pt>
                <c:pt idx="3210">
                  <c:v>7.7449514990625401</c:v>
                </c:pt>
                <c:pt idx="3211">
                  <c:v>7.6946671225850203</c:v>
                </c:pt>
                <c:pt idx="3212">
                  <c:v>7.4703187609621002</c:v>
                </c:pt>
                <c:pt idx="3213">
                  <c:v>7.5854098972893098</c:v>
                </c:pt>
                <c:pt idx="3214">
                  <c:v>7.5915833400109101</c:v>
                </c:pt>
                <c:pt idx="3215">
                  <c:v>7.5673225822220198</c:v>
                </c:pt>
                <c:pt idx="3216">
                  <c:v>7.6408378457622899</c:v>
                </c:pt>
                <c:pt idx="3217">
                  <c:v>7.6386749746941698</c:v>
                </c:pt>
                <c:pt idx="3218">
                  <c:v>7.7066645486927401</c:v>
                </c:pt>
                <c:pt idx="3219">
                  <c:v>7.7184126252954997</c:v>
                </c:pt>
                <c:pt idx="3220">
                  <c:v>7.7064991031042203</c:v>
                </c:pt>
                <c:pt idx="3221">
                  <c:v>7.63590814128173</c:v>
                </c:pt>
                <c:pt idx="3222">
                  <c:v>7.6007537659756599</c:v>
                </c:pt>
                <c:pt idx="3223">
                  <c:v>7.5511896333102202</c:v>
                </c:pt>
                <c:pt idx="3224">
                  <c:v>7.5283939163075804</c:v>
                </c:pt>
                <c:pt idx="3225">
                  <c:v>7.5507138355472598</c:v>
                </c:pt>
                <c:pt idx="3226">
                  <c:v>7.52168319587176</c:v>
                </c:pt>
                <c:pt idx="3227">
                  <c:v>7.5013543144405297</c:v>
                </c:pt>
                <c:pt idx="3228">
                  <c:v>7.5013543144405297</c:v>
                </c:pt>
                <c:pt idx="3229">
                  <c:v>7.5080857067989504</c:v>
                </c:pt>
                <c:pt idx="3230">
                  <c:v>7.4728529174398002</c:v>
                </c:pt>
                <c:pt idx="3231">
                  <c:v>7.3701782346397602</c:v>
                </c:pt>
                <c:pt idx="3232">
                  <c:v>7.3100302919611497</c:v>
                </c:pt>
                <c:pt idx="3233">
                  <c:v>7.3842114708817199</c:v>
                </c:pt>
                <c:pt idx="3234">
                  <c:v>7.3869022748188398</c:v>
                </c:pt>
                <c:pt idx="3235">
                  <c:v>7.3392907684864799</c:v>
                </c:pt>
                <c:pt idx="3236">
                  <c:v>7.31907203018599</c:v>
                </c:pt>
                <c:pt idx="3237">
                  <c:v>7.3240861184564396</c:v>
                </c:pt>
                <c:pt idx="3238">
                  <c:v>7.4634720512503598</c:v>
                </c:pt>
                <c:pt idx="3239">
                  <c:v>7.5127393008580201</c:v>
                </c:pt>
                <c:pt idx="3240">
                  <c:v>7.4954569235890602</c:v>
                </c:pt>
                <c:pt idx="3241">
                  <c:v>7.4330742601278201</c:v>
                </c:pt>
                <c:pt idx="3242">
                  <c:v>7.3885817560097298</c:v>
                </c:pt>
                <c:pt idx="3243">
                  <c:v>7.31154437432106</c:v>
                </c:pt>
                <c:pt idx="3244">
                  <c:v>7.1523779756239598</c:v>
                </c:pt>
                <c:pt idx="3245">
                  <c:v>7.0229552032344502</c:v>
                </c:pt>
                <c:pt idx="3246">
                  <c:v>6.9959104285455096</c:v>
                </c:pt>
                <c:pt idx="3247">
                  <c:v>7.09383316414484</c:v>
                </c:pt>
                <c:pt idx="3248">
                  <c:v>7.1500435539569596</c:v>
                </c:pt>
                <c:pt idx="3249">
                  <c:v>7.1933230496726601</c:v>
                </c:pt>
                <c:pt idx="3250">
                  <c:v>7.1853327413107397</c:v>
                </c:pt>
                <c:pt idx="3251">
                  <c:v>7.1890034296359904</c:v>
                </c:pt>
                <c:pt idx="3252">
                  <c:v>7.2821399865794101</c:v>
                </c:pt>
                <c:pt idx="3253">
                  <c:v>7.2979697411823503</c:v>
                </c:pt>
                <c:pt idx="3254">
                  <c:v>7.2503025207010001</c:v>
                </c:pt>
                <c:pt idx="3255">
                  <c:v>7.1813350791374404</c:v>
                </c:pt>
                <c:pt idx="3256">
                  <c:v>7.0748345628958598</c:v>
                </c:pt>
                <c:pt idx="3257">
                  <c:v>7.0779496614187298</c:v>
                </c:pt>
                <c:pt idx="3258">
                  <c:v>7.1182756041108401</c:v>
                </c:pt>
                <c:pt idx="3259">
                  <c:v>7.0565444685060204</c:v>
                </c:pt>
                <c:pt idx="3260">
                  <c:v>6.9982091248665803</c:v>
                </c:pt>
                <c:pt idx="3261">
                  <c:v>6.9899593713389301</c:v>
                </c:pt>
                <c:pt idx="3262">
                  <c:v>7.0218245304484599</c:v>
                </c:pt>
                <c:pt idx="3263">
                  <c:v>7.20816102302879</c:v>
                </c:pt>
                <c:pt idx="3264">
                  <c:v>7.2553761803178896</c:v>
                </c:pt>
                <c:pt idx="3265">
                  <c:v>7.2888113058256101</c:v>
                </c:pt>
                <c:pt idx="3266">
                  <c:v>7.2136800188106198</c:v>
                </c:pt>
                <c:pt idx="3267">
                  <c:v>7.2055101656067304</c:v>
                </c:pt>
                <c:pt idx="3268">
                  <c:v>7.1409441439511401</c:v>
                </c:pt>
                <c:pt idx="3269">
                  <c:v>7.1003482504745801</c:v>
                </c:pt>
                <c:pt idx="3270">
                  <c:v>7.1036571161771302</c:v>
                </c:pt>
                <c:pt idx="3271">
                  <c:v>7.1122252631266898</c:v>
                </c:pt>
                <c:pt idx="3272">
                  <c:v>7.1157676766852704</c:v>
                </c:pt>
                <c:pt idx="3273">
                  <c:v>7.1157676766852704</c:v>
                </c:pt>
                <c:pt idx="3274">
                  <c:v>7.1563096233962504</c:v>
                </c:pt>
                <c:pt idx="3275">
                  <c:v>7.2241613413644403</c:v>
                </c:pt>
                <c:pt idx="3276">
                  <c:v>7.19500468219195</c:v>
                </c:pt>
                <c:pt idx="3277">
                  <c:v>7.2583083971053304</c:v>
                </c:pt>
                <c:pt idx="3278">
                  <c:v>7.2722581276895797</c:v>
                </c:pt>
                <c:pt idx="3279">
                  <c:v>7.3549417652559503</c:v>
                </c:pt>
                <c:pt idx="3280">
                  <c:v>7.3377200896543098</c:v>
                </c:pt>
                <c:pt idx="3281">
                  <c:v>7.3337361434090802</c:v>
                </c:pt>
                <c:pt idx="3282">
                  <c:v>7.3410391802385702</c:v>
                </c:pt>
                <c:pt idx="3283">
                  <c:v>7.4223716218377502</c:v>
                </c:pt>
                <c:pt idx="3284">
                  <c:v>7.4558547556860297</c:v>
                </c:pt>
                <c:pt idx="3285">
                  <c:v>7.4542028647881402</c:v>
                </c:pt>
                <c:pt idx="3286">
                  <c:v>7.3578972348587097</c:v>
                </c:pt>
                <c:pt idx="3287">
                  <c:v>7.3801116229350701</c:v>
                </c:pt>
                <c:pt idx="3288">
                  <c:v>7.3801116229350701</c:v>
                </c:pt>
                <c:pt idx="3289">
                  <c:v>7.3027644947644701</c:v>
                </c:pt>
                <c:pt idx="3290">
                  <c:v>7.30382560708345</c:v>
                </c:pt>
                <c:pt idx="3291">
                  <c:v>7.5911705117814696</c:v>
                </c:pt>
                <c:pt idx="3292">
                  <c:v>7.7505523504836296</c:v>
                </c:pt>
                <c:pt idx="3293">
                  <c:v>7.7505523504836296</c:v>
                </c:pt>
                <c:pt idx="3294">
                  <c:v>7.5989546996520003</c:v>
                </c:pt>
                <c:pt idx="3295">
                  <c:v>7.56345393830237</c:v>
                </c:pt>
                <c:pt idx="3296">
                  <c:v>7.5797371797023096</c:v>
                </c:pt>
                <c:pt idx="3297">
                  <c:v>7.6884864186829702</c:v>
                </c:pt>
                <c:pt idx="3298">
                  <c:v>7.7638864871695699</c:v>
                </c:pt>
                <c:pt idx="3299">
                  <c:v>7.7062388892068903</c:v>
                </c:pt>
                <c:pt idx="3300">
                  <c:v>7.6902843736631299</c:v>
                </c:pt>
                <c:pt idx="3301">
                  <c:v>7.6377537804898603</c:v>
                </c:pt>
                <c:pt idx="3302">
                  <c:v>7.55699001945045</c:v>
                </c:pt>
                <c:pt idx="3303">
                  <c:v>7.4489674082305903</c:v>
                </c:pt>
                <c:pt idx="3304">
                  <c:v>7.4706900085319301</c:v>
                </c:pt>
                <c:pt idx="3305">
                  <c:v>7.4142446321433599</c:v>
                </c:pt>
                <c:pt idx="3306">
                  <c:v>7.5399920430634504</c:v>
                </c:pt>
                <c:pt idx="3307">
                  <c:v>7.5081835244361796</c:v>
                </c:pt>
                <c:pt idx="3308">
                  <c:v>7.4551571783350603</c:v>
                </c:pt>
                <c:pt idx="3309">
                  <c:v>7.4296638979466598</c:v>
                </c:pt>
                <c:pt idx="3310">
                  <c:v>7.3526441593694898</c:v>
                </c:pt>
                <c:pt idx="3311">
                  <c:v>7.3526441593694898</c:v>
                </c:pt>
                <c:pt idx="3312">
                  <c:v>7.3848094878140298</c:v>
                </c:pt>
                <c:pt idx="3313">
                  <c:v>7.3780207005309597</c:v>
                </c:pt>
                <c:pt idx="3314">
                  <c:v>7.34603562634664</c:v>
                </c:pt>
                <c:pt idx="3315">
                  <c:v>7.3801735550782102</c:v>
                </c:pt>
                <c:pt idx="3316">
                  <c:v>7.4528595147156897</c:v>
                </c:pt>
                <c:pt idx="3317">
                  <c:v>7.4626445717790801</c:v>
                </c:pt>
                <c:pt idx="3318">
                  <c:v>7.3367279939365702</c:v>
                </c:pt>
                <c:pt idx="3319">
                  <c:v>7.3223712223186697</c:v>
                </c:pt>
                <c:pt idx="3320">
                  <c:v>7.2372876219627198</c:v>
                </c:pt>
                <c:pt idx="3321">
                  <c:v>7.21570850829315</c:v>
                </c:pt>
                <c:pt idx="3322">
                  <c:v>7.21570850829315</c:v>
                </c:pt>
                <c:pt idx="3323">
                  <c:v>7.33892648761283</c:v>
                </c:pt>
                <c:pt idx="3324">
                  <c:v>7.21359510108213</c:v>
                </c:pt>
                <c:pt idx="3325">
                  <c:v>7.2404293110627398</c:v>
                </c:pt>
                <c:pt idx="3326">
                  <c:v>7.1847224958109299</c:v>
                </c:pt>
                <c:pt idx="3327">
                  <c:v>7.1847224958109299</c:v>
                </c:pt>
                <c:pt idx="3328">
                  <c:v>7.1945454592532201</c:v>
                </c:pt>
                <c:pt idx="3329">
                  <c:v>7.2192666032513602</c:v>
                </c:pt>
                <c:pt idx="3330">
                  <c:v>7.1633660962977004</c:v>
                </c:pt>
                <c:pt idx="3331">
                  <c:v>7.0564576674842696</c:v>
                </c:pt>
                <c:pt idx="3332">
                  <c:v>6.9283050816707501</c:v>
                </c:pt>
                <c:pt idx="3333">
                  <c:v>6.9283050816707501</c:v>
                </c:pt>
                <c:pt idx="3334">
                  <c:v>6.9133253014013203</c:v>
                </c:pt>
                <c:pt idx="3335">
                  <c:v>6.8781833376456101</c:v>
                </c:pt>
                <c:pt idx="3336">
                  <c:v>6.8221946158820996</c:v>
                </c:pt>
                <c:pt idx="3337">
                  <c:v>6.8996433893755702</c:v>
                </c:pt>
                <c:pt idx="3338">
                  <c:v>6.9419408617471499</c:v>
                </c:pt>
                <c:pt idx="3339">
                  <c:v>6.88992300987554</c:v>
                </c:pt>
                <c:pt idx="3340">
                  <c:v>6.9393593772757001</c:v>
                </c:pt>
                <c:pt idx="3341">
                  <c:v>6.9749451480013001</c:v>
                </c:pt>
                <c:pt idx="3342">
                  <c:v>6.9852705271501403</c:v>
                </c:pt>
                <c:pt idx="3343">
                  <c:v>6.9256146919808597</c:v>
                </c:pt>
                <c:pt idx="3344">
                  <c:v>6.8945211869559797</c:v>
                </c:pt>
                <c:pt idx="3345">
                  <c:v>6.8795432613916896</c:v>
                </c:pt>
                <c:pt idx="3346">
                  <c:v>6.8551549680066</c:v>
                </c:pt>
                <c:pt idx="3347">
                  <c:v>6.8193331641238002</c:v>
                </c:pt>
                <c:pt idx="3348">
                  <c:v>6.9224162364263799</c:v>
                </c:pt>
                <c:pt idx="3349">
                  <c:v>6.9412594398704197</c:v>
                </c:pt>
                <c:pt idx="3350">
                  <c:v>6.9252259175628401</c:v>
                </c:pt>
                <c:pt idx="3351">
                  <c:v>6.8559775135310499</c:v>
                </c:pt>
                <c:pt idx="3352">
                  <c:v>6.8387545026971299</c:v>
                </c:pt>
                <c:pt idx="3353">
                  <c:v>6.85307992180058</c:v>
                </c:pt>
                <c:pt idx="3354">
                  <c:v>6.8132933978414698</c:v>
                </c:pt>
                <c:pt idx="3355">
                  <c:v>6.7570934767039397</c:v>
                </c:pt>
                <c:pt idx="3356">
                  <c:v>6.7656598304856699</c:v>
                </c:pt>
                <c:pt idx="3357">
                  <c:v>6.76881048071309</c:v>
                </c:pt>
                <c:pt idx="3358">
                  <c:v>6.7915366261054402</c:v>
                </c:pt>
                <c:pt idx="3359">
                  <c:v>6.83160575593626</c:v>
                </c:pt>
                <c:pt idx="3360">
                  <c:v>6.8859788013041898</c:v>
                </c:pt>
                <c:pt idx="3361">
                  <c:v>6.93940869784036</c:v>
                </c:pt>
                <c:pt idx="3362">
                  <c:v>7.0946234298612101</c:v>
                </c:pt>
                <c:pt idx="3363">
                  <c:v>7.0801353233987099</c:v>
                </c:pt>
                <c:pt idx="3364">
                  <c:v>7.0763732472167797</c:v>
                </c:pt>
                <c:pt idx="3365">
                  <c:v>7.0422259155617599</c:v>
                </c:pt>
                <c:pt idx="3366">
                  <c:v>6.98596476873184</c:v>
                </c:pt>
                <c:pt idx="3367">
                  <c:v>6.9938512903227696</c:v>
                </c:pt>
                <c:pt idx="3368">
                  <c:v>6.9568139766191299</c:v>
                </c:pt>
                <c:pt idx="3369">
                  <c:v>7.0527741214284196</c:v>
                </c:pt>
                <c:pt idx="3370">
                  <c:v>7.13277841495968</c:v>
                </c:pt>
                <c:pt idx="3371">
                  <c:v>7.1763852974588698</c:v>
                </c:pt>
                <c:pt idx="3372">
                  <c:v>7.1580040589977996</c:v>
                </c:pt>
                <c:pt idx="3373">
                  <c:v>7.1413038787607004</c:v>
                </c:pt>
                <c:pt idx="3374">
                  <c:v>7.2260588889183399</c:v>
                </c:pt>
                <c:pt idx="3375">
                  <c:v>7.2746645818631599</c:v>
                </c:pt>
                <c:pt idx="3376">
                  <c:v>7.2307502638313901</c:v>
                </c:pt>
                <c:pt idx="3377">
                  <c:v>7.1691274074554601</c:v>
                </c:pt>
                <c:pt idx="3378">
                  <c:v>7.1384938759759002</c:v>
                </c:pt>
                <c:pt idx="3379">
                  <c:v>7.08134449618787</c:v>
                </c:pt>
                <c:pt idx="3380">
                  <c:v>7.0341387424420097</c:v>
                </c:pt>
                <c:pt idx="3381">
                  <c:v>6.96313221222709</c:v>
                </c:pt>
                <c:pt idx="3382">
                  <c:v>6.9129725595783897</c:v>
                </c:pt>
                <c:pt idx="3383">
                  <c:v>6.9129725595783897</c:v>
                </c:pt>
                <c:pt idx="3384">
                  <c:v>6.9238062476908997</c:v>
                </c:pt>
                <c:pt idx="3385">
                  <c:v>6.8930796573945701</c:v>
                </c:pt>
                <c:pt idx="3386">
                  <c:v>6.7925258434262696</c:v>
                </c:pt>
                <c:pt idx="3387">
                  <c:v>6.7476702925445897</c:v>
                </c:pt>
                <c:pt idx="3388">
                  <c:v>6.7885588919385702</c:v>
                </c:pt>
                <c:pt idx="3389">
                  <c:v>6.7781968601605804</c:v>
                </c:pt>
                <c:pt idx="3390">
                  <c:v>6.7749288264155796</c:v>
                </c:pt>
                <c:pt idx="3391">
                  <c:v>6.7542328300515901</c:v>
                </c:pt>
                <c:pt idx="3392">
                  <c:v>6.7736529637959801</c:v>
                </c:pt>
                <c:pt idx="3393">
                  <c:v>6.69966194799514</c:v>
                </c:pt>
                <c:pt idx="3394">
                  <c:v>6.6914654905266797</c:v>
                </c:pt>
                <c:pt idx="3395">
                  <c:v>6.6695031555652404</c:v>
                </c:pt>
                <c:pt idx="3396">
                  <c:v>6.6613129576766203</c:v>
                </c:pt>
                <c:pt idx="3397">
                  <c:v>6.6960548637240098</c:v>
                </c:pt>
                <c:pt idx="3398">
                  <c:v>6.7099760158597404</c:v>
                </c:pt>
                <c:pt idx="3399">
                  <c:v>6.7345946542647503</c:v>
                </c:pt>
                <c:pt idx="3400">
                  <c:v>6.7266258995322001</c:v>
                </c:pt>
                <c:pt idx="3401">
                  <c:v>6.7266258995322001</c:v>
                </c:pt>
                <c:pt idx="3402">
                  <c:v>6.7266258995322001</c:v>
                </c:pt>
                <c:pt idx="3403">
                  <c:v>6.74356911501848</c:v>
                </c:pt>
                <c:pt idx="3404">
                  <c:v>6.6387671307897103</c:v>
                </c:pt>
                <c:pt idx="3405">
                  <c:v>6.5935437543663404</c:v>
                </c:pt>
                <c:pt idx="3406">
                  <c:v>6.5867394975407896</c:v>
                </c:pt>
                <c:pt idx="3407">
                  <c:v>6.5529058652534902</c:v>
                </c:pt>
                <c:pt idx="3408">
                  <c:v>6.5834009174060197</c:v>
                </c:pt>
                <c:pt idx="3409">
                  <c:v>6.5762961364563699</c:v>
                </c:pt>
                <c:pt idx="3410">
                  <c:v>6.6658586327015801</c:v>
                </c:pt>
                <c:pt idx="3411">
                  <c:v>6.4452828676340204</c:v>
                </c:pt>
                <c:pt idx="3412">
                  <c:v>6.4152633474527301</c:v>
                </c:pt>
                <c:pt idx="3413">
                  <c:v>6.4152633474527301</c:v>
                </c:pt>
                <c:pt idx="3414">
                  <c:v>6.3762359318222499</c:v>
                </c:pt>
                <c:pt idx="3415">
                  <c:v>6.3298025197162398</c:v>
                </c:pt>
                <c:pt idx="3416">
                  <c:v>6.4533019384391004</c:v>
                </c:pt>
                <c:pt idx="3417">
                  <c:v>6.4155330420096197</c:v>
                </c:pt>
                <c:pt idx="3418">
                  <c:v>6.4607725454749998</c:v>
                </c:pt>
                <c:pt idx="3419">
                  <c:v>6.4536011338687098</c:v>
                </c:pt>
                <c:pt idx="3420">
                  <c:v>6.5505514412264798</c:v>
                </c:pt>
                <c:pt idx="3421">
                  <c:v>6.5804564256222404</c:v>
                </c:pt>
                <c:pt idx="3422">
                  <c:v>6.5554809327180399</c:v>
                </c:pt>
                <c:pt idx="3423">
                  <c:v>6.5607776112659302</c:v>
                </c:pt>
                <c:pt idx="3424">
                  <c:v>6.5914760159596701</c:v>
                </c:pt>
                <c:pt idx="3425">
                  <c:v>6.5624707526401203</c:v>
                </c:pt>
                <c:pt idx="3426">
                  <c:v>6.5709803135987102</c:v>
                </c:pt>
                <c:pt idx="3427">
                  <c:v>6.52102610185438</c:v>
                </c:pt>
                <c:pt idx="3428">
                  <c:v>6.5339289906489597</c:v>
                </c:pt>
                <c:pt idx="3429">
                  <c:v>6.4967549069007697</c:v>
                </c:pt>
                <c:pt idx="3430">
                  <c:v>6.5106265273195802</c:v>
                </c:pt>
                <c:pt idx="3431">
                  <c:v>6.5251761313812304</c:v>
                </c:pt>
                <c:pt idx="3432">
                  <c:v>6.4980511161108003</c:v>
                </c:pt>
                <c:pt idx="3433">
                  <c:v>6.4980511161108003</c:v>
                </c:pt>
                <c:pt idx="3434">
                  <c:v>6.4796047772098504</c:v>
                </c:pt>
                <c:pt idx="3435">
                  <c:v>6.4156870506895904</c:v>
                </c:pt>
                <c:pt idx="3436">
                  <c:v>6.39055761030128</c:v>
                </c:pt>
                <c:pt idx="3437">
                  <c:v>6.3620749510892098</c:v>
                </c:pt>
                <c:pt idx="3438">
                  <c:v>6.3233127042610597</c:v>
                </c:pt>
                <c:pt idx="3439">
                  <c:v>6.2761524047370498</c:v>
                </c:pt>
                <c:pt idx="3440">
                  <c:v>6.3364632898682798</c:v>
                </c:pt>
                <c:pt idx="3441">
                  <c:v>6.3852542447390297</c:v>
                </c:pt>
                <c:pt idx="3442">
                  <c:v>6.3919606347327198</c:v>
                </c:pt>
                <c:pt idx="3443">
                  <c:v>6.3840235788657704</c:v>
                </c:pt>
                <c:pt idx="3444">
                  <c:v>6.4597092371292302</c:v>
                </c:pt>
                <c:pt idx="3445">
                  <c:v>6.43672892816938</c:v>
                </c:pt>
                <c:pt idx="3446">
                  <c:v>6.5747163656766396</c:v>
                </c:pt>
                <c:pt idx="3447">
                  <c:v>6.6374456362843599</c:v>
                </c:pt>
                <c:pt idx="3448">
                  <c:v>6.6374456362843599</c:v>
                </c:pt>
                <c:pt idx="3449">
                  <c:v>6.7485009504337796</c:v>
                </c:pt>
                <c:pt idx="3450">
                  <c:v>6.8034893405269399</c:v>
                </c:pt>
                <c:pt idx="3451">
                  <c:v>6.68229041459655</c:v>
                </c:pt>
                <c:pt idx="3452">
                  <c:v>6.63970217466672</c:v>
                </c:pt>
                <c:pt idx="3453">
                  <c:v>6.63970217466672</c:v>
                </c:pt>
                <c:pt idx="3454">
                  <c:v>6.6162644136007298</c:v>
                </c:pt>
                <c:pt idx="3455">
                  <c:v>6.6537671850227698</c:v>
                </c:pt>
                <c:pt idx="3456">
                  <c:v>6.7668118159348696</c:v>
                </c:pt>
                <c:pt idx="3457">
                  <c:v>6.7001118043989099</c:v>
                </c:pt>
                <c:pt idx="3458">
                  <c:v>6.7001118043989099</c:v>
                </c:pt>
                <c:pt idx="3459">
                  <c:v>6.7407009518263497</c:v>
                </c:pt>
                <c:pt idx="3460">
                  <c:v>6.9414050319167204</c:v>
                </c:pt>
                <c:pt idx="3461">
                  <c:v>7.0078103989442004</c:v>
                </c:pt>
                <c:pt idx="3462">
                  <c:v>6.9875998672501796</c:v>
                </c:pt>
                <c:pt idx="3463">
                  <c:v>6.9354342210054201</c:v>
                </c:pt>
                <c:pt idx="3464">
                  <c:v>6.9953464866271702</c:v>
                </c:pt>
                <c:pt idx="3465">
                  <c:v>7.0015408460102098</c:v>
                </c:pt>
                <c:pt idx="3466">
                  <c:v>6.9277311526072296</c:v>
                </c:pt>
                <c:pt idx="3467">
                  <c:v>6.8439165654675804</c:v>
                </c:pt>
                <c:pt idx="3468">
                  <c:v>6.8602408669895203</c:v>
                </c:pt>
                <c:pt idx="3469">
                  <c:v>6.8631705635032203</c:v>
                </c:pt>
                <c:pt idx="3470">
                  <c:v>6.9280230374297398</c:v>
                </c:pt>
                <c:pt idx="3471">
                  <c:v>6.9280230374297398</c:v>
                </c:pt>
                <c:pt idx="3472">
                  <c:v>6.9449495904368197</c:v>
                </c:pt>
                <c:pt idx="3473">
                  <c:v>6.9739944079132803</c:v>
                </c:pt>
                <c:pt idx="3474">
                  <c:v>7.0393432958680702</c:v>
                </c:pt>
                <c:pt idx="3475">
                  <c:v>7.1793583001805503</c:v>
                </c:pt>
                <c:pt idx="3476">
                  <c:v>7.10429311319084</c:v>
                </c:pt>
                <c:pt idx="3477">
                  <c:v>7.0066355203823898</c:v>
                </c:pt>
                <c:pt idx="3478">
                  <c:v>7.0177018315113999</c:v>
                </c:pt>
                <c:pt idx="3479">
                  <c:v>7.0025532719658301</c:v>
                </c:pt>
                <c:pt idx="3480">
                  <c:v>7.0644952263202399</c:v>
                </c:pt>
                <c:pt idx="3481">
                  <c:v>7.10629904075767</c:v>
                </c:pt>
                <c:pt idx="3482">
                  <c:v>7.1311989114937804</c:v>
                </c:pt>
                <c:pt idx="3483">
                  <c:v>7.1311989114937804</c:v>
                </c:pt>
                <c:pt idx="3484">
                  <c:v>7.06632525452018</c:v>
                </c:pt>
                <c:pt idx="3485">
                  <c:v>7.0627331474320103</c:v>
                </c:pt>
                <c:pt idx="3486">
                  <c:v>6.9809364565602499</c:v>
                </c:pt>
                <c:pt idx="3487">
                  <c:v>6.9804545425139199</c:v>
                </c:pt>
                <c:pt idx="3488">
                  <c:v>6.9055334609370602</c:v>
                </c:pt>
                <c:pt idx="3489">
                  <c:v>6.9591487187058796</c:v>
                </c:pt>
                <c:pt idx="3490">
                  <c:v>6.9525523805657601</c:v>
                </c:pt>
                <c:pt idx="3491">
                  <c:v>6.9225463011955304</c:v>
                </c:pt>
                <c:pt idx="3492">
                  <c:v>6.9614013963926196</c:v>
                </c:pt>
                <c:pt idx="3493">
                  <c:v>6.9614013963926196</c:v>
                </c:pt>
                <c:pt idx="3494">
                  <c:v>6.9759085168761699</c:v>
                </c:pt>
                <c:pt idx="3495">
                  <c:v>6.9772763551500399</c:v>
                </c:pt>
                <c:pt idx="3496">
                  <c:v>6.94630160416619</c:v>
                </c:pt>
                <c:pt idx="3497">
                  <c:v>6.9113291984903498</c:v>
                </c:pt>
                <c:pt idx="3498">
                  <c:v>6.9358590445921902</c:v>
                </c:pt>
                <c:pt idx="3499">
                  <c:v>6.95239982622941</c:v>
                </c:pt>
                <c:pt idx="3500">
                  <c:v>6.9434250005864504</c:v>
                </c:pt>
                <c:pt idx="3501">
                  <c:v>6.9181643527196801</c:v>
                </c:pt>
                <c:pt idx="3502">
                  <c:v>6.9274088931317399</c:v>
                </c:pt>
                <c:pt idx="3503">
                  <c:v>6.9717209120907198</c:v>
                </c:pt>
                <c:pt idx="3504">
                  <c:v>6.9556105534518604</c:v>
                </c:pt>
                <c:pt idx="3505">
                  <c:v>6.9471393478551002</c:v>
                </c:pt>
                <c:pt idx="3506">
                  <c:v>6.9033217519087797</c:v>
                </c:pt>
                <c:pt idx="3507">
                  <c:v>6.8329039841320203</c:v>
                </c:pt>
                <c:pt idx="3508">
                  <c:v>6.8545987083273703</c:v>
                </c:pt>
                <c:pt idx="3509">
                  <c:v>6.7755628226828497</c:v>
                </c:pt>
                <c:pt idx="3510">
                  <c:v>6.7573820424880502</c:v>
                </c:pt>
                <c:pt idx="3511">
                  <c:v>6.7242953319307004</c:v>
                </c:pt>
                <c:pt idx="3512">
                  <c:v>6.6852031245381802</c:v>
                </c:pt>
                <c:pt idx="3513">
                  <c:v>6.7244786419512801</c:v>
                </c:pt>
                <c:pt idx="3514">
                  <c:v>6.7212000404358099</c:v>
                </c:pt>
                <c:pt idx="3515">
                  <c:v>6.70745503048839</c:v>
                </c:pt>
                <c:pt idx="3516">
                  <c:v>6.7304101430296202</c:v>
                </c:pt>
                <c:pt idx="3517">
                  <c:v>6.6969084331542303</c:v>
                </c:pt>
                <c:pt idx="3518">
                  <c:v>6.7124657864594202</c:v>
                </c:pt>
                <c:pt idx="3519">
                  <c:v>6.7336989190581198</c:v>
                </c:pt>
                <c:pt idx="3520">
                  <c:v>6.7943219222997504</c:v>
                </c:pt>
                <c:pt idx="3521">
                  <c:v>6.8131957828499496</c:v>
                </c:pt>
                <c:pt idx="3522">
                  <c:v>6.7637684186444202</c:v>
                </c:pt>
                <c:pt idx="3523">
                  <c:v>6.7657840803538098</c:v>
                </c:pt>
                <c:pt idx="3524">
                  <c:v>6.7446852231603698</c:v>
                </c:pt>
                <c:pt idx="3525">
                  <c:v>6.6851944106694203</c:v>
                </c:pt>
                <c:pt idx="3526">
                  <c:v>6.7112380962475502</c:v>
                </c:pt>
                <c:pt idx="3527">
                  <c:v>6.7197432907325201</c:v>
                </c:pt>
                <c:pt idx="3528">
                  <c:v>6.7212280090045899</c:v>
                </c:pt>
                <c:pt idx="3529">
                  <c:v>6.66782297094211</c:v>
                </c:pt>
                <c:pt idx="3530">
                  <c:v>6.6451379030949003</c:v>
                </c:pt>
                <c:pt idx="3531">
                  <c:v>6.6617441036024303</c:v>
                </c:pt>
                <c:pt idx="3532">
                  <c:v>6.6073063899166504</c:v>
                </c:pt>
                <c:pt idx="3533">
                  <c:v>6.6073063899166504</c:v>
                </c:pt>
                <c:pt idx="3534">
                  <c:v>6.6320226524347801</c:v>
                </c:pt>
                <c:pt idx="3535">
                  <c:v>6.6650411386322803</c:v>
                </c:pt>
                <c:pt idx="3536">
                  <c:v>6.6599267770840296</c:v>
                </c:pt>
                <c:pt idx="3537">
                  <c:v>6.7133062804439003</c:v>
                </c:pt>
                <c:pt idx="3538">
                  <c:v>6.7524070407979799</c:v>
                </c:pt>
                <c:pt idx="3539">
                  <c:v>6.7799410506925701</c:v>
                </c:pt>
                <c:pt idx="3540">
                  <c:v>6.8131349997238804</c:v>
                </c:pt>
                <c:pt idx="3541">
                  <c:v>6.8162847275351703</c:v>
                </c:pt>
                <c:pt idx="3542">
                  <c:v>6.8542509167279801</c:v>
                </c:pt>
                <c:pt idx="3543">
                  <c:v>6.8167380039009702</c:v>
                </c:pt>
                <c:pt idx="3544">
                  <c:v>6.8296142605032903</c:v>
                </c:pt>
                <c:pt idx="3545">
                  <c:v>6.8896216158370596</c:v>
                </c:pt>
                <c:pt idx="3546">
                  <c:v>7.0276138388849798</c:v>
                </c:pt>
                <c:pt idx="3547">
                  <c:v>7.0074879088597601</c:v>
                </c:pt>
                <c:pt idx="3548">
                  <c:v>7.0074879088597601</c:v>
                </c:pt>
                <c:pt idx="3549">
                  <c:v>6.93871417597886</c:v>
                </c:pt>
                <c:pt idx="3550">
                  <c:v>6.9356510080634601</c:v>
                </c:pt>
                <c:pt idx="3551">
                  <c:v>6.9684532081199801</c:v>
                </c:pt>
                <c:pt idx="3552">
                  <c:v>6.9620915901561</c:v>
                </c:pt>
                <c:pt idx="3553">
                  <c:v>6.9620915901561</c:v>
                </c:pt>
                <c:pt idx="3554">
                  <c:v>7.0121566776358204</c:v>
                </c:pt>
                <c:pt idx="3555">
                  <c:v>7.0143180728325403</c:v>
                </c:pt>
                <c:pt idx="3556">
                  <c:v>6.9424721703432404</c:v>
                </c:pt>
                <c:pt idx="3557">
                  <c:v>6.8793260033708403</c:v>
                </c:pt>
                <c:pt idx="3558">
                  <c:v>6.9283579512559896</c:v>
                </c:pt>
                <c:pt idx="3559">
                  <c:v>6.8663062777992296</c:v>
                </c:pt>
                <c:pt idx="3560">
                  <c:v>6.8731628969392498</c:v>
                </c:pt>
                <c:pt idx="3561">
                  <c:v>6.8581120210522402</c:v>
                </c:pt>
                <c:pt idx="3562">
                  <c:v>6.851566282327</c:v>
                </c:pt>
                <c:pt idx="3563">
                  <c:v>6.53870295466628</c:v>
                </c:pt>
                <c:pt idx="3564">
                  <c:v>6.7941112630035896</c:v>
                </c:pt>
                <c:pt idx="3565">
                  <c:v>6.7701451239414796</c:v>
                </c:pt>
                <c:pt idx="3566">
                  <c:v>6.6938108859998904</c:v>
                </c:pt>
                <c:pt idx="3567">
                  <c:v>6.7033771655698198</c:v>
                </c:pt>
                <c:pt idx="3568">
                  <c:v>6.74521365030078</c:v>
                </c:pt>
                <c:pt idx="3569">
                  <c:v>6.7409185721085398</c:v>
                </c:pt>
                <c:pt idx="3570">
                  <c:v>6.7377294220685204</c:v>
                </c:pt>
                <c:pt idx="3571">
                  <c:v>6.7840470760362104</c:v>
                </c:pt>
                <c:pt idx="3572">
                  <c:v>6.7840470760362104</c:v>
                </c:pt>
                <c:pt idx="3573">
                  <c:v>6.8358699221407697</c:v>
                </c:pt>
                <c:pt idx="3574">
                  <c:v>6.9373723562428902</c:v>
                </c:pt>
                <c:pt idx="3575">
                  <c:v>6.88665087198157</c:v>
                </c:pt>
                <c:pt idx="3576">
                  <c:v>6.7872563830876897</c:v>
                </c:pt>
                <c:pt idx="3577">
                  <c:v>6.7258818841477703</c:v>
                </c:pt>
                <c:pt idx="3578">
                  <c:v>6.6408461814864301</c:v>
                </c:pt>
                <c:pt idx="3579">
                  <c:v>6.6671795592960299</c:v>
                </c:pt>
                <c:pt idx="3580">
                  <c:v>6.69896986468392</c:v>
                </c:pt>
                <c:pt idx="3581">
                  <c:v>6.7517981584883504</c:v>
                </c:pt>
                <c:pt idx="3582">
                  <c:v>6.7900512336528998</c:v>
                </c:pt>
                <c:pt idx="3583">
                  <c:v>6.7900512336528998</c:v>
                </c:pt>
                <c:pt idx="3584">
                  <c:v>6.7671784819763499</c:v>
                </c:pt>
                <c:pt idx="3585">
                  <c:v>6.7404256342249997</c:v>
                </c:pt>
                <c:pt idx="3586">
                  <c:v>6.7356189737247103</c:v>
                </c:pt>
                <c:pt idx="3587">
                  <c:v>6.7356189737247103</c:v>
                </c:pt>
                <c:pt idx="3588">
                  <c:v>6.7356189737247103</c:v>
                </c:pt>
                <c:pt idx="3589">
                  <c:v>6.7138028376249297</c:v>
                </c:pt>
                <c:pt idx="3590">
                  <c:v>6.6618354163737097</c:v>
                </c:pt>
                <c:pt idx="3591">
                  <c:v>6.6520049485149304</c:v>
                </c:pt>
                <c:pt idx="3592">
                  <c:v>6.6317992015880103</c:v>
                </c:pt>
                <c:pt idx="3593">
                  <c:v>6.6317992015880103</c:v>
                </c:pt>
                <c:pt idx="3594">
                  <c:v>6.62022147893226</c:v>
                </c:pt>
                <c:pt idx="3595">
                  <c:v>6.6435965114242999</c:v>
                </c:pt>
                <c:pt idx="3596">
                  <c:v>6.6133970459362397</c:v>
                </c:pt>
                <c:pt idx="3597">
                  <c:v>6.6296560250757697</c:v>
                </c:pt>
                <c:pt idx="3598">
                  <c:v>6.6823008969441702</c:v>
                </c:pt>
                <c:pt idx="3599">
                  <c:v>6.7270333389428698</c:v>
                </c:pt>
                <c:pt idx="3600">
                  <c:v>6.7212916108299199</c:v>
                </c:pt>
                <c:pt idx="3601">
                  <c:v>6.7727076926674901</c:v>
                </c:pt>
                <c:pt idx="3602">
                  <c:v>6.7971892826542604</c:v>
                </c:pt>
                <c:pt idx="3603">
                  <c:v>6.7925098563250303</c:v>
                </c:pt>
                <c:pt idx="3604">
                  <c:v>6.7753503403668303</c:v>
                </c:pt>
                <c:pt idx="3605">
                  <c:v>6.7310981005674604</c:v>
                </c:pt>
                <c:pt idx="3606">
                  <c:v>6.6850808800676704</c:v>
                </c:pt>
                <c:pt idx="3607">
                  <c:v>6.7076668894510796</c:v>
                </c:pt>
                <c:pt idx="3608">
                  <c:v>6.7162401847477398</c:v>
                </c:pt>
                <c:pt idx="3609">
                  <c:v>6.7361573762529101</c:v>
                </c:pt>
                <c:pt idx="3610">
                  <c:v>6.6863126441612399</c:v>
                </c:pt>
                <c:pt idx="3611">
                  <c:v>6.6603348128567497</c:v>
                </c:pt>
                <c:pt idx="3612">
                  <c:v>6.6810715049080898</c:v>
                </c:pt>
                <c:pt idx="3613">
                  <c:v>6.7791848072978604</c:v>
                </c:pt>
                <c:pt idx="3614">
                  <c:v>6.8029901812814897</c:v>
                </c:pt>
                <c:pt idx="3615">
                  <c:v>6.7838559708818096</c:v>
                </c:pt>
                <c:pt idx="3616">
                  <c:v>6.8543365636903699</c:v>
                </c:pt>
                <c:pt idx="3617">
                  <c:v>6.8539707414342299</c:v>
                </c:pt>
                <c:pt idx="3618">
                  <c:v>6.84001167247445</c:v>
                </c:pt>
                <c:pt idx="3619">
                  <c:v>6.8540739946370701</c:v>
                </c:pt>
                <c:pt idx="3620">
                  <c:v>6.8885149685065903</c:v>
                </c:pt>
                <c:pt idx="3621">
                  <c:v>6.9225714567038903</c:v>
                </c:pt>
                <c:pt idx="3622">
                  <c:v>6.89929926835487</c:v>
                </c:pt>
                <c:pt idx="3623">
                  <c:v>6.9162624128784103</c:v>
                </c:pt>
                <c:pt idx="3624">
                  <c:v>6.94681523574212</c:v>
                </c:pt>
                <c:pt idx="3625">
                  <c:v>6.9565186185558003</c:v>
                </c:pt>
                <c:pt idx="3626">
                  <c:v>6.9223633790144197</c:v>
                </c:pt>
                <c:pt idx="3627">
                  <c:v>6.8883199077139601</c:v>
                </c:pt>
                <c:pt idx="3628">
                  <c:v>6.8705606949732996</c:v>
                </c:pt>
                <c:pt idx="3629">
                  <c:v>6.8791595797683804</c:v>
                </c:pt>
                <c:pt idx="3630">
                  <c:v>6.9414318273200397</c:v>
                </c:pt>
                <c:pt idx="3631">
                  <c:v>7.0543185474404497</c:v>
                </c:pt>
                <c:pt idx="3632">
                  <c:v>7.0893111695140698</c:v>
                </c:pt>
                <c:pt idx="3633">
                  <c:v>7.10299832154793</c:v>
                </c:pt>
                <c:pt idx="3634">
                  <c:v>7.0579502977665003</c:v>
                </c:pt>
                <c:pt idx="3635">
                  <c:v>7.0880957349901204</c:v>
                </c:pt>
                <c:pt idx="3636">
                  <c:v>7.0777531322544096</c:v>
                </c:pt>
                <c:pt idx="3637">
                  <c:v>7.0542477545225397</c:v>
                </c:pt>
                <c:pt idx="3638">
                  <c:v>6.9749280139966601</c:v>
                </c:pt>
                <c:pt idx="3639">
                  <c:v>6.9333475933472704</c:v>
                </c:pt>
                <c:pt idx="3640">
                  <c:v>6.9356477875896996</c:v>
                </c:pt>
                <c:pt idx="3641">
                  <c:v>6.9211169867234599</c:v>
                </c:pt>
                <c:pt idx="3642">
                  <c:v>6.9040586213265298</c:v>
                </c:pt>
                <c:pt idx="3643">
                  <c:v>6.9040586213265298</c:v>
                </c:pt>
                <c:pt idx="3644">
                  <c:v>6.9040586213265298</c:v>
                </c:pt>
                <c:pt idx="3645">
                  <c:v>6.8962192932344903</c:v>
                </c:pt>
                <c:pt idx="3646">
                  <c:v>6.8976646583194299</c:v>
                </c:pt>
                <c:pt idx="3647">
                  <c:v>6.9154134935029399</c:v>
                </c:pt>
                <c:pt idx="3648">
                  <c:v>6.8916871439930896</c:v>
                </c:pt>
                <c:pt idx="3649">
                  <c:v>6.80182496560088</c:v>
                </c:pt>
                <c:pt idx="3650">
                  <c:v>6.7300095002986096</c:v>
                </c:pt>
                <c:pt idx="3651">
                  <c:v>6.7300095002986096</c:v>
                </c:pt>
                <c:pt idx="3652">
                  <c:v>6.7300095002986096</c:v>
                </c:pt>
                <c:pt idx="3653">
                  <c:v>6.7445940549209897</c:v>
                </c:pt>
                <c:pt idx="3654">
                  <c:v>6.7461688720574404</c:v>
                </c:pt>
                <c:pt idx="3655">
                  <c:v>6.7599689643757204</c:v>
                </c:pt>
                <c:pt idx="3656">
                  <c:v>6.72487078866574</c:v>
                </c:pt>
                <c:pt idx="3657">
                  <c:v>6.6677318947058097</c:v>
                </c:pt>
                <c:pt idx="3658">
                  <c:v>6.6931046895262201</c:v>
                </c:pt>
                <c:pt idx="3659">
                  <c:v>6.6319853416653398</c:v>
                </c:pt>
                <c:pt idx="3660">
                  <c:v>6.6048256952642603</c:v>
                </c:pt>
                <c:pt idx="3661">
                  <c:v>6.6614396272000898</c:v>
                </c:pt>
                <c:pt idx="3662">
                  <c:v>6.6657954847893599</c:v>
                </c:pt>
                <c:pt idx="3663">
                  <c:v>6.6461120820029498</c:v>
                </c:pt>
                <c:pt idx="3664">
                  <c:v>6.5937066112755298</c:v>
                </c:pt>
                <c:pt idx="3665">
                  <c:v>6.5909296663746897</c:v>
                </c:pt>
                <c:pt idx="3666">
                  <c:v>6.6307502234112397</c:v>
                </c:pt>
                <c:pt idx="3667">
                  <c:v>6.6257286172164598</c:v>
                </c:pt>
                <c:pt idx="3668">
                  <c:v>6.6555261611255299</c:v>
                </c:pt>
                <c:pt idx="3669">
                  <c:v>6.6565170828840996</c:v>
                </c:pt>
                <c:pt idx="3670">
                  <c:v>6.6985766162775198</c:v>
                </c:pt>
                <c:pt idx="3671">
                  <c:v>6.6741850595426104</c:v>
                </c:pt>
                <c:pt idx="3672">
                  <c:v>6.6587242091238901</c:v>
                </c:pt>
                <c:pt idx="3673">
                  <c:v>6.6532813515602003</c:v>
                </c:pt>
                <c:pt idx="3674">
                  <c:v>6.6532813515602003</c:v>
                </c:pt>
                <c:pt idx="3675">
                  <c:v>6.6345620172656004</c:v>
                </c:pt>
                <c:pt idx="3676">
                  <c:v>6.6943800401667799</c:v>
                </c:pt>
                <c:pt idx="3677">
                  <c:v>6.7084450164669303</c:v>
                </c:pt>
                <c:pt idx="3678">
                  <c:v>6.7143045613224803</c:v>
                </c:pt>
                <c:pt idx="3679">
                  <c:v>6.7852854384561097</c:v>
                </c:pt>
                <c:pt idx="3680">
                  <c:v>6.8242808252395397</c:v>
                </c:pt>
                <c:pt idx="3681">
                  <c:v>6.7663316340861703</c:v>
                </c:pt>
                <c:pt idx="3682">
                  <c:v>6.7619324753474501</c:v>
                </c:pt>
                <c:pt idx="3683">
                  <c:v>6.7619324753474501</c:v>
                </c:pt>
                <c:pt idx="3684">
                  <c:v>6.8233044126453803</c:v>
                </c:pt>
                <c:pt idx="3685">
                  <c:v>6.83066976279681</c:v>
                </c:pt>
                <c:pt idx="3686">
                  <c:v>6.8887557272361102</c:v>
                </c:pt>
                <c:pt idx="3687">
                  <c:v>6.9642159494360003</c:v>
                </c:pt>
                <c:pt idx="3688">
                  <c:v>6.9289299556493003</c:v>
                </c:pt>
                <c:pt idx="3689">
                  <c:v>6.8864797097102901</c:v>
                </c:pt>
                <c:pt idx="3690">
                  <c:v>6.8626641946667899</c:v>
                </c:pt>
                <c:pt idx="3691">
                  <c:v>6.8349739417517101</c:v>
                </c:pt>
                <c:pt idx="3692">
                  <c:v>6.8661197144258699</c:v>
                </c:pt>
                <c:pt idx="3693">
                  <c:v>6.8485953132271797</c:v>
                </c:pt>
                <c:pt idx="3694">
                  <c:v>6.8618302205074704</c:v>
                </c:pt>
                <c:pt idx="3695">
                  <c:v>6.8777628399525703</c:v>
                </c:pt>
                <c:pt idx="3696">
                  <c:v>6.8917649597642301</c:v>
                </c:pt>
                <c:pt idx="3697">
                  <c:v>6.8794050567221801</c:v>
                </c:pt>
                <c:pt idx="3698">
                  <c:v>6.8794050567221801</c:v>
                </c:pt>
                <c:pt idx="3699">
                  <c:v>6.8718598260022699</c:v>
                </c:pt>
                <c:pt idx="3700">
                  <c:v>6.8072141547318497</c:v>
                </c:pt>
                <c:pt idx="3701">
                  <c:v>6.8232470599463602</c:v>
                </c:pt>
                <c:pt idx="3702">
                  <c:v>6.8848783902852704</c:v>
                </c:pt>
                <c:pt idx="3703">
                  <c:v>6.8848783902852704</c:v>
                </c:pt>
                <c:pt idx="3704">
                  <c:v>6.8914281527514403</c:v>
                </c:pt>
                <c:pt idx="3705">
                  <c:v>6.9065021697881601</c:v>
                </c:pt>
                <c:pt idx="3706">
                  <c:v>6.8845536904852098</c:v>
                </c:pt>
                <c:pt idx="3707">
                  <c:v>6.9464832886036296</c:v>
                </c:pt>
                <c:pt idx="3708">
                  <c:v>6.9416323732599698</c:v>
                </c:pt>
                <c:pt idx="3709">
                  <c:v>6.93600519765688</c:v>
                </c:pt>
                <c:pt idx="3710">
                  <c:v>6.8930658653156103</c:v>
                </c:pt>
                <c:pt idx="3711">
                  <c:v>6.9422490543340203</c:v>
                </c:pt>
                <c:pt idx="3712">
                  <c:v>6.9178473223921202</c:v>
                </c:pt>
                <c:pt idx="3713">
                  <c:v>6.9077321603738602</c:v>
                </c:pt>
                <c:pt idx="3714">
                  <c:v>6.9003415747348598</c:v>
                </c:pt>
                <c:pt idx="3715">
                  <c:v>6.9225474924865997</c:v>
                </c:pt>
                <c:pt idx="3716">
                  <c:v>6.9301922802498703</c:v>
                </c:pt>
                <c:pt idx="3717">
                  <c:v>6.9354612694188003</c:v>
                </c:pt>
                <c:pt idx="3718">
                  <c:v>6.9354612694188003</c:v>
                </c:pt>
                <c:pt idx="3719">
                  <c:v>6.8724684394732796</c:v>
                </c:pt>
                <c:pt idx="3720">
                  <c:v>6.8748240481674303</c:v>
                </c:pt>
                <c:pt idx="3721">
                  <c:v>6.8662576474191797</c:v>
                </c:pt>
                <c:pt idx="3722">
                  <c:v>6.8722408628281899</c:v>
                </c:pt>
                <c:pt idx="3723">
                  <c:v>6.8661652242447104</c:v>
                </c:pt>
                <c:pt idx="3724">
                  <c:v>6.89170594185323</c:v>
                </c:pt>
                <c:pt idx="3725">
                  <c:v>6.8977569721788496</c:v>
                </c:pt>
                <c:pt idx="3726">
                  <c:v>6.9159610911247302</c:v>
                </c:pt>
                <c:pt idx="3727">
                  <c:v>6.9445560892015399</c:v>
                </c:pt>
                <c:pt idx="3728">
                  <c:v>6.9614409597132498</c:v>
                </c:pt>
                <c:pt idx="3729">
                  <c:v>6.9925036711872197</c:v>
                </c:pt>
                <c:pt idx="3730">
                  <c:v>6.9857156871014903</c:v>
                </c:pt>
                <c:pt idx="3731">
                  <c:v>6.9758376064396499</c:v>
                </c:pt>
                <c:pt idx="3732">
                  <c:v>6.9758376064396499</c:v>
                </c:pt>
                <c:pt idx="3733">
                  <c:v>6.9891040359326997</c:v>
                </c:pt>
                <c:pt idx="3734">
                  <c:v>7.0106503205184501</c:v>
                </c:pt>
                <c:pt idx="3735">
                  <c:v>7.0563434421252396</c:v>
                </c:pt>
                <c:pt idx="3736">
                  <c:v>7.0627467925803504</c:v>
                </c:pt>
                <c:pt idx="3737">
                  <c:v>7.0729187188397402</c:v>
                </c:pt>
                <c:pt idx="3738">
                  <c:v>7.0845317346975296</c:v>
                </c:pt>
                <c:pt idx="3739">
                  <c:v>7.1196470794583302</c:v>
                </c:pt>
                <c:pt idx="3740">
                  <c:v>7.1461173138022698</c:v>
                </c:pt>
                <c:pt idx="3741">
                  <c:v>7.1590488685790197</c:v>
                </c:pt>
                <c:pt idx="3742">
                  <c:v>7.1337762903839099</c:v>
                </c:pt>
                <c:pt idx="3743">
                  <c:v>7.1367163493286796</c:v>
                </c:pt>
                <c:pt idx="3744">
                  <c:v>7.1367163493286796</c:v>
                </c:pt>
                <c:pt idx="3745">
                  <c:v>7.1387557461987603</c:v>
                </c:pt>
                <c:pt idx="3746">
                  <c:v>7.0904436096679397</c:v>
                </c:pt>
                <c:pt idx="3747">
                  <c:v>7.0971500221059101</c:v>
                </c:pt>
                <c:pt idx="3748">
                  <c:v>7.1339625247371199</c:v>
                </c:pt>
                <c:pt idx="3749">
                  <c:v>7.1288719239324498</c:v>
                </c:pt>
                <c:pt idx="3750">
                  <c:v>7.1263891670362902</c:v>
                </c:pt>
                <c:pt idx="3751">
                  <c:v>7.1032358828244897</c:v>
                </c:pt>
                <c:pt idx="3752">
                  <c:v>7.1169204763621199</c:v>
                </c:pt>
                <c:pt idx="3753">
                  <c:v>7.1169204763621199</c:v>
                </c:pt>
                <c:pt idx="3754">
                  <c:v>7.1007403967186304</c:v>
                </c:pt>
                <c:pt idx="3755">
                  <c:v>7.0775258037190296</c:v>
                </c:pt>
                <c:pt idx="3756">
                  <c:v>7.0527661914420996</c:v>
                </c:pt>
                <c:pt idx="3757">
                  <c:v>7.0496251361629803</c:v>
                </c:pt>
                <c:pt idx="3758">
                  <c:v>7.0409135753843701</c:v>
                </c:pt>
                <c:pt idx="3759">
                  <c:v>7.0547905096568204</c:v>
                </c:pt>
                <c:pt idx="3760">
                  <c:v>7.0926338792667396</c:v>
                </c:pt>
                <c:pt idx="3761">
                  <c:v>7.1060767806147904</c:v>
                </c:pt>
                <c:pt idx="3762">
                  <c:v>7.0909719886997902</c:v>
                </c:pt>
                <c:pt idx="3763">
                  <c:v>7.0789750041964297</c:v>
                </c:pt>
                <c:pt idx="3764">
                  <c:v>7.10362290349748</c:v>
                </c:pt>
                <c:pt idx="3765">
                  <c:v>7.0988342071438302</c:v>
                </c:pt>
                <c:pt idx="3766">
                  <c:v>7.1148678394509597</c:v>
                </c:pt>
                <c:pt idx="3767">
                  <c:v>7.1751745964904696</c:v>
                </c:pt>
                <c:pt idx="3768">
                  <c:v>7.2250765342603804</c:v>
                </c:pt>
                <c:pt idx="3769">
                  <c:v>7.2199824344990402</c:v>
                </c:pt>
                <c:pt idx="3770">
                  <c:v>7.1860407563492403</c:v>
                </c:pt>
                <c:pt idx="3771">
                  <c:v>7.1480587837732603</c:v>
                </c:pt>
                <c:pt idx="3772">
                  <c:v>7.1574233507869698</c:v>
                </c:pt>
                <c:pt idx="3773">
                  <c:v>7.1513468501586503</c:v>
                </c:pt>
                <c:pt idx="3774">
                  <c:v>7.1398475262610601</c:v>
                </c:pt>
                <c:pt idx="3775">
                  <c:v>7.1699811331752201</c:v>
                </c:pt>
                <c:pt idx="3776">
                  <c:v>7.1739301754073299</c:v>
                </c:pt>
                <c:pt idx="3777">
                  <c:v>7.1635434334172103</c:v>
                </c:pt>
                <c:pt idx="3778">
                  <c:v>7.1618142521095498</c:v>
                </c:pt>
                <c:pt idx="3779">
                  <c:v>7.1762342138571098</c:v>
                </c:pt>
                <c:pt idx="3780">
                  <c:v>7.1883354741323897</c:v>
                </c:pt>
                <c:pt idx="3781">
                  <c:v>7.1624062251010603</c:v>
                </c:pt>
                <c:pt idx="3782">
                  <c:v>7.1485380522477504</c:v>
                </c:pt>
                <c:pt idx="3783">
                  <c:v>7.1698218987364104</c:v>
                </c:pt>
                <c:pt idx="3784">
                  <c:v>7.1729850574971197</c:v>
                </c:pt>
                <c:pt idx="3785">
                  <c:v>7.1835290313846096</c:v>
                </c:pt>
                <c:pt idx="3786">
                  <c:v>7.2331738854464396</c:v>
                </c:pt>
                <c:pt idx="3787">
                  <c:v>7.2526597817795304</c:v>
                </c:pt>
                <c:pt idx="3788">
                  <c:v>7.2380512578572702</c:v>
                </c:pt>
                <c:pt idx="3789">
                  <c:v>7.2169214689133598</c:v>
                </c:pt>
                <c:pt idx="3790">
                  <c:v>7.2282883894357104</c:v>
                </c:pt>
                <c:pt idx="3791">
                  <c:v>7.2962670431801504</c:v>
                </c:pt>
                <c:pt idx="3792">
                  <c:v>7.3299223085116303</c:v>
                </c:pt>
                <c:pt idx="3793">
                  <c:v>7.3299223085116303</c:v>
                </c:pt>
                <c:pt idx="3794">
                  <c:v>7.3193519723709199</c:v>
                </c:pt>
                <c:pt idx="3795">
                  <c:v>7.2792276046688498</c:v>
                </c:pt>
                <c:pt idx="3796">
                  <c:v>7.3162134350059604</c:v>
                </c:pt>
                <c:pt idx="3797">
                  <c:v>7.3013123303328697</c:v>
                </c:pt>
                <c:pt idx="3798">
                  <c:v>7.3159534051861801</c:v>
                </c:pt>
                <c:pt idx="3799">
                  <c:v>7.3444781530234602</c:v>
                </c:pt>
                <c:pt idx="3800">
                  <c:v>7.3823136337525304</c:v>
                </c:pt>
                <c:pt idx="3801">
                  <c:v>7.4166086498761299</c:v>
                </c:pt>
                <c:pt idx="3802">
                  <c:v>7.4545634968885599</c:v>
                </c:pt>
                <c:pt idx="3803">
                  <c:v>7.4617142146847701</c:v>
                </c:pt>
                <c:pt idx="3804">
                  <c:v>7.48869219231063</c:v>
                </c:pt>
                <c:pt idx="3805">
                  <c:v>7.4593722722408202</c:v>
                </c:pt>
                <c:pt idx="3806">
                  <c:v>7.4201327063861902</c:v>
                </c:pt>
                <c:pt idx="3807">
                  <c:v>7.46061278148178</c:v>
                </c:pt>
                <c:pt idx="3808">
                  <c:v>7.46061278148178</c:v>
                </c:pt>
                <c:pt idx="3809">
                  <c:v>7.4192850283001102</c:v>
                </c:pt>
                <c:pt idx="3810">
                  <c:v>7.3308588241149</c:v>
                </c:pt>
                <c:pt idx="3811">
                  <c:v>7.3185012670095304</c:v>
                </c:pt>
                <c:pt idx="3812">
                  <c:v>7.3516019089134099</c:v>
                </c:pt>
                <c:pt idx="3813">
                  <c:v>7.3516019089134099</c:v>
                </c:pt>
                <c:pt idx="3814">
                  <c:v>7.3569937195046302</c:v>
                </c:pt>
                <c:pt idx="3815">
                  <c:v>7.3590520906781496</c:v>
                </c:pt>
                <c:pt idx="3816">
                  <c:v>7.3512867748431097</c:v>
                </c:pt>
                <c:pt idx="3817">
                  <c:v>7.3059857124017702</c:v>
                </c:pt>
                <c:pt idx="3818">
                  <c:v>7.31493583311088</c:v>
                </c:pt>
                <c:pt idx="3819">
                  <c:v>7.3316378705800398</c:v>
                </c:pt>
                <c:pt idx="3820">
                  <c:v>7.3593497703063697</c:v>
                </c:pt>
                <c:pt idx="3821">
                  <c:v>7.2764700352015002</c:v>
                </c:pt>
                <c:pt idx="3822">
                  <c:v>7.3263558564876003</c:v>
                </c:pt>
                <c:pt idx="3823">
                  <c:v>7.3436159302978599</c:v>
                </c:pt>
                <c:pt idx="3824">
                  <c:v>7.34363699723695</c:v>
                </c:pt>
                <c:pt idx="3825">
                  <c:v>7.4104923249627097</c:v>
                </c:pt>
                <c:pt idx="3826">
                  <c:v>7.3107690412860498</c:v>
                </c:pt>
                <c:pt idx="3827">
                  <c:v>7.2710072991986197</c:v>
                </c:pt>
                <c:pt idx="3828">
                  <c:v>7.2285952357517704</c:v>
                </c:pt>
                <c:pt idx="3829">
                  <c:v>7.2153418083297902</c:v>
                </c:pt>
                <c:pt idx="3830">
                  <c:v>7.2174790768844401</c:v>
                </c:pt>
                <c:pt idx="3831">
                  <c:v>7.2437203936255701</c:v>
                </c:pt>
                <c:pt idx="3832">
                  <c:v>7.1726432442665997</c:v>
                </c:pt>
                <c:pt idx="3833">
                  <c:v>7.1802842255024997</c:v>
                </c:pt>
                <c:pt idx="3834">
                  <c:v>7.1607494420770603</c:v>
                </c:pt>
                <c:pt idx="3835">
                  <c:v>7.1730586107062599</c:v>
                </c:pt>
                <c:pt idx="3836">
                  <c:v>7.1537424972109704</c:v>
                </c:pt>
                <c:pt idx="3837">
                  <c:v>7.15746024784091</c:v>
                </c:pt>
                <c:pt idx="3838">
                  <c:v>7.1548295267042397</c:v>
                </c:pt>
                <c:pt idx="3839">
                  <c:v>7.1699016997222502</c:v>
                </c:pt>
                <c:pt idx="3840">
                  <c:v>7.1364133056152603</c:v>
                </c:pt>
                <c:pt idx="3841">
                  <c:v>7.0645048133909398</c:v>
                </c:pt>
                <c:pt idx="3842">
                  <c:v>7.0320782263740202</c:v>
                </c:pt>
                <c:pt idx="3843">
                  <c:v>6.9951163442255604</c:v>
                </c:pt>
                <c:pt idx="3844">
                  <c:v>6.9951163442255604</c:v>
                </c:pt>
                <c:pt idx="3845">
                  <c:v>7.0007516605981204</c:v>
                </c:pt>
                <c:pt idx="3846">
                  <c:v>7.0574066714542001</c:v>
                </c:pt>
                <c:pt idx="3847">
                  <c:v>7.0150233293737303</c:v>
                </c:pt>
                <c:pt idx="3848">
                  <c:v>7.0150233293737303</c:v>
                </c:pt>
                <c:pt idx="3849">
                  <c:v>7.0150233293737303</c:v>
                </c:pt>
                <c:pt idx="3850">
                  <c:v>7.0446897517061302</c:v>
                </c:pt>
                <c:pt idx="3851">
                  <c:v>7.0701002299418398</c:v>
                </c:pt>
                <c:pt idx="3852">
                  <c:v>7.09920739645439</c:v>
                </c:pt>
                <c:pt idx="3853">
                  <c:v>7.09920739645439</c:v>
                </c:pt>
                <c:pt idx="3854">
                  <c:v>7.0268782834755301</c:v>
                </c:pt>
                <c:pt idx="3855">
                  <c:v>6.9832551621541299</c:v>
                </c:pt>
                <c:pt idx="3856">
                  <c:v>7.0216960856374602</c:v>
                </c:pt>
                <c:pt idx="3857">
                  <c:v>7.0251005251852998</c:v>
                </c:pt>
                <c:pt idx="3858">
                  <c:v>7.0125973211428798</c:v>
                </c:pt>
                <c:pt idx="3859">
                  <c:v>7.0333940891455704</c:v>
                </c:pt>
                <c:pt idx="3860">
                  <c:v>7.0545537619388599</c:v>
                </c:pt>
                <c:pt idx="3861">
                  <c:v>7.0986612213109099</c:v>
                </c:pt>
                <c:pt idx="3862">
                  <c:v>7.0781305465868103</c:v>
                </c:pt>
                <c:pt idx="3863">
                  <c:v>7.0921359656254097</c:v>
                </c:pt>
                <c:pt idx="3864">
                  <c:v>7.0906991141140301</c:v>
                </c:pt>
                <c:pt idx="3865">
                  <c:v>7.1142281534976499</c:v>
                </c:pt>
                <c:pt idx="3866">
                  <c:v>7.1118764545765298</c:v>
                </c:pt>
                <c:pt idx="3867">
                  <c:v>7.1243599368795802</c:v>
                </c:pt>
                <c:pt idx="3868">
                  <c:v>7.12997623055041</c:v>
                </c:pt>
                <c:pt idx="3869">
                  <c:v>7.0985123699925099</c:v>
                </c:pt>
                <c:pt idx="3870">
                  <c:v>7.0732686352970804</c:v>
                </c:pt>
                <c:pt idx="3871">
                  <c:v>6.9898727179543796</c:v>
                </c:pt>
                <c:pt idx="3872">
                  <c:v>6.9806349952297397</c:v>
                </c:pt>
                <c:pt idx="3873">
                  <c:v>6.9281225607023798</c:v>
                </c:pt>
                <c:pt idx="3874">
                  <c:v>6.9629545525618903</c:v>
                </c:pt>
                <c:pt idx="3875">
                  <c:v>6.9092707261636299</c:v>
                </c:pt>
                <c:pt idx="3876">
                  <c:v>6.9629991789590298</c:v>
                </c:pt>
                <c:pt idx="3877">
                  <c:v>6.9693827840914597</c:v>
                </c:pt>
                <c:pt idx="3878">
                  <c:v>7.0109976461719299</c:v>
                </c:pt>
                <c:pt idx="3879">
                  <c:v>7.0157235370979896</c:v>
                </c:pt>
                <c:pt idx="3880">
                  <c:v>7.0083044269422103</c:v>
                </c:pt>
                <c:pt idx="3881">
                  <c:v>7.0205509879163301</c:v>
                </c:pt>
                <c:pt idx="3882">
                  <c:v>6.9776760105467499</c:v>
                </c:pt>
                <c:pt idx="3883">
                  <c:v>6.9907790573810002</c:v>
                </c:pt>
                <c:pt idx="3884">
                  <c:v>6.9863738390445</c:v>
                </c:pt>
                <c:pt idx="3885">
                  <c:v>6.9755505506732902</c:v>
                </c:pt>
                <c:pt idx="3886">
                  <c:v>6.9982812126401397</c:v>
                </c:pt>
                <c:pt idx="3887">
                  <c:v>6.9840105509920702</c:v>
                </c:pt>
                <c:pt idx="3888">
                  <c:v>6.9523016857625599</c:v>
                </c:pt>
                <c:pt idx="3889">
                  <c:v>6.9513563192910697</c:v>
                </c:pt>
                <c:pt idx="3890">
                  <c:v>6.95288753252549</c:v>
                </c:pt>
                <c:pt idx="3891">
                  <c:v>6.9798807614265197</c:v>
                </c:pt>
                <c:pt idx="3892">
                  <c:v>7.0127230651348302</c:v>
                </c:pt>
                <c:pt idx="3893">
                  <c:v>7.0167126220927596</c:v>
                </c:pt>
                <c:pt idx="3894">
                  <c:v>6.9992779002300196</c:v>
                </c:pt>
                <c:pt idx="3895">
                  <c:v>6.9756665377509597</c:v>
                </c:pt>
                <c:pt idx="3896">
                  <c:v>6.98611059038286</c:v>
                </c:pt>
                <c:pt idx="3897">
                  <c:v>6.9372268131110504</c:v>
                </c:pt>
                <c:pt idx="3898">
                  <c:v>6.8946953621784104</c:v>
                </c:pt>
                <c:pt idx="3899">
                  <c:v>6.8752537489772001</c:v>
                </c:pt>
                <c:pt idx="3900">
                  <c:v>6.87369178249185</c:v>
                </c:pt>
                <c:pt idx="3901">
                  <c:v>6.8617342489667204</c:v>
                </c:pt>
                <c:pt idx="3902">
                  <c:v>6.8057449127972696</c:v>
                </c:pt>
                <c:pt idx="3903">
                  <c:v>6.8191506637545301</c:v>
                </c:pt>
                <c:pt idx="3904">
                  <c:v>6.7976377946404298</c:v>
                </c:pt>
                <c:pt idx="3905">
                  <c:v>6.7503407990067901</c:v>
                </c:pt>
                <c:pt idx="3906">
                  <c:v>6.6393839129718604</c:v>
                </c:pt>
                <c:pt idx="3907">
                  <c:v>6.6180888514058296</c:v>
                </c:pt>
                <c:pt idx="3908">
                  <c:v>6.6180888514058296</c:v>
                </c:pt>
                <c:pt idx="3909">
                  <c:v>6.6517765806929496</c:v>
                </c:pt>
                <c:pt idx="3910">
                  <c:v>6.7486822424700703</c:v>
                </c:pt>
                <c:pt idx="3911">
                  <c:v>6.7166956734001397</c:v>
                </c:pt>
                <c:pt idx="3912">
                  <c:v>6.7137910844608202</c:v>
                </c:pt>
                <c:pt idx="3913">
                  <c:v>6.6948012089417599</c:v>
                </c:pt>
                <c:pt idx="3914">
                  <c:v>6.75402849065539</c:v>
                </c:pt>
                <c:pt idx="3915">
                  <c:v>6.7388235046863096</c:v>
                </c:pt>
                <c:pt idx="3916">
                  <c:v>6.7538332903923601</c:v>
                </c:pt>
                <c:pt idx="3917">
                  <c:v>6.7505899524809303</c:v>
                </c:pt>
                <c:pt idx="3918">
                  <c:v>6.7140832716474996</c:v>
                </c:pt>
                <c:pt idx="3919">
                  <c:v>6.6582712554025401</c:v>
                </c:pt>
                <c:pt idx="3920">
                  <c:v>6.6519794809246404</c:v>
                </c:pt>
                <c:pt idx="3921">
                  <c:v>6.6617502372213604</c:v>
                </c:pt>
                <c:pt idx="3922">
                  <c:v>6.6742764648934898</c:v>
                </c:pt>
                <c:pt idx="3923">
                  <c:v>6.6963042767226604</c:v>
                </c:pt>
                <c:pt idx="3924">
                  <c:v>6.7600358699977203</c:v>
                </c:pt>
                <c:pt idx="3925">
                  <c:v>6.7317934124006804</c:v>
                </c:pt>
                <c:pt idx="3926">
                  <c:v>6.7317934124006804</c:v>
                </c:pt>
                <c:pt idx="3927">
                  <c:v>6.7317934124006804</c:v>
                </c:pt>
                <c:pt idx="3928">
                  <c:v>6.7237698626596698</c:v>
                </c:pt>
                <c:pt idx="3929">
                  <c:v>6.7526132415076896</c:v>
                </c:pt>
                <c:pt idx="3930">
                  <c:v>6.8196836972061998</c:v>
                </c:pt>
                <c:pt idx="3931">
                  <c:v>6.8623958633363502</c:v>
                </c:pt>
                <c:pt idx="3932">
                  <c:v>6.9067046193487398</c:v>
                </c:pt>
                <c:pt idx="3933">
                  <c:v>6.9401582669974697</c:v>
                </c:pt>
                <c:pt idx="3934">
                  <c:v>6.9350175736921598</c:v>
                </c:pt>
                <c:pt idx="3935">
                  <c:v>6.9350175736921598</c:v>
                </c:pt>
                <c:pt idx="3936">
                  <c:v>7.0045849337963499</c:v>
                </c:pt>
                <c:pt idx="3937">
                  <c:v>6.9491420192864997</c:v>
                </c:pt>
                <c:pt idx="3938">
                  <c:v>6.9626259130750103</c:v>
                </c:pt>
                <c:pt idx="3939">
                  <c:v>6.9616088389362396</c:v>
                </c:pt>
                <c:pt idx="3940">
                  <c:v>6.8993491861623104</c:v>
                </c:pt>
                <c:pt idx="3941">
                  <c:v>6.85121511217858</c:v>
                </c:pt>
                <c:pt idx="3942">
                  <c:v>6.7791716236714903</c:v>
                </c:pt>
                <c:pt idx="3943">
                  <c:v>6.8467302596400801</c:v>
                </c:pt>
                <c:pt idx="3944">
                  <c:v>6.8492377375580302</c:v>
                </c:pt>
                <c:pt idx="3945">
                  <c:v>6.8879482535004</c:v>
                </c:pt>
                <c:pt idx="3946">
                  <c:v>6.8825858213602098</c:v>
                </c:pt>
                <c:pt idx="3947">
                  <c:v>6.9145531799436002</c:v>
                </c:pt>
                <c:pt idx="3948">
                  <c:v>6.90641805698586</c:v>
                </c:pt>
                <c:pt idx="3949">
                  <c:v>6.9010968825406804</c:v>
                </c:pt>
                <c:pt idx="3950">
                  <c:v>6.8972004416930597</c:v>
                </c:pt>
                <c:pt idx="3951">
                  <c:v>6.9382831685558202</c:v>
                </c:pt>
                <c:pt idx="3952">
                  <c:v>6.8810441158495603</c:v>
                </c:pt>
                <c:pt idx="3953">
                  <c:v>6.8729275708565503</c:v>
                </c:pt>
                <c:pt idx="3954">
                  <c:v>6.8392950280118603</c:v>
                </c:pt>
                <c:pt idx="3955">
                  <c:v>6.8355341375341796</c:v>
                </c:pt>
                <c:pt idx="3956">
                  <c:v>6.77220352222258</c:v>
                </c:pt>
                <c:pt idx="3957">
                  <c:v>6.7577442393157403</c:v>
                </c:pt>
                <c:pt idx="3958">
                  <c:v>6.7577442393157403</c:v>
                </c:pt>
                <c:pt idx="3959">
                  <c:v>6.69023647092635</c:v>
                </c:pt>
                <c:pt idx="3960">
                  <c:v>6.6261140793657098</c:v>
                </c:pt>
                <c:pt idx="3961">
                  <c:v>6.5925715125697799</c:v>
                </c:pt>
                <c:pt idx="3962">
                  <c:v>6.5565876460955099</c:v>
                </c:pt>
                <c:pt idx="3963">
                  <c:v>6.4933693764642699</c:v>
                </c:pt>
                <c:pt idx="3964">
                  <c:v>6.4373612699805696</c:v>
                </c:pt>
                <c:pt idx="3965">
                  <c:v>6.4441753597922498</c:v>
                </c:pt>
                <c:pt idx="3966">
                  <c:v>6.3412585390155396</c:v>
                </c:pt>
                <c:pt idx="3967">
                  <c:v>6.3045030853451296</c:v>
                </c:pt>
                <c:pt idx="3968">
                  <c:v>6.41129029288882</c:v>
                </c:pt>
                <c:pt idx="3969">
                  <c:v>6.4131335916749199</c:v>
                </c:pt>
                <c:pt idx="3970">
                  <c:v>6.4091562024684601</c:v>
                </c:pt>
                <c:pt idx="3971">
                  <c:v>6.2638182135748801</c:v>
                </c:pt>
                <c:pt idx="3972">
                  <c:v>6.2458001192145103</c:v>
                </c:pt>
                <c:pt idx="3973">
                  <c:v>6.2458001192145103</c:v>
                </c:pt>
                <c:pt idx="3974">
                  <c:v>6.27839774532805</c:v>
                </c:pt>
                <c:pt idx="3975">
                  <c:v>6.2574374573955502</c:v>
                </c:pt>
                <c:pt idx="3976">
                  <c:v>6.2797204529286397</c:v>
                </c:pt>
                <c:pt idx="3977">
                  <c:v>6.2162082539080696</c:v>
                </c:pt>
                <c:pt idx="3978">
                  <c:v>6.2162082539080696</c:v>
                </c:pt>
                <c:pt idx="3979">
                  <c:v>6.1007994367819798</c:v>
                </c:pt>
                <c:pt idx="3980">
                  <c:v>5.9599527926418299</c:v>
                </c:pt>
                <c:pt idx="3981">
                  <c:v>5.9358483717549699</c:v>
                </c:pt>
                <c:pt idx="3982">
                  <c:v>6.0638879380988104</c:v>
                </c:pt>
                <c:pt idx="3983">
                  <c:v>6.0693481314086997</c:v>
                </c:pt>
                <c:pt idx="3984">
                  <c:v>6.1037926423414701</c:v>
                </c:pt>
                <c:pt idx="3985">
                  <c:v>6.0587629071305402</c:v>
                </c:pt>
                <c:pt idx="3986">
                  <c:v>6.1145662285057396</c:v>
                </c:pt>
                <c:pt idx="3987">
                  <c:v>6.1544992554390099</c:v>
                </c:pt>
                <c:pt idx="3988">
                  <c:v>6.1077912825658602</c:v>
                </c:pt>
                <c:pt idx="3989">
                  <c:v>6.1412286850350499</c:v>
                </c:pt>
                <c:pt idx="3990">
                  <c:v>6.09446065669019</c:v>
                </c:pt>
                <c:pt idx="3991">
                  <c:v>6.13098150666724</c:v>
                </c:pt>
                <c:pt idx="3992">
                  <c:v>6.0514826185564097</c:v>
                </c:pt>
                <c:pt idx="3993">
                  <c:v>6.0156261341341599</c:v>
                </c:pt>
                <c:pt idx="3994">
                  <c:v>6.01362286735068</c:v>
                </c:pt>
                <c:pt idx="3995">
                  <c:v>5.9716922692168097</c:v>
                </c:pt>
                <c:pt idx="3996">
                  <c:v>6.0070747373191802</c:v>
                </c:pt>
                <c:pt idx="3997">
                  <c:v>5.9871383977858601</c:v>
                </c:pt>
                <c:pt idx="3998">
                  <c:v>6.0482881750577198</c:v>
                </c:pt>
                <c:pt idx="3999">
                  <c:v>6.1034811287514801</c:v>
                </c:pt>
                <c:pt idx="4000">
                  <c:v>6.0854793078434097</c:v>
                </c:pt>
                <c:pt idx="4001">
                  <c:v>6.0946668809841897</c:v>
                </c:pt>
                <c:pt idx="4002">
                  <c:v>6.03091537231857</c:v>
                </c:pt>
                <c:pt idx="4003">
                  <c:v>6.11492165803761</c:v>
                </c:pt>
                <c:pt idx="4004">
                  <c:v>6.1365772218868999</c:v>
                </c:pt>
                <c:pt idx="4005">
                  <c:v>6.1365772218868999</c:v>
                </c:pt>
                <c:pt idx="4006">
                  <c:v>6.1096839486611803</c:v>
                </c:pt>
                <c:pt idx="4007">
                  <c:v>6.0938551378387498</c:v>
                </c:pt>
                <c:pt idx="4008">
                  <c:v>6.1366001900425298</c:v>
                </c:pt>
                <c:pt idx="4009">
                  <c:v>6.0771252671522502</c:v>
                </c:pt>
                <c:pt idx="4010">
                  <c:v>6.0507329629931297</c:v>
                </c:pt>
                <c:pt idx="4011">
                  <c:v>6.0135844144464299</c:v>
                </c:pt>
                <c:pt idx="4012">
                  <c:v>5.9791914296759998</c:v>
                </c:pt>
                <c:pt idx="4013">
                  <c:v>5.9791914296759998</c:v>
                </c:pt>
                <c:pt idx="4014">
                  <c:v>5.9824510316163604</c:v>
                </c:pt>
                <c:pt idx="4015">
                  <c:v>5.9859010648457698</c:v>
                </c:pt>
                <c:pt idx="4016">
                  <c:v>6.0579336277117104</c:v>
                </c:pt>
                <c:pt idx="4017">
                  <c:v>6.0835978902005401</c:v>
                </c:pt>
                <c:pt idx="4018">
                  <c:v>6.0556618478798701</c:v>
                </c:pt>
                <c:pt idx="4019">
                  <c:v>6.1089190247614402</c:v>
                </c:pt>
                <c:pt idx="4020">
                  <c:v>6.1571634272324101</c:v>
                </c:pt>
                <c:pt idx="4021">
                  <c:v>6.1937237754132797</c:v>
                </c:pt>
                <c:pt idx="4022">
                  <c:v>6.11031204835301</c:v>
                </c:pt>
                <c:pt idx="4023">
                  <c:v>6.1641528802595902</c:v>
                </c:pt>
                <c:pt idx="4024">
                  <c:v>6.1691089656362799</c:v>
                </c:pt>
                <c:pt idx="4025">
                  <c:v>6.1143848959989002</c:v>
                </c:pt>
                <c:pt idx="4026">
                  <c:v>6.1005087488259502</c:v>
                </c:pt>
                <c:pt idx="4027">
                  <c:v>6.0754289565816997</c:v>
                </c:pt>
                <c:pt idx="4028">
                  <c:v>6.1230124680715701</c:v>
                </c:pt>
                <c:pt idx="4029">
                  <c:v>6.1786083523192001</c:v>
                </c:pt>
                <c:pt idx="4030">
                  <c:v>6.1654136266313699</c:v>
                </c:pt>
                <c:pt idx="4031">
                  <c:v>6.1182540165707398</c:v>
                </c:pt>
                <c:pt idx="4032">
                  <c:v>6.14113454331103</c:v>
                </c:pt>
                <c:pt idx="4033">
                  <c:v>6.1389104233747496</c:v>
                </c:pt>
                <c:pt idx="4034">
                  <c:v>6.0993073374688898</c:v>
                </c:pt>
                <c:pt idx="4035">
                  <c:v>6.0927064888738096</c:v>
                </c:pt>
                <c:pt idx="4036">
                  <c:v>6.0954476272891096</c:v>
                </c:pt>
                <c:pt idx="4037">
                  <c:v>6.0712955039167902</c:v>
                </c:pt>
                <c:pt idx="4038">
                  <c:v>6.0414757976489604</c:v>
                </c:pt>
                <c:pt idx="4039">
                  <c:v>6.0192634834346403</c:v>
                </c:pt>
                <c:pt idx="4040">
                  <c:v>6.0486778995884398</c:v>
                </c:pt>
                <c:pt idx="4041">
                  <c:v>6.0233540401784396</c:v>
                </c:pt>
                <c:pt idx="4042">
                  <c:v>6.0531954955658902</c:v>
                </c:pt>
                <c:pt idx="4043">
                  <c:v>6.0716550465325003</c:v>
                </c:pt>
                <c:pt idx="4044">
                  <c:v>6.0586499575376802</c:v>
                </c:pt>
                <c:pt idx="4045">
                  <c:v>6.0730922195436801</c:v>
                </c:pt>
                <c:pt idx="4046">
                  <c:v>6.0469204436803103</c:v>
                </c:pt>
                <c:pt idx="4047">
                  <c:v>6.0217155261793103</c:v>
                </c:pt>
                <c:pt idx="4048">
                  <c:v>6.0595257261955604</c:v>
                </c:pt>
                <c:pt idx="4049">
                  <c:v>6.0397731558328802</c:v>
                </c:pt>
                <c:pt idx="4050">
                  <c:v>6.0408812927619904</c:v>
                </c:pt>
                <c:pt idx="4051">
                  <c:v>6.0824808516074498</c:v>
                </c:pt>
                <c:pt idx="4052">
                  <c:v>6.0981525454855303</c:v>
                </c:pt>
                <c:pt idx="4053">
                  <c:v>6.0981525454855303</c:v>
                </c:pt>
                <c:pt idx="4054">
                  <c:v>6.1376843254266502</c:v>
                </c:pt>
                <c:pt idx="4055">
                  <c:v>6.1815295657430802</c:v>
                </c:pt>
                <c:pt idx="4056">
                  <c:v>6.1659669146510501</c:v>
                </c:pt>
                <c:pt idx="4057">
                  <c:v>6.1273275895749002</c:v>
                </c:pt>
                <c:pt idx="4058">
                  <c:v>6.1638878513313102</c:v>
                </c:pt>
                <c:pt idx="4059">
                  <c:v>6.1923009641276199</c:v>
                </c:pt>
                <c:pt idx="4060">
                  <c:v>6.1629597423487699</c:v>
                </c:pt>
                <c:pt idx="4061">
                  <c:v>6.1027383391642598</c:v>
                </c:pt>
                <c:pt idx="4062">
                  <c:v>6.0654132142049404</c:v>
                </c:pt>
                <c:pt idx="4063">
                  <c:v>6.1080082375676703</c:v>
                </c:pt>
                <c:pt idx="4064">
                  <c:v>6.0898505977149604</c:v>
                </c:pt>
                <c:pt idx="4065">
                  <c:v>6.1664175904879297</c:v>
                </c:pt>
                <c:pt idx="4066">
                  <c:v>6.1006368233131898</c:v>
                </c:pt>
                <c:pt idx="4067">
                  <c:v>6.0793270255542602</c:v>
                </c:pt>
                <c:pt idx="4068">
                  <c:v>6.0793270255542602</c:v>
                </c:pt>
                <c:pt idx="4069">
                  <c:v>6.1515775235228398</c:v>
                </c:pt>
                <c:pt idx="4070">
                  <c:v>6.1649875177381501</c:v>
                </c:pt>
                <c:pt idx="4071">
                  <c:v>6.2208405608979804</c:v>
                </c:pt>
                <c:pt idx="4072">
                  <c:v>6.2719771973828902</c:v>
                </c:pt>
                <c:pt idx="4073">
                  <c:v>6.2719771973828902</c:v>
                </c:pt>
                <c:pt idx="4074">
                  <c:v>6.3493083047305099</c:v>
                </c:pt>
                <c:pt idx="4075">
                  <c:v>6.4556062773422402</c:v>
                </c:pt>
                <c:pt idx="4076">
                  <c:v>6.3935452821071399</c:v>
                </c:pt>
                <c:pt idx="4077">
                  <c:v>6.3706024830838004</c:v>
                </c:pt>
                <c:pt idx="4078">
                  <c:v>6.4224794979956998</c:v>
                </c:pt>
                <c:pt idx="4079">
                  <c:v>6.4273075151267003</c:v>
                </c:pt>
                <c:pt idx="4080">
                  <c:v>6.43127450016258</c:v>
                </c:pt>
                <c:pt idx="4081">
                  <c:v>6.3857040385703199</c:v>
                </c:pt>
                <c:pt idx="4082">
                  <c:v>6.3910084349137302</c:v>
                </c:pt>
                <c:pt idx="4083">
                  <c:v>6.5968447867081599</c:v>
                </c:pt>
                <c:pt idx="4084">
                  <c:v>6.7394077035157096</c:v>
                </c:pt>
                <c:pt idx="4085">
                  <c:v>6.6862895287270101</c:v>
                </c:pt>
                <c:pt idx="4086">
                  <c:v>6.5938619976596096</c:v>
                </c:pt>
                <c:pt idx="4087">
                  <c:v>6.5826958031794804</c:v>
                </c:pt>
                <c:pt idx="4088">
                  <c:v>6.6029474257708802</c:v>
                </c:pt>
                <c:pt idx="4089">
                  <c:v>6.5186173967708196</c:v>
                </c:pt>
                <c:pt idx="4090">
                  <c:v>6.4582256486274296</c:v>
                </c:pt>
                <c:pt idx="4091">
                  <c:v>6.3955674656338104</c:v>
                </c:pt>
                <c:pt idx="4092">
                  <c:v>6.3254159850471101</c:v>
                </c:pt>
                <c:pt idx="4093">
                  <c:v>6.3730495216645604</c:v>
                </c:pt>
                <c:pt idx="4094">
                  <c:v>6.3894578277799301</c:v>
                </c:pt>
                <c:pt idx="4095">
                  <c:v>6.3250014186498502</c:v>
                </c:pt>
                <c:pt idx="4096">
                  <c:v>6.3173819632089501</c:v>
                </c:pt>
                <c:pt idx="4097">
                  <c:v>6.3576697157746898</c:v>
                </c:pt>
                <c:pt idx="4098">
                  <c:v>6.39605181262041</c:v>
                </c:pt>
                <c:pt idx="4099">
                  <c:v>6.3920281796516196</c:v>
                </c:pt>
                <c:pt idx="4100">
                  <c:v>6.3833285302520704</c:v>
                </c:pt>
                <c:pt idx="4101">
                  <c:v>6.4342234751236997</c:v>
                </c:pt>
                <c:pt idx="4102">
                  <c:v>6.4329957157499402</c:v>
                </c:pt>
                <c:pt idx="4103">
                  <c:v>6.4012207640801604</c:v>
                </c:pt>
                <c:pt idx="4104">
                  <c:v>6.4221827493576704</c:v>
                </c:pt>
                <c:pt idx="4105">
                  <c:v>6.4221827493576704</c:v>
                </c:pt>
                <c:pt idx="4106">
                  <c:v>6.43013636527074</c:v>
                </c:pt>
                <c:pt idx="4107">
                  <c:v>6.4116319592098296</c:v>
                </c:pt>
                <c:pt idx="4108">
                  <c:v>6.4211677925199799</c:v>
                </c:pt>
                <c:pt idx="4109">
                  <c:v>6.4211677925199799</c:v>
                </c:pt>
                <c:pt idx="4110">
                  <c:v>6.4211677925199799</c:v>
                </c:pt>
                <c:pt idx="4111">
                  <c:v>6.4530715214622703</c:v>
                </c:pt>
                <c:pt idx="4112">
                  <c:v>6.4821081420027102</c:v>
                </c:pt>
                <c:pt idx="4113">
                  <c:v>6.4821081420027102</c:v>
                </c:pt>
                <c:pt idx="4114">
                  <c:v>6.4423078878040503</c:v>
                </c:pt>
                <c:pt idx="4115">
                  <c:v>6.37152322767977</c:v>
                </c:pt>
                <c:pt idx="4116">
                  <c:v>6.2871463390180597</c:v>
                </c:pt>
                <c:pt idx="4117">
                  <c:v>6.2125795401845103</c:v>
                </c:pt>
                <c:pt idx="4118">
                  <c:v>6.2244719841883898</c:v>
                </c:pt>
                <c:pt idx="4119">
                  <c:v>6.2468089922126797</c:v>
                </c:pt>
                <c:pt idx="4120">
                  <c:v>6.1938204423280201</c:v>
                </c:pt>
                <c:pt idx="4121">
                  <c:v>6.1783190976603599</c:v>
                </c:pt>
                <c:pt idx="4122">
                  <c:v>6.1475245849080897</c:v>
                </c:pt>
                <c:pt idx="4123">
                  <c:v>6.18265037987842</c:v>
                </c:pt>
                <c:pt idx="4124">
                  <c:v>6.1839893664592198</c:v>
                </c:pt>
                <c:pt idx="4125">
                  <c:v>6.1205483285259898</c:v>
                </c:pt>
                <c:pt idx="4126">
                  <c:v>6.0885548899378303</c:v>
                </c:pt>
                <c:pt idx="4127">
                  <c:v>6.0649472690046604</c:v>
                </c:pt>
                <c:pt idx="4128">
                  <c:v>6.0838434577551999</c:v>
                </c:pt>
                <c:pt idx="4129">
                  <c:v>6.0956544502914802</c:v>
                </c:pt>
                <c:pt idx="4130">
                  <c:v>6.06855994696138</c:v>
                </c:pt>
                <c:pt idx="4131">
                  <c:v>6.0725557800897496</c:v>
                </c:pt>
                <c:pt idx="4132">
                  <c:v>6.0206158183398202</c:v>
                </c:pt>
                <c:pt idx="4133">
                  <c:v>5.9684422144072098</c:v>
                </c:pt>
                <c:pt idx="4134">
                  <c:v>6.0578000364043803</c:v>
                </c:pt>
                <c:pt idx="4135">
                  <c:v>6.0416694166875597</c:v>
                </c:pt>
                <c:pt idx="4136">
                  <c:v>5.9547275176737804</c:v>
                </c:pt>
                <c:pt idx="4137">
                  <c:v>5.9830798899579198</c:v>
                </c:pt>
                <c:pt idx="4138">
                  <c:v>5.9677983438699798</c:v>
                </c:pt>
                <c:pt idx="4139">
                  <c:v>5.9367594368559002</c:v>
                </c:pt>
                <c:pt idx="4140">
                  <c:v>5.8893432373232901</c:v>
                </c:pt>
                <c:pt idx="4141">
                  <c:v>5.9261475241428601</c:v>
                </c:pt>
                <c:pt idx="4142">
                  <c:v>5.9168672657358403</c:v>
                </c:pt>
                <c:pt idx="4143">
                  <c:v>5.8741560738656098</c:v>
                </c:pt>
                <c:pt idx="4144">
                  <c:v>5.8971395501585802</c:v>
                </c:pt>
                <c:pt idx="4145">
                  <c:v>5.9351764399643301</c:v>
                </c:pt>
                <c:pt idx="4146">
                  <c:v>5.9551984819994104</c:v>
                </c:pt>
                <c:pt idx="4147">
                  <c:v>5.9250582115203096</c:v>
                </c:pt>
                <c:pt idx="4148">
                  <c:v>5.8809129834412497</c:v>
                </c:pt>
                <c:pt idx="4149">
                  <c:v>5.8853949653139903</c:v>
                </c:pt>
                <c:pt idx="4150">
                  <c:v>5.90733914105164</c:v>
                </c:pt>
                <c:pt idx="4151">
                  <c:v>6.0431232642872503</c:v>
                </c:pt>
                <c:pt idx="4152">
                  <c:v>6.2223569871840203</c:v>
                </c:pt>
                <c:pt idx="4153">
                  <c:v>6.1288562154738804</c:v>
                </c:pt>
                <c:pt idx="4154">
                  <c:v>6.0427238501301002</c:v>
                </c:pt>
                <c:pt idx="4155">
                  <c:v>5.8954519219703201</c:v>
                </c:pt>
                <c:pt idx="4156">
                  <c:v>5.9186589321947798</c:v>
                </c:pt>
                <c:pt idx="4157">
                  <c:v>6.0313644739344898</c:v>
                </c:pt>
                <c:pt idx="4158">
                  <c:v>6.6838302212349996</c:v>
                </c:pt>
                <c:pt idx="4159">
                  <c:v>6.8088068058266202</c:v>
                </c:pt>
                <c:pt idx="4160">
                  <c:v>7.2808012111129301</c:v>
                </c:pt>
                <c:pt idx="4161">
                  <c:v>8.2526622430319101</c:v>
                </c:pt>
                <c:pt idx="4162">
                  <c:v>8.3628634989741606</c:v>
                </c:pt>
                <c:pt idx="4163">
                  <c:v>9.4257687687096308</c:v>
                </c:pt>
                <c:pt idx="4164">
                  <c:v>8.6115685448061399</c:v>
                </c:pt>
                <c:pt idx="4165">
                  <c:v>9.0822572759355094</c:v>
                </c:pt>
                <c:pt idx="4166">
                  <c:v>9.3935314335217193</c:v>
                </c:pt>
                <c:pt idx="4167">
                  <c:v>9.4527440684905297</c:v>
                </c:pt>
                <c:pt idx="4168">
                  <c:v>9.4527440684905297</c:v>
                </c:pt>
                <c:pt idx="4169">
                  <c:v>9.0972008380636407</c:v>
                </c:pt>
                <c:pt idx="4170">
                  <c:v>8.0903492942114603</c:v>
                </c:pt>
                <c:pt idx="4171">
                  <c:v>7.2538659752084502</c:v>
                </c:pt>
                <c:pt idx="4172">
                  <c:v>7.2552679396518203</c:v>
                </c:pt>
                <c:pt idx="4173">
                  <c:v>7.3460618726213003</c:v>
                </c:pt>
                <c:pt idx="4174">
                  <c:v>7.2575040556160397</c:v>
                </c:pt>
                <c:pt idx="4175">
                  <c:v>7.7862354761825596</c:v>
                </c:pt>
                <c:pt idx="4176">
                  <c:v>7.9035658177139396</c:v>
                </c:pt>
                <c:pt idx="4177">
                  <c:v>8.0956858717437008</c:v>
                </c:pt>
                <c:pt idx="4178">
                  <c:v>8.1721390027834495</c:v>
                </c:pt>
                <c:pt idx="4179">
                  <c:v>8.0676136130887492</c:v>
                </c:pt>
                <c:pt idx="4180">
                  <c:v>7.9821306544762702</c:v>
                </c:pt>
                <c:pt idx="4181">
                  <c:v>7.9821306544762702</c:v>
                </c:pt>
                <c:pt idx="4182">
                  <c:v>7.9821306544762702</c:v>
                </c:pt>
                <c:pt idx="4183">
                  <c:v>7.8846104003586701</c:v>
                </c:pt>
                <c:pt idx="4184">
                  <c:v>7.5609003766945202</c:v>
                </c:pt>
                <c:pt idx="4185">
                  <c:v>7.2544045966189401</c:v>
                </c:pt>
                <c:pt idx="4186">
                  <c:v>6.9411234602753904</c:v>
                </c:pt>
                <c:pt idx="4187">
                  <c:v>7.0038837644168597</c:v>
                </c:pt>
                <c:pt idx="4188">
                  <c:v>7.2298344886106198</c:v>
                </c:pt>
                <c:pt idx="4189">
                  <c:v>7.2948535215124899</c:v>
                </c:pt>
                <c:pt idx="4190">
                  <c:v>7.3345120252471796</c:v>
                </c:pt>
                <c:pt idx="4191">
                  <c:v>7.2528123697286002</c:v>
                </c:pt>
                <c:pt idx="4192">
                  <c:v>7.3216190392546103</c:v>
                </c:pt>
                <c:pt idx="4193">
                  <c:v>7.3136230953465198</c:v>
                </c:pt>
                <c:pt idx="4194">
                  <c:v>7.2702955369759703</c:v>
                </c:pt>
                <c:pt idx="4195">
                  <c:v>7.2345058006300196</c:v>
                </c:pt>
                <c:pt idx="4196">
                  <c:v>7.2034827414815998</c:v>
                </c:pt>
                <c:pt idx="4197">
                  <c:v>7.2034827414815998</c:v>
                </c:pt>
                <c:pt idx="4198">
                  <c:v>7.1110945357076396</c:v>
                </c:pt>
                <c:pt idx="4199">
                  <c:v>6.7665921503310802</c:v>
                </c:pt>
                <c:pt idx="4200">
                  <c:v>6.7233222624715303</c:v>
                </c:pt>
                <c:pt idx="4201">
                  <c:v>6.62603930107257</c:v>
                </c:pt>
                <c:pt idx="4202">
                  <c:v>6.4648783542412804</c:v>
                </c:pt>
                <c:pt idx="4203">
                  <c:v>6.4561754224215804</c:v>
                </c:pt>
                <c:pt idx="4204">
                  <c:v>6.4039484650709202</c:v>
                </c:pt>
                <c:pt idx="4205">
                  <c:v>6.3576423568296097</c:v>
                </c:pt>
                <c:pt idx="4206">
                  <c:v>6.3553910186605798</c:v>
                </c:pt>
                <c:pt idx="4207">
                  <c:v>6.42868220808682</c:v>
                </c:pt>
                <c:pt idx="4208">
                  <c:v>6.3323523998910902</c:v>
                </c:pt>
                <c:pt idx="4209">
                  <c:v>6.3485060285012596</c:v>
                </c:pt>
                <c:pt idx="4210">
                  <c:v>6.1987466865001704</c:v>
                </c:pt>
                <c:pt idx="4211">
                  <c:v>6.2001961959348497</c:v>
                </c:pt>
                <c:pt idx="4212">
                  <c:v>6.19753300144738</c:v>
                </c:pt>
                <c:pt idx="4213">
                  <c:v>6.19753300144738</c:v>
                </c:pt>
                <c:pt idx="4214">
                  <c:v>6.0772668492523403</c:v>
                </c:pt>
                <c:pt idx="4215">
                  <c:v>5.9858018666738397</c:v>
                </c:pt>
                <c:pt idx="4216">
                  <c:v>6.0754737105429903</c:v>
                </c:pt>
                <c:pt idx="4217">
                  <c:v>6.2540548893272296</c:v>
                </c:pt>
                <c:pt idx="4218">
                  <c:v>6.2144772017865302</c:v>
                </c:pt>
                <c:pt idx="4219">
                  <c:v>6.1490256449471596</c:v>
                </c:pt>
                <c:pt idx="4220">
                  <c:v>6.2101158860030896</c:v>
                </c:pt>
                <c:pt idx="4221">
                  <c:v>6.3405192338680401</c:v>
                </c:pt>
                <c:pt idx="4222">
                  <c:v>6.2954457935033004</c:v>
                </c:pt>
                <c:pt idx="4223">
                  <c:v>6.2133249658768896</c:v>
                </c:pt>
                <c:pt idx="4224">
                  <c:v>6.24591213322147</c:v>
                </c:pt>
                <c:pt idx="4225">
                  <c:v>6.3765912532996403</c:v>
                </c:pt>
                <c:pt idx="4226">
                  <c:v>6.7453601503199696</c:v>
                </c:pt>
                <c:pt idx="4227">
                  <c:v>6.6759576241507297</c:v>
                </c:pt>
                <c:pt idx="4228">
                  <c:v>6.6759576241507297</c:v>
                </c:pt>
                <c:pt idx="4229">
                  <c:v>6.7688170159143297</c:v>
                </c:pt>
                <c:pt idx="4230">
                  <c:v>6.7683322106723303</c:v>
                </c:pt>
                <c:pt idx="4231">
                  <c:v>6.6425323289757401</c:v>
                </c:pt>
                <c:pt idx="4232">
                  <c:v>6.5993637240910603</c:v>
                </c:pt>
                <c:pt idx="4233">
                  <c:v>6.5993637240910603</c:v>
                </c:pt>
                <c:pt idx="4234">
                  <c:v>6.5626844366478103</c:v>
                </c:pt>
                <c:pt idx="4235">
                  <c:v>6.7065043604445904</c:v>
                </c:pt>
                <c:pt idx="4236">
                  <c:v>6.7743384106980997</c:v>
                </c:pt>
                <c:pt idx="4237">
                  <c:v>6.7508502911152197</c:v>
                </c:pt>
                <c:pt idx="4238">
                  <c:v>6.7508502911152197</c:v>
                </c:pt>
                <c:pt idx="4239">
                  <c:v>6.6490161539984198</c:v>
                </c:pt>
                <c:pt idx="4240">
                  <c:v>6.5925791466430503</c:v>
                </c:pt>
                <c:pt idx="4241">
                  <c:v>6.5410151578087801</c:v>
                </c:pt>
                <c:pt idx="4242">
                  <c:v>6.4207447266499296</c:v>
                </c:pt>
                <c:pt idx="4243">
                  <c:v>6.3637689860098101</c:v>
                </c:pt>
                <c:pt idx="4244">
                  <c:v>6.4519806064502498</c:v>
                </c:pt>
                <c:pt idx="4245">
                  <c:v>6.4595218563069396</c:v>
                </c:pt>
                <c:pt idx="4246">
                  <c:v>6.4162939719493899</c:v>
                </c:pt>
                <c:pt idx="4247">
                  <c:v>6.3627326312591004</c:v>
                </c:pt>
                <c:pt idx="4248">
                  <c:v>6.3530666341816797</c:v>
                </c:pt>
                <c:pt idx="4249">
                  <c:v>6.3840705812976299</c:v>
                </c:pt>
                <c:pt idx="4250">
                  <c:v>6.36744236597539</c:v>
                </c:pt>
                <c:pt idx="4251">
                  <c:v>6.36742798122875</c:v>
                </c:pt>
                <c:pt idx="4252">
                  <c:v>6.3882865588442801</c:v>
                </c:pt>
                <c:pt idx="4253">
                  <c:v>6.3882865588442801</c:v>
                </c:pt>
                <c:pt idx="4254">
                  <c:v>6.3508836201404701</c:v>
                </c:pt>
                <c:pt idx="4255">
                  <c:v>6.3589559562967999</c:v>
                </c:pt>
                <c:pt idx="4256">
                  <c:v>6.37577258083562</c:v>
                </c:pt>
                <c:pt idx="4257">
                  <c:v>6.3978325053805696</c:v>
                </c:pt>
                <c:pt idx="4258">
                  <c:v>6.34270126446639</c:v>
                </c:pt>
                <c:pt idx="4259">
                  <c:v>6.3152534565144798</c:v>
                </c:pt>
                <c:pt idx="4260">
                  <c:v>6.31867924292363</c:v>
                </c:pt>
                <c:pt idx="4261">
                  <c:v>6.3429531180184702</c:v>
                </c:pt>
                <c:pt idx="4262">
                  <c:v>6.3094447860347698</c:v>
                </c:pt>
                <c:pt idx="4263">
                  <c:v>6.2276063609289896</c:v>
                </c:pt>
                <c:pt idx="4264">
                  <c:v>6.18422869999449</c:v>
                </c:pt>
                <c:pt idx="4265">
                  <c:v>6.1155563764653396</c:v>
                </c:pt>
                <c:pt idx="4266">
                  <c:v>6.0595139805524898</c:v>
                </c:pt>
                <c:pt idx="4267">
                  <c:v>6.0595139805524898</c:v>
                </c:pt>
                <c:pt idx="4268">
                  <c:v>5.9678908402824504</c:v>
                </c:pt>
                <c:pt idx="4269">
                  <c:v>6.0449766275429404</c:v>
                </c:pt>
                <c:pt idx="4270">
                  <c:v>6.2299338337191301</c:v>
                </c:pt>
                <c:pt idx="4271">
                  <c:v>6.2057585879295099</c:v>
                </c:pt>
                <c:pt idx="4272">
                  <c:v>6.2297778184459798</c:v>
                </c:pt>
                <c:pt idx="4273">
                  <c:v>6.2297778184459798</c:v>
                </c:pt>
                <c:pt idx="4274">
                  <c:v>6.2109934942918796</c:v>
                </c:pt>
                <c:pt idx="4275">
                  <c:v>6.1508349945308698</c:v>
                </c:pt>
                <c:pt idx="4276">
                  <c:v>6.1343792158719896</c:v>
                </c:pt>
                <c:pt idx="4277">
                  <c:v>6.2058166356878299</c:v>
                </c:pt>
                <c:pt idx="4278">
                  <c:v>6.2379655145235198</c:v>
                </c:pt>
                <c:pt idx="4279">
                  <c:v>6.2935974792420604</c:v>
                </c:pt>
                <c:pt idx="4280">
                  <c:v>6.3319298174848297</c:v>
                </c:pt>
                <c:pt idx="4281">
                  <c:v>6.3075382243717701</c:v>
                </c:pt>
                <c:pt idx="4282">
                  <c:v>6.2692749758937296</c:v>
                </c:pt>
                <c:pt idx="4283">
                  <c:v>6.2067571657353602</c:v>
                </c:pt>
                <c:pt idx="4284">
                  <c:v>6.0236827444581698</c:v>
                </c:pt>
                <c:pt idx="4285">
                  <c:v>5.8158138876425998</c:v>
                </c:pt>
                <c:pt idx="4286">
                  <c:v>5.8675409188954299</c:v>
                </c:pt>
                <c:pt idx="4287">
                  <c:v>5.9016609426063003</c:v>
                </c:pt>
                <c:pt idx="4288">
                  <c:v>5.8500147291659097</c:v>
                </c:pt>
                <c:pt idx="4289">
                  <c:v>5.9358672826461802</c:v>
                </c:pt>
                <c:pt idx="4290">
                  <c:v>5.8556169186806599</c:v>
                </c:pt>
                <c:pt idx="4291">
                  <c:v>5.90455094522782</c:v>
                </c:pt>
                <c:pt idx="4292">
                  <c:v>5.8875291849777396</c:v>
                </c:pt>
                <c:pt idx="4293">
                  <c:v>5.8409395006432101</c:v>
                </c:pt>
                <c:pt idx="4294">
                  <c:v>5.7677725039386898</c:v>
                </c:pt>
                <c:pt idx="4295">
                  <c:v>5.7970220132940797</c:v>
                </c:pt>
                <c:pt idx="4296">
                  <c:v>5.8096097067005301</c:v>
                </c:pt>
                <c:pt idx="4297">
                  <c:v>5.80190203978312</c:v>
                </c:pt>
                <c:pt idx="4298">
                  <c:v>6.0109829079564703</c:v>
                </c:pt>
                <c:pt idx="4299">
                  <c:v>6.00911123368813</c:v>
                </c:pt>
                <c:pt idx="4300">
                  <c:v>6.0423921025842402</c:v>
                </c:pt>
                <c:pt idx="4301">
                  <c:v>6.0188677998607201</c:v>
                </c:pt>
                <c:pt idx="4302">
                  <c:v>6.01405652159493</c:v>
                </c:pt>
                <c:pt idx="4303">
                  <c:v>5.9956130533663901</c:v>
                </c:pt>
                <c:pt idx="4304">
                  <c:v>6.0068933227094998</c:v>
                </c:pt>
                <c:pt idx="4305">
                  <c:v>5.98143498762352</c:v>
                </c:pt>
                <c:pt idx="4306">
                  <c:v>5.9825684856237702</c:v>
                </c:pt>
                <c:pt idx="4307">
                  <c:v>6.0816731235395602</c:v>
                </c:pt>
                <c:pt idx="4308">
                  <c:v>6.0476134656144902</c:v>
                </c:pt>
                <c:pt idx="4309">
                  <c:v>6.1434814165040201</c:v>
                </c:pt>
                <c:pt idx="4310">
                  <c:v>6.0626761251935104</c:v>
                </c:pt>
                <c:pt idx="4311">
                  <c:v>6.0227744923014601</c:v>
                </c:pt>
                <c:pt idx="4312">
                  <c:v>5.9482062241835001</c:v>
                </c:pt>
                <c:pt idx="4313">
                  <c:v>5.9482062241835001</c:v>
                </c:pt>
                <c:pt idx="4314">
                  <c:v>5.93341139729276</c:v>
                </c:pt>
                <c:pt idx="4315">
                  <c:v>5.9272641785780102</c:v>
                </c:pt>
                <c:pt idx="4316">
                  <c:v>5.9142573191110603</c:v>
                </c:pt>
                <c:pt idx="4317">
                  <c:v>5.9160814035194704</c:v>
                </c:pt>
                <c:pt idx="4318">
                  <c:v>5.9331458254259903</c:v>
                </c:pt>
                <c:pt idx="4319">
                  <c:v>5.96744419788629</c:v>
                </c:pt>
                <c:pt idx="4320">
                  <c:v>6.0041835842615798</c:v>
                </c:pt>
                <c:pt idx="4321">
                  <c:v>6.0623404312127001</c:v>
                </c:pt>
                <c:pt idx="4322">
                  <c:v>6.0423595813317803</c:v>
                </c:pt>
                <c:pt idx="4323">
                  <c:v>6.1466298561859203</c:v>
                </c:pt>
                <c:pt idx="4324">
                  <c:v>6.1412002236561296</c:v>
                </c:pt>
                <c:pt idx="4325">
                  <c:v>6.2168577166155599</c:v>
                </c:pt>
                <c:pt idx="4326">
                  <c:v>6.2233895835024704</c:v>
                </c:pt>
                <c:pt idx="4327">
                  <c:v>6.2115109131192403</c:v>
                </c:pt>
                <c:pt idx="4328">
                  <c:v>6.2115109131192403</c:v>
                </c:pt>
                <c:pt idx="4329">
                  <c:v>6.2113320862684702</c:v>
                </c:pt>
                <c:pt idx="4330">
                  <c:v>6.1819179305465202</c:v>
                </c:pt>
                <c:pt idx="4331">
                  <c:v>6.0542591458613897</c:v>
                </c:pt>
                <c:pt idx="4332">
                  <c:v>5.9936303148456398</c:v>
                </c:pt>
                <c:pt idx="4333">
                  <c:v>5.8981258262441099</c:v>
                </c:pt>
                <c:pt idx="4334">
                  <c:v>6.0040926225099804</c:v>
                </c:pt>
                <c:pt idx="4335">
                  <c:v>6.0334290829682997</c:v>
                </c:pt>
                <c:pt idx="4336">
                  <c:v>5.9866846595726804</c:v>
                </c:pt>
                <c:pt idx="4337">
                  <c:v>5.9911073812922799</c:v>
                </c:pt>
                <c:pt idx="4338">
                  <c:v>5.9911073812922799</c:v>
                </c:pt>
                <c:pt idx="4339">
                  <c:v>6.0179972101037498</c:v>
                </c:pt>
                <c:pt idx="4340">
                  <c:v>5.9592201897888399</c:v>
                </c:pt>
                <c:pt idx="4341">
                  <c:v>5.9583182813222901</c:v>
                </c:pt>
                <c:pt idx="4342">
                  <c:v>5.9287791553013998</c:v>
                </c:pt>
                <c:pt idx="4343">
                  <c:v>5.9521907990829996</c:v>
                </c:pt>
                <c:pt idx="4344">
                  <c:v>5.9015352886394101</c:v>
                </c:pt>
                <c:pt idx="4345">
                  <c:v>5.9143612063239797</c:v>
                </c:pt>
                <c:pt idx="4346">
                  <c:v>5.9312512336307597</c:v>
                </c:pt>
                <c:pt idx="4347">
                  <c:v>5.9264905368772096</c:v>
                </c:pt>
                <c:pt idx="4348">
                  <c:v>5.9285671974194596</c:v>
                </c:pt>
                <c:pt idx="4349">
                  <c:v>5.8937455473891998</c:v>
                </c:pt>
                <c:pt idx="4350">
                  <c:v>5.9769644725167499</c:v>
                </c:pt>
                <c:pt idx="4351">
                  <c:v>5.9238202100064203</c:v>
                </c:pt>
                <c:pt idx="4352">
                  <c:v>5.9048950911071403</c:v>
                </c:pt>
                <c:pt idx="4353">
                  <c:v>5.9103761035530402</c:v>
                </c:pt>
                <c:pt idx="4354">
                  <c:v>5.9103761035530402</c:v>
                </c:pt>
                <c:pt idx="4355">
                  <c:v>5.9293913674493304</c:v>
                </c:pt>
                <c:pt idx="4356">
                  <c:v>5.9554397996250703</c:v>
                </c:pt>
                <c:pt idx="4357">
                  <c:v>5.9240460359759499</c:v>
                </c:pt>
                <c:pt idx="4358">
                  <c:v>5.8966525241769903</c:v>
                </c:pt>
                <c:pt idx="4359">
                  <c:v>5.9141718975226603</c:v>
                </c:pt>
                <c:pt idx="4360">
                  <c:v>5.9327429752836496</c:v>
                </c:pt>
                <c:pt idx="4361">
                  <c:v>5.8768982565031296</c:v>
                </c:pt>
                <c:pt idx="4362">
                  <c:v>5.8351841114721603</c:v>
                </c:pt>
                <c:pt idx="4363">
                  <c:v>5.8408098447823997</c:v>
                </c:pt>
                <c:pt idx="4364">
                  <c:v>5.8104044552221197</c:v>
                </c:pt>
                <c:pt idx="4365">
                  <c:v>5.80696543472403</c:v>
                </c:pt>
                <c:pt idx="4366">
                  <c:v>5.80696543472403</c:v>
                </c:pt>
                <c:pt idx="4367">
                  <c:v>5.80696543472403</c:v>
                </c:pt>
                <c:pt idx="4368">
                  <c:v>5.8272070755470002</c:v>
                </c:pt>
                <c:pt idx="4369">
                  <c:v>5.8065046175203197</c:v>
                </c:pt>
                <c:pt idx="4370">
                  <c:v>5.7606427436237899</c:v>
                </c:pt>
                <c:pt idx="4371">
                  <c:v>5.7606427436237899</c:v>
                </c:pt>
                <c:pt idx="4372">
                  <c:v>5.7606427436237899</c:v>
                </c:pt>
                <c:pt idx="4373">
                  <c:v>5.7172181434575098</c:v>
                </c:pt>
                <c:pt idx="4374">
                  <c:v>5.7180532284530097</c:v>
                </c:pt>
                <c:pt idx="4375">
                  <c:v>5.7337008818822799</c:v>
                </c:pt>
                <c:pt idx="4376">
                  <c:v>5.7805389271799701</c:v>
                </c:pt>
                <c:pt idx="4377">
                  <c:v>5.7747190839393596</c:v>
                </c:pt>
                <c:pt idx="4378">
                  <c:v>5.7747190839393596</c:v>
                </c:pt>
                <c:pt idx="4379">
                  <c:v>5.8842657726652901</c:v>
                </c:pt>
                <c:pt idx="4380">
                  <c:v>5.83841722572922</c:v>
                </c:pt>
                <c:pt idx="4381">
                  <c:v>5.8365471199499996</c:v>
                </c:pt>
                <c:pt idx="4382">
                  <c:v>5.8249883787913896</c:v>
                </c:pt>
                <c:pt idx="4383">
                  <c:v>5.8272218842235697</c:v>
                </c:pt>
                <c:pt idx="4384">
                  <c:v>5.8612225510321396</c:v>
                </c:pt>
                <c:pt idx="4385">
                  <c:v>5.7895231642549199</c:v>
                </c:pt>
                <c:pt idx="4386">
                  <c:v>5.8244223460241198</c:v>
                </c:pt>
                <c:pt idx="4387">
                  <c:v>5.8523186165048697</c:v>
                </c:pt>
                <c:pt idx="4388">
                  <c:v>5.8883679349546698</c:v>
                </c:pt>
                <c:pt idx="4389">
                  <c:v>5.9117222116500399</c:v>
                </c:pt>
                <c:pt idx="4390">
                  <c:v>5.9539290285297097</c:v>
                </c:pt>
                <c:pt idx="4391">
                  <c:v>5.9322137909474399</c:v>
                </c:pt>
                <c:pt idx="4392">
                  <c:v>5.89962950972689</c:v>
                </c:pt>
                <c:pt idx="4393">
                  <c:v>5.9027686568575701</c:v>
                </c:pt>
                <c:pt idx="4394">
                  <c:v>5.9396306767464404</c:v>
                </c:pt>
                <c:pt idx="4395">
                  <c:v>5.8806438711473099</c:v>
                </c:pt>
                <c:pt idx="4396">
                  <c:v>5.9010682536522898</c:v>
                </c:pt>
                <c:pt idx="4397">
                  <c:v>5.9058822323793896</c:v>
                </c:pt>
                <c:pt idx="4398">
                  <c:v>5.9505033040438997</c:v>
                </c:pt>
                <c:pt idx="4399">
                  <c:v>5.95683307004896</c:v>
                </c:pt>
                <c:pt idx="4400">
                  <c:v>5.9173748899132503</c:v>
                </c:pt>
                <c:pt idx="4401">
                  <c:v>5.8916852173201404</c:v>
                </c:pt>
                <c:pt idx="4402">
                  <c:v>5.9064158761005299</c:v>
                </c:pt>
                <c:pt idx="4403">
                  <c:v>5.9037952552828097</c:v>
                </c:pt>
                <c:pt idx="4404">
                  <c:v>5.9730530578082304</c:v>
                </c:pt>
                <c:pt idx="4405">
                  <c:v>6.0108680197630902</c:v>
                </c:pt>
                <c:pt idx="4406">
                  <c:v>6.0056097903838701</c:v>
                </c:pt>
                <c:pt idx="4407">
                  <c:v>6.0424108741572704</c:v>
                </c:pt>
                <c:pt idx="4408">
                  <c:v>6.1716042081495104</c:v>
                </c:pt>
                <c:pt idx="4409">
                  <c:v>6.2420333089224602</c:v>
                </c:pt>
                <c:pt idx="4410">
                  <c:v>6.2848099992445103</c:v>
                </c:pt>
                <c:pt idx="4411">
                  <c:v>6.4037444016452696</c:v>
                </c:pt>
                <c:pt idx="4412">
                  <c:v>6.4367299741576396</c:v>
                </c:pt>
                <c:pt idx="4413">
                  <c:v>6.3422509372068898</c:v>
                </c:pt>
                <c:pt idx="4414">
                  <c:v>6.4382057910809198</c:v>
                </c:pt>
                <c:pt idx="4415">
                  <c:v>6.6196215777059004</c:v>
                </c:pt>
                <c:pt idx="4416">
                  <c:v>6.6749608257130699</c:v>
                </c:pt>
                <c:pt idx="4417">
                  <c:v>7.44090151481858</c:v>
                </c:pt>
                <c:pt idx="4418">
                  <c:v>6.9215738857372902</c:v>
                </c:pt>
                <c:pt idx="4419">
                  <c:v>6.8902935823089004</c:v>
                </c:pt>
                <c:pt idx="4420">
                  <c:v>6.78851143746631</c:v>
                </c:pt>
                <c:pt idx="4421">
                  <c:v>6.6704003451116201</c:v>
                </c:pt>
                <c:pt idx="4422">
                  <c:v>6.7911875335430603</c:v>
                </c:pt>
                <c:pt idx="4423">
                  <c:v>6.7951398353083503</c:v>
                </c:pt>
                <c:pt idx="4424">
                  <c:v>6.8044688055341904</c:v>
                </c:pt>
                <c:pt idx="4425">
                  <c:v>6.9369084733278301</c:v>
                </c:pt>
                <c:pt idx="4426">
                  <c:v>7.0190006060921402</c:v>
                </c:pt>
                <c:pt idx="4427">
                  <c:v>7.0891103134683897</c:v>
                </c:pt>
                <c:pt idx="4428">
                  <c:v>7.0891103134683897</c:v>
                </c:pt>
                <c:pt idx="4429">
                  <c:v>7.2036822538938896</c:v>
                </c:pt>
                <c:pt idx="4430">
                  <c:v>7.4076357510569997</c:v>
                </c:pt>
                <c:pt idx="4431">
                  <c:v>7.3843624315313399</c:v>
                </c:pt>
                <c:pt idx="4432">
                  <c:v>7.3769733096785899</c:v>
                </c:pt>
                <c:pt idx="4433">
                  <c:v>7.4124288761807398</c:v>
                </c:pt>
                <c:pt idx="4434">
                  <c:v>7.6046078556121497</c:v>
                </c:pt>
                <c:pt idx="4435">
                  <c:v>7.4547846241510101</c:v>
                </c:pt>
                <c:pt idx="4436">
                  <c:v>7.4547846241510101</c:v>
                </c:pt>
                <c:pt idx="4437">
                  <c:v>7.4547846241510101</c:v>
                </c:pt>
                <c:pt idx="4438">
                  <c:v>7.3788022782023299</c:v>
                </c:pt>
                <c:pt idx="4439">
                  <c:v>7.2470700855069596</c:v>
                </c:pt>
                <c:pt idx="4440">
                  <c:v>7.0869861445550102</c:v>
                </c:pt>
                <c:pt idx="4441">
                  <c:v>7.0190899103657003</c:v>
                </c:pt>
                <c:pt idx="4442">
                  <c:v>7.0096500297537201</c:v>
                </c:pt>
                <c:pt idx="4443">
                  <c:v>7.1559900081700301</c:v>
                </c:pt>
                <c:pt idx="4444">
                  <c:v>7.1465447632458403</c:v>
                </c:pt>
                <c:pt idx="4445">
                  <c:v>7.1710622363701599</c:v>
                </c:pt>
                <c:pt idx="4446">
                  <c:v>7.0232081503672097</c:v>
                </c:pt>
                <c:pt idx="4447">
                  <c:v>7.0497481885756104</c:v>
                </c:pt>
                <c:pt idx="4448">
                  <c:v>7.0351981570258797</c:v>
                </c:pt>
                <c:pt idx="4449">
                  <c:v>7.0641760132265503</c:v>
                </c:pt>
                <c:pt idx="4450">
                  <c:v>7.1088778132045096</c:v>
                </c:pt>
                <c:pt idx="4451">
                  <c:v>7.1180384738262701</c:v>
                </c:pt>
                <c:pt idx="4452">
                  <c:v>7.1659947054507898</c:v>
                </c:pt>
                <c:pt idx="4453">
                  <c:v>7.2644778336689297</c:v>
                </c:pt>
                <c:pt idx="4454">
                  <c:v>7.4044017669188698</c:v>
                </c:pt>
                <c:pt idx="4455">
                  <c:v>7.4371532933447204</c:v>
                </c:pt>
                <c:pt idx="4456">
                  <c:v>7.5268510794498802</c:v>
                </c:pt>
                <c:pt idx="4457">
                  <c:v>7.4631836977494803</c:v>
                </c:pt>
                <c:pt idx="4458">
                  <c:v>7.7446961022421696</c:v>
                </c:pt>
                <c:pt idx="4459">
                  <c:v>7.87434043195318</c:v>
                </c:pt>
                <c:pt idx="4460">
                  <c:v>8.1184752337391703</c:v>
                </c:pt>
                <c:pt idx="4461">
                  <c:v>7.6136749534208699</c:v>
                </c:pt>
                <c:pt idx="4462">
                  <c:v>7.6857413602028304</c:v>
                </c:pt>
                <c:pt idx="4463">
                  <c:v>7.8718582427646098</c:v>
                </c:pt>
                <c:pt idx="4464">
                  <c:v>7.9839312952066397</c:v>
                </c:pt>
                <c:pt idx="4465">
                  <c:v>7.9999314942712498</c:v>
                </c:pt>
                <c:pt idx="4466">
                  <c:v>7.8259772655412396</c:v>
                </c:pt>
                <c:pt idx="4467">
                  <c:v>7.7558859185259204</c:v>
                </c:pt>
                <c:pt idx="4468">
                  <c:v>7.7558859185259204</c:v>
                </c:pt>
                <c:pt idx="4469">
                  <c:v>7.7266358918020304</c:v>
                </c:pt>
                <c:pt idx="4470">
                  <c:v>7.7906203788052402</c:v>
                </c:pt>
                <c:pt idx="4471">
                  <c:v>7.8460852291281196</c:v>
                </c:pt>
                <c:pt idx="4472">
                  <c:v>7.9002265778027896</c:v>
                </c:pt>
                <c:pt idx="4473">
                  <c:v>7.95568301737553</c:v>
                </c:pt>
                <c:pt idx="4474">
                  <c:v>7.8979076203511003</c:v>
                </c:pt>
                <c:pt idx="4475">
                  <c:v>7.8789753284016699</c:v>
                </c:pt>
                <c:pt idx="4476">
                  <c:v>7.8066950657574603</c:v>
                </c:pt>
                <c:pt idx="4477">
                  <c:v>7.7696117691539301</c:v>
                </c:pt>
                <c:pt idx="4478">
                  <c:v>7.7524794495963603</c:v>
                </c:pt>
                <c:pt idx="4479">
                  <c:v>7.7149608240696796</c:v>
                </c:pt>
                <c:pt idx="4480">
                  <c:v>7.5909968285654097</c:v>
                </c:pt>
                <c:pt idx="4481">
                  <c:v>7.6104841067271902</c:v>
                </c:pt>
                <c:pt idx="4482">
                  <c:v>7.4466966991222199</c:v>
                </c:pt>
                <c:pt idx="4483">
                  <c:v>7.4466966991222199</c:v>
                </c:pt>
                <c:pt idx="4484">
                  <c:v>7.3658928680472799</c:v>
                </c:pt>
                <c:pt idx="4485">
                  <c:v>7.2576574806452996</c:v>
                </c:pt>
                <c:pt idx="4486">
                  <c:v>7.3536337861967098</c:v>
                </c:pt>
                <c:pt idx="4487">
                  <c:v>7.49441479195713</c:v>
                </c:pt>
                <c:pt idx="4488">
                  <c:v>7.49441479195713</c:v>
                </c:pt>
                <c:pt idx="4489">
                  <c:v>7.5828277800707404</c:v>
                </c:pt>
                <c:pt idx="4490">
                  <c:v>7.5201741388345598</c:v>
                </c:pt>
                <c:pt idx="4491">
                  <c:v>7.4672382531757302</c:v>
                </c:pt>
                <c:pt idx="4492">
                  <c:v>7.48301404198273</c:v>
                </c:pt>
                <c:pt idx="4493">
                  <c:v>7.5770611881371899</c:v>
                </c:pt>
                <c:pt idx="4494">
                  <c:v>7.55303629132671</c:v>
                </c:pt>
                <c:pt idx="4495">
                  <c:v>7.5126903443110304</c:v>
                </c:pt>
                <c:pt idx="4496">
                  <c:v>7.5980908340072002</c:v>
                </c:pt>
                <c:pt idx="4497">
                  <c:v>7.6586271771598202</c:v>
                </c:pt>
                <c:pt idx="4498">
                  <c:v>7.6661812378950804</c:v>
                </c:pt>
                <c:pt idx="4499">
                  <c:v>7.5339619178037296</c:v>
                </c:pt>
                <c:pt idx="4500">
                  <c:v>7.58361401850423</c:v>
                </c:pt>
                <c:pt idx="4501">
                  <c:v>7.5890265556075702</c:v>
                </c:pt>
                <c:pt idx="4502">
                  <c:v>7.5789738133084104</c:v>
                </c:pt>
                <c:pt idx="4503">
                  <c:v>7.5789738133084104</c:v>
                </c:pt>
                <c:pt idx="4504">
                  <c:v>7.52438475577212</c:v>
                </c:pt>
                <c:pt idx="4505">
                  <c:v>7.5639003664501399</c:v>
                </c:pt>
                <c:pt idx="4506">
                  <c:v>7.5512700859312201</c:v>
                </c:pt>
                <c:pt idx="4507">
                  <c:v>7.4301276313395404</c:v>
                </c:pt>
                <c:pt idx="4508">
                  <c:v>7.4529344048002697</c:v>
                </c:pt>
                <c:pt idx="4509">
                  <c:v>7.4895618278772096</c:v>
                </c:pt>
                <c:pt idx="4510">
                  <c:v>7.51684228840071</c:v>
                </c:pt>
                <c:pt idx="4511">
                  <c:v>7.4783953887340404</c:v>
                </c:pt>
                <c:pt idx="4512">
                  <c:v>7.5020618994574102</c:v>
                </c:pt>
                <c:pt idx="4513">
                  <c:v>7.4949501715441098</c:v>
                </c:pt>
                <c:pt idx="4514">
                  <c:v>7.4949501715441098</c:v>
                </c:pt>
                <c:pt idx="4515">
                  <c:v>7.4958928938556602</c:v>
                </c:pt>
                <c:pt idx="4516">
                  <c:v>7.4906970036337199</c:v>
                </c:pt>
                <c:pt idx="4517">
                  <c:v>7.4938262730290504</c:v>
                </c:pt>
                <c:pt idx="4518">
                  <c:v>7.5861464854109997</c:v>
                </c:pt>
                <c:pt idx="4519">
                  <c:v>7.6431557599928404</c:v>
                </c:pt>
                <c:pt idx="4520">
                  <c:v>7.6744225109537698</c:v>
                </c:pt>
                <c:pt idx="4521">
                  <c:v>7.6279503430386697</c:v>
                </c:pt>
                <c:pt idx="4522">
                  <c:v>7.6008927857906396</c:v>
                </c:pt>
                <c:pt idx="4523">
                  <c:v>7.5867965437420297</c:v>
                </c:pt>
                <c:pt idx="4524">
                  <c:v>7.5882040198782601</c:v>
                </c:pt>
                <c:pt idx="4525">
                  <c:v>7.5822977157028797</c:v>
                </c:pt>
                <c:pt idx="4526">
                  <c:v>7.6161677963376002</c:v>
                </c:pt>
                <c:pt idx="4527">
                  <c:v>7.6804175793449998</c:v>
                </c:pt>
                <c:pt idx="4528">
                  <c:v>7.7867250061311699</c:v>
                </c:pt>
                <c:pt idx="4529">
                  <c:v>7.8028292333254701</c:v>
                </c:pt>
                <c:pt idx="4530">
                  <c:v>7.7784895776594798</c:v>
                </c:pt>
                <c:pt idx="4531">
                  <c:v>7.7611823336165102</c:v>
                </c:pt>
                <c:pt idx="4532">
                  <c:v>7.6968577075073901</c:v>
                </c:pt>
                <c:pt idx="4533">
                  <c:v>7.6968577075073901</c:v>
                </c:pt>
                <c:pt idx="4534">
                  <c:v>7.6693518171204298</c:v>
                </c:pt>
                <c:pt idx="4535">
                  <c:v>7.71990986587753</c:v>
                </c:pt>
                <c:pt idx="4536">
                  <c:v>7.7466711651143099</c:v>
                </c:pt>
                <c:pt idx="4537">
                  <c:v>7.7561597909718296</c:v>
                </c:pt>
                <c:pt idx="4538">
                  <c:v>7.7451928962916901</c:v>
                </c:pt>
                <c:pt idx="4539">
                  <c:v>7.7228238422912403</c:v>
                </c:pt>
                <c:pt idx="4540">
                  <c:v>7.7218462685414204</c:v>
                </c:pt>
                <c:pt idx="4541">
                  <c:v>7.7265322581552098</c:v>
                </c:pt>
                <c:pt idx="4542">
                  <c:v>7.6743749104548504</c:v>
                </c:pt>
                <c:pt idx="4543">
                  <c:v>7.6475749812474003</c:v>
                </c:pt>
                <c:pt idx="4544">
                  <c:v>7.6018542955288604</c:v>
                </c:pt>
                <c:pt idx="4545">
                  <c:v>7.5699469787471596</c:v>
                </c:pt>
                <c:pt idx="4546">
                  <c:v>7.6152695047511001</c:v>
                </c:pt>
                <c:pt idx="4547">
                  <c:v>7.61788475586222</c:v>
                </c:pt>
                <c:pt idx="4548">
                  <c:v>7.6411775716881802</c:v>
                </c:pt>
                <c:pt idx="4549">
                  <c:v>7.7072576108556401</c:v>
                </c:pt>
                <c:pt idx="4550">
                  <c:v>7.6750688247828496</c:v>
                </c:pt>
                <c:pt idx="4551">
                  <c:v>7.7332141749049601</c:v>
                </c:pt>
                <c:pt idx="4552">
                  <c:v>7.7436051963417301</c:v>
                </c:pt>
                <c:pt idx="4553">
                  <c:v>7.7720983148253904</c:v>
                </c:pt>
                <c:pt idx="4554">
                  <c:v>7.8161149503368801</c:v>
                </c:pt>
                <c:pt idx="4555">
                  <c:v>7.8011721643907199</c:v>
                </c:pt>
                <c:pt idx="4556">
                  <c:v>7.94307760469892</c:v>
                </c:pt>
                <c:pt idx="4557">
                  <c:v>7.9790312850232299</c:v>
                </c:pt>
                <c:pt idx="4558">
                  <c:v>8.0932784861834701</c:v>
                </c:pt>
                <c:pt idx="4559">
                  <c:v>8.0756599697845903</c:v>
                </c:pt>
                <c:pt idx="4560">
                  <c:v>8.0656957712610495</c:v>
                </c:pt>
                <c:pt idx="4561">
                  <c:v>8.1434785913711494</c:v>
                </c:pt>
                <c:pt idx="4562">
                  <c:v>8.1843509802126402</c:v>
                </c:pt>
                <c:pt idx="4563">
                  <c:v>8.1686680782927308</c:v>
                </c:pt>
                <c:pt idx="4564">
                  <c:v>8.1489452469320192</c:v>
                </c:pt>
                <c:pt idx="4565">
                  <c:v>8.0650746301703506</c:v>
                </c:pt>
                <c:pt idx="4566">
                  <c:v>8.0532484299378595</c:v>
                </c:pt>
                <c:pt idx="4567">
                  <c:v>8.0241332090626205</c:v>
                </c:pt>
                <c:pt idx="4568">
                  <c:v>8.0953040775563903</c:v>
                </c:pt>
                <c:pt idx="4569">
                  <c:v>8.1401951312706995</c:v>
                </c:pt>
                <c:pt idx="4570">
                  <c:v>8.0775817176245699</c:v>
                </c:pt>
                <c:pt idx="4571">
                  <c:v>8.0283426100433797</c:v>
                </c:pt>
                <c:pt idx="4572">
                  <c:v>8.0744829997835197</c:v>
                </c:pt>
                <c:pt idx="4573">
                  <c:v>8.0908514196883399</c:v>
                </c:pt>
                <c:pt idx="4574">
                  <c:v>8.0538654538428691</c:v>
                </c:pt>
                <c:pt idx="4575">
                  <c:v>8.0511017291015303</c:v>
                </c:pt>
                <c:pt idx="4576">
                  <c:v>8.0570164272633598</c:v>
                </c:pt>
                <c:pt idx="4577">
                  <c:v>8.0936970182379397</c:v>
                </c:pt>
                <c:pt idx="4578">
                  <c:v>8.0936970182379397</c:v>
                </c:pt>
                <c:pt idx="4579">
                  <c:v>8.1372391019708399</c:v>
                </c:pt>
                <c:pt idx="4580">
                  <c:v>8.1378048966980607</c:v>
                </c:pt>
                <c:pt idx="4581">
                  <c:v>8.1581231284259506</c:v>
                </c:pt>
                <c:pt idx="4582">
                  <c:v>8.2863580500378706</c:v>
                </c:pt>
                <c:pt idx="4583">
                  <c:v>8.2792526497950991</c:v>
                </c:pt>
                <c:pt idx="4584">
                  <c:v>8.3332466072894409</c:v>
                </c:pt>
                <c:pt idx="4585">
                  <c:v>8.4006116713574102</c:v>
                </c:pt>
                <c:pt idx="4586">
                  <c:v>8.4450591599347309</c:v>
                </c:pt>
                <c:pt idx="4587">
                  <c:v>8.4044294466708092</c:v>
                </c:pt>
                <c:pt idx="4588">
                  <c:v>8.4044294466708092</c:v>
                </c:pt>
                <c:pt idx="4589">
                  <c:v>8.2433934128173103</c:v>
                </c:pt>
                <c:pt idx="4590">
                  <c:v>8.2776506111247308</c:v>
                </c:pt>
                <c:pt idx="4591">
                  <c:v>8.3472208336402201</c:v>
                </c:pt>
                <c:pt idx="4592">
                  <c:v>8.3373351946003496</c:v>
                </c:pt>
                <c:pt idx="4593">
                  <c:v>8.2790588780976897</c:v>
                </c:pt>
                <c:pt idx="4594">
                  <c:v>8.3084087438272007</c:v>
                </c:pt>
                <c:pt idx="4595">
                  <c:v>8.2719450130460395</c:v>
                </c:pt>
                <c:pt idx="4596">
                  <c:v>8.2807378620618799</c:v>
                </c:pt>
                <c:pt idx="4597">
                  <c:v>8.4266289963366194</c:v>
                </c:pt>
                <c:pt idx="4598">
                  <c:v>8.4266289963366194</c:v>
                </c:pt>
                <c:pt idx="4599">
                  <c:v>8.5940501279283801</c:v>
                </c:pt>
                <c:pt idx="4600">
                  <c:v>8.5679490940129899</c:v>
                </c:pt>
                <c:pt idx="4601">
                  <c:v>8.4456375675881308</c:v>
                </c:pt>
                <c:pt idx="4602">
                  <c:v>8.4398425040203193</c:v>
                </c:pt>
                <c:pt idx="4603">
                  <c:v>8.6082110807588297</c:v>
                </c:pt>
                <c:pt idx="4604">
                  <c:v>8.7647371678537205</c:v>
                </c:pt>
                <c:pt idx="4605">
                  <c:v>8.9104762953516108</c:v>
                </c:pt>
                <c:pt idx="4606">
                  <c:v>8.8946627811906094</c:v>
                </c:pt>
                <c:pt idx="4607">
                  <c:v>8.8776061406210491</c:v>
                </c:pt>
                <c:pt idx="4608">
                  <c:v>8.8916844633825107</c:v>
                </c:pt>
                <c:pt idx="4609">
                  <c:v>8.8025551288575201</c:v>
                </c:pt>
                <c:pt idx="4610">
                  <c:v>8.6944285485727999</c:v>
                </c:pt>
                <c:pt idx="4611">
                  <c:v>8.5559245804981501</c:v>
                </c:pt>
                <c:pt idx="4612">
                  <c:v>8.5475870262634803</c:v>
                </c:pt>
                <c:pt idx="4613">
                  <c:v>8.5263301885768108</c:v>
                </c:pt>
                <c:pt idx="4614">
                  <c:v>8.4790903862565408</c:v>
                </c:pt>
                <c:pt idx="4615">
                  <c:v>8.4790903862565408</c:v>
                </c:pt>
                <c:pt idx="4616">
                  <c:v>8.3579724123849903</c:v>
                </c:pt>
                <c:pt idx="4617">
                  <c:v>8.3154552729593902</c:v>
                </c:pt>
                <c:pt idx="4618">
                  <c:v>8.4475058039830806</c:v>
                </c:pt>
                <c:pt idx="4619">
                  <c:v>8.5336388567646502</c:v>
                </c:pt>
                <c:pt idx="4620">
                  <c:v>8.5654958287952105</c:v>
                </c:pt>
                <c:pt idx="4621">
                  <c:v>8.4952653055231906</c:v>
                </c:pt>
                <c:pt idx="4622">
                  <c:v>8.3444199590873591</c:v>
                </c:pt>
                <c:pt idx="4623">
                  <c:v>8.3261499107996908</c:v>
                </c:pt>
                <c:pt idx="4624">
                  <c:v>8.3901937409497105</c:v>
                </c:pt>
                <c:pt idx="4625">
                  <c:v>8.4114144081328508</c:v>
                </c:pt>
                <c:pt idx="4626">
                  <c:v>8.4709475119013398</c:v>
                </c:pt>
                <c:pt idx="4627">
                  <c:v>8.4709475119013398</c:v>
                </c:pt>
                <c:pt idx="4628">
                  <c:v>8.3883528856533101</c:v>
                </c:pt>
                <c:pt idx="4629">
                  <c:v>8.4462802542878297</c:v>
                </c:pt>
                <c:pt idx="4630">
                  <c:v>8.5202635655311294</c:v>
                </c:pt>
                <c:pt idx="4631">
                  <c:v>8.4612896193349307</c:v>
                </c:pt>
                <c:pt idx="4632">
                  <c:v>8.4612896193349307</c:v>
                </c:pt>
                <c:pt idx="4633">
                  <c:v>8.6300696940387294</c:v>
                </c:pt>
                <c:pt idx="4634">
                  <c:v>8.7221817212843593</c:v>
                </c:pt>
                <c:pt idx="4635">
                  <c:v>8.7533058576965992</c:v>
                </c:pt>
                <c:pt idx="4636">
                  <c:v>8.9498109867508209</c:v>
                </c:pt>
                <c:pt idx="4637">
                  <c:v>9.0988565135678794</c:v>
                </c:pt>
                <c:pt idx="4638">
                  <c:v>9.0988565135678794</c:v>
                </c:pt>
                <c:pt idx="4639">
                  <c:v>9.2525231455144592</c:v>
                </c:pt>
                <c:pt idx="4640">
                  <c:v>9.20683463702475</c:v>
                </c:pt>
                <c:pt idx="4641">
                  <c:v>9.2746189049704206</c:v>
                </c:pt>
                <c:pt idx="4642">
                  <c:v>9.2720723137345296</c:v>
                </c:pt>
                <c:pt idx="4643">
                  <c:v>9.4000696644916104</c:v>
                </c:pt>
                <c:pt idx="4644">
                  <c:v>9.5773430530805808</c:v>
                </c:pt>
                <c:pt idx="4645">
                  <c:v>9.58030427149553</c:v>
                </c:pt>
                <c:pt idx="4646">
                  <c:v>9.4595352323286406</c:v>
                </c:pt>
                <c:pt idx="4647">
                  <c:v>9.32465729330249</c:v>
                </c:pt>
                <c:pt idx="4648">
                  <c:v>9.4371860969501906</c:v>
                </c:pt>
                <c:pt idx="4649">
                  <c:v>9.4479697791718404</c:v>
                </c:pt>
                <c:pt idx="4650">
                  <c:v>9.3744779769422895</c:v>
                </c:pt>
                <c:pt idx="4651">
                  <c:v>9.4485908421104607</c:v>
                </c:pt>
                <c:pt idx="4652">
                  <c:v>9.4659862525132201</c:v>
                </c:pt>
                <c:pt idx="4653">
                  <c:v>9.4272194290879892</c:v>
                </c:pt>
                <c:pt idx="4654">
                  <c:v>9.2572965274956704</c:v>
                </c:pt>
                <c:pt idx="4655">
                  <c:v>9.1703556798102905</c:v>
                </c:pt>
                <c:pt idx="4656">
                  <c:v>9.2510921951898695</c:v>
                </c:pt>
                <c:pt idx="4657">
                  <c:v>9.1577559718831907</c:v>
                </c:pt>
                <c:pt idx="4658">
                  <c:v>9.1201593292959693</c:v>
                </c:pt>
                <c:pt idx="4659">
                  <c:v>9.2580051063370199</c:v>
                </c:pt>
                <c:pt idx="4660">
                  <c:v>9.3146188869309903</c:v>
                </c:pt>
                <c:pt idx="4661">
                  <c:v>9.3697849943180405</c:v>
                </c:pt>
                <c:pt idx="4662">
                  <c:v>9.3433839490518302</c:v>
                </c:pt>
                <c:pt idx="4663">
                  <c:v>9.4893127357530798</c:v>
                </c:pt>
                <c:pt idx="4664">
                  <c:v>9.4322799575507208</c:v>
                </c:pt>
                <c:pt idx="4665">
                  <c:v>9.3519831372286202</c:v>
                </c:pt>
                <c:pt idx="4666">
                  <c:v>9.30762304674289</c:v>
                </c:pt>
                <c:pt idx="4667">
                  <c:v>9.2649687168393697</c:v>
                </c:pt>
                <c:pt idx="4668">
                  <c:v>9.3149009413651296</c:v>
                </c:pt>
                <c:pt idx="4669">
                  <c:v>9.3797432844619095</c:v>
                </c:pt>
                <c:pt idx="4670">
                  <c:v>9.4534259861627508</c:v>
                </c:pt>
                <c:pt idx="4671">
                  <c:v>9.7212655137820203</c:v>
                </c:pt>
                <c:pt idx="4672">
                  <c:v>9.6530189532135608</c:v>
                </c:pt>
                <c:pt idx="4673">
                  <c:v>9.7359204269369801</c:v>
                </c:pt>
                <c:pt idx="4674">
                  <c:v>9.6447388084043499</c:v>
                </c:pt>
                <c:pt idx="4675">
                  <c:v>9.6034125932800798</c:v>
                </c:pt>
                <c:pt idx="4676">
                  <c:v>9.5206560810464396</c:v>
                </c:pt>
                <c:pt idx="4677">
                  <c:v>9.5589227784521</c:v>
                </c:pt>
                <c:pt idx="4678">
                  <c:v>9.8199728482163309</c:v>
                </c:pt>
                <c:pt idx="4679">
                  <c:v>9.9011188546863096</c:v>
                </c:pt>
                <c:pt idx="4680">
                  <c:v>9.8886356295339102</c:v>
                </c:pt>
                <c:pt idx="4681">
                  <c:v>9.8979488524489998</c:v>
                </c:pt>
                <c:pt idx="4682">
                  <c:v>9.9359093703762102</c:v>
                </c:pt>
                <c:pt idx="4683">
                  <c:v>9.9677252457608105</c:v>
                </c:pt>
                <c:pt idx="4684">
                  <c:v>9.9392044699510897</c:v>
                </c:pt>
                <c:pt idx="4685">
                  <c:v>9.9322564465224996</c:v>
                </c:pt>
                <c:pt idx="4686">
                  <c:v>9.9050422124990192</c:v>
                </c:pt>
                <c:pt idx="4687">
                  <c:v>9.9398483240607796</c:v>
                </c:pt>
                <c:pt idx="4688">
                  <c:v>9.9398483240607796</c:v>
                </c:pt>
                <c:pt idx="4689">
                  <c:v>10.036343628578599</c:v>
                </c:pt>
                <c:pt idx="4690">
                  <c:v>10.081476273188199</c:v>
                </c:pt>
                <c:pt idx="4691">
                  <c:v>10.2802006825201</c:v>
                </c:pt>
                <c:pt idx="4692">
                  <c:v>10.4107283339684</c:v>
                </c:pt>
                <c:pt idx="4693">
                  <c:v>10.392636426187</c:v>
                </c:pt>
                <c:pt idx="4694">
                  <c:v>10.0959402466841</c:v>
                </c:pt>
                <c:pt idx="4695">
                  <c:v>9.95046004797533</c:v>
                </c:pt>
                <c:pt idx="4696">
                  <c:v>9.9743333749991994</c:v>
                </c:pt>
                <c:pt idx="4697">
                  <c:v>9.8174551018972291</c:v>
                </c:pt>
                <c:pt idx="4698">
                  <c:v>9.6939975152796301</c:v>
                </c:pt>
                <c:pt idx="4699">
                  <c:v>9.5777124780335505</c:v>
                </c:pt>
                <c:pt idx="4700">
                  <c:v>9.6192745392304602</c:v>
                </c:pt>
                <c:pt idx="4701">
                  <c:v>9.5563142799332201</c:v>
                </c:pt>
                <c:pt idx="4702">
                  <c:v>9.8259647742607203</c:v>
                </c:pt>
                <c:pt idx="4703">
                  <c:v>10.0332635393438</c:v>
                </c:pt>
                <c:pt idx="4704">
                  <c:v>9.7721944480116694</c:v>
                </c:pt>
                <c:pt idx="4705">
                  <c:v>9.7958462539461593</c:v>
                </c:pt>
                <c:pt idx="4706">
                  <c:v>9.7958462539461593</c:v>
                </c:pt>
                <c:pt idx="4707">
                  <c:v>9.7958462539461593</c:v>
                </c:pt>
                <c:pt idx="4708">
                  <c:v>9.9818942777658997</c:v>
                </c:pt>
                <c:pt idx="4709">
                  <c:v>9.9934195597934998</c:v>
                </c:pt>
                <c:pt idx="4710">
                  <c:v>10.023716394604101</c:v>
                </c:pt>
                <c:pt idx="4711">
                  <c:v>10.0438704061728</c:v>
                </c:pt>
                <c:pt idx="4712">
                  <c:v>10.0721404555514</c:v>
                </c:pt>
                <c:pt idx="4713">
                  <c:v>10.2212529618127</c:v>
                </c:pt>
                <c:pt idx="4714">
                  <c:v>10.276103606025799</c:v>
                </c:pt>
                <c:pt idx="4715">
                  <c:v>10.3592191427299</c:v>
                </c:pt>
                <c:pt idx="4716">
                  <c:v>10.4158983021981</c:v>
                </c:pt>
                <c:pt idx="4717">
                  <c:v>10.5363261440756</c:v>
                </c:pt>
                <c:pt idx="4718">
                  <c:v>10.7746525133742</c:v>
                </c:pt>
                <c:pt idx="4719">
                  <c:v>10.6391311447903</c:v>
                </c:pt>
                <c:pt idx="4720">
                  <c:v>10.635593178889399</c:v>
                </c:pt>
                <c:pt idx="4721">
                  <c:v>10.8055202139266</c:v>
                </c:pt>
                <c:pt idx="4722">
                  <c:v>11.058845827591201</c:v>
                </c:pt>
                <c:pt idx="4723">
                  <c:v>11.223402339336101</c:v>
                </c:pt>
                <c:pt idx="4724">
                  <c:v>11.2046385807991</c:v>
                </c:pt>
                <c:pt idx="4725">
                  <c:v>11.337628473501301</c:v>
                </c:pt>
                <c:pt idx="4726">
                  <c:v>11.442251461993401</c:v>
                </c:pt>
                <c:pt idx="4727">
                  <c:v>11.542610852168901</c:v>
                </c:pt>
                <c:pt idx="4728">
                  <c:v>11.7999254259702</c:v>
                </c:pt>
                <c:pt idx="4729">
                  <c:v>12.021564697863599</c:v>
                </c:pt>
                <c:pt idx="4730">
                  <c:v>12.090659704945701</c:v>
                </c:pt>
                <c:pt idx="4731">
                  <c:v>11.749134287231501</c:v>
                </c:pt>
                <c:pt idx="4732">
                  <c:v>11.7699667549123</c:v>
                </c:pt>
                <c:pt idx="4733">
                  <c:v>11.5679341365877</c:v>
                </c:pt>
                <c:pt idx="4734">
                  <c:v>11.703354031417099</c:v>
                </c:pt>
                <c:pt idx="4735">
                  <c:v>11.411902229288</c:v>
                </c:pt>
                <c:pt idx="4736">
                  <c:v>11.2140093637516</c:v>
                </c:pt>
                <c:pt idx="4737">
                  <c:v>11.1731833225437</c:v>
                </c:pt>
                <c:pt idx="4738">
                  <c:v>11.1731833225437</c:v>
                </c:pt>
                <c:pt idx="4739">
                  <c:v>10.780426554990401</c:v>
                </c:pt>
                <c:pt idx="4740">
                  <c:v>10.9423304547438</c:v>
                </c:pt>
                <c:pt idx="4741">
                  <c:v>10.859225932130199</c:v>
                </c:pt>
                <c:pt idx="4742">
                  <c:v>10.6906283214603</c:v>
                </c:pt>
                <c:pt idx="4743">
                  <c:v>10.9252394284805</c:v>
                </c:pt>
                <c:pt idx="4744">
                  <c:v>11.380802485037</c:v>
                </c:pt>
                <c:pt idx="4745">
                  <c:v>11.633219437925201</c:v>
                </c:pt>
                <c:pt idx="4746">
                  <c:v>11.6183559307372</c:v>
                </c:pt>
                <c:pt idx="4747">
                  <c:v>11.5646592455373</c:v>
                </c:pt>
                <c:pt idx="4748">
                  <c:v>11.751353575010199</c:v>
                </c:pt>
                <c:pt idx="4749">
                  <c:v>11.8808576051636</c:v>
                </c:pt>
                <c:pt idx="4750">
                  <c:v>11.6364536849525</c:v>
                </c:pt>
                <c:pt idx="4751">
                  <c:v>11.697000068778101</c:v>
                </c:pt>
                <c:pt idx="4752">
                  <c:v>11.5859541185041</c:v>
                </c:pt>
                <c:pt idx="4753">
                  <c:v>11.5859541185041</c:v>
                </c:pt>
                <c:pt idx="4754">
                  <c:v>12.200467539523901</c:v>
                </c:pt>
                <c:pt idx="4755">
                  <c:v>12.1572704112679</c:v>
                </c:pt>
                <c:pt idx="4756">
                  <c:v>11.926092680717399</c:v>
                </c:pt>
                <c:pt idx="4757">
                  <c:v>11.925828469769201</c:v>
                </c:pt>
                <c:pt idx="4758">
                  <c:v>11.925828469769201</c:v>
                </c:pt>
                <c:pt idx="4759">
                  <c:v>11.745984127377699</c:v>
                </c:pt>
                <c:pt idx="4760">
                  <c:v>11.6338162843082</c:v>
                </c:pt>
                <c:pt idx="4761">
                  <c:v>11.6059943321882</c:v>
                </c:pt>
                <c:pt idx="4762">
                  <c:v>11.637244959619499</c:v>
                </c:pt>
                <c:pt idx="4763">
                  <c:v>11.4017593518575</c:v>
                </c:pt>
                <c:pt idx="4764">
                  <c:v>11.585052349881201</c:v>
                </c:pt>
                <c:pt idx="4765">
                  <c:v>11.6361792643972</c:v>
                </c:pt>
                <c:pt idx="4766">
                  <c:v>11.814495869667599</c:v>
                </c:pt>
                <c:pt idx="4767">
                  <c:v>12.2669054951837</c:v>
                </c:pt>
                <c:pt idx="4768">
                  <c:v>12.698623945999501</c:v>
                </c:pt>
                <c:pt idx="4769">
                  <c:v>12.725865342253099</c:v>
                </c:pt>
                <c:pt idx="4770">
                  <c:v>13.3195827591992</c:v>
                </c:pt>
                <c:pt idx="4771">
                  <c:v>13.473421476246701</c:v>
                </c:pt>
                <c:pt idx="4772">
                  <c:v>13.2488318525173</c:v>
                </c:pt>
                <c:pt idx="4773">
                  <c:v>13.139179903975799</c:v>
                </c:pt>
                <c:pt idx="4774">
                  <c:v>13.139179903975799</c:v>
                </c:pt>
                <c:pt idx="4775">
                  <c:v>13.3215136403029</c:v>
                </c:pt>
                <c:pt idx="4776">
                  <c:v>13.121531517143399</c:v>
                </c:pt>
                <c:pt idx="4777">
                  <c:v>13.0405378929843</c:v>
                </c:pt>
                <c:pt idx="4778">
                  <c:v>13.150612025098299</c:v>
                </c:pt>
                <c:pt idx="4779">
                  <c:v>13.0076305358913</c:v>
                </c:pt>
                <c:pt idx="4780">
                  <c:v>12.817679278751401</c:v>
                </c:pt>
                <c:pt idx="4781">
                  <c:v>12.6156052406378</c:v>
                </c:pt>
                <c:pt idx="4782">
                  <c:v>12.0934525796808</c:v>
                </c:pt>
                <c:pt idx="4783">
                  <c:v>11.966523194988699</c:v>
                </c:pt>
                <c:pt idx="4784">
                  <c:v>11.9266563830443</c:v>
                </c:pt>
                <c:pt idx="4785">
                  <c:v>11.7462824220001</c:v>
                </c:pt>
                <c:pt idx="4786">
                  <c:v>12.1841577484485</c:v>
                </c:pt>
                <c:pt idx="4787">
                  <c:v>12.321958249495401</c:v>
                </c:pt>
                <c:pt idx="4788">
                  <c:v>12.4233828495559</c:v>
                </c:pt>
                <c:pt idx="4789">
                  <c:v>11.9290684414295</c:v>
                </c:pt>
                <c:pt idx="4790">
                  <c:v>11.6971202470008</c:v>
                </c:pt>
                <c:pt idx="4791">
                  <c:v>11.9264550567695</c:v>
                </c:pt>
                <c:pt idx="4792">
                  <c:v>11.9264550567695</c:v>
                </c:pt>
                <c:pt idx="4793">
                  <c:v>11.949084819452001</c:v>
                </c:pt>
                <c:pt idx="4794">
                  <c:v>11.8880111753019</c:v>
                </c:pt>
                <c:pt idx="4795">
                  <c:v>11.9834147443877</c:v>
                </c:pt>
                <c:pt idx="4796">
                  <c:v>12.115576670575599</c:v>
                </c:pt>
                <c:pt idx="4797">
                  <c:v>12.3570677238174</c:v>
                </c:pt>
                <c:pt idx="4798">
                  <c:v>12.2715324351022</c:v>
                </c:pt>
                <c:pt idx="4799">
                  <c:v>12.350933403676301</c:v>
                </c:pt>
                <c:pt idx="4800">
                  <c:v>12.193905476955599</c:v>
                </c:pt>
                <c:pt idx="4801">
                  <c:v>12.082196508369901</c:v>
                </c:pt>
                <c:pt idx="4802">
                  <c:v>12.222117154417401</c:v>
                </c:pt>
                <c:pt idx="4803">
                  <c:v>12.206823645654801</c:v>
                </c:pt>
                <c:pt idx="4804">
                  <c:v>12.207217924416099</c:v>
                </c:pt>
                <c:pt idx="4805">
                  <c:v>12.377596993443399</c:v>
                </c:pt>
                <c:pt idx="4806">
                  <c:v>12.289551911234</c:v>
                </c:pt>
                <c:pt idx="4807">
                  <c:v>12.4555598626219</c:v>
                </c:pt>
                <c:pt idx="4808">
                  <c:v>12.4588814091831</c:v>
                </c:pt>
                <c:pt idx="4809">
                  <c:v>12.424754921041901</c:v>
                </c:pt>
                <c:pt idx="4810">
                  <c:v>12.3407875102296</c:v>
                </c:pt>
                <c:pt idx="4811">
                  <c:v>12.3886706443524</c:v>
                </c:pt>
                <c:pt idx="4812">
                  <c:v>12.6246993994103</c:v>
                </c:pt>
                <c:pt idx="4813">
                  <c:v>12.7135885206729</c:v>
                </c:pt>
                <c:pt idx="4814">
                  <c:v>12.751740093416601</c:v>
                </c:pt>
                <c:pt idx="4815">
                  <c:v>12.6415786013541</c:v>
                </c:pt>
                <c:pt idx="4816">
                  <c:v>12.585248751370701</c:v>
                </c:pt>
                <c:pt idx="4817">
                  <c:v>12.473471528615301</c:v>
                </c:pt>
                <c:pt idx="4818">
                  <c:v>12.541194789933799</c:v>
                </c:pt>
                <c:pt idx="4819">
                  <c:v>12.5600951727954</c:v>
                </c:pt>
                <c:pt idx="4820">
                  <c:v>12.6088340258966</c:v>
                </c:pt>
                <c:pt idx="4821">
                  <c:v>12.671761686904</c:v>
                </c:pt>
                <c:pt idx="4822">
                  <c:v>12.8408411090283</c:v>
                </c:pt>
                <c:pt idx="4823">
                  <c:v>12.9092154907796</c:v>
                </c:pt>
                <c:pt idx="4824">
                  <c:v>12.8585549479413</c:v>
                </c:pt>
                <c:pt idx="4825">
                  <c:v>12.941247603000701</c:v>
                </c:pt>
                <c:pt idx="4826">
                  <c:v>12.9176846637301</c:v>
                </c:pt>
                <c:pt idx="4827">
                  <c:v>12.8628560356201</c:v>
                </c:pt>
                <c:pt idx="4828">
                  <c:v>12.759507143670101</c:v>
                </c:pt>
                <c:pt idx="4829">
                  <c:v>12.9208355842367</c:v>
                </c:pt>
                <c:pt idx="4830">
                  <c:v>13.325308687502099</c:v>
                </c:pt>
                <c:pt idx="4831">
                  <c:v>13.3347865762086</c:v>
                </c:pt>
                <c:pt idx="4832">
                  <c:v>13.456325968854101</c:v>
                </c:pt>
                <c:pt idx="4833">
                  <c:v>13.5587452634476</c:v>
                </c:pt>
                <c:pt idx="4834">
                  <c:v>13.862269232564801</c:v>
                </c:pt>
                <c:pt idx="4835">
                  <c:v>13.878804006515301</c:v>
                </c:pt>
                <c:pt idx="4836">
                  <c:v>14.106308274301799</c:v>
                </c:pt>
                <c:pt idx="4837">
                  <c:v>14.106308274301799</c:v>
                </c:pt>
                <c:pt idx="4838">
                  <c:v>14.2646812446926</c:v>
                </c:pt>
                <c:pt idx="4839">
                  <c:v>14.617441041683399</c:v>
                </c:pt>
                <c:pt idx="4840">
                  <c:v>15.1428687353856</c:v>
                </c:pt>
                <c:pt idx="4841">
                  <c:v>15.432916920912</c:v>
                </c:pt>
                <c:pt idx="4842">
                  <c:v>15.0884342601393</c:v>
                </c:pt>
                <c:pt idx="4843">
                  <c:v>14.492329337132601</c:v>
                </c:pt>
                <c:pt idx="4844">
                  <c:v>13.8302988185799</c:v>
                </c:pt>
                <c:pt idx="4845">
                  <c:v>13.8817236534016</c:v>
                </c:pt>
                <c:pt idx="4846">
                  <c:v>13.8451195647856</c:v>
                </c:pt>
                <c:pt idx="4847">
                  <c:v>13.925938426594</c:v>
                </c:pt>
                <c:pt idx="4848">
                  <c:v>14.068721339487199</c:v>
                </c:pt>
                <c:pt idx="4849">
                  <c:v>14.449287753554801</c:v>
                </c:pt>
                <c:pt idx="4850">
                  <c:v>14.5288577721902</c:v>
                </c:pt>
                <c:pt idx="4851">
                  <c:v>14.405910095331</c:v>
                </c:pt>
                <c:pt idx="4852">
                  <c:v>14.405910095331</c:v>
                </c:pt>
                <c:pt idx="4853">
                  <c:v>14.2669440991244</c:v>
                </c:pt>
                <c:pt idx="4854">
                  <c:v>14.0613161504823</c:v>
                </c:pt>
                <c:pt idx="4855">
                  <c:v>13.565995191491</c:v>
                </c:pt>
                <c:pt idx="4856">
                  <c:v>13.5104317040038</c:v>
                </c:pt>
                <c:pt idx="4857">
                  <c:v>13.5104317040038</c:v>
                </c:pt>
                <c:pt idx="4858">
                  <c:v>13.3406592879185</c:v>
                </c:pt>
                <c:pt idx="4859">
                  <c:v>13.4649443514258</c:v>
                </c:pt>
                <c:pt idx="4860">
                  <c:v>13.7967489062979</c:v>
                </c:pt>
                <c:pt idx="4861">
                  <c:v>13.5176448799808</c:v>
                </c:pt>
                <c:pt idx="4862">
                  <c:v>13.6011589699817</c:v>
                </c:pt>
                <c:pt idx="4863">
                  <c:v>13.4602651096234</c:v>
                </c:pt>
                <c:pt idx="4864">
                  <c:v>13.198898497389401</c:v>
                </c:pt>
                <c:pt idx="4865">
                  <c:v>13.1725618631906</c:v>
                </c:pt>
                <c:pt idx="4866">
                  <c:v>13.4491171637567</c:v>
                </c:pt>
                <c:pt idx="4867">
                  <c:v>13.4806691285618</c:v>
                </c:pt>
                <c:pt idx="4868">
                  <c:v>13.330013702265701</c:v>
                </c:pt>
                <c:pt idx="4869">
                  <c:v>13.230910501011399</c:v>
                </c:pt>
                <c:pt idx="4870">
                  <c:v>12.857970066740901</c:v>
                </c:pt>
                <c:pt idx="4871">
                  <c:v>12.280739000792799</c:v>
                </c:pt>
                <c:pt idx="4872">
                  <c:v>12.4627767190561</c:v>
                </c:pt>
                <c:pt idx="4873">
                  <c:v>12.477073152696899</c:v>
                </c:pt>
                <c:pt idx="4874">
                  <c:v>12.728052311302299</c:v>
                </c:pt>
                <c:pt idx="4875">
                  <c:v>12.728052311302299</c:v>
                </c:pt>
                <c:pt idx="4876">
                  <c:v>12.9598893641797</c:v>
                </c:pt>
                <c:pt idx="4877">
                  <c:v>13.435748322859</c:v>
                </c:pt>
                <c:pt idx="4878">
                  <c:v>13.0884595628422</c:v>
                </c:pt>
                <c:pt idx="4879">
                  <c:v>13.235155949208799</c:v>
                </c:pt>
                <c:pt idx="4880">
                  <c:v>13.1034375273649</c:v>
                </c:pt>
                <c:pt idx="4881">
                  <c:v>13.050487781050199</c:v>
                </c:pt>
                <c:pt idx="4882">
                  <c:v>13.160623780993101</c:v>
                </c:pt>
                <c:pt idx="4883">
                  <c:v>13.1629616972081</c:v>
                </c:pt>
                <c:pt idx="4884">
                  <c:v>12.9627153391632</c:v>
                </c:pt>
                <c:pt idx="4885">
                  <c:v>12.9923314505861</c:v>
                </c:pt>
                <c:pt idx="4886">
                  <c:v>12.875772154829701</c:v>
                </c:pt>
                <c:pt idx="4887">
                  <c:v>12.9807610774845</c:v>
                </c:pt>
                <c:pt idx="4888">
                  <c:v>13.1704110305868</c:v>
                </c:pt>
                <c:pt idx="4889">
                  <c:v>13.150430143199699</c:v>
                </c:pt>
                <c:pt idx="4890">
                  <c:v>13.225161385584499</c:v>
                </c:pt>
                <c:pt idx="4891">
                  <c:v>13.225161385584499</c:v>
                </c:pt>
                <c:pt idx="4892">
                  <c:v>13.3631575136755</c:v>
                </c:pt>
                <c:pt idx="4893">
                  <c:v>13.387046027478901</c:v>
                </c:pt>
                <c:pt idx="4894">
                  <c:v>13.545718997025901</c:v>
                </c:pt>
                <c:pt idx="4895">
                  <c:v>13.692304569177701</c:v>
                </c:pt>
                <c:pt idx="4896">
                  <c:v>13.4824710322527</c:v>
                </c:pt>
                <c:pt idx="4897">
                  <c:v>13.4824710322527</c:v>
                </c:pt>
                <c:pt idx="4898">
                  <c:v>13.3366285671033</c:v>
                </c:pt>
                <c:pt idx="4899">
                  <c:v>13.017001145949299</c:v>
                </c:pt>
                <c:pt idx="4900">
                  <c:v>12.506442499582</c:v>
                </c:pt>
                <c:pt idx="4901">
                  <c:v>12.1426777256852</c:v>
                </c:pt>
                <c:pt idx="4902">
                  <c:v>12.152454378326</c:v>
                </c:pt>
                <c:pt idx="4903">
                  <c:v>12.088121082498001</c:v>
                </c:pt>
                <c:pt idx="4904">
                  <c:v>12.3061703180632</c:v>
                </c:pt>
                <c:pt idx="4905">
                  <c:v>12.4753667501511</c:v>
                </c:pt>
                <c:pt idx="4906">
                  <c:v>12.4143080622594</c:v>
                </c:pt>
                <c:pt idx="4907">
                  <c:v>12.540868477515399</c:v>
                </c:pt>
                <c:pt idx="4908">
                  <c:v>12.4970135065407</c:v>
                </c:pt>
                <c:pt idx="4909">
                  <c:v>12.0004967388798</c:v>
                </c:pt>
                <c:pt idx="4910">
                  <c:v>12.071377764562</c:v>
                </c:pt>
                <c:pt idx="4911">
                  <c:v>12.2250351213864</c:v>
                </c:pt>
                <c:pt idx="4912">
                  <c:v>12.2756859284715</c:v>
                </c:pt>
                <c:pt idx="4913">
                  <c:v>12.259834888918199</c:v>
                </c:pt>
                <c:pt idx="4914">
                  <c:v>12.052762287036</c:v>
                </c:pt>
                <c:pt idx="4915">
                  <c:v>11.7572060906082</c:v>
                </c:pt>
                <c:pt idx="4916">
                  <c:v>11.842655651134001</c:v>
                </c:pt>
                <c:pt idx="4917">
                  <c:v>11.8776639104127</c:v>
                </c:pt>
                <c:pt idx="4918">
                  <c:v>11.797256474734599</c:v>
                </c:pt>
                <c:pt idx="4919">
                  <c:v>11.8425353370191</c:v>
                </c:pt>
                <c:pt idx="4920">
                  <c:v>11.9553728307176</c:v>
                </c:pt>
                <c:pt idx="4921">
                  <c:v>12.1526381386404</c:v>
                </c:pt>
                <c:pt idx="4922">
                  <c:v>12.300042385197999</c:v>
                </c:pt>
                <c:pt idx="4923">
                  <c:v>12.2838399047422</c:v>
                </c:pt>
                <c:pt idx="4924">
                  <c:v>12.4990695847375</c:v>
                </c:pt>
                <c:pt idx="4925">
                  <c:v>12.782486090890201</c:v>
                </c:pt>
                <c:pt idx="4926">
                  <c:v>13.0128877961094</c:v>
                </c:pt>
                <c:pt idx="4927">
                  <c:v>13.4847636599083</c:v>
                </c:pt>
                <c:pt idx="4928">
                  <c:v>13.552992951525701</c:v>
                </c:pt>
                <c:pt idx="4929">
                  <c:v>13.3885248182417</c:v>
                </c:pt>
                <c:pt idx="4930">
                  <c:v>13.133991358179401</c:v>
                </c:pt>
                <c:pt idx="4931">
                  <c:v>13.2160666017912</c:v>
                </c:pt>
                <c:pt idx="4932">
                  <c:v>13.249566517779501</c:v>
                </c:pt>
                <c:pt idx="4933">
                  <c:v>13.4333755727954</c:v>
                </c:pt>
                <c:pt idx="4934">
                  <c:v>13.3799102014792</c:v>
                </c:pt>
                <c:pt idx="4935">
                  <c:v>13.398834835020301</c:v>
                </c:pt>
                <c:pt idx="4936">
                  <c:v>13.0506701877572</c:v>
                </c:pt>
                <c:pt idx="4937">
                  <c:v>12.4427213317263</c:v>
                </c:pt>
                <c:pt idx="4938">
                  <c:v>12.585105037282601</c:v>
                </c:pt>
                <c:pt idx="4939">
                  <c:v>12.574286005628601</c:v>
                </c:pt>
                <c:pt idx="4940">
                  <c:v>12.7278189582632</c:v>
                </c:pt>
                <c:pt idx="4941">
                  <c:v>12.439942666676901</c:v>
                </c:pt>
                <c:pt idx="4942">
                  <c:v>12.4659640547153</c:v>
                </c:pt>
                <c:pt idx="4943">
                  <c:v>12.731231042063101</c:v>
                </c:pt>
                <c:pt idx="4944">
                  <c:v>12.736164879635</c:v>
                </c:pt>
                <c:pt idx="4945">
                  <c:v>12.7715947509268</c:v>
                </c:pt>
                <c:pt idx="4946">
                  <c:v>12.559082926779899</c:v>
                </c:pt>
                <c:pt idx="4947">
                  <c:v>12.559082926779899</c:v>
                </c:pt>
                <c:pt idx="4948">
                  <c:v>12.4814489399945</c:v>
                </c:pt>
                <c:pt idx="4949">
                  <c:v>12.4797419892466</c:v>
                </c:pt>
                <c:pt idx="4950">
                  <c:v>12.1862288645933</c:v>
                </c:pt>
                <c:pt idx="4951">
                  <c:v>12.1776252068323</c:v>
                </c:pt>
                <c:pt idx="4952">
                  <c:v>12.1067900060275</c:v>
                </c:pt>
                <c:pt idx="4953">
                  <c:v>12.1660293507154</c:v>
                </c:pt>
                <c:pt idx="4954">
                  <c:v>12.0725350008554</c:v>
                </c:pt>
                <c:pt idx="4955">
                  <c:v>12.057833502805</c:v>
                </c:pt>
                <c:pt idx="4956">
                  <c:v>11.948172297397299</c:v>
                </c:pt>
                <c:pt idx="4957">
                  <c:v>11.619619611773601</c:v>
                </c:pt>
                <c:pt idx="4958">
                  <c:v>11.5132163033452</c:v>
                </c:pt>
                <c:pt idx="4959">
                  <c:v>11.5144020464865</c:v>
                </c:pt>
                <c:pt idx="4960">
                  <c:v>11.5144020464865</c:v>
                </c:pt>
                <c:pt idx="4961">
                  <c:v>11.5144020464865</c:v>
                </c:pt>
                <c:pt idx="4962">
                  <c:v>11.892780672214201</c:v>
                </c:pt>
                <c:pt idx="4963">
                  <c:v>11.857371631221501</c:v>
                </c:pt>
                <c:pt idx="4964">
                  <c:v>11.6898117353016</c:v>
                </c:pt>
                <c:pt idx="4965">
                  <c:v>11.539743930217901</c:v>
                </c:pt>
                <c:pt idx="4966">
                  <c:v>11.5031277290167</c:v>
                </c:pt>
                <c:pt idx="4967">
                  <c:v>11.6140416788735</c:v>
                </c:pt>
                <c:pt idx="4968">
                  <c:v>11.5652900562025</c:v>
                </c:pt>
                <c:pt idx="4969">
                  <c:v>11.605283069542599</c:v>
                </c:pt>
                <c:pt idx="4970">
                  <c:v>11.5701964845522</c:v>
                </c:pt>
                <c:pt idx="4971">
                  <c:v>11.543390570656801</c:v>
                </c:pt>
                <c:pt idx="4972">
                  <c:v>11.4779882296056</c:v>
                </c:pt>
                <c:pt idx="4973">
                  <c:v>11.315654591935401</c:v>
                </c:pt>
                <c:pt idx="4974">
                  <c:v>11.5622550005439</c:v>
                </c:pt>
                <c:pt idx="4975">
                  <c:v>11.9160703394507</c:v>
                </c:pt>
                <c:pt idx="4976">
                  <c:v>11.890927453501501</c:v>
                </c:pt>
                <c:pt idx="4977">
                  <c:v>11.890927453501501</c:v>
                </c:pt>
                <c:pt idx="4978">
                  <c:v>12.0864131956929</c:v>
                </c:pt>
                <c:pt idx="4979">
                  <c:v>11.8357009254701</c:v>
                </c:pt>
                <c:pt idx="4980">
                  <c:v>11.752732206536701</c:v>
                </c:pt>
                <c:pt idx="4981">
                  <c:v>11.515990476789201</c:v>
                </c:pt>
                <c:pt idx="4982">
                  <c:v>11.3823325078507</c:v>
                </c:pt>
                <c:pt idx="4983">
                  <c:v>11.3994206474456</c:v>
                </c:pt>
                <c:pt idx="4984">
                  <c:v>11.395347325346799</c:v>
                </c:pt>
                <c:pt idx="4985">
                  <c:v>11.3604937429968</c:v>
                </c:pt>
                <c:pt idx="4986">
                  <c:v>11.3156734716149</c:v>
                </c:pt>
                <c:pt idx="4987">
                  <c:v>11.1017338196172</c:v>
                </c:pt>
                <c:pt idx="4988">
                  <c:v>11.0531025204755</c:v>
                </c:pt>
                <c:pt idx="4989">
                  <c:v>10.9895579827137</c:v>
                </c:pt>
                <c:pt idx="4990">
                  <c:v>11.1549393409865</c:v>
                </c:pt>
                <c:pt idx="4991">
                  <c:v>11.281486966503801</c:v>
                </c:pt>
                <c:pt idx="4992">
                  <c:v>11.281486966503801</c:v>
                </c:pt>
                <c:pt idx="4993">
                  <c:v>11.399166144229</c:v>
                </c:pt>
                <c:pt idx="4994">
                  <c:v>11.3612599076503</c:v>
                </c:pt>
                <c:pt idx="4995">
                  <c:v>11.422275862165</c:v>
                </c:pt>
                <c:pt idx="4996">
                  <c:v>11.465366939565399</c:v>
                </c:pt>
                <c:pt idx="4997">
                  <c:v>11.245173025749899</c:v>
                </c:pt>
                <c:pt idx="4998">
                  <c:v>11.140832414568001</c:v>
                </c:pt>
                <c:pt idx="4999">
                  <c:v>11.1129753217157</c:v>
                </c:pt>
                <c:pt idx="5000">
                  <c:v>11.166951863892301</c:v>
                </c:pt>
                <c:pt idx="5001">
                  <c:v>11.171195985287101</c:v>
                </c:pt>
                <c:pt idx="5002">
                  <c:v>11.0024754771998</c:v>
                </c:pt>
                <c:pt idx="5003">
                  <c:v>10.9590791764427</c:v>
                </c:pt>
                <c:pt idx="5004">
                  <c:v>10.911204676140599</c:v>
                </c:pt>
                <c:pt idx="5005">
                  <c:v>10.675379535822399</c:v>
                </c:pt>
                <c:pt idx="5006">
                  <c:v>10.575447331017401</c:v>
                </c:pt>
                <c:pt idx="5007">
                  <c:v>10.575447331017401</c:v>
                </c:pt>
                <c:pt idx="5008">
                  <c:v>10.528198063183901</c:v>
                </c:pt>
                <c:pt idx="5009">
                  <c:v>10.6214701103435</c:v>
                </c:pt>
                <c:pt idx="5010">
                  <c:v>10.7549711638997</c:v>
                </c:pt>
                <c:pt idx="5011">
                  <c:v>10.6303608959592</c:v>
                </c:pt>
                <c:pt idx="5012">
                  <c:v>10.6303608959592</c:v>
                </c:pt>
                <c:pt idx="5013">
                  <c:v>10.4404157354325</c:v>
                </c:pt>
                <c:pt idx="5014">
                  <c:v>10.4172898659411</c:v>
                </c:pt>
                <c:pt idx="5015">
                  <c:v>10.374347558016501</c:v>
                </c:pt>
                <c:pt idx="5016">
                  <c:v>10.481240887222199</c:v>
                </c:pt>
                <c:pt idx="5017">
                  <c:v>10.3745456170541</c:v>
                </c:pt>
                <c:pt idx="5018">
                  <c:v>10.354036267902201</c:v>
                </c:pt>
                <c:pt idx="5019">
                  <c:v>10.2000498080223</c:v>
                </c:pt>
                <c:pt idx="5020">
                  <c:v>10.269137192060899</c:v>
                </c:pt>
                <c:pt idx="5021">
                  <c:v>10.1529015137026</c:v>
                </c:pt>
                <c:pt idx="5022">
                  <c:v>10.1529015137026</c:v>
                </c:pt>
                <c:pt idx="5023">
                  <c:v>10.049747479831201</c:v>
                </c:pt>
                <c:pt idx="5024">
                  <c:v>10.063445201532</c:v>
                </c:pt>
                <c:pt idx="5025">
                  <c:v>10.3046831963734</c:v>
                </c:pt>
                <c:pt idx="5026">
                  <c:v>10.244748471468901</c:v>
                </c:pt>
                <c:pt idx="5027">
                  <c:v>10.1315090400459</c:v>
                </c:pt>
                <c:pt idx="5028">
                  <c:v>9.9524125089820306</c:v>
                </c:pt>
                <c:pt idx="5029">
                  <c:v>9.8038956077065897</c:v>
                </c:pt>
                <c:pt idx="5030">
                  <c:v>9.8427917221994008</c:v>
                </c:pt>
                <c:pt idx="5031">
                  <c:v>9.8907586943958101</c:v>
                </c:pt>
                <c:pt idx="5032">
                  <c:v>10.036719349921899</c:v>
                </c:pt>
                <c:pt idx="5033">
                  <c:v>9.9760429143833704</c:v>
                </c:pt>
                <c:pt idx="5034">
                  <c:v>10.0880929071872</c:v>
                </c:pt>
                <c:pt idx="5035">
                  <c:v>10.0880929071872</c:v>
                </c:pt>
                <c:pt idx="5036">
                  <c:v>10.112616698166701</c:v>
                </c:pt>
                <c:pt idx="5037">
                  <c:v>10.2405036085564</c:v>
                </c:pt>
                <c:pt idx="5038">
                  <c:v>10.435713186154601</c:v>
                </c:pt>
                <c:pt idx="5039">
                  <c:v>10.3504160105647</c:v>
                </c:pt>
                <c:pt idx="5040">
                  <c:v>10.3774378449745</c:v>
                </c:pt>
                <c:pt idx="5041">
                  <c:v>10.3540415592432</c:v>
                </c:pt>
                <c:pt idx="5042">
                  <c:v>10.223505611346599</c:v>
                </c:pt>
                <c:pt idx="5043">
                  <c:v>10.314766870146199</c:v>
                </c:pt>
                <c:pt idx="5044">
                  <c:v>10.465057637492</c:v>
                </c:pt>
                <c:pt idx="5045">
                  <c:v>10.6466488474376</c:v>
                </c:pt>
                <c:pt idx="5046">
                  <c:v>10.450054329276099</c:v>
                </c:pt>
                <c:pt idx="5047">
                  <c:v>10.450054329276099</c:v>
                </c:pt>
                <c:pt idx="5048">
                  <c:v>10.3165126749549</c:v>
                </c:pt>
                <c:pt idx="5049">
                  <c:v>10.4131809971392</c:v>
                </c:pt>
                <c:pt idx="5050">
                  <c:v>10.3068238887937</c:v>
                </c:pt>
                <c:pt idx="5051">
                  <c:v>10.4147682838944</c:v>
                </c:pt>
                <c:pt idx="5052">
                  <c:v>10.574898695489701</c:v>
                </c:pt>
                <c:pt idx="5053">
                  <c:v>10.610860673214701</c:v>
                </c:pt>
                <c:pt idx="5054">
                  <c:v>10.6753264550112</c:v>
                </c:pt>
                <c:pt idx="5055">
                  <c:v>10.9514634792235</c:v>
                </c:pt>
                <c:pt idx="5056">
                  <c:v>10.989087553043101</c:v>
                </c:pt>
                <c:pt idx="5057">
                  <c:v>10.989087553043101</c:v>
                </c:pt>
                <c:pt idx="5058">
                  <c:v>11.046060469221199</c:v>
                </c:pt>
                <c:pt idx="5059">
                  <c:v>10.8742132891112</c:v>
                </c:pt>
                <c:pt idx="5060">
                  <c:v>10.800280175957299</c:v>
                </c:pt>
                <c:pt idx="5061">
                  <c:v>10.789156826844</c:v>
                </c:pt>
                <c:pt idx="5062">
                  <c:v>10.714492500888401</c:v>
                </c:pt>
                <c:pt idx="5063">
                  <c:v>10.6139258721425</c:v>
                </c:pt>
                <c:pt idx="5064">
                  <c:v>10.5975322593371</c:v>
                </c:pt>
                <c:pt idx="5065">
                  <c:v>10.696751585070301</c:v>
                </c:pt>
                <c:pt idx="5066">
                  <c:v>10.734398932862</c:v>
                </c:pt>
                <c:pt idx="5067">
                  <c:v>10.8098611645178</c:v>
                </c:pt>
                <c:pt idx="5068">
                  <c:v>10.9044479418686</c:v>
                </c:pt>
                <c:pt idx="5069">
                  <c:v>11.0372523671646</c:v>
                </c:pt>
                <c:pt idx="5070">
                  <c:v>10.918930363827201</c:v>
                </c:pt>
                <c:pt idx="5071">
                  <c:v>10.8698478914588</c:v>
                </c:pt>
                <c:pt idx="5072">
                  <c:v>10.9666384215238</c:v>
                </c:pt>
                <c:pt idx="5073">
                  <c:v>10.957332836968501</c:v>
                </c:pt>
                <c:pt idx="5074">
                  <c:v>10.852039366166499</c:v>
                </c:pt>
                <c:pt idx="5075">
                  <c:v>10.799308334119599</c:v>
                </c:pt>
                <c:pt idx="5076">
                  <c:v>10.9099071362318</c:v>
                </c:pt>
                <c:pt idx="5077">
                  <c:v>10.8459866759747</c:v>
                </c:pt>
                <c:pt idx="5078">
                  <c:v>10.9690989172441</c:v>
                </c:pt>
                <c:pt idx="5079">
                  <c:v>11.0376738363271</c:v>
                </c:pt>
                <c:pt idx="5080">
                  <c:v>11.3071529266258</c:v>
                </c:pt>
                <c:pt idx="5081">
                  <c:v>11.301015631218799</c:v>
                </c:pt>
                <c:pt idx="5082">
                  <c:v>11.6688349304306</c:v>
                </c:pt>
                <c:pt idx="5083">
                  <c:v>11.830762854477101</c:v>
                </c:pt>
                <c:pt idx="5084">
                  <c:v>12.240917777466599</c:v>
                </c:pt>
                <c:pt idx="5085">
                  <c:v>12.2414913560206</c:v>
                </c:pt>
                <c:pt idx="5086">
                  <c:v>11.8653059006396</c:v>
                </c:pt>
                <c:pt idx="5087">
                  <c:v>11.906694118988099</c:v>
                </c:pt>
                <c:pt idx="5088">
                  <c:v>12.1514908582514</c:v>
                </c:pt>
                <c:pt idx="5089">
                  <c:v>12.015879696504999</c:v>
                </c:pt>
                <c:pt idx="5090">
                  <c:v>11.988034086350901</c:v>
                </c:pt>
                <c:pt idx="5091">
                  <c:v>12.352685932031701</c:v>
                </c:pt>
                <c:pt idx="5092">
                  <c:v>12.257177898026899</c:v>
                </c:pt>
                <c:pt idx="5093">
                  <c:v>12.0657962074389</c:v>
                </c:pt>
                <c:pt idx="5094">
                  <c:v>11.7625273317432</c:v>
                </c:pt>
                <c:pt idx="5095">
                  <c:v>11.604904683755301</c:v>
                </c:pt>
                <c:pt idx="5096">
                  <c:v>11.658471831490999</c:v>
                </c:pt>
                <c:pt idx="5097">
                  <c:v>11.658471831490999</c:v>
                </c:pt>
                <c:pt idx="5098">
                  <c:v>11.848697265062</c:v>
                </c:pt>
                <c:pt idx="5099">
                  <c:v>11.853460490314401</c:v>
                </c:pt>
                <c:pt idx="5100">
                  <c:v>11.7916865749762</c:v>
                </c:pt>
                <c:pt idx="5101">
                  <c:v>11.705415278865599</c:v>
                </c:pt>
                <c:pt idx="5102">
                  <c:v>11.8643410014755</c:v>
                </c:pt>
                <c:pt idx="5103">
                  <c:v>12.0337418171782</c:v>
                </c:pt>
                <c:pt idx="5104">
                  <c:v>12.0248428954372</c:v>
                </c:pt>
                <c:pt idx="5105">
                  <c:v>11.964318000188699</c:v>
                </c:pt>
                <c:pt idx="5106">
                  <c:v>11.841981953157299</c:v>
                </c:pt>
                <c:pt idx="5107">
                  <c:v>11.8218347645594</c:v>
                </c:pt>
                <c:pt idx="5108">
                  <c:v>11.805708959191101</c:v>
                </c:pt>
                <c:pt idx="5109">
                  <c:v>11.573411677224501</c:v>
                </c:pt>
                <c:pt idx="5110">
                  <c:v>11.221138287134201</c:v>
                </c:pt>
                <c:pt idx="5111">
                  <c:v>11.013891659665999</c:v>
                </c:pt>
                <c:pt idx="5112">
                  <c:v>11.013891659665999</c:v>
                </c:pt>
                <c:pt idx="5113">
                  <c:v>11.0822471922876</c:v>
                </c:pt>
                <c:pt idx="5114">
                  <c:v>10.9123167887857</c:v>
                </c:pt>
                <c:pt idx="5115">
                  <c:v>10.86257796962</c:v>
                </c:pt>
                <c:pt idx="5116">
                  <c:v>11.090006935938</c:v>
                </c:pt>
                <c:pt idx="5117">
                  <c:v>11.090006935938</c:v>
                </c:pt>
                <c:pt idx="5118">
                  <c:v>10.830709963219199</c:v>
                </c:pt>
                <c:pt idx="5119">
                  <c:v>10.753557220126501</c:v>
                </c:pt>
                <c:pt idx="5120">
                  <c:v>10.6730903766707</c:v>
                </c:pt>
                <c:pt idx="5121">
                  <c:v>10.7884409440366</c:v>
                </c:pt>
                <c:pt idx="5122">
                  <c:v>10.7649050204364</c:v>
                </c:pt>
                <c:pt idx="5123">
                  <c:v>10.5653706367887</c:v>
                </c:pt>
                <c:pt idx="5124">
                  <c:v>10.5618606135136</c:v>
                </c:pt>
                <c:pt idx="5125">
                  <c:v>10.711400325927601</c:v>
                </c:pt>
                <c:pt idx="5126">
                  <c:v>10.8052063832587</c:v>
                </c:pt>
                <c:pt idx="5127">
                  <c:v>10.693091357520499</c:v>
                </c:pt>
                <c:pt idx="5128">
                  <c:v>10.7030600333953</c:v>
                </c:pt>
                <c:pt idx="5129">
                  <c:v>10.584478410989099</c:v>
                </c:pt>
                <c:pt idx="5130">
                  <c:v>10.7445856033862</c:v>
                </c:pt>
                <c:pt idx="5131">
                  <c:v>10.7466533853783</c:v>
                </c:pt>
                <c:pt idx="5132">
                  <c:v>10.734808066611199</c:v>
                </c:pt>
                <c:pt idx="5133">
                  <c:v>10.724965967529201</c:v>
                </c:pt>
                <c:pt idx="5134">
                  <c:v>10.6539651073222</c:v>
                </c:pt>
                <c:pt idx="5135">
                  <c:v>10.7135933262308</c:v>
                </c:pt>
                <c:pt idx="5136">
                  <c:v>10.7135933262308</c:v>
                </c:pt>
                <c:pt idx="5137">
                  <c:v>10.8524862225674</c:v>
                </c:pt>
                <c:pt idx="5138">
                  <c:v>10.8844562935901</c:v>
                </c:pt>
                <c:pt idx="5139">
                  <c:v>10.7254078852107</c:v>
                </c:pt>
                <c:pt idx="5140">
                  <c:v>10.3679893630057</c:v>
                </c:pt>
                <c:pt idx="5141">
                  <c:v>10.371942860780401</c:v>
                </c:pt>
                <c:pt idx="5142">
                  <c:v>10.321369219997001</c:v>
                </c:pt>
                <c:pt idx="5143">
                  <c:v>10.1403625799907</c:v>
                </c:pt>
                <c:pt idx="5144">
                  <c:v>10.000679830533301</c:v>
                </c:pt>
                <c:pt idx="5145">
                  <c:v>10.067208532017199</c:v>
                </c:pt>
                <c:pt idx="5146">
                  <c:v>9.9374820463355</c:v>
                </c:pt>
                <c:pt idx="5147">
                  <c:v>9.9374820463355</c:v>
                </c:pt>
                <c:pt idx="5148">
                  <c:v>10.037610278297</c:v>
                </c:pt>
                <c:pt idx="5149">
                  <c:v>9.9183838136132305</c:v>
                </c:pt>
                <c:pt idx="5150">
                  <c:v>9.9433886373104006</c:v>
                </c:pt>
                <c:pt idx="5151">
                  <c:v>9.9433886373104006</c:v>
                </c:pt>
                <c:pt idx="5152">
                  <c:v>9.9433886373104006</c:v>
                </c:pt>
                <c:pt idx="5153">
                  <c:v>10.0817993919947</c:v>
                </c:pt>
                <c:pt idx="5154">
                  <c:v>10.1610552219238</c:v>
                </c:pt>
                <c:pt idx="5155">
                  <c:v>10.2103293753455</c:v>
                </c:pt>
                <c:pt idx="5156">
                  <c:v>10.1328592296829</c:v>
                </c:pt>
                <c:pt idx="5157">
                  <c:v>10.1328592296829</c:v>
                </c:pt>
                <c:pt idx="5158">
                  <c:v>10.0590377265651</c:v>
                </c:pt>
                <c:pt idx="5159">
                  <c:v>9.8670592215899102</c:v>
                </c:pt>
                <c:pt idx="5160">
                  <c:v>9.7410562777545699</c:v>
                </c:pt>
                <c:pt idx="5161">
                  <c:v>9.6467796469860101</c:v>
                </c:pt>
                <c:pt idx="5162">
                  <c:v>9.6128974705823502</c:v>
                </c:pt>
                <c:pt idx="5163">
                  <c:v>9.6216025733268697</c:v>
                </c:pt>
                <c:pt idx="5164">
                  <c:v>9.7443617132769909</c:v>
                </c:pt>
                <c:pt idx="5165">
                  <c:v>9.7219055115211095</c:v>
                </c:pt>
                <c:pt idx="5166">
                  <c:v>9.8274448278850599</c:v>
                </c:pt>
                <c:pt idx="5167">
                  <c:v>9.7341399236959596</c:v>
                </c:pt>
                <c:pt idx="5168">
                  <c:v>9.7632382482512394</c:v>
                </c:pt>
                <c:pt idx="5169">
                  <c:v>9.7243465146108701</c:v>
                </c:pt>
                <c:pt idx="5170">
                  <c:v>9.6994515193972397</c:v>
                </c:pt>
                <c:pt idx="5171">
                  <c:v>9.7327030972859898</c:v>
                </c:pt>
                <c:pt idx="5172">
                  <c:v>9.7345538847272302</c:v>
                </c:pt>
                <c:pt idx="5173">
                  <c:v>9.7205496575294905</c:v>
                </c:pt>
                <c:pt idx="5174">
                  <c:v>9.6155037879671994</c:v>
                </c:pt>
                <c:pt idx="5175">
                  <c:v>9.5403655776155691</c:v>
                </c:pt>
                <c:pt idx="5176">
                  <c:v>9.8476780074581107</c:v>
                </c:pt>
                <c:pt idx="5177">
                  <c:v>10.1431931089993</c:v>
                </c:pt>
                <c:pt idx="5178">
                  <c:v>9.9458183950450998</c:v>
                </c:pt>
                <c:pt idx="5179">
                  <c:v>9.8569685244750591</c:v>
                </c:pt>
                <c:pt idx="5180">
                  <c:v>9.9614441702170105</c:v>
                </c:pt>
                <c:pt idx="5181">
                  <c:v>9.7966229784169503</c:v>
                </c:pt>
                <c:pt idx="5182">
                  <c:v>9.8039367543031002</c:v>
                </c:pt>
                <c:pt idx="5183">
                  <c:v>9.92558830643401</c:v>
                </c:pt>
                <c:pt idx="5184">
                  <c:v>9.8670385526930406</c:v>
                </c:pt>
                <c:pt idx="5185">
                  <c:v>9.7828051839083798</c:v>
                </c:pt>
                <c:pt idx="5186">
                  <c:v>9.7897863459173102</c:v>
                </c:pt>
                <c:pt idx="5187">
                  <c:v>9.7902253879321997</c:v>
                </c:pt>
                <c:pt idx="5188">
                  <c:v>9.8240124290263999</c:v>
                </c:pt>
                <c:pt idx="5189">
                  <c:v>9.8957509309918805</c:v>
                </c:pt>
                <c:pt idx="5190">
                  <c:v>9.98765981946846</c:v>
                </c:pt>
                <c:pt idx="5191">
                  <c:v>10.0334842143064</c:v>
                </c:pt>
                <c:pt idx="5192">
                  <c:v>10.0531037792839</c:v>
                </c:pt>
                <c:pt idx="5193">
                  <c:v>10.101688257949499</c:v>
                </c:pt>
                <c:pt idx="5194">
                  <c:v>10.171270127156101</c:v>
                </c:pt>
                <c:pt idx="5195">
                  <c:v>10.066793298520199</c:v>
                </c:pt>
                <c:pt idx="5196">
                  <c:v>10.0452150255456</c:v>
                </c:pt>
                <c:pt idx="5197">
                  <c:v>10.046555984046799</c:v>
                </c:pt>
                <c:pt idx="5198">
                  <c:v>10.0309929541203</c:v>
                </c:pt>
                <c:pt idx="5199">
                  <c:v>10.106180726775699</c:v>
                </c:pt>
                <c:pt idx="5200">
                  <c:v>10.0432860203101</c:v>
                </c:pt>
                <c:pt idx="5201">
                  <c:v>10.059569776337099</c:v>
                </c:pt>
                <c:pt idx="5202">
                  <c:v>10.1278739755179</c:v>
                </c:pt>
                <c:pt idx="5203">
                  <c:v>10.237334825281</c:v>
                </c:pt>
                <c:pt idx="5204">
                  <c:v>10.232743809976199</c:v>
                </c:pt>
                <c:pt idx="5205">
                  <c:v>10.3195887368465</c:v>
                </c:pt>
                <c:pt idx="5206">
                  <c:v>10.315216915166999</c:v>
                </c:pt>
                <c:pt idx="5207">
                  <c:v>10.4059619056865</c:v>
                </c:pt>
                <c:pt idx="5208">
                  <c:v>10.3105766233968</c:v>
                </c:pt>
                <c:pt idx="5209">
                  <c:v>10.26959931991</c:v>
                </c:pt>
                <c:pt idx="5210">
                  <c:v>10.2512169131754</c:v>
                </c:pt>
                <c:pt idx="5211">
                  <c:v>10.2387796024735</c:v>
                </c:pt>
                <c:pt idx="5212">
                  <c:v>10.2387796024735</c:v>
                </c:pt>
                <c:pt idx="5213">
                  <c:v>10.349878652902101</c:v>
                </c:pt>
                <c:pt idx="5214">
                  <c:v>10.317733962355801</c:v>
                </c:pt>
                <c:pt idx="5215">
                  <c:v>10.317733962355801</c:v>
                </c:pt>
                <c:pt idx="5216">
                  <c:v>10.317733962355801</c:v>
                </c:pt>
                <c:pt idx="5217">
                  <c:v>10.4885172753047</c:v>
                </c:pt>
                <c:pt idx="5218">
                  <c:v>10.701599034057599</c:v>
                </c:pt>
                <c:pt idx="5219">
                  <c:v>10.6186399811135</c:v>
                </c:pt>
                <c:pt idx="5220">
                  <c:v>10.4095454909484</c:v>
                </c:pt>
                <c:pt idx="5221">
                  <c:v>10.381643380701</c:v>
                </c:pt>
                <c:pt idx="5222">
                  <c:v>10.612952265528801</c:v>
                </c:pt>
                <c:pt idx="5223">
                  <c:v>10.657444250548499</c:v>
                </c:pt>
                <c:pt idx="5224">
                  <c:v>10.9917774110164</c:v>
                </c:pt>
                <c:pt idx="5225">
                  <c:v>11.211767726420801</c:v>
                </c:pt>
                <c:pt idx="5226">
                  <c:v>11.0194632451723</c:v>
                </c:pt>
                <c:pt idx="5227">
                  <c:v>11.2285215826781</c:v>
                </c:pt>
                <c:pt idx="5228">
                  <c:v>11.462730343576601</c:v>
                </c:pt>
                <c:pt idx="5229">
                  <c:v>11.271258668323</c:v>
                </c:pt>
                <c:pt idx="5230">
                  <c:v>11.251915787226899</c:v>
                </c:pt>
                <c:pt idx="5231">
                  <c:v>10.956061896079399</c:v>
                </c:pt>
                <c:pt idx="5232">
                  <c:v>10.816775128417399</c:v>
                </c:pt>
                <c:pt idx="5233">
                  <c:v>10.7471117360259</c:v>
                </c:pt>
                <c:pt idx="5234">
                  <c:v>10.922396739207</c:v>
                </c:pt>
                <c:pt idx="5235">
                  <c:v>11.0746875564897</c:v>
                </c:pt>
                <c:pt idx="5236">
                  <c:v>10.982095512225399</c:v>
                </c:pt>
                <c:pt idx="5237">
                  <c:v>10.8107562796912</c:v>
                </c:pt>
                <c:pt idx="5238">
                  <c:v>10.807906586829899</c:v>
                </c:pt>
                <c:pt idx="5239">
                  <c:v>10.807906586829899</c:v>
                </c:pt>
                <c:pt idx="5240">
                  <c:v>10.756277421078</c:v>
                </c:pt>
                <c:pt idx="5241">
                  <c:v>10.7451716189763</c:v>
                </c:pt>
                <c:pt idx="5242">
                  <c:v>10.8272473474191</c:v>
                </c:pt>
                <c:pt idx="5243">
                  <c:v>10.7067193064065</c:v>
                </c:pt>
                <c:pt idx="5244">
                  <c:v>10.689931968256801</c:v>
                </c:pt>
                <c:pt idx="5245">
                  <c:v>10.8762656352998</c:v>
                </c:pt>
                <c:pt idx="5246">
                  <c:v>11.0889275091806</c:v>
                </c:pt>
                <c:pt idx="5247">
                  <c:v>11.0889275091806</c:v>
                </c:pt>
                <c:pt idx="5248">
                  <c:v>11.026457751407699</c:v>
                </c:pt>
                <c:pt idx="5249">
                  <c:v>10.832698171687699</c:v>
                </c:pt>
                <c:pt idx="5250">
                  <c:v>10.7011762484189</c:v>
                </c:pt>
                <c:pt idx="5251">
                  <c:v>10.7573048524126</c:v>
                </c:pt>
                <c:pt idx="5252">
                  <c:v>10.866341869933899</c:v>
                </c:pt>
                <c:pt idx="5253">
                  <c:v>10.921128780663301</c:v>
                </c:pt>
                <c:pt idx="5254">
                  <c:v>10.9654436539673</c:v>
                </c:pt>
                <c:pt idx="5255">
                  <c:v>11.0978822034968</c:v>
                </c:pt>
                <c:pt idx="5256">
                  <c:v>11.169461133229801</c:v>
                </c:pt>
                <c:pt idx="5257">
                  <c:v>11.248757083433601</c:v>
                </c:pt>
                <c:pt idx="5258">
                  <c:v>11.2379702537215</c:v>
                </c:pt>
                <c:pt idx="5259">
                  <c:v>11.2909836469714</c:v>
                </c:pt>
                <c:pt idx="5260">
                  <c:v>11.3366048733551</c:v>
                </c:pt>
                <c:pt idx="5261">
                  <c:v>11.1945209026259</c:v>
                </c:pt>
                <c:pt idx="5262">
                  <c:v>11.1945209026259</c:v>
                </c:pt>
                <c:pt idx="5263">
                  <c:v>11.1717352159041</c:v>
                </c:pt>
                <c:pt idx="5264">
                  <c:v>11.164605459432901</c:v>
                </c:pt>
                <c:pt idx="5265">
                  <c:v>11.141908336663301</c:v>
                </c:pt>
                <c:pt idx="5266">
                  <c:v>11.0927619012087</c:v>
                </c:pt>
                <c:pt idx="5267">
                  <c:v>11.0927619012087</c:v>
                </c:pt>
                <c:pt idx="5268">
                  <c:v>11.015887099343001</c:v>
                </c:pt>
                <c:pt idx="5269">
                  <c:v>11.1428401689586</c:v>
                </c:pt>
                <c:pt idx="5270">
                  <c:v>11.3742642552162</c:v>
                </c:pt>
                <c:pt idx="5271">
                  <c:v>11.348748226097401</c:v>
                </c:pt>
                <c:pt idx="5272">
                  <c:v>11.254458077825801</c:v>
                </c:pt>
                <c:pt idx="5273">
                  <c:v>11.186502277656199</c:v>
                </c:pt>
                <c:pt idx="5274">
                  <c:v>11.245968732861799</c:v>
                </c:pt>
                <c:pt idx="5275">
                  <c:v>11.2934084704832</c:v>
                </c:pt>
                <c:pt idx="5276">
                  <c:v>11.251613827901</c:v>
                </c:pt>
                <c:pt idx="5277">
                  <c:v>11.163765283078501</c:v>
                </c:pt>
                <c:pt idx="5278">
                  <c:v>11.121541463886199</c:v>
                </c:pt>
                <c:pt idx="5279">
                  <c:v>11.184119701774801</c:v>
                </c:pt>
                <c:pt idx="5280">
                  <c:v>11.137595584276999</c:v>
                </c:pt>
                <c:pt idx="5281">
                  <c:v>11.121410463037501</c:v>
                </c:pt>
                <c:pt idx="5282">
                  <c:v>11.121410463037501</c:v>
                </c:pt>
                <c:pt idx="5283">
                  <c:v>11.164702197596901</c:v>
                </c:pt>
                <c:pt idx="5284">
                  <c:v>11.109503472602899</c:v>
                </c:pt>
                <c:pt idx="5285">
                  <c:v>11.101183642462299</c:v>
                </c:pt>
                <c:pt idx="5286">
                  <c:v>11.1298636450461</c:v>
                </c:pt>
                <c:pt idx="5287">
                  <c:v>11.088429738206001</c:v>
                </c:pt>
                <c:pt idx="5288">
                  <c:v>11.119529899257</c:v>
                </c:pt>
                <c:pt idx="5289">
                  <c:v>11.1785479568579</c:v>
                </c:pt>
                <c:pt idx="5290">
                  <c:v>11.145372243544401</c:v>
                </c:pt>
                <c:pt idx="5291">
                  <c:v>11.089829563226299</c:v>
                </c:pt>
                <c:pt idx="5292">
                  <c:v>11.0263125095092</c:v>
                </c:pt>
                <c:pt idx="5293">
                  <c:v>10.9831242112115</c:v>
                </c:pt>
                <c:pt idx="5294">
                  <c:v>10.9666872592601</c:v>
                </c:pt>
                <c:pt idx="5295">
                  <c:v>11.054407238226901</c:v>
                </c:pt>
                <c:pt idx="5296">
                  <c:v>11.1416729493017</c:v>
                </c:pt>
                <c:pt idx="5297">
                  <c:v>11.1398574230286</c:v>
                </c:pt>
                <c:pt idx="5298">
                  <c:v>11.1347207145814</c:v>
                </c:pt>
                <c:pt idx="5299">
                  <c:v>11.2098691061042</c:v>
                </c:pt>
                <c:pt idx="5300">
                  <c:v>11.166808634607101</c:v>
                </c:pt>
                <c:pt idx="5301">
                  <c:v>11.153319696509399</c:v>
                </c:pt>
                <c:pt idx="5302">
                  <c:v>11.3390304476181</c:v>
                </c:pt>
                <c:pt idx="5303">
                  <c:v>11.3194222948981</c:v>
                </c:pt>
                <c:pt idx="5304">
                  <c:v>11.114034862045701</c:v>
                </c:pt>
                <c:pt idx="5305">
                  <c:v>10.9544648114172</c:v>
                </c:pt>
                <c:pt idx="5306">
                  <c:v>10.853129592903899</c:v>
                </c:pt>
                <c:pt idx="5307">
                  <c:v>10.90521614136</c:v>
                </c:pt>
                <c:pt idx="5308">
                  <c:v>10.9454778305146</c:v>
                </c:pt>
                <c:pt idx="5309">
                  <c:v>10.9454778305146</c:v>
                </c:pt>
                <c:pt idx="5310">
                  <c:v>11.0152826582455</c:v>
                </c:pt>
                <c:pt idx="5311">
                  <c:v>10.8272303506482</c:v>
                </c:pt>
                <c:pt idx="5312">
                  <c:v>10.805988517404201</c:v>
                </c:pt>
                <c:pt idx="5313">
                  <c:v>10.6739824596588</c:v>
                </c:pt>
                <c:pt idx="5314">
                  <c:v>10.586144873493099</c:v>
                </c:pt>
                <c:pt idx="5315">
                  <c:v>10.604665394573701</c:v>
                </c:pt>
                <c:pt idx="5316">
                  <c:v>10.648754310449601</c:v>
                </c:pt>
                <c:pt idx="5317">
                  <c:v>10.648754310449601</c:v>
                </c:pt>
                <c:pt idx="5318">
                  <c:v>10.564106535248101</c:v>
                </c:pt>
                <c:pt idx="5319">
                  <c:v>10.582254378315</c:v>
                </c:pt>
                <c:pt idx="5320">
                  <c:v>10.6595634942644</c:v>
                </c:pt>
                <c:pt idx="5321">
                  <c:v>10.626743171191601</c:v>
                </c:pt>
                <c:pt idx="5322">
                  <c:v>10.569452606232799</c:v>
                </c:pt>
                <c:pt idx="5323">
                  <c:v>10.522550569581901</c:v>
                </c:pt>
                <c:pt idx="5324">
                  <c:v>10.558237650069501</c:v>
                </c:pt>
                <c:pt idx="5325">
                  <c:v>10.5559557952961</c:v>
                </c:pt>
                <c:pt idx="5326">
                  <c:v>10.532815832394</c:v>
                </c:pt>
                <c:pt idx="5327">
                  <c:v>10.5698755063414</c:v>
                </c:pt>
                <c:pt idx="5328">
                  <c:v>10.4717322130473</c:v>
                </c:pt>
                <c:pt idx="5329">
                  <c:v>10.568425292606401</c:v>
                </c:pt>
                <c:pt idx="5330">
                  <c:v>10.5328490779597</c:v>
                </c:pt>
                <c:pt idx="5331">
                  <c:v>10.5465312794226</c:v>
                </c:pt>
                <c:pt idx="5332">
                  <c:v>10.3755733149404</c:v>
                </c:pt>
                <c:pt idx="5333">
                  <c:v>10.4059815589699</c:v>
                </c:pt>
                <c:pt idx="5334">
                  <c:v>10.324900341704399</c:v>
                </c:pt>
                <c:pt idx="5335">
                  <c:v>10.3343829475753</c:v>
                </c:pt>
                <c:pt idx="5336">
                  <c:v>10.303700674782</c:v>
                </c:pt>
                <c:pt idx="5337">
                  <c:v>10.2567842411671</c:v>
                </c:pt>
                <c:pt idx="5338">
                  <c:v>10.2806884307247</c:v>
                </c:pt>
                <c:pt idx="5339">
                  <c:v>10.2762834481581</c:v>
                </c:pt>
                <c:pt idx="5340">
                  <c:v>10.272330358505201</c:v>
                </c:pt>
                <c:pt idx="5341">
                  <c:v>10.322659570610501</c:v>
                </c:pt>
                <c:pt idx="5342">
                  <c:v>10.4158357475935</c:v>
                </c:pt>
                <c:pt idx="5343">
                  <c:v>10.401995889159901</c:v>
                </c:pt>
                <c:pt idx="5344">
                  <c:v>10.3548154989618</c:v>
                </c:pt>
                <c:pt idx="5345">
                  <c:v>10.5389656921034</c:v>
                </c:pt>
                <c:pt idx="5346">
                  <c:v>10.454944250579601</c:v>
                </c:pt>
                <c:pt idx="5347">
                  <c:v>10.4596124368496</c:v>
                </c:pt>
                <c:pt idx="5348">
                  <c:v>10.4742260268773</c:v>
                </c:pt>
                <c:pt idx="5349">
                  <c:v>10.4265255737704</c:v>
                </c:pt>
                <c:pt idx="5350">
                  <c:v>10.474342013562801</c:v>
                </c:pt>
                <c:pt idx="5351">
                  <c:v>10.579061793737599</c:v>
                </c:pt>
                <c:pt idx="5352">
                  <c:v>10.673901729571</c:v>
                </c:pt>
                <c:pt idx="5353">
                  <c:v>10.5943790930988</c:v>
                </c:pt>
                <c:pt idx="5354">
                  <c:v>10.6805942435654</c:v>
                </c:pt>
                <c:pt idx="5355">
                  <c:v>10.769197801102299</c:v>
                </c:pt>
                <c:pt idx="5356">
                  <c:v>10.7463350316199</c:v>
                </c:pt>
                <c:pt idx="5357">
                  <c:v>10.7463350316199</c:v>
                </c:pt>
                <c:pt idx="5358">
                  <c:v>10.725863127883899</c:v>
                </c:pt>
                <c:pt idx="5359">
                  <c:v>10.7468530984419</c:v>
                </c:pt>
                <c:pt idx="5360">
                  <c:v>10.8563920630955</c:v>
                </c:pt>
                <c:pt idx="5361">
                  <c:v>10.8723235208546</c:v>
                </c:pt>
                <c:pt idx="5362">
                  <c:v>11.108846999780599</c:v>
                </c:pt>
                <c:pt idx="5363">
                  <c:v>11.1311839112951</c:v>
                </c:pt>
                <c:pt idx="5364">
                  <c:v>11.280451960193099</c:v>
                </c:pt>
                <c:pt idx="5365">
                  <c:v>11.20289369268</c:v>
                </c:pt>
                <c:pt idx="5366">
                  <c:v>11.2944026791445</c:v>
                </c:pt>
                <c:pt idx="5367" formatCode="General">
                  <c:v>11.49</c:v>
                </c:pt>
                <c:pt idx="5368" formatCode="General">
                  <c:v>11.43</c:v>
                </c:pt>
                <c:pt idx="5369" formatCode="General">
                  <c:v>11.32</c:v>
                </c:pt>
                <c:pt idx="5370" formatCode="General">
                  <c:v>11.37</c:v>
                </c:pt>
                <c:pt idx="5371" formatCode="General">
                  <c:v>11.44</c:v>
                </c:pt>
                <c:pt idx="5372" formatCode="General">
                  <c:v>11.51</c:v>
                </c:pt>
                <c:pt idx="5373" formatCode="General">
                  <c:v>11.53</c:v>
                </c:pt>
                <c:pt idx="5374" formatCode="General">
                  <c:v>11.19</c:v>
                </c:pt>
                <c:pt idx="5375" formatCode="General">
                  <c:v>11</c:v>
                </c:pt>
                <c:pt idx="5376" formatCode="General">
                  <c:v>11.07</c:v>
                </c:pt>
                <c:pt idx="5377" formatCode="General">
                  <c:v>11.14</c:v>
                </c:pt>
                <c:pt idx="5378" formatCode="General">
                  <c:v>11.07</c:v>
                </c:pt>
                <c:pt idx="5379" formatCode="General">
                  <c:v>11.04</c:v>
                </c:pt>
                <c:pt idx="5380" formatCode="General">
                  <c:v>11.1</c:v>
                </c:pt>
                <c:pt idx="5381" formatCode="General">
                  <c:v>10.99</c:v>
                </c:pt>
                <c:pt idx="5382" formatCode="General">
                  <c:v>10.94</c:v>
                </c:pt>
                <c:pt idx="5383" formatCode="General">
                  <c:v>10.78</c:v>
                </c:pt>
                <c:pt idx="5384" formatCode="General">
                  <c:v>10.84</c:v>
                </c:pt>
                <c:pt idx="5385" formatCode="General">
                  <c:v>11.04</c:v>
                </c:pt>
                <c:pt idx="5386" formatCode="General">
                  <c:v>11.22</c:v>
                </c:pt>
                <c:pt idx="5387" formatCode="General">
                  <c:v>11.27</c:v>
                </c:pt>
                <c:pt idx="5388" formatCode="General">
                  <c:v>11.36</c:v>
                </c:pt>
                <c:pt idx="5389" formatCode="General">
                  <c:v>11.41</c:v>
                </c:pt>
                <c:pt idx="5390" formatCode="General">
                  <c:v>11.31</c:v>
                </c:pt>
                <c:pt idx="5391" formatCode="General">
                  <c:v>11.26</c:v>
                </c:pt>
                <c:pt idx="5392" formatCode="General">
                  <c:v>11.26</c:v>
                </c:pt>
                <c:pt idx="5393" formatCode="General">
                  <c:v>11.22</c:v>
                </c:pt>
                <c:pt idx="5394" formatCode="General">
                  <c:v>11.19</c:v>
                </c:pt>
                <c:pt idx="5395" formatCode="General">
                  <c:v>11.32</c:v>
                </c:pt>
                <c:pt idx="5396" formatCode="General">
                  <c:v>11.46</c:v>
                </c:pt>
                <c:pt idx="5397" formatCode="General">
                  <c:v>11.45</c:v>
                </c:pt>
                <c:pt idx="5398" formatCode="General">
                  <c:v>11.61</c:v>
                </c:pt>
                <c:pt idx="5399" formatCode="General">
                  <c:v>11.66</c:v>
                </c:pt>
                <c:pt idx="5400" formatCode="General">
                  <c:v>11.69</c:v>
                </c:pt>
                <c:pt idx="5401" formatCode="General">
                  <c:v>11.87</c:v>
                </c:pt>
                <c:pt idx="5402" formatCode="General">
                  <c:v>11.85</c:v>
                </c:pt>
                <c:pt idx="5403" formatCode="General">
                  <c:v>12.06</c:v>
                </c:pt>
                <c:pt idx="5404" formatCode="General">
                  <c:v>11.96</c:v>
                </c:pt>
                <c:pt idx="5405" formatCode="General">
                  <c:v>12.02</c:v>
                </c:pt>
                <c:pt idx="5406" formatCode="#,##0.00">
                  <c:v>12.07</c:v>
                </c:pt>
                <c:pt idx="5407" formatCode="#,##0.00">
                  <c:v>12.39</c:v>
                </c:pt>
                <c:pt idx="5408" formatCode="#,##0.00">
                  <c:v>12.39</c:v>
                </c:pt>
                <c:pt idx="5409" formatCode="#,##0.00">
                  <c:v>12.43</c:v>
                </c:pt>
                <c:pt idx="5410" formatCode="#,##0.00">
                  <c:v>12.38</c:v>
                </c:pt>
                <c:pt idx="5411" formatCode="#,##0.00">
                  <c:v>12.28</c:v>
                </c:pt>
                <c:pt idx="5412" formatCode="#,##0.00">
                  <c:v>12.28</c:v>
                </c:pt>
                <c:pt idx="5413" formatCode="#,##0.00">
                  <c:v>12.28</c:v>
                </c:pt>
                <c:pt idx="5414" formatCode="#,##0.00">
                  <c:v>12.24</c:v>
                </c:pt>
                <c:pt idx="5415" formatCode="#,##0.00">
                  <c:v>12.17</c:v>
                </c:pt>
                <c:pt idx="5416" formatCode="#,##0.00">
                  <c:v>12</c:v>
                </c:pt>
                <c:pt idx="5417" formatCode="#,##0.00">
                  <c:v>12.04</c:v>
                </c:pt>
                <c:pt idx="5418" formatCode="General">
                  <c:v>12.24</c:v>
                </c:pt>
                <c:pt idx="5419" formatCode="General">
                  <c:v>12.27</c:v>
                </c:pt>
                <c:pt idx="5420" formatCode="General">
                  <c:v>12.13</c:v>
                </c:pt>
                <c:pt idx="5421" formatCode="General">
                  <c:v>12.18</c:v>
                </c:pt>
                <c:pt idx="5422" formatCode="General">
                  <c:v>12.2</c:v>
                </c:pt>
                <c:pt idx="5423" formatCode="General">
                  <c:v>12.13</c:v>
                </c:pt>
                <c:pt idx="5424" formatCode="General">
                  <c:v>12.08</c:v>
                </c:pt>
                <c:pt idx="5425" formatCode="General">
                  <c:v>11.94</c:v>
                </c:pt>
                <c:pt idx="5426" formatCode="General">
                  <c:v>11.91</c:v>
                </c:pt>
                <c:pt idx="5427" formatCode="General">
                  <c:v>11.65</c:v>
                </c:pt>
                <c:pt idx="5428" formatCode="#,##0.00_);\(#,##0.00\)">
                  <c:v>11.8215752807273</c:v>
                </c:pt>
                <c:pt idx="5429" formatCode="#,##0.00_);\(#,##0.00\)">
                  <c:v>11.8554766688741</c:v>
                </c:pt>
                <c:pt idx="5430" formatCode="#,##0.00_);\(#,##0.00\)">
                  <c:v>11.9436393878259</c:v>
                </c:pt>
                <c:pt idx="5431" formatCode="#,##0.00_);\(#,##0.00\)">
                  <c:v>11.846418547720701</c:v>
                </c:pt>
                <c:pt idx="5432" formatCode="#,##0.00_);\(#,##0.00\)">
                  <c:v>12.03</c:v>
                </c:pt>
                <c:pt idx="5433" formatCode="General">
                  <c:v>12.18</c:v>
                </c:pt>
                <c:pt idx="5434" formatCode="General">
                  <c:v>12</c:v>
                </c:pt>
                <c:pt idx="5435" formatCode="General">
                  <c:v>11.87</c:v>
                </c:pt>
                <c:pt idx="5436" formatCode="General">
                  <c:v>11.92</c:v>
                </c:pt>
                <c:pt idx="5437" formatCode="General">
                  <c:v>11.97</c:v>
                </c:pt>
                <c:pt idx="5438" formatCode="General">
                  <c:v>12.03</c:v>
                </c:pt>
                <c:pt idx="5439" formatCode="General">
                  <c:v>12.07</c:v>
                </c:pt>
                <c:pt idx="5440" formatCode="General">
                  <c:v>12.19</c:v>
                </c:pt>
                <c:pt idx="5441" formatCode="General">
                  <c:v>12.14</c:v>
                </c:pt>
                <c:pt idx="5442" formatCode="General">
                  <c:v>12.12</c:v>
                </c:pt>
                <c:pt idx="5443" formatCode="General">
                  <c:v>12.29</c:v>
                </c:pt>
                <c:pt idx="5444" formatCode="General">
                  <c:v>12.25</c:v>
                </c:pt>
                <c:pt idx="5445" formatCode="General">
                  <c:v>12.19</c:v>
                </c:pt>
                <c:pt idx="5446" formatCode="General">
                  <c:v>12.16</c:v>
                </c:pt>
                <c:pt idx="5447" formatCode="General">
                  <c:v>12.06</c:v>
                </c:pt>
                <c:pt idx="5448" formatCode="General">
                  <c:v>12.06</c:v>
                </c:pt>
                <c:pt idx="5449" formatCode="General">
                  <c:v>12.06</c:v>
                </c:pt>
                <c:pt idx="5450" formatCode="General">
                  <c:v>12.08</c:v>
                </c:pt>
                <c:pt idx="5451" formatCode="General">
                  <c:v>11.98</c:v>
                </c:pt>
                <c:pt idx="5452" formatCode="General">
                  <c:v>11.99</c:v>
                </c:pt>
                <c:pt idx="5453" formatCode="General">
                  <c:v>12.01</c:v>
                </c:pt>
                <c:pt idx="5454" formatCode="#,##0.00">
                  <c:v>11.99</c:v>
                </c:pt>
                <c:pt idx="5455" formatCode="General">
                  <c:v>12.05</c:v>
                </c:pt>
                <c:pt idx="5456" formatCode="General">
                  <c:v>12.02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1B3-4C79-A6CD-8AA4F54CE6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63444016"/>
        <c:axId val="1763457936"/>
        <c:extLst>
          <c:ext xmlns:c15="http://schemas.microsoft.com/office/drawing/2012/chart" uri="{02D57815-91ED-43cb-92C2-25804820EDAC}">
            <c15:filteredLine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Hoja2!$C$2</c15:sqref>
                        </c15:formulaRef>
                      </c:ext>
                    </c:extLst>
                    <c:strCache>
                      <c:ptCount val="1"/>
                      <c:pt idx="0">
                        <c:v>TES 5 años</c:v>
                      </c:pt>
                    </c:strCache>
                  </c:strRef>
                </c:tx>
                <c:spPr>
                  <a:ln w="12700" cap="rnd">
                    <a:solidFill>
                      <a:srgbClr val="00B0F0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uri="{02D57815-91ED-43cb-92C2-25804820EDAC}">
                        <c15:formulaRef>
                          <c15:sqref>Hoja2!$B$316:$B$5773</c15:sqref>
                        </c15:formulaRef>
                      </c:ext>
                    </c:extLst>
                    <c:numCache>
                      <c:formatCode>m/d/yyyy</c:formatCode>
                      <c:ptCount val="5458"/>
                      <c:pt idx="0">
                        <c:v>38070</c:v>
                      </c:pt>
                      <c:pt idx="1">
                        <c:v>38071</c:v>
                      </c:pt>
                      <c:pt idx="2">
                        <c:v>38072</c:v>
                      </c:pt>
                      <c:pt idx="3">
                        <c:v>38075</c:v>
                      </c:pt>
                      <c:pt idx="4">
                        <c:v>38076</c:v>
                      </c:pt>
                      <c:pt idx="5">
                        <c:v>38077</c:v>
                      </c:pt>
                      <c:pt idx="6">
                        <c:v>38078</c:v>
                      </c:pt>
                      <c:pt idx="7">
                        <c:v>38079</c:v>
                      </c:pt>
                      <c:pt idx="8">
                        <c:v>38082</c:v>
                      </c:pt>
                      <c:pt idx="9">
                        <c:v>38083</c:v>
                      </c:pt>
                      <c:pt idx="10">
                        <c:v>38084</c:v>
                      </c:pt>
                      <c:pt idx="11">
                        <c:v>38085</c:v>
                      </c:pt>
                      <c:pt idx="12">
                        <c:v>38089</c:v>
                      </c:pt>
                      <c:pt idx="13">
                        <c:v>38090</c:v>
                      </c:pt>
                      <c:pt idx="14">
                        <c:v>38091</c:v>
                      </c:pt>
                      <c:pt idx="15">
                        <c:v>38092</c:v>
                      </c:pt>
                      <c:pt idx="16">
                        <c:v>38093</c:v>
                      </c:pt>
                      <c:pt idx="17">
                        <c:v>38096</c:v>
                      </c:pt>
                      <c:pt idx="18">
                        <c:v>38097</c:v>
                      </c:pt>
                      <c:pt idx="19">
                        <c:v>38098</c:v>
                      </c:pt>
                      <c:pt idx="20">
                        <c:v>38099</c:v>
                      </c:pt>
                      <c:pt idx="21">
                        <c:v>38100</c:v>
                      </c:pt>
                      <c:pt idx="22">
                        <c:v>38103</c:v>
                      </c:pt>
                      <c:pt idx="23">
                        <c:v>38104</c:v>
                      </c:pt>
                      <c:pt idx="24">
                        <c:v>38105</c:v>
                      </c:pt>
                      <c:pt idx="25">
                        <c:v>38106</c:v>
                      </c:pt>
                      <c:pt idx="26">
                        <c:v>38107</c:v>
                      </c:pt>
                      <c:pt idx="27">
                        <c:v>38110</c:v>
                      </c:pt>
                      <c:pt idx="28">
                        <c:v>38111</c:v>
                      </c:pt>
                      <c:pt idx="29">
                        <c:v>38112</c:v>
                      </c:pt>
                      <c:pt idx="30">
                        <c:v>38113</c:v>
                      </c:pt>
                      <c:pt idx="31">
                        <c:v>38114</c:v>
                      </c:pt>
                      <c:pt idx="32">
                        <c:v>38117</c:v>
                      </c:pt>
                      <c:pt idx="33">
                        <c:v>38118</c:v>
                      </c:pt>
                      <c:pt idx="34">
                        <c:v>38119</c:v>
                      </c:pt>
                      <c:pt idx="35">
                        <c:v>38120</c:v>
                      </c:pt>
                      <c:pt idx="36">
                        <c:v>38121</c:v>
                      </c:pt>
                      <c:pt idx="37">
                        <c:v>38124</c:v>
                      </c:pt>
                      <c:pt idx="38">
                        <c:v>38125</c:v>
                      </c:pt>
                      <c:pt idx="39">
                        <c:v>38126</c:v>
                      </c:pt>
                      <c:pt idx="40">
                        <c:v>38127</c:v>
                      </c:pt>
                      <c:pt idx="41">
                        <c:v>38128</c:v>
                      </c:pt>
                      <c:pt idx="42">
                        <c:v>38131</c:v>
                      </c:pt>
                      <c:pt idx="43">
                        <c:v>38132</c:v>
                      </c:pt>
                      <c:pt idx="44">
                        <c:v>38133</c:v>
                      </c:pt>
                      <c:pt idx="45">
                        <c:v>38134</c:v>
                      </c:pt>
                      <c:pt idx="46">
                        <c:v>38135</c:v>
                      </c:pt>
                      <c:pt idx="47">
                        <c:v>38138</c:v>
                      </c:pt>
                      <c:pt idx="48">
                        <c:v>38139</c:v>
                      </c:pt>
                      <c:pt idx="49">
                        <c:v>38140</c:v>
                      </c:pt>
                      <c:pt idx="50">
                        <c:v>38141</c:v>
                      </c:pt>
                      <c:pt idx="51">
                        <c:v>38142</c:v>
                      </c:pt>
                      <c:pt idx="52">
                        <c:v>38145</c:v>
                      </c:pt>
                      <c:pt idx="53">
                        <c:v>38146</c:v>
                      </c:pt>
                      <c:pt idx="54">
                        <c:v>38147</c:v>
                      </c:pt>
                      <c:pt idx="55">
                        <c:v>38148</c:v>
                      </c:pt>
                      <c:pt idx="56">
                        <c:v>38149</c:v>
                      </c:pt>
                      <c:pt idx="57">
                        <c:v>38152</c:v>
                      </c:pt>
                      <c:pt idx="58">
                        <c:v>38153</c:v>
                      </c:pt>
                      <c:pt idx="59">
                        <c:v>38154</c:v>
                      </c:pt>
                      <c:pt idx="60">
                        <c:v>38155</c:v>
                      </c:pt>
                      <c:pt idx="61">
                        <c:v>38156</c:v>
                      </c:pt>
                      <c:pt idx="62">
                        <c:v>38159</c:v>
                      </c:pt>
                      <c:pt idx="63">
                        <c:v>38160</c:v>
                      </c:pt>
                      <c:pt idx="64">
                        <c:v>38161</c:v>
                      </c:pt>
                      <c:pt idx="65">
                        <c:v>38162</c:v>
                      </c:pt>
                      <c:pt idx="66">
                        <c:v>38163</c:v>
                      </c:pt>
                      <c:pt idx="67">
                        <c:v>38166</c:v>
                      </c:pt>
                      <c:pt idx="68">
                        <c:v>38167</c:v>
                      </c:pt>
                      <c:pt idx="69">
                        <c:v>38168</c:v>
                      </c:pt>
                      <c:pt idx="70">
                        <c:v>38169</c:v>
                      </c:pt>
                      <c:pt idx="71">
                        <c:v>38170</c:v>
                      </c:pt>
                      <c:pt idx="72">
                        <c:v>38174</c:v>
                      </c:pt>
                      <c:pt idx="73">
                        <c:v>38175</c:v>
                      </c:pt>
                      <c:pt idx="74">
                        <c:v>38176</c:v>
                      </c:pt>
                      <c:pt idx="75">
                        <c:v>38177</c:v>
                      </c:pt>
                      <c:pt idx="76">
                        <c:v>38180</c:v>
                      </c:pt>
                      <c:pt idx="77">
                        <c:v>38181</c:v>
                      </c:pt>
                      <c:pt idx="78">
                        <c:v>38182</c:v>
                      </c:pt>
                      <c:pt idx="79">
                        <c:v>38183</c:v>
                      </c:pt>
                      <c:pt idx="80">
                        <c:v>38184</c:v>
                      </c:pt>
                      <c:pt idx="81">
                        <c:v>38187</c:v>
                      </c:pt>
                      <c:pt idx="82">
                        <c:v>38188</c:v>
                      </c:pt>
                      <c:pt idx="83">
                        <c:v>38189</c:v>
                      </c:pt>
                      <c:pt idx="84">
                        <c:v>38190</c:v>
                      </c:pt>
                      <c:pt idx="85">
                        <c:v>38191</c:v>
                      </c:pt>
                      <c:pt idx="86">
                        <c:v>38194</c:v>
                      </c:pt>
                      <c:pt idx="87">
                        <c:v>38195</c:v>
                      </c:pt>
                      <c:pt idx="88">
                        <c:v>38196</c:v>
                      </c:pt>
                      <c:pt idx="89">
                        <c:v>38197</c:v>
                      </c:pt>
                      <c:pt idx="90">
                        <c:v>38198</c:v>
                      </c:pt>
                      <c:pt idx="91">
                        <c:v>38201</c:v>
                      </c:pt>
                      <c:pt idx="92">
                        <c:v>38202</c:v>
                      </c:pt>
                      <c:pt idx="93">
                        <c:v>38203</c:v>
                      </c:pt>
                      <c:pt idx="94">
                        <c:v>38204</c:v>
                      </c:pt>
                      <c:pt idx="95">
                        <c:v>38205</c:v>
                      </c:pt>
                      <c:pt idx="96">
                        <c:v>38208</c:v>
                      </c:pt>
                      <c:pt idx="97">
                        <c:v>38209</c:v>
                      </c:pt>
                      <c:pt idx="98">
                        <c:v>38210</c:v>
                      </c:pt>
                      <c:pt idx="99">
                        <c:v>38211</c:v>
                      </c:pt>
                      <c:pt idx="100">
                        <c:v>38212</c:v>
                      </c:pt>
                      <c:pt idx="101">
                        <c:v>38215</c:v>
                      </c:pt>
                      <c:pt idx="102">
                        <c:v>38216</c:v>
                      </c:pt>
                      <c:pt idx="103">
                        <c:v>38217</c:v>
                      </c:pt>
                      <c:pt idx="104">
                        <c:v>38218</c:v>
                      </c:pt>
                      <c:pt idx="105">
                        <c:v>38219</c:v>
                      </c:pt>
                      <c:pt idx="106">
                        <c:v>38222</c:v>
                      </c:pt>
                      <c:pt idx="107">
                        <c:v>38223</c:v>
                      </c:pt>
                      <c:pt idx="108">
                        <c:v>38224</c:v>
                      </c:pt>
                      <c:pt idx="109">
                        <c:v>38225</c:v>
                      </c:pt>
                      <c:pt idx="110">
                        <c:v>38226</c:v>
                      </c:pt>
                      <c:pt idx="111">
                        <c:v>38229</c:v>
                      </c:pt>
                      <c:pt idx="112">
                        <c:v>38230</c:v>
                      </c:pt>
                      <c:pt idx="113">
                        <c:v>38231</c:v>
                      </c:pt>
                      <c:pt idx="114">
                        <c:v>38232</c:v>
                      </c:pt>
                      <c:pt idx="115">
                        <c:v>38233</c:v>
                      </c:pt>
                      <c:pt idx="116">
                        <c:v>38236</c:v>
                      </c:pt>
                      <c:pt idx="117">
                        <c:v>38237</c:v>
                      </c:pt>
                      <c:pt idx="118">
                        <c:v>38238</c:v>
                      </c:pt>
                      <c:pt idx="119">
                        <c:v>38239</c:v>
                      </c:pt>
                      <c:pt idx="120">
                        <c:v>38240</c:v>
                      </c:pt>
                      <c:pt idx="121">
                        <c:v>38243</c:v>
                      </c:pt>
                      <c:pt idx="122">
                        <c:v>38244</c:v>
                      </c:pt>
                      <c:pt idx="123">
                        <c:v>38245</c:v>
                      </c:pt>
                      <c:pt idx="124">
                        <c:v>38246</c:v>
                      </c:pt>
                      <c:pt idx="125">
                        <c:v>38247</c:v>
                      </c:pt>
                      <c:pt idx="126">
                        <c:v>38250</c:v>
                      </c:pt>
                      <c:pt idx="127">
                        <c:v>38251</c:v>
                      </c:pt>
                      <c:pt idx="128">
                        <c:v>38252</c:v>
                      </c:pt>
                      <c:pt idx="129">
                        <c:v>38253</c:v>
                      </c:pt>
                      <c:pt idx="130">
                        <c:v>38254</c:v>
                      </c:pt>
                      <c:pt idx="131">
                        <c:v>38257</c:v>
                      </c:pt>
                      <c:pt idx="132">
                        <c:v>38258</c:v>
                      </c:pt>
                      <c:pt idx="133">
                        <c:v>38259</c:v>
                      </c:pt>
                      <c:pt idx="134">
                        <c:v>38260</c:v>
                      </c:pt>
                      <c:pt idx="135">
                        <c:v>38261</c:v>
                      </c:pt>
                      <c:pt idx="136">
                        <c:v>38264</c:v>
                      </c:pt>
                      <c:pt idx="137">
                        <c:v>38265</c:v>
                      </c:pt>
                      <c:pt idx="138">
                        <c:v>38266</c:v>
                      </c:pt>
                      <c:pt idx="139">
                        <c:v>38267</c:v>
                      </c:pt>
                      <c:pt idx="140">
                        <c:v>38268</c:v>
                      </c:pt>
                      <c:pt idx="141">
                        <c:v>38271</c:v>
                      </c:pt>
                      <c:pt idx="142">
                        <c:v>38272</c:v>
                      </c:pt>
                      <c:pt idx="143">
                        <c:v>38273</c:v>
                      </c:pt>
                      <c:pt idx="144">
                        <c:v>38274</c:v>
                      </c:pt>
                      <c:pt idx="145">
                        <c:v>38275</c:v>
                      </c:pt>
                      <c:pt idx="146">
                        <c:v>38278</c:v>
                      </c:pt>
                      <c:pt idx="147">
                        <c:v>38279</c:v>
                      </c:pt>
                      <c:pt idx="148">
                        <c:v>38280</c:v>
                      </c:pt>
                      <c:pt idx="149">
                        <c:v>38281</c:v>
                      </c:pt>
                      <c:pt idx="150">
                        <c:v>38282</c:v>
                      </c:pt>
                      <c:pt idx="151">
                        <c:v>38285</c:v>
                      </c:pt>
                      <c:pt idx="152">
                        <c:v>38286</c:v>
                      </c:pt>
                      <c:pt idx="153">
                        <c:v>38287</c:v>
                      </c:pt>
                      <c:pt idx="154">
                        <c:v>38288</c:v>
                      </c:pt>
                      <c:pt idx="155">
                        <c:v>38289</c:v>
                      </c:pt>
                      <c:pt idx="156">
                        <c:v>38292</c:v>
                      </c:pt>
                      <c:pt idx="157">
                        <c:v>38293</c:v>
                      </c:pt>
                      <c:pt idx="158">
                        <c:v>38294</c:v>
                      </c:pt>
                      <c:pt idx="159">
                        <c:v>38295</c:v>
                      </c:pt>
                      <c:pt idx="160">
                        <c:v>38296</c:v>
                      </c:pt>
                      <c:pt idx="161">
                        <c:v>38299</c:v>
                      </c:pt>
                      <c:pt idx="162">
                        <c:v>38300</c:v>
                      </c:pt>
                      <c:pt idx="163">
                        <c:v>38301</c:v>
                      </c:pt>
                      <c:pt idx="164">
                        <c:v>38302</c:v>
                      </c:pt>
                      <c:pt idx="165">
                        <c:v>38303</c:v>
                      </c:pt>
                      <c:pt idx="166">
                        <c:v>38306</c:v>
                      </c:pt>
                      <c:pt idx="167">
                        <c:v>38307</c:v>
                      </c:pt>
                      <c:pt idx="168">
                        <c:v>38308</c:v>
                      </c:pt>
                      <c:pt idx="169">
                        <c:v>38309</c:v>
                      </c:pt>
                      <c:pt idx="170">
                        <c:v>38310</c:v>
                      </c:pt>
                      <c:pt idx="171">
                        <c:v>38313</c:v>
                      </c:pt>
                      <c:pt idx="172">
                        <c:v>38314</c:v>
                      </c:pt>
                      <c:pt idx="173">
                        <c:v>38315</c:v>
                      </c:pt>
                      <c:pt idx="174">
                        <c:v>38316</c:v>
                      </c:pt>
                      <c:pt idx="175">
                        <c:v>38317</c:v>
                      </c:pt>
                      <c:pt idx="176">
                        <c:v>38320</c:v>
                      </c:pt>
                      <c:pt idx="177">
                        <c:v>38321</c:v>
                      </c:pt>
                      <c:pt idx="178">
                        <c:v>38322</c:v>
                      </c:pt>
                      <c:pt idx="179">
                        <c:v>38323</c:v>
                      </c:pt>
                      <c:pt idx="180">
                        <c:v>38324</c:v>
                      </c:pt>
                      <c:pt idx="181">
                        <c:v>38327</c:v>
                      </c:pt>
                      <c:pt idx="182">
                        <c:v>38328</c:v>
                      </c:pt>
                      <c:pt idx="183">
                        <c:v>38329</c:v>
                      </c:pt>
                      <c:pt idx="184">
                        <c:v>38330</c:v>
                      </c:pt>
                      <c:pt idx="185">
                        <c:v>38331</c:v>
                      </c:pt>
                      <c:pt idx="186">
                        <c:v>38334</c:v>
                      </c:pt>
                      <c:pt idx="187">
                        <c:v>38335</c:v>
                      </c:pt>
                      <c:pt idx="188">
                        <c:v>38336</c:v>
                      </c:pt>
                      <c:pt idx="189">
                        <c:v>38337</c:v>
                      </c:pt>
                      <c:pt idx="190">
                        <c:v>38338</c:v>
                      </c:pt>
                      <c:pt idx="191">
                        <c:v>38341</c:v>
                      </c:pt>
                      <c:pt idx="192">
                        <c:v>38342</c:v>
                      </c:pt>
                      <c:pt idx="193">
                        <c:v>38343</c:v>
                      </c:pt>
                      <c:pt idx="194">
                        <c:v>38344</c:v>
                      </c:pt>
                      <c:pt idx="195">
                        <c:v>38345</c:v>
                      </c:pt>
                      <c:pt idx="196">
                        <c:v>38348</c:v>
                      </c:pt>
                      <c:pt idx="197">
                        <c:v>38349</c:v>
                      </c:pt>
                      <c:pt idx="198">
                        <c:v>38350</c:v>
                      </c:pt>
                      <c:pt idx="199">
                        <c:v>38351</c:v>
                      </c:pt>
                      <c:pt idx="200">
                        <c:v>38352</c:v>
                      </c:pt>
                      <c:pt idx="201">
                        <c:v>38355</c:v>
                      </c:pt>
                      <c:pt idx="202">
                        <c:v>38356</c:v>
                      </c:pt>
                      <c:pt idx="203">
                        <c:v>38357</c:v>
                      </c:pt>
                      <c:pt idx="204">
                        <c:v>38358</c:v>
                      </c:pt>
                      <c:pt idx="205">
                        <c:v>38359</c:v>
                      </c:pt>
                      <c:pt idx="206">
                        <c:v>38362</c:v>
                      </c:pt>
                      <c:pt idx="207">
                        <c:v>38363</c:v>
                      </c:pt>
                      <c:pt idx="208">
                        <c:v>38364</c:v>
                      </c:pt>
                      <c:pt idx="209">
                        <c:v>38365</c:v>
                      </c:pt>
                      <c:pt idx="210">
                        <c:v>38366</c:v>
                      </c:pt>
                      <c:pt idx="211">
                        <c:v>38369</c:v>
                      </c:pt>
                      <c:pt idx="212">
                        <c:v>38370</c:v>
                      </c:pt>
                      <c:pt idx="213">
                        <c:v>38371</c:v>
                      </c:pt>
                      <c:pt idx="214">
                        <c:v>38372</c:v>
                      </c:pt>
                      <c:pt idx="215">
                        <c:v>38373</c:v>
                      </c:pt>
                      <c:pt idx="216">
                        <c:v>38376</c:v>
                      </c:pt>
                      <c:pt idx="217">
                        <c:v>38377</c:v>
                      </c:pt>
                      <c:pt idx="218">
                        <c:v>38378</c:v>
                      </c:pt>
                      <c:pt idx="219">
                        <c:v>38379</c:v>
                      </c:pt>
                      <c:pt idx="220">
                        <c:v>38380</c:v>
                      </c:pt>
                      <c:pt idx="221">
                        <c:v>38383</c:v>
                      </c:pt>
                      <c:pt idx="222">
                        <c:v>38384</c:v>
                      </c:pt>
                      <c:pt idx="223">
                        <c:v>38385</c:v>
                      </c:pt>
                      <c:pt idx="224">
                        <c:v>38386</c:v>
                      </c:pt>
                      <c:pt idx="225">
                        <c:v>38387</c:v>
                      </c:pt>
                      <c:pt idx="226">
                        <c:v>38390</c:v>
                      </c:pt>
                      <c:pt idx="227">
                        <c:v>38391</c:v>
                      </c:pt>
                      <c:pt idx="228">
                        <c:v>38392</c:v>
                      </c:pt>
                      <c:pt idx="229">
                        <c:v>38393</c:v>
                      </c:pt>
                      <c:pt idx="230">
                        <c:v>38394</c:v>
                      </c:pt>
                      <c:pt idx="231">
                        <c:v>38397</c:v>
                      </c:pt>
                      <c:pt idx="232">
                        <c:v>38398</c:v>
                      </c:pt>
                      <c:pt idx="233">
                        <c:v>38399</c:v>
                      </c:pt>
                      <c:pt idx="234">
                        <c:v>38400</c:v>
                      </c:pt>
                      <c:pt idx="235">
                        <c:v>38401</c:v>
                      </c:pt>
                      <c:pt idx="236">
                        <c:v>38404</c:v>
                      </c:pt>
                      <c:pt idx="237">
                        <c:v>38405</c:v>
                      </c:pt>
                      <c:pt idx="238">
                        <c:v>38406</c:v>
                      </c:pt>
                      <c:pt idx="239">
                        <c:v>38407</c:v>
                      </c:pt>
                      <c:pt idx="240">
                        <c:v>38408</c:v>
                      </c:pt>
                      <c:pt idx="241">
                        <c:v>38411</c:v>
                      </c:pt>
                      <c:pt idx="242">
                        <c:v>38412</c:v>
                      </c:pt>
                      <c:pt idx="243">
                        <c:v>38413</c:v>
                      </c:pt>
                      <c:pt idx="244">
                        <c:v>38414</c:v>
                      </c:pt>
                      <c:pt idx="245">
                        <c:v>38415</c:v>
                      </c:pt>
                      <c:pt idx="246">
                        <c:v>38418</c:v>
                      </c:pt>
                      <c:pt idx="247">
                        <c:v>38419</c:v>
                      </c:pt>
                      <c:pt idx="248">
                        <c:v>38420</c:v>
                      </c:pt>
                      <c:pt idx="249">
                        <c:v>38421</c:v>
                      </c:pt>
                      <c:pt idx="250">
                        <c:v>38422</c:v>
                      </c:pt>
                      <c:pt idx="251">
                        <c:v>38425</c:v>
                      </c:pt>
                      <c:pt idx="252">
                        <c:v>38426</c:v>
                      </c:pt>
                      <c:pt idx="253">
                        <c:v>38427</c:v>
                      </c:pt>
                      <c:pt idx="254">
                        <c:v>38428</c:v>
                      </c:pt>
                      <c:pt idx="255">
                        <c:v>38429</c:v>
                      </c:pt>
                      <c:pt idx="256">
                        <c:v>38432</c:v>
                      </c:pt>
                      <c:pt idx="257">
                        <c:v>38433</c:v>
                      </c:pt>
                      <c:pt idx="258">
                        <c:v>38434</c:v>
                      </c:pt>
                      <c:pt idx="259">
                        <c:v>38435</c:v>
                      </c:pt>
                      <c:pt idx="260">
                        <c:v>38436</c:v>
                      </c:pt>
                      <c:pt idx="261">
                        <c:v>38439</c:v>
                      </c:pt>
                      <c:pt idx="262">
                        <c:v>38440</c:v>
                      </c:pt>
                      <c:pt idx="263">
                        <c:v>38441</c:v>
                      </c:pt>
                      <c:pt idx="264">
                        <c:v>38442</c:v>
                      </c:pt>
                      <c:pt idx="265">
                        <c:v>38443</c:v>
                      </c:pt>
                      <c:pt idx="266">
                        <c:v>38446</c:v>
                      </c:pt>
                      <c:pt idx="267">
                        <c:v>38447</c:v>
                      </c:pt>
                      <c:pt idx="268">
                        <c:v>38448</c:v>
                      </c:pt>
                      <c:pt idx="269">
                        <c:v>38449</c:v>
                      </c:pt>
                      <c:pt idx="270">
                        <c:v>38450</c:v>
                      </c:pt>
                      <c:pt idx="271">
                        <c:v>38453</c:v>
                      </c:pt>
                      <c:pt idx="272">
                        <c:v>38454</c:v>
                      </c:pt>
                      <c:pt idx="273">
                        <c:v>38455</c:v>
                      </c:pt>
                      <c:pt idx="274">
                        <c:v>38456</c:v>
                      </c:pt>
                      <c:pt idx="275">
                        <c:v>38457</c:v>
                      </c:pt>
                      <c:pt idx="276">
                        <c:v>38460</c:v>
                      </c:pt>
                      <c:pt idx="277">
                        <c:v>38461</c:v>
                      </c:pt>
                      <c:pt idx="278">
                        <c:v>38462</c:v>
                      </c:pt>
                      <c:pt idx="279">
                        <c:v>38463</c:v>
                      </c:pt>
                      <c:pt idx="280">
                        <c:v>38464</c:v>
                      </c:pt>
                      <c:pt idx="281">
                        <c:v>38467</c:v>
                      </c:pt>
                      <c:pt idx="282">
                        <c:v>38468</c:v>
                      </c:pt>
                      <c:pt idx="283">
                        <c:v>38469</c:v>
                      </c:pt>
                      <c:pt idx="284">
                        <c:v>38470</c:v>
                      </c:pt>
                      <c:pt idx="285">
                        <c:v>38471</c:v>
                      </c:pt>
                      <c:pt idx="286">
                        <c:v>38474</c:v>
                      </c:pt>
                      <c:pt idx="287">
                        <c:v>38475</c:v>
                      </c:pt>
                      <c:pt idx="288">
                        <c:v>38476</c:v>
                      </c:pt>
                      <c:pt idx="289">
                        <c:v>38477</c:v>
                      </c:pt>
                      <c:pt idx="290">
                        <c:v>38478</c:v>
                      </c:pt>
                      <c:pt idx="291">
                        <c:v>38481</c:v>
                      </c:pt>
                      <c:pt idx="292">
                        <c:v>38482</c:v>
                      </c:pt>
                      <c:pt idx="293">
                        <c:v>38483</c:v>
                      </c:pt>
                      <c:pt idx="294">
                        <c:v>38484</c:v>
                      </c:pt>
                      <c:pt idx="295">
                        <c:v>38485</c:v>
                      </c:pt>
                      <c:pt idx="296">
                        <c:v>38488</c:v>
                      </c:pt>
                      <c:pt idx="297">
                        <c:v>38489</c:v>
                      </c:pt>
                      <c:pt idx="298">
                        <c:v>38490</c:v>
                      </c:pt>
                      <c:pt idx="299">
                        <c:v>38491</c:v>
                      </c:pt>
                      <c:pt idx="300">
                        <c:v>38492</c:v>
                      </c:pt>
                      <c:pt idx="301">
                        <c:v>38495</c:v>
                      </c:pt>
                      <c:pt idx="302">
                        <c:v>38496</c:v>
                      </c:pt>
                      <c:pt idx="303">
                        <c:v>38497</c:v>
                      </c:pt>
                      <c:pt idx="304">
                        <c:v>38498</c:v>
                      </c:pt>
                      <c:pt idx="305">
                        <c:v>38499</c:v>
                      </c:pt>
                      <c:pt idx="306">
                        <c:v>38503</c:v>
                      </c:pt>
                      <c:pt idx="307">
                        <c:v>38504</c:v>
                      </c:pt>
                      <c:pt idx="308">
                        <c:v>38505</c:v>
                      </c:pt>
                      <c:pt idx="309">
                        <c:v>38506</c:v>
                      </c:pt>
                      <c:pt idx="310">
                        <c:v>38509</c:v>
                      </c:pt>
                      <c:pt idx="311">
                        <c:v>38510</c:v>
                      </c:pt>
                      <c:pt idx="312">
                        <c:v>38511</c:v>
                      </c:pt>
                      <c:pt idx="313">
                        <c:v>38512</c:v>
                      </c:pt>
                      <c:pt idx="314">
                        <c:v>38513</c:v>
                      </c:pt>
                      <c:pt idx="315">
                        <c:v>38516</c:v>
                      </c:pt>
                      <c:pt idx="316">
                        <c:v>38517</c:v>
                      </c:pt>
                      <c:pt idx="317">
                        <c:v>38518</c:v>
                      </c:pt>
                      <c:pt idx="318">
                        <c:v>38519</c:v>
                      </c:pt>
                      <c:pt idx="319">
                        <c:v>38520</c:v>
                      </c:pt>
                      <c:pt idx="320">
                        <c:v>38523</c:v>
                      </c:pt>
                      <c:pt idx="321">
                        <c:v>38524</c:v>
                      </c:pt>
                      <c:pt idx="322">
                        <c:v>38525</c:v>
                      </c:pt>
                      <c:pt idx="323">
                        <c:v>38526</c:v>
                      </c:pt>
                      <c:pt idx="324">
                        <c:v>38527</c:v>
                      </c:pt>
                      <c:pt idx="325">
                        <c:v>38530</c:v>
                      </c:pt>
                      <c:pt idx="326">
                        <c:v>38531</c:v>
                      </c:pt>
                      <c:pt idx="327">
                        <c:v>38532</c:v>
                      </c:pt>
                      <c:pt idx="328">
                        <c:v>38533</c:v>
                      </c:pt>
                      <c:pt idx="329">
                        <c:v>38534</c:v>
                      </c:pt>
                      <c:pt idx="330">
                        <c:v>38537</c:v>
                      </c:pt>
                      <c:pt idx="331">
                        <c:v>38538</c:v>
                      </c:pt>
                      <c:pt idx="332">
                        <c:v>38539</c:v>
                      </c:pt>
                      <c:pt idx="333">
                        <c:v>38540</c:v>
                      </c:pt>
                      <c:pt idx="334">
                        <c:v>38541</c:v>
                      </c:pt>
                      <c:pt idx="335">
                        <c:v>38544</c:v>
                      </c:pt>
                      <c:pt idx="336">
                        <c:v>38545</c:v>
                      </c:pt>
                      <c:pt idx="337">
                        <c:v>38546</c:v>
                      </c:pt>
                      <c:pt idx="338">
                        <c:v>38547</c:v>
                      </c:pt>
                      <c:pt idx="339">
                        <c:v>38548</c:v>
                      </c:pt>
                      <c:pt idx="340">
                        <c:v>38551</c:v>
                      </c:pt>
                      <c:pt idx="341">
                        <c:v>38552</c:v>
                      </c:pt>
                      <c:pt idx="342">
                        <c:v>38553</c:v>
                      </c:pt>
                      <c:pt idx="343">
                        <c:v>38554</c:v>
                      </c:pt>
                      <c:pt idx="344">
                        <c:v>38555</c:v>
                      </c:pt>
                      <c:pt idx="345">
                        <c:v>38558</c:v>
                      </c:pt>
                      <c:pt idx="346">
                        <c:v>38559</c:v>
                      </c:pt>
                      <c:pt idx="347">
                        <c:v>38560</c:v>
                      </c:pt>
                      <c:pt idx="348">
                        <c:v>38561</c:v>
                      </c:pt>
                      <c:pt idx="349">
                        <c:v>38562</c:v>
                      </c:pt>
                      <c:pt idx="350">
                        <c:v>38565</c:v>
                      </c:pt>
                      <c:pt idx="351">
                        <c:v>38566</c:v>
                      </c:pt>
                      <c:pt idx="352">
                        <c:v>38567</c:v>
                      </c:pt>
                      <c:pt idx="353">
                        <c:v>38568</c:v>
                      </c:pt>
                      <c:pt idx="354">
                        <c:v>38569</c:v>
                      </c:pt>
                      <c:pt idx="355">
                        <c:v>38572</c:v>
                      </c:pt>
                      <c:pt idx="356">
                        <c:v>38573</c:v>
                      </c:pt>
                      <c:pt idx="357">
                        <c:v>38574</c:v>
                      </c:pt>
                      <c:pt idx="358">
                        <c:v>38575</c:v>
                      </c:pt>
                      <c:pt idx="359">
                        <c:v>38576</c:v>
                      </c:pt>
                      <c:pt idx="360">
                        <c:v>38579</c:v>
                      </c:pt>
                      <c:pt idx="361">
                        <c:v>38580</c:v>
                      </c:pt>
                      <c:pt idx="362">
                        <c:v>38581</c:v>
                      </c:pt>
                      <c:pt idx="363">
                        <c:v>38582</c:v>
                      </c:pt>
                      <c:pt idx="364">
                        <c:v>38583</c:v>
                      </c:pt>
                      <c:pt idx="365">
                        <c:v>38586</c:v>
                      </c:pt>
                      <c:pt idx="366">
                        <c:v>38587</c:v>
                      </c:pt>
                      <c:pt idx="367">
                        <c:v>38588</c:v>
                      </c:pt>
                      <c:pt idx="368">
                        <c:v>38589</c:v>
                      </c:pt>
                      <c:pt idx="369">
                        <c:v>38590</c:v>
                      </c:pt>
                      <c:pt idx="370">
                        <c:v>38593</c:v>
                      </c:pt>
                      <c:pt idx="371">
                        <c:v>38594</c:v>
                      </c:pt>
                      <c:pt idx="372">
                        <c:v>38595</c:v>
                      </c:pt>
                      <c:pt idx="373">
                        <c:v>38596</c:v>
                      </c:pt>
                      <c:pt idx="374">
                        <c:v>38597</c:v>
                      </c:pt>
                      <c:pt idx="375">
                        <c:v>38600</c:v>
                      </c:pt>
                      <c:pt idx="376">
                        <c:v>38601</c:v>
                      </c:pt>
                      <c:pt idx="377">
                        <c:v>38602</c:v>
                      </c:pt>
                      <c:pt idx="378">
                        <c:v>38603</c:v>
                      </c:pt>
                      <c:pt idx="379">
                        <c:v>38604</c:v>
                      </c:pt>
                      <c:pt idx="380">
                        <c:v>38607</c:v>
                      </c:pt>
                      <c:pt idx="381">
                        <c:v>38608</c:v>
                      </c:pt>
                      <c:pt idx="382">
                        <c:v>38609</c:v>
                      </c:pt>
                      <c:pt idx="383">
                        <c:v>38610</c:v>
                      </c:pt>
                      <c:pt idx="384">
                        <c:v>38611</c:v>
                      </c:pt>
                      <c:pt idx="385">
                        <c:v>38614</c:v>
                      </c:pt>
                      <c:pt idx="386">
                        <c:v>38615</c:v>
                      </c:pt>
                      <c:pt idx="387">
                        <c:v>38616</c:v>
                      </c:pt>
                      <c:pt idx="388">
                        <c:v>38617</c:v>
                      </c:pt>
                      <c:pt idx="389">
                        <c:v>38618</c:v>
                      </c:pt>
                      <c:pt idx="390">
                        <c:v>38621</c:v>
                      </c:pt>
                      <c:pt idx="391">
                        <c:v>38622</c:v>
                      </c:pt>
                      <c:pt idx="392">
                        <c:v>38623</c:v>
                      </c:pt>
                      <c:pt idx="393">
                        <c:v>38624</c:v>
                      </c:pt>
                      <c:pt idx="394">
                        <c:v>38625</c:v>
                      </c:pt>
                      <c:pt idx="395">
                        <c:v>38628</c:v>
                      </c:pt>
                      <c:pt idx="396">
                        <c:v>38629</c:v>
                      </c:pt>
                      <c:pt idx="397">
                        <c:v>38630</c:v>
                      </c:pt>
                      <c:pt idx="398">
                        <c:v>38631</c:v>
                      </c:pt>
                      <c:pt idx="399">
                        <c:v>38632</c:v>
                      </c:pt>
                      <c:pt idx="400">
                        <c:v>38635</c:v>
                      </c:pt>
                      <c:pt idx="401">
                        <c:v>38636</c:v>
                      </c:pt>
                      <c:pt idx="402">
                        <c:v>38637</c:v>
                      </c:pt>
                      <c:pt idx="403">
                        <c:v>38638</c:v>
                      </c:pt>
                      <c:pt idx="404">
                        <c:v>38639</c:v>
                      </c:pt>
                      <c:pt idx="405">
                        <c:v>38642</c:v>
                      </c:pt>
                      <c:pt idx="406">
                        <c:v>38643</c:v>
                      </c:pt>
                      <c:pt idx="407">
                        <c:v>38644</c:v>
                      </c:pt>
                      <c:pt idx="408">
                        <c:v>38645</c:v>
                      </c:pt>
                      <c:pt idx="409">
                        <c:v>38646</c:v>
                      </c:pt>
                      <c:pt idx="410">
                        <c:v>38649</c:v>
                      </c:pt>
                      <c:pt idx="411">
                        <c:v>38650</c:v>
                      </c:pt>
                      <c:pt idx="412">
                        <c:v>38651</c:v>
                      </c:pt>
                      <c:pt idx="413">
                        <c:v>38652</c:v>
                      </c:pt>
                      <c:pt idx="414">
                        <c:v>38653</c:v>
                      </c:pt>
                      <c:pt idx="415">
                        <c:v>38656</c:v>
                      </c:pt>
                      <c:pt idx="416">
                        <c:v>38657</c:v>
                      </c:pt>
                      <c:pt idx="417">
                        <c:v>38658</c:v>
                      </c:pt>
                      <c:pt idx="418">
                        <c:v>38659</c:v>
                      </c:pt>
                      <c:pt idx="419">
                        <c:v>38660</c:v>
                      </c:pt>
                      <c:pt idx="420">
                        <c:v>38663</c:v>
                      </c:pt>
                      <c:pt idx="421">
                        <c:v>38664</c:v>
                      </c:pt>
                      <c:pt idx="422">
                        <c:v>38665</c:v>
                      </c:pt>
                      <c:pt idx="423">
                        <c:v>38666</c:v>
                      </c:pt>
                      <c:pt idx="424">
                        <c:v>38667</c:v>
                      </c:pt>
                      <c:pt idx="425">
                        <c:v>38670</c:v>
                      </c:pt>
                      <c:pt idx="426">
                        <c:v>38671</c:v>
                      </c:pt>
                      <c:pt idx="427">
                        <c:v>38672</c:v>
                      </c:pt>
                      <c:pt idx="428">
                        <c:v>38673</c:v>
                      </c:pt>
                      <c:pt idx="429">
                        <c:v>38674</c:v>
                      </c:pt>
                      <c:pt idx="430">
                        <c:v>38677</c:v>
                      </c:pt>
                      <c:pt idx="431">
                        <c:v>38678</c:v>
                      </c:pt>
                      <c:pt idx="432">
                        <c:v>38679</c:v>
                      </c:pt>
                      <c:pt idx="433">
                        <c:v>38680</c:v>
                      </c:pt>
                      <c:pt idx="434">
                        <c:v>38681</c:v>
                      </c:pt>
                      <c:pt idx="435">
                        <c:v>38684</c:v>
                      </c:pt>
                      <c:pt idx="436">
                        <c:v>38685</c:v>
                      </c:pt>
                      <c:pt idx="437">
                        <c:v>38686</c:v>
                      </c:pt>
                      <c:pt idx="438">
                        <c:v>38687</c:v>
                      </c:pt>
                      <c:pt idx="439">
                        <c:v>38688</c:v>
                      </c:pt>
                      <c:pt idx="440">
                        <c:v>38691</c:v>
                      </c:pt>
                      <c:pt idx="441">
                        <c:v>38692</c:v>
                      </c:pt>
                      <c:pt idx="442">
                        <c:v>38693</c:v>
                      </c:pt>
                      <c:pt idx="443">
                        <c:v>38694</c:v>
                      </c:pt>
                      <c:pt idx="444">
                        <c:v>38695</c:v>
                      </c:pt>
                      <c:pt idx="445">
                        <c:v>38698</c:v>
                      </c:pt>
                      <c:pt idx="446">
                        <c:v>38699</c:v>
                      </c:pt>
                      <c:pt idx="447">
                        <c:v>38700</c:v>
                      </c:pt>
                      <c:pt idx="448">
                        <c:v>38701</c:v>
                      </c:pt>
                      <c:pt idx="449">
                        <c:v>38702</c:v>
                      </c:pt>
                      <c:pt idx="450">
                        <c:v>38705</c:v>
                      </c:pt>
                      <c:pt idx="451">
                        <c:v>38706</c:v>
                      </c:pt>
                      <c:pt idx="452">
                        <c:v>38707</c:v>
                      </c:pt>
                      <c:pt idx="453">
                        <c:v>38708</c:v>
                      </c:pt>
                      <c:pt idx="454">
                        <c:v>38709</c:v>
                      </c:pt>
                      <c:pt idx="455">
                        <c:v>38712</c:v>
                      </c:pt>
                      <c:pt idx="456">
                        <c:v>38713</c:v>
                      </c:pt>
                      <c:pt idx="457">
                        <c:v>38714</c:v>
                      </c:pt>
                      <c:pt idx="458">
                        <c:v>38715</c:v>
                      </c:pt>
                      <c:pt idx="459">
                        <c:v>38716</c:v>
                      </c:pt>
                      <c:pt idx="460">
                        <c:v>38719</c:v>
                      </c:pt>
                      <c:pt idx="461">
                        <c:v>38720</c:v>
                      </c:pt>
                      <c:pt idx="462">
                        <c:v>38721</c:v>
                      </c:pt>
                      <c:pt idx="463">
                        <c:v>38722</c:v>
                      </c:pt>
                      <c:pt idx="464">
                        <c:v>38723</c:v>
                      </c:pt>
                      <c:pt idx="465">
                        <c:v>38726</c:v>
                      </c:pt>
                      <c:pt idx="466">
                        <c:v>38727</c:v>
                      </c:pt>
                      <c:pt idx="467">
                        <c:v>38728</c:v>
                      </c:pt>
                      <c:pt idx="468">
                        <c:v>38729</c:v>
                      </c:pt>
                      <c:pt idx="469">
                        <c:v>38730</c:v>
                      </c:pt>
                      <c:pt idx="470">
                        <c:v>38733</c:v>
                      </c:pt>
                      <c:pt idx="471">
                        <c:v>38734</c:v>
                      </c:pt>
                      <c:pt idx="472">
                        <c:v>38735</c:v>
                      </c:pt>
                      <c:pt idx="473">
                        <c:v>38736</c:v>
                      </c:pt>
                      <c:pt idx="474">
                        <c:v>38737</c:v>
                      </c:pt>
                      <c:pt idx="475">
                        <c:v>38740</c:v>
                      </c:pt>
                      <c:pt idx="476">
                        <c:v>38741</c:v>
                      </c:pt>
                      <c:pt idx="477">
                        <c:v>38742</c:v>
                      </c:pt>
                      <c:pt idx="478">
                        <c:v>38743</c:v>
                      </c:pt>
                      <c:pt idx="479">
                        <c:v>38744</c:v>
                      </c:pt>
                      <c:pt idx="480">
                        <c:v>38747</c:v>
                      </c:pt>
                      <c:pt idx="481">
                        <c:v>38748</c:v>
                      </c:pt>
                      <c:pt idx="482">
                        <c:v>38749</c:v>
                      </c:pt>
                      <c:pt idx="483">
                        <c:v>38750</c:v>
                      </c:pt>
                      <c:pt idx="484">
                        <c:v>38751</c:v>
                      </c:pt>
                      <c:pt idx="485">
                        <c:v>38754</c:v>
                      </c:pt>
                      <c:pt idx="486">
                        <c:v>38755</c:v>
                      </c:pt>
                      <c:pt idx="487">
                        <c:v>38756</c:v>
                      </c:pt>
                      <c:pt idx="488">
                        <c:v>38757</c:v>
                      </c:pt>
                      <c:pt idx="489">
                        <c:v>38758</c:v>
                      </c:pt>
                      <c:pt idx="490">
                        <c:v>38761</c:v>
                      </c:pt>
                      <c:pt idx="491">
                        <c:v>38762</c:v>
                      </c:pt>
                      <c:pt idx="492">
                        <c:v>38763</c:v>
                      </c:pt>
                      <c:pt idx="493">
                        <c:v>38764</c:v>
                      </c:pt>
                      <c:pt idx="494">
                        <c:v>38765</c:v>
                      </c:pt>
                      <c:pt idx="495">
                        <c:v>38768</c:v>
                      </c:pt>
                      <c:pt idx="496">
                        <c:v>38769</c:v>
                      </c:pt>
                      <c:pt idx="497">
                        <c:v>38770</c:v>
                      </c:pt>
                      <c:pt idx="498">
                        <c:v>38771</c:v>
                      </c:pt>
                      <c:pt idx="499">
                        <c:v>38772</c:v>
                      </c:pt>
                      <c:pt idx="500">
                        <c:v>38775</c:v>
                      </c:pt>
                      <c:pt idx="501">
                        <c:v>38776</c:v>
                      </c:pt>
                      <c:pt idx="502">
                        <c:v>38777</c:v>
                      </c:pt>
                      <c:pt idx="503">
                        <c:v>38778</c:v>
                      </c:pt>
                      <c:pt idx="504">
                        <c:v>38779</c:v>
                      </c:pt>
                      <c:pt idx="505">
                        <c:v>38782</c:v>
                      </c:pt>
                      <c:pt idx="506">
                        <c:v>38783</c:v>
                      </c:pt>
                      <c:pt idx="507">
                        <c:v>38784</c:v>
                      </c:pt>
                      <c:pt idx="508">
                        <c:v>38785</c:v>
                      </c:pt>
                      <c:pt idx="509">
                        <c:v>38786</c:v>
                      </c:pt>
                      <c:pt idx="510">
                        <c:v>38789</c:v>
                      </c:pt>
                      <c:pt idx="511">
                        <c:v>38790</c:v>
                      </c:pt>
                      <c:pt idx="512">
                        <c:v>38791</c:v>
                      </c:pt>
                      <c:pt idx="513">
                        <c:v>38792</c:v>
                      </c:pt>
                      <c:pt idx="514">
                        <c:v>38793</c:v>
                      </c:pt>
                      <c:pt idx="515">
                        <c:v>38796</c:v>
                      </c:pt>
                      <c:pt idx="516">
                        <c:v>38797</c:v>
                      </c:pt>
                      <c:pt idx="517">
                        <c:v>38798</c:v>
                      </c:pt>
                      <c:pt idx="518">
                        <c:v>38799</c:v>
                      </c:pt>
                      <c:pt idx="519">
                        <c:v>38800</c:v>
                      </c:pt>
                      <c:pt idx="520">
                        <c:v>38803</c:v>
                      </c:pt>
                      <c:pt idx="521">
                        <c:v>38804</c:v>
                      </c:pt>
                      <c:pt idx="522">
                        <c:v>38805</c:v>
                      </c:pt>
                      <c:pt idx="523">
                        <c:v>38806</c:v>
                      </c:pt>
                      <c:pt idx="524">
                        <c:v>38807</c:v>
                      </c:pt>
                      <c:pt idx="525">
                        <c:v>38810</c:v>
                      </c:pt>
                      <c:pt idx="526">
                        <c:v>38811</c:v>
                      </c:pt>
                      <c:pt idx="527">
                        <c:v>38812</c:v>
                      </c:pt>
                      <c:pt idx="528">
                        <c:v>38813</c:v>
                      </c:pt>
                      <c:pt idx="529">
                        <c:v>38814</c:v>
                      </c:pt>
                      <c:pt idx="530">
                        <c:v>38817</c:v>
                      </c:pt>
                      <c:pt idx="531">
                        <c:v>38818</c:v>
                      </c:pt>
                      <c:pt idx="532">
                        <c:v>38819</c:v>
                      </c:pt>
                      <c:pt idx="533">
                        <c:v>38820</c:v>
                      </c:pt>
                      <c:pt idx="534">
                        <c:v>38821</c:v>
                      </c:pt>
                      <c:pt idx="535">
                        <c:v>38824</c:v>
                      </c:pt>
                      <c:pt idx="536">
                        <c:v>38825</c:v>
                      </c:pt>
                      <c:pt idx="537">
                        <c:v>38826</c:v>
                      </c:pt>
                      <c:pt idx="538">
                        <c:v>38827</c:v>
                      </c:pt>
                      <c:pt idx="539">
                        <c:v>38828</c:v>
                      </c:pt>
                      <c:pt idx="540">
                        <c:v>38831</c:v>
                      </c:pt>
                      <c:pt idx="541">
                        <c:v>38832</c:v>
                      </c:pt>
                      <c:pt idx="542">
                        <c:v>38833</c:v>
                      </c:pt>
                      <c:pt idx="543">
                        <c:v>38834</c:v>
                      </c:pt>
                      <c:pt idx="544">
                        <c:v>38835</c:v>
                      </c:pt>
                      <c:pt idx="545">
                        <c:v>38838</c:v>
                      </c:pt>
                      <c:pt idx="546">
                        <c:v>38839</c:v>
                      </c:pt>
                      <c:pt idx="547">
                        <c:v>38840</c:v>
                      </c:pt>
                      <c:pt idx="548">
                        <c:v>38841</c:v>
                      </c:pt>
                      <c:pt idx="549">
                        <c:v>38842</c:v>
                      </c:pt>
                      <c:pt idx="550">
                        <c:v>38845</c:v>
                      </c:pt>
                      <c:pt idx="551">
                        <c:v>38846</c:v>
                      </c:pt>
                      <c:pt idx="552">
                        <c:v>38847</c:v>
                      </c:pt>
                      <c:pt idx="553">
                        <c:v>38848</c:v>
                      </c:pt>
                      <c:pt idx="554">
                        <c:v>38849</c:v>
                      </c:pt>
                      <c:pt idx="555">
                        <c:v>38852</c:v>
                      </c:pt>
                      <c:pt idx="556">
                        <c:v>38853</c:v>
                      </c:pt>
                      <c:pt idx="557">
                        <c:v>38854</c:v>
                      </c:pt>
                      <c:pt idx="558">
                        <c:v>38855</c:v>
                      </c:pt>
                      <c:pt idx="559">
                        <c:v>38856</c:v>
                      </c:pt>
                      <c:pt idx="560">
                        <c:v>38859</c:v>
                      </c:pt>
                      <c:pt idx="561">
                        <c:v>38860</c:v>
                      </c:pt>
                      <c:pt idx="562">
                        <c:v>38861</c:v>
                      </c:pt>
                      <c:pt idx="563">
                        <c:v>38862</c:v>
                      </c:pt>
                      <c:pt idx="564">
                        <c:v>38863</c:v>
                      </c:pt>
                      <c:pt idx="565">
                        <c:v>38866</c:v>
                      </c:pt>
                      <c:pt idx="566">
                        <c:v>38867</c:v>
                      </c:pt>
                      <c:pt idx="567">
                        <c:v>38868</c:v>
                      </c:pt>
                      <c:pt idx="568">
                        <c:v>38869</c:v>
                      </c:pt>
                      <c:pt idx="569">
                        <c:v>38870</c:v>
                      </c:pt>
                      <c:pt idx="570">
                        <c:v>38873</c:v>
                      </c:pt>
                      <c:pt idx="571">
                        <c:v>38874</c:v>
                      </c:pt>
                      <c:pt idx="572">
                        <c:v>38875</c:v>
                      </c:pt>
                      <c:pt idx="573">
                        <c:v>38876</c:v>
                      </c:pt>
                      <c:pt idx="574">
                        <c:v>38877</c:v>
                      </c:pt>
                      <c:pt idx="575">
                        <c:v>38880</c:v>
                      </c:pt>
                      <c:pt idx="576">
                        <c:v>38881</c:v>
                      </c:pt>
                      <c:pt idx="577">
                        <c:v>38882</c:v>
                      </c:pt>
                      <c:pt idx="578">
                        <c:v>38883</c:v>
                      </c:pt>
                      <c:pt idx="579">
                        <c:v>38884</c:v>
                      </c:pt>
                      <c:pt idx="580">
                        <c:v>38887</c:v>
                      </c:pt>
                      <c:pt idx="581">
                        <c:v>38888</c:v>
                      </c:pt>
                      <c:pt idx="582">
                        <c:v>38889</c:v>
                      </c:pt>
                      <c:pt idx="583">
                        <c:v>38890</c:v>
                      </c:pt>
                      <c:pt idx="584">
                        <c:v>38891</c:v>
                      </c:pt>
                      <c:pt idx="585">
                        <c:v>38894</c:v>
                      </c:pt>
                      <c:pt idx="586">
                        <c:v>38895</c:v>
                      </c:pt>
                      <c:pt idx="587">
                        <c:v>38896</c:v>
                      </c:pt>
                      <c:pt idx="588">
                        <c:v>38897</c:v>
                      </c:pt>
                      <c:pt idx="589">
                        <c:v>38898</c:v>
                      </c:pt>
                      <c:pt idx="590">
                        <c:v>38901</c:v>
                      </c:pt>
                      <c:pt idx="591">
                        <c:v>38902</c:v>
                      </c:pt>
                      <c:pt idx="592">
                        <c:v>38903</c:v>
                      </c:pt>
                      <c:pt idx="593">
                        <c:v>38904</c:v>
                      </c:pt>
                      <c:pt idx="594">
                        <c:v>38905</c:v>
                      </c:pt>
                      <c:pt idx="595">
                        <c:v>38908</c:v>
                      </c:pt>
                      <c:pt idx="596">
                        <c:v>38909</c:v>
                      </c:pt>
                      <c:pt idx="597">
                        <c:v>38910</c:v>
                      </c:pt>
                      <c:pt idx="598">
                        <c:v>38911</c:v>
                      </c:pt>
                      <c:pt idx="599">
                        <c:v>38912</c:v>
                      </c:pt>
                      <c:pt idx="600">
                        <c:v>38915</c:v>
                      </c:pt>
                      <c:pt idx="601">
                        <c:v>38916</c:v>
                      </c:pt>
                      <c:pt idx="602">
                        <c:v>38917</c:v>
                      </c:pt>
                      <c:pt idx="603">
                        <c:v>38918</c:v>
                      </c:pt>
                      <c:pt idx="604">
                        <c:v>38919</c:v>
                      </c:pt>
                      <c:pt idx="605">
                        <c:v>38922</c:v>
                      </c:pt>
                      <c:pt idx="606">
                        <c:v>38923</c:v>
                      </c:pt>
                      <c:pt idx="607">
                        <c:v>38924</c:v>
                      </c:pt>
                      <c:pt idx="608">
                        <c:v>38925</c:v>
                      </c:pt>
                      <c:pt idx="609">
                        <c:v>38926</c:v>
                      </c:pt>
                      <c:pt idx="610">
                        <c:v>38929</c:v>
                      </c:pt>
                      <c:pt idx="611">
                        <c:v>38930</c:v>
                      </c:pt>
                      <c:pt idx="612">
                        <c:v>38931</c:v>
                      </c:pt>
                      <c:pt idx="613">
                        <c:v>38932</c:v>
                      </c:pt>
                      <c:pt idx="614">
                        <c:v>38933</c:v>
                      </c:pt>
                      <c:pt idx="615">
                        <c:v>38936</c:v>
                      </c:pt>
                      <c:pt idx="616">
                        <c:v>38937</c:v>
                      </c:pt>
                      <c:pt idx="617">
                        <c:v>38938</c:v>
                      </c:pt>
                      <c:pt idx="618">
                        <c:v>38939</c:v>
                      </c:pt>
                      <c:pt idx="619">
                        <c:v>38940</c:v>
                      </c:pt>
                      <c:pt idx="620">
                        <c:v>38943</c:v>
                      </c:pt>
                      <c:pt idx="621">
                        <c:v>38944</c:v>
                      </c:pt>
                      <c:pt idx="622">
                        <c:v>38945</c:v>
                      </c:pt>
                      <c:pt idx="623">
                        <c:v>38946</c:v>
                      </c:pt>
                      <c:pt idx="624">
                        <c:v>38947</c:v>
                      </c:pt>
                      <c:pt idx="625">
                        <c:v>38950</c:v>
                      </c:pt>
                      <c:pt idx="626">
                        <c:v>38951</c:v>
                      </c:pt>
                      <c:pt idx="627">
                        <c:v>38952</c:v>
                      </c:pt>
                      <c:pt idx="628">
                        <c:v>38953</c:v>
                      </c:pt>
                      <c:pt idx="629">
                        <c:v>38954</c:v>
                      </c:pt>
                      <c:pt idx="630">
                        <c:v>38957</c:v>
                      </c:pt>
                      <c:pt idx="631">
                        <c:v>38958</c:v>
                      </c:pt>
                      <c:pt idx="632">
                        <c:v>38959</c:v>
                      </c:pt>
                      <c:pt idx="633">
                        <c:v>38960</c:v>
                      </c:pt>
                      <c:pt idx="634">
                        <c:v>38961</c:v>
                      </c:pt>
                      <c:pt idx="635">
                        <c:v>38964</c:v>
                      </c:pt>
                      <c:pt idx="636">
                        <c:v>38965</c:v>
                      </c:pt>
                      <c:pt idx="637">
                        <c:v>38966</c:v>
                      </c:pt>
                      <c:pt idx="638">
                        <c:v>38967</c:v>
                      </c:pt>
                      <c:pt idx="639">
                        <c:v>38968</c:v>
                      </c:pt>
                      <c:pt idx="640">
                        <c:v>38971</c:v>
                      </c:pt>
                      <c:pt idx="641">
                        <c:v>38972</c:v>
                      </c:pt>
                      <c:pt idx="642">
                        <c:v>38973</c:v>
                      </c:pt>
                      <c:pt idx="643">
                        <c:v>38974</c:v>
                      </c:pt>
                      <c:pt idx="644">
                        <c:v>38975</c:v>
                      </c:pt>
                      <c:pt idx="645">
                        <c:v>38978</c:v>
                      </c:pt>
                      <c:pt idx="646">
                        <c:v>38979</c:v>
                      </c:pt>
                      <c:pt idx="647">
                        <c:v>38980</c:v>
                      </c:pt>
                      <c:pt idx="648">
                        <c:v>38981</c:v>
                      </c:pt>
                      <c:pt idx="649">
                        <c:v>38982</c:v>
                      </c:pt>
                      <c:pt idx="650">
                        <c:v>38985</c:v>
                      </c:pt>
                      <c:pt idx="651">
                        <c:v>38986</c:v>
                      </c:pt>
                      <c:pt idx="652">
                        <c:v>38987</c:v>
                      </c:pt>
                      <c:pt idx="653">
                        <c:v>38988</c:v>
                      </c:pt>
                      <c:pt idx="654">
                        <c:v>38989</c:v>
                      </c:pt>
                      <c:pt idx="655">
                        <c:v>38992</c:v>
                      </c:pt>
                      <c:pt idx="656">
                        <c:v>38993</c:v>
                      </c:pt>
                      <c:pt idx="657">
                        <c:v>38994</c:v>
                      </c:pt>
                      <c:pt idx="658">
                        <c:v>38995</c:v>
                      </c:pt>
                      <c:pt idx="659">
                        <c:v>38996</c:v>
                      </c:pt>
                      <c:pt idx="660">
                        <c:v>38999</c:v>
                      </c:pt>
                      <c:pt idx="661">
                        <c:v>39000</c:v>
                      </c:pt>
                      <c:pt idx="662">
                        <c:v>39001</c:v>
                      </c:pt>
                      <c:pt idx="663">
                        <c:v>39002</c:v>
                      </c:pt>
                      <c:pt idx="664">
                        <c:v>39003</c:v>
                      </c:pt>
                      <c:pt idx="665">
                        <c:v>39006</c:v>
                      </c:pt>
                      <c:pt idx="666">
                        <c:v>39007</c:v>
                      </c:pt>
                      <c:pt idx="667">
                        <c:v>39008</c:v>
                      </c:pt>
                      <c:pt idx="668">
                        <c:v>39009</c:v>
                      </c:pt>
                      <c:pt idx="669">
                        <c:v>39010</c:v>
                      </c:pt>
                      <c:pt idx="670">
                        <c:v>39013</c:v>
                      </c:pt>
                      <c:pt idx="671">
                        <c:v>39014</c:v>
                      </c:pt>
                      <c:pt idx="672">
                        <c:v>39015</c:v>
                      </c:pt>
                      <c:pt idx="673">
                        <c:v>39016</c:v>
                      </c:pt>
                      <c:pt idx="674">
                        <c:v>39017</c:v>
                      </c:pt>
                      <c:pt idx="675">
                        <c:v>39020</c:v>
                      </c:pt>
                      <c:pt idx="676">
                        <c:v>39021</c:v>
                      </c:pt>
                      <c:pt idx="677">
                        <c:v>39022</c:v>
                      </c:pt>
                      <c:pt idx="678">
                        <c:v>39023</c:v>
                      </c:pt>
                      <c:pt idx="679">
                        <c:v>39024</c:v>
                      </c:pt>
                      <c:pt idx="680">
                        <c:v>39027</c:v>
                      </c:pt>
                      <c:pt idx="681">
                        <c:v>39028</c:v>
                      </c:pt>
                      <c:pt idx="682">
                        <c:v>39029</c:v>
                      </c:pt>
                      <c:pt idx="683">
                        <c:v>39030</c:v>
                      </c:pt>
                      <c:pt idx="684">
                        <c:v>39031</c:v>
                      </c:pt>
                      <c:pt idx="685">
                        <c:v>39034</c:v>
                      </c:pt>
                      <c:pt idx="686">
                        <c:v>39035</c:v>
                      </c:pt>
                      <c:pt idx="687">
                        <c:v>39036</c:v>
                      </c:pt>
                      <c:pt idx="688">
                        <c:v>39037</c:v>
                      </c:pt>
                      <c:pt idx="689">
                        <c:v>39038</c:v>
                      </c:pt>
                      <c:pt idx="690">
                        <c:v>39041</c:v>
                      </c:pt>
                      <c:pt idx="691">
                        <c:v>39042</c:v>
                      </c:pt>
                      <c:pt idx="692">
                        <c:v>39043</c:v>
                      </c:pt>
                      <c:pt idx="693">
                        <c:v>39044</c:v>
                      </c:pt>
                      <c:pt idx="694">
                        <c:v>39045</c:v>
                      </c:pt>
                      <c:pt idx="695">
                        <c:v>39048</c:v>
                      </c:pt>
                      <c:pt idx="696">
                        <c:v>39049</c:v>
                      </c:pt>
                      <c:pt idx="697">
                        <c:v>39050</c:v>
                      </c:pt>
                      <c:pt idx="698">
                        <c:v>39051</c:v>
                      </c:pt>
                      <c:pt idx="699">
                        <c:v>39052</c:v>
                      </c:pt>
                      <c:pt idx="700">
                        <c:v>39055</c:v>
                      </c:pt>
                      <c:pt idx="701">
                        <c:v>39056</c:v>
                      </c:pt>
                      <c:pt idx="702">
                        <c:v>39057</c:v>
                      </c:pt>
                      <c:pt idx="703">
                        <c:v>39058</c:v>
                      </c:pt>
                      <c:pt idx="704">
                        <c:v>39059</c:v>
                      </c:pt>
                      <c:pt idx="705">
                        <c:v>39062</c:v>
                      </c:pt>
                      <c:pt idx="706">
                        <c:v>39063</c:v>
                      </c:pt>
                      <c:pt idx="707">
                        <c:v>39064</c:v>
                      </c:pt>
                      <c:pt idx="708">
                        <c:v>39065</c:v>
                      </c:pt>
                      <c:pt idx="709">
                        <c:v>39066</c:v>
                      </c:pt>
                      <c:pt idx="710">
                        <c:v>39069</c:v>
                      </c:pt>
                      <c:pt idx="711">
                        <c:v>39070</c:v>
                      </c:pt>
                      <c:pt idx="712">
                        <c:v>39071</c:v>
                      </c:pt>
                      <c:pt idx="713">
                        <c:v>39072</c:v>
                      </c:pt>
                      <c:pt idx="714">
                        <c:v>39073</c:v>
                      </c:pt>
                      <c:pt idx="715">
                        <c:v>39077</c:v>
                      </c:pt>
                      <c:pt idx="716">
                        <c:v>39078</c:v>
                      </c:pt>
                      <c:pt idx="717">
                        <c:v>39079</c:v>
                      </c:pt>
                      <c:pt idx="718">
                        <c:v>39080</c:v>
                      </c:pt>
                      <c:pt idx="719">
                        <c:v>39083</c:v>
                      </c:pt>
                      <c:pt idx="720">
                        <c:v>39084</c:v>
                      </c:pt>
                      <c:pt idx="721">
                        <c:v>39085</c:v>
                      </c:pt>
                      <c:pt idx="722">
                        <c:v>39086</c:v>
                      </c:pt>
                      <c:pt idx="723">
                        <c:v>39087</c:v>
                      </c:pt>
                      <c:pt idx="724">
                        <c:v>39090</c:v>
                      </c:pt>
                      <c:pt idx="725">
                        <c:v>39091</c:v>
                      </c:pt>
                      <c:pt idx="726">
                        <c:v>39092</c:v>
                      </c:pt>
                      <c:pt idx="727">
                        <c:v>39093</c:v>
                      </c:pt>
                      <c:pt idx="728">
                        <c:v>39094</c:v>
                      </c:pt>
                      <c:pt idx="729">
                        <c:v>39097</c:v>
                      </c:pt>
                      <c:pt idx="730">
                        <c:v>39098</c:v>
                      </c:pt>
                      <c:pt idx="731">
                        <c:v>39099</c:v>
                      </c:pt>
                      <c:pt idx="732">
                        <c:v>39100</c:v>
                      </c:pt>
                      <c:pt idx="733">
                        <c:v>39101</c:v>
                      </c:pt>
                      <c:pt idx="734">
                        <c:v>39104</c:v>
                      </c:pt>
                      <c:pt idx="735">
                        <c:v>39105</c:v>
                      </c:pt>
                      <c:pt idx="736">
                        <c:v>39106</c:v>
                      </c:pt>
                      <c:pt idx="737">
                        <c:v>39107</c:v>
                      </c:pt>
                      <c:pt idx="738">
                        <c:v>39108</c:v>
                      </c:pt>
                      <c:pt idx="739">
                        <c:v>39111</c:v>
                      </c:pt>
                      <c:pt idx="740">
                        <c:v>39112</c:v>
                      </c:pt>
                      <c:pt idx="741">
                        <c:v>39113</c:v>
                      </c:pt>
                      <c:pt idx="742">
                        <c:v>39114</c:v>
                      </c:pt>
                      <c:pt idx="743">
                        <c:v>39115</c:v>
                      </c:pt>
                      <c:pt idx="744">
                        <c:v>39118</c:v>
                      </c:pt>
                      <c:pt idx="745">
                        <c:v>39119</c:v>
                      </c:pt>
                      <c:pt idx="746">
                        <c:v>39120</c:v>
                      </c:pt>
                      <c:pt idx="747">
                        <c:v>39121</c:v>
                      </c:pt>
                      <c:pt idx="748">
                        <c:v>39122</c:v>
                      </c:pt>
                      <c:pt idx="749">
                        <c:v>39125</c:v>
                      </c:pt>
                      <c:pt idx="750">
                        <c:v>39126</c:v>
                      </c:pt>
                      <c:pt idx="751">
                        <c:v>39127</c:v>
                      </c:pt>
                      <c:pt idx="752">
                        <c:v>39128</c:v>
                      </c:pt>
                      <c:pt idx="753">
                        <c:v>39129</c:v>
                      </c:pt>
                      <c:pt idx="754">
                        <c:v>39132</c:v>
                      </c:pt>
                      <c:pt idx="755">
                        <c:v>39133</c:v>
                      </c:pt>
                      <c:pt idx="756">
                        <c:v>39134</c:v>
                      </c:pt>
                      <c:pt idx="757">
                        <c:v>39135</c:v>
                      </c:pt>
                      <c:pt idx="758">
                        <c:v>39136</c:v>
                      </c:pt>
                      <c:pt idx="759">
                        <c:v>39139</c:v>
                      </c:pt>
                      <c:pt idx="760">
                        <c:v>39140</c:v>
                      </c:pt>
                      <c:pt idx="761">
                        <c:v>39141</c:v>
                      </c:pt>
                      <c:pt idx="762">
                        <c:v>39142</c:v>
                      </c:pt>
                      <c:pt idx="763">
                        <c:v>39143</c:v>
                      </c:pt>
                      <c:pt idx="764">
                        <c:v>39146</c:v>
                      </c:pt>
                      <c:pt idx="765">
                        <c:v>39147</c:v>
                      </c:pt>
                      <c:pt idx="766">
                        <c:v>39148</c:v>
                      </c:pt>
                      <c:pt idx="767">
                        <c:v>39149</c:v>
                      </c:pt>
                      <c:pt idx="768">
                        <c:v>39150</c:v>
                      </c:pt>
                      <c:pt idx="769">
                        <c:v>39153</c:v>
                      </c:pt>
                      <c:pt idx="770">
                        <c:v>39154</c:v>
                      </c:pt>
                      <c:pt idx="771">
                        <c:v>39155</c:v>
                      </c:pt>
                      <c:pt idx="772">
                        <c:v>39156</c:v>
                      </c:pt>
                      <c:pt idx="773">
                        <c:v>39157</c:v>
                      </c:pt>
                      <c:pt idx="774">
                        <c:v>39160</c:v>
                      </c:pt>
                      <c:pt idx="775">
                        <c:v>39161</c:v>
                      </c:pt>
                      <c:pt idx="776">
                        <c:v>39162</c:v>
                      </c:pt>
                      <c:pt idx="777">
                        <c:v>39163</c:v>
                      </c:pt>
                      <c:pt idx="778">
                        <c:v>39164</c:v>
                      </c:pt>
                      <c:pt idx="779">
                        <c:v>39167</c:v>
                      </c:pt>
                      <c:pt idx="780">
                        <c:v>39168</c:v>
                      </c:pt>
                      <c:pt idx="781">
                        <c:v>39169</c:v>
                      </c:pt>
                      <c:pt idx="782">
                        <c:v>39170</c:v>
                      </c:pt>
                      <c:pt idx="783">
                        <c:v>39171</c:v>
                      </c:pt>
                      <c:pt idx="784">
                        <c:v>39174</c:v>
                      </c:pt>
                      <c:pt idx="785">
                        <c:v>39175</c:v>
                      </c:pt>
                      <c:pt idx="786">
                        <c:v>39176</c:v>
                      </c:pt>
                      <c:pt idx="787">
                        <c:v>39177</c:v>
                      </c:pt>
                      <c:pt idx="788">
                        <c:v>39178</c:v>
                      </c:pt>
                      <c:pt idx="789">
                        <c:v>39181</c:v>
                      </c:pt>
                      <c:pt idx="790">
                        <c:v>39182</c:v>
                      </c:pt>
                      <c:pt idx="791">
                        <c:v>39183</c:v>
                      </c:pt>
                      <c:pt idx="792">
                        <c:v>39184</c:v>
                      </c:pt>
                      <c:pt idx="793">
                        <c:v>39185</c:v>
                      </c:pt>
                      <c:pt idx="794">
                        <c:v>39188</c:v>
                      </c:pt>
                      <c:pt idx="795">
                        <c:v>39189</c:v>
                      </c:pt>
                      <c:pt idx="796">
                        <c:v>39190</c:v>
                      </c:pt>
                      <c:pt idx="797">
                        <c:v>39191</c:v>
                      </c:pt>
                      <c:pt idx="798">
                        <c:v>39192</c:v>
                      </c:pt>
                      <c:pt idx="799">
                        <c:v>39195</c:v>
                      </c:pt>
                      <c:pt idx="800">
                        <c:v>39196</c:v>
                      </c:pt>
                      <c:pt idx="801">
                        <c:v>39197</c:v>
                      </c:pt>
                      <c:pt idx="802">
                        <c:v>39198</c:v>
                      </c:pt>
                      <c:pt idx="803">
                        <c:v>39199</c:v>
                      </c:pt>
                      <c:pt idx="804">
                        <c:v>39202</c:v>
                      </c:pt>
                      <c:pt idx="805">
                        <c:v>39203</c:v>
                      </c:pt>
                      <c:pt idx="806">
                        <c:v>39204</c:v>
                      </c:pt>
                      <c:pt idx="807">
                        <c:v>39205</c:v>
                      </c:pt>
                      <c:pt idx="808">
                        <c:v>39206</c:v>
                      </c:pt>
                      <c:pt idx="809">
                        <c:v>39209</c:v>
                      </c:pt>
                      <c:pt idx="810">
                        <c:v>39210</c:v>
                      </c:pt>
                      <c:pt idx="811">
                        <c:v>39211</c:v>
                      </c:pt>
                      <c:pt idx="812">
                        <c:v>39212</c:v>
                      </c:pt>
                      <c:pt idx="813">
                        <c:v>39213</c:v>
                      </c:pt>
                      <c:pt idx="814">
                        <c:v>39216</c:v>
                      </c:pt>
                      <c:pt idx="815">
                        <c:v>39217</c:v>
                      </c:pt>
                      <c:pt idx="816">
                        <c:v>39218</c:v>
                      </c:pt>
                      <c:pt idx="817">
                        <c:v>39219</c:v>
                      </c:pt>
                      <c:pt idx="818">
                        <c:v>39220</c:v>
                      </c:pt>
                      <c:pt idx="819">
                        <c:v>39223</c:v>
                      </c:pt>
                      <c:pt idx="820">
                        <c:v>39224</c:v>
                      </c:pt>
                      <c:pt idx="821">
                        <c:v>39225</c:v>
                      </c:pt>
                      <c:pt idx="822">
                        <c:v>39226</c:v>
                      </c:pt>
                      <c:pt idx="823">
                        <c:v>39227</c:v>
                      </c:pt>
                      <c:pt idx="824">
                        <c:v>39230</c:v>
                      </c:pt>
                      <c:pt idx="825">
                        <c:v>39231</c:v>
                      </c:pt>
                      <c:pt idx="826">
                        <c:v>39232</c:v>
                      </c:pt>
                      <c:pt idx="827">
                        <c:v>39233</c:v>
                      </c:pt>
                      <c:pt idx="828">
                        <c:v>39234</c:v>
                      </c:pt>
                      <c:pt idx="829">
                        <c:v>39237</c:v>
                      </c:pt>
                      <c:pt idx="830">
                        <c:v>39238</c:v>
                      </c:pt>
                      <c:pt idx="831">
                        <c:v>39239</c:v>
                      </c:pt>
                      <c:pt idx="832">
                        <c:v>39240</c:v>
                      </c:pt>
                      <c:pt idx="833">
                        <c:v>39241</c:v>
                      </c:pt>
                      <c:pt idx="834">
                        <c:v>39244</c:v>
                      </c:pt>
                      <c:pt idx="835">
                        <c:v>39245</c:v>
                      </c:pt>
                      <c:pt idx="836">
                        <c:v>39246</c:v>
                      </c:pt>
                      <c:pt idx="837">
                        <c:v>39247</c:v>
                      </c:pt>
                      <c:pt idx="838">
                        <c:v>39248</c:v>
                      </c:pt>
                      <c:pt idx="839">
                        <c:v>39251</c:v>
                      </c:pt>
                      <c:pt idx="840">
                        <c:v>39252</c:v>
                      </c:pt>
                      <c:pt idx="841">
                        <c:v>39253</c:v>
                      </c:pt>
                      <c:pt idx="842">
                        <c:v>39254</c:v>
                      </c:pt>
                      <c:pt idx="843">
                        <c:v>39255</c:v>
                      </c:pt>
                      <c:pt idx="844">
                        <c:v>39258</c:v>
                      </c:pt>
                      <c:pt idx="845">
                        <c:v>39259</c:v>
                      </c:pt>
                      <c:pt idx="846">
                        <c:v>39260</c:v>
                      </c:pt>
                      <c:pt idx="847">
                        <c:v>39261</c:v>
                      </c:pt>
                      <c:pt idx="848">
                        <c:v>39262</c:v>
                      </c:pt>
                      <c:pt idx="849">
                        <c:v>39265</c:v>
                      </c:pt>
                      <c:pt idx="850">
                        <c:v>39266</c:v>
                      </c:pt>
                      <c:pt idx="851">
                        <c:v>39267</c:v>
                      </c:pt>
                      <c:pt idx="852">
                        <c:v>39268</c:v>
                      </c:pt>
                      <c:pt idx="853">
                        <c:v>39269</c:v>
                      </c:pt>
                      <c:pt idx="854">
                        <c:v>39272</c:v>
                      </c:pt>
                      <c:pt idx="855">
                        <c:v>39273</c:v>
                      </c:pt>
                      <c:pt idx="856">
                        <c:v>39274</c:v>
                      </c:pt>
                      <c:pt idx="857">
                        <c:v>39275</c:v>
                      </c:pt>
                      <c:pt idx="858">
                        <c:v>39276</c:v>
                      </c:pt>
                      <c:pt idx="859">
                        <c:v>39279</c:v>
                      </c:pt>
                      <c:pt idx="860">
                        <c:v>39280</c:v>
                      </c:pt>
                      <c:pt idx="861">
                        <c:v>39281</c:v>
                      </c:pt>
                      <c:pt idx="862">
                        <c:v>39282</c:v>
                      </c:pt>
                      <c:pt idx="863">
                        <c:v>39283</c:v>
                      </c:pt>
                      <c:pt idx="864">
                        <c:v>39286</c:v>
                      </c:pt>
                      <c:pt idx="865">
                        <c:v>39287</c:v>
                      </c:pt>
                      <c:pt idx="866">
                        <c:v>39288</c:v>
                      </c:pt>
                      <c:pt idx="867">
                        <c:v>39289</c:v>
                      </c:pt>
                      <c:pt idx="868">
                        <c:v>39290</c:v>
                      </c:pt>
                      <c:pt idx="869">
                        <c:v>39293</c:v>
                      </c:pt>
                      <c:pt idx="870">
                        <c:v>39294</c:v>
                      </c:pt>
                      <c:pt idx="871">
                        <c:v>39295</c:v>
                      </c:pt>
                      <c:pt idx="872">
                        <c:v>39296</c:v>
                      </c:pt>
                      <c:pt idx="873">
                        <c:v>39297</c:v>
                      </c:pt>
                      <c:pt idx="874">
                        <c:v>39300</c:v>
                      </c:pt>
                      <c:pt idx="875">
                        <c:v>39301</c:v>
                      </c:pt>
                      <c:pt idx="876">
                        <c:v>39302</c:v>
                      </c:pt>
                      <c:pt idx="877">
                        <c:v>39303</c:v>
                      </c:pt>
                      <c:pt idx="878">
                        <c:v>39304</c:v>
                      </c:pt>
                      <c:pt idx="879">
                        <c:v>39307</c:v>
                      </c:pt>
                      <c:pt idx="880">
                        <c:v>39308</c:v>
                      </c:pt>
                      <c:pt idx="881">
                        <c:v>39309</c:v>
                      </c:pt>
                      <c:pt idx="882">
                        <c:v>39310</c:v>
                      </c:pt>
                      <c:pt idx="883">
                        <c:v>39311</c:v>
                      </c:pt>
                      <c:pt idx="884">
                        <c:v>39314</c:v>
                      </c:pt>
                      <c:pt idx="885">
                        <c:v>39315</c:v>
                      </c:pt>
                      <c:pt idx="886">
                        <c:v>39316</c:v>
                      </c:pt>
                      <c:pt idx="887">
                        <c:v>39317</c:v>
                      </c:pt>
                      <c:pt idx="888">
                        <c:v>39318</c:v>
                      </c:pt>
                      <c:pt idx="889">
                        <c:v>39321</c:v>
                      </c:pt>
                      <c:pt idx="890">
                        <c:v>39322</c:v>
                      </c:pt>
                      <c:pt idx="891">
                        <c:v>39323</c:v>
                      </c:pt>
                      <c:pt idx="892">
                        <c:v>39324</c:v>
                      </c:pt>
                      <c:pt idx="893">
                        <c:v>39325</c:v>
                      </c:pt>
                      <c:pt idx="894">
                        <c:v>39328</c:v>
                      </c:pt>
                      <c:pt idx="895">
                        <c:v>39329</c:v>
                      </c:pt>
                      <c:pt idx="896">
                        <c:v>39330</c:v>
                      </c:pt>
                      <c:pt idx="897">
                        <c:v>39331</c:v>
                      </c:pt>
                      <c:pt idx="898">
                        <c:v>39332</c:v>
                      </c:pt>
                      <c:pt idx="899">
                        <c:v>39335</c:v>
                      </c:pt>
                      <c:pt idx="900">
                        <c:v>39336</c:v>
                      </c:pt>
                      <c:pt idx="901">
                        <c:v>39337</c:v>
                      </c:pt>
                      <c:pt idx="902">
                        <c:v>39338</c:v>
                      </c:pt>
                      <c:pt idx="903">
                        <c:v>39339</c:v>
                      </c:pt>
                      <c:pt idx="904">
                        <c:v>39342</c:v>
                      </c:pt>
                      <c:pt idx="905">
                        <c:v>39343</c:v>
                      </c:pt>
                      <c:pt idx="906">
                        <c:v>39344</c:v>
                      </c:pt>
                      <c:pt idx="907">
                        <c:v>39345</c:v>
                      </c:pt>
                      <c:pt idx="908">
                        <c:v>39346</c:v>
                      </c:pt>
                      <c:pt idx="909">
                        <c:v>39349</c:v>
                      </c:pt>
                      <c:pt idx="910">
                        <c:v>39350</c:v>
                      </c:pt>
                      <c:pt idx="911">
                        <c:v>39351</c:v>
                      </c:pt>
                      <c:pt idx="912">
                        <c:v>39352</c:v>
                      </c:pt>
                      <c:pt idx="913">
                        <c:v>39353</c:v>
                      </c:pt>
                      <c:pt idx="914">
                        <c:v>39356</c:v>
                      </c:pt>
                      <c:pt idx="915">
                        <c:v>39357</c:v>
                      </c:pt>
                      <c:pt idx="916">
                        <c:v>39358</c:v>
                      </c:pt>
                      <c:pt idx="917">
                        <c:v>39359</c:v>
                      </c:pt>
                      <c:pt idx="918">
                        <c:v>39360</c:v>
                      </c:pt>
                      <c:pt idx="919">
                        <c:v>39363</c:v>
                      </c:pt>
                      <c:pt idx="920">
                        <c:v>39364</c:v>
                      </c:pt>
                      <c:pt idx="921">
                        <c:v>39365</c:v>
                      </c:pt>
                      <c:pt idx="922">
                        <c:v>39366</c:v>
                      </c:pt>
                      <c:pt idx="923">
                        <c:v>39367</c:v>
                      </c:pt>
                      <c:pt idx="924">
                        <c:v>39370</c:v>
                      </c:pt>
                      <c:pt idx="925">
                        <c:v>39371</c:v>
                      </c:pt>
                      <c:pt idx="926">
                        <c:v>39372</c:v>
                      </c:pt>
                      <c:pt idx="927">
                        <c:v>39373</c:v>
                      </c:pt>
                      <c:pt idx="928">
                        <c:v>39374</c:v>
                      </c:pt>
                      <c:pt idx="929">
                        <c:v>39377</c:v>
                      </c:pt>
                      <c:pt idx="930">
                        <c:v>39378</c:v>
                      </c:pt>
                      <c:pt idx="931">
                        <c:v>39379</c:v>
                      </c:pt>
                      <c:pt idx="932">
                        <c:v>39380</c:v>
                      </c:pt>
                      <c:pt idx="933">
                        <c:v>39381</c:v>
                      </c:pt>
                      <c:pt idx="934">
                        <c:v>39384</c:v>
                      </c:pt>
                      <c:pt idx="935">
                        <c:v>39385</c:v>
                      </c:pt>
                      <c:pt idx="936">
                        <c:v>39386</c:v>
                      </c:pt>
                      <c:pt idx="937">
                        <c:v>39387</c:v>
                      </c:pt>
                      <c:pt idx="938">
                        <c:v>39388</c:v>
                      </c:pt>
                      <c:pt idx="939">
                        <c:v>39391</c:v>
                      </c:pt>
                      <c:pt idx="940">
                        <c:v>39392</c:v>
                      </c:pt>
                      <c:pt idx="941">
                        <c:v>39393</c:v>
                      </c:pt>
                      <c:pt idx="942">
                        <c:v>39394</c:v>
                      </c:pt>
                      <c:pt idx="943">
                        <c:v>39395</c:v>
                      </c:pt>
                      <c:pt idx="944">
                        <c:v>39398</c:v>
                      </c:pt>
                      <c:pt idx="945">
                        <c:v>39399</c:v>
                      </c:pt>
                      <c:pt idx="946">
                        <c:v>39400</c:v>
                      </c:pt>
                      <c:pt idx="947">
                        <c:v>39401</c:v>
                      </c:pt>
                      <c:pt idx="948">
                        <c:v>39402</c:v>
                      </c:pt>
                      <c:pt idx="949">
                        <c:v>39405</c:v>
                      </c:pt>
                      <c:pt idx="950">
                        <c:v>39406</c:v>
                      </c:pt>
                      <c:pt idx="951">
                        <c:v>39407</c:v>
                      </c:pt>
                      <c:pt idx="952">
                        <c:v>39408</c:v>
                      </c:pt>
                      <c:pt idx="953">
                        <c:v>39409</c:v>
                      </c:pt>
                      <c:pt idx="954">
                        <c:v>39412</c:v>
                      </c:pt>
                      <c:pt idx="955">
                        <c:v>39413</c:v>
                      </c:pt>
                      <c:pt idx="956">
                        <c:v>39414</c:v>
                      </c:pt>
                      <c:pt idx="957">
                        <c:v>39415</c:v>
                      </c:pt>
                      <c:pt idx="958">
                        <c:v>39416</c:v>
                      </c:pt>
                      <c:pt idx="959">
                        <c:v>39419</c:v>
                      </c:pt>
                      <c:pt idx="960">
                        <c:v>39420</c:v>
                      </c:pt>
                      <c:pt idx="961">
                        <c:v>39421</c:v>
                      </c:pt>
                      <c:pt idx="962">
                        <c:v>39422</c:v>
                      </c:pt>
                      <c:pt idx="963">
                        <c:v>39423</c:v>
                      </c:pt>
                      <c:pt idx="964">
                        <c:v>39426</c:v>
                      </c:pt>
                      <c:pt idx="965">
                        <c:v>39427</c:v>
                      </c:pt>
                      <c:pt idx="966">
                        <c:v>39428</c:v>
                      </c:pt>
                      <c:pt idx="967">
                        <c:v>39429</c:v>
                      </c:pt>
                      <c:pt idx="968">
                        <c:v>39430</c:v>
                      </c:pt>
                      <c:pt idx="969">
                        <c:v>39433</c:v>
                      </c:pt>
                      <c:pt idx="970">
                        <c:v>39434</c:v>
                      </c:pt>
                      <c:pt idx="971">
                        <c:v>39435</c:v>
                      </c:pt>
                      <c:pt idx="972">
                        <c:v>39436</c:v>
                      </c:pt>
                      <c:pt idx="973">
                        <c:v>39437</c:v>
                      </c:pt>
                      <c:pt idx="974">
                        <c:v>39440</c:v>
                      </c:pt>
                      <c:pt idx="975">
                        <c:v>39441</c:v>
                      </c:pt>
                      <c:pt idx="976">
                        <c:v>39442</c:v>
                      </c:pt>
                      <c:pt idx="977">
                        <c:v>39443</c:v>
                      </c:pt>
                      <c:pt idx="978">
                        <c:v>39444</c:v>
                      </c:pt>
                      <c:pt idx="979">
                        <c:v>39447</c:v>
                      </c:pt>
                      <c:pt idx="980">
                        <c:v>39448</c:v>
                      </c:pt>
                      <c:pt idx="981">
                        <c:v>39449</c:v>
                      </c:pt>
                      <c:pt idx="982">
                        <c:v>39450</c:v>
                      </c:pt>
                      <c:pt idx="983">
                        <c:v>39451</c:v>
                      </c:pt>
                      <c:pt idx="984">
                        <c:v>39454</c:v>
                      </c:pt>
                      <c:pt idx="985">
                        <c:v>39455</c:v>
                      </c:pt>
                      <c:pt idx="986">
                        <c:v>39456</c:v>
                      </c:pt>
                      <c:pt idx="987">
                        <c:v>39457</c:v>
                      </c:pt>
                      <c:pt idx="988">
                        <c:v>39458</c:v>
                      </c:pt>
                      <c:pt idx="989">
                        <c:v>39461</c:v>
                      </c:pt>
                      <c:pt idx="990">
                        <c:v>39462</c:v>
                      </c:pt>
                      <c:pt idx="991">
                        <c:v>39463</c:v>
                      </c:pt>
                      <c:pt idx="992">
                        <c:v>39464</c:v>
                      </c:pt>
                      <c:pt idx="993">
                        <c:v>39465</c:v>
                      </c:pt>
                      <c:pt idx="994">
                        <c:v>39468</c:v>
                      </c:pt>
                      <c:pt idx="995">
                        <c:v>39469</c:v>
                      </c:pt>
                      <c:pt idx="996">
                        <c:v>39470</c:v>
                      </c:pt>
                      <c:pt idx="997">
                        <c:v>39471</c:v>
                      </c:pt>
                      <c:pt idx="998">
                        <c:v>39472</c:v>
                      </c:pt>
                      <c:pt idx="999">
                        <c:v>39475</c:v>
                      </c:pt>
                      <c:pt idx="1000">
                        <c:v>39476</c:v>
                      </c:pt>
                      <c:pt idx="1001">
                        <c:v>39477</c:v>
                      </c:pt>
                      <c:pt idx="1002">
                        <c:v>39478</c:v>
                      </c:pt>
                      <c:pt idx="1003">
                        <c:v>39479</c:v>
                      </c:pt>
                      <c:pt idx="1004">
                        <c:v>39482</c:v>
                      </c:pt>
                      <c:pt idx="1005">
                        <c:v>39483</c:v>
                      </c:pt>
                      <c:pt idx="1006">
                        <c:v>39484</c:v>
                      </c:pt>
                      <c:pt idx="1007">
                        <c:v>39485</c:v>
                      </c:pt>
                      <c:pt idx="1008">
                        <c:v>39486</c:v>
                      </c:pt>
                      <c:pt idx="1009">
                        <c:v>39489</c:v>
                      </c:pt>
                      <c:pt idx="1010">
                        <c:v>39490</c:v>
                      </c:pt>
                      <c:pt idx="1011">
                        <c:v>39491</c:v>
                      </c:pt>
                      <c:pt idx="1012">
                        <c:v>39492</c:v>
                      </c:pt>
                      <c:pt idx="1013">
                        <c:v>39493</c:v>
                      </c:pt>
                      <c:pt idx="1014">
                        <c:v>39496</c:v>
                      </c:pt>
                      <c:pt idx="1015">
                        <c:v>39497</c:v>
                      </c:pt>
                      <c:pt idx="1016">
                        <c:v>39498</c:v>
                      </c:pt>
                      <c:pt idx="1017">
                        <c:v>39499</c:v>
                      </c:pt>
                      <c:pt idx="1018">
                        <c:v>39500</c:v>
                      </c:pt>
                      <c:pt idx="1019">
                        <c:v>39503</c:v>
                      </c:pt>
                      <c:pt idx="1020">
                        <c:v>39504</c:v>
                      </c:pt>
                      <c:pt idx="1021">
                        <c:v>39505</c:v>
                      </c:pt>
                      <c:pt idx="1022">
                        <c:v>39506</c:v>
                      </c:pt>
                      <c:pt idx="1023">
                        <c:v>39507</c:v>
                      </c:pt>
                      <c:pt idx="1024">
                        <c:v>39510</c:v>
                      </c:pt>
                      <c:pt idx="1025">
                        <c:v>39511</c:v>
                      </c:pt>
                      <c:pt idx="1026">
                        <c:v>39512</c:v>
                      </c:pt>
                      <c:pt idx="1027">
                        <c:v>39513</c:v>
                      </c:pt>
                      <c:pt idx="1028">
                        <c:v>39514</c:v>
                      </c:pt>
                      <c:pt idx="1029">
                        <c:v>39517</c:v>
                      </c:pt>
                      <c:pt idx="1030">
                        <c:v>39518</c:v>
                      </c:pt>
                      <c:pt idx="1031">
                        <c:v>39519</c:v>
                      </c:pt>
                      <c:pt idx="1032">
                        <c:v>39520</c:v>
                      </c:pt>
                      <c:pt idx="1033">
                        <c:v>39521</c:v>
                      </c:pt>
                      <c:pt idx="1034">
                        <c:v>39524</c:v>
                      </c:pt>
                      <c:pt idx="1035">
                        <c:v>39525</c:v>
                      </c:pt>
                      <c:pt idx="1036">
                        <c:v>39526</c:v>
                      </c:pt>
                      <c:pt idx="1037">
                        <c:v>39527</c:v>
                      </c:pt>
                      <c:pt idx="1038">
                        <c:v>39528</c:v>
                      </c:pt>
                      <c:pt idx="1039">
                        <c:v>39531</c:v>
                      </c:pt>
                      <c:pt idx="1040">
                        <c:v>39532</c:v>
                      </c:pt>
                      <c:pt idx="1041">
                        <c:v>39533</c:v>
                      </c:pt>
                      <c:pt idx="1042">
                        <c:v>39534</c:v>
                      </c:pt>
                      <c:pt idx="1043">
                        <c:v>39535</c:v>
                      </c:pt>
                      <c:pt idx="1044">
                        <c:v>39538</c:v>
                      </c:pt>
                      <c:pt idx="1045">
                        <c:v>39539</c:v>
                      </c:pt>
                      <c:pt idx="1046">
                        <c:v>39540</c:v>
                      </c:pt>
                      <c:pt idx="1047">
                        <c:v>39541</c:v>
                      </c:pt>
                      <c:pt idx="1048">
                        <c:v>39542</c:v>
                      </c:pt>
                      <c:pt idx="1049">
                        <c:v>39545</c:v>
                      </c:pt>
                      <c:pt idx="1050">
                        <c:v>39546</c:v>
                      </c:pt>
                      <c:pt idx="1051">
                        <c:v>39547</c:v>
                      </c:pt>
                      <c:pt idx="1052">
                        <c:v>39548</c:v>
                      </c:pt>
                      <c:pt idx="1053">
                        <c:v>39549</c:v>
                      </c:pt>
                      <c:pt idx="1054">
                        <c:v>39552</c:v>
                      </c:pt>
                      <c:pt idx="1055">
                        <c:v>39553</c:v>
                      </c:pt>
                      <c:pt idx="1056">
                        <c:v>39554</c:v>
                      </c:pt>
                      <c:pt idx="1057">
                        <c:v>39555</c:v>
                      </c:pt>
                      <c:pt idx="1058">
                        <c:v>39556</c:v>
                      </c:pt>
                      <c:pt idx="1059">
                        <c:v>39559</c:v>
                      </c:pt>
                      <c:pt idx="1060">
                        <c:v>39560</c:v>
                      </c:pt>
                      <c:pt idx="1061">
                        <c:v>39561</c:v>
                      </c:pt>
                      <c:pt idx="1062">
                        <c:v>39562</c:v>
                      </c:pt>
                      <c:pt idx="1063">
                        <c:v>39563</c:v>
                      </c:pt>
                      <c:pt idx="1064">
                        <c:v>39566</c:v>
                      </c:pt>
                      <c:pt idx="1065">
                        <c:v>39567</c:v>
                      </c:pt>
                      <c:pt idx="1066">
                        <c:v>39568</c:v>
                      </c:pt>
                      <c:pt idx="1067">
                        <c:v>39569</c:v>
                      </c:pt>
                      <c:pt idx="1068">
                        <c:v>39570</c:v>
                      </c:pt>
                      <c:pt idx="1069">
                        <c:v>39573</c:v>
                      </c:pt>
                      <c:pt idx="1070">
                        <c:v>39574</c:v>
                      </c:pt>
                      <c:pt idx="1071">
                        <c:v>39575</c:v>
                      </c:pt>
                      <c:pt idx="1072">
                        <c:v>39576</c:v>
                      </c:pt>
                      <c:pt idx="1073">
                        <c:v>39577</c:v>
                      </c:pt>
                      <c:pt idx="1074">
                        <c:v>39580</c:v>
                      </c:pt>
                      <c:pt idx="1075">
                        <c:v>39581</c:v>
                      </c:pt>
                      <c:pt idx="1076">
                        <c:v>39582</c:v>
                      </c:pt>
                      <c:pt idx="1077">
                        <c:v>39583</c:v>
                      </c:pt>
                      <c:pt idx="1078">
                        <c:v>39584</c:v>
                      </c:pt>
                      <c:pt idx="1079">
                        <c:v>39587</c:v>
                      </c:pt>
                      <c:pt idx="1080">
                        <c:v>39588</c:v>
                      </c:pt>
                      <c:pt idx="1081">
                        <c:v>39589</c:v>
                      </c:pt>
                      <c:pt idx="1082">
                        <c:v>39590</c:v>
                      </c:pt>
                      <c:pt idx="1083">
                        <c:v>39591</c:v>
                      </c:pt>
                      <c:pt idx="1084">
                        <c:v>39594</c:v>
                      </c:pt>
                      <c:pt idx="1085">
                        <c:v>39595</c:v>
                      </c:pt>
                      <c:pt idx="1086">
                        <c:v>39596</c:v>
                      </c:pt>
                      <c:pt idx="1087">
                        <c:v>39597</c:v>
                      </c:pt>
                      <c:pt idx="1088">
                        <c:v>39598</c:v>
                      </c:pt>
                      <c:pt idx="1089">
                        <c:v>39601</c:v>
                      </c:pt>
                      <c:pt idx="1090">
                        <c:v>39602</c:v>
                      </c:pt>
                      <c:pt idx="1091">
                        <c:v>39603</c:v>
                      </c:pt>
                      <c:pt idx="1092">
                        <c:v>39604</c:v>
                      </c:pt>
                      <c:pt idx="1093">
                        <c:v>39605</c:v>
                      </c:pt>
                      <c:pt idx="1094">
                        <c:v>39608</c:v>
                      </c:pt>
                      <c:pt idx="1095">
                        <c:v>39609</c:v>
                      </c:pt>
                      <c:pt idx="1096">
                        <c:v>39610</c:v>
                      </c:pt>
                      <c:pt idx="1097">
                        <c:v>39611</c:v>
                      </c:pt>
                      <c:pt idx="1098">
                        <c:v>39612</c:v>
                      </c:pt>
                      <c:pt idx="1099">
                        <c:v>39615</c:v>
                      </c:pt>
                      <c:pt idx="1100">
                        <c:v>39616</c:v>
                      </c:pt>
                      <c:pt idx="1101">
                        <c:v>39617</c:v>
                      </c:pt>
                      <c:pt idx="1102">
                        <c:v>39618</c:v>
                      </c:pt>
                      <c:pt idx="1103">
                        <c:v>39619</c:v>
                      </c:pt>
                      <c:pt idx="1104">
                        <c:v>39622</c:v>
                      </c:pt>
                      <c:pt idx="1105">
                        <c:v>39623</c:v>
                      </c:pt>
                      <c:pt idx="1106">
                        <c:v>39624</c:v>
                      </c:pt>
                      <c:pt idx="1107">
                        <c:v>39625</c:v>
                      </c:pt>
                      <c:pt idx="1108">
                        <c:v>39626</c:v>
                      </c:pt>
                      <c:pt idx="1109">
                        <c:v>39629</c:v>
                      </c:pt>
                      <c:pt idx="1110">
                        <c:v>39630</c:v>
                      </c:pt>
                      <c:pt idx="1111">
                        <c:v>39631</c:v>
                      </c:pt>
                      <c:pt idx="1112">
                        <c:v>39632</c:v>
                      </c:pt>
                      <c:pt idx="1113">
                        <c:v>39633</c:v>
                      </c:pt>
                      <c:pt idx="1114">
                        <c:v>39636</c:v>
                      </c:pt>
                      <c:pt idx="1115">
                        <c:v>39637</c:v>
                      </c:pt>
                      <c:pt idx="1116">
                        <c:v>39638</c:v>
                      </c:pt>
                      <c:pt idx="1117">
                        <c:v>39639</c:v>
                      </c:pt>
                      <c:pt idx="1118">
                        <c:v>39640</c:v>
                      </c:pt>
                      <c:pt idx="1119">
                        <c:v>39643</c:v>
                      </c:pt>
                      <c:pt idx="1120">
                        <c:v>39644</c:v>
                      </c:pt>
                      <c:pt idx="1121">
                        <c:v>39645</c:v>
                      </c:pt>
                      <c:pt idx="1122">
                        <c:v>39646</c:v>
                      </c:pt>
                      <c:pt idx="1123">
                        <c:v>39647</c:v>
                      </c:pt>
                      <c:pt idx="1124">
                        <c:v>39650</c:v>
                      </c:pt>
                      <c:pt idx="1125">
                        <c:v>39651</c:v>
                      </c:pt>
                      <c:pt idx="1126">
                        <c:v>39652</c:v>
                      </c:pt>
                      <c:pt idx="1127">
                        <c:v>39653</c:v>
                      </c:pt>
                      <c:pt idx="1128">
                        <c:v>39654</c:v>
                      </c:pt>
                      <c:pt idx="1129">
                        <c:v>39657</c:v>
                      </c:pt>
                      <c:pt idx="1130">
                        <c:v>39658</c:v>
                      </c:pt>
                      <c:pt idx="1131">
                        <c:v>39659</c:v>
                      </c:pt>
                      <c:pt idx="1132">
                        <c:v>39660</c:v>
                      </c:pt>
                      <c:pt idx="1133">
                        <c:v>39661</c:v>
                      </c:pt>
                      <c:pt idx="1134">
                        <c:v>39664</c:v>
                      </c:pt>
                      <c:pt idx="1135">
                        <c:v>39665</c:v>
                      </c:pt>
                      <c:pt idx="1136">
                        <c:v>39666</c:v>
                      </c:pt>
                      <c:pt idx="1137">
                        <c:v>39667</c:v>
                      </c:pt>
                      <c:pt idx="1138">
                        <c:v>39668</c:v>
                      </c:pt>
                      <c:pt idx="1139">
                        <c:v>39671</c:v>
                      </c:pt>
                      <c:pt idx="1140">
                        <c:v>39672</c:v>
                      </c:pt>
                      <c:pt idx="1141">
                        <c:v>39673</c:v>
                      </c:pt>
                      <c:pt idx="1142">
                        <c:v>39674</c:v>
                      </c:pt>
                      <c:pt idx="1143">
                        <c:v>39675</c:v>
                      </c:pt>
                      <c:pt idx="1144">
                        <c:v>39678</c:v>
                      </c:pt>
                      <c:pt idx="1145">
                        <c:v>39679</c:v>
                      </c:pt>
                      <c:pt idx="1146">
                        <c:v>39680</c:v>
                      </c:pt>
                      <c:pt idx="1147">
                        <c:v>39681</c:v>
                      </c:pt>
                      <c:pt idx="1148">
                        <c:v>39682</c:v>
                      </c:pt>
                      <c:pt idx="1149">
                        <c:v>39685</c:v>
                      </c:pt>
                      <c:pt idx="1150">
                        <c:v>39686</c:v>
                      </c:pt>
                      <c:pt idx="1151">
                        <c:v>39687</c:v>
                      </c:pt>
                      <c:pt idx="1152">
                        <c:v>39688</c:v>
                      </c:pt>
                      <c:pt idx="1153">
                        <c:v>39689</c:v>
                      </c:pt>
                      <c:pt idx="1154">
                        <c:v>39692</c:v>
                      </c:pt>
                      <c:pt idx="1155">
                        <c:v>39693</c:v>
                      </c:pt>
                      <c:pt idx="1156">
                        <c:v>39694</c:v>
                      </c:pt>
                      <c:pt idx="1157">
                        <c:v>39695</c:v>
                      </c:pt>
                      <c:pt idx="1158">
                        <c:v>39696</c:v>
                      </c:pt>
                      <c:pt idx="1159">
                        <c:v>39699</c:v>
                      </c:pt>
                      <c:pt idx="1160">
                        <c:v>39700</c:v>
                      </c:pt>
                      <c:pt idx="1161">
                        <c:v>39701</c:v>
                      </c:pt>
                      <c:pt idx="1162">
                        <c:v>39702</c:v>
                      </c:pt>
                      <c:pt idx="1163">
                        <c:v>39703</c:v>
                      </c:pt>
                      <c:pt idx="1164">
                        <c:v>39706</c:v>
                      </c:pt>
                      <c:pt idx="1165">
                        <c:v>39707</c:v>
                      </c:pt>
                      <c:pt idx="1166">
                        <c:v>39708</c:v>
                      </c:pt>
                      <c:pt idx="1167">
                        <c:v>39709</c:v>
                      </c:pt>
                      <c:pt idx="1168">
                        <c:v>39710</c:v>
                      </c:pt>
                      <c:pt idx="1169">
                        <c:v>39713</c:v>
                      </c:pt>
                      <c:pt idx="1170">
                        <c:v>39714</c:v>
                      </c:pt>
                      <c:pt idx="1171">
                        <c:v>39715</c:v>
                      </c:pt>
                      <c:pt idx="1172">
                        <c:v>39716</c:v>
                      </c:pt>
                      <c:pt idx="1173">
                        <c:v>39717</c:v>
                      </c:pt>
                      <c:pt idx="1174">
                        <c:v>39720</c:v>
                      </c:pt>
                      <c:pt idx="1175">
                        <c:v>39721</c:v>
                      </c:pt>
                      <c:pt idx="1176">
                        <c:v>39722</c:v>
                      </c:pt>
                      <c:pt idx="1177">
                        <c:v>39723</c:v>
                      </c:pt>
                      <c:pt idx="1178">
                        <c:v>39724</c:v>
                      </c:pt>
                      <c:pt idx="1179">
                        <c:v>39727</c:v>
                      </c:pt>
                      <c:pt idx="1180">
                        <c:v>39728</c:v>
                      </c:pt>
                      <c:pt idx="1181">
                        <c:v>39729</c:v>
                      </c:pt>
                      <c:pt idx="1182">
                        <c:v>39730</c:v>
                      </c:pt>
                      <c:pt idx="1183">
                        <c:v>39731</c:v>
                      </c:pt>
                      <c:pt idx="1184">
                        <c:v>39734</c:v>
                      </c:pt>
                      <c:pt idx="1185">
                        <c:v>39735</c:v>
                      </c:pt>
                      <c:pt idx="1186">
                        <c:v>39736</c:v>
                      </c:pt>
                      <c:pt idx="1187">
                        <c:v>39737</c:v>
                      </c:pt>
                      <c:pt idx="1188">
                        <c:v>39738</c:v>
                      </c:pt>
                      <c:pt idx="1189">
                        <c:v>39741</c:v>
                      </c:pt>
                      <c:pt idx="1190">
                        <c:v>39742</c:v>
                      </c:pt>
                      <c:pt idx="1191">
                        <c:v>39743</c:v>
                      </c:pt>
                      <c:pt idx="1192">
                        <c:v>39744</c:v>
                      </c:pt>
                      <c:pt idx="1193">
                        <c:v>39745</c:v>
                      </c:pt>
                      <c:pt idx="1194">
                        <c:v>39748</c:v>
                      </c:pt>
                      <c:pt idx="1195">
                        <c:v>39749</c:v>
                      </c:pt>
                      <c:pt idx="1196">
                        <c:v>39750</c:v>
                      </c:pt>
                      <c:pt idx="1197">
                        <c:v>39751</c:v>
                      </c:pt>
                      <c:pt idx="1198">
                        <c:v>39752</c:v>
                      </c:pt>
                      <c:pt idx="1199">
                        <c:v>39755</c:v>
                      </c:pt>
                      <c:pt idx="1200">
                        <c:v>39756</c:v>
                      </c:pt>
                      <c:pt idx="1201">
                        <c:v>39757</c:v>
                      </c:pt>
                      <c:pt idx="1202">
                        <c:v>39758</c:v>
                      </c:pt>
                      <c:pt idx="1203">
                        <c:v>39759</c:v>
                      </c:pt>
                      <c:pt idx="1204">
                        <c:v>39762</c:v>
                      </c:pt>
                      <c:pt idx="1205">
                        <c:v>39763</c:v>
                      </c:pt>
                      <c:pt idx="1206">
                        <c:v>39764</c:v>
                      </c:pt>
                      <c:pt idx="1207">
                        <c:v>39765</c:v>
                      </c:pt>
                      <c:pt idx="1208">
                        <c:v>39766</c:v>
                      </c:pt>
                      <c:pt idx="1209">
                        <c:v>39769</c:v>
                      </c:pt>
                      <c:pt idx="1210">
                        <c:v>39770</c:v>
                      </c:pt>
                      <c:pt idx="1211">
                        <c:v>39771</c:v>
                      </c:pt>
                      <c:pt idx="1212">
                        <c:v>39772</c:v>
                      </c:pt>
                      <c:pt idx="1213">
                        <c:v>39773</c:v>
                      </c:pt>
                      <c:pt idx="1214">
                        <c:v>39776</c:v>
                      </c:pt>
                      <c:pt idx="1215">
                        <c:v>39777</c:v>
                      </c:pt>
                      <c:pt idx="1216">
                        <c:v>39778</c:v>
                      </c:pt>
                      <c:pt idx="1217">
                        <c:v>39779</c:v>
                      </c:pt>
                      <c:pt idx="1218">
                        <c:v>39780</c:v>
                      </c:pt>
                      <c:pt idx="1219">
                        <c:v>39783</c:v>
                      </c:pt>
                      <c:pt idx="1220">
                        <c:v>39784</c:v>
                      </c:pt>
                      <c:pt idx="1221">
                        <c:v>39785</c:v>
                      </c:pt>
                      <c:pt idx="1222">
                        <c:v>39786</c:v>
                      </c:pt>
                      <c:pt idx="1223">
                        <c:v>39787</c:v>
                      </c:pt>
                      <c:pt idx="1224">
                        <c:v>39790</c:v>
                      </c:pt>
                      <c:pt idx="1225">
                        <c:v>39791</c:v>
                      </c:pt>
                      <c:pt idx="1226">
                        <c:v>39792</c:v>
                      </c:pt>
                      <c:pt idx="1227">
                        <c:v>39793</c:v>
                      </c:pt>
                      <c:pt idx="1228">
                        <c:v>39794</c:v>
                      </c:pt>
                      <c:pt idx="1229">
                        <c:v>39797</c:v>
                      </c:pt>
                      <c:pt idx="1230">
                        <c:v>39798</c:v>
                      </c:pt>
                      <c:pt idx="1231">
                        <c:v>39799</c:v>
                      </c:pt>
                      <c:pt idx="1232">
                        <c:v>39800</c:v>
                      </c:pt>
                      <c:pt idx="1233">
                        <c:v>39801</c:v>
                      </c:pt>
                      <c:pt idx="1234">
                        <c:v>39804</c:v>
                      </c:pt>
                      <c:pt idx="1235">
                        <c:v>39805</c:v>
                      </c:pt>
                      <c:pt idx="1236">
                        <c:v>39806</c:v>
                      </c:pt>
                      <c:pt idx="1237">
                        <c:v>39808</c:v>
                      </c:pt>
                      <c:pt idx="1238">
                        <c:v>39811</c:v>
                      </c:pt>
                      <c:pt idx="1239">
                        <c:v>39812</c:v>
                      </c:pt>
                      <c:pt idx="1240">
                        <c:v>39813</c:v>
                      </c:pt>
                      <c:pt idx="1241">
                        <c:v>39814</c:v>
                      </c:pt>
                      <c:pt idx="1242">
                        <c:v>39815</c:v>
                      </c:pt>
                      <c:pt idx="1243">
                        <c:v>39818</c:v>
                      </c:pt>
                      <c:pt idx="1244">
                        <c:v>39819</c:v>
                      </c:pt>
                      <c:pt idx="1245">
                        <c:v>39820</c:v>
                      </c:pt>
                      <c:pt idx="1246">
                        <c:v>39821</c:v>
                      </c:pt>
                      <c:pt idx="1247">
                        <c:v>39822</c:v>
                      </c:pt>
                      <c:pt idx="1248">
                        <c:v>39825</c:v>
                      </c:pt>
                      <c:pt idx="1249">
                        <c:v>39826</c:v>
                      </c:pt>
                      <c:pt idx="1250">
                        <c:v>39827</c:v>
                      </c:pt>
                      <c:pt idx="1251">
                        <c:v>39828</c:v>
                      </c:pt>
                      <c:pt idx="1252">
                        <c:v>39829</c:v>
                      </c:pt>
                      <c:pt idx="1253">
                        <c:v>39832</c:v>
                      </c:pt>
                      <c:pt idx="1254">
                        <c:v>39833</c:v>
                      </c:pt>
                      <c:pt idx="1255">
                        <c:v>39834</c:v>
                      </c:pt>
                      <c:pt idx="1256">
                        <c:v>39835</c:v>
                      </c:pt>
                      <c:pt idx="1257">
                        <c:v>39836</c:v>
                      </c:pt>
                      <c:pt idx="1258">
                        <c:v>39839</c:v>
                      </c:pt>
                      <c:pt idx="1259">
                        <c:v>39840</c:v>
                      </c:pt>
                      <c:pt idx="1260">
                        <c:v>39841</c:v>
                      </c:pt>
                      <c:pt idx="1261">
                        <c:v>39842</c:v>
                      </c:pt>
                      <c:pt idx="1262">
                        <c:v>39843</c:v>
                      </c:pt>
                      <c:pt idx="1263">
                        <c:v>39846</c:v>
                      </c:pt>
                      <c:pt idx="1264">
                        <c:v>39847</c:v>
                      </c:pt>
                      <c:pt idx="1265">
                        <c:v>39848</c:v>
                      </c:pt>
                      <c:pt idx="1266">
                        <c:v>39849</c:v>
                      </c:pt>
                      <c:pt idx="1267">
                        <c:v>39850</c:v>
                      </c:pt>
                      <c:pt idx="1268">
                        <c:v>39853</c:v>
                      </c:pt>
                      <c:pt idx="1269">
                        <c:v>39854</c:v>
                      </c:pt>
                      <c:pt idx="1270">
                        <c:v>39855</c:v>
                      </c:pt>
                      <c:pt idx="1271">
                        <c:v>39856</c:v>
                      </c:pt>
                      <c:pt idx="1272">
                        <c:v>39857</c:v>
                      </c:pt>
                      <c:pt idx="1273">
                        <c:v>39860</c:v>
                      </c:pt>
                      <c:pt idx="1274">
                        <c:v>39861</c:v>
                      </c:pt>
                      <c:pt idx="1275">
                        <c:v>39862</c:v>
                      </c:pt>
                      <c:pt idx="1276">
                        <c:v>39863</c:v>
                      </c:pt>
                      <c:pt idx="1277">
                        <c:v>39864</c:v>
                      </c:pt>
                      <c:pt idx="1278">
                        <c:v>39867</c:v>
                      </c:pt>
                      <c:pt idx="1279">
                        <c:v>39868</c:v>
                      </c:pt>
                      <c:pt idx="1280">
                        <c:v>39869</c:v>
                      </c:pt>
                      <c:pt idx="1281">
                        <c:v>39870</c:v>
                      </c:pt>
                      <c:pt idx="1282">
                        <c:v>39871</c:v>
                      </c:pt>
                      <c:pt idx="1283">
                        <c:v>39874</c:v>
                      </c:pt>
                      <c:pt idx="1284">
                        <c:v>39875</c:v>
                      </c:pt>
                      <c:pt idx="1285">
                        <c:v>39876</c:v>
                      </c:pt>
                      <c:pt idx="1286">
                        <c:v>39877</c:v>
                      </c:pt>
                      <c:pt idx="1287">
                        <c:v>39878</c:v>
                      </c:pt>
                      <c:pt idx="1288">
                        <c:v>39881</c:v>
                      </c:pt>
                      <c:pt idx="1289">
                        <c:v>39882</c:v>
                      </c:pt>
                      <c:pt idx="1290">
                        <c:v>39883</c:v>
                      </c:pt>
                      <c:pt idx="1291">
                        <c:v>39884</c:v>
                      </c:pt>
                      <c:pt idx="1292">
                        <c:v>39885</c:v>
                      </c:pt>
                      <c:pt idx="1293">
                        <c:v>39888</c:v>
                      </c:pt>
                      <c:pt idx="1294">
                        <c:v>39889</c:v>
                      </c:pt>
                      <c:pt idx="1295">
                        <c:v>39890</c:v>
                      </c:pt>
                      <c:pt idx="1296">
                        <c:v>39891</c:v>
                      </c:pt>
                      <c:pt idx="1297">
                        <c:v>39892</c:v>
                      </c:pt>
                      <c:pt idx="1298">
                        <c:v>39895</c:v>
                      </c:pt>
                      <c:pt idx="1299">
                        <c:v>39896</c:v>
                      </c:pt>
                      <c:pt idx="1300">
                        <c:v>39897</c:v>
                      </c:pt>
                      <c:pt idx="1301">
                        <c:v>39898</c:v>
                      </c:pt>
                      <c:pt idx="1302">
                        <c:v>39899</c:v>
                      </c:pt>
                      <c:pt idx="1303">
                        <c:v>39902</c:v>
                      </c:pt>
                      <c:pt idx="1304">
                        <c:v>39903</c:v>
                      </c:pt>
                      <c:pt idx="1305">
                        <c:v>39904</c:v>
                      </c:pt>
                      <c:pt idx="1306">
                        <c:v>39905</c:v>
                      </c:pt>
                      <c:pt idx="1307">
                        <c:v>39906</c:v>
                      </c:pt>
                      <c:pt idx="1308">
                        <c:v>39909</c:v>
                      </c:pt>
                      <c:pt idx="1309">
                        <c:v>39910</c:v>
                      </c:pt>
                      <c:pt idx="1310">
                        <c:v>39911</c:v>
                      </c:pt>
                      <c:pt idx="1311">
                        <c:v>39912</c:v>
                      </c:pt>
                      <c:pt idx="1312">
                        <c:v>39913</c:v>
                      </c:pt>
                      <c:pt idx="1313">
                        <c:v>39916</c:v>
                      </c:pt>
                      <c:pt idx="1314">
                        <c:v>39917</c:v>
                      </c:pt>
                      <c:pt idx="1315">
                        <c:v>39918</c:v>
                      </c:pt>
                      <c:pt idx="1316">
                        <c:v>39919</c:v>
                      </c:pt>
                      <c:pt idx="1317">
                        <c:v>39920</c:v>
                      </c:pt>
                      <c:pt idx="1318">
                        <c:v>39923</c:v>
                      </c:pt>
                      <c:pt idx="1319">
                        <c:v>39924</c:v>
                      </c:pt>
                      <c:pt idx="1320">
                        <c:v>39925</c:v>
                      </c:pt>
                      <c:pt idx="1321">
                        <c:v>39926</c:v>
                      </c:pt>
                      <c:pt idx="1322">
                        <c:v>39927</c:v>
                      </c:pt>
                      <c:pt idx="1323">
                        <c:v>39930</c:v>
                      </c:pt>
                      <c:pt idx="1324">
                        <c:v>39931</c:v>
                      </c:pt>
                      <c:pt idx="1325">
                        <c:v>39932</c:v>
                      </c:pt>
                      <c:pt idx="1326">
                        <c:v>39933</c:v>
                      </c:pt>
                      <c:pt idx="1327">
                        <c:v>39934</c:v>
                      </c:pt>
                      <c:pt idx="1328">
                        <c:v>39937</c:v>
                      </c:pt>
                      <c:pt idx="1329">
                        <c:v>39938</c:v>
                      </c:pt>
                      <c:pt idx="1330">
                        <c:v>39939</c:v>
                      </c:pt>
                      <c:pt idx="1331">
                        <c:v>39940</c:v>
                      </c:pt>
                      <c:pt idx="1332">
                        <c:v>39941</c:v>
                      </c:pt>
                      <c:pt idx="1333">
                        <c:v>39944</c:v>
                      </c:pt>
                      <c:pt idx="1334">
                        <c:v>39945</c:v>
                      </c:pt>
                      <c:pt idx="1335">
                        <c:v>39946</c:v>
                      </c:pt>
                      <c:pt idx="1336">
                        <c:v>39947</c:v>
                      </c:pt>
                      <c:pt idx="1337">
                        <c:v>39948</c:v>
                      </c:pt>
                      <c:pt idx="1338">
                        <c:v>39951</c:v>
                      </c:pt>
                      <c:pt idx="1339">
                        <c:v>39952</c:v>
                      </c:pt>
                      <c:pt idx="1340">
                        <c:v>39953</c:v>
                      </c:pt>
                      <c:pt idx="1341">
                        <c:v>39954</c:v>
                      </c:pt>
                      <c:pt idx="1342">
                        <c:v>39955</c:v>
                      </c:pt>
                      <c:pt idx="1343">
                        <c:v>39958</c:v>
                      </c:pt>
                      <c:pt idx="1344">
                        <c:v>39959</c:v>
                      </c:pt>
                      <c:pt idx="1345">
                        <c:v>39960</c:v>
                      </c:pt>
                      <c:pt idx="1346">
                        <c:v>39961</c:v>
                      </c:pt>
                      <c:pt idx="1347">
                        <c:v>39962</c:v>
                      </c:pt>
                      <c:pt idx="1348">
                        <c:v>39965</c:v>
                      </c:pt>
                      <c:pt idx="1349">
                        <c:v>39966</c:v>
                      </c:pt>
                      <c:pt idx="1350">
                        <c:v>39967</c:v>
                      </c:pt>
                      <c:pt idx="1351">
                        <c:v>39968</c:v>
                      </c:pt>
                      <c:pt idx="1352">
                        <c:v>39969</c:v>
                      </c:pt>
                      <c:pt idx="1353">
                        <c:v>39972</c:v>
                      </c:pt>
                      <c:pt idx="1354">
                        <c:v>39973</c:v>
                      </c:pt>
                      <c:pt idx="1355">
                        <c:v>39974</c:v>
                      </c:pt>
                      <c:pt idx="1356">
                        <c:v>39975</c:v>
                      </c:pt>
                      <c:pt idx="1357">
                        <c:v>39976</c:v>
                      </c:pt>
                      <c:pt idx="1358">
                        <c:v>39979</c:v>
                      </c:pt>
                      <c:pt idx="1359">
                        <c:v>39980</c:v>
                      </c:pt>
                      <c:pt idx="1360">
                        <c:v>39981</c:v>
                      </c:pt>
                      <c:pt idx="1361">
                        <c:v>39982</c:v>
                      </c:pt>
                      <c:pt idx="1362">
                        <c:v>39983</c:v>
                      </c:pt>
                      <c:pt idx="1363">
                        <c:v>39986</c:v>
                      </c:pt>
                      <c:pt idx="1364">
                        <c:v>39987</c:v>
                      </c:pt>
                      <c:pt idx="1365">
                        <c:v>39988</c:v>
                      </c:pt>
                      <c:pt idx="1366">
                        <c:v>39989</c:v>
                      </c:pt>
                      <c:pt idx="1367">
                        <c:v>39990</c:v>
                      </c:pt>
                      <c:pt idx="1368">
                        <c:v>39993</c:v>
                      </c:pt>
                      <c:pt idx="1369">
                        <c:v>39994</c:v>
                      </c:pt>
                      <c:pt idx="1370">
                        <c:v>39995</c:v>
                      </c:pt>
                      <c:pt idx="1371">
                        <c:v>39996</c:v>
                      </c:pt>
                      <c:pt idx="1372">
                        <c:v>39997</c:v>
                      </c:pt>
                      <c:pt idx="1373">
                        <c:v>40000</c:v>
                      </c:pt>
                      <c:pt idx="1374">
                        <c:v>40001</c:v>
                      </c:pt>
                      <c:pt idx="1375">
                        <c:v>40002</c:v>
                      </c:pt>
                      <c:pt idx="1376">
                        <c:v>40003</c:v>
                      </c:pt>
                      <c:pt idx="1377">
                        <c:v>40004</c:v>
                      </c:pt>
                      <c:pt idx="1378">
                        <c:v>40007</c:v>
                      </c:pt>
                      <c:pt idx="1379">
                        <c:v>40008</c:v>
                      </c:pt>
                      <c:pt idx="1380">
                        <c:v>40009</c:v>
                      </c:pt>
                      <c:pt idx="1381">
                        <c:v>40010</c:v>
                      </c:pt>
                      <c:pt idx="1382">
                        <c:v>40011</c:v>
                      </c:pt>
                      <c:pt idx="1383">
                        <c:v>40014</c:v>
                      </c:pt>
                      <c:pt idx="1384">
                        <c:v>40015</c:v>
                      </c:pt>
                      <c:pt idx="1385">
                        <c:v>40016</c:v>
                      </c:pt>
                      <c:pt idx="1386">
                        <c:v>40017</c:v>
                      </c:pt>
                      <c:pt idx="1387">
                        <c:v>40018</c:v>
                      </c:pt>
                      <c:pt idx="1388">
                        <c:v>40021</c:v>
                      </c:pt>
                      <c:pt idx="1389">
                        <c:v>40022</c:v>
                      </c:pt>
                      <c:pt idx="1390">
                        <c:v>40023</c:v>
                      </c:pt>
                      <c:pt idx="1391">
                        <c:v>40024</c:v>
                      </c:pt>
                      <c:pt idx="1392">
                        <c:v>40025</c:v>
                      </c:pt>
                      <c:pt idx="1393">
                        <c:v>40028</c:v>
                      </c:pt>
                      <c:pt idx="1394">
                        <c:v>40029</c:v>
                      </c:pt>
                      <c:pt idx="1395">
                        <c:v>40030</c:v>
                      </c:pt>
                      <c:pt idx="1396">
                        <c:v>40031</c:v>
                      </c:pt>
                      <c:pt idx="1397">
                        <c:v>40032</c:v>
                      </c:pt>
                      <c:pt idx="1398">
                        <c:v>40035</c:v>
                      </c:pt>
                      <c:pt idx="1399">
                        <c:v>40036</c:v>
                      </c:pt>
                      <c:pt idx="1400">
                        <c:v>40037</c:v>
                      </c:pt>
                      <c:pt idx="1401">
                        <c:v>40038</c:v>
                      </c:pt>
                      <c:pt idx="1402">
                        <c:v>40039</c:v>
                      </c:pt>
                      <c:pt idx="1403">
                        <c:v>40042</c:v>
                      </c:pt>
                      <c:pt idx="1404">
                        <c:v>40043</c:v>
                      </c:pt>
                      <c:pt idx="1405">
                        <c:v>40044</c:v>
                      </c:pt>
                      <c:pt idx="1406">
                        <c:v>40045</c:v>
                      </c:pt>
                      <c:pt idx="1407">
                        <c:v>40046</c:v>
                      </c:pt>
                      <c:pt idx="1408">
                        <c:v>40049</c:v>
                      </c:pt>
                      <c:pt idx="1409">
                        <c:v>40050</c:v>
                      </c:pt>
                      <c:pt idx="1410">
                        <c:v>40051</c:v>
                      </c:pt>
                      <c:pt idx="1411">
                        <c:v>40052</c:v>
                      </c:pt>
                      <c:pt idx="1412">
                        <c:v>40053</c:v>
                      </c:pt>
                      <c:pt idx="1413">
                        <c:v>40056</c:v>
                      </c:pt>
                      <c:pt idx="1414">
                        <c:v>40057</c:v>
                      </c:pt>
                      <c:pt idx="1415">
                        <c:v>40058</c:v>
                      </c:pt>
                      <c:pt idx="1416">
                        <c:v>40059</c:v>
                      </c:pt>
                      <c:pt idx="1417">
                        <c:v>40060</c:v>
                      </c:pt>
                      <c:pt idx="1418">
                        <c:v>40063</c:v>
                      </c:pt>
                      <c:pt idx="1419">
                        <c:v>40064</c:v>
                      </c:pt>
                      <c:pt idx="1420">
                        <c:v>40065</c:v>
                      </c:pt>
                      <c:pt idx="1421">
                        <c:v>40066</c:v>
                      </c:pt>
                      <c:pt idx="1422">
                        <c:v>40067</c:v>
                      </c:pt>
                      <c:pt idx="1423">
                        <c:v>40070</c:v>
                      </c:pt>
                      <c:pt idx="1424">
                        <c:v>40071</c:v>
                      </c:pt>
                      <c:pt idx="1425">
                        <c:v>40072</c:v>
                      </c:pt>
                      <c:pt idx="1426">
                        <c:v>40073</c:v>
                      </c:pt>
                      <c:pt idx="1427">
                        <c:v>40074</c:v>
                      </c:pt>
                      <c:pt idx="1428">
                        <c:v>40077</c:v>
                      </c:pt>
                      <c:pt idx="1429">
                        <c:v>40078</c:v>
                      </c:pt>
                      <c:pt idx="1430">
                        <c:v>40079</c:v>
                      </c:pt>
                      <c:pt idx="1431">
                        <c:v>40080</c:v>
                      </c:pt>
                      <c:pt idx="1432">
                        <c:v>40081</c:v>
                      </c:pt>
                      <c:pt idx="1433">
                        <c:v>40084</c:v>
                      </c:pt>
                      <c:pt idx="1434">
                        <c:v>40085</c:v>
                      </c:pt>
                      <c:pt idx="1435">
                        <c:v>40086</c:v>
                      </c:pt>
                      <c:pt idx="1436">
                        <c:v>40087</c:v>
                      </c:pt>
                      <c:pt idx="1437">
                        <c:v>40088</c:v>
                      </c:pt>
                      <c:pt idx="1438">
                        <c:v>40091</c:v>
                      </c:pt>
                      <c:pt idx="1439">
                        <c:v>40092</c:v>
                      </c:pt>
                      <c:pt idx="1440">
                        <c:v>40093</c:v>
                      </c:pt>
                      <c:pt idx="1441">
                        <c:v>40094</c:v>
                      </c:pt>
                      <c:pt idx="1442">
                        <c:v>40095</c:v>
                      </c:pt>
                      <c:pt idx="1443">
                        <c:v>40098</c:v>
                      </c:pt>
                      <c:pt idx="1444">
                        <c:v>40099</c:v>
                      </c:pt>
                      <c:pt idx="1445">
                        <c:v>40100</c:v>
                      </c:pt>
                      <c:pt idx="1446">
                        <c:v>40101</c:v>
                      </c:pt>
                      <c:pt idx="1447">
                        <c:v>40102</c:v>
                      </c:pt>
                      <c:pt idx="1448">
                        <c:v>40105</c:v>
                      </c:pt>
                      <c:pt idx="1449">
                        <c:v>40106</c:v>
                      </c:pt>
                      <c:pt idx="1450">
                        <c:v>40107</c:v>
                      </c:pt>
                      <c:pt idx="1451">
                        <c:v>40108</c:v>
                      </c:pt>
                      <c:pt idx="1452">
                        <c:v>40109</c:v>
                      </c:pt>
                      <c:pt idx="1453">
                        <c:v>40112</c:v>
                      </c:pt>
                      <c:pt idx="1454">
                        <c:v>40113</c:v>
                      </c:pt>
                      <c:pt idx="1455">
                        <c:v>40114</c:v>
                      </c:pt>
                      <c:pt idx="1456">
                        <c:v>40115</c:v>
                      </c:pt>
                      <c:pt idx="1457">
                        <c:v>40116</c:v>
                      </c:pt>
                      <c:pt idx="1458">
                        <c:v>40119</c:v>
                      </c:pt>
                      <c:pt idx="1459">
                        <c:v>40120</c:v>
                      </c:pt>
                      <c:pt idx="1460">
                        <c:v>40121</c:v>
                      </c:pt>
                      <c:pt idx="1461">
                        <c:v>40122</c:v>
                      </c:pt>
                      <c:pt idx="1462">
                        <c:v>40123</c:v>
                      </c:pt>
                      <c:pt idx="1463">
                        <c:v>40126</c:v>
                      </c:pt>
                      <c:pt idx="1464">
                        <c:v>40127</c:v>
                      </c:pt>
                      <c:pt idx="1465">
                        <c:v>40128</c:v>
                      </c:pt>
                      <c:pt idx="1466">
                        <c:v>40129</c:v>
                      </c:pt>
                      <c:pt idx="1467">
                        <c:v>40130</c:v>
                      </c:pt>
                      <c:pt idx="1468">
                        <c:v>40133</c:v>
                      </c:pt>
                      <c:pt idx="1469">
                        <c:v>40134</c:v>
                      </c:pt>
                      <c:pt idx="1470">
                        <c:v>40135</c:v>
                      </c:pt>
                      <c:pt idx="1471">
                        <c:v>40136</c:v>
                      </c:pt>
                      <c:pt idx="1472">
                        <c:v>40137</c:v>
                      </c:pt>
                      <c:pt idx="1473">
                        <c:v>40140</c:v>
                      </c:pt>
                      <c:pt idx="1474">
                        <c:v>40141</c:v>
                      </c:pt>
                      <c:pt idx="1475">
                        <c:v>40142</c:v>
                      </c:pt>
                      <c:pt idx="1476">
                        <c:v>40143</c:v>
                      </c:pt>
                      <c:pt idx="1477">
                        <c:v>40144</c:v>
                      </c:pt>
                      <c:pt idx="1478">
                        <c:v>40147</c:v>
                      </c:pt>
                      <c:pt idx="1479">
                        <c:v>40148</c:v>
                      </c:pt>
                      <c:pt idx="1480">
                        <c:v>40149</c:v>
                      </c:pt>
                      <c:pt idx="1481">
                        <c:v>40150</c:v>
                      </c:pt>
                      <c:pt idx="1482">
                        <c:v>40151</c:v>
                      </c:pt>
                      <c:pt idx="1483">
                        <c:v>40154</c:v>
                      </c:pt>
                      <c:pt idx="1484">
                        <c:v>40155</c:v>
                      </c:pt>
                      <c:pt idx="1485">
                        <c:v>40156</c:v>
                      </c:pt>
                      <c:pt idx="1486">
                        <c:v>40157</c:v>
                      </c:pt>
                      <c:pt idx="1487">
                        <c:v>40158</c:v>
                      </c:pt>
                      <c:pt idx="1488">
                        <c:v>40161</c:v>
                      </c:pt>
                      <c:pt idx="1489">
                        <c:v>40162</c:v>
                      </c:pt>
                      <c:pt idx="1490">
                        <c:v>40163</c:v>
                      </c:pt>
                      <c:pt idx="1491">
                        <c:v>40164</c:v>
                      </c:pt>
                      <c:pt idx="1492">
                        <c:v>40165</c:v>
                      </c:pt>
                      <c:pt idx="1493">
                        <c:v>40168</c:v>
                      </c:pt>
                      <c:pt idx="1494">
                        <c:v>40169</c:v>
                      </c:pt>
                      <c:pt idx="1495">
                        <c:v>40170</c:v>
                      </c:pt>
                      <c:pt idx="1496">
                        <c:v>40171</c:v>
                      </c:pt>
                      <c:pt idx="1497">
                        <c:v>40172</c:v>
                      </c:pt>
                      <c:pt idx="1498">
                        <c:v>40175</c:v>
                      </c:pt>
                      <c:pt idx="1499">
                        <c:v>40176</c:v>
                      </c:pt>
                      <c:pt idx="1500">
                        <c:v>40177</c:v>
                      </c:pt>
                      <c:pt idx="1501">
                        <c:v>40178</c:v>
                      </c:pt>
                      <c:pt idx="1502">
                        <c:v>40179</c:v>
                      </c:pt>
                      <c:pt idx="1503">
                        <c:v>40182</c:v>
                      </c:pt>
                      <c:pt idx="1504">
                        <c:v>40183</c:v>
                      </c:pt>
                      <c:pt idx="1505">
                        <c:v>40184</c:v>
                      </c:pt>
                      <c:pt idx="1506">
                        <c:v>40185</c:v>
                      </c:pt>
                      <c:pt idx="1507">
                        <c:v>40186</c:v>
                      </c:pt>
                      <c:pt idx="1508">
                        <c:v>40189</c:v>
                      </c:pt>
                      <c:pt idx="1509">
                        <c:v>40190</c:v>
                      </c:pt>
                      <c:pt idx="1510">
                        <c:v>40191</c:v>
                      </c:pt>
                      <c:pt idx="1511">
                        <c:v>40192</c:v>
                      </c:pt>
                      <c:pt idx="1512">
                        <c:v>40193</c:v>
                      </c:pt>
                      <c:pt idx="1513">
                        <c:v>40196</c:v>
                      </c:pt>
                      <c:pt idx="1514">
                        <c:v>40197</c:v>
                      </c:pt>
                      <c:pt idx="1515">
                        <c:v>40198</c:v>
                      </c:pt>
                      <c:pt idx="1516">
                        <c:v>40199</c:v>
                      </c:pt>
                      <c:pt idx="1517">
                        <c:v>40200</c:v>
                      </c:pt>
                      <c:pt idx="1518">
                        <c:v>40203</c:v>
                      </c:pt>
                      <c:pt idx="1519">
                        <c:v>40204</c:v>
                      </c:pt>
                      <c:pt idx="1520">
                        <c:v>40205</c:v>
                      </c:pt>
                      <c:pt idx="1521">
                        <c:v>40206</c:v>
                      </c:pt>
                      <c:pt idx="1522">
                        <c:v>40207</c:v>
                      </c:pt>
                      <c:pt idx="1523">
                        <c:v>40210</c:v>
                      </c:pt>
                      <c:pt idx="1524">
                        <c:v>40211</c:v>
                      </c:pt>
                      <c:pt idx="1525">
                        <c:v>40212</c:v>
                      </c:pt>
                      <c:pt idx="1526">
                        <c:v>40213</c:v>
                      </c:pt>
                      <c:pt idx="1527">
                        <c:v>40214</c:v>
                      </c:pt>
                      <c:pt idx="1528">
                        <c:v>40217</c:v>
                      </c:pt>
                      <c:pt idx="1529">
                        <c:v>40218</c:v>
                      </c:pt>
                      <c:pt idx="1530">
                        <c:v>40219</c:v>
                      </c:pt>
                      <c:pt idx="1531">
                        <c:v>40220</c:v>
                      </c:pt>
                      <c:pt idx="1532">
                        <c:v>40221</c:v>
                      </c:pt>
                      <c:pt idx="1533">
                        <c:v>40224</c:v>
                      </c:pt>
                      <c:pt idx="1534">
                        <c:v>40225</c:v>
                      </c:pt>
                      <c:pt idx="1535">
                        <c:v>40226</c:v>
                      </c:pt>
                      <c:pt idx="1536">
                        <c:v>40227</c:v>
                      </c:pt>
                      <c:pt idx="1537">
                        <c:v>40228</c:v>
                      </c:pt>
                      <c:pt idx="1538">
                        <c:v>40231</c:v>
                      </c:pt>
                      <c:pt idx="1539">
                        <c:v>40232</c:v>
                      </c:pt>
                      <c:pt idx="1540">
                        <c:v>40233</c:v>
                      </c:pt>
                      <c:pt idx="1541">
                        <c:v>40234</c:v>
                      </c:pt>
                      <c:pt idx="1542">
                        <c:v>40235</c:v>
                      </c:pt>
                      <c:pt idx="1543">
                        <c:v>40238</c:v>
                      </c:pt>
                      <c:pt idx="1544">
                        <c:v>40239</c:v>
                      </c:pt>
                      <c:pt idx="1545">
                        <c:v>40240</c:v>
                      </c:pt>
                      <c:pt idx="1546">
                        <c:v>40241</c:v>
                      </c:pt>
                      <c:pt idx="1547">
                        <c:v>40242</c:v>
                      </c:pt>
                      <c:pt idx="1548">
                        <c:v>40245</c:v>
                      </c:pt>
                      <c:pt idx="1549">
                        <c:v>40246</c:v>
                      </c:pt>
                      <c:pt idx="1550">
                        <c:v>40247</c:v>
                      </c:pt>
                      <c:pt idx="1551">
                        <c:v>40248</c:v>
                      </c:pt>
                      <c:pt idx="1552">
                        <c:v>40249</c:v>
                      </c:pt>
                      <c:pt idx="1553">
                        <c:v>40252</c:v>
                      </c:pt>
                      <c:pt idx="1554">
                        <c:v>40253</c:v>
                      </c:pt>
                      <c:pt idx="1555">
                        <c:v>40254</c:v>
                      </c:pt>
                      <c:pt idx="1556">
                        <c:v>40255</c:v>
                      </c:pt>
                      <c:pt idx="1557">
                        <c:v>40256</c:v>
                      </c:pt>
                      <c:pt idx="1558">
                        <c:v>40259</c:v>
                      </c:pt>
                      <c:pt idx="1559">
                        <c:v>40260</c:v>
                      </c:pt>
                      <c:pt idx="1560">
                        <c:v>40261</c:v>
                      </c:pt>
                      <c:pt idx="1561">
                        <c:v>40262</c:v>
                      </c:pt>
                      <c:pt idx="1562">
                        <c:v>40263</c:v>
                      </c:pt>
                      <c:pt idx="1563">
                        <c:v>40266</c:v>
                      </c:pt>
                      <c:pt idx="1564">
                        <c:v>40267</c:v>
                      </c:pt>
                      <c:pt idx="1565">
                        <c:v>40268</c:v>
                      </c:pt>
                      <c:pt idx="1566">
                        <c:v>40269</c:v>
                      </c:pt>
                      <c:pt idx="1567">
                        <c:v>40270</c:v>
                      </c:pt>
                      <c:pt idx="1568">
                        <c:v>40273</c:v>
                      </c:pt>
                      <c:pt idx="1569">
                        <c:v>40274</c:v>
                      </c:pt>
                      <c:pt idx="1570">
                        <c:v>40275</c:v>
                      </c:pt>
                      <c:pt idx="1571">
                        <c:v>40276</c:v>
                      </c:pt>
                      <c:pt idx="1572">
                        <c:v>40277</c:v>
                      </c:pt>
                      <c:pt idx="1573">
                        <c:v>40280</c:v>
                      </c:pt>
                      <c:pt idx="1574">
                        <c:v>40281</c:v>
                      </c:pt>
                      <c:pt idx="1575">
                        <c:v>40282</c:v>
                      </c:pt>
                      <c:pt idx="1576">
                        <c:v>40283</c:v>
                      </c:pt>
                      <c:pt idx="1577">
                        <c:v>40284</c:v>
                      </c:pt>
                      <c:pt idx="1578">
                        <c:v>40287</c:v>
                      </c:pt>
                      <c:pt idx="1579">
                        <c:v>40288</c:v>
                      </c:pt>
                      <c:pt idx="1580">
                        <c:v>40289</c:v>
                      </c:pt>
                      <c:pt idx="1581">
                        <c:v>40290</c:v>
                      </c:pt>
                      <c:pt idx="1582">
                        <c:v>40291</c:v>
                      </c:pt>
                      <c:pt idx="1583">
                        <c:v>40294</c:v>
                      </c:pt>
                      <c:pt idx="1584">
                        <c:v>40295</c:v>
                      </c:pt>
                      <c:pt idx="1585">
                        <c:v>40296</c:v>
                      </c:pt>
                      <c:pt idx="1586">
                        <c:v>40297</c:v>
                      </c:pt>
                      <c:pt idx="1587">
                        <c:v>40298</c:v>
                      </c:pt>
                      <c:pt idx="1588">
                        <c:v>40301</c:v>
                      </c:pt>
                      <c:pt idx="1589">
                        <c:v>40302</c:v>
                      </c:pt>
                      <c:pt idx="1590">
                        <c:v>40303</c:v>
                      </c:pt>
                      <c:pt idx="1591">
                        <c:v>40304</c:v>
                      </c:pt>
                      <c:pt idx="1592">
                        <c:v>40305</c:v>
                      </c:pt>
                      <c:pt idx="1593">
                        <c:v>40308</c:v>
                      </c:pt>
                      <c:pt idx="1594">
                        <c:v>40309</c:v>
                      </c:pt>
                      <c:pt idx="1595">
                        <c:v>40310</c:v>
                      </c:pt>
                      <c:pt idx="1596">
                        <c:v>40311</c:v>
                      </c:pt>
                      <c:pt idx="1597">
                        <c:v>40312</c:v>
                      </c:pt>
                      <c:pt idx="1598">
                        <c:v>40315</c:v>
                      </c:pt>
                      <c:pt idx="1599">
                        <c:v>40316</c:v>
                      </c:pt>
                      <c:pt idx="1600">
                        <c:v>40317</c:v>
                      </c:pt>
                      <c:pt idx="1601">
                        <c:v>40318</c:v>
                      </c:pt>
                      <c:pt idx="1602">
                        <c:v>40319</c:v>
                      </c:pt>
                      <c:pt idx="1603">
                        <c:v>40322</c:v>
                      </c:pt>
                      <c:pt idx="1604">
                        <c:v>40323</c:v>
                      </c:pt>
                      <c:pt idx="1605">
                        <c:v>40324</c:v>
                      </c:pt>
                      <c:pt idx="1606">
                        <c:v>40325</c:v>
                      </c:pt>
                      <c:pt idx="1607">
                        <c:v>40326</c:v>
                      </c:pt>
                      <c:pt idx="1608">
                        <c:v>40329</c:v>
                      </c:pt>
                      <c:pt idx="1609">
                        <c:v>40330</c:v>
                      </c:pt>
                      <c:pt idx="1610">
                        <c:v>40331</c:v>
                      </c:pt>
                      <c:pt idx="1611">
                        <c:v>40332</c:v>
                      </c:pt>
                      <c:pt idx="1612">
                        <c:v>40333</c:v>
                      </c:pt>
                      <c:pt idx="1613">
                        <c:v>40336</c:v>
                      </c:pt>
                      <c:pt idx="1614">
                        <c:v>40337</c:v>
                      </c:pt>
                      <c:pt idx="1615">
                        <c:v>40338</c:v>
                      </c:pt>
                      <c:pt idx="1616">
                        <c:v>40339</c:v>
                      </c:pt>
                      <c:pt idx="1617">
                        <c:v>40340</c:v>
                      </c:pt>
                      <c:pt idx="1618">
                        <c:v>40343</c:v>
                      </c:pt>
                      <c:pt idx="1619">
                        <c:v>40344</c:v>
                      </c:pt>
                      <c:pt idx="1620">
                        <c:v>40345</c:v>
                      </c:pt>
                      <c:pt idx="1621">
                        <c:v>40346</c:v>
                      </c:pt>
                      <c:pt idx="1622">
                        <c:v>40347</c:v>
                      </c:pt>
                      <c:pt idx="1623">
                        <c:v>40350</c:v>
                      </c:pt>
                      <c:pt idx="1624">
                        <c:v>40351</c:v>
                      </c:pt>
                      <c:pt idx="1625">
                        <c:v>40352</c:v>
                      </c:pt>
                      <c:pt idx="1626">
                        <c:v>40353</c:v>
                      </c:pt>
                      <c:pt idx="1627">
                        <c:v>40354</c:v>
                      </c:pt>
                      <c:pt idx="1628">
                        <c:v>40357</c:v>
                      </c:pt>
                      <c:pt idx="1629">
                        <c:v>40358</c:v>
                      </c:pt>
                      <c:pt idx="1630">
                        <c:v>40359</c:v>
                      </c:pt>
                      <c:pt idx="1631">
                        <c:v>40360</c:v>
                      </c:pt>
                      <c:pt idx="1632">
                        <c:v>40361</c:v>
                      </c:pt>
                      <c:pt idx="1633">
                        <c:v>40364</c:v>
                      </c:pt>
                      <c:pt idx="1634">
                        <c:v>40365</c:v>
                      </c:pt>
                      <c:pt idx="1635">
                        <c:v>40366</c:v>
                      </c:pt>
                      <c:pt idx="1636">
                        <c:v>40367</c:v>
                      </c:pt>
                      <c:pt idx="1637">
                        <c:v>40368</c:v>
                      </c:pt>
                      <c:pt idx="1638">
                        <c:v>40371</c:v>
                      </c:pt>
                      <c:pt idx="1639">
                        <c:v>40372</c:v>
                      </c:pt>
                      <c:pt idx="1640">
                        <c:v>40373</c:v>
                      </c:pt>
                      <c:pt idx="1641">
                        <c:v>40374</c:v>
                      </c:pt>
                      <c:pt idx="1642">
                        <c:v>40375</c:v>
                      </c:pt>
                      <c:pt idx="1643">
                        <c:v>40378</c:v>
                      </c:pt>
                      <c:pt idx="1644">
                        <c:v>40379</c:v>
                      </c:pt>
                      <c:pt idx="1645">
                        <c:v>40380</c:v>
                      </c:pt>
                      <c:pt idx="1646">
                        <c:v>40381</c:v>
                      </c:pt>
                      <c:pt idx="1647">
                        <c:v>40382</c:v>
                      </c:pt>
                      <c:pt idx="1648">
                        <c:v>40385</c:v>
                      </c:pt>
                      <c:pt idx="1649">
                        <c:v>40386</c:v>
                      </c:pt>
                      <c:pt idx="1650">
                        <c:v>40387</c:v>
                      </c:pt>
                      <c:pt idx="1651">
                        <c:v>40388</c:v>
                      </c:pt>
                      <c:pt idx="1652">
                        <c:v>40389</c:v>
                      </c:pt>
                      <c:pt idx="1653">
                        <c:v>40392</c:v>
                      </c:pt>
                      <c:pt idx="1654">
                        <c:v>40393</c:v>
                      </c:pt>
                      <c:pt idx="1655">
                        <c:v>40394</c:v>
                      </c:pt>
                      <c:pt idx="1656">
                        <c:v>40395</c:v>
                      </c:pt>
                      <c:pt idx="1657">
                        <c:v>40396</c:v>
                      </c:pt>
                      <c:pt idx="1658">
                        <c:v>40399</c:v>
                      </c:pt>
                      <c:pt idx="1659">
                        <c:v>40400</c:v>
                      </c:pt>
                      <c:pt idx="1660">
                        <c:v>40401</c:v>
                      </c:pt>
                      <c:pt idx="1661">
                        <c:v>40402</c:v>
                      </c:pt>
                      <c:pt idx="1662">
                        <c:v>40403</c:v>
                      </c:pt>
                      <c:pt idx="1663">
                        <c:v>40406</c:v>
                      </c:pt>
                      <c:pt idx="1664">
                        <c:v>40407</c:v>
                      </c:pt>
                      <c:pt idx="1665">
                        <c:v>40408</c:v>
                      </c:pt>
                      <c:pt idx="1666">
                        <c:v>40409</c:v>
                      </c:pt>
                      <c:pt idx="1667">
                        <c:v>40410</c:v>
                      </c:pt>
                      <c:pt idx="1668">
                        <c:v>40413</c:v>
                      </c:pt>
                      <c:pt idx="1669">
                        <c:v>40414</c:v>
                      </c:pt>
                      <c:pt idx="1670">
                        <c:v>40415</c:v>
                      </c:pt>
                      <c:pt idx="1671">
                        <c:v>40416</c:v>
                      </c:pt>
                      <c:pt idx="1672">
                        <c:v>40417</c:v>
                      </c:pt>
                      <c:pt idx="1673">
                        <c:v>40420</c:v>
                      </c:pt>
                      <c:pt idx="1674">
                        <c:v>40421</c:v>
                      </c:pt>
                      <c:pt idx="1675">
                        <c:v>40422</c:v>
                      </c:pt>
                      <c:pt idx="1676">
                        <c:v>40423</c:v>
                      </c:pt>
                      <c:pt idx="1677">
                        <c:v>40424</c:v>
                      </c:pt>
                      <c:pt idx="1678">
                        <c:v>40427</c:v>
                      </c:pt>
                      <c:pt idx="1679">
                        <c:v>40428</c:v>
                      </c:pt>
                      <c:pt idx="1680">
                        <c:v>40429</c:v>
                      </c:pt>
                      <c:pt idx="1681">
                        <c:v>40430</c:v>
                      </c:pt>
                      <c:pt idx="1682">
                        <c:v>40431</c:v>
                      </c:pt>
                      <c:pt idx="1683">
                        <c:v>40434</c:v>
                      </c:pt>
                      <c:pt idx="1684">
                        <c:v>40435</c:v>
                      </c:pt>
                      <c:pt idx="1685">
                        <c:v>40436</c:v>
                      </c:pt>
                      <c:pt idx="1686">
                        <c:v>40437</c:v>
                      </c:pt>
                      <c:pt idx="1687">
                        <c:v>40438</c:v>
                      </c:pt>
                      <c:pt idx="1688">
                        <c:v>40441</c:v>
                      </c:pt>
                      <c:pt idx="1689">
                        <c:v>40442</c:v>
                      </c:pt>
                      <c:pt idx="1690">
                        <c:v>40443</c:v>
                      </c:pt>
                      <c:pt idx="1691">
                        <c:v>40444</c:v>
                      </c:pt>
                      <c:pt idx="1692">
                        <c:v>40445</c:v>
                      </c:pt>
                      <c:pt idx="1693">
                        <c:v>40448</c:v>
                      </c:pt>
                      <c:pt idx="1694">
                        <c:v>40449</c:v>
                      </c:pt>
                      <c:pt idx="1695">
                        <c:v>40450</c:v>
                      </c:pt>
                      <c:pt idx="1696">
                        <c:v>40451</c:v>
                      </c:pt>
                      <c:pt idx="1697">
                        <c:v>40452</c:v>
                      </c:pt>
                      <c:pt idx="1698">
                        <c:v>40455</c:v>
                      </c:pt>
                      <c:pt idx="1699">
                        <c:v>40456</c:v>
                      </c:pt>
                      <c:pt idx="1700">
                        <c:v>40457</c:v>
                      </c:pt>
                      <c:pt idx="1701">
                        <c:v>40458</c:v>
                      </c:pt>
                      <c:pt idx="1702">
                        <c:v>40459</c:v>
                      </c:pt>
                      <c:pt idx="1703">
                        <c:v>40462</c:v>
                      </c:pt>
                      <c:pt idx="1704">
                        <c:v>40463</c:v>
                      </c:pt>
                      <c:pt idx="1705">
                        <c:v>40464</c:v>
                      </c:pt>
                      <c:pt idx="1706">
                        <c:v>40465</c:v>
                      </c:pt>
                      <c:pt idx="1707">
                        <c:v>40466</c:v>
                      </c:pt>
                      <c:pt idx="1708">
                        <c:v>40469</c:v>
                      </c:pt>
                      <c:pt idx="1709">
                        <c:v>40470</c:v>
                      </c:pt>
                      <c:pt idx="1710">
                        <c:v>40471</c:v>
                      </c:pt>
                      <c:pt idx="1711">
                        <c:v>40472</c:v>
                      </c:pt>
                      <c:pt idx="1712">
                        <c:v>40473</c:v>
                      </c:pt>
                      <c:pt idx="1713">
                        <c:v>40476</c:v>
                      </c:pt>
                      <c:pt idx="1714">
                        <c:v>40477</c:v>
                      </c:pt>
                      <c:pt idx="1715">
                        <c:v>40478</c:v>
                      </c:pt>
                      <c:pt idx="1716">
                        <c:v>40479</c:v>
                      </c:pt>
                      <c:pt idx="1717">
                        <c:v>40480</c:v>
                      </c:pt>
                      <c:pt idx="1718">
                        <c:v>40483</c:v>
                      </c:pt>
                      <c:pt idx="1719">
                        <c:v>40484</c:v>
                      </c:pt>
                      <c:pt idx="1720">
                        <c:v>40485</c:v>
                      </c:pt>
                      <c:pt idx="1721">
                        <c:v>40486</c:v>
                      </c:pt>
                      <c:pt idx="1722">
                        <c:v>40487</c:v>
                      </c:pt>
                      <c:pt idx="1723">
                        <c:v>40490</c:v>
                      </c:pt>
                      <c:pt idx="1724">
                        <c:v>40491</c:v>
                      </c:pt>
                      <c:pt idx="1725">
                        <c:v>40492</c:v>
                      </c:pt>
                      <c:pt idx="1726">
                        <c:v>40493</c:v>
                      </c:pt>
                      <c:pt idx="1727">
                        <c:v>40494</c:v>
                      </c:pt>
                      <c:pt idx="1728">
                        <c:v>40497</c:v>
                      </c:pt>
                      <c:pt idx="1729">
                        <c:v>40498</c:v>
                      </c:pt>
                      <c:pt idx="1730">
                        <c:v>40499</c:v>
                      </c:pt>
                      <c:pt idx="1731">
                        <c:v>40500</c:v>
                      </c:pt>
                      <c:pt idx="1732">
                        <c:v>40501</c:v>
                      </c:pt>
                      <c:pt idx="1733">
                        <c:v>40504</c:v>
                      </c:pt>
                      <c:pt idx="1734">
                        <c:v>40505</c:v>
                      </c:pt>
                      <c:pt idx="1735">
                        <c:v>40506</c:v>
                      </c:pt>
                      <c:pt idx="1736">
                        <c:v>40507</c:v>
                      </c:pt>
                      <c:pt idx="1737">
                        <c:v>40508</c:v>
                      </c:pt>
                      <c:pt idx="1738">
                        <c:v>40511</c:v>
                      </c:pt>
                      <c:pt idx="1739">
                        <c:v>40512</c:v>
                      </c:pt>
                      <c:pt idx="1740">
                        <c:v>40513</c:v>
                      </c:pt>
                      <c:pt idx="1741">
                        <c:v>40514</c:v>
                      </c:pt>
                      <c:pt idx="1742">
                        <c:v>40515</c:v>
                      </c:pt>
                      <c:pt idx="1743">
                        <c:v>40518</c:v>
                      </c:pt>
                      <c:pt idx="1744">
                        <c:v>40519</c:v>
                      </c:pt>
                      <c:pt idx="1745">
                        <c:v>40520</c:v>
                      </c:pt>
                      <c:pt idx="1746">
                        <c:v>40521</c:v>
                      </c:pt>
                      <c:pt idx="1747">
                        <c:v>40522</c:v>
                      </c:pt>
                      <c:pt idx="1748">
                        <c:v>40525</c:v>
                      </c:pt>
                      <c:pt idx="1749">
                        <c:v>40526</c:v>
                      </c:pt>
                      <c:pt idx="1750">
                        <c:v>40527</c:v>
                      </c:pt>
                      <c:pt idx="1751">
                        <c:v>40528</c:v>
                      </c:pt>
                      <c:pt idx="1752">
                        <c:v>40529</c:v>
                      </c:pt>
                      <c:pt idx="1753">
                        <c:v>40532</c:v>
                      </c:pt>
                      <c:pt idx="1754">
                        <c:v>40533</c:v>
                      </c:pt>
                      <c:pt idx="1755">
                        <c:v>40534</c:v>
                      </c:pt>
                      <c:pt idx="1756">
                        <c:v>40535</c:v>
                      </c:pt>
                      <c:pt idx="1757">
                        <c:v>40536</c:v>
                      </c:pt>
                      <c:pt idx="1758">
                        <c:v>40539</c:v>
                      </c:pt>
                      <c:pt idx="1759">
                        <c:v>40540</c:v>
                      </c:pt>
                      <c:pt idx="1760">
                        <c:v>40541</c:v>
                      </c:pt>
                      <c:pt idx="1761">
                        <c:v>40542</c:v>
                      </c:pt>
                      <c:pt idx="1762">
                        <c:v>40543</c:v>
                      </c:pt>
                      <c:pt idx="1763">
                        <c:v>40546</c:v>
                      </c:pt>
                      <c:pt idx="1764">
                        <c:v>40547</c:v>
                      </c:pt>
                      <c:pt idx="1765">
                        <c:v>40548</c:v>
                      </c:pt>
                      <c:pt idx="1766">
                        <c:v>40549</c:v>
                      </c:pt>
                      <c:pt idx="1767">
                        <c:v>40550</c:v>
                      </c:pt>
                      <c:pt idx="1768">
                        <c:v>40553</c:v>
                      </c:pt>
                      <c:pt idx="1769">
                        <c:v>40554</c:v>
                      </c:pt>
                      <c:pt idx="1770">
                        <c:v>40555</c:v>
                      </c:pt>
                      <c:pt idx="1771">
                        <c:v>40556</c:v>
                      </c:pt>
                      <c:pt idx="1772">
                        <c:v>40557</c:v>
                      </c:pt>
                      <c:pt idx="1773">
                        <c:v>40560</c:v>
                      </c:pt>
                      <c:pt idx="1774">
                        <c:v>40561</c:v>
                      </c:pt>
                      <c:pt idx="1775">
                        <c:v>40562</c:v>
                      </c:pt>
                      <c:pt idx="1776">
                        <c:v>40563</c:v>
                      </c:pt>
                      <c:pt idx="1777">
                        <c:v>40564</c:v>
                      </c:pt>
                      <c:pt idx="1778">
                        <c:v>40567</c:v>
                      </c:pt>
                      <c:pt idx="1779">
                        <c:v>40568</c:v>
                      </c:pt>
                      <c:pt idx="1780">
                        <c:v>40569</c:v>
                      </c:pt>
                      <c:pt idx="1781">
                        <c:v>40570</c:v>
                      </c:pt>
                      <c:pt idx="1782">
                        <c:v>40571</c:v>
                      </c:pt>
                      <c:pt idx="1783">
                        <c:v>40574</c:v>
                      </c:pt>
                      <c:pt idx="1784">
                        <c:v>40575</c:v>
                      </c:pt>
                      <c:pt idx="1785">
                        <c:v>40576</c:v>
                      </c:pt>
                      <c:pt idx="1786">
                        <c:v>40577</c:v>
                      </c:pt>
                      <c:pt idx="1787">
                        <c:v>40578</c:v>
                      </c:pt>
                      <c:pt idx="1788">
                        <c:v>40581</c:v>
                      </c:pt>
                      <c:pt idx="1789">
                        <c:v>40582</c:v>
                      </c:pt>
                      <c:pt idx="1790">
                        <c:v>40583</c:v>
                      </c:pt>
                      <c:pt idx="1791">
                        <c:v>40584</c:v>
                      </c:pt>
                      <c:pt idx="1792">
                        <c:v>40585</c:v>
                      </c:pt>
                      <c:pt idx="1793">
                        <c:v>40588</c:v>
                      </c:pt>
                      <c:pt idx="1794">
                        <c:v>40589</c:v>
                      </c:pt>
                      <c:pt idx="1795">
                        <c:v>40590</c:v>
                      </c:pt>
                      <c:pt idx="1796">
                        <c:v>40591</c:v>
                      </c:pt>
                      <c:pt idx="1797">
                        <c:v>40592</c:v>
                      </c:pt>
                      <c:pt idx="1798">
                        <c:v>40595</c:v>
                      </c:pt>
                      <c:pt idx="1799">
                        <c:v>40596</c:v>
                      </c:pt>
                      <c:pt idx="1800">
                        <c:v>40597</c:v>
                      </c:pt>
                      <c:pt idx="1801">
                        <c:v>40598</c:v>
                      </c:pt>
                      <c:pt idx="1802">
                        <c:v>40599</c:v>
                      </c:pt>
                      <c:pt idx="1803">
                        <c:v>40602</c:v>
                      </c:pt>
                      <c:pt idx="1804">
                        <c:v>40603</c:v>
                      </c:pt>
                      <c:pt idx="1805">
                        <c:v>40604</c:v>
                      </c:pt>
                      <c:pt idx="1806">
                        <c:v>40605</c:v>
                      </c:pt>
                      <c:pt idx="1807">
                        <c:v>40606</c:v>
                      </c:pt>
                      <c:pt idx="1808">
                        <c:v>40609</c:v>
                      </c:pt>
                      <c:pt idx="1809">
                        <c:v>40610</c:v>
                      </c:pt>
                      <c:pt idx="1810">
                        <c:v>40611</c:v>
                      </c:pt>
                      <c:pt idx="1811">
                        <c:v>40612</c:v>
                      </c:pt>
                      <c:pt idx="1812">
                        <c:v>40613</c:v>
                      </c:pt>
                      <c:pt idx="1813">
                        <c:v>40616</c:v>
                      </c:pt>
                      <c:pt idx="1814">
                        <c:v>40617</c:v>
                      </c:pt>
                      <c:pt idx="1815">
                        <c:v>40618</c:v>
                      </c:pt>
                      <c:pt idx="1816">
                        <c:v>40619</c:v>
                      </c:pt>
                      <c:pt idx="1817">
                        <c:v>40620</c:v>
                      </c:pt>
                      <c:pt idx="1818">
                        <c:v>40623</c:v>
                      </c:pt>
                      <c:pt idx="1819">
                        <c:v>40624</c:v>
                      </c:pt>
                      <c:pt idx="1820">
                        <c:v>40625</c:v>
                      </c:pt>
                      <c:pt idx="1821">
                        <c:v>40626</c:v>
                      </c:pt>
                      <c:pt idx="1822">
                        <c:v>40627</c:v>
                      </c:pt>
                      <c:pt idx="1823">
                        <c:v>40630</c:v>
                      </c:pt>
                      <c:pt idx="1824">
                        <c:v>40631</c:v>
                      </c:pt>
                      <c:pt idx="1825">
                        <c:v>40632</c:v>
                      </c:pt>
                      <c:pt idx="1826">
                        <c:v>40633</c:v>
                      </c:pt>
                      <c:pt idx="1827">
                        <c:v>40634</c:v>
                      </c:pt>
                      <c:pt idx="1828">
                        <c:v>40637</c:v>
                      </c:pt>
                      <c:pt idx="1829">
                        <c:v>40638</c:v>
                      </c:pt>
                      <c:pt idx="1830">
                        <c:v>40639</c:v>
                      </c:pt>
                      <c:pt idx="1831">
                        <c:v>40640</c:v>
                      </c:pt>
                      <c:pt idx="1832">
                        <c:v>40641</c:v>
                      </c:pt>
                      <c:pt idx="1833">
                        <c:v>40644</c:v>
                      </c:pt>
                      <c:pt idx="1834">
                        <c:v>40645</c:v>
                      </c:pt>
                      <c:pt idx="1835">
                        <c:v>40646</c:v>
                      </c:pt>
                      <c:pt idx="1836">
                        <c:v>40647</c:v>
                      </c:pt>
                      <c:pt idx="1837">
                        <c:v>40648</c:v>
                      </c:pt>
                      <c:pt idx="1838">
                        <c:v>40651</c:v>
                      </c:pt>
                      <c:pt idx="1839">
                        <c:v>40652</c:v>
                      </c:pt>
                      <c:pt idx="1840">
                        <c:v>40653</c:v>
                      </c:pt>
                      <c:pt idx="1841">
                        <c:v>40654</c:v>
                      </c:pt>
                      <c:pt idx="1842">
                        <c:v>40655</c:v>
                      </c:pt>
                      <c:pt idx="1843">
                        <c:v>40658</c:v>
                      </c:pt>
                      <c:pt idx="1844">
                        <c:v>40659</c:v>
                      </c:pt>
                      <c:pt idx="1845">
                        <c:v>40660</c:v>
                      </c:pt>
                      <c:pt idx="1846">
                        <c:v>40661</c:v>
                      </c:pt>
                      <c:pt idx="1847">
                        <c:v>40662</c:v>
                      </c:pt>
                      <c:pt idx="1848">
                        <c:v>40665</c:v>
                      </c:pt>
                      <c:pt idx="1849">
                        <c:v>40666</c:v>
                      </c:pt>
                      <c:pt idx="1850">
                        <c:v>40667</c:v>
                      </c:pt>
                      <c:pt idx="1851">
                        <c:v>40668</c:v>
                      </c:pt>
                      <c:pt idx="1852">
                        <c:v>40669</c:v>
                      </c:pt>
                      <c:pt idx="1853">
                        <c:v>40672</c:v>
                      </c:pt>
                      <c:pt idx="1854">
                        <c:v>40673</c:v>
                      </c:pt>
                      <c:pt idx="1855">
                        <c:v>40674</c:v>
                      </c:pt>
                      <c:pt idx="1856">
                        <c:v>40675</c:v>
                      </c:pt>
                      <c:pt idx="1857">
                        <c:v>40676</c:v>
                      </c:pt>
                      <c:pt idx="1858">
                        <c:v>40679</c:v>
                      </c:pt>
                      <c:pt idx="1859">
                        <c:v>40680</c:v>
                      </c:pt>
                      <c:pt idx="1860">
                        <c:v>40681</c:v>
                      </c:pt>
                      <c:pt idx="1861">
                        <c:v>40682</c:v>
                      </c:pt>
                      <c:pt idx="1862">
                        <c:v>40683</c:v>
                      </c:pt>
                      <c:pt idx="1863">
                        <c:v>40686</c:v>
                      </c:pt>
                      <c:pt idx="1864">
                        <c:v>40687</c:v>
                      </c:pt>
                      <c:pt idx="1865">
                        <c:v>40688</c:v>
                      </c:pt>
                      <c:pt idx="1866">
                        <c:v>40689</c:v>
                      </c:pt>
                      <c:pt idx="1867">
                        <c:v>40690</c:v>
                      </c:pt>
                      <c:pt idx="1868">
                        <c:v>40693</c:v>
                      </c:pt>
                      <c:pt idx="1869">
                        <c:v>40694</c:v>
                      </c:pt>
                      <c:pt idx="1870">
                        <c:v>40695</c:v>
                      </c:pt>
                      <c:pt idx="1871">
                        <c:v>40696</c:v>
                      </c:pt>
                      <c:pt idx="1872">
                        <c:v>40697</c:v>
                      </c:pt>
                      <c:pt idx="1873">
                        <c:v>40700</c:v>
                      </c:pt>
                      <c:pt idx="1874">
                        <c:v>40701</c:v>
                      </c:pt>
                      <c:pt idx="1875">
                        <c:v>40702</c:v>
                      </c:pt>
                      <c:pt idx="1876">
                        <c:v>40703</c:v>
                      </c:pt>
                      <c:pt idx="1877">
                        <c:v>40704</c:v>
                      </c:pt>
                      <c:pt idx="1878">
                        <c:v>40707</c:v>
                      </c:pt>
                      <c:pt idx="1879">
                        <c:v>40708</c:v>
                      </c:pt>
                      <c:pt idx="1880">
                        <c:v>40709</c:v>
                      </c:pt>
                      <c:pt idx="1881">
                        <c:v>40710</c:v>
                      </c:pt>
                      <c:pt idx="1882">
                        <c:v>40711</c:v>
                      </c:pt>
                      <c:pt idx="1883">
                        <c:v>40714</c:v>
                      </c:pt>
                      <c:pt idx="1884">
                        <c:v>40715</c:v>
                      </c:pt>
                      <c:pt idx="1885">
                        <c:v>40716</c:v>
                      </c:pt>
                      <c:pt idx="1886">
                        <c:v>40717</c:v>
                      </c:pt>
                      <c:pt idx="1887">
                        <c:v>40718</c:v>
                      </c:pt>
                      <c:pt idx="1888">
                        <c:v>40721</c:v>
                      </c:pt>
                      <c:pt idx="1889">
                        <c:v>40722</c:v>
                      </c:pt>
                      <c:pt idx="1890">
                        <c:v>40723</c:v>
                      </c:pt>
                      <c:pt idx="1891">
                        <c:v>40724</c:v>
                      </c:pt>
                      <c:pt idx="1892">
                        <c:v>40725</c:v>
                      </c:pt>
                      <c:pt idx="1893">
                        <c:v>40728</c:v>
                      </c:pt>
                      <c:pt idx="1894">
                        <c:v>40729</c:v>
                      </c:pt>
                      <c:pt idx="1895">
                        <c:v>40730</c:v>
                      </c:pt>
                      <c:pt idx="1896">
                        <c:v>40731</c:v>
                      </c:pt>
                      <c:pt idx="1897">
                        <c:v>40732</c:v>
                      </c:pt>
                      <c:pt idx="1898">
                        <c:v>40735</c:v>
                      </c:pt>
                      <c:pt idx="1899">
                        <c:v>40736</c:v>
                      </c:pt>
                      <c:pt idx="1900">
                        <c:v>40737</c:v>
                      </c:pt>
                      <c:pt idx="1901">
                        <c:v>40738</c:v>
                      </c:pt>
                      <c:pt idx="1902">
                        <c:v>40739</c:v>
                      </c:pt>
                      <c:pt idx="1903">
                        <c:v>40742</c:v>
                      </c:pt>
                      <c:pt idx="1904">
                        <c:v>40743</c:v>
                      </c:pt>
                      <c:pt idx="1905">
                        <c:v>40744</c:v>
                      </c:pt>
                      <c:pt idx="1906">
                        <c:v>40745</c:v>
                      </c:pt>
                      <c:pt idx="1907">
                        <c:v>40746</c:v>
                      </c:pt>
                      <c:pt idx="1908">
                        <c:v>40749</c:v>
                      </c:pt>
                      <c:pt idx="1909">
                        <c:v>40750</c:v>
                      </c:pt>
                      <c:pt idx="1910">
                        <c:v>40751</c:v>
                      </c:pt>
                      <c:pt idx="1911">
                        <c:v>40752</c:v>
                      </c:pt>
                      <c:pt idx="1912">
                        <c:v>40753</c:v>
                      </c:pt>
                      <c:pt idx="1913">
                        <c:v>40756</c:v>
                      </c:pt>
                      <c:pt idx="1914">
                        <c:v>40757</c:v>
                      </c:pt>
                      <c:pt idx="1915">
                        <c:v>40758</c:v>
                      </c:pt>
                      <c:pt idx="1916">
                        <c:v>40759</c:v>
                      </c:pt>
                      <c:pt idx="1917">
                        <c:v>40760</c:v>
                      </c:pt>
                      <c:pt idx="1918">
                        <c:v>40763</c:v>
                      </c:pt>
                      <c:pt idx="1919">
                        <c:v>40764</c:v>
                      </c:pt>
                      <c:pt idx="1920">
                        <c:v>40765</c:v>
                      </c:pt>
                      <c:pt idx="1921">
                        <c:v>40766</c:v>
                      </c:pt>
                      <c:pt idx="1922">
                        <c:v>40767</c:v>
                      </c:pt>
                      <c:pt idx="1923">
                        <c:v>40770</c:v>
                      </c:pt>
                      <c:pt idx="1924">
                        <c:v>40771</c:v>
                      </c:pt>
                      <c:pt idx="1925">
                        <c:v>40772</c:v>
                      </c:pt>
                      <c:pt idx="1926">
                        <c:v>40773</c:v>
                      </c:pt>
                      <c:pt idx="1927">
                        <c:v>40774</c:v>
                      </c:pt>
                      <c:pt idx="1928">
                        <c:v>40777</c:v>
                      </c:pt>
                      <c:pt idx="1929">
                        <c:v>40778</c:v>
                      </c:pt>
                      <c:pt idx="1930">
                        <c:v>40779</c:v>
                      </c:pt>
                      <c:pt idx="1931">
                        <c:v>40780</c:v>
                      </c:pt>
                      <c:pt idx="1932">
                        <c:v>40781</c:v>
                      </c:pt>
                      <c:pt idx="1933">
                        <c:v>40784</c:v>
                      </c:pt>
                      <c:pt idx="1934">
                        <c:v>40785</c:v>
                      </c:pt>
                      <c:pt idx="1935">
                        <c:v>40786</c:v>
                      </c:pt>
                      <c:pt idx="1936">
                        <c:v>40787</c:v>
                      </c:pt>
                      <c:pt idx="1937">
                        <c:v>40788</c:v>
                      </c:pt>
                      <c:pt idx="1938">
                        <c:v>40791</c:v>
                      </c:pt>
                      <c:pt idx="1939">
                        <c:v>40792</c:v>
                      </c:pt>
                      <c:pt idx="1940">
                        <c:v>40793</c:v>
                      </c:pt>
                      <c:pt idx="1941">
                        <c:v>40794</c:v>
                      </c:pt>
                      <c:pt idx="1942">
                        <c:v>40795</c:v>
                      </c:pt>
                      <c:pt idx="1943">
                        <c:v>40798</c:v>
                      </c:pt>
                      <c:pt idx="1944">
                        <c:v>40799</c:v>
                      </c:pt>
                      <c:pt idx="1945">
                        <c:v>40800</c:v>
                      </c:pt>
                      <c:pt idx="1946">
                        <c:v>40801</c:v>
                      </c:pt>
                      <c:pt idx="1947">
                        <c:v>40802</c:v>
                      </c:pt>
                      <c:pt idx="1948">
                        <c:v>40805</c:v>
                      </c:pt>
                      <c:pt idx="1949">
                        <c:v>40806</c:v>
                      </c:pt>
                      <c:pt idx="1950">
                        <c:v>40807</c:v>
                      </c:pt>
                      <c:pt idx="1951">
                        <c:v>40808</c:v>
                      </c:pt>
                      <c:pt idx="1952">
                        <c:v>40809</c:v>
                      </c:pt>
                      <c:pt idx="1953">
                        <c:v>40812</c:v>
                      </c:pt>
                      <c:pt idx="1954">
                        <c:v>40813</c:v>
                      </c:pt>
                      <c:pt idx="1955">
                        <c:v>40814</c:v>
                      </c:pt>
                      <c:pt idx="1956">
                        <c:v>40815</c:v>
                      </c:pt>
                      <c:pt idx="1957">
                        <c:v>40816</c:v>
                      </c:pt>
                      <c:pt idx="1958">
                        <c:v>40819</c:v>
                      </c:pt>
                      <c:pt idx="1959">
                        <c:v>40820</c:v>
                      </c:pt>
                      <c:pt idx="1960">
                        <c:v>40821</c:v>
                      </c:pt>
                      <c:pt idx="1961">
                        <c:v>40822</c:v>
                      </c:pt>
                      <c:pt idx="1962">
                        <c:v>40823</c:v>
                      </c:pt>
                      <c:pt idx="1963">
                        <c:v>40826</c:v>
                      </c:pt>
                      <c:pt idx="1964">
                        <c:v>40827</c:v>
                      </c:pt>
                      <c:pt idx="1965">
                        <c:v>40828</c:v>
                      </c:pt>
                      <c:pt idx="1966">
                        <c:v>40829</c:v>
                      </c:pt>
                      <c:pt idx="1967">
                        <c:v>40830</c:v>
                      </c:pt>
                      <c:pt idx="1968">
                        <c:v>40833</c:v>
                      </c:pt>
                      <c:pt idx="1969">
                        <c:v>40834</c:v>
                      </c:pt>
                      <c:pt idx="1970">
                        <c:v>40835</c:v>
                      </c:pt>
                      <c:pt idx="1971">
                        <c:v>40836</c:v>
                      </c:pt>
                      <c:pt idx="1972">
                        <c:v>40837</c:v>
                      </c:pt>
                      <c:pt idx="1973">
                        <c:v>40840</c:v>
                      </c:pt>
                      <c:pt idx="1974">
                        <c:v>40841</c:v>
                      </c:pt>
                      <c:pt idx="1975">
                        <c:v>40842</c:v>
                      </c:pt>
                      <c:pt idx="1976">
                        <c:v>40843</c:v>
                      </c:pt>
                      <c:pt idx="1977">
                        <c:v>40844</c:v>
                      </c:pt>
                      <c:pt idx="1978">
                        <c:v>40847</c:v>
                      </c:pt>
                      <c:pt idx="1979">
                        <c:v>40848</c:v>
                      </c:pt>
                      <c:pt idx="1980">
                        <c:v>40849</c:v>
                      </c:pt>
                      <c:pt idx="1981">
                        <c:v>40850</c:v>
                      </c:pt>
                      <c:pt idx="1982">
                        <c:v>40851</c:v>
                      </c:pt>
                      <c:pt idx="1983">
                        <c:v>40854</c:v>
                      </c:pt>
                      <c:pt idx="1984">
                        <c:v>40855</c:v>
                      </c:pt>
                      <c:pt idx="1985">
                        <c:v>40856</c:v>
                      </c:pt>
                      <c:pt idx="1986">
                        <c:v>40857</c:v>
                      </c:pt>
                      <c:pt idx="1987">
                        <c:v>40858</c:v>
                      </c:pt>
                      <c:pt idx="1988">
                        <c:v>40861</c:v>
                      </c:pt>
                      <c:pt idx="1989">
                        <c:v>40862</c:v>
                      </c:pt>
                      <c:pt idx="1990">
                        <c:v>40863</c:v>
                      </c:pt>
                      <c:pt idx="1991">
                        <c:v>40864</c:v>
                      </c:pt>
                      <c:pt idx="1992">
                        <c:v>40865</c:v>
                      </c:pt>
                      <c:pt idx="1993">
                        <c:v>40868</c:v>
                      </c:pt>
                      <c:pt idx="1994">
                        <c:v>40869</c:v>
                      </c:pt>
                      <c:pt idx="1995">
                        <c:v>40870</c:v>
                      </c:pt>
                      <c:pt idx="1996">
                        <c:v>40871</c:v>
                      </c:pt>
                      <c:pt idx="1997">
                        <c:v>40872</c:v>
                      </c:pt>
                      <c:pt idx="1998">
                        <c:v>40875</c:v>
                      </c:pt>
                      <c:pt idx="1999">
                        <c:v>40876</c:v>
                      </c:pt>
                      <c:pt idx="2000">
                        <c:v>40877</c:v>
                      </c:pt>
                      <c:pt idx="2001">
                        <c:v>40878</c:v>
                      </c:pt>
                      <c:pt idx="2002">
                        <c:v>40879</c:v>
                      </c:pt>
                      <c:pt idx="2003">
                        <c:v>40882</c:v>
                      </c:pt>
                      <c:pt idx="2004">
                        <c:v>40883</c:v>
                      </c:pt>
                      <c:pt idx="2005">
                        <c:v>40884</c:v>
                      </c:pt>
                      <c:pt idx="2006">
                        <c:v>40885</c:v>
                      </c:pt>
                      <c:pt idx="2007">
                        <c:v>40886</c:v>
                      </c:pt>
                      <c:pt idx="2008">
                        <c:v>40889</c:v>
                      </c:pt>
                      <c:pt idx="2009">
                        <c:v>40890</c:v>
                      </c:pt>
                      <c:pt idx="2010">
                        <c:v>40891</c:v>
                      </c:pt>
                      <c:pt idx="2011">
                        <c:v>40892</c:v>
                      </c:pt>
                      <c:pt idx="2012">
                        <c:v>40893</c:v>
                      </c:pt>
                      <c:pt idx="2013">
                        <c:v>40896</c:v>
                      </c:pt>
                      <c:pt idx="2014">
                        <c:v>40897</c:v>
                      </c:pt>
                      <c:pt idx="2015">
                        <c:v>40898</c:v>
                      </c:pt>
                      <c:pt idx="2016">
                        <c:v>40899</c:v>
                      </c:pt>
                      <c:pt idx="2017">
                        <c:v>40900</c:v>
                      </c:pt>
                      <c:pt idx="2018">
                        <c:v>40903</c:v>
                      </c:pt>
                      <c:pt idx="2019">
                        <c:v>40904</c:v>
                      </c:pt>
                      <c:pt idx="2020">
                        <c:v>40905</c:v>
                      </c:pt>
                      <c:pt idx="2021">
                        <c:v>40906</c:v>
                      </c:pt>
                      <c:pt idx="2022">
                        <c:v>40907</c:v>
                      </c:pt>
                      <c:pt idx="2023">
                        <c:v>40910</c:v>
                      </c:pt>
                      <c:pt idx="2024">
                        <c:v>40911</c:v>
                      </c:pt>
                      <c:pt idx="2025">
                        <c:v>40912</c:v>
                      </c:pt>
                      <c:pt idx="2026">
                        <c:v>40913</c:v>
                      </c:pt>
                      <c:pt idx="2027">
                        <c:v>40914</c:v>
                      </c:pt>
                      <c:pt idx="2028">
                        <c:v>40917</c:v>
                      </c:pt>
                      <c:pt idx="2029">
                        <c:v>40918</c:v>
                      </c:pt>
                      <c:pt idx="2030">
                        <c:v>40919</c:v>
                      </c:pt>
                      <c:pt idx="2031">
                        <c:v>40920</c:v>
                      </c:pt>
                      <c:pt idx="2032">
                        <c:v>40921</c:v>
                      </c:pt>
                      <c:pt idx="2033">
                        <c:v>40924</c:v>
                      </c:pt>
                      <c:pt idx="2034">
                        <c:v>40925</c:v>
                      </c:pt>
                      <c:pt idx="2035">
                        <c:v>40926</c:v>
                      </c:pt>
                      <c:pt idx="2036">
                        <c:v>40927</c:v>
                      </c:pt>
                      <c:pt idx="2037">
                        <c:v>40928</c:v>
                      </c:pt>
                      <c:pt idx="2038">
                        <c:v>40931</c:v>
                      </c:pt>
                      <c:pt idx="2039">
                        <c:v>40932</c:v>
                      </c:pt>
                      <c:pt idx="2040">
                        <c:v>40933</c:v>
                      </c:pt>
                      <c:pt idx="2041">
                        <c:v>40934</c:v>
                      </c:pt>
                      <c:pt idx="2042">
                        <c:v>40935</c:v>
                      </c:pt>
                      <c:pt idx="2043">
                        <c:v>40938</c:v>
                      </c:pt>
                      <c:pt idx="2044">
                        <c:v>40939</c:v>
                      </c:pt>
                      <c:pt idx="2045">
                        <c:v>40940</c:v>
                      </c:pt>
                      <c:pt idx="2046">
                        <c:v>40941</c:v>
                      </c:pt>
                      <c:pt idx="2047">
                        <c:v>40942</c:v>
                      </c:pt>
                      <c:pt idx="2048">
                        <c:v>40945</c:v>
                      </c:pt>
                      <c:pt idx="2049">
                        <c:v>40946</c:v>
                      </c:pt>
                      <c:pt idx="2050">
                        <c:v>40947</c:v>
                      </c:pt>
                      <c:pt idx="2051">
                        <c:v>40948</c:v>
                      </c:pt>
                      <c:pt idx="2052">
                        <c:v>40949</c:v>
                      </c:pt>
                      <c:pt idx="2053">
                        <c:v>40952</c:v>
                      </c:pt>
                      <c:pt idx="2054">
                        <c:v>40953</c:v>
                      </c:pt>
                      <c:pt idx="2055">
                        <c:v>40954</c:v>
                      </c:pt>
                      <c:pt idx="2056">
                        <c:v>40955</c:v>
                      </c:pt>
                      <c:pt idx="2057">
                        <c:v>40956</c:v>
                      </c:pt>
                      <c:pt idx="2058">
                        <c:v>40959</c:v>
                      </c:pt>
                      <c:pt idx="2059">
                        <c:v>40960</c:v>
                      </c:pt>
                      <c:pt idx="2060">
                        <c:v>40961</c:v>
                      </c:pt>
                      <c:pt idx="2061">
                        <c:v>40962</c:v>
                      </c:pt>
                      <c:pt idx="2062">
                        <c:v>40963</c:v>
                      </c:pt>
                      <c:pt idx="2063">
                        <c:v>40966</c:v>
                      </c:pt>
                      <c:pt idx="2064">
                        <c:v>40967</c:v>
                      </c:pt>
                      <c:pt idx="2065">
                        <c:v>40968</c:v>
                      </c:pt>
                      <c:pt idx="2066">
                        <c:v>40969</c:v>
                      </c:pt>
                      <c:pt idx="2067">
                        <c:v>40970</c:v>
                      </c:pt>
                      <c:pt idx="2068">
                        <c:v>40973</c:v>
                      </c:pt>
                      <c:pt idx="2069">
                        <c:v>40974</c:v>
                      </c:pt>
                      <c:pt idx="2070">
                        <c:v>40975</c:v>
                      </c:pt>
                      <c:pt idx="2071">
                        <c:v>40976</c:v>
                      </c:pt>
                      <c:pt idx="2072">
                        <c:v>40977</c:v>
                      </c:pt>
                      <c:pt idx="2073">
                        <c:v>40980</c:v>
                      </c:pt>
                      <c:pt idx="2074">
                        <c:v>40981</c:v>
                      </c:pt>
                      <c:pt idx="2075">
                        <c:v>40982</c:v>
                      </c:pt>
                      <c:pt idx="2076">
                        <c:v>40983</c:v>
                      </c:pt>
                      <c:pt idx="2077">
                        <c:v>40984</c:v>
                      </c:pt>
                      <c:pt idx="2078">
                        <c:v>40987</c:v>
                      </c:pt>
                      <c:pt idx="2079">
                        <c:v>40988</c:v>
                      </c:pt>
                      <c:pt idx="2080">
                        <c:v>40989</c:v>
                      </c:pt>
                      <c:pt idx="2081">
                        <c:v>40990</c:v>
                      </c:pt>
                      <c:pt idx="2082">
                        <c:v>40991</c:v>
                      </c:pt>
                      <c:pt idx="2083">
                        <c:v>40994</c:v>
                      </c:pt>
                      <c:pt idx="2084">
                        <c:v>40995</c:v>
                      </c:pt>
                      <c:pt idx="2085">
                        <c:v>40996</c:v>
                      </c:pt>
                      <c:pt idx="2086">
                        <c:v>40997</c:v>
                      </c:pt>
                      <c:pt idx="2087">
                        <c:v>40998</c:v>
                      </c:pt>
                      <c:pt idx="2088">
                        <c:v>41001</c:v>
                      </c:pt>
                      <c:pt idx="2089">
                        <c:v>41002</c:v>
                      </c:pt>
                      <c:pt idx="2090">
                        <c:v>41003</c:v>
                      </c:pt>
                      <c:pt idx="2091">
                        <c:v>41004</c:v>
                      </c:pt>
                      <c:pt idx="2092">
                        <c:v>41005</c:v>
                      </c:pt>
                      <c:pt idx="2093">
                        <c:v>41008</c:v>
                      </c:pt>
                      <c:pt idx="2094">
                        <c:v>41009</c:v>
                      </c:pt>
                      <c:pt idx="2095">
                        <c:v>41010</c:v>
                      </c:pt>
                      <c:pt idx="2096">
                        <c:v>41011</c:v>
                      </c:pt>
                      <c:pt idx="2097">
                        <c:v>41012</c:v>
                      </c:pt>
                      <c:pt idx="2098">
                        <c:v>41015</c:v>
                      </c:pt>
                      <c:pt idx="2099">
                        <c:v>41016</c:v>
                      </c:pt>
                      <c:pt idx="2100">
                        <c:v>41017</c:v>
                      </c:pt>
                      <c:pt idx="2101">
                        <c:v>41018</c:v>
                      </c:pt>
                      <c:pt idx="2102">
                        <c:v>41019</c:v>
                      </c:pt>
                      <c:pt idx="2103">
                        <c:v>41022</c:v>
                      </c:pt>
                      <c:pt idx="2104">
                        <c:v>41023</c:v>
                      </c:pt>
                      <c:pt idx="2105">
                        <c:v>41024</c:v>
                      </c:pt>
                      <c:pt idx="2106">
                        <c:v>41025</c:v>
                      </c:pt>
                      <c:pt idx="2107">
                        <c:v>41026</c:v>
                      </c:pt>
                      <c:pt idx="2108">
                        <c:v>41029</c:v>
                      </c:pt>
                      <c:pt idx="2109">
                        <c:v>41030</c:v>
                      </c:pt>
                      <c:pt idx="2110">
                        <c:v>41031</c:v>
                      </c:pt>
                      <c:pt idx="2111">
                        <c:v>41032</c:v>
                      </c:pt>
                      <c:pt idx="2112">
                        <c:v>41033</c:v>
                      </c:pt>
                      <c:pt idx="2113">
                        <c:v>41036</c:v>
                      </c:pt>
                      <c:pt idx="2114">
                        <c:v>41037</c:v>
                      </c:pt>
                      <c:pt idx="2115">
                        <c:v>41038</c:v>
                      </c:pt>
                      <c:pt idx="2116">
                        <c:v>41039</c:v>
                      </c:pt>
                      <c:pt idx="2117">
                        <c:v>41040</c:v>
                      </c:pt>
                      <c:pt idx="2118">
                        <c:v>41043</c:v>
                      </c:pt>
                      <c:pt idx="2119">
                        <c:v>41044</c:v>
                      </c:pt>
                      <c:pt idx="2120">
                        <c:v>41045</c:v>
                      </c:pt>
                      <c:pt idx="2121">
                        <c:v>41046</c:v>
                      </c:pt>
                      <c:pt idx="2122">
                        <c:v>41047</c:v>
                      </c:pt>
                      <c:pt idx="2123">
                        <c:v>41050</c:v>
                      </c:pt>
                      <c:pt idx="2124">
                        <c:v>41051</c:v>
                      </c:pt>
                      <c:pt idx="2125">
                        <c:v>41052</c:v>
                      </c:pt>
                      <c:pt idx="2126">
                        <c:v>41053</c:v>
                      </c:pt>
                      <c:pt idx="2127">
                        <c:v>41054</c:v>
                      </c:pt>
                      <c:pt idx="2128">
                        <c:v>41057</c:v>
                      </c:pt>
                      <c:pt idx="2129">
                        <c:v>41058</c:v>
                      </c:pt>
                      <c:pt idx="2130">
                        <c:v>41059</c:v>
                      </c:pt>
                      <c:pt idx="2131">
                        <c:v>41060</c:v>
                      </c:pt>
                      <c:pt idx="2132">
                        <c:v>41061</c:v>
                      </c:pt>
                      <c:pt idx="2133">
                        <c:v>41064</c:v>
                      </c:pt>
                      <c:pt idx="2134">
                        <c:v>41065</c:v>
                      </c:pt>
                      <c:pt idx="2135">
                        <c:v>41066</c:v>
                      </c:pt>
                      <c:pt idx="2136">
                        <c:v>41067</c:v>
                      </c:pt>
                      <c:pt idx="2137">
                        <c:v>41068</c:v>
                      </c:pt>
                      <c:pt idx="2138">
                        <c:v>41071</c:v>
                      </c:pt>
                      <c:pt idx="2139">
                        <c:v>41072</c:v>
                      </c:pt>
                      <c:pt idx="2140">
                        <c:v>41073</c:v>
                      </c:pt>
                      <c:pt idx="2141">
                        <c:v>41074</c:v>
                      </c:pt>
                      <c:pt idx="2142">
                        <c:v>41075</c:v>
                      </c:pt>
                      <c:pt idx="2143">
                        <c:v>41078</c:v>
                      </c:pt>
                      <c:pt idx="2144">
                        <c:v>41079</c:v>
                      </c:pt>
                      <c:pt idx="2145">
                        <c:v>41080</c:v>
                      </c:pt>
                      <c:pt idx="2146">
                        <c:v>41081</c:v>
                      </c:pt>
                      <c:pt idx="2147">
                        <c:v>41082</c:v>
                      </c:pt>
                      <c:pt idx="2148">
                        <c:v>41085</c:v>
                      </c:pt>
                      <c:pt idx="2149">
                        <c:v>41086</c:v>
                      </c:pt>
                      <c:pt idx="2150">
                        <c:v>41087</c:v>
                      </c:pt>
                      <c:pt idx="2151">
                        <c:v>41088</c:v>
                      </c:pt>
                      <c:pt idx="2152">
                        <c:v>41089</c:v>
                      </c:pt>
                      <c:pt idx="2153">
                        <c:v>41092</c:v>
                      </c:pt>
                      <c:pt idx="2154">
                        <c:v>41093</c:v>
                      </c:pt>
                      <c:pt idx="2155">
                        <c:v>41094</c:v>
                      </c:pt>
                      <c:pt idx="2156">
                        <c:v>41095</c:v>
                      </c:pt>
                      <c:pt idx="2157">
                        <c:v>41096</c:v>
                      </c:pt>
                      <c:pt idx="2158">
                        <c:v>41099</c:v>
                      </c:pt>
                      <c:pt idx="2159">
                        <c:v>41100</c:v>
                      </c:pt>
                      <c:pt idx="2160">
                        <c:v>41101</c:v>
                      </c:pt>
                      <c:pt idx="2161">
                        <c:v>41102</c:v>
                      </c:pt>
                      <c:pt idx="2162">
                        <c:v>41103</c:v>
                      </c:pt>
                      <c:pt idx="2163">
                        <c:v>41106</c:v>
                      </c:pt>
                      <c:pt idx="2164">
                        <c:v>41107</c:v>
                      </c:pt>
                      <c:pt idx="2165">
                        <c:v>41108</c:v>
                      </c:pt>
                      <c:pt idx="2166">
                        <c:v>41109</c:v>
                      </c:pt>
                      <c:pt idx="2167">
                        <c:v>41110</c:v>
                      </c:pt>
                      <c:pt idx="2168">
                        <c:v>41113</c:v>
                      </c:pt>
                      <c:pt idx="2169">
                        <c:v>41114</c:v>
                      </c:pt>
                      <c:pt idx="2170">
                        <c:v>41115</c:v>
                      </c:pt>
                      <c:pt idx="2171">
                        <c:v>41116</c:v>
                      </c:pt>
                      <c:pt idx="2172">
                        <c:v>41117</c:v>
                      </c:pt>
                      <c:pt idx="2173">
                        <c:v>41120</c:v>
                      </c:pt>
                      <c:pt idx="2174">
                        <c:v>41121</c:v>
                      </c:pt>
                      <c:pt idx="2175">
                        <c:v>41122</c:v>
                      </c:pt>
                      <c:pt idx="2176">
                        <c:v>41123</c:v>
                      </c:pt>
                      <c:pt idx="2177">
                        <c:v>41124</c:v>
                      </c:pt>
                      <c:pt idx="2178">
                        <c:v>41127</c:v>
                      </c:pt>
                      <c:pt idx="2179">
                        <c:v>41128</c:v>
                      </c:pt>
                      <c:pt idx="2180">
                        <c:v>41129</c:v>
                      </c:pt>
                      <c:pt idx="2181">
                        <c:v>41130</c:v>
                      </c:pt>
                      <c:pt idx="2182">
                        <c:v>41131</c:v>
                      </c:pt>
                      <c:pt idx="2183">
                        <c:v>41134</c:v>
                      </c:pt>
                      <c:pt idx="2184">
                        <c:v>41135</c:v>
                      </c:pt>
                      <c:pt idx="2185">
                        <c:v>41136</c:v>
                      </c:pt>
                      <c:pt idx="2186">
                        <c:v>41137</c:v>
                      </c:pt>
                      <c:pt idx="2187">
                        <c:v>41138</c:v>
                      </c:pt>
                      <c:pt idx="2188">
                        <c:v>41141</c:v>
                      </c:pt>
                      <c:pt idx="2189">
                        <c:v>41142</c:v>
                      </c:pt>
                      <c:pt idx="2190">
                        <c:v>41143</c:v>
                      </c:pt>
                      <c:pt idx="2191">
                        <c:v>41144</c:v>
                      </c:pt>
                      <c:pt idx="2192">
                        <c:v>41145</c:v>
                      </c:pt>
                      <c:pt idx="2193">
                        <c:v>41148</c:v>
                      </c:pt>
                      <c:pt idx="2194">
                        <c:v>41149</c:v>
                      </c:pt>
                      <c:pt idx="2195">
                        <c:v>41150</c:v>
                      </c:pt>
                      <c:pt idx="2196">
                        <c:v>41151</c:v>
                      </c:pt>
                      <c:pt idx="2197">
                        <c:v>41152</c:v>
                      </c:pt>
                      <c:pt idx="2198">
                        <c:v>41155</c:v>
                      </c:pt>
                      <c:pt idx="2199">
                        <c:v>41156</c:v>
                      </c:pt>
                      <c:pt idx="2200">
                        <c:v>41157</c:v>
                      </c:pt>
                      <c:pt idx="2201">
                        <c:v>41158</c:v>
                      </c:pt>
                      <c:pt idx="2202">
                        <c:v>41159</c:v>
                      </c:pt>
                      <c:pt idx="2203">
                        <c:v>41162</c:v>
                      </c:pt>
                      <c:pt idx="2204">
                        <c:v>41163</c:v>
                      </c:pt>
                      <c:pt idx="2205">
                        <c:v>41164</c:v>
                      </c:pt>
                      <c:pt idx="2206">
                        <c:v>41165</c:v>
                      </c:pt>
                      <c:pt idx="2207">
                        <c:v>41166</c:v>
                      </c:pt>
                      <c:pt idx="2208">
                        <c:v>41169</c:v>
                      </c:pt>
                      <c:pt idx="2209">
                        <c:v>41170</c:v>
                      </c:pt>
                      <c:pt idx="2210">
                        <c:v>41171</c:v>
                      </c:pt>
                      <c:pt idx="2211">
                        <c:v>41172</c:v>
                      </c:pt>
                      <c:pt idx="2212">
                        <c:v>41173</c:v>
                      </c:pt>
                      <c:pt idx="2213">
                        <c:v>41176</c:v>
                      </c:pt>
                      <c:pt idx="2214">
                        <c:v>41177</c:v>
                      </c:pt>
                      <c:pt idx="2215">
                        <c:v>41178</c:v>
                      </c:pt>
                      <c:pt idx="2216">
                        <c:v>41179</c:v>
                      </c:pt>
                      <c:pt idx="2217">
                        <c:v>41180</c:v>
                      </c:pt>
                      <c:pt idx="2218">
                        <c:v>41183</c:v>
                      </c:pt>
                      <c:pt idx="2219">
                        <c:v>41184</c:v>
                      </c:pt>
                      <c:pt idx="2220">
                        <c:v>41185</c:v>
                      </c:pt>
                      <c:pt idx="2221">
                        <c:v>41186</c:v>
                      </c:pt>
                      <c:pt idx="2222">
                        <c:v>41187</c:v>
                      </c:pt>
                      <c:pt idx="2223">
                        <c:v>41190</c:v>
                      </c:pt>
                      <c:pt idx="2224">
                        <c:v>41191</c:v>
                      </c:pt>
                      <c:pt idx="2225">
                        <c:v>41192</c:v>
                      </c:pt>
                      <c:pt idx="2226">
                        <c:v>41193</c:v>
                      </c:pt>
                      <c:pt idx="2227">
                        <c:v>41194</c:v>
                      </c:pt>
                      <c:pt idx="2228">
                        <c:v>41197</c:v>
                      </c:pt>
                      <c:pt idx="2229">
                        <c:v>41198</c:v>
                      </c:pt>
                      <c:pt idx="2230">
                        <c:v>41199</c:v>
                      </c:pt>
                      <c:pt idx="2231">
                        <c:v>41200</c:v>
                      </c:pt>
                      <c:pt idx="2232">
                        <c:v>41201</c:v>
                      </c:pt>
                      <c:pt idx="2233">
                        <c:v>41204</c:v>
                      </c:pt>
                      <c:pt idx="2234">
                        <c:v>41205</c:v>
                      </c:pt>
                      <c:pt idx="2235">
                        <c:v>41206</c:v>
                      </c:pt>
                      <c:pt idx="2236">
                        <c:v>41207</c:v>
                      </c:pt>
                      <c:pt idx="2237">
                        <c:v>41208</c:v>
                      </c:pt>
                      <c:pt idx="2238">
                        <c:v>41211</c:v>
                      </c:pt>
                      <c:pt idx="2239">
                        <c:v>41212</c:v>
                      </c:pt>
                      <c:pt idx="2240">
                        <c:v>41213</c:v>
                      </c:pt>
                      <c:pt idx="2241">
                        <c:v>41214</c:v>
                      </c:pt>
                      <c:pt idx="2242">
                        <c:v>41215</c:v>
                      </c:pt>
                      <c:pt idx="2243">
                        <c:v>41218</c:v>
                      </c:pt>
                      <c:pt idx="2244">
                        <c:v>41219</c:v>
                      </c:pt>
                      <c:pt idx="2245">
                        <c:v>41220</c:v>
                      </c:pt>
                      <c:pt idx="2246">
                        <c:v>41221</c:v>
                      </c:pt>
                      <c:pt idx="2247">
                        <c:v>41222</c:v>
                      </c:pt>
                      <c:pt idx="2248">
                        <c:v>41225</c:v>
                      </c:pt>
                      <c:pt idx="2249">
                        <c:v>41226</c:v>
                      </c:pt>
                      <c:pt idx="2250">
                        <c:v>41227</c:v>
                      </c:pt>
                      <c:pt idx="2251">
                        <c:v>41228</c:v>
                      </c:pt>
                      <c:pt idx="2252">
                        <c:v>41229</c:v>
                      </c:pt>
                      <c:pt idx="2253">
                        <c:v>41232</c:v>
                      </c:pt>
                      <c:pt idx="2254">
                        <c:v>41233</c:v>
                      </c:pt>
                      <c:pt idx="2255">
                        <c:v>41234</c:v>
                      </c:pt>
                      <c:pt idx="2256">
                        <c:v>41235</c:v>
                      </c:pt>
                      <c:pt idx="2257">
                        <c:v>41236</c:v>
                      </c:pt>
                      <c:pt idx="2258">
                        <c:v>41239</c:v>
                      </c:pt>
                      <c:pt idx="2259">
                        <c:v>41240</c:v>
                      </c:pt>
                      <c:pt idx="2260">
                        <c:v>41241</c:v>
                      </c:pt>
                      <c:pt idx="2261">
                        <c:v>41242</c:v>
                      </c:pt>
                      <c:pt idx="2262">
                        <c:v>41243</c:v>
                      </c:pt>
                      <c:pt idx="2263">
                        <c:v>41246</c:v>
                      </c:pt>
                      <c:pt idx="2264">
                        <c:v>41247</c:v>
                      </c:pt>
                      <c:pt idx="2265">
                        <c:v>41248</c:v>
                      </c:pt>
                      <c:pt idx="2266">
                        <c:v>41249</c:v>
                      </c:pt>
                      <c:pt idx="2267">
                        <c:v>41250</c:v>
                      </c:pt>
                      <c:pt idx="2268">
                        <c:v>41253</c:v>
                      </c:pt>
                      <c:pt idx="2269">
                        <c:v>41254</c:v>
                      </c:pt>
                      <c:pt idx="2270">
                        <c:v>41255</c:v>
                      </c:pt>
                      <c:pt idx="2271">
                        <c:v>41256</c:v>
                      </c:pt>
                      <c:pt idx="2272">
                        <c:v>41257</c:v>
                      </c:pt>
                      <c:pt idx="2273">
                        <c:v>41260</c:v>
                      </c:pt>
                      <c:pt idx="2274">
                        <c:v>41261</c:v>
                      </c:pt>
                      <c:pt idx="2275">
                        <c:v>41262</c:v>
                      </c:pt>
                      <c:pt idx="2276">
                        <c:v>41263</c:v>
                      </c:pt>
                      <c:pt idx="2277">
                        <c:v>41264</c:v>
                      </c:pt>
                      <c:pt idx="2278">
                        <c:v>41267</c:v>
                      </c:pt>
                      <c:pt idx="2279">
                        <c:v>41268</c:v>
                      </c:pt>
                      <c:pt idx="2280">
                        <c:v>41269</c:v>
                      </c:pt>
                      <c:pt idx="2281">
                        <c:v>41270</c:v>
                      </c:pt>
                      <c:pt idx="2282">
                        <c:v>41271</c:v>
                      </c:pt>
                      <c:pt idx="2283">
                        <c:v>41274</c:v>
                      </c:pt>
                      <c:pt idx="2284">
                        <c:v>41275</c:v>
                      </c:pt>
                      <c:pt idx="2285">
                        <c:v>41276</c:v>
                      </c:pt>
                      <c:pt idx="2286">
                        <c:v>41277</c:v>
                      </c:pt>
                      <c:pt idx="2287">
                        <c:v>41278</c:v>
                      </c:pt>
                      <c:pt idx="2288">
                        <c:v>41281</c:v>
                      </c:pt>
                      <c:pt idx="2289">
                        <c:v>41282</c:v>
                      </c:pt>
                      <c:pt idx="2290">
                        <c:v>41283</c:v>
                      </c:pt>
                      <c:pt idx="2291">
                        <c:v>41284</c:v>
                      </c:pt>
                      <c:pt idx="2292">
                        <c:v>41285</c:v>
                      </c:pt>
                      <c:pt idx="2293">
                        <c:v>41288</c:v>
                      </c:pt>
                      <c:pt idx="2294">
                        <c:v>41289</c:v>
                      </c:pt>
                      <c:pt idx="2295">
                        <c:v>41290</c:v>
                      </c:pt>
                      <c:pt idx="2296">
                        <c:v>41291</c:v>
                      </c:pt>
                      <c:pt idx="2297">
                        <c:v>41292</c:v>
                      </c:pt>
                      <c:pt idx="2298">
                        <c:v>41295</c:v>
                      </c:pt>
                      <c:pt idx="2299">
                        <c:v>41296</c:v>
                      </c:pt>
                      <c:pt idx="2300">
                        <c:v>41297</c:v>
                      </c:pt>
                      <c:pt idx="2301">
                        <c:v>41298</c:v>
                      </c:pt>
                      <c:pt idx="2302">
                        <c:v>41299</c:v>
                      </c:pt>
                      <c:pt idx="2303">
                        <c:v>41302</c:v>
                      </c:pt>
                      <c:pt idx="2304">
                        <c:v>41303</c:v>
                      </c:pt>
                      <c:pt idx="2305">
                        <c:v>41304</c:v>
                      </c:pt>
                      <c:pt idx="2306">
                        <c:v>41305</c:v>
                      </c:pt>
                      <c:pt idx="2307">
                        <c:v>41306</c:v>
                      </c:pt>
                      <c:pt idx="2308">
                        <c:v>41309</c:v>
                      </c:pt>
                      <c:pt idx="2309">
                        <c:v>41310</c:v>
                      </c:pt>
                      <c:pt idx="2310">
                        <c:v>41311</c:v>
                      </c:pt>
                      <c:pt idx="2311">
                        <c:v>41312</c:v>
                      </c:pt>
                      <c:pt idx="2312">
                        <c:v>41313</c:v>
                      </c:pt>
                      <c:pt idx="2313">
                        <c:v>41316</c:v>
                      </c:pt>
                      <c:pt idx="2314">
                        <c:v>41317</c:v>
                      </c:pt>
                      <c:pt idx="2315">
                        <c:v>41318</c:v>
                      </c:pt>
                      <c:pt idx="2316">
                        <c:v>41319</c:v>
                      </c:pt>
                      <c:pt idx="2317">
                        <c:v>41320</c:v>
                      </c:pt>
                      <c:pt idx="2318">
                        <c:v>41323</c:v>
                      </c:pt>
                      <c:pt idx="2319">
                        <c:v>41324</c:v>
                      </c:pt>
                      <c:pt idx="2320">
                        <c:v>41325</c:v>
                      </c:pt>
                      <c:pt idx="2321">
                        <c:v>41326</c:v>
                      </c:pt>
                      <c:pt idx="2322">
                        <c:v>41327</c:v>
                      </c:pt>
                      <c:pt idx="2323">
                        <c:v>41330</c:v>
                      </c:pt>
                      <c:pt idx="2324">
                        <c:v>41331</c:v>
                      </c:pt>
                      <c:pt idx="2325">
                        <c:v>41332</c:v>
                      </c:pt>
                      <c:pt idx="2326">
                        <c:v>41333</c:v>
                      </c:pt>
                      <c:pt idx="2327">
                        <c:v>41334</c:v>
                      </c:pt>
                      <c:pt idx="2328">
                        <c:v>41337</c:v>
                      </c:pt>
                      <c:pt idx="2329">
                        <c:v>41338</c:v>
                      </c:pt>
                      <c:pt idx="2330">
                        <c:v>41339</c:v>
                      </c:pt>
                      <c:pt idx="2331">
                        <c:v>41340</c:v>
                      </c:pt>
                      <c:pt idx="2332">
                        <c:v>41341</c:v>
                      </c:pt>
                      <c:pt idx="2333">
                        <c:v>41344</c:v>
                      </c:pt>
                      <c:pt idx="2334">
                        <c:v>41345</c:v>
                      </c:pt>
                      <c:pt idx="2335">
                        <c:v>41346</c:v>
                      </c:pt>
                      <c:pt idx="2336">
                        <c:v>41347</c:v>
                      </c:pt>
                      <c:pt idx="2337">
                        <c:v>41348</c:v>
                      </c:pt>
                      <c:pt idx="2338">
                        <c:v>41351</c:v>
                      </c:pt>
                      <c:pt idx="2339">
                        <c:v>41352</c:v>
                      </c:pt>
                      <c:pt idx="2340">
                        <c:v>41353</c:v>
                      </c:pt>
                      <c:pt idx="2341">
                        <c:v>41354</c:v>
                      </c:pt>
                      <c:pt idx="2342">
                        <c:v>41355</c:v>
                      </c:pt>
                      <c:pt idx="2343">
                        <c:v>41358</c:v>
                      </c:pt>
                      <c:pt idx="2344">
                        <c:v>41359</c:v>
                      </c:pt>
                      <c:pt idx="2345">
                        <c:v>41360</c:v>
                      </c:pt>
                      <c:pt idx="2346">
                        <c:v>41361</c:v>
                      </c:pt>
                      <c:pt idx="2347">
                        <c:v>41362</c:v>
                      </c:pt>
                      <c:pt idx="2348">
                        <c:v>41365</c:v>
                      </c:pt>
                      <c:pt idx="2349">
                        <c:v>41366</c:v>
                      </c:pt>
                      <c:pt idx="2350">
                        <c:v>41367</c:v>
                      </c:pt>
                      <c:pt idx="2351">
                        <c:v>41368</c:v>
                      </c:pt>
                      <c:pt idx="2352">
                        <c:v>41369</c:v>
                      </c:pt>
                      <c:pt idx="2353">
                        <c:v>41372</c:v>
                      </c:pt>
                      <c:pt idx="2354">
                        <c:v>41373</c:v>
                      </c:pt>
                      <c:pt idx="2355">
                        <c:v>41374</c:v>
                      </c:pt>
                      <c:pt idx="2356">
                        <c:v>41375</c:v>
                      </c:pt>
                      <c:pt idx="2357">
                        <c:v>41376</c:v>
                      </c:pt>
                      <c:pt idx="2358">
                        <c:v>41379</c:v>
                      </c:pt>
                      <c:pt idx="2359">
                        <c:v>41380</c:v>
                      </c:pt>
                      <c:pt idx="2360">
                        <c:v>41381</c:v>
                      </c:pt>
                      <c:pt idx="2361">
                        <c:v>41382</c:v>
                      </c:pt>
                      <c:pt idx="2362">
                        <c:v>41383</c:v>
                      </c:pt>
                      <c:pt idx="2363">
                        <c:v>41386</c:v>
                      </c:pt>
                      <c:pt idx="2364">
                        <c:v>41387</c:v>
                      </c:pt>
                      <c:pt idx="2365">
                        <c:v>41388</c:v>
                      </c:pt>
                      <c:pt idx="2366">
                        <c:v>41389</c:v>
                      </c:pt>
                      <c:pt idx="2367">
                        <c:v>41390</c:v>
                      </c:pt>
                      <c:pt idx="2368">
                        <c:v>41393</c:v>
                      </c:pt>
                      <c:pt idx="2369">
                        <c:v>41394</c:v>
                      </c:pt>
                      <c:pt idx="2370">
                        <c:v>41395</c:v>
                      </c:pt>
                      <c:pt idx="2371">
                        <c:v>41396</c:v>
                      </c:pt>
                      <c:pt idx="2372">
                        <c:v>41397</c:v>
                      </c:pt>
                      <c:pt idx="2373">
                        <c:v>41400</c:v>
                      </c:pt>
                      <c:pt idx="2374">
                        <c:v>41401</c:v>
                      </c:pt>
                      <c:pt idx="2375">
                        <c:v>41402</c:v>
                      </c:pt>
                      <c:pt idx="2376">
                        <c:v>41403</c:v>
                      </c:pt>
                      <c:pt idx="2377">
                        <c:v>41404</c:v>
                      </c:pt>
                      <c:pt idx="2378">
                        <c:v>41407</c:v>
                      </c:pt>
                      <c:pt idx="2379">
                        <c:v>41408</c:v>
                      </c:pt>
                      <c:pt idx="2380">
                        <c:v>41409</c:v>
                      </c:pt>
                      <c:pt idx="2381">
                        <c:v>41410</c:v>
                      </c:pt>
                      <c:pt idx="2382">
                        <c:v>41411</c:v>
                      </c:pt>
                      <c:pt idx="2383">
                        <c:v>41414</c:v>
                      </c:pt>
                      <c:pt idx="2384">
                        <c:v>41415</c:v>
                      </c:pt>
                      <c:pt idx="2385">
                        <c:v>41416</c:v>
                      </c:pt>
                      <c:pt idx="2386">
                        <c:v>41417</c:v>
                      </c:pt>
                      <c:pt idx="2387">
                        <c:v>41418</c:v>
                      </c:pt>
                      <c:pt idx="2388">
                        <c:v>41421</c:v>
                      </c:pt>
                      <c:pt idx="2389">
                        <c:v>41422</c:v>
                      </c:pt>
                      <c:pt idx="2390">
                        <c:v>41423</c:v>
                      </c:pt>
                      <c:pt idx="2391">
                        <c:v>41424</c:v>
                      </c:pt>
                      <c:pt idx="2392">
                        <c:v>41425</c:v>
                      </c:pt>
                      <c:pt idx="2393">
                        <c:v>41428</c:v>
                      </c:pt>
                      <c:pt idx="2394">
                        <c:v>41429</c:v>
                      </c:pt>
                      <c:pt idx="2395">
                        <c:v>41430</c:v>
                      </c:pt>
                      <c:pt idx="2396">
                        <c:v>41431</c:v>
                      </c:pt>
                      <c:pt idx="2397">
                        <c:v>41432</c:v>
                      </c:pt>
                      <c:pt idx="2398">
                        <c:v>41435</c:v>
                      </c:pt>
                      <c:pt idx="2399">
                        <c:v>41436</c:v>
                      </c:pt>
                      <c:pt idx="2400">
                        <c:v>41437</c:v>
                      </c:pt>
                      <c:pt idx="2401">
                        <c:v>41438</c:v>
                      </c:pt>
                      <c:pt idx="2402">
                        <c:v>41439</c:v>
                      </c:pt>
                      <c:pt idx="2403">
                        <c:v>41442</c:v>
                      </c:pt>
                      <c:pt idx="2404">
                        <c:v>41443</c:v>
                      </c:pt>
                      <c:pt idx="2405">
                        <c:v>41444</c:v>
                      </c:pt>
                      <c:pt idx="2406">
                        <c:v>41445</c:v>
                      </c:pt>
                      <c:pt idx="2407">
                        <c:v>41446</c:v>
                      </c:pt>
                      <c:pt idx="2408">
                        <c:v>41449</c:v>
                      </c:pt>
                      <c:pt idx="2409">
                        <c:v>41450</c:v>
                      </c:pt>
                      <c:pt idx="2410">
                        <c:v>41451</c:v>
                      </c:pt>
                      <c:pt idx="2411">
                        <c:v>41452</c:v>
                      </c:pt>
                      <c:pt idx="2412">
                        <c:v>41453</c:v>
                      </c:pt>
                      <c:pt idx="2413">
                        <c:v>41456</c:v>
                      </c:pt>
                      <c:pt idx="2414">
                        <c:v>41457</c:v>
                      </c:pt>
                      <c:pt idx="2415">
                        <c:v>41458</c:v>
                      </c:pt>
                      <c:pt idx="2416">
                        <c:v>41459</c:v>
                      </c:pt>
                      <c:pt idx="2417">
                        <c:v>41460</c:v>
                      </c:pt>
                      <c:pt idx="2418">
                        <c:v>41463</c:v>
                      </c:pt>
                      <c:pt idx="2419">
                        <c:v>41464</c:v>
                      </c:pt>
                      <c:pt idx="2420">
                        <c:v>41465</c:v>
                      </c:pt>
                      <c:pt idx="2421">
                        <c:v>41466</c:v>
                      </c:pt>
                      <c:pt idx="2422">
                        <c:v>41467</c:v>
                      </c:pt>
                      <c:pt idx="2423">
                        <c:v>41470</c:v>
                      </c:pt>
                      <c:pt idx="2424">
                        <c:v>41471</c:v>
                      </c:pt>
                      <c:pt idx="2425">
                        <c:v>41472</c:v>
                      </c:pt>
                      <c:pt idx="2426">
                        <c:v>41473</c:v>
                      </c:pt>
                      <c:pt idx="2427">
                        <c:v>41474</c:v>
                      </c:pt>
                      <c:pt idx="2428">
                        <c:v>41477</c:v>
                      </c:pt>
                      <c:pt idx="2429">
                        <c:v>41478</c:v>
                      </c:pt>
                      <c:pt idx="2430">
                        <c:v>41479</c:v>
                      </c:pt>
                      <c:pt idx="2431">
                        <c:v>41480</c:v>
                      </c:pt>
                      <c:pt idx="2432">
                        <c:v>41481</c:v>
                      </c:pt>
                      <c:pt idx="2433">
                        <c:v>41484</c:v>
                      </c:pt>
                      <c:pt idx="2434">
                        <c:v>41485</c:v>
                      </c:pt>
                      <c:pt idx="2435">
                        <c:v>41486</c:v>
                      </c:pt>
                      <c:pt idx="2436">
                        <c:v>41487</c:v>
                      </c:pt>
                      <c:pt idx="2437">
                        <c:v>41488</c:v>
                      </c:pt>
                      <c:pt idx="2438">
                        <c:v>41491</c:v>
                      </c:pt>
                      <c:pt idx="2439">
                        <c:v>41492</c:v>
                      </c:pt>
                      <c:pt idx="2440">
                        <c:v>41493</c:v>
                      </c:pt>
                      <c:pt idx="2441">
                        <c:v>41494</c:v>
                      </c:pt>
                      <c:pt idx="2442">
                        <c:v>41495</c:v>
                      </c:pt>
                      <c:pt idx="2443">
                        <c:v>41498</c:v>
                      </c:pt>
                      <c:pt idx="2444">
                        <c:v>41499</c:v>
                      </c:pt>
                      <c:pt idx="2445">
                        <c:v>41500</c:v>
                      </c:pt>
                      <c:pt idx="2446">
                        <c:v>41501</c:v>
                      </c:pt>
                      <c:pt idx="2447">
                        <c:v>41502</c:v>
                      </c:pt>
                      <c:pt idx="2448">
                        <c:v>41505</c:v>
                      </c:pt>
                      <c:pt idx="2449">
                        <c:v>41506</c:v>
                      </c:pt>
                      <c:pt idx="2450">
                        <c:v>41507</c:v>
                      </c:pt>
                      <c:pt idx="2451">
                        <c:v>41508</c:v>
                      </c:pt>
                      <c:pt idx="2452">
                        <c:v>41509</c:v>
                      </c:pt>
                      <c:pt idx="2453">
                        <c:v>41512</c:v>
                      </c:pt>
                      <c:pt idx="2454">
                        <c:v>41513</c:v>
                      </c:pt>
                      <c:pt idx="2455">
                        <c:v>41514</c:v>
                      </c:pt>
                      <c:pt idx="2456">
                        <c:v>41515</c:v>
                      </c:pt>
                      <c:pt idx="2457">
                        <c:v>41516</c:v>
                      </c:pt>
                      <c:pt idx="2458">
                        <c:v>41519</c:v>
                      </c:pt>
                      <c:pt idx="2459">
                        <c:v>41520</c:v>
                      </c:pt>
                      <c:pt idx="2460">
                        <c:v>41521</c:v>
                      </c:pt>
                      <c:pt idx="2461">
                        <c:v>41522</c:v>
                      </c:pt>
                      <c:pt idx="2462">
                        <c:v>41523</c:v>
                      </c:pt>
                      <c:pt idx="2463">
                        <c:v>41526</c:v>
                      </c:pt>
                      <c:pt idx="2464">
                        <c:v>41527</c:v>
                      </c:pt>
                      <c:pt idx="2465">
                        <c:v>41528</c:v>
                      </c:pt>
                      <c:pt idx="2466">
                        <c:v>41529</c:v>
                      </c:pt>
                      <c:pt idx="2467">
                        <c:v>41530</c:v>
                      </c:pt>
                      <c:pt idx="2468">
                        <c:v>41533</c:v>
                      </c:pt>
                      <c:pt idx="2469">
                        <c:v>41534</c:v>
                      </c:pt>
                      <c:pt idx="2470">
                        <c:v>41535</c:v>
                      </c:pt>
                      <c:pt idx="2471">
                        <c:v>41536</c:v>
                      </c:pt>
                      <c:pt idx="2472">
                        <c:v>41537</c:v>
                      </c:pt>
                      <c:pt idx="2473">
                        <c:v>41540</c:v>
                      </c:pt>
                      <c:pt idx="2474">
                        <c:v>41541</c:v>
                      </c:pt>
                      <c:pt idx="2475">
                        <c:v>41542</c:v>
                      </c:pt>
                      <c:pt idx="2476">
                        <c:v>41543</c:v>
                      </c:pt>
                      <c:pt idx="2477">
                        <c:v>41544</c:v>
                      </c:pt>
                      <c:pt idx="2478">
                        <c:v>41547</c:v>
                      </c:pt>
                      <c:pt idx="2479">
                        <c:v>41548</c:v>
                      </c:pt>
                      <c:pt idx="2480">
                        <c:v>41549</c:v>
                      </c:pt>
                      <c:pt idx="2481">
                        <c:v>41550</c:v>
                      </c:pt>
                      <c:pt idx="2482">
                        <c:v>41551</c:v>
                      </c:pt>
                      <c:pt idx="2483">
                        <c:v>41554</c:v>
                      </c:pt>
                      <c:pt idx="2484">
                        <c:v>41555</c:v>
                      </c:pt>
                      <c:pt idx="2485">
                        <c:v>41556</c:v>
                      </c:pt>
                      <c:pt idx="2486">
                        <c:v>41557</c:v>
                      </c:pt>
                      <c:pt idx="2487">
                        <c:v>41558</c:v>
                      </c:pt>
                      <c:pt idx="2488">
                        <c:v>41561</c:v>
                      </c:pt>
                      <c:pt idx="2489">
                        <c:v>41562</c:v>
                      </c:pt>
                      <c:pt idx="2490">
                        <c:v>41563</c:v>
                      </c:pt>
                      <c:pt idx="2491">
                        <c:v>41564</c:v>
                      </c:pt>
                      <c:pt idx="2492">
                        <c:v>41565</c:v>
                      </c:pt>
                      <c:pt idx="2493">
                        <c:v>41568</c:v>
                      </c:pt>
                      <c:pt idx="2494">
                        <c:v>41569</c:v>
                      </c:pt>
                      <c:pt idx="2495">
                        <c:v>41570</c:v>
                      </c:pt>
                      <c:pt idx="2496">
                        <c:v>41571</c:v>
                      </c:pt>
                      <c:pt idx="2497">
                        <c:v>41572</c:v>
                      </c:pt>
                      <c:pt idx="2498">
                        <c:v>41575</c:v>
                      </c:pt>
                      <c:pt idx="2499">
                        <c:v>41576</c:v>
                      </c:pt>
                      <c:pt idx="2500">
                        <c:v>41577</c:v>
                      </c:pt>
                      <c:pt idx="2501">
                        <c:v>41578</c:v>
                      </c:pt>
                      <c:pt idx="2502">
                        <c:v>41579</c:v>
                      </c:pt>
                      <c:pt idx="2503">
                        <c:v>41582</c:v>
                      </c:pt>
                      <c:pt idx="2504">
                        <c:v>41583</c:v>
                      </c:pt>
                      <c:pt idx="2505">
                        <c:v>41584</c:v>
                      </c:pt>
                      <c:pt idx="2506">
                        <c:v>41585</c:v>
                      </c:pt>
                      <c:pt idx="2507">
                        <c:v>41586</c:v>
                      </c:pt>
                      <c:pt idx="2508">
                        <c:v>41589</c:v>
                      </c:pt>
                      <c:pt idx="2509">
                        <c:v>41590</c:v>
                      </c:pt>
                      <c:pt idx="2510">
                        <c:v>41591</c:v>
                      </c:pt>
                      <c:pt idx="2511">
                        <c:v>41592</c:v>
                      </c:pt>
                      <c:pt idx="2512">
                        <c:v>41593</c:v>
                      </c:pt>
                      <c:pt idx="2513">
                        <c:v>41596</c:v>
                      </c:pt>
                      <c:pt idx="2514">
                        <c:v>41597</c:v>
                      </c:pt>
                      <c:pt idx="2515">
                        <c:v>41598</c:v>
                      </c:pt>
                      <c:pt idx="2516">
                        <c:v>41599</c:v>
                      </c:pt>
                      <c:pt idx="2517">
                        <c:v>41600</c:v>
                      </c:pt>
                      <c:pt idx="2518">
                        <c:v>41603</c:v>
                      </c:pt>
                      <c:pt idx="2519">
                        <c:v>41604</c:v>
                      </c:pt>
                      <c:pt idx="2520">
                        <c:v>41605</c:v>
                      </c:pt>
                      <c:pt idx="2521">
                        <c:v>41606</c:v>
                      </c:pt>
                      <c:pt idx="2522">
                        <c:v>41607</c:v>
                      </c:pt>
                      <c:pt idx="2523">
                        <c:v>41610</c:v>
                      </c:pt>
                      <c:pt idx="2524">
                        <c:v>41611</c:v>
                      </c:pt>
                      <c:pt idx="2525">
                        <c:v>41612</c:v>
                      </c:pt>
                      <c:pt idx="2526">
                        <c:v>41613</c:v>
                      </c:pt>
                      <c:pt idx="2527">
                        <c:v>41614</c:v>
                      </c:pt>
                      <c:pt idx="2528">
                        <c:v>41617</c:v>
                      </c:pt>
                      <c:pt idx="2529">
                        <c:v>41618</c:v>
                      </c:pt>
                      <c:pt idx="2530">
                        <c:v>41619</c:v>
                      </c:pt>
                      <c:pt idx="2531">
                        <c:v>41620</c:v>
                      </c:pt>
                      <c:pt idx="2532">
                        <c:v>41621</c:v>
                      </c:pt>
                      <c:pt idx="2533">
                        <c:v>41624</c:v>
                      </c:pt>
                      <c:pt idx="2534">
                        <c:v>41625</c:v>
                      </c:pt>
                      <c:pt idx="2535">
                        <c:v>41626</c:v>
                      </c:pt>
                      <c:pt idx="2536">
                        <c:v>41627</c:v>
                      </c:pt>
                      <c:pt idx="2537">
                        <c:v>41628</c:v>
                      </c:pt>
                      <c:pt idx="2538">
                        <c:v>41631</c:v>
                      </c:pt>
                      <c:pt idx="2539">
                        <c:v>41632</c:v>
                      </c:pt>
                      <c:pt idx="2540">
                        <c:v>41633</c:v>
                      </c:pt>
                      <c:pt idx="2541">
                        <c:v>41634</c:v>
                      </c:pt>
                      <c:pt idx="2542">
                        <c:v>41635</c:v>
                      </c:pt>
                      <c:pt idx="2543">
                        <c:v>41638</c:v>
                      </c:pt>
                      <c:pt idx="2544">
                        <c:v>41639</c:v>
                      </c:pt>
                      <c:pt idx="2545">
                        <c:v>41640</c:v>
                      </c:pt>
                      <c:pt idx="2546">
                        <c:v>41641</c:v>
                      </c:pt>
                      <c:pt idx="2547">
                        <c:v>41642</c:v>
                      </c:pt>
                      <c:pt idx="2548">
                        <c:v>41645</c:v>
                      </c:pt>
                      <c:pt idx="2549">
                        <c:v>41646</c:v>
                      </c:pt>
                      <c:pt idx="2550">
                        <c:v>41647</c:v>
                      </c:pt>
                      <c:pt idx="2551">
                        <c:v>41648</c:v>
                      </c:pt>
                      <c:pt idx="2552">
                        <c:v>41649</c:v>
                      </c:pt>
                      <c:pt idx="2553">
                        <c:v>41652</c:v>
                      </c:pt>
                      <c:pt idx="2554">
                        <c:v>41653</c:v>
                      </c:pt>
                      <c:pt idx="2555">
                        <c:v>41654</c:v>
                      </c:pt>
                      <c:pt idx="2556">
                        <c:v>41655</c:v>
                      </c:pt>
                      <c:pt idx="2557">
                        <c:v>41656</c:v>
                      </c:pt>
                      <c:pt idx="2558">
                        <c:v>41659</c:v>
                      </c:pt>
                      <c:pt idx="2559">
                        <c:v>41660</c:v>
                      </c:pt>
                      <c:pt idx="2560">
                        <c:v>41661</c:v>
                      </c:pt>
                      <c:pt idx="2561">
                        <c:v>41662</c:v>
                      </c:pt>
                      <c:pt idx="2562">
                        <c:v>41663</c:v>
                      </c:pt>
                      <c:pt idx="2563">
                        <c:v>41666</c:v>
                      </c:pt>
                      <c:pt idx="2564">
                        <c:v>41667</c:v>
                      </c:pt>
                      <c:pt idx="2565">
                        <c:v>41668</c:v>
                      </c:pt>
                      <c:pt idx="2566">
                        <c:v>41669</c:v>
                      </c:pt>
                      <c:pt idx="2567">
                        <c:v>41670</c:v>
                      </c:pt>
                      <c:pt idx="2568">
                        <c:v>41673</c:v>
                      </c:pt>
                      <c:pt idx="2569">
                        <c:v>41674</c:v>
                      </c:pt>
                      <c:pt idx="2570">
                        <c:v>41675</c:v>
                      </c:pt>
                      <c:pt idx="2571">
                        <c:v>41676</c:v>
                      </c:pt>
                      <c:pt idx="2572">
                        <c:v>41677</c:v>
                      </c:pt>
                      <c:pt idx="2573">
                        <c:v>41680</c:v>
                      </c:pt>
                      <c:pt idx="2574">
                        <c:v>41681</c:v>
                      </c:pt>
                      <c:pt idx="2575">
                        <c:v>41682</c:v>
                      </c:pt>
                      <c:pt idx="2576">
                        <c:v>41683</c:v>
                      </c:pt>
                      <c:pt idx="2577">
                        <c:v>41684</c:v>
                      </c:pt>
                      <c:pt idx="2578">
                        <c:v>41687</c:v>
                      </c:pt>
                      <c:pt idx="2579">
                        <c:v>41688</c:v>
                      </c:pt>
                      <c:pt idx="2580">
                        <c:v>41689</c:v>
                      </c:pt>
                      <c:pt idx="2581">
                        <c:v>41690</c:v>
                      </c:pt>
                      <c:pt idx="2582">
                        <c:v>41691</c:v>
                      </c:pt>
                      <c:pt idx="2583">
                        <c:v>41694</c:v>
                      </c:pt>
                      <c:pt idx="2584">
                        <c:v>41695</c:v>
                      </c:pt>
                      <c:pt idx="2585">
                        <c:v>41696</c:v>
                      </c:pt>
                      <c:pt idx="2586">
                        <c:v>41697</c:v>
                      </c:pt>
                      <c:pt idx="2587">
                        <c:v>41698</c:v>
                      </c:pt>
                      <c:pt idx="2588">
                        <c:v>41701</c:v>
                      </c:pt>
                      <c:pt idx="2589">
                        <c:v>41702</c:v>
                      </c:pt>
                      <c:pt idx="2590">
                        <c:v>41703</c:v>
                      </c:pt>
                      <c:pt idx="2591">
                        <c:v>41704</c:v>
                      </c:pt>
                      <c:pt idx="2592">
                        <c:v>41705</c:v>
                      </c:pt>
                      <c:pt idx="2593">
                        <c:v>41708</c:v>
                      </c:pt>
                      <c:pt idx="2594">
                        <c:v>41709</c:v>
                      </c:pt>
                      <c:pt idx="2595">
                        <c:v>41710</c:v>
                      </c:pt>
                      <c:pt idx="2596">
                        <c:v>41711</c:v>
                      </c:pt>
                      <c:pt idx="2597">
                        <c:v>41712</c:v>
                      </c:pt>
                      <c:pt idx="2598">
                        <c:v>41715</c:v>
                      </c:pt>
                      <c:pt idx="2599">
                        <c:v>41716</c:v>
                      </c:pt>
                      <c:pt idx="2600">
                        <c:v>41717</c:v>
                      </c:pt>
                      <c:pt idx="2601">
                        <c:v>41718</c:v>
                      </c:pt>
                      <c:pt idx="2602">
                        <c:v>41719</c:v>
                      </c:pt>
                      <c:pt idx="2603">
                        <c:v>41722</c:v>
                      </c:pt>
                      <c:pt idx="2604">
                        <c:v>41723</c:v>
                      </c:pt>
                      <c:pt idx="2605">
                        <c:v>41724</c:v>
                      </c:pt>
                      <c:pt idx="2606">
                        <c:v>41725</c:v>
                      </c:pt>
                      <c:pt idx="2607">
                        <c:v>41726</c:v>
                      </c:pt>
                      <c:pt idx="2608">
                        <c:v>41729</c:v>
                      </c:pt>
                      <c:pt idx="2609">
                        <c:v>41730</c:v>
                      </c:pt>
                      <c:pt idx="2610">
                        <c:v>41731</c:v>
                      </c:pt>
                      <c:pt idx="2611">
                        <c:v>41732</c:v>
                      </c:pt>
                      <c:pt idx="2612">
                        <c:v>41733</c:v>
                      </c:pt>
                      <c:pt idx="2613">
                        <c:v>41736</c:v>
                      </c:pt>
                      <c:pt idx="2614">
                        <c:v>41737</c:v>
                      </c:pt>
                      <c:pt idx="2615">
                        <c:v>41738</c:v>
                      </c:pt>
                      <c:pt idx="2616">
                        <c:v>41739</c:v>
                      </c:pt>
                      <c:pt idx="2617">
                        <c:v>41740</c:v>
                      </c:pt>
                      <c:pt idx="2618">
                        <c:v>41743</c:v>
                      </c:pt>
                      <c:pt idx="2619">
                        <c:v>41744</c:v>
                      </c:pt>
                      <c:pt idx="2620">
                        <c:v>41745</c:v>
                      </c:pt>
                      <c:pt idx="2621">
                        <c:v>41746</c:v>
                      </c:pt>
                      <c:pt idx="2622">
                        <c:v>41747</c:v>
                      </c:pt>
                      <c:pt idx="2623">
                        <c:v>41750</c:v>
                      </c:pt>
                      <c:pt idx="2624">
                        <c:v>41751</c:v>
                      </c:pt>
                      <c:pt idx="2625">
                        <c:v>41752</c:v>
                      </c:pt>
                      <c:pt idx="2626">
                        <c:v>41753</c:v>
                      </c:pt>
                      <c:pt idx="2627">
                        <c:v>41754</c:v>
                      </c:pt>
                      <c:pt idx="2628">
                        <c:v>41757</c:v>
                      </c:pt>
                      <c:pt idx="2629">
                        <c:v>41758</c:v>
                      </c:pt>
                      <c:pt idx="2630">
                        <c:v>41759</c:v>
                      </c:pt>
                      <c:pt idx="2631">
                        <c:v>41760</c:v>
                      </c:pt>
                      <c:pt idx="2632">
                        <c:v>41761</c:v>
                      </c:pt>
                      <c:pt idx="2633">
                        <c:v>41764</c:v>
                      </c:pt>
                      <c:pt idx="2634">
                        <c:v>41765</c:v>
                      </c:pt>
                      <c:pt idx="2635">
                        <c:v>41766</c:v>
                      </c:pt>
                      <c:pt idx="2636">
                        <c:v>41767</c:v>
                      </c:pt>
                      <c:pt idx="2637">
                        <c:v>41768</c:v>
                      </c:pt>
                      <c:pt idx="2638">
                        <c:v>41771</c:v>
                      </c:pt>
                      <c:pt idx="2639">
                        <c:v>41772</c:v>
                      </c:pt>
                      <c:pt idx="2640">
                        <c:v>41773</c:v>
                      </c:pt>
                      <c:pt idx="2641">
                        <c:v>41774</c:v>
                      </c:pt>
                      <c:pt idx="2642">
                        <c:v>41775</c:v>
                      </c:pt>
                      <c:pt idx="2643">
                        <c:v>41778</c:v>
                      </c:pt>
                      <c:pt idx="2644">
                        <c:v>41779</c:v>
                      </c:pt>
                      <c:pt idx="2645">
                        <c:v>41780</c:v>
                      </c:pt>
                      <c:pt idx="2646">
                        <c:v>41781</c:v>
                      </c:pt>
                      <c:pt idx="2647">
                        <c:v>41782</c:v>
                      </c:pt>
                      <c:pt idx="2648">
                        <c:v>41785</c:v>
                      </c:pt>
                      <c:pt idx="2649">
                        <c:v>41786</c:v>
                      </c:pt>
                      <c:pt idx="2650">
                        <c:v>41787</c:v>
                      </c:pt>
                      <c:pt idx="2651">
                        <c:v>41788</c:v>
                      </c:pt>
                      <c:pt idx="2652">
                        <c:v>41789</c:v>
                      </c:pt>
                      <c:pt idx="2653">
                        <c:v>41792</c:v>
                      </c:pt>
                      <c:pt idx="2654">
                        <c:v>41793</c:v>
                      </c:pt>
                      <c:pt idx="2655">
                        <c:v>41794</c:v>
                      </c:pt>
                      <c:pt idx="2656">
                        <c:v>41795</c:v>
                      </c:pt>
                      <c:pt idx="2657">
                        <c:v>41796</c:v>
                      </c:pt>
                      <c:pt idx="2658">
                        <c:v>41799</c:v>
                      </c:pt>
                      <c:pt idx="2659">
                        <c:v>41800</c:v>
                      </c:pt>
                      <c:pt idx="2660">
                        <c:v>41801</c:v>
                      </c:pt>
                      <c:pt idx="2661">
                        <c:v>41802</c:v>
                      </c:pt>
                      <c:pt idx="2662">
                        <c:v>41803</c:v>
                      </c:pt>
                      <c:pt idx="2663">
                        <c:v>41806</c:v>
                      </c:pt>
                      <c:pt idx="2664">
                        <c:v>41807</c:v>
                      </c:pt>
                      <c:pt idx="2665">
                        <c:v>41808</c:v>
                      </c:pt>
                      <c:pt idx="2666">
                        <c:v>41809</c:v>
                      </c:pt>
                      <c:pt idx="2667">
                        <c:v>41810</c:v>
                      </c:pt>
                      <c:pt idx="2668">
                        <c:v>41813</c:v>
                      </c:pt>
                      <c:pt idx="2669">
                        <c:v>41814</c:v>
                      </c:pt>
                      <c:pt idx="2670">
                        <c:v>41815</c:v>
                      </c:pt>
                      <c:pt idx="2671">
                        <c:v>41816</c:v>
                      </c:pt>
                      <c:pt idx="2672">
                        <c:v>41817</c:v>
                      </c:pt>
                      <c:pt idx="2673">
                        <c:v>41820</c:v>
                      </c:pt>
                      <c:pt idx="2674">
                        <c:v>41821</c:v>
                      </c:pt>
                      <c:pt idx="2675">
                        <c:v>41822</c:v>
                      </c:pt>
                      <c:pt idx="2676">
                        <c:v>41823</c:v>
                      </c:pt>
                      <c:pt idx="2677">
                        <c:v>41824</c:v>
                      </c:pt>
                      <c:pt idx="2678">
                        <c:v>41827</c:v>
                      </c:pt>
                      <c:pt idx="2679">
                        <c:v>41828</c:v>
                      </c:pt>
                      <c:pt idx="2680">
                        <c:v>41829</c:v>
                      </c:pt>
                      <c:pt idx="2681">
                        <c:v>41830</c:v>
                      </c:pt>
                      <c:pt idx="2682">
                        <c:v>41831</c:v>
                      </c:pt>
                      <c:pt idx="2683">
                        <c:v>41834</c:v>
                      </c:pt>
                      <c:pt idx="2684">
                        <c:v>41835</c:v>
                      </c:pt>
                      <c:pt idx="2685">
                        <c:v>41836</c:v>
                      </c:pt>
                      <c:pt idx="2686">
                        <c:v>41837</c:v>
                      </c:pt>
                      <c:pt idx="2687">
                        <c:v>41838</c:v>
                      </c:pt>
                      <c:pt idx="2688">
                        <c:v>41841</c:v>
                      </c:pt>
                      <c:pt idx="2689">
                        <c:v>41842</c:v>
                      </c:pt>
                      <c:pt idx="2690">
                        <c:v>41843</c:v>
                      </c:pt>
                      <c:pt idx="2691">
                        <c:v>41844</c:v>
                      </c:pt>
                      <c:pt idx="2692">
                        <c:v>41845</c:v>
                      </c:pt>
                      <c:pt idx="2693">
                        <c:v>41848</c:v>
                      </c:pt>
                      <c:pt idx="2694">
                        <c:v>41849</c:v>
                      </c:pt>
                      <c:pt idx="2695">
                        <c:v>41850</c:v>
                      </c:pt>
                      <c:pt idx="2696">
                        <c:v>41851</c:v>
                      </c:pt>
                      <c:pt idx="2697">
                        <c:v>41852</c:v>
                      </c:pt>
                      <c:pt idx="2698">
                        <c:v>41855</c:v>
                      </c:pt>
                      <c:pt idx="2699">
                        <c:v>41856</c:v>
                      </c:pt>
                      <c:pt idx="2700">
                        <c:v>41857</c:v>
                      </c:pt>
                      <c:pt idx="2701">
                        <c:v>41858</c:v>
                      </c:pt>
                      <c:pt idx="2702">
                        <c:v>41859</c:v>
                      </c:pt>
                      <c:pt idx="2703">
                        <c:v>41862</c:v>
                      </c:pt>
                      <c:pt idx="2704">
                        <c:v>41863</c:v>
                      </c:pt>
                      <c:pt idx="2705">
                        <c:v>41864</c:v>
                      </c:pt>
                      <c:pt idx="2706">
                        <c:v>41865</c:v>
                      </c:pt>
                      <c:pt idx="2707">
                        <c:v>41866</c:v>
                      </c:pt>
                      <c:pt idx="2708">
                        <c:v>41869</c:v>
                      </c:pt>
                      <c:pt idx="2709">
                        <c:v>41870</c:v>
                      </c:pt>
                      <c:pt idx="2710">
                        <c:v>41871</c:v>
                      </c:pt>
                      <c:pt idx="2711">
                        <c:v>41872</c:v>
                      </c:pt>
                      <c:pt idx="2712">
                        <c:v>41873</c:v>
                      </c:pt>
                      <c:pt idx="2713">
                        <c:v>41876</c:v>
                      </c:pt>
                      <c:pt idx="2714">
                        <c:v>41877</c:v>
                      </c:pt>
                      <c:pt idx="2715">
                        <c:v>41878</c:v>
                      </c:pt>
                      <c:pt idx="2716">
                        <c:v>41879</c:v>
                      </c:pt>
                      <c:pt idx="2717">
                        <c:v>41880</c:v>
                      </c:pt>
                      <c:pt idx="2718">
                        <c:v>41883</c:v>
                      </c:pt>
                      <c:pt idx="2719">
                        <c:v>41884</c:v>
                      </c:pt>
                      <c:pt idx="2720">
                        <c:v>41885</c:v>
                      </c:pt>
                      <c:pt idx="2721">
                        <c:v>41886</c:v>
                      </c:pt>
                      <c:pt idx="2722">
                        <c:v>41887</c:v>
                      </c:pt>
                      <c:pt idx="2723">
                        <c:v>41890</c:v>
                      </c:pt>
                      <c:pt idx="2724">
                        <c:v>41891</c:v>
                      </c:pt>
                      <c:pt idx="2725">
                        <c:v>41892</c:v>
                      </c:pt>
                      <c:pt idx="2726">
                        <c:v>41893</c:v>
                      </c:pt>
                      <c:pt idx="2727">
                        <c:v>41894</c:v>
                      </c:pt>
                      <c:pt idx="2728">
                        <c:v>41897</c:v>
                      </c:pt>
                      <c:pt idx="2729">
                        <c:v>41898</c:v>
                      </c:pt>
                      <c:pt idx="2730">
                        <c:v>41899</c:v>
                      </c:pt>
                      <c:pt idx="2731">
                        <c:v>41900</c:v>
                      </c:pt>
                      <c:pt idx="2732">
                        <c:v>41901</c:v>
                      </c:pt>
                      <c:pt idx="2733">
                        <c:v>41904</c:v>
                      </c:pt>
                      <c:pt idx="2734">
                        <c:v>41905</c:v>
                      </c:pt>
                      <c:pt idx="2735">
                        <c:v>41906</c:v>
                      </c:pt>
                      <c:pt idx="2736">
                        <c:v>41907</c:v>
                      </c:pt>
                      <c:pt idx="2737">
                        <c:v>41908</c:v>
                      </c:pt>
                      <c:pt idx="2738">
                        <c:v>41911</c:v>
                      </c:pt>
                      <c:pt idx="2739">
                        <c:v>41912</c:v>
                      </c:pt>
                      <c:pt idx="2740">
                        <c:v>41913</c:v>
                      </c:pt>
                      <c:pt idx="2741">
                        <c:v>41914</c:v>
                      </c:pt>
                      <c:pt idx="2742">
                        <c:v>41915</c:v>
                      </c:pt>
                      <c:pt idx="2743">
                        <c:v>41918</c:v>
                      </c:pt>
                      <c:pt idx="2744">
                        <c:v>41919</c:v>
                      </c:pt>
                      <c:pt idx="2745">
                        <c:v>41920</c:v>
                      </c:pt>
                      <c:pt idx="2746">
                        <c:v>41921</c:v>
                      </c:pt>
                      <c:pt idx="2747">
                        <c:v>41922</c:v>
                      </c:pt>
                      <c:pt idx="2748">
                        <c:v>41925</c:v>
                      </c:pt>
                      <c:pt idx="2749">
                        <c:v>41926</c:v>
                      </c:pt>
                      <c:pt idx="2750">
                        <c:v>41927</c:v>
                      </c:pt>
                      <c:pt idx="2751">
                        <c:v>41928</c:v>
                      </c:pt>
                      <c:pt idx="2752">
                        <c:v>41929</c:v>
                      </c:pt>
                      <c:pt idx="2753">
                        <c:v>41932</c:v>
                      </c:pt>
                      <c:pt idx="2754">
                        <c:v>41933</c:v>
                      </c:pt>
                      <c:pt idx="2755">
                        <c:v>41934</c:v>
                      </c:pt>
                      <c:pt idx="2756">
                        <c:v>41935</c:v>
                      </c:pt>
                      <c:pt idx="2757">
                        <c:v>41936</c:v>
                      </c:pt>
                      <c:pt idx="2758">
                        <c:v>41939</c:v>
                      </c:pt>
                      <c:pt idx="2759">
                        <c:v>41940</c:v>
                      </c:pt>
                      <c:pt idx="2760">
                        <c:v>41941</c:v>
                      </c:pt>
                      <c:pt idx="2761">
                        <c:v>41942</c:v>
                      </c:pt>
                      <c:pt idx="2762">
                        <c:v>41943</c:v>
                      </c:pt>
                      <c:pt idx="2763">
                        <c:v>41946</c:v>
                      </c:pt>
                      <c:pt idx="2764">
                        <c:v>41947</c:v>
                      </c:pt>
                      <c:pt idx="2765">
                        <c:v>41948</c:v>
                      </c:pt>
                      <c:pt idx="2766">
                        <c:v>41949</c:v>
                      </c:pt>
                      <c:pt idx="2767">
                        <c:v>41950</c:v>
                      </c:pt>
                      <c:pt idx="2768">
                        <c:v>41953</c:v>
                      </c:pt>
                      <c:pt idx="2769">
                        <c:v>41954</c:v>
                      </c:pt>
                      <c:pt idx="2770">
                        <c:v>41955</c:v>
                      </c:pt>
                      <c:pt idx="2771">
                        <c:v>41956</c:v>
                      </c:pt>
                      <c:pt idx="2772">
                        <c:v>41957</c:v>
                      </c:pt>
                      <c:pt idx="2773">
                        <c:v>41960</c:v>
                      </c:pt>
                      <c:pt idx="2774">
                        <c:v>41961</c:v>
                      </c:pt>
                      <c:pt idx="2775">
                        <c:v>41962</c:v>
                      </c:pt>
                      <c:pt idx="2776">
                        <c:v>41963</c:v>
                      </c:pt>
                      <c:pt idx="2777">
                        <c:v>41964</c:v>
                      </c:pt>
                      <c:pt idx="2778">
                        <c:v>41967</c:v>
                      </c:pt>
                      <c:pt idx="2779">
                        <c:v>41968</c:v>
                      </c:pt>
                      <c:pt idx="2780">
                        <c:v>41969</c:v>
                      </c:pt>
                      <c:pt idx="2781">
                        <c:v>41970</c:v>
                      </c:pt>
                      <c:pt idx="2782">
                        <c:v>41971</c:v>
                      </c:pt>
                      <c:pt idx="2783">
                        <c:v>41974</c:v>
                      </c:pt>
                      <c:pt idx="2784">
                        <c:v>41975</c:v>
                      </c:pt>
                      <c:pt idx="2785">
                        <c:v>41976</c:v>
                      </c:pt>
                      <c:pt idx="2786">
                        <c:v>41977</c:v>
                      </c:pt>
                      <c:pt idx="2787">
                        <c:v>41978</c:v>
                      </c:pt>
                      <c:pt idx="2788">
                        <c:v>41981</c:v>
                      </c:pt>
                      <c:pt idx="2789">
                        <c:v>41982</c:v>
                      </c:pt>
                      <c:pt idx="2790">
                        <c:v>41983</c:v>
                      </c:pt>
                      <c:pt idx="2791">
                        <c:v>41984</c:v>
                      </c:pt>
                      <c:pt idx="2792">
                        <c:v>41985</c:v>
                      </c:pt>
                      <c:pt idx="2793">
                        <c:v>41988</c:v>
                      </c:pt>
                      <c:pt idx="2794">
                        <c:v>41989</c:v>
                      </c:pt>
                      <c:pt idx="2795">
                        <c:v>41990</c:v>
                      </c:pt>
                      <c:pt idx="2796">
                        <c:v>41991</c:v>
                      </c:pt>
                      <c:pt idx="2797">
                        <c:v>41992</c:v>
                      </c:pt>
                      <c:pt idx="2798">
                        <c:v>41995</c:v>
                      </c:pt>
                      <c:pt idx="2799">
                        <c:v>41996</c:v>
                      </c:pt>
                      <c:pt idx="2800">
                        <c:v>41997</c:v>
                      </c:pt>
                      <c:pt idx="2801">
                        <c:v>41998</c:v>
                      </c:pt>
                      <c:pt idx="2802">
                        <c:v>41999</c:v>
                      </c:pt>
                      <c:pt idx="2803">
                        <c:v>42002</c:v>
                      </c:pt>
                      <c:pt idx="2804">
                        <c:v>42003</c:v>
                      </c:pt>
                      <c:pt idx="2805">
                        <c:v>42004</c:v>
                      </c:pt>
                      <c:pt idx="2806">
                        <c:v>42005</c:v>
                      </c:pt>
                      <c:pt idx="2807">
                        <c:v>42006</c:v>
                      </c:pt>
                      <c:pt idx="2808">
                        <c:v>42009</c:v>
                      </c:pt>
                      <c:pt idx="2809">
                        <c:v>42010</c:v>
                      </c:pt>
                      <c:pt idx="2810">
                        <c:v>42011</c:v>
                      </c:pt>
                      <c:pt idx="2811">
                        <c:v>42012</c:v>
                      </c:pt>
                      <c:pt idx="2812">
                        <c:v>42013</c:v>
                      </c:pt>
                      <c:pt idx="2813">
                        <c:v>42016</c:v>
                      </c:pt>
                      <c:pt idx="2814">
                        <c:v>42017</c:v>
                      </c:pt>
                      <c:pt idx="2815">
                        <c:v>42018</c:v>
                      </c:pt>
                      <c:pt idx="2816">
                        <c:v>42019</c:v>
                      </c:pt>
                      <c:pt idx="2817">
                        <c:v>42020</c:v>
                      </c:pt>
                      <c:pt idx="2818">
                        <c:v>42023</c:v>
                      </c:pt>
                      <c:pt idx="2819">
                        <c:v>42024</c:v>
                      </c:pt>
                      <c:pt idx="2820">
                        <c:v>42025</c:v>
                      </c:pt>
                      <c:pt idx="2821">
                        <c:v>42026</c:v>
                      </c:pt>
                      <c:pt idx="2822">
                        <c:v>42027</c:v>
                      </c:pt>
                      <c:pt idx="2823">
                        <c:v>42030</c:v>
                      </c:pt>
                      <c:pt idx="2824">
                        <c:v>42031</c:v>
                      </c:pt>
                      <c:pt idx="2825">
                        <c:v>42032</c:v>
                      </c:pt>
                      <c:pt idx="2826">
                        <c:v>42033</c:v>
                      </c:pt>
                      <c:pt idx="2827">
                        <c:v>42034</c:v>
                      </c:pt>
                      <c:pt idx="2828">
                        <c:v>42037</c:v>
                      </c:pt>
                      <c:pt idx="2829">
                        <c:v>42038</c:v>
                      </c:pt>
                      <c:pt idx="2830">
                        <c:v>42039</c:v>
                      </c:pt>
                      <c:pt idx="2831">
                        <c:v>42040</c:v>
                      </c:pt>
                      <c:pt idx="2832">
                        <c:v>42041</c:v>
                      </c:pt>
                      <c:pt idx="2833">
                        <c:v>42044</c:v>
                      </c:pt>
                      <c:pt idx="2834">
                        <c:v>42045</c:v>
                      </c:pt>
                      <c:pt idx="2835">
                        <c:v>42046</c:v>
                      </c:pt>
                      <c:pt idx="2836">
                        <c:v>42047</c:v>
                      </c:pt>
                      <c:pt idx="2837">
                        <c:v>42048</c:v>
                      </c:pt>
                      <c:pt idx="2838">
                        <c:v>42051</c:v>
                      </c:pt>
                      <c:pt idx="2839">
                        <c:v>42052</c:v>
                      </c:pt>
                      <c:pt idx="2840">
                        <c:v>42053</c:v>
                      </c:pt>
                      <c:pt idx="2841">
                        <c:v>42054</c:v>
                      </c:pt>
                      <c:pt idx="2842">
                        <c:v>42055</c:v>
                      </c:pt>
                      <c:pt idx="2843">
                        <c:v>42058</c:v>
                      </c:pt>
                      <c:pt idx="2844">
                        <c:v>42059</c:v>
                      </c:pt>
                      <c:pt idx="2845">
                        <c:v>42060</c:v>
                      </c:pt>
                      <c:pt idx="2846">
                        <c:v>42061</c:v>
                      </c:pt>
                      <c:pt idx="2847">
                        <c:v>42062</c:v>
                      </c:pt>
                      <c:pt idx="2848">
                        <c:v>42065</c:v>
                      </c:pt>
                      <c:pt idx="2849">
                        <c:v>42066</c:v>
                      </c:pt>
                      <c:pt idx="2850">
                        <c:v>42067</c:v>
                      </c:pt>
                      <c:pt idx="2851">
                        <c:v>42068</c:v>
                      </c:pt>
                      <c:pt idx="2852">
                        <c:v>42069</c:v>
                      </c:pt>
                      <c:pt idx="2853">
                        <c:v>42072</c:v>
                      </c:pt>
                      <c:pt idx="2854">
                        <c:v>42073</c:v>
                      </c:pt>
                      <c:pt idx="2855">
                        <c:v>42074</c:v>
                      </c:pt>
                      <c:pt idx="2856">
                        <c:v>42075</c:v>
                      </c:pt>
                      <c:pt idx="2857">
                        <c:v>42076</c:v>
                      </c:pt>
                      <c:pt idx="2858">
                        <c:v>42079</c:v>
                      </c:pt>
                      <c:pt idx="2859">
                        <c:v>42080</c:v>
                      </c:pt>
                      <c:pt idx="2860">
                        <c:v>42081</c:v>
                      </c:pt>
                      <c:pt idx="2861">
                        <c:v>42082</c:v>
                      </c:pt>
                      <c:pt idx="2862">
                        <c:v>42083</c:v>
                      </c:pt>
                      <c:pt idx="2863">
                        <c:v>42086</c:v>
                      </c:pt>
                      <c:pt idx="2864">
                        <c:v>42087</c:v>
                      </c:pt>
                      <c:pt idx="2865">
                        <c:v>42088</c:v>
                      </c:pt>
                      <c:pt idx="2866">
                        <c:v>42089</c:v>
                      </c:pt>
                      <c:pt idx="2867">
                        <c:v>42090</c:v>
                      </c:pt>
                      <c:pt idx="2868">
                        <c:v>42093</c:v>
                      </c:pt>
                      <c:pt idx="2869">
                        <c:v>42094</c:v>
                      </c:pt>
                      <c:pt idx="2870">
                        <c:v>42095</c:v>
                      </c:pt>
                      <c:pt idx="2871">
                        <c:v>42096</c:v>
                      </c:pt>
                      <c:pt idx="2872">
                        <c:v>42097</c:v>
                      </c:pt>
                      <c:pt idx="2873">
                        <c:v>42100</c:v>
                      </c:pt>
                      <c:pt idx="2874">
                        <c:v>42101</c:v>
                      </c:pt>
                      <c:pt idx="2875">
                        <c:v>42102</c:v>
                      </c:pt>
                      <c:pt idx="2876">
                        <c:v>42103</c:v>
                      </c:pt>
                      <c:pt idx="2877">
                        <c:v>42104</c:v>
                      </c:pt>
                      <c:pt idx="2878">
                        <c:v>42107</c:v>
                      </c:pt>
                      <c:pt idx="2879">
                        <c:v>42108</c:v>
                      </c:pt>
                      <c:pt idx="2880">
                        <c:v>42109</c:v>
                      </c:pt>
                      <c:pt idx="2881">
                        <c:v>42110</c:v>
                      </c:pt>
                      <c:pt idx="2882">
                        <c:v>42111</c:v>
                      </c:pt>
                      <c:pt idx="2883">
                        <c:v>42114</c:v>
                      </c:pt>
                      <c:pt idx="2884">
                        <c:v>42115</c:v>
                      </c:pt>
                      <c:pt idx="2885">
                        <c:v>42116</c:v>
                      </c:pt>
                      <c:pt idx="2886">
                        <c:v>42117</c:v>
                      </c:pt>
                      <c:pt idx="2887">
                        <c:v>42118</c:v>
                      </c:pt>
                      <c:pt idx="2888">
                        <c:v>42121</c:v>
                      </c:pt>
                      <c:pt idx="2889">
                        <c:v>42122</c:v>
                      </c:pt>
                      <c:pt idx="2890">
                        <c:v>42123</c:v>
                      </c:pt>
                      <c:pt idx="2891">
                        <c:v>42124</c:v>
                      </c:pt>
                      <c:pt idx="2892">
                        <c:v>42125</c:v>
                      </c:pt>
                      <c:pt idx="2893">
                        <c:v>42128</c:v>
                      </c:pt>
                      <c:pt idx="2894">
                        <c:v>42129</c:v>
                      </c:pt>
                      <c:pt idx="2895">
                        <c:v>42130</c:v>
                      </c:pt>
                      <c:pt idx="2896">
                        <c:v>42131</c:v>
                      </c:pt>
                      <c:pt idx="2897">
                        <c:v>42132</c:v>
                      </c:pt>
                      <c:pt idx="2898">
                        <c:v>42135</c:v>
                      </c:pt>
                      <c:pt idx="2899">
                        <c:v>42136</c:v>
                      </c:pt>
                      <c:pt idx="2900">
                        <c:v>42137</c:v>
                      </c:pt>
                      <c:pt idx="2901">
                        <c:v>42138</c:v>
                      </c:pt>
                      <c:pt idx="2902">
                        <c:v>42139</c:v>
                      </c:pt>
                      <c:pt idx="2903">
                        <c:v>42142</c:v>
                      </c:pt>
                      <c:pt idx="2904">
                        <c:v>42143</c:v>
                      </c:pt>
                      <c:pt idx="2905">
                        <c:v>42144</c:v>
                      </c:pt>
                      <c:pt idx="2906">
                        <c:v>42145</c:v>
                      </c:pt>
                      <c:pt idx="2907">
                        <c:v>42146</c:v>
                      </c:pt>
                      <c:pt idx="2908">
                        <c:v>42149</c:v>
                      </c:pt>
                      <c:pt idx="2909">
                        <c:v>42150</c:v>
                      </c:pt>
                      <c:pt idx="2910">
                        <c:v>42151</c:v>
                      </c:pt>
                      <c:pt idx="2911">
                        <c:v>42152</c:v>
                      </c:pt>
                      <c:pt idx="2912">
                        <c:v>42153</c:v>
                      </c:pt>
                      <c:pt idx="2913">
                        <c:v>42156</c:v>
                      </c:pt>
                      <c:pt idx="2914">
                        <c:v>42157</c:v>
                      </c:pt>
                      <c:pt idx="2915">
                        <c:v>42158</c:v>
                      </c:pt>
                      <c:pt idx="2916">
                        <c:v>42159</c:v>
                      </c:pt>
                      <c:pt idx="2917">
                        <c:v>42160</c:v>
                      </c:pt>
                      <c:pt idx="2918">
                        <c:v>42163</c:v>
                      </c:pt>
                      <c:pt idx="2919">
                        <c:v>42164</c:v>
                      </c:pt>
                      <c:pt idx="2920">
                        <c:v>42165</c:v>
                      </c:pt>
                      <c:pt idx="2921">
                        <c:v>42166</c:v>
                      </c:pt>
                      <c:pt idx="2922">
                        <c:v>42167</c:v>
                      </c:pt>
                      <c:pt idx="2923">
                        <c:v>42170</c:v>
                      </c:pt>
                      <c:pt idx="2924">
                        <c:v>42171</c:v>
                      </c:pt>
                      <c:pt idx="2925">
                        <c:v>42172</c:v>
                      </c:pt>
                      <c:pt idx="2926">
                        <c:v>42173</c:v>
                      </c:pt>
                      <c:pt idx="2927">
                        <c:v>42174</c:v>
                      </c:pt>
                      <c:pt idx="2928">
                        <c:v>42177</c:v>
                      </c:pt>
                      <c:pt idx="2929">
                        <c:v>42178</c:v>
                      </c:pt>
                      <c:pt idx="2930">
                        <c:v>42179</c:v>
                      </c:pt>
                      <c:pt idx="2931">
                        <c:v>42180</c:v>
                      </c:pt>
                      <c:pt idx="2932">
                        <c:v>42181</c:v>
                      </c:pt>
                      <c:pt idx="2933">
                        <c:v>42184</c:v>
                      </c:pt>
                      <c:pt idx="2934">
                        <c:v>42185</c:v>
                      </c:pt>
                      <c:pt idx="2935">
                        <c:v>42186</c:v>
                      </c:pt>
                      <c:pt idx="2936">
                        <c:v>42187</c:v>
                      </c:pt>
                      <c:pt idx="2937">
                        <c:v>42188</c:v>
                      </c:pt>
                      <c:pt idx="2938">
                        <c:v>42191</c:v>
                      </c:pt>
                      <c:pt idx="2939">
                        <c:v>42192</c:v>
                      </c:pt>
                      <c:pt idx="2940">
                        <c:v>42193</c:v>
                      </c:pt>
                      <c:pt idx="2941">
                        <c:v>42194</c:v>
                      </c:pt>
                      <c:pt idx="2942">
                        <c:v>42195</c:v>
                      </c:pt>
                      <c:pt idx="2943">
                        <c:v>42198</c:v>
                      </c:pt>
                      <c:pt idx="2944">
                        <c:v>42199</c:v>
                      </c:pt>
                      <c:pt idx="2945">
                        <c:v>42200</c:v>
                      </c:pt>
                      <c:pt idx="2946">
                        <c:v>42201</c:v>
                      </c:pt>
                      <c:pt idx="2947">
                        <c:v>42202</c:v>
                      </c:pt>
                      <c:pt idx="2948">
                        <c:v>42205</c:v>
                      </c:pt>
                      <c:pt idx="2949">
                        <c:v>42206</c:v>
                      </c:pt>
                      <c:pt idx="2950">
                        <c:v>42207</c:v>
                      </c:pt>
                      <c:pt idx="2951">
                        <c:v>42208</c:v>
                      </c:pt>
                      <c:pt idx="2952">
                        <c:v>42209</c:v>
                      </c:pt>
                      <c:pt idx="2953">
                        <c:v>42212</c:v>
                      </c:pt>
                      <c:pt idx="2954">
                        <c:v>42213</c:v>
                      </c:pt>
                      <c:pt idx="2955">
                        <c:v>42214</c:v>
                      </c:pt>
                      <c:pt idx="2956">
                        <c:v>42215</c:v>
                      </c:pt>
                      <c:pt idx="2957">
                        <c:v>42216</c:v>
                      </c:pt>
                      <c:pt idx="2958">
                        <c:v>42219</c:v>
                      </c:pt>
                      <c:pt idx="2959">
                        <c:v>42220</c:v>
                      </c:pt>
                      <c:pt idx="2960">
                        <c:v>42221</c:v>
                      </c:pt>
                      <c:pt idx="2961">
                        <c:v>42222</c:v>
                      </c:pt>
                      <c:pt idx="2962">
                        <c:v>42223</c:v>
                      </c:pt>
                      <c:pt idx="2963">
                        <c:v>42226</c:v>
                      </c:pt>
                      <c:pt idx="2964">
                        <c:v>42227</c:v>
                      </c:pt>
                      <c:pt idx="2965">
                        <c:v>42228</c:v>
                      </c:pt>
                      <c:pt idx="2966">
                        <c:v>42229</c:v>
                      </c:pt>
                      <c:pt idx="2967">
                        <c:v>42230</c:v>
                      </c:pt>
                      <c:pt idx="2968">
                        <c:v>42233</c:v>
                      </c:pt>
                      <c:pt idx="2969">
                        <c:v>42234</c:v>
                      </c:pt>
                      <c:pt idx="2970">
                        <c:v>42235</c:v>
                      </c:pt>
                      <c:pt idx="2971">
                        <c:v>42236</c:v>
                      </c:pt>
                      <c:pt idx="2972">
                        <c:v>42237</c:v>
                      </c:pt>
                      <c:pt idx="2973">
                        <c:v>42240</c:v>
                      </c:pt>
                      <c:pt idx="2974">
                        <c:v>42241</c:v>
                      </c:pt>
                      <c:pt idx="2975">
                        <c:v>42242</c:v>
                      </c:pt>
                      <c:pt idx="2976">
                        <c:v>42243</c:v>
                      </c:pt>
                      <c:pt idx="2977">
                        <c:v>42244</c:v>
                      </c:pt>
                      <c:pt idx="2978">
                        <c:v>42247</c:v>
                      </c:pt>
                      <c:pt idx="2979">
                        <c:v>42248</c:v>
                      </c:pt>
                      <c:pt idx="2980">
                        <c:v>42249</c:v>
                      </c:pt>
                      <c:pt idx="2981">
                        <c:v>42250</c:v>
                      </c:pt>
                      <c:pt idx="2982">
                        <c:v>42251</c:v>
                      </c:pt>
                      <c:pt idx="2983">
                        <c:v>42254</c:v>
                      </c:pt>
                      <c:pt idx="2984">
                        <c:v>42255</c:v>
                      </c:pt>
                      <c:pt idx="2985">
                        <c:v>42256</c:v>
                      </c:pt>
                      <c:pt idx="2986">
                        <c:v>42257</c:v>
                      </c:pt>
                      <c:pt idx="2987">
                        <c:v>42258</c:v>
                      </c:pt>
                      <c:pt idx="2988">
                        <c:v>42261</c:v>
                      </c:pt>
                      <c:pt idx="2989">
                        <c:v>42262</c:v>
                      </c:pt>
                      <c:pt idx="2990">
                        <c:v>42263</c:v>
                      </c:pt>
                      <c:pt idx="2991">
                        <c:v>42264</c:v>
                      </c:pt>
                      <c:pt idx="2992">
                        <c:v>42265</c:v>
                      </c:pt>
                      <c:pt idx="2993">
                        <c:v>42268</c:v>
                      </c:pt>
                      <c:pt idx="2994">
                        <c:v>42269</c:v>
                      </c:pt>
                      <c:pt idx="2995">
                        <c:v>42270</c:v>
                      </c:pt>
                      <c:pt idx="2996">
                        <c:v>42271</c:v>
                      </c:pt>
                      <c:pt idx="2997">
                        <c:v>42272</c:v>
                      </c:pt>
                      <c:pt idx="2998">
                        <c:v>42275</c:v>
                      </c:pt>
                      <c:pt idx="2999">
                        <c:v>42276</c:v>
                      </c:pt>
                      <c:pt idx="3000">
                        <c:v>42277</c:v>
                      </c:pt>
                      <c:pt idx="3001">
                        <c:v>42278</c:v>
                      </c:pt>
                      <c:pt idx="3002">
                        <c:v>42279</c:v>
                      </c:pt>
                      <c:pt idx="3003">
                        <c:v>42282</c:v>
                      </c:pt>
                      <c:pt idx="3004">
                        <c:v>42283</c:v>
                      </c:pt>
                      <c:pt idx="3005">
                        <c:v>42284</c:v>
                      </c:pt>
                      <c:pt idx="3006">
                        <c:v>42285</c:v>
                      </c:pt>
                      <c:pt idx="3007">
                        <c:v>42286</c:v>
                      </c:pt>
                      <c:pt idx="3008">
                        <c:v>42289</c:v>
                      </c:pt>
                      <c:pt idx="3009">
                        <c:v>42290</c:v>
                      </c:pt>
                      <c:pt idx="3010">
                        <c:v>42291</c:v>
                      </c:pt>
                      <c:pt idx="3011">
                        <c:v>42292</c:v>
                      </c:pt>
                      <c:pt idx="3012">
                        <c:v>42293</c:v>
                      </c:pt>
                      <c:pt idx="3013">
                        <c:v>42296</c:v>
                      </c:pt>
                      <c:pt idx="3014">
                        <c:v>42297</c:v>
                      </c:pt>
                      <c:pt idx="3015">
                        <c:v>42298</c:v>
                      </c:pt>
                      <c:pt idx="3016">
                        <c:v>42299</c:v>
                      </c:pt>
                      <c:pt idx="3017">
                        <c:v>42300</c:v>
                      </c:pt>
                      <c:pt idx="3018">
                        <c:v>42303</c:v>
                      </c:pt>
                      <c:pt idx="3019">
                        <c:v>42304</c:v>
                      </c:pt>
                      <c:pt idx="3020">
                        <c:v>42305</c:v>
                      </c:pt>
                      <c:pt idx="3021">
                        <c:v>42306</c:v>
                      </c:pt>
                      <c:pt idx="3022">
                        <c:v>42307</c:v>
                      </c:pt>
                      <c:pt idx="3023">
                        <c:v>42310</c:v>
                      </c:pt>
                      <c:pt idx="3024">
                        <c:v>42311</c:v>
                      </c:pt>
                      <c:pt idx="3025">
                        <c:v>42312</c:v>
                      </c:pt>
                      <c:pt idx="3026">
                        <c:v>42313</c:v>
                      </c:pt>
                      <c:pt idx="3027">
                        <c:v>42314</c:v>
                      </c:pt>
                      <c:pt idx="3028">
                        <c:v>42317</c:v>
                      </c:pt>
                      <c:pt idx="3029">
                        <c:v>42318</c:v>
                      </c:pt>
                      <c:pt idx="3030">
                        <c:v>42319</c:v>
                      </c:pt>
                      <c:pt idx="3031">
                        <c:v>42320</c:v>
                      </c:pt>
                      <c:pt idx="3032">
                        <c:v>42321</c:v>
                      </c:pt>
                      <c:pt idx="3033">
                        <c:v>42324</c:v>
                      </c:pt>
                      <c:pt idx="3034">
                        <c:v>42325</c:v>
                      </c:pt>
                      <c:pt idx="3035">
                        <c:v>42326</c:v>
                      </c:pt>
                      <c:pt idx="3036">
                        <c:v>42327</c:v>
                      </c:pt>
                      <c:pt idx="3037">
                        <c:v>42328</c:v>
                      </c:pt>
                      <c:pt idx="3038">
                        <c:v>42331</c:v>
                      </c:pt>
                      <c:pt idx="3039">
                        <c:v>42332</c:v>
                      </c:pt>
                      <c:pt idx="3040">
                        <c:v>42333</c:v>
                      </c:pt>
                      <c:pt idx="3041">
                        <c:v>42334</c:v>
                      </c:pt>
                      <c:pt idx="3042">
                        <c:v>42335</c:v>
                      </c:pt>
                      <c:pt idx="3043">
                        <c:v>42338</c:v>
                      </c:pt>
                      <c:pt idx="3044">
                        <c:v>42339</c:v>
                      </c:pt>
                      <c:pt idx="3045">
                        <c:v>42340</c:v>
                      </c:pt>
                      <c:pt idx="3046">
                        <c:v>42341</c:v>
                      </c:pt>
                      <c:pt idx="3047">
                        <c:v>42342</c:v>
                      </c:pt>
                      <c:pt idx="3048">
                        <c:v>42345</c:v>
                      </c:pt>
                      <c:pt idx="3049">
                        <c:v>42346</c:v>
                      </c:pt>
                      <c:pt idx="3050">
                        <c:v>42347</c:v>
                      </c:pt>
                      <c:pt idx="3051">
                        <c:v>42348</c:v>
                      </c:pt>
                      <c:pt idx="3052">
                        <c:v>42349</c:v>
                      </c:pt>
                      <c:pt idx="3053">
                        <c:v>42352</c:v>
                      </c:pt>
                      <c:pt idx="3054">
                        <c:v>42353</c:v>
                      </c:pt>
                      <c:pt idx="3055">
                        <c:v>42354</c:v>
                      </c:pt>
                      <c:pt idx="3056">
                        <c:v>42355</c:v>
                      </c:pt>
                      <c:pt idx="3057">
                        <c:v>42356</c:v>
                      </c:pt>
                      <c:pt idx="3058">
                        <c:v>42359</c:v>
                      </c:pt>
                      <c:pt idx="3059">
                        <c:v>42360</c:v>
                      </c:pt>
                      <c:pt idx="3060">
                        <c:v>42361</c:v>
                      </c:pt>
                      <c:pt idx="3061">
                        <c:v>42362</c:v>
                      </c:pt>
                      <c:pt idx="3062">
                        <c:v>42363</c:v>
                      </c:pt>
                      <c:pt idx="3063">
                        <c:v>42366</c:v>
                      </c:pt>
                      <c:pt idx="3064">
                        <c:v>42367</c:v>
                      </c:pt>
                      <c:pt idx="3065">
                        <c:v>42368</c:v>
                      </c:pt>
                      <c:pt idx="3066">
                        <c:v>42369</c:v>
                      </c:pt>
                      <c:pt idx="3067">
                        <c:v>42370</c:v>
                      </c:pt>
                      <c:pt idx="3068">
                        <c:v>42373</c:v>
                      </c:pt>
                      <c:pt idx="3069">
                        <c:v>42374</c:v>
                      </c:pt>
                      <c:pt idx="3070">
                        <c:v>42375</c:v>
                      </c:pt>
                      <c:pt idx="3071">
                        <c:v>42376</c:v>
                      </c:pt>
                      <c:pt idx="3072">
                        <c:v>42377</c:v>
                      </c:pt>
                      <c:pt idx="3073">
                        <c:v>42380</c:v>
                      </c:pt>
                      <c:pt idx="3074">
                        <c:v>42381</c:v>
                      </c:pt>
                      <c:pt idx="3075">
                        <c:v>42382</c:v>
                      </c:pt>
                      <c:pt idx="3076">
                        <c:v>42383</c:v>
                      </c:pt>
                      <c:pt idx="3077">
                        <c:v>42384</c:v>
                      </c:pt>
                      <c:pt idx="3078">
                        <c:v>42387</c:v>
                      </c:pt>
                      <c:pt idx="3079">
                        <c:v>42388</c:v>
                      </c:pt>
                      <c:pt idx="3080">
                        <c:v>42389</c:v>
                      </c:pt>
                      <c:pt idx="3081">
                        <c:v>42390</c:v>
                      </c:pt>
                      <c:pt idx="3082">
                        <c:v>42391</c:v>
                      </c:pt>
                      <c:pt idx="3083">
                        <c:v>42394</c:v>
                      </c:pt>
                      <c:pt idx="3084">
                        <c:v>42395</c:v>
                      </c:pt>
                      <c:pt idx="3085">
                        <c:v>42396</c:v>
                      </c:pt>
                      <c:pt idx="3086">
                        <c:v>42397</c:v>
                      </c:pt>
                      <c:pt idx="3087">
                        <c:v>42398</c:v>
                      </c:pt>
                      <c:pt idx="3088">
                        <c:v>42401</c:v>
                      </c:pt>
                      <c:pt idx="3089">
                        <c:v>42402</c:v>
                      </c:pt>
                      <c:pt idx="3090">
                        <c:v>42403</c:v>
                      </c:pt>
                      <c:pt idx="3091">
                        <c:v>42404</c:v>
                      </c:pt>
                      <c:pt idx="3092">
                        <c:v>42405</c:v>
                      </c:pt>
                      <c:pt idx="3093">
                        <c:v>42408</c:v>
                      </c:pt>
                      <c:pt idx="3094">
                        <c:v>42409</c:v>
                      </c:pt>
                      <c:pt idx="3095">
                        <c:v>42410</c:v>
                      </c:pt>
                      <c:pt idx="3096">
                        <c:v>42411</c:v>
                      </c:pt>
                      <c:pt idx="3097">
                        <c:v>42412</c:v>
                      </c:pt>
                      <c:pt idx="3098">
                        <c:v>42415</c:v>
                      </c:pt>
                      <c:pt idx="3099">
                        <c:v>42416</c:v>
                      </c:pt>
                      <c:pt idx="3100">
                        <c:v>42417</c:v>
                      </c:pt>
                      <c:pt idx="3101">
                        <c:v>42418</c:v>
                      </c:pt>
                      <c:pt idx="3102">
                        <c:v>42419</c:v>
                      </c:pt>
                      <c:pt idx="3103">
                        <c:v>42422</c:v>
                      </c:pt>
                      <c:pt idx="3104">
                        <c:v>42423</c:v>
                      </c:pt>
                      <c:pt idx="3105">
                        <c:v>42424</c:v>
                      </c:pt>
                      <c:pt idx="3106">
                        <c:v>42425</c:v>
                      </c:pt>
                      <c:pt idx="3107">
                        <c:v>42426</c:v>
                      </c:pt>
                      <c:pt idx="3108">
                        <c:v>42429</c:v>
                      </c:pt>
                      <c:pt idx="3109">
                        <c:v>42430</c:v>
                      </c:pt>
                      <c:pt idx="3110">
                        <c:v>42431</c:v>
                      </c:pt>
                      <c:pt idx="3111">
                        <c:v>42432</c:v>
                      </c:pt>
                      <c:pt idx="3112">
                        <c:v>42433</c:v>
                      </c:pt>
                      <c:pt idx="3113">
                        <c:v>42436</c:v>
                      </c:pt>
                      <c:pt idx="3114">
                        <c:v>42437</c:v>
                      </c:pt>
                      <c:pt idx="3115">
                        <c:v>42438</c:v>
                      </c:pt>
                      <c:pt idx="3116">
                        <c:v>42439</c:v>
                      </c:pt>
                      <c:pt idx="3117">
                        <c:v>42440</c:v>
                      </c:pt>
                      <c:pt idx="3118">
                        <c:v>42443</c:v>
                      </c:pt>
                      <c:pt idx="3119">
                        <c:v>42444</c:v>
                      </c:pt>
                      <c:pt idx="3120">
                        <c:v>42445</c:v>
                      </c:pt>
                      <c:pt idx="3121">
                        <c:v>42446</c:v>
                      </c:pt>
                      <c:pt idx="3122">
                        <c:v>42447</c:v>
                      </c:pt>
                      <c:pt idx="3123">
                        <c:v>42450</c:v>
                      </c:pt>
                      <c:pt idx="3124">
                        <c:v>42451</c:v>
                      </c:pt>
                      <c:pt idx="3125">
                        <c:v>42452</c:v>
                      </c:pt>
                      <c:pt idx="3126">
                        <c:v>42453</c:v>
                      </c:pt>
                      <c:pt idx="3127">
                        <c:v>42454</c:v>
                      </c:pt>
                      <c:pt idx="3128">
                        <c:v>42457</c:v>
                      </c:pt>
                      <c:pt idx="3129">
                        <c:v>42458</c:v>
                      </c:pt>
                      <c:pt idx="3130">
                        <c:v>42459</c:v>
                      </c:pt>
                      <c:pt idx="3131">
                        <c:v>42460</c:v>
                      </c:pt>
                      <c:pt idx="3132">
                        <c:v>42461</c:v>
                      </c:pt>
                      <c:pt idx="3133">
                        <c:v>42464</c:v>
                      </c:pt>
                      <c:pt idx="3134">
                        <c:v>42465</c:v>
                      </c:pt>
                      <c:pt idx="3135">
                        <c:v>42466</c:v>
                      </c:pt>
                      <c:pt idx="3136">
                        <c:v>42467</c:v>
                      </c:pt>
                      <c:pt idx="3137">
                        <c:v>42468</c:v>
                      </c:pt>
                      <c:pt idx="3138">
                        <c:v>42471</c:v>
                      </c:pt>
                      <c:pt idx="3139">
                        <c:v>42472</c:v>
                      </c:pt>
                      <c:pt idx="3140">
                        <c:v>42473</c:v>
                      </c:pt>
                      <c:pt idx="3141">
                        <c:v>42474</c:v>
                      </c:pt>
                      <c:pt idx="3142">
                        <c:v>42475</c:v>
                      </c:pt>
                      <c:pt idx="3143">
                        <c:v>42478</c:v>
                      </c:pt>
                      <c:pt idx="3144">
                        <c:v>42479</c:v>
                      </c:pt>
                      <c:pt idx="3145">
                        <c:v>42480</c:v>
                      </c:pt>
                      <c:pt idx="3146">
                        <c:v>42481</c:v>
                      </c:pt>
                      <c:pt idx="3147">
                        <c:v>42482</c:v>
                      </c:pt>
                      <c:pt idx="3148">
                        <c:v>42485</c:v>
                      </c:pt>
                      <c:pt idx="3149">
                        <c:v>42486</c:v>
                      </c:pt>
                      <c:pt idx="3150">
                        <c:v>42487</c:v>
                      </c:pt>
                      <c:pt idx="3151">
                        <c:v>42488</c:v>
                      </c:pt>
                      <c:pt idx="3152">
                        <c:v>42489</c:v>
                      </c:pt>
                      <c:pt idx="3153">
                        <c:v>42492</c:v>
                      </c:pt>
                      <c:pt idx="3154">
                        <c:v>42493</c:v>
                      </c:pt>
                      <c:pt idx="3155">
                        <c:v>42494</c:v>
                      </c:pt>
                      <c:pt idx="3156">
                        <c:v>42495</c:v>
                      </c:pt>
                      <c:pt idx="3157">
                        <c:v>42496</c:v>
                      </c:pt>
                      <c:pt idx="3158">
                        <c:v>42499</c:v>
                      </c:pt>
                      <c:pt idx="3159">
                        <c:v>42500</c:v>
                      </c:pt>
                      <c:pt idx="3160">
                        <c:v>42501</c:v>
                      </c:pt>
                      <c:pt idx="3161">
                        <c:v>42502</c:v>
                      </c:pt>
                      <c:pt idx="3162">
                        <c:v>42503</c:v>
                      </c:pt>
                      <c:pt idx="3163">
                        <c:v>42506</c:v>
                      </c:pt>
                      <c:pt idx="3164">
                        <c:v>42507</c:v>
                      </c:pt>
                      <c:pt idx="3165">
                        <c:v>42508</c:v>
                      </c:pt>
                      <c:pt idx="3166">
                        <c:v>42509</c:v>
                      </c:pt>
                      <c:pt idx="3167">
                        <c:v>42510</c:v>
                      </c:pt>
                      <c:pt idx="3168">
                        <c:v>42513</c:v>
                      </c:pt>
                      <c:pt idx="3169">
                        <c:v>42514</c:v>
                      </c:pt>
                      <c:pt idx="3170">
                        <c:v>42515</c:v>
                      </c:pt>
                      <c:pt idx="3171">
                        <c:v>42516</c:v>
                      </c:pt>
                      <c:pt idx="3172">
                        <c:v>42517</c:v>
                      </c:pt>
                      <c:pt idx="3173">
                        <c:v>42520</c:v>
                      </c:pt>
                      <c:pt idx="3174">
                        <c:v>42521</c:v>
                      </c:pt>
                      <c:pt idx="3175">
                        <c:v>42522</c:v>
                      </c:pt>
                      <c:pt idx="3176">
                        <c:v>42523</c:v>
                      </c:pt>
                      <c:pt idx="3177">
                        <c:v>42524</c:v>
                      </c:pt>
                      <c:pt idx="3178">
                        <c:v>42527</c:v>
                      </c:pt>
                      <c:pt idx="3179">
                        <c:v>42528</c:v>
                      </c:pt>
                      <c:pt idx="3180">
                        <c:v>42529</c:v>
                      </c:pt>
                      <c:pt idx="3181">
                        <c:v>42530</c:v>
                      </c:pt>
                      <c:pt idx="3182">
                        <c:v>42531</c:v>
                      </c:pt>
                      <c:pt idx="3183">
                        <c:v>42534</c:v>
                      </c:pt>
                      <c:pt idx="3184">
                        <c:v>42535</c:v>
                      </c:pt>
                      <c:pt idx="3185">
                        <c:v>42536</c:v>
                      </c:pt>
                      <c:pt idx="3186">
                        <c:v>42537</c:v>
                      </c:pt>
                      <c:pt idx="3187">
                        <c:v>42538</c:v>
                      </c:pt>
                      <c:pt idx="3188">
                        <c:v>42541</c:v>
                      </c:pt>
                      <c:pt idx="3189">
                        <c:v>42542</c:v>
                      </c:pt>
                      <c:pt idx="3190">
                        <c:v>42543</c:v>
                      </c:pt>
                      <c:pt idx="3191">
                        <c:v>42544</c:v>
                      </c:pt>
                      <c:pt idx="3192">
                        <c:v>42545</c:v>
                      </c:pt>
                      <c:pt idx="3193">
                        <c:v>42548</c:v>
                      </c:pt>
                      <c:pt idx="3194">
                        <c:v>42549</c:v>
                      </c:pt>
                      <c:pt idx="3195">
                        <c:v>42550</c:v>
                      </c:pt>
                      <c:pt idx="3196">
                        <c:v>42551</c:v>
                      </c:pt>
                      <c:pt idx="3197">
                        <c:v>42552</c:v>
                      </c:pt>
                      <c:pt idx="3198">
                        <c:v>42555</c:v>
                      </c:pt>
                      <c:pt idx="3199">
                        <c:v>42556</c:v>
                      </c:pt>
                      <c:pt idx="3200">
                        <c:v>42557</c:v>
                      </c:pt>
                      <c:pt idx="3201">
                        <c:v>42558</c:v>
                      </c:pt>
                      <c:pt idx="3202">
                        <c:v>42559</c:v>
                      </c:pt>
                      <c:pt idx="3203">
                        <c:v>42562</c:v>
                      </c:pt>
                      <c:pt idx="3204">
                        <c:v>42563</c:v>
                      </c:pt>
                      <c:pt idx="3205">
                        <c:v>42564</c:v>
                      </c:pt>
                      <c:pt idx="3206">
                        <c:v>42565</c:v>
                      </c:pt>
                      <c:pt idx="3207">
                        <c:v>42566</c:v>
                      </c:pt>
                      <c:pt idx="3208">
                        <c:v>42569</c:v>
                      </c:pt>
                      <c:pt idx="3209">
                        <c:v>42570</c:v>
                      </c:pt>
                      <c:pt idx="3210">
                        <c:v>42571</c:v>
                      </c:pt>
                      <c:pt idx="3211">
                        <c:v>42572</c:v>
                      </c:pt>
                      <c:pt idx="3212">
                        <c:v>42573</c:v>
                      </c:pt>
                      <c:pt idx="3213">
                        <c:v>42576</c:v>
                      </c:pt>
                      <c:pt idx="3214">
                        <c:v>42577</c:v>
                      </c:pt>
                      <c:pt idx="3215">
                        <c:v>42578</c:v>
                      </c:pt>
                      <c:pt idx="3216">
                        <c:v>42579</c:v>
                      </c:pt>
                      <c:pt idx="3217">
                        <c:v>42580</c:v>
                      </c:pt>
                      <c:pt idx="3218">
                        <c:v>42583</c:v>
                      </c:pt>
                      <c:pt idx="3219">
                        <c:v>42584</c:v>
                      </c:pt>
                      <c:pt idx="3220">
                        <c:v>42585</c:v>
                      </c:pt>
                      <c:pt idx="3221">
                        <c:v>42586</c:v>
                      </c:pt>
                      <c:pt idx="3222">
                        <c:v>42587</c:v>
                      </c:pt>
                      <c:pt idx="3223">
                        <c:v>42590</c:v>
                      </c:pt>
                      <c:pt idx="3224">
                        <c:v>42591</c:v>
                      </c:pt>
                      <c:pt idx="3225">
                        <c:v>42592</c:v>
                      </c:pt>
                      <c:pt idx="3226">
                        <c:v>42593</c:v>
                      </c:pt>
                      <c:pt idx="3227">
                        <c:v>42594</c:v>
                      </c:pt>
                      <c:pt idx="3228">
                        <c:v>42597</c:v>
                      </c:pt>
                      <c:pt idx="3229">
                        <c:v>42598</c:v>
                      </c:pt>
                      <c:pt idx="3230">
                        <c:v>42599</c:v>
                      </c:pt>
                      <c:pt idx="3231">
                        <c:v>42600</c:v>
                      </c:pt>
                      <c:pt idx="3232">
                        <c:v>42601</c:v>
                      </c:pt>
                      <c:pt idx="3233">
                        <c:v>42604</c:v>
                      </c:pt>
                      <c:pt idx="3234">
                        <c:v>42605</c:v>
                      </c:pt>
                      <c:pt idx="3235">
                        <c:v>42606</c:v>
                      </c:pt>
                      <c:pt idx="3236">
                        <c:v>42607</c:v>
                      </c:pt>
                      <c:pt idx="3237">
                        <c:v>42608</c:v>
                      </c:pt>
                      <c:pt idx="3238">
                        <c:v>42611</c:v>
                      </c:pt>
                      <c:pt idx="3239">
                        <c:v>42612</c:v>
                      </c:pt>
                      <c:pt idx="3240">
                        <c:v>42613</c:v>
                      </c:pt>
                      <c:pt idx="3241">
                        <c:v>42614</c:v>
                      </c:pt>
                      <c:pt idx="3242">
                        <c:v>42615</c:v>
                      </c:pt>
                      <c:pt idx="3243">
                        <c:v>42618</c:v>
                      </c:pt>
                      <c:pt idx="3244">
                        <c:v>42619</c:v>
                      </c:pt>
                      <c:pt idx="3245">
                        <c:v>42620</c:v>
                      </c:pt>
                      <c:pt idx="3246">
                        <c:v>42621</c:v>
                      </c:pt>
                      <c:pt idx="3247">
                        <c:v>42622</c:v>
                      </c:pt>
                      <c:pt idx="3248">
                        <c:v>42625</c:v>
                      </c:pt>
                      <c:pt idx="3249">
                        <c:v>42626</c:v>
                      </c:pt>
                      <c:pt idx="3250">
                        <c:v>42627</c:v>
                      </c:pt>
                      <c:pt idx="3251">
                        <c:v>42628</c:v>
                      </c:pt>
                      <c:pt idx="3252">
                        <c:v>42629</c:v>
                      </c:pt>
                      <c:pt idx="3253">
                        <c:v>42632</c:v>
                      </c:pt>
                      <c:pt idx="3254">
                        <c:v>42633</c:v>
                      </c:pt>
                      <c:pt idx="3255">
                        <c:v>42634</c:v>
                      </c:pt>
                      <c:pt idx="3256">
                        <c:v>42635</c:v>
                      </c:pt>
                      <c:pt idx="3257">
                        <c:v>42636</c:v>
                      </c:pt>
                      <c:pt idx="3258">
                        <c:v>42639</c:v>
                      </c:pt>
                      <c:pt idx="3259">
                        <c:v>42640</c:v>
                      </c:pt>
                      <c:pt idx="3260">
                        <c:v>42641</c:v>
                      </c:pt>
                      <c:pt idx="3261">
                        <c:v>42642</c:v>
                      </c:pt>
                      <c:pt idx="3262">
                        <c:v>42643</c:v>
                      </c:pt>
                      <c:pt idx="3263">
                        <c:v>42646</c:v>
                      </c:pt>
                      <c:pt idx="3264">
                        <c:v>42647</c:v>
                      </c:pt>
                      <c:pt idx="3265">
                        <c:v>42648</c:v>
                      </c:pt>
                      <c:pt idx="3266">
                        <c:v>42649</c:v>
                      </c:pt>
                      <c:pt idx="3267">
                        <c:v>42650</c:v>
                      </c:pt>
                      <c:pt idx="3268">
                        <c:v>42653</c:v>
                      </c:pt>
                      <c:pt idx="3269">
                        <c:v>42654</c:v>
                      </c:pt>
                      <c:pt idx="3270">
                        <c:v>42655</c:v>
                      </c:pt>
                      <c:pt idx="3271">
                        <c:v>42656</c:v>
                      </c:pt>
                      <c:pt idx="3272">
                        <c:v>42657</c:v>
                      </c:pt>
                      <c:pt idx="3273">
                        <c:v>42660</c:v>
                      </c:pt>
                      <c:pt idx="3274">
                        <c:v>42661</c:v>
                      </c:pt>
                      <c:pt idx="3275">
                        <c:v>42662</c:v>
                      </c:pt>
                      <c:pt idx="3276">
                        <c:v>42663</c:v>
                      </c:pt>
                      <c:pt idx="3277">
                        <c:v>42664</c:v>
                      </c:pt>
                      <c:pt idx="3278">
                        <c:v>42667</c:v>
                      </c:pt>
                      <c:pt idx="3279">
                        <c:v>42668</c:v>
                      </c:pt>
                      <c:pt idx="3280">
                        <c:v>42669</c:v>
                      </c:pt>
                      <c:pt idx="3281">
                        <c:v>42670</c:v>
                      </c:pt>
                      <c:pt idx="3282">
                        <c:v>42671</c:v>
                      </c:pt>
                      <c:pt idx="3283">
                        <c:v>42674</c:v>
                      </c:pt>
                      <c:pt idx="3284">
                        <c:v>42675</c:v>
                      </c:pt>
                      <c:pt idx="3285">
                        <c:v>42676</c:v>
                      </c:pt>
                      <c:pt idx="3286">
                        <c:v>42677</c:v>
                      </c:pt>
                      <c:pt idx="3287">
                        <c:v>42678</c:v>
                      </c:pt>
                      <c:pt idx="3288">
                        <c:v>42681</c:v>
                      </c:pt>
                      <c:pt idx="3289">
                        <c:v>42682</c:v>
                      </c:pt>
                      <c:pt idx="3290">
                        <c:v>42683</c:v>
                      </c:pt>
                      <c:pt idx="3291">
                        <c:v>42684</c:v>
                      </c:pt>
                      <c:pt idx="3292">
                        <c:v>42685</c:v>
                      </c:pt>
                      <c:pt idx="3293">
                        <c:v>42688</c:v>
                      </c:pt>
                      <c:pt idx="3294">
                        <c:v>42689</c:v>
                      </c:pt>
                      <c:pt idx="3295">
                        <c:v>42690</c:v>
                      </c:pt>
                      <c:pt idx="3296">
                        <c:v>42691</c:v>
                      </c:pt>
                      <c:pt idx="3297">
                        <c:v>42692</c:v>
                      </c:pt>
                      <c:pt idx="3298">
                        <c:v>42695</c:v>
                      </c:pt>
                      <c:pt idx="3299">
                        <c:v>42696</c:v>
                      </c:pt>
                      <c:pt idx="3300">
                        <c:v>42697</c:v>
                      </c:pt>
                      <c:pt idx="3301">
                        <c:v>42698</c:v>
                      </c:pt>
                      <c:pt idx="3302">
                        <c:v>42699</c:v>
                      </c:pt>
                      <c:pt idx="3303">
                        <c:v>42702</c:v>
                      </c:pt>
                      <c:pt idx="3304">
                        <c:v>42703</c:v>
                      </c:pt>
                      <c:pt idx="3305">
                        <c:v>42704</c:v>
                      </c:pt>
                      <c:pt idx="3306">
                        <c:v>42705</c:v>
                      </c:pt>
                      <c:pt idx="3307">
                        <c:v>42706</c:v>
                      </c:pt>
                      <c:pt idx="3308">
                        <c:v>42709</c:v>
                      </c:pt>
                      <c:pt idx="3309">
                        <c:v>42710</c:v>
                      </c:pt>
                      <c:pt idx="3310">
                        <c:v>42711</c:v>
                      </c:pt>
                      <c:pt idx="3311">
                        <c:v>42712</c:v>
                      </c:pt>
                      <c:pt idx="3312">
                        <c:v>42713</c:v>
                      </c:pt>
                      <c:pt idx="3313">
                        <c:v>42716</c:v>
                      </c:pt>
                      <c:pt idx="3314">
                        <c:v>42717</c:v>
                      </c:pt>
                      <c:pt idx="3315">
                        <c:v>42718</c:v>
                      </c:pt>
                      <c:pt idx="3316">
                        <c:v>42719</c:v>
                      </c:pt>
                      <c:pt idx="3317">
                        <c:v>42720</c:v>
                      </c:pt>
                      <c:pt idx="3318">
                        <c:v>42723</c:v>
                      </c:pt>
                      <c:pt idx="3319">
                        <c:v>42724</c:v>
                      </c:pt>
                      <c:pt idx="3320">
                        <c:v>42725</c:v>
                      </c:pt>
                      <c:pt idx="3321">
                        <c:v>42726</c:v>
                      </c:pt>
                      <c:pt idx="3322">
                        <c:v>42727</c:v>
                      </c:pt>
                      <c:pt idx="3323">
                        <c:v>42730</c:v>
                      </c:pt>
                      <c:pt idx="3324">
                        <c:v>42731</c:v>
                      </c:pt>
                      <c:pt idx="3325">
                        <c:v>42732</c:v>
                      </c:pt>
                      <c:pt idx="3326">
                        <c:v>42733</c:v>
                      </c:pt>
                      <c:pt idx="3327">
                        <c:v>42734</c:v>
                      </c:pt>
                      <c:pt idx="3328">
                        <c:v>42737</c:v>
                      </c:pt>
                      <c:pt idx="3329">
                        <c:v>42738</c:v>
                      </c:pt>
                      <c:pt idx="3330">
                        <c:v>42739</c:v>
                      </c:pt>
                      <c:pt idx="3331">
                        <c:v>42740</c:v>
                      </c:pt>
                      <c:pt idx="3332">
                        <c:v>42741</c:v>
                      </c:pt>
                      <c:pt idx="3333">
                        <c:v>42744</c:v>
                      </c:pt>
                      <c:pt idx="3334">
                        <c:v>42745</c:v>
                      </c:pt>
                      <c:pt idx="3335">
                        <c:v>42746</c:v>
                      </c:pt>
                      <c:pt idx="3336">
                        <c:v>42747</c:v>
                      </c:pt>
                      <c:pt idx="3337">
                        <c:v>42748</c:v>
                      </c:pt>
                      <c:pt idx="3338">
                        <c:v>42751</c:v>
                      </c:pt>
                      <c:pt idx="3339">
                        <c:v>42752</c:v>
                      </c:pt>
                      <c:pt idx="3340">
                        <c:v>42753</c:v>
                      </c:pt>
                      <c:pt idx="3341">
                        <c:v>42754</c:v>
                      </c:pt>
                      <c:pt idx="3342">
                        <c:v>42755</c:v>
                      </c:pt>
                      <c:pt idx="3343">
                        <c:v>42758</c:v>
                      </c:pt>
                      <c:pt idx="3344">
                        <c:v>42759</c:v>
                      </c:pt>
                      <c:pt idx="3345">
                        <c:v>42760</c:v>
                      </c:pt>
                      <c:pt idx="3346">
                        <c:v>42761</c:v>
                      </c:pt>
                      <c:pt idx="3347">
                        <c:v>42762</c:v>
                      </c:pt>
                      <c:pt idx="3348">
                        <c:v>42765</c:v>
                      </c:pt>
                      <c:pt idx="3349">
                        <c:v>42766</c:v>
                      </c:pt>
                      <c:pt idx="3350">
                        <c:v>42767</c:v>
                      </c:pt>
                      <c:pt idx="3351">
                        <c:v>42768</c:v>
                      </c:pt>
                      <c:pt idx="3352">
                        <c:v>42769</c:v>
                      </c:pt>
                      <c:pt idx="3353">
                        <c:v>42772</c:v>
                      </c:pt>
                      <c:pt idx="3354">
                        <c:v>42773</c:v>
                      </c:pt>
                      <c:pt idx="3355">
                        <c:v>42774</c:v>
                      </c:pt>
                      <c:pt idx="3356">
                        <c:v>42775</c:v>
                      </c:pt>
                      <c:pt idx="3357">
                        <c:v>42776</c:v>
                      </c:pt>
                      <c:pt idx="3358">
                        <c:v>42779</c:v>
                      </c:pt>
                      <c:pt idx="3359">
                        <c:v>42780</c:v>
                      </c:pt>
                      <c:pt idx="3360">
                        <c:v>42781</c:v>
                      </c:pt>
                      <c:pt idx="3361">
                        <c:v>42782</c:v>
                      </c:pt>
                      <c:pt idx="3362">
                        <c:v>42783</c:v>
                      </c:pt>
                      <c:pt idx="3363">
                        <c:v>42786</c:v>
                      </c:pt>
                      <c:pt idx="3364">
                        <c:v>42787</c:v>
                      </c:pt>
                      <c:pt idx="3365">
                        <c:v>42788</c:v>
                      </c:pt>
                      <c:pt idx="3366">
                        <c:v>42789</c:v>
                      </c:pt>
                      <c:pt idx="3367">
                        <c:v>42790</c:v>
                      </c:pt>
                      <c:pt idx="3368">
                        <c:v>42793</c:v>
                      </c:pt>
                      <c:pt idx="3369">
                        <c:v>42794</c:v>
                      </c:pt>
                      <c:pt idx="3370">
                        <c:v>42795</c:v>
                      </c:pt>
                      <c:pt idx="3371">
                        <c:v>42796</c:v>
                      </c:pt>
                      <c:pt idx="3372">
                        <c:v>42797</c:v>
                      </c:pt>
                      <c:pt idx="3373">
                        <c:v>42800</c:v>
                      </c:pt>
                      <c:pt idx="3374">
                        <c:v>42801</c:v>
                      </c:pt>
                      <c:pt idx="3375">
                        <c:v>42802</c:v>
                      </c:pt>
                      <c:pt idx="3376">
                        <c:v>42803</c:v>
                      </c:pt>
                      <c:pt idx="3377">
                        <c:v>42804</c:v>
                      </c:pt>
                      <c:pt idx="3378">
                        <c:v>42807</c:v>
                      </c:pt>
                      <c:pt idx="3379">
                        <c:v>42808</c:v>
                      </c:pt>
                      <c:pt idx="3380">
                        <c:v>42809</c:v>
                      </c:pt>
                      <c:pt idx="3381">
                        <c:v>42810</c:v>
                      </c:pt>
                      <c:pt idx="3382">
                        <c:v>42811</c:v>
                      </c:pt>
                      <c:pt idx="3383">
                        <c:v>42814</c:v>
                      </c:pt>
                      <c:pt idx="3384">
                        <c:v>42815</c:v>
                      </c:pt>
                      <c:pt idx="3385">
                        <c:v>42816</c:v>
                      </c:pt>
                      <c:pt idx="3386">
                        <c:v>42817</c:v>
                      </c:pt>
                      <c:pt idx="3387">
                        <c:v>42818</c:v>
                      </c:pt>
                      <c:pt idx="3388">
                        <c:v>42821</c:v>
                      </c:pt>
                      <c:pt idx="3389">
                        <c:v>42822</c:v>
                      </c:pt>
                      <c:pt idx="3390">
                        <c:v>42823</c:v>
                      </c:pt>
                      <c:pt idx="3391">
                        <c:v>42824</c:v>
                      </c:pt>
                      <c:pt idx="3392">
                        <c:v>42825</c:v>
                      </c:pt>
                      <c:pt idx="3393">
                        <c:v>42828</c:v>
                      </c:pt>
                      <c:pt idx="3394">
                        <c:v>42829</c:v>
                      </c:pt>
                      <c:pt idx="3395">
                        <c:v>42830</c:v>
                      </c:pt>
                      <c:pt idx="3396">
                        <c:v>42831</c:v>
                      </c:pt>
                      <c:pt idx="3397">
                        <c:v>42832</c:v>
                      </c:pt>
                      <c:pt idx="3398">
                        <c:v>42835</c:v>
                      </c:pt>
                      <c:pt idx="3399">
                        <c:v>42836</c:v>
                      </c:pt>
                      <c:pt idx="3400">
                        <c:v>42837</c:v>
                      </c:pt>
                      <c:pt idx="3401">
                        <c:v>42838</c:v>
                      </c:pt>
                      <c:pt idx="3402">
                        <c:v>42839</c:v>
                      </c:pt>
                      <c:pt idx="3403">
                        <c:v>42842</c:v>
                      </c:pt>
                      <c:pt idx="3404">
                        <c:v>42843</c:v>
                      </c:pt>
                      <c:pt idx="3405">
                        <c:v>42844</c:v>
                      </c:pt>
                      <c:pt idx="3406">
                        <c:v>42845</c:v>
                      </c:pt>
                      <c:pt idx="3407">
                        <c:v>42846</c:v>
                      </c:pt>
                      <c:pt idx="3408">
                        <c:v>42849</c:v>
                      </c:pt>
                      <c:pt idx="3409">
                        <c:v>42850</c:v>
                      </c:pt>
                      <c:pt idx="3410">
                        <c:v>42851</c:v>
                      </c:pt>
                      <c:pt idx="3411">
                        <c:v>42852</c:v>
                      </c:pt>
                      <c:pt idx="3412">
                        <c:v>42853</c:v>
                      </c:pt>
                      <c:pt idx="3413">
                        <c:v>42856</c:v>
                      </c:pt>
                      <c:pt idx="3414">
                        <c:v>42857</c:v>
                      </c:pt>
                      <c:pt idx="3415">
                        <c:v>42858</c:v>
                      </c:pt>
                      <c:pt idx="3416">
                        <c:v>42859</c:v>
                      </c:pt>
                      <c:pt idx="3417">
                        <c:v>42860</c:v>
                      </c:pt>
                      <c:pt idx="3418">
                        <c:v>42863</c:v>
                      </c:pt>
                      <c:pt idx="3419">
                        <c:v>42864</c:v>
                      </c:pt>
                      <c:pt idx="3420">
                        <c:v>42865</c:v>
                      </c:pt>
                      <c:pt idx="3421">
                        <c:v>42866</c:v>
                      </c:pt>
                      <c:pt idx="3422">
                        <c:v>42867</c:v>
                      </c:pt>
                      <c:pt idx="3423">
                        <c:v>42870</c:v>
                      </c:pt>
                      <c:pt idx="3424">
                        <c:v>42871</c:v>
                      </c:pt>
                      <c:pt idx="3425">
                        <c:v>42872</c:v>
                      </c:pt>
                      <c:pt idx="3426">
                        <c:v>42873</c:v>
                      </c:pt>
                      <c:pt idx="3427">
                        <c:v>42874</c:v>
                      </c:pt>
                      <c:pt idx="3428">
                        <c:v>42877</c:v>
                      </c:pt>
                      <c:pt idx="3429">
                        <c:v>42878</c:v>
                      </c:pt>
                      <c:pt idx="3430">
                        <c:v>42879</c:v>
                      </c:pt>
                      <c:pt idx="3431">
                        <c:v>42880</c:v>
                      </c:pt>
                      <c:pt idx="3432">
                        <c:v>42881</c:v>
                      </c:pt>
                      <c:pt idx="3433">
                        <c:v>42884</c:v>
                      </c:pt>
                      <c:pt idx="3434">
                        <c:v>42885</c:v>
                      </c:pt>
                      <c:pt idx="3435">
                        <c:v>42886</c:v>
                      </c:pt>
                      <c:pt idx="3436">
                        <c:v>42887</c:v>
                      </c:pt>
                      <c:pt idx="3437">
                        <c:v>42888</c:v>
                      </c:pt>
                      <c:pt idx="3438">
                        <c:v>42891</c:v>
                      </c:pt>
                      <c:pt idx="3439">
                        <c:v>42892</c:v>
                      </c:pt>
                      <c:pt idx="3440">
                        <c:v>42893</c:v>
                      </c:pt>
                      <c:pt idx="3441">
                        <c:v>42894</c:v>
                      </c:pt>
                      <c:pt idx="3442">
                        <c:v>42895</c:v>
                      </c:pt>
                      <c:pt idx="3443">
                        <c:v>42898</c:v>
                      </c:pt>
                      <c:pt idx="3444">
                        <c:v>42899</c:v>
                      </c:pt>
                      <c:pt idx="3445">
                        <c:v>42900</c:v>
                      </c:pt>
                      <c:pt idx="3446">
                        <c:v>42901</c:v>
                      </c:pt>
                      <c:pt idx="3447">
                        <c:v>42902</c:v>
                      </c:pt>
                      <c:pt idx="3448">
                        <c:v>42905</c:v>
                      </c:pt>
                      <c:pt idx="3449">
                        <c:v>42906</c:v>
                      </c:pt>
                      <c:pt idx="3450">
                        <c:v>42907</c:v>
                      </c:pt>
                      <c:pt idx="3451">
                        <c:v>42908</c:v>
                      </c:pt>
                      <c:pt idx="3452">
                        <c:v>42909</c:v>
                      </c:pt>
                      <c:pt idx="3453">
                        <c:v>42912</c:v>
                      </c:pt>
                      <c:pt idx="3454">
                        <c:v>42913</c:v>
                      </c:pt>
                      <c:pt idx="3455">
                        <c:v>42914</c:v>
                      </c:pt>
                      <c:pt idx="3456">
                        <c:v>42915</c:v>
                      </c:pt>
                      <c:pt idx="3457">
                        <c:v>42916</c:v>
                      </c:pt>
                      <c:pt idx="3458">
                        <c:v>42919</c:v>
                      </c:pt>
                      <c:pt idx="3459">
                        <c:v>42920</c:v>
                      </c:pt>
                      <c:pt idx="3460">
                        <c:v>42921</c:v>
                      </c:pt>
                      <c:pt idx="3461">
                        <c:v>42922</c:v>
                      </c:pt>
                      <c:pt idx="3462">
                        <c:v>42923</c:v>
                      </c:pt>
                      <c:pt idx="3463">
                        <c:v>42926</c:v>
                      </c:pt>
                      <c:pt idx="3464">
                        <c:v>42927</c:v>
                      </c:pt>
                      <c:pt idx="3465">
                        <c:v>42928</c:v>
                      </c:pt>
                      <c:pt idx="3466">
                        <c:v>42929</c:v>
                      </c:pt>
                      <c:pt idx="3467">
                        <c:v>42930</c:v>
                      </c:pt>
                      <c:pt idx="3468">
                        <c:v>42933</c:v>
                      </c:pt>
                      <c:pt idx="3469">
                        <c:v>42934</c:v>
                      </c:pt>
                      <c:pt idx="3470">
                        <c:v>42935</c:v>
                      </c:pt>
                      <c:pt idx="3471">
                        <c:v>42936</c:v>
                      </c:pt>
                      <c:pt idx="3472">
                        <c:v>42937</c:v>
                      </c:pt>
                      <c:pt idx="3473">
                        <c:v>42940</c:v>
                      </c:pt>
                      <c:pt idx="3474">
                        <c:v>42941</c:v>
                      </c:pt>
                      <c:pt idx="3475">
                        <c:v>42942</c:v>
                      </c:pt>
                      <c:pt idx="3476">
                        <c:v>42943</c:v>
                      </c:pt>
                      <c:pt idx="3477">
                        <c:v>42944</c:v>
                      </c:pt>
                      <c:pt idx="3478">
                        <c:v>42947</c:v>
                      </c:pt>
                      <c:pt idx="3479">
                        <c:v>42948</c:v>
                      </c:pt>
                      <c:pt idx="3480">
                        <c:v>42949</c:v>
                      </c:pt>
                      <c:pt idx="3481">
                        <c:v>42950</c:v>
                      </c:pt>
                      <c:pt idx="3482">
                        <c:v>42951</c:v>
                      </c:pt>
                      <c:pt idx="3483">
                        <c:v>42954</c:v>
                      </c:pt>
                      <c:pt idx="3484">
                        <c:v>42955</c:v>
                      </c:pt>
                      <c:pt idx="3485">
                        <c:v>42956</c:v>
                      </c:pt>
                      <c:pt idx="3486">
                        <c:v>42957</c:v>
                      </c:pt>
                      <c:pt idx="3487">
                        <c:v>42958</c:v>
                      </c:pt>
                      <c:pt idx="3488">
                        <c:v>42961</c:v>
                      </c:pt>
                      <c:pt idx="3489">
                        <c:v>42962</c:v>
                      </c:pt>
                      <c:pt idx="3490">
                        <c:v>42963</c:v>
                      </c:pt>
                      <c:pt idx="3491">
                        <c:v>42964</c:v>
                      </c:pt>
                      <c:pt idx="3492">
                        <c:v>42965</c:v>
                      </c:pt>
                      <c:pt idx="3493">
                        <c:v>42968</c:v>
                      </c:pt>
                      <c:pt idx="3494">
                        <c:v>42969</c:v>
                      </c:pt>
                      <c:pt idx="3495">
                        <c:v>42970</c:v>
                      </c:pt>
                      <c:pt idx="3496">
                        <c:v>42971</c:v>
                      </c:pt>
                      <c:pt idx="3497">
                        <c:v>42972</c:v>
                      </c:pt>
                      <c:pt idx="3498">
                        <c:v>42975</c:v>
                      </c:pt>
                      <c:pt idx="3499">
                        <c:v>42976</c:v>
                      </c:pt>
                      <c:pt idx="3500">
                        <c:v>42977</c:v>
                      </c:pt>
                      <c:pt idx="3501">
                        <c:v>42978</c:v>
                      </c:pt>
                      <c:pt idx="3502">
                        <c:v>42979</c:v>
                      </c:pt>
                      <c:pt idx="3503">
                        <c:v>42982</c:v>
                      </c:pt>
                      <c:pt idx="3504">
                        <c:v>42983</c:v>
                      </c:pt>
                      <c:pt idx="3505">
                        <c:v>42984</c:v>
                      </c:pt>
                      <c:pt idx="3506">
                        <c:v>42985</c:v>
                      </c:pt>
                      <c:pt idx="3507">
                        <c:v>42986</c:v>
                      </c:pt>
                      <c:pt idx="3508">
                        <c:v>42989</c:v>
                      </c:pt>
                      <c:pt idx="3509">
                        <c:v>42990</c:v>
                      </c:pt>
                      <c:pt idx="3510">
                        <c:v>42991</c:v>
                      </c:pt>
                      <c:pt idx="3511">
                        <c:v>42992</c:v>
                      </c:pt>
                      <c:pt idx="3512">
                        <c:v>42993</c:v>
                      </c:pt>
                      <c:pt idx="3513">
                        <c:v>42996</c:v>
                      </c:pt>
                      <c:pt idx="3514">
                        <c:v>42997</c:v>
                      </c:pt>
                      <c:pt idx="3515">
                        <c:v>42998</c:v>
                      </c:pt>
                      <c:pt idx="3516">
                        <c:v>42999</c:v>
                      </c:pt>
                      <c:pt idx="3517">
                        <c:v>43000</c:v>
                      </c:pt>
                      <c:pt idx="3518">
                        <c:v>43003</c:v>
                      </c:pt>
                      <c:pt idx="3519">
                        <c:v>43004</c:v>
                      </c:pt>
                      <c:pt idx="3520">
                        <c:v>43005</c:v>
                      </c:pt>
                      <c:pt idx="3521">
                        <c:v>43006</c:v>
                      </c:pt>
                      <c:pt idx="3522">
                        <c:v>43007</c:v>
                      </c:pt>
                      <c:pt idx="3523">
                        <c:v>43010</c:v>
                      </c:pt>
                      <c:pt idx="3524">
                        <c:v>43011</c:v>
                      </c:pt>
                      <c:pt idx="3525">
                        <c:v>43012</c:v>
                      </c:pt>
                      <c:pt idx="3526">
                        <c:v>43013</c:v>
                      </c:pt>
                      <c:pt idx="3527">
                        <c:v>43014</c:v>
                      </c:pt>
                      <c:pt idx="3528">
                        <c:v>43017</c:v>
                      </c:pt>
                      <c:pt idx="3529">
                        <c:v>43018</c:v>
                      </c:pt>
                      <c:pt idx="3530">
                        <c:v>43019</c:v>
                      </c:pt>
                      <c:pt idx="3531">
                        <c:v>43020</c:v>
                      </c:pt>
                      <c:pt idx="3532">
                        <c:v>43021</c:v>
                      </c:pt>
                      <c:pt idx="3533">
                        <c:v>43024</c:v>
                      </c:pt>
                      <c:pt idx="3534">
                        <c:v>43025</c:v>
                      </c:pt>
                      <c:pt idx="3535">
                        <c:v>43026</c:v>
                      </c:pt>
                      <c:pt idx="3536">
                        <c:v>43027</c:v>
                      </c:pt>
                      <c:pt idx="3537">
                        <c:v>43028</c:v>
                      </c:pt>
                      <c:pt idx="3538">
                        <c:v>43031</c:v>
                      </c:pt>
                      <c:pt idx="3539">
                        <c:v>43032</c:v>
                      </c:pt>
                      <c:pt idx="3540">
                        <c:v>43033</c:v>
                      </c:pt>
                      <c:pt idx="3541">
                        <c:v>43034</c:v>
                      </c:pt>
                      <c:pt idx="3542">
                        <c:v>43035</c:v>
                      </c:pt>
                      <c:pt idx="3543">
                        <c:v>43038</c:v>
                      </c:pt>
                      <c:pt idx="3544">
                        <c:v>43039</c:v>
                      </c:pt>
                      <c:pt idx="3545">
                        <c:v>43040</c:v>
                      </c:pt>
                      <c:pt idx="3546">
                        <c:v>43041</c:v>
                      </c:pt>
                      <c:pt idx="3547">
                        <c:v>43042</c:v>
                      </c:pt>
                      <c:pt idx="3548">
                        <c:v>43045</c:v>
                      </c:pt>
                      <c:pt idx="3549">
                        <c:v>43046</c:v>
                      </c:pt>
                      <c:pt idx="3550">
                        <c:v>43047</c:v>
                      </c:pt>
                      <c:pt idx="3551">
                        <c:v>43048</c:v>
                      </c:pt>
                      <c:pt idx="3552">
                        <c:v>43049</c:v>
                      </c:pt>
                      <c:pt idx="3553">
                        <c:v>43052</c:v>
                      </c:pt>
                      <c:pt idx="3554">
                        <c:v>43053</c:v>
                      </c:pt>
                      <c:pt idx="3555">
                        <c:v>43054</c:v>
                      </c:pt>
                      <c:pt idx="3556">
                        <c:v>43055</c:v>
                      </c:pt>
                      <c:pt idx="3557">
                        <c:v>43056</c:v>
                      </c:pt>
                      <c:pt idx="3558">
                        <c:v>43059</c:v>
                      </c:pt>
                      <c:pt idx="3559">
                        <c:v>43060</c:v>
                      </c:pt>
                      <c:pt idx="3560">
                        <c:v>43061</c:v>
                      </c:pt>
                      <c:pt idx="3561">
                        <c:v>43062</c:v>
                      </c:pt>
                      <c:pt idx="3562">
                        <c:v>43063</c:v>
                      </c:pt>
                      <c:pt idx="3563">
                        <c:v>43066</c:v>
                      </c:pt>
                      <c:pt idx="3564">
                        <c:v>43067</c:v>
                      </c:pt>
                      <c:pt idx="3565">
                        <c:v>43068</c:v>
                      </c:pt>
                      <c:pt idx="3566">
                        <c:v>43069</c:v>
                      </c:pt>
                      <c:pt idx="3567">
                        <c:v>43070</c:v>
                      </c:pt>
                      <c:pt idx="3568">
                        <c:v>43073</c:v>
                      </c:pt>
                      <c:pt idx="3569">
                        <c:v>43074</c:v>
                      </c:pt>
                      <c:pt idx="3570">
                        <c:v>43075</c:v>
                      </c:pt>
                      <c:pt idx="3571">
                        <c:v>43076</c:v>
                      </c:pt>
                      <c:pt idx="3572">
                        <c:v>43077</c:v>
                      </c:pt>
                      <c:pt idx="3573">
                        <c:v>43080</c:v>
                      </c:pt>
                      <c:pt idx="3574">
                        <c:v>43081</c:v>
                      </c:pt>
                      <c:pt idx="3575">
                        <c:v>43082</c:v>
                      </c:pt>
                      <c:pt idx="3576">
                        <c:v>43083</c:v>
                      </c:pt>
                      <c:pt idx="3577">
                        <c:v>43084</c:v>
                      </c:pt>
                      <c:pt idx="3578">
                        <c:v>43087</c:v>
                      </c:pt>
                      <c:pt idx="3579">
                        <c:v>43088</c:v>
                      </c:pt>
                      <c:pt idx="3580">
                        <c:v>43089</c:v>
                      </c:pt>
                      <c:pt idx="3581">
                        <c:v>43090</c:v>
                      </c:pt>
                      <c:pt idx="3582">
                        <c:v>43091</c:v>
                      </c:pt>
                      <c:pt idx="3583">
                        <c:v>43094</c:v>
                      </c:pt>
                      <c:pt idx="3584">
                        <c:v>43095</c:v>
                      </c:pt>
                      <c:pt idx="3585">
                        <c:v>43096</c:v>
                      </c:pt>
                      <c:pt idx="3586">
                        <c:v>43097</c:v>
                      </c:pt>
                      <c:pt idx="3587">
                        <c:v>43098</c:v>
                      </c:pt>
                      <c:pt idx="3588">
                        <c:v>43101</c:v>
                      </c:pt>
                      <c:pt idx="3589">
                        <c:v>43102</c:v>
                      </c:pt>
                      <c:pt idx="3590">
                        <c:v>43103</c:v>
                      </c:pt>
                      <c:pt idx="3591">
                        <c:v>43104</c:v>
                      </c:pt>
                      <c:pt idx="3592">
                        <c:v>43105</c:v>
                      </c:pt>
                      <c:pt idx="3593">
                        <c:v>43108</c:v>
                      </c:pt>
                      <c:pt idx="3594">
                        <c:v>43109</c:v>
                      </c:pt>
                      <c:pt idx="3595">
                        <c:v>43110</c:v>
                      </c:pt>
                      <c:pt idx="3596">
                        <c:v>43111</c:v>
                      </c:pt>
                      <c:pt idx="3597">
                        <c:v>43112</c:v>
                      </c:pt>
                      <c:pt idx="3598">
                        <c:v>43115</c:v>
                      </c:pt>
                      <c:pt idx="3599">
                        <c:v>43116</c:v>
                      </c:pt>
                      <c:pt idx="3600">
                        <c:v>43117</c:v>
                      </c:pt>
                      <c:pt idx="3601">
                        <c:v>43118</c:v>
                      </c:pt>
                      <c:pt idx="3602">
                        <c:v>43119</c:v>
                      </c:pt>
                      <c:pt idx="3603">
                        <c:v>43122</c:v>
                      </c:pt>
                      <c:pt idx="3604">
                        <c:v>43123</c:v>
                      </c:pt>
                      <c:pt idx="3605">
                        <c:v>43124</c:v>
                      </c:pt>
                      <c:pt idx="3606">
                        <c:v>43125</c:v>
                      </c:pt>
                      <c:pt idx="3607">
                        <c:v>43126</c:v>
                      </c:pt>
                      <c:pt idx="3608">
                        <c:v>43129</c:v>
                      </c:pt>
                      <c:pt idx="3609">
                        <c:v>43130</c:v>
                      </c:pt>
                      <c:pt idx="3610">
                        <c:v>43131</c:v>
                      </c:pt>
                      <c:pt idx="3611">
                        <c:v>43132</c:v>
                      </c:pt>
                      <c:pt idx="3612">
                        <c:v>43133</c:v>
                      </c:pt>
                      <c:pt idx="3613">
                        <c:v>43136</c:v>
                      </c:pt>
                      <c:pt idx="3614">
                        <c:v>43137</c:v>
                      </c:pt>
                      <c:pt idx="3615">
                        <c:v>43138</c:v>
                      </c:pt>
                      <c:pt idx="3616">
                        <c:v>43139</c:v>
                      </c:pt>
                      <c:pt idx="3617">
                        <c:v>43140</c:v>
                      </c:pt>
                      <c:pt idx="3618">
                        <c:v>43143</c:v>
                      </c:pt>
                      <c:pt idx="3619">
                        <c:v>43144</c:v>
                      </c:pt>
                      <c:pt idx="3620">
                        <c:v>43145</c:v>
                      </c:pt>
                      <c:pt idx="3621">
                        <c:v>43146</c:v>
                      </c:pt>
                      <c:pt idx="3622">
                        <c:v>43147</c:v>
                      </c:pt>
                      <c:pt idx="3623">
                        <c:v>43150</c:v>
                      </c:pt>
                      <c:pt idx="3624">
                        <c:v>43151</c:v>
                      </c:pt>
                      <c:pt idx="3625">
                        <c:v>43152</c:v>
                      </c:pt>
                      <c:pt idx="3626">
                        <c:v>43153</c:v>
                      </c:pt>
                      <c:pt idx="3627">
                        <c:v>43154</c:v>
                      </c:pt>
                      <c:pt idx="3628">
                        <c:v>43157</c:v>
                      </c:pt>
                      <c:pt idx="3629">
                        <c:v>43158</c:v>
                      </c:pt>
                      <c:pt idx="3630">
                        <c:v>43159</c:v>
                      </c:pt>
                      <c:pt idx="3631">
                        <c:v>43160</c:v>
                      </c:pt>
                      <c:pt idx="3632">
                        <c:v>43161</c:v>
                      </c:pt>
                      <c:pt idx="3633">
                        <c:v>43164</c:v>
                      </c:pt>
                      <c:pt idx="3634">
                        <c:v>43165</c:v>
                      </c:pt>
                      <c:pt idx="3635">
                        <c:v>43166</c:v>
                      </c:pt>
                      <c:pt idx="3636">
                        <c:v>43167</c:v>
                      </c:pt>
                      <c:pt idx="3637">
                        <c:v>43168</c:v>
                      </c:pt>
                      <c:pt idx="3638">
                        <c:v>43171</c:v>
                      </c:pt>
                      <c:pt idx="3639">
                        <c:v>43172</c:v>
                      </c:pt>
                      <c:pt idx="3640">
                        <c:v>43173</c:v>
                      </c:pt>
                      <c:pt idx="3641">
                        <c:v>43174</c:v>
                      </c:pt>
                      <c:pt idx="3642">
                        <c:v>43175</c:v>
                      </c:pt>
                      <c:pt idx="3643">
                        <c:v>43178</c:v>
                      </c:pt>
                      <c:pt idx="3644">
                        <c:v>43179</c:v>
                      </c:pt>
                      <c:pt idx="3645">
                        <c:v>43180</c:v>
                      </c:pt>
                      <c:pt idx="3646">
                        <c:v>43181</c:v>
                      </c:pt>
                      <c:pt idx="3647">
                        <c:v>43182</c:v>
                      </c:pt>
                      <c:pt idx="3648">
                        <c:v>43185</c:v>
                      </c:pt>
                      <c:pt idx="3649">
                        <c:v>43186</c:v>
                      </c:pt>
                      <c:pt idx="3650">
                        <c:v>43187</c:v>
                      </c:pt>
                      <c:pt idx="3651">
                        <c:v>43188</c:v>
                      </c:pt>
                      <c:pt idx="3652">
                        <c:v>43189</c:v>
                      </c:pt>
                      <c:pt idx="3653">
                        <c:v>43192</c:v>
                      </c:pt>
                      <c:pt idx="3654">
                        <c:v>43193</c:v>
                      </c:pt>
                      <c:pt idx="3655">
                        <c:v>43194</c:v>
                      </c:pt>
                      <c:pt idx="3656">
                        <c:v>43195</c:v>
                      </c:pt>
                      <c:pt idx="3657">
                        <c:v>43196</c:v>
                      </c:pt>
                      <c:pt idx="3658">
                        <c:v>43199</c:v>
                      </c:pt>
                      <c:pt idx="3659">
                        <c:v>43200</c:v>
                      </c:pt>
                      <c:pt idx="3660">
                        <c:v>43201</c:v>
                      </c:pt>
                      <c:pt idx="3661">
                        <c:v>43202</c:v>
                      </c:pt>
                      <c:pt idx="3662">
                        <c:v>43203</c:v>
                      </c:pt>
                      <c:pt idx="3663">
                        <c:v>43206</c:v>
                      </c:pt>
                      <c:pt idx="3664">
                        <c:v>43207</c:v>
                      </c:pt>
                      <c:pt idx="3665">
                        <c:v>43208</c:v>
                      </c:pt>
                      <c:pt idx="3666">
                        <c:v>43209</c:v>
                      </c:pt>
                      <c:pt idx="3667">
                        <c:v>43210</c:v>
                      </c:pt>
                      <c:pt idx="3668">
                        <c:v>43213</c:v>
                      </c:pt>
                      <c:pt idx="3669">
                        <c:v>43214</c:v>
                      </c:pt>
                      <c:pt idx="3670">
                        <c:v>43215</c:v>
                      </c:pt>
                      <c:pt idx="3671">
                        <c:v>43216</c:v>
                      </c:pt>
                      <c:pt idx="3672">
                        <c:v>43217</c:v>
                      </c:pt>
                      <c:pt idx="3673">
                        <c:v>43220</c:v>
                      </c:pt>
                      <c:pt idx="3674">
                        <c:v>43221</c:v>
                      </c:pt>
                      <c:pt idx="3675">
                        <c:v>43222</c:v>
                      </c:pt>
                      <c:pt idx="3676">
                        <c:v>43223</c:v>
                      </c:pt>
                      <c:pt idx="3677">
                        <c:v>43224</c:v>
                      </c:pt>
                      <c:pt idx="3678">
                        <c:v>43227</c:v>
                      </c:pt>
                      <c:pt idx="3679">
                        <c:v>43228</c:v>
                      </c:pt>
                      <c:pt idx="3680">
                        <c:v>43229</c:v>
                      </c:pt>
                      <c:pt idx="3681">
                        <c:v>43230</c:v>
                      </c:pt>
                      <c:pt idx="3682">
                        <c:v>43231</c:v>
                      </c:pt>
                      <c:pt idx="3683">
                        <c:v>43234</c:v>
                      </c:pt>
                      <c:pt idx="3684">
                        <c:v>43235</c:v>
                      </c:pt>
                      <c:pt idx="3685">
                        <c:v>43236</c:v>
                      </c:pt>
                      <c:pt idx="3686">
                        <c:v>43237</c:v>
                      </c:pt>
                      <c:pt idx="3687">
                        <c:v>43238</c:v>
                      </c:pt>
                      <c:pt idx="3688">
                        <c:v>43241</c:v>
                      </c:pt>
                      <c:pt idx="3689">
                        <c:v>43242</c:v>
                      </c:pt>
                      <c:pt idx="3690">
                        <c:v>43243</c:v>
                      </c:pt>
                      <c:pt idx="3691">
                        <c:v>43244</c:v>
                      </c:pt>
                      <c:pt idx="3692">
                        <c:v>43245</c:v>
                      </c:pt>
                      <c:pt idx="3693">
                        <c:v>43248</c:v>
                      </c:pt>
                      <c:pt idx="3694">
                        <c:v>43249</c:v>
                      </c:pt>
                      <c:pt idx="3695">
                        <c:v>43250</c:v>
                      </c:pt>
                      <c:pt idx="3696">
                        <c:v>43251</c:v>
                      </c:pt>
                      <c:pt idx="3697">
                        <c:v>43252</c:v>
                      </c:pt>
                      <c:pt idx="3698">
                        <c:v>43255</c:v>
                      </c:pt>
                      <c:pt idx="3699">
                        <c:v>43256</c:v>
                      </c:pt>
                      <c:pt idx="3700">
                        <c:v>43257</c:v>
                      </c:pt>
                      <c:pt idx="3701">
                        <c:v>43258</c:v>
                      </c:pt>
                      <c:pt idx="3702">
                        <c:v>43259</c:v>
                      </c:pt>
                      <c:pt idx="3703">
                        <c:v>43262</c:v>
                      </c:pt>
                      <c:pt idx="3704">
                        <c:v>43263</c:v>
                      </c:pt>
                      <c:pt idx="3705">
                        <c:v>43264</c:v>
                      </c:pt>
                      <c:pt idx="3706">
                        <c:v>43265</c:v>
                      </c:pt>
                      <c:pt idx="3707">
                        <c:v>43266</c:v>
                      </c:pt>
                      <c:pt idx="3708">
                        <c:v>43269</c:v>
                      </c:pt>
                      <c:pt idx="3709">
                        <c:v>43270</c:v>
                      </c:pt>
                      <c:pt idx="3710">
                        <c:v>43271</c:v>
                      </c:pt>
                      <c:pt idx="3711">
                        <c:v>43272</c:v>
                      </c:pt>
                      <c:pt idx="3712">
                        <c:v>43273</c:v>
                      </c:pt>
                      <c:pt idx="3713">
                        <c:v>43276</c:v>
                      </c:pt>
                      <c:pt idx="3714">
                        <c:v>43277</c:v>
                      </c:pt>
                      <c:pt idx="3715">
                        <c:v>43278</c:v>
                      </c:pt>
                      <c:pt idx="3716">
                        <c:v>43279</c:v>
                      </c:pt>
                      <c:pt idx="3717">
                        <c:v>43280</c:v>
                      </c:pt>
                      <c:pt idx="3718">
                        <c:v>43283</c:v>
                      </c:pt>
                      <c:pt idx="3719">
                        <c:v>43284</c:v>
                      </c:pt>
                      <c:pt idx="3720">
                        <c:v>43285</c:v>
                      </c:pt>
                      <c:pt idx="3721">
                        <c:v>43286</c:v>
                      </c:pt>
                      <c:pt idx="3722">
                        <c:v>43287</c:v>
                      </c:pt>
                      <c:pt idx="3723">
                        <c:v>43290</c:v>
                      </c:pt>
                      <c:pt idx="3724">
                        <c:v>43291</c:v>
                      </c:pt>
                      <c:pt idx="3725">
                        <c:v>43292</c:v>
                      </c:pt>
                      <c:pt idx="3726">
                        <c:v>43293</c:v>
                      </c:pt>
                      <c:pt idx="3727">
                        <c:v>43294</c:v>
                      </c:pt>
                      <c:pt idx="3728">
                        <c:v>43297</c:v>
                      </c:pt>
                      <c:pt idx="3729">
                        <c:v>43298</c:v>
                      </c:pt>
                      <c:pt idx="3730">
                        <c:v>43299</c:v>
                      </c:pt>
                      <c:pt idx="3731">
                        <c:v>43300</c:v>
                      </c:pt>
                      <c:pt idx="3732">
                        <c:v>43301</c:v>
                      </c:pt>
                      <c:pt idx="3733">
                        <c:v>43304</c:v>
                      </c:pt>
                      <c:pt idx="3734">
                        <c:v>43305</c:v>
                      </c:pt>
                      <c:pt idx="3735">
                        <c:v>43306</c:v>
                      </c:pt>
                      <c:pt idx="3736">
                        <c:v>43307</c:v>
                      </c:pt>
                      <c:pt idx="3737">
                        <c:v>43308</c:v>
                      </c:pt>
                      <c:pt idx="3738">
                        <c:v>43311</c:v>
                      </c:pt>
                      <c:pt idx="3739">
                        <c:v>43312</c:v>
                      </c:pt>
                      <c:pt idx="3740">
                        <c:v>43313</c:v>
                      </c:pt>
                      <c:pt idx="3741">
                        <c:v>43314</c:v>
                      </c:pt>
                      <c:pt idx="3742">
                        <c:v>43315</c:v>
                      </c:pt>
                      <c:pt idx="3743">
                        <c:v>43318</c:v>
                      </c:pt>
                      <c:pt idx="3744">
                        <c:v>43319</c:v>
                      </c:pt>
                      <c:pt idx="3745">
                        <c:v>43320</c:v>
                      </c:pt>
                      <c:pt idx="3746">
                        <c:v>43321</c:v>
                      </c:pt>
                      <c:pt idx="3747">
                        <c:v>43322</c:v>
                      </c:pt>
                      <c:pt idx="3748">
                        <c:v>43325</c:v>
                      </c:pt>
                      <c:pt idx="3749">
                        <c:v>43326</c:v>
                      </c:pt>
                      <c:pt idx="3750">
                        <c:v>43327</c:v>
                      </c:pt>
                      <c:pt idx="3751">
                        <c:v>43328</c:v>
                      </c:pt>
                      <c:pt idx="3752">
                        <c:v>43329</c:v>
                      </c:pt>
                      <c:pt idx="3753">
                        <c:v>43332</c:v>
                      </c:pt>
                      <c:pt idx="3754">
                        <c:v>43333</c:v>
                      </c:pt>
                      <c:pt idx="3755">
                        <c:v>43334</c:v>
                      </c:pt>
                      <c:pt idx="3756">
                        <c:v>43335</c:v>
                      </c:pt>
                      <c:pt idx="3757">
                        <c:v>43336</c:v>
                      </c:pt>
                      <c:pt idx="3758">
                        <c:v>43339</c:v>
                      </c:pt>
                      <c:pt idx="3759">
                        <c:v>43340</c:v>
                      </c:pt>
                      <c:pt idx="3760">
                        <c:v>43341</c:v>
                      </c:pt>
                      <c:pt idx="3761">
                        <c:v>43342</c:v>
                      </c:pt>
                      <c:pt idx="3762">
                        <c:v>43343</c:v>
                      </c:pt>
                      <c:pt idx="3763">
                        <c:v>43346</c:v>
                      </c:pt>
                      <c:pt idx="3764">
                        <c:v>43347</c:v>
                      </c:pt>
                      <c:pt idx="3765">
                        <c:v>43348</c:v>
                      </c:pt>
                      <c:pt idx="3766">
                        <c:v>43349</c:v>
                      </c:pt>
                      <c:pt idx="3767">
                        <c:v>43350</c:v>
                      </c:pt>
                      <c:pt idx="3768">
                        <c:v>43353</c:v>
                      </c:pt>
                      <c:pt idx="3769">
                        <c:v>43354</c:v>
                      </c:pt>
                      <c:pt idx="3770">
                        <c:v>43355</c:v>
                      </c:pt>
                      <c:pt idx="3771">
                        <c:v>43356</c:v>
                      </c:pt>
                      <c:pt idx="3772">
                        <c:v>43357</c:v>
                      </c:pt>
                      <c:pt idx="3773">
                        <c:v>43360</c:v>
                      </c:pt>
                      <c:pt idx="3774">
                        <c:v>43361</c:v>
                      </c:pt>
                      <c:pt idx="3775">
                        <c:v>43362</c:v>
                      </c:pt>
                      <c:pt idx="3776">
                        <c:v>43363</c:v>
                      </c:pt>
                      <c:pt idx="3777">
                        <c:v>43364</c:v>
                      </c:pt>
                      <c:pt idx="3778">
                        <c:v>43367</c:v>
                      </c:pt>
                      <c:pt idx="3779">
                        <c:v>43368</c:v>
                      </c:pt>
                      <c:pt idx="3780">
                        <c:v>43369</c:v>
                      </c:pt>
                      <c:pt idx="3781">
                        <c:v>43370</c:v>
                      </c:pt>
                      <c:pt idx="3782">
                        <c:v>43371</c:v>
                      </c:pt>
                      <c:pt idx="3783">
                        <c:v>43374</c:v>
                      </c:pt>
                      <c:pt idx="3784">
                        <c:v>43375</c:v>
                      </c:pt>
                      <c:pt idx="3785">
                        <c:v>43376</c:v>
                      </c:pt>
                      <c:pt idx="3786">
                        <c:v>43377</c:v>
                      </c:pt>
                      <c:pt idx="3787">
                        <c:v>43378</c:v>
                      </c:pt>
                      <c:pt idx="3788">
                        <c:v>43381</c:v>
                      </c:pt>
                      <c:pt idx="3789">
                        <c:v>43382</c:v>
                      </c:pt>
                      <c:pt idx="3790">
                        <c:v>43383</c:v>
                      </c:pt>
                      <c:pt idx="3791">
                        <c:v>43384</c:v>
                      </c:pt>
                      <c:pt idx="3792">
                        <c:v>43385</c:v>
                      </c:pt>
                      <c:pt idx="3793">
                        <c:v>43388</c:v>
                      </c:pt>
                      <c:pt idx="3794">
                        <c:v>43389</c:v>
                      </c:pt>
                      <c:pt idx="3795">
                        <c:v>43390</c:v>
                      </c:pt>
                      <c:pt idx="3796">
                        <c:v>43391</c:v>
                      </c:pt>
                      <c:pt idx="3797">
                        <c:v>43392</c:v>
                      </c:pt>
                      <c:pt idx="3798">
                        <c:v>43395</c:v>
                      </c:pt>
                      <c:pt idx="3799">
                        <c:v>43396</c:v>
                      </c:pt>
                      <c:pt idx="3800">
                        <c:v>43397</c:v>
                      </c:pt>
                      <c:pt idx="3801">
                        <c:v>43398</c:v>
                      </c:pt>
                      <c:pt idx="3802">
                        <c:v>43399</c:v>
                      </c:pt>
                      <c:pt idx="3803">
                        <c:v>43402</c:v>
                      </c:pt>
                      <c:pt idx="3804">
                        <c:v>43403</c:v>
                      </c:pt>
                      <c:pt idx="3805">
                        <c:v>43404</c:v>
                      </c:pt>
                      <c:pt idx="3806">
                        <c:v>43405</c:v>
                      </c:pt>
                      <c:pt idx="3807">
                        <c:v>43406</c:v>
                      </c:pt>
                      <c:pt idx="3808">
                        <c:v>43409</c:v>
                      </c:pt>
                      <c:pt idx="3809">
                        <c:v>43410</c:v>
                      </c:pt>
                      <c:pt idx="3810">
                        <c:v>43411</c:v>
                      </c:pt>
                      <c:pt idx="3811">
                        <c:v>43412</c:v>
                      </c:pt>
                      <c:pt idx="3812">
                        <c:v>43413</c:v>
                      </c:pt>
                      <c:pt idx="3813">
                        <c:v>43416</c:v>
                      </c:pt>
                      <c:pt idx="3814">
                        <c:v>43417</c:v>
                      </c:pt>
                      <c:pt idx="3815">
                        <c:v>43418</c:v>
                      </c:pt>
                      <c:pt idx="3816">
                        <c:v>43419</c:v>
                      </c:pt>
                      <c:pt idx="3817">
                        <c:v>43420</c:v>
                      </c:pt>
                      <c:pt idx="3818">
                        <c:v>43423</c:v>
                      </c:pt>
                      <c:pt idx="3819">
                        <c:v>43424</c:v>
                      </c:pt>
                      <c:pt idx="3820">
                        <c:v>43425</c:v>
                      </c:pt>
                      <c:pt idx="3821">
                        <c:v>43426</c:v>
                      </c:pt>
                      <c:pt idx="3822">
                        <c:v>43427</c:v>
                      </c:pt>
                      <c:pt idx="3823">
                        <c:v>43430</c:v>
                      </c:pt>
                      <c:pt idx="3824">
                        <c:v>43431</c:v>
                      </c:pt>
                      <c:pt idx="3825">
                        <c:v>43432</c:v>
                      </c:pt>
                      <c:pt idx="3826">
                        <c:v>43433</c:v>
                      </c:pt>
                      <c:pt idx="3827">
                        <c:v>43434</c:v>
                      </c:pt>
                      <c:pt idx="3828">
                        <c:v>43437</c:v>
                      </c:pt>
                      <c:pt idx="3829">
                        <c:v>43438</c:v>
                      </c:pt>
                      <c:pt idx="3830">
                        <c:v>43439</c:v>
                      </c:pt>
                      <c:pt idx="3831">
                        <c:v>43440</c:v>
                      </c:pt>
                      <c:pt idx="3832">
                        <c:v>43441</c:v>
                      </c:pt>
                      <c:pt idx="3833">
                        <c:v>43444</c:v>
                      </c:pt>
                      <c:pt idx="3834">
                        <c:v>43445</c:v>
                      </c:pt>
                      <c:pt idx="3835">
                        <c:v>43446</c:v>
                      </c:pt>
                      <c:pt idx="3836">
                        <c:v>43447</c:v>
                      </c:pt>
                      <c:pt idx="3837">
                        <c:v>43448</c:v>
                      </c:pt>
                      <c:pt idx="3838">
                        <c:v>43451</c:v>
                      </c:pt>
                      <c:pt idx="3839">
                        <c:v>43452</c:v>
                      </c:pt>
                      <c:pt idx="3840">
                        <c:v>43453</c:v>
                      </c:pt>
                      <c:pt idx="3841">
                        <c:v>43454</c:v>
                      </c:pt>
                      <c:pt idx="3842">
                        <c:v>43455</c:v>
                      </c:pt>
                      <c:pt idx="3843">
                        <c:v>43458</c:v>
                      </c:pt>
                      <c:pt idx="3844">
                        <c:v>43459</c:v>
                      </c:pt>
                      <c:pt idx="3845">
                        <c:v>43460</c:v>
                      </c:pt>
                      <c:pt idx="3846">
                        <c:v>43461</c:v>
                      </c:pt>
                      <c:pt idx="3847">
                        <c:v>43462</c:v>
                      </c:pt>
                      <c:pt idx="3848">
                        <c:v>43465</c:v>
                      </c:pt>
                      <c:pt idx="3849">
                        <c:v>43466</c:v>
                      </c:pt>
                      <c:pt idx="3850">
                        <c:v>43467</c:v>
                      </c:pt>
                      <c:pt idx="3851">
                        <c:v>43468</c:v>
                      </c:pt>
                      <c:pt idx="3852">
                        <c:v>43469</c:v>
                      </c:pt>
                      <c:pt idx="3853">
                        <c:v>43472</c:v>
                      </c:pt>
                      <c:pt idx="3854">
                        <c:v>43473</c:v>
                      </c:pt>
                      <c:pt idx="3855">
                        <c:v>43474</c:v>
                      </c:pt>
                      <c:pt idx="3856">
                        <c:v>43475</c:v>
                      </c:pt>
                      <c:pt idx="3857">
                        <c:v>43476</c:v>
                      </c:pt>
                      <c:pt idx="3858">
                        <c:v>43479</c:v>
                      </c:pt>
                      <c:pt idx="3859">
                        <c:v>43480</c:v>
                      </c:pt>
                      <c:pt idx="3860">
                        <c:v>43481</c:v>
                      </c:pt>
                      <c:pt idx="3861">
                        <c:v>43482</c:v>
                      </c:pt>
                      <c:pt idx="3862">
                        <c:v>43483</c:v>
                      </c:pt>
                      <c:pt idx="3863">
                        <c:v>43486</c:v>
                      </c:pt>
                      <c:pt idx="3864">
                        <c:v>43487</c:v>
                      </c:pt>
                      <c:pt idx="3865">
                        <c:v>43488</c:v>
                      </c:pt>
                      <c:pt idx="3866">
                        <c:v>43489</c:v>
                      </c:pt>
                      <c:pt idx="3867">
                        <c:v>43490</c:v>
                      </c:pt>
                      <c:pt idx="3868">
                        <c:v>43493</c:v>
                      </c:pt>
                      <c:pt idx="3869">
                        <c:v>43494</c:v>
                      </c:pt>
                      <c:pt idx="3870">
                        <c:v>43495</c:v>
                      </c:pt>
                      <c:pt idx="3871">
                        <c:v>43496</c:v>
                      </c:pt>
                      <c:pt idx="3872">
                        <c:v>43497</c:v>
                      </c:pt>
                      <c:pt idx="3873">
                        <c:v>43500</c:v>
                      </c:pt>
                      <c:pt idx="3874">
                        <c:v>43501</c:v>
                      </c:pt>
                      <c:pt idx="3875">
                        <c:v>43502</c:v>
                      </c:pt>
                      <c:pt idx="3876">
                        <c:v>43503</c:v>
                      </c:pt>
                      <c:pt idx="3877">
                        <c:v>43504</c:v>
                      </c:pt>
                      <c:pt idx="3878">
                        <c:v>43507</c:v>
                      </c:pt>
                      <c:pt idx="3879">
                        <c:v>43508</c:v>
                      </c:pt>
                      <c:pt idx="3880">
                        <c:v>43509</c:v>
                      </c:pt>
                      <c:pt idx="3881">
                        <c:v>43510</c:v>
                      </c:pt>
                      <c:pt idx="3882">
                        <c:v>43511</c:v>
                      </c:pt>
                      <c:pt idx="3883">
                        <c:v>43514</c:v>
                      </c:pt>
                      <c:pt idx="3884">
                        <c:v>43515</c:v>
                      </c:pt>
                      <c:pt idx="3885">
                        <c:v>43516</c:v>
                      </c:pt>
                      <c:pt idx="3886">
                        <c:v>43517</c:v>
                      </c:pt>
                      <c:pt idx="3887">
                        <c:v>43518</c:v>
                      </c:pt>
                      <c:pt idx="3888">
                        <c:v>43521</c:v>
                      </c:pt>
                      <c:pt idx="3889">
                        <c:v>43522</c:v>
                      </c:pt>
                      <c:pt idx="3890">
                        <c:v>43523</c:v>
                      </c:pt>
                      <c:pt idx="3891">
                        <c:v>43524</c:v>
                      </c:pt>
                      <c:pt idx="3892">
                        <c:v>43525</c:v>
                      </c:pt>
                      <c:pt idx="3893">
                        <c:v>43528</c:v>
                      </c:pt>
                      <c:pt idx="3894">
                        <c:v>43529</c:v>
                      </c:pt>
                      <c:pt idx="3895">
                        <c:v>43530</c:v>
                      </c:pt>
                      <c:pt idx="3896">
                        <c:v>43531</c:v>
                      </c:pt>
                      <c:pt idx="3897">
                        <c:v>43532</c:v>
                      </c:pt>
                      <c:pt idx="3898">
                        <c:v>43535</c:v>
                      </c:pt>
                      <c:pt idx="3899">
                        <c:v>43536</c:v>
                      </c:pt>
                      <c:pt idx="3900">
                        <c:v>43537</c:v>
                      </c:pt>
                      <c:pt idx="3901">
                        <c:v>43538</c:v>
                      </c:pt>
                      <c:pt idx="3902">
                        <c:v>43539</c:v>
                      </c:pt>
                      <c:pt idx="3903">
                        <c:v>43542</c:v>
                      </c:pt>
                      <c:pt idx="3904">
                        <c:v>43543</c:v>
                      </c:pt>
                      <c:pt idx="3905">
                        <c:v>43544</c:v>
                      </c:pt>
                      <c:pt idx="3906">
                        <c:v>43545</c:v>
                      </c:pt>
                      <c:pt idx="3907">
                        <c:v>43546</c:v>
                      </c:pt>
                      <c:pt idx="3908">
                        <c:v>43549</c:v>
                      </c:pt>
                      <c:pt idx="3909">
                        <c:v>43550</c:v>
                      </c:pt>
                      <c:pt idx="3910">
                        <c:v>43551</c:v>
                      </c:pt>
                      <c:pt idx="3911">
                        <c:v>43552</c:v>
                      </c:pt>
                      <c:pt idx="3912">
                        <c:v>43553</c:v>
                      </c:pt>
                      <c:pt idx="3913">
                        <c:v>43556</c:v>
                      </c:pt>
                      <c:pt idx="3914">
                        <c:v>43557</c:v>
                      </c:pt>
                      <c:pt idx="3915">
                        <c:v>43558</c:v>
                      </c:pt>
                      <c:pt idx="3916">
                        <c:v>43559</c:v>
                      </c:pt>
                      <c:pt idx="3917">
                        <c:v>43560</c:v>
                      </c:pt>
                      <c:pt idx="3918">
                        <c:v>43563</c:v>
                      </c:pt>
                      <c:pt idx="3919">
                        <c:v>43564</c:v>
                      </c:pt>
                      <c:pt idx="3920">
                        <c:v>43565</c:v>
                      </c:pt>
                      <c:pt idx="3921">
                        <c:v>43566</c:v>
                      </c:pt>
                      <c:pt idx="3922">
                        <c:v>43567</c:v>
                      </c:pt>
                      <c:pt idx="3923">
                        <c:v>43570</c:v>
                      </c:pt>
                      <c:pt idx="3924">
                        <c:v>43571</c:v>
                      </c:pt>
                      <c:pt idx="3925">
                        <c:v>43572</c:v>
                      </c:pt>
                      <c:pt idx="3926">
                        <c:v>43573</c:v>
                      </c:pt>
                      <c:pt idx="3927">
                        <c:v>43574</c:v>
                      </c:pt>
                      <c:pt idx="3928">
                        <c:v>43577</c:v>
                      </c:pt>
                      <c:pt idx="3929">
                        <c:v>43578</c:v>
                      </c:pt>
                      <c:pt idx="3930">
                        <c:v>43579</c:v>
                      </c:pt>
                      <c:pt idx="3931">
                        <c:v>43580</c:v>
                      </c:pt>
                      <c:pt idx="3932">
                        <c:v>43581</c:v>
                      </c:pt>
                      <c:pt idx="3933">
                        <c:v>43584</c:v>
                      </c:pt>
                      <c:pt idx="3934">
                        <c:v>43585</c:v>
                      </c:pt>
                      <c:pt idx="3935">
                        <c:v>43586</c:v>
                      </c:pt>
                      <c:pt idx="3936">
                        <c:v>43587</c:v>
                      </c:pt>
                      <c:pt idx="3937">
                        <c:v>43588</c:v>
                      </c:pt>
                      <c:pt idx="3938">
                        <c:v>43591</c:v>
                      </c:pt>
                      <c:pt idx="3939">
                        <c:v>43592</c:v>
                      </c:pt>
                      <c:pt idx="3940">
                        <c:v>43593</c:v>
                      </c:pt>
                      <c:pt idx="3941">
                        <c:v>43594</c:v>
                      </c:pt>
                      <c:pt idx="3942">
                        <c:v>43595</c:v>
                      </c:pt>
                      <c:pt idx="3943">
                        <c:v>43598</c:v>
                      </c:pt>
                      <c:pt idx="3944">
                        <c:v>43599</c:v>
                      </c:pt>
                      <c:pt idx="3945">
                        <c:v>43600</c:v>
                      </c:pt>
                      <c:pt idx="3946">
                        <c:v>43601</c:v>
                      </c:pt>
                      <c:pt idx="3947">
                        <c:v>43602</c:v>
                      </c:pt>
                      <c:pt idx="3948">
                        <c:v>43605</c:v>
                      </c:pt>
                      <c:pt idx="3949">
                        <c:v>43606</c:v>
                      </c:pt>
                      <c:pt idx="3950">
                        <c:v>43607</c:v>
                      </c:pt>
                      <c:pt idx="3951">
                        <c:v>43608</c:v>
                      </c:pt>
                      <c:pt idx="3952">
                        <c:v>43609</c:v>
                      </c:pt>
                      <c:pt idx="3953">
                        <c:v>43612</c:v>
                      </c:pt>
                      <c:pt idx="3954">
                        <c:v>43613</c:v>
                      </c:pt>
                      <c:pt idx="3955">
                        <c:v>43614</c:v>
                      </c:pt>
                      <c:pt idx="3956">
                        <c:v>43615</c:v>
                      </c:pt>
                      <c:pt idx="3957">
                        <c:v>43616</c:v>
                      </c:pt>
                      <c:pt idx="3958">
                        <c:v>43619</c:v>
                      </c:pt>
                      <c:pt idx="3959">
                        <c:v>43620</c:v>
                      </c:pt>
                      <c:pt idx="3960">
                        <c:v>43621</c:v>
                      </c:pt>
                      <c:pt idx="3961">
                        <c:v>43622</c:v>
                      </c:pt>
                      <c:pt idx="3962">
                        <c:v>43623</c:v>
                      </c:pt>
                      <c:pt idx="3963">
                        <c:v>43626</c:v>
                      </c:pt>
                      <c:pt idx="3964">
                        <c:v>43627</c:v>
                      </c:pt>
                      <c:pt idx="3965">
                        <c:v>43628</c:v>
                      </c:pt>
                      <c:pt idx="3966">
                        <c:v>43629</c:v>
                      </c:pt>
                      <c:pt idx="3967">
                        <c:v>43630</c:v>
                      </c:pt>
                      <c:pt idx="3968">
                        <c:v>43633</c:v>
                      </c:pt>
                      <c:pt idx="3969">
                        <c:v>43634</c:v>
                      </c:pt>
                      <c:pt idx="3970">
                        <c:v>43635</c:v>
                      </c:pt>
                      <c:pt idx="3971">
                        <c:v>43636</c:v>
                      </c:pt>
                      <c:pt idx="3972">
                        <c:v>43637</c:v>
                      </c:pt>
                      <c:pt idx="3973">
                        <c:v>43640</c:v>
                      </c:pt>
                      <c:pt idx="3974">
                        <c:v>43641</c:v>
                      </c:pt>
                      <c:pt idx="3975">
                        <c:v>43642</c:v>
                      </c:pt>
                      <c:pt idx="3976">
                        <c:v>43643</c:v>
                      </c:pt>
                      <c:pt idx="3977">
                        <c:v>43644</c:v>
                      </c:pt>
                      <c:pt idx="3978">
                        <c:v>43647</c:v>
                      </c:pt>
                      <c:pt idx="3979">
                        <c:v>43648</c:v>
                      </c:pt>
                      <c:pt idx="3980">
                        <c:v>43649</c:v>
                      </c:pt>
                      <c:pt idx="3981">
                        <c:v>43650</c:v>
                      </c:pt>
                      <c:pt idx="3982">
                        <c:v>43651</c:v>
                      </c:pt>
                      <c:pt idx="3983">
                        <c:v>43654</c:v>
                      </c:pt>
                      <c:pt idx="3984">
                        <c:v>43655</c:v>
                      </c:pt>
                      <c:pt idx="3985">
                        <c:v>43656</c:v>
                      </c:pt>
                      <c:pt idx="3986">
                        <c:v>43657</c:v>
                      </c:pt>
                      <c:pt idx="3987">
                        <c:v>43658</c:v>
                      </c:pt>
                      <c:pt idx="3988">
                        <c:v>43661</c:v>
                      </c:pt>
                      <c:pt idx="3989">
                        <c:v>43662</c:v>
                      </c:pt>
                      <c:pt idx="3990">
                        <c:v>43663</c:v>
                      </c:pt>
                      <c:pt idx="3991">
                        <c:v>43664</c:v>
                      </c:pt>
                      <c:pt idx="3992">
                        <c:v>43665</c:v>
                      </c:pt>
                      <c:pt idx="3993">
                        <c:v>43668</c:v>
                      </c:pt>
                      <c:pt idx="3994">
                        <c:v>43669</c:v>
                      </c:pt>
                      <c:pt idx="3995">
                        <c:v>43670</c:v>
                      </c:pt>
                      <c:pt idx="3996">
                        <c:v>43671</c:v>
                      </c:pt>
                      <c:pt idx="3997">
                        <c:v>43672</c:v>
                      </c:pt>
                      <c:pt idx="3998">
                        <c:v>43675</c:v>
                      </c:pt>
                      <c:pt idx="3999">
                        <c:v>43676</c:v>
                      </c:pt>
                      <c:pt idx="4000">
                        <c:v>43677</c:v>
                      </c:pt>
                      <c:pt idx="4001">
                        <c:v>43678</c:v>
                      </c:pt>
                      <c:pt idx="4002">
                        <c:v>43679</c:v>
                      </c:pt>
                      <c:pt idx="4003">
                        <c:v>43682</c:v>
                      </c:pt>
                      <c:pt idx="4004">
                        <c:v>43683</c:v>
                      </c:pt>
                      <c:pt idx="4005">
                        <c:v>43684</c:v>
                      </c:pt>
                      <c:pt idx="4006">
                        <c:v>43685</c:v>
                      </c:pt>
                      <c:pt idx="4007">
                        <c:v>43686</c:v>
                      </c:pt>
                      <c:pt idx="4008">
                        <c:v>43689</c:v>
                      </c:pt>
                      <c:pt idx="4009">
                        <c:v>43690</c:v>
                      </c:pt>
                      <c:pt idx="4010">
                        <c:v>43691</c:v>
                      </c:pt>
                      <c:pt idx="4011">
                        <c:v>43692</c:v>
                      </c:pt>
                      <c:pt idx="4012">
                        <c:v>43693</c:v>
                      </c:pt>
                      <c:pt idx="4013">
                        <c:v>43696</c:v>
                      </c:pt>
                      <c:pt idx="4014">
                        <c:v>43697</c:v>
                      </c:pt>
                      <c:pt idx="4015">
                        <c:v>43698</c:v>
                      </c:pt>
                      <c:pt idx="4016">
                        <c:v>43699</c:v>
                      </c:pt>
                      <c:pt idx="4017">
                        <c:v>43700</c:v>
                      </c:pt>
                      <c:pt idx="4018">
                        <c:v>43703</c:v>
                      </c:pt>
                      <c:pt idx="4019">
                        <c:v>43704</c:v>
                      </c:pt>
                      <c:pt idx="4020">
                        <c:v>43705</c:v>
                      </c:pt>
                      <c:pt idx="4021">
                        <c:v>43706</c:v>
                      </c:pt>
                      <c:pt idx="4022">
                        <c:v>43707</c:v>
                      </c:pt>
                      <c:pt idx="4023">
                        <c:v>43710</c:v>
                      </c:pt>
                      <c:pt idx="4024">
                        <c:v>43711</c:v>
                      </c:pt>
                      <c:pt idx="4025">
                        <c:v>43712</c:v>
                      </c:pt>
                      <c:pt idx="4026">
                        <c:v>43713</c:v>
                      </c:pt>
                      <c:pt idx="4027">
                        <c:v>43714</c:v>
                      </c:pt>
                      <c:pt idx="4028">
                        <c:v>43717</c:v>
                      </c:pt>
                      <c:pt idx="4029">
                        <c:v>43718</c:v>
                      </c:pt>
                      <c:pt idx="4030">
                        <c:v>43719</c:v>
                      </c:pt>
                      <c:pt idx="4031">
                        <c:v>43720</c:v>
                      </c:pt>
                      <c:pt idx="4032">
                        <c:v>43721</c:v>
                      </c:pt>
                      <c:pt idx="4033">
                        <c:v>43724</c:v>
                      </c:pt>
                      <c:pt idx="4034">
                        <c:v>43725</c:v>
                      </c:pt>
                      <c:pt idx="4035">
                        <c:v>43726</c:v>
                      </c:pt>
                      <c:pt idx="4036">
                        <c:v>43727</c:v>
                      </c:pt>
                      <c:pt idx="4037">
                        <c:v>43728</c:v>
                      </c:pt>
                      <c:pt idx="4038">
                        <c:v>43731</c:v>
                      </c:pt>
                      <c:pt idx="4039">
                        <c:v>43732</c:v>
                      </c:pt>
                      <c:pt idx="4040">
                        <c:v>43733</c:v>
                      </c:pt>
                      <c:pt idx="4041">
                        <c:v>43734</c:v>
                      </c:pt>
                      <c:pt idx="4042">
                        <c:v>43735</c:v>
                      </c:pt>
                      <c:pt idx="4043">
                        <c:v>43738</c:v>
                      </c:pt>
                      <c:pt idx="4044">
                        <c:v>43739</c:v>
                      </c:pt>
                      <c:pt idx="4045">
                        <c:v>43740</c:v>
                      </c:pt>
                      <c:pt idx="4046">
                        <c:v>43741</c:v>
                      </c:pt>
                      <c:pt idx="4047">
                        <c:v>43742</c:v>
                      </c:pt>
                      <c:pt idx="4048">
                        <c:v>43745</c:v>
                      </c:pt>
                      <c:pt idx="4049">
                        <c:v>43746</c:v>
                      </c:pt>
                      <c:pt idx="4050">
                        <c:v>43747</c:v>
                      </c:pt>
                      <c:pt idx="4051">
                        <c:v>43748</c:v>
                      </c:pt>
                      <c:pt idx="4052">
                        <c:v>43749</c:v>
                      </c:pt>
                      <c:pt idx="4053">
                        <c:v>43752</c:v>
                      </c:pt>
                      <c:pt idx="4054">
                        <c:v>43753</c:v>
                      </c:pt>
                      <c:pt idx="4055">
                        <c:v>43754</c:v>
                      </c:pt>
                      <c:pt idx="4056">
                        <c:v>43755</c:v>
                      </c:pt>
                      <c:pt idx="4057">
                        <c:v>43756</c:v>
                      </c:pt>
                      <c:pt idx="4058">
                        <c:v>43759</c:v>
                      </c:pt>
                      <c:pt idx="4059">
                        <c:v>43760</c:v>
                      </c:pt>
                      <c:pt idx="4060">
                        <c:v>43761</c:v>
                      </c:pt>
                      <c:pt idx="4061">
                        <c:v>43762</c:v>
                      </c:pt>
                      <c:pt idx="4062">
                        <c:v>43763</c:v>
                      </c:pt>
                      <c:pt idx="4063">
                        <c:v>43766</c:v>
                      </c:pt>
                      <c:pt idx="4064">
                        <c:v>43767</c:v>
                      </c:pt>
                      <c:pt idx="4065">
                        <c:v>43768</c:v>
                      </c:pt>
                      <c:pt idx="4066">
                        <c:v>43769</c:v>
                      </c:pt>
                      <c:pt idx="4067">
                        <c:v>43770</c:v>
                      </c:pt>
                      <c:pt idx="4068">
                        <c:v>43773</c:v>
                      </c:pt>
                      <c:pt idx="4069">
                        <c:v>43774</c:v>
                      </c:pt>
                      <c:pt idx="4070">
                        <c:v>43775</c:v>
                      </c:pt>
                      <c:pt idx="4071">
                        <c:v>43776</c:v>
                      </c:pt>
                      <c:pt idx="4072">
                        <c:v>43777</c:v>
                      </c:pt>
                      <c:pt idx="4073">
                        <c:v>43780</c:v>
                      </c:pt>
                      <c:pt idx="4074">
                        <c:v>43781</c:v>
                      </c:pt>
                      <c:pt idx="4075">
                        <c:v>43782</c:v>
                      </c:pt>
                      <c:pt idx="4076">
                        <c:v>43783</c:v>
                      </c:pt>
                      <c:pt idx="4077">
                        <c:v>43784</c:v>
                      </c:pt>
                      <c:pt idx="4078">
                        <c:v>43787</c:v>
                      </c:pt>
                      <c:pt idx="4079">
                        <c:v>43788</c:v>
                      </c:pt>
                      <c:pt idx="4080">
                        <c:v>43789</c:v>
                      </c:pt>
                      <c:pt idx="4081">
                        <c:v>43790</c:v>
                      </c:pt>
                      <c:pt idx="4082">
                        <c:v>43791</c:v>
                      </c:pt>
                      <c:pt idx="4083">
                        <c:v>43794</c:v>
                      </c:pt>
                      <c:pt idx="4084">
                        <c:v>43795</c:v>
                      </c:pt>
                      <c:pt idx="4085">
                        <c:v>43796</c:v>
                      </c:pt>
                      <c:pt idx="4086">
                        <c:v>43797</c:v>
                      </c:pt>
                      <c:pt idx="4087">
                        <c:v>43798</c:v>
                      </c:pt>
                      <c:pt idx="4088">
                        <c:v>43801</c:v>
                      </c:pt>
                      <c:pt idx="4089">
                        <c:v>43802</c:v>
                      </c:pt>
                      <c:pt idx="4090">
                        <c:v>43803</c:v>
                      </c:pt>
                      <c:pt idx="4091">
                        <c:v>43804</c:v>
                      </c:pt>
                      <c:pt idx="4092">
                        <c:v>43805</c:v>
                      </c:pt>
                      <c:pt idx="4093">
                        <c:v>43808</c:v>
                      </c:pt>
                      <c:pt idx="4094">
                        <c:v>43809</c:v>
                      </c:pt>
                      <c:pt idx="4095">
                        <c:v>43810</c:v>
                      </c:pt>
                      <c:pt idx="4096">
                        <c:v>43811</c:v>
                      </c:pt>
                      <c:pt idx="4097">
                        <c:v>43812</c:v>
                      </c:pt>
                      <c:pt idx="4098">
                        <c:v>43815</c:v>
                      </c:pt>
                      <c:pt idx="4099">
                        <c:v>43816</c:v>
                      </c:pt>
                      <c:pt idx="4100">
                        <c:v>43817</c:v>
                      </c:pt>
                      <c:pt idx="4101">
                        <c:v>43818</c:v>
                      </c:pt>
                      <c:pt idx="4102">
                        <c:v>43819</c:v>
                      </c:pt>
                      <c:pt idx="4103">
                        <c:v>43822</c:v>
                      </c:pt>
                      <c:pt idx="4104">
                        <c:v>43823</c:v>
                      </c:pt>
                      <c:pt idx="4105">
                        <c:v>43824</c:v>
                      </c:pt>
                      <c:pt idx="4106">
                        <c:v>43825</c:v>
                      </c:pt>
                      <c:pt idx="4107">
                        <c:v>43826</c:v>
                      </c:pt>
                      <c:pt idx="4108">
                        <c:v>43829</c:v>
                      </c:pt>
                      <c:pt idx="4109">
                        <c:v>43830</c:v>
                      </c:pt>
                      <c:pt idx="4110">
                        <c:v>43831</c:v>
                      </c:pt>
                      <c:pt idx="4111">
                        <c:v>43832</c:v>
                      </c:pt>
                      <c:pt idx="4112">
                        <c:v>43833</c:v>
                      </c:pt>
                      <c:pt idx="4113">
                        <c:v>43836</c:v>
                      </c:pt>
                      <c:pt idx="4114">
                        <c:v>43837</c:v>
                      </c:pt>
                      <c:pt idx="4115">
                        <c:v>43838</c:v>
                      </c:pt>
                      <c:pt idx="4116">
                        <c:v>43839</c:v>
                      </c:pt>
                      <c:pt idx="4117">
                        <c:v>43840</c:v>
                      </c:pt>
                      <c:pt idx="4118">
                        <c:v>43843</c:v>
                      </c:pt>
                      <c:pt idx="4119">
                        <c:v>43844</c:v>
                      </c:pt>
                      <c:pt idx="4120">
                        <c:v>43845</c:v>
                      </c:pt>
                      <c:pt idx="4121">
                        <c:v>43846</c:v>
                      </c:pt>
                      <c:pt idx="4122">
                        <c:v>43847</c:v>
                      </c:pt>
                      <c:pt idx="4123">
                        <c:v>43850</c:v>
                      </c:pt>
                      <c:pt idx="4124">
                        <c:v>43851</c:v>
                      </c:pt>
                      <c:pt idx="4125">
                        <c:v>43852</c:v>
                      </c:pt>
                      <c:pt idx="4126">
                        <c:v>43853</c:v>
                      </c:pt>
                      <c:pt idx="4127">
                        <c:v>43854</c:v>
                      </c:pt>
                      <c:pt idx="4128">
                        <c:v>43857</c:v>
                      </c:pt>
                      <c:pt idx="4129">
                        <c:v>43858</c:v>
                      </c:pt>
                      <c:pt idx="4130">
                        <c:v>43859</c:v>
                      </c:pt>
                      <c:pt idx="4131">
                        <c:v>43860</c:v>
                      </c:pt>
                      <c:pt idx="4132">
                        <c:v>43861</c:v>
                      </c:pt>
                      <c:pt idx="4133">
                        <c:v>43864</c:v>
                      </c:pt>
                      <c:pt idx="4134">
                        <c:v>43865</c:v>
                      </c:pt>
                      <c:pt idx="4135">
                        <c:v>43866</c:v>
                      </c:pt>
                      <c:pt idx="4136">
                        <c:v>43867</c:v>
                      </c:pt>
                      <c:pt idx="4137">
                        <c:v>43868</c:v>
                      </c:pt>
                      <c:pt idx="4138">
                        <c:v>43871</c:v>
                      </c:pt>
                      <c:pt idx="4139">
                        <c:v>43872</c:v>
                      </c:pt>
                      <c:pt idx="4140">
                        <c:v>43873</c:v>
                      </c:pt>
                      <c:pt idx="4141">
                        <c:v>43874</c:v>
                      </c:pt>
                      <c:pt idx="4142">
                        <c:v>43875</c:v>
                      </c:pt>
                      <c:pt idx="4143">
                        <c:v>43878</c:v>
                      </c:pt>
                      <c:pt idx="4144">
                        <c:v>43879</c:v>
                      </c:pt>
                      <c:pt idx="4145">
                        <c:v>43880</c:v>
                      </c:pt>
                      <c:pt idx="4146">
                        <c:v>43881</c:v>
                      </c:pt>
                      <c:pt idx="4147">
                        <c:v>43882</c:v>
                      </c:pt>
                      <c:pt idx="4148">
                        <c:v>43885</c:v>
                      </c:pt>
                      <c:pt idx="4149">
                        <c:v>43886</c:v>
                      </c:pt>
                      <c:pt idx="4150">
                        <c:v>43887</c:v>
                      </c:pt>
                      <c:pt idx="4151">
                        <c:v>43888</c:v>
                      </c:pt>
                      <c:pt idx="4152">
                        <c:v>43889</c:v>
                      </c:pt>
                      <c:pt idx="4153">
                        <c:v>43892</c:v>
                      </c:pt>
                      <c:pt idx="4154">
                        <c:v>43893</c:v>
                      </c:pt>
                      <c:pt idx="4155">
                        <c:v>43894</c:v>
                      </c:pt>
                      <c:pt idx="4156">
                        <c:v>43895</c:v>
                      </c:pt>
                      <c:pt idx="4157">
                        <c:v>43896</c:v>
                      </c:pt>
                      <c:pt idx="4158">
                        <c:v>43899</c:v>
                      </c:pt>
                      <c:pt idx="4159">
                        <c:v>43900</c:v>
                      </c:pt>
                      <c:pt idx="4160">
                        <c:v>43901</c:v>
                      </c:pt>
                      <c:pt idx="4161">
                        <c:v>43902</c:v>
                      </c:pt>
                      <c:pt idx="4162">
                        <c:v>43903</c:v>
                      </c:pt>
                      <c:pt idx="4163">
                        <c:v>43906</c:v>
                      </c:pt>
                      <c:pt idx="4164">
                        <c:v>43907</c:v>
                      </c:pt>
                      <c:pt idx="4165">
                        <c:v>43908</c:v>
                      </c:pt>
                      <c:pt idx="4166">
                        <c:v>43909</c:v>
                      </c:pt>
                      <c:pt idx="4167">
                        <c:v>43910</c:v>
                      </c:pt>
                      <c:pt idx="4168">
                        <c:v>43913</c:v>
                      </c:pt>
                      <c:pt idx="4169">
                        <c:v>43914</c:v>
                      </c:pt>
                      <c:pt idx="4170">
                        <c:v>43915</c:v>
                      </c:pt>
                      <c:pt idx="4171">
                        <c:v>43916</c:v>
                      </c:pt>
                      <c:pt idx="4172">
                        <c:v>43917</c:v>
                      </c:pt>
                      <c:pt idx="4173">
                        <c:v>43920</c:v>
                      </c:pt>
                      <c:pt idx="4174">
                        <c:v>43921</c:v>
                      </c:pt>
                      <c:pt idx="4175">
                        <c:v>43922</c:v>
                      </c:pt>
                      <c:pt idx="4176">
                        <c:v>43923</c:v>
                      </c:pt>
                      <c:pt idx="4177">
                        <c:v>43924</c:v>
                      </c:pt>
                      <c:pt idx="4178">
                        <c:v>43927</c:v>
                      </c:pt>
                      <c:pt idx="4179">
                        <c:v>43928</c:v>
                      </c:pt>
                      <c:pt idx="4180">
                        <c:v>43929</c:v>
                      </c:pt>
                      <c:pt idx="4181">
                        <c:v>43930</c:v>
                      </c:pt>
                      <c:pt idx="4182">
                        <c:v>43931</c:v>
                      </c:pt>
                      <c:pt idx="4183">
                        <c:v>43934</c:v>
                      </c:pt>
                      <c:pt idx="4184">
                        <c:v>43935</c:v>
                      </c:pt>
                      <c:pt idx="4185">
                        <c:v>43936</c:v>
                      </c:pt>
                      <c:pt idx="4186">
                        <c:v>43937</c:v>
                      </c:pt>
                      <c:pt idx="4187">
                        <c:v>43938</c:v>
                      </c:pt>
                      <c:pt idx="4188">
                        <c:v>43941</c:v>
                      </c:pt>
                      <c:pt idx="4189">
                        <c:v>43942</c:v>
                      </c:pt>
                      <c:pt idx="4190">
                        <c:v>43943</c:v>
                      </c:pt>
                      <c:pt idx="4191">
                        <c:v>43944</c:v>
                      </c:pt>
                      <c:pt idx="4192">
                        <c:v>43945</c:v>
                      </c:pt>
                      <c:pt idx="4193">
                        <c:v>43948</c:v>
                      </c:pt>
                      <c:pt idx="4194">
                        <c:v>43949</c:v>
                      </c:pt>
                      <c:pt idx="4195">
                        <c:v>43950</c:v>
                      </c:pt>
                      <c:pt idx="4196">
                        <c:v>43951</c:v>
                      </c:pt>
                      <c:pt idx="4197">
                        <c:v>43952</c:v>
                      </c:pt>
                      <c:pt idx="4198">
                        <c:v>43955</c:v>
                      </c:pt>
                      <c:pt idx="4199">
                        <c:v>43956</c:v>
                      </c:pt>
                      <c:pt idx="4200">
                        <c:v>43957</c:v>
                      </c:pt>
                      <c:pt idx="4201">
                        <c:v>43958</c:v>
                      </c:pt>
                      <c:pt idx="4202">
                        <c:v>43959</c:v>
                      </c:pt>
                      <c:pt idx="4203">
                        <c:v>43962</c:v>
                      </c:pt>
                      <c:pt idx="4204">
                        <c:v>43963</c:v>
                      </c:pt>
                      <c:pt idx="4205">
                        <c:v>43964</c:v>
                      </c:pt>
                      <c:pt idx="4206">
                        <c:v>43965</c:v>
                      </c:pt>
                      <c:pt idx="4207">
                        <c:v>43966</c:v>
                      </c:pt>
                      <c:pt idx="4208">
                        <c:v>43969</c:v>
                      </c:pt>
                      <c:pt idx="4209">
                        <c:v>43970</c:v>
                      </c:pt>
                      <c:pt idx="4210">
                        <c:v>43971</c:v>
                      </c:pt>
                      <c:pt idx="4211">
                        <c:v>43972</c:v>
                      </c:pt>
                      <c:pt idx="4212">
                        <c:v>43973</c:v>
                      </c:pt>
                      <c:pt idx="4213">
                        <c:v>43976</c:v>
                      </c:pt>
                      <c:pt idx="4214">
                        <c:v>43977</c:v>
                      </c:pt>
                      <c:pt idx="4215">
                        <c:v>43978</c:v>
                      </c:pt>
                      <c:pt idx="4216">
                        <c:v>43979</c:v>
                      </c:pt>
                      <c:pt idx="4217">
                        <c:v>43980</c:v>
                      </c:pt>
                      <c:pt idx="4218">
                        <c:v>43983</c:v>
                      </c:pt>
                      <c:pt idx="4219">
                        <c:v>43984</c:v>
                      </c:pt>
                      <c:pt idx="4220">
                        <c:v>43985</c:v>
                      </c:pt>
                      <c:pt idx="4221">
                        <c:v>43986</c:v>
                      </c:pt>
                      <c:pt idx="4222">
                        <c:v>43987</c:v>
                      </c:pt>
                      <c:pt idx="4223">
                        <c:v>43990</c:v>
                      </c:pt>
                      <c:pt idx="4224">
                        <c:v>43991</c:v>
                      </c:pt>
                      <c:pt idx="4225">
                        <c:v>43992</c:v>
                      </c:pt>
                      <c:pt idx="4226">
                        <c:v>43993</c:v>
                      </c:pt>
                      <c:pt idx="4227">
                        <c:v>43994</c:v>
                      </c:pt>
                      <c:pt idx="4228">
                        <c:v>43997</c:v>
                      </c:pt>
                      <c:pt idx="4229">
                        <c:v>43998</c:v>
                      </c:pt>
                      <c:pt idx="4230">
                        <c:v>43999</c:v>
                      </c:pt>
                      <c:pt idx="4231">
                        <c:v>44000</c:v>
                      </c:pt>
                      <c:pt idx="4232">
                        <c:v>44001</c:v>
                      </c:pt>
                      <c:pt idx="4233">
                        <c:v>44004</c:v>
                      </c:pt>
                      <c:pt idx="4234">
                        <c:v>44005</c:v>
                      </c:pt>
                      <c:pt idx="4235">
                        <c:v>44006</c:v>
                      </c:pt>
                      <c:pt idx="4236">
                        <c:v>44007</c:v>
                      </c:pt>
                      <c:pt idx="4237">
                        <c:v>44008</c:v>
                      </c:pt>
                      <c:pt idx="4238">
                        <c:v>44011</c:v>
                      </c:pt>
                      <c:pt idx="4239">
                        <c:v>44012</c:v>
                      </c:pt>
                      <c:pt idx="4240">
                        <c:v>44013</c:v>
                      </c:pt>
                      <c:pt idx="4241">
                        <c:v>44014</c:v>
                      </c:pt>
                      <c:pt idx="4242">
                        <c:v>44015</c:v>
                      </c:pt>
                      <c:pt idx="4243">
                        <c:v>44018</c:v>
                      </c:pt>
                      <c:pt idx="4244">
                        <c:v>44019</c:v>
                      </c:pt>
                      <c:pt idx="4245">
                        <c:v>44020</c:v>
                      </c:pt>
                      <c:pt idx="4246">
                        <c:v>44021</c:v>
                      </c:pt>
                      <c:pt idx="4247">
                        <c:v>44022</c:v>
                      </c:pt>
                      <c:pt idx="4248">
                        <c:v>44025</c:v>
                      </c:pt>
                      <c:pt idx="4249">
                        <c:v>44026</c:v>
                      </c:pt>
                      <c:pt idx="4250">
                        <c:v>44027</c:v>
                      </c:pt>
                      <c:pt idx="4251">
                        <c:v>44028</c:v>
                      </c:pt>
                      <c:pt idx="4252">
                        <c:v>44029</c:v>
                      </c:pt>
                      <c:pt idx="4253">
                        <c:v>44032</c:v>
                      </c:pt>
                      <c:pt idx="4254">
                        <c:v>44033</c:v>
                      </c:pt>
                      <c:pt idx="4255">
                        <c:v>44034</c:v>
                      </c:pt>
                      <c:pt idx="4256">
                        <c:v>44035</c:v>
                      </c:pt>
                      <c:pt idx="4257">
                        <c:v>44036</c:v>
                      </c:pt>
                      <c:pt idx="4258">
                        <c:v>44039</c:v>
                      </c:pt>
                      <c:pt idx="4259">
                        <c:v>44040</c:v>
                      </c:pt>
                      <c:pt idx="4260">
                        <c:v>44041</c:v>
                      </c:pt>
                      <c:pt idx="4261">
                        <c:v>44042</c:v>
                      </c:pt>
                      <c:pt idx="4262">
                        <c:v>44043</c:v>
                      </c:pt>
                      <c:pt idx="4263">
                        <c:v>44046</c:v>
                      </c:pt>
                      <c:pt idx="4264">
                        <c:v>44047</c:v>
                      </c:pt>
                      <c:pt idx="4265">
                        <c:v>44048</c:v>
                      </c:pt>
                      <c:pt idx="4266">
                        <c:v>44049</c:v>
                      </c:pt>
                      <c:pt idx="4267">
                        <c:v>44050</c:v>
                      </c:pt>
                      <c:pt idx="4268">
                        <c:v>44053</c:v>
                      </c:pt>
                      <c:pt idx="4269">
                        <c:v>44054</c:v>
                      </c:pt>
                      <c:pt idx="4270">
                        <c:v>44055</c:v>
                      </c:pt>
                      <c:pt idx="4271">
                        <c:v>44056</c:v>
                      </c:pt>
                      <c:pt idx="4272">
                        <c:v>44057</c:v>
                      </c:pt>
                      <c:pt idx="4273">
                        <c:v>44060</c:v>
                      </c:pt>
                      <c:pt idx="4274">
                        <c:v>44061</c:v>
                      </c:pt>
                      <c:pt idx="4275">
                        <c:v>44062</c:v>
                      </c:pt>
                      <c:pt idx="4276">
                        <c:v>44063</c:v>
                      </c:pt>
                      <c:pt idx="4277">
                        <c:v>44064</c:v>
                      </c:pt>
                      <c:pt idx="4278">
                        <c:v>44067</c:v>
                      </c:pt>
                      <c:pt idx="4279">
                        <c:v>44068</c:v>
                      </c:pt>
                      <c:pt idx="4280">
                        <c:v>44069</c:v>
                      </c:pt>
                      <c:pt idx="4281">
                        <c:v>44070</c:v>
                      </c:pt>
                      <c:pt idx="4282">
                        <c:v>44071</c:v>
                      </c:pt>
                      <c:pt idx="4283">
                        <c:v>44074</c:v>
                      </c:pt>
                      <c:pt idx="4284">
                        <c:v>44075</c:v>
                      </c:pt>
                      <c:pt idx="4285">
                        <c:v>44076</c:v>
                      </c:pt>
                      <c:pt idx="4286">
                        <c:v>44077</c:v>
                      </c:pt>
                      <c:pt idx="4287">
                        <c:v>44078</c:v>
                      </c:pt>
                      <c:pt idx="4288">
                        <c:v>44081</c:v>
                      </c:pt>
                      <c:pt idx="4289">
                        <c:v>44082</c:v>
                      </c:pt>
                      <c:pt idx="4290">
                        <c:v>44083</c:v>
                      </c:pt>
                      <c:pt idx="4291">
                        <c:v>44084</c:v>
                      </c:pt>
                      <c:pt idx="4292">
                        <c:v>44085</c:v>
                      </c:pt>
                      <c:pt idx="4293">
                        <c:v>44088</c:v>
                      </c:pt>
                      <c:pt idx="4294">
                        <c:v>44089</c:v>
                      </c:pt>
                      <c:pt idx="4295">
                        <c:v>44090</c:v>
                      </c:pt>
                      <c:pt idx="4296">
                        <c:v>44091</c:v>
                      </c:pt>
                      <c:pt idx="4297">
                        <c:v>44092</c:v>
                      </c:pt>
                      <c:pt idx="4298">
                        <c:v>44095</c:v>
                      </c:pt>
                      <c:pt idx="4299">
                        <c:v>44096</c:v>
                      </c:pt>
                      <c:pt idx="4300">
                        <c:v>44097</c:v>
                      </c:pt>
                      <c:pt idx="4301">
                        <c:v>44098</c:v>
                      </c:pt>
                      <c:pt idx="4302">
                        <c:v>44099</c:v>
                      </c:pt>
                      <c:pt idx="4303">
                        <c:v>44102</c:v>
                      </c:pt>
                      <c:pt idx="4304">
                        <c:v>44103</c:v>
                      </c:pt>
                      <c:pt idx="4305">
                        <c:v>44104</c:v>
                      </c:pt>
                      <c:pt idx="4306">
                        <c:v>44105</c:v>
                      </c:pt>
                      <c:pt idx="4307">
                        <c:v>44106</c:v>
                      </c:pt>
                      <c:pt idx="4308">
                        <c:v>44109</c:v>
                      </c:pt>
                      <c:pt idx="4309">
                        <c:v>44110</c:v>
                      </c:pt>
                      <c:pt idx="4310">
                        <c:v>44111</c:v>
                      </c:pt>
                      <c:pt idx="4311">
                        <c:v>44112</c:v>
                      </c:pt>
                      <c:pt idx="4312">
                        <c:v>44113</c:v>
                      </c:pt>
                      <c:pt idx="4313">
                        <c:v>44116</c:v>
                      </c:pt>
                      <c:pt idx="4314">
                        <c:v>44117</c:v>
                      </c:pt>
                      <c:pt idx="4315">
                        <c:v>44118</c:v>
                      </c:pt>
                      <c:pt idx="4316">
                        <c:v>44119</c:v>
                      </c:pt>
                      <c:pt idx="4317">
                        <c:v>44120</c:v>
                      </c:pt>
                      <c:pt idx="4318">
                        <c:v>44123</c:v>
                      </c:pt>
                      <c:pt idx="4319">
                        <c:v>44124</c:v>
                      </c:pt>
                      <c:pt idx="4320">
                        <c:v>44125</c:v>
                      </c:pt>
                      <c:pt idx="4321">
                        <c:v>44126</c:v>
                      </c:pt>
                      <c:pt idx="4322">
                        <c:v>44127</c:v>
                      </c:pt>
                      <c:pt idx="4323">
                        <c:v>44130</c:v>
                      </c:pt>
                      <c:pt idx="4324">
                        <c:v>44131</c:v>
                      </c:pt>
                      <c:pt idx="4325">
                        <c:v>44132</c:v>
                      </c:pt>
                      <c:pt idx="4326">
                        <c:v>44133</c:v>
                      </c:pt>
                      <c:pt idx="4327">
                        <c:v>44134</c:v>
                      </c:pt>
                      <c:pt idx="4328">
                        <c:v>44137</c:v>
                      </c:pt>
                      <c:pt idx="4329">
                        <c:v>44138</c:v>
                      </c:pt>
                      <c:pt idx="4330">
                        <c:v>44139</c:v>
                      </c:pt>
                      <c:pt idx="4331">
                        <c:v>44140</c:v>
                      </c:pt>
                      <c:pt idx="4332">
                        <c:v>44141</c:v>
                      </c:pt>
                      <c:pt idx="4333">
                        <c:v>44144</c:v>
                      </c:pt>
                      <c:pt idx="4334">
                        <c:v>44145</c:v>
                      </c:pt>
                      <c:pt idx="4335">
                        <c:v>44146</c:v>
                      </c:pt>
                      <c:pt idx="4336">
                        <c:v>44147</c:v>
                      </c:pt>
                      <c:pt idx="4337">
                        <c:v>44148</c:v>
                      </c:pt>
                      <c:pt idx="4338">
                        <c:v>44151</c:v>
                      </c:pt>
                      <c:pt idx="4339">
                        <c:v>44152</c:v>
                      </c:pt>
                      <c:pt idx="4340">
                        <c:v>44153</c:v>
                      </c:pt>
                      <c:pt idx="4341">
                        <c:v>44154</c:v>
                      </c:pt>
                      <c:pt idx="4342">
                        <c:v>44155</c:v>
                      </c:pt>
                      <c:pt idx="4343">
                        <c:v>44158</c:v>
                      </c:pt>
                      <c:pt idx="4344">
                        <c:v>44159</c:v>
                      </c:pt>
                      <c:pt idx="4345">
                        <c:v>44160</c:v>
                      </c:pt>
                      <c:pt idx="4346">
                        <c:v>44161</c:v>
                      </c:pt>
                      <c:pt idx="4347">
                        <c:v>44162</c:v>
                      </c:pt>
                      <c:pt idx="4348">
                        <c:v>44165</c:v>
                      </c:pt>
                      <c:pt idx="4349">
                        <c:v>44166</c:v>
                      </c:pt>
                      <c:pt idx="4350">
                        <c:v>44167</c:v>
                      </c:pt>
                      <c:pt idx="4351">
                        <c:v>44168</c:v>
                      </c:pt>
                      <c:pt idx="4352">
                        <c:v>44169</c:v>
                      </c:pt>
                      <c:pt idx="4353">
                        <c:v>44172</c:v>
                      </c:pt>
                      <c:pt idx="4354">
                        <c:v>44173</c:v>
                      </c:pt>
                      <c:pt idx="4355">
                        <c:v>44174</c:v>
                      </c:pt>
                      <c:pt idx="4356">
                        <c:v>44175</c:v>
                      </c:pt>
                      <c:pt idx="4357">
                        <c:v>44176</c:v>
                      </c:pt>
                      <c:pt idx="4358">
                        <c:v>44179</c:v>
                      </c:pt>
                      <c:pt idx="4359">
                        <c:v>44180</c:v>
                      </c:pt>
                      <c:pt idx="4360">
                        <c:v>44181</c:v>
                      </c:pt>
                      <c:pt idx="4361">
                        <c:v>44182</c:v>
                      </c:pt>
                      <c:pt idx="4362">
                        <c:v>44183</c:v>
                      </c:pt>
                      <c:pt idx="4363">
                        <c:v>44186</c:v>
                      </c:pt>
                      <c:pt idx="4364">
                        <c:v>44187</c:v>
                      </c:pt>
                      <c:pt idx="4365">
                        <c:v>44188</c:v>
                      </c:pt>
                      <c:pt idx="4366">
                        <c:v>44189</c:v>
                      </c:pt>
                      <c:pt idx="4367">
                        <c:v>44190</c:v>
                      </c:pt>
                      <c:pt idx="4368">
                        <c:v>44193</c:v>
                      </c:pt>
                      <c:pt idx="4369">
                        <c:v>44194</c:v>
                      </c:pt>
                      <c:pt idx="4370">
                        <c:v>44195</c:v>
                      </c:pt>
                      <c:pt idx="4371">
                        <c:v>44196</c:v>
                      </c:pt>
                      <c:pt idx="4372">
                        <c:v>44197</c:v>
                      </c:pt>
                      <c:pt idx="4373">
                        <c:v>44200</c:v>
                      </c:pt>
                      <c:pt idx="4374">
                        <c:v>44201</c:v>
                      </c:pt>
                      <c:pt idx="4375">
                        <c:v>44202</c:v>
                      </c:pt>
                      <c:pt idx="4376">
                        <c:v>44203</c:v>
                      </c:pt>
                      <c:pt idx="4377">
                        <c:v>44204</c:v>
                      </c:pt>
                      <c:pt idx="4378">
                        <c:v>44207</c:v>
                      </c:pt>
                      <c:pt idx="4379">
                        <c:v>44208</c:v>
                      </c:pt>
                      <c:pt idx="4380">
                        <c:v>44209</c:v>
                      </c:pt>
                      <c:pt idx="4381">
                        <c:v>44210</c:v>
                      </c:pt>
                      <c:pt idx="4382">
                        <c:v>44211</c:v>
                      </c:pt>
                      <c:pt idx="4383">
                        <c:v>44214</c:v>
                      </c:pt>
                      <c:pt idx="4384">
                        <c:v>44215</c:v>
                      </c:pt>
                      <c:pt idx="4385">
                        <c:v>44216</c:v>
                      </c:pt>
                      <c:pt idx="4386">
                        <c:v>44217</c:v>
                      </c:pt>
                      <c:pt idx="4387">
                        <c:v>44218</c:v>
                      </c:pt>
                      <c:pt idx="4388">
                        <c:v>44221</c:v>
                      </c:pt>
                      <c:pt idx="4389">
                        <c:v>44222</c:v>
                      </c:pt>
                      <c:pt idx="4390">
                        <c:v>44223</c:v>
                      </c:pt>
                      <c:pt idx="4391">
                        <c:v>44224</c:v>
                      </c:pt>
                      <c:pt idx="4392">
                        <c:v>44225</c:v>
                      </c:pt>
                      <c:pt idx="4393">
                        <c:v>44228</c:v>
                      </c:pt>
                      <c:pt idx="4394">
                        <c:v>44229</c:v>
                      </c:pt>
                      <c:pt idx="4395">
                        <c:v>44230</c:v>
                      </c:pt>
                      <c:pt idx="4396">
                        <c:v>44231</c:v>
                      </c:pt>
                      <c:pt idx="4397">
                        <c:v>44232</c:v>
                      </c:pt>
                      <c:pt idx="4398">
                        <c:v>44235</c:v>
                      </c:pt>
                      <c:pt idx="4399">
                        <c:v>44236</c:v>
                      </c:pt>
                      <c:pt idx="4400">
                        <c:v>44237</c:v>
                      </c:pt>
                      <c:pt idx="4401">
                        <c:v>44238</c:v>
                      </c:pt>
                      <c:pt idx="4402">
                        <c:v>44239</c:v>
                      </c:pt>
                      <c:pt idx="4403">
                        <c:v>44242</c:v>
                      </c:pt>
                      <c:pt idx="4404">
                        <c:v>44243</c:v>
                      </c:pt>
                      <c:pt idx="4405">
                        <c:v>44244</c:v>
                      </c:pt>
                      <c:pt idx="4406">
                        <c:v>44245</c:v>
                      </c:pt>
                      <c:pt idx="4407">
                        <c:v>44246</c:v>
                      </c:pt>
                      <c:pt idx="4408">
                        <c:v>44249</c:v>
                      </c:pt>
                      <c:pt idx="4409">
                        <c:v>44250</c:v>
                      </c:pt>
                      <c:pt idx="4410">
                        <c:v>44251</c:v>
                      </c:pt>
                      <c:pt idx="4411">
                        <c:v>44252</c:v>
                      </c:pt>
                      <c:pt idx="4412">
                        <c:v>44253</c:v>
                      </c:pt>
                      <c:pt idx="4413">
                        <c:v>44256</c:v>
                      </c:pt>
                      <c:pt idx="4414">
                        <c:v>44257</c:v>
                      </c:pt>
                      <c:pt idx="4415">
                        <c:v>44258</c:v>
                      </c:pt>
                      <c:pt idx="4416">
                        <c:v>44259</c:v>
                      </c:pt>
                      <c:pt idx="4417">
                        <c:v>44260</c:v>
                      </c:pt>
                      <c:pt idx="4418">
                        <c:v>44263</c:v>
                      </c:pt>
                      <c:pt idx="4419">
                        <c:v>44264</c:v>
                      </c:pt>
                      <c:pt idx="4420">
                        <c:v>44265</c:v>
                      </c:pt>
                      <c:pt idx="4421">
                        <c:v>44266</c:v>
                      </c:pt>
                      <c:pt idx="4422">
                        <c:v>44267</c:v>
                      </c:pt>
                      <c:pt idx="4423">
                        <c:v>44270</c:v>
                      </c:pt>
                      <c:pt idx="4424">
                        <c:v>44271</c:v>
                      </c:pt>
                      <c:pt idx="4425">
                        <c:v>44272</c:v>
                      </c:pt>
                      <c:pt idx="4426">
                        <c:v>44273</c:v>
                      </c:pt>
                      <c:pt idx="4427">
                        <c:v>44274</c:v>
                      </c:pt>
                      <c:pt idx="4428">
                        <c:v>44277</c:v>
                      </c:pt>
                      <c:pt idx="4429">
                        <c:v>44278</c:v>
                      </c:pt>
                      <c:pt idx="4430">
                        <c:v>44279</c:v>
                      </c:pt>
                      <c:pt idx="4431">
                        <c:v>44280</c:v>
                      </c:pt>
                      <c:pt idx="4432">
                        <c:v>44281</c:v>
                      </c:pt>
                      <c:pt idx="4433">
                        <c:v>44284</c:v>
                      </c:pt>
                      <c:pt idx="4434">
                        <c:v>44285</c:v>
                      </c:pt>
                      <c:pt idx="4435">
                        <c:v>44286</c:v>
                      </c:pt>
                      <c:pt idx="4436">
                        <c:v>44287</c:v>
                      </c:pt>
                      <c:pt idx="4437">
                        <c:v>44288</c:v>
                      </c:pt>
                      <c:pt idx="4438">
                        <c:v>44291</c:v>
                      </c:pt>
                      <c:pt idx="4439">
                        <c:v>44292</c:v>
                      </c:pt>
                      <c:pt idx="4440">
                        <c:v>44293</c:v>
                      </c:pt>
                      <c:pt idx="4441">
                        <c:v>44294</c:v>
                      </c:pt>
                      <c:pt idx="4442">
                        <c:v>44295</c:v>
                      </c:pt>
                      <c:pt idx="4443">
                        <c:v>44298</c:v>
                      </c:pt>
                      <c:pt idx="4444">
                        <c:v>44299</c:v>
                      </c:pt>
                      <c:pt idx="4445">
                        <c:v>44300</c:v>
                      </c:pt>
                      <c:pt idx="4446">
                        <c:v>44301</c:v>
                      </c:pt>
                      <c:pt idx="4447">
                        <c:v>44302</c:v>
                      </c:pt>
                      <c:pt idx="4448">
                        <c:v>44305</c:v>
                      </c:pt>
                      <c:pt idx="4449">
                        <c:v>44306</c:v>
                      </c:pt>
                      <c:pt idx="4450">
                        <c:v>44307</c:v>
                      </c:pt>
                      <c:pt idx="4451">
                        <c:v>44308</c:v>
                      </c:pt>
                      <c:pt idx="4452">
                        <c:v>44309</c:v>
                      </c:pt>
                      <c:pt idx="4453">
                        <c:v>44312</c:v>
                      </c:pt>
                      <c:pt idx="4454">
                        <c:v>44313</c:v>
                      </c:pt>
                      <c:pt idx="4455">
                        <c:v>44314</c:v>
                      </c:pt>
                      <c:pt idx="4456">
                        <c:v>44315</c:v>
                      </c:pt>
                      <c:pt idx="4457">
                        <c:v>44316</c:v>
                      </c:pt>
                      <c:pt idx="4458">
                        <c:v>44319</c:v>
                      </c:pt>
                      <c:pt idx="4459">
                        <c:v>44320</c:v>
                      </c:pt>
                      <c:pt idx="4460">
                        <c:v>44321</c:v>
                      </c:pt>
                      <c:pt idx="4461">
                        <c:v>44322</c:v>
                      </c:pt>
                      <c:pt idx="4462">
                        <c:v>44323</c:v>
                      </c:pt>
                      <c:pt idx="4463">
                        <c:v>44326</c:v>
                      </c:pt>
                      <c:pt idx="4464">
                        <c:v>44327</c:v>
                      </c:pt>
                      <c:pt idx="4465">
                        <c:v>44328</c:v>
                      </c:pt>
                      <c:pt idx="4466">
                        <c:v>44329</c:v>
                      </c:pt>
                      <c:pt idx="4467">
                        <c:v>44330</c:v>
                      </c:pt>
                      <c:pt idx="4468">
                        <c:v>44333</c:v>
                      </c:pt>
                      <c:pt idx="4469">
                        <c:v>44334</c:v>
                      </c:pt>
                      <c:pt idx="4470">
                        <c:v>44335</c:v>
                      </c:pt>
                      <c:pt idx="4471">
                        <c:v>44336</c:v>
                      </c:pt>
                      <c:pt idx="4472">
                        <c:v>44337</c:v>
                      </c:pt>
                      <c:pt idx="4473">
                        <c:v>44340</c:v>
                      </c:pt>
                      <c:pt idx="4474">
                        <c:v>44341</c:v>
                      </c:pt>
                      <c:pt idx="4475">
                        <c:v>44342</c:v>
                      </c:pt>
                      <c:pt idx="4476">
                        <c:v>44343</c:v>
                      </c:pt>
                      <c:pt idx="4477">
                        <c:v>44344</c:v>
                      </c:pt>
                      <c:pt idx="4478">
                        <c:v>44347</c:v>
                      </c:pt>
                      <c:pt idx="4479">
                        <c:v>44348</c:v>
                      </c:pt>
                      <c:pt idx="4480">
                        <c:v>44349</c:v>
                      </c:pt>
                      <c:pt idx="4481">
                        <c:v>44350</c:v>
                      </c:pt>
                      <c:pt idx="4482">
                        <c:v>44351</c:v>
                      </c:pt>
                      <c:pt idx="4483">
                        <c:v>44354</c:v>
                      </c:pt>
                      <c:pt idx="4484">
                        <c:v>44355</c:v>
                      </c:pt>
                      <c:pt idx="4485">
                        <c:v>44356</c:v>
                      </c:pt>
                      <c:pt idx="4486">
                        <c:v>44357</c:v>
                      </c:pt>
                      <c:pt idx="4487">
                        <c:v>44358</c:v>
                      </c:pt>
                      <c:pt idx="4488">
                        <c:v>44361</c:v>
                      </c:pt>
                      <c:pt idx="4489">
                        <c:v>44362</c:v>
                      </c:pt>
                      <c:pt idx="4490">
                        <c:v>44363</c:v>
                      </c:pt>
                      <c:pt idx="4491">
                        <c:v>44364</c:v>
                      </c:pt>
                      <c:pt idx="4492">
                        <c:v>44365</c:v>
                      </c:pt>
                      <c:pt idx="4493">
                        <c:v>44368</c:v>
                      </c:pt>
                      <c:pt idx="4494">
                        <c:v>44369</c:v>
                      </c:pt>
                      <c:pt idx="4495">
                        <c:v>44370</c:v>
                      </c:pt>
                      <c:pt idx="4496">
                        <c:v>44371</c:v>
                      </c:pt>
                      <c:pt idx="4497">
                        <c:v>44372</c:v>
                      </c:pt>
                      <c:pt idx="4498">
                        <c:v>44375</c:v>
                      </c:pt>
                      <c:pt idx="4499">
                        <c:v>44376</c:v>
                      </c:pt>
                      <c:pt idx="4500">
                        <c:v>44377</c:v>
                      </c:pt>
                      <c:pt idx="4501">
                        <c:v>44378</c:v>
                      </c:pt>
                      <c:pt idx="4502">
                        <c:v>44379</c:v>
                      </c:pt>
                      <c:pt idx="4503">
                        <c:v>44382</c:v>
                      </c:pt>
                      <c:pt idx="4504">
                        <c:v>44383</c:v>
                      </c:pt>
                      <c:pt idx="4505">
                        <c:v>44384</c:v>
                      </c:pt>
                      <c:pt idx="4506">
                        <c:v>44385</c:v>
                      </c:pt>
                      <c:pt idx="4507">
                        <c:v>44386</c:v>
                      </c:pt>
                      <c:pt idx="4508">
                        <c:v>44389</c:v>
                      </c:pt>
                      <c:pt idx="4509">
                        <c:v>44390</c:v>
                      </c:pt>
                      <c:pt idx="4510">
                        <c:v>44391</c:v>
                      </c:pt>
                      <c:pt idx="4511">
                        <c:v>44392</c:v>
                      </c:pt>
                      <c:pt idx="4512">
                        <c:v>44393</c:v>
                      </c:pt>
                      <c:pt idx="4513">
                        <c:v>44396</c:v>
                      </c:pt>
                      <c:pt idx="4514">
                        <c:v>44397</c:v>
                      </c:pt>
                      <c:pt idx="4515">
                        <c:v>44398</c:v>
                      </c:pt>
                      <c:pt idx="4516">
                        <c:v>44399</c:v>
                      </c:pt>
                      <c:pt idx="4517">
                        <c:v>44400</c:v>
                      </c:pt>
                      <c:pt idx="4518">
                        <c:v>44403</c:v>
                      </c:pt>
                      <c:pt idx="4519">
                        <c:v>44404</c:v>
                      </c:pt>
                      <c:pt idx="4520">
                        <c:v>44405</c:v>
                      </c:pt>
                      <c:pt idx="4521">
                        <c:v>44406</c:v>
                      </c:pt>
                      <c:pt idx="4522">
                        <c:v>44407</c:v>
                      </c:pt>
                      <c:pt idx="4523">
                        <c:v>44410</c:v>
                      </c:pt>
                      <c:pt idx="4524">
                        <c:v>44411</c:v>
                      </c:pt>
                      <c:pt idx="4525">
                        <c:v>44412</c:v>
                      </c:pt>
                      <c:pt idx="4526">
                        <c:v>44413</c:v>
                      </c:pt>
                      <c:pt idx="4527">
                        <c:v>44414</c:v>
                      </c:pt>
                      <c:pt idx="4528">
                        <c:v>44417</c:v>
                      </c:pt>
                      <c:pt idx="4529">
                        <c:v>44418</c:v>
                      </c:pt>
                      <c:pt idx="4530">
                        <c:v>44419</c:v>
                      </c:pt>
                      <c:pt idx="4531">
                        <c:v>44420</c:v>
                      </c:pt>
                      <c:pt idx="4532">
                        <c:v>44421</c:v>
                      </c:pt>
                      <c:pt idx="4533">
                        <c:v>44424</c:v>
                      </c:pt>
                      <c:pt idx="4534">
                        <c:v>44425</c:v>
                      </c:pt>
                      <c:pt idx="4535">
                        <c:v>44426</c:v>
                      </c:pt>
                      <c:pt idx="4536">
                        <c:v>44427</c:v>
                      </c:pt>
                      <c:pt idx="4537">
                        <c:v>44428</c:v>
                      </c:pt>
                      <c:pt idx="4538">
                        <c:v>44431</c:v>
                      </c:pt>
                      <c:pt idx="4539">
                        <c:v>44432</c:v>
                      </c:pt>
                      <c:pt idx="4540">
                        <c:v>44433</c:v>
                      </c:pt>
                      <c:pt idx="4541">
                        <c:v>44434</c:v>
                      </c:pt>
                      <c:pt idx="4542">
                        <c:v>44435</c:v>
                      </c:pt>
                      <c:pt idx="4543">
                        <c:v>44438</c:v>
                      </c:pt>
                      <c:pt idx="4544">
                        <c:v>44439</c:v>
                      </c:pt>
                      <c:pt idx="4545">
                        <c:v>44440</c:v>
                      </c:pt>
                      <c:pt idx="4546">
                        <c:v>44441</c:v>
                      </c:pt>
                      <c:pt idx="4547">
                        <c:v>44442</c:v>
                      </c:pt>
                      <c:pt idx="4548">
                        <c:v>44445</c:v>
                      </c:pt>
                      <c:pt idx="4549">
                        <c:v>44446</c:v>
                      </c:pt>
                      <c:pt idx="4550">
                        <c:v>44447</c:v>
                      </c:pt>
                      <c:pt idx="4551">
                        <c:v>44448</c:v>
                      </c:pt>
                      <c:pt idx="4552">
                        <c:v>44449</c:v>
                      </c:pt>
                      <c:pt idx="4553">
                        <c:v>44452</c:v>
                      </c:pt>
                      <c:pt idx="4554">
                        <c:v>44453</c:v>
                      </c:pt>
                      <c:pt idx="4555">
                        <c:v>44454</c:v>
                      </c:pt>
                      <c:pt idx="4556">
                        <c:v>44455</c:v>
                      </c:pt>
                      <c:pt idx="4557">
                        <c:v>44456</c:v>
                      </c:pt>
                      <c:pt idx="4558">
                        <c:v>44459</c:v>
                      </c:pt>
                      <c:pt idx="4559">
                        <c:v>44460</c:v>
                      </c:pt>
                      <c:pt idx="4560">
                        <c:v>44461</c:v>
                      </c:pt>
                      <c:pt idx="4561">
                        <c:v>44462</c:v>
                      </c:pt>
                      <c:pt idx="4562">
                        <c:v>44463</c:v>
                      </c:pt>
                      <c:pt idx="4563">
                        <c:v>44466</c:v>
                      </c:pt>
                      <c:pt idx="4564">
                        <c:v>44467</c:v>
                      </c:pt>
                      <c:pt idx="4565">
                        <c:v>44468</c:v>
                      </c:pt>
                      <c:pt idx="4566">
                        <c:v>44469</c:v>
                      </c:pt>
                      <c:pt idx="4567">
                        <c:v>44470</c:v>
                      </c:pt>
                      <c:pt idx="4568">
                        <c:v>44473</c:v>
                      </c:pt>
                      <c:pt idx="4569">
                        <c:v>44474</c:v>
                      </c:pt>
                      <c:pt idx="4570">
                        <c:v>44475</c:v>
                      </c:pt>
                      <c:pt idx="4571">
                        <c:v>44476</c:v>
                      </c:pt>
                      <c:pt idx="4572">
                        <c:v>44477</c:v>
                      </c:pt>
                      <c:pt idx="4573">
                        <c:v>44480</c:v>
                      </c:pt>
                      <c:pt idx="4574">
                        <c:v>44481</c:v>
                      </c:pt>
                      <c:pt idx="4575">
                        <c:v>44482</c:v>
                      </c:pt>
                      <c:pt idx="4576">
                        <c:v>44483</c:v>
                      </c:pt>
                      <c:pt idx="4577">
                        <c:v>44484</c:v>
                      </c:pt>
                      <c:pt idx="4578">
                        <c:v>44487</c:v>
                      </c:pt>
                      <c:pt idx="4579">
                        <c:v>44488</c:v>
                      </c:pt>
                      <c:pt idx="4580">
                        <c:v>44489</c:v>
                      </c:pt>
                      <c:pt idx="4581">
                        <c:v>44490</c:v>
                      </c:pt>
                      <c:pt idx="4582">
                        <c:v>44491</c:v>
                      </c:pt>
                      <c:pt idx="4583">
                        <c:v>44494</c:v>
                      </c:pt>
                      <c:pt idx="4584">
                        <c:v>44495</c:v>
                      </c:pt>
                      <c:pt idx="4585">
                        <c:v>44496</c:v>
                      </c:pt>
                      <c:pt idx="4586">
                        <c:v>44497</c:v>
                      </c:pt>
                      <c:pt idx="4587">
                        <c:v>44498</c:v>
                      </c:pt>
                      <c:pt idx="4588">
                        <c:v>44501</c:v>
                      </c:pt>
                      <c:pt idx="4589">
                        <c:v>44502</c:v>
                      </c:pt>
                      <c:pt idx="4590">
                        <c:v>44503</c:v>
                      </c:pt>
                      <c:pt idx="4591">
                        <c:v>44504</c:v>
                      </c:pt>
                      <c:pt idx="4592">
                        <c:v>44505</c:v>
                      </c:pt>
                      <c:pt idx="4593">
                        <c:v>44508</c:v>
                      </c:pt>
                      <c:pt idx="4594">
                        <c:v>44509</c:v>
                      </c:pt>
                      <c:pt idx="4595">
                        <c:v>44510</c:v>
                      </c:pt>
                      <c:pt idx="4596">
                        <c:v>44511</c:v>
                      </c:pt>
                      <c:pt idx="4597">
                        <c:v>44512</c:v>
                      </c:pt>
                      <c:pt idx="4598">
                        <c:v>44515</c:v>
                      </c:pt>
                      <c:pt idx="4599">
                        <c:v>44516</c:v>
                      </c:pt>
                      <c:pt idx="4600">
                        <c:v>44517</c:v>
                      </c:pt>
                      <c:pt idx="4601">
                        <c:v>44518</c:v>
                      </c:pt>
                      <c:pt idx="4602">
                        <c:v>44519</c:v>
                      </c:pt>
                      <c:pt idx="4603">
                        <c:v>44522</c:v>
                      </c:pt>
                      <c:pt idx="4604">
                        <c:v>44523</c:v>
                      </c:pt>
                      <c:pt idx="4605">
                        <c:v>44524</c:v>
                      </c:pt>
                      <c:pt idx="4606">
                        <c:v>44525</c:v>
                      </c:pt>
                      <c:pt idx="4607">
                        <c:v>44526</c:v>
                      </c:pt>
                      <c:pt idx="4608">
                        <c:v>44529</c:v>
                      </c:pt>
                      <c:pt idx="4609">
                        <c:v>44530</c:v>
                      </c:pt>
                      <c:pt idx="4610">
                        <c:v>44531</c:v>
                      </c:pt>
                      <c:pt idx="4611">
                        <c:v>44532</c:v>
                      </c:pt>
                      <c:pt idx="4612">
                        <c:v>44533</c:v>
                      </c:pt>
                      <c:pt idx="4613">
                        <c:v>44536</c:v>
                      </c:pt>
                      <c:pt idx="4614">
                        <c:v>44537</c:v>
                      </c:pt>
                      <c:pt idx="4615">
                        <c:v>44538</c:v>
                      </c:pt>
                      <c:pt idx="4616">
                        <c:v>44539</c:v>
                      </c:pt>
                      <c:pt idx="4617">
                        <c:v>44540</c:v>
                      </c:pt>
                      <c:pt idx="4618">
                        <c:v>44543</c:v>
                      </c:pt>
                      <c:pt idx="4619">
                        <c:v>44544</c:v>
                      </c:pt>
                      <c:pt idx="4620">
                        <c:v>44545</c:v>
                      </c:pt>
                      <c:pt idx="4621">
                        <c:v>44546</c:v>
                      </c:pt>
                      <c:pt idx="4622">
                        <c:v>44547</c:v>
                      </c:pt>
                      <c:pt idx="4623">
                        <c:v>44550</c:v>
                      </c:pt>
                      <c:pt idx="4624">
                        <c:v>44551</c:v>
                      </c:pt>
                      <c:pt idx="4625">
                        <c:v>44552</c:v>
                      </c:pt>
                      <c:pt idx="4626">
                        <c:v>44553</c:v>
                      </c:pt>
                      <c:pt idx="4627">
                        <c:v>44554</c:v>
                      </c:pt>
                      <c:pt idx="4628">
                        <c:v>44557</c:v>
                      </c:pt>
                      <c:pt idx="4629">
                        <c:v>44558</c:v>
                      </c:pt>
                      <c:pt idx="4630">
                        <c:v>44559</c:v>
                      </c:pt>
                      <c:pt idx="4631">
                        <c:v>44560</c:v>
                      </c:pt>
                      <c:pt idx="4632">
                        <c:v>44561</c:v>
                      </c:pt>
                      <c:pt idx="4633">
                        <c:v>44564</c:v>
                      </c:pt>
                      <c:pt idx="4634">
                        <c:v>44565</c:v>
                      </c:pt>
                      <c:pt idx="4635">
                        <c:v>44566</c:v>
                      </c:pt>
                      <c:pt idx="4636">
                        <c:v>44567</c:v>
                      </c:pt>
                      <c:pt idx="4637">
                        <c:v>44568</c:v>
                      </c:pt>
                      <c:pt idx="4638">
                        <c:v>44571</c:v>
                      </c:pt>
                      <c:pt idx="4639">
                        <c:v>44572</c:v>
                      </c:pt>
                      <c:pt idx="4640">
                        <c:v>44573</c:v>
                      </c:pt>
                      <c:pt idx="4641">
                        <c:v>44574</c:v>
                      </c:pt>
                      <c:pt idx="4642">
                        <c:v>44575</c:v>
                      </c:pt>
                      <c:pt idx="4643">
                        <c:v>44578</c:v>
                      </c:pt>
                      <c:pt idx="4644">
                        <c:v>44579</c:v>
                      </c:pt>
                      <c:pt idx="4645">
                        <c:v>44580</c:v>
                      </c:pt>
                      <c:pt idx="4646">
                        <c:v>44581</c:v>
                      </c:pt>
                      <c:pt idx="4647">
                        <c:v>44582</c:v>
                      </c:pt>
                      <c:pt idx="4648">
                        <c:v>44585</c:v>
                      </c:pt>
                      <c:pt idx="4649">
                        <c:v>44586</c:v>
                      </c:pt>
                      <c:pt idx="4650">
                        <c:v>44587</c:v>
                      </c:pt>
                      <c:pt idx="4651">
                        <c:v>44588</c:v>
                      </c:pt>
                      <c:pt idx="4652">
                        <c:v>44589</c:v>
                      </c:pt>
                      <c:pt idx="4653">
                        <c:v>44592</c:v>
                      </c:pt>
                      <c:pt idx="4654">
                        <c:v>44593</c:v>
                      </c:pt>
                      <c:pt idx="4655">
                        <c:v>44594</c:v>
                      </c:pt>
                      <c:pt idx="4656">
                        <c:v>44595</c:v>
                      </c:pt>
                      <c:pt idx="4657">
                        <c:v>44596</c:v>
                      </c:pt>
                      <c:pt idx="4658">
                        <c:v>44599</c:v>
                      </c:pt>
                      <c:pt idx="4659">
                        <c:v>44600</c:v>
                      </c:pt>
                      <c:pt idx="4660">
                        <c:v>44601</c:v>
                      </c:pt>
                      <c:pt idx="4661">
                        <c:v>44602</c:v>
                      </c:pt>
                      <c:pt idx="4662">
                        <c:v>44603</c:v>
                      </c:pt>
                      <c:pt idx="4663">
                        <c:v>44606</c:v>
                      </c:pt>
                      <c:pt idx="4664">
                        <c:v>44607</c:v>
                      </c:pt>
                      <c:pt idx="4665">
                        <c:v>44608</c:v>
                      </c:pt>
                      <c:pt idx="4666">
                        <c:v>44609</c:v>
                      </c:pt>
                      <c:pt idx="4667">
                        <c:v>44610</c:v>
                      </c:pt>
                      <c:pt idx="4668">
                        <c:v>44613</c:v>
                      </c:pt>
                      <c:pt idx="4669">
                        <c:v>44614</c:v>
                      </c:pt>
                      <c:pt idx="4670">
                        <c:v>44615</c:v>
                      </c:pt>
                      <c:pt idx="4671">
                        <c:v>44616</c:v>
                      </c:pt>
                      <c:pt idx="4672">
                        <c:v>44617</c:v>
                      </c:pt>
                      <c:pt idx="4673">
                        <c:v>44620</c:v>
                      </c:pt>
                      <c:pt idx="4674">
                        <c:v>44621</c:v>
                      </c:pt>
                      <c:pt idx="4675">
                        <c:v>44622</c:v>
                      </c:pt>
                      <c:pt idx="4676">
                        <c:v>44623</c:v>
                      </c:pt>
                      <c:pt idx="4677">
                        <c:v>44624</c:v>
                      </c:pt>
                      <c:pt idx="4678">
                        <c:v>44627</c:v>
                      </c:pt>
                      <c:pt idx="4679">
                        <c:v>44628</c:v>
                      </c:pt>
                      <c:pt idx="4680">
                        <c:v>44629</c:v>
                      </c:pt>
                      <c:pt idx="4681">
                        <c:v>44630</c:v>
                      </c:pt>
                      <c:pt idx="4682">
                        <c:v>44631</c:v>
                      </c:pt>
                      <c:pt idx="4683">
                        <c:v>44634</c:v>
                      </c:pt>
                      <c:pt idx="4684">
                        <c:v>44635</c:v>
                      </c:pt>
                      <c:pt idx="4685">
                        <c:v>44636</c:v>
                      </c:pt>
                      <c:pt idx="4686">
                        <c:v>44637</c:v>
                      </c:pt>
                      <c:pt idx="4687">
                        <c:v>44638</c:v>
                      </c:pt>
                      <c:pt idx="4688">
                        <c:v>44641</c:v>
                      </c:pt>
                      <c:pt idx="4689">
                        <c:v>44642</c:v>
                      </c:pt>
                      <c:pt idx="4690">
                        <c:v>44643</c:v>
                      </c:pt>
                      <c:pt idx="4691">
                        <c:v>44644</c:v>
                      </c:pt>
                      <c:pt idx="4692">
                        <c:v>44645</c:v>
                      </c:pt>
                      <c:pt idx="4693">
                        <c:v>44648</c:v>
                      </c:pt>
                      <c:pt idx="4694">
                        <c:v>44649</c:v>
                      </c:pt>
                      <c:pt idx="4695">
                        <c:v>44650</c:v>
                      </c:pt>
                      <c:pt idx="4696">
                        <c:v>44651</c:v>
                      </c:pt>
                      <c:pt idx="4697">
                        <c:v>44652</c:v>
                      </c:pt>
                      <c:pt idx="4698">
                        <c:v>44655</c:v>
                      </c:pt>
                      <c:pt idx="4699">
                        <c:v>44656</c:v>
                      </c:pt>
                      <c:pt idx="4700">
                        <c:v>44657</c:v>
                      </c:pt>
                      <c:pt idx="4701">
                        <c:v>44658</c:v>
                      </c:pt>
                      <c:pt idx="4702">
                        <c:v>44659</c:v>
                      </c:pt>
                      <c:pt idx="4703">
                        <c:v>44662</c:v>
                      </c:pt>
                      <c:pt idx="4704">
                        <c:v>44663</c:v>
                      </c:pt>
                      <c:pt idx="4705">
                        <c:v>44664</c:v>
                      </c:pt>
                      <c:pt idx="4706">
                        <c:v>44665</c:v>
                      </c:pt>
                      <c:pt idx="4707">
                        <c:v>44666</c:v>
                      </c:pt>
                      <c:pt idx="4708">
                        <c:v>44669</c:v>
                      </c:pt>
                      <c:pt idx="4709">
                        <c:v>44670</c:v>
                      </c:pt>
                      <c:pt idx="4710">
                        <c:v>44671</c:v>
                      </c:pt>
                      <c:pt idx="4711">
                        <c:v>44672</c:v>
                      </c:pt>
                      <c:pt idx="4712">
                        <c:v>44673</c:v>
                      </c:pt>
                      <c:pt idx="4713">
                        <c:v>44676</c:v>
                      </c:pt>
                      <c:pt idx="4714">
                        <c:v>44677</c:v>
                      </c:pt>
                      <c:pt idx="4715">
                        <c:v>44678</c:v>
                      </c:pt>
                      <c:pt idx="4716">
                        <c:v>44679</c:v>
                      </c:pt>
                      <c:pt idx="4717">
                        <c:v>44680</c:v>
                      </c:pt>
                      <c:pt idx="4718">
                        <c:v>44683</c:v>
                      </c:pt>
                      <c:pt idx="4719">
                        <c:v>44684</c:v>
                      </c:pt>
                      <c:pt idx="4720">
                        <c:v>44685</c:v>
                      </c:pt>
                      <c:pt idx="4721">
                        <c:v>44686</c:v>
                      </c:pt>
                      <c:pt idx="4722">
                        <c:v>44687</c:v>
                      </c:pt>
                      <c:pt idx="4723">
                        <c:v>44690</c:v>
                      </c:pt>
                      <c:pt idx="4724">
                        <c:v>44691</c:v>
                      </c:pt>
                      <c:pt idx="4725">
                        <c:v>44692</c:v>
                      </c:pt>
                      <c:pt idx="4726">
                        <c:v>44693</c:v>
                      </c:pt>
                      <c:pt idx="4727">
                        <c:v>44694</c:v>
                      </c:pt>
                      <c:pt idx="4728">
                        <c:v>44697</c:v>
                      </c:pt>
                      <c:pt idx="4729">
                        <c:v>44698</c:v>
                      </c:pt>
                      <c:pt idx="4730">
                        <c:v>44699</c:v>
                      </c:pt>
                      <c:pt idx="4731">
                        <c:v>44700</c:v>
                      </c:pt>
                      <c:pt idx="4732">
                        <c:v>44701</c:v>
                      </c:pt>
                      <c:pt idx="4733">
                        <c:v>44704</c:v>
                      </c:pt>
                      <c:pt idx="4734">
                        <c:v>44705</c:v>
                      </c:pt>
                      <c:pt idx="4735">
                        <c:v>44706</c:v>
                      </c:pt>
                      <c:pt idx="4736">
                        <c:v>44707</c:v>
                      </c:pt>
                      <c:pt idx="4737">
                        <c:v>44708</c:v>
                      </c:pt>
                      <c:pt idx="4738">
                        <c:v>44711</c:v>
                      </c:pt>
                      <c:pt idx="4739">
                        <c:v>44712</c:v>
                      </c:pt>
                      <c:pt idx="4740">
                        <c:v>44713</c:v>
                      </c:pt>
                      <c:pt idx="4741">
                        <c:v>44714</c:v>
                      </c:pt>
                      <c:pt idx="4742">
                        <c:v>44715</c:v>
                      </c:pt>
                      <c:pt idx="4743">
                        <c:v>44718</c:v>
                      </c:pt>
                      <c:pt idx="4744">
                        <c:v>44719</c:v>
                      </c:pt>
                      <c:pt idx="4745">
                        <c:v>44720</c:v>
                      </c:pt>
                      <c:pt idx="4746">
                        <c:v>44721</c:v>
                      </c:pt>
                      <c:pt idx="4747">
                        <c:v>44722</c:v>
                      </c:pt>
                      <c:pt idx="4748">
                        <c:v>44725</c:v>
                      </c:pt>
                      <c:pt idx="4749">
                        <c:v>44726</c:v>
                      </c:pt>
                      <c:pt idx="4750">
                        <c:v>44727</c:v>
                      </c:pt>
                      <c:pt idx="4751">
                        <c:v>44728</c:v>
                      </c:pt>
                      <c:pt idx="4752">
                        <c:v>44729</c:v>
                      </c:pt>
                      <c:pt idx="4753">
                        <c:v>44732</c:v>
                      </c:pt>
                      <c:pt idx="4754">
                        <c:v>44733</c:v>
                      </c:pt>
                      <c:pt idx="4755">
                        <c:v>44734</c:v>
                      </c:pt>
                      <c:pt idx="4756">
                        <c:v>44735</c:v>
                      </c:pt>
                      <c:pt idx="4757">
                        <c:v>44736</c:v>
                      </c:pt>
                      <c:pt idx="4758">
                        <c:v>44739</c:v>
                      </c:pt>
                      <c:pt idx="4759">
                        <c:v>44740</c:v>
                      </c:pt>
                      <c:pt idx="4760">
                        <c:v>44741</c:v>
                      </c:pt>
                      <c:pt idx="4761">
                        <c:v>44742</c:v>
                      </c:pt>
                      <c:pt idx="4762">
                        <c:v>44743</c:v>
                      </c:pt>
                      <c:pt idx="4763">
                        <c:v>44747</c:v>
                      </c:pt>
                      <c:pt idx="4764">
                        <c:v>44748</c:v>
                      </c:pt>
                      <c:pt idx="4765">
                        <c:v>44749</c:v>
                      </c:pt>
                      <c:pt idx="4766">
                        <c:v>44750</c:v>
                      </c:pt>
                      <c:pt idx="4767">
                        <c:v>44753</c:v>
                      </c:pt>
                      <c:pt idx="4768">
                        <c:v>44754</c:v>
                      </c:pt>
                      <c:pt idx="4769">
                        <c:v>44755</c:v>
                      </c:pt>
                      <c:pt idx="4770">
                        <c:v>44756</c:v>
                      </c:pt>
                      <c:pt idx="4771">
                        <c:v>44757</c:v>
                      </c:pt>
                      <c:pt idx="4772">
                        <c:v>44760</c:v>
                      </c:pt>
                      <c:pt idx="4773">
                        <c:v>44761</c:v>
                      </c:pt>
                      <c:pt idx="4774">
                        <c:v>44762</c:v>
                      </c:pt>
                      <c:pt idx="4775">
                        <c:v>44763</c:v>
                      </c:pt>
                      <c:pt idx="4776">
                        <c:v>44764</c:v>
                      </c:pt>
                      <c:pt idx="4777">
                        <c:v>44767</c:v>
                      </c:pt>
                      <c:pt idx="4778">
                        <c:v>44768</c:v>
                      </c:pt>
                      <c:pt idx="4779">
                        <c:v>44769</c:v>
                      </c:pt>
                      <c:pt idx="4780">
                        <c:v>44770</c:v>
                      </c:pt>
                      <c:pt idx="4781">
                        <c:v>44771</c:v>
                      </c:pt>
                      <c:pt idx="4782">
                        <c:v>44774</c:v>
                      </c:pt>
                      <c:pt idx="4783">
                        <c:v>44775</c:v>
                      </c:pt>
                      <c:pt idx="4784">
                        <c:v>44776</c:v>
                      </c:pt>
                      <c:pt idx="4785">
                        <c:v>44777</c:v>
                      </c:pt>
                      <c:pt idx="4786">
                        <c:v>44778</c:v>
                      </c:pt>
                      <c:pt idx="4787">
                        <c:v>44781</c:v>
                      </c:pt>
                      <c:pt idx="4788">
                        <c:v>44782</c:v>
                      </c:pt>
                      <c:pt idx="4789">
                        <c:v>44783</c:v>
                      </c:pt>
                      <c:pt idx="4790">
                        <c:v>44784</c:v>
                      </c:pt>
                      <c:pt idx="4791">
                        <c:v>44785</c:v>
                      </c:pt>
                      <c:pt idx="4792">
                        <c:v>44788</c:v>
                      </c:pt>
                      <c:pt idx="4793">
                        <c:v>44789</c:v>
                      </c:pt>
                      <c:pt idx="4794">
                        <c:v>44790</c:v>
                      </c:pt>
                      <c:pt idx="4795">
                        <c:v>44791</c:v>
                      </c:pt>
                      <c:pt idx="4796">
                        <c:v>44792</c:v>
                      </c:pt>
                      <c:pt idx="4797">
                        <c:v>44795</c:v>
                      </c:pt>
                      <c:pt idx="4798">
                        <c:v>44796</c:v>
                      </c:pt>
                      <c:pt idx="4799">
                        <c:v>44797</c:v>
                      </c:pt>
                      <c:pt idx="4800">
                        <c:v>44798</c:v>
                      </c:pt>
                      <c:pt idx="4801">
                        <c:v>44799</c:v>
                      </c:pt>
                      <c:pt idx="4802">
                        <c:v>44802</c:v>
                      </c:pt>
                      <c:pt idx="4803">
                        <c:v>44803</c:v>
                      </c:pt>
                      <c:pt idx="4804">
                        <c:v>44804</c:v>
                      </c:pt>
                      <c:pt idx="4805">
                        <c:v>44805</c:v>
                      </c:pt>
                      <c:pt idx="4806">
                        <c:v>44806</c:v>
                      </c:pt>
                      <c:pt idx="4807">
                        <c:v>44809</c:v>
                      </c:pt>
                      <c:pt idx="4808">
                        <c:v>44810</c:v>
                      </c:pt>
                      <c:pt idx="4809">
                        <c:v>44811</c:v>
                      </c:pt>
                      <c:pt idx="4810">
                        <c:v>44812</c:v>
                      </c:pt>
                      <c:pt idx="4811">
                        <c:v>44813</c:v>
                      </c:pt>
                      <c:pt idx="4812">
                        <c:v>44816</c:v>
                      </c:pt>
                      <c:pt idx="4813">
                        <c:v>44817</c:v>
                      </c:pt>
                      <c:pt idx="4814">
                        <c:v>44818</c:v>
                      </c:pt>
                      <c:pt idx="4815">
                        <c:v>44819</c:v>
                      </c:pt>
                      <c:pt idx="4816">
                        <c:v>44820</c:v>
                      </c:pt>
                      <c:pt idx="4817">
                        <c:v>44823</c:v>
                      </c:pt>
                      <c:pt idx="4818">
                        <c:v>44824</c:v>
                      </c:pt>
                      <c:pt idx="4819">
                        <c:v>44825</c:v>
                      </c:pt>
                      <c:pt idx="4820">
                        <c:v>44826</c:v>
                      </c:pt>
                      <c:pt idx="4821">
                        <c:v>44827</c:v>
                      </c:pt>
                      <c:pt idx="4822">
                        <c:v>44830</c:v>
                      </c:pt>
                      <c:pt idx="4823">
                        <c:v>44831</c:v>
                      </c:pt>
                      <c:pt idx="4824">
                        <c:v>44832</c:v>
                      </c:pt>
                      <c:pt idx="4825">
                        <c:v>44833</c:v>
                      </c:pt>
                      <c:pt idx="4826">
                        <c:v>44834</c:v>
                      </c:pt>
                      <c:pt idx="4827">
                        <c:v>44837</c:v>
                      </c:pt>
                      <c:pt idx="4828">
                        <c:v>44838</c:v>
                      </c:pt>
                      <c:pt idx="4829">
                        <c:v>44839</c:v>
                      </c:pt>
                      <c:pt idx="4830">
                        <c:v>44840</c:v>
                      </c:pt>
                      <c:pt idx="4831">
                        <c:v>44841</c:v>
                      </c:pt>
                      <c:pt idx="4832">
                        <c:v>44844</c:v>
                      </c:pt>
                      <c:pt idx="4833">
                        <c:v>44845</c:v>
                      </c:pt>
                      <c:pt idx="4834">
                        <c:v>44846</c:v>
                      </c:pt>
                      <c:pt idx="4835">
                        <c:v>44847</c:v>
                      </c:pt>
                      <c:pt idx="4836">
                        <c:v>44848</c:v>
                      </c:pt>
                      <c:pt idx="4837">
                        <c:v>44851</c:v>
                      </c:pt>
                      <c:pt idx="4838">
                        <c:v>44852</c:v>
                      </c:pt>
                      <c:pt idx="4839">
                        <c:v>44853</c:v>
                      </c:pt>
                      <c:pt idx="4840">
                        <c:v>44854</c:v>
                      </c:pt>
                      <c:pt idx="4841">
                        <c:v>44855</c:v>
                      </c:pt>
                      <c:pt idx="4842">
                        <c:v>44858</c:v>
                      </c:pt>
                      <c:pt idx="4843">
                        <c:v>44859</c:v>
                      </c:pt>
                      <c:pt idx="4844">
                        <c:v>44860</c:v>
                      </c:pt>
                      <c:pt idx="4845">
                        <c:v>44861</c:v>
                      </c:pt>
                      <c:pt idx="4846">
                        <c:v>44862</c:v>
                      </c:pt>
                      <c:pt idx="4847">
                        <c:v>44865</c:v>
                      </c:pt>
                      <c:pt idx="4848">
                        <c:v>44866</c:v>
                      </c:pt>
                      <c:pt idx="4849">
                        <c:v>44867</c:v>
                      </c:pt>
                      <c:pt idx="4850">
                        <c:v>44868</c:v>
                      </c:pt>
                      <c:pt idx="4851">
                        <c:v>44869</c:v>
                      </c:pt>
                      <c:pt idx="4852">
                        <c:v>44872</c:v>
                      </c:pt>
                      <c:pt idx="4853">
                        <c:v>44873</c:v>
                      </c:pt>
                      <c:pt idx="4854">
                        <c:v>44874</c:v>
                      </c:pt>
                      <c:pt idx="4855">
                        <c:v>44875</c:v>
                      </c:pt>
                      <c:pt idx="4856">
                        <c:v>44876</c:v>
                      </c:pt>
                      <c:pt idx="4857">
                        <c:v>44879</c:v>
                      </c:pt>
                      <c:pt idx="4858">
                        <c:v>44880</c:v>
                      </c:pt>
                      <c:pt idx="4859">
                        <c:v>44881</c:v>
                      </c:pt>
                      <c:pt idx="4860">
                        <c:v>44882</c:v>
                      </c:pt>
                      <c:pt idx="4861">
                        <c:v>44883</c:v>
                      </c:pt>
                      <c:pt idx="4862">
                        <c:v>44886</c:v>
                      </c:pt>
                      <c:pt idx="4863">
                        <c:v>44887</c:v>
                      </c:pt>
                      <c:pt idx="4864">
                        <c:v>44888</c:v>
                      </c:pt>
                      <c:pt idx="4865">
                        <c:v>44889</c:v>
                      </c:pt>
                      <c:pt idx="4866">
                        <c:v>44890</c:v>
                      </c:pt>
                      <c:pt idx="4867">
                        <c:v>44893</c:v>
                      </c:pt>
                      <c:pt idx="4868">
                        <c:v>44894</c:v>
                      </c:pt>
                      <c:pt idx="4869">
                        <c:v>44895</c:v>
                      </c:pt>
                      <c:pt idx="4870">
                        <c:v>44896</c:v>
                      </c:pt>
                      <c:pt idx="4871">
                        <c:v>44897</c:v>
                      </c:pt>
                      <c:pt idx="4872">
                        <c:v>44900</c:v>
                      </c:pt>
                      <c:pt idx="4873">
                        <c:v>44901</c:v>
                      </c:pt>
                      <c:pt idx="4874">
                        <c:v>44902</c:v>
                      </c:pt>
                      <c:pt idx="4875">
                        <c:v>44903</c:v>
                      </c:pt>
                      <c:pt idx="4876">
                        <c:v>44904</c:v>
                      </c:pt>
                      <c:pt idx="4877">
                        <c:v>44907</c:v>
                      </c:pt>
                      <c:pt idx="4878">
                        <c:v>44908</c:v>
                      </c:pt>
                      <c:pt idx="4879">
                        <c:v>44909</c:v>
                      </c:pt>
                      <c:pt idx="4880">
                        <c:v>44910</c:v>
                      </c:pt>
                      <c:pt idx="4881">
                        <c:v>44911</c:v>
                      </c:pt>
                      <c:pt idx="4882">
                        <c:v>44914</c:v>
                      </c:pt>
                      <c:pt idx="4883">
                        <c:v>44915</c:v>
                      </c:pt>
                      <c:pt idx="4884">
                        <c:v>44916</c:v>
                      </c:pt>
                      <c:pt idx="4885">
                        <c:v>44917</c:v>
                      </c:pt>
                      <c:pt idx="4886">
                        <c:v>44918</c:v>
                      </c:pt>
                      <c:pt idx="4887">
                        <c:v>44921</c:v>
                      </c:pt>
                      <c:pt idx="4888">
                        <c:v>44922</c:v>
                      </c:pt>
                      <c:pt idx="4889">
                        <c:v>44923</c:v>
                      </c:pt>
                      <c:pt idx="4890">
                        <c:v>44924</c:v>
                      </c:pt>
                      <c:pt idx="4891">
                        <c:v>44925</c:v>
                      </c:pt>
                      <c:pt idx="4892">
                        <c:v>44928</c:v>
                      </c:pt>
                      <c:pt idx="4893">
                        <c:v>44929</c:v>
                      </c:pt>
                      <c:pt idx="4894">
                        <c:v>44930</c:v>
                      </c:pt>
                      <c:pt idx="4895">
                        <c:v>44931</c:v>
                      </c:pt>
                      <c:pt idx="4896">
                        <c:v>44932</c:v>
                      </c:pt>
                      <c:pt idx="4897">
                        <c:v>44935</c:v>
                      </c:pt>
                      <c:pt idx="4898">
                        <c:v>44936</c:v>
                      </c:pt>
                      <c:pt idx="4899">
                        <c:v>44937</c:v>
                      </c:pt>
                      <c:pt idx="4900">
                        <c:v>44938</c:v>
                      </c:pt>
                      <c:pt idx="4901">
                        <c:v>44939</c:v>
                      </c:pt>
                      <c:pt idx="4902">
                        <c:v>44942</c:v>
                      </c:pt>
                      <c:pt idx="4903">
                        <c:v>44943</c:v>
                      </c:pt>
                      <c:pt idx="4904">
                        <c:v>44944</c:v>
                      </c:pt>
                      <c:pt idx="4905">
                        <c:v>44945</c:v>
                      </c:pt>
                      <c:pt idx="4906">
                        <c:v>44946</c:v>
                      </c:pt>
                      <c:pt idx="4907">
                        <c:v>44949</c:v>
                      </c:pt>
                      <c:pt idx="4908">
                        <c:v>44950</c:v>
                      </c:pt>
                      <c:pt idx="4909">
                        <c:v>44951</c:v>
                      </c:pt>
                      <c:pt idx="4910">
                        <c:v>44952</c:v>
                      </c:pt>
                      <c:pt idx="4911">
                        <c:v>44953</c:v>
                      </c:pt>
                      <c:pt idx="4912">
                        <c:v>44956</c:v>
                      </c:pt>
                      <c:pt idx="4913">
                        <c:v>44957</c:v>
                      </c:pt>
                      <c:pt idx="4914">
                        <c:v>44958</c:v>
                      </c:pt>
                      <c:pt idx="4915">
                        <c:v>44959</c:v>
                      </c:pt>
                      <c:pt idx="4916">
                        <c:v>44960</c:v>
                      </c:pt>
                      <c:pt idx="4917">
                        <c:v>44963</c:v>
                      </c:pt>
                      <c:pt idx="4918">
                        <c:v>44964</c:v>
                      </c:pt>
                      <c:pt idx="4919">
                        <c:v>44965</c:v>
                      </c:pt>
                      <c:pt idx="4920">
                        <c:v>44966</c:v>
                      </c:pt>
                      <c:pt idx="4921">
                        <c:v>44967</c:v>
                      </c:pt>
                      <c:pt idx="4922">
                        <c:v>44970</c:v>
                      </c:pt>
                      <c:pt idx="4923">
                        <c:v>44971</c:v>
                      </c:pt>
                      <c:pt idx="4924">
                        <c:v>44972</c:v>
                      </c:pt>
                      <c:pt idx="4925">
                        <c:v>44973</c:v>
                      </c:pt>
                      <c:pt idx="4926">
                        <c:v>44974</c:v>
                      </c:pt>
                      <c:pt idx="4927">
                        <c:v>44977</c:v>
                      </c:pt>
                      <c:pt idx="4928">
                        <c:v>44978</c:v>
                      </c:pt>
                      <c:pt idx="4929">
                        <c:v>44979</c:v>
                      </c:pt>
                      <c:pt idx="4930">
                        <c:v>44980</c:v>
                      </c:pt>
                      <c:pt idx="4931">
                        <c:v>44981</c:v>
                      </c:pt>
                      <c:pt idx="4932">
                        <c:v>44984</c:v>
                      </c:pt>
                      <c:pt idx="4933">
                        <c:v>44985</c:v>
                      </c:pt>
                      <c:pt idx="4934">
                        <c:v>44986</c:v>
                      </c:pt>
                      <c:pt idx="4935">
                        <c:v>44987</c:v>
                      </c:pt>
                      <c:pt idx="4936">
                        <c:v>44988</c:v>
                      </c:pt>
                      <c:pt idx="4937">
                        <c:v>44991</c:v>
                      </c:pt>
                      <c:pt idx="4938">
                        <c:v>44992</c:v>
                      </c:pt>
                      <c:pt idx="4939">
                        <c:v>44993</c:v>
                      </c:pt>
                      <c:pt idx="4940">
                        <c:v>44994</c:v>
                      </c:pt>
                      <c:pt idx="4941">
                        <c:v>44995</c:v>
                      </c:pt>
                      <c:pt idx="4942">
                        <c:v>44998</c:v>
                      </c:pt>
                      <c:pt idx="4943">
                        <c:v>44999</c:v>
                      </c:pt>
                      <c:pt idx="4944">
                        <c:v>45000</c:v>
                      </c:pt>
                      <c:pt idx="4945">
                        <c:v>45001</c:v>
                      </c:pt>
                      <c:pt idx="4946">
                        <c:v>45002</c:v>
                      </c:pt>
                      <c:pt idx="4947">
                        <c:v>45005</c:v>
                      </c:pt>
                      <c:pt idx="4948">
                        <c:v>45006</c:v>
                      </c:pt>
                      <c:pt idx="4949">
                        <c:v>45007</c:v>
                      </c:pt>
                      <c:pt idx="4950">
                        <c:v>45008</c:v>
                      </c:pt>
                      <c:pt idx="4951">
                        <c:v>45009</c:v>
                      </c:pt>
                      <c:pt idx="4952">
                        <c:v>45012</c:v>
                      </c:pt>
                      <c:pt idx="4953">
                        <c:v>45013</c:v>
                      </c:pt>
                      <c:pt idx="4954">
                        <c:v>45014</c:v>
                      </c:pt>
                      <c:pt idx="4955">
                        <c:v>45015</c:v>
                      </c:pt>
                      <c:pt idx="4956">
                        <c:v>45016</c:v>
                      </c:pt>
                      <c:pt idx="4957">
                        <c:v>45019</c:v>
                      </c:pt>
                      <c:pt idx="4958">
                        <c:v>45020</c:v>
                      </c:pt>
                      <c:pt idx="4959">
                        <c:v>45021</c:v>
                      </c:pt>
                      <c:pt idx="4960">
                        <c:v>45022</c:v>
                      </c:pt>
                      <c:pt idx="4961">
                        <c:v>45023</c:v>
                      </c:pt>
                      <c:pt idx="4962">
                        <c:v>45026</c:v>
                      </c:pt>
                      <c:pt idx="4963">
                        <c:v>45027</c:v>
                      </c:pt>
                      <c:pt idx="4964">
                        <c:v>45028</c:v>
                      </c:pt>
                      <c:pt idx="4965">
                        <c:v>45029</c:v>
                      </c:pt>
                      <c:pt idx="4966">
                        <c:v>45030</c:v>
                      </c:pt>
                      <c:pt idx="4967">
                        <c:v>45033</c:v>
                      </c:pt>
                      <c:pt idx="4968">
                        <c:v>45034</c:v>
                      </c:pt>
                      <c:pt idx="4969">
                        <c:v>45035</c:v>
                      </c:pt>
                      <c:pt idx="4970">
                        <c:v>45036</c:v>
                      </c:pt>
                      <c:pt idx="4971">
                        <c:v>45037</c:v>
                      </c:pt>
                      <c:pt idx="4972">
                        <c:v>45040</c:v>
                      </c:pt>
                      <c:pt idx="4973">
                        <c:v>45041</c:v>
                      </c:pt>
                      <c:pt idx="4974">
                        <c:v>45042</c:v>
                      </c:pt>
                      <c:pt idx="4975">
                        <c:v>45043</c:v>
                      </c:pt>
                      <c:pt idx="4976">
                        <c:v>45044</c:v>
                      </c:pt>
                      <c:pt idx="4977">
                        <c:v>45047</c:v>
                      </c:pt>
                      <c:pt idx="4978">
                        <c:v>45048</c:v>
                      </c:pt>
                      <c:pt idx="4979">
                        <c:v>45049</c:v>
                      </c:pt>
                      <c:pt idx="4980">
                        <c:v>45050</c:v>
                      </c:pt>
                      <c:pt idx="4981">
                        <c:v>45051</c:v>
                      </c:pt>
                      <c:pt idx="4982">
                        <c:v>45054</c:v>
                      </c:pt>
                      <c:pt idx="4983">
                        <c:v>45055</c:v>
                      </c:pt>
                      <c:pt idx="4984">
                        <c:v>45056</c:v>
                      </c:pt>
                      <c:pt idx="4985">
                        <c:v>45057</c:v>
                      </c:pt>
                      <c:pt idx="4986">
                        <c:v>45058</c:v>
                      </c:pt>
                      <c:pt idx="4987">
                        <c:v>45061</c:v>
                      </c:pt>
                      <c:pt idx="4988">
                        <c:v>45062</c:v>
                      </c:pt>
                      <c:pt idx="4989">
                        <c:v>45063</c:v>
                      </c:pt>
                      <c:pt idx="4990">
                        <c:v>45064</c:v>
                      </c:pt>
                      <c:pt idx="4991">
                        <c:v>45065</c:v>
                      </c:pt>
                      <c:pt idx="4992">
                        <c:v>45068</c:v>
                      </c:pt>
                      <c:pt idx="4993">
                        <c:v>45069</c:v>
                      </c:pt>
                      <c:pt idx="4994">
                        <c:v>45070</c:v>
                      </c:pt>
                      <c:pt idx="4995">
                        <c:v>45071</c:v>
                      </c:pt>
                      <c:pt idx="4996">
                        <c:v>45072</c:v>
                      </c:pt>
                      <c:pt idx="4997">
                        <c:v>45075</c:v>
                      </c:pt>
                      <c:pt idx="4998">
                        <c:v>45076</c:v>
                      </c:pt>
                      <c:pt idx="4999">
                        <c:v>45077</c:v>
                      </c:pt>
                      <c:pt idx="5000">
                        <c:v>45078</c:v>
                      </c:pt>
                      <c:pt idx="5001">
                        <c:v>45079</c:v>
                      </c:pt>
                      <c:pt idx="5002">
                        <c:v>45082</c:v>
                      </c:pt>
                      <c:pt idx="5003">
                        <c:v>45083</c:v>
                      </c:pt>
                      <c:pt idx="5004">
                        <c:v>45084</c:v>
                      </c:pt>
                      <c:pt idx="5005">
                        <c:v>45085</c:v>
                      </c:pt>
                      <c:pt idx="5006">
                        <c:v>45086</c:v>
                      </c:pt>
                      <c:pt idx="5007">
                        <c:v>45089</c:v>
                      </c:pt>
                      <c:pt idx="5008">
                        <c:v>45090</c:v>
                      </c:pt>
                      <c:pt idx="5009">
                        <c:v>45091</c:v>
                      </c:pt>
                      <c:pt idx="5010">
                        <c:v>45092</c:v>
                      </c:pt>
                      <c:pt idx="5011">
                        <c:v>45093</c:v>
                      </c:pt>
                      <c:pt idx="5012">
                        <c:v>45096</c:v>
                      </c:pt>
                      <c:pt idx="5013">
                        <c:v>45097</c:v>
                      </c:pt>
                      <c:pt idx="5014">
                        <c:v>45098</c:v>
                      </c:pt>
                      <c:pt idx="5015">
                        <c:v>45099</c:v>
                      </c:pt>
                      <c:pt idx="5016">
                        <c:v>45100</c:v>
                      </c:pt>
                      <c:pt idx="5017">
                        <c:v>45103</c:v>
                      </c:pt>
                      <c:pt idx="5018">
                        <c:v>45104</c:v>
                      </c:pt>
                      <c:pt idx="5019">
                        <c:v>45105</c:v>
                      </c:pt>
                      <c:pt idx="5020">
                        <c:v>45106</c:v>
                      </c:pt>
                      <c:pt idx="5021">
                        <c:v>45107</c:v>
                      </c:pt>
                      <c:pt idx="5022">
                        <c:v>45110</c:v>
                      </c:pt>
                      <c:pt idx="5023">
                        <c:v>45111</c:v>
                      </c:pt>
                      <c:pt idx="5024">
                        <c:v>45112</c:v>
                      </c:pt>
                      <c:pt idx="5025">
                        <c:v>45113</c:v>
                      </c:pt>
                      <c:pt idx="5026">
                        <c:v>45114</c:v>
                      </c:pt>
                      <c:pt idx="5027">
                        <c:v>45117</c:v>
                      </c:pt>
                      <c:pt idx="5028">
                        <c:v>45118</c:v>
                      </c:pt>
                      <c:pt idx="5029">
                        <c:v>45119</c:v>
                      </c:pt>
                      <c:pt idx="5030">
                        <c:v>45120</c:v>
                      </c:pt>
                      <c:pt idx="5031">
                        <c:v>45121</c:v>
                      </c:pt>
                      <c:pt idx="5032">
                        <c:v>45124</c:v>
                      </c:pt>
                      <c:pt idx="5033">
                        <c:v>45125</c:v>
                      </c:pt>
                      <c:pt idx="5034">
                        <c:v>45126</c:v>
                      </c:pt>
                      <c:pt idx="5035">
                        <c:v>45127</c:v>
                      </c:pt>
                      <c:pt idx="5036">
                        <c:v>45128</c:v>
                      </c:pt>
                      <c:pt idx="5037">
                        <c:v>45131</c:v>
                      </c:pt>
                      <c:pt idx="5038">
                        <c:v>45132</c:v>
                      </c:pt>
                      <c:pt idx="5039">
                        <c:v>45133</c:v>
                      </c:pt>
                      <c:pt idx="5040">
                        <c:v>45134</c:v>
                      </c:pt>
                      <c:pt idx="5041">
                        <c:v>45135</c:v>
                      </c:pt>
                      <c:pt idx="5042">
                        <c:v>45138</c:v>
                      </c:pt>
                      <c:pt idx="5043">
                        <c:v>45139</c:v>
                      </c:pt>
                      <c:pt idx="5044">
                        <c:v>45140</c:v>
                      </c:pt>
                      <c:pt idx="5045">
                        <c:v>45141</c:v>
                      </c:pt>
                      <c:pt idx="5046">
                        <c:v>45142</c:v>
                      </c:pt>
                      <c:pt idx="5047">
                        <c:v>45145</c:v>
                      </c:pt>
                      <c:pt idx="5048">
                        <c:v>45146</c:v>
                      </c:pt>
                      <c:pt idx="5049">
                        <c:v>45147</c:v>
                      </c:pt>
                      <c:pt idx="5050">
                        <c:v>45148</c:v>
                      </c:pt>
                      <c:pt idx="5051">
                        <c:v>45149</c:v>
                      </c:pt>
                      <c:pt idx="5052">
                        <c:v>45152</c:v>
                      </c:pt>
                      <c:pt idx="5053">
                        <c:v>45153</c:v>
                      </c:pt>
                      <c:pt idx="5054">
                        <c:v>45154</c:v>
                      </c:pt>
                      <c:pt idx="5055">
                        <c:v>45155</c:v>
                      </c:pt>
                      <c:pt idx="5056">
                        <c:v>45156</c:v>
                      </c:pt>
                      <c:pt idx="5057">
                        <c:v>45159</c:v>
                      </c:pt>
                      <c:pt idx="5058">
                        <c:v>45160</c:v>
                      </c:pt>
                      <c:pt idx="5059">
                        <c:v>45161</c:v>
                      </c:pt>
                      <c:pt idx="5060">
                        <c:v>45162</c:v>
                      </c:pt>
                      <c:pt idx="5061">
                        <c:v>45163</c:v>
                      </c:pt>
                      <c:pt idx="5062">
                        <c:v>45166</c:v>
                      </c:pt>
                      <c:pt idx="5063">
                        <c:v>45167</c:v>
                      </c:pt>
                      <c:pt idx="5064">
                        <c:v>45168</c:v>
                      </c:pt>
                      <c:pt idx="5065">
                        <c:v>45169</c:v>
                      </c:pt>
                      <c:pt idx="5066">
                        <c:v>45170</c:v>
                      </c:pt>
                      <c:pt idx="5067">
                        <c:v>45173</c:v>
                      </c:pt>
                      <c:pt idx="5068">
                        <c:v>45174</c:v>
                      </c:pt>
                      <c:pt idx="5069">
                        <c:v>45175</c:v>
                      </c:pt>
                      <c:pt idx="5070">
                        <c:v>45176</c:v>
                      </c:pt>
                      <c:pt idx="5071">
                        <c:v>45177</c:v>
                      </c:pt>
                      <c:pt idx="5072">
                        <c:v>45180</c:v>
                      </c:pt>
                      <c:pt idx="5073">
                        <c:v>45181</c:v>
                      </c:pt>
                      <c:pt idx="5074">
                        <c:v>45182</c:v>
                      </c:pt>
                      <c:pt idx="5075">
                        <c:v>45183</c:v>
                      </c:pt>
                      <c:pt idx="5076">
                        <c:v>45184</c:v>
                      </c:pt>
                      <c:pt idx="5077">
                        <c:v>45187</c:v>
                      </c:pt>
                      <c:pt idx="5078">
                        <c:v>45188</c:v>
                      </c:pt>
                      <c:pt idx="5079">
                        <c:v>45189</c:v>
                      </c:pt>
                      <c:pt idx="5080">
                        <c:v>45190</c:v>
                      </c:pt>
                      <c:pt idx="5081">
                        <c:v>45191</c:v>
                      </c:pt>
                      <c:pt idx="5082">
                        <c:v>45194</c:v>
                      </c:pt>
                      <c:pt idx="5083">
                        <c:v>45195</c:v>
                      </c:pt>
                      <c:pt idx="5084">
                        <c:v>45196</c:v>
                      </c:pt>
                      <c:pt idx="5085">
                        <c:v>45197</c:v>
                      </c:pt>
                      <c:pt idx="5086">
                        <c:v>45198</c:v>
                      </c:pt>
                      <c:pt idx="5087">
                        <c:v>45201</c:v>
                      </c:pt>
                      <c:pt idx="5088">
                        <c:v>45202</c:v>
                      </c:pt>
                      <c:pt idx="5089">
                        <c:v>45203</c:v>
                      </c:pt>
                      <c:pt idx="5090">
                        <c:v>45204</c:v>
                      </c:pt>
                      <c:pt idx="5091">
                        <c:v>45205</c:v>
                      </c:pt>
                      <c:pt idx="5092">
                        <c:v>45208</c:v>
                      </c:pt>
                      <c:pt idx="5093">
                        <c:v>45209</c:v>
                      </c:pt>
                      <c:pt idx="5094">
                        <c:v>45210</c:v>
                      </c:pt>
                      <c:pt idx="5095">
                        <c:v>45211</c:v>
                      </c:pt>
                      <c:pt idx="5096">
                        <c:v>45212</c:v>
                      </c:pt>
                      <c:pt idx="5097">
                        <c:v>45215</c:v>
                      </c:pt>
                      <c:pt idx="5098">
                        <c:v>45216</c:v>
                      </c:pt>
                      <c:pt idx="5099">
                        <c:v>45217</c:v>
                      </c:pt>
                      <c:pt idx="5100">
                        <c:v>45218</c:v>
                      </c:pt>
                      <c:pt idx="5101">
                        <c:v>45219</c:v>
                      </c:pt>
                      <c:pt idx="5102">
                        <c:v>45222</c:v>
                      </c:pt>
                      <c:pt idx="5103">
                        <c:v>45223</c:v>
                      </c:pt>
                      <c:pt idx="5104">
                        <c:v>45224</c:v>
                      </c:pt>
                      <c:pt idx="5105">
                        <c:v>45225</c:v>
                      </c:pt>
                      <c:pt idx="5106">
                        <c:v>45226</c:v>
                      </c:pt>
                      <c:pt idx="5107">
                        <c:v>45229</c:v>
                      </c:pt>
                      <c:pt idx="5108">
                        <c:v>45230</c:v>
                      </c:pt>
                      <c:pt idx="5109">
                        <c:v>45231</c:v>
                      </c:pt>
                      <c:pt idx="5110">
                        <c:v>45232</c:v>
                      </c:pt>
                      <c:pt idx="5111">
                        <c:v>45233</c:v>
                      </c:pt>
                      <c:pt idx="5112">
                        <c:v>45236</c:v>
                      </c:pt>
                      <c:pt idx="5113">
                        <c:v>45237</c:v>
                      </c:pt>
                      <c:pt idx="5114">
                        <c:v>45238</c:v>
                      </c:pt>
                      <c:pt idx="5115">
                        <c:v>45239</c:v>
                      </c:pt>
                      <c:pt idx="5116">
                        <c:v>45240</c:v>
                      </c:pt>
                      <c:pt idx="5117">
                        <c:v>45243</c:v>
                      </c:pt>
                      <c:pt idx="5118">
                        <c:v>45244</c:v>
                      </c:pt>
                      <c:pt idx="5119">
                        <c:v>45245</c:v>
                      </c:pt>
                      <c:pt idx="5120">
                        <c:v>45246</c:v>
                      </c:pt>
                      <c:pt idx="5121">
                        <c:v>45247</c:v>
                      </c:pt>
                      <c:pt idx="5122">
                        <c:v>45250</c:v>
                      </c:pt>
                      <c:pt idx="5123">
                        <c:v>45251</c:v>
                      </c:pt>
                      <c:pt idx="5124">
                        <c:v>45252</c:v>
                      </c:pt>
                      <c:pt idx="5125">
                        <c:v>45253</c:v>
                      </c:pt>
                      <c:pt idx="5126">
                        <c:v>45254</c:v>
                      </c:pt>
                      <c:pt idx="5127">
                        <c:v>45257</c:v>
                      </c:pt>
                      <c:pt idx="5128">
                        <c:v>45258</c:v>
                      </c:pt>
                      <c:pt idx="5129">
                        <c:v>45259</c:v>
                      </c:pt>
                      <c:pt idx="5130">
                        <c:v>45260</c:v>
                      </c:pt>
                      <c:pt idx="5131">
                        <c:v>45261</c:v>
                      </c:pt>
                      <c:pt idx="5132">
                        <c:v>45264</c:v>
                      </c:pt>
                      <c:pt idx="5133">
                        <c:v>45265</c:v>
                      </c:pt>
                      <c:pt idx="5134">
                        <c:v>45266</c:v>
                      </c:pt>
                      <c:pt idx="5135">
                        <c:v>45267</c:v>
                      </c:pt>
                      <c:pt idx="5136">
                        <c:v>45268</c:v>
                      </c:pt>
                      <c:pt idx="5137">
                        <c:v>45271</c:v>
                      </c:pt>
                      <c:pt idx="5138">
                        <c:v>45272</c:v>
                      </c:pt>
                      <c:pt idx="5139">
                        <c:v>45273</c:v>
                      </c:pt>
                      <c:pt idx="5140">
                        <c:v>45274</c:v>
                      </c:pt>
                      <c:pt idx="5141">
                        <c:v>45275</c:v>
                      </c:pt>
                      <c:pt idx="5142">
                        <c:v>45278</c:v>
                      </c:pt>
                      <c:pt idx="5143">
                        <c:v>45279</c:v>
                      </c:pt>
                      <c:pt idx="5144">
                        <c:v>45280</c:v>
                      </c:pt>
                      <c:pt idx="5145">
                        <c:v>45281</c:v>
                      </c:pt>
                      <c:pt idx="5146">
                        <c:v>45282</c:v>
                      </c:pt>
                      <c:pt idx="5147">
                        <c:v>45285</c:v>
                      </c:pt>
                      <c:pt idx="5148">
                        <c:v>45286</c:v>
                      </c:pt>
                      <c:pt idx="5149">
                        <c:v>45287</c:v>
                      </c:pt>
                      <c:pt idx="5150">
                        <c:v>45288</c:v>
                      </c:pt>
                      <c:pt idx="5151">
                        <c:v>45289</c:v>
                      </c:pt>
                      <c:pt idx="5152">
                        <c:v>45292</c:v>
                      </c:pt>
                      <c:pt idx="5153">
                        <c:v>45293</c:v>
                      </c:pt>
                      <c:pt idx="5154">
                        <c:v>45294</c:v>
                      </c:pt>
                      <c:pt idx="5155">
                        <c:v>45295</c:v>
                      </c:pt>
                      <c:pt idx="5156">
                        <c:v>45296</c:v>
                      </c:pt>
                      <c:pt idx="5157">
                        <c:v>45299</c:v>
                      </c:pt>
                      <c:pt idx="5158">
                        <c:v>45300</c:v>
                      </c:pt>
                      <c:pt idx="5159">
                        <c:v>45301</c:v>
                      </c:pt>
                      <c:pt idx="5160">
                        <c:v>45302</c:v>
                      </c:pt>
                      <c:pt idx="5161">
                        <c:v>45303</c:v>
                      </c:pt>
                      <c:pt idx="5162">
                        <c:v>45306</c:v>
                      </c:pt>
                      <c:pt idx="5163">
                        <c:v>45307</c:v>
                      </c:pt>
                      <c:pt idx="5164">
                        <c:v>45308</c:v>
                      </c:pt>
                      <c:pt idx="5165">
                        <c:v>45309</c:v>
                      </c:pt>
                      <c:pt idx="5166">
                        <c:v>45310</c:v>
                      </c:pt>
                      <c:pt idx="5167">
                        <c:v>45313</c:v>
                      </c:pt>
                      <c:pt idx="5168">
                        <c:v>45314</c:v>
                      </c:pt>
                      <c:pt idx="5169">
                        <c:v>45315</c:v>
                      </c:pt>
                      <c:pt idx="5170">
                        <c:v>45316</c:v>
                      </c:pt>
                      <c:pt idx="5171">
                        <c:v>45317</c:v>
                      </c:pt>
                      <c:pt idx="5172">
                        <c:v>45320</c:v>
                      </c:pt>
                      <c:pt idx="5173">
                        <c:v>45321</c:v>
                      </c:pt>
                      <c:pt idx="5174">
                        <c:v>45322</c:v>
                      </c:pt>
                      <c:pt idx="5175">
                        <c:v>45323</c:v>
                      </c:pt>
                      <c:pt idx="5176">
                        <c:v>45324</c:v>
                      </c:pt>
                      <c:pt idx="5177">
                        <c:v>45327</c:v>
                      </c:pt>
                      <c:pt idx="5178">
                        <c:v>45328</c:v>
                      </c:pt>
                      <c:pt idx="5179">
                        <c:v>45329</c:v>
                      </c:pt>
                      <c:pt idx="5180">
                        <c:v>45330</c:v>
                      </c:pt>
                      <c:pt idx="5181">
                        <c:v>45331</c:v>
                      </c:pt>
                      <c:pt idx="5182">
                        <c:v>45334</c:v>
                      </c:pt>
                      <c:pt idx="5183">
                        <c:v>45335</c:v>
                      </c:pt>
                      <c:pt idx="5184">
                        <c:v>45336</c:v>
                      </c:pt>
                      <c:pt idx="5185">
                        <c:v>45337</c:v>
                      </c:pt>
                      <c:pt idx="5186">
                        <c:v>45338</c:v>
                      </c:pt>
                      <c:pt idx="5187">
                        <c:v>45341</c:v>
                      </c:pt>
                      <c:pt idx="5188">
                        <c:v>45342</c:v>
                      </c:pt>
                      <c:pt idx="5189">
                        <c:v>45343</c:v>
                      </c:pt>
                      <c:pt idx="5190">
                        <c:v>45344</c:v>
                      </c:pt>
                      <c:pt idx="5191">
                        <c:v>45345</c:v>
                      </c:pt>
                      <c:pt idx="5192">
                        <c:v>45348</c:v>
                      </c:pt>
                      <c:pt idx="5193">
                        <c:v>45349</c:v>
                      </c:pt>
                      <c:pt idx="5194">
                        <c:v>45350</c:v>
                      </c:pt>
                      <c:pt idx="5195">
                        <c:v>45351</c:v>
                      </c:pt>
                      <c:pt idx="5196">
                        <c:v>45352</c:v>
                      </c:pt>
                      <c:pt idx="5197">
                        <c:v>45355</c:v>
                      </c:pt>
                      <c:pt idx="5198">
                        <c:v>45356</c:v>
                      </c:pt>
                      <c:pt idx="5199">
                        <c:v>45357</c:v>
                      </c:pt>
                      <c:pt idx="5200">
                        <c:v>45358</c:v>
                      </c:pt>
                      <c:pt idx="5201">
                        <c:v>45359</c:v>
                      </c:pt>
                      <c:pt idx="5202">
                        <c:v>45362</c:v>
                      </c:pt>
                      <c:pt idx="5203">
                        <c:v>45363</c:v>
                      </c:pt>
                      <c:pt idx="5204">
                        <c:v>45364</c:v>
                      </c:pt>
                      <c:pt idx="5205">
                        <c:v>45365</c:v>
                      </c:pt>
                      <c:pt idx="5206">
                        <c:v>45366</c:v>
                      </c:pt>
                      <c:pt idx="5207">
                        <c:v>45369</c:v>
                      </c:pt>
                      <c:pt idx="5208">
                        <c:v>45370</c:v>
                      </c:pt>
                      <c:pt idx="5209">
                        <c:v>45371</c:v>
                      </c:pt>
                      <c:pt idx="5210">
                        <c:v>45372</c:v>
                      </c:pt>
                      <c:pt idx="5211">
                        <c:v>45373</c:v>
                      </c:pt>
                      <c:pt idx="5212">
                        <c:v>45376</c:v>
                      </c:pt>
                      <c:pt idx="5213">
                        <c:v>45377</c:v>
                      </c:pt>
                      <c:pt idx="5214">
                        <c:v>45378</c:v>
                      </c:pt>
                      <c:pt idx="5215">
                        <c:v>45379</c:v>
                      </c:pt>
                      <c:pt idx="5216">
                        <c:v>45380</c:v>
                      </c:pt>
                      <c:pt idx="5217">
                        <c:v>45383</c:v>
                      </c:pt>
                      <c:pt idx="5218">
                        <c:v>45384</c:v>
                      </c:pt>
                      <c:pt idx="5219">
                        <c:v>45385</c:v>
                      </c:pt>
                      <c:pt idx="5220">
                        <c:v>45386</c:v>
                      </c:pt>
                      <c:pt idx="5221">
                        <c:v>45387</c:v>
                      </c:pt>
                      <c:pt idx="5222">
                        <c:v>45390</c:v>
                      </c:pt>
                      <c:pt idx="5223">
                        <c:v>45391</c:v>
                      </c:pt>
                      <c:pt idx="5224">
                        <c:v>45392</c:v>
                      </c:pt>
                      <c:pt idx="5225">
                        <c:v>45393</c:v>
                      </c:pt>
                      <c:pt idx="5226">
                        <c:v>45394</c:v>
                      </c:pt>
                      <c:pt idx="5227">
                        <c:v>45397</c:v>
                      </c:pt>
                      <c:pt idx="5228">
                        <c:v>45398</c:v>
                      </c:pt>
                      <c:pt idx="5229">
                        <c:v>45399</c:v>
                      </c:pt>
                      <c:pt idx="5230">
                        <c:v>45400</c:v>
                      </c:pt>
                      <c:pt idx="5231">
                        <c:v>45401</c:v>
                      </c:pt>
                      <c:pt idx="5232">
                        <c:v>45404</c:v>
                      </c:pt>
                      <c:pt idx="5233">
                        <c:v>45405</c:v>
                      </c:pt>
                      <c:pt idx="5234">
                        <c:v>45406</c:v>
                      </c:pt>
                      <c:pt idx="5235">
                        <c:v>45407</c:v>
                      </c:pt>
                      <c:pt idx="5236">
                        <c:v>45408</c:v>
                      </c:pt>
                      <c:pt idx="5237">
                        <c:v>45411</c:v>
                      </c:pt>
                      <c:pt idx="5238">
                        <c:v>45412</c:v>
                      </c:pt>
                      <c:pt idx="5239">
                        <c:v>45413</c:v>
                      </c:pt>
                      <c:pt idx="5240">
                        <c:v>45414</c:v>
                      </c:pt>
                      <c:pt idx="5241">
                        <c:v>45415</c:v>
                      </c:pt>
                      <c:pt idx="5242">
                        <c:v>45418</c:v>
                      </c:pt>
                      <c:pt idx="5243">
                        <c:v>45419</c:v>
                      </c:pt>
                      <c:pt idx="5244">
                        <c:v>45420</c:v>
                      </c:pt>
                      <c:pt idx="5245">
                        <c:v>45421</c:v>
                      </c:pt>
                      <c:pt idx="5246">
                        <c:v>45422</c:v>
                      </c:pt>
                      <c:pt idx="5247">
                        <c:v>45425</c:v>
                      </c:pt>
                      <c:pt idx="5248">
                        <c:v>45426</c:v>
                      </c:pt>
                      <c:pt idx="5249">
                        <c:v>45427</c:v>
                      </c:pt>
                      <c:pt idx="5250">
                        <c:v>45428</c:v>
                      </c:pt>
                      <c:pt idx="5251">
                        <c:v>45429</c:v>
                      </c:pt>
                      <c:pt idx="5252">
                        <c:v>45432</c:v>
                      </c:pt>
                      <c:pt idx="5253">
                        <c:v>45433</c:v>
                      </c:pt>
                      <c:pt idx="5254">
                        <c:v>45434</c:v>
                      </c:pt>
                      <c:pt idx="5255">
                        <c:v>45435</c:v>
                      </c:pt>
                      <c:pt idx="5256">
                        <c:v>45436</c:v>
                      </c:pt>
                      <c:pt idx="5257">
                        <c:v>45439</c:v>
                      </c:pt>
                      <c:pt idx="5258">
                        <c:v>45440</c:v>
                      </c:pt>
                      <c:pt idx="5259">
                        <c:v>45441</c:v>
                      </c:pt>
                      <c:pt idx="5260">
                        <c:v>45442</c:v>
                      </c:pt>
                      <c:pt idx="5261">
                        <c:v>45443</c:v>
                      </c:pt>
                      <c:pt idx="5262">
                        <c:v>45446</c:v>
                      </c:pt>
                      <c:pt idx="5263">
                        <c:v>45447</c:v>
                      </c:pt>
                      <c:pt idx="5264">
                        <c:v>45448</c:v>
                      </c:pt>
                      <c:pt idx="5265">
                        <c:v>45449</c:v>
                      </c:pt>
                      <c:pt idx="5266">
                        <c:v>45450</c:v>
                      </c:pt>
                      <c:pt idx="5267">
                        <c:v>45453</c:v>
                      </c:pt>
                      <c:pt idx="5268">
                        <c:v>45454</c:v>
                      </c:pt>
                      <c:pt idx="5269">
                        <c:v>45455</c:v>
                      </c:pt>
                      <c:pt idx="5270">
                        <c:v>45456</c:v>
                      </c:pt>
                      <c:pt idx="5271">
                        <c:v>45457</c:v>
                      </c:pt>
                      <c:pt idx="5272">
                        <c:v>45460</c:v>
                      </c:pt>
                      <c:pt idx="5273">
                        <c:v>45461</c:v>
                      </c:pt>
                      <c:pt idx="5274">
                        <c:v>45462</c:v>
                      </c:pt>
                      <c:pt idx="5275">
                        <c:v>45463</c:v>
                      </c:pt>
                      <c:pt idx="5276">
                        <c:v>45464</c:v>
                      </c:pt>
                      <c:pt idx="5277">
                        <c:v>45467</c:v>
                      </c:pt>
                      <c:pt idx="5278">
                        <c:v>45468</c:v>
                      </c:pt>
                      <c:pt idx="5279">
                        <c:v>45469</c:v>
                      </c:pt>
                      <c:pt idx="5280">
                        <c:v>45470</c:v>
                      </c:pt>
                      <c:pt idx="5281">
                        <c:v>45471</c:v>
                      </c:pt>
                      <c:pt idx="5282">
                        <c:v>45474</c:v>
                      </c:pt>
                      <c:pt idx="5283">
                        <c:v>45475</c:v>
                      </c:pt>
                      <c:pt idx="5284">
                        <c:v>45476</c:v>
                      </c:pt>
                      <c:pt idx="5285">
                        <c:v>45477</c:v>
                      </c:pt>
                      <c:pt idx="5286">
                        <c:v>45478</c:v>
                      </c:pt>
                      <c:pt idx="5287">
                        <c:v>45481</c:v>
                      </c:pt>
                      <c:pt idx="5288">
                        <c:v>45482</c:v>
                      </c:pt>
                      <c:pt idx="5289">
                        <c:v>45483</c:v>
                      </c:pt>
                      <c:pt idx="5290">
                        <c:v>45484</c:v>
                      </c:pt>
                      <c:pt idx="5291">
                        <c:v>45485</c:v>
                      </c:pt>
                      <c:pt idx="5292">
                        <c:v>45488</c:v>
                      </c:pt>
                      <c:pt idx="5293">
                        <c:v>45489</c:v>
                      </c:pt>
                      <c:pt idx="5294">
                        <c:v>45490</c:v>
                      </c:pt>
                      <c:pt idx="5295">
                        <c:v>45491</c:v>
                      </c:pt>
                      <c:pt idx="5296">
                        <c:v>45492</c:v>
                      </c:pt>
                      <c:pt idx="5297">
                        <c:v>45495</c:v>
                      </c:pt>
                      <c:pt idx="5298">
                        <c:v>45496</c:v>
                      </c:pt>
                      <c:pt idx="5299">
                        <c:v>45497</c:v>
                      </c:pt>
                      <c:pt idx="5300">
                        <c:v>45498</c:v>
                      </c:pt>
                      <c:pt idx="5301">
                        <c:v>45499</c:v>
                      </c:pt>
                      <c:pt idx="5302">
                        <c:v>45502</c:v>
                      </c:pt>
                      <c:pt idx="5303">
                        <c:v>45503</c:v>
                      </c:pt>
                      <c:pt idx="5304">
                        <c:v>45504</c:v>
                      </c:pt>
                      <c:pt idx="5305">
                        <c:v>45505</c:v>
                      </c:pt>
                      <c:pt idx="5306">
                        <c:v>45506</c:v>
                      </c:pt>
                      <c:pt idx="5307">
                        <c:v>45509</c:v>
                      </c:pt>
                      <c:pt idx="5308">
                        <c:v>45510</c:v>
                      </c:pt>
                      <c:pt idx="5309">
                        <c:v>45511</c:v>
                      </c:pt>
                      <c:pt idx="5310">
                        <c:v>45512</c:v>
                      </c:pt>
                      <c:pt idx="5311">
                        <c:v>45513</c:v>
                      </c:pt>
                      <c:pt idx="5312">
                        <c:v>45516</c:v>
                      </c:pt>
                      <c:pt idx="5313">
                        <c:v>45517</c:v>
                      </c:pt>
                      <c:pt idx="5314">
                        <c:v>45518</c:v>
                      </c:pt>
                      <c:pt idx="5315">
                        <c:v>45519</c:v>
                      </c:pt>
                      <c:pt idx="5316">
                        <c:v>45520</c:v>
                      </c:pt>
                      <c:pt idx="5317">
                        <c:v>45523</c:v>
                      </c:pt>
                      <c:pt idx="5318">
                        <c:v>45524</c:v>
                      </c:pt>
                      <c:pt idx="5319">
                        <c:v>45525</c:v>
                      </c:pt>
                      <c:pt idx="5320">
                        <c:v>45526</c:v>
                      </c:pt>
                      <c:pt idx="5321">
                        <c:v>45527</c:v>
                      </c:pt>
                      <c:pt idx="5322">
                        <c:v>45530</c:v>
                      </c:pt>
                      <c:pt idx="5323">
                        <c:v>45531</c:v>
                      </c:pt>
                      <c:pt idx="5324">
                        <c:v>45532</c:v>
                      </c:pt>
                      <c:pt idx="5325">
                        <c:v>45533</c:v>
                      </c:pt>
                      <c:pt idx="5326">
                        <c:v>45534</c:v>
                      </c:pt>
                      <c:pt idx="5327">
                        <c:v>45537</c:v>
                      </c:pt>
                      <c:pt idx="5328">
                        <c:v>45538</c:v>
                      </c:pt>
                      <c:pt idx="5329">
                        <c:v>45539</c:v>
                      </c:pt>
                      <c:pt idx="5330">
                        <c:v>45540</c:v>
                      </c:pt>
                      <c:pt idx="5331">
                        <c:v>45541</c:v>
                      </c:pt>
                      <c:pt idx="5332">
                        <c:v>45544</c:v>
                      </c:pt>
                      <c:pt idx="5333">
                        <c:v>45545</c:v>
                      </c:pt>
                      <c:pt idx="5334">
                        <c:v>45546</c:v>
                      </c:pt>
                      <c:pt idx="5335">
                        <c:v>45547</c:v>
                      </c:pt>
                      <c:pt idx="5336">
                        <c:v>45548</c:v>
                      </c:pt>
                      <c:pt idx="5337">
                        <c:v>45551</c:v>
                      </c:pt>
                      <c:pt idx="5338">
                        <c:v>45552</c:v>
                      </c:pt>
                      <c:pt idx="5339">
                        <c:v>45553</c:v>
                      </c:pt>
                      <c:pt idx="5340">
                        <c:v>45554</c:v>
                      </c:pt>
                      <c:pt idx="5341">
                        <c:v>45555</c:v>
                      </c:pt>
                      <c:pt idx="5342">
                        <c:v>45558</c:v>
                      </c:pt>
                      <c:pt idx="5343">
                        <c:v>45559</c:v>
                      </c:pt>
                      <c:pt idx="5344">
                        <c:v>45560</c:v>
                      </c:pt>
                      <c:pt idx="5345">
                        <c:v>45561</c:v>
                      </c:pt>
                      <c:pt idx="5346">
                        <c:v>45562</c:v>
                      </c:pt>
                      <c:pt idx="5347">
                        <c:v>45565</c:v>
                      </c:pt>
                      <c:pt idx="5348">
                        <c:v>45566</c:v>
                      </c:pt>
                      <c:pt idx="5349">
                        <c:v>45567</c:v>
                      </c:pt>
                      <c:pt idx="5350">
                        <c:v>45568</c:v>
                      </c:pt>
                      <c:pt idx="5351">
                        <c:v>45569</c:v>
                      </c:pt>
                      <c:pt idx="5352">
                        <c:v>45572</c:v>
                      </c:pt>
                      <c:pt idx="5353">
                        <c:v>45573</c:v>
                      </c:pt>
                      <c:pt idx="5354">
                        <c:v>45574</c:v>
                      </c:pt>
                      <c:pt idx="5355">
                        <c:v>45575</c:v>
                      </c:pt>
                      <c:pt idx="5356">
                        <c:v>45576</c:v>
                      </c:pt>
                      <c:pt idx="5357">
                        <c:v>45579</c:v>
                      </c:pt>
                      <c:pt idx="5358">
                        <c:v>45580</c:v>
                      </c:pt>
                      <c:pt idx="5359">
                        <c:v>45581</c:v>
                      </c:pt>
                      <c:pt idx="5360">
                        <c:v>45582</c:v>
                      </c:pt>
                      <c:pt idx="5361">
                        <c:v>45583</c:v>
                      </c:pt>
                      <c:pt idx="5362">
                        <c:v>45586</c:v>
                      </c:pt>
                      <c:pt idx="5363">
                        <c:v>45587</c:v>
                      </c:pt>
                      <c:pt idx="5364">
                        <c:v>45588</c:v>
                      </c:pt>
                      <c:pt idx="5365">
                        <c:v>45589</c:v>
                      </c:pt>
                      <c:pt idx="5366">
                        <c:v>45590</c:v>
                      </c:pt>
                      <c:pt idx="5367">
                        <c:v>45593</c:v>
                      </c:pt>
                      <c:pt idx="5368">
                        <c:v>45594</c:v>
                      </c:pt>
                      <c:pt idx="5369">
                        <c:v>45595</c:v>
                      </c:pt>
                      <c:pt idx="5370">
                        <c:v>45596</c:v>
                      </c:pt>
                      <c:pt idx="5371">
                        <c:v>45597</c:v>
                      </c:pt>
                      <c:pt idx="5372">
                        <c:v>45601</c:v>
                      </c:pt>
                      <c:pt idx="5373">
                        <c:v>45602</c:v>
                      </c:pt>
                      <c:pt idx="5374">
                        <c:v>45603</c:v>
                      </c:pt>
                      <c:pt idx="5375">
                        <c:v>45604</c:v>
                      </c:pt>
                      <c:pt idx="5376">
                        <c:v>45608</c:v>
                      </c:pt>
                      <c:pt idx="5377">
                        <c:v>45609</c:v>
                      </c:pt>
                      <c:pt idx="5378">
                        <c:v>45610</c:v>
                      </c:pt>
                      <c:pt idx="5379">
                        <c:v>45611</c:v>
                      </c:pt>
                      <c:pt idx="5380">
                        <c:v>45614</c:v>
                      </c:pt>
                      <c:pt idx="5381">
                        <c:v>45615</c:v>
                      </c:pt>
                      <c:pt idx="5382">
                        <c:v>45616</c:v>
                      </c:pt>
                      <c:pt idx="5383">
                        <c:v>45617</c:v>
                      </c:pt>
                      <c:pt idx="5384">
                        <c:v>45618</c:v>
                      </c:pt>
                      <c:pt idx="5385">
                        <c:v>45621</c:v>
                      </c:pt>
                      <c:pt idx="5386">
                        <c:v>45622</c:v>
                      </c:pt>
                      <c:pt idx="5387">
                        <c:v>45623</c:v>
                      </c:pt>
                      <c:pt idx="5388">
                        <c:v>45624</c:v>
                      </c:pt>
                      <c:pt idx="5389">
                        <c:v>45625</c:v>
                      </c:pt>
                      <c:pt idx="5390">
                        <c:v>45628</c:v>
                      </c:pt>
                      <c:pt idx="5391">
                        <c:v>45629</c:v>
                      </c:pt>
                      <c:pt idx="5392">
                        <c:v>45630</c:v>
                      </c:pt>
                      <c:pt idx="5393">
                        <c:v>45631</c:v>
                      </c:pt>
                      <c:pt idx="5394">
                        <c:v>45632</c:v>
                      </c:pt>
                      <c:pt idx="5395">
                        <c:v>45635</c:v>
                      </c:pt>
                      <c:pt idx="5396">
                        <c:v>45636</c:v>
                      </c:pt>
                      <c:pt idx="5397">
                        <c:v>45637</c:v>
                      </c:pt>
                      <c:pt idx="5398">
                        <c:v>45638</c:v>
                      </c:pt>
                      <c:pt idx="5399">
                        <c:v>45639</c:v>
                      </c:pt>
                      <c:pt idx="5400">
                        <c:v>45642</c:v>
                      </c:pt>
                      <c:pt idx="5401">
                        <c:v>45643</c:v>
                      </c:pt>
                      <c:pt idx="5402">
                        <c:v>45644</c:v>
                      </c:pt>
                      <c:pt idx="5403">
                        <c:v>45645</c:v>
                      </c:pt>
                      <c:pt idx="5404">
                        <c:v>45646</c:v>
                      </c:pt>
                      <c:pt idx="5405">
                        <c:v>45649</c:v>
                      </c:pt>
                      <c:pt idx="5406">
                        <c:v>45650</c:v>
                      </c:pt>
                      <c:pt idx="5407">
                        <c:v>45652</c:v>
                      </c:pt>
                      <c:pt idx="5408">
                        <c:v>45653</c:v>
                      </c:pt>
                      <c:pt idx="5409">
                        <c:v>45656</c:v>
                      </c:pt>
                      <c:pt idx="5410">
                        <c:v>45657</c:v>
                      </c:pt>
                      <c:pt idx="5411">
                        <c:v>45659</c:v>
                      </c:pt>
                      <c:pt idx="5412">
                        <c:v>45660</c:v>
                      </c:pt>
                      <c:pt idx="5413">
                        <c:v>45663</c:v>
                      </c:pt>
                      <c:pt idx="5414">
                        <c:v>45664</c:v>
                      </c:pt>
                      <c:pt idx="5415">
                        <c:v>45665</c:v>
                      </c:pt>
                      <c:pt idx="5416">
                        <c:v>45666</c:v>
                      </c:pt>
                      <c:pt idx="5417">
                        <c:v>45667</c:v>
                      </c:pt>
                      <c:pt idx="5418">
                        <c:v>45670</c:v>
                      </c:pt>
                      <c:pt idx="5419">
                        <c:v>45671</c:v>
                      </c:pt>
                      <c:pt idx="5420">
                        <c:v>45672</c:v>
                      </c:pt>
                      <c:pt idx="5421">
                        <c:v>45673</c:v>
                      </c:pt>
                      <c:pt idx="5422">
                        <c:v>45674</c:v>
                      </c:pt>
                      <c:pt idx="5423">
                        <c:v>45677</c:v>
                      </c:pt>
                      <c:pt idx="5424">
                        <c:v>45678</c:v>
                      </c:pt>
                      <c:pt idx="5425">
                        <c:v>45679</c:v>
                      </c:pt>
                      <c:pt idx="5426">
                        <c:v>45680</c:v>
                      </c:pt>
                      <c:pt idx="5427">
                        <c:v>45681</c:v>
                      </c:pt>
                      <c:pt idx="5428">
                        <c:v>45684</c:v>
                      </c:pt>
                      <c:pt idx="5429">
                        <c:v>45685</c:v>
                      </c:pt>
                      <c:pt idx="5430">
                        <c:v>45686</c:v>
                      </c:pt>
                      <c:pt idx="5431">
                        <c:v>45687</c:v>
                      </c:pt>
                      <c:pt idx="5432">
                        <c:v>45688</c:v>
                      </c:pt>
                      <c:pt idx="5433">
                        <c:v>45691</c:v>
                      </c:pt>
                      <c:pt idx="5434">
                        <c:v>45692</c:v>
                      </c:pt>
                      <c:pt idx="5435">
                        <c:v>45693</c:v>
                      </c:pt>
                      <c:pt idx="5436">
                        <c:v>45694</c:v>
                      </c:pt>
                      <c:pt idx="5437">
                        <c:v>45695</c:v>
                      </c:pt>
                      <c:pt idx="5438">
                        <c:v>45698</c:v>
                      </c:pt>
                      <c:pt idx="5439">
                        <c:v>45699</c:v>
                      </c:pt>
                      <c:pt idx="5440">
                        <c:v>45700</c:v>
                      </c:pt>
                      <c:pt idx="5441">
                        <c:v>45701</c:v>
                      </c:pt>
                      <c:pt idx="5442">
                        <c:v>45702</c:v>
                      </c:pt>
                      <c:pt idx="5443">
                        <c:v>45706</c:v>
                      </c:pt>
                      <c:pt idx="5444">
                        <c:v>45707</c:v>
                      </c:pt>
                      <c:pt idx="5445">
                        <c:v>45708</c:v>
                      </c:pt>
                      <c:pt idx="5446">
                        <c:v>45709</c:v>
                      </c:pt>
                      <c:pt idx="5447">
                        <c:v>45712</c:v>
                      </c:pt>
                      <c:pt idx="5448">
                        <c:v>45713</c:v>
                      </c:pt>
                      <c:pt idx="5449">
                        <c:v>45714</c:v>
                      </c:pt>
                      <c:pt idx="5450">
                        <c:v>45715</c:v>
                      </c:pt>
                      <c:pt idx="5451">
                        <c:v>45716</c:v>
                      </c:pt>
                      <c:pt idx="5452">
                        <c:v>45719</c:v>
                      </c:pt>
                      <c:pt idx="5453">
                        <c:v>45720</c:v>
                      </c:pt>
                      <c:pt idx="5454">
                        <c:v>45721</c:v>
                      </c:pt>
                      <c:pt idx="5455">
                        <c:v>45722</c:v>
                      </c:pt>
                      <c:pt idx="5456">
                        <c:v>45723</c:v>
                      </c:pt>
                      <c:pt idx="5457">
                        <c:v>45726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Hoja2!$C$316:$C$5773</c15:sqref>
                        </c15:formulaRef>
                      </c:ext>
                    </c:extLst>
                    <c:numCache>
                      <c:formatCode>0.00</c:formatCode>
                      <c:ptCount val="5458"/>
                      <c:pt idx="0">
                        <c:v>11.798475036810499</c:v>
                      </c:pt>
                      <c:pt idx="1">
                        <c:v>11.766912961388901</c:v>
                      </c:pt>
                      <c:pt idx="2">
                        <c:v>11.704147094906601</c:v>
                      </c:pt>
                      <c:pt idx="3">
                        <c:v>11.7460493218608</c:v>
                      </c:pt>
                      <c:pt idx="4">
                        <c:v>11.7973210039642</c:v>
                      </c:pt>
                      <c:pt idx="5">
                        <c:v>11.7541239810043</c:v>
                      </c:pt>
                      <c:pt idx="6">
                        <c:v>11.6485744374886</c:v>
                      </c:pt>
                      <c:pt idx="7">
                        <c:v>11.525273587796001</c:v>
                      </c:pt>
                      <c:pt idx="8">
                        <c:v>11.5829372175501</c:v>
                      </c:pt>
                      <c:pt idx="9">
                        <c:v>11.382291512871101</c:v>
                      </c:pt>
                      <c:pt idx="10">
                        <c:v>11.2839871689338</c:v>
                      </c:pt>
                      <c:pt idx="11">
                        <c:v>11.2839871689338</c:v>
                      </c:pt>
                      <c:pt idx="12">
                        <c:v>11.277413615991</c:v>
                      </c:pt>
                      <c:pt idx="13">
                        <c:v>11.178426789160399</c:v>
                      </c:pt>
                      <c:pt idx="14">
                        <c:v>11.2171875509828</c:v>
                      </c:pt>
                      <c:pt idx="15">
                        <c:v>11.367890420688701</c:v>
                      </c:pt>
                      <c:pt idx="16">
                        <c:v>11.6556894894543</c:v>
                      </c:pt>
                      <c:pt idx="17">
                        <c:v>11.703272335721101</c:v>
                      </c:pt>
                      <c:pt idx="18">
                        <c:v>12.314008511574499</c:v>
                      </c:pt>
                      <c:pt idx="19">
                        <c:v>12.558525507218</c:v>
                      </c:pt>
                      <c:pt idx="20">
                        <c:v>12.287837605863</c:v>
                      </c:pt>
                      <c:pt idx="21">
                        <c:v>12.280052935972099</c:v>
                      </c:pt>
                      <c:pt idx="22">
                        <c:v>11.908066480065701</c:v>
                      </c:pt>
                      <c:pt idx="23">
                        <c:v>12.002146614126699</c:v>
                      </c:pt>
                      <c:pt idx="24">
                        <c:v>12.3576036927436</c:v>
                      </c:pt>
                      <c:pt idx="25">
                        <c:v>12.7237751761096</c:v>
                      </c:pt>
                      <c:pt idx="26">
                        <c:v>13.049822170891</c:v>
                      </c:pt>
                      <c:pt idx="27">
                        <c:v>13.1741168184806</c:v>
                      </c:pt>
                      <c:pt idx="28">
                        <c:v>13.203639011420099</c:v>
                      </c:pt>
                      <c:pt idx="29">
                        <c:v>13.1891150419232</c:v>
                      </c:pt>
                      <c:pt idx="30">
                        <c:v>14.030146276274101</c:v>
                      </c:pt>
                      <c:pt idx="31">
                        <c:v>14.3117329068091</c:v>
                      </c:pt>
                      <c:pt idx="32">
                        <c:v>14.4614775044656</c:v>
                      </c:pt>
                      <c:pt idx="33">
                        <c:v>14.1784088403745</c:v>
                      </c:pt>
                      <c:pt idx="34">
                        <c:v>14.150539143964499</c:v>
                      </c:pt>
                      <c:pt idx="35">
                        <c:v>14.4121336861757</c:v>
                      </c:pt>
                      <c:pt idx="36">
                        <c:v>13.879938594518499</c:v>
                      </c:pt>
                      <c:pt idx="37">
                        <c:v>13.7411955234406</c:v>
                      </c:pt>
                      <c:pt idx="38">
                        <c:v>13.765925589578901</c:v>
                      </c:pt>
                      <c:pt idx="39">
                        <c:v>14.062741684477</c:v>
                      </c:pt>
                      <c:pt idx="40">
                        <c:v>14.052647545302101</c:v>
                      </c:pt>
                      <c:pt idx="41">
                        <c:v>14.3892946938062</c:v>
                      </c:pt>
                      <c:pt idx="42">
                        <c:v>14.3892946938062</c:v>
                      </c:pt>
                      <c:pt idx="43">
                        <c:v>14.032845584019601</c:v>
                      </c:pt>
                      <c:pt idx="44">
                        <c:v>14.284452656025801</c:v>
                      </c:pt>
                      <c:pt idx="45">
                        <c:v>13.8338642604466</c:v>
                      </c:pt>
                      <c:pt idx="46">
                        <c:v>13.926876124726</c:v>
                      </c:pt>
                      <c:pt idx="47">
                        <c:v>13.8927611233756</c:v>
                      </c:pt>
                      <c:pt idx="48">
                        <c:v>14.0730589050637</c:v>
                      </c:pt>
                      <c:pt idx="49">
                        <c:v>14.0135169512518</c:v>
                      </c:pt>
                      <c:pt idx="50">
                        <c:v>13.9317557520737</c:v>
                      </c:pt>
                      <c:pt idx="51">
                        <c:v>13.7689155081096</c:v>
                      </c:pt>
                      <c:pt idx="52">
                        <c:v>13.672889213363099</c:v>
                      </c:pt>
                      <c:pt idx="53">
                        <c:v>13.781443678769399</c:v>
                      </c:pt>
                      <c:pt idx="54">
                        <c:v>14.129212580727</c:v>
                      </c:pt>
                      <c:pt idx="55">
                        <c:v>14.299474541852099</c:v>
                      </c:pt>
                      <c:pt idx="56">
                        <c:v>14.393011727338299</c:v>
                      </c:pt>
                      <c:pt idx="57">
                        <c:v>14.393011727338299</c:v>
                      </c:pt>
                      <c:pt idx="58">
                        <c:v>14.344733089038099</c:v>
                      </c:pt>
                      <c:pt idx="59">
                        <c:v>14.1427396207451</c:v>
                      </c:pt>
                      <c:pt idx="60">
                        <c:v>14.146835662137899</c:v>
                      </c:pt>
                      <c:pt idx="61">
                        <c:v>14.1277676396743</c:v>
                      </c:pt>
                      <c:pt idx="62">
                        <c:v>14.1277676396743</c:v>
                      </c:pt>
                      <c:pt idx="63">
                        <c:v>13.9703629336001</c:v>
                      </c:pt>
                      <c:pt idx="64">
                        <c:v>13.971417689146699</c:v>
                      </c:pt>
                      <c:pt idx="65">
                        <c:v>13.895906352208</c:v>
                      </c:pt>
                      <c:pt idx="66">
                        <c:v>13.9524167974006</c:v>
                      </c:pt>
                      <c:pt idx="67">
                        <c:v>14.244588185479</c:v>
                      </c:pt>
                      <c:pt idx="68">
                        <c:v>14.013486636428199</c:v>
                      </c:pt>
                      <c:pt idx="69">
                        <c:v>13.7725754101901</c:v>
                      </c:pt>
                      <c:pt idx="70">
                        <c:v>14.0326348688906</c:v>
                      </c:pt>
                      <c:pt idx="71">
                        <c:v>13.977693308176599</c:v>
                      </c:pt>
                      <c:pt idx="72">
                        <c:v>14.0730597631712</c:v>
                      </c:pt>
                      <c:pt idx="73">
                        <c:v>13.9534331013369</c:v>
                      </c:pt>
                      <c:pt idx="74">
                        <c:v>13.9226114370279</c:v>
                      </c:pt>
                      <c:pt idx="75">
                        <c:v>13.8730830180672</c:v>
                      </c:pt>
                      <c:pt idx="76">
                        <c:v>13.922024819286101</c:v>
                      </c:pt>
                      <c:pt idx="77">
                        <c:v>14.129396625462601</c:v>
                      </c:pt>
                      <c:pt idx="78">
                        <c:v>13.9389657814615</c:v>
                      </c:pt>
                      <c:pt idx="79">
                        <c:v>13.7822161780038</c:v>
                      </c:pt>
                      <c:pt idx="80">
                        <c:v>13.940140828571099</c:v>
                      </c:pt>
                      <c:pt idx="81">
                        <c:v>13.945539420897701</c:v>
                      </c:pt>
                      <c:pt idx="82">
                        <c:v>13.945539420897701</c:v>
                      </c:pt>
                      <c:pt idx="83">
                        <c:v>13.9844872229644</c:v>
                      </c:pt>
                      <c:pt idx="84">
                        <c:v>14.0265480437871</c:v>
                      </c:pt>
                      <c:pt idx="85">
                        <c:v>14.1213880702685</c:v>
                      </c:pt>
                      <c:pt idx="86">
                        <c:v>14.0320756133211</c:v>
                      </c:pt>
                      <c:pt idx="87">
                        <c:v>14.353949862410699</c:v>
                      </c:pt>
                      <c:pt idx="88">
                        <c:v>14.0629202154834</c:v>
                      </c:pt>
                      <c:pt idx="89">
                        <c:v>14.0277237821265</c:v>
                      </c:pt>
                      <c:pt idx="90">
                        <c:v>14.0503861766905</c:v>
                      </c:pt>
                      <c:pt idx="91">
                        <c:v>14.059099360425501</c:v>
                      </c:pt>
                      <c:pt idx="92">
                        <c:v>14.091386302136399</c:v>
                      </c:pt>
                      <c:pt idx="93">
                        <c:v>14.0817088095021</c:v>
                      </c:pt>
                      <c:pt idx="94">
                        <c:v>14.046084908190499</c:v>
                      </c:pt>
                      <c:pt idx="95">
                        <c:v>14.044142509166001</c:v>
                      </c:pt>
                      <c:pt idx="96">
                        <c:v>14.1993535930881</c:v>
                      </c:pt>
                      <c:pt idx="97">
                        <c:v>14.165372744243699</c:v>
                      </c:pt>
                      <c:pt idx="98">
                        <c:v>13.9499654231384</c:v>
                      </c:pt>
                      <c:pt idx="99">
                        <c:v>13.9994212333833</c:v>
                      </c:pt>
                      <c:pt idx="100">
                        <c:v>13.956267318422301</c:v>
                      </c:pt>
                      <c:pt idx="101">
                        <c:v>13.956267318422301</c:v>
                      </c:pt>
                      <c:pt idx="102">
                        <c:v>13.8742259674459</c:v>
                      </c:pt>
                      <c:pt idx="103">
                        <c:v>13.8397438001682</c:v>
                      </c:pt>
                      <c:pt idx="104">
                        <c:v>13.7801145160663</c:v>
                      </c:pt>
                      <c:pt idx="105">
                        <c:v>13.761580153188801</c:v>
                      </c:pt>
                      <c:pt idx="106">
                        <c:v>13.622302118687299</c:v>
                      </c:pt>
                      <c:pt idx="107">
                        <c:v>13.4543629191637</c:v>
                      </c:pt>
                      <c:pt idx="108">
                        <c:v>13.3531006739112</c:v>
                      </c:pt>
                      <c:pt idx="109">
                        <c:v>13.3105303477096</c:v>
                      </c:pt>
                      <c:pt idx="110">
                        <c:v>13.4282274648696</c:v>
                      </c:pt>
                      <c:pt idx="111">
                        <c:v>13.3149240586612</c:v>
                      </c:pt>
                      <c:pt idx="112">
                        <c:v>13.270134534571699</c:v>
                      </c:pt>
                      <c:pt idx="113">
                        <c:v>13.2616231547805</c:v>
                      </c:pt>
                      <c:pt idx="114">
                        <c:v>13.407487545553</c:v>
                      </c:pt>
                      <c:pt idx="115">
                        <c:v>13.3904434614377</c:v>
                      </c:pt>
                      <c:pt idx="116">
                        <c:v>13.421858276942601</c:v>
                      </c:pt>
                      <c:pt idx="117">
                        <c:v>13.3483696805744</c:v>
                      </c:pt>
                      <c:pt idx="118">
                        <c:v>13.2385112533595</c:v>
                      </c:pt>
                      <c:pt idx="119">
                        <c:v>13.022732141095901</c:v>
                      </c:pt>
                      <c:pt idx="120">
                        <c:v>13.0967013671424</c:v>
                      </c:pt>
                      <c:pt idx="121">
                        <c:v>12.9209822748658</c:v>
                      </c:pt>
                      <c:pt idx="122">
                        <c:v>12.8800676028753</c:v>
                      </c:pt>
                      <c:pt idx="123">
                        <c:v>13.1798315517321</c:v>
                      </c:pt>
                      <c:pt idx="124">
                        <c:v>13.0153465556497</c:v>
                      </c:pt>
                      <c:pt idx="125">
                        <c:v>12.930757614400401</c:v>
                      </c:pt>
                      <c:pt idx="126">
                        <c:v>13.0621855012098</c:v>
                      </c:pt>
                      <c:pt idx="127">
                        <c:v>13.287592208053599</c:v>
                      </c:pt>
                      <c:pt idx="128">
                        <c:v>13.204533709258699</c:v>
                      </c:pt>
                      <c:pt idx="129">
                        <c:v>13.1147552042206</c:v>
                      </c:pt>
                      <c:pt idx="130">
                        <c:v>13.2830067276301</c:v>
                      </c:pt>
                      <c:pt idx="131">
                        <c:v>13.2849340340626</c:v>
                      </c:pt>
                      <c:pt idx="132">
                        <c:v>13.095722201762801</c:v>
                      </c:pt>
                      <c:pt idx="133">
                        <c:v>13.1282367680524</c:v>
                      </c:pt>
                      <c:pt idx="134">
                        <c:v>13.058257777770899</c:v>
                      </c:pt>
                      <c:pt idx="135">
                        <c:v>13.1145294530331</c:v>
                      </c:pt>
                      <c:pt idx="136">
                        <c:v>13.2542463859851</c:v>
                      </c:pt>
                      <c:pt idx="137">
                        <c:v>13.0782652525073</c:v>
                      </c:pt>
                      <c:pt idx="138">
                        <c:v>12.9842432391789</c:v>
                      </c:pt>
                      <c:pt idx="139">
                        <c:v>13.0281148272287</c:v>
                      </c:pt>
                      <c:pt idx="140">
                        <c:v>12.950541250216601</c:v>
                      </c:pt>
                      <c:pt idx="141">
                        <c:v>12.856018503814299</c:v>
                      </c:pt>
                      <c:pt idx="142">
                        <c:v>12.880519606924601</c:v>
                      </c:pt>
                      <c:pt idx="143">
                        <c:v>12.8320837717998</c:v>
                      </c:pt>
                      <c:pt idx="144">
                        <c:v>12.7768456025864</c:v>
                      </c:pt>
                      <c:pt idx="145">
                        <c:v>12.7996964775627</c:v>
                      </c:pt>
                      <c:pt idx="146">
                        <c:v>12.7996964775627</c:v>
                      </c:pt>
                      <c:pt idx="147">
                        <c:v>12.832424821318099</c:v>
                      </c:pt>
                      <c:pt idx="148">
                        <c:v>12.828760160804</c:v>
                      </c:pt>
                      <c:pt idx="149">
                        <c:v>12.7883947486611</c:v>
                      </c:pt>
                      <c:pt idx="150">
                        <c:v>12.7316734360222</c:v>
                      </c:pt>
                      <c:pt idx="151">
                        <c:v>12.736263938673501</c:v>
                      </c:pt>
                      <c:pt idx="152">
                        <c:v>12.769449935371799</c:v>
                      </c:pt>
                      <c:pt idx="153">
                        <c:v>12.731142969494799</c:v>
                      </c:pt>
                      <c:pt idx="154">
                        <c:v>12.8264313986024</c:v>
                      </c:pt>
                      <c:pt idx="155">
                        <c:v>12.835958777959901</c:v>
                      </c:pt>
                      <c:pt idx="156">
                        <c:v>12.835958777959901</c:v>
                      </c:pt>
                      <c:pt idx="157">
                        <c:v>12.7615690202149</c:v>
                      </c:pt>
                      <c:pt idx="158">
                        <c:v>12.730933795387401</c:v>
                      </c:pt>
                      <c:pt idx="159">
                        <c:v>12.677359441289299</c:v>
                      </c:pt>
                      <c:pt idx="160">
                        <c:v>12.7512561083725</c:v>
                      </c:pt>
                      <c:pt idx="161">
                        <c:v>12.735447275174799</c:v>
                      </c:pt>
                      <c:pt idx="162">
                        <c:v>12.629132320511401</c:v>
                      </c:pt>
                      <c:pt idx="163">
                        <c:v>12.6007781706288</c:v>
                      </c:pt>
                      <c:pt idx="164">
                        <c:v>12.5996115130676</c:v>
                      </c:pt>
                      <c:pt idx="165">
                        <c:v>12.5126658314837</c:v>
                      </c:pt>
                      <c:pt idx="166">
                        <c:v>12.5126658314837</c:v>
                      </c:pt>
                      <c:pt idx="167">
                        <c:v>12.5351227919514</c:v>
                      </c:pt>
                      <c:pt idx="168">
                        <c:v>12.429823717642201</c:v>
                      </c:pt>
                      <c:pt idx="169">
                        <c:v>12.3476940768979</c:v>
                      </c:pt>
                      <c:pt idx="170">
                        <c:v>12.4308806119364</c:v>
                      </c:pt>
                      <c:pt idx="171">
                        <c:v>12.5110701994619</c:v>
                      </c:pt>
                      <c:pt idx="172">
                        <c:v>12.3627556185158</c:v>
                      </c:pt>
                      <c:pt idx="173">
                        <c:v>12.3229113247175</c:v>
                      </c:pt>
                      <c:pt idx="174">
                        <c:v>12.2420097586227</c:v>
                      </c:pt>
                      <c:pt idx="175">
                        <c:v>12.1208931343452</c:v>
                      </c:pt>
                      <c:pt idx="176">
                        <c:v>12.262959878370999</c:v>
                      </c:pt>
                      <c:pt idx="177">
                        <c:v>12.3642873912578</c:v>
                      </c:pt>
                      <c:pt idx="178">
                        <c:v>12.3673979234195</c:v>
                      </c:pt>
                      <c:pt idx="179">
                        <c:v>12.582855215187299</c:v>
                      </c:pt>
                      <c:pt idx="180">
                        <c:v>12.492859364748</c:v>
                      </c:pt>
                      <c:pt idx="181">
                        <c:v>12.5047643968716</c:v>
                      </c:pt>
                      <c:pt idx="182">
                        <c:v>12.6165863009007</c:v>
                      </c:pt>
                      <c:pt idx="183">
                        <c:v>12.6165863009007</c:v>
                      </c:pt>
                      <c:pt idx="184">
                        <c:v>12.703718138374599</c:v>
                      </c:pt>
                      <c:pt idx="185">
                        <c:v>12.5284581924817</c:v>
                      </c:pt>
                      <c:pt idx="186">
                        <c:v>12.4448322093124</c:v>
                      </c:pt>
                      <c:pt idx="187">
                        <c:v>12.4328718495796</c:v>
                      </c:pt>
                      <c:pt idx="188">
                        <c:v>12.453058579387401</c:v>
                      </c:pt>
                      <c:pt idx="189">
                        <c:v>12.3605046873297</c:v>
                      </c:pt>
                      <c:pt idx="190">
                        <c:v>12.2849905200562</c:v>
                      </c:pt>
                      <c:pt idx="191">
                        <c:v>12.094932518616099</c:v>
                      </c:pt>
                      <c:pt idx="192">
                        <c:v>12.0919898989185</c:v>
                      </c:pt>
                      <c:pt idx="193">
                        <c:v>12.026211201448801</c:v>
                      </c:pt>
                      <c:pt idx="194">
                        <c:v>12.0824392594435</c:v>
                      </c:pt>
                      <c:pt idx="195">
                        <c:v>9.0201969306783703</c:v>
                      </c:pt>
                      <c:pt idx="196">
                        <c:v>11.9762372103126</c:v>
                      </c:pt>
                      <c:pt idx="197">
                        <c:v>11.9180910093155</c:v>
                      </c:pt>
                      <c:pt idx="198">
                        <c:v>11.7906489094444</c:v>
                      </c:pt>
                      <c:pt idx="199">
                        <c:v>11.836120898616199</c:v>
                      </c:pt>
                      <c:pt idx="200">
                        <c:v>11.836120898616199</c:v>
                      </c:pt>
                      <c:pt idx="201">
                        <c:v>11.568487202410401</c:v>
                      </c:pt>
                      <c:pt idx="202">
                        <c:v>11.365516742374</c:v>
                      </c:pt>
                      <c:pt idx="203">
                        <c:v>11.507513595828399</c:v>
                      </c:pt>
                      <c:pt idx="204">
                        <c:v>11.5696723118458</c:v>
                      </c:pt>
                      <c:pt idx="205">
                        <c:v>11.577856304489</c:v>
                      </c:pt>
                      <c:pt idx="206">
                        <c:v>11.577856304489</c:v>
                      </c:pt>
                      <c:pt idx="207">
                        <c:v>11.821964668248</c:v>
                      </c:pt>
                      <c:pt idx="208">
                        <c:v>11.604447201083399</c:v>
                      </c:pt>
                      <c:pt idx="209">
                        <c:v>11.553680019191599</c:v>
                      </c:pt>
                      <c:pt idx="210">
                        <c:v>11.6447217484942</c:v>
                      </c:pt>
                      <c:pt idx="211">
                        <c:v>11.8887018702991</c:v>
                      </c:pt>
                      <c:pt idx="212">
                        <c:v>11.763198029500399</c:v>
                      </c:pt>
                      <c:pt idx="213">
                        <c:v>11.704149396906701</c:v>
                      </c:pt>
                      <c:pt idx="214">
                        <c:v>11.9108059344063</c:v>
                      </c:pt>
                      <c:pt idx="215">
                        <c:v>11.7564643770051</c:v>
                      </c:pt>
                      <c:pt idx="216">
                        <c:v>11.9610381540479</c:v>
                      </c:pt>
                      <c:pt idx="217">
                        <c:v>11.7185644657533</c:v>
                      </c:pt>
                      <c:pt idx="218">
                        <c:v>11.712100859583501</c:v>
                      </c:pt>
                      <c:pt idx="219">
                        <c:v>11.7193174577439</c:v>
                      </c:pt>
                      <c:pt idx="220">
                        <c:v>11.673267207286401</c:v>
                      </c:pt>
                      <c:pt idx="221">
                        <c:v>11.6209340985806</c:v>
                      </c:pt>
                      <c:pt idx="222">
                        <c:v>11.6133249853011</c:v>
                      </c:pt>
                      <c:pt idx="223">
                        <c:v>11.444029060544599</c:v>
                      </c:pt>
                      <c:pt idx="224">
                        <c:v>11.625443617211401</c:v>
                      </c:pt>
                      <c:pt idx="225">
                        <c:v>11.5814053965896</c:v>
                      </c:pt>
                      <c:pt idx="226">
                        <c:v>11.590101505496101</c:v>
                      </c:pt>
                      <c:pt idx="227">
                        <c:v>11.584132237990801</c:v>
                      </c:pt>
                      <c:pt idx="228">
                        <c:v>11.524384365298699</c:v>
                      </c:pt>
                      <c:pt idx="229">
                        <c:v>11.4228693066978</c:v>
                      </c:pt>
                      <c:pt idx="230">
                        <c:v>11.4230734809368</c:v>
                      </c:pt>
                      <c:pt idx="231">
                        <c:v>11.3583879900567</c:v>
                      </c:pt>
                      <c:pt idx="232">
                        <c:v>11.3284864689816</c:v>
                      </c:pt>
                      <c:pt idx="233">
                        <c:v>11.327944796580301</c:v>
                      </c:pt>
                      <c:pt idx="234">
                        <c:v>11.27848809312</c:v>
                      </c:pt>
                      <c:pt idx="235">
                        <c:v>11.274892874224999</c:v>
                      </c:pt>
                      <c:pt idx="236">
                        <c:v>11.3296982272901</c:v>
                      </c:pt>
                      <c:pt idx="237">
                        <c:v>11.316516938667</c:v>
                      </c:pt>
                      <c:pt idx="238">
                        <c:v>11.352346201773001</c:v>
                      </c:pt>
                      <c:pt idx="239">
                        <c:v>11.378582046487301</c:v>
                      </c:pt>
                      <c:pt idx="240">
                        <c:v>11.4594256164679</c:v>
                      </c:pt>
                      <c:pt idx="241">
                        <c:v>11.4254943817838</c:v>
                      </c:pt>
                      <c:pt idx="242">
                        <c:v>11.4417270213062</c:v>
                      </c:pt>
                      <c:pt idx="243">
                        <c:v>11.552508597493899</c:v>
                      </c:pt>
                      <c:pt idx="244">
                        <c:v>11.5609082746669</c:v>
                      </c:pt>
                      <c:pt idx="245">
                        <c:v>11.5529994617672</c:v>
                      </c:pt>
                      <c:pt idx="246">
                        <c:v>11.4952706515909</c:v>
                      </c:pt>
                      <c:pt idx="247">
                        <c:v>11.5769123609101</c:v>
                      </c:pt>
                      <c:pt idx="248">
                        <c:v>11.5583564725566</c:v>
                      </c:pt>
                      <c:pt idx="249">
                        <c:v>11.5635291603067</c:v>
                      </c:pt>
                      <c:pt idx="250">
                        <c:v>11.5896776554564</c:v>
                      </c:pt>
                      <c:pt idx="251">
                        <c:v>11.785522480704801</c:v>
                      </c:pt>
                      <c:pt idx="252">
                        <c:v>11.8653319480345</c:v>
                      </c:pt>
                      <c:pt idx="253">
                        <c:v>12.0665422851302</c:v>
                      </c:pt>
                      <c:pt idx="254">
                        <c:v>11.9792021039685</c:v>
                      </c:pt>
                      <c:pt idx="255">
                        <c:v>12.039285662396701</c:v>
                      </c:pt>
                      <c:pt idx="256">
                        <c:v>12.039285662396701</c:v>
                      </c:pt>
                      <c:pt idx="257">
                        <c:v>11.973562509321599</c:v>
                      </c:pt>
                      <c:pt idx="258">
                        <c:v>12.2826320513353</c:v>
                      </c:pt>
                      <c:pt idx="259">
                        <c:v>12.2826320513353</c:v>
                      </c:pt>
                      <c:pt idx="260">
                        <c:v>12.2826320513353</c:v>
                      </c:pt>
                      <c:pt idx="261">
                        <c:v>12.5862245336091</c:v>
                      </c:pt>
                      <c:pt idx="262">
                        <c:v>12.5775288817884</c:v>
                      </c:pt>
                      <c:pt idx="263">
                        <c:v>12.3711337489225</c:v>
                      </c:pt>
                      <c:pt idx="264">
                        <c:v>12.2577088089075</c:v>
                      </c:pt>
                      <c:pt idx="265">
                        <c:v>12.188938150476201</c:v>
                      </c:pt>
                      <c:pt idx="266">
                        <c:v>12.172247631143</c:v>
                      </c:pt>
                      <c:pt idx="267">
                        <c:v>12.141407965865699</c:v>
                      </c:pt>
                      <c:pt idx="268">
                        <c:v>12.1474336449697</c:v>
                      </c:pt>
                      <c:pt idx="269">
                        <c:v>12.0764211001622</c:v>
                      </c:pt>
                      <c:pt idx="270">
                        <c:v>12.126575738472299</c:v>
                      </c:pt>
                      <c:pt idx="271">
                        <c:v>12.056881699008001</c:v>
                      </c:pt>
                      <c:pt idx="272">
                        <c:v>12.085765431629</c:v>
                      </c:pt>
                      <c:pt idx="273">
                        <c:v>11.975413941662699</c:v>
                      </c:pt>
                      <c:pt idx="274">
                        <c:v>11.967897110201299</c:v>
                      </c:pt>
                      <c:pt idx="275">
                        <c:v>11.8729031646827</c:v>
                      </c:pt>
                      <c:pt idx="276">
                        <c:v>11.9098775809508</c:v>
                      </c:pt>
                      <c:pt idx="277">
                        <c:v>11.827760922284501</c:v>
                      </c:pt>
                      <c:pt idx="278">
                        <c:v>11.7834471735036</c:v>
                      </c:pt>
                      <c:pt idx="279">
                        <c:v>11.813790373886601</c:v>
                      </c:pt>
                      <c:pt idx="280">
                        <c:v>11.762889704701299</c:v>
                      </c:pt>
                      <c:pt idx="281">
                        <c:v>11.7374239241487</c:v>
                      </c:pt>
                      <c:pt idx="282">
                        <c:v>11.609286533790501</c:v>
                      </c:pt>
                      <c:pt idx="283">
                        <c:v>11.490202321063901</c:v>
                      </c:pt>
                      <c:pt idx="284">
                        <c:v>11.4425056144102</c:v>
                      </c:pt>
                      <c:pt idx="285">
                        <c:v>11.427901427951101</c:v>
                      </c:pt>
                      <c:pt idx="286">
                        <c:v>11.4342544419563</c:v>
                      </c:pt>
                      <c:pt idx="287">
                        <c:v>11.344195945272499</c:v>
                      </c:pt>
                      <c:pt idx="288">
                        <c:v>11.2954951885259</c:v>
                      </c:pt>
                      <c:pt idx="289">
                        <c:v>11.309372257726899</c:v>
                      </c:pt>
                      <c:pt idx="290">
                        <c:v>11.3227117059457</c:v>
                      </c:pt>
                      <c:pt idx="291">
                        <c:v>11.3227117059457</c:v>
                      </c:pt>
                      <c:pt idx="292">
                        <c:v>11.306825135957</c:v>
                      </c:pt>
                      <c:pt idx="293">
                        <c:v>11.3536060374302</c:v>
                      </c:pt>
                      <c:pt idx="294">
                        <c:v>11.317886526893</c:v>
                      </c:pt>
                      <c:pt idx="295">
                        <c:v>11.3202992935525</c:v>
                      </c:pt>
                      <c:pt idx="296">
                        <c:v>11.266429220441101</c:v>
                      </c:pt>
                      <c:pt idx="297">
                        <c:v>11.214834164609201</c:v>
                      </c:pt>
                      <c:pt idx="298">
                        <c:v>11.152248649995499</c:v>
                      </c:pt>
                      <c:pt idx="299">
                        <c:v>11.087813951478999</c:v>
                      </c:pt>
                      <c:pt idx="300">
                        <c:v>11.051804579742701</c:v>
                      </c:pt>
                      <c:pt idx="301">
                        <c:v>11.0097710287789</c:v>
                      </c:pt>
                      <c:pt idx="302">
                        <c:v>11.021655221071899</c:v>
                      </c:pt>
                      <c:pt idx="303">
                        <c:v>10.9791577630624</c:v>
                      </c:pt>
                      <c:pt idx="304">
                        <c:v>10.9814094929205</c:v>
                      </c:pt>
                      <c:pt idx="305">
                        <c:v>10.9746978898301</c:v>
                      </c:pt>
                      <c:pt idx="306">
                        <c:v>10.9085270504817</c:v>
                      </c:pt>
                      <c:pt idx="307">
                        <c:v>10.8465413722968</c:v>
                      </c:pt>
                      <c:pt idx="308">
                        <c:v>10.775276042418399</c:v>
                      </c:pt>
                      <c:pt idx="309">
                        <c:v>10.557390448583201</c:v>
                      </c:pt>
                      <c:pt idx="310">
                        <c:v>10.557390448583201</c:v>
                      </c:pt>
                      <c:pt idx="311">
                        <c:v>10.5645645466219</c:v>
                      </c:pt>
                      <c:pt idx="312">
                        <c:v>10.659580655463699</c:v>
                      </c:pt>
                      <c:pt idx="313">
                        <c:v>10.666907839738901</c:v>
                      </c:pt>
                      <c:pt idx="314">
                        <c:v>10.5146963025655</c:v>
                      </c:pt>
                      <c:pt idx="315">
                        <c:v>10.528075097185701</c:v>
                      </c:pt>
                      <c:pt idx="316">
                        <c:v>10.3050287785073</c:v>
                      </c:pt>
                      <c:pt idx="317">
                        <c:v>10.3261967965654</c:v>
                      </c:pt>
                      <c:pt idx="318">
                        <c:v>10.378242916739699</c:v>
                      </c:pt>
                      <c:pt idx="319">
                        <c:v>10.2853211654852</c:v>
                      </c:pt>
                      <c:pt idx="320">
                        <c:v>10.259230032584799</c:v>
                      </c:pt>
                      <c:pt idx="321">
                        <c:v>10.1451540936574</c:v>
                      </c:pt>
                      <c:pt idx="322">
                        <c:v>10.106427139594899</c:v>
                      </c:pt>
                      <c:pt idx="323">
                        <c:v>10.071829496450601</c:v>
                      </c:pt>
                      <c:pt idx="324">
                        <c:v>10.0156425699141</c:v>
                      </c:pt>
                      <c:pt idx="325">
                        <c:v>9.9874551838604599</c:v>
                      </c:pt>
                      <c:pt idx="326">
                        <c:v>10.0061614214021</c:v>
                      </c:pt>
                      <c:pt idx="327">
                        <c:v>10.0256072635124</c:v>
                      </c:pt>
                      <c:pt idx="328">
                        <c:v>9.8895802962276704</c:v>
                      </c:pt>
                      <c:pt idx="329">
                        <c:v>9.8817341559363392</c:v>
                      </c:pt>
                      <c:pt idx="330">
                        <c:v>9.8817341559363392</c:v>
                      </c:pt>
                      <c:pt idx="331">
                        <c:v>9.9238273895376494</c:v>
                      </c:pt>
                      <c:pt idx="332">
                        <c:v>9.8899080490541298</c:v>
                      </c:pt>
                      <c:pt idx="333">
                        <c:v>9.6874873436147499</c:v>
                      </c:pt>
                      <c:pt idx="334">
                        <c:v>9.5937456627700808</c:v>
                      </c:pt>
                      <c:pt idx="335">
                        <c:v>9.3755074241733602</c:v>
                      </c:pt>
                      <c:pt idx="336">
                        <c:v>9.1847491217275508</c:v>
                      </c:pt>
                      <c:pt idx="337">
                        <c:v>9.3182230012989606</c:v>
                      </c:pt>
                      <c:pt idx="338">
                        <c:v>9.3682503576574003</c:v>
                      </c:pt>
                      <c:pt idx="339">
                        <c:v>9.6541422436026902</c:v>
                      </c:pt>
                      <c:pt idx="340">
                        <c:v>9.5982656091809595</c:v>
                      </c:pt>
                      <c:pt idx="341">
                        <c:v>9.6960665011327798</c:v>
                      </c:pt>
                      <c:pt idx="342">
                        <c:v>9.6960665011327798</c:v>
                      </c:pt>
                      <c:pt idx="343">
                        <c:v>9.7278492974289605</c:v>
                      </c:pt>
                      <c:pt idx="344">
                        <c:v>9.7662009791452995</c:v>
                      </c:pt>
                      <c:pt idx="345">
                        <c:v>9.7290185594544596</c:v>
                      </c:pt>
                      <c:pt idx="346">
                        <c:v>9.7116845621106407</c:v>
                      </c:pt>
                      <c:pt idx="347">
                        <c:v>9.6202862738497501</c:v>
                      </c:pt>
                      <c:pt idx="348">
                        <c:v>9.5622285435806003</c:v>
                      </c:pt>
                      <c:pt idx="349">
                        <c:v>9.5098652465748206</c:v>
                      </c:pt>
                      <c:pt idx="350">
                        <c:v>9.6023998677262608</c:v>
                      </c:pt>
                      <c:pt idx="351">
                        <c:v>9.4637230041521292</c:v>
                      </c:pt>
                      <c:pt idx="352">
                        <c:v>9.3155560688079202</c:v>
                      </c:pt>
                      <c:pt idx="353">
                        <c:v>9.3404944359565807</c:v>
                      </c:pt>
                      <c:pt idx="354">
                        <c:v>9.3950168465463104</c:v>
                      </c:pt>
                      <c:pt idx="355">
                        <c:v>9.4882859039684</c:v>
                      </c:pt>
                      <c:pt idx="356">
                        <c:v>9.4862742431768403</c:v>
                      </c:pt>
                      <c:pt idx="357">
                        <c:v>9.3967343616729799</c:v>
                      </c:pt>
                      <c:pt idx="358">
                        <c:v>9.3998394811838697</c:v>
                      </c:pt>
                      <c:pt idx="359">
                        <c:v>9.4478933944021808</c:v>
                      </c:pt>
                      <c:pt idx="360">
                        <c:v>9.4478933944021808</c:v>
                      </c:pt>
                      <c:pt idx="361">
                        <c:v>9.5940605188913093</c:v>
                      </c:pt>
                      <c:pt idx="362">
                        <c:v>9.5995748281165802</c:v>
                      </c:pt>
                      <c:pt idx="363">
                        <c:v>9.5152550077500297</c:v>
                      </c:pt>
                      <c:pt idx="364">
                        <c:v>9.6145646199889399</c:v>
                      </c:pt>
                      <c:pt idx="365">
                        <c:v>9.5807843919986997</c:v>
                      </c:pt>
                      <c:pt idx="366">
                        <c:v>9.5392774582529896</c:v>
                      </c:pt>
                      <c:pt idx="367">
                        <c:v>9.5630172621237204</c:v>
                      </c:pt>
                      <c:pt idx="368">
                        <c:v>9.5290047549667491</c:v>
                      </c:pt>
                      <c:pt idx="369">
                        <c:v>9.5020591803833803</c:v>
                      </c:pt>
                      <c:pt idx="370">
                        <c:v>9.4213612762797698</c:v>
                      </c:pt>
                      <c:pt idx="371">
                        <c:v>9.3914837908214892</c:v>
                      </c:pt>
                      <c:pt idx="372">
                        <c:v>9.3435705105134197</c:v>
                      </c:pt>
                      <c:pt idx="373">
                        <c:v>9.35768695000103</c:v>
                      </c:pt>
                      <c:pt idx="374">
                        <c:v>9.2447828075896297</c:v>
                      </c:pt>
                      <c:pt idx="375">
                        <c:v>9.1725951543640605</c:v>
                      </c:pt>
                      <c:pt idx="376">
                        <c:v>9.0587094368655201</c:v>
                      </c:pt>
                      <c:pt idx="377">
                        <c:v>8.9506752598899908</c:v>
                      </c:pt>
                      <c:pt idx="378">
                        <c:v>8.9532925377362798</c:v>
                      </c:pt>
                      <c:pt idx="379">
                        <c:v>9.0111152061674602</c:v>
                      </c:pt>
                      <c:pt idx="380">
                        <c:v>9.0253027008630706</c:v>
                      </c:pt>
                      <c:pt idx="381">
                        <c:v>8.8719430752364108</c:v>
                      </c:pt>
                      <c:pt idx="382">
                        <c:v>8.7674038891624804</c:v>
                      </c:pt>
                      <c:pt idx="383">
                        <c:v>8.8288846656085607</c:v>
                      </c:pt>
                      <c:pt idx="384">
                        <c:v>8.9195758104352691</c:v>
                      </c:pt>
                      <c:pt idx="385">
                        <c:v>8.5138773320126706</c:v>
                      </c:pt>
                      <c:pt idx="386">
                        <c:v>8.5566896973372994</c:v>
                      </c:pt>
                      <c:pt idx="387">
                        <c:v>8.3892276724579204</c:v>
                      </c:pt>
                      <c:pt idx="388">
                        <c:v>8.3344627051153601</c:v>
                      </c:pt>
                      <c:pt idx="389">
                        <c:v>8.2302925371455604</c:v>
                      </c:pt>
                      <c:pt idx="390">
                        <c:v>8.0983163082178606</c:v>
                      </c:pt>
                      <c:pt idx="391">
                        <c:v>8.0291768728327195</c:v>
                      </c:pt>
                      <c:pt idx="392">
                        <c:v>7.9875026851820703</c:v>
                      </c:pt>
                      <c:pt idx="393">
                        <c:v>7.8045874717411596</c:v>
                      </c:pt>
                      <c:pt idx="394">
                        <c:v>7.63769107342765</c:v>
                      </c:pt>
                      <c:pt idx="395">
                        <c:v>7.6340443684154202</c:v>
                      </c:pt>
                      <c:pt idx="396">
                        <c:v>7.53259997014327</c:v>
                      </c:pt>
                      <c:pt idx="397">
                        <c:v>7.7034038198468604</c:v>
                      </c:pt>
                      <c:pt idx="398">
                        <c:v>8.0159326444182604</c:v>
                      </c:pt>
                      <c:pt idx="399">
                        <c:v>8.2612862297236695</c:v>
                      </c:pt>
                      <c:pt idx="400">
                        <c:v>8.3585824664310895</c:v>
                      </c:pt>
                      <c:pt idx="401">
                        <c:v>8.6567990208627901</c:v>
                      </c:pt>
                      <c:pt idx="402">
                        <c:v>8.7116775141809093</c:v>
                      </c:pt>
                      <c:pt idx="403">
                        <c:v>8.6825873087967906</c:v>
                      </c:pt>
                      <c:pt idx="404">
                        <c:v>8.6065515459918398</c:v>
                      </c:pt>
                      <c:pt idx="405">
                        <c:v>8.6065515459918398</c:v>
                      </c:pt>
                      <c:pt idx="406">
                        <c:v>8.4793627902115105</c:v>
                      </c:pt>
                      <c:pt idx="407">
                        <c:v>8.2169423347374106</c:v>
                      </c:pt>
                      <c:pt idx="408">
                        <c:v>8.0508524270969399</c:v>
                      </c:pt>
                      <c:pt idx="409">
                        <c:v>8.3183870241193798</c:v>
                      </c:pt>
                      <c:pt idx="410">
                        <c:v>8.2152660290897597</c:v>
                      </c:pt>
                      <c:pt idx="411">
                        <c:v>8.2629790251241406</c:v>
                      </c:pt>
                      <c:pt idx="412">
                        <c:v>8.3988064529674595</c:v>
                      </c:pt>
                      <c:pt idx="413">
                        <c:v>8.5239219649035505</c:v>
                      </c:pt>
                      <c:pt idx="414">
                        <c:v>8.6446164592306598</c:v>
                      </c:pt>
                      <c:pt idx="415">
                        <c:v>8.6669801029740796</c:v>
                      </c:pt>
                      <c:pt idx="416">
                        <c:v>8.6309120453955703</c:v>
                      </c:pt>
                      <c:pt idx="417">
                        <c:v>8.66463566038483</c:v>
                      </c:pt>
                      <c:pt idx="418">
                        <c:v>8.6487799939909298</c:v>
                      </c:pt>
                      <c:pt idx="419">
                        <c:v>8.7008435785801694</c:v>
                      </c:pt>
                      <c:pt idx="420">
                        <c:v>8.7008435785801694</c:v>
                      </c:pt>
                      <c:pt idx="421">
                        <c:v>8.7717257199751497</c:v>
                      </c:pt>
                      <c:pt idx="422">
                        <c:v>8.6847532411469395</c:v>
                      </c:pt>
                      <c:pt idx="423">
                        <c:v>8.6741309331645695</c:v>
                      </c:pt>
                      <c:pt idx="424">
                        <c:v>8.6705092345536592</c:v>
                      </c:pt>
                      <c:pt idx="425">
                        <c:v>8.6705092345536592</c:v>
                      </c:pt>
                      <c:pt idx="426">
                        <c:v>8.7054142164956296</c:v>
                      </c:pt>
                      <c:pt idx="427">
                        <c:v>8.6298449487686</c:v>
                      </c:pt>
                      <c:pt idx="428">
                        <c:v>8.5939691285086202</c:v>
                      </c:pt>
                      <c:pt idx="429">
                        <c:v>8.5678722304002992</c:v>
                      </c:pt>
                      <c:pt idx="430">
                        <c:v>8.4895883589825996</c:v>
                      </c:pt>
                      <c:pt idx="431">
                        <c:v>8.4201706044307691</c:v>
                      </c:pt>
                      <c:pt idx="432">
                        <c:v>8.24850812736363</c:v>
                      </c:pt>
                      <c:pt idx="433">
                        <c:v>8.1583120200549306</c:v>
                      </c:pt>
                      <c:pt idx="434">
                        <c:v>8.2007423600170597</c:v>
                      </c:pt>
                      <c:pt idx="435">
                        <c:v>8.0947844201897308</c:v>
                      </c:pt>
                      <c:pt idx="436">
                        <c:v>8.3086139914090005</c:v>
                      </c:pt>
                      <c:pt idx="437">
                        <c:v>8.3951102089819702</c:v>
                      </c:pt>
                      <c:pt idx="438">
                        <c:v>8.26692524617118</c:v>
                      </c:pt>
                      <c:pt idx="439">
                        <c:v>8.3342467041916706</c:v>
                      </c:pt>
                      <c:pt idx="440">
                        <c:v>8.4449047352242008</c:v>
                      </c:pt>
                      <c:pt idx="441">
                        <c:v>8.3565530864884394</c:v>
                      </c:pt>
                      <c:pt idx="442">
                        <c:v>8.2764639534904596</c:v>
                      </c:pt>
                      <c:pt idx="443">
                        <c:v>8.2764639534904596</c:v>
                      </c:pt>
                      <c:pt idx="444">
                        <c:v>8.3283581263604596</c:v>
                      </c:pt>
                      <c:pt idx="445">
                        <c:v>8.2600058280492998</c:v>
                      </c:pt>
                      <c:pt idx="446">
                        <c:v>8.2269680936718608</c:v>
                      </c:pt>
                      <c:pt idx="447">
                        <c:v>8.1782638115407096</c:v>
                      </c:pt>
                      <c:pt idx="448">
                        <c:v>8.1700197976863809</c:v>
                      </c:pt>
                      <c:pt idx="449">
                        <c:v>8.1680267014948793</c:v>
                      </c:pt>
                      <c:pt idx="450">
                        <c:v>8.2809512367952305</c:v>
                      </c:pt>
                      <c:pt idx="451">
                        <c:v>8.2821995272227493</c:v>
                      </c:pt>
                      <c:pt idx="452">
                        <c:v>8.2293392944167802</c:v>
                      </c:pt>
                      <c:pt idx="453">
                        <c:v>8.1936638221032698</c:v>
                      </c:pt>
                      <c:pt idx="454">
                        <c:v>8.1679968459023407</c:v>
                      </c:pt>
                      <c:pt idx="455">
                        <c:v>8.12953734248023</c:v>
                      </c:pt>
                      <c:pt idx="456">
                        <c:v>8.1143164878939409</c:v>
                      </c:pt>
                      <c:pt idx="457">
                        <c:v>8.1443232981338305</c:v>
                      </c:pt>
                      <c:pt idx="458">
                        <c:v>8.0080883294585501</c:v>
                      </c:pt>
                      <c:pt idx="459">
                        <c:v>8.0080883294585501</c:v>
                      </c:pt>
                      <c:pt idx="460">
                        <c:v>8.0350059558829194</c:v>
                      </c:pt>
                      <c:pt idx="461">
                        <c:v>8.0286392490347307</c:v>
                      </c:pt>
                      <c:pt idx="462">
                        <c:v>8.0386805306360198</c:v>
                      </c:pt>
                      <c:pt idx="463">
                        <c:v>7.9987809174413202</c:v>
                      </c:pt>
                      <c:pt idx="464">
                        <c:v>7.9517176999018702</c:v>
                      </c:pt>
                      <c:pt idx="465">
                        <c:v>7.9517176999018702</c:v>
                      </c:pt>
                      <c:pt idx="466">
                        <c:v>7.9025846483058997</c:v>
                      </c:pt>
                      <c:pt idx="467">
                        <c:v>7.8319012384320796</c:v>
                      </c:pt>
                      <c:pt idx="468">
                        <c:v>7.7615682396344399</c:v>
                      </c:pt>
                      <c:pt idx="469">
                        <c:v>7.6733800935487499</c:v>
                      </c:pt>
                      <c:pt idx="470">
                        <c:v>7.6595308572935403</c:v>
                      </c:pt>
                      <c:pt idx="471">
                        <c:v>7.6543460129173697</c:v>
                      </c:pt>
                      <c:pt idx="472">
                        <c:v>7.6382099519450399</c:v>
                      </c:pt>
                      <c:pt idx="473">
                        <c:v>7.6586156942999297</c:v>
                      </c:pt>
                      <c:pt idx="474">
                        <c:v>7.5610236557941803</c:v>
                      </c:pt>
                      <c:pt idx="475">
                        <c:v>7.5390364300163499</c:v>
                      </c:pt>
                      <c:pt idx="476">
                        <c:v>7.4813585653957997</c:v>
                      </c:pt>
                      <c:pt idx="477">
                        <c:v>7.5068506242670603</c:v>
                      </c:pt>
                      <c:pt idx="478">
                        <c:v>7.5728854986461398</c:v>
                      </c:pt>
                      <c:pt idx="479">
                        <c:v>7.4439802494836398</c:v>
                      </c:pt>
                      <c:pt idx="480">
                        <c:v>7.4910067085938801</c:v>
                      </c:pt>
                      <c:pt idx="481">
                        <c:v>7.4989369005297801</c:v>
                      </c:pt>
                      <c:pt idx="482">
                        <c:v>7.50454226754362</c:v>
                      </c:pt>
                      <c:pt idx="483">
                        <c:v>7.4008273678089003</c:v>
                      </c:pt>
                      <c:pt idx="484">
                        <c:v>7.4008273678089003</c:v>
                      </c:pt>
                      <c:pt idx="485">
                        <c:v>7.3787535934048796</c:v>
                      </c:pt>
                      <c:pt idx="486">
                        <c:v>7.3137932655916797</c:v>
                      </c:pt>
                      <c:pt idx="487">
                        <c:v>7.3196926648706997</c:v>
                      </c:pt>
                      <c:pt idx="488">
                        <c:v>7.2382263464310697</c:v>
                      </c:pt>
                      <c:pt idx="489">
                        <c:v>7.2137496851799199</c:v>
                      </c:pt>
                      <c:pt idx="490">
                        <c:v>7.1451973782255704</c:v>
                      </c:pt>
                      <c:pt idx="491">
                        <c:v>7.1085632266171404</c:v>
                      </c:pt>
                      <c:pt idx="492">
                        <c:v>7.1171891918619599</c:v>
                      </c:pt>
                      <c:pt idx="493">
                        <c:v>7.0898595797370501</c:v>
                      </c:pt>
                      <c:pt idx="494">
                        <c:v>6.9996657310913202</c:v>
                      </c:pt>
                      <c:pt idx="495">
                        <c:v>6.9714824713380796</c:v>
                      </c:pt>
                      <c:pt idx="496">
                        <c:v>6.9517024647062797</c:v>
                      </c:pt>
                      <c:pt idx="497">
                        <c:v>6.9286682055755104</c:v>
                      </c:pt>
                      <c:pt idx="498">
                        <c:v>6.80229036139212</c:v>
                      </c:pt>
                      <c:pt idx="499">
                        <c:v>6.7804595017212099</c:v>
                      </c:pt>
                      <c:pt idx="500">
                        <c:v>6.8034406131270204</c:v>
                      </c:pt>
                      <c:pt idx="501">
                        <c:v>6.7978418939352103</c:v>
                      </c:pt>
                      <c:pt idx="502">
                        <c:v>6.82350610623946</c:v>
                      </c:pt>
                      <c:pt idx="503">
                        <c:v>6.8882317980869701</c:v>
                      </c:pt>
                      <c:pt idx="504">
                        <c:v>7.0246440027560197</c:v>
                      </c:pt>
                      <c:pt idx="505">
                        <c:v>7.1354998539094199</c:v>
                      </c:pt>
                      <c:pt idx="506">
                        <c:v>7.2308811697249604</c:v>
                      </c:pt>
                      <c:pt idx="507">
                        <c:v>7.1760895799856499</c:v>
                      </c:pt>
                      <c:pt idx="508">
                        <c:v>7.1572057164159899</c:v>
                      </c:pt>
                      <c:pt idx="509">
                        <c:v>7.2893890270304196</c:v>
                      </c:pt>
                      <c:pt idx="510">
                        <c:v>7.36626374190491</c:v>
                      </c:pt>
                      <c:pt idx="511">
                        <c:v>7.2390352951407904</c:v>
                      </c:pt>
                      <c:pt idx="512">
                        <c:v>7.1611003978445504</c:v>
                      </c:pt>
                      <c:pt idx="513">
                        <c:v>7.06123715426284</c:v>
                      </c:pt>
                      <c:pt idx="514">
                        <c:v>7.0694757593217803</c:v>
                      </c:pt>
                      <c:pt idx="515">
                        <c:v>7.0694757593217803</c:v>
                      </c:pt>
                      <c:pt idx="516">
                        <c:v>7.1340477458702596</c:v>
                      </c:pt>
                      <c:pt idx="517">
                        <c:v>7.2405084348931998</c:v>
                      </c:pt>
                      <c:pt idx="518">
                        <c:v>7.25842496790463</c:v>
                      </c:pt>
                      <c:pt idx="519">
                        <c:v>7.27280709967531</c:v>
                      </c:pt>
                      <c:pt idx="520">
                        <c:v>7.2948928183484201</c:v>
                      </c:pt>
                      <c:pt idx="521">
                        <c:v>7.2946845985119904</c:v>
                      </c:pt>
                      <c:pt idx="522">
                        <c:v>7.33267423593598</c:v>
                      </c:pt>
                      <c:pt idx="523">
                        <c:v>7.35863488578629</c:v>
                      </c:pt>
                      <c:pt idx="524">
                        <c:v>7.3262477129735597</c:v>
                      </c:pt>
                      <c:pt idx="525">
                        <c:v>7.3590978669909903</c:v>
                      </c:pt>
                      <c:pt idx="526">
                        <c:v>7.3796956860415497</c:v>
                      </c:pt>
                      <c:pt idx="527">
                        <c:v>7.4403267382270597</c:v>
                      </c:pt>
                      <c:pt idx="528">
                        <c:v>7.5013762692642896</c:v>
                      </c:pt>
                      <c:pt idx="529">
                        <c:v>7.7588185113922004</c:v>
                      </c:pt>
                      <c:pt idx="530">
                        <c:v>7.9470116170716096</c:v>
                      </c:pt>
                      <c:pt idx="531">
                        <c:v>7.9366168476219103</c:v>
                      </c:pt>
                      <c:pt idx="532">
                        <c:v>7.9848825755695403</c:v>
                      </c:pt>
                      <c:pt idx="533">
                        <c:v>7.9848825755695403</c:v>
                      </c:pt>
                      <c:pt idx="534">
                        <c:v>7.9848825755695403</c:v>
                      </c:pt>
                      <c:pt idx="535">
                        <c:v>8.3830372986462205</c:v>
                      </c:pt>
                      <c:pt idx="536">
                        <c:v>8.3578298368585404</c:v>
                      </c:pt>
                      <c:pt idx="537">
                        <c:v>8.2372469842221996</c:v>
                      </c:pt>
                      <c:pt idx="538">
                        <c:v>8.2372469842221996</c:v>
                      </c:pt>
                      <c:pt idx="539">
                        <c:v>8.1122180142619094</c:v>
                      </c:pt>
                      <c:pt idx="540">
                        <c:v>8.0263979830071008</c:v>
                      </c:pt>
                      <c:pt idx="541">
                        <c:v>8.3385764670274707</c:v>
                      </c:pt>
                      <c:pt idx="542">
                        <c:v>8.52376846832734</c:v>
                      </c:pt>
                      <c:pt idx="543">
                        <c:v>8.4715814182447104</c:v>
                      </c:pt>
                      <c:pt idx="544">
                        <c:v>8.5288517787732108</c:v>
                      </c:pt>
                      <c:pt idx="545">
                        <c:v>8.5288517787732108</c:v>
                      </c:pt>
                      <c:pt idx="546">
                        <c:v>8.8785711152998701</c:v>
                      </c:pt>
                      <c:pt idx="547">
                        <c:v>8.9270434126577296</c:v>
                      </c:pt>
                      <c:pt idx="548">
                        <c:v>9.0081664624822899</c:v>
                      </c:pt>
                      <c:pt idx="549">
                        <c:v>8.9109040549770402</c:v>
                      </c:pt>
                      <c:pt idx="550">
                        <c:v>8.6870629358318006</c:v>
                      </c:pt>
                      <c:pt idx="551">
                        <c:v>8.8301525489096093</c:v>
                      </c:pt>
                      <c:pt idx="552">
                        <c:v>8.6145649519433896</c:v>
                      </c:pt>
                      <c:pt idx="553">
                        <c:v>8.8052948414642103</c:v>
                      </c:pt>
                      <c:pt idx="554">
                        <c:v>8.9309852841818707</c:v>
                      </c:pt>
                      <c:pt idx="555">
                        <c:v>9.1167578632932305</c:v>
                      </c:pt>
                      <c:pt idx="556">
                        <c:v>9.0002157460651908</c:v>
                      </c:pt>
                      <c:pt idx="557">
                        <c:v>9.2204188163737992</c:v>
                      </c:pt>
                      <c:pt idx="558">
                        <c:v>9.3445403685702804</c:v>
                      </c:pt>
                      <c:pt idx="559">
                        <c:v>9.31806539064711</c:v>
                      </c:pt>
                      <c:pt idx="560">
                        <c:v>9.5578756836027203</c:v>
                      </c:pt>
                      <c:pt idx="561">
                        <c:v>9.5116546989103199</c:v>
                      </c:pt>
                      <c:pt idx="562">
                        <c:v>9.87111936266529</c:v>
                      </c:pt>
                      <c:pt idx="563">
                        <c:v>9.82185105318149</c:v>
                      </c:pt>
                      <c:pt idx="564">
                        <c:v>9.4037059780145498</c:v>
                      </c:pt>
                      <c:pt idx="565">
                        <c:v>9.4037059780145498</c:v>
                      </c:pt>
                      <c:pt idx="566">
                        <c:v>9.5675178163528507</c:v>
                      </c:pt>
                      <c:pt idx="567">
                        <c:v>9.8073350942855999</c:v>
                      </c:pt>
                      <c:pt idx="568">
                        <c:v>9.7201698449318403</c:v>
                      </c:pt>
                      <c:pt idx="569">
                        <c:v>9.6029226108536694</c:v>
                      </c:pt>
                      <c:pt idx="570">
                        <c:v>9.5616276992131901</c:v>
                      </c:pt>
                      <c:pt idx="571">
                        <c:v>9.7889632934729303</c:v>
                      </c:pt>
                      <c:pt idx="572">
                        <c:v>9.7889632934729303</c:v>
                      </c:pt>
                      <c:pt idx="573">
                        <c:v>9.7889632934729303</c:v>
                      </c:pt>
                      <c:pt idx="574">
                        <c:v>9.9624925312753803</c:v>
                      </c:pt>
                      <c:pt idx="575">
                        <c:v>10.0246374079841</c:v>
                      </c:pt>
                      <c:pt idx="576">
                        <c:v>10.265611265303299</c:v>
                      </c:pt>
                      <c:pt idx="577">
                        <c:v>10.2653985706034</c:v>
                      </c:pt>
                      <c:pt idx="578">
                        <c:v>10.295007155680899</c:v>
                      </c:pt>
                      <c:pt idx="579">
                        <c:v>10.3639372283203</c:v>
                      </c:pt>
                      <c:pt idx="580">
                        <c:v>10.3639372283203</c:v>
                      </c:pt>
                      <c:pt idx="581">
                        <c:v>10.3490925717322</c:v>
                      </c:pt>
                      <c:pt idx="582">
                        <c:v>10.4039306758596</c:v>
                      </c:pt>
                      <c:pt idx="583">
                        <c:v>10.6245499261547</c:v>
                      </c:pt>
                      <c:pt idx="584">
                        <c:v>10.8388877696325</c:v>
                      </c:pt>
                      <c:pt idx="585">
                        <c:v>10.8388877696325</c:v>
                      </c:pt>
                      <c:pt idx="586">
                        <c:v>11.388715759622199</c:v>
                      </c:pt>
                      <c:pt idx="587">
                        <c:v>12.097735029702701</c:v>
                      </c:pt>
                      <c:pt idx="588">
                        <c:v>11.853310882225101</c:v>
                      </c:pt>
                      <c:pt idx="589">
                        <c:v>10.927295469846699</c:v>
                      </c:pt>
                      <c:pt idx="590">
                        <c:v>10.927295469846699</c:v>
                      </c:pt>
                      <c:pt idx="591">
                        <c:v>10.728183168370601</c:v>
                      </c:pt>
                      <c:pt idx="592">
                        <c:v>11.1084310119438</c:v>
                      </c:pt>
                      <c:pt idx="593">
                        <c:v>10.783446471383501</c:v>
                      </c:pt>
                      <c:pt idx="594">
                        <c:v>10.6094368741326</c:v>
                      </c:pt>
                      <c:pt idx="595">
                        <c:v>10.147926691088999</c:v>
                      </c:pt>
                      <c:pt idx="596">
                        <c:v>10.156881050997701</c:v>
                      </c:pt>
                      <c:pt idx="597">
                        <c:v>10.4479663611757</c:v>
                      </c:pt>
                      <c:pt idx="598">
                        <c:v>10.814229512647399</c:v>
                      </c:pt>
                      <c:pt idx="599">
                        <c:v>10.9368321381908</c:v>
                      </c:pt>
                      <c:pt idx="600">
                        <c:v>10.9515333671528</c:v>
                      </c:pt>
                      <c:pt idx="601">
                        <c:v>10.836064381135801</c:v>
                      </c:pt>
                      <c:pt idx="602">
                        <c:v>10.706127473754901</c:v>
                      </c:pt>
                      <c:pt idx="603">
                        <c:v>10.706127473754901</c:v>
                      </c:pt>
                      <c:pt idx="604">
                        <c:v>10.2844622004983</c:v>
                      </c:pt>
                      <c:pt idx="605">
                        <c:v>10.0008263498831</c:v>
                      </c:pt>
                      <c:pt idx="606">
                        <c:v>10.079672082016501</c:v>
                      </c:pt>
                      <c:pt idx="607">
                        <c:v>10.0810734765815</c:v>
                      </c:pt>
                      <c:pt idx="608">
                        <c:v>9.9475840660500197</c:v>
                      </c:pt>
                      <c:pt idx="609">
                        <c:v>9.9475840660500197</c:v>
                      </c:pt>
                      <c:pt idx="610">
                        <c:v>9.7119097145287405</c:v>
                      </c:pt>
                      <c:pt idx="611">
                        <c:v>9.6911453435065802</c:v>
                      </c:pt>
                      <c:pt idx="612">
                        <c:v>9.84203200064246</c:v>
                      </c:pt>
                      <c:pt idx="613">
                        <c:v>9.8042179533132394</c:v>
                      </c:pt>
                      <c:pt idx="614">
                        <c:v>9.5870950764531404</c:v>
                      </c:pt>
                      <c:pt idx="615">
                        <c:v>9.5870950764531404</c:v>
                      </c:pt>
                      <c:pt idx="616">
                        <c:v>9.5718705626139595</c:v>
                      </c:pt>
                      <c:pt idx="617">
                        <c:v>9.4448419871536498</c:v>
                      </c:pt>
                      <c:pt idx="618">
                        <c:v>9.4134305132141005</c:v>
                      </c:pt>
                      <c:pt idx="619">
                        <c:v>9.5322979872630498</c:v>
                      </c:pt>
                      <c:pt idx="620">
                        <c:v>9.6721878816047795</c:v>
                      </c:pt>
                      <c:pt idx="621">
                        <c:v>9.5452071554057198</c:v>
                      </c:pt>
                      <c:pt idx="622">
                        <c:v>9.3988953015163403</c:v>
                      </c:pt>
                      <c:pt idx="623">
                        <c:v>9.3755643150491306</c:v>
                      </c:pt>
                      <c:pt idx="624">
                        <c:v>9.3759426886153694</c:v>
                      </c:pt>
                      <c:pt idx="625">
                        <c:v>9.3759426886153694</c:v>
                      </c:pt>
                      <c:pt idx="626">
                        <c:v>9.3169254716951695</c:v>
                      </c:pt>
                      <c:pt idx="627">
                        <c:v>9.4994420123440495</c:v>
                      </c:pt>
                      <c:pt idx="628">
                        <c:v>9.6024223403271591</c:v>
                      </c:pt>
                      <c:pt idx="629">
                        <c:v>9.68244131690229</c:v>
                      </c:pt>
                      <c:pt idx="630">
                        <c:v>9.5835241197361505</c:v>
                      </c:pt>
                      <c:pt idx="631">
                        <c:v>9.4720508123273799</c:v>
                      </c:pt>
                      <c:pt idx="632">
                        <c:v>9.4882768191025093</c:v>
                      </c:pt>
                      <c:pt idx="633">
                        <c:v>9.4275177435267299</c:v>
                      </c:pt>
                      <c:pt idx="634">
                        <c:v>9.4646944837276408</c:v>
                      </c:pt>
                      <c:pt idx="635">
                        <c:v>9.4540734555167294</c:v>
                      </c:pt>
                      <c:pt idx="636">
                        <c:v>9.4830347588371406</c:v>
                      </c:pt>
                      <c:pt idx="637">
                        <c:v>9.6130498780983107</c:v>
                      </c:pt>
                      <c:pt idx="638">
                        <c:v>9.5528830609960593</c:v>
                      </c:pt>
                      <c:pt idx="639">
                        <c:v>9.4290954573797094</c:v>
                      </c:pt>
                      <c:pt idx="640">
                        <c:v>10.1256418419082</c:v>
                      </c:pt>
                      <c:pt idx="641">
                        <c:v>9.5186140419883305</c:v>
                      </c:pt>
                      <c:pt idx="642">
                        <c:v>9.5413572157946493</c:v>
                      </c:pt>
                      <c:pt idx="643">
                        <c:v>9.4714618003994193</c:v>
                      </c:pt>
                      <c:pt idx="644">
                        <c:v>9.4961007104275001</c:v>
                      </c:pt>
                      <c:pt idx="645">
                        <c:v>9.5443732229155795</c:v>
                      </c:pt>
                      <c:pt idx="646">
                        <c:v>9.5081591390203606</c:v>
                      </c:pt>
                      <c:pt idx="647">
                        <c:v>9.5010596076478997</c:v>
                      </c:pt>
                      <c:pt idx="648">
                        <c:v>9.6126614832698802</c:v>
                      </c:pt>
                      <c:pt idx="649">
                        <c:v>9.7790029536012408</c:v>
                      </c:pt>
                      <c:pt idx="650">
                        <c:v>9.8204762787986102</c:v>
                      </c:pt>
                      <c:pt idx="651">
                        <c:v>9.7923484823243303</c:v>
                      </c:pt>
                      <c:pt idx="652">
                        <c:v>9.7547657181080503</c:v>
                      </c:pt>
                      <c:pt idx="653">
                        <c:v>9.6689852778013705</c:v>
                      </c:pt>
                      <c:pt idx="654">
                        <c:v>9.5393848828826808</c:v>
                      </c:pt>
                      <c:pt idx="655">
                        <c:v>9.6147926148133607</c:v>
                      </c:pt>
                      <c:pt idx="656">
                        <c:v>9.61313232121047</c:v>
                      </c:pt>
                      <c:pt idx="657">
                        <c:v>9.6559259880157899</c:v>
                      </c:pt>
                      <c:pt idx="658">
                        <c:v>9.5898127483017799</c:v>
                      </c:pt>
                      <c:pt idx="659">
                        <c:v>9.5498228226772692</c:v>
                      </c:pt>
                      <c:pt idx="660">
                        <c:v>9.5039363028810193</c:v>
                      </c:pt>
                      <c:pt idx="661">
                        <c:v>9.4902268947176207</c:v>
                      </c:pt>
                      <c:pt idx="662">
                        <c:v>9.5055384250610704</c:v>
                      </c:pt>
                      <c:pt idx="663">
                        <c:v>9.5117068746752693</c:v>
                      </c:pt>
                      <c:pt idx="664">
                        <c:v>9.4752662828625294</c:v>
                      </c:pt>
                      <c:pt idx="665">
                        <c:v>9.4752662828625294</c:v>
                      </c:pt>
                      <c:pt idx="666">
                        <c:v>9.5398669415214101</c:v>
                      </c:pt>
                      <c:pt idx="667">
                        <c:v>9.4764284270333992</c:v>
                      </c:pt>
                      <c:pt idx="668">
                        <c:v>9.4511289075768392</c:v>
                      </c:pt>
                      <c:pt idx="669">
                        <c:v>9.4736474809435691</c:v>
                      </c:pt>
                      <c:pt idx="670">
                        <c:v>9.4618159591512505</c:v>
                      </c:pt>
                      <c:pt idx="671">
                        <c:v>9.6098551528597795</c:v>
                      </c:pt>
                      <c:pt idx="672">
                        <c:v>9.4653244126993599</c:v>
                      </c:pt>
                      <c:pt idx="673">
                        <c:v>9.6981354591466005</c:v>
                      </c:pt>
                      <c:pt idx="674">
                        <c:v>9.3044539297539401</c:v>
                      </c:pt>
                      <c:pt idx="675">
                        <c:v>9.2938773485428499</c:v>
                      </c:pt>
                      <c:pt idx="676">
                        <c:v>9.22235176864009</c:v>
                      </c:pt>
                      <c:pt idx="677">
                        <c:v>9.1695226111469896</c:v>
                      </c:pt>
                      <c:pt idx="678">
                        <c:v>9.1761064438023894</c:v>
                      </c:pt>
                      <c:pt idx="679">
                        <c:v>9.1734085478351304</c:v>
                      </c:pt>
                      <c:pt idx="680">
                        <c:v>9.1734085478351304</c:v>
                      </c:pt>
                      <c:pt idx="681">
                        <c:v>9.0933254967508095</c:v>
                      </c:pt>
                      <c:pt idx="682">
                        <c:v>9.0198288626670209</c:v>
                      </c:pt>
                      <c:pt idx="683">
                        <c:v>8.9852343266904899</c:v>
                      </c:pt>
                      <c:pt idx="684">
                        <c:v>9.0428273606021907</c:v>
                      </c:pt>
                      <c:pt idx="685">
                        <c:v>9.0428273606021907</c:v>
                      </c:pt>
                      <c:pt idx="686">
                        <c:v>8.9898478874119103</c:v>
                      </c:pt>
                      <c:pt idx="687">
                        <c:v>8.9464439951179706</c:v>
                      </c:pt>
                      <c:pt idx="688">
                        <c:v>9.0188048045200695</c:v>
                      </c:pt>
                      <c:pt idx="689">
                        <c:v>9.0337015558291807</c:v>
                      </c:pt>
                      <c:pt idx="690">
                        <c:v>9.0461832088865108</c:v>
                      </c:pt>
                      <c:pt idx="691">
                        <c:v>9.0361066174155908</c:v>
                      </c:pt>
                      <c:pt idx="692">
                        <c:v>9.0815838848890706</c:v>
                      </c:pt>
                      <c:pt idx="693">
                        <c:v>9.1255064690978998</c:v>
                      </c:pt>
                      <c:pt idx="694">
                        <c:v>9.1795039805444496</c:v>
                      </c:pt>
                      <c:pt idx="695">
                        <c:v>9.3992665488686296</c:v>
                      </c:pt>
                      <c:pt idx="696">
                        <c:v>9.4047754857184795</c:v>
                      </c:pt>
                      <c:pt idx="697">
                        <c:v>9.3523428990584208</c:v>
                      </c:pt>
                      <c:pt idx="698">
                        <c:v>9.3124529711879092</c:v>
                      </c:pt>
                      <c:pt idx="699">
                        <c:v>9.2855718068502693</c:v>
                      </c:pt>
                      <c:pt idx="700">
                        <c:v>9.2430955086710096</c:v>
                      </c:pt>
                      <c:pt idx="701">
                        <c:v>9.1397838955447792</c:v>
                      </c:pt>
                      <c:pt idx="702">
                        <c:v>9.1462136089695907</c:v>
                      </c:pt>
                      <c:pt idx="703">
                        <c:v>9.1789620323870107</c:v>
                      </c:pt>
                      <c:pt idx="704">
                        <c:v>9.1789620323870107</c:v>
                      </c:pt>
                      <c:pt idx="705">
                        <c:v>9.1400827227668202</c:v>
                      </c:pt>
                      <c:pt idx="706">
                        <c:v>9.1157468246824092</c:v>
                      </c:pt>
                      <c:pt idx="707">
                        <c:v>9.1030650353268694</c:v>
                      </c:pt>
                      <c:pt idx="708">
                        <c:v>9.1265476860265498</c:v>
                      </c:pt>
                      <c:pt idx="709">
                        <c:v>9.0386725287214098</c:v>
                      </c:pt>
                      <c:pt idx="710">
                        <c:v>8.97022449608499</c:v>
                      </c:pt>
                      <c:pt idx="711">
                        <c:v>8.9802457911263005</c:v>
                      </c:pt>
                      <c:pt idx="712">
                        <c:v>8.94854075419744</c:v>
                      </c:pt>
                      <c:pt idx="713">
                        <c:v>8.6976337099031493</c:v>
                      </c:pt>
                      <c:pt idx="714">
                        <c:v>8.9822320584979494</c:v>
                      </c:pt>
                      <c:pt idx="715">
                        <c:v>8.9468151366102493</c:v>
                      </c:pt>
                      <c:pt idx="716">
                        <c:v>8.7456824093240595</c:v>
                      </c:pt>
                      <c:pt idx="717">
                        <c:v>8.9819526558128704</c:v>
                      </c:pt>
                      <c:pt idx="718">
                        <c:v>8.9819526558128704</c:v>
                      </c:pt>
                      <c:pt idx="719">
                        <c:v>8.9819526558128704</c:v>
                      </c:pt>
                      <c:pt idx="720">
                        <c:v>8.9475691536505995</c:v>
                      </c:pt>
                      <c:pt idx="721">
                        <c:v>8.8868060358449199</c:v>
                      </c:pt>
                      <c:pt idx="722">
                        <c:v>8.9337802424531905</c:v>
                      </c:pt>
                      <c:pt idx="723">
                        <c:v>9.05279380374939</c:v>
                      </c:pt>
                      <c:pt idx="724">
                        <c:v>9.05279380374939</c:v>
                      </c:pt>
                      <c:pt idx="725">
                        <c:v>9.2306335097428303</c:v>
                      </c:pt>
                      <c:pt idx="726">
                        <c:v>9.5567814871276795</c:v>
                      </c:pt>
                      <c:pt idx="727">
                        <c:v>9.30961333932024</c:v>
                      </c:pt>
                      <c:pt idx="728">
                        <c:v>9.3032303711706206</c:v>
                      </c:pt>
                      <c:pt idx="729">
                        <c:v>9.1925722423708098</c:v>
                      </c:pt>
                      <c:pt idx="730">
                        <c:v>9.2129684944620305</c:v>
                      </c:pt>
                      <c:pt idx="731">
                        <c:v>9.1623246730180607</c:v>
                      </c:pt>
                      <c:pt idx="732">
                        <c:v>9.1311453709053598</c:v>
                      </c:pt>
                      <c:pt idx="733">
                        <c:v>9.1884511788234295</c:v>
                      </c:pt>
                      <c:pt idx="734">
                        <c:v>9.1942230512139407</c:v>
                      </c:pt>
                      <c:pt idx="735">
                        <c:v>9.3050650507818293</c:v>
                      </c:pt>
                      <c:pt idx="736">
                        <c:v>9.2849054436817493</c:v>
                      </c:pt>
                      <c:pt idx="737">
                        <c:v>9.2845692963125597</c:v>
                      </c:pt>
                      <c:pt idx="738">
                        <c:v>9.4759136226748701</c:v>
                      </c:pt>
                      <c:pt idx="739">
                        <c:v>9.4710006387109509</c:v>
                      </c:pt>
                      <c:pt idx="740">
                        <c:v>9.4709224421653193</c:v>
                      </c:pt>
                      <c:pt idx="741">
                        <c:v>9.4489573002313403</c:v>
                      </c:pt>
                      <c:pt idx="742">
                        <c:v>9.3954558921317997</c:v>
                      </c:pt>
                      <c:pt idx="743">
                        <c:v>9.4010200499979</c:v>
                      </c:pt>
                      <c:pt idx="744">
                        <c:v>9.3825875799215304</c:v>
                      </c:pt>
                      <c:pt idx="745">
                        <c:v>9.4203687135812793</c:v>
                      </c:pt>
                      <c:pt idx="746">
                        <c:v>9.5402350918149708</c:v>
                      </c:pt>
                      <c:pt idx="747">
                        <c:v>9.7735541560134092</c:v>
                      </c:pt>
                      <c:pt idx="748">
                        <c:v>9.6905880009415508</c:v>
                      </c:pt>
                      <c:pt idx="749">
                        <c:v>9.6211936866620604</c:v>
                      </c:pt>
                      <c:pt idx="750">
                        <c:v>9.5705862622214894</c:v>
                      </c:pt>
                      <c:pt idx="751">
                        <c:v>9.4651076464294395</c:v>
                      </c:pt>
                      <c:pt idx="752">
                        <c:v>9.4443802871269291</c:v>
                      </c:pt>
                      <c:pt idx="753">
                        <c:v>9.3474482850321596</c:v>
                      </c:pt>
                      <c:pt idx="754">
                        <c:v>9.5058446757169897</c:v>
                      </c:pt>
                      <c:pt idx="755">
                        <c:v>9.4416748221578093</c:v>
                      </c:pt>
                      <c:pt idx="756">
                        <c:v>9.5640988917102892</c:v>
                      </c:pt>
                      <c:pt idx="757">
                        <c:v>9.4637849064123696</c:v>
                      </c:pt>
                      <c:pt idx="758">
                        <c:v>9.4341279769544695</c:v>
                      </c:pt>
                      <c:pt idx="759">
                        <c:v>9.4588508901763593</c:v>
                      </c:pt>
                      <c:pt idx="760">
                        <c:v>9.6349227404691202</c:v>
                      </c:pt>
                      <c:pt idx="761">
                        <c:v>9.6875851072707704</c:v>
                      </c:pt>
                      <c:pt idx="762">
                        <c:v>9.9913138754796904</c:v>
                      </c:pt>
                      <c:pt idx="763">
                        <c:v>9.9664765713998094</c:v>
                      </c:pt>
                      <c:pt idx="764">
                        <c:v>10.0076842717313</c:v>
                      </c:pt>
                      <c:pt idx="765">
                        <c:v>9.8711457467519903</c:v>
                      </c:pt>
                      <c:pt idx="766">
                        <c:v>9.7729183462024807</c:v>
                      </c:pt>
                      <c:pt idx="767">
                        <c:v>9.8107482785892692</c:v>
                      </c:pt>
                      <c:pt idx="768">
                        <c:v>9.8009341116492994</c:v>
                      </c:pt>
                      <c:pt idx="769">
                        <c:v>9.8412540920786498</c:v>
                      </c:pt>
                      <c:pt idx="770">
                        <c:v>9.8726788094289404</c:v>
                      </c:pt>
                      <c:pt idx="771">
                        <c:v>9.9407738754187207</c:v>
                      </c:pt>
                      <c:pt idx="772">
                        <c:v>9.9146132403106595</c:v>
                      </c:pt>
                      <c:pt idx="773">
                        <c:v>9.9168132561041897</c:v>
                      </c:pt>
                      <c:pt idx="774">
                        <c:v>9.9168132561041897</c:v>
                      </c:pt>
                      <c:pt idx="775">
                        <c:v>9.9400806995984201</c:v>
                      </c:pt>
                      <c:pt idx="776">
                        <c:v>9.9032326908184594</c:v>
                      </c:pt>
                      <c:pt idx="777">
                        <c:v>9.9043395164484895</c:v>
                      </c:pt>
                      <c:pt idx="778">
                        <c:v>9.9282094777684193</c:v>
                      </c:pt>
                      <c:pt idx="779">
                        <c:v>9.9723962809870503</c:v>
                      </c:pt>
                      <c:pt idx="780">
                        <c:v>9.93427221932936</c:v>
                      </c:pt>
                      <c:pt idx="781">
                        <c:v>9.9412246918153109</c:v>
                      </c:pt>
                      <c:pt idx="782">
                        <c:v>9.9332818745271005</c:v>
                      </c:pt>
                      <c:pt idx="783">
                        <c:v>9.9808522771493209</c:v>
                      </c:pt>
                      <c:pt idx="784">
                        <c:v>10.184010370986799</c:v>
                      </c:pt>
                      <c:pt idx="785">
                        <c:v>10.0980281342284</c:v>
                      </c:pt>
                      <c:pt idx="786">
                        <c:v>10.077633891049601</c:v>
                      </c:pt>
                      <c:pt idx="787">
                        <c:v>10.077633891049601</c:v>
                      </c:pt>
                      <c:pt idx="788">
                        <c:v>10.077633891049601</c:v>
                      </c:pt>
                      <c:pt idx="789">
                        <c:v>10.0488083109458</c:v>
                      </c:pt>
                      <c:pt idx="790">
                        <c:v>10.049844738679401</c:v>
                      </c:pt>
                      <c:pt idx="791">
                        <c:v>10.1252427336648</c:v>
                      </c:pt>
                      <c:pt idx="792">
                        <c:v>10.1510444205499</c:v>
                      </c:pt>
                      <c:pt idx="793">
                        <c:v>10.0849676756684</c:v>
                      </c:pt>
                      <c:pt idx="794">
                        <c:v>10.099542358552499</c:v>
                      </c:pt>
                      <c:pt idx="795">
                        <c:v>10.2475855602474</c:v>
                      </c:pt>
                      <c:pt idx="796">
                        <c:v>10.19162250554</c:v>
                      </c:pt>
                      <c:pt idx="797">
                        <c:v>10.214381497257</c:v>
                      </c:pt>
                      <c:pt idx="798">
                        <c:v>10.1637708280385</c:v>
                      </c:pt>
                      <c:pt idx="799">
                        <c:v>10.163788018669999</c:v>
                      </c:pt>
                      <c:pt idx="800">
                        <c:v>10.253778058356099</c:v>
                      </c:pt>
                      <c:pt idx="801">
                        <c:v>10.142006638371701</c:v>
                      </c:pt>
                      <c:pt idx="802">
                        <c:v>10.190291109486701</c:v>
                      </c:pt>
                      <c:pt idx="803">
                        <c:v>10.169169665084899</c:v>
                      </c:pt>
                      <c:pt idx="804">
                        <c:v>10.1682996105309</c:v>
                      </c:pt>
                      <c:pt idx="805">
                        <c:v>10.1682996105309</c:v>
                      </c:pt>
                      <c:pt idx="806">
                        <c:v>10.291041030653499</c:v>
                      </c:pt>
                      <c:pt idx="807">
                        <c:v>10.2943628517602</c:v>
                      </c:pt>
                      <c:pt idx="808">
                        <c:v>10.353096916644599</c:v>
                      </c:pt>
                      <c:pt idx="809">
                        <c:v>10.3563112541561</c:v>
                      </c:pt>
                      <c:pt idx="810">
                        <c:v>10.3083217833116</c:v>
                      </c:pt>
                      <c:pt idx="811">
                        <c:v>10.2258513015868</c:v>
                      </c:pt>
                      <c:pt idx="812">
                        <c:v>9.9776748329588703</c:v>
                      </c:pt>
                      <c:pt idx="813">
                        <c:v>10.1962463546622</c:v>
                      </c:pt>
                      <c:pt idx="814">
                        <c:v>10.218628897232399</c:v>
                      </c:pt>
                      <c:pt idx="815">
                        <c:v>10.249356818688099</c:v>
                      </c:pt>
                      <c:pt idx="816">
                        <c:v>10.229710446845299</c:v>
                      </c:pt>
                      <c:pt idx="817">
                        <c:v>10.2174953464217</c:v>
                      </c:pt>
                      <c:pt idx="818">
                        <c:v>9.9372924559955909</c:v>
                      </c:pt>
                      <c:pt idx="819">
                        <c:v>9.9372924559955909</c:v>
                      </c:pt>
                      <c:pt idx="820">
                        <c:v>10.0953197951248</c:v>
                      </c:pt>
                      <c:pt idx="821">
                        <c:v>10.0952326181859</c:v>
                      </c:pt>
                      <c:pt idx="822">
                        <c:v>10.1368768075194</c:v>
                      </c:pt>
                      <c:pt idx="823">
                        <c:v>10.0737319500273</c:v>
                      </c:pt>
                      <c:pt idx="824">
                        <c:v>10.012910496264601</c:v>
                      </c:pt>
                      <c:pt idx="825">
                        <c:v>9.97913263853982</c:v>
                      </c:pt>
                      <c:pt idx="826">
                        <c:v>9.9485782517577501</c:v>
                      </c:pt>
                      <c:pt idx="827">
                        <c:v>9.9493010310952297</c:v>
                      </c:pt>
                      <c:pt idx="828">
                        <c:v>9.9500378712674902</c:v>
                      </c:pt>
                      <c:pt idx="829">
                        <c:v>9.8561796926060108</c:v>
                      </c:pt>
                      <c:pt idx="830">
                        <c:v>9.8595290898401995</c:v>
                      </c:pt>
                      <c:pt idx="831">
                        <c:v>9.8577581392264992</c:v>
                      </c:pt>
                      <c:pt idx="832">
                        <c:v>9.9667757770921899</c:v>
                      </c:pt>
                      <c:pt idx="833">
                        <c:v>9.9929750507508004</c:v>
                      </c:pt>
                      <c:pt idx="834">
                        <c:v>9.9929750507508004</c:v>
                      </c:pt>
                      <c:pt idx="835">
                        <c:v>9.9265935859075594</c:v>
                      </c:pt>
                      <c:pt idx="836">
                        <c:v>9.9072568722857799</c:v>
                      </c:pt>
                      <c:pt idx="837">
                        <c:v>9.8793763794880505</c:v>
                      </c:pt>
                      <c:pt idx="838">
                        <c:v>9.8164793718639096</c:v>
                      </c:pt>
                      <c:pt idx="839">
                        <c:v>9.8164793718639096</c:v>
                      </c:pt>
                      <c:pt idx="840">
                        <c:v>9.8539452888576697</c:v>
                      </c:pt>
                      <c:pt idx="841">
                        <c:v>9.8818947747839196</c:v>
                      </c:pt>
                      <c:pt idx="842">
                        <c:v>9.9743210046419293</c:v>
                      </c:pt>
                      <c:pt idx="843">
                        <c:v>10.0610940065788</c:v>
                      </c:pt>
                      <c:pt idx="844">
                        <c:v>10.0644659637489</c:v>
                      </c:pt>
                      <c:pt idx="845">
                        <c:v>10.0603383370466</c:v>
                      </c:pt>
                      <c:pt idx="846">
                        <c:v>10.049106682080501</c:v>
                      </c:pt>
                      <c:pt idx="847">
                        <c:v>9.9954865990566599</c:v>
                      </c:pt>
                      <c:pt idx="848">
                        <c:v>9.9096620435846603</c:v>
                      </c:pt>
                      <c:pt idx="849">
                        <c:v>9.9096620435846603</c:v>
                      </c:pt>
                      <c:pt idx="850">
                        <c:v>9.9736340735589</c:v>
                      </c:pt>
                      <c:pt idx="851">
                        <c:v>10.026225903759601</c:v>
                      </c:pt>
                      <c:pt idx="852">
                        <c:v>10.0369582259921</c:v>
                      </c:pt>
                      <c:pt idx="853">
                        <c:v>10.023300680017501</c:v>
                      </c:pt>
                      <c:pt idx="854">
                        <c:v>10.1677252983994</c:v>
                      </c:pt>
                      <c:pt idx="855">
                        <c:v>9.9847435184532092</c:v>
                      </c:pt>
                      <c:pt idx="856">
                        <c:v>10.0092544180734</c:v>
                      </c:pt>
                      <c:pt idx="857">
                        <c:v>9.9353319717791706</c:v>
                      </c:pt>
                      <c:pt idx="858">
                        <c:v>9.9446357172136999</c:v>
                      </c:pt>
                      <c:pt idx="859">
                        <c:v>9.9040879923394005</c:v>
                      </c:pt>
                      <c:pt idx="860">
                        <c:v>9.9861207248139507</c:v>
                      </c:pt>
                      <c:pt idx="861">
                        <c:v>10.006430745572599</c:v>
                      </c:pt>
                      <c:pt idx="862">
                        <c:v>9.9581152123435199</c:v>
                      </c:pt>
                      <c:pt idx="863">
                        <c:v>9.9581152123435199</c:v>
                      </c:pt>
                      <c:pt idx="864">
                        <c:v>9.9531009294060002</c:v>
                      </c:pt>
                      <c:pt idx="865">
                        <c:v>9.9862603821771501</c:v>
                      </c:pt>
                      <c:pt idx="866">
                        <c:v>10.000939364839001</c:v>
                      </c:pt>
                      <c:pt idx="867">
                        <c:v>10.0616367600059</c:v>
                      </c:pt>
                      <c:pt idx="868">
                        <c:v>10.0028796922309</c:v>
                      </c:pt>
                      <c:pt idx="869">
                        <c:v>10.054148421514</c:v>
                      </c:pt>
                      <c:pt idx="870">
                        <c:v>10.011443852621101</c:v>
                      </c:pt>
                      <c:pt idx="871">
                        <c:v>9.98975066016264</c:v>
                      </c:pt>
                      <c:pt idx="872">
                        <c:v>9.9886228608443908</c:v>
                      </c:pt>
                      <c:pt idx="873">
                        <c:v>10.0281675389658</c:v>
                      </c:pt>
                      <c:pt idx="874">
                        <c:v>9.9807656396102598</c:v>
                      </c:pt>
                      <c:pt idx="875">
                        <c:v>9.9807656396102598</c:v>
                      </c:pt>
                      <c:pt idx="876">
                        <c:v>10.0431446284272</c:v>
                      </c:pt>
                      <c:pt idx="877">
                        <c:v>10.201848881463601</c:v>
                      </c:pt>
                      <c:pt idx="878">
                        <c:v>10.203898577092</c:v>
                      </c:pt>
                      <c:pt idx="879">
                        <c:v>10.2668757945641</c:v>
                      </c:pt>
                      <c:pt idx="880">
                        <c:v>10.3118290116224</c:v>
                      </c:pt>
                      <c:pt idx="881">
                        <c:v>10.440874629010301</c:v>
                      </c:pt>
                      <c:pt idx="882">
                        <c:v>10.748938077279201</c:v>
                      </c:pt>
                      <c:pt idx="883">
                        <c:v>10.757617901874401</c:v>
                      </c:pt>
                      <c:pt idx="884">
                        <c:v>10.757617901874401</c:v>
                      </c:pt>
                      <c:pt idx="885">
                        <c:v>10.7743826623347</c:v>
                      </c:pt>
                      <c:pt idx="886">
                        <c:v>10.731270455818599</c:v>
                      </c:pt>
                      <c:pt idx="887">
                        <c:v>10.7033136736729</c:v>
                      </c:pt>
                      <c:pt idx="888">
                        <c:v>10.701840063572901</c:v>
                      </c:pt>
                      <c:pt idx="889">
                        <c:v>10.6032018172703</c:v>
                      </c:pt>
                      <c:pt idx="890">
                        <c:v>10.476962735860001</c:v>
                      </c:pt>
                      <c:pt idx="891">
                        <c:v>10.8143285279202</c:v>
                      </c:pt>
                      <c:pt idx="892">
                        <c:v>10.8809794486436</c:v>
                      </c:pt>
                      <c:pt idx="893">
                        <c:v>10.7583209840324</c:v>
                      </c:pt>
                      <c:pt idx="894">
                        <c:v>10.609985815722499</c:v>
                      </c:pt>
                      <c:pt idx="895">
                        <c:v>10.7229444427256</c:v>
                      </c:pt>
                      <c:pt idx="896">
                        <c:v>10.717277880638701</c:v>
                      </c:pt>
                      <c:pt idx="897">
                        <c:v>10.651707076628</c:v>
                      </c:pt>
                      <c:pt idx="898">
                        <c:v>10.826052812897601</c:v>
                      </c:pt>
                      <c:pt idx="899">
                        <c:v>11.281460857072499</c:v>
                      </c:pt>
                      <c:pt idx="900">
                        <c:v>11.2358118182913</c:v>
                      </c:pt>
                      <c:pt idx="901">
                        <c:v>10.815370908964599</c:v>
                      </c:pt>
                      <c:pt idx="902">
                        <c:v>10.739547994901899</c:v>
                      </c:pt>
                      <c:pt idx="903">
                        <c:v>10.634807353603099</c:v>
                      </c:pt>
                      <c:pt idx="904">
                        <c:v>10.5938958722565</c:v>
                      </c:pt>
                      <c:pt idx="905">
                        <c:v>10.543772561959299</c:v>
                      </c:pt>
                      <c:pt idx="906">
                        <c:v>10.3044018924881</c:v>
                      </c:pt>
                      <c:pt idx="907">
                        <c:v>10.4440576604879</c:v>
                      </c:pt>
                      <c:pt idx="908">
                        <c:v>10.374886761342101</c:v>
                      </c:pt>
                      <c:pt idx="909">
                        <c:v>10.5068219803325</c:v>
                      </c:pt>
                      <c:pt idx="910">
                        <c:v>10.4632668923892</c:v>
                      </c:pt>
                      <c:pt idx="911">
                        <c:v>10.367767502976401</c:v>
                      </c:pt>
                      <c:pt idx="912">
                        <c:v>10.4004948237296</c:v>
                      </c:pt>
                      <c:pt idx="913">
                        <c:v>10.360489023384799</c:v>
                      </c:pt>
                      <c:pt idx="914">
                        <c:v>10.3112960940091</c:v>
                      </c:pt>
                      <c:pt idx="915">
                        <c:v>10.293698489080301</c:v>
                      </c:pt>
                      <c:pt idx="916">
                        <c:v>10.28920767176</c:v>
                      </c:pt>
                      <c:pt idx="917">
                        <c:v>10.330383996888999</c:v>
                      </c:pt>
                      <c:pt idx="918">
                        <c:v>10.299321731240999</c:v>
                      </c:pt>
                      <c:pt idx="919">
                        <c:v>10.326195269471899</c:v>
                      </c:pt>
                      <c:pt idx="920">
                        <c:v>10.341009316584501</c:v>
                      </c:pt>
                      <c:pt idx="921">
                        <c:v>10.3406728373891</c:v>
                      </c:pt>
                      <c:pt idx="922">
                        <c:v>10.3293359383515</c:v>
                      </c:pt>
                      <c:pt idx="923">
                        <c:v>10.332853269159401</c:v>
                      </c:pt>
                      <c:pt idx="924">
                        <c:v>10.332853269159401</c:v>
                      </c:pt>
                      <c:pt idx="925">
                        <c:v>10.3913229020175</c:v>
                      </c:pt>
                      <c:pt idx="926">
                        <c:v>10.4430109587773</c:v>
                      </c:pt>
                      <c:pt idx="927">
                        <c:v>10.3630355927053</c:v>
                      </c:pt>
                      <c:pt idx="928">
                        <c:v>10.4019068841995</c:v>
                      </c:pt>
                      <c:pt idx="929">
                        <c:v>10.368242363910101</c:v>
                      </c:pt>
                      <c:pt idx="930">
                        <c:v>10.376010850640901</c:v>
                      </c:pt>
                      <c:pt idx="931">
                        <c:v>10.3809299128907</c:v>
                      </c:pt>
                      <c:pt idx="932">
                        <c:v>10.4669883830451</c:v>
                      </c:pt>
                      <c:pt idx="933">
                        <c:v>10.392135874243699</c:v>
                      </c:pt>
                      <c:pt idx="934">
                        <c:v>10.3880533561251</c:v>
                      </c:pt>
                      <c:pt idx="935">
                        <c:v>10.400593854182</c:v>
                      </c:pt>
                      <c:pt idx="936">
                        <c:v>10.351583543724599</c:v>
                      </c:pt>
                      <c:pt idx="937">
                        <c:v>10.156130753045501</c:v>
                      </c:pt>
                      <c:pt idx="938">
                        <c:v>10.2159157647909</c:v>
                      </c:pt>
                      <c:pt idx="939">
                        <c:v>10.2159157647909</c:v>
                      </c:pt>
                      <c:pt idx="940">
                        <c:v>10.2849745152997</c:v>
                      </c:pt>
                      <c:pt idx="941">
                        <c:v>10.352490957368699</c:v>
                      </c:pt>
                      <c:pt idx="942">
                        <c:v>10.229881171477899</c:v>
                      </c:pt>
                      <c:pt idx="943">
                        <c:v>10.3206049208839</c:v>
                      </c:pt>
                      <c:pt idx="944">
                        <c:v>10.3206049208839</c:v>
                      </c:pt>
                      <c:pt idx="945">
                        <c:v>10.2919056657614</c:v>
                      </c:pt>
                      <c:pt idx="946">
                        <c:v>10.2576897929459</c:v>
                      </c:pt>
                      <c:pt idx="947">
                        <c:v>10.3146183784269</c:v>
                      </c:pt>
                      <c:pt idx="948">
                        <c:v>10.2395770506253</c:v>
                      </c:pt>
                      <c:pt idx="949">
                        <c:v>10.218705708187899</c:v>
                      </c:pt>
                      <c:pt idx="950">
                        <c:v>10.2508031154796</c:v>
                      </c:pt>
                      <c:pt idx="951">
                        <c:v>10.27211262692</c:v>
                      </c:pt>
                      <c:pt idx="952">
                        <c:v>10.283599575000601</c:v>
                      </c:pt>
                      <c:pt idx="953">
                        <c:v>10.289284738994001</c:v>
                      </c:pt>
                      <c:pt idx="954">
                        <c:v>10.2916726561694</c:v>
                      </c:pt>
                      <c:pt idx="955">
                        <c:v>10.3321745308508</c:v>
                      </c:pt>
                      <c:pt idx="956">
                        <c:v>10.286738559001</c:v>
                      </c:pt>
                      <c:pt idx="957">
                        <c:v>10.2573423683725</c:v>
                      </c:pt>
                      <c:pt idx="958">
                        <c:v>10.231115766800301</c:v>
                      </c:pt>
                      <c:pt idx="959">
                        <c:v>10.2600391354826</c:v>
                      </c:pt>
                      <c:pt idx="960">
                        <c:v>10.2686215674332</c:v>
                      </c:pt>
                      <c:pt idx="961">
                        <c:v>10.251235038427501</c:v>
                      </c:pt>
                      <c:pt idx="962">
                        <c:v>10.234374020689</c:v>
                      </c:pt>
                      <c:pt idx="963">
                        <c:v>10.2499828033472</c:v>
                      </c:pt>
                      <c:pt idx="964">
                        <c:v>10.281476499377099</c:v>
                      </c:pt>
                      <c:pt idx="965">
                        <c:v>10.199518829364401</c:v>
                      </c:pt>
                      <c:pt idx="966">
                        <c:v>10.2216747601852</c:v>
                      </c:pt>
                      <c:pt idx="967">
                        <c:v>10.2216747601852</c:v>
                      </c:pt>
                      <c:pt idx="968">
                        <c:v>10.272397593123101</c:v>
                      </c:pt>
                      <c:pt idx="969">
                        <c:v>10.234082919818</c:v>
                      </c:pt>
                      <c:pt idx="970">
                        <c:v>10.3484352474259</c:v>
                      </c:pt>
                      <c:pt idx="971">
                        <c:v>10.3274472155554</c:v>
                      </c:pt>
                      <c:pt idx="972">
                        <c:v>10.2838234133983</c:v>
                      </c:pt>
                      <c:pt idx="973">
                        <c:v>10.345249861820699</c:v>
                      </c:pt>
                      <c:pt idx="974">
                        <c:v>9.2255954071890098</c:v>
                      </c:pt>
                      <c:pt idx="975">
                        <c:v>9.2255954071890098</c:v>
                      </c:pt>
                      <c:pt idx="976">
                        <c:v>10.3584110692493</c:v>
                      </c:pt>
                      <c:pt idx="977">
                        <c:v>10.339886529967799</c:v>
                      </c:pt>
                      <c:pt idx="978">
                        <c:v>10.3073594554102</c:v>
                      </c:pt>
                      <c:pt idx="979">
                        <c:v>10.3073594554102</c:v>
                      </c:pt>
                      <c:pt idx="980">
                        <c:v>10.3073594554102</c:v>
                      </c:pt>
                      <c:pt idx="981">
                        <c:v>10.3001980157141</c:v>
                      </c:pt>
                      <c:pt idx="982">
                        <c:v>10.466254417043</c:v>
                      </c:pt>
                      <c:pt idx="983">
                        <c:v>10.4755251324071</c:v>
                      </c:pt>
                      <c:pt idx="984">
                        <c:v>10.4755251324071</c:v>
                      </c:pt>
                      <c:pt idx="985">
                        <c:v>10.4159329057756</c:v>
                      </c:pt>
                      <c:pt idx="986">
                        <c:v>10.492285099958</c:v>
                      </c:pt>
                      <c:pt idx="987">
                        <c:v>10.5029326522065</c:v>
                      </c:pt>
                      <c:pt idx="988">
                        <c:v>10.474544244184999</c:v>
                      </c:pt>
                      <c:pt idx="989">
                        <c:v>10.451414193465499</c:v>
                      </c:pt>
                      <c:pt idx="990">
                        <c:v>10.496501509865301</c:v>
                      </c:pt>
                      <c:pt idx="991">
                        <c:v>10.592053423344799</c:v>
                      </c:pt>
                      <c:pt idx="992">
                        <c:v>10.5896840645413</c:v>
                      </c:pt>
                      <c:pt idx="993">
                        <c:v>10.6943001409531</c:v>
                      </c:pt>
                      <c:pt idx="994">
                        <c:v>11.143058263649101</c:v>
                      </c:pt>
                      <c:pt idx="995">
                        <c:v>11.200989048353501</c:v>
                      </c:pt>
                      <c:pt idx="996">
                        <c:v>11.2045983756667</c:v>
                      </c:pt>
                      <c:pt idx="997">
                        <c:v>11.138119728107201</c:v>
                      </c:pt>
                      <c:pt idx="998">
                        <c:v>10.980610151559601</c:v>
                      </c:pt>
                      <c:pt idx="999">
                        <c:v>11.194206218748899</c:v>
                      </c:pt>
                      <c:pt idx="1000">
                        <c:v>11.0630260140447</c:v>
                      </c:pt>
                      <c:pt idx="1001">
                        <c:v>11.136573285001701</c:v>
                      </c:pt>
                      <c:pt idx="1002">
                        <c:v>11.0843746640611</c:v>
                      </c:pt>
                      <c:pt idx="1003">
                        <c:v>11.131717031165101</c:v>
                      </c:pt>
                      <c:pt idx="1004">
                        <c:v>11.1213781368411</c:v>
                      </c:pt>
                      <c:pt idx="1005">
                        <c:v>11.2832443147874</c:v>
                      </c:pt>
                      <c:pt idx="1006">
                        <c:v>11.231244789415801</c:v>
                      </c:pt>
                      <c:pt idx="1007">
                        <c:v>12.614368401457901</c:v>
                      </c:pt>
                      <c:pt idx="1008">
                        <c:v>11.2106222578581</c:v>
                      </c:pt>
                      <c:pt idx="1009">
                        <c:v>11.190141074387499</c:v>
                      </c:pt>
                      <c:pt idx="1010">
                        <c:v>11.1985818416937</c:v>
                      </c:pt>
                      <c:pt idx="1011">
                        <c:v>11.147202744812899</c:v>
                      </c:pt>
                      <c:pt idx="1012">
                        <c:v>11.1498128503984</c:v>
                      </c:pt>
                      <c:pt idx="1013">
                        <c:v>11.2396798568076</c:v>
                      </c:pt>
                      <c:pt idx="1014">
                        <c:v>11.1336002209024</c:v>
                      </c:pt>
                      <c:pt idx="1015">
                        <c:v>11.2543739675378</c:v>
                      </c:pt>
                      <c:pt idx="1016">
                        <c:v>11.2830576782543</c:v>
                      </c:pt>
                      <c:pt idx="1017">
                        <c:v>11.221688250782901</c:v>
                      </c:pt>
                      <c:pt idx="1018">
                        <c:v>11.268658702846601</c:v>
                      </c:pt>
                      <c:pt idx="1019">
                        <c:v>11.3668833924062</c:v>
                      </c:pt>
                      <c:pt idx="1020">
                        <c:v>11.275858723478599</c:v>
                      </c:pt>
                      <c:pt idx="1021">
                        <c:v>11.3537255154554</c:v>
                      </c:pt>
                      <c:pt idx="1022">
                        <c:v>11.3677936156553</c:v>
                      </c:pt>
                      <c:pt idx="1023">
                        <c:v>11.4814473693562</c:v>
                      </c:pt>
                      <c:pt idx="1024">
                        <c:v>11.6114076825273</c:v>
                      </c:pt>
                      <c:pt idx="1025">
                        <c:v>11.650610961660901</c:v>
                      </c:pt>
                      <c:pt idx="1026">
                        <c:v>11.6219699745245</c:v>
                      </c:pt>
                      <c:pt idx="1027">
                        <c:v>11.7218686692388</c:v>
                      </c:pt>
                      <c:pt idx="1028">
                        <c:v>11.635160910672001</c:v>
                      </c:pt>
                      <c:pt idx="1029">
                        <c:v>11.5796196190418</c:v>
                      </c:pt>
                      <c:pt idx="1030">
                        <c:v>11.5649470457495</c:v>
                      </c:pt>
                      <c:pt idx="1031">
                        <c:v>11.5728400428982</c:v>
                      </c:pt>
                      <c:pt idx="1032">
                        <c:v>11.6318270683803</c:v>
                      </c:pt>
                      <c:pt idx="1033">
                        <c:v>11.652740325240901</c:v>
                      </c:pt>
                      <c:pt idx="1034">
                        <c:v>11.647346051832599</c:v>
                      </c:pt>
                      <c:pt idx="1035">
                        <c:v>11.622890346149299</c:v>
                      </c:pt>
                      <c:pt idx="1036">
                        <c:v>11.852456452498</c:v>
                      </c:pt>
                      <c:pt idx="1037">
                        <c:v>11.852456452498</c:v>
                      </c:pt>
                      <c:pt idx="1038">
                        <c:v>11.852456452498</c:v>
                      </c:pt>
                      <c:pt idx="1039">
                        <c:v>11.852456452498</c:v>
                      </c:pt>
                      <c:pt idx="1040">
                        <c:v>11.658291748282201</c:v>
                      </c:pt>
                      <c:pt idx="1041">
                        <c:v>11.6236340926758</c:v>
                      </c:pt>
                      <c:pt idx="1042">
                        <c:v>11.5995005956732</c:v>
                      </c:pt>
                      <c:pt idx="1043">
                        <c:v>11.553984672712801</c:v>
                      </c:pt>
                      <c:pt idx="1044">
                        <c:v>11.5730132740795</c:v>
                      </c:pt>
                      <c:pt idx="1045">
                        <c:v>11.5410333159817</c:v>
                      </c:pt>
                      <c:pt idx="1046">
                        <c:v>11.483487825176001</c:v>
                      </c:pt>
                      <c:pt idx="1047">
                        <c:v>11.4724451891777</c:v>
                      </c:pt>
                      <c:pt idx="1048">
                        <c:v>11.4318224451189</c:v>
                      </c:pt>
                      <c:pt idx="1049">
                        <c:v>11.3765735526691</c:v>
                      </c:pt>
                      <c:pt idx="1050">
                        <c:v>11.3680854450759</c:v>
                      </c:pt>
                      <c:pt idx="1051">
                        <c:v>11.3245670242547</c:v>
                      </c:pt>
                      <c:pt idx="1052">
                        <c:v>11.3133570547181</c:v>
                      </c:pt>
                      <c:pt idx="1053">
                        <c:v>11.338610849848401</c:v>
                      </c:pt>
                      <c:pt idx="1054">
                        <c:v>11.2932245215256</c:v>
                      </c:pt>
                      <c:pt idx="1055">
                        <c:v>11.2987802387561</c:v>
                      </c:pt>
                      <c:pt idx="1056">
                        <c:v>11.2418923137869</c:v>
                      </c:pt>
                      <c:pt idx="1057">
                        <c:v>11.205968128709801</c:v>
                      </c:pt>
                      <c:pt idx="1058">
                        <c:v>11.241006757408</c:v>
                      </c:pt>
                      <c:pt idx="1059">
                        <c:v>11.2169181636341</c:v>
                      </c:pt>
                      <c:pt idx="1060">
                        <c:v>11.2676378346905</c:v>
                      </c:pt>
                      <c:pt idx="1061">
                        <c:v>11.2273170343283</c:v>
                      </c:pt>
                      <c:pt idx="1062">
                        <c:v>11.195753011391099</c:v>
                      </c:pt>
                      <c:pt idx="1063">
                        <c:v>11.1862013940168</c:v>
                      </c:pt>
                      <c:pt idx="1064">
                        <c:v>11.1488989777908</c:v>
                      </c:pt>
                      <c:pt idx="1065">
                        <c:v>11.122075019551501</c:v>
                      </c:pt>
                      <c:pt idx="1066">
                        <c:v>11.006166817482001</c:v>
                      </c:pt>
                      <c:pt idx="1067">
                        <c:v>11.006166817482001</c:v>
                      </c:pt>
                      <c:pt idx="1068">
                        <c:v>11.065869688110601</c:v>
                      </c:pt>
                      <c:pt idx="1069">
                        <c:v>11.065869688110601</c:v>
                      </c:pt>
                      <c:pt idx="1070">
                        <c:v>11.0932442601378</c:v>
                      </c:pt>
                      <c:pt idx="1071">
                        <c:v>11.1333250933644</c:v>
                      </c:pt>
                      <c:pt idx="1072">
                        <c:v>11.1534466914605</c:v>
                      </c:pt>
                      <c:pt idx="1073">
                        <c:v>11.2449759628606</c:v>
                      </c:pt>
                      <c:pt idx="1074">
                        <c:v>11.271570860885401</c:v>
                      </c:pt>
                      <c:pt idx="1075">
                        <c:v>11.2264197680466</c:v>
                      </c:pt>
                      <c:pt idx="1076">
                        <c:v>11.268414562581199</c:v>
                      </c:pt>
                      <c:pt idx="1077">
                        <c:v>11.429745247564099</c:v>
                      </c:pt>
                      <c:pt idx="1078">
                        <c:v>11.4147300275579</c:v>
                      </c:pt>
                      <c:pt idx="1079">
                        <c:v>11.4335845769728</c:v>
                      </c:pt>
                      <c:pt idx="1080">
                        <c:v>11.393621405420401</c:v>
                      </c:pt>
                      <c:pt idx="1081">
                        <c:v>11.4533083135134</c:v>
                      </c:pt>
                      <c:pt idx="1082">
                        <c:v>11.514413295488</c:v>
                      </c:pt>
                      <c:pt idx="1083">
                        <c:v>11.449581664841</c:v>
                      </c:pt>
                      <c:pt idx="1084">
                        <c:v>11.449581664841</c:v>
                      </c:pt>
                      <c:pt idx="1085">
                        <c:v>11.471640377113699</c:v>
                      </c:pt>
                      <c:pt idx="1086">
                        <c:v>11.502868304474401</c:v>
                      </c:pt>
                      <c:pt idx="1087">
                        <c:v>11.590340422445299</c:v>
                      </c:pt>
                      <c:pt idx="1088">
                        <c:v>11.5738408341302</c:v>
                      </c:pt>
                      <c:pt idx="1089">
                        <c:v>11.5738408341302</c:v>
                      </c:pt>
                      <c:pt idx="1090">
                        <c:v>11.6986004425976</c:v>
                      </c:pt>
                      <c:pt idx="1091">
                        <c:v>11.9459862065401</c:v>
                      </c:pt>
                      <c:pt idx="1092">
                        <c:v>11.9646804405906</c:v>
                      </c:pt>
                      <c:pt idx="1093">
                        <c:v>12.036223236848899</c:v>
                      </c:pt>
                      <c:pt idx="1094">
                        <c:v>11.975633441065099</c:v>
                      </c:pt>
                      <c:pt idx="1095">
                        <c:v>11.975197173828899</c:v>
                      </c:pt>
                      <c:pt idx="1096">
                        <c:v>12.0109199018559</c:v>
                      </c:pt>
                      <c:pt idx="1097">
                        <c:v>12.240199379903601</c:v>
                      </c:pt>
                      <c:pt idx="1098">
                        <c:v>12.1460290984246</c:v>
                      </c:pt>
                      <c:pt idx="1099">
                        <c:v>12.165425342820299</c:v>
                      </c:pt>
                      <c:pt idx="1100">
                        <c:v>12.1555901822077</c:v>
                      </c:pt>
                      <c:pt idx="1101">
                        <c:v>12.262888680823</c:v>
                      </c:pt>
                      <c:pt idx="1102">
                        <c:v>12.4337086559221</c:v>
                      </c:pt>
                      <c:pt idx="1103">
                        <c:v>12.3141472112308</c:v>
                      </c:pt>
                      <c:pt idx="1104">
                        <c:v>12.263657123551299</c:v>
                      </c:pt>
                      <c:pt idx="1105">
                        <c:v>12.295857484754899</c:v>
                      </c:pt>
                      <c:pt idx="1106">
                        <c:v>12.3810330819814</c:v>
                      </c:pt>
                      <c:pt idx="1107">
                        <c:v>12.498935976484301</c:v>
                      </c:pt>
                      <c:pt idx="1108">
                        <c:v>12.8058769039965</c:v>
                      </c:pt>
                      <c:pt idx="1109">
                        <c:v>12.8058769039965</c:v>
                      </c:pt>
                      <c:pt idx="1110">
                        <c:v>12.906270852447699</c:v>
                      </c:pt>
                      <c:pt idx="1111">
                        <c:v>13.1608357680396</c:v>
                      </c:pt>
                      <c:pt idx="1112">
                        <c:v>12.965885953808201</c:v>
                      </c:pt>
                      <c:pt idx="1113">
                        <c:v>13.0218892153087</c:v>
                      </c:pt>
                      <c:pt idx="1114">
                        <c:v>12.6920222330104</c:v>
                      </c:pt>
                      <c:pt idx="1115">
                        <c:v>13.1413510247194</c:v>
                      </c:pt>
                      <c:pt idx="1116">
                        <c:v>13.210693877295</c:v>
                      </c:pt>
                      <c:pt idx="1117">
                        <c:v>13.3217524341462</c:v>
                      </c:pt>
                      <c:pt idx="1118">
                        <c:v>13.3406852010185</c:v>
                      </c:pt>
                      <c:pt idx="1119">
                        <c:v>13.307069513490299</c:v>
                      </c:pt>
                      <c:pt idx="1120">
                        <c:v>13.299581333880299</c:v>
                      </c:pt>
                      <c:pt idx="1121">
                        <c:v>13.1938056613347</c:v>
                      </c:pt>
                      <c:pt idx="1122">
                        <c:v>13.0681700052453</c:v>
                      </c:pt>
                      <c:pt idx="1123">
                        <c:v>13.085468273747599</c:v>
                      </c:pt>
                      <c:pt idx="1124">
                        <c:v>13.020292934945401</c:v>
                      </c:pt>
                      <c:pt idx="1125">
                        <c:v>13.168986134401401</c:v>
                      </c:pt>
                      <c:pt idx="1126">
                        <c:v>13.126472225893499</c:v>
                      </c:pt>
                      <c:pt idx="1127">
                        <c:v>13.0573393228482</c:v>
                      </c:pt>
                      <c:pt idx="1128">
                        <c:v>13.0429148757708</c:v>
                      </c:pt>
                      <c:pt idx="1129">
                        <c:v>13.0213201900507</c:v>
                      </c:pt>
                      <c:pt idx="1130">
                        <c:v>13.041531074290299</c:v>
                      </c:pt>
                      <c:pt idx="1131">
                        <c:v>12.848430067616601</c:v>
                      </c:pt>
                      <c:pt idx="1132">
                        <c:v>12.761011203686801</c:v>
                      </c:pt>
                      <c:pt idx="1133">
                        <c:v>12.719360039793999</c:v>
                      </c:pt>
                      <c:pt idx="1134">
                        <c:v>12.428839240182199</c:v>
                      </c:pt>
                      <c:pt idx="1135">
                        <c:v>12.3189403593177</c:v>
                      </c:pt>
                      <c:pt idx="1136">
                        <c:v>12.272813173880699</c:v>
                      </c:pt>
                      <c:pt idx="1137">
                        <c:v>12.272813173880699</c:v>
                      </c:pt>
                      <c:pt idx="1138">
                        <c:v>12.219863837201199</c:v>
                      </c:pt>
                      <c:pt idx="1139">
                        <c:v>12.2279540653119</c:v>
                      </c:pt>
                      <c:pt idx="1140">
                        <c:v>12.286670872232399</c:v>
                      </c:pt>
                      <c:pt idx="1141">
                        <c:v>12.2298275999648</c:v>
                      </c:pt>
                      <c:pt idx="1142">
                        <c:v>12.111457468772199</c:v>
                      </c:pt>
                      <c:pt idx="1143">
                        <c:v>12.0797369829431</c:v>
                      </c:pt>
                      <c:pt idx="1144">
                        <c:v>12.0797369829431</c:v>
                      </c:pt>
                      <c:pt idx="1145">
                        <c:v>11.901996660252401</c:v>
                      </c:pt>
                      <c:pt idx="1146">
                        <c:v>11.8574154052847</c:v>
                      </c:pt>
                      <c:pt idx="1147">
                        <c:v>11.8614783740846</c:v>
                      </c:pt>
                      <c:pt idx="1148">
                        <c:v>11.801795076644</c:v>
                      </c:pt>
                      <c:pt idx="1149">
                        <c:v>11.7194246848677</c:v>
                      </c:pt>
                      <c:pt idx="1150">
                        <c:v>11.6924069269191</c:v>
                      </c:pt>
                      <c:pt idx="1151">
                        <c:v>11.533434763902401</c:v>
                      </c:pt>
                      <c:pt idx="1152">
                        <c:v>11.5316326363822</c:v>
                      </c:pt>
                      <c:pt idx="1153">
                        <c:v>11.501950796305501</c:v>
                      </c:pt>
                      <c:pt idx="1154">
                        <c:v>11.4665192048433</c:v>
                      </c:pt>
                      <c:pt idx="1155">
                        <c:v>11.5917674893143</c:v>
                      </c:pt>
                      <c:pt idx="1156">
                        <c:v>11.6615118495062</c:v>
                      </c:pt>
                      <c:pt idx="1157">
                        <c:v>11.6235623859956</c:v>
                      </c:pt>
                      <c:pt idx="1158">
                        <c:v>11.7708788024763</c:v>
                      </c:pt>
                      <c:pt idx="1159">
                        <c:v>11.7482477000597</c:v>
                      </c:pt>
                      <c:pt idx="1160">
                        <c:v>11.859812399189799</c:v>
                      </c:pt>
                      <c:pt idx="1161">
                        <c:v>11.8183736515037</c:v>
                      </c:pt>
                      <c:pt idx="1162">
                        <c:v>11.758706800313499</c:v>
                      </c:pt>
                      <c:pt idx="1163">
                        <c:v>11.6976100596751</c:v>
                      </c:pt>
                      <c:pt idx="1164">
                        <c:v>11.835254331556699</c:v>
                      </c:pt>
                      <c:pt idx="1165">
                        <c:v>11.9721249629069</c:v>
                      </c:pt>
                      <c:pt idx="1166">
                        <c:v>12.129099204393601</c:v>
                      </c:pt>
                      <c:pt idx="1167">
                        <c:v>12.565253099948499</c:v>
                      </c:pt>
                      <c:pt idx="1168">
                        <c:v>12.118548354729301</c:v>
                      </c:pt>
                      <c:pt idx="1169">
                        <c:v>11.955921535790599</c:v>
                      </c:pt>
                      <c:pt idx="1170">
                        <c:v>12.2940410375243</c:v>
                      </c:pt>
                      <c:pt idx="1171">
                        <c:v>12.286319585716299</c:v>
                      </c:pt>
                      <c:pt idx="1172">
                        <c:v>12.119375828685399</c:v>
                      </c:pt>
                      <c:pt idx="1173">
                        <c:v>12.070474133744</c:v>
                      </c:pt>
                      <c:pt idx="1174">
                        <c:v>12.100105047069899</c:v>
                      </c:pt>
                      <c:pt idx="1175">
                        <c:v>12.1463590512206</c:v>
                      </c:pt>
                      <c:pt idx="1176">
                        <c:v>12.0222950317641</c:v>
                      </c:pt>
                      <c:pt idx="1177">
                        <c:v>12.0107625196316</c:v>
                      </c:pt>
                      <c:pt idx="1178">
                        <c:v>11.7828572035422</c:v>
                      </c:pt>
                      <c:pt idx="1179">
                        <c:v>12.058171296632199</c:v>
                      </c:pt>
                      <c:pt idx="1180">
                        <c:v>12.0729998410071</c:v>
                      </c:pt>
                      <c:pt idx="1181">
                        <c:v>12.4573935374525</c:v>
                      </c:pt>
                      <c:pt idx="1182">
                        <c:v>12.297012121310299</c:v>
                      </c:pt>
                      <c:pt idx="1183">
                        <c:v>12.788916511244899</c:v>
                      </c:pt>
                      <c:pt idx="1184">
                        <c:v>12.788916511244899</c:v>
                      </c:pt>
                      <c:pt idx="1185">
                        <c:v>12.6922529366819</c:v>
                      </c:pt>
                      <c:pt idx="1186">
                        <c:v>12.855172165190799</c:v>
                      </c:pt>
                      <c:pt idx="1187">
                        <c:v>13.167635650525</c:v>
                      </c:pt>
                      <c:pt idx="1188">
                        <c:v>12.797906023832899</c:v>
                      </c:pt>
                      <c:pt idx="1189">
                        <c:v>12.8596429203808</c:v>
                      </c:pt>
                      <c:pt idx="1190">
                        <c:v>12.707414596140101</c:v>
                      </c:pt>
                      <c:pt idx="1191">
                        <c:v>12.711640680797901</c:v>
                      </c:pt>
                      <c:pt idx="1192">
                        <c:v>13.118760912354899</c:v>
                      </c:pt>
                      <c:pt idx="1193">
                        <c:v>13.233589063175</c:v>
                      </c:pt>
                      <c:pt idx="1194">
                        <c:v>13.0818725315281</c:v>
                      </c:pt>
                      <c:pt idx="1195">
                        <c:v>13.2435524575857</c:v>
                      </c:pt>
                      <c:pt idx="1196">
                        <c:v>12.9191664533432</c:v>
                      </c:pt>
                      <c:pt idx="1197">
                        <c:v>12.8291785186606</c:v>
                      </c:pt>
                      <c:pt idx="1198">
                        <c:v>12.7756013471293</c:v>
                      </c:pt>
                      <c:pt idx="1199">
                        <c:v>12.7756013471293</c:v>
                      </c:pt>
                      <c:pt idx="1200">
                        <c:v>12.8145763621798</c:v>
                      </c:pt>
                      <c:pt idx="1201">
                        <c:v>12.8145763621798</c:v>
                      </c:pt>
                      <c:pt idx="1202">
                        <c:v>12.6924694329419</c:v>
                      </c:pt>
                      <c:pt idx="1203">
                        <c:v>12.542215130088501</c:v>
                      </c:pt>
                      <c:pt idx="1204">
                        <c:v>12.476698954588599</c:v>
                      </c:pt>
                      <c:pt idx="1205">
                        <c:v>12.435242793349101</c:v>
                      </c:pt>
                      <c:pt idx="1206">
                        <c:v>12.4084927154722</c:v>
                      </c:pt>
                      <c:pt idx="1207">
                        <c:v>12.2951127938243</c:v>
                      </c:pt>
                      <c:pt idx="1208">
                        <c:v>12.256836791828</c:v>
                      </c:pt>
                      <c:pt idx="1209">
                        <c:v>12.256836791828</c:v>
                      </c:pt>
                      <c:pt idx="1210">
                        <c:v>12.4956814845259</c:v>
                      </c:pt>
                      <c:pt idx="1211">
                        <c:v>12.2033218160422</c:v>
                      </c:pt>
                      <c:pt idx="1212">
                        <c:v>12.2033218160422</c:v>
                      </c:pt>
                      <c:pt idx="1213">
                        <c:v>12.2755060166884</c:v>
                      </c:pt>
                      <c:pt idx="1214">
                        <c:v>12.4349190976109</c:v>
                      </c:pt>
                      <c:pt idx="1215">
                        <c:v>12.0710397683278</c:v>
                      </c:pt>
                      <c:pt idx="1216">
                        <c:v>11.931073805666999</c:v>
                      </c:pt>
                      <c:pt idx="1217">
                        <c:v>11.5686408335328</c:v>
                      </c:pt>
                      <c:pt idx="1218">
                        <c:v>11.5299755622144</c:v>
                      </c:pt>
                      <c:pt idx="1219">
                        <c:v>11.6020790409212</c:v>
                      </c:pt>
                      <c:pt idx="1220">
                        <c:v>11.7276923372717</c:v>
                      </c:pt>
                      <c:pt idx="1221">
                        <c:v>11.590175547193001</c:v>
                      </c:pt>
                      <c:pt idx="1222">
                        <c:v>11.496674309168499</c:v>
                      </c:pt>
                      <c:pt idx="1223">
                        <c:v>11.557208587341799</c:v>
                      </c:pt>
                      <c:pt idx="1224">
                        <c:v>11.557208587341799</c:v>
                      </c:pt>
                      <c:pt idx="1225">
                        <c:v>11.283860232662899</c:v>
                      </c:pt>
                      <c:pt idx="1226">
                        <c:v>11.326609196498501</c:v>
                      </c:pt>
                      <c:pt idx="1227">
                        <c:v>11.0153473526497</c:v>
                      </c:pt>
                      <c:pt idx="1228">
                        <c:v>11.0421337094431</c:v>
                      </c:pt>
                      <c:pt idx="1229">
                        <c:v>10.8054311719632</c:v>
                      </c:pt>
                      <c:pt idx="1230">
                        <c:v>10.805109840835801</c:v>
                      </c:pt>
                      <c:pt idx="1231">
                        <c:v>10.6726663703746</c:v>
                      </c:pt>
                      <c:pt idx="1232">
                        <c:v>10.4659313956278</c:v>
                      </c:pt>
                      <c:pt idx="1233">
                        <c:v>10.475401736956901</c:v>
                      </c:pt>
                      <c:pt idx="1234">
                        <c:v>10.2797392826907</c:v>
                      </c:pt>
                      <c:pt idx="1235">
                        <c:v>10.204544578603301</c:v>
                      </c:pt>
                      <c:pt idx="1236">
                        <c:v>10.077695296963499</c:v>
                      </c:pt>
                      <c:pt idx="1237">
                        <c:v>9.9005322062371999</c:v>
                      </c:pt>
                      <c:pt idx="1238">
                        <c:v>10.1873584150882</c:v>
                      </c:pt>
                      <c:pt idx="1239">
                        <c:v>10.2982961190745</c:v>
                      </c:pt>
                      <c:pt idx="1240">
                        <c:v>10.2982961190745</c:v>
                      </c:pt>
                      <c:pt idx="1241">
                        <c:v>10.2982961190745</c:v>
                      </c:pt>
                      <c:pt idx="1242">
                        <c:v>10.133945684588801</c:v>
                      </c:pt>
                      <c:pt idx="1243">
                        <c:v>9.8929656585549601</c:v>
                      </c:pt>
                      <c:pt idx="1244">
                        <c:v>10.1213016607571</c:v>
                      </c:pt>
                      <c:pt idx="1245">
                        <c:v>10.1805389437421</c:v>
                      </c:pt>
                      <c:pt idx="1246">
                        <c:v>10.0312042342116</c:v>
                      </c:pt>
                      <c:pt idx="1247">
                        <c:v>9.9470520472324999</c:v>
                      </c:pt>
                      <c:pt idx="1248">
                        <c:v>9.9470520472324999</c:v>
                      </c:pt>
                      <c:pt idx="1249">
                        <c:v>9.9154920999357898</c:v>
                      </c:pt>
                      <c:pt idx="1250">
                        <c:v>9.8170236324517592</c:v>
                      </c:pt>
                      <c:pt idx="1251">
                        <c:v>9.8612414313526902</c:v>
                      </c:pt>
                      <c:pt idx="1252">
                        <c:v>9.8383442413983104</c:v>
                      </c:pt>
                      <c:pt idx="1253">
                        <c:v>9.8192983707891699</c:v>
                      </c:pt>
                      <c:pt idx="1254">
                        <c:v>9.9905032557225404</c:v>
                      </c:pt>
                      <c:pt idx="1255">
                        <c:v>9.9463821750395702</c:v>
                      </c:pt>
                      <c:pt idx="1256">
                        <c:v>9.6707070359376708</c:v>
                      </c:pt>
                      <c:pt idx="1257">
                        <c:v>9.75783686890966</c:v>
                      </c:pt>
                      <c:pt idx="1258">
                        <c:v>9.7212197292388094</c:v>
                      </c:pt>
                      <c:pt idx="1259">
                        <c:v>9.7402715305533007</c:v>
                      </c:pt>
                      <c:pt idx="1260">
                        <c:v>9.7168139023113707</c:v>
                      </c:pt>
                      <c:pt idx="1261">
                        <c:v>9.7259878396728503</c:v>
                      </c:pt>
                      <c:pt idx="1262">
                        <c:v>9.5887157539162597</c:v>
                      </c:pt>
                      <c:pt idx="1263">
                        <c:v>9.5819544244415091</c:v>
                      </c:pt>
                      <c:pt idx="1264">
                        <c:v>9.6393820775653296</c:v>
                      </c:pt>
                      <c:pt idx="1265">
                        <c:v>9.60238819436168</c:v>
                      </c:pt>
                      <c:pt idx="1266">
                        <c:v>9.5843834088657793</c:v>
                      </c:pt>
                      <c:pt idx="1267">
                        <c:v>9.5329861799522799</c:v>
                      </c:pt>
                      <c:pt idx="1268">
                        <c:v>9.4998578373791993</c:v>
                      </c:pt>
                      <c:pt idx="1269">
                        <c:v>9.7552162436574594</c:v>
                      </c:pt>
                      <c:pt idx="1270">
                        <c:v>9.8515605157885595</c:v>
                      </c:pt>
                      <c:pt idx="1271">
                        <c:v>9.7783271174001491</c:v>
                      </c:pt>
                      <c:pt idx="1272">
                        <c:v>9.6841937027427107</c:v>
                      </c:pt>
                      <c:pt idx="1273">
                        <c:v>9.6909564925248208</c:v>
                      </c:pt>
                      <c:pt idx="1274">
                        <c:v>9.7448140950736803</c:v>
                      </c:pt>
                      <c:pt idx="1275">
                        <c:v>9.6995725390851408</c:v>
                      </c:pt>
                      <c:pt idx="1276">
                        <c:v>9.6658516189818897</c:v>
                      </c:pt>
                      <c:pt idx="1277">
                        <c:v>9.70008798106476</c:v>
                      </c:pt>
                      <c:pt idx="1278">
                        <c:v>9.6665923855822307</c:v>
                      </c:pt>
                      <c:pt idx="1279">
                        <c:v>9.6665923855822307</c:v>
                      </c:pt>
                      <c:pt idx="1280">
                        <c:v>9.6665923855822307</c:v>
                      </c:pt>
                      <c:pt idx="1281">
                        <c:v>9.4756277546603798</c:v>
                      </c:pt>
                      <c:pt idx="1282">
                        <c:v>9.4509798443139399</c:v>
                      </c:pt>
                      <c:pt idx="1283">
                        <c:v>9.2652603784517407</c:v>
                      </c:pt>
                      <c:pt idx="1284">
                        <c:v>9.1962856145577803</c:v>
                      </c:pt>
                      <c:pt idx="1285">
                        <c:v>9.1191408825568807</c:v>
                      </c:pt>
                      <c:pt idx="1286">
                        <c:v>9.0820257733822398</c:v>
                      </c:pt>
                      <c:pt idx="1287">
                        <c:v>9.0987776230472601</c:v>
                      </c:pt>
                      <c:pt idx="1288">
                        <c:v>9.1517328318313993</c:v>
                      </c:pt>
                      <c:pt idx="1289">
                        <c:v>9.1010639592520608</c:v>
                      </c:pt>
                      <c:pt idx="1290">
                        <c:v>9.1261146301108909</c:v>
                      </c:pt>
                      <c:pt idx="1291">
                        <c:v>9.0939119083837099</c:v>
                      </c:pt>
                      <c:pt idx="1292">
                        <c:v>9.0304138134096306</c:v>
                      </c:pt>
                      <c:pt idx="1293">
                        <c:v>8.9493861785286306</c:v>
                      </c:pt>
                      <c:pt idx="1294">
                        <c:v>8.8401018358461005</c:v>
                      </c:pt>
                      <c:pt idx="1295">
                        <c:v>8.8339100380333804</c:v>
                      </c:pt>
                      <c:pt idx="1296">
                        <c:v>8.7956798251104598</c:v>
                      </c:pt>
                      <c:pt idx="1297">
                        <c:v>8.7765750724585807</c:v>
                      </c:pt>
                      <c:pt idx="1298">
                        <c:v>8.7765750724585807</c:v>
                      </c:pt>
                      <c:pt idx="1299">
                        <c:v>8.77201242262473</c:v>
                      </c:pt>
                      <c:pt idx="1300">
                        <c:v>8.8857425262265508</c:v>
                      </c:pt>
                      <c:pt idx="1301">
                        <c:v>8.9355145925693797</c:v>
                      </c:pt>
                      <c:pt idx="1302">
                        <c:v>8.9519407435278193</c:v>
                      </c:pt>
                      <c:pt idx="1303">
                        <c:v>9.0611179230990508</c:v>
                      </c:pt>
                      <c:pt idx="1304">
                        <c:v>8.9879008418889104</c:v>
                      </c:pt>
                      <c:pt idx="1305">
                        <c:v>8.9273673755530893</c:v>
                      </c:pt>
                      <c:pt idx="1306">
                        <c:v>8.8389638895455995</c:v>
                      </c:pt>
                      <c:pt idx="1307">
                        <c:v>8.8354568525001298</c:v>
                      </c:pt>
                      <c:pt idx="1308">
                        <c:v>8.7224342884215602</c:v>
                      </c:pt>
                      <c:pt idx="1309">
                        <c:v>8.7364340060314802</c:v>
                      </c:pt>
                      <c:pt idx="1310">
                        <c:v>8.5443367998080006</c:v>
                      </c:pt>
                      <c:pt idx="1311">
                        <c:v>8.5443367998080006</c:v>
                      </c:pt>
                      <c:pt idx="1312">
                        <c:v>8.5443367998080006</c:v>
                      </c:pt>
                      <c:pt idx="1313">
                        <c:v>8.5693528819349094</c:v>
                      </c:pt>
                      <c:pt idx="1314">
                        <c:v>8.5452107184487307</c:v>
                      </c:pt>
                      <c:pt idx="1315">
                        <c:v>8.4092341959683505</c:v>
                      </c:pt>
                      <c:pt idx="1316">
                        <c:v>8.3919418210276202</c:v>
                      </c:pt>
                      <c:pt idx="1317">
                        <c:v>8.4037204178768494</c:v>
                      </c:pt>
                      <c:pt idx="1318">
                        <c:v>8.3912127111841901</c:v>
                      </c:pt>
                      <c:pt idx="1319">
                        <c:v>8.2385746111338403</c:v>
                      </c:pt>
                      <c:pt idx="1320">
                        <c:v>8.1335430601687708</c:v>
                      </c:pt>
                      <c:pt idx="1321">
                        <c:v>8.1441274589727399</c:v>
                      </c:pt>
                      <c:pt idx="1322">
                        <c:v>8.08828592477151</c:v>
                      </c:pt>
                      <c:pt idx="1323">
                        <c:v>8.1808263620776405</c:v>
                      </c:pt>
                      <c:pt idx="1324">
                        <c:v>8.1778266331392704</c:v>
                      </c:pt>
                      <c:pt idx="1325">
                        <c:v>8.0222957619798105</c:v>
                      </c:pt>
                      <c:pt idx="1326">
                        <c:v>7.95143795855987</c:v>
                      </c:pt>
                      <c:pt idx="1327">
                        <c:v>7.95143795855987</c:v>
                      </c:pt>
                      <c:pt idx="1328">
                        <c:v>7.9414835104684096</c:v>
                      </c:pt>
                      <c:pt idx="1329">
                        <c:v>7.9865344024106601</c:v>
                      </c:pt>
                      <c:pt idx="1330">
                        <c:v>7.9858357718457098</c:v>
                      </c:pt>
                      <c:pt idx="1331">
                        <c:v>7.9750225215468902</c:v>
                      </c:pt>
                      <c:pt idx="1332">
                        <c:v>7.9330878200146104</c:v>
                      </c:pt>
                      <c:pt idx="1333">
                        <c:v>7.9744542615672298</c:v>
                      </c:pt>
                      <c:pt idx="1334">
                        <c:v>7.9096328574851302</c:v>
                      </c:pt>
                      <c:pt idx="1335">
                        <c:v>7.8960762071612596</c:v>
                      </c:pt>
                      <c:pt idx="1336">
                        <c:v>7.8098488308225997</c:v>
                      </c:pt>
                      <c:pt idx="1337">
                        <c:v>7.8526920012650097</c:v>
                      </c:pt>
                      <c:pt idx="1338">
                        <c:v>7.82622103680115</c:v>
                      </c:pt>
                      <c:pt idx="1339">
                        <c:v>7.7279792787395403</c:v>
                      </c:pt>
                      <c:pt idx="1340">
                        <c:v>7.6830160418618103</c:v>
                      </c:pt>
                      <c:pt idx="1341">
                        <c:v>7.8567406316274297</c:v>
                      </c:pt>
                      <c:pt idx="1342">
                        <c:v>8.0744713673013493</c:v>
                      </c:pt>
                      <c:pt idx="1343">
                        <c:v>8.0744713673013493</c:v>
                      </c:pt>
                      <c:pt idx="1344">
                        <c:v>8.1382139116732599</c:v>
                      </c:pt>
                      <c:pt idx="1345">
                        <c:v>8.0137007497926298</c:v>
                      </c:pt>
                      <c:pt idx="1346">
                        <c:v>8.1426171478413707</c:v>
                      </c:pt>
                      <c:pt idx="1347">
                        <c:v>8.1278390899780302</c:v>
                      </c:pt>
                      <c:pt idx="1348">
                        <c:v>8.1190247179409099</c:v>
                      </c:pt>
                      <c:pt idx="1349">
                        <c:v>8.4460156743432506</c:v>
                      </c:pt>
                      <c:pt idx="1350">
                        <c:v>8.4460156743432506</c:v>
                      </c:pt>
                      <c:pt idx="1351">
                        <c:v>8.4460156743432506</c:v>
                      </c:pt>
                      <c:pt idx="1352">
                        <c:v>8.6599510563592599</c:v>
                      </c:pt>
                      <c:pt idx="1353">
                        <c:v>8.9624074057997394</c:v>
                      </c:pt>
                      <c:pt idx="1354">
                        <c:v>8.9011037091398393</c:v>
                      </c:pt>
                      <c:pt idx="1355">
                        <c:v>8.9279192164365995</c:v>
                      </c:pt>
                      <c:pt idx="1356">
                        <c:v>8.8075638053172405</c:v>
                      </c:pt>
                      <c:pt idx="1357">
                        <c:v>8.7833639676829698</c:v>
                      </c:pt>
                      <c:pt idx="1358">
                        <c:v>8.7833639676829698</c:v>
                      </c:pt>
                      <c:pt idx="1359">
                        <c:v>9.0008841728573294</c:v>
                      </c:pt>
                      <c:pt idx="1360">
                        <c:v>8.8824575054764594</c:v>
                      </c:pt>
                      <c:pt idx="1361">
                        <c:v>9.0024615841921207</c:v>
                      </c:pt>
                      <c:pt idx="1362">
                        <c:v>8.9798805825488603</c:v>
                      </c:pt>
                      <c:pt idx="1363">
                        <c:v>8.9798805825488603</c:v>
                      </c:pt>
                      <c:pt idx="1364">
                        <c:v>9.9392347357043498</c:v>
                      </c:pt>
                      <c:pt idx="1365">
                        <c:v>9.0922598325484891</c:v>
                      </c:pt>
                      <c:pt idx="1366">
                        <c:v>9.0171734126802008</c:v>
                      </c:pt>
                      <c:pt idx="1367">
                        <c:v>8.9360513496364593</c:v>
                      </c:pt>
                      <c:pt idx="1368">
                        <c:v>8.9360513496364593</c:v>
                      </c:pt>
                      <c:pt idx="1369">
                        <c:v>8.8596378392477604</c:v>
                      </c:pt>
                      <c:pt idx="1370">
                        <c:v>8.8056967807228403</c:v>
                      </c:pt>
                      <c:pt idx="1371">
                        <c:v>8.8367061950384205</c:v>
                      </c:pt>
                      <c:pt idx="1372">
                        <c:v>8.7553570533074208</c:v>
                      </c:pt>
                      <c:pt idx="1373">
                        <c:v>8.6124785356814293</c:v>
                      </c:pt>
                      <c:pt idx="1374">
                        <c:v>8.4405301018411993</c:v>
                      </c:pt>
                      <c:pt idx="1375">
                        <c:v>8.50319901804788</c:v>
                      </c:pt>
                      <c:pt idx="1376">
                        <c:v>8.4597660855220305</c:v>
                      </c:pt>
                      <c:pt idx="1377">
                        <c:v>8.8389558574110296</c:v>
                      </c:pt>
                      <c:pt idx="1378">
                        <c:v>8.9408418339703299</c:v>
                      </c:pt>
                      <c:pt idx="1379">
                        <c:v>8.9524309882696897</c:v>
                      </c:pt>
                      <c:pt idx="1380">
                        <c:v>8.83834996410733</c:v>
                      </c:pt>
                      <c:pt idx="1381">
                        <c:v>8.7942066385428301</c:v>
                      </c:pt>
                      <c:pt idx="1382">
                        <c:v>8.7476441270613403</c:v>
                      </c:pt>
                      <c:pt idx="1383">
                        <c:v>8.7476441270613403</c:v>
                      </c:pt>
                      <c:pt idx="1384">
                        <c:v>8.6948598330753697</c:v>
                      </c:pt>
                      <c:pt idx="1385">
                        <c:v>8.6914712453218499</c:v>
                      </c:pt>
                      <c:pt idx="1386">
                        <c:v>8.6671058164060994</c:v>
                      </c:pt>
                      <c:pt idx="1387">
                        <c:v>8.6004099825277596</c:v>
                      </c:pt>
                      <c:pt idx="1388">
                        <c:v>8.5668677785384801</c:v>
                      </c:pt>
                      <c:pt idx="1389">
                        <c:v>8.6319665513311499</c:v>
                      </c:pt>
                      <c:pt idx="1390">
                        <c:v>8.8104038543865997</c:v>
                      </c:pt>
                      <c:pt idx="1391">
                        <c:v>8.8363498914572993</c:v>
                      </c:pt>
                      <c:pt idx="1392">
                        <c:v>8.8004549769058702</c:v>
                      </c:pt>
                      <c:pt idx="1393">
                        <c:v>8.6721374926521992</c:v>
                      </c:pt>
                      <c:pt idx="1394">
                        <c:v>8.7120994643798593</c:v>
                      </c:pt>
                      <c:pt idx="1395">
                        <c:v>8.7750020379329197</c:v>
                      </c:pt>
                      <c:pt idx="1396">
                        <c:v>8.72759091842134</c:v>
                      </c:pt>
                      <c:pt idx="1397">
                        <c:v>8.72759091842134</c:v>
                      </c:pt>
                      <c:pt idx="1398">
                        <c:v>8.8751449002813594</c:v>
                      </c:pt>
                      <c:pt idx="1399">
                        <c:v>8.8453330912679995</c:v>
                      </c:pt>
                      <c:pt idx="1400">
                        <c:v>8.8256889197893003</c:v>
                      </c:pt>
                      <c:pt idx="1401">
                        <c:v>8.8114799218281892</c:v>
                      </c:pt>
                      <c:pt idx="1402">
                        <c:v>8.77067788555647</c:v>
                      </c:pt>
                      <c:pt idx="1403">
                        <c:v>8.77067788555647</c:v>
                      </c:pt>
                      <c:pt idx="1404">
                        <c:v>8.8408693821133895</c:v>
                      </c:pt>
                      <c:pt idx="1405">
                        <c:v>8.9925595278866304</c:v>
                      </c:pt>
                      <c:pt idx="1406">
                        <c:v>8.9093936620584397</c:v>
                      </c:pt>
                      <c:pt idx="1407">
                        <c:v>9.0165088743603601</c:v>
                      </c:pt>
                      <c:pt idx="1408">
                        <c:v>8.9021850649284495</c:v>
                      </c:pt>
                      <c:pt idx="1409">
                        <c:v>9.0384351845954392</c:v>
                      </c:pt>
                      <c:pt idx="1410">
                        <c:v>8.9914594186913508</c:v>
                      </c:pt>
                      <c:pt idx="1411">
                        <c:v>8.9529535032354897</c:v>
                      </c:pt>
                      <c:pt idx="1412">
                        <c:v>9.0005621198461903</c:v>
                      </c:pt>
                      <c:pt idx="1413">
                        <c:v>9.01718121333578</c:v>
                      </c:pt>
                      <c:pt idx="1414">
                        <c:v>9.0257003392970692</c:v>
                      </c:pt>
                      <c:pt idx="1415">
                        <c:v>9.0257003392970692</c:v>
                      </c:pt>
                      <c:pt idx="1416">
                        <c:v>8.9743853866251104</c:v>
                      </c:pt>
                      <c:pt idx="1417">
                        <c:v>8.8671908571954905</c:v>
                      </c:pt>
                      <c:pt idx="1418">
                        <c:v>8.8292283825511593</c:v>
                      </c:pt>
                      <c:pt idx="1419">
                        <c:v>8.9462315756634805</c:v>
                      </c:pt>
                      <c:pt idx="1420">
                        <c:v>8.9574696002101692</c:v>
                      </c:pt>
                      <c:pt idx="1421">
                        <c:v>9.0126250664541594</c:v>
                      </c:pt>
                      <c:pt idx="1422">
                        <c:v>9.0622234476730501</c:v>
                      </c:pt>
                      <c:pt idx="1423">
                        <c:v>8.9459378991167</c:v>
                      </c:pt>
                      <c:pt idx="1424">
                        <c:v>9.0039706989493897</c:v>
                      </c:pt>
                      <c:pt idx="1425">
                        <c:v>9.0491412539689993</c:v>
                      </c:pt>
                      <c:pt idx="1426">
                        <c:v>9.0878837344131806</c:v>
                      </c:pt>
                      <c:pt idx="1427">
                        <c:v>8.9467592602763695</c:v>
                      </c:pt>
                      <c:pt idx="1428">
                        <c:v>8.9517666981452404</c:v>
                      </c:pt>
                      <c:pt idx="1429">
                        <c:v>8.9021936359567402</c:v>
                      </c:pt>
                      <c:pt idx="1430">
                        <c:v>8.93153560608026</c:v>
                      </c:pt>
                      <c:pt idx="1431">
                        <c:v>8.8742030861826695</c:v>
                      </c:pt>
                      <c:pt idx="1432">
                        <c:v>8.85914957682912</c:v>
                      </c:pt>
                      <c:pt idx="1433">
                        <c:v>8.7057402368600201</c:v>
                      </c:pt>
                      <c:pt idx="1434">
                        <c:v>8.6451461777956897</c:v>
                      </c:pt>
                      <c:pt idx="1435">
                        <c:v>8.6420556365505306</c:v>
                      </c:pt>
                      <c:pt idx="1436">
                        <c:v>8.5326769769323807</c:v>
                      </c:pt>
                      <c:pt idx="1437">
                        <c:v>8.5709962327781604</c:v>
                      </c:pt>
                      <c:pt idx="1438">
                        <c:v>8.5642406770213704</c:v>
                      </c:pt>
                      <c:pt idx="1439">
                        <c:v>8.4021279208943902</c:v>
                      </c:pt>
                      <c:pt idx="1440">
                        <c:v>8.4598926569846196</c:v>
                      </c:pt>
                      <c:pt idx="1441">
                        <c:v>8.4824968538544194</c:v>
                      </c:pt>
                      <c:pt idx="1442">
                        <c:v>8.47411378904172</c:v>
                      </c:pt>
                      <c:pt idx="1443">
                        <c:v>8.47411378904172</c:v>
                      </c:pt>
                      <c:pt idx="1444">
                        <c:v>8.4927608018359599</c:v>
                      </c:pt>
                      <c:pt idx="1445">
                        <c:v>8.4331508205772998</c:v>
                      </c:pt>
                      <c:pt idx="1446">
                        <c:v>8.3966996912370107</c:v>
                      </c:pt>
                      <c:pt idx="1447">
                        <c:v>8.4043881069377893</c:v>
                      </c:pt>
                      <c:pt idx="1448">
                        <c:v>8.23216186111339</c:v>
                      </c:pt>
                      <c:pt idx="1449">
                        <c:v>8.3716374028824205</c:v>
                      </c:pt>
                      <c:pt idx="1450">
                        <c:v>8.4191128281295704</c:v>
                      </c:pt>
                      <c:pt idx="1451">
                        <c:v>8.29274307315392</c:v>
                      </c:pt>
                      <c:pt idx="1452">
                        <c:v>8.2954714326202001</c:v>
                      </c:pt>
                      <c:pt idx="1453">
                        <c:v>8.0650467799016194</c:v>
                      </c:pt>
                      <c:pt idx="1454">
                        <c:v>7.9575251328479899</c:v>
                      </c:pt>
                      <c:pt idx="1455">
                        <c:v>7.9675154642674997</c:v>
                      </c:pt>
                      <c:pt idx="1456">
                        <c:v>7.8680748216263101</c:v>
                      </c:pt>
                      <c:pt idx="1457">
                        <c:v>7.7946309756950098</c:v>
                      </c:pt>
                      <c:pt idx="1458">
                        <c:v>7.7946309756950098</c:v>
                      </c:pt>
                      <c:pt idx="1459">
                        <c:v>7.78820387381327</c:v>
                      </c:pt>
                      <c:pt idx="1460">
                        <c:v>7.6304174828513203</c:v>
                      </c:pt>
                      <c:pt idx="1461">
                        <c:v>7.7542653306731504</c:v>
                      </c:pt>
                      <c:pt idx="1462">
                        <c:v>7.4534684702668796</c:v>
                      </c:pt>
                      <c:pt idx="1463">
                        <c:v>7.4899578055972196</c:v>
                      </c:pt>
                      <c:pt idx="1464">
                        <c:v>7.3989014933537103</c:v>
                      </c:pt>
                      <c:pt idx="1465">
                        <c:v>7.2842069673188599</c:v>
                      </c:pt>
                      <c:pt idx="1466">
                        <c:v>7.1854517407635097</c:v>
                      </c:pt>
                      <c:pt idx="1467">
                        <c:v>7.0950314254020297</c:v>
                      </c:pt>
                      <c:pt idx="1468">
                        <c:v>7.0950314254020297</c:v>
                      </c:pt>
                      <c:pt idx="1469">
                        <c:v>7.3267762538959698</c:v>
                      </c:pt>
                      <c:pt idx="1470">
                        <c:v>7.3369091864665998</c:v>
                      </c:pt>
                      <c:pt idx="1471">
                        <c:v>7.32439150481183</c:v>
                      </c:pt>
                      <c:pt idx="1472">
                        <c:v>7.2039519980800497</c:v>
                      </c:pt>
                      <c:pt idx="1473">
                        <c:v>7.3278147487831298</c:v>
                      </c:pt>
                      <c:pt idx="1474">
                        <c:v>7.1105467334355401</c:v>
                      </c:pt>
                      <c:pt idx="1475">
                        <c:v>7.0408252121336599</c:v>
                      </c:pt>
                      <c:pt idx="1476">
                        <c:v>6.79699979441064</c:v>
                      </c:pt>
                      <c:pt idx="1477">
                        <c:v>7.10474231961435</c:v>
                      </c:pt>
                      <c:pt idx="1478">
                        <c:v>6.93240397590949</c:v>
                      </c:pt>
                      <c:pt idx="1479">
                        <c:v>6.8295803869371499</c:v>
                      </c:pt>
                      <c:pt idx="1480">
                        <c:v>6.8481794034593699</c:v>
                      </c:pt>
                      <c:pt idx="1481">
                        <c:v>6.8925377184874499</c:v>
                      </c:pt>
                      <c:pt idx="1482">
                        <c:v>7.1823875846822798</c:v>
                      </c:pt>
                      <c:pt idx="1483">
                        <c:v>7.0870676023505599</c:v>
                      </c:pt>
                      <c:pt idx="1484">
                        <c:v>7.0870676023505599</c:v>
                      </c:pt>
                      <c:pt idx="1485">
                        <c:v>7.2767681111308802</c:v>
                      </c:pt>
                      <c:pt idx="1486">
                        <c:v>7.03421082066256</c:v>
                      </c:pt>
                      <c:pt idx="1487">
                        <c:v>7.1833684007605001</c:v>
                      </c:pt>
                      <c:pt idx="1488">
                        <c:v>7.14478602806998</c:v>
                      </c:pt>
                      <c:pt idx="1489">
                        <c:v>7.12832231152428</c:v>
                      </c:pt>
                      <c:pt idx="1490">
                        <c:v>7.1092594998049998</c:v>
                      </c:pt>
                      <c:pt idx="1491">
                        <c:v>7.1561256533163</c:v>
                      </c:pt>
                      <c:pt idx="1492">
                        <c:v>7.1927404070560996</c:v>
                      </c:pt>
                      <c:pt idx="1493">
                        <c:v>7.4058182473498402</c:v>
                      </c:pt>
                      <c:pt idx="1494">
                        <c:v>7.2439593456372098</c:v>
                      </c:pt>
                      <c:pt idx="1495">
                        <c:v>7.3192425031105701</c:v>
                      </c:pt>
                      <c:pt idx="1496">
                        <c:v>7.1806008213210601</c:v>
                      </c:pt>
                      <c:pt idx="1497">
                        <c:v>7.1806008213210601</c:v>
                      </c:pt>
                      <c:pt idx="1498">
                        <c:v>7.2479852936523903</c:v>
                      </c:pt>
                      <c:pt idx="1499">
                        <c:v>7.2618248645493102</c:v>
                      </c:pt>
                      <c:pt idx="1500">
                        <c:v>7.3250263310887203</c:v>
                      </c:pt>
                      <c:pt idx="1501">
                        <c:v>7.3250263310887203</c:v>
                      </c:pt>
                      <c:pt idx="1502">
                        <c:v>7.3250263310887203</c:v>
                      </c:pt>
                      <c:pt idx="1503">
                        <c:v>7.3654929034863299</c:v>
                      </c:pt>
                      <c:pt idx="1504">
                        <c:v>7.3851151679122697</c:v>
                      </c:pt>
                      <c:pt idx="1505">
                        <c:v>7.3777121889367896</c:v>
                      </c:pt>
                      <c:pt idx="1506">
                        <c:v>7.6715181299837996</c:v>
                      </c:pt>
                      <c:pt idx="1507">
                        <c:v>7.5965673598309502</c:v>
                      </c:pt>
                      <c:pt idx="1508">
                        <c:v>7.5965673598309502</c:v>
                      </c:pt>
                      <c:pt idx="1509">
                        <c:v>7.7413009531719101</c:v>
                      </c:pt>
                      <c:pt idx="1510">
                        <c:v>7.9790428506194404</c:v>
                      </c:pt>
                      <c:pt idx="1511">
                        <c:v>8.0885338249213898</c:v>
                      </c:pt>
                      <c:pt idx="1512">
                        <c:v>8.2288221575459506</c:v>
                      </c:pt>
                      <c:pt idx="1513">
                        <c:v>8.0743282029891095</c:v>
                      </c:pt>
                      <c:pt idx="1514">
                        <c:v>8.0057458092051395</c:v>
                      </c:pt>
                      <c:pt idx="1515">
                        <c:v>8.0746872587470104</c:v>
                      </c:pt>
                      <c:pt idx="1516">
                        <c:v>8.0697871008797808</c:v>
                      </c:pt>
                      <c:pt idx="1517">
                        <c:v>7.9876105263155601</c:v>
                      </c:pt>
                      <c:pt idx="1518">
                        <c:v>7.9602242838076798</c:v>
                      </c:pt>
                      <c:pt idx="1519">
                        <c:v>7.9776632307803803</c:v>
                      </c:pt>
                      <c:pt idx="1520">
                        <c:v>8.13715977305419</c:v>
                      </c:pt>
                      <c:pt idx="1521">
                        <c:v>8.2246518679315805</c:v>
                      </c:pt>
                      <c:pt idx="1522">
                        <c:v>8.2370666316908405</c:v>
                      </c:pt>
                      <c:pt idx="1523">
                        <c:v>8.3280072498486994</c:v>
                      </c:pt>
                      <c:pt idx="1524">
                        <c:v>8.4524982479854192</c:v>
                      </c:pt>
                      <c:pt idx="1525">
                        <c:v>8.3106492287924798</c:v>
                      </c:pt>
                      <c:pt idx="1526">
                        <c:v>8.5010054533680304</c:v>
                      </c:pt>
                      <c:pt idx="1527">
                        <c:v>8.4906714795027103</c:v>
                      </c:pt>
                      <c:pt idx="1528">
                        <c:v>8.3222249801957702</c:v>
                      </c:pt>
                      <c:pt idx="1529">
                        <c:v>8.3416418834626107</c:v>
                      </c:pt>
                      <c:pt idx="1530">
                        <c:v>8.3639518392466101</c:v>
                      </c:pt>
                      <c:pt idx="1531">
                        <c:v>8.3659076504454895</c:v>
                      </c:pt>
                      <c:pt idx="1532">
                        <c:v>8.3112736827437708</c:v>
                      </c:pt>
                      <c:pt idx="1533">
                        <c:v>8.3555399180189696</c:v>
                      </c:pt>
                      <c:pt idx="1534">
                        <c:v>8.5682078750715203</c:v>
                      </c:pt>
                      <c:pt idx="1535">
                        <c:v>8.4353802639550803</c:v>
                      </c:pt>
                      <c:pt idx="1536">
                        <c:v>8.4707384596232291</c:v>
                      </c:pt>
                      <c:pt idx="1537">
                        <c:v>8.5187548680281608</c:v>
                      </c:pt>
                      <c:pt idx="1538">
                        <c:v>8.5119139877957899</c:v>
                      </c:pt>
                      <c:pt idx="1539">
                        <c:v>8.5709726124480596</c:v>
                      </c:pt>
                      <c:pt idx="1540">
                        <c:v>8.5201138794678997</c:v>
                      </c:pt>
                      <c:pt idx="1541">
                        <c:v>8.5604983987667698</c:v>
                      </c:pt>
                      <c:pt idx="1542">
                        <c:v>8.5693960865055008</c:v>
                      </c:pt>
                      <c:pt idx="1543">
                        <c:v>8.4956168804504806</c:v>
                      </c:pt>
                      <c:pt idx="1544">
                        <c:v>8.4738181777672104</c:v>
                      </c:pt>
                      <c:pt idx="1545">
                        <c:v>8.50135430143383</c:v>
                      </c:pt>
                      <c:pt idx="1546">
                        <c:v>8.5267081398880507</c:v>
                      </c:pt>
                      <c:pt idx="1547">
                        <c:v>8.4280627640654195</c:v>
                      </c:pt>
                      <c:pt idx="1548">
                        <c:v>8.4014586546352206</c:v>
                      </c:pt>
                      <c:pt idx="1549">
                        <c:v>8.4972804328777798</c:v>
                      </c:pt>
                      <c:pt idx="1550">
                        <c:v>8.5176023735979207</c:v>
                      </c:pt>
                      <c:pt idx="1551">
                        <c:v>8.5000023739367698</c:v>
                      </c:pt>
                      <c:pt idx="1552">
                        <c:v>8.4577300620239395</c:v>
                      </c:pt>
                      <c:pt idx="1553">
                        <c:v>8.4702913708930101</c:v>
                      </c:pt>
                      <c:pt idx="1554">
                        <c:v>8.3443371296104392</c:v>
                      </c:pt>
                      <c:pt idx="1555">
                        <c:v>8.3093218003323397</c:v>
                      </c:pt>
                      <c:pt idx="1556">
                        <c:v>8.4049303741995498</c:v>
                      </c:pt>
                      <c:pt idx="1557">
                        <c:v>8.4090187275641703</c:v>
                      </c:pt>
                      <c:pt idx="1558">
                        <c:v>8.4090187275641703</c:v>
                      </c:pt>
                      <c:pt idx="1559">
                        <c:v>8.38327832485888</c:v>
                      </c:pt>
                      <c:pt idx="1560">
                        <c:v>8.3830095442481394</c:v>
                      </c:pt>
                      <c:pt idx="1561">
                        <c:v>8.3996348944826895</c:v>
                      </c:pt>
                      <c:pt idx="1562">
                        <c:v>8.4562141362925693</c:v>
                      </c:pt>
                      <c:pt idx="1563">
                        <c:v>8.4042175947865907</c:v>
                      </c:pt>
                      <c:pt idx="1564">
                        <c:v>8.38942737626164</c:v>
                      </c:pt>
                      <c:pt idx="1565">
                        <c:v>8.4271116885773605</c:v>
                      </c:pt>
                      <c:pt idx="1566">
                        <c:v>8.4271116885773605</c:v>
                      </c:pt>
                      <c:pt idx="1567">
                        <c:v>8.4271116885773605</c:v>
                      </c:pt>
                      <c:pt idx="1568">
                        <c:v>8.3862790450749802</c:v>
                      </c:pt>
                      <c:pt idx="1569">
                        <c:v>8.2605917749511608</c:v>
                      </c:pt>
                      <c:pt idx="1570">
                        <c:v>8.1112483417992305</c:v>
                      </c:pt>
                      <c:pt idx="1571">
                        <c:v>8.1536387640617605</c:v>
                      </c:pt>
                      <c:pt idx="1572">
                        <c:v>8.0489842275689991</c:v>
                      </c:pt>
                      <c:pt idx="1573">
                        <c:v>7.9628166533821503</c:v>
                      </c:pt>
                      <c:pt idx="1574">
                        <c:v>8.0628260683679596</c:v>
                      </c:pt>
                      <c:pt idx="1575">
                        <c:v>8.0745523146296598</c:v>
                      </c:pt>
                      <c:pt idx="1576">
                        <c:v>8.0238251163088705</c:v>
                      </c:pt>
                      <c:pt idx="1577">
                        <c:v>8.0248605595131099</c:v>
                      </c:pt>
                      <c:pt idx="1578">
                        <c:v>8.0382263449716493</c:v>
                      </c:pt>
                      <c:pt idx="1579">
                        <c:v>7.9386738325291697</c:v>
                      </c:pt>
                      <c:pt idx="1580">
                        <c:v>7.9717558553476202</c:v>
                      </c:pt>
                      <c:pt idx="1581">
                        <c:v>7.9762211889387098</c:v>
                      </c:pt>
                      <c:pt idx="1582">
                        <c:v>8.0365108651362807</c:v>
                      </c:pt>
                      <c:pt idx="1583">
                        <c:v>8.0138251061299393</c:v>
                      </c:pt>
                      <c:pt idx="1584">
                        <c:v>8.09988875753419</c:v>
                      </c:pt>
                      <c:pt idx="1585">
                        <c:v>8.0887904305210903</c:v>
                      </c:pt>
                      <c:pt idx="1586">
                        <c:v>8.0535345423105102</c:v>
                      </c:pt>
                      <c:pt idx="1587">
                        <c:v>8.0906939132150804</c:v>
                      </c:pt>
                      <c:pt idx="1588">
                        <c:v>7.7637415624690904</c:v>
                      </c:pt>
                      <c:pt idx="1589">
                        <c:v>7.7369457021286099</c:v>
                      </c:pt>
                      <c:pt idx="1590">
                        <c:v>7.8028262003216602</c:v>
                      </c:pt>
                      <c:pt idx="1591">
                        <c:v>7.7114115150650901</c:v>
                      </c:pt>
                      <c:pt idx="1592">
                        <c:v>7.9119015395276699</c:v>
                      </c:pt>
                      <c:pt idx="1593">
                        <c:v>7.8506229872029598</c:v>
                      </c:pt>
                      <c:pt idx="1594">
                        <c:v>7.82705732296807</c:v>
                      </c:pt>
                      <c:pt idx="1595">
                        <c:v>7.7954436193837902</c:v>
                      </c:pt>
                      <c:pt idx="1596">
                        <c:v>7.8199162547113596</c:v>
                      </c:pt>
                      <c:pt idx="1597">
                        <c:v>7.9503765604303798</c:v>
                      </c:pt>
                      <c:pt idx="1598">
                        <c:v>7.9503765604303798</c:v>
                      </c:pt>
                      <c:pt idx="1599">
                        <c:v>7.9860121212130304</c:v>
                      </c:pt>
                      <c:pt idx="1600">
                        <c:v>8.0143667855119407</c:v>
                      </c:pt>
                      <c:pt idx="1601">
                        <c:v>8.0061701772280998</c:v>
                      </c:pt>
                      <c:pt idx="1602">
                        <c:v>7.9431017688177104</c:v>
                      </c:pt>
                      <c:pt idx="1603">
                        <c:v>7.8531012196893002</c:v>
                      </c:pt>
                      <c:pt idx="1604">
                        <c:v>7.8870912862375899</c:v>
                      </c:pt>
                      <c:pt idx="1605">
                        <c:v>7.8225636172137696</c:v>
                      </c:pt>
                      <c:pt idx="1606">
                        <c:v>7.8045698057105897</c:v>
                      </c:pt>
                      <c:pt idx="1607">
                        <c:v>7.8611819450208298</c:v>
                      </c:pt>
                      <c:pt idx="1608">
                        <c:v>7.8503434941667596</c:v>
                      </c:pt>
                      <c:pt idx="1609">
                        <c:v>7.8184535194517402</c:v>
                      </c:pt>
                      <c:pt idx="1610">
                        <c:v>7.7647252712767001</c:v>
                      </c:pt>
                      <c:pt idx="1611">
                        <c:v>7.7334760041110799</c:v>
                      </c:pt>
                      <c:pt idx="1612">
                        <c:v>7.7426219599569404</c:v>
                      </c:pt>
                      <c:pt idx="1613">
                        <c:v>7.7426219599569404</c:v>
                      </c:pt>
                      <c:pt idx="1614">
                        <c:v>7.4217880602800497</c:v>
                      </c:pt>
                      <c:pt idx="1615">
                        <c:v>7.4928590579475003</c:v>
                      </c:pt>
                      <c:pt idx="1616">
                        <c:v>7.4556750937907204</c:v>
                      </c:pt>
                      <c:pt idx="1617">
                        <c:v>7.4598466151642899</c:v>
                      </c:pt>
                      <c:pt idx="1618">
                        <c:v>7.4598466151642899</c:v>
                      </c:pt>
                      <c:pt idx="1619">
                        <c:v>7.5001237903251203</c:v>
                      </c:pt>
                      <c:pt idx="1620">
                        <c:v>7.6173704149703001</c:v>
                      </c:pt>
                      <c:pt idx="1621">
                        <c:v>7.6290221094956898</c:v>
                      </c:pt>
                      <c:pt idx="1622">
                        <c:v>7.5322711460328202</c:v>
                      </c:pt>
                      <c:pt idx="1623">
                        <c:v>7.6789869806828399</c:v>
                      </c:pt>
                      <c:pt idx="1624">
                        <c:v>7.6826229102413404</c:v>
                      </c:pt>
                      <c:pt idx="1625">
                        <c:v>7.6980904274893902</c:v>
                      </c:pt>
                      <c:pt idx="1626">
                        <c:v>7.6515537120705597</c:v>
                      </c:pt>
                      <c:pt idx="1627">
                        <c:v>7.6247318351048996</c:v>
                      </c:pt>
                      <c:pt idx="1628">
                        <c:v>7.59400065249008</c:v>
                      </c:pt>
                      <c:pt idx="1629">
                        <c:v>7.5501120881274497</c:v>
                      </c:pt>
                      <c:pt idx="1630">
                        <c:v>7.5214152005666</c:v>
                      </c:pt>
                      <c:pt idx="1631">
                        <c:v>7.3171470623140902</c:v>
                      </c:pt>
                      <c:pt idx="1632">
                        <c:v>7.2929420067325497</c:v>
                      </c:pt>
                      <c:pt idx="1633">
                        <c:v>7.2929420067325497</c:v>
                      </c:pt>
                      <c:pt idx="1634">
                        <c:v>7.2749796236163498</c:v>
                      </c:pt>
                      <c:pt idx="1635">
                        <c:v>7.3639678325102</c:v>
                      </c:pt>
                      <c:pt idx="1636">
                        <c:v>7.2511504185785602</c:v>
                      </c:pt>
                      <c:pt idx="1637">
                        <c:v>7.2924674022024201</c:v>
                      </c:pt>
                      <c:pt idx="1638">
                        <c:v>7.23079184160986</c:v>
                      </c:pt>
                      <c:pt idx="1639">
                        <c:v>7.3186556129920897</c:v>
                      </c:pt>
                      <c:pt idx="1640">
                        <c:v>7.2090222134617097</c:v>
                      </c:pt>
                      <c:pt idx="1641">
                        <c:v>7.1639824853110596</c:v>
                      </c:pt>
                      <c:pt idx="1642">
                        <c:v>7.1818968908992904</c:v>
                      </c:pt>
                      <c:pt idx="1643">
                        <c:v>6.9508312787547402</c:v>
                      </c:pt>
                      <c:pt idx="1644">
                        <c:v>6.9508312787547402</c:v>
                      </c:pt>
                      <c:pt idx="1645">
                        <c:v>7.0050743358989003</c:v>
                      </c:pt>
                      <c:pt idx="1646">
                        <c:v>7.2021169640699503</c:v>
                      </c:pt>
                      <c:pt idx="1647">
                        <c:v>7.2618888872881504</c:v>
                      </c:pt>
                      <c:pt idx="1648">
                        <c:v>7.2823669787503302</c:v>
                      </c:pt>
                      <c:pt idx="1649">
                        <c:v>7.2817845836464903</c:v>
                      </c:pt>
                      <c:pt idx="1650">
                        <c:v>7.31218407446445</c:v>
                      </c:pt>
                      <c:pt idx="1651">
                        <c:v>7.2430533264466099</c:v>
                      </c:pt>
                      <c:pt idx="1652">
                        <c:v>7.1691156729811496</c:v>
                      </c:pt>
                      <c:pt idx="1653">
                        <c:v>7.1051374710508197</c:v>
                      </c:pt>
                      <c:pt idx="1654">
                        <c:v>7.2213252281912101</c:v>
                      </c:pt>
                      <c:pt idx="1655">
                        <c:v>7.1026042778393803</c:v>
                      </c:pt>
                      <c:pt idx="1656">
                        <c:v>7.0940371346601196</c:v>
                      </c:pt>
                      <c:pt idx="1657">
                        <c:v>6.9647311910162504</c:v>
                      </c:pt>
                      <c:pt idx="1658">
                        <c:v>6.7400422966419598</c:v>
                      </c:pt>
                      <c:pt idx="1659">
                        <c:v>6.9237331738967303</c:v>
                      </c:pt>
                      <c:pt idx="1660">
                        <c:v>6.9118951698927003</c:v>
                      </c:pt>
                      <c:pt idx="1661">
                        <c:v>7.1050629349058498</c:v>
                      </c:pt>
                      <c:pt idx="1662">
                        <c:v>6.9950790481345004</c:v>
                      </c:pt>
                      <c:pt idx="1663">
                        <c:v>6.9950790481345004</c:v>
                      </c:pt>
                      <c:pt idx="1664">
                        <c:v>6.9702261747366903</c:v>
                      </c:pt>
                      <c:pt idx="1665">
                        <c:v>6.90692201581974</c:v>
                      </c:pt>
                      <c:pt idx="1666">
                        <c:v>6.85894335724511</c:v>
                      </c:pt>
                      <c:pt idx="1667">
                        <c:v>6.8540233016412504</c:v>
                      </c:pt>
                      <c:pt idx="1668">
                        <c:v>6.7428428292408897</c:v>
                      </c:pt>
                      <c:pt idx="1669">
                        <c:v>6.8683263695450201</c:v>
                      </c:pt>
                      <c:pt idx="1670">
                        <c:v>6.8475349810257704</c:v>
                      </c:pt>
                      <c:pt idx="1671">
                        <c:v>6.8018291663013102</c:v>
                      </c:pt>
                      <c:pt idx="1672">
                        <c:v>6.8182545224102196</c:v>
                      </c:pt>
                      <c:pt idx="1673">
                        <c:v>6.7173778140457596</c:v>
                      </c:pt>
                      <c:pt idx="1674">
                        <c:v>6.8148541268873304</c:v>
                      </c:pt>
                      <c:pt idx="1675">
                        <c:v>6.7048072460790902</c:v>
                      </c:pt>
                      <c:pt idx="1676">
                        <c:v>6.7247678569006304</c:v>
                      </c:pt>
                      <c:pt idx="1677">
                        <c:v>6.7157558175628402</c:v>
                      </c:pt>
                      <c:pt idx="1678">
                        <c:v>6.5573467707473601</c:v>
                      </c:pt>
                      <c:pt idx="1679">
                        <c:v>6.65477417106736</c:v>
                      </c:pt>
                      <c:pt idx="1680">
                        <c:v>6.6730647281865698</c:v>
                      </c:pt>
                      <c:pt idx="1681">
                        <c:v>6.9045446464345002</c:v>
                      </c:pt>
                      <c:pt idx="1682">
                        <c:v>6.82556020516025</c:v>
                      </c:pt>
                      <c:pt idx="1683">
                        <c:v>6.9866789007952699</c:v>
                      </c:pt>
                      <c:pt idx="1684">
                        <c:v>6.9069853778176196</c:v>
                      </c:pt>
                      <c:pt idx="1685">
                        <c:v>6.8355742980376197</c:v>
                      </c:pt>
                      <c:pt idx="1686">
                        <c:v>6.8229434870419201</c:v>
                      </c:pt>
                      <c:pt idx="1687">
                        <c:v>6.6513072554183603</c:v>
                      </c:pt>
                      <c:pt idx="1688">
                        <c:v>6.65951552531725</c:v>
                      </c:pt>
                      <c:pt idx="1689">
                        <c:v>6.7480917783138903</c:v>
                      </c:pt>
                      <c:pt idx="1690">
                        <c:v>6.8077962029424999</c:v>
                      </c:pt>
                      <c:pt idx="1691">
                        <c:v>6.7113843814556704</c:v>
                      </c:pt>
                      <c:pt idx="1692">
                        <c:v>6.7878859351494203</c:v>
                      </c:pt>
                      <c:pt idx="1693">
                        <c:v>6.7427565482681802</c:v>
                      </c:pt>
                      <c:pt idx="1694">
                        <c:v>6.6209036256250702</c:v>
                      </c:pt>
                      <c:pt idx="1695">
                        <c:v>6.6208280867551599</c:v>
                      </c:pt>
                      <c:pt idx="1696">
                        <c:v>6.7213837639110903</c:v>
                      </c:pt>
                      <c:pt idx="1697">
                        <c:v>6.6869474998126597</c:v>
                      </c:pt>
                      <c:pt idx="1698">
                        <c:v>6.7337953520568101</c:v>
                      </c:pt>
                      <c:pt idx="1699">
                        <c:v>6.73900988710189</c:v>
                      </c:pt>
                      <c:pt idx="1700">
                        <c:v>6.7425381845052001</c:v>
                      </c:pt>
                      <c:pt idx="1701">
                        <c:v>6.6373224649531899</c:v>
                      </c:pt>
                      <c:pt idx="1702">
                        <c:v>6.5793578053934096</c:v>
                      </c:pt>
                      <c:pt idx="1703">
                        <c:v>6.5408457350282596</c:v>
                      </c:pt>
                      <c:pt idx="1704">
                        <c:v>6.5617531678255903</c:v>
                      </c:pt>
                      <c:pt idx="1705">
                        <c:v>6.5748612772640298</c:v>
                      </c:pt>
                      <c:pt idx="1706">
                        <c:v>6.54088844017474</c:v>
                      </c:pt>
                      <c:pt idx="1707">
                        <c:v>6.5473664642097802</c:v>
                      </c:pt>
                      <c:pt idx="1708">
                        <c:v>6.5473664642097802</c:v>
                      </c:pt>
                      <c:pt idx="1709">
                        <c:v>6.6311146381267898</c:v>
                      </c:pt>
                      <c:pt idx="1710">
                        <c:v>6.5633459208044496</c:v>
                      </c:pt>
                      <c:pt idx="1711">
                        <c:v>6.5212340323447204</c:v>
                      </c:pt>
                      <c:pt idx="1712">
                        <c:v>6.4822889972008797</c:v>
                      </c:pt>
                      <c:pt idx="1713">
                        <c:v>6.4323261402066798</c:v>
                      </c:pt>
                      <c:pt idx="1714">
                        <c:v>6.4738752178439603</c:v>
                      </c:pt>
                      <c:pt idx="1715">
                        <c:v>6.4391963172635798</c:v>
                      </c:pt>
                      <c:pt idx="1716">
                        <c:v>6.3820660646549197</c:v>
                      </c:pt>
                      <c:pt idx="1717">
                        <c:v>6.4153604234917498</c:v>
                      </c:pt>
                      <c:pt idx="1718">
                        <c:v>6.4153604234917498</c:v>
                      </c:pt>
                      <c:pt idx="1719">
                        <c:v>6.4470614820577996</c:v>
                      </c:pt>
                      <c:pt idx="1720">
                        <c:v>6.5321603117316096</c:v>
                      </c:pt>
                      <c:pt idx="1721">
                        <c:v>6.4814040736541401</c:v>
                      </c:pt>
                      <c:pt idx="1722">
                        <c:v>6.4645768349675201</c:v>
                      </c:pt>
                      <c:pt idx="1723">
                        <c:v>6.44505171303953</c:v>
                      </c:pt>
                      <c:pt idx="1724">
                        <c:v>6.4110849795566001</c:v>
                      </c:pt>
                      <c:pt idx="1725">
                        <c:v>6.4163681065086804</c:v>
                      </c:pt>
                      <c:pt idx="1726">
                        <c:v>6.5203556960295801</c:v>
                      </c:pt>
                      <c:pt idx="1727">
                        <c:v>6.6649406545344103</c:v>
                      </c:pt>
                      <c:pt idx="1728">
                        <c:v>6.6649406545344103</c:v>
                      </c:pt>
                      <c:pt idx="1729">
                        <c:v>6.9025448603286303</c:v>
                      </c:pt>
                      <c:pt idx="1730">
                        <c:v>6.7576476992181602</c:v>
                      </c:pt>
                      <c:pt idx="1731">
                        <c:v>6.7166100945653904</c:v>
                      </c:pt>
                      <c:pt idx="1732">
                        <c:v>6.6415213910280899</c:v>
                      </c:pt>
                      <c:pt idx="1733">
                        <c:v>6.7347165731451799</c:v>
                      </c:pt>
                      <c:pt idx="1734">
                        <c:v>6.8760021439310002</c:v>
                      </c:pt>
                      <c:pt idx="1735">
                        <c:v>6.7594015688584097</c:v>
                      </c:pt>
                      <c:pt idx="1736">
                        <c:v>6.8266950844059604</c:v>
                      </c:pt>
                      <c:pt idx="1737">
                        <c:v>6.8858454803204099</c:v>
                      </c:pt>
                      <c:pt idx="1738">
                        <c:v>6.8950953854629802</c:v>
                      </c:pt>
                      <c:pt idx="1739">
                        <c:v>6.9135819211514704</c:v>
                      </c:pt>
                      <c:pt idx="1740">
                        <c:v>6.8197857755614404</c:v>
                      </c:pt>
                      <c:pt idx="1741">
                        <c:v>6.8988704994722196</c:v>
                      </c:pt>
                      <c:pt idx="1742">
                        <c:v>6.8406125423967303</c:v>
                      </c:pt>
                      <c:pt idx="1743">
                        <c:v>6.8133649295977197</c:v>
                      </c:pt>
                      <c:pt idx="1744">
                        <c:v>6.8614859381898201</c:v>
                      </c:pt>
                      <c:pt idx="1745">
                        <c:v>6.8614859381898201</c:v>
                      </c:pt>
                      <c:pt idx="1746">
                        <c:v>6.92667630906183</c:v>
                      </c:pt>
                      <c:pt idx="1747">
                        <c:v>7.1251871754384801</c:v>
                      </c:pt>
                      <c:pt idx="1748">
                        <c:v>7.29512973161758</c:v>
                      </c:pt>
                      <c:pt idx="1749">
                        <c:v>7.2686369372538397</c:v>
                      </c:pt>
                      <c:pt idx="1750">
                        <c:v>7.2766994515665102</c:v>
                      </c:pt>
                      <c:pt idx="1751">
                        <c:v>7.2740873046984902</c:v>
                      </c:pt>
                      <c:pt idx="1752">
                        <c:v>7.1960821671833903</c:v>
                      </c:pt>
                      <c:pt idx="1753">
                        <c:v>7.33286725354683</c:v>
                      </c:pt>
                      <c:pt idx="1754">
                        <c:v>7.2975947046973104</c:v>
                      </c:pt>
                      <c:pt idx="1755">
                        <c:v>7.2783752804529804</c:v>
                      </c:pt>
                      <c:pt idx="1756">
                        <c:v>7.2593277854262599</c:v>
                      </c:pt>
                      <c:pt idx="1757">
                        <c:v>7.19242010319679</c:v>
                      </c:pt>
                      <c:pt idx="1758">
                        <c:v>7.2589164986343997</c:v>
                      </c:pt>
                      <c:pt idx="1759">
                        <c:v>7.2465482612913199</c:v>
                      </c:pt>
                      <c:pt idx="1760">
                        <c:v>7.2761316359858004</c:v>
                      </c:pt>
                      <c:pt idx="1761">
                        <c:v>7.3206496035267996</c:v>
                      </c:pt>
                      <c:pt idx="1762">
                        <c:v>7.3206496035267996</c:v>
                      </c:pt>
                      <c:pt idx="1763">
                        <c:v>7.2627368062316799</c:v>
                      </c:pt>
                      <c:pt idx="1764">
                        <c:v>7.5296200284115997</c:v>
                      </c:pt>
                      <c:pt idx="1765">
                        <c:v>7.5674496182004498</c:v>
                      </c:pt>
                      <c:pt idx="1766">
                        <c:v>7.6791834672983201</c:v>
                      </c:pt>
                      <c:pt idx="1767">
                        <c:v>7.5495500398750899</c:v>
                      </c:pt>
                      <c:pt idx="1768">
                        <c:v>7.5495500398750899</c:v>
                      </c:pt>
                      <c:pt idx="1769">
                        <c:v>7.5194669247207404</c:v>
                      </c:pt>
                      <c:pt idx="1770">
                        <c:v>7.3879945957478697</c:v>
                      </c:pt>
                      <c:pt idx="1771">
                        <c:v>7.4111240383827903</c:v>
                      </c:pt>
                      <c:pt idx="1772">
                        <c:v>7.4469345349059601</c:v>
                      </c:pt>
                      <c:pt idx="1773">
                        <c:v>7.5438154660665502</c:v>
                      </c:pt>
                      <c:pt idx="1774">
                        <c:v>7.5988569640739998</c:v>
                      </c:pt>
                      <c:pt idx="1775">
                        <c:v>7.5852914400496996</c:v>
                      </c:pt>
                      <c:pt idx="1776">
                        <c:v>7.5391465400072102</c:v>
                      </c:pt>
                      <c:pt idx="1777">
                        <c:v>7.61343080662256</c:v>
                      </c:pt>
                      <c:pt idx="1778">
                        <c:v>7.6302853423155304</c:v>
                      </c:pt>
                      <c:pt idx="1779">
                        <c:v>7.6587919979908303</c:v>
                      </c:pt>
                      <c:pt idx="1780">
                        <c:v>7.6288821953097097</c:v>
                      </c:pt>
                      <c:pt idx="1781">
                        <c:v>7.6511840171830396</c:v>
                      </c:pt>
                      <c:pt idx="1782">
                        <c:v>7.6803258589063699</c:v>
                      </c:pt>
                      <c:pt idx="1783">
                        <c:v>7.6456401732372301</c:v>
                      </c:pt>
                      <c:pt idx="1784">
                        <c:v>7.7475983101986801</c:v>
                      </c:pt>
                      <c:pt idx="1785">
                        <c:v>7.7813464504563097</c:v>
                      </c:pt>
                      <c:pt idx="1786">
                        <c:v>7.7871781234454298</c:v>
                      </c:pt>
                      <c:pt idx="1787">
                        <c:v>7.8173183695319199</c:v>
                      </c:pt>
                      <c:pt idx="1788">
                        <c:v>7.8285660016696701</c:v>
                      </c:pt>
                      <c:pt idx="1789">
                        <c:v>7.9923856244551397</c:v>
                      </c:pt>
                      <c:pt idx="1790">
                        <c:v>7.9509972171565204</c:v>
                      </c:pt>
                      <c:pt idx="1791">
                        <c:v>7.9265290244032398</c:v>
                      </c:pt>
                      <c:pt idx="1792">
                        <c:v>7.8470450318933498</c:v>
                      </c:pt>
                      <c:pt idx="1793">
                        <c:v>7.92099548186685</c:v>
                      </c:pt>
                      <c:pt idx="1794">
                        <c:v>7.9193199772547498</c:v>
                      </c:pt>
                      <c:pt idx="1795">
                        <c:v>7.8465640200644602</c:v>
                      </c:pt>
                      <c:pt idx="1796">
                        <c:v>7.9801294670090801</c:v>
                      </c:pt>
                      <c:pt idx="1797">
                        <c:v>7.9605443401443701</c:v>
                      </c:pt>
                      <c:pt idx="1798">
                        <c:v>8.0387425198044493</c:v>
                      </c:pt>
                      <c:pt idx="1799">
                        <c:v>7.9150873562407202</c:v>
                      </c:pt>
                      <c:pt idx="1800">
                        <c:v>8.0238101285080692</c:v>
                      </c:pt>
                      <c:pt idx="1801">
                        <c:v>8.1007249434413602</c:v>
                      </c:pt>
                      <c:pt idx="1802">
                        <c:v>8.1220236275101403</c:v>
                      </c:pt>
                      <c:pt idx="1803">
                        <c:v>8.0911618017498004</c:v>
                      </c:pt>
                      <c:pt idx="1804">
                        <c:v>8.1036408061955196</c:v>
                      </c:pt>
                      <c:pt idx="1805">
                        <c:v>8.2205477207074509</c:v>
                      </c:pt>
                      <c:pt idx="1806">
                        <c:v>8.2090277242824605</c:v>
                      </c:pt>
                      <c:pt idx="1807">
                        <c:v>8.1417534920551908</c:v>
                      </c:pt>
                      <c:pt idx="1808">
                        <c:v>7.9979815800094203</c:v>
                      </c:pt>
                      <c:pt idx="1809">
                        <c:v>7.9432523260303798</c:v>
                      </c:pt>
                      <c:pt idx="1810">
                        <c:v>7.9561180516879801</c:v>
                      </c:pt>
                      <c:pt idx="1811">
                        <c:v>7.5941829838278903</c:v>
                      </c:pt>
                      <c:pt idx="1812">
                        <c:v>7.9343870802983796</c:v>
                      </c:pt>
                      <c:pt idx="1813">
                        <c:v>7.9348700966515802</c:v>
                      </c:pt>
                      <c:pt idx="1814">
                        <c:v>7.9683789249147496</c:v>
                      </c:pt>
                      <c:pt idx="1815">
                        <c:v>7.99391979319459</c:v>
                      </c:pt>
                      <c:pt idx="1816">
                        <c:v>7.8660930918335099</c:v>
                      </c:pt>
                      <c:pt idx="1817">
                        <c:v>7.8941585972780501</c:v>
                      </c:pt>
                      <c:pt idx="1818">
                        <c:v>7.8941585972780501</c:v>
                      </c:pt>
                      <c:pt idx="1819">
                        <c:v>7.8645252249189204</c:v>
                      </c:pt>
                      <c:pt idx="1820">
                        <c:v>7.8235978124330003</c:v>
                      </c:pt>
                      <c:pt idx="1821">
                        <c:v>8.00430653306727</c:v>
                      </c:pt>
                      <c:pt idx="1822">
                        <c:v>8.0829336757459593</c:v>
                      </c:pt>
                      <c:pt idx="1823">
                        <c:v>8.0834943379002997</c:v>
                      </c:pt>
                      <c:pt idx="1824">
                        <c:v>8.0702148572965093</c:v>
                      </c:pt>
                      <c:pt idx="1825">
                        <c:v>8.0677906909378301</c:v>
                      </c:pt>
                      <c:pt idx="1826">
                        <c:v>8.0325320272589007</c:v>
                      </c:pt>
                      <c:pt idx="1827">
                        <c:v>7.9637510684182997</c:v>
                      </c:pt>
                      <c:pt idx="1828">
                        <c:v>7.88949387522206</c:v>
                      </c:pt>
                      <c:pt idx="1829">
                        <c:v>7.8515589304053996</c:v>
                      </c:pt>
                      <c:pt idx="1830">
                        <c:v>7.86004118561259</c:v>
                      </c:pt>
                      <c:pt idx="1831">
                        <c:v>7.8605520316487301</c:v>
                      </c:pt>
                      <c:pt idx="1832">
                        <c:v>7.8214852352467901</c:v>
                      </c:pt>
                      <c:pt idx="1833">
                        <c:v>7.7519101126756498</c:v>
                      </c:pt>
                      <c:pt idx="1834">
                        <c:v>7.7464254781867199</c:v>
                      </c:pt>
                      <c:pt idx="1835">
                        <c:v>7.7290188441860401</c:v>
                      </c:pt>
                      <c:pt idx="1836">
                        <c:v>7.6761516982301998</c:v>
                      </c:pt>
                      <c:pt idx="1837">
                        <c:v>7.6927353783488801</c:v>
                      </c:pt>
                      <c:pt idx="1838">
                        <c:v>7.7551838599156904</c:v>
                      </c:pt>
                      <c:pt idx="1839">
                        <c:v>7.7321767095845697</c:v>
                      </c:pt>
                      <c:pt idx="1840">
                        <c:v>7.6801447158507701</c:v>
                      </c:pt>
                      <c:pt idx="1841">
                        <c:v>7.6801447158507701</c:v>
                      </c:pt>
                      <c:pt idx="1842">
                        <c:v>7.6801447158507701</c:v>
                      </c:pt>
                      <c:pt idx="1843">
                        <c:v>7.7771149295930098</c:v>
                      </c:pt>
                      <c:pt idx="1844">
                        <c:v>7.8574285442388501</c:v>
                      </c:pt>
                      <c:pt idx="1845">
                        <c:v>7.8347032872364997</c:v>
                      </c:pt>
                      <c:pt idx="1846">
                        <c:v>7.8369737166102</c:v>
                      </c:pt>
                      <c:pt idx="1847">
                        <c:v>7.7775976208883497</c:v>
                      </c:pt>
                      <c:pt idx="1848">
                        <c:v>7.7882003099920203</c:v>
                      </c:pt>
                      <c:pt idx="1849">
                        <c:v>7.7196760961223596</c:v>
                      </c:pt>
                      <c:pt idx="1850">
                        <c:v>7.6878191978058004</c:v>
                      </c:pt>
                      <c:pt idx="1851">
                        <c:v>7.6742366983866397</c:v>
                      </c:pt>
                      <c:pt idx="1852">
                        <c:v>7.6389187452601304</c:v>
                      </c:pt>
                      <c:pt idx="1853">
                        <c:v>7.6537882320129</c:v>
                      </c:pt>
                      <c:pt idx="1854">
                        <c:v>7.5742898189366796</c:v>
                      </c:pt>
                      <c:pt idx="1855">
                        <c:v>7.6378587266472504</c:v>
                      </c:pt>
                      <c:pt idx="1856">
                        <c:v>7.6546425851139901</c:v>
                      </c:pt>
                      <c:pt idx="1857">
                        <c:v>7.65095802515477</c:v>
                      </c:pt>
                      <c:pt idx="1858">
                        <c:v>7.70208220224991</c:v>
                      </c:pt>
                      <c:pt idx="1859">
                        <c:v>7.6627604594093199</c:v>
                      </c:pt>
                      <c:pt idx="1860">
                        <c:v>7.5877366563297404</c:v>
                      </c:pt>
                      <c:pt idx="1861">
                        <c:v>7.61040860691618</c:v>
                      </c:pt>
                      <c:pt idx="1862">
                        <c:v>7.5969507137945502</c:v>
                      </c:pt>
                      <c:pt idx="1863">
                        <c:v>7.66229840561512</c:v>
                      </c:pt>
                      <c:pt idx="1864">
                        <c:v>7.605467533243</c:v>
                      </c:pt>
                      <c:pt idx="1865">
                        <c:v>7.6186736510075903</c:v>
                      </c:pt>
                      <c:pt idx="1866">
                        <c:v>7.6066280136610098</c:v>
                      </c:pt>
                      <c:pt idx="1867">
                        <c:v>7.6137171399120698</c:v>
                      </c:pt>
                      <c:pt idx="1868">
                        <c:v>7.5568147805393497</c:v>
                      </c:pt>
                      <c:pt idx="1869">
                        <c:v>7.4868982259005197</c:v>
                      </c:pt>
                      <c:pt idx="1870">
                        <c:v>7.3963327793577696</c:v>
                      </c:pt>
                      <c:pt idx="1871">
                        <c:v>7.3852713352359496</c:v>
                      </c:pt>
                      <c:pt idx="1872">
                        <c:v>7.4333926730554998</c:v>
                      </c:pt>
                      <c:pt idx="1873">
                        <c:v>7.4333926730554998</c:v>
                      </c:pt>
                      <c:pt idx="1874">
                        <c:v>7.3338523663912296</c:v>
                      </c:pt>
                      <c:pt idx="1875">
                        <c:v>7.2487146391162502</c:v>
                      </c:pt>
                      <c:pt idx="1876">
                        <c:v>7.2477182398165896</c:v>
                      </c:pt>
                      <c:pt idx="1877">
                        <c:v>7.2475639244587002</c:v>
                      </c:pt>
                      <c:pt idx="1878">
                        <c:v>7.26081959321019</c:v>
                      </c:pt>
                      <c:pt idx="1879">
                        <c:v>7.2242432668218202</c:v>
                      </c:pt>
                      <c:pt idx="1880">
                        <c:v>7.1667919757862801</c:v>
                      </c:pt>
                      <c:pt idx="1881">
                        <c:v>7.1580027223578897</c:v>
                      </c:pt>
                      <c:pt idx="1882">
                        <c:v>7.1450648843902904</c:v>
                      </c:pt>
                      <c:pt idx="1883">
                        <c:v>7.1206010862130302</c:v>
                      </c:pt>
                      <c:pt idx="1884">
                        <c:v>7.0873487585925599</c:v>
                      </c:pt>
                      <c:pt idx="1885">
                        <c:v>7.1386309155690997</c:v>
                      </c:pt>
                      <c:pt idx="1886">
                        <c:v>7.1144431747947197</c:v>
                      </c:pt>
                      <c:pt idx="1887">
                        <c:v>7.0856854863552403</c:v>
                      </c:pt>
                      <c:pt idx="1888">
                        <c:v>7.0856854863552403</c:v>
                      </c:pt>
                      <c:pt idx="1889">
                        <c:v>7.0714419094533403</c:v>
                      </c:pt>
                      <c:pt idx="1890">
                        <c:v>7.0632567087457998</c:v>
                      </c:pt>
                      <c:pt idx="1891">
                        <c:v>7.0651230563456204</c:v>
                      </c:pt>
                      <c:pt idx="1892">
                        <c:v>7.0715504879023596</c:v>
                      </c:pt>
                      <c:pt idx="1893">
                        <c:v>7.0715504879023596</c:v>
                      </c:pt>
                      <c:pt idx="1894">
                        <c:v>7.1193913043923196</c:v>
                      </c:pt>
                      <c:pt idx="1895">
                        <c:v>7.1239765224435496</c:v>
                      </c:pt>
                      <c:pt idx="1896">
                        <c:v>7.0846846256135203</c:v>
                      </c:pt>
                      <c:pt idx="1897">
                        <c:v>7.0448706531357699</c:v>
                      </c:pt>
                      <c:pt idx="1898">
                        <c:v>7.0843833928655604</c:v>
                      </c:pt>
                      <c:pt idx="1899">
                        <c:v>7.0926186526917796</c:v>
                      </c:pt>
                      <c:pt idx="1900">
                        <c:v>7.1040444039058199</c:v>
                      </c:pt>
                      <c:pt idx="1901">
                        <c:v>7.0960748643180498</c:v>
                      </c:pt>
                      <c:pt idx="1902">
                        <c:v>7.0811455865846504</c:v>
                      </c:pt>
                      <c:pt idx="1903">
                        <c:v>7.1293807995861904</c:v>
                      </c:pt>
                      <c:pt idx="1904">
                        <c:v>7.1663849380376599</c:v>
                      </c:pt>
                      <c:pt idx="1905">
                        <c:v>7.1663849380376599</c:v>
                      </c:pt>
                      <c:pt idx="1906">
                        <c:v>7.1272732962646597</c:v>
                      </c:pt>
                      <c:pt idx="1907">
                        <c:v>7.0984913105122596</c:v>
                      </c:pt>
                      <c:pt idx="1908">
                        <c:v>7.0802333237414903</c:v>
                      </c:pt>
                      <c:pt idx="1909">
                        <c:v>7.0294299715903703</c:v>
                      </c:pt>
                      <c:pt idx="1910">
                        <c:v>7.01111544911958</c:v>
                      </c:pt>
                      <c:pt idx="1911">
                        <c:v>6.9840917215201603</c:v>
                      </c:pt>
                      <c:pt idx="1912">
                        <c:v>6.9311524384702503</c:v>
                      </c:pt>
                      <c:pt idx="1913">
                        <c:v>6.9188757841173896</c:v>
                      </c:pt>
                      <c:pt idx="1914">
                        <c:v>6.9044244929140097</c:v>
                      </c:pt>
                      <c:pt idx="1915">
                        <c:v>6.9158387190544</c:v>
                      </c:pt>
                      <c:pt idx="1916">
                        <c:v>6.9207622153408996</c:v>
                      </c:pt>
                      <c:pt idx="1917">
                        <c:v>7.0120786870821501</c:v>
                      </c:pt>
                      <c:pt idx="1918">
                        <c:v>6.9810048617376799</c:v>
                      </c:pt>
                      <c:pt idx="1919">
                        <c:v>6.9665267915126901</c:v>
                      </c:pt>
                      <c:pt idx="1920">
                        <c:v>6.8342075177280499</c:v>
                      </c:pt>
                      <c:pt idx="1921">
                        <c:v>6.8025920940442797</c:v>
                      </c:pt>
                      <c:pt idx="1922">
                        <c:v>6.7543569611214398</c:v>
                      </c:pt>
                      <c:pt idx="1923">
                        <c:v>6.7543569611214398</c:v>
                      </c:pt>
                      <c:pt idx="1924">
                        <c:v>6.72783626670443</c:v>
                      </c:pt>
                      <c:pt idx="1925">
                        <c:v>6.7452755576460701</c:v>
                      </c:pt>
                      <c:pt idx="1926">
                        <c:v>6.7104884458015999</c:v>
                      </c:pt>
                      <c:pt idx="1927">
                        <c:v>6.6845023721515204</c:v>
                      </c:pt>
                      <c:pt idx="1928">
                        <c:v>6.5782738534521803</c:v>
                      </c:pt>
                      <c:pt idx="1929">
                        <c:v>6.5788527497153604</c:v>
                      </c:pt>
                      <c:pt idx="1930">
                        <c:v>6.5681596584388098</c:v>
                      </c:pt>
                      <c:pt idx="1931">
                        <c:v>6.6359319701103896</c:v>
                      </c:pt>
                      <c:pt idx="1932">
                        <c:v>6.6549867996702998</c:v>
                      </c:pt>
                      <c:pt idx="1933">
                        <c:v>6.6479289920774498</c:v>
                      </c:pt>
                      <c:pt idx="1934">
                        <c:v>6.6264523440593797</c:v>
                      </c:pt>
                      <c:pt idx="1935">
                        <c:v>6.6205410650876004</c:v>
                      </c:pt>
                      <c:pt idx="1936">
                        <c:v>6.5907990360855599</c:v>
                      </c:pt>
                      <c:pt idx="1937">
                        <c:v>6.5232591210535498</c:v>
                      </c:pt>
                      <c:pt idx="1938">
                        <c:v>6.4700291930884397</c:v>
                      </c:pt>
                      <c:pt idx="1939">
                        <c:v>6.4119434309115402</c:v>
                      </c:pt>
                      <c:pt idx="1940">
                        <c:v>6.43070547172153</c:v>
                      </c:pt>
                      <c:pt idx="1941">
                        <c:v>6.3278459418535498</c:v>
                      </c:pt>
                      <c:pt idx="1942">
                        <c:v>6.3139114839363302</c:v>
                      </c:pt>
                      <c:pt idx="1943">
                        <c:v>6.37872446430847</c:v>
                      </c:pt>
                      <c:pt idx="1944">
                        <c:v>6.4110228313549902</c:v>
                      </c:pt>
                      <c:pt idx="1945">
                        <c:v>6.4410765714123004</c:v>
                      </c:pt>
                      <c:pt idx="1946">
                        <c:v>6.4212183017071496</c:v>
                      </c:pt>
                      <c:pt idx="1947">
                        <c:v>6.4621897598796902</c:v>
                      </c:pt>
                      <c:pt idx="1948">
                        <c:v>6.4631486705012602</c:v>
                      </c:pt>
                      <c:pt idx="1949">
                        <c:v>6.4599664068061102</c:v>
                      </c:pt>
                      <c:pt idx="1950">
                        <c:v>6.5695244446153804</c:v>
                      </c:pt>
                      <c:pt idx="1951">
                        <c:v>6.7547521244310804</c:v>
                      </c:pt>
                      <c:pt idx="1952">
                        <c:v>6.8603672708800802</c:v>
                      </c:pt>
                      <c:pt idx="1953">
                        <c:v>6.81216944621299</c:v>
                      </c:pt>
                      <c:pt idx="1954">
                        <c:v>6.7754077569348601</c:v>
                      </c:pt>
                      <c:pt idx="1955">
                        <c:v>6.7332947660967797</c:v>
                      </c:pt>
                      <c:pt idx="1956">
                        <c:v>6.7444339726279896</c:v>
                      </c:pt>
                      <c:pt idx="1957">
                        <c:v>6.7859270707815202</c:v>
                      </c:pt>
                      <c:pt idx="1958">
                        <c:v>6.9462484116443104</c:v>
                      </c:pt>
                      <c:pt idx="1959">
                        <c:v>6.9883373204636596</c:v>
                      </c:pt>
                      <c:pt idx="1960">
                        <c:v>6.8979171563825696</c:v>
                      </c:pt>
                      <c:pt idx="1961">
                        <c:v>6.9532308356086903</c:v>
                      </c:pt>
                      <c:pt idx="1962">
                        <c:v>6.8800520606797999</c:v>
                      </c:pt>
                      <c:pt idx="1963">
                        <c:v>6.7955723357242999</c:v>
                      </c:pt>
                      <c:pt idx="1964">
                        <c:v>6.7974494177756997</c:v>
                      </c:pt>
                      <c:pt idx="1965">
                        <c:v>6.79545489020723</c:v>
                      </c:pt>
                      <c:pt idx="1966">
                        <c:v>6.8799066731803</c:v>
                      </c:pt>
                      <c:pt idx="1967">
                        <c:v>6.7863084381493302</c:v>
                      </c:pt>
                      <c:pt idx="1968">
                        <c:v>6.7863084381493302</c:v>
                      </c:pt>
                      <c:pt idx="1969">
                        <c:v>6.8076596345768001</c:v>
                      </c:pt>
                      <c:pt idx="1970">
                        <c:v>6.8119216370508502</c:v>
                      </c:pt>
                      <c:pt idx="1971">
                        <c:v>6.9271417173238197</c:v>
                      </c:pt>
                      <c:pt idx="1972">
                        <c:v>6.9766161832885798</c:v>
                      </c:pt>
                      <c:pt idx="1973">
                        <c:v>6.9096727281337103</c:v>
                      </c:pt>
                      <c:pt idx="1974">
                        <c:v>6.9210152151870199</c:v>
                      </c:pt>
                      <c:pt idx="1975">
                        <c:v>6.93483016676928</c:v>
                      </c:pt>
                      <c:pt idx="1976">
                        <c:v>6.8770142964832601</c:v>
                      </c:pt>
                      <c:pt idx="1977">
                        <c:v>6.9645446785066003</c:v>
                      </c:pt>
                      <c:pt idx="1978">
                        <c:v>6.9477769341356099</c:v>
                      </c:pt>
                      <c:pt idx="1979">
                        <c:v>6.9489824931102397</c:v>
                      </c:pt>
                      <c:pt idx="1980">
                        <c:v>6.9498595342849097</c:v>
                      </c:pt>
                      <c:pt idx="1981">
                        <c:v>6.95347518437588</c:v>
                      </c:pt>
                      <c:pt idx="1982">
                        <c:v>6.99372161644773</c:v>
                      </c:pt>
                      <c:pt idx="1983">
                        <c:v>6.99372161644773</c:v>
                      </c:pt>
                      <c:pt idx="1984">
                        <c:v>6.9657513945506304</c:v>
                      </c:pt>
                      <c:pt idx="1985">
                        <c:v>6.9882670636211603</c:v>
                      </c:pt>
                      <c:pt idx="1986">
                        <c:v>7.0097797529406902</c:v>
                      </c:pt>
                      <c:pt idx="1987">
                        <c:v>7.0131687356933998</c:v>
                      </c:pt>
                      <c:pt idx="1988">
                        <c:v>7.0131687356933998</c:v>
                      </c:pt>
                      <c:pt idx="1989">
                        <c:v>7.0354162161835996</c:v>
                      </c:pt>
                      <c:pt idx="1990">
                        <c:v>7.0834941984941402</c:v>
                      </c:pt>
                      <c:pt idx="1991">
                        <c:v>7.0823290881628402</c:v>
                      </c:pt>
                      <c:pt idx="1992">
                        <c:v>7.0786911073784502</c:v>
                      </c:pt>
                      <c:pt idx="1993">
                        <c:v>7.0920305292783103</c:v>
                      </c:pt>
                      <c:pt idx="1994">
                        <c:v>7.1134806584400101</c:v>
                      </c:pt>
                      <c:pt idx="1995">
                        <c:v>7.1257435345771603</c:v>
                      </c:pt>
                      <c:pt idx="1996">
                        <c:v>7.1390006824998897</c:v>
                      </c:pt>
                      <c:pt idx="1997">
                        <c:v>7.0946875741945696</c:v>
                      </c:pt>
                      <c:pt idx="1998">
                        <c:v>7.11855940331096</c:v>
                      </c:pt>
                      <c:pt idx="1999">
                        <c:v>7.1106470756132598</c:v>
                      </c:pt>
                      <c:pt idx="2000">
                        <c:v>7.0964993278936497</c:v>
                      </c:pt>
                      <c:pt idx="2001">
                        <c:v>7.0589995618427297</c:v>
                      </c:pt>
                      <c:pt idx="2002">
                        <c:v>7.03523443510145</c:v>
                      </c:pt>
                      <c:pt idx="2003">
                        <c:v>7.0128904295311498</c:v>
                      </c:pt>
                      <c:pt idx="2004">
                        <c:v>7.0492757119253699</c:v>
                      </c:pt>
                      <c:pt idx="2005">
                        <c:v>7.1240335168220001</c:v>
                      </c:pt>
                      <c:pt idx="2006">
                        <c:v>7.1240335168220001</c:v>
                      </c:pt>
                      <c:pt idx="2007">
                        <c:v>7.0192126795581098</c:v>
                      </c:pt>
                      <c:pt idx="2008">
                        <c:v>7.0862125157037301</c:v>
                      </c:pt>
                      <c:pt idx="2009">
                        <c:v>7.0937908916025503</c:v>
                      </c:pt>
                      <c:pt idx="2010">
                        <c:v>7.0938671072737298</c:v>
                      </c:pt>
                      <c:pt idx="2011">
                        <c:v>7.0611910520006598</c:v>
                      </c:pt>
                      <c:pt idx="2012">
                        <c:v>6.98703129490384</c:v>
                      </c:pt>
                      <c:pt idx="2013">
                        <c:v>7.1266723710658502</c:v>
                      </c:pt>
                      <c:pt idx="2014">
                        <c:v>7.1198273327860004</c:v>
                      </c:pt>
                      <c:pt idx="2015">
                        <c:v>7.1175721223319499</c:v>
                      </c:pt>
                      <c:pt idx="2016">
                        <c:v>7.1476459188661297</c:v>
                      </c:pt>
                      <c:pt idx="2017">
                        <c:v>7.0507119573802903</c:v>
                      </c:pt>
                      <c:pt idx="2018">
                        <c:v>7.1921071863701904</c:v>
                      </c:pt>
                      <c:pt idx="2019">
                        <c:v>7.1417623566276296</c:v>
                      </c:pt>
                      <c:pt idx="2020">
                        <c:v>7.1512161809188504</c:v>
                      </c:pt>
                      <c:pt idx="2021">
                        <c:v>7.1445070044156997</c:v>
                      </c:pt>
                      <c:pt idx="2022">
                        <c:v>7.1445070044156997</c:v>
                      </c:pt>
                      <c:pt idx="2023">
                        <c:v>7.1743425421096996</c:v>
                      </c:pt>
                      <c:pt idx="2024">
                        <c:v>7.1758507525952799</c:v>
                      </c:pt>
                      <c:pt idx="2025">
                        <c:v>7.1097656255833996</c:v>
                      </c:pt>
                      <c:pt idx="2026">
                        <c:v>7.0787728964727101</c:v>
                      </c:pt>
                      <c:pt idx="2027">
                        <c:v>7.0697125934529099</c:v>
                      </c:pt>
                      <c:pt idx="2028">
                        <c:v>7.0697125934529099</c:v>
                      </c:pt>
                      <c:pt idx="2029">
                        <c:v>7.0441454984483798</c:v>
                      </c:pt>
                      <c:pt idx="2030">
                        <c:v>7.0237901998733197</c:v>
                      </c:pt>
                      <c:pt idx="2031">
                        <c:v>6.9646659813974496</c:v>
                      </c:pt>
                      <c:pt idx="2032">
                        <c:v>6.9300445158301702</c:v>
                      </c:pt>
                      <c:pt idx="2033">
                        <c:v>6.9389623464813699</c:v>
                      </c:pt>
                      <c:pt idx="2034">
                        <c:v>6.9115169150638298</c:v>
                      </c:pt>
                      <c:pt idx="2035">
                        <c:v>6.9339192021709701</c:v>
                      </c:pt>
                      <c:pt idx="2036">
                        <c:v>6.9122696560737404</c:v>
                      </c:pt>
                      <c:pt idx="2037">
                        <c:v>6.9341831644151801</c:v>
                      </c:pt>
                      <c:pt idx="2038">
                        <c:v>6.9065916641323604</c:v>
                      </c:pt>
                      <c:pt idx="2039">
                        <c:v>6.9022179255926499</c:v>
                      </c:pt>
                      <c:pt idx="2040">
                        <c:v>6.8308507540193597</c:v>
                      </c:pt>
                      <c:pt idx="2041">
                        <c:v>6.77469979436583</c:v>
                      </c:pt>
                      <c:pt idx="2042">
                        <c:v>6.81731389031465</c:v>
                      </c:pt>
                      <c:pt idx="2043">
                        <c:v>6.8564443560573096</c:v>
                      </c:pt>
                      <c:pt idx="2044">
                        <c:v>6.9533434798039098</c:v>
                      </c:pt>
                      <c:pt idx="2045">
                        <c:v>6.8913667274285997</c:v>
                      </c:pt>
                      <c:pt idx="2046">
                        <c:v>6.8924552593090302</c:v>
                      </c:pt>
                      <c:pt idx="2047">
                        <c:v>6.8597705233526503</c:v>
                      </c:pt>
                      <c:pt idx="2048">
                        <c:v>6.8806415059302397</c:v>
                      </c:pt>
                      <c:pt idx="2049">
                        <c:v>6.9207704362037701</c:v>
                      </c:pt>
                      <c:pt idx="2050">
                        <c:v>6.9467791269153603</c:v>
                      </c:pt>
                      <c:pt idx="2051">
                        <c:v>6.9431069214894103</c:v>
                      </c:pt>
                      <c:pt idx="2052">
                        <c:v>6.9558463903236296</c:v>
                      </c:pt>
                      <c:pt idx="2053">
                        <c:v>7.0239987049328203</c:v>
                      </c:pt>
                      <c:pt idx="2054">
                        <c:v>7.0226648698356096</c:v>
                      </c:pt>
                      <c:pt idx="2055">
                        <c:v>7.0456412618963098</c:v>
                      </c:pt>
                      <c:pt idx="2056">
                        <c:v>6.99465519711827</c:v>
                      </c:pt>
                      <c:pt idx="2057">
                        <c:v>6.9519609175139703</c:v>
                      </c:pt>
                      <c:pt idx="2058">
                        <c:v>6.9742731608534596</c:v>
                      </c:pt>
                      <c:pt idx="2059">
                        <c:v>7.0155996131012301</c:v>
                      </c:pt>
                      <c:pt idx="2060">
                        <c:v>7.0173599219469702</c:v>
                      </c:pt>
                      <c:pt idx="2061">
                        <c:v>7.0349908291117602</c:v>
                      </c:pt>
                      <c:pt idx="2062">
                        <c:v>7.0399358889634298</c:v>
                      </c:pt>
                      <c:pt idx="2063">
                        <c:v>6.9873414153045399</c:v>
                      </c:pt>
                      <c:pt idx="2064">
                        <c:v>6.9770107983754599</c:v>
                      </c:pt>
                      <c:pt idx="2065">
                        <c:v>6.95462930046717</c:v>
                      </c:pt>
                      <c:pt idx="2066">
                        <c:v>6.9586591059653502</c:v>
                      </c:pt>
                      <c:pt idx="2067">
                        <c:v>6.9017932573707697</c:v>
                      </c:pt>
                      <c:pt idx="2068">
                        <c:v>6.8321123344556698</c:v>
                      </c:pt>
                      <c:pt idx="2069">
                        <c:v>6.7833697306060596</c:v>
                      </c:pt>
                      <c:pt idx="2070">
                        <c:v>6.7797836897858597</c:v>
                      </c:pt>
                      <c:pt idx="2071">
                        <c:v>6.7464907468530599</c:v>
                      </c:pt>
                      <c:pt idx="2072">
                        <c:v>6.7864112467165398</c:v>
                      </c:pt>
                      <c:pt idx="2073">
                        <c:v>6.7470309372248503</c:v>
                      </c:pt>
                      <c:pt idx="2074">
                        <c:v>6.7436644361704001</c:v>
                      </c:pt>
                      <c:pt idx="2075">
                        <c:v>6.7996266245120003</c:v>
                      </c:pt>
                      <c:pt idx="2076">
                        <c:v>6.8224113804834197</c:v>
                      </c:pt>
                      <c:pt idx="2077">
                        <c:v>6.8025117839976996</c:v>
                      </c:pt>
                      <c:pt idx="2078">
                        <c:v>6.8025117839976996</c:v>
                      </c:pt>
                      <c:pt idx="2079">
                        <c:v>6.8286066683269304</c:v>
                      </c:pt>
                      <c:pt idx="2080">
                        <c:v>6.8147164917904597</c:v>
                      </c:pt>
                      <c:pt idx="2081">
                        <c:v>6.7910295090791202</c:v>
                      </c:pt>
                      <c:pt idx="2082">
                        <c:v>6.7764490098291299</c:v>
                      </c:pt>
                      <c:pt idx="2083">
                        <c:v>6.7695967802980102</c:v>
                      </c:pt>
                      <c:pt idx="2084">
                        <c:v>6.72709899223329</c:v>
                      </c:pt>
                      <c:pt idx="2085">
                        <c:v>6.7057327370522302</c:v>
                      </c:pt>
                      <c:pt idx="2086">
                        <c:v>6.7225658803411701</c:v>
                      </c:pt>
                      <c:pt idx="2087">
                        <c:v>6.7126817701540098</c:v>
                      </c:pt>
                      <c:pt idx="2088">
                        <c:v>6.7000970151362802</c:v>
                      </c:pt>
                      <c:pt idx="2089">
                        <c:v>6.6578049861187401</c:v>
                      </c:pt>
                      <c:pt idx="2090">
                        <c:v>6.6576575217045297</c:v>
                      </c:pt>
                      <c:pt idx="2091">
                        <c:v>6.6576575217045297</c:v>
                      </c:pt>
                      <c:pt idx="2092">
                        <c:v>6.6576575217045297</c:v>
                      </c:pt>
                      <c:pt idx="2093">
                        <c:v>6.5892411704953</c:v>
                      </c:pt>
                      <c:pt idx="2094">
                        <c:v>6.6013007080017596</c:v>
                      </c:pt>
                      <c:pt idx="2095">
                        <c:v>6.6176604994629598</c:v>
                      </c:pt>
                      <c:pt idx="2096">
                        <c:v>6.5966812361131604</c:v>
                      </c:pt>
                      <c:pt idx="2097">
                        <c:v>6.5700945289561901</c:v>
                      </c:pt>
                      <c:pt idx="2098">
                        <c:v>6.54162994337947</c:v>
                      </c:pt>
                      <c:pt idx="2099">
                        <c:v>6.54899303108001</c:v>
                      </c:pt>
                      <c:pt idx="2100">
                        <c:v>6.5532735562137301</c:v>
                      </c:pt>
                      <c:pt idx="2101">
                        <c:v>6.55933554904456</c:v>
                      </c:pt>
                      <c:pt idx="2102">
                        <c:v>6.5553663191242402</c:v>
                      </c:pt>
                      <c:pt idx="2103">
                        <c:v>6.57839019086326</c:v>
                      </c:pt>
                      <c:pt idx="2104">
                        <c:v>6.6075190020012302</c:v>
                      </c:pt>
                      <c:pt idx="2105">
                        <c:v>6.60028529244991</c:v>
                      </c:pt>
                      <c:pt idx="2106">
                        <c:v>6.5730361656959797</c:v>
                      </c:pt>
                      <c:pt idx="2107">
                        <c:v>6.56093793591576</c:v>
                      </c:pt>
                      <c:pt idx="2108">
                        <c:v>6.5754548340991104</c:v>
                      </c:pt>
                      <c:pt idx="2109">
                        <c:v>6.5754548340991104</c:v>
                      </c:pt>
                      <c:pt idx="2110">
                        <c:v>6.58649707513612</c:v>
                      </c:pt>
                      <c:pt idx="2111">
                        <c:v>6.5475170913321001</c:v>
                      </c:pt>
                      <c:pt idx="2112">
                        <c:v>6.5444040893483004</c:v>
                      </c:pt>
                      <c:pt idx="2113">
                        <c:v>6.5436470737757499</c:v>
                      </c:pt>
                      <c:pt idx="2114">
                        <c:v>6.5348117465339302</c:v>
                      </c:pt>
                      <c:pt idx="2115">
                        <c:v>6.6067837321082203</c:v>
                      </c:pt>
                      <c:pt idx="2116">
                        <c:v>6.5848663288522999</c:v>
                      </c:pt>
                      <c:pt idx="2117">
                        <c:v>6.6030049843927898</c:v>
                      </c:pt>
                      <c:pt idx="2118">
                        <c:v>6.6499769079069901</c:v>
                      </c:pt>
                      <c:pt idx="2119">
                        <c:v>6.7005285730113604</c:v>
                      </c:pt>
                      <c:pt idx="2120">
                        <c:v>6.6931461628988496</c:v>
                      </c:pt>
                      <c:pt idx="2121">
                        <c:v>6.7097776543367802</c:v>
                      </c:pt>
                      <c:pt idx="2122">
                        <c:v>6.6698533406321499</c:v>
                      </c:pt>
                      <c:pt idx="2123">
                        <c:v>6.6698533406321499</c:v>
                      </c:pt>
                      <c:pt idx="2124">
                        <c:v>6.6515348632548896</c:v>
                      </c:pt>
                      <c:pt idx="2125">
                        <c:v>6.7204514344017596</c:v>
                      </c:pt>
                      <c:pt idx="2126">
                        <c:v>6.7147052695230798</c:v>
                      </c:pt>
                      <c:pt idx="2127">
                        <c:v>6.7193006769231101</c:v>
                      </c:pt>
                      <c:pt idx="2128">
                        <c:v>6.6891391865800198</c:v>
                      </c:pt>
                      <c:pt idx="2129">
                        <c:v>6.69874906568828</c:v>
                      </c:pt>
                      <c:pt idx="2130">
                        <c:v>6.6831519837559199</c:v>
                      </c:pt>
                      <c:pt idx="2131">
                        <c:v>6.6677067741901599</c:v>
                      </c:pt>
                      <c:pt idx="2132">
                        <c:v>6.6378716551830799</c:v>
                      </c:pt>
                      <c:pt idx="2133">
                        <c:v>6.5901679067655898</c:v>
                      </c:pt>
                      <c:pt idx="2134">
                        <c:v>6.5565289212041504</c:v>
                      </c:pt>
                      <c:pt idx="2135">
                        <c:v>6.5878337539708296</c:v>
                      </c:pt>
                      <c:pt idx="2136">
                        <c:v>6.5526508673311099</c:v>
                      </c:pt>
                      <c:pt idx="2137">
                        <c:v>6.5485112443745699</c:v>
                      </c:pt>
                      <c:pt idx="2138">
                        <c:v>6.5485112443745699</c:v>
                      </c:pt>
                      <c:pt idx="2139">
                        <c:v>6.5435327015085498</c:v>
                      </c:pt>
                      <c:pt idx="2140">
                        <c:v>6.5178780015978202</c:v>
                      </c:pt>
                      <c:pt idx="2141">
                        <c:v>6.5589674527481501</c:v>
                      </c:pt>
                      <c:pt idx="2142">
                        <c:v>6.5413775208239402</c:v>
                      </c:pt>
                      <c:pt idx="2143">
                        <c:v>6.5413775208239402</c:v>
                      </c:pt>
                      <c:pt idx="2144">
                        <c:v>6.5210684177073199</c:v>
                      </c:pt>
                      <c:pt idx="2145">
                        <c:v>6.52642871480748</c:v>
                      </c:pt>
                      <c:pt idx="2146">
                        <c:v>6.44733917459493</c:v>
                      </c:pt>
                      <c:pt idx="2147">
                        <c:v>6.4367381154987999</c:v>
                      </c:pt>
                      <c:pt idx="2148">
                        <c:v>6.4188450950918901</c:v>
                      </c:pt>
                      <c:pt idx="2149">
                        <c:v>6.3900815257678696</c:v>
                      </c:pt>
                      <c:pt idx="2150">
                        <c:v>6.3872879641270801</c:v>
                      </c:pt>
                      <c:pt idx="2151">
                        <c:v>6.41261184088106</c:v>
                      </c:pt>
                      <c:pt idx="2152">
                        <c:v>6.3992081024653498</c:v>
                      </c:pt>
                      <c:pt idx="2153">
                        <c:v>6.3992081024653498</c:v>
                      </c:pt>
                      <c:pt idx="2154">
                        <c:v>6.4177166744908503</c:v>
                      </c:pt>
                      <c:pt idx="2155">
                        <c:v>6.3950547555565196</c:v>
                      </c:pt>
                      <c:pt idx="2156">
                        <c:v>6.3865020455063801</c:v>
                      </c:pt>
                      <c:pt idx="2157">
                        <c:v>6.3596753214320803</c:v>
                      </c:pt>
                      <c:pt idx="2158">
                        <c:v>6.3850602127827196</c:v>
                      </c:pt>
                      <c:pt idx="2159">
                        <c:v>6.34482787067925</c:v>
                      </c:pt>
                      <c:pt idx="2160">
                        <c:v>6.2852378601225496</c:v>
                      </c:pt>
                      <c:pt idx="2161">
                        <c:v>6.2593581095556896</c:v>
                      </c:pt>
                      <c:pt idx="2162">
                        <c:v>6.1876074142301496</c:v>
                      </c:pt>
                      <c:pt idx="2163">
                        <c:v>6.16722836578339</c:v>
                      </c:pt>
                      <c:pt idx="2164">
                        <c:v>6.1844353720712997</c:v>
                      </c:pt>
                      <c:pt idx="2165">
                        <c:v>6.1997098316014698</c:v>
                      </c:pt>
                      <c:pt idx="2166">
                        <c:v>6.1901972700650596</c:v>
                      </c:pt>
                      <c:pt idx="2167">
                        <c:v>6.1901972700650596</c:v>
                      </c:pt>
                      <c:pt idx="2168">
                        <c:v>6.1562254243374097</c:v>
                      </c:pt>
                      <c:pt idx="2169">
                        <c:v>6.1211371107553498</c:v>
                      </c:pt>
                      <c:pt idx="2170">
                        <c:v>6.1414961549981104</c:v>
                      </c:pt>
                      <c:pt idx="2171">
                        <c:v>6.10476742238468</c:v>
                      </c:pt>
                      <c:pt idx="2172">
                        <c:v>6.12888494926412</c:v>
                      </c:pt>
                      <c:pt idx="2173">
                        <c:v>6.0357813441271899</c:v>
                      </c:pt>
                      <c:pt idx="2174">
                        <c:v>5.98880925407357</c:v>
                      </c:pt>
                      <c:pt idx="2175">
                        <c:v>5.9642439214889302</c:v>
                      </c:pt>
                      <c:pt idx="2176">
                        <c:v>5.9544301447399501</c:v>
                      </c:pt>
                      <c:pt idx="2177">
                        <c:v>5.9331551595979501</c:v>
                      </c:pt>
                      <c:pt idx="2178">
                        <c:v>5.8961577059513504</c:v>
                      </c:pt>
                      <c:pt idx="2179">
                        <c:v>5.8961577059513504</c:v>
                      </c:pt>
                      <c:pt idx="2180">
                        <c:v>5.8868769500863198</c:v>
                      </c:pt>
                      <c:pt idx="2181">
                        <c:v>5.9164829777323602</c:v>
                      </c:pt>
                      <c:pt idx="2182">
                        <c:v>5.89931556807921</c:v>
                      </c:pt>
                      <c:pt idx="2183">
                        <c:v>5.8555258271451498</c:v>
                      </c:pt>
                      <c:pt idx="2184">
                        <c:v>5.8541709512887197</c:v>
                      </c:pt>
                      <c:pt idx="2185">
                        <c:v>5.8470189809975803</c:v>
                      </c:pt>
                      <c:pt idx="2186">
                        <c:v>5.8011605902327199</c:v>
                      </c:pt>
                      <c:pt idx="2187">
                        <c:v>5.8087414356671196</c:v>
                      </c:pt>
                      <c:pt idx="2188">
                        <c:v>5.8087414356671196</c:v>
                      </c:pt>
                      <c:pt idx="2189">
                        <c:v>5.7977182116505404</c:v>
                      </c:pt>
                      <c:pt idx="2190">
                        <c:v>5.8187739196988604</c:v>
                      </c:pt>
                      <c:pt idx="2191">
                        <c:v>5.8690702081935999</c:v>
                      </c:pt>
                      <c:pt idx="2192">
                        <c:v>5.86468846720601</c:v>
                      </c:pt>
                      <c:pt idx="2193">
                        <c:v>5.8476723474158598</c:v>
                      </c:pt>
                      <c:pt idx="2194">
                        <c:v>5.8438058999000804</c:v>
                      </c:pt>
                      <c:pt idx="2195">
                        <c:v>5.8729269606905001</c:v>
                      </c:pt>
                      <c:pt idx="2196">
                        <c:v>5.8882143998230001</c:v>
                      </c:pt>
                      <c:pt idx="2197">
                        <c:v>5.88743027930665</c:v>
                      </c:pt>
                      <c:pt idx="2198">
                        <c:v>5.8520571264539099</c:v>
                      </c:pt>
                      <c:pt idx="2199">
                        <c:v>5.8650873558224097</c:v>
                      </c:pt>
                      <c:pt idx="2200">
                        <c:v>5.86995345069296</c:v>
                      </c:pt>
                      <c:pt idx="2201">
                        <c:v>5.8302240859194496</c:v>
                      </c:pt>
                      <c:pt idx="2202">
                        <c:v>5.7756804157515402</c:v>
                      </c:pt>
                      <c:pt idx="2203">
                        <c:v>5.7483473095395601</c:v>
                      </c:pt>
                      <c:pt idx="2204">
                        <c:v>5.7673651236387897</c:v>
                      </c:pt>
                      <c:pt idx="2205">
                        <c:v>5.8032243897948499</c:v>
                      </c:pt>
                      <c:pt idx="2206">
                        <c:v>5.7718468582629798</c:v>
                      </c:pt>
                      <c:pt idx="2207">
                        <c:v>5.8262490210303</c:v>
                      </c:pt>
                      <c:pt idx="2208">
                        <c:v>5.8182633875273497</c:v>
                      </c:pt>
                      <c:pt idx="2209">
                        <c:v>5.8420896931613999</c:v>
                      </c:pt>
                      <c:pt idx="2210">
                        <c:v>5.8530617137625196</c:v>
                      </c:pt>
                      <c:pt idx="2211">
                        <c:v>5.79877171835897</c:v>
                      </c:pt>
                      <c:pt idx="2212">
                        <c:v>5.80954134666261</c:v>
                      </c:pt>
                      <c:pt idx="2213">
                        <c:v>5.7821475608630601</c:v>
                      </c:pt>
                      <c:pt idx="2214">
                        <c:v>5.7636463665868396</c:v>
                      </c:pt>
                      <c:pt idx="2215">
                        <c:v>5.7293889917510299</c:v>
                      </c:pt>
                      <c:pt idx="2216">
                        <c:v>5.72643920759353</c:v>
                      </c:pt>
                      <c:pt idx="2217">
                        <c:v>5.70102964354591</c:v>
                      </c:pt>
                      <c:pt idx="2218">
                        <c:v>5.7448863897760303</c:v>
                      </c:pt>
                      <c:pt idx="2219">
                        <c:v>5.6970753676811796</c:v>
                      </c:pt>
                      <c:pt idx="2220">
                        <c:v>5.6881938738890998</c:v>
                      </c:pt>
                      <c:pt idx="2221">
                        <c:v>5.6924853885770101</c:v>
                      </c:pt>
                      <c:pt idx="2222">
                        <c:v>5.6375409169629203</c:v>
                      </c:pt>
                      <c:pt idx="2223">
                        <c:v>5.6078592406741699</c:v>
                      </c:pt>
                      <c:pt idx="2224">
                        <c:v>5.5952411471669103</c:v>
                      </c:pt>
                      <c:pt idx="2225">
                        <c:v>5.6103819256707999</c:v>
                      </c:pt>
                      <c:pt idx="2226">
                        <c:v>5.5690646763449596</c:v>
                      </c:pt>
                      <c:pt idx="2227">
                        <c:v>5.4849065614976196</c:v>
                      </c:pt>
                      <c:pt idx="2228">
                        <c:v>5.4849065614976196</c:v>
                      </c:pt>
                      <c:pt idx="2229">
                        <c:v>5.4673022374392497</c:v>
                      </c:pt>
                      <c:pt idx="2230">
                        <c:v>5.51193365942569</c:v>
                      </c:pt>
                      <c:pt idx="2231">
                        <c:v>5.5579604298484799</c:v>
                      </c:pt>
                      <c:pt idx="2232">
                        <c:v>5.4695536856899896</c:v>
                      </c:pt>
                      <c:pt idx="2233">
                        <c:v>5.4580521379660798</c:v>
                      </c:pt>
                      <c:pt idx="2234">
                        <c:v>5.4781812074454601</c:v>
                      </c:pt>
                      <c:pt idx="2235">
                        <c:v>5.48931065172453</c:v>
                      </c:pt>
                      <c:pt idx="2236">
                        <c:v>5.4938020690591598</c:v>
                      </c:pt>
                      <c:pt idx="2237">
                        <c:v>5.4675684692065003</c:v>
                      </c:pt>
                      <c:pt idx="2238">
                        <c:v>5.5071274223628404</c:v>
                      </c:pt>
                      <c:pt idx="2239">
                        <c:v>5.5502836047769399</c:v>
                      </c:pt>
                      <c:pt idx="2240">
                        <c:v>5.57740776475912</c:v>
                      </c:pt>
                      <c:pt idx="2241">
                        <c:v>5.5807514421627102</c:v>
                      </c:pt>
                      <c:pt idx="2242">
                        <c:v>5.60770682968574</c:v>
                      </c:pt>
                      <c:pt idx="2243">
                        <c:v>5.60770682968574</c:v>
                      </c:pt>
                      <c:pt idx="2244">
                        <c:v>5.5820560323733996</c:v>
                      </c:pt>
                      <c:pt idx="2245">
                        <c:v>5.54863911166587</c:v>
                      </c:pt>
                      <c:pt idx="2246">
                        <c:v>5.5441106594525298</c:v>
                      </c:pt>
                      <c:pt idx="2247">
                        <c:v>5.5980624631007396</c:v>
                      </c:pt>
                      <c:pt idx="2248">
                        <c:v>5.5980624631007396</c:v>
                      </c:pt>
                      <c:pt idx="2249">
                        <c:v>5.6220672636412701</c:v>
                      </c:pt>
                      <c:pt idx="2250">
                        <c:v>5.7049902916606596</c:v>
                      </c:pt>
                      <c:pt idx="2251">
                        <c:v>5.7328101664614302</c:v>
                      </c:pt>
                      <c:pt idx="2252">
                        <c:v>5.7267756439853104</c:v>
                      </c:pt>
                      <c:pt idx="2253">
                        <c:v>5.6706632275208504</c:v>
                      </c:pt>
                      <c:pt idx="2254">
                        <c:v>5.6663784822824699</c:v>
                      </c:pt>
                      <c:pt idx="2255">
                        <c:v>5.6439209851772896</c:v>
                      </c:pt>
                      <c:pt idx="2256">
                        <c:v>5.7107178606840696</c:v>
                      </c:pt>
                      <c:pt idx="2257">
                        <c:v>5.6391471028175504</c:v>
                      </c:pt>
                      <c:pt idx="2258">
                        <c:v>5.5024912232632204</c:v>
                      </c:pt>
                      <c:pt idx="2259">
                        <c:v>5.4720864260846902</c:v>
                      </c:pt>
                      <c:pt idx="2260">
                        <c:v>5.4673769709063098</c:v>
                      </c:pt>
                      <c:pt idx="2261">
                        <c:v>5.5061609445680597</c:v>
                      </c:pt>
                      <c:pt idx="2262">
                        <c:v>5.4402249204866298</c:v>
                      </c:pt>
                      <c:pt idx="2263">
                        <c:v>5.4280849608150801</c:v>
                      </c:pt>
                      <c:pt idx="2264">
                        <c:v>5.4214340438860003</c:v>
                      </c:pt>
                      <c:pt idx="2265">
                        <c:v>5.4205201490328401</c:v>
                      </c:pt>
                      <c:pt idx="2266">
                        <c:v>5.29981737085724</c:v>
                      </c:pt>
                      <c:pt idx="2267">
                        <c:v>5.3154672058208501</c:v>
                      </c:pt>
                      <c:pt idx="2268">
                        <c:v>5.2917078923716598</c:v>
                      </c:pt>
                      <c:pt idx="2269">
                        <c:v>5.4023671729149001</c:v>
                      </c:pt>
                      <c:pt idx="2270">
                        <c:v>5.4295405625803097</c:v>
                      </c:pt>
                      <c:pt idx="2271">
                        <c:v>5.4329124283801304</c:v>
                      </c:pt>
                      <c:pt idx="2272">
                        <c:v>5.3457050033453797</c:v>
                      </c:pt>
                      <c:pt idx="2273">
                        <c:v>5.4050122101565501</c:v>
                      </c:pt>
                      <c:pt idx="2274">
                        <c:v>5.37047529762234</c:v>
                      </c:pt>
                      <c:pt idx="2275">
                        <c:v>5.3814507641745903</c:v>
                      </c:pt>
                      <c:pt idx="2276">
                        <c:v>5.3663730037561503</c:v>
                      </c:pt>
                      <c:pt idx="2277">
                        <c:v>5.2413981996864596</c:v>
                      </c:pt>
                      <c:pt idx="2278">
                        <c:v>5.1183060113154601</c:v>
                      </c:pt>
                      <c:pt idx="2279">
                        <c:v>5.1183060113154601</c:v>
                      </c:pt>
                      <c:pt idx="2280">
                        <c:v>5.1509233393101601</c:v>
                      </c:pt>
                      <c:pt idx="2281">
                        <c:v>5.1910673870529997</c:v>
                      </c:pt>
                      <c:pt idx="2282">
                        <c:v>5.1606724501525498</c:v>
                      </c:pt>
                      <c:pt idx="2283">
                        <c:v>5.1606724501525498</c:v>
                      </c:pt>
                      <c:pt idx="2284">
                        <c:v>5.1606724501525498</c:v>
                      </c:pt>
                      <c:pt idx="2285">
                        <c:v>5.1678687893705799</c:v>
                      </c:pt>
                      <c:pt idx="2286">
                        <c:v>5.1509193162986602</c:v>
                      </c:pt>
                      <c:pt idx="2287">
                        <c:v>5.1744082351503602</c:v>
                      </c:pt>
                      <c:pt idx="2288">
                        <c:v>5.1744082351503602</c:v>
                      </c:pt>
                      <c:pt idx="2289">
                        <c:v>5.0654927605254496</c:v>
                      </c:pt>
                      <c:pt idx="2290">
                        <c:v>5.0505013107686603</c:v>
                      </c:pt>
                      <c:pt idx="2291">
                        <c:v>4.9666494519253002</c:v>
                      </c:pt>
                      <c:pt idx="2292">
                        <c:v>4.9599307736805196</c:v>
                      </c:pt>
                      <c:pt idx="2293">
                        <c:v>4.9048946810805596</c:v>
                      </c:pt>
                      <c:pt idx="2294">
                        <c:v>4.8832430864471297</c:v>
                      </c:pt>
                      <c:pt idx="2295">
                        <c:v>4.8718737499923597</c:v>
                      </c:pt>
                      <c:pt idx="2296">
                        <c:v>4.8071656051450598</c:v>
                      </c:pt>
                      <c:pt idx="2297">
                        <c:v>4.8007565078018297</c:v>
                      </c:pt>
                      <c:pt idx="2298">
                        <c:v>4.7407708668331798</c:v>
                      </c:pt>
                      <c:pt idx="2299">
                        <c:v>4.7587344516496799</c:v>
                      </c:pt>
                      <c:pt idx="2300">
                        <c:v>4.6997418040728398</c:v>
                      </c:pt>
                      <c:pt idx="2301">
                        <c:v>4.7243673635386303</c:v>
                      </c:pt>
                      <c:pt idx="2302">
                        <c:v>4.7411695232683702</c:v>
                      </c:pt>
                      <c:pt idx="2303">
                        <c:v>4.7502169991801004</c:v>
                      </c:pt>
                      <c:pt idx="2304">
                        <c:v>4.7472222886516899</c:v>
                      </c:pt>
                      <c:pt idx="2305">
                        <c:v>4.7634375170264303</c:v>
                      </c:pt>
                      <c:pt idx="2306">
                        <c:v>4.75173837443963</c:v>
                      </c:pt>
                      <c:pt idx="2307">
                        <c:v>4.7313992288015498</c:v>
                      </c:pt>
                      <c:pt idx="2308">
                        <c:v>4.74341302419991</c:v>
                      </c:pt>
                      <c:pt idx="2309">
                        <c:v>4.7448179616895096</c:v>
                      </c:pt>
                      <c:pt idx="2310">
                        <c:v>4.6324531910751396</c:v>
                      </c:pt>
                      <c:pt idx="2311">
                        <c:v>4.6038024616899396</c:v>
                      </c:pt>
                      <c:pt idx="2312">
                        <c:v>4.6040817239136196</c:v>
                      </c:pt>
                      <c:pt idx="2313">
                        <c:v>4.6303464977868902</c:v>
                      </c:pt>
                      <c:pt idx="2314">
                        <c:v>4.6236628122656702</c:v>
                      </c:pt>
                      <c:pt idx="2315">
                        <c:v>4.5881339390570197</c:v>
                      </c:pt>
                      <c:pt idx="2316">
                        <c:v>4.57353199552833</c:v>
                      </c:pt>
                      <c:pt idx="2317">
                        <c:v>4.5502430643117702</c:v>
                      </c:pt>
                      <c:pt idx="2318">
                        <c:v>4.55008577660894</c:v>
                      </c:pt>
                      <c:pt idx="2319">
                        <c:v>4.5545556774837301</c:v>
                      </c:pt>
                      <c:pt idx="2320">
                        <c:v>4.5467138806890404</c:v>
                      </c:pt>
                      <c:pt idx="2321">
                        <c:v>4.51459233810405</c:v>
                      </c:pt>
                      <c:pt idx="2322">
                        <c:v>4.4895867029565597</c:v>
                      </c:pt>
                      <c:pt idx="2323">
                        <c:v>4.5241172053793202</c:v>
                      </c:pt>
                      <c:pt idx="2324">
                        <c:v>4.5346416957907802</c:v>
                      </c:pt>
                      <c:pt idx="2325">
                        <c:v>4.5334305949677596</c:v>
                      </c:pt>
                      <c:pt idx="2326">
                        <c:v>4.51188624606496</c:v>
                      </c:pt>
                      <c:pt idx="2327">
                        <c:v>4.4944004163394098</c:v>
                      </c:pt>
                      <c:pt idx="2328">
                        <c:v>4.4957872168553203</c:v>
                      </c:pt>
                      <c:pt idx="2329">
                        <c:v>4.4702834410824304</c:v>
                      </c:pt>
                      <c:pt idx="2330">
                        <c:v>4.4481927482435504</c:v>
                      </c:pt>
                      <c:pt idx="2331">
                        <c:v>4.38979730203173</c:v>
                      </c:pt>
                      <c:pt idx="2332">
                        <c:v>4.4235584854537002</c:v>
                      </c:pt>
                      <c:pt idx="2333">
                        <c:v>4.4683372764053297</c:v>
                      </c:pt>
                      <c:pt idx="2334">
                        <c:v>4.4800793390939697</c:v>
                      </c:pt>
                      <c:pt idx="2335">
                        <c:v>4.4639357561931901</c:v>
                      </c:pt>
                      <c:pt idx="2336">
                        <c:v>4.4721754378385299</c:v>
                      </c:pt>
                      <c:pt idx="2337">
                        <c:v>4.4633354967566197</c:v>
                      </c:pt>
                      <c:pt idx="2338">
                        <c:v>4.4641104845571897</c:v>
                      </c:pt>
                      <c:pt idx="2339">
                        <c:v>4.46629293164417</c:v>
                      </c:pt>
                      <c:pt idx="2340">
                        <c:v>4.49015585714863</c:v>
                      </c:pt>
                      <c:pt idx="2341">
                        <c:v>4.59497169388057</c:v>
                      </c:pt>
                      <c:pt idx="2342">
                        <c:v>4.6385034299022596</c:v>
                      </c:pt>
                      <c:pt idx="2343">
                        <c:v>4.6385034299022596</c:v>
                      </c:pt>
                      <c:pt idx="2344">
                        <c:v>4.3927731722746897</c:v>
                      </c:pt>
                      <c:pt idx="2345">
                        <c:v>4.43752459788195</c:v>
                      </c:pt>
                      <c:pt idx="2346">
                        <c:v>4.43752459788195</c:v>
                      </c:pt>
                      <c:pt idx="2347">
                        <c:v>4.43752459788195</c:v>
                      </c:pt>
                      <c:pt idx="2348">
                        <c:v>4.5217536893078396</c:v>
                      </c:pt>
                      <c:pt idx="2349">
                        <c:v>4.5276075419309203</c:v>
                      </c:pt>
                      <c:pt idx="2350">
                        <c:v>4.5518612350251004</c:v>
                      </c:pt>
                      <c:pt idx="2351">
                        <c:v>4.5884322901233299</c:v>
                      </c:pt>
                      <c:pt idx="2352">
                        <c:v>4.5188380155468204</c:v>
                      </c:pt>
                      <c:pt idx="2353">
                        <c:v>4.4881114595973104</c:v>
                      </c:pt>
                      <c:pt idx="2354">
                        <c:v>4.5179808716265697</c:v>
                      </c:pt>
                      <c:pt idx="2355">
                        <c:v>4.5250581957827096</c:v>
                      </c:pt>
                      <c:pt idx="2356">
                        <c:v>4.4694606191978901</c:v>
                      </c:pt>
                      <c:pt idx="2357">
                        <c:v>4.4565968244476899</c:v>
                      </c:pt>
                      <c:pt idx="2358">
                        <c:v>4.4966409450758702</c:v>
                      </c:pt>
                      <c:pt idx="2359">
                        <c:v>4.47593381824682</c:v>
                      </c:pt>
                      <c:pt idx="2360">
                        <c:v>4.4946076035024696</c:v>
                      </c:pt>
                      <c:pt idx="2361">
                        <c:v>4.47581899685877</c:v>
                      </c:pt>
                      <c:pt idx="2362">
                        <c:v>4.45051281937518</c:v>
                      </c:pt>
                      <c:pt idx="2363">
                        <c:v>4.4430031748199896</c:v>
                      </c:pt>
                      <c:pt idx="2364">
                        <c:v>4.4517750791610897</c:v>
                      </c:pt>
                      <c:pt idx="2365">
                        <c:v>4.4538411292028597</c:v>
                      </c:pt>
                      <c:pt idx="2366">
                        <c:v>4.4517631684122403</c:v>
                      </c:pt>
                      <c:pt idx="2367">
                        <c:v>4.4529584594919003</c:v>
                      </c:pt>
                      <c:pt idx="2368">
                        <c:v>4.4917843754095301</c:v>
                      </c:pt>
                      <c:pt idx="2369">
                        <c:v>4.4936646153065203</c:v>
                      </c:pt>
                      <c:pt idx="2370">
                        <c:v>4.4936646153065203</c:v>
                      </c:pt>
                      <c:pt idx="2371">
                        <c:v>4.5026502448827301</c:v>
                      </c:pt>
                      <c:pt idx="2372">
                        <c:v>4.5178975624033901</c:v>
                      </c:pt>
                      <c:pt idx="2373">
                        <c:v>4.61144751071157</c:v>
                      </c:pt>
                      <c:pt idx="2374">
                        <c:v>4.6819584984302196</c:v>
                      </c:pt>
                      <c:pt idx="2375">
                        <c:v>4.63474785704308</c:v>
                      </c:pt>
                      <c:pt idx="2376">
                        <c:v>4.6155798069684799</c:v>
                      </c:pt>
                      <c:pt idx="2377">
                        <c:v>4.6347566829734399</c:v>
                      </c:pt>
                      <c:pt idx="2378">
                        <c:v>4.6347566829734399</c:v>
                      </c:pt>
                      <c:pt idx="2379">
                        <c:v>4.6098840984635503</c:v>
                      </c:pt>
                      <c:pt idx="2380">
                        <c:v>4.6139948166691198</c:v>
                      </c:pt>
                      <c:pt idx="2381">
                        <c:v>4.6956772213036304</c:v>
                      </c:pt>
                      <c:pt idx="2382">
                        <c:v>4.7335313689057203</c:v>
                      </c:pt>
                      <c:pt idx="2383">
                        <c:v>4.6586827562431203</c:v>
                      </c:pt>
                      <c:pt idx="2384">
                        <c:v>4.7669968604447996</c:v>
                      </c:pt>
                      <c:pt idx="2385">
                        <c:v>4.7664096274357597</c:v>
                      </c:pt>
                      <c:pt idx="2386">
                        <c:v>4.8387812431557302</c:v>
                      </c:pt>
                      <c:pt idx="2387">
                        <c:v>4.8683680845541204</c:v>
                      </c:pt>
                      <c:pt idx="2388">
                        <c:v>4.9164492542363103</c:v>
                      </c:pt>
                      <c:pt idx="2389">
                        <c:v>5.0560270132729803</c:v>
                      </c:pt>
                      <c:pt idx="2390">
                        <c:v>5.0747964070158504</c:v>
                      </c:pt>
                      <c:pt idx="2391">
                        <c:v>5.3628388800800302</c:v>
                      </c:pt>
                      <c:pt idx="2392">
                        <c:v>5.3115715666184498</c:v>
                      </c:pt>
                      <c:pt idx="2393">
                        <c:v>5.3115715666184498</c:v>
                      </c:pt>
                      <c:pt idx="2394">
                        <c:v>5.5258069820290299</c:v>
                      </c:pt>
                      <c:pt idx="2395">
                        <c:v>5.8359010079752496</c:v>
                      </c:pt>
                      <c:pt idx="2396">
                        <c:v>6.0680319251733597</c:v>
                      </c:pt>
                      <c:pt idx="2397">
                        <c:v>5.9092814834710001</c:v>
                      </c:pt>
                      <c:pt idx="2398">
                        <c:v>5.9092814834710001</c:v>
                      </c:pt>
                      <c:pt idx="2399">
                        <c:v>6.0915831042248501</c:v>
                      </c:pt>
                      <c:pt idx="2400">
                        <c:v>6.2156457838687702</c:v>
                      </c:pt>
                      <c:pt idx="2401">
                        <c:v>6.1280909950580202</c:v>
                      </c:pt>
                      <c:pt idx="2402">
                        <c:v>5.9665311889196504</c:v>
                      </c:pt>
                      <c:pt idx="2403">
                        <c:v>6.0102322752989403</c:v>
                      </c:pt>
                      <c:pt idx="2404">
                        <c:v>6.0720833262312501</c:v>
                      </c:pt>
                      <c:pt idx="2405">
                        <c:v>6.1334290399156304</c:v>
                      </c:pt>
                      <c:pt idx="2406">
                        <c:v>6.5027098545483097</c:v>
                      </c:pt>
                      <c:pt idx="2407">
                        <c:v>6.6257838612001496</c:v>
                      </c:pt>
                      <c:pt idx="2408">
                        <c:v>7.04699944908874</c:v>
                      </c:pt>
                      <c:pt idx="2409">
                        <c:v>6.9329058760980997</c:v>
                      </c:pt>
                      <c:pt idx="2410">
                        <c:v>6.6905688029020602</c:v>
                      </c:pt>
                      <c:pt idx="2411">
                        <c:v>6.4611437556861198</c:v>
                      </c:pt>
                      <c:pt idx="2412">
                        <c:v>6.3902930013965999</c:v>
                      </c:pt>
                      <c:pt idx="2413">
                        <c:v>6.3902930013965999</c:v>
                      </c:pt>
                      <c:pt idx="2414">
                        <c:v>6.4052231373645503</c:v>
                      </c:pt>
                      <c:pt idx="2415">
                        <c:v>6.4434496848107203</c:v>
                      </c:pt>
                      <c:pt idx="2416">
                        <c:v>6.4245199225603002</c:v>
                      </c:pt>
                      <c:pt idx="2417">
                        <c:v>6.5325228654805798</c:v>
                      </c:pt>
                      <c:pt idx="2418">
                        <c:v>6.5319341356506397</c:v>
                      </c:pt>
                      <c:pt idx="2419">
                        <c:v>6.38613346652979</c:v>
                      </c:pt>
                      <c:pt idx="2420">
                        <c:v>6.3704967500315401</c:v>
                      </c:pt>
                      <c:pt idx="2421">
                        <c:v>6.1613522291655602</c:v>
                      </c:pt>
                      <c:pt idx="2422">
                        <c:v>6.1559418707855</c:v>
                      </c:pt>
                      <c:pt idx="2423">
                        <c:v>6.0897989017303802</c:v>
                      </c:pt>
                      <c:pt idx="2424">
                        <c:v>6.1755343197806196</c:v>
                      </c:pt>
                      <c:pt idx="2425">
                        <c:v>6.0985654675697898</c:v>
                      </c:pt>
                      <c:pt idx="2426">
                        <c:v>6.1853926284919698</c:v>
                      </c:pt>
                      <c:pt idx="2427">
                        <c:v>6.3922337374485902</c:v>
                      </c:pt>
                      <c:pt idx="2428">
                        <c:v>6.06615158236374</c:v>
                      </c:pt>
                      <c:pt idx="2429">
                        <c:v>6.1399416379520799</c:v>
                      </c:pt>
                      <c:pt idx="2430">
                        <c:v>6.3849285240112597</c:v>
                      </c:pt>
                      <c:pt idx="2431">
                        <c:v>6.4059804605272497</c:v>
                      </c:pt>
                      <c:pt idx="2432">
                        <c:v>6.3854278096865302</c:v>
                      </c:pt>
                      <c:pt idx="2433">
                        <c:v>6.4219691470860996</c:v>
                      </c:pt>
                      <c:pt idx="2434">
                        <c:v>6.4331728848392098</c:v>
                      </c:pt>
                      <c:pt idx="2435">
                        <c:v>6.5110432829356801</c:v>
                      </c:pt>
                      <c:pt idx="2436">
                        <c:v>6.4474816524077099</c:v>
                      </c:pt>
                      <c:pt idx="2437">
                        <c:v>6.3900753577963201</c:v>
                      </c:pt>
                      <c:pt idx="2438">
                        <c:v>6.2426901189448696</c:v>
                      </c:pt>
                      <c:pt idx="2439">
                        <c:v>6.3468976809698097</c:v>
                      </c:pt>
                      <c:pt idx="2440">
                        <c:v>6.3468976809698097</c:v>
                      </c:pt>
                      <c:pt idx="2441">
                        <c:v>6.2146899874623998</c:v>
                      </c:pt>
                      <c:pt idx="2442">
                        <c:v>6.1507998135685398</c:v>
                      </c:pt>
                      <c:pt idx="2443">
                        <c:v>6.2215258023566502</c:v>
                      </c:pt>
                      <c:pt idx="2444">
                        <c:v>6.4604891753495899</c:v>
                      </c:pt>
                      <c:pt idx="2445">
                        <c:v>6.4630381072396901</c:v>
                      </c:pt>
                      <c:pt idx="2446">
                        <c:v>6.5127569003029802</c:v>
                      </c:pt>
                      <c:pt idx="2447">
                        <c:v>6.61862963839509</c:v>
                      </c:pt>
                      <c:pt idx="2448">
                        <c:v>6.61862963839509</c:v>
                      </c:pt>
                      <c:pt idx="2449">
                        <c:v>6.64496577073926</c:v>
                      </c:pt>
                      <c:pt idx="2450">
                        <c:v>6.7057324698903598</c:v>
                      </c:pt>
                      <c:pt idx="2451">
                        <c:v>6.6768581209629296</c:v>
                      </c:pt>
                      <c:pt idx="2452">
                        <c:v>6.6502376554756797</c:v>
                      </c:pt>
                      <c:pt idx="2453">
                        <c:v>6.6430540861095499</c:v>
                      </c:pt>
                      <c:pt idx="2454">
                        <c:v>6.8171037291068997</c:v>
                      </c:pt>
                      <c:pt idx="2455">
                        <c:v>6.7627231060630599</c:v>
                      </c:pt>
                      <c:pt idx="2456">
                        <c:v>6.7655543605715396</c:v>
                      </c:pt>
                      <c:pt idx="2457">
                        <c:v>6.7955667026061004</c:v>
                      </c:pt>
                      <c:pt idx="2458">
                        <c:v>6.7428962357878302</c:v>
                      </c:pt>
                      <c:pt idx="2459">
                        <c:v>6.8098845924269797</c:v>
                      </c:pt>
                      <c:pt idx="2460">
                        <c:v>6.82386436067587</c:v>
                      </c:pt>
                      <c:pt idx="2461">
                        <c:v>6.7932282515289604</c:v>
                      </c:pt>
                      <c:pt idx="2462">
                        <c:v>6.68630276314199</c:v>
                      </c:pt>
                      <c:pt idx="2463">
                        <c:v>6.7247170881868099</c:v>
                      </c:pt>
                      <c:pt idx="2464">
                        <c:v>6.6157048873963804</c:v>
                      </c:pt>
                      <c:pt idx="2465">
                        <c:v>6.5279737795952997</c:v>
                      </c:pt>
                      <c:pt idx="2466">
                        <c:v>6.4622344594161598</c:v>
                      </c:pt>
                      <c:pt idx="2467">
                        <c:v>6.3953361091727201</c:v>
                      </c:pt>
                      <c:pt idx="2468">
                        <c:v>6.3223057876737299</c:v>
                      </c:pt>
                      <c:pt idx="2469">
                        <c:v>6.54949902491839</c:v>
                      </c:pt>
                      <c:pt idx="2470">
                        <c:v>6.5471630592195798</c:v>
                      </c:pt>
                      <c:pt idx="2471">
                        <c:v>6.44825998768113</c:v>
                      </c:pt>
                      <c:pt idx="2472">
                        <c:v>6.3771292935049297</c:v>
                      </c:pt>
                      <c:pt idx="2473">
                        <c:v>6.3804356734939898</c:v>
                      </c:pt>
                      <c:pt idx="2474">
                        <c:v>6.4208761533005401</c:v>
                      </c:pt>
                      <c:pt idx="2475">
                        <c:v>6.3966702324412896</c:v>
                      </c:pt>
                      <c:pt idx="2476">
                        <c:v>6.3853742001446303</c:v>
                      </c:pt>
                      <c:pt idx="2477">
                        <c:v>6.1273796928782396</c:v>
                      </c:pt>
                      <c:pt idx="2478">
                        <c:v>6.4307963295202999</c:v>
                      </c:pt>
                      <c:pt idx="2479">
                        <c:v>6.4987710678241601</c:v>
                      </c:pt>
                      <c:pt idx="2480">
                        <c:v>6.46829010914891</c:v>
                      </c:pt>
                      <c:pt idx="2481">
                        <c:v>6.4998276791045599</c:v>
                      </c:pt>
                      <c:pt idx="2482">
                        <c:v>6.44019409147809</c:v>
                      </c:pt>
                      <c:pt idx="2483">
                        <c:v>6.3681915293931697</c:v>
                      </c:pt>
                      <c:pt idx="2484">
                        <c:v>6.39039630995011</c:v>
                      </c:pt>
                      <c:pt idx="2485">
                        <c:v>6.47071993210223</c:v>
                      </c:pt>
                      <c:pt idx="2486">
                        <c:v>6.4133582512247704</c:v>
                      </c:pt>
                      <c:pt idx="2487">
                        <c:v>6.38441190681674</c:v>
                      </c:pt>
                      <c:pt idx="2488">
                        <c:v>6.38441190681674</c:v>
                      </c:pt>
                      <c:pt idx="2489">
                        <c:v>6.3199268341799897</c:v>
                      </c:pt>
                      <c:pt idx="2490">
                        <c:v>6.4149251733570702</c:v>
                      </c:pt>
                      <c:pt idx="2491">
                        <c:v>6.2941594704948098</c:v>
                      </c:pt>
                      <c:pt idx="2492">
                        <c:v>6.2576606266202797</c:v>
                      </c:pt>
                      <c:pt idx="2493">
                        <c:v>6.2402192294737198</c:v>
                      </c:pt>
                      <c:pt idx="2494">
                        <c:v>6.3488475082872702</c:v>
                      </c:pt>
                      <c:pt idx="2495">
                        <c:v>6.0623778578476797</c:v>
                      </c:pt>
                      <c:pt idx="2496">
                        <c:v>5.9336377091117098</c:v>
                      </c:pt>
                      <c:pt idx="2497">
                        <c:v>5.94820416854198</c:v>
                      </c:pt>
                      <c:pt idx="2498">
                        <c:v>6.1193608819540604</c:v>
                      </c:pt>
                      <c:pt idx="2499">
                        <c:v>6.1223024320913</c:v>
                      </c:pt>
                      <c:pt idx="2500">
                        <c:v>6.0680887184763801</c:v>
                      </c:pt>
                      <c:pt idx="2501">
                        <c:v>6.1528723265234397</c:v>
                      </c:pt>
                      <c:pt idx="2502">
                        <c:v>6.3364902093833901</c:v>
                      </c:pt>
                      <c:pt idx="2503">
                        <c:v>6.3364902093833901</c:v>
                      </c:pt>
                      <c:pt idx="2504">
                        <c:v>6.4124771343414597</c:v>
                      </c:pt>
                      <c:pt idx="2505">
                        <c:v>6.33332277717453</c:v>
                      </c:pt>
                      <c:pt idx="2506">
                        <c:v>6.3178742424037999</c:v>
                      </c:pt>
                      <c:pt idx="2507">
                        <c:v>6.5309604844972098</c:v>
                      </c:pt>
                      <c:pt idx="2508">
                        <c:v>6.5309604844972098</c:v>
                      </c:pt>
                      <c:pt idx="2509">
                        <c:v>6.5975344504395004</c:v>
                      </c:pt>
                      <c:pt idx="2510">
                        <c:v>6.5100117996033804</c:v>
                      </c:pt>
                      <c:pt idx="2511">
                        <c:v>6.4922679175554396</c:v>
                      </c:pt>
                      <c:pt idx="2512">
                        <c:v>6.4125825559479397</c:v>
                      </c:pt>
                      <c:pt idx="2513">
                        <c:v>6.3535333917505596</c:v>
                      </c:pt>
                      <c:pt idx="2514">
                        <c:v>6.3212172781028304</c:v>
                      </c:pt>
                      <c:pt idx="2515">
                        <c:v>6.3138538698170299</c:v>
                      </c:pt>
                      <c:pt idx="2516">
                        <c:v>6.4231952655676503</c:v>
                      </c:pt>
                      <c:pt idx="2517">
                        <c:v>6.2761940153242604</c:v>
                      </c:pt>
                      <c:pt idx="2518">
                        <c:v>6.3085878292614597</c:v>
                      </c:pt>
                      <c:pt idx="2519">
                        <c:v>6.2916144362988202</c:v>
                      </c:pt>
                      <c:pt idx="2520">
                        <c:v>6.3045861942359398</c:v>
                      </c:pt>
                      <c:pt idx="2521">
                        <c:v>6.3094910089180596</c:v>
                      </c:pt>
                      <c:pt idx="2522">
                        <c:v>6.3175195127276096</c:v>
                      </c:pt>
                      <c:pt idx="2523">
                        <c:v>6.3595823902543502</c:v>
                      </c:pt>
                      <c:pt idx="2524">
                        <c:v>6.3820102085510797</c:v>
                      </c:pt>
                      <c:pt idx="2525">
                        <c:v>6.4474072062855203</c:v>
                      </c:pt>
                      <c:pt idx="2526">
                        <c:v>6.4502314846512299</c:v>
                      </c:pt>
                      <c:pt idx="2527">
                        <c:v>6.2987670842875101</c:v>
                      </c:pt>
                      <c:pt idx="2528">
                        <c:v>6.2177527046096399</c:v>
                      </c:pt>
                      <c:pt idx="2529">
                        <c:v>6.2174627424578102</c:v>
                      </c:pt>
                      <c:pt idx="2530">
                        <c:v>6.2279412693426899</c:v>
                      </c:pt>
                      <c:pt idx="2531">
                        <c:v>6.3195215519424304</c:v>
                      </c:pt>
                      <c:pt idx="2532">
                        <c:v>6.3114717835134702</c:v>
                      </c:pt>
                      <c:pt idx="2533">
                        <c:v>6.2757127549554301</c:v>
                      </c:pt>
                      <c:pt idx="2534">
                        <c:v>6.2868767584479404</c:v>
                      </c:pt>
                      <c:pt idx="2535">
                        <c:v>6.28445285259368</c:v>
                      </c:pt>
                      <c:pt idx="2536">
                        <c:v>6.3150073325512297</c:v>
                      </c:pt>
                      <c:pt idx="2537">
                        <c:v>6.2542718775371204</c:v>
                      </c:pt>
                      <c:pt idx="2538">
                        <c:v>6.1696616438880101</c:v>
                      </c:pt>
                      <c:pt idx="2539">
                        <c:v>6.1559041596884301</c:v>
                      </c:pt>
                      <c:pt idx="2540">
                        <c:v>6.1559041596884301</c:v>
                      </c:pt>
                      <c:pt idx="2541">
                        <c:v>6.0610387769227998</c:v>
                      </c:pt>
                      <c:pt idx="2542">
                        <c:v>6.1293008209488402</c:v>
                      </c:pt>
                      <c:pt idx="2543">
                        <c:v>6.2703278018269302</c:v>
                      </c:pt>
                      <c:pt idx="2544">
                        <c:v>6.2703278018269302</c:v>
                      </c:pt>
                      <c:pt idx="2545">
                        <c:v>6.2703278018269302</c:v>
                      </c:pt>
                      <c:pt idx="2546">
                        <c:v>6.2993383962175704</c:v>
                      </c:pt>
                      <c:pt idx="2547">
                        <c:v>6.2257987734953204</c:v>
                      </c:pt>
                      <c:pt idx="2548">
                        <c:v>6.2257987734953204</c:v>
                      </c:pt>
                      <c:pt idx="2549">
                        <c:v>6.2919150846716096</c:v>
                      </c:pt>
                      <c:pt idx="2550">
                        <c:v>6.2744236025990698</c:v>
                      </c:pt>
                      <c:pt idx="2551">
                        <c:v>6.2499833053582501</c:v>
                      </c:pt>
                      <c:pt idx="2552">
                        <c:v>6.2150359723529798</c:v>
                      </c:pt>
                      <c:pt idx="2553">
                        <c:v>6.1973099080301202</c:v>
                      </c:pt>
                      <c:pt idx="2554">
                        <c:v>6.1887669902726401</c:v>
                      </c:pt>
                      <c:pt idx="2555">
                        <c:v>6.1649426231954401</c:v>
                      </c:pt>
                      <c:pt idx="2556">
                        <c:v>6.1534627588886499</c:v>
                      </c:pt>
                      <c:pt idx="2557">
                        <c:v>6.1912335727536298</c:v>
                      </c:pt>
                      <c:pt idx="2558">
                        <c:v>6.2071132539888199</c:v>
                      </c:pt>
                      <c:pt idx="2559">
                        <c:v>6.2230932318422099</c:v>
                      </c:pt>
                      <c:pt idx="2560">
                        <c:v>6.1964048922217003</c:v>
                      </c:pt>
                      <c:pt idx="2561">
                        <c:v>6.2015822540451602</c:v>
                      </c:pt>
                      <c:pt idx="2562">
                        <c:v>6.2722033149177996</c:v>
                      </c:pt>
                      <c:pt idx="2563">
                        <c:v>6.1888305418869303</c:v>
                      </c:pt>
                      <c:pt idx="2564">
                        <c:v>6.2697605498901297</c:v>
                      </c:pt>
                      <c:pt idx="2565">
                        <c:v>6.3838628976320502</c:v>
                      </c:pt>
                      <c:pt idx="2566">
                        <c:v>6.4237225676681904</c:v>
                      </c:pt>
                      <c:pt idx="2567">
                        <c:v>6.6251996369439796</c:v>
                      </c:pt>
                      <c:pt idx="2568">
                        <c:v>6.65207491046288</c:v>
                      </c:pt>
                      <c:pt idx="2569">
                        <c:v>6.6506766809866802</c:v>
                      </c:pt>
                      <c:pt idx="2570">
                        <c:v>6.6268587526174896</c:v>
                      </c:pt>
                      <c:pt idx="2571">
                        <c:v>6.5960906743030598</c:v>
                      </c:pt>
                      <c:pt idx="2572">
                        <c:v>6.5806190492611503</c:v>
                      </c:pt>
                      <c:pt idx="2573">
                        <c:v>6.5531585013929901</c:v>
                      </c:pt>
                      <c:pt idx="2574">
                        <c:v>6.5214630846422299</c:v>
                      </c:pt>
                      <c:pt idx="2575">
                        <c:v>6.4998185724781097</c:v>
                      </c:pt>
                      <c:pt idx="2576">
                        <c:v>6.5462357020605602</c:v>
                      </c:pt>
                      <c:pt idx="2577">
                        <c:v>6.5300225958749198</c:v>
                      </c:pt>
                      <c:pt idx="2578">
                        <c:v>6.5171422658751199</c:v>
                      </c:pt>
                      <c:pt idx="2579">
                        <c:v>6.5402518354529802</c:v>
                      </c:pt>
                      <c:pt idx="2580">
                        <c:v>6.5953253099994003</c:v>
                      </c:pt>
                      <c:pt idx="2581">
                        <c:v>6.6801142787783698</c:v>
                      </c:pt>
                      <c:pt idx="2582">
                        <c:v>6.6226781088262801</c:v>
                      </c:pt>
                      <c:pt idx="2583">
                        <c:v>6.6423634805960701</c:v>
                      </c:pt>
                      <c:pt idx="2584">
                        <c:v>6.6369629227667302</c:v>
                      </c:pt>
                      <c:pt idx="2585">
                        <c:v>6.6383193364936401</c:v>
                      </c:pt>
                      <c:pt idx="2586">
                        <c:v>6.6407510655819504</c:v>
                      </c:pt>
                      <c:pt idx="2587">
                        <c:v>6.6157119113838698</c:v>
                      </c:pt>
                      <c:pt idx="2588">
                        <c:v>6.6104874670058704</c:v>
                      </c:pt>
                      <c:pt idx="2589">
                        <c:v>6.5846776438045902</c:v>
                      </c:pt>
                      <c:pt idx="2590">
                        <c:v>6.5715385517295104</c:v>
                      </c:pt>
                      <c:pt idx="2591">
                        <c:v>6.5071030012813003</c:v>
                      </c:pt>
                      <c:pt idx="2592">
                        <c:v>6.5237470490050598</c:v>
                      </c:pt>
                      <c:pt idx="2593">
                        <c:v>6.5394015253499704</c:v>
                      </c:pt>
                      <c:pt idx="2594">
                        <c:v>6.5245426427870896</c:v>
                      </c:pt>
                      <c:pt idx="2595">
                        <c:v>6.5141448232490902</c:v>
                      </c:pt>
                      <c:pt idx="2596">
                        <c:v>6.5002676010751799</c:v>
                      </c:pt>
                      <c:pt idx="2597">
                        <c:v>6.5024825123979904</c:v>
                      </c:pt>
                      <c:pt idx="2598">
                        <c:v>6.4694703300696101</c:v>
                      </c:pt>
                      <c:pt idx="2599">
                        <c:v>6.5089923913324403</c:v>
                      </c:pt>
                      <c:pt idx="2600">
                        <c:v>6.3834714505762697</c:v>
                      </c:pt>
                      <c:pt idx="2601">
                        <c:v>6.1719092869011201</c:v>
                      </c:pt>
                      <c:pt idx="2602">
                        <c:v>6.1556903084248802</c:v>
                      </c:pt>
                      <c:pt idx="2603">
                        <c:v>6.1556903084248802</c:v>
                      </c:pt>
                      <c:pt idx="2604">
                        <c:v>6.1452307777964297</c:v>
                      </c:pt>
                      <c:pt idx="2605">
                        <c:v>5.9740938187258399</c:v>
                      </c:pt>
                      <c:pt idx="2606">
                        <c:v>5.9168445112234602</c:v>
                      </c:pt>
                      <c:pt idx="2607">
                        <c:v>5.9311326895552998</c:v>
                      </c:pt>
                      <c:pt idx="2608">
                        <c:v>5.9285424641831996</c:v>
                      </c:pt>
                      <c:pt idx="2609">
                        <c:v>5.8828361713116903</c:v>
                      </c:pt>
                      <c:pt idx="2610">
                        <c:v>5.9070064886098903</c:v>
                      </c:pt>
                      <c:pt idx="2611">
                        <c:v>5.8978330196161899</c:v>
                      </c:pt>
                      <c:pt idx="2612">
                        <c:v>5.8631286158531202</c:v>
                      </c:pt>
                      <c:pt idx="2613">
                        <c:v>5.8176155750535301</c:v>
                      </c:pt>
                      <c:pt idx="2614">
                        <c:v>5.7040559668792401</c:v>
                      </c:pt>
                      <c:pt idx="2615">
                        <c:v>5.7039099970517304</c:v>
                      </c:pt>
                      <c:pt idx="2616">
                        <c:v>5.7204189393582796</c:v>
                      </c:pt>
                      <c:pt idx="2617">
                        <c:v>5.7158466403243198</c:v>
                      </c:pt>
                      <c:pt idx="2618">
                        <c:v>5.7115459430543902</c:v>
                      </c:pt>
                      <c:pt idx="2619">
                        <c:v>5.7363674463093304</c:v>
                      </c:pt>
                      <c:pt idx="2620">
                        <c:v>5.7543367169154598</c:v>
                      </c:pt>
                      <c:pt idx="2621">
                        <c:v>5.7543367169154598</c:v>
                      </c:pt>
                      <c:pt idx="2622">
                        <c:v>5.7543367169154598</c:v>
                      </c:pt>
                      <c:pt idx="2623">
                        <c:v>5.7346752973587796</c:v>
                      </c:pt>
                      <c:pt idx="2624">
                        <c:v>5.7633008670955999</c:v>
                      </c:pt>
                      <c:pt idx="2625">
                        <c:v>5.8289185241820203</c:v>
                      </c:pt>
                      <c:pt idx="2626">
                        <c:v>5.9031813863050697</c:v>
                      </c:pt>
                      <c:pt idx="2627">
                        <c:v>5.8842636896901501</c:v>
                      </c:pt>
                      <c:pt idx="2628">
                        <c:v>6.0635213279729197</c:v>
                      </c:pt>
                      <c:pt idx="2629">
                        <c:v>6.0388677002735296</c:v>
                      </c:pt>
                      <c:pt idx="2630">
                        <c:v>6.0264714569280597</c:v>
                      </c:pt>
                      <c:pt idx="2631">
                        <c:v>6.0264714569280597</c:v>
                      </c:pt>
                      <c:pt idx="2632">
                        <c:v>6.0460126560961198</c:v>
                      </c:pt>
                      <c:pt idx="2633">
                        <c:v>6.0434589821152596</c:v>
                      </c:pt>
                      <c:pt idx="2634">
                        <c:v>6.0783508328417897</c:v>
                      </c:pt>
                      <c:pt idx="2635">
                        <c:v>6.04086138943783</c:v>
                      </c:pt>
                      <c:pt idx="2636">
                        <c:v>5.9776909907504097</c:v>
                      </c:pt>
                      <c:pt idx="2637">
                        <c:v>5.9991624594801802</c:v>
                      </c:pt>
                      <c:pt idx="2638">
                        <c:v>6.0129584654246804</c:v>
                      </c:pt>
                      <c:pt idx="2639">
                        <c:v>6.0561768314272397</c:v>
                      </c:pt>
                      <c:pt idx="2640">
                        <c:v>6.0847529075532103</c:v>
                      </c:pt>
                      <c:pt idx="2641">
                        <c:v>6.1503712057603801</c:v>
                      </c:pt>
                      <c:pt idx="2642">
                        <c:v>6.0990110406172402</c:v>
                      </c:pt>
                      <c:pt idx="2643">
                        <c:v>6.1438450225091499</c:v>
                      </c:pt>
                      <c:pt idx="2644">
                        <c:v>6.0773912034071804</c:v>
                      </c:pt>
                      <c:pt idx="2645">
                        <c:v>6.07875692900339</c:v>
                      </c:pt>
                      <c:pt idx="2646">
                        <c:v>6.0263815190405197</c:v>
                      </c:pt>
                      <c:pt idx="2647">
                        <c:v>6.0135098765957498</c:v>
                      </c:pt>
                      <c:pt idx="2648">
                        <c:v>6.0365921811373298</c:v>
                      </c:pt>
                      <c:pt idx="2649">
                        <c:v>6.0756865999313696</c:v>
                      </c:pt>
                      <c:pt idx="2650">
                        <c:v>6.0244040072099203</c:v>
                      </c:pt>
                      <c:pt idx="2651">
                        <c:v>6.0654259275509697</c:v>
                      </c:pt>
                      <c:pt idx="2652">
                        <c:v>6.0517307007965497</c:v>
                      </c:pt>
                      <c:pt idx="2653">
                        <c:v>6.0517307007965497</c:v>
                      </c:pt>
                      <c:pt idx="2654">
                        <c:v>6.0401707915871201</c:v>
                      </c:pt>
                      <c:pt idx="2655">
                        <c:v>6.0749937768876396</c:v>
                      </c:pt>
                      <c:pt idx="2656">
                        <c:v>6.0378547657313097</c:v>
                      </c:pt>
                      <c:pt idx="2657">
                        <c:v>6.0011980355618402</c:v>
                      </c:pt>
                      <c:pt idx="2658">
                        <c:v>6.01534852436198</c:v>
                      </c:pt>
                      <c:pt idx="2659">
                        <c:v>6.0286020797310602</c:v>
                      </c:pt>
                      <c:pt idx="2660">
                        <c:v>6.00842751309421</c:v>
                      </c:pt>
                      <c:pt idx="2661">
                        <c:v>6.0330923167090598</c:v>
                      </c:pt>
                      <c:pt idx="2662">
                        <c:v>6.0319887487172901</c:v>
                      </c:pt>
                      <c:pt idx="2663">
                        <c:v>6.0894029273078099</c:v>
                      </c:pt>
                      <c:pt idx="2664">
                        <c:v>6.2628276813620101</c:v>
                      </c:pt>
                      <c:pt idx="2665">
                        <c:v>6.2782543514721798</c:v>
                      </c:pt>
                      <c:pt idx="2666">
                        <c:v>6.2345498878002896</c:v>
                      </c:pt>
                      <c:pt idx="2667">
                        <c:v>6.2408750343103501</c:v>
                      </c:pt>
                      <c:pt idx="2668">
                        <c:v>6.2408750343103501</c:v>
                      </c:pt>
                      <c:pt idx="2669">
                        <c:v>6.2135510869571604</c:v>
                      </c:pt>
                      <c:pt idx="2670">
                        <c:v>6.2540881023704298</c:v>
                      </c:pt>
                      <c:pt idx="2671">
                        <c:v>6.25922052564019</c:v>
                      </c:pt>
                      <c:pt idx="2672">
                        <c:v>6.24222622946023</c:v>
                      </c:pt>
                      <c:pt idx="2673">
                        <c:v>6.24222622946023</c:v>
                      </c:pt>
                      <c:pt idx="2674">
                        <c:v>6.25712646874649</c:v>
                      </c:pt>
                      <c:pt idx="2675">
                        <c:v>6.28343531501974</c:v>
                      </c:pt>
                      <c:pt idx="2676">
                        <c:v>6.36103976313529</c:v>
                      </c:pt>
                      <c:pt idx="2677">
                        <c:v>6.2845643838210901</c:v>
                      </c:pt>
                      <c:pt idx="2678">
                        <c:v>6.2559187345972997</c:v>
                      </c:pt>
                      <c:pt idx="2679">
                        <c:v>6.2452017910168802</c:v>
                      </c:pt>
                      <c:pt idx="2680">
                        <c:v>6.2900853361045899</c:v>
                      </c:pt>
                      <c:pt idx="2681">
                        <c:v>6.2814977074999598</c:v>
                      </c:pt>
                      <c:pt idx="2682">
                        <c:v>6.2704726081322404</c:v>
                      </c:pt>
                      <c:pt idx="2683">
                        <c:v>6.23719470017436</c:v>
                      </c:pt>
                      <c:pt idx="2684">
                        <c:v>6.2643189417075602</c:v>
                      </c:pt>
                      <c:pt idx="2685">
                        <c:v>6.2565101900098501</c:v>
                      </c:pt>
                      <c:pt idx="2686">
                        <c:v>6.2080727464282504</c:v>
                      </c:pt>
                      <c:pt idx="2687">
                        <c:v>6.2496643054613497</c:v>
                      </c:pt>
                      <c:pt idx="2688">
                        <c:v>6.2791036054862097</c:v>
                      </c:pt>
                      <c:pt idx="2689">
                        <c:v>6.1804716441602796</c:v>
                      </c:pt>
                      <c:pt idx="2690">
                        <c:v>6.1862672365587397</c:v>
                      </c:pt>
                      <c:pt idx="2691">
                        <c:v>6.14661088397144</c:v>
                      </c:pt>
                      <c:pt idx="2692">
                        <c:v>6.1512094613179302</c:v>
                      </c:pt>
                      <c:pt idx="2693">
                        <c:v>6.0967344304896196</c:v>
                      </c:pt>
                      <c:pt idx="2694">
                        <c:v>6.1165826166470403</c:v>
                      </c:pt>
                      <c:pt idx="2695">
                        <c:v>6.1997152073895503</c:v>
                      </c:pt>
                      <c:pt idx="2696">
                        <c:v>6.25674953766028</c:v>
                      </c:pt>
                      <c:pt idx="2697">
                        <c:v>6.1879380186449104</c:v>
                      </c:pt>
                      <c:pt idx="2698">
                        <c:v>6.2268375204718698</c:v>
                      </c:pt>
                      <c:pt idx="2699">
                        <c:v>6.24663528968932</c:v>
                      </c:pt>
                      <c:pt idx="2700">
                        <c:v>6.2121546802643302</c:v>
                      </c:pt>
                      <c:pt idx="2701">
                        <c:v>6.2121546802643302</c:v>
                      </c:pt>
                      <c:pt idx="2702">
                        <c:v>6.2398333606565002</c:v>
                      </c:pt>
                      <c:pt idx="2703">
                        <c:v>6.2310853074483799</c:v>
                      </c:pt>
                      <c:pt idx="2704">
                        <c:v>6.2215087797334698</c:v>
                      </c:pt>
                      <c:pt idx="2705">
                        <c:v>6.2039609023109303</c:v>
                      </c:pt>
                      <c:pt idx="2706">
                        <c:v>6.2069011101741101</c:v>
                      </c:pt>
                      <c:pt idx="2707">
                        <c:v>6.1139757644323698</c:v>
                      </c:pt>
                      <c:pt idx="2708">
                        <c:v>6.1139757644323698</c:v>
                      </c:pt>
                      <c:pt idx="2709">
                        <c:v>6.11966858135676</c:v>
                      </c:pt>
                      <c:pt idx="2710">
                        <c:v>6.11123779053883</c:v>
                      </c:pt>
                      <c:pt idx="2711">
                        <c:v>6.1225174513792604</c:v>
                      </c:pt>
                      <c:pt idx="2712">
                        <c:v>6.1338174539756602</c:v>
                      </c:pt>
                      <c:pt idx="2713">
                        <c:v>6.1322807898971696</c:v>
                      </c:pt>
                      <c:pt idx="2714">
                        <c:v>6.0826992852812296</c:v>
                      </c:pt>
                      <c:pt idx="2715">
                        <c:v>6.0593865425714801</c:v>
                      </c:pt>
                      <c:pt idx="2716">
                        <c:v>6.0306684006526803</c:v>
                      </c:pt>
                      <c:pt idx="2717">
                        <c:v>5.9916975495057496</c:v>
                      </c:pt>
                      <c:pt idx="2718">
                        <c:v>5.9491026795397204</c:v>
                      </c:pt>
                      <c:pt idx="2719">
                        <c:v>6.0030108624564402</c:v>
                      </c:pt>
                      <c:pt idx="2720">
                        <c:v>5.9998670917474204</c:v>
                      </c:pt>
                      <c:pt idx="2721">
                        <c:v>5.9885264173843398</c:v>
                      </c:pt>
                      <c:pt idx="2722">
                        <c:v>5.9708116458705804</c:v>
                      </c:pt>
                      <c:pt idx="2723">
                        <c:v>5.9728058430364497</c:v>
                      </c:pt>
                      <c:pt idx="2724">
                        <c:v>6.0356678471623404</c:v>
                      </c:pt>
                      <c:pt idx="2725">
                        <c:v>6.0584131385769702</c:v>
                      </c:pt>
                      <c:pt idx="2726">
                        <c:v>6.0535133495912898</c:v>
                      </c:pt>
                      <c:pt idx="2727">
                        <c:v>6.087700621642</c:v>
                      </c:pt>
                      <c:pt idx="2728">
                        <c:v>6.0840117803227098</c:v>
                      </c:pt>
                      <c:pt idx="2729">
                        <c:v>6.0645073519731998</c:v>
                      </c:pt>
                      <c:pt idx="2730">
                        <c:v>6.0157186660015496</c:v>
                      </c:pt>
                      <c:pt idx="2731">
                        <c:v>6.0274522618158199</c:v>
                      </c:pt>
                      <c:pt idx="2732">
                        <c:v>6.0146917437533398</c:v>
                      </c:pt>
                      <c:pt idx="2733">
                        <c:v>6.0155124127715096</c:v>
                      </c:pt>
                      <c:pt idx="2734">
                        <c:v>6.0370301483667799</c:v>
                      </c:pt>
                      <c:pt idx="2735">
                        <c:v>6.0656196807102898</c:v>
                      </c:pt>
                      <c:pt idx="2736">
                        <c:v>6.0794954166548898</c:v>
                      </c:pt>
                      <c:pt idx="2737">
                        <c:v>6.1056071248954602</c:v>
                      </c:pt>
                      <c:pt idx="2738">
                        <c:v>6.1809863537824796</c:v>
                      </c:pt>
                      <c:pt idx="2739">
                        <c:v>6.2190635365500704</c:v>
                      </c:pt>
                      <c:pt idx="2740">
                        <c:v>6.1599273333042204</c:v>
                      </c:pt>
                      <c:pt idx="2741">
                        <c:v>6.1662601944532698</c:v>
                      </c:pt>
                      <c:pt idx="2742">
                        <c:v>6.1602774012646604</c:v>
                      </c:pt>
                      <c:pt idx="2743">
                        <c:v>6.1339995292467799</c:v>
                      </c:pt>
                      <c:pt idx="2744">
                        <c:v>6.1295857893166099</c:v>
                      </c:pt>
                      <c:pt idx="2745">
                        <c:v>6.1407731115457898</c:v>
                      </c:pt>
                      <c:pt idx="2746">
                        <c:v>6.1047780447431297</c:v>
                      </c:pt>
                      <c:pt idx="2747">
                        <c:v>6.14406837342377</c:v>
                      </c:pt>
                      <c:pt idx="2748">
                        <c:v>6.14406837342377</c:v>
                      </c:pt>
                      <c:pt idx="2749">
                        <c:v>6.0904522394922704</c:v>
                      </c:pt>
                      <c:pt idx="2750">
                        <c:v>6.0444681875920701</c:v>
                      </c:pt>
                      <c:pt idx="2751">
                        <c:v>6.0881373436805104</c:v>
                      </c:pt>
                      <c:pt idx="2752">
                        <c:v>6.03695645796798</c:v>
                      </c:pt>
                      <c:pt idx="2753">
                        <c:v>6.0319569210552704</c:v>
                      </c:pt>
                      <c:pt idx="2754">
                        <c:v>6.0112779399426204</c:v>
                      </c:pt>
                      <c:pt idx="2755">
                        <c:v>6.01784944615037</c:v>
                      </c:pt>
                      <c:pt idx="2756">
                        <c:v>6.0155014622257701</c:v>
                      </c:pt>
                      <c:pt idx="2757">
                        <c:v>6.0108748912032404</c:v>
                      </c:pt>
                      <c:pt idx="2758">
                        <c:v>6.0231373122478304</c:v>
                      </c:pt>
                      <c:pt idx="2759">
                        <c:v>5.9752099431274903</c:v>
                      </c:pt>
                      <c:pt idx="2760">
                        <c:v>5.9288357418314996</c:v>
                      </c:pt>
                      <c:pt idx="2761">
                        <c:v>5.9168757056447099</c:v>
                      </c:pt>
                      <c:pt idx="2762">
                        <c:v>5.90082271510515</c:v>
                      </c:pt>
                      <c:pt idx="2763">
                        <c:v>5.90082271510515</c:v>
                      </c:pt>
                      <c:pt idx="2764">
                        <c:v>5.88125308232864</c:v>
                      </c:pt>
                      <c:pt idx="2765">
                        <c:v>5.8150595198401502</c:v>
                      </c:pt>
                      <c:pt idx="2766">
                        <c:v>5.8122212240783604</c:v>
                      </c:pt>
                      <c:pt idx="2767">
                        <c:v>5.79099862092108</c:v>
                      </c:pt>
                      <c:pt idx="2768">
                        <c:v>5.7634683861796097</c:v>
                      </c:pt>
                      <c:pt idx="2769">
                        <c:v>5.7814102857048102</c:v>
                      </c:pt>
                      <c:pt idx="2770">
                        <c:v>5.7282830739557999</c:v>
                      </c:pt>
                      <c:pt idx="2771">
                        <c:v>5.7273718002856304</c:v>
                      </c:pt>
                      <c:pt idx="2772">
                        <c:v>5.7729501585945302</c:v>
                      </c:pt>
                      <c:pt idx="2773">
                        <c:v>5.7729501585945302</c:v>
                      </c:pt>
                      <c:pt idx="2774">
                        <c:v>5.7439482342172701</c:v>
                      </c:pt>
                      <c:pt idx="2775">
                        <c:v>5.7409156056485697</c:v>
                      </c:pt>
                      <c:pt idx="2776">
                        <c:v>5.6745429468791801</c:v>
                      </c:pt>
                      <c:pt idx="2777">
                        <c:v>5.65402335992004</c:v>
                      </c:pt>
                      <c:pt idx="2778">
                        <c:v>5.6577901615469699</c:v>
                      </c:pt>
                      <c:pt idx="2779">
                        <c:v>5.6547613937059804</c:v>
                      </c:pt>
                      <c:pt idx="2780">
                        <c:v>5.6708266415346298</c:v>
                      </c:pt>
                      <c:pt idx="2781">
                        <c:v>5.7126231112785799</c:v>
                      </c:pt>
                      <c:pt idx="2782">
                        <c:v>5.68863503562938</c:v>
                      </c:pt>
                      <c:pt idx="2783">
                        <c:v>5.6813886253466803</c:v>
                      </c:pt>
                      <c:pt idx="2784">
                        <c:v>5.7071026237450697</c:v>
                      </c:pt>
                      <c:pt idx="2785">
                        <c:v>5.6939266690140196</c:v>
                      </c:pt>
                      <c:pt idx="2786">
                        <c:v>5.7381744056653998</c:v>
                      </c:pt>
                      <c:pt idx="2787">
                        <c:v>5.8090711511284399</c:v>
                      </c:pt>
                      <c:pt idx="2788">
                        <c:v>5.8090711511284399</c:v>
                      </c:pt>
                      <c:pt idx="2789">
                        <c:v>5.9216812708459097</c:v>
                      </c:pt>
                      <c:pt idx="2790">
                        <c:v>6.1356039424797704</c:v>
                      </c:pt>
                      <c:pt idx="2791">
                        <c:v>6.1552136860011899</c:v>
                      </c:pt>
                      <c:pt idx="2792">
                        <c:v>6.1233022078132997</c:v>
                      </c:pt>
                      <c:pt idx="2793">
                        <c:v>6.2046334785350403</c:v>
                      </c:pt>
                      <c:pt idx="2794">
                        <c:v>6.3494078104793203</c:v>
                      </c:pt>
                      <c:pt idx="2795">
                        <c:v>6.3083552932592699</c:v>
                      </c:pt>
                      <c:pt idx="2796">
                        <c:v>6.2401802674259299</c:v>
                      </c:pt>
                      <c:pt idx="2797">
                        <c:v>6.2757489326744702</c:v>
                      </c:pt>
                      <c:pt idx="2798">
                        <c:v>6.3118896894494103</c:v>
                      </c:pt>
                      <c:pt idx="2799">
                        <c:v>6.3695051153761399</c:v>
                      </c:pt>
                      <c:pt idx="2800">
                        <c:v>6.3154854366845701</c:v>
                      </c:pt>
                      <c:pt idx="2801">
                        <c:v>6.3154854366845701</c:v>
                      </c:pt>
                      <c:pt idx="2802">
                        <c:v>6.2743121097963899</c:v>
                      </c:pt>
                      <c:pt idx="2803">
                        <c:v>6.3138402390701804</c:v>
                      </c:pt>
                      <c:pt idx="2804">
                        <c:v>6.3125411700596903</c:v>
                      </c:pt>
                      <c:pt idx="2805">
                        <c:v>6.3125411700596903</c:v>
                      </c:pt>
                      <c:pt idx="2806">
                        <c:v>6.3125411700596903</c:v>
                      </c:pt>
                      <c:pt idx="2807">
                        <c:v>6.2443996427584096</c:v>
                      </c:pt>
                      <c:pt idx="2808">
                        <c:v>6.2724391442482998</c:v>
                      </c:pt>
                      <c:pt idx="2809">
                        <c:v>6.3187117556881196</c:v>
                      </c:pt>
                      <c:pt idx="2810">
                        <c:v>6.2465150216352603</c:v>
                      </c:pt>
                      <c:pt idx="2811">
                        <c:v>6.0974275390586596</c:v>
                      </c:pt>
                      <c:pt idx="2812">
                        <c:v>6.1210111762675101</c:v>
                      </c:pt>
                      <c:pt idx="2813">
                        <c:v>6.1210111762675101</c:v>
                      </c:pt>
                      <c:pt idx="2814">
                        <c:v>6.1517764945546096</c:v>
                      </c:pt>
                      <c:pt idx="2815">
                        <c:v>6.0940905890847796</c:v>
                      </c:pt>
                      <c:pt idx="2816">
                        <c:v>5.9589897596895796</c:v>
                      </c:pt>
                      <c:pt idx="2817">
                        <c:v>5.8913046537960803</c:v>
                      </c:pt>
                      <c:pt idx="2818">
                        <c:v>5.8548523249675002</c:v>
                      </c:pt>
                      <c:pt idx="2819">
                        <c:v>5.8515901869743097</c:v>
                      </c:pt>
                      <c:pt idx="2820">
                        <c:v>5.8212196026636196</c:v>
                      </c:pt>
                      <c:pt idx="2821">
                        <c:v>5.6761951071476</c:v>
                      </c:pt>
                      <c:pt idx="2822">
                        <c:v>5.6148453497501301</c:v>
                      </c:pt>
                      <c:pt idx="2823">
                        <c:v>5.5891388681199299</c:v>
                      </c:pt>
                      <c:pt idx="2824">
                        <c:v>5.53854243896411</c:v>
                      </c:pt>
                      <c:pt idx="2825">
                        <c:v>5.5345547022338204</c:v>
                      </c:pt>
                      <c:pt idx="2826">
                        <c:v>5.5022269929786702</c:v>
                      </c:pt>
                      <c:pt idx="2827">
                        <c:v>5.6178206720874</c:v>
                      </c:pt>
                      <c:pt idx="2828">
                        <c:v>5.5059036567598501</c:v>
                      </c:pt>
                      <c:pt idx="2829">
                        <c:v>5.5336311121452901</c:v>
                      </c:pt>
                      <c:pt idx="2830">
                        <c:v>5.60684755434258</c:v>
                      </c:pt>
                      <c:pt idx="2831">
                        <c:v>5.6269068330417804</c:v>
                      </c:pt>
                      <c:pt idx="2832">
                        <c:v>5.7064915592218801</c:v>
                      </c:pt>
                      <c:pt idx="2833">
                        <c:v>5.7545462463246304</c:v>
                      </c:pt>
                      <c:pt idx="2834">
                        <c:v>5.8150543520633704</c:v>
                      </c:pt>
                      <c:pt idx="2835">
                        <c:v>5.8083475886513698</c:v>
                      </c:pt>
                      <c:pt idx="2836">
                        <c:v>5.6834747966367001</c:v>
                      </c:pt>
                      <c:pt idx="2837">
                        <c:v>5.6317764128958201</c:v>
                      </c:pt>
                      <c:pt idx="2838">
                        <c:v>5.6214027604093397</c:v>
                      </c:pt>
                      <c:pt idx="2839">
                        <c:v>5.6463870596588697</c:v>
                      </c:pt>
                      <c:pt idx="2840">
                        <c:v>5.6197733899965803</c:v>
                      </c:pt>
                      <c:pt idx="2841">
                        <c:v>5.5878407110064696</c:v>
                      </c:pt>
                      <c:pt idx="2842">
                        <c:v>5.6066015440226797</c:v>
                      </c:pt>
                      <c:pt idx="2843">
                        <c:v>5.5660014912501401</c:v>
                      </c:pt>
                      <c:pt idx="2844">
                        <c:v>5.5744822710935003</c:v>
                      </c:pt>
                      <c:pt idx="2845">
                        <c:v>5.52447955859689</c:v>
                      </c:pt>
                      <c:pt idx="2846">
                        <c:v>5.51999933507145</c:v>
                      </c:pt>
                      <c:pt idx="2847">
                        <c:v>5.5439352511727602</c:v>
                      </c:pt>
                      <c:pt idx="2848">
                        <c:v>5.5727180728755501</c:v>
                      </c:pt>
                      <c:pt idx="2849">
                        <c:v>5.6199307504393996</c:v>
                      </c:pt>
                      <c:pt idx="2850">
                        <c:v>5.65884969384516</c:v>
                      </c:pt>
                      <c:pt idx="2851">
                        <c:v>5.6679232424238402</c:v>
                      </c:pt>
                      <c:pt idx="2852">
                        <c:v>5.9034295950166804</c:v>
                      </c:pt>
                      <c:pt idx="2853">
                        <c:v>5.9607247231187301</c:v>
                      </c:pt>
                      <c:pt idx="2854">
                        <c:v>6.0761141324492502</c:v>
                      </c:pt>
                      <c:pt idx="2855">
                        <c:v>6.0554162458944099</c:v>
                      </c:pt>
                      <c:pt idx="2856">
                        <c:v>6.0120159267673596</c:v>
                      </c:pt>
                      <c:pt idx="2857">
                        <c:v>6.1763251344158796</c:v>
                      </c:pt>
                      <c:pt idx="2858">
                        <c:v>6.23667516322155</c:v>
                      </c:pt>
                      <c:pt idx="2859">
                        <c:v>6.1695132411806703</c:v>
                      </c:pt>
                      <c:pt idx="2860">
                        <c:v>6.0832195214796698</c:v>
                      </c:pt>
                      <c:pt idx="2861">
                        <c:v>5.9870560862819602</c:v>
                      </c:pt>
                      <c:pt idx="2862">
                        <c:v>5.94795367578421</c:v>
                      </c:pt>
                      <c:pt idx="2863">
                        <c:v>5.94795367578421</c:v>
                      </c:pt>
                      <c:pt idx="2864">
                        <c:v>5.8966962052701497</c:v>
                      </c:pt>
                      <c:pt idx="2865">
                        <c:v>5.9608423458538704</c:v>
                      </c:pt>
                      <c:pt idx="2866">
                        <c:v>6.0200357772066804</c:v>
                      </c:pt>
                      <c:pt idx="2867">
                        <c:v>6.0664300791308996</c:v>
                      </c:pt>
                      <c:pt idx="2868">
                        <c:v>6.1022356986258801</c:v>
                      </c:pt>
                      <c:pt idx="2869">
                        <c:v>6.1258120964963396</c:v>
                      </c:pt>
                      <c:pt idx="2870">
                        <c:v>6.0844529072556703</c:v>
                      </c:pt>
                      <c:pt idx="2871">
                        <c:v>6.0844529072556703</c:v>
                      </c:pt>
                      <c:pt idx="2872">
                        <c:v>6.0844529072556703</c:v>
                      </c:pt>
                      <c:pt idx="2873">
                        <c:v>5.9691808076772599</c:v>
                      </c:pt>
                      <c:pt idx="2874">
                        <c:v>5.9717294715133002</c:v>
                      </c:pt>
                      <c:pt idx="2875">
                        <c:v>5.8767249542439099</c:v>
                      </c:pt>
                      <c:pt idx="2876">
                        <c:v>5.9458483032676304</c:v>
                      </c:pt>
                      <c:pt idx="2877">
                        <c:v>5.9489836573074397</c:v>
                      </c:pt>
                      <c:pt idx="2878">
                        <c:v>5.8600468886877097</c:v>
                      </c:pt>
                      <c:pt idx="2879">
                        <c:v>5.8902121130605396</c:v>
                      </c:pt>
                      <c:pt idx="2880">
                        <c:v>5.8666326222315996</c:v>
                      </c:pt>
                      <c:pt idx="2881">
                        <c:v>5.8565679601414402</c:v>
                      </c:pt>
                      <c:pt idx="2882">
                        <c:v>5.8581083933552804</c:v>
                      </c:pt>
                      <c:pt idx="2883">
                        <c:v>5.8581741563100298</c:v>
                      </c:pt>
                      <c:pt idx="2884">
                        <c:v>5.8355515671526703</c:v>
                      </c:pt>
                      <c:pt idx="2885">
                        <c:v>5.8326732607394103</c:v>
                      </c:pt>
                      <c:pt idx="2886">
                        <c:v>5.8453751970458301</c:v>
                      </c:pt>
                      <c:pt idx="2887">
                        <c:v>5.81522613288936</c:v>
                      </c:pt>
                      <c:pt idx="2888">
                        <c:v>5.8230689390562702</c:v>
                      </c:pt>
                      <c:pt idx="2889">
                        <c:v>5.8490697496592103</c:v>
                      </c:pt>
                      <c:pt idx="2890">
                        <c:v>5.8411368717054799</c:v>
                      </c:pt>
                      <c:pt idx="2891">
                        <c:v>5.8870275135200698</c:v>
                      </c:pt>
                      <c:pt idx="2892">
                        <c:v>5.8870275135200698</c:v>
                      </c:pt>
                      <c:pt idx="2893">
                        <c:v>5.9084239117785398</c:v>
                      </c:pt>
                      <c:pt idx="2894">
                        <c:v>5.9389378361382397</c:v>
                      </c:pt>
                      <c:pt idx="2895">
                        <c:v>5.9953013220383102</c:v>
                      </c:pt>
                      <c:pt idx="2896">
                        <c:v>5.9708232016252198</c:v>
                      </c:pt>
                      <c:pt idx="2897">
                        <c:v>5.9321996394910697</c:v>
                      </c:pt>
                      <c:pt idx="2898">
                        <c:v>5.9762064829356802</c:v>
                      </c:pt>
                      <c:pt idx="2899">
                        <c:v>6.0243828604215102</c:v>
                      </c:pt>
                      <c:pt idx="2900">
                        <c:v>5.9704505524243903</c:v>
                      </c:pt>
                      <c:pt idx="2901">
                        <c:v>5.9773881731969896</c:v>
                      </c:pt>
                      <c:pt idx="2902">
                        <c:v>5.9760313485251499</c:v>
                      </c:pt>
                      <c:pt idx="2903">
                        <c:v>5.9760313485251499</c:v>
                      </c:pt>
                      <c:pt idx="2904">
                        <c:v>6.0094197059287104</c:v>
                      </c:pt>
                      <c:pt idx="2905">
                        <c:v>6.0248180124906199</c:v>
                      </c:pt>
                      <c:pt idx="2906">
                        <c:v>5.9869593076912304</c:v>
                      </c:pt>
                      <c:pt idx="2907">
                        <c:v>6.0168895961745896</c:v>
                      </c:pt>
                      <c:pt idx="2908">
                        <c:v>6.0155933801343497</c:v>
                      </c:pt>
                      <c:pt idx="2909">
                        <c:v>6.0178583744554999</c:v>
                      </c:pt>
                      <c:pt idx="2910">
                        <c:v>6.0343971931054901</c:v>
                      </c:pt>
                      <c:pt idx="2911">
                        <c:v>6.0133652880358497</c:v>
                      </c:pt>
                      <c:pt idx="2912">
                        <c:v>5.9863778151028804</c:v>
                      </c:pt>
                      <c:pt idx="2913">
                        <c:v>6.0277997207990497</c:v>
                      </c:pt>
                      <c:pt idx="2914">
                        <c:v>6.0754420394920299</c:v>
                      </c:pt>
                      <c:pt idx="2915">
                        <c:v>6.1155384102714496</c:v>
                      </c:pt>
                      <c:pt idx="2916">
                        <c:v>6.1364687082773104</c:v>
                      </c:pt>
                      <c:pt idx="2917">
                        <c:v>6.1714805145661904</c:v>
                      </c:pt>
                      <c:pt idx="2918">
                        <c:v>6.1714805145661904</c:v>
                      </c:pt>
                      <c:pt idx="2919">
                        <c:v>6.1569892432115303</c:v>
                      </c:pt>
                      <c:pt idx="2920">
                        <c:v>6.1467823678441098</c:v>
                      </c:pt>
                      <c:pt idx="2921">
                        <c:v>6.1656918350449397</c:v>
                      </c:pt>
                      <c:pt idx="2922">
                        <c:v>6.1523977998384902</c:v>
                      </c:pt>
                      <c:pt idx="2923">
                        <c:v>6.1523977998384902</c:v>
                      </c:pt>
                      <c:pt idx="2924">
                        <c:v>6.1659031760569203</c:v>
                      </c:pt>
                      <c:pt idx="2925">
                        <c:v>6.2434836583357001</c:v>
                      </c:pt>
                      <c:pt idx="2926">
                        <c:v>6.2366282565160702</c:v>
                      </c:pt>
                      <c:pt idx="2927">
                        <c:v>6.2050176481544801</c:v>
                      </c:pt>
                      <c:pt idx="2928">
                        <c:v>6.2321459463339304</c:v>
                      </c:pt>
                      <c:pt idx="2929">
                        <c:v>6.2305597627290803</c:v>
                      </c:pt>
                      <c:pt idx="2930">
                        <c:v>6.2552859602509301</c:v>
                      </c:pt>
                      <c:pt idx="2931">
                        <c:v>6.2925622218061896</c:v>
                      </c:pt>
                      <c:pt idx="2932">
                        <c:v>6.3618067446520996</c:v>
                      </c:pt>
                      <c:pt idx="2933">
                        <c:v>6.3618067446520996</c:v>
                      </c:pt>
                      <c:pt idx="2934">
                        <c:v>6.3229009101764397</c:v>
                      </c:pt>
                      <c:pt idx="2935">
                        <c:v>6.3615211868813697</c:v>
                      </c:pt>
                      <c:pt idx="2936">
                        <c:v>6.3911384574025698</c:v>
                      </c:pt>
                      <c:pt idx="2937">
                        <c:v>6.3991204670534101</c:v>
                      </c:pt>
                      <c:pt idx="2938">
                        <c:v>6.4300735684233796</c:v>
                      </c:pt>
                      <c:pt idx="2939">
                        <c:v>6.4268053910358303</c:v>
                      </c:pt>
                      <c:pt idx="2940">
                        <c:v>6.4143253666185496</c:v>
                      </c:pt>
                      <c:pt idx="2941">
                        <c:v>6.3790959606035598</c:v>
                      </c:pt>
                      <c:pt idx="2942">
                        <c:v>6.3732774923258404</c:v>
                      </c:pt>
                      <c:pt idx="2943">
                        <c:v>6.3690390142597497</c:v>
                      </c:pt>
                      <c:pt idx="2944">
                        <c:v>6.36479944369301</c:v>
                      </c:pt>
                      <c:pt idx="2945">
                        <c:v>6.3758009186848303</c:v>
                      </c:pt>
                      <c:pt idx="2946">
                        <c:v>6.34236452358242</c:v>
                      </c:pt>
                      <c:pt idx="2947">
                        <c:v>6.3398491612553398</c:v>
                      </c:pt>
                      <c:pt idx="2948">
                        <c:v>6.3398491612553398</c:v>
                      </c:pt>
                      <c:pt idx="2949">
                        <c:v>6.3463450005798698</c:v>
                      </c:pt>
                      <c:pt idx="2950">
                        <c:v>6.3200801706060901</c:v>
                      </c:pt>
                      <c:pt idx="2951">
                        <c:v>6.2649886603769298</c:v>
                      </c:pt>
                      <c:pt idx="2952">
                        <c:v>6.3106626721011798</c:v>
                      </c:pt>
                      <c:pt idx="2953">
                        <c:v>6.3072942686951201</c:v>
                      </c:pt>
                      <c:pt idx="2954">
                        <c:v>6.33009627062407</c:v>
                      </c:pt>
                      <c:pt idx="2955">
                        <c:v>6.3127151864305304</c:v>
                      </c:pt>
                      <c:pt idx="2956">
                        <c:v>6.3038631308626698</c:v>
                      </c:pt>
                      <c:pt idx="2957">
                        <c:v>6.2964240690201603</c:v>
                      </c:pt>
                      <c:pt idx="2958">
                        <c:v>6.4115662124678598</c:v>
                      </c:pt>
                      <c:pt idx="2959">
                        <c:v>6.4291013694476797</c:v>
                      </c:pt>
                      <c:pt idx="2960">
                        <c:v>6.5089276173621498</c:v>
                      </c:pt>
                      <c:pt idx="2961">
                        <c:v>6.5984598824899603</c:v>
                      </c:pt>
                      <c:pt idx="2962">
                        <c:v>6.5984598824899603</c:v>
                      </c:pt>
                      <c:pt idx="2963">
                        <c:v>6.6031103854480699</c:v>
                      </c:pt>
                      <c:pt idx="2964">
                        <c:v>6.5753432269021301</c:v>
                      </c:pt>
                      <c:pt idx="2965">
                        <c:v>6.4983593571832596</c:v>
                      </c:pt>
                      <c:pt idx="2966">
                        <c:v>6.5719377003603903</c:v>
                      </c:pt>
                      <c:pt idx="2967">
                        <c:v>6.5712790690881002</c:v>
                      </c:pt>
                      <c:pt idx="2968">
                        <c:v>6.5712790690881002</c:v>
                      </c:pt>
                      <c:pt idx="2969">
                        <c:v>6.6187965785428</c:v>
                      </c:pt>
                      <c:pt idx="2970">
                        <c:v>6.6193352797376104</c:v>
                      </c:pt>
                      <c:pt idx="2971">
                        <c:v>6.6124858643346602</c:v>
                      </c:pt>
                      <c:pt idx="2972">
                        <c:v>6.7736452320901996</c:v>
                      </c:pt>
                      <c:pt idx="2973">
                        <c:v>6.9055246295483101</c:v>
                      </c:pt>
                      <c:pt idx="2974">
                        <c:v>6.8619344509184197</c:v>
                      </c:pt>
                      <c:pt idx="2975">
                        <c:v>6.9901377497357</c:v>
                      </c:pt>
                      <c:pt idx="2976">
                        <c:v>6.94350923276071</c:v>
                      </c:pt>
                      <c:pt idx="2977">
                        <c:v>6.9116445332188396</c:v>
                      </c:pt>
                      <c:pt idx="2978">
                        <c:v>6.88495431075658</c:v>
                      </c:pt>
                      <c:pt idx="2979">
                        <c:v>6.9128286816329698</c:v>
                      </c:pt>
                      <c:pt idx="2980">
                        <c:v>7.01961149297781</c:v>
                      </c:pt>
                      <c:pt idx="2981">
                        <c:v>7.0602454640987</c:v>
                      </c:pt>
                      <c:pt idx="2982">
                        <c:v>7.0810088128772097</c:v>
                      </c:pt>
                      <c:pt idx="2983">
                        <c:v>7.2880200753989399</c:v>
                      </c:pt>
                      <c:pt idx="2984">
                        <c:v>7.37583380009203</c:v>
                      </c:pt>
                      <c:pt idx="2985">
                        <c:v>7.3513888584950502</c:v>
                      </c:pt>
                      <c:pt idx="2986">
                        <c:v>7.2997355967453901</c:v>
                      </c:pt>
                      <c:pt idx="2987">
                        <c:v>7.2525029191803299</c:v>
                      </c:pt>
                      <c:pt idx="2988">
                        <c:v>7.2332104040758001</c:v>
                      </c:pt>
                      <c:pt idx="2989">
                        <c:v>7.3273595058974603</c:v>
                      </c:pt>
                      <c:pt idx="2990">
                        <c:v>7.2975168918915703</c:v>
                      </c:pt>
                      <c:pt idx="2991">
                        <c:v>7.1722557678132901</c:v>
                      </c:pt>
                      <c:pt idx="2992">
                        <c:v>7.0695714039255497</c:v>
                      </c:pt>
                      <c:pt idx="2993">
                        <c:v>6.9821847518657698</c:v>
                      </c:pt>
                      <c:pt idx="2994">
                        <c:v>7.1141232431237897</c:v>
                      </c:pt>
                      <c:pt idx="2995">
                        <c:v>7.1287705804243799</c:v>
                      </c:pt>
                      <c:pt idx="2996">
                        <c:v>7.2268572049554898</c:v>
                      </c:pt>
                      <c:pt idx="2997">
                        <c:v>7.1137430174957599</c:v>
                      </c:pt>
                      <c:pt idx="2998">
                        <c:v>7.3875690183623401</c:v>
                      </c:pt>
                      <c:pt idx="2999">
                        <c:v>7.5201889541351301</c:v>
                      </c:pt>
                      <c:pt idx="3000">
                        <c:v>7.49808269446876</c:v>
                      </c:pt>
                      <c:pt idx="3001">
                        <c:v>7.44999607270812</c:v>
                      </c:pt>
                      <c:pt idx="3002">
                        <c:v>7.3386385699843197</c:v>
                      </c:pt>
                      <c:pt idx="3003">
                        <c:v>7.2516035431130401</c:v>
                      </c:pt>
                      <c:pt idx="3004">
                        <c:v>7.3508605679500798</c:v>
                      </c:pt>
                      <c:pt idx="3005">
                        <c:v>7.2380823329890598</c:v>
                      </c:pt>
                      <c:pt idx="3006">
                        <c:v>7.2796050240471999</c:v>
                      </c:pt>
                      <c:pt idx="3007">
                        <c:v>7.2276549530647998</c:v>
                      </c:pt>
                      <c:pt idx="3008">
                        <c:v>7.2276549530647998</c:v>
                      </c:pt>
                      <c:pt idx="3009">
                        <c:v>7.2828942634335103</c:v>
                      </c:pt>
                      <c:pt idx="3010">
                        <c:v>7.2523886374234099</c:v>
                      </c:pt>
                      <c:pt idx="3011">
                        <c:v>7.1920972321242198</c:v>
                      </c:pt>
                      <c:pt idx="3012">
                        <c:v>7.1648519535053001</c:v>
                      </c:pt>
                      <c:pt idx="3013">
                        <c:v>7.3029497406140198</c:v>
                      </c:pt>
                      <c:pt idx="3014">
                        <c:v>7.4531271264108998</c:v>
                      </c:pt>
                      <c:pt idx="3015">
                        <c:v>7.3560815764644998</c:v>
                      </c:pt>
                      <c:pt idx="3016">
                        <c:v>7.3709996078496003</c:v>
                      </c:pt>
                      <c:pt idx="3017">
                        <c:v>7.24942769575848</c:v>
                      </c:pt>
                      <c:pt idx="3018">
                        <c:v>7.3309042136104301</c:v>
                      </c:pt>
                      <c:pt idx="3019">
                        <c:v>7.3352876102560698</c:v>
                      </c:pt>
                      <c:pt idx="3020">
                        <c:v>7.3061296745855202</c:v>
                      </c:pt>
                      <c:pt idx="3021">
                        <c:v>7.3526376910825197</c:v>
                      </c:pt>
                      <c:pt idx="3022">
                        <c:v>7.3645117816847403</c:v>
                      </c:pt>
                      <c:pt idx="3023">
                        <c:v>7.3645117816847403</c:v>
                      </c:pt>
                      <c:pt idx="3024">
                        <c:v>7.4136833024863202</c:v>
                      </c:pt>
                      <c:pt idx="3025">
                        <c:v>7.41537642762479</c:v>
                      </c:pt>
                      <c:pt idx="3026">
                        <c:v>7.4906759768980598</c:v>
                      </c:pt>
                      <c:pt idx="3027">
                        <c:v>7.5068481748708997</c:v>
                      </c:pt>
                      <c:pt idx="3028">
                        <c:v>7.4798511996214803</c:v>
                      </c:pt>
                      <c:pt idx="3029">
                        <c:v>7.36385496139905</c:v>
                      </c:pt>
                      <c:pt idx="3030">
                        <c:v>7.4536589593559501</c:v>
                      </c:pt>
                      <c:pt idx="3031">
                        <c:v>7.4986891924837797</c:v>
                      </c:pt>
                      <c:pt idx="3032">
                        <c:v>7.5249884793016903</c:v>
                      </c:pt>
                      <c:pt idx="3033">
                        <c:v>7.5249884793016903</c:v>
                      </c:pt>
                      <c:pt idx="3034">
                        <c:v>7.5073935792454796</c:v>
                      </c:pt>
                      <c:pt idx="3035">
                        <c:v>7.6174402392417697</c:v>
                      </c:pt>
                      <c:pt idx="3036">
                        <c:v>7.5633416341582</c:v>
                      </c:pt>
                      <c:pt idx="3037">
                        <c:v>7.5941642005321404</c:v>
                      </c:pt>
                      <c:pt idx="3038">
                        <c:v>7.6981065194654796</c:v>
                      </c:pt>
                      <c:pt idx="3039">
                        <c:v>7.6986171265661696</c:v>
                      </c:pt>
                      <c:pt idx="3040">
                        <c:v>7.6624927416173696</c:v>
                      </c:pt>
                      <c:pt idx="3041">
                        <c:v>7.7066496891087004</c:v>
                      </c:pt>
                      <c:pt idx="3042">
                        <c:v>7.7981471863688796</c:v>
                      </c:pt>
                      <c:pt idx="3043">
                        <c:v>7.6807002498254704</c:v>
                      </c:pt>
                      <c:pt idx="3044">
                        <c:v>7.6360846737991404</c:v>
                      </c:pt>
                      <c:pt idx="3045">
                        <c:v>7.6093807179856396</c:v>
                      </c:pt>
                      <c:pt idx="3046">
                        <c:v>7.6986689863269699</c:v>
                      </c:pt>
                      <c:pt idx="3047">
                        <c:v>7.7206237696876299</c:v>
                      </c:pt>
                      <c:pt idx="3048">
                        <c:v>7.8128921658771704</c:v>
                      </c:pt>
                      <c:pt idx="3049">
                        <c:v>7.8128921658771704</c:v>
                      </c:pt>
                      <c:pt idx="3050">
                        <c:v>7.7855085019130801</c:v>
                      </c:pt>
                      <c:pt idx="3051">
                        <c:v>7.78181866419812</c:v>
                      </c:pt>
                      <c:pt idx="3052">
                        <c:v>7.9459259459325899</c:v>
                      </c:pt>
                      <c:pt idx="3053">
                        <c:v>8.1620808563626799</c:v>
                      </c:pt>
                      <c:pt idx="3054">
                        <c:v>8.0644192032744701</c:v>
                      </c:pt>
                      <c:pt idx="3055">
                        <c:v>8.0446870498237892</c:v>
                      </c:pt>
                      <c:pt idx="3056">
                        <c:v>8.0256692481185006</c:v>
                      </c:pt>
                      <c:pt idx="3057">
                        <c:v>8.0374216094106803</c:v>
                      </c:pt>
                      <c:pt idx="3058">
                        <c:v>8.0599408321921295</c:v>
                      </c:pt>
                      <c:pt idx="3059">
                        <c:v>7.8621156567719499</c:v>
                      </c:pt>
                      <c:pt idx="3060">
                        <c:v>7.8922360909785203</c:v>
                      </c:pt>
                      <c:pt idx="3061">
                        <c:v>7.8454074340449003</c:v>
                      </c:pt>
                      <c:pt idx="3062">
                        <c:v>7.8454074340449003</c:v>
                      </c:pt>
                      <c:pt idx="3063">
                        <c:v>7.9001994411095504</c:v>
                      </c:pt>
                      <c:pt idx="3064">
                        <c:v>7.9166800334629999</c:v>
                      </c:pt>
                      <c:pt idx="3065">
                        <c:v>7.9405544473150602</c:v>
                      </c:pt>
                      <c:pt idx="3066">
                        <c:v>7.9405544473150602</c:v>
                      </c:pt>
                      <c:pt idx="3067">
                        <c:v>7.9405544473150602</c:v>
                      </c:pt>
                      <c:pt idx="3068">
                        <c:v>8.0289300839416704</c:v>
                      </c:pt>
                      <c:pt idx="3069">
                        <c:v>8.1844398559862306</c:v>
                      </c:pt>
                      <c:pt idx="3070">
                        <c:v>8.1784409293753306</c:v>
                      </c:pt>
                      <c:pt idx="3071">
                        <c:v>8.2004276812771604</c:v>
                      </c:pt>
                      <c:pt idx="3072">
                        <c:v>8.1795927751895405</c:v>
                      </c:pt>
                      <c:pt idx="3073">
                        <c:v>8.1795927751895405</c:v>
                      </c:pt>
                      <c:pt idx="3074">
                        <c:v>8.2298959302104109</c:v>
                      </c:pt>
                      <c:pt idx="3075">
                        <c:v>8.1890778325165794</c:v>
                      </c:pt>
                      <c:pt idx="3076">
                        <c:v>8.1451195805132492</c:v>
                      </c:pt>
                      <c:pt idx="3077">
                        <c:v>8.12893652383943</c:v>
                      </c:pt>
                      <c:pt idx="3078">
                        <c:v>8.1792254750776596</c:v>
                      </c:pt>
                      <c:pt idx="3079">
                        <c:v>8.2016887142733097</c:v>
                      </c:pt>
                      <c:pt idx="3080">
                        <c:v>8.2755748604144692</c:v>
                      </c:pt>
                      <c:pt idx="3081">
                        <c:v>8.3087330552293697</c:v>
                      </c:pt>
                      <c:pt idx="3082">
                        <c:v>8.2235393774323295</c:v>
                      </c:pt>
                      <c:pt idx="3083">
                        <c:v>8.3200352055206501</c:v>
                      </c:pt>
                      <c:pt idx="3084">
                        <c:v>8.3625150537599797</c:v>
                      </c:pt>
                      <c:pt idx="3085">
                        <c:v>8.3504743968270994</c:v>
                      </c:pt>
                      <c:pt idx="3086">
                        <c:v>8.2842565615298795</c:v>
                      </c:pt>
                      <c:pt idx="3087">
                        <c:v>8.2559356929697891</c:v>
                      </c:pt>
                      <c:pt idx="3088">
                        <c:v>8.2884674763883393</c:v>
                      </c:pt>
                      <c:pt idx="3089">
                        <c:v>8.2902228557861104</c:v>
                      </c:pt>
                      <c:pt idx="3090">
                        <c:v>8.2929632927954895</c:v>
                      </c:pt>
                      <c:pt idx="3091">
                        <c:v>8.2618038303625294</c:v>
                      </c:pt>
                      <c:pt idx="3092">
                        <c:v>8.2480103218196508</c:v>
                      </c:pt>
                      <c:pt idx="3093">
                        <c:v>8.3951662595183603</c:v>
                      </c:pt>
                      <c:pt idx="3094">
                        <c:v>8.4464778811352605</c:v>
                      </c:pt>
                      <c:pt idx="3095">
                        <c:v>8.5262718701976006</c:v>
                      </c:pt>
                      <c:pt idx="3096">
                        <c:v>8.8001333440661202</c:v>
                      </c:pt>
                      <c:pt idx="3097">
                        <c:v>8.7397210097508005</c:v>
                      </c:pt>
                      <c:pt idx="3098">
                        <c:v>8.6841119738964903</c:v>
                      </c:pt>
                      <c:pt idx="3099">
                        <c:v>8.7197732284403902</c:v>
                      </c:pt>
                      <c:pt idx="3100">
                        <c:v>8.7173266474709603</c:v>
                      </c:pt>
                      <c:pt idx="3101">
                        <c:v>8.6778653830077594</c:v>
                      </c:pt>
                      <c:pt idx="3102">
                        <c:v>8.6947735129784292</c:v>
                      </c:pt>
                      <c:pt idx="3103">
                        <c:v>8.5676000695036603</c:v>
                      </c:pt>
                      <c:pt idx="3104">
                        <c:v>8.5364162602805305</c:v>
                      </c:pt>
                      <c:pt idx="3105">
                        <c:v>8.5408476799587394</c:v>
                      </c:pt>
                      <c:pt idx="3106">
                        <c:v>8.4487108059237794</c:v>
                      </c:pt>
                      <c:pt idx="3107">
                        <c:v>8.4704081193592398</c:v>
                      </c:pt>
                      <c:pt idx="3108">
                        <c:v>8.4231709325143598</c:v>
                      </c:pt>
                      <c:pt idx="3109">
                        <c:v>8.3507988438787599</c:v>
                      </c:pt>
                      <c:pt idx="3110">
                        <c:v>8.2927376850997394</c:v>
                      </c:pt>
                      <c:pt idx="3111">
                        <c:v>8.2644587430640293</c:v>
                      </c:pt>
                      <c:pt idx="3112">
                        <c:v>8.2645610846108006</c:v>
                      </c:pt>
                      <c:pt idx="3113">
                        <c:v>8.0610262727732298</c:v>
                      </c:pt>
                      <c:pt idx="3114">
                        <c:v>8.0194018649673406</c:v>
                      </c:pt>
                      <c:pt idx="3115">
                        <c:v>8.0268253566575201</c:v>
                      </c:pt>
                      <c:pt idx="3116">
                        <c:v>7.9175005967001999</c:v>
                      </c:pt>
                      <c:pt idx="3117">
                        <c:v>7.8276537135887398</c:v>
                      </c:pt>
                      <c:pt idx="3118">
                        <c:v>7.9575918286282796</c:v>
                      </c:pt>
                      <c:pt idx="3119">
                        <c:v>8.0068826283422503</c:v>
                      </c:pt>
                      <c:pt idx="3120">
                        <c:v>7.92587259758354</c:v>
                      </c:pt>
                      <c:pt idx="3121">
                        <c:v>7.7640520449680901</c:v>
                      </c:pt>
                      <c:pt idx="3122">
                        <c:v>7.6876528759373803</c:v>
                      </c:pt>
                      <c:pt idx="3123">
                        <c:v>7.6876528759373803</c:v>
                      </c:pt>
                      <c:pt idx="3124">
                        <c:v>7.7508712336465502</c:v>
                      </c:pt>
                      <c:pt idx="3125">
                        <c:v>7.76043680737651</c:v>
                      </c:pt>
                      <c:pt idx="3126">
                        <c:v>7.76043680737651</c:v>
                      </c:pt>
                      <c:pt idx="3127">
                        <c:v>7.76043680737651</c:v>
                      </c:pt>
                      <c:pt idx="3128">
                        <c:v>7.8048093850828897</c:v>
                      </c:pt>
                      <c:pt idx="3129">
                        <c:v>7.7641257028441499</c:v>
                      </c:pt>
                      <c:pt idx="3130">
                        <c:v>7.7109041826631701</c:v>
                      </c:pt>
                      <c:pt idx="3131">
                        <c:v>7.6647460592000902</c:v>
                      </c:pt>
                      <c:pt idx="3132">
                        <c:v>7.6432100930616897</c:v>
                      </c:pt>
                      <c:pt idx="3133">
                        <c:v>7.6415991368913598</c:v>
                      </c:pt>
                      <c:pt idx="3134">
                        <c:v>7.6154348904306701</c:v>
                      </c:pt>
                      <c:pt idx="3135">
                        <c:v>7.6864085971498701</c:v>
                      </c:pt>
                      <c:pt idx="3136">
                        <c:v>7.8051139272291703</c:v>
                      </c:pt>
                      <c:pt idx="3137">
                        <c:v>7.8120476545646902</c:v>
                      </c:pt>
                      <c:pt idx="3138">
                        <c:v>7.8214385725625704</c:v>
                      </c:pt>
                      <c:pt idx="3139">
                        <c:v>7.7979837268732801</c:v>
                      </c:pt>
                      <c:pt idx="3140">
                        <c:v>7.7435312503247102</c:v>
                      </c:pt>
                      <c:pt idx="3141">
                        <c:v>7.7474158655702299</c:v>
                      </c:pt>
                      <c:pt idx="3142">
                        <c:v>7.7636337301287801</c:v>
                      </c:pt>
                      <c:pt idx="3143">
                        <c:v>7.7878888811829796</c:v>
                      </c:pt>
                      <c:pt idx="3144">
                        <c:v>7.6505278520880902</c:v>
                      </c:pt>
                      <c:pt idx="3145">
                        <c:v>7.6812898268035203</c:v>
                      </c:pt>
                      <c:pt idx="3146">
                        <c:v>7.7434161813167597</c:v>
                      </c:pt>
                      <c:pt idx="3147">
                        <c:v>7.7319196507920003</c:v>
                      </c:pt>
                      <c:pt idx="3148">
                        <c:v>7.7518535794614003</c:v>
                      </c:pt>
                      <c:pt idx="3149">
                        <c:v>7.7577170160016502</c:v>
                      </c:pt>
                      <c:pt idx="3150">
                        <c:v>7.73395852298819</c:v>
                      </c:pt>
                      <c:pt idx="3151">
                        <c:v>7.6347492383241597</c:v>
                      </c:pt>
                      <c:pt idx="3152">
                        <c:v>7.6487408621289799</c:v>
                      </c:pt>
                      <c:pt idx="3153">
                        <c:v>7.7147074147150603</c:v>
                      </c:pt>
                      <c:pt idx="3154">
                        <c:v>7.7544685370412996</c:v>
                      </c:pt>
                      <c:pt idx="3155">
                        <c:v>7.7224979447388504</c:v>
                      </c:pt>
                      <c:pt idx="3156">
                        <c:v>7.7460547764877496</c:v>
                      </c:pt>
                      <c:pt idx="3157">
                        <c:v>7.6250754293114102</c:v>
                      </c:pt>
                      <c:pt idx="3158">
                        <c:v>7.6250754293114102</c:v>
                      </c:pt>
                      <c:pt idx="3159">
                        <c:v>7.5807043440203596</c:v>
                      </c:pt>
                      <c:pt idx="3160">
                        <c:v>7.4913084332137103</c:v>
                      </c:pt>
                      <c:pt idx="3161">
                        <c:v>7.50508762539015</c:v>
                      </c:pt>
                      <c:pt idx="3162">
                        <c:v>7.4897177445020198</c:v>
                      </c:pt>
                      <c:pt idx="3163">
                        <c:v>7.5457994013464003</c:v>
                      </c:pt>
                      <c:pt idx="3164">
                        <c:v>7.5258198971048698</c:v>
                      </c:pt>
                      <c:pt idx="3165">
                        <c:v>7.5377804402653803</c:v>
                      </c:pt>
                      <c:pt idx="3166">
                        <c:v>7.6123964099986603</c:v>
                      </c:pt>
                      <c:pt idx="3167">
                        <c:v>7.6189548768292497</c:v>
                      </c:pt>
                      <c:pt idx="3168">
                        <c:v>7.66747615061864</c:v>
                      </c:pt>
                      <c:pt idx="3169">
                        <c:v>7.6800659986728297</c:v>
                      </c:pt>
                      <c:pt idx="3170">
                        <c:v>7.6348842332663898</c:v>
                      </c:pt>
                      <c:pt idx="3171">
                        <c:v>7.6240646189134296</c:v>
                      </c:pt>
                      <c:pt idx="3172">
                        <c:v>7.6539439627322698</c:v>
                      </c:pt>
                      <c:pt idx="3173">
                        <c:v>7.6539439627322698</c:v>
                      </c:pt>
                      <c:pt idx="3174">
                        <c:v>7.6203684895619404</c:v>
                      </c:pt>
                      <c:pt idx="3175">
                        <c:v>7.5682504507640402</c:v>
                      </c:pt>
                      <c:pt idx="3176">
                        <c:v>7.5022253498478699</c:v>
                      </c:pt>
                      <c:pt idx="3177">
                        <c:v>7.43340810922074</c:v>
                      </c:pt>
                      <c:pt idx="3178">
                        <c:v>7.43340810922074</c:v>
                      </c:pt>
                      <c:pt idx="3179">
                        <c:v>7.4672468116319397</c:v>
                      </c:pt>
                      <c:pt idx="3180">
                        <c:v>7.4257932193134701</c:v>
                      </c:pt>
                      <c:pt idx="3181">
                        <c:v>7.4502062413024097</c:v>
                      </c:pt>
                      <c:pt idx="3182">
                        <c:v>7.6130340988099503</c:v>
                      </c:pt>
                      <c:pt idx="3183">
                        <c:v>7.5229106576427904</c:v>
                      </c:pt>
                      <c:pt idx="3184">
                        <c:v>7.4741666865209497</c:v>
                      </c:pt>
                      <c:pt idx="3185">
                        <c:v>7.4556623634085302</c:v>
                      </c:pt>
                      <c:pt idx="3186">
                        <c:v>7.4462799384522</c:v>
                      </c:pt>
                      <c:pt idx="3187">
                        <c:v>7.4795933187234001</c:v>
                      </c:pt>
                      <c:pt idx="3188">
                        <c:v>7.4704508390355402</c:v>
                      </c:pt>
                      <c:pt idx="3189">
                        <c:v>7.5207930050972296</c:v>
                      </c:pt>
                      <c:pt idx="3190">
                        <c:v>7.5589665044233803</c:v>
                      </c:pt>
                      <c:pt idx="3191">
                        <c:v>7.5223442268858998</c:v>
                      </c:pt>
                      <c:pt idx="3192">
                        <c:v>7.4990152191049102</c:v>
                      </c:pt>
                      <c:pt idx="3193">
                        <c:v>7.3454288193042201</c:v>
                      </c:pt>
                      <c:pt idx="3194">
                        <c:v>7.2434046766607798</c:v>
                      </c:pt>
                      <c:pt idx="3195">
                        <c:v>6.9695737744051396</c:v>
                      </c:pt>
                      <c:pt idx="3196">
                        <c:v>6.9832196617185396</c:v>
                      </c:pt>
                      <c:pt idx="3197">
                        <c:v>6.9627281185477896</c:v>
                      </c:pt>
                      <c:pt idx="3198">
                        <c:v>6.9627281185477896</c:v>
                      </c:pt>
                      <c:pt idx="3199">
                        <c:v>6.9797686635701597</c:v>
                      </c:pt>
                      <c:pt idx="3200">
                        <c:v>6.9884973775704102</c:v>
                      </c:pt>
                      <c:pt idx="3201">
                        <c:v>7.02125379293261</c:v>
                      </c:pt>
                      <c:pt idx="3202">
                        <c:v>6.9906122326052502</c:v>
                      </c:pt>
                      <c:pt idx="3203">
                        <c:v>6.9921836218084596</c:v>
                      </c:pt>
                      <c:pt idx="3204">
                        <c:v>7.03501824985441</c:v>
                      </c:pt>
                      <c:pt idx="3205">
                        <c:v>7.0636567079800097</c:v>
                      </c:pt>
                      <c:pt idx="3206">
                        <c:v>7.0859126304832998</c:v>
                      </c:pt>
                      <c:pt idx="3207">
                        <c:v>7.1397148247919402</c:v>
                      </c:pt>
                      <c:pt idx="3208">
                        <c:v>7.2056677341419197</c:v>
                      </c:pt>
                      <c:pt idx="3209">
                        <c:v>7.1903185496853599</c:v>
                      </c:pt>
                      <c:pt idx="3210">
                        <c:v>7.1903185496853599</c:v>
                      </c:pt>
                      <c:pt idx="3211">
                        <c:v>7.2211466525754604</c:v>
                      </c:pt>
                      <c:pt idx="3212">
                        <c:v>6.9810088641296497</c:v>
                      </c:pt>
                      <c:pt idx="3213">
                        <c:v>7.0511227162008199</c:v>
                      </c:pt>
                      <c:pt idx="3214">
                        <c:v>7.11737836050757</c:v>
                      </c:pt>
                      <c:pt idx="3215">
                        <c:v>7.0867949031356297</c:v>
                      </c:pt>
                      <c:pt idx="3216">
                        <c:v>7.18899010278788</c:v>
                      </c:pt>
                      <c:pt idx="3217">
                        <c:v>7.2424987475827098</c:v>
                      </c:pt>
                      <c:pt idx="3218">
                        <c:v>7.34710257184173</c:v>
                      </c:pt>
                      <c:pt idx="3219">
                        <c:v>7.3631245568154604</c:v>
                      </c:pt>
                      <c:pt idx="3220">
                        <c:v>7.3766011568522698</c:v>
                      </c:pt>
                      <c:pt idx="3221">
                        <c:v>7.3335362854709301</c:v>
                      </c:pt>
                      <c:pt idx="3222">
                        <c:v>7.3072222534609903</c:v>
                      </c:pt>
                      <c:pt idx="3223">
                        <c:v>7.2362401726794996</c:v>
                      </c:pt>
                      <c:pt idx="3224">
                        <c:v>7.2294448718283304</c:v>
                      </c:pt>
                      <c:pt idx="3225">
                        <c:v>7.2686053143655203</c:v>
                      </c:pt>
                      <c:pt idx="3226">
                        <c:v>7.2605605369865298</c:v>
                      </c:pt>
                      <c:pt idx="3227">
                        <c:v>7.2670643357911704</c:v>
                      </c:pt>
                      <c:pt idx="3228">
                        <c:v>7.2670643357911704</c:v>
                      </c:pt>
                      <c:pt idx="3229">
                        <c:v>7.24315776817041</c:v>
                      </c:pt>
                      <c:pt idx="3230">
                        <c:v>7.1766888083904696</c:v>
                      </c:pt>
                      <c:pt idx="3231">
                        <c:v>7.0746863995423697</c:v>
                      </c:pt>
                      <c:pt idx="3232">
                        <c:v>7.0321154806234203</c:v>
                      </c:pt>
                      <c:pt idx="3233">
                        <c:v>7.0342542592271302</c:v>
                      </c:pt>
                      <c:pt idx="3234">
                        <c:v>7.0539685665814602</c:v>
                      </c:pt>
                      <c:pt idx="3235">
                        <c:v>6.98392734347438</c:v>
                      </c:pt>
                      <c:pt idx="3236">
                        <c:v>6.94573060196414</c:v>
                      </c:pt>
                      <c:pt idx="3237">
                        <c:v>6.9615734283096602</c:v>
                      </c:pt>
                      <c:pt idx="3238">
                        <c:v>7.0725503897033901</c:v>
                      </c:pt>
                      <c:pt idx="3239">
                        <c:v>7.0999527793378299</c:v>
                      </c:pt>
                      <c:pt idx="3240">
                        <c:v>7.0964719445698599</c:v>
                      </c:pt>
                      <c:pt idx="3241">
                        <c:v>7.02169347724021</c:v>
                      </c:pt>
                      <c:pt idx="3242">
                        <c:v>6.9633817976635504</c:v>
                      </c:pt>
                      <c:pt idx="3243">
                        <c:v>6.8722068670288303</c:v>
                      </c:pt>
                      <c:pt idx="3244">
                        <c:v>6.6914279873447402</c:v>
                      </c:pt>
                      <c:pt idx="3245">
                        <c:v>6.6203828546322097</c:v>
                      </c:pt>
                      <c:pt idx="3246">
                        <c:v>6.6200686447007904</c:v>
                      </c:pt>
                      <c:pt idx="3247">
                        <c:v>6.7601860767871598</c:v>
                      </c:pt>
                      <c:pt idx="3248">
                        <c:v>6.7661699831141</c:v>
                      </c:pt>
                      <c:pt idx="3249">
                        <c:v>6.7818061445270699</c:v>
                      </c:pt>
                      <c:pt idx="3250">
                        <c:v>6.7674701028386997</c:v>
                      </c:pt>
                      <c:pt idx="3251">
                        <c:v>6.7387038625068802</c:v>
                      </c:pt>
                      <c:pt idx="3252">
                        <c:v>6.72846324508469</c:v>
                      </c:pt>
                      <c:pt idx="3253">
                        <c:v>6.7960018081274098</c:v>
                      </c:pt>
                      <c:pt idx="3254">
                        <c:v>6.7494506522992497</c:v>
                      </c:pt>
                      <c:pt idx="3255">
                        <c:v>6.7175409288995196</c:v>
                      </c:pt>
                      <c:pt idx="3256">
                        <c:v>6.6298337320293097</c:v>
                      </c:pt>
                      <c:pt idx="3257">
                        <c:v>6.63091130609949</c:v>
                      </c:pt>
                      <c:pt idx="3258">
                        <c:v>6.6529132621564004</c:v>
                      </c:pt>
                      <c:pt idx="3259">
                        <c:v>6.6422049010336304</c:v>
                      </c:pt>
                      <c:pt idx="3260">
                        <c:v>6.5770723171842302</c:v>
                      </c:pt>
                      <c:pt idx="3261">
                        <c:v>6.5745726188159903</c:v>
                      </c:pt>
                      <c:pt idx="3262">
                        <c:v>6.55735009485708</c:v>
                      </c:pt>
                      <c:pt idx="3263">
                        <c:v>6.7211189039188</c:v>
                      </c:pt>
                      <c:pt idx="3264">
                        <c:v>6.8050328882938498</c:v>
                      </c:pt>
                      <c:pt idx="3265">
                        <c:v>6.8402287584875401</c:v>
                      </c:pt>
                      <c:pt idx="3266">
                        <c:v>6.7311441312061797</c:v>
                      </c:pt>
                      <c:pt idx="3267">
                        <c:v>6.7110372171230503</c:v>
                      </c:pt>
                      <c:pt idx="3268">
                        <c:v>6.6447466586955803</c:v>
                      </c:pt>
                      <c:pt idx="3269">
                        <c:v>6.6085624686348696</c:v>
                      </c:pt>
                      <c:pt idx="3270">
                        <c:v>6.6130970019124602</c:v>
                      </c:pt>
                      <c:pt idx="3271">
                        <c:v>6.62550996439934</c:v>
                      </c:pt>
                      <c:pt idx="3272">
                        <c:v>6.6380904235436802</c:v>
                      </c:pt>
                      <c:pt idx="3273">
                        <c:v>6.6380904235436802</c:v>
                      </c:pt>
                      <c:pt idx="3274">
                        <c:v>6.6385936938103596</c:v>
                      </c:pt>
                      <c:pt idx="3275">
                        <c:v>6.69786692697852</c:v>
                      </c:pt>
                      <c:pt idx="3276">
                        <c:v>6.63844752107424</c:v>
                      </c:pt>
                      <c:pt idx="3277">
                        <c:v>6.6583626522869297</c:v>
                      </c:pt>
                      <c:pt idx="3278">
                        <c:v>6.6859446435205196</c:v>
                      </c:pt>
                      <c:pt idx="3279">
                        <c:v>6.7325694541074999</c:v>
                      </c:pt>
                      <c:pt idx="3280">
                        <c:v>6.70322320687466</c:v>
                      </c:pt>
                      <c:pt idx="3281">
                        <c:v>6.6863045793217104</c:v>
                      </c:pt>
                      <c:pt idx="3282">
                        <c:v>6.7036821961298303</c:v>
                      </c:pt>
                      <c:pt idx="3283">
                        <c:v>6.7508165139578296</c:v>
                      </c:pt>
                      <c:pt idx="3284">
                        <c:v>6.7885604718048</c:v>
                      </c:pt>
                      <c:pt idx="3285">
                        <c:v>6.8223691390758097</c:v>
                      </c:pt>
                      <c:pt idx="3286">
                        <c:v>6.7880207908591697</c:v>
                      </c:pt>
                      <c:pt idx="3287">
                        <c:v>6.8078316063518098</c:v>
                      </c:pt>
                      <c:pt idx="3288">
                        <c:v>6.8078316063518098</c:v>
                      </c:pt>
                      <c:pt idx="3289">
                        <c:v>6.7018025888521198</c:v>
                      </c:pt>
                      <c:pt idx="3290">
                        <c:v>6.7381805073652101</c:v>
                      </c:pt>
                      <c:pt idx="3291">
                        <c:v>6.9876086143691802</c:v>
                      </c:pt>
                      <c:pt idx="3292">
                        <c:v>7.18017085509649</c:v>
                      </c:pt>
                      <c:pt idx="3293">
                        <c:v>7.18017085509649</c:v>
                      </c:pt>
                      <c:pt idx="3294">
                        <c:v>7.0556954436448702</c:v>
                      </c:pt>
                      <c:pt idx="3295">
                        <c:v>7.0563966336332697</c:v>
                      </c:pt>
                      <c:pt idx="3296">
                        <c:v>7.04854831035333</c:v>
                      </c:pt>
                      <c:pt idx="3297">
                        <c:v>7.1388968805623199</c:v>
                      </c:pt>
                      <c:pt idx="3298">
                        <c:v>7.1837302787302901</c:v>
                      </c:pt>
                      <c:pt idx="3299">
                        <c:v>7.12636428695762</c:v>
                      </c:pt>
                      <c:pt idx="3300">
                        <c:v>7.115221926956</c:v>
                      </c:pt>
                      <c:pt idx="3301">
                        <c:v>7.0264662510490297</c:v>
                      </c:pt>
                      <c:pt idx="3302">
                        <c:v>6.9847407743022698</c:v>
                      </c:pt>
                      <c:pt idx="3303">
                        <c:v>6.8479709556408803</c:v>
                      </c:pt>
                      <c:pt idx="3304">
                        <c:v>6.8145550226678697</c:v>
                      </c:pt>
                      <c:pt idx="3305">
                        <c:v>6.7701378039031104</c:v>
                      </c:pt>
                      <c:pt idx="3306">
                        <c:v>6.9173813953763199</c:v>
                      </c:pt>
                      <c:pt idx="3307">
                        <c:v>6.9348688688246103</c:v>
                      </c:pt>
                      <c:pt idx="3308">
                        <c:v>6.8961236077407504</c:v>
                      </c:pt>
                      <c:pt idx="3309">
                        <c:v>6.8687161179536398</c:v>
                      </c:pt>
                      <c:pt idx="3310">
                        <c:v>6.8140037355065903</c:v>
                      </c:pt>
                      <c:pt idx="3311">
                        <c:v>6.8140037355065903</c:v>
                      </c:pt>
                      <c:pt idx="3312">
                        <c:v>6.8691381456385097</c:v>
                      </c:pt>
                      <c:pt idx="3313">
                        <c:v>6.8942514187492696</c:v>
                      </c:pt>
                      <c:pt idx="3314">
                        <c:v>6.8319940497795004</c:v>
                      </c:pt>
                      <c:pt idx="3315">
                        <c:v>6.8686233926819602</c:v>
                      </c:pt>
                      <c:pt idx="3316">
                        <c:v>6.9406673285334897</c:v>
                      </c:pt>
                      <c:pt idx="3317">
                        <c:v>6.92205020736544</c:v>
                      </c:pt>
                      <c:pt idx="3318">
                        <c:v>6.7573527790215797</c:v>
                      </c:pt>
                      <c:pt idx="3319">
                        <c:v>6.6955131504427099</c:v>
                      </c:pt>
                      <c:pt idx="3320">
                        <c:v>6.6465917287373202</c:v>
                      </c:pt>
                      <c:pt idx="3321">
                        <c:v>6.6227051150855001</c:v>
                      </c:pt>
                      <c:pt idx="3322">
                        <c:v>6.6227051150855001</c:v>
                      </c:pt>
                      <c:pt idx="3323">
                        <c:v>6.6101486436035701</c:v>
                      </c:pt>
                      <c:pt idx="3324">
                        <c:v>6.6102412546810001</c:v>
                      </c:pt>
                      <c:pt idx="3325">
                        <c:v>6.6390283513278101</c:v>
                      </c:pt>
                      <c:pt idx="3326">
                        <c:v>6.6204175435911896</c:v>
                      </c:pt>
                      <c:pt idx="3327">
                        <c:v>6.6204175435911896</c:v>
                      </c:pt>
                      <c:pt idx="3328">
                        <c:v>6.6229949194691304</c:v>
                      </c:pt>
                      <c:pt idx="3329">
                        <c:v>6.6369250050258097</c:v>
                      </c:pt>
                      <c:pt idx="3330">
                        <c:v>6.5690384349872</c:v>
                      </c:pt>
                      <c:pt idx="3331">
                        <c:v>6.4661256707885997</c:v>
                      </c:pt>
                      <c:pt idx="3332">
                        <c:v>6.3591863521421903</c:v>
                      </c:pt>
                      <c:pt idx="3333">
                        <c:v>6.3591863521421903</c:v>
                      </c:pt>
                      <c:pt idx="3334">
                        <c:v>6.3872251551986503</c:v>
                      </c:pt>
                      <c:pt idx="3335">
                        <c:v>6.4067880084504498</c:v>
                      </c:pt>
                      <c:pt idx="3336">
                        <c:v>6.3485945531499297</c:v>
                      </c:pt>
                      <c:pt idx="3337">
                        <c:v>6.4224345171623698</c:v>
                      </c:pt>
                      <c:pt idx="3338">
                        <c:v>6.49456931383647</c:v>
                      </c:pt>
                      <c:pt idx="3339">
                        <c:v>6.4799096753189298</c:v>
                      </c:pt>
                      <c:pt idx="3340">
                        <c:v>6.5367826462513703</c:v>
                      </c:pt>
                      <c:pt idx="3341">
                        <c:v>6.5634910494435799</c:v>
                      </c:pt>
                      <c:pt idx="3342">
                        <c:v>6.5755458908727</c:v>
                      </c:pt>
                      <c:pt idx="3343">
                        <c:v>6.5045716837169998</c:v>
                      </c:pt>
                      <c:pt idx="3344">
                        <c:v>6.5031312923640403</c:v>
                      </c:pt>
                      <c:pt idx="3345">
                        <c:v>6.4568049268811896</c:v>
                      </c:pt>
                      <c:pt idx="3346">
                        <c:v>6.4022126876223098</c:v>
                      </c:pt>
                      <c:pt idx="3347">
                        <c:v>6.3725667628593596</c:v>
                      </c:pt>
                      <c:pt idx="3348">
                        <c:v>6.5019727154522098</c:v>
                      </c:pt>
                      <c:pt idx="3349">
                        <c:v>6.5371440763520701</c:v>
                      </c:pt>
                      <c:pt idx="3350">
                        <c:v>6.5200055318505203</c:v>
                      </c:pt>
                      <c:pt idx="3351">
                        <c:v>6.4881471327584297</c:v>
                      </c:pt>
                      <c:pt idx="3352">
                        <c:v>6.4657467844904097</c:v>
                      </c:pt>
                      <c:pt idx="3353">
                        <c:v>6.5092023806018497</c:v>
                      </c:pt>
                      <c:pt idx="3354">
                        <c:v>6.4786431092834498</c:v>
                      </c:pt>
                      <c:pt idx="3355">
                        <c:v>6.4413724880025098</c:v>
                      </c:pt>
                      <c:pt idx="3356">
                        <c:v>6.45961042107084</c:v>
                      </c:pt>
                      <c:pt idx="3357">
                        <c:v>6.4801703731340004</c:v>
                      </c:pt>
                      <c:pt idx="3358">
                        <c:v>6.4808577872483903</c:v>
                      </c:pt>
                      <c:pt idx="3359">
                        <c:v>6.5146865432796099</c:v>
                      </c:pt>
                      <c:pt idx="3360">
                        <c:v>6.6091246971070898</c:v>
                      </c:pt>
                      <c:pt idx="3361">
                        <c:v>6.6158319607377498</c:v>
                      </c:pt>
                      <c:pt idx="3362">
                        <c:v>6.7325695599250004</c:v>
                      </c:pt>
                      <c:pt idx="3363">
                        <c:v>6.6985217191953401</c:v>
                      </c:pt>
                      <c:pt idx="3364">
                        <c:v>6.67541592213035</c:v>
                      </c:pt>
                      <c:pt idx="3365">
                        <c:v>6.5884579025239596</c:v>
                      </c:pt>
                      <c:pt idx="3366">
                        <c:v>6.5293993250379803</c:v>
                      </c:pt>
                      <c:pt idx="3367">
                        <c:v>6.5335901608998697</c:v>
                      </c:pt>
                      <c:pt idx="3368">
                        <c:v>6.4337782133682699</c:v>
                      </c:pt>
                      <c:pt idx="3369">
                        <c:v>6.5162966943820999</c:v>
                      </c:pt>
                      <c:pt idx="3370">
                        <c:v>6.5878495446848797</c:v>
                      </c:pt>
                      <c:pt idx="3371">
                        <c:v>6.6117164584362502</c:v>
                      </c:pt>
                      <c:pt idx="3372">
                        <c:v>6.58139178277884</c:v>
                      </c:pt>
                      <c:pt idx="3373">
                        <c:v>6.5644912824546298</c:v>
                      </c:pt>
                      <c:pt idx="3374">
                        <c:v>6.6406107193901303</c:v>
                      </c:pt>
                      <c:pt idx="3375">
                        <c:v>6.69026588707204</c:v>
                      </c:pt>
                      <c:pt idx="3376">
                        <c:v>6.6850040713734504</c:v>
                      </c:pt>
                      <c:pt idx="3377">
                        <c:v>6.6480539322562002</c:v>
                      </c:pt>
                      <c:pt idx="3378">
                        <c:v>6.6320110428502499</c:v>
                      </c:pt>
                      <c:pt idx="3379">
                        <c:v>6.56638128386271</c:v>
                      </c:pt>
                      <c:pt idx="3380">
                        <c:v>6.4842905139832299</c:v>
                      </c:pt>
                      <c:pt idx="3381">
                        <c:v>6.4358766036682296</c:v>
                      </c:pt>
                      <c:pt idx="3382">
                        <c:v>6.3923753993069301</c:v>
                      </c:pt>
                      <c:pt idx="3383">
                        <c:v>6.3923753993069301</c:v>
                      </c:pt>
                      <c:pt idx="3384">
                        <c:v>6.3529527301126798</c:v>
                      </c:pt>
                      <c:pt idx="3385">
                        <c:v>6.3424334973901599</c:v>
                      </c:pt>
                      <c:pt idx="3386">
                        <c:v>6.2549953830550704</c:v>
                      </c:pt>
                      <c:pt idx="3387">
                        <c:v>6.2708311482473498</c:v>
                      </c:pt>
                      <c:pt idx="3388">
                        <c:v>6.3191223948187902</c:v>
                      </c:pt>
                      <c:pt idx="3389">
                        <c:v>6.2755808808496498</c:v>
                      </c:pt>
                      <c:pt idx="3390">
                        <c:v>6.25708497123422</c:v>
                      </c:pt>
                      <c:pt idx="3391">
                        <c:v>6.2205443163542196</c:v>
                      </c:pt>
                      <c:pt idx="3392">
                        <c:v>6.23108957921393</c:v>
                      </c:pt>
                      <c:pt idx="3393">
                        <c:v>6.1844710258513196</c:v>
                      </c:pt>
                      <c:pt idx="3394">
                        <c:v>6.1457005145753101</c:v>
                      </c:pt>
                      <c:pt idx="3395">
                        <c:v>6.1248501171238399</c:v>
                      </c:pt>
                      <c:pt idx="3396">
                        <c:v>6.1389570346022397</c:v>
                      </c:pt>
                      <c:pt idx="3397">
                        <c:v>6.17342873076697</c:v>
                      </c:pt>
                      <c:pt idx="3398">
                        <c:v>6.1787377548470204</c:v>
                      </c:pt>
                      <c:pt idx="3399">
                        <c:v>6.2089060319604101</c:v>
                      </c:pt>
                      <c:pt idx="3400">
                        <c:v>6.2468277642700203</c:v>
                      </c:pt>
                      <c:pt idx="3401">
                        <c:v>6.2468277642700203</c:v>
                      </c:pt>
                      <c:pt idx="3402">
                        <c:v>6.2468277642700203</c:v>
                      </c:pt>
                      <c:pt idx="3403">
                        <c:v>6.2166497794329203</c:v>
                      </c:pt>
                      <c:pt idx="3404">
                        <c:v>6.1052892037951398</c:v>
                      </c:pt>
                      <c:pt idx="3405">
                        <c:v>6.0321189162687601</c:v>
                      </c:pt>
                      <c:pt idx="3406">
                        <c:v>6.0113846310731702</c:v>
                      </c:pt>
                      <c:pt idx="3407">
                        <c:v>5.9558718305504099</c:v>
                      </c:pt>
                      <c:pt idx="3408">
                        <c:v>5.9895369229184103</c:v>
                      </c:pt>
                      <c:pt idx="3409">
                        <c:v>5.9995798647935201</c:v>
                      </c:pt>
                      <c:pt idx="3410">
                        <c:v>5.9712519024574204</c:v>
                      </c:pt>
                      <c:pt idx="3411">
                        <c:v>5.90109659239004</c:v>
                      </c:pt>
                      <c:pt idx="3412">
                        <c:v>5.8357293150152802</c:v>
                      </c:pt>
                      <c:pt idx="3413">
                        <c:v>5.8357293150152802</c:v>
                      </c:pt>
                      <c:pt idx="3414">
                        <c:v>5.8763064792852804</c:v>
                      </c:pt>
                      <c:pt idx="3415">
                        <c:v>5.8261482210926099</c:v>
                      </c:pt>
                      <c:pt idx="3416">
                        <c:v>5.8847724894652398</c:v>
                      </c:pt>
                      <c:pt idx="3417">
                        <c:v>5.8548181515543396</c:v>
                      </c:pt>
                      <c:pt idx="3418">
                        <c:v>5.9183141233095098</c:v>
                      </c:pt>
                      <c:pt idx="3419">
                        <c:v>5.9223309741399204</c:v>
                      </c:pt>
                      <c:pt idx="3420">
                        <c:v>5.9997816653091398</c:v>
                      </c:pt>
                      <c:pt idx="3421">
                        <c:v>5.9828515618669602</c:v>
                      </c:pt>
                      <c:pt idx="3422">
                        <c:v>5.9610984615968103</c:v>
                      </c:pt>
                      <c:pt idx="3423">
                        <c:v>5.9666401319834499</c:v>
                      </c:pt>
                      <c:pt idx="3424">
                        <c:v>6.0313842893741398</c:v>
                      </c:pt>
                      <c:pt idx="3425">
                        <c:v>5.9577818530146702</c:v>
                      </c:pt>
                      <c:pt idx="3426">
                        <c:v>5.9407344641111202</c:v>
                      </c:pt>
                      <c:pt idx="3427">
                        <c:v>5.84917998406205</c:v>
                      </c:pt>
                      <c:pt idx="3428">
                        <c:v>5.8499874291241802</c:v>
                      </c:pt>
                      <c:pt idx="3429">
                        <c:v>5.8472151199873501</c:v>
                      </c:pt>
                      <c:pt idx="3430">
                        <c:v>5.8847146835936197</c:v>
                      </c:pt>
                      <c:pt idx="3431">
                        <c:v>5.8914244043083697</c:v>
                      </c:pt>
                      <c:pt idx="3432">
                        <c:v>5.8607964534149497</c:v>
                      </c:pt>
                      <c:pt idx="3433">
                        <c:v>5.8607964534149497</c:v>
                      </c:pt>
                      <c:pt idx="3434">
                        <c:v>5.8488378132537999</c:v>
                      </c:pt>
                      <c:pt idx="3435">
                        <c:v>5.77866377556823</c:v>
                      </c:pt>
                      <c:pt idx="3436">
                        <c:v>5.8174660961863598</c:v>
                      </c:pt>
                      <c:pt idx="3437">
                        <c:v>5.7452965544860302</c:v>
                      </c:pt>
                      <c:pt idx="3438">
                        <c:v>5.7181077343931603</c:v>
                      </c:pt>
                      <c:pt idx="3439">
                        <c:v>5.6187449792985404</c:v>
                      </c:pt>
                      <c:pt idx="3440">
                        <c:v>5.6743823904130801</c:v>
                      </c:pt>
                      <c:pt idx="3441">
                        <c:v>5.77788767938193</c:v>
                      </c:pt>
                      <c:pt idx="3442">
                        <c:v>5.8234097818921704</c:v>
                      </c:pt>
                      <c:pt idx="3443">
                        <c:v>5.7852426909562196</c:v>
                      </c:pt>
                      <c:pt idx="3444">
                        <c:v>5.7811602906913704</c:v>
                      </c:pt>
                      <c:pt idx="3445">
                        <c:v>5.7330992644689598</c:v>
                      </c:pt>
                      <c:pt idx="3446">
                        <c:v>5.8365114881627802</c:v>
                      </c:pt>
                      <c:pt idx="3447">
                        <c:v>5.8751747239722096</c:v>
                      </c:pt>
                      <c:pt idx="3448">
                        <c:v>5.8751747239722096</c:v>
                      </c:pt>
                      <c:pt idx="3449">
                        <c:v>6.0080926115878901</c:v>
                      </c:pt>
                      <c:pt idx="3450">
                        <c:v>6.0619420673636597</c:v>
                      </c:pt>
                      <c:pt idx="3451">
                        <c:v>5.9856383441194803</c:v>
                      </c:pt>
                      <c:pt idx="3452">
                        <c:v>5.9600346228368997</c:v>
                      </c:pt>
                      <c:pt idx="3453">
                        <c:v>5.9600346228368997</c:v>
                      </c:pt>
                      <c:pt idx="3454">
                        <c:v>5.9135676116923497</c:v>
                      </c:pt>
                      <c:pt idx="3455">
                        <c:v>5.9127033642224998</c:v>
                      </c:pt>
                      <c:pt idx="3456">
                        <c:v>6.0035639025037097</c:v>
                      </c:pt>
                      <c:pt idx="3457">
                        <c:v>5.9458130865822598</c:v>
                      </c:pt>
                      <c:pt idx="3458">
                        <c:v>5.9458130865822598</c:v>
                      </c:pt>
                      <c:pt idx="3459">
                        <c:v>5.9534152461837504</c:v>
                      </c:pt>
                      <c:pt idx="3460">
                        <c:v>6.1072106881761501</c:v>
                      </c:pt>
                      <c:pt idx="3461">
                        <c:v>6.2085373720637698</c:v>
                      </c:pt>
                      <c:pt idx="3462">
                        <c:v>6.2895662732463302</c:v>
                      </c:pt>
                      <c:pt idx="3463">
                        <c:v>6.23398844270341</c:v>
                      </c:pt>
                      <c:pt idx="3464">
                        <c:v>6.1898733361348999</c:v>
                      </c:pt>
                      <c:pt idx="3465">
                        <c:v>6.2033590051415102</c:v>
                      </c:pt>
                      <c:pt idx="3466">
                        <c:v>6.1496968663640104</c:v>
                      </c:pt>
                      <c:pt idx="3467">
                        <c:v>6.1500743419258104</c:v>
                      </c:pt>
                      <c:pt idx="3468">
                        <c:v>6.0824117929837298</c:v>
                      </c:pt>
                      <c:pt idx="3469">
                        <c:v>6.1742609751827802</c:v>
                      </c:pt>
                      <c:pt idx="3470">
                        <c:v>6.1450982113447097</c:v>
                      </c:pt>
                      <c:pt idx="3471">
                        <c:v>6.1450982113447097</c:v>
                      </c:pt>
                      <c:pt idx="3472">
                        <c:v>6.2161336375737104</c:v>
                      </c:pt>
                      <c:pt idx="3473">
                        <c:v>6.2346079654425699</c:v>
                      </c:pt>
                      <c:pt idx="3474">
                        <c:v>6.2191712534629398</c:v>
                      </c:pt>
                      <c:pt idx="3475">
                        <c:v>6.3086550195840703</c:v>
                      </c:pt>
                      <c:pt idx="3476">
                        <c:v>6.2470288026283303</c:v>
                      </c:pt>
                      <c:pt idx="3477">
                        <c:v>6.3150440752949297</c:v>
                      </c:pt>
                      <c:pt idx="3478">
                        <c:v>6.2160091212889101</c:v>
                      </c:pt>
                      <c:pt idx="3479">
                        <c:v>6.30719800162003</c:v>
                      </c:pt>
                      <c:pt idx="3480">
                        <c:v>6.3596066459480198</c:v>
                      </c:pt>
                      <c:pt idx="3481">
                        <c:v>6.39064199245112</c:v>
                      </c:pt>
                      <c:pt idx="3482">
                        <c:v>6.3764290216182404</c:v>
                      </c:pt>
                      <c:pt idx="3483">
                        <c:v>6.3764290216182404</c:v>
                      </c:pt>
                      <c:pt idx="3484">
                        <c:v>6.3298963466912799</c:v>
                      </c:pt>
                      <c:pt idx="3485">
                        <c:v>6.3337926601072496</c:v>
                      </c:pt>
                      <c:pt idx="3486">
                        <c:v>6.2957811526563496</c:v>
                      </c:pt>
                      <c:pt idx="3487">
                        <c:v>6.3025607352060504</c:v>
                      </c:pt>
                      <c:pt idx="3488">
                        <c:v>6.3033897142900299</c:v>
                      </c:pt>
                      <c:pt idx="3489">
                        <c:v>6.2757129350154699</c:v>
                      </c:pt>
                      <c:pt idx="3490">
                        <c:v>6.2408852126075001</c:v>
                      </c:pt>
                      <c:pt idx="3491">
                        <c:v>6.2157086490145801</c:v>
                      </c:pt>
                      <c:pt idx="3492">
                        <c:v>6.2683413085986199</c:v>
                      </c:pt>
                      <c:pt idx="3493">
                        <c:v>6.2683413085986199</c:v>
                      </c:pt>
                      <c:pt idx="3494">
                        <c:v>6.2454065176647298</c:v>
                      </c:pt>
                      <c:pt idx="3495">
                        <c:v>6.2618207685154799</c:v>
                      </c:pt>
                      <c:pt idx="3496">
                        <c:v>6.2340335603346704</c:v>
                      </c:pt>
                      <c:pt idx="3497">
                        <c:v>6.1844307162694303</c:v>
                      </c:pt>
                      <c:pt idx="3498">
                        <c:v>6.2142373302834999</c:v>
                      </c:pt>
                      <c:pt idx="3499">
                        <c:v>6.2341155424242096</c:v>
                      </c:pt>
                      <c:pt idx="3500">
                        <c:v>6.2261815411826902</c:v>
                      </c:pt>
                      <c:pt idx="3501">
                        <c:v>6.17427228848263</c:v>
                      </c:pt>
                      <c:pt idx="3502">
                        <c:v>6.1652693416218201</c:v>
                      </c:pt>
                      <c:pt idx="3503">
                        <c:v>6.2341747134078496</c:v>
                      </c:pt>
                      <c:pt idx="3504">
                        <c:v>6.2190559152462797</c:v>
                      </c:pt>
                      <c:pt idx="3505">
                        <c:v>6.1831486687184798</c:v>
                      </c:pt>
                      <c:pt idx="3506">
                        <c:v>6.14554737833621</c:v>
                      </c:pt>
                      <c:pt idx="3507">
                        <c:v>6.0954602613510502</c:v>
                      </c:pt>
                      <c:pt idx="3508">
                        <c:v>6.0666694717588401</c:v>
                      </c:pt>
                      <c:pt idx="3509">
                        <c:v>6.0754072974484004</c:v>
                      </c:pt>
                      <c:pt idx="3510">
                        <c:v>6.0472927412429502</c:v>
                      </c:pt>
                      <c:pt idx="3511">
                        <c:v>6.0610235314465299</c:v>
                      </c:pt>
                      <c:pt idx="3512">
                        <c:v>6.0380310205208296</c:v>
                      </c:pt>
                      <c:pt idx="3513">
                        <c:v>6.0437788394086098</c:v>
                      </c:pt>
                      <c:pt idx="3514">
                        <c:v>6.0540007538924199</c:v>
                      </c:pt>
                      <c:pt idx="3515">
                        <c:v>6.0535237726566304</c:v>
                      </c:pt>
                      <c:pt idx="3516">
                        <c:v>6.0740529477295198</c:v>
                      </c:pt>
                      <c:pt idx="3517">
                        <c:v>6.0681495536204801</c:v>
                      </c:pt>
                      <c:pt idx="3518">
                        <c:v>6.0648886306830301</c:v>
                      </c:pt>
                      <c:pt idx="3519">
                        <c:v>6.1079937099954797</c:v>
                      </c:pt>
                      <c:pt idx="3520">
                        <c:v>6.0601365100337201</c:v>
                      </c:pt>
                      <c:pt idx="3521">
                        <c:v>6.0992417540748498</c:v>
                      </c:pt>
                      <c:pt idx="3522">
                        <c:v>6.0445303930640897</c:v>
                      </c:pt>
                      <c:pt idx="3523">
                        <c:v>6.0859489570415102</c:v>
                      </c:pt>
                      <c:pt idx="3524">
                        <c:v>6.0674674202366301</c:v>
                      </c:pt>
                      <c:pt idx="3525">
                        <c:v>6.0118580357675304</c:v>
                      </c:pt>
                      <c:pt idx="3526">
                        <c:v>6.1213367208627503</c:v>
                      </c:pt>
                      <c:pt idx="3527">
                        <c:v>6.1334202096000903</c:v>
                      </c:pt>
                      <c:pt idx="3528">
                        <c:v>5.9721069006171996</c:v>
                      </c:pt>
                      <c:pt idx="3529">
                        <c:v>6.03648746192916</c:v>
                      </c:pt>
                      <c:pt idx="3530">
                        <c:v>6.0337308385825903</c:v>
                      </c:pt>
                      <c:pt idx="3531">
                        <c:v>5.9210985292968701</c:v>
                      </c:pt>
                      <c:pt idx="3532">
                        <c:v>5.8769747859243804</c:v>
                      </c:pt>
                      <c:pt idx="3533">
                        <c:v>5.8769747859243804</c:v>
                      </c:pt>
                      <c:pt idx="3534">
                        <c:v>5.9271863174530299</c:v>
                      </c:pt>
                      <c:pt idx="3535">
                        <c:v>5.9268853820514904</c:v>
                      </c:pt>
                      <c:pt idx="3536">
                        <c:v>5.9646298089780796</c:v>
                      </c:pt>
                      <c:pt idx="3537">
                        <c:v>6.1074641451803204</c:v>
                      </c:pt>
                      <c:pt idx="3538">
                        <c:v>6.1222976236145197</c:v>
                      </c:pt>
                      <c:pt idx="3539">
                        <c:v>6.04368804834772</c:v>
                      </c:pt>
                      <c:pt idx="3540">
                        <c:v>6.0879240739920197</c:v>
                      </c:pt>
                      <c:pt idx="3541">
                        <c:v>6.0834620730524902</c:v>
                      </c:pt>
                      <c:pt idx="3542">
                        <c:v>6.1664392310159304</c:v>
                      </c:pt>
                      <c:pt idx="3543">
                        <c:v>6.0984465296767301</c:v>
                      </c:pt>
                      <c:pt idx="3544">
                        <c:v>6.1282109330792096</c:v>
                      </c:pt>
                      <c:pt idx="3545">
                        <c:v>6.2045680567856198</c:v>
                      </c:pt>
                      <c:pt idx="3546">
                        <c:v>6.2915953689342796</c:v>
                      </c:pt>
                      <c:pt idx="3547">
                        <c:v>6.2607679964291902</c:v>
                      </c:pt>
                      <c:pt idx="3548">
                        <c:v>6.2607679964291902</c:v>
                      </c:pt>
                      <c:pt idx="3549">
                        <c:v>6.2014009477606002</c:v>
                      </c:pt>
                      <c:pt idx="3550">
                        <c:v>6.1530278320992604</c:v>
                      </c:pt>
                      <c:pt idx="3551">
                        <c:v>6.1641583084031799</c:v>
                      </c:pt>
                      <c:pt idx="3552">
                        <c:v>6.1722193389443802</c:v>
                      </c:pt>
                      <c:pt idx="3553">
                        <c:v>6.1722193389443802</c:v>
                      </c:pt>
                      <c:pt idx="3554">
                        <c:v>6.2260182940940503</c:v>
                      </c:pt>
                      <c:pt idx="3555">
                        <c:v>6.22582810277137</c:v>
                      </c:pt>
                      <c:pt idx="3556">
                        <c:v>6.1835428930074103</c:v>
                      </c:pt>
                      <c:pt idx="3557">
                        <c:v>6.1270426637725999</c:v>
                      </c:pt>
                      <c:pt idx="3558">
                        <c:v>6.1448716403802504</c:v>
                      </c:pt>
                      <c:pt idx="3559">
                        <c:v>6.0801696061002399</c:v>
                      </c:pt>
                      <c:pt idx="3560">
                        <c:v>6.0626547595941602</c:v>
                      </c:pt>
                      <c:pt idx="3561">
                        <c:v>6.0134629517545202</c:v>
                      </c:pt>
                      <c:pt idx="3562">
                        <c:v>6.0088919570348596</c:v>
                      </c:pt>
                      <c:pt idx="3563">
                        <c:v>5.7206900060192298</c:v>
                      </c:pt>
                      <c:pt idx="3564">
                        <c:v>5.9507075757619097</c:v>
                      </c:pt>
                      <c:pt idx="3565">
                        <c:v>5.9221447568500096</c:v>
                      </c:pt>
                      <c:pt idx="3566">
                        <c:v>5.8461608627701303</c:v>
                      </c:pt>
                      <c:pt idx="3567">
                        <c:v>5.8776553985517204</c:v>
                      </c:pt>
                      <c:pt idx="3568">
                        <c:v>5.8974164367066502</c:v>
                      </c:pt>
                      <c:pt idx="3569">
                        <c:v>5.88106623364237</c:v>
                      </c:pt>
                      <c:pt idx="3570">
                        <c:v>5.8858193466095603</c:v>
                      </c:pt>
                      <c:pt idx="3571">
                        <c:v>5.9232961174424696</c:v>
                      </c:pt>
                      <c:pt idx="3572">
                        <c:v>5.9232961174424696</c:v>
                      </c:pt>
                      <c:pt idx="3573">
                        <c:v>6.00487007086556</c:v>
                      </c:pt>
                      <c:pt idx="3574">
                        <c:v>6.0661646137342196</c:v>
                      </c:pt>
                      <c:pt idx="3575">
                        <c:v>5.9937035784289199</c:v>
                      </c:pt>
                      <c:pt idx="3576">
                        <c:v>5.9091546791171998</c:v>
                      </c:pt>
                      <c:pt idx="3577">
                        <c:v>5.8718774511158296</c:v>
                      </c:pt>
                      <c:pt idx="3578">
                        <c:v>5.77496628546045</c:v>
                      </c:pt>
                      <c:pt idx="3579">
                        <c:v>5.8256129019109597</c:v>
                      </c:pt>
                      <c:pt idx="3580">
                        <c:v>5.8758743107415903</c:v>
                      </c:pt>
                      <c:pt idx="3581">
                        <c:v>5.8822762430969497</c:v>
                      </c:pt>
                      <c:pt idx="3582">
                        <c:v>5.9337613587404601</c:v>
                      </c:pt>
                      <c:pt idx="3583">
                        <c:v>5.9337613587404601</c:v>
                      </c:pt>
                      <c:pt idx="3584">
                        <c:v>5.9385621940165603</c:v>
                      </c:pt>
                      <c:pt idx="3585">
                        <c:v>5.93477752335553</c:v>
                      </c:pt>
                      <c:pt idx="3586">
                        <c:v>5.9361988111477499</c:v>
                      </c:pt>
                      <c:pt idx="3587">
                        <c:v>5.9361988111477499</c:v>
                      </c:pt>
                      <c:pt idx="3588">
                        <c:v>5.9361988111477499</c:v>
                      </c:pt>
                      <c:pt idx="3589">
                        <c:v>5.90145021607883</c:v>
                      </c:pt>
                      <c:pt idx="3590">
                        <c:v>5.8435901844585603</c:v>
                      </c:pt>
                      <c:pt idx="3591">
                        <c:v>5.8328331091474901</c:v>
                      </c:pt>
                      <c:pt idx="3592">
                        <c:v>5.7791144249741304</c:v>
                      </c:pt>
                      <c:pt idx="3593">
                        <c:v>5.7791144249741304</c:v>
                      </c:pt>
                      <c:pt idx="3594">
                        <c:v>5.7928095778324602</c:v>
                      </c:pt>
                      <c:pt idx="3595">
                        <c:v>5.8115490703883204</c:v>
                      </c:pt>
                      <c:pt idx="3596">
                        <c:v>5.7807336725522704</c:v>
                      </c:pt>
                      <c:pt idx="3597">
                        <c:v>5.8006376867316103</c:v>
                      </c:pt>
                      <c:pt idx="3598">
                        <c:v>5.8334229264285096</c:v>
                      </c:pt>
                      <c:pt idx="3599">
                        <c:v>5.8866551152065396</c:v>
                      </c:pt>
                      <c:pt idx="3600">
                        <c:v>5.8626159818744101</c:v>
                      </c:pt>
                      <c:pt idx="3601">
                        <c:v>5.8786072527037003</c:v>
                      </c:pt>
                      <c:pt idx="3602">
                        <c:v>5.8929171258047299</c:v>
                      </c:pt>
                      <c:pt idx="3603">
                        <c:v>5.9176188963306702</c:v>
                      </c:pt>
                      <c:pt idx="3604">
                        <c:v>5.8646292578280397</c:v>
                      </c:pt>
                      <c:pt idx="3605">
                        <c:v>5.8722681996784702</c:v>
                      </c:pt>
                      <c:pt idx="3606">
                        <c:v>5.8339731960782197</c:v>
                      </c:pt>
                      <c:pt idx="3607">
                        <c:v>5.8601581662801498</c:v>
                      </c:pt>
                      <c:pt idx="3608">
                        <c:v>5.8646427523214797</c:v>
                      </c:pt>
                      <c:pt idx="3609">
                        <c:v>5.8997449305920799</c:v>
                      </c:pt>
                      <c:pt idx="3610">
                        <c:v>5.8977506909911899</c:v>
                      </c:pt>
                      <c:pt idx="3611">
                        <c:v>5.89504145128143</c:v>
                      </c:pt>
                      <c:pt idx="3612">
                        <c:v>5.9157615163406696</c:v>
                      </c:pt>
                      <c:pt idx="3613">
                        <c:v>5.9950329016653097</c:v>
                      </c:pt>
                      <c:pt idx="3614">
                        <c:v>6.0017610003656898</c:v>
                      </c:pt>
                      <c:pt idx="3615">
                        <c:v>5.9811312099785798</c:v>
                      </c:pt>
                      <c:pt idx="3616">
                        <c:v>6.0192845229305201</c:v>
                      </c:pt>
                      <c:pt idx="3617">
                        <c:v>6.0460096442696303</c:v>
                      </c:pt>
                      <c:pt idx="3618">
                        <c:v>6.0289084439520604</c:v>
                      </c:pt>
                      <c:pt idx="3619">
                        <c:v>6.04817963284043</c:v>
                      </c:pt>
                      <c:pt idx="3620">
                        <c:v>6.0618718761470403</c:v>
                      </c:pt>
                      <c:pt idx="3621">
                        <c:v>6.0602492648880002</c:v>
                      </c:pt>
                      <c:pt idx="3622">
                        <c:v>6.02486221347863</c:v>
                      </c:pt>
                      <c:pt idx="3623">
                        <c:v>6.0364226632456903</c:v>
                      </c:pt>
                      <c:pt idx="3624">
                        <c:v>6.0467788019490101</c:v>
                      </c:pt>
                      <c:pt idx="3625">
                        <c:v>6.0335451605294503</c:v>
                      </c:pt>
                      <c:pt idx="3626">
                        <c:v>6.0100214526376696</c:v>
                      </c:pt>
                      <c:pt idx="3627">
                        <c:v>6.00054056987618</c:v>
                      </c:pt>
                      <c:pt idx="3628">
                        <c:v>5.9787031051691404</c:v>
                      </c:pt>
                      <c:pt idx="3629">
                        <c:v>6.0111884591112101</c:v>
                      </c:pt>
                      <c:pt idx="3630">
                        <c:v>6.0507005157416698</c:v>
                      </c:pt>
                      <c:pt idx="3631">
                        <c:v>6.1482675750556703</c:v>
                      </c:pt>
                      <c:pt idx="3632">
                        <c:v>6.1781399493254199</c:v>
                      </c:pt>
                      <c:pt idx="3633">
                        <c:v>6.1663035749894002</c:v>
                      </c:pt>
                      <c:pt idx="3634">
                        <c:v>6.1158761154340002</c:v>
                      </c:pt>
                      <c:pt idx="3635">
                        <c:v>6.1490316847831803</c:v>
                      </c:pt>
                      <c:pt idx="3636">
                        <c:v>6.14667478937384</c:v>
                      </c:pt>
                      <c:pt idx="3637">
                        <c:v>6.1181567633616796</c:v>
                      </c:pt>
                      <c:pt idx="3638">
                        <c:v>6.0669402485178701</c:v>
                      </c:pt>
                      <c:pt idx="3639">
                        <c:v>6.0388352406069101</c:v>
                      </c:pt>
                      <c:pt idx="3640">
                        <c:v>6.0539520959009803</c:v>
                      </c:pt>
                      <c:pt idx="3641">
                        <c:v>6.0281605566832797</c:v>
                      </c:pt>
                      <c:pt idx="3642">
                        <c:v>5.9881645914331401</c:v>
                      </c:pt>
                      <c:pt idx="3643">
                        <c:v>5.9881645914331401</c:v>
                      </c:pt>
                      <c:pt idx="3644">
                        <c:v>5.9881645914331401</c:v>
                      </c:pt>
                      <c:pt idx="3645">
                        <c:v>5.9913789020158603</c:v>
                      </c:pt>
                      <c:pt idx="3646">
                        <c:v>6.0021208146577898</c:v>
                      </c:pt>
                      <c:pt idx="3647">
                        <c:v>6.0240567718124698</c:v>
                      </c:pt>
                      <c:pt idx="3648">
                        <c:v>5.98136343341156</c:v>
                      </c:pt>
                      <c:pt idx="3649">
                        <c:v>5.9076438215723801</c:v>
                      </c:pt>
                      <c:pt idx="3650">
                        <c:v>5.8820567771755599</c:v>
                      </c:pt>
                      <c:pt idx="3651">
                        <c:v>5.8820567771755599</c:v>
                      </c:pt>
                      <c:pt idx="3652">
                        <c:v>5.8820567771755599</c:v>
                      </c:pt>
                      <c:pt idx="3653">
                        <c:v>5.8965488001758803</c:v>
                      </c:pt>
                      <c:pt idx="3654">
                        <c:v>5.8986883832574701</c:v>
                      </c:pt>
                      <c:pt idx="3655">
                        <c:v>5.9126188005328304</c:v>
                      </c:pt>
                      <c:pt idx="3656">
                        <c:v>5.8832917367162301</c:v>
                      </c:pt>
                      <c:pt idx="3657">
                        <c:v>5.8201868283981897</c:v>
                      </c:pt>
                      <c:pt idx="3658">
                        <c:v>5.8246595654217197</c:v>
                      </c:pt>
                      <c:pt idx="3659">
                        <c:v>5.7606998089560602</c:v>
                      </c:pt>
                      <c:pt idx="3660">
                        <c:v>5.7183804658550796</c:v>
                      </c:pt>
                      <c:pt idx="3661">
                        <c:v>5.75991555549012</c:v>
                      </c:pt>
                      <c:pt idx="3662">
                        <c:v>5.7234521863545602</c:v>
                      </c:pt>
                      <c:pt idx="3663">
                        <c:v>5.7021539301270403</c:v>
                      </c:pt>
                      <c:pt idx="3664">
                        <c:v>5.6813271726249299</c:v>
                      </c:pt>
                      <c:pt idx="3665">
                        <c:v>5.6777486018892498</c:v>
                      </c:pt>
                      <c:pt idx="3666">
                        <c:v>5.7397231104749302</c:v>
                      </c:pt>
                      <c:pt idx="3667">
                        <c:v>5.7400577505252501</c:v>
                      </c:pt>
                      <c:pt idx="3668">
                        <c:v>5.7380186801832203</c:v>
                      </c:pt>
                      <c:pt idx="3669">
                        <c:v>5.7414278699992396</c:v>
                      </c:pt>
                      <c:pt idx="3670">
                        <c:v>5.77438103108629</c:v>
                      </c:pt>
                      <c:pt idx="3671">
                        <c:v>5.7714988691105802</c:v>
                      </c:pt>
                      <c:pt idx="3672">
                        <c:v>5.7180321561580598</c:v>
                      </c:pt>
                      <c:pt idx="3673">
                        <c:v>5.7836192802448103</c:v>
                      </c:pt>
                      <c:pt idx="3674">
                        <c:v>5.7836192802448103</c:v>
                      </c:pt>
                      <c:pt idx="3675">
                        <c:v>5.7681894385908299</c:v>
                      </c:pt>
                      <c:pt idx="3676">
                        <c:v>5.7609564561059896</c:v>
                      </c:pt>
                      <c:pt idx="3677">
                        <c:v>5.7681882799525299</c:v>
                      </c:pt>
                      <c:pt idx="3678">
                        <c:v>5.8002075023414097</c:v>
                      </c:pt>
                      <c:pt idx="3679">
                        <c:v>5.8690667785915496</c:v>
                      </c:pt>
                      <c:pt idx="3680">
                        <c:v>5.8870335135707297</c:v>
                      </c:pt>
                      <c:pt idx="3681">
                        <c:v>5.8350497904285197</c:v>
                      </c:pt>
                      <c:pt idx="3682">
                        <c:v>5.8352479224569898</c:v>
                      </c:pt>
                      <c:pt idx="3683">
                        <c:v>5.8352479224569898</c:v>
                      </c:pt>
                      <c:pt idx="3684">
                        <c:v>5.8883357519625497</c:v>
                      </c:pt>
                      <c:pt idx="3685">
                        <c:v>5.9050607655601004</c:v>
                      </c:pt>
                      <c:pt idx="3686">
                        <c:v>5.95261531401915</c:v>
                      </c:pt>
                      <c:pt idx="3687">
                        <c:v>6.0560169202911096</c:v>
                      </c:pt>
                      <c:pt idx="3688">
                        <c:v>6.0384549786169099</c:v>
                      </c:pt>
                      <c:pt idx="3689">
                        <c:v>5.9921572288910099</c:v>
                      </c:pt>
                      <c:pt idx="3690">
                        <c:v>5.9781236505376496</c:v>
                      </c:pt>
                      <c:pt idx="3691">
                        <c:v>5.9530655955909397</c:v>
                      </c:pt>
                      <c:pt idx="3692">
                        <c:v>5.9631402918978598</c:v>
                      </c:pt>
                      <c:pt idx="3693">
                        <c:v>5.9487826887619102</c:v>
                      </c:pt>
                      <c:pt idx="3694">
                        <c:v>5.9731838056516402</c:v>
                      </c:pt>
                      <c:pt idx="3695">
                        <c:v>6.0017979784081898</c:v>
                      </c:pt>
                      <c:pt idx="3696">
                        <c:v>6.0090350130813404</c:v>
                      </c:pt>
                      <c:pt idx="3697">
                        <c:v>5.9663236294611304</c:v>
                      </c:pt>
                      <c:pt idx="3698">
                        <c:v>5.9663236294611304</c:v>
                      </c:pt>
                      <c:pt idx="3699">
                        <c:v>5.9677689507708296</c:v>
                      </c:pt>
                      <c:pt idx="3700">
                        <c:v>5.9122080811271296</c:v>
                      </c:pt>
                      <c:pt idx="3701">
                        <c:v>5.9330973337152102</c:v>
                      </c:pt>
                      <c:pt idx="3702">
                        <c:v>5.98472858140883</c:v>
                      </c:pt>
                      <c:pt idx="3703">
                        <c:v>5.98472858140883</c:v>
                      </c:pt>
                      <c:pt idx="3704">
                        <c:v>6.0335979325559403</c:v>
                      </c:pt>
                      <c:pt idx="3705">
                        <c:v>6.0627116081191996</c:v>
                      </c:pt>
                      <c:pt idx="3706">
                        <c:v>6.0532938605233104</c:v>
                      </c:pt>
                      <c:pt idx="3707">
                        <c:v>6.1333153795415196</c:v>
                      </c:pt>
                      <c:pt idx="3708">
                        <c:v>6.1296246818123397</c:v>
                      </c:pt>
                      <c:pt idx="3709">
                        <c:v>6.1279922307469104</c:v>
                      </c:pt>
                      <c:pt idx="3710">
                        <c:v>6.1061001096505896</c:v>
                      </c:pt>
                      <c:pt idx="3711">
                        <c:v>6.1513881172135196</c:v>
                      </c:pt>
                      <c:pt idx="3712">
                        <c:v>6.1185219160786204</c:v>
                      </c:pt>
                      <c:pt idx="3713">
                        <c:v>6.1239424194678502</c:v>
                      </c:pt>
                      <c:pt idx="3714">
                        <c:v>6.1377667493549399</c:v>
                      </c:pt>
                      <c:pt idx="3715">
                        <c:v>6.1167057314516704</c:v>
                      </c:pt>
                      <c:pt idx="3716">
                        <c:v>6.1458060498134799</c:v>
                      </c:pt>
                      <c:pt idx="3717">
                        <c:v>6.14489212280969</c:v>
                      </c:pt>
                      <c:pt idx="3718">
                        <c:v>6.14489212280969</c:v>
                      </c:pt>
                      <c:pt idx="3719">
                        <c:v>6.1202976165466003</c:v>
                      </c:pt>
                      <c:pt idx="3720">
                        <c:v>6.0898858092371997</c:v>
                      </c:pt>
                      <c:pt idx="3721">
                        <c:v>6.1014053536663804</c:v>
                      </c:pt>
                      <c:pt idx="3722">
                        <c:v>6.1030625045520601</c:v>
                      </c:pt>
                      <c:pt idx="3723">
                        <c:v>6.1591350298488896</c:v>
                      </c:pt>
                      <c:pt idx="3724">
                        <c:v>6.1055703176454301</c:v>
                      </c:pt>
                      <c:pt idx="3725">
                        <c:v>6.1308097530992196</c:v>
                      </c:pt>
                      <c:pt idx="3726">
                        <c:v>6.1409794446798696</c:v>
                      </c:pt>
                      <c:pt idx="3727">
                        <c:v>6.1378413702343302</c:v>
                      </c:pt>
                      <c:pt idx="3728">
                        <c:v>6.1396452963404702</c:v>
                      </c:pt>
                      <c:pt idx="3729">
                        <c:v>6.1498478186767302</c:v>
                      </c:pt>
                      <c:pt idx="3730">
                        <c:v>6.1230916285233699</c:v>
                      </c:pt>
                      <c:pt idx="3731">
                        <c:v>6.0894518199666798</c:v>
                      </c:pt>
                      <c:pt idx="3732">
                        <c:v>6.0894518199666798</c:v>
                      </c:pt>
                      <c:pt idx="3733">
                        <c:v>6.0946778720488402</c:v>
                      </c:pt>
                      <c:pt idx="3734">
                        <c:v>6.1343553207335804</c:v>
                      </c:pt>
                      <c:pt idx="3735">
                        <c:v>6.1452378141822104</c:v>
                      </c:pt>
                      <c:pt idx="3736">
                        <c:v>6.1158036513746001</c:v>
                      </c:pt>
                      <c:pt idx="3737">
                        <c:v>6.1090943852594597</c:v>
                      </c:pt>
                      <c:pt idx="3738">
                        <c:v>6.1575260485696699</c:v>
                      </c:pt>
                      <c:pt idx="3739">
                        <c:v>6.20771306952863</c:v>
                      </c:pt>
                      <c:pt idx="3740">
                        <c:v>6.2061591115273202</c:v>
                      </c:pt>
                      <c:pt idx="3741">
                        <c:v>6.2072748010910299</c:v>
                      </c:pt>
                      <c:pt idx="3742">
                        <c:v>6.2116384417821404</c:v>
                      </c:pt>
                      <c:pt idx="3743">
                        <c:v>6.1703152238258001</c:v>
                      </c:pt>
                      <c:pt idx="3744">
                        <c:v>6.1703152238258001</c:v>
                      </c:pt>
                      <c:pt idx="3745">
                        <c:v>6.1561428248481</c:v>
                      </c:pt>
                      <c:pt idx="3746">
                        <c:v>6.1448674469819897</c:v>
                      </c:pt>
                      <c:pt idx="3747">
                        <c:v>6.1366738895286597</c:v>
                      </c:pt>
                      <c:pt idx="3748">
                        <c:v>6.1901620951186098</c:v>
                      </c:pt>
                      <c:pt idx="3749">
                        <c:v>6.1994782270732802</c:v>
                      </c:pt>
                      <c:pt idx="3750">
                        <c:v>6.2002830279045504</c:v>
                      </c:pt>
                      <c:pt idx="3751">
                        <c:v>6.1718530209846199</c:v>
                      </c:pt>
                      <c:pt idx="3752">
                        <c:v>6.1927015449465497</c:v>
                      </c:pt>
                      <c:pt idx="3753">
                        <c:v>6.1927015449465497</c:v>
                      </c:pt>
                      <c:pt idx="3754">
                        <c:v>6.1703869131623801</c:v>
                      </c:pt>
                      <c:pt idx="3755">
                        <c:v>6.1557644179963198</c:v>
                      </c:pt>
                      <c:pt idx="3756">
                        <c:v>6.1228948922592501</c:v>
                      </c:pt>
                      <c:pt idx="3757">
                        <c:v>6.1216116581427604</c:v>
                      </c:pt>
                      <c:pt idx="3758">
                        <c:v>6.0996612362799398</c:v>
                      </c:pt>
                      <c:pt idx="3759">
                        <c:v>6.1214544726418403</c:v>
                      </c:pt>
                      <c:pt idx="3760">
                        <c:v>6.1560360029226304</c:v>
                      </c:pt>
                      <c:pt idx="3761">
                        <c:v>6.1723738226673204</c:v>
                      </c:pt>
                      <c:pt idx="3762">
                        <c:v>6.1836044231136302</c:v>
                      </c:pt>
                      <c:pt idx="3763">
                        <c:v>6.17897051052626</c:v>
                      </c:pt>
                      <c:pt idx="3764">
                        <c:v>6.2014091733410703</c:v>
                      </c:pt>
                      <c:pt idx="3765">
                        <c:v>6.2047507914551998</c:v>
                      </c:pt>
                      <c:pt idx="3766">
                        <c:v>6.2122248260921298</c:v>
                      </c:pt>
                      <c:pt idx="3767">
                        <c:v>6.2593618254112</c:v>
                      </c:pt>
                      <c:pt idx="3768">
                        <c:v>6.2867004267462798</c:v>
                      </c:pt>
                      <c:pt idx="3769">
                        <c:v>6.2891430218884397</c:v>
                      </c:pt>
                      <c:pt idx="3770">
                        <c:v>6.2841053257220096</c:v>
                      </c:pt>
                      <c:pt idx="3771">
                        <c:v>6.2431551017216904</c:v>
                      </c:pt>
                      <c:pt idx="3772">
                        <c:v>6.2600197074193904</c:v>
                      </c:pt>
                      <c:pt idx="3773">
                        <c:v>6.2659588120983898</c:v>
                      </c:pt>
                      <c:pt idx="3774">
                        <c:v>6.2724484916459096</c:v>
                      </c:pt>
                      <c:pt idx="3775">
                        <c:v>6.3033481367541304</c:v>
                      </c:pt>
                      <c:pt idx="3776">
                        <c:v>6.28443520793373</c:v>
                      </c:pt>
                      <c:pt idx="3777">
                        <c:v>6.2458011565997298</c:v>
                      </c:pt>
                      <c:pt idx="3778">
                        <c:v>6.2588431127405499</c:v>
                      </c:pt>
                      <c:pt idx="3779">
                        <c:v>6.2726940895613801</c:v>
                      </c:pt>
                      <c:pt idx="3780">
                        <c:v>6.2440140011633396</c:v>
                      </c:pt>
                      <c:pt idx="3781">
                        <c:v>6.22680687809759</c:v>
                      </c:pt>
                      <c:pt idx="3782">
                        <c:v>6.2108354796121104</c:v>
                      </c:pt>
                      <c:pt idx="3783">
                        <c:v>6.2101846657840101</c:v>
                      </c:pt>
                      <c:pt idx="3784">
                        <c:v>6.2169836870548396</c:v>
                      </c:pt>
                      <c:pt idx="3785">
                        <c:v>6.2164443249339598</c:v>
                      </c:pt>
                      <c:pt idx="3786">
                        <c:v>6.28928814841092</c:v>
                      </c:pt>
                      <c:pt idx="3787">
                        <c:v>6.3126468444690698</c:v>
                      </c:pt>
                      <c:pt idx="3788">
                        <c:v>6.27398127363342</c:v>
                      </c:pt>
                      <c:pt idx="3789">
                        <c:v>6.2799006393756498</c:v>
                      </c:pt>
                      <c:pt idx="3790">
                        <c:v>6.30134869855286</c:v>
                      </c:pt>
                      <c:pt idx="3791">
                        <c:v>6.3522501587574798</c:v>
                      </c:pt>
                      <c:pt idx="3792">
                        <c:v>6.3998624449497701</c:v>
                      </c:pt>
                      <c:pt idx="3793">
                        <c:v>6.3998624449497701</c:v>
                      </c:pt>
                      <c:pt idx="3794">
                        <c:v>6.3599878373637999</c:v>
                      </c:pt>
                      <c:pt idx="3795">
                        <c:v>6.3289672319436097</c:v>
                      </c:pt>
                      <c:pt idx="3796">
                        <c:v>6.3557507111550002</c:v>
                      </c:pt>
                      <c:pt idx="3797">
                        <c:v>6.34199616982505</c:v>
                      </c:pt>
                      <c:pt idx="3798">
                        <c:v>6.33583578250611</c:v>
                      </c:pt>
                      <c:pt idx="3799">
                        <c:v>6.39156851047073</c:v>
                      </c:pt>
                      <c:pt idx="3800">
                        <c:v>6.3939057652772702</c:v>
                      </c:pt>
                      <c:pt idx="3801">
                        <c:v>6.4292741419183201</c:v>
                      </c:pt>
                      <c:pt idx="3802">
                        <c:v>6.46983808425676</c:v>
                      </c:pt>
                      <c:pt idx="3803">
                        <c:v>6.4735436907847896</c:v>
                      </c:pt>
                      <c:pt idx="3804">
                        <c:v>6.4937845240496497</c:v>
                      </c:pt>
                      <c:pt idx="3805">
                        <c:v>6.4588654997371497</c:v>
                      </c:pt>
                      <c:pt idx="3806">
                        <c:v>6.4412361142111898</c:v>
                      </c:pt>
                      <c:pt idx="3807">
                        <c:v>6.5083725095098801</c:v>
                      </c:pt>
                      <c:pt idx="3808">
                        <c:v>6.5083725095098801</c:v>
                      </c:pt>
                      <c:pt idx="3809">
                        <c:v>6.5310493126057203</c:v>
                      </c:pt>
                      <c:pt idx="3810">
                        <c:v>6.4618321312614198</c:v>
                      </c:pt>
                      <c:pt idx="3811">
                        <c:v>6.4634562892550198</c:v>
                      </c:pt>
                      <c:pt idx="3812">
                        <c:v>6.5125507999723604</c:v>
                      </c:pt>
                      <c:pt idx="3813">
                        <c:v>6.5125507999723604</c:v>
                      </c:pt>
                      <c:pt idx="3814">
                        <c:v>6.5320812411020501</c:v>
                      </c:pt>
                      <c:pt idx="3815">
                        <c:v>6.5358198197634199</c:v>
                      </c:pt>
                      <c:pt idx="3816">
                        <c:v>6.5086045109091302</c:v>
                      </c:pt>
                      <c:pt idx="3817">
                        <c:v>6.4438656567853698</c:v>
                      </c:pt>
                      <c:pt idx="3818">
                        <c:v>6.4372752988056696</c:v>
                      </c:pt>
                      <c:pt idx="3819">
                        <c:v>6.5209925245759202</c:v>
                      </c:pt>
                      <c:pt idx="3820">
                        <c:v>6.4019148725663602</c:v>
                      </c:pt>
                      <c:pt idx="3821">
                        <c:v>6.3706812079383797</c:v>
                      </c:pt>
                      <c:pt idx="3822">
                        <c:v>6.3611895394255003</c:v>
                      </c:pt>
                      <c:pt idx="3823">
                        <c:v>6.3896127064762602</c:v>
                      </c:pt>
                      <c:pt idx="3824">
                        <c:v>6.3920818368622498</c:v>
                      </c:pt>
                      <c:pt idx="3825">
                        <c:v>6.4558255566801304</c:v>
                      </c:pt>
                      <c:pt idx="3826">
                        <c:v>6.3493246062910904</c:v>
                      </c:pt>
                      <c:pt idx="3827">
                        <c:v>6.3297013783332403</c:v>
                      </c:pt>
                      <c:pt idx="3828">
                        <c:v>6.2959108472073098</c:v>
                      </c:pt>
                      <c:pt idx="3829">
                        <c:v>6.2864433339882799</c:v>
                      </c:pt>
                      <c:pt idx="3830">
                        <c:v>6.3058961350895197</c:v>
                      </c:pt>
                      <c:pt idx="3831">
                        <c:v>6.3100461197712896</c:v>
                      </c:pt>
                      <c:pt idx="3832">
                        <c:v>6.2584617220082199</c:v>
                      </c:pt>
                      <c:pt idx="3833">
                        <c:v>6.2654234917666596</c:v>
                      </c:pt>
                      <c:pt idx="3834">
                        <c:v>6.2347539753854804</c:v>
                      </c:pt>
                      <c:pt idx="3835">
                        <c:v>6.2478065797705904</c:v>
                      </c:pt>
                      <c:pt idx="3836">
                        <c:v>6.2130180301845597</c:v>
                      </c:pt>
                      <c:pt idx="3837">
                        <c:v>6.2120419502237203</c:v>
                      </c:pt>
                      <c:pt idx="3838">
                        <c:v>6.2086786683712996</c:v>
                      </c:pt>
                      <c:pt idx="3839">
                        <c:v>6.2113965768432102</c:v>
                      </c:pt>
                      <c:pt idx="3840">
                        <c:v>6.1941196152050804</c:v>
                      </c:pt>
                      <c:pt idx="3841">
                        <c:v>6.1439520968666699</c:v>
                      </c:pt>
                      <c:pt idx="3842">
                        <c:v>6.12816131061457</c:v>
                      </c:pt>
                      <c:pt idx="3843">
                        <c:v>6.1408445915054202</c:v>
                      </c:pt>
                      <c:pt idx="3844">
                        <c:v>6.1408445915054202</c:v>
                      </c:pt>
                      <c:pt idx="3845">
                        <c:v>6.1724867406436896</c:v>
                      </c:pt>
                      <c:pt idx="3846">
                        <c:v>6.1605799863951196</c:v>
                      </c:pt>
                      <c:pt idx="3847">
                        <c:v>6.1362574640221403</c:v>
                      </c:pt>
                      <c:pt idx="3848">
                        <c:v>6.1362574640221403</c:v>
                      </c:pt>
                      <c:pt idx="3849">
                        <c:v>6.1362574640221403</c:v>
                      </c:pt>
                      <c:pt idx="3850">
                        <c:v>6.1600520052388896</c:v>
                      </c:pt>
                      <c:pt idx="3851">
                        <c:v>6.1730322125616901</c:v>
                      </c:pt>
                      <c:pt idx="3852">
                        <c:v>6.1846536158156198</c:v>
                      </c:pt>
                      <c:pt idx="3853">
                        <c:v>6.1846536158156198</c:v>
                      </c:pt>
                      <c:pt idx="3854">
                        <c:v>6.1085635434481498</c:v>
                      </c:pt>
                      <c:pt idx="3855">
                        <c:v>6.0733463678521602</c:v>
                      </c:pt>
                      <c:pt idx="3856">
                        <c:v>6.1306704645268404</c:v>
                      </c:pt>
                      <c:pt idx="3857">
                        <c:v>6.1298057363514804</c:v>
                      </c:pt>
                      <c:pt idx="3858">
                        <c:v>6.11370059184675</c:v>
                      </c:pt>
                      <c:pt idx="3859">
                        <c:v>6.1433550787356399</c:v>
                      </c:pt>
                      <c:pt idx="3860">
                        <c:v>6.16444473541371</c:v>
                      </c:pt>
                      <c:pt idx="3861">
                        <c:v>6.1844341169778403</c:v>
                      </c:pt>
                      <c:pt idx="3862">
                        <c:v>6.1753937360075399</c:v>
                      </c:pt>
                      <c:pt idx="3863">
                        <c:v>6.1706111617701698</c:v>
                      </c:pt>
                      <c:pt idx="3864">
                        <c:v>6.1923260451425399</c:v>
                      </c:pt>
                      <c:pt idx="3865">
                        <c:v>6.2026260030813702</c:v>
                      </c:pt>
                      <c:pt idx="3866">
                        <c:v>6.2011133037150197</c:v>
                      </c:pt>
                      <c:pt idx="3867">
                        <c:v>6.1943801166872197</c:v>
                      </c:pt>
                      <c:pt idx="3868">
                        <c:v>6.1827495648219299</c:v>
                      </c:pt>
                      <c:pt idx="3869">
                        <c:v>6.1471976638416699</c:v>
                      </c:pt>
                      <c:pt idx="3870">
                        <c:v>6.1169778793593101</c:v>
                      </c:pt>
                      <c:pt idx="3871">
                        <c:v>6.0481250481337803</c:v>
                      </c:pt>
                      <c:pt idx="3872">
                        <c:v>6.0312825150581197</c:v>
                      </c:pt>
                      <c:pt idx="3873">
                        <c:v>6.0185548044159196</c:v>
                      </c:pt>
                      <c:pt idx="3874">
                        <c:v>6.0468364191086499</c:v>
                      </c:pt>
                      <c:pt idx="3875">
                        <c:v>5.9777195289207601</c:v>
                      </c:pt>
                      <c:pt idx="3876">
                        <c:v>6.0131101431420397</c:v>
                      </c:pt>
                      <c:pt idx="3877">
                        <c:v>6.0199807935018503</c:v>
                      </c:pt>
                      <c:pt idx="3878">
                        <c:v>6.0478929289309402</c:v>
                      </c:pt>
                      <c:pt idx="3879">
                        <c:v>6.0480410487228902</c:v>
                      </c:pt>
                      <c:pt idx="3880">
                        <c:v>6.0387967892772396</c:v>
                      </c:pt>
                      <c:pt idx="3881">
                        <c:v>6.0334828199138899</c:v>
                      </c:pt>
                      <c:pt idx="3882">
                        <c:v>6.0006952084698399</c:v>
                      </c:pt>
                      <c:pt idx="3883">
                        <c:v>6.0015995236008299</c:v>
                      </c:pt>
                      <c:pt idx="3884">
                        <c:v>5.9932822511866704</c:v>
                      </c:pt>
                      <c:pt idx="3885">
                        <c:v>5.9833905620936001</c:v>
                      </c:pt>
                      <c:pt idx="3886">
                        <c:v>6.0101436403298001</c:v>
                      </c:pt>
                      <c:pt idx="3887">
                        <c:v>5.9964555988206998</c:v>
                      </c:pt>
                      <c:pt idx="3888">
                        <c:v>5.9732353750735303</c:v>
                      </c:pt>
                      <c:pt idx="3889">
                        <c:v>5.97786697494747</c:v>
                      </c:pt>
                      <c:pt idx="3890">
                        <c:v>5.9796086591581501</c:v>
                      </c:pt>
                      <c:pt idx="3891">
                        <c:v>5.9882530124095403</c:v>
                      </c:pt>
                      <c:pt idx="3892">
                        <c:v>6.0231993544885398</c:v>
                      </c:pt>
                      <c:pt idx="3893">
                        <c:v>6.0380617598756299</c:v>
                      </c:pt>
                      <c:pt idx="3894">
                        <c:v>6.0201445706096903</c:v>
                      </c:pt>
                      <c:pt idx="3895">
                        <c:v>5.9549980096122104</c:v>
                      </c:pt>
                      <c:pt idx="3896">
                        <c:v>5.95092292265781</c:v>
                      </c:pt>
                      <c:pt idx="3897">
                        <c:v>5.9012609369329398</c:v>
                      </c:pt>
                      <c:pt idx="3898">
                        <c:v>5.8530645297658399</c:v>
                      </c:pt>
                      <c:pt idx="3899">
                        <c:v>5.8534324416928003</c:v>
                      </c:pt>
                      <c:pt idx="3900">
                        <c:v>5.8539735133263999</c:v>
                      </c:pt>
                      <c:pt idx="3901">
                        <c:v>5.8367379534948096</c:v>
                      </c:pt>
                      <c:pt idx="3902">
                        <c:v>5.7983894985346804</c:v>
                      </c:pt>
                      <c:pt idx="3903">
                        <c:v>5.8192561304324197</c:v>
                      </c:pt>
                      <c:pt idx="3904">
                        <c:v>5.80519341518609</c:v>
                      </c:pt>
                      <c:pt idx="3905">
                        <c:v>5.7632299546401704</c:v>
                      </c:pt>
                      <c:pt idx="3906">
                        <c:v>5.6980801001626302</c:v>
                      </c:pt>
                      <c:pt idx="3907">
                        <c:v>5.7103875381320703</c:v>
                      </c:pt>
                      <c:pt idx="3908">
                        <c:v>5.7103875381320703</c:v>
                      </c:pt>
                      <c:pt idx="3909">
                        <c:v>5.7224025718778702</c:v>
                      </c:pt>
                      <c:pt idx="3910">
                        <c:v>5.7742242368681502</c:v>
                      </c:pt>
                      <c:pt idx="3911">
                        <c:v>5.7508149683828904</c:v>
                      </c:pt>
                      <c:pt idx="3912">
                        <c:v>5.7505270870059499</c:v>
                      </c:pt>
                      <c:pt idx="3913">
                        <c:v>5.7500111376482899</c:v>
                      </c:pt>
                      <c:pt idx="3914">
                        <c:v>5.8137421613907998</c:v>
                      </c:pt>
                      <c:pt idx="3915">
                        <c:v>5.8060254269955598</c:v>
                      </c:pt>
                      <c:pt idx="3916">
                        <c:v>5.8148870518225504</c:v>
                      </c:pt>
                      <c:pt idx="3917">
                        <c:v>5.8018346860554502</c:v>
                      </c:pt>
                      <c:pt idx="3918">
                        <c:v>5.7696606375955799</c:v>
                      </c:pt>
                      <c:pt idx="3919">
                        <c:v>5.7231999675561802</c:v>
                      </c:pt>
                      <c:pt idx="3920">
                        <c:v>5.7169880507405697</c:v>
                      </c:pt>
                      <c:pt idx="3921">
                        <c:v>5.7174218410826203</c:v>
                      </c:pt>
                      <c:pt idx="3922">
                        <c:v>5.7364840775045902</c:v>
                      </c:pt>
                      <c:pt idx="3923">
                        <c:v>5.7584664593080799</c:v>
                      </c:pt>
                      <c:pt idx="3924">
                        <c:v>5.8161961538211999</c:v>
                      </c:pt>
                      <c:pt idx="3925">
                        <c:v>5.7727953919388701</c:v>
                      </c:pt>
                      <c:pt idx="3926">
                        <c:v>5.7727953919388701</c:v>
                      </c:pt>
                      <c:pt idx="3927">
                        <c:v>5.7727953919388701</c:v>
                      </c:pt>
                      <c:pt idx="3928">
                        <c:v>5.7687541980440002</c:v>
                      </c:pt>
                      <c:pt idx="3929">
                        <c:v>5.7858928081956398</c:v>
                      </c:pt>
                      <c:pt idx="3930">
                        <c:v>5.8321501869872199</c:v>
                      </c:pt>
                      <c:pt idx="3931">
                        <c:v>5.8692978502100104</c:v>
                      </c:pt>
                      <c:pt idx="3932">
                        <c:v>5.9030332961081298</c:v>
                      </c:pt>
                      <c:pt idx="3933">
                        <c:v>5.9287917787408997</c:v>
                      </c:pt>
                      <c:pt idx="3934">
                        <c:v>5.9355988129747699</c:v>
                      </c:pt>
                      <c:pt idx="3935">
                        <c:v>5.9355988129747699</c:v>
                      </c:pt>
                      <c:pt idx="3936">
                        <c:v>6.0446758804960998</c:v>
                      </c:pt>
                      <c:pt idx="3937">
                        <c:v>5.9606677976972096</c:v>
                      </c:pt>
                      <c:pt idx="3938">
                        <c:v>5.9846578527016598</c:v>
                      </c:pt>
                      <c:pt idx="3939">
                        <c:v>5.9787484722199498</c:v>
                      </c:pt>
                      <c:pt idx="3940">
                        <c:v>5.9192271040178399</c:v>
                      </c:pt>
                      <c:pt idx="3941">
                        <c:v>5.8901333500697399</c:v>
                      </c:pt>
                      <c:pt idx="3942">
                        <c:v>5.8352473567329604</c:v>
                      </c:pt>
                      <c:pt idx="3943">
                        <c:v>5.8778027442252796</c:v>
                      </c:pt>
                      <c:pt idx="3944">
                        <c:v>5.8756093256326798</c:v>
                      </c:pt>
                      <c:pt idx="3945">
                        <c:v>5.89385721828722</c:v>
                      </c:pt>
                      <c:pt idx="3946">
                        <c:v>5.8801873207476403</c:v>
                      </c:pt>
                      <c:pt idx="3947">
                        <c:v>5.8939754772059203</c:v>
                      </c:pt>
                      <c:pt idx="3948">
                        <c:v>5.88910550072245</c:v>
                      </c:pt>
                      <c:pt idx="3949">
                        <c:v>5.8837010476014804</c:v>
                      </c:pt>
                      <c:pt idx="3950">
                        <c:v>5.8866852950270303</c:v>
                      </c:pt>
                      <c:pt idx="3951">
                        <c:v>5.9096829454607196</c:v>
                      </c:pt>
                      <c:pt idx="3952">
                        <c:v>5.8606336559941798</c:v>
                      </c:pt>
                      <c:pt idx="3953">
                        <c:v>5.8580109043781698</c:v>
                      </c:pt>
                      <c:pt idx="3954">
                        <c:v>5.8299649499559703</c:v>
                      </c:pt>
                      <c:pt idx="3955">
                        <c:v>5.8206993455587899</c:v>
                      </c:pt>
                      <c:pt idx="3956">
                        <c:v>5.7748218884264997</c:v>
                      </c:pt>
                      <c:pt idx="3957">
                        <c:v>5.7607523952331396</c:v>
                      </c:pt>
                      <c:pt idx="3958">
                        <c:v>5.7607523952331396</c:v>
                      </c:pt>
                      <c:pt idx="3959">
                        <c:v>5.7052940750246499</c:v>
                      </c:pt>
                      <c:pt idx="3960">
                        <c:v>5.6374265685279497</c:v>
                      </c:pt>
                      <c:pt idx="3961">
                        <c:v>5.60638925391053</c:v>
                      </c:pt>
                      <c:pt idx="3962">
                        <c:v>5.5864161385599997</c:v>
                      </c:pt>
                      <c:pt idx="3963">
                        <c:v>5.5349084897292098</c:v>
                      </c:pt>
                      <c:pt idx="3964">
                        <c:v>5.4871421093376904</c:v>
                      </c:pt>
                      <c:pt idx="3965">
                        <c:v>5.4709333477034097</c:v>
                      </c:pt>
                      <c:pt idx="3966">
                        <c:v>5.3871004087865</c:v>
                      </c:pt>
                      <c:pt idx="3967">
                        <c:v>5.3998968258776001</c:v>
                      </c:pt>
                      <c:pt idx="3968">
                        <c:v>5.4881736632367701</c:v>
                      </c:pt>
                      <c:pt idx="3969">
                        <c:v>5.4621275626982104</c:v>
                      </c:pt>
                      <c:pt idx="3970">
                        <c:v>5.4561241316280098</c:v>
                      </c:pt>
                      <c:pt idx="3971">
                        <c:v>5.3287093999251303</c:v>
                      </c:pt>
                      <c:pt idx="3972">
                        <c:v>5.2879761197080004</c:v>
                      </c:pt>
                      <c:pt idx="3973">
                        <c:v>5.2879761197080004</c:v>
                      </c:pt>
                      <c:pt idx="3974">
                        <c:v>5.3312519446359898</c:v>
                      </c:pt>
                      <c:pt idx="3975">
                        <c:v>5.3319970100228096</c:v>
                      </c:pt>
                      <c:pt idx="3976">
                        <c:v>5.3664493011939003</c:v>
                      </c:pt>
                      <c:pt idx="3977">
                        <c:v>5.3120711726707599</c:v>
                      </c:pt>
                      <c:pt idx="3978">
                        <c:v>5.3120711726707599</c:v>
                      </c:pt>
                      <c:pt idx="3979">
                        <c:v>5.22602922380407</c:v>
                      </c:pt>
                      <c:pt idx="3980">
                        <c:v>5.1628632672802803</c:v>
                      </c:pt>
                      <c:pt idx="3981">
                        <c:v>5.1364814227830404</c:v>
                      </c:pt>
                      <c:pt idx="3982">
                        <c:v>5.2174814925732802</c:v>
                      </c:pt>
                      <c:pt idx="3983">
                        <c:v>5.2453429402641403</c:v>
                      </c:pt>
                      <c:pt idx="3984">
                        <c:v>5.2730307323167001</c:v>
                      </c:pt>
                      <c:pt idx="3985">
                        <c:v>5.2265365266088297</c:v>
                      </c:pt>
                      <c:pt idx="3986">
                        <c:v>5.2746809468090499</c:v>
                      </c:pt>
                      <c:pt idx="3987">
                        <c:v>5.3018695703946399</c:v>
                      </c:pt>
                      <c:pt idx="3988">
                        <c:v>5.2564831434426704</c:v>
                      </c:pt>
                      <c:pt idx="3989">
                        <c:v>5.2769805562895096</c:v>
                      </c:pt>
                      <c:pt idx="3990">
                        <c:v>5.2356867262011599</c:v>
                      </c:pt>
                      <c:pt idx="3991">
                        <c:v>5.2468968167902101</c:v>
                      </c:pt>
                      <c:pt idx="3992">
                        <c:v>5.1866639966586296</c:v>
                      </c:pt>
                      <c:pt idx="3993">
                        <c:v>5.1631486617897604</c:v>
                      </c:pt>
                      <c:pt idx="3994">
                        <c:v>5.17691225213387</c:v>
                      </c:pt>
                      <c:pt idx="3995">
                        <c:v>5.1458412010854104</c:v>
                      </c:pt>
                      <c:pt idx="3996">
                        <c:v>5.1715211132495602</c:v>
                      </c:pt>
                      <c:pt idx="3997">
                        <c:v>5.1585774529607402</c:v>
                      </c:pt>
                      <c:pt idx="3998">
                        <c:v>5.2251754859950497</c:v>
                      </c:pt>
                      <c:pt idx="3999">
                        <c:v>5.2833720815689196</c:v>
                      </c:pt>
                      <c:pt idx="4000">
                        <c:v>5.2851533572029297</c:v>
                      </c:pt>
                      <c:pt idx="4001">
                        <c:v>5.3254259992876696</c:v>
                      </c:pt>
                      <c:pt idx="4002">
                        <c:v>5.2900973558323097</c:v>
                      </c:pt>
                      <c:pt idx="4003">
                        <c:v>5.3632181605065403</c:v>
                      </c:pt>
                      <c:pt idx="4004">
                        <c:v>5.3689581173429399</c:v>
                      </c:pt>
                      <c:pt idx="4005">
                        <c:v>5.3689581173429399</c:v>
                      </c:pt>
                      <c:pt idx="4006">
                        <c:v>5.3351768541228202</c:v>
                      </c:pt>
                      <c:pt idx="4007">
                        <c:v>5.3010557421929398</c:v>
                      </c:pt>
                      <c:pt idx="4008">
                        <c:v>5.3219817040908097</c:v>
                      </c:pt>
                      <c:pt idx="4009">
                        <c:v>5.2620442348848</c:v>
                      </c:pt>
                      <c:pt idx="4010">
                        <c:v>5.23970401490313</c:v>
                      </c:pt>
                      <c:pt idx="4011">
                        <c:v>5.20296838127725</c:v>
                      </c:pt>
                      <c:pt idx="4012">
                        <c:v>5.1904529012781904</c:v>
                      </c:pt>
                      <c:pt idx="4013">
                        <c:v>5.1904529012781904</c:v>
                      </c:pt>
                      <c:pt idx="4014">
                        <c:v>5.2115734484362299</c:v>
                      </c:pt>
                      <c:pt idx="4015">
                        <c:v>5.21902957705628</c:v>
                      </c:pt>
                      <c:pt idx="4016">
                        <c:v>5.2726990839122099</c:v>
                      </c:pt>
                      <c:pt idx="4017">
                        <c:v>5.3233025679208001</c:v>
                      </c:pt>
                      <c:pt idx="4018">
                        <c:v>5.3006368420553303</c:v>
                      </c:pt>
                      <c:pt idx="4019">
                        <c:v>5.3411936113849796</c:v>
                      </c:pt>
                      <c:pt idx="4020">
                        <c:v>5.3586360036301297</c:v>
                      </c:pt>
                      <c:pt idx="4021">
                        <c:v>5.3834830316210196</c:v>
                      </c:pt>
                      <c:pt idx="4022">
                        <c:v>5.3368346536375304</c:v>
                      </c:pt>
                      <c:pt idx="4023">
                        <c:v>5.3652986260114996</c:v>
                      </c:pt>
                      <c:pt idx="4024">
                        <c:v>5.3644040387157297</c:v>
                      </c:pt>
                      <c:pt idx="4025">
                        <c:v>5.3267585773348198</c:v>
                      </c:pt>
                      <c:pt idx="4026">
                        <c:v>5.3083885928132997</c:v>
                      </c:pt>
                      <c:pt idx="4027">
                        <c:v>5.25708680702542</c:v>
                      </c:pt>
                      <c:pt idx="4028">
                        <c:v>5.2897397830388702</c:v>
                      </c:pt>
                      <c:pt idx="4029">
                        <c:v>5.3268290228197497</c:v>
                      </c:pt>
                      <c:pt idx="4030">
                        <c:v>5.3173036331318002</c:v>
                      </c:pt>
                      <c:pt idx="4031">
                        <c:v>5.2812251035095796</c:v>
                      </c:pt>
                      <c:pt idx="4032">
                        <c:v>5.30571080271186</c:v>
                      </c:pt>
                      <c:pt idx="4033">
                        <c:v>5.2972820925299198</c:v>
                      </c:pt>
                      <c:pt idx="4034">
                        <c:v>5.2740581797155199</c:v>
                      </c:pt>
                      <c:pt idx="4035">
                        <c:v>5.2711904363152602</c:v>
                      </c:pt>
                      <c:pt idx="4036">
                        <c:v>5.2595427323015098</c:v>
                      </c:pt>
                      <c:pt idx="4037">
                        <c:v>5.22050053678604</c:v>
                      </c:pt>
                      <c:pt idx="4038">
                        <c:v>5.1868510276940398</c:v>
                      </c:pt>
                      <c:pt idx="4039">
                        <c:v>5.1906147953968604</c:v>
                      </c:pt>
                      <c:pt idx="4040">
                        <c:v>5.2195862908366104</c:v>
                      </c:pt>
                      <c:pt idx="4041">
                        <c:v>5.1875384287727799</c:v>
                      </c:pt>
                      <c:pt idx="4042">
                        <c:v>5.2279249769448102</c:v>
                      </c:pt>
                      <c:pt idx="4043">
                        <c:v>5.2471042245384698</c:v>
                      </c:pt>
                      <c:pt idx="4044">
                        <c:v>5.2478176141716002</c:v>
                      </c:pt>
                      <c:pt idx="4045">
                        <c:v>5.2522696003685398</c:v>
                      </c:pt>
                      <c:pt idx="4046">
                        <c:v>5.2110295041359098</c:v>
                      </c:pt>
                      <c:pt idx="4047">
                        <c:v>5.1879169088355903</c:v>
                      </c:pt>
                      <c:pt idx="4048">
                        <c:v>5.2284583085410503</c:v>
                      </c:pt>
                      <c:pt idx="4049">
                        <c:v>5.2153325408822999</c:v>
                      </c:pt>
                      <c:pt idx="4050">
                        <c:v>5.2154322427631099</c:v>
                      </c:pt>
                      <c:pt idx="4051">
                        <c:v>5.2526781951840897</c:v>
                      </c:pt>
                      <c:pt idx="4052">
                        <c:v>5.2844940215276504</c:v>
                      </c:pt>
                      <c:pt idx="4053">
                        <c:v>5.2844940215276504</c:v>
                      </c:pt>
                      <c:pt idx="4054">
                        <c:v>5.3311457140890397</c:v>
                      </c:pt>
                      <c:pt idx="4055">
                        <c:v>5.3682984796733297</c:v>
                      </c:pt>
                      <c:pt idx="4056">
                        <c:v>5.3787255422274303</c:v>
                      </c:pt>
                      <c:pt idx="4057">
                        <c:v>5.3357199202315604</c:v>
                      </c:pt>
                      <c:pt idx="4058">
                        <c:v>5.38463494607252</c:v>
                      </c:pt>
                      <c:pt idx="4059">
                        <c:v>5.4124420004693397</c:v>
                      </c:pt>
                      <c:pt idx="4060">
                        <c:v>5.38566074125134</c:v>
                      </c:pt>
                      <c:pt idx="4061">
                        <c:v>5.3413843647465997</c:v>
                      </c:pt>
                      <c:pt idx="4062">
                        <c:v>5.3258692300617199</c:v>
                      </c:pt>
                      <c:pt idx="4063">
                        <c:v>5.3790218642543302</c:v>
                      </c:pt>
                      <c:pt idx="4064">
                        <c:v>5.3734226479902096</c:v>
                      </c:pt>
                      <c:pt idx="4065">
                        <c:v>5.4200016447447004</c:v>
                      </c:pt>
                      <c:pt idx="4066">
                        <c:v>5.3507675752447597</c:v>
                      </c:pt>
                      <c:pt idx="4067">
                        <c:v>5.3231416523008104</c:v>
                      </c:pt>
                      <c:pt idx="4068">
                        <c:v>5.3231416523008104</c:v>
                      </c:pt>
                      <c:pt idx="4069">
                        <c:v>5.3916591013447501</c:v>
                      </c:pt>
                      <c:pt idx="4070">
                        <c:v>5.3985053163350898</c:v>
                      </c:pt>
                      <c:pt idx="4071">
                        <c:v>5.4352054524621902</c:v>
                      </c:pt>
                      <c:pt idx="4072">
                        <c:v>5.4749231065610902</c:v>
                      </c:pt>
                      <c:pt idx="4073">
                        <c:v>5.4749231065610902</c:v>
                      </c:pt>
                      <c:pt idx="4074">
                        <c:v>5.5576633176445096</c:v>
                      </c:pt>
                      <c:pt idx="4075">
                        <c:v>5.6387736603181997</c:v>
                      </c:pt>
                      <c:pt idx="4076">
                        <c:v>5.5935394004086296</c:v>
                      </c:pt>
                      <c:pt idx="4077">
                        <c:v>5.5787001836865802</c:v>
                      </c:pt>
                      <c:pt idx="4078">
                        <c:v>5.6292328621906504</c:v>
                      </c:pt>
                      <c:pt idx="4079">
                        <c:v>5.6345887981704497</c:v>
                      </c:pt>
                      <c:pt idx="4080">
                        <c:v>5.6437219281292901</c:v>
                      </c:pt>
                      <c:pt idx="4081">
                        <c:v>5.5903266117295898</c:v>
                      </c:pt>
                      <c:pt idx="4082">
                        <c:v>5.5871246160180803</c:v>
                      </c:pt>
                      <c:pt idx="4083">
                        <c:v>5.7626470950178899</c:v>
                      </c:pt>
                      <c:pt idx="4084">
                        <c:v>5.8697408679291501</c:v>
                      </c:pt>
                      <c:pt idx="4085">
                        <c:v>5.8277500878827002</c:v>
                      </c:pt>
                      <c:pt idx="4086">
                        <c:v>5.77001481555933</c:v>
                      </c:pt>
                      <c:pt idx="4087">
                        <c:v>5.7569163177512399</c:v>
                      </c:pt>
                      <c:pt idx="4088">
                        <c:v>5.7698207017007803</c:v>
                      </c:pt>
                      <c:pt idx="4089">
                        <c:v>5.6996825702693403</c:v>
                      </c:pt>
                      <c:pt idx="4090">
                        <c:v>5.6715790861011603</c:v>
                      </c:pt>
                      <c:pt idx="4091">
                        <c:v>5.5989077467788499</c:v>
                      </c:pt>
                      <c:pt idx="4092">
                        <c:v>5.5294944724289401</c:v>
                      </c:pt>
                      <c:pt idx="4093">
                        <c:v>5.55661840566429</c:v>
                      </c:pt>
                      <c:pt idx="4094">
                        <c:v>5.58617949107553</c:v>
                      </c:pt>
                      <c:pt idx="4095">
                        <c:v>5.5318522591413597</c:v>
                      </c:pt>
                      <c:pt idx="4096">
                        <c:v>5.5216060064444097</c:v>
                      </c:pt>
                      <c:pt idx="4097">
                        <c:v>5.5319058703909301</c:v>
                      </c:pt>
                      <c:pt idx="4098">
                        <c:v>5.5612504397396796</c:v>
                      </c:pt>
                      <c:pt idx="4099">
                        <c:v>5.5499718768882396</c:v>
                      </c:pt>
                      <c:pt idx="4100">
                        <c:v>5.5326713131835001</c:v>
                      </c:pt>
                      <c:pt idx="4101">
                        <c:v>5.56022650512827</c:v>
                      </c:pt>
                      <c:pt idx="4102">
                        <c:v>5.5700960848997401</c:v>
                      </c:pt>
                      <c:pt idx="4103">
                        <c:v>5.56455988347538</c:v>
                      </c:pt>
                      <c:pt idx="4104">
                        <c:v>5.6513532159406097</c:v>
                      </c:pt>
                      <c:pt idx="4105">
                        <c:v>5.6513532159406097</c:v>
                      </c:pt>
                      <c:pt idx="4106">
                        <c:v>5.5748137552838299</c:v>
                      </c:pt>
                      <c:pt idx="4107">
                        <c:v>5.5515092645459099</c:v>
                      </c:pt>
                      <c:pt idx="4108">
                        <c:v>5.5629762485676499</c:v>
                      </c:pt>
                      <c:pt idx="4109">
                        <c:v>5.5629762485676499</c:v>
                      </c:pt>
                      <c:pt idx="4110">
                        <c:v>5.5629762485676499</c:v>
                      </c:pt>
                      <c:pt idx="4111">
                        <c:v>5.5811367449898004</c:v>
                      </c:pt>
                      <c:pt idx="4112">
                        <c:v>5.6100090023533298</c:v>
                      </c:pt>
                      <c:pt idx="4113">
                        <c:v>5.6100090023533298</c:v>
                      </c:pt>
                      <c:pt idx="4114">
                        <c:v>5.5628725450140903</c:v>
                      </c:pt>
                      <c:pt idx="4115">
                        <c:v>5.48175346658926</c:v>
                      </c:pt>
                      <c:pt idx="4116">
                        <c:v>5.4332541620474704</c:v>
                      </c:pt>
                      <c:pt idx="4117">
                        <c:v>5.3885737735534702</c:v>
                      </c:pt>
                      <c:pt idx="4118">
                        <c:v>5.4232726578316797</c:v>
                      </c:pt>
                      <c:pt idx="4119">
                        <c:v>5.4248862497793198</c:v>
                      </c:pt>
                      <c:pt idx="4120">
                        <c:v>5.3623384980404403</c:v>
                      </c:pt>
                      <c:pt idx="4121">
                        <c:v>5.3386166886582904</c:v>
                      </c:pt>
                      <c:pt idx="4122">
                        <c:v>5.3319753966385504</c:v>
                      </c:pt>
                      <c:pt idx="4123">
                        <c:v>5.3692101394367899</c:v>
                      </c:pt>
                      <c:pt idx="4124">
                        <c:v>5.37326603406897</c:v>
                      </c:pt>
                      <c:pt idx="4125">
                        <c:v>5.3293386031146204</c:v>
                      </c:pt>
                      <c:pt idx="4126">
                        <c:v>5.3227678717749303</c:v>
                      </c:pt>
                      <c:pt idx="4127">
                        <c:v>5.3113340839619596</c:v>
                      </c:pt>
                      <c:pt idx="4128">
                        <c:v>5.3382000547682704</c:v>
                      </c:pt>
                      <c:pt idx="4129">
                        <c:v>5.3466911538459003</c:v>
                      </c:pt>
                      <c:pt idx="4130">
                        <c:v>5.3278075457586596</c:v>
                      </c:pt>
                      <c:pt idx="4131">
                        <c:v>5.32807174802638</c:v>
                      </c:pt>
                      <c:pt idx="4132">
                        <c:v>5.2737814404877703</c:v>
                      </c:pt>
                      <c:pt idx="4133">
                        <c:v>5.2494915019938402</c:v>
                      </c:pt>
                      <c:pt idx="4134">
                        <c:v>5.3054908771746403</c:v>
                      </c:pt>
                      <c:pt idx="4135">
                        <c:v>5.2692991111412804</c:v>
                      </c:pt>
                      <c:pt idx="4136">
                        <c:v>5.2229081732241402</c:v>
                      </c:pt>
                      <c:pt idx="4137">
                        <c:v>5.2437258096403196</c:v>
                      </c:pt>
                      <c:pt idx="4138">
                        <c:v>5.2232563382490298</c:v>
                      </c:pt>
                      <c:pt idx="4139">
                        <c:v>5.2027431899399801</c:v>
                      </c:pt>
                      <c:pt idx="4140">
                        <c:v>5.1674275051669598</c:v>
                      </c:pt>
                      <c:pt idx="4141">
                        <c:v>5.2013411349951699</c:v>
                      </c:pt>
                      <c:pt idx="4142">
                        <c:v>5.1956924770441599</c:v>
                      </c:pt>
                      <c:pt idx="4143">
                        <c:v>5.1500945306661201</c:v>
                      </c:pt>
                      <c:pt idx="4144">
                        <c:v>5.1481312126168799</c:v>
                      </c:pt>
                      <c:pt idx="4145">
                        <c:v>5.1660071141927499</c:v>
                      </c:pt>
                      <c:pt idx="4146">
                        <c:v>5.1779942624514304</c:v>
                      </c:pt>
                      <c:pt idx="4147">
                        <c:v>5.1484797156192297</c:v>
                      </c:pt>
                      <c:pt idx="4148">
                        <c:v>5.1147931116712204</c:v>
                      </c:pt>
                      <c:pt idx="4149">
                        <c:v>5.1159610925391199</c:v>
                      </c:pt>
                      <c:pt idx="4150">
                        <c:v>5.1156068962208199</c:v>
                      </c:pt>
                      <c:pt idx="4151">
                        <c:v>5.2053119378378598</c:v>
                      </c:pt>
                      <c:pt idx="4152">
                        <c:v>5.3594412259712803</c:v>
                      </c:pt>
                      <c:pt idx="4153">
                        <c:v>5.2599723110559502</c:v>
                      </c:pt>
                      <c:pt idx="4154">
                        <c:v>5.1860751595680297</c:v>
                      </c:pt>
                      <c:pt idx="4155">
                        <c:v>5.0234086239984403</c:v>
                      </c:pt>
                      <c:pt idx="4156">
                        <c:v>5.0642847807525904</c:v>
                      </c:pt>
                      <c:pt idx="4157">
                        <c:v>5.1714863763179402</c:v>
                      </c:pt>
                      <c:pt idx="4158">
                        <c:v>5.7091469935822401</c:v>
                      </c:pt>
                      <c:pt idx="4159">
                        <c:v>5.8084744456590904</c:v>
                      </c:pt>
                      <c:pt idx="4160">
                        <c:v>6.3301573214510798</c:v>
                      </c:pt>
                      <c:pt idx="4161">
                        <c:v>7.5885063429983202</c:v>
                      </c:pt>
                      <c:pt idx="4162">
                        <c:v>7.6576555176872603</c:v>
                      </c:pt>
                      <c:pt idx="4163">
                        <c:v>8.7716140959486708</c:v>
                      </c:pt>
                      <c:pt idx="4164">
                        <c:v>7.9897133290279703</c:v>
                      </c:pt>
                      <c:pt idx="4165">
                        <c:v>8.3277998751233504</c:v>
                      </c:pt>
                      <c:pt idx="4166">
                        <c:v>8.3778933686594605</c:v>
                      </c:pt>
                      <c:pt idx="4167">
                        <c:v>8.2363830030230005</c:v>
                      </c:pt>
                      <c:pt idx="4168">
                        <c:v>8.2363830030230005</c:v>
                      </c:pt>
                      <c:pt idx="4169">
                        <c:v>7.2711831883378402</c:v>
                      </c:pt>
                      <c:pt idx="4170">
                        <c:v>6.9146545956288499</c:v>
                      </c:pt>
                      <c:pt idx="4171">
                        <c:v>6.1220800286008501</c:v>
                      </c:pt>
                      <c:pt idx="4172">
                        <c:v>6.34565953437688</c:v>
                      </c:pt>
                      <c:pt idx="4173">
                        <c:v>6.4069034419316901</c:v>
                      </c:pt>
                      <c:pt idx="4174">
                        <c:v>6.4616042915744103</c:v>
                      </c:pt>
                      <c:pt idx="4175">
                        <c:v>6.9780131228336097</c:v>
                      </c:pt>
                      <c:pt idx="4176">
                        <c:v>6.9980874398233102</c:v>
                      </c:pt>
                      <c:pt idx="4177">
                        <c:v>6.9965842527389697</c:v>
                      </c:pt>
                      <c:pt idx="4178">
                        <c:v>7.0773750438689804</c:v>
                      </c:pt>
                      <c:pt idx="4179">
                        <c:v>6.7945818334337602</c:v>
                      </c:pt>
                      <c:pt idx="4180">
                        <c:v>6.7347298236785003</c:v>
                      </c:pt>
                      <c:pt idx="4181">
                        <c:v>6.7347298236785003</c:v>
                      </c:pt>
                      <c:pt idx="4182">
                        <c:v>6.7347298236785003</c:v>
                      </c:pt>
                      <c:pt idx="4183">
                        <c:v>6.5383670378730203</c:v>
                      </c:pt>
                      <c:pt idx="4184">
                        <c:v>6.2844008614069704</c:v>
                      </c:pt>
                      <c:pt idx="4185">
                        <c:v>6.0142585819303598</c:v>
                      </c:pt>
                      <c:pt idx="4186">
                        <c:v>5.7393965389955497</c:v>
                      </c:pt>
                      <c:pt idx="4187">
                        <c:v>5.7954243217209402</c:v>
                      </c:pt>
                      <c:pt idx="4188">
                        <c:v>5.9949753614377199</c:v>
                      </c:pt>
                      <c:pt idx="4189">
                        <c:v>6.1135675299791599</c:v>
                      </c:pt>
                      <c:pt idx="4190">
                        <c:v>5.9821747208055998</c:v>
                      </c:pt>
                      <c:pt idx="4191">
                        <c:v>5.8766404866300697</c:v>
                      </c:pt>
                      <c:pt idx="4192">
                        <c:v>5.8495908819605003</c:v>
                      </c:pt>
                      <c:pt idx="4193">
                        <c:v>5.8867298398289396</c:v>
                      </c:pt>
                      <c:pt idx="4194">
                        <c:v>5.8810793817881502</c:v>
                      </c:pt>
                      <c:pt idx="4195">
                        <c:v>5.8604508432353004</c:v>
                      </c:pt>
                      <c:pt idx="4196">
                        <c:v>5.8164897352257201</c:v>
                      </c:pt>
                      <c:pt idx="4197">
                        <c:v>5.8164897352257201</c:v>
                      </c:pt>
                      <c:pt idx="4198">
                        <c:v>5.7359109743368499</c:v>
                      </c:pt>
                      <c:pt idx="4199">
                        <c:v>5.56631258623334</c:v>
                      </c:pt>
                      <c:pt idx="4200">
                        <c:v>5.4473885909044499</c:v>
                      </c:pt>
                      <c:pt idx="4201">
                        <c:v>5.3523424517600597</c:v>
                      </c:pt>
                      <c:pt idx="4202">
                        <c:v>5.2006948502219501</c:v>
                      </c:pt>
                      <c:pt idx="4203">
                        <c:v>5.1642097706676404</c:v>
                      </c:pt>
                      <c:pt idx="4204">
                        <c:v>5.13071346495353</c:v>
                      </c:pt>
                      <c:pt idx="4205">
                        <c:v>5.1088016423871396</c:v>
                      </c:pt>
                      <c:pt idx="4206">
                        <c:v>5.0082792748252603</c:v>
                      </c:pt>
                      <c:pt idx="4207">
                        <c:v>4.99644612328155</c:v>
                      </c:pt>
                      <c:pt idx="4208">
                        <c:v>4.8942789579374004</c:v>
                      </c:pt>
                      <c:pt idx="4209">
                        <c:v>4.8288758883303204</c:v>
                      </c:pt>
                      <c:pt idx="4210">
                        <c:v>4.66636653569571</c:v>
                      </c:pt>
                      <c:pt idx="4211">
                        <c:v>4.5971329792296602</c:v>
                      </c:pt>
                      <c:pt idx="4212">
                        <c:v>4.5449788268812101</c:v>
                      </c:pt>
                      <c:pt idx="4213">
                        <c:v>4.5449788268812101</c:v>
                      </c:pt>
                      <c:pt idx="4214">
                        <c:v>4.40859162358056</c:v>
                      </c:pt>
                      <c:pt idx="4215">
                        <c:v>4.3826730461665404</c:v>
                      </c:pt>
                      <c:pt idx="4216">
                        <c:v>4.4602967898399202</c:v>
                      </c:pt>
                      <c:pt idx="4217">
                        <c:v>4.5422933796039802</c:v>
                      </c:pt>
                      <c:pt idx="4218">
                        <c:v>4.5986576098069003</c:v>
                      </c:pt>
                      <c:pt idx="4219">
                        <c:v>4.5068069549324301</c:v>
                      </c:pt>
                      <c:pt idx="4220">
                        <c:v>4.5613078050209399</c:v>
                      </c:pt>
                      <c:pt idx="4221">
                        <c:v>4.6688389687136098</c:v>
                      </c:pt>
                      <c:pt idx="4222">
                        <c:v>4.6280788539526601</c:v>
                      </c:pt>
                      <c:pt idx="4223">
                        <c:v>4.57088400288887</c:v>
                      </c:pt>
                      <c:pt idx="4224">
                        <c:v>4.6080708640829</c:v>
                      </c:pt>
                      <c:pt idx="4225">
                        <c:v>4.7554842961702404</c:v>
                      </c:pt>
                      <c:pt idx="4226">
                        <c:v>5.1213362658900099</c:v>
                      </c:pt>
                      <c:pt idx="4227">
                        <c:v>4.9935866737694097</c:v>
                      </c:pt>
                      <c:pt idx="4228">
                        <c:v>4.9935866737694097</c:v>
                      </c:pt>
                      <c:pt idx="4229">
                        <c:v>5.0324040772816403</c:v>
                      </c:pt>
                      <c:pt idx="4230">
                        <c:v>4.9765307074202303</c:v>
                      </c:pt>
                      <c:pt idx="4231">
                        <c:v>4.8243489066604299</c:v>
                      </c:pt>
                      <c:pt idx="4232">
                        <c:v>4.6763628335575902</c:v>
                      </c:pt>
                      <c:pt idx="4233">
                        <c:v>4.6763628335575902</c:v>
                      </c:pt>
                      <c:pt idx="4234">
                        <c:v>4.6294871323248499</c:v>
                      </c:pt>
                      <c:pt idx="4235">
                        <c:v>4.6577044577065596</c:v>
                      </c:pt>
                      <c:pt idx="4236">
                        <c:v>4.6716293178172696</c:v>
                      </c:pt>
                      <c:pt idx="4237">
                        <c:v>4.6598323399070303</c:v>
                      </c:pt>
                      <c:pt idx="4238">
                        <c:v>4.6598323399070303</c:v>
                      </c:pt>
                      <c:pt idx="4239">
                        <c:v>4.5693983539129102</c:v>
                      </c:pt>
                      <c:pt idx="4240">
                        <c:v>4.5369229031418801</c:v>
                      </c:pt>
                      <c:pt idx="4241">
                        <c:v>4.4426859375440397</c:v>
                      </c:pt>
                      <c:pt idx="4242">
                        <c:v>4.3421761501936302</c:v>
                      </c:pt>
                      <c:pt idx="4243">
                        <c:v>4.2442436390945302</c:v>
                      </c:pt>
                      <c:pt idx="4244">
                        <c:v>4.2929119514522798</c:v>
                      </c:pt>
                      <c:pt idx="4245">
                        <c:v>4.2367187029622704</c:v>
                      </c:pt>
                      <c:pt idx="4246">
                        <c:v>4.2201551564325497</c:v>
                      </c:pt>
                      <c:pt idx="4247">
                        <c:v>4.2116806179790398</c:v>
                      </c:pt>
                      <c:pt idx="4248">
                        <c:v>4.2115849228037403</c:v>
                      </c:pt>
                      <c:pt idx="4249">
                        <c:v>4.2330721842949899</c:v>
                      </c:pt>
                      <c:pt idx="4250">
                        <c:v>4.2147740244862399</c:v>
                      </c:pt>
                      <c:pt idx="4251">
                        <c:v>4.2123357768893204</c:v>
                      </c:pt>
                      <c:pt idx="4252">
                        <c:v>4.2063947171978002</c:v>
                      </c:pt>
                      <c:pt idx="4253">
                        <c:v>4.2063947171978002</c:v>
                      </c:pt>
                      <c:pt idx="4254">
                        <c:v>4.1744734917746102</c:v>
                      </c:pt>
                      <c:pt idx="4255">
                        <c:v>4.1981960137277303</c:v>
                      </c:pt>
                      <c:pt idx="4256">
                        <c:v>4.1733773713413198</c:v>
                      </c:pt>
                      <c:pt idx="4257">
                        <c:v>4.2125107398628998</c:v>
                      </c:pt>
                      <c:pt idx="4258">
                        <c:v>4.1642567435518201</c:v>
                      </c:pt>
                      <c:pt idx="4259">
                        <c:v>4.1614396633689896</c:v>
                      </c:pt>
                      <c:pt idx="4260">
                        <c:v>4.1561329450110298</c:v>
                      </c:pt>
                      <c:pt idx="4261">
                        <c:v>4.1919951573750698</c:v>
                      </c:pt>
                      <c:pt idx="4262">
                        <c:v>4.1522219311981097</c:v>
                      </c:pt>
                      <c:pt idx="4263">
                        <c:v>4.1055309589524596</c:v>
                      </c:pt>
                      <c:pt idx="4264">
                        <c:v>4.0792304888110396</c:v>
                      </c:pt>
                      <c:pt idx="4265">
                        <c:v>4.0445819322757899</c:v>
                      </c:pt>
                      <c:pt idx="4266">
                        <c:v>4.0907113743052701</c:v>
                      </c:pt>
                      <c:pt idx="4267">
                        <c:v>4.0907113743052701</c:v>
                      </c:pt>
                      <c:pt idx="4268">
                        <c:v>4.0478245614648101</c:v>
                      </c:pt>
                      <c:pt idx="4269">
                        <c:v>4.1388169863289397</c:v>
                      </c:pt>
                      <c:pt idx="4270">
                        <c:v>4.3558178082982897</c:v>
                      </c:pt>
                      <c:pt idx="4271">
                        <c:v>4.3009791866196396</c:v>
                      </c:pt>
                      <c:pt idx="4272">
                        <c:v>4.3152552876927404</c:v>
                      </c:pt>
                      <c:pt idx="4273">
                        <c:v>4.3152552876927404</c:v>
                      </c:pt>
                      <c:pt idx="4274">
                        <c:v>4.3277197756625103</c:v>
                      </c:pt>
                      <c:pt idx="4275">
                        <c:v>4.2937601339671998</c:v>
                      </c:pt>
                      <c:pt idx="4276">
                        <c:v>4.2779455630833496</c:v>
                      </c:pt>
                      <c:pt idx="4277">
                        <c:v>4.3159807018027099</c:v>
                      </c:pt>
                      <c:pt idx="4278">
                        <c:v>4.3562532008780197</c:v>
                      </c:pt>
                      <c:pt idx="4279">
                        <c:v>4.4088575745732204</c:v>
                      </c:pt>
                      <c:pt idx="4280">
                        <c:v>4.4616118537014202</c:v>
                      </c:pt>
                      <c:pt idx="4281">
                        <c:v>4.45220229984875</c:v>
                      </c:pt>
                      <c:pt idx="4282">
                        <c:v>4.4078597944867699</c:v>
                      </c:pt>
                      <c:pt idx="4283">
                        <c:v>4.3843078519294902</c:v>
                      </c:pt>
                      <c:pt idx="4284">
                        <c:v>4.2503701090695198</c:v>
                      </c:pt>
                      <c:pt idx="4285">
                        <c:v>4.1096969953065603</c:v>
                      </c:pt>
                      <c:pt idx="4286">
                        <c:v>4.1549227499082804</c:v>
                      </c:pt>
                      <c:pt idx="4287">
                        <c:v>4.1660736063794301</c:v>
                      </c:pt>
                      <c:pt idx="4288">
                        <c:v>4.1027677641742804</c:v>
                      </c:pt>
                      <c:pt idx="4289">
                        <c:v>4.1824253928541397</c:v>
                      </c:pt>
                      <c:pt idx="4290">
                        <c:v>4.1283290091690903</c:v>
                      </c:pt>
                      <c:pt idx="4291">
                        <c:v>4.1203826518168603</c:v>
                      </c:pt>
                      <c:pt idx="4292">
                        <c:v>4.0885677822310402</c:v>
                      </c:pt>
                      <c:pt idx="4293">
                        <c:v>4.1941416509801197</c:v>
                      </c:pt>
                      <c:pt idx="4294">
                        <c:v>4.1622775516475903</c:v>
                      </c:pt>
                      <c:pt idx="4295">
                        <c:v>4.1825901708750797</c:v>
                      </c:pt>
                      <c:pt idx="4296">
                        <c:v>4.1894835357100497</c:v>
                      </c:pt>
                      <c:pt idx="4297">
                        <c:v>4.2223333831948198</c:v>
                      </c:pt>
                      <c:pt idx="4298">
                        <c:v>4.3955307091061799</c:v>
                      </c:pt>
                      <c:pt idx="4299">
                        <c:v>4.3830084720615501</c:v>
                      </c:pt>
                      <c:pt idx="4300">
                        <c:v>4.4001554214116201</c:v>
                      </c:pt>
                      <c:pt idx="4301">
                        <c:v>4.3907993590636698</c:v>
                      </c:pt>
                      <c:pt idx="4302">
                        <c:v>4.4204755916899101</c:v>
                      </c:pt>
                      <c:pt idx="4303">
                        <c:v>4.3716243235747401</c:v>
                      </c:pt>
                      <c:pt idx="4304">
                        <c:v>4.3755264512764702</c:v>
                      </c:pt>
                      <c:pt idx="4305">
                        <c:v>4.3600970203191398</c:v>
                      </c:pt>
                      <c:pt idx="4306">
                        <c:v>4.3639537629049396</c:v>
                      </c:pt>
                      <c:pt idx="4307">
                        <c:v>4.4679857434804502</c:v>
                      </c:pt>
                      <c:pt idx="4308">
                        <c:v>4.4272484379120796</c:v>
                      </c:pt>
                      <c:pt idx="4309">
                        <c:v>4.5392390994596798</c:v>
                      </c:pt>
                      <c:pt idx="4310">
                        <c:v>4.45021237857764</c:v>
                      </c:pt>
                      <c:pt idx="4311">
                        <c:v>4.4281020107279199</c:v>
                      </c:pt>
                      <c:pt idx="4312">
                        <c:v>4.3827388365073396</c:v>
                      </c:pt>
                      <c:pt idx="4313">
                        <c:v>4.3827388365073396</c:v>
                      </c:pt>
                      <c:pt idx="4314">
                        <c:v>4.38215313605928</c:v>
                      </c:pt>
                      <c:pt idx="4315">
                        <c:v>4.3573659117911996</c:v>
                      </c:pt>
                      <c:pt idx="4316">
                        <c:v>4.3338970688948004</c:v>
                      </c:pt>
                      <c:pt idx="4317">
                        <c:v>4.3271782969048704</c:v>
                      </c:pt>
                      <c:pt idx="4318">
                        <c:v>4.3523388319966996</c:v>
                      </c:pt>
                      <c:pt idx="4319">
                        <c:v>4.3843144457886103</c:v>
                      </c:pt>
                      <c:pt idx="4320">
                        <c:v>4.4157882024144497</c:v>
                      </c:pt>
                      <c:pt idx="4321">
                        <c:v>4.44009138289276</c:v>
                      </c:pt>
                      <c:pt idx="4322">
                        <c:v>4.4219345111403499</c:v>
                      </c:pt>
                      <c:pt idx="4323">
                        <c:v>4.5300136095983197</c:v>
                      </c:pt>
                      <c:pt idx="4324">
                        <c:v>4.5254830560224502</c:v>
                      </c:pt>
                      <c:pt idx="4325">
                        <c:v>4.5551276242896002</c:v>
                      </c:pt>
                      <c:pt idx="4326">
                        <c:v>4.5828063660190104</c:v>
                      </c:pt>
                      <c:pt idx="4327">
                        <c:v>4.57147842128294</c:v>
                      </c:pt>
                      <c:pt idx="4328">
                        <c:v>4.57147842128294</c:v>
                      </c:pt>
                      <c:pt idx="4329">
                        <c:v>4.57781045882043</c:v>
                      </c:pt>
                      <c:pt idx="4330">
                        <c:v>4.55050309830267</c:v>
                      </c:pt>
                      <c:pt idx="4331">
                        <c:v>4.45989236652452</c:v>
                      </c:pt>
                      <c:pt idx="4332">
                        <c:v>4.3849143200402398</c:v>
                      </c:pt>
                      <c:pt idx="4333">
                        <c:v>4.3442745101257003</c:v>
                      </c:pt>
                      <c:pt idx="4334">
                        <c:v>4.4376114688066197</c:v>
                      </c:pt>
                      <c:pt idx="4335">
                        <c:v>4.4509253609493502</c:v>
                      </c:pt>
                      <c:pt idx="4336">
                        <c:v>4.4046637836385596</c:v>
                      </c:pt>
                      <c:pt idx="4337">
                        <c:v>4.4095985375473603</c:v>
                      </c:pt>
                      <c:pt idx="4338">
                        <c:v>4.4095985375473603</c:v>
                      </c:pt>
                      <c:pt idx="4339">
                        <c:v>4.4207249985931796</c:v>
                      </c:pt>
                      <c:pt idx="4340">
                        <c:v>4.3574666854044501</c:v>
                      </c:pt>
                      <c:pt idx="4341">
                        <c:v>4.3464820913215396</c:v>
                      </c:pt>
                      <c:pt idx="4342">
                        <c:v>4.3145049112703502</c:v>
                      </c:pt>
                      <c:pt idx="4343">
                        <c:v>4.4203117207051097</c:v>
                      </c:pt>
                      <c:pt idx="4344">
                        <c:v>4.3197733377628298</c:v>
                      </c:pt>
                      <c:pt idx="4345">
                        <c:v>4.3285839943426803</c:v>
                      </c:pt>
                      <c:pt idx="4346">
                        <c:v>4.3375106184580101</c:v>
                      </c:pt>
                      <c:pt idx="4347">
                        <c:v>4.3456650868097597</c:v>
                      </c:pt>
                      <c:pt idx="4348">
                        <c:v>4.3589011052570399</c:v>
                      </c:pt>
                      <c:pt idx="4349">
                        <c:v>4.3083731768931903</c:v>
                      </c:pt>
                      <c:pt idx="4350">
                        <c:v>4.3899886610322501</c:v>
                      </c:pt>
                      <c:pt idx="4351">
                        <c:v>4.3793817902391199</c:v>
                      </c:pt>
                      <c:pt idx="4352">
                        <c:v>4.3597770206691404</c:v>
                      </c:pt>
                      <c:pt idx="4353">
                        <c:v>4.3487533752951304</c:v>
                      </c:pt>
                      <c:pt idx="4354">
                        <c:v>4.3487533752951304</c:v>
                      </c:pt>
                      <c:pt idx="4355">
                        <c:v>4.3801267569237599</c:v>
                      </c:pt>
                      <c:pt idx="4356">
                        <c:v>4.4052689500607096</c:v>
                      </c:pt>
                      <c:pt idx="4357">
                        <c:v>4.3627782035192997</c:v>
                      </c:pt>
                      <c:pt idx="4358">
                        <c:v>4.35590144899348</c:v>
                      </c:pt>
                      <c:pt idx="4359">
                        <c:v>4.3694701586409703</c:v>
                      </c:pt>
                      <c:pt idx="4360">
                        <c:v>4.3946775580900104</c:v>
                      </c:pt>
                      <c:pt idx="4361">
                        <c:v>4.3574575893301501</c:v>
                      </c:pt>
                      <c:pt idx="4362">
                        <c:v>4.3111845891618001</c:v>
                      </c:pt>
                      <c:pt idx="4363">
                        <c:v>4.2956946351918797</c:v>
                      </c:pt>
                      <c:pt idx="4364">
                        <c:v>4.2700758379693404</c:v>
                      </c:pt>
                      <c:pt idx="4365">
                        <c:v>4.2894499255258198</c:v>
                      </c:pt>
                      <c:pt idx="4366">
                        <c:v>4.2894499255258198</c:v>
                      </c:pt>
                      <c:pt idx="4367">
                        <c:v>4.2894499255258198</c:v>
                      </c:pt>
                      <c:pt idx="4368">
                        <c:v>4.3101995604662102</c:v>
                      </c:pt>
                      <c:pt idx="4369">
                        <c:v>4.2983760291952402</c:v>
                      </c:pt>
                      <c:pt idx="4370">
                        <c:v>4.2721252251441397</c:v>
                      </c:pt>
                      <c:pt idx="4371">
                        <c:v>4.2721252251441397</c:v>
                      </c:pt>
                      <c:pt idx="4372">
                        <c:v>4.2721252251441397</c:v>
                      </c:pt>
                      <c:pt idx="4373">
                        <c:v>4.2362874668317696</c:v>
                      </c:pt>
                      <c:pt idx="4374">
                        <c:v>4.2182845194548699</c:v>
                      </c:pt>
                      <c:pt idx="4375">
                        <c:v>4.2465990203181203</c:v>
                      </c:pt>
                      <c:pt idx="4376">
                        <c:v>4.2651905526286802</c:v>
                      </c:pt>
                      <c:pt idx="4377">
                        <c:v>4.2409746335876601</c:v>
                      </c:pt>
                      <c:pt idx="4378">
                        <c:v>4.2409746335876601</c:v>
                      </c:pt>
                      <c:pt idx="4379">
                        <c:v>4.3125737260900801</c:v>
                      </c:pt>
                      <c:pt idx="4380">
                        <c:v>4.2841971378598496</c:v>
                      </c:pt>
                      <c:pt idx="4381">
                        <c:v>4.2567775012380498</c:v>
                      </c:pt>
                      <c:pt idx="4382">
                        <c:v>4.2349463493629802</c:v>
                      </c:pt>
                      <c:pt idx="4383">
                        <c:v>4.2526466669939298</c:v>
                      </c:pt>
                      <c:pt idx="4384">
                        <c:v>4.2561002250524798</c:v>
                      </c:pt>
                      <c:pt idx="4385">
                        <c:v>4.1913935543326604</c:v>
                      </c:pt>
                      <c:pt idx="4386">
                        <c:v>4.2139570223255598</c:v>
                      </c:pt>
                      <c:pt idx="4387">
                        <c:v>4.2336616980424902</c:v>
                      </c:pt>
                      <c:pt idx="4388">
                        <c:v>4.2571079532713201</c:v>
                      </c:pt>
                      <c:pt idx="4389">
                        <c:v>4.2641287040490896</c:v>
                      </c:pt>
                      <c:pt idx="4390">
                        <c:v>4.2771711822134399</c:v>
                      </c:pt>
                      <c:pt idx="4391">
                        <c:v>4.2586857610222797</c:v>
                      </c:pt>
                      <c:pt idx="4392">
                        <c:v>4.2126355026503299</c:v>
                      </c:pt>
                      <c:pt idx="4393">
                        <c:v>4.2164369718988599</c:v>
                      </c:pt>
                      <c:pt idx="4394">
                        <c:v>4.2457150835333399</c:v>
                      </c:pt>
                      <c:pt idx="4395">
                        <c:v>4.1899764667103501</c:v>
                      </c:pt>
                      <c:pt idx="4396">
                        <c:v>4.2093938532413002</c:v>
                      </c:pt>
                      <c:pt idx="4397">
                        <c:v>4.2229801660378401</c:v>
                      </c:pt>
                      <c:pt idx="4398">
                        <c:v>4.2516300819137296</c:v>
                      </c:pt>
                      <c:pt idx="4399">
                        <c:v>4.2487100434006901</c:v>
                      </c:pt>
                      <c:pt idx="4400">
                        <c:v>4.2142140731619504</c:v>
                      </c:pt>
                      <c:pt idx="4401">
                        <c:v>4.20347557255882</c:v>
                      </c:pt>
                      <c:pt idx="4402">
                        <c:v>4.2126587863270899</c:v>
                      </c:pt>
                      <c:pt idx="4403">
                        <c:v>4.2208410440109603</c:v>
                      </c:pt>
                      <c:pt idx="4404">
                        <c:v>4.2944847734924396</c:v>
                      </c:pt>
                      <c:pt idx="4405">
                        <c:v>4.3341457122317699</c:v>
                      </c:pt>
                      <c:pt idx="4406">
                        <c:v>4.3337801497174704</c:v>
                      </c:pt>
                      <c:pt idx="4407">
                        <c:v>4.3743370102528303</c:v>
                      </c:pt>
                      <c:pt idx="4408">
                        <c:v>4.4678058857996801</c:v>
                      </c:pt>
                      <c:pt idx="4409">
                        <c:v>4.53148960974299</c:v>
                      </c:pt>
                      <c:pt idx="4410">
                        <c:v>4.5820801279392196</c:v>
                      </c:pt>
                      <c:pt idx="4411">
                        <c:v>4.6834623445703203</c:v>
                      </c:pt>
                      <c:pt idx="4412">
                        <c:v>4.7695071749523201</c:v>
                      </c:pt>
                      <c:pt idx="4413">
                        <c:v>4.7064801255393096</c:v>
                      </c:pt>
                      <c:pt idx="4414">
                        <c:v>4.8058131602264602</c:v>
                      </c:pt>
                      <c:pt idx="4415">
                        <c:v>5.0003580555623204</c:v>
                      </c:pt>
                      <c:pt idx="4416">
                        <c:v>4.9989099147988298</c:v>
                      </c:pt>
                      <c:pt idx="4417">
                        <c:v>5.6846065926621598</c:v>
                      </c:pt>
                      <c:pt idx="4418">
                        <c:v>5.1654100927865798</c:v>
                      </c:pt>
                      <c:pt idx="4419">
                        <c:v>5.1237717532592404</c:v>
                      </c:pt>
                      <c:pt idx="4420">
                        <c:v>5.0524864133890697</c:v>
                      </c:pt>
                      <c:pt idx="4421">
                        <c:v>4.9731236198625304</c:v>
                      </c:pt>
                      <c:pt idx="4422">
                        <c:v>5.0545051841159996</c:v>
                      </c:pt>
                      <c:pt idx="4423">
                        <c:v>5.0672387633066398</c:v>
                      </c:pt>
                      <c:pt idx="4424">
                        <c:v>5.0800276500973798</c:v>
                      </c:pt>
                      <c:pt idx="4425">
                        <c:v>5.2109307128670697</c:v>
                      </c:pt>
                      <c:pt idx="4426">
                        <c:v>5.3049618406302397</c:v>
                      </c:pt>
                      <c:pt idx="4427">
                        <c:v>5.36439000020534</c:v>
                      </c:pt>
                      <c:pt idx="4428">
                        <c:v>5.36439000020534</c:v>
                      </c:pt>
                      <c:pt idx="4429">
                        <c:v>5.4534569864312203</c:v>
                      </c:pt>
                      <c:pt idx="4430">
                        <c:v>5.6161231391842996</c:v>
                      </c:pt>
                      <c:pt idx="4431">
                        <c:v>5.6139482690769302</c:v>
                      </c:pt>
                      <c:pt idx="4432">
                        <c:v>5.6018204300921104</c:v>
                      </c:pt>
                      <c:pt idx="4433">
                        <c:v>5.6417040497273101</c:v>
                      </c:pt>
                      <c:pt idx="4434">
                        <c:v>5.8122977908259399</c:v>
                      </c:pt>
                      <c:pt idx="4435">
                        <c:v>5.7106709556475099</c:v>
                      </c:pt>
                      <c:pt idx="4436">
                        <c:v>5.7106709556475099</c:v>
                      </c:pt>
                      <c:pt idx="4437">
                        <c:v>5.7106709556475099</c:v>
                      </c:pt>
                      <c:pt idx="4438">
                        <c:v>5.6802498948167104</c:v>
                      </c:pt>
                      <c:pt idx="4439">
                        <c:v>5.5275812006513902</c:v>
                      </c:pt>
                      <c:pt idx="4440">
                        <c:v>5.3905127375283604</c:v>
                      </c:pt>
                      <c:pt idx="4441">
                        <c:v>5.3240278579097504</c:v>
                      </c:pt>
                      <c:pt idx="4442">
                        <c:v>5.3375619093402999</c:v>
                      </c:pt>
                      <c:pt idx="4443">
                        <c:v>5.4745524037911899</c:v>
                      </c:pt>
                      <c:pt idx="4444">
                        <c:v>5.4486451727365797</c:v>
                      </c:pt>
                      <c:pt idx="4445">
                        <c:v>5.4598826575978903</c:v>
                      </c:pt>
                      <c:pt idx="4446">
                        <c:v>5.33736308834811</c:v>
                      </c:pt>
                      <c:pt idx="4447">
                        <c:v>5.3606148326356404</c:v>
                      </c:pt>
                      <c:pt idx="4448">
                        <c:v>5.3614818940565101</c:v>
                      </c:pt>
                      <c:pt idx="4449">
                        <c:v>5.3805383831217402</c:v>
                      </c:pt>
                      <c:pt idx="4450">
                        <c:v>5.4080936547176304</c:v>
                      </c:pt>
                      <c:pt idx="4451">
                        <c:v>5.4078077529658799</c:v>
                      </c:pt>
                      <c:pt idx="4452">
                        <c:v>5.4412866648604297</c:v>
                      </c:pt>
                      <c:pt idx="4453">
                        <c:v>5.5220551947350298</c:v>
                      </c:pt>
                      <c:pt idx="4454">
                        <c:v>5.6337988933874596</c:v>
                      </c:pt>
                      <c:pt idx="4455">
                        <c:v>5.65019166125228</c:v>
                      </c:pt>
                      <c:pt idx="4456">
                        <c:v>5.7611213023818397</c:v>
                      </c:pt>
                      <c:pt idx="4457">
                        <c:v>5.7065260790815104</c:v>
                      </c:pt>
                      <c:pt idx="4458">
                        <c:v>5.9751328535155404</c:v>
                      </c:pt>
                      <c:pt idx="4459">
                        <c:v>6.0631836328278501</c:v>
                      </c:pt>
                      <c:pt idx="4460">
                        <c:v>6.3453293677301703</c:v>
                      </c:pt>
                      <c:pt idx="4461">
                        <c:v>5.9263294999616196</c:v>
                      </c:pt>
                      <c:pt idx="4462">
                        <c:v>5.9765138916094998</c:v>
                      </c:pt>
                      <c:pt idx="4463">
                        <c:v>6.1029986550069504</c:v>
                      </c:pt>
                      <c:pt idx="4464">
                        <c:v>6.1737460284633903</c:v>
                      </c:pt>
                      <c:pt idx="4465">
                        <c:v>6.1812061708164903</c:v>
                      </c:pt>
                      <c:pt idx="4466">
                        <c:v>5.9802476183808499</c:v>
                      </c:pt>
                      <c:pt idx="4467">
                        <c:v>5.9293277805697597</c:v>
                      </c:pt>
                      <c:pt idx="4468">
                        <c:v>5.9293277805697597</c:v>
                      </c:pt>
                      <c:pt idx="4469">
                        <c:v>5.8761211662513704</c:v>
                      </c:pt>
                      <c:pt idx="4470">
                        <c:v>5.9195951303626604</c:v>
                      </c:pt>
                      <c:pt idx="4471">
                        <c:v>5.9681059609690497</c:v>
                      </c:pt>
                      <c:pt idx="4472">
                        <c:v>6.0555706265218001</c:v>
                      </c:pt>
                      <c:pt idx="4473">
                        <c:v>6.1157406835608299</c:v>
                      </c:pt>
                      <c:pt idx="4474">
                        <c:v>6.0704740613876504</c:v>
                      </c:pt>
                      <c:pt idx="4475">
                        <c:v>6.06187546661286</c:v>
                      </c:pt>
                      <c:pt idx="4476">
                        <c:v>6.0191391232337201</c:v>
                      </c:pt>
                      <c:pt idx="4477">
                        <c:v>5.9928337066261603</c:v>
                      </c:pt>
                      <c:pt idx="4478">
                        <c:v>5.9532877637885502</c:v>
                      </c:pt>
                      <c:pt idx="4479">
                        <c:v>5.9119171311050902</c:v>
                      </c:pt>
                      <c:pt idx="4480">
                        <c:v>5.83311962038076</c:v>
                      </c:pt>
                      <c:pt idx="4481">
                        <c:v>5.8721182005267201</c:v>
                      </c:pt>
                      <c:pt idx="4482">
                        <c:v>5.7566936791287304</c:v>
                      </c:pt>
                      <c:pt idx="4483">
                        <c:v>5.7566936791287304</c:v>
                      </c:pt>
                      <c:pt idx="4484">
                        <c:v>5.7500369355293497</c:v>
                      </c:pt>
                      <c:pt idx="4485">
                        <c:v>5.70725835631377</c:v>
                      </c:pt>
                      <c:pt idx="4486">
                        <c:v>5.8087354724195297</c:v>
                      </c:pt>
                      <c:pt idx="4487">
                        <c:v>5.9275005621736199</c:v>
                      </c:pt>
                      <c:pt idx="4488">
                        <c:v>5.9275005621736199</c:v>
                      </c:pt>
                      <c:pt idx="4489">
                        <c:v>5.9726649410204402</c:v>
                      </c:pt>
                      <c:pt idx="4490">
                        <c:v>5.8714799968403799</c:v>
                      </c:pt>
                      <c:pt idx="4491">
                        <c:v>5.84773141694816</c:v>
                      </c:pt>
                      <c:pt idx="4492">
                        <c:v>5.8819449013426599</c:v>
                      </c:pt>
                      <c:pt idx="4493">
                        <c:v>5.9774083541052097</c:v>
                      </c:pt>
                      <c:pt idx="4494">
                        <c:v>6.0059547941040901</c:v>
                      </c:pt>
                      <c:pt idx="4495">
                        <c:v>5.9906053745735699</c:v>
                      </c:pt>
                      <c:pt idx="4496">
                        <c:v>6.1074772948136298</c:v>
                      </c:pt>
                      <c:pt idx="4497">
                        <c:v>6.24706721061452</c:v>
                      </c:pt>
                      <c:pt idx="4498">
                        <c:v>6.2358928852973499</c:v>
                      </c:pt>
                      <c:pt idx="4499">
                        <c:v>6.1105643425609397</c:v>
                      </c:pt>
                      <c:pt idx="4500">
                        <c:v>6.1611871288388196</c:v>
                      </c:pt>
                      <c:pt idx="4501">
                        <c:v>6.1623077435093299</c:v>
                      </c:pt>
                      <c:pt idx="4502">
                        <c:v>6.1808091162916297</c:v>
                      </c:pt>
                      <c:pt idx="4503">
                        <c:v>6.1808091162916297</c:v>
                      </c:pt>
                      <c:pt idx="4504">
                        <c:v>6.1396967146526702</c:v>
                      </c:pt>
                      <c:pt idx="4505">
                        <c:v>6.1667960833557904</c:v>
                      </c:pt>
                      <c:pt idx="4506">
                        <c:v>6.1676771976708604</c:v>
                      </c:pt>
                      <c:pt idx="4507">
                        <c:v>6.0926388415161901</c:v>
                      </c:pt>
                      <c:pt idx="4508">
                        <c:v>6.09359736393949</c:v>
                      </c:pt>
                      <c:pt idx="4509">
                        <c:v>6.1370449518602701</c:v>
                      </c:pt>
                      <c:pt idx="4510">
                        <c:v>6.1476221527046997</c:v>
                      </c:pt>
                      <c:pt idx="4511">
                        <c:v>6.1106752194651603</c:v>
                      </c:pt>
                      <c:pt idx="4512">
                        <c:v>6.1229957843434404</c:v>
                      </c:pt>
                      <c:pt idx="4513">
                        <c:v>6.10672421837549</c:v>
                      </c:pt>
                      <c:pt idx="4514">
                        <c:v>6.10672421837549</c:v>
                      </c:pt>
                      <c:pt idx="4515">
                        <c:v>6.11298386207433</c:v>
                      </c:pt>
                      <c:pt idx="4516">
                        <c:v>6.0868937031674797</c:v>
                      </c:pt>
                      <c:pt idx="4517">
                        <c:v>6.0699044482069002</c:v>
                      </c:pt>
                      <c:pt idx="4518">
                        <c:v>6.1237009834500897</c:v>
                      </c:pt>
                      <c:pt idx="4519">
                        <c:v>6.1550969687504402</c:v>
                      </c:pt>
                      <c:pt idx="4520">
                        <c:v>6.1423848045596499</c:v>
                      </c:pt>
                      <c:pt idx="4521">
                        <c:v>6.1136080017119001</c:v>
                      </c:pt>
                      <c:pt idx="4522">
                        <c:v>6.1088534261601399</c:v>
                      </c:pt>
                      <c:pt idx="4523">
                        <c:v>6.1089147319174302</c:v>
                      </c:pt>
                      <c:pt idx="4524">
                        <c:v>6.1019621670146398</c:v>
                      </c:pt>
                      <c:pt idx="4525">
                        <c:v>6.113291085717</c:v>
                      </c:pt>
                      <c:pt idx="4526">
                        <c:v>6.1334436477199201</c:v>
                      </c:pt>
                      <c:pt idx="4527">
                        <c:v>6.1984421190969599</c:v>
                      </c:pt>
                      <c:pt idx="4528">
                        <c:v>6.2908409508643803</c:v>
                      </c:pt>
                      <c:pt idx="4529">
                        <c:v>6.3044585522921199</c:v>
                      </c:pt>
                      <c:pt idx="4530">
                        <c:v>6.27351595786803</c:v>
                      </c:pt>
                      <c:pt idx="4531">
                        <c:v>6.2539706370545796</c:v>
                      </c:pt>
                      <c:pt idx="4532">
                        <c:v>6.2098659130294296</c:v>
                      </c:pt>
                      <c:pt idx="4533">
                        <c:v>6.2098659130294296</c:v>
                      </c:pt>
                      <c:pt idx="4534">
                        <c:v>6.2081763079434298</c:v>
                      </c:pt>
                      <c:pt idx="4535">
                        <c:v>6.2411260693097104</c:v>
                      </c:pt>
                      <c:pt idx="4536">
                        <c:v>6.2566649359852597</c:v>
                      </c:pt>
                      <c:pt idx="4537">
                        <c:v>6.2579830999377002</c:v>
                      </c:pt>
                      <c:pt idx="4538">
                        <c:v>6.22643839002804</c:v>
                      </c:pt>
                      <c:pt idx="4539">
                        <c:v>6.2338910340989004</c:v>
                      </c:pt>
                      <c:pt idx="4540">
                        <c:v>6.2346138245033798</c:v>
                      </c:pt>
                      <c:pt idx="4541">
                        <c:v>6.2228082413530101</c:v>
                      </c:pt>
                      <c:pt idx="4542">
                        <c:v>6.1785853646248396</c:v>
                      </c:pt>
                      <c:pt idx="4543">
                        <c:v>6.1767573678023098</c:v>
                      </c:pt>
                      <c:pt idx="4544">
                        <c:v>6.1430315197710801</c:v>
                      </c:pt>
                      <c:pt idx="4545">
                        <c:v>6.1379131402796201</c:v>
                      </c:pt>
                      <c:pt idx="4546">
                        <c:v>6.1995849903696101</c:v>
                      </c:pt>
                      <c:pt idx="4547">
                        <c:v>6.2157022988639303</c:v>
                      </c:pt>
                      <c:pt idx="4548">
                        <c:v>6.2746623826759302</c:v>
                      </c:pt>
                      <c:pt idx="4549">
                        <c:v>6.3359322487801597</c:v>
                      </c:pt>
                      <c:pt idx="4550">
                        <c:v>6.3031276155669103</c:v>
                      </c:pt>
                      <c:pt idx="4551">
                        <c:v>6.3530775212158197</c:v>
                      </c:pt>
                      <c:pt idx="4552">
                        <c:v>6.3533396331016396</c:v>
                      </c:pt>
                      <c:pt idx="4553">
                        <c:v>6.3814217154478099</c:v>
                      </c:pt>
                      <c:pt idx="4554">
                        <c:v>6.4314532704116898</c:v>
                      </c:pt>
                      <c:pt idx="4555">
                        <c:v>6.4103466986681203</c:v>
                      </c:pt>
                      <c:pt idx="4556">
                        <c:v>6.48548136717692</c:v>
                      </c:pt>
                      <c:pt idx="4557">
                        <c:v>6.5650895749833698</c:v>
                      </c:pt>
                      <c:pt idx="4558">
                        <c:v>6.6559769480472699</c:v>
                      </c:pt>
                      <c:pt idx="4559">
                        <c:v>6.6491511633706999</c:v>
                      </c:pt>
                      <c:pt idx="4560">
                        <c:v>6.6300264297021503</c:v>
                      </c:pt>
                      <c:pt idx="4561">
                        <c:v>6.7314175858310801</c:v>
                      </c:pt>
                      <c:pt idx="4562">
                        <c:v>6.7896795014074796</c:v>
                      </c:pt>
                      <c:pt idx="4563">
                        <c:v>6.7787109569758304</c:v>
                      </c:pt>
                      <c:pt idx="4564">
                        <c:v>6.7757882122678001</c:v>
                      </c:pt>
                      <c:pt idx="4565">
                        <c:v>6.7046264129533197</c:v>
                      </c:pt>
                      <c:pt idx="4566">
                        <c:v>6.6943576550503803</c:v>
                      </c:pt>
                      <c:pt idx="4567">
                        <c:v>6.6475642892653299</c:v>
                      </c:pt>
                      <c:pt idx="4568">
                        <c:v>6.7190587321596098</c:v>
                      </c:pt>
                      <c:pt idx="4569">
                        <c:v>6.7641313784879102</c:v>
                      </c:pt>
                      <c:pt idx="4570">
                        <c:v>6.7216159523857302</c:v>
                      </c:pt>
                      <c:pt idx="4571">
                        <c:v>6.6742036374214297</c:v>
                      </c:pt>
                      <c:pt idx="4572">
                        <c:v>6.7224952679468597</c:v>
                      </c:pt>
                      <c:pt idx="4573">
                        <c:v>6.7333408156332304</c:v>
                      </c:pt>
                      <c:pt idx="4574">
                        <c:v>6.7222117126832002</c:v>
                      </c:pt>
                      <c:pt idx="4575">
                        <c:v>6.7268643874024496</c:v>
                      </c:pt>
                      <c:pt idx="4576">
                        <c:v>6.78839052488902</c:v>
                      </c:pt>
                      <c:pt idx="4577">
                        <c:v>6.83378738366339</c:v>
                      </c:pt>
                      <c:pt idx="4578">
                        <c:v>6.83378738366339</c:v>
                      </c:pt>
                      <c:pt idx="4579">
                        <c:v>6.8961238378588297</c:v>
                      </c:pt>
                      <c:pt idx="4580">
                        <c:v>6.9048914342931198</c:v>
                      </c:pt>
                      <c:pt idx="4581">
                        <c:v>6.9365312512647703</c:v>
                      </c:pt>
                      <c:pt idx="4582">
                        <c:v>7.0767425005824798</c:v>
                      </c:pt>
                      <c:pt idx="4583">
                        <c:v>7.1127434325048799</c:v>
                      </c:pt>
                      <c:pt idx="4584">
                        <c:v>7.17946307896809</c:v>
                      </c:pt>
                      <c:pt idx="4585">
                        <c:v>7.2412462850740802</c:v>
                      </c:pt>
                      <c:pt idx="4586">
                        <c:v>7.2940539554511803</c:v>
                      </c:pt>
                      <c:pt idx="4587">
                        <c:v>7.2925772373325604</c:v>
                      </c:pt>
                      <c:pt idx="4588">
                        <c:v>7.2925772373325604</c:v>
                      </c:pt>
                      <c:pt idx="4589">
                        <c:v>7.1801742659125303</c:v>
                      </c:pt>
                      <c:pt idx="4590">
                        <c:v>7.30016655581223</c:v>
                      </c:pt>
                      <c:pt idx="4591">
                        <c:v>7.4254677467579002</c:v>
                      </c:pt>
                      <c:pt idx="4592">
                        <c:v>7.4089248510036603</c:v>
                      </c:pt>
                      <c:pt idx="4593">
                        <c:v>7.3301962596492798</c:v>
                      </c:pt>
                      <c:pt idx="4594">
                        <c:v>7.3348646396761303</c:v>
                      </c:pt>
                      <c:pt idx="4595">
                        <c:v>7.2985789605661102</c:v>
                      </c:pt>
                      <c:pt idx="4596">
                        <c:v>7.3100177225139502</c:v>
                      </c:pt>
                      <c:pt idx="4597">
                        <c:v>7.44729980697086</c:v>
                      </c:pt>
                      <c:pt idx="4598">
                        <c:v>7.44729980697086</c:v>
                      </c:pt>
                      <c:pt idx="4599">
                        <c:v>7.6261822869346396</c:v>
                      </c:pt>
                      <c:pt idx="4600">
                        <c:v>7.6093817371585502</c:v>
                      </c:pt>
                      <c:pt idx="4601">
                        <c:v>7.4851035776385402</c:v>
                      </c:pt>
                      <c:pt idx="4602">
                        <c:v>7.4593478739848598</c:v>
                      </c:pt>
                      <c:pt idx="4603">
                        <c:v>7.5962152344537603</c:v>
                      </c:pt>
                      <c:pt idx="4604">
                        <c:v>7.6886057511755599</c:v>
                      </c:pt>
                      <c:pt idx="4605">
                        <c:v>7.8140408377878501</c:v>
                      </c:pt>
                      <c:pt idx="4606">
                        <c:v>7.78047279110171</c:v>
                      </c:pt>
                      <c:pt idx="4607">
                        <c:v>7.7460104977513398</c:v>
                      </c:pt>
                      <c:pt idx="4608">
                        <c:v>7.7590605274331601</c:v>
                      </c:pt>
                      <c:pt idx="4609">
                        <c:v>7.6721885091413498</c:v>
                      </c:pt>
                      <c:pt idx="4610">
                        <c:v>7.54667262665403</c:v>
                      </c:pt>
                      <c:pt idx="4611">
                        <c:v>7.4413822300566199</c:v>
                      </c:pt>
                      <c:pt idx="4612">
                        <c:v>7.4671721569895997</c:v>
                      </c:pt>
                      <c:pt idx="4613">
                        <c:v>7.5147341827442702</c:v>
                      </c:pt>
                      <c:pt idx="4614">
                        <c:v>7.5162887427318203</c:v>
                      </c:pt>
                      <c:pt idx="4615">
                        <c:v>7.5162887427318203</c:v>
                      </c:pt>
                      <c:pt idx="4616">
                        <c:v>7.3998139549260999</c:v>
                      </c:pt>
                      <c:pt idx="4617">
                        <c:v>7.37635600997758</c:v>
                      </c:pt>
                      <c:pt idx="4618">
                        <c:v>7.5311235967421801</c:v>
                      </c:pt>
                      <c:pt idx="4619">
                        <c:v>7.7266051768922299</c:v>
                      </c:pt>
                      <c:pt idx="4620">
                        <c:v>7.73629810669925</c:v>
                      </c:pt>
                      <c:pt idx="4621">
                        <c:v>7.6333669630438701</c:v>
                      </c:pt>
                      <c:pt idx="4622">
                        <c:v>7.5327947539106397</c:v>
                      </c:pt>
                      <c:pt idx="4623">
                        <c:v>7.5584078577004403</c:v>
                      </c:pt>
                      <c:pt idx="4624">
                        <c:v>7.6226951998009698</c:v>
                      </c:pt>
                      <c:pt idx="4625">
                        <c:v>7.64245405589398</c:v>
                      </c:pt>
                      <c:pt idx="4626">
                        <c:v>7.6923668486607104</c:v>
                      </c:pt>
                      <c:pt idx="4627">
                        <c:v>7.6923668486607104</c:v>
                      </c:pt>
                      <c:pt idx="4628">
                        <c:v>7.6080988063407702</c:v>
                      </c:pt>
                      <c:pt idx="4629">
                        <c:v>7.65505180844825</c:v>
                      </c:pt>
                      <c:pt idx="4630">
                        <c:v>7.7055272205599099</c:v>
                      </c:pt>
                      <c:pt idx="4631">
                        <c:v>7.7169560145123501</c:v>
                      </c:pt>
                      <c:pt idx="4632">
                        <c:v>7.7169560145123501</c:v>
                      </c:pt>
                      <c:pt idx="4633">
                        <c:v>7.8111502041738499</c:v>
                      </c:pt>
                      <c:pt idx="4634">
                        <c:v>7.9329995828624398</c:v>
                      </c:pt>
                      <c:pt idx="4635">
                        <c:v>7.9522802732361697</c:v>
                      </c:pt>
                      <c:pt idx="4636">
                        <c:v>8.1287541811153599</c:v>
                      </c:pt>
                      <c:pt idx="4637">
                        <c:v>8.2686794709319393</c:v>
                      </c:pt>
                      <c:pt idx="4638">
                        <c:v>8.2686794709319393</c:v>
                      </c:pt>
                      <c:pt idx="4639">
                        <c:v>8.4805777990464701</c:v>
                      </c:pt>
                      <c:pt idx="4640">
                        <c:v>8.4097669937867394</c:v>
                      </c:pt>
                      <c:pt idx="4641">
                        <c:v>8.3711333720966206</c:v>
                      </c:pt>
                      <c:pt idx="4642">
                        <c:v>8.3808263690909293</c:v>
                      </c:pt>
                      <c:pt idx="4643">
                        <c:v>8.4946497400002894</c:v>
                      </c:pt>
                      <c:pt idx="4644">
                        <c:v>8.6856267520064598</c:v>
                      </c:pt>
                      <c:pt idx="4645">
                        <c:v>8.6404070896930794</c:v>
                      </c:pt>
                      <c:pt idx="4646">
                        <c:v>8.5099552074787503</c:v>
                      </c:pt>
                      <c:pt idx="4647">
                        <c:v>8.3653218358486594</c:v>
                      </c:pt>
                      <c:pt idx="4648">
                        <c:v>8.4860866566086308</c:v>
                      </c:pt>
                      <c:pt idx="4649">
                        <c:v>8.48082268620227</c:v>
                      </c:pt>
                      <c:pt idx="4650">
                        <c:v>8.4207496780823696</c:v>
                      </c:pt>
                      <c:pt idx="4651">
                        <c:v>8.5160592977975202</c:v>
                      </c:pt>
                      <c:pt idx="4652">
                        <c:v>8.5597821428688601</c:v>
                      </c:pt>
                      <c:pt idx="4653">
                        <c:v>8.5595212155176394</c:v>
                      </c:pt>
                      <c:pt idx="4654">
                        <c:v>8.4277640214192804</c:v>
                      </c:pt>
                      <c:pt idx="4655">
                        <c:v>8.3577047320887203</c:v>
                      </c:pt>
                      <c:pt idx="4656">
                        <c:v>8.4300289376432804</c:v>
                      </c:pt>
                      <c:pt idx="4657">
                        <c:v>8.3869440532491808</c:v>
                      </c:pt>
                      <c:pt idx="4658">
                        <c:v>8.4065373510713695</c:v>
                      </c:pt>
                      <c:pt idx="4659">
                        <c:v>8.5688634705652902</c:v>
                      </c:pt>
                      <c:pt idx="4660">
                        <c:v>8.6630773137863404</c:v>
                      </c:pt>
                      <c:pt idx="4661">
                        <c:v>8.7656371090397798</c:v>
                      </c:pt>
                      <c:pt idx="4662">
                        <c:v>8.7521511144732091</c:v>
                      </c:pt>
                      <c:pt idx="4663">
                        <c:v>8.8981691656265909</c:v>
                      </c:pt>
                      <c:pt idx="4664">
                        <c:v>8.8642118076810501</c:v>
                      </c:pt>
                      <c:pt idx="4665">
                        <c:v>8.8252691394133596</c:v>
                      </c:pt>
                      <c:pt idx="4666">
                        <c:v>8.7881802130985207</c:v>
                      </c:pt>
                      <c:pt idx="4667">
                        <c:v>8.7455492119909302</c:v>
                      </c:pt>
                      <c:pt idx="4668">
                        <c:v>8.7980707587961309</c:v>
                      </c:pt>
                      <c:pt idx="4669">
                        <c:v>8.8759007905315492</c:v>
                      </c:pt>
                      <c:pt idx="4670">
                        <c:v>8.9391343042447104</c:v>
                      </c:pt>
                      <c:pt idx="4671">
                        <c:v>9.1810260223490996</c:v>
                      </c:pt>
                      <c:pt idx="4672">
                        <c:v>9.1368564485211596</c:v>
                      </c:pt>
                      <c:pt idx="4673">
                        <c:v>9.2176987048111805</c:v>
                      </c:pt>
                      <c:pt idx="4674">
                        <c:v>9.1075764822896002</c:v>
                      </c:pt>
                      <c:pt idx="4675">
                        <c:v>9.0440338440600705</c:v>
                      </c:pt>
                      <c:pt idx="4676">
                        <c:v>8.9944559510990398</c:v>
                      </c:pt>
                      <c:pt idx="4677">
                        <c:v>9.0228635485863702</c:v>
                      </c:pt>
                      <c:pt idx="4678">
                        <c:v>9.2668663125156794</c:v>
                      </c:pt>
                      <c:pt idx="4679">
                        <c:v>9.3794175743444494</c:v>
                      </c:pt>
                      <c:pt idx="4680">
                        <c:v>9.4107951777309609</c:v>
                      </c:pt>
                      <c:pt idx="4681">
                        <c:v>9.4280467924239399</c:v>
                      </c:pt>
                      <c:pt idx="4682">
                        <c:v>9.4553866882251096</c:v>
                      </c:pt>
                      <c:pt idx="4683">
                        <c:v>9.5092898186049606</c:v>
                      </c:pt>
                      <c:pt idx="4684">
                        <c:v>9.4636009332986593</c:v>
                      </c:pt>
                      <c:pt idx="4685">
                        <c:v>9.4469213762153199</c:v>
                      </c:pt>
                      <c:pt idx="4686">
                        <c:v>9.4189582214078396</c:v>
                      </c:pt>
                      <c:pt idx="4687">
                        <c:v>9.4413752827724693</c:v>
                      </c:pt>
                      <c:pt idx="4688">
                        <c:v>9.4413752827724693</c:v>
                      </c:pt>
                      <c:pt idx="4689">
                        <c:v>9.54566053735544</c:v>
                      </c:pt>
                      <c:pt idx="4690">
                        <c:v>9.6309679662127898</c:v>
                      </c:pt>
                      <c:pt idx="4691">
                        <c:v>9.8239708308996008</c:v>
                      </c:pt>
                      <c:pt idx="4692">
                        <c:v>9.9253128234262604</c:v>
                      </c:pt>
                      <c:pt idx="4693">
                        <c:v>9.9119889810034607</c:v>
                      </c:pt>
                      <c:pt idx="4694">
                        <c:v>9.6358496502851398</c:v>
                      </c:pt>
                      <c:pt idx="4695">
                        <c:v>9.4380181028618306</c:v>
                      </c:pt>
                      <c:pt idx="4696">
                        <c:v>9.4169325802561605</c:v>
                      </c:pt>
                      <c:pt idx="4697">
                        <c:v>9.2143554890367803</c:v>
                      </c:pt>
                      <c:pt idx="4698">
                        <c:v>9.0540005808486796</c:v>
                      </c:pt>
                      <c:pt idx="4699">
                        <c:v>9.0391684399647598</c:v>
                      </c:pt>
                      <c:pt idx="4700">
                        <c:v>9.0598277127501508</c:v>
                      </c:pt>
                      <c:pt idx="4701">
                        <c:v>9.0008876481163096</c:v>
                      </c:pt>
                      <c:pt idx="4702">
                        <c:v>9.2432623287495392</c:v>
                      </c:pt>
                      <c:pt idx="4703">
                        <c:v>9.4453765695383698</c:v>
                      </c:pt>
                      <c:pt idx="4704">
                        <c:v>9.3039995295331099</c:v>
                      </c:pt>
                      <c:pt idx="4705">
                        <c:v>9.3308360346783505</c:v>
                      </c:pt>
                      <c:pt idx="4706">
                        <c:v>9.3308360346783505</c:v>
                      </c:pt>
                      <c:pt idx="4707">
                        <c:v>9.3308360346783505</c:v>
                      </c:pt>
                      <c:pt idx="4708">
                        <c:v>9.5117962914175003</c:v>
                      </c:pt>
                      <c:pt idx="4709">
                        <c:v>9.5540691970387304</c:v>
                      </c:pt>
                      <c:pt idx="4710">
                        <c:v>9.5735786996199508</c:v>
                      </c:pt>
                      <c:pt idx="4711">
                        <c:v>9.5996090708327309</c:v>
                      </c:pt>
                      <c:pt idx="4712">
                        <c:v>9.6166250822397199</c:v>
                      </c:pt>
                      <c:pt idx="4713">
                        <c:v>9.7592010463865506</c:v>
                      </c:pt>
                      <c:pt idx="4714">
                        <c:v>9.8204393086193793</c:v>
                      </c:pt>
                      <c:pt idx="4715">
                        <c:v>9.8840040133062406</c:v>
                      </c:pt>
                      <c:pt idx="4716">
                        <c:v>9.9185632530547494</c:v>
                      </c:pt>
                      <c:pt idx="4717">
                        <c:v>10.0395086847561</c:v>
                      </c:pt>
                      <c:pt idx="4718">
                        <c:v>10.294892927138401</c:v>
                      </c:pt>
                      <c:pt idx="4719">
                        <c:v>10.1647883446953</c:v>
                      </c:pt>
                      <c:pt idx="4720">
                        <c:v>10.162977609479</c:v>
                      </c:pt>
                      <c:pt idx="4721">
                        <c:v>10.238471170698601</c:v>
                      </c:pt>
                      <c:pt idx="4722">
                        <c:v>10.4793720815544</c:v>
                      </c:pt>
                      <c:pt idx="4723">
                        <c:v>10.6286255178589</c:v>
                      </c:pt>
                      <c:pt idx="4724">
                        <c:v>10.6346929384283</c:v>
                      </c:pt>
                      <c:pt idx="4725">
                        <c:v>10.7212391862671</c:v>
                      </c:pt>
                      <c:pt idx="4726">
                        <c:v>10.787249343061401</c:v>
                      </c:pt>
                      <c:pt idx="4727">
                        <c:v>10.8646481223922</c:v>
                      </c:pt>
                      <c:pt idx="4728">
                        <c:v>10.9864303770328</c:v>
                      </c:pt>
                      <c:pt idx="4729">
                        <c:v>11.217934378453901</c:v>
                      </c:pt>
                      <c:pt idx="4730">
                        <c:v>11.2536472697421</c:v>
                      </c:pt>
                      <c:pt idx="4731">
                        <c:v>11.0095307402805</c:v>
                      </c:pt>
                      <c:pt idx="4732">
                        <c:v>11.009979912413501</c:v>
                      </c:pt>
                      <c:pt idx="4733">
                        <c:v>10.8806789722705</c:v>
                      </c:pt>
                      <c:pt idx="4734">
                        <c:v>10.991628631224801</c:v>
                      </c:pt>
                      <c:pt idx="4735">
                        <c:v>10.801130092509499</c:v>
                      </c:pt>
                      <c:pt idx="4736">
                        <c:v>10.6719939001533</c:v>
                      </c:pt>
                      <c:pt idx="4737">
                        <c:v>10.6581632406838</c:v>
                      </c:pt>
                      <c:pt idx="4738">
                        <c:v>10.6581632406838</c:v>
                      </c:pt>
                      <c:pt idx="4739">
                        <c:v>10.348176383478</c:v>
                      </c:pt>
                      <c:pt idx="4740">
                        <c:v>10.4538116995323</c:v>
                      </c:pt>
                      <c:pt idx="4741">
                        <c:v>10.378449824459</c:v>
                      </c:pt>
                      <c:pt idx="4742">
                        <c:v>10.238103039333399</c:v>
                      </c:pt>
                      <c:pt idx="4743">
                        <c:v>10.4684011366309</c:v>
                      </c:pt>
                      <c:pt idx="4744">
                        <c:v>10.8203016687174</c:v>
                      </c:pt>
                      <c:pt idx="4745">
                        <c:v>11.0006261812345</c:v>
                      </c:pt>
                      <c:pt idx="4746">
                        <c:v>10.9716388131143</c:v>
                      </c:pt>
                      <c:pt idx="4747">
                        <c:v>11.0192691115326</c:v>
                      </c:pt>
                      <c:pt idx="4748">
                        <c:v>11.1469437122188</c:v>
                      </c:pt>
                      <c:pt idx="4749">
                        <c:v>11.3247158820193</c:v>
                      </c:pt>
                      <c:pt idx="4750">
                        <c:v>11.137672398741101</c:v>
                      </c:pt>
                      <c:pt idx="4751">
                        <c:v>11.2300899860921</c:v>
                      </c:pt>
                      <c:pt idx="4752">
                        <c:v>11.126793682930799</c:v>
                      </c:pt>
                      <c:pt idx="4753">
                        <c:v>11.126793682930799</c:v>
                      </c:pt>
                      <c:pt idx="4754">
                        <c:v>11.6866261564225</c:v>
                      </c:pt>
                      <c:pt idx="4755">
                        <c:v>11.644813740489599</c:v>
                      </c:pt>
                      <c:pt idx="4756">
                        <c:v>11.422249677717</c:v>
                      </c:pt>
                      <c:pt idx="4757">
                        <c:v>11.421743304399101</c:v>
                      </c:pt>
                      <c:pt idx="4758">
                        <c:v>11.421743304399101</c:v>
                      </c:pt>
                      <c:pt idx="4759">
                        <c:v>11.283097277183201</c:v>
                      </c:pt>
                      <c:pt idx="4760">
                        <c:v>11.196977669758301</c:v>
                      </c:pt>
                      <c:pt idx="4761">
                        <c:v>11.1794334618231</c:v>
                      </c:pt>
                      <c:pt idx="4762">
                        <c:v>11.162126273836501</c:v>
                      </c:pt>
                      <c:pt idx="4763">
                        <c:v>10.8179960868296</c:v>
                      </c:pt>
                      <c:pt idx="4764">
                        <c:v>11.0909611670908</c:v>
                      </c:pt>
                      <c:pt idx="4765">
                        <c:v>11.2607620945079</c:v>
                      </c:pt>
                      <c:pt idx="4766">
                        <c:v>11.3820123994358</c:v>
                      </c:pt>
                      <c:pt idx="4767">
                        <c:v>11.7117283798193</c:v>
                      </c:pt>
                      <c:pt idx="4768">
                        <c:v>12.168815910328201</c:v>
                      </c:pt>
                      <c:pt idx="4769">
                        <c:v>12.1427143105381</c:v>
                      </c:pt>
                      <c:pt idx="4770">
                        <c:v>12.6383831393645</c:v>
                      </c:pt>
                      <c:pt idx="4771">
                        <c:v>12.7616627457944</c:v>
                      </c:pt>
                      <c:pt idx="4772">
                        <c:v>12.567838953805399</c:v>
                      </c:pt>
                      <c:pt idx="4773">
                        <c:v>12.5426576170077</c:v>
                      </c:pt>
                      <c:pt idx="4774">
                        <c:v>12.5426576170077</c:v>
                      </c:pt>
                      <c:pt idx="4775">
                        <c:v>12.730210959980701</c:v>
                      </c:pt>
                      <c:pt idx="4776">
                        <c:v>12.589320170399199</c:v>
                      </c:pt>
                      <c:pt idx="4777">
                        <c:v>12.613337195632001</c:v>
                      </c:pt>
                      <c:pt idx="4778">
                        <c:v>12.7074483579998</c:v>
                      </c:pt>
                      <c:pt idx="4779">
                        <c:v>12.570393726456899</c:v>
                      </c:pt>
                      <c:pt idx="4780">
                        <c:v>12.2955664406549</c:v>
                      </c:pt>
                      <c:pt idx="4781">
                        <c:v>11.982250246189199</c:v>
                      </c:pt>
                      <c:pt idx="4782">
                        <c:v>11.492336681191601</c:v>
                      </c:pt>
                      <c:pt idx="4783">
                        <c:v>11.5026577971629</c:v>
                      </c:pt>
                      <c:pt idx="4784">
                        <c:v>11.500200902318401</c:v>
                      </c:pt>
                      <c:pt idx="4785">
                        <c:v>11.305109691273</c:v>
                      </c:pt>
                      <c:pt idx="4786">
                        <c:v>11.7044502928679</c:v>
                      </c:pt>
                      <c:pt idx="4787">
                        <c:v>11.9489284756809</c:v>
                      </c:pt>
                      <c:pt idx="4788">
                        <c:v>11.9287782727876</c:v>
                      </c:pt>
                      <c:pt idx="4789">
                        <c:v>11.584093736198</c:v>
                      </c:pt>
                      <c:pt idx="4790">
                        <c:v>11.366601757617</c:v>
                      </c:pt>
                      <c:pt idx="4791">
                        <c:v>11.518703647452501</c:v>
                      </c:pt>
                      <c:pt idx="4792">
                        <c:v>11.518703647452501</c:v>
                      </c:pt>
                      <c:pt idx="4793">
                        <c:v>11.562910387180001</c:v>
                      </c:pt>
                      <c:pt idx="4794">
                        <c:v>11.548478822236801</c:v>
                      </c:pt>
                      <c:pt idx="4795">
                        <c:v>11.6135240158898</c:v>
                      </c:pt>
                      <c:pt idx="4796">
                        <c:v>11.7578369537841</c:v>
                      </c:pt>
                      <c:pt idx="4797">
                        <c:v>11.9144122067559</c:v>
                      </c:pt>
                      <c:pt idx="4798">
                        <c:v>11.8330891388773</c:v>
                      </c:pt>
                      <c:pt idx="4799">
                        <c:v>11.869638843144299</c:v>
                      </c:pt>
                      <c:pt idx="4800">
                        <c:v>11.719486443111601</c:v>
                      </c:pt>
                      <c:pt idx="4801">
                        <c:v>11.6389995454314</c:v>
                      </c:pt>
                      <c:pt idx="4802">
                        <c:v>11.7751578692374</c:v>
                      </c:pt>
                      <c:pt idx="4803">
                        <c:v>11.7814204816073</c:v>
                      </c:pt>
                      <c:pt idx="4804">
                        <c:v>11.8004305620872</c:v>
                      </c:pt>
                      <c:pt idx="4805">
                        <c:v>11.9541628819187</c:v>
                      </c:pt>
                      <c:pt idx="4806">
                        <c:v>11.8823018546834</c:v>
                      </c:pt>
                      <c:pt idx="4807">
                        <c:v>12.0952712807357</c:v>
                      </c:pt>
                      <c:pt idx="4808">
                        <c:v>12.2124437447166</c:v>
                      </c:pt>
                      <c:pt idx="4809">
                        <c:v>12.1492380840564</c:v>
                      </c:pt>
                      <c:pt idx="4810">
                        <c:v>12.0968562095437</c:v>
                      </c:pt>
                      <c:pt idx="4811">
                        <c:v>12.120630568071</c:v>
                      </c:pt>
                      <c:pt idx="4812">
                        <c:v>12.348676513792499</c:v>
                      </c:pt>
                      <c:pt idx="4813">
                        <c:v>12.479373401122499</c:v>
                      </c:pt>
                      <c:pt idx="4814">
                        <c:v>12.4926688044131</c:v>
                      </c:pt>
                      <c:pt idx="4815">
                        <c:v>12.379726627273699</c:v>
                      </c:pt>
                      <c:pt idx="4816">
                        <c:v>12.355765261556</c:v>
                      </c:pt>
                      <c:pt idx="4817">
                        <c:v>12.267929300098499</c:v>
                      </c:pt>
                      <c:pt idx="4818">
                        <c:v>12.338734568837101</c:v>
                      </c:pt>
                      <c:pt idx="4819">
                        <c:v>12.3510807038067</c:v>
                      </c:pt>
                      <c:pt idx="4820">
                        <c:v>12.3684971186686</c:v>
                      </c:pt>
                      <c:pt idx="4821">
                        <c:v>12.396126926781101</c:v>
                      </c:pt>
                      <c:pt idx="4822">
                        <c:v>12.533954860333001</c:v>
                      </c:pt>
                      <c:pt idx="4823">
                        <c:v>12.5911635946734</c:v>
                      </c:pt>
                      <c:pt idx="4824">
                        <c:v>12.4952692249148</c:v>
                      </c:pt>
                      <c:pt idx="4825">
                        <c:v>12.590513356424699</c:v>
                      </c:pt>
                      <c:pt idx="4826">
                        <c:v>12.508109795746501</c:v>
                      </c:pt>
                      <c:pt idx="4827">
                        <c:v>12.4612603719135</c:v>
                      </c:pt>
                      <c:pt idx="4828">
                        <c:v>12.392011323603301</c:v>
                      </c:pt>
                      <c:pt idx="4829">
                        <c:v>12.576763841809401</c:v>
                      </c:pt>
                      <c:pt idx="4830">
                        <c:v>12.9210532650344</c:v>
                      </c:pt>
                      <c:pt idx="4831">
                        <c:v>12.892142391336201</c:v>
                      </c:pt>
                      <c:pt idx="4832">
                        <c:v>13.0196527746998</c:v>
                      </c:pt>
                      <c:pt idx="4833">
                        <c:v>13.1552505255094</c:v>
                      </c:pt>
                      <c:pt idx="4834">
                        <c:v>13.315900636516</c:v>
                      </c:pt>
                      <c:pt idx="4835">
                        <c:v>13.344592156997001</c:v>
                      </c:pt>
                      <c:pt idx="4836">
                        <c:v>13.621750130083999</c:v>
                      </c:pt>
                      <c:pt idx="4837">
                        <c:v>13.621750130083999</c:v>
                      </c:pt>
                      <c:pt idx="4838">
                        <c:v>13.8880807302529</c:v>
                      </c:pt>
                      <c:pt idx="4839">
                        <c:v>14.269475310495199</c:v>
                      </c:pt>
                      <c:pt idx="4840">
                        <c:v>14.7021919186832</c:v>
                      </c:pt>
                      <c:pt idx="4841">
                        <c:v>14.924235062802</c:v>
                      </c:pt>
                      <c:pt idx="4842">
                        <c:v>14.683342294414301</c:v>
                      </c:pt>
                      <c:pt idx="4843">
                        <c:v>14.079730493388499</c:v>
                      </c:pt>
                      <c:pt idx="4844">
                        <c:v>13.499241578704</c:v>
                      </c:pt>
                      <c:pt idx="4845">
                        <c:v>13.4855313724635</c:v>
                      </c:pt>
                      <c:pt idx="4846">
                        <c:v>13.5096581553208</c:v>
                      </c:pt>
                      <c:pt idx="4847">
                        <c:v>13.5270354953874</c:v>
                      </c:pt>
                      <c:pt idx="4848">
                        <c:v>13.7490012837923</c:v>
                      </c:pt>
                      <c:pt idx="4849">
                        <c:v>14.0383077920006</c:v>
                      </c:pt>
                      <c:pt idx="4850">
                        <c:v>14.2091307679311</c:v>
                      </c:pt>
                      <c:pt idx="4851">
                        <c:v>14.1156153028153</c:v>
                      </c:pt>
                      <c:pt idx="4852">
                        <c:v>14.1156153028153</c:v>
                      </c:pt>
                      <c:pt idx="4853">
                        <c:v>13.954496906844399</c:v>
                      </c:pt>
                      <c:pt idx="4854">
                        <c:v>13.7691809340107</c:v>
                      </c:pt>
                      <c:pt idx="4855">
                        <c:v>13.3606826974339</c:v>
                      </c:pt>
                      <c:pt idx="4856">
                        <c:v>13.2876452484452</c:v>
                      </c:pt>
                      <c:pt idx="4857">
                        <c:v>13.2876452484452</c:v>
                      </c:pt>
                      <c:pt idx="4858">
                        <c:v>13.128051968657999</c:v>
                      </c:pt>
                      <c:pt idx="4859">
                        <c:v>13.090552210286299</c:v>
                      </c:pt>
                      <c:pt idx="4860">
                        <c:v>13.479906561653101</c:v>
                      </c:pt>
                      <c:pt idx="4861">
                        <c:v>13.179936049635399</c:v>
                      </c:pt>
                      <c:pt idx="4862">
                        <c:v>13.239025755999799</c:v>
                      </c:pt>
                      <c:pt idx="4863">
                        <c:v>13.093028459827901</c:v>
                      </c:pt>
                      <c:pt idx="4864">
                        <c:v>12.8905620895958</c:v>
                      </c:pt>
                      <c:pt idx="4865">
                        <c:v>12.8457862075315</c:v>
                      </c:pt>
                      <c:pt idx="4866">
                        <c:v>13.123402864384801</c:v>
                      </c:pt>
                      <c:pt idx="4867">
                        <c:v>13.1875217271333</c:v>
                      </c:pt>
                      <c:pt idx="4868">
                        <c:v>13.0706261549263</c:v>
                      </c:pt>
                      <c:pt idx="4869">
                        <c:v>12.995604037544499</c:v>
                      </c:pt>
                      <c:pt idx="4870">
                        <c:v>12.688929446298699</c:v>
                      </c:pt>
                      <c:pt idx="4871">
                        <c:v>12.1060639465008</c:v>
                      </c:pt>
                      <c:pt idx="4872">
                        <c:v>12.276396467792001</c:v>
                      </c:pt>
                      <c:pt idx="4873">
                        <c:v>12.3313570022165</c:v>
                      </c:pt>
                      <c:pt idx="4874">
                        <c:v>12.5672473083968</c:v>
                      </c:pt>
                      <c:pt idx="4875">
                        <c:v>12.5672473083968</c:v>
                      </c:pt>
                      <c:pt idx="4876">
                        <c:v>12.8043664018263</c:v>
                      </c:pt>
                      <c:pt idx="4877">
                        <c:v>13.0548650500529</c:v>
                      </c:pt>
                      <c:pt idx="4878">
                        <c:v>12.878175602707699</c:v>
                      </c:pt>
                      <c:pt idx="4879">
                        <c:v>12.978992904435399</c:v>
                      </c:pt>
                      <c:pt idx="4880">
                        <c:v>12.891947099824201</c:v>
                      </c:pt>
                      <c:pt idx="4881">
                        <c:v>12.825406857831901</c:v>
                      </c:pt>
                      <c:pt idx="4882">
                        <c:v>12.919787792909601</c:v>
                      </c:pt>
                      <c:pt idx="4883">
                        <c:v>12.8526219112047</c:v>
                      </c:pt>
                      <c:pt idx="4884">
                        <c:v>12.7815984293313</c:v>
                      </c:pt>
                      <c:pt idx="4885">
                        <c:v>12.809410970343301</c:v>
                      </c:pt>
                      <c:pt idx="4886">
                        <c:v>12.6786588846107</c:v>
                      </c:pt>
                      <c:pt idx="4887">
                        <c:v>12.6332701576471</c:v>
                      </c:pt>
                      <c:pt idx="4888">
                        <c:v>12.765605133108901</c:v>
                      </c:pt>
                      <c:pt idx="4889">
                        <c:v>12.761985532889399</c:v>
                      </c:pt>
                      <c:pt idx="4890">
                        <c:v>12.8263405002663</c:v>
                      </c:pt>
                      <c:pt idx="4891">
                        <c:v>12.8263405002663</c:v>
                      </c:pt>
                      <c:pt idx="4892">
                        <c:v>13.013335594825399</c:v>
                      </c:pt>
                      <c:pt idx="4893">
                        <c:v>12.9799801781655</c:v>
                      </c:pt>
                      <c:pt idx="4894">
                        <c:v>13.1004789195563</c:v>
                      </c:pt>
                      <c:pt idx="4895">
                        <c:v>13.3069693545681</c:v>
                      </c:pt>
                      <c:pt idx="4896">
                        <c:v>13.1322284701742</c:v>
                      </c:pt>
                      <c:pt idx="4897">
                        <c:v>13.1322284701742</c:v>
                      </c:pt>
                      <c:pt idx="4898">
                        <c:v>13.0180024730941</c:v>
                      </c:pt>
                      <c:pt idx="4899">
                        <c:v>12.736176013745901</c:v>
                      </c:pt>
                      <c:pt idx="4900">
                        <c:v>12.3460315359765</c:v>
                      </c:pt>
                      <c:pt idx="4901">
                        <c:v>12.0896070918715</c:v>
                      </c:pt>
                      <c:pt idx="4902">
                        <c:v>12.172598819940999</c:v>
                      </c:pt>
                      <c:pt idx="4903">
                        <c:v>12.109671042829699</c:v>
                      </c:pt>
                      <c:pt idx="4904">
                        <c:v>12.356385892496901</c:v>
                      </c:pt>
                      <c:pt idx="4905">
                        <c:v>12.334493692244701</c:v>
                      </c:pt>
                      <c:pt idx="4906">
                        <c:v>12.3799870265713</c:v>
                      </c:pt>
                      <c:pt idx="4907">
                        <c:v>12.4612260680803</c:v>
                      </c:pt>
                      <c:pt idx="4908">
                        <c:v>12.357552721075299</c:v>
                      </c:pt>
                      <c:pt idx="4909">
                        <c:v>11.9043943661462</c:v>
                      </c:pt>
                      <c:pt idx="4910">
                        <c:v>11.97380010304</c:v>
                      </c:pt>
                      <c:pt idx="4911">
                        <c:v>12.113474504299999</c:v>
                      </c:pt>
                      <c:pt idx="4912">
                        <c:v>12.148922872995</c:v>
                      </c:pt>
                      <c:pt idx="4913">
                        <c:v>12.062848105692099</c:v>
                      </c:pt>
                      <c:pt idx="4914">
                        <c:v>11.9168711198935</c:v>
                      </c:pt>
                      <c:pt idx="4915">
                        <c:v>11.6967024885675</c:v>
                      </c:pt>
                      <c:pt idx="4916">
                        <c:v>11.798445382108801</c:v>
                      </c:pt>
                      <c:pt idx="4917">
                        <c:v>11.787502840868299</c:v>
                      </c:pt>
                      <c:pt idx="4918">
                        <c:v>11.675649966463199</c:v>
                      </c:pt>
                      <c:pt idx="4919">
                        <c:v>11.689266240672501</c:v>
                      </c:pt>
                      <c:pt idx="4920">
                        <c:v>11.771205684261499</c:v>
                      </c:pt>
                      <c:pt idx="4921">
                        <c:v>11.9037495655363</c:v>
                      </c:pt>
                      <c:pt idx="4922">
                        <c:v>12.0067674136851</c:v>
                      </c:pt>
                      <c:pt idx="4923">
                        <c:v>12.0038368921431</c:v>
                      </c:pt>
                      <c:pt idx="4924">
                        <c:v>12.1888679002308</c:v>
                      </c:pt>
                      <c:pt idx="4925">
                        <c:v>12.4156177272004</c:v>
                      </c:pt>
                      <c:pt idx="4926">
                        <c:v>12.599706664766099</c:v>
                      </c:pt>
                      <c:pt idx="4927">
                        <c:v>13.019537618493599</c:v>
                      </c:pt>
                      <c:pt idx="4928">
                        <c:v>13.0795557465279</c:v>
                      </c:pt>
                      <c:pt idx="4929">
                        <c:v>12.8903989937352</c:v>
                      </c:pt>
                      <c:pt idx="4930">
                        <c:v>12.685250711435399</c:v>
                      </c:pt>
                      <c:pt idx="4931">
                        <c:v>12.7638430379754</c:v>
                      </c:pt>
                      <c:pt idx="4932">
                        <c:v>12.735025474711501</c:v>
                      </c:pt>
                      <c:pt idx="4933">
                        <c:v>12.8719272136958</c:v>
                      </c:pt>
                      <c:pt idx="4934">
                        <c:v>12.794211654311001</c:v>
                      </c:pt>
                      <c:pt idx="4935">
                        <c:v>12.8241130192357</c:v>
                      </c:pt>
                      <c:pt idx="4936">
                        <c:v>12.5136395590463</c:v>
                      </c:pt>
                      <c:pt idx="4937">
                        <c:v>12.182735034163301</c:v>
                      </c:pt>
                      <c:pt idx="4938">
                        <c:v>12.367604016890301</c:v>
                      </c:pt>
                      <c:pt idx="4939">
                        <c:v>12.3858400249821</c:v>
                      </c:pt>
                      <c:pt idx="4940">
                        <c:v>12.304248200162499</c:v>
                      </c:pt>
                      <c:pt idx="4941">
                        <c:v>12.1560365065891</c:v>
                      </c:pt>
                      <c:pt idx="4942">
                        <c:v>11.987395074129401</c:v>
                      </c:pt>
                      <c:pt idx="4943">
                        <c:v>12.227925702199199</c:v>
                      </c:pt>
                      <c:pt idx="4944">
                        <c:v>12.172140587917299</c:v>
                      </c:pt>
                      <c:pt idx="4945">
                        <c:v>12.175781936835101</c:v>
                      </c:pt>
                      <c:pt idx="4946">
                        <c:v>11.9326467093478</c:v>
                      </c:pt>
                      <c:pt idx="4947">
                        <c:v>11.9326467093478</c:v>
                      </c:pt>
                      <c:pt idx="4948">
                        <c:v>11.8295918711237</c:v>
                      </c:pt>
                      <c:pt idx="4949">
                        <c:v>11.816304576093801</c:v>
                      </c:pt>
                      <c:pt idx="4950">
                        <c:v>11.534523705707</c:v>
                      </c:pt>
                      <c:pt idx="4951">
                        <c:v>11.540176194650201</c:v>
                      </c:pt>
                      <c:pt idx="4952">
                        <c:v>11.529494564641301</c:v>
                      </c:pt>
                      <c:pt idx="4953">
                        <c:v>11.597408943306901</c:v>
                      </c:pt>
                      <c:pt idx="4954">
                        <c:v>11.5306958774823</c:v>
                      </c:pt>
                      <c:pt idx="4955">
                        <c:v>11.5113652705398</c:v>
                      </c:pt>
                      <c:pt idx="4956">
                        <c:v>11.4557338892432</c:v>
                      </c:pt>
                      <c:pt idx="4957">
                        <c:v>11.171158648932201</c:v>
                      </c:pt>
                      <c:pt idx="4958">
                        <c:v>11.0852038163102</c:v>
                      </c:pt>
                      <c:pt idx="4959">
                        <c:v>11.1362056647583</c:v>
                      </c:pt>
                      <c:pt idx="4960">
                        <c:v>11.1362056647583</c:v>
                      </c:pt>
                      <c:pt idx="4961">
                        <c:v>11.1362056647583</c:v>
                      </c:pt>
                      <c:pt idx="4962">
                        <c:v>11.4213780923453</c:v>
                      </c:pt>
                      <c:pt idx="4963">
                        <c:v>11.4333867337279</c:v>
                      </c:pt>
                      <c:pt idx="4964">
                        <c:v>11.283533735161599</c:v>
                      </c:pt>
                      <c:pt idx="4965">
                        <c:v>11.198407183106999</c:v>
                      </c:pt>
                      <c:pt idx="4966">
                        <c:v>11.196440522808301</c:v>
                      </c:pt>
                      <c:pt idx="4967">
                        <c:v>11.2959623864171</c:v>
                      </c:pt>
                      <c:pt idx="4968">
                        <c:v>11.2403458429184</c:v>
                      </c:pt>
                      <c:pt idx="4969">
                        <c:v>11.2678226523715</c:v>
                      </c:pt>
                      <c:pt idx="4970">
                        <c:v>11.2354553900496</c:v>
                      </c:pt>
                      <c:pt idx="4971">
                        <c:v>11.192026733068399</c:v>
                      </c:pt>
                      <c:pt idx="4972">
                        <c:v>11.1571334323529</c:v>
                      </c:pt>
                      <c:pt idx="4973">
                        <c:v>11.022463976394199</c:v>
                      </c:pt>
                      <c:pt idx="4974">
                        <c:v>11.1683846167642</c:v>
                      </c:pt>
                      <c:pt idx="4975">
                        <c:v>11.5193518802513</c:v>
                      </c:pt>
                      <c:pt idx="4976">
                        <c:v>11.46380170368</c:v>
                      </c:pt>
                      <c:pt idx="4977">
                        <c:v>11.46380170368</c:v>
                      </c:pt>
                      <c:pt idx="4978">
                        <c:v>11.678167046307401</c:v>
                      </c:pt>
                      <c:pt idx="4979">
                        <c:v>11.4648769784497</c:v>
                      </c:pt>
                      <c:pt idx="4980">
                        <c:v>11.383675823200401</c:v>
                      </c:pt>
                      <c:pt idx="4981">
                        <c:v>11.1480601307643</c:v>
                      </c:pt>
                      <c:pt idx="4982">
                        <c:v>11.053355275850301</c:v>
                      </c:pt>
                      <c:pt idx="4983">
                        <c:v>11.0812518439106</c:v>
                      </c:pt>
                      <c:pt idx="4984">
                        <c:v>11.0406035771021</c:v>
                      </c:pt>
                      <c:pt idx="4985">
                        <c:v>10.990232679696399</c:v>
                      </c:pt>
                      <c:pt idx="4986">
                        <c:v>10.957925750771601</c:v>
                      </c:pt>
                      <c:pt idx="4987">
                        <c:v>10.772199763434701</c:v>
                      </c:pt>
                      <c:pt idx="4988">
                        <c:v>10.740359400726099</c:v>
                      </c:pt>
                      <c:pt idx="4989">
                        <c:v>10.744573812197601</c:v>
                      </c:pt>
                      <c:pt idx="4990">
                        <c:v>10.8869227652226</c:v>
                      </c:pt>
                      <c:pt idx="4991">
                        <c:v>10.995058520858199</c:v>
                      </c:pt>
                      <c:pt idx="4992">
                        <c:v>10.995058520858199</c:v>
                      </c:pt>
                      <c:pt idx="4993">
                        <c:v>11.088106340463</c:v>
                      </c:pt>
                      <c:pt idx="4994">
                        <c:v>11.0748761542279</c:v>
                      </c:pt>
                      <c:pt idx="4995">
                        <c:v>11.123220322991401</c:v>
                      </c:pt>
                      <c:pt idx="4996">
                        <c:v>11.1447856689636</c:v>
                      </c:pt>
                      <c:pt idx="4997">
                        <c:v>10.9745527232896</c:v>
                      </c:pt>
                      <c:pt idx="4998">
                        <c:v>10.880118246672</c:v>
                      </c:pt>
                      <c:pt idx="4999">
                        <c:v>10.865971673959001</c:v>
                      </c:pt>
                      <c:pt idx="5000">
                        <c:v>10.921422272356301</c:v>
                      </c:pt>
                      <c:pt idx="5001">
                        <c:v>10.870665242756001</c:v>
                      </c:pt>
                      <c:pt idx="5002">
                        <c:v>10.7229596913982</c:v>
                      </c:pt>
                      <c:pt idx="5003">
                        <c:v>10.715388384575</c:v>
                      </c:pt>
                      <c:pt idx="5004">
                        <c:v>10.6675612409851</c:v>
                      </c:pt>
                      <c:pt idx="5005">
                        <c:v>10.407187638493699</c:v>
                      </c:pt>
                      <c:pt idx="5006">
                        <c:v>10.3322483925293</c:v>
                      </c:pt>
                      <c:pt idx="5007">
                        <c:v>10.3322483925293</c:v>
                      </c:pt>
                      <c:pt idx="5008">
                        <c:v>10.3111552679231</c:v>
                      </c:pt>
                      <c:pt idx="5009">
                        <c:v>10.368815466758299</c:v>
                      </c:pt>
                      <c:pt idx="5010">
                        <c:v>10.4314241775703</c:v>
                      </c:pt>
                      <c:pt idx="5011">
                        <c:v>10.3091269300063</c:v>
                      </c:pt>
                      <c:pt idx="5012">
                        <c:v>10.3091269300063</c:v>
                      </c:pt>
                      <c:pt idx="5013">
                        <c:v>10.092541814506999</c:v>
                      </c:pt>
                      <c:pt idx="5014">
                        <c:v>10.071226869828999</c:v>
                      </c:pt>
                      <c:pt idx="5015">
                        <c:v>10.063157184762099</c:v>
                      </c:pt>
                      <c:pt idx="5016">
                        <c:v>10.148964760418099</c:v>
                      </c:pt>
                      <c:pt idx="5017">
                        <c:v>10.0419447281577</c:v>
                      </c:pt>
                      <c:pt idx="5018">
                        <c:v>10.008220548866699</c:v>
                      </c:pt>
                      <c:pt idx="5019">
                        <c:v>9.9697707586256801</c:v>
                      </c:pt>
                      <c:pt idx="5020">
                        <c:v>10.077786246730801</c:v>
                      </c:pt>
                      <c:pt idx="5021">
                        <c:v>9.9647990979912908</c:v>
                      </c:pt>
                      <c:pt idx="5022">
                        <c:v>9.9647990979912908</c:v>
                      </c:pt>
                      <c:pt idx="5023">
                        <c:v>9.8898340256411199</c:v>
                      </c:pt>
                      <c:pt idx="5024">
                        <c:v>9.8870574672272902</c:v>
                      </c:pt>
                      <c:pt idx="5025">
                        <c:v>10.0817080216757</c:v>
                      </c:pt>
                      <c:pt idx="5026">
                        <c:v>10.0334853984034</c:v>
                      </c:pt>
                      <c:pt idx="5027">
                        <c:v>9.9180993044353905</c:v>
                      </c:pt>
                      <c:pt idx="5028">
                        <c:v>9.7854861333843903</c:v>
                      </c:pt>
                      <c:pt idx="5029">
                        <c:v>9.67643999693456</c:v>
                      </c:pt>
                      <c:pt idx="5030">
                        <c:v>9.6700121718058405</c:v>
                      </c:pt>
                      <c:pt idx="5031">
                        <c:v>9.6921614799158196</c:v>
                      </c:pt>
                      <c:pt idx="5032">
                        <c:v>9.8052139462740708</c:v>
                      </c:pt>
                      <c:pt idx="5033">
                        <c:v>9.7473360283737698</c:v>
                      </c:pt>
                      <c:pt idx="5034">
                        <c:v>9.8519577405325602</c:v>
                      </c:pt>
                      <c:pt idx="5035">
                        <c:v>9.8519577405325602</c:v>
                      </c:pt>
                      <c:pt idx="5036">
                        <c:v>9.8752142549170294</c:v>
                      </c:pt>
                      <c:pt idx="5037">
                        <c:v>9.9938998755431303</c:v>
                      </c:pt>
                      <c:pt idx="5038">
                        <c:v>10.2090347663418</c:v>
                      </c:pt>
                      <c:pt idx="5039">
                        <c:v>10.1454796110662</c:v>
                      </c:pt>
                      <c:pt idx="5040">
                        <c:v>10.168161420877601</c:v>
                      </c:pt>
                      <c:pt idx="5041">
                        <c:v>10.1898503868582</c:v>
                      </c:pt>
                      <c:pt idx="5042">
                        <c:v>10.021956807820199</c:v>
                      </c:pt>
                      <c:pt idx="5043">
                        <c:v>10.118054044669501</c:v>
                      </c:pt>
                      <c:pt idx="5044">
                        <c:v>10.2292805467044</c:v>
                      </c:pt>
                      <c:pt idx="5045">
                        <c:v>10.3574352420944</c:v>
                      </c:pt>
                      <c:pt idx="5046">
                        <c:v>10.1770994743481</c:v>
                      </c:pt>
                      <c:pt idx="5047">
                        <c:v>10.1770994743481</c:v>
                      </c:pt>
                      <c:pt idx="5048">
                        <c:v>10.0958783755508</c:v>
                      </c:pt>
                      <c:pt idx="5049">
                        <c:v>10.187392253192201</c:v>
                      </c:pt>
                      <c:pt idx="5050">
                        <c:v>10.0979920992751</c:v>
                      </c:pt>
                      <c:pt idx="5051">
                        <c:v>10.149519315223399</c:v>
                      </c:pt>
                      <c:pt idx="5052">
                        <c:v>10.253261249968</c:v>
                      </c:pt>
                      <c:pt idx="5053">
                        <c:v>10.272120790450399</c:v>
                      </c:pt>
                      <c:pt idx="5054">
                        <c:v>10.3302158420108</c:v>
                      </c:pt>
                      <c:pt idx="5055">
                        <c:v>10.515971273943199</c:v>
                      </c:pt>
                      <c:pt idx="5056">
                        <c:v>10.5400208259911</c:v>
                      </c:pt>
                      <c:pt idx="5057">
                        <c:v>10.5400208259911</c:v>
                      </c:pt>
                      <c:pt idx="5058">
                        <c:v>10.5760689887362</c:v>
                      </c:pt>
                      <c:pt idx="5059">
                        <c:v>10.417878193302901</c:v>
                      </c:pt>
                      <c:pt idx="5060">
                        <c:v>10.3784952501539</c:v>
                      </c:pt>
                      <c:pt idx="5061">
                        <c:v>10.2938139183792</c:v>
                      </c:pt>
                      <c:pt idx="5062">
                        <c:v>10.1890112134326</c:v>
                      </c:pt>
                      <c:pt idx="5063">
                        <c:v>10.1252693490153</c:v>
                      </c:pt>
                      <c:pt idx="5064">
                        <c:v>10.1052345625695</c:v>
                      </c:pt>
                      <c:pt idx="5065">
                        <c:v>10.194203203287</c:v>
                      </c:pt>
                      <c:pt idx="5066">
                        <c:v>10.2579169792989</c:v>
                      </c:pt>
                      <c:pt idx="5067">
                        <c:v>10.332180707839299</c:v>
                      </c:pt>
                      <c:pt idx="5068">
                        <c:v>10.4886293663426</c:v>
                      </c:pt>
                      <c:pt idx="5069">
                        <c:v>10.633226046543401</c:v>
                      </c:pt>
                      <c:pt idx="5070">
                        <c:v>10.4985315509361</c:v>
                      </c:pt>
                      <c:pt idx="5071">
                        <c:v>10.5235672372336</c:v>
                      </c:pt>
                      <c:pt idx="5072">
                        <c:v>10.665179447995699</c:v>
                      </c:pt>
                      <c:pt idx="5073">
                        <c:v>10.6895088389932</c:v>
                      </c:pt>
                      <c:pt idx="5074">
                        <c:v>10.5814299089323</c:v>
                      </c:pt>
                      <c:pt idx="5075">
                        <c:v>10.5363252407939</c:v>
                      </c:pt>
                      <c:pt idx="5076">
                        <c:v>10.611321551353599</c:v>
                      </c:pt>
                      <c:pt idx="5077">
                        <c:v>10.5251659790492</c:v>
                      </c:pt>
                      <c:pt idx="5078">
                        <c:v>10.6272525453942</c:v>
                      </c:pt>
                      <c:pt idx="5079">
                        <c:v>10.675325100575799</c:v>
                      </c:pt>
                      <c:pt idx="5080">
                        <c:v>10.894273568499001</c:v>
                      </c:pt>
                      <c:pt idx="5081">
                        <c:v>10.8964354905475</c:v>
                      </c:pt>
                      <c:pt idx="5082">
                        <c:v>11.215846357033501</c:v>
                      </c:pt>
                      <c:pt idx="5083">
                        <c:v>11.3679583425572</c:v>
                      </c:pt>
                      <c:pt idx="5084">
                        <c:v>11.697951542620601</c:v>
                      </c:pt>
                      <c:pt idx="5085">
                        <c:v>11.687038082427801</c:v>
                      </c:pt>
                      <c:pt idx="5086">
                        <c:v>11.3931852349873</c:v>
                      </c:pt>
                      <c:pt idx="5087">
                        <c:v>11.441305711584</c:v>
                      </c:pt>
                      <c:pt idx="5088">
                        <c:v>11.687301977528801</c:v>
                      </c:pt>
                      <c:pt idx="5089">
                        <c:v>11.557597093134399</c:v>
                      </c:pt>
                      <c:pt idx="5090">
                        <c:v>11.562618419902901</c:v>
                      </c:pt>
                      <c:pt idx="5091">
                        <c:v>11.814031900724199</c:v>
                      </c:pt>
                      <c:pt idx="5092">
                        <c:v>11.7102599532505</c:v>
                      </c:pt>
                      <c:pt idx="5093">
                        <c:v>11.6150333136664</c:v>
                      </c:pt>
                      <c:pt idx="5094">
                        <c:v>11.376539711305099</c:v>
                      </c:pt>
                      <c:pt idx="5095">
                        <c:v>11.2708622305435</c:v>
                      </c:pt>
                      <c:pt idx="5096">
                        <c:v>11.264297246366199</c:v>
                      </c:pt>
                      <c:pt idx="5097">
                        <c:v>11.264297246366199</c:v>
                      </c:pt>
                      <c:pt idx="5098">
                        <c:v>11.536613683917899</c:v>
                      </c:pt>
                      <c:pt idx="5099">
                        <c:v>11.533044867918299</c:v>
                      </c:pt>
                      <c:pt idx="5100">
                        <c:v>11.4444294811122</c:v>
                      </c:pt>
                      <c:pt idx="5101">
                        <c:v>11.325677903563101</c:v>
                      </c:pt>
                      <c:pt idx="5102">
                        <c:v>11.4382303423699</c:v>
                      </c:pt>
                      <c:pt idx="5103">
                        <c:v>11.657655906225999</c:v>
                      </c:pt>
                      <c:pt idx="5104">
                        <c:v>11.5813125084712</c:v>
                      </c:pt>
                      <c:pt idx="5105">
                        <c:v>11.573896792857401</c:v>
                      </c:pt>
                      <c:pt idx="5106">
                        <c:v>11.485002210575001</c:v>
                      </c:pt>
                      <c:pt idx="5107">
                        <c:v>11.434900759291301</c:v>
                      </c:pt>
                      <c:pt idx="5108">
                        <c:v>11.383742738752</c:v>
                      </c:pt>
                      <c:pt idx="5109">
                        <c:v>11.2152267160706</c:v>
                      </c:pt>
                      <c:pt idx="5110">
                        <c:v>10.91388184024</c:v>
                      </c:pt>
                      <c:pt idx="5111">
                        <c:v>10.7546892610239</c:v>
                      </c:pt>
                      <c:pt idx="5112">
                        <c:v>10.7546892610239</c:v>
                      </c:pt>
                      <c:pt idx="5113">
                        <c:v>10.7924237189672</c:v>
                      </c:pt>
                      <c:pt idx="5114">
                        <c:v>10.6395782939939</c:v>
                      </c:pt>
                      <c:pt idx="5115">
                        <c:v>10.570641891564399</c:v>
                      </c:pt>
                      <c:pt idx="5116">
                        <c:v>10.774003526241501</c:v>
                      </c:pt>
                      <c:pt idx="5117">
                        <c:v>10.774003526241501</c:v>
                      </c:pt>
                      <c:pt idx="5118">
                        <c:v>10.5410086751642</c:v>
                      </c:pt>
                      <c:pt idx="5119">
                        <c:v>10.4899511013208</c:v>
                      </c:pt>
                      <c:pt idx="5120">
                        <c:v>10.379618256532</c:v>
                      </c:pt>
                      <c:pt idx="5121">
                        <c:v>10.427229079987301</c:v>
                      </c:pt>
                      <c:pt idx="5122">
                        <c:v>10.3848811076014</c:v>
                      </c:pt>
                      <c:pt idx="5123">
                        <c:v>10.220606996900599</c:v>
                      </c:pt>
                      <c:pt idx="5124">
                        <c:v>10.2194458814927</c:v>
                      </c:pt>
                      <c:pt idx="5125">
                        <c:v>10.337755248055201</c:v>
                      </c:pt>
                      <c:pt idx="5126">
                        <c:v>10.405226523074599</c:v>
                      </c:pt>
                      <c:pt idx="5127">
                        <c:v>10.2698728223288</c:v>
                      </c:pt>
                      <c:pt idx="5128">
                        <c:v>10.2185570916074</c:v>
                      </c:pt>
                      <c:pt idx="5129">
                        <c:v>10.1642577654771</c:v>
                      </c:pt>
                      <c:pt idx="5130">
                        <c:v>10.314095279363601</c:v>
                      </c:pt>
                      <c:pt idx="5131">
                        <c:v>10.3391627443647</c:v>
                      </c:pt>
                      <c:pt idx="5132">
                        <c:v>10.378663387603501</c:v>
                      </c:pt>
                      <c:pt idx="5133">
                        <c:v>10.247998961906999</c:v>
                      </c:pt>
                      <c:pt idx="5134">
                        <c:v>10.176045462111</c:v>
                      </c:pt>
                      <c:pt idx="5135">
                        <c:v>10.2057334750775</c:v>
                      </c:pt>
                      <c:pt idx="5136">
                        <c:v>10.2057334750775</c:v>
                      </c:pt>
                      <c:pt idx="5137">
                        <c:v>10.321078304889999</c:v>
                      </c:pt>
                      <c:pt idx="5138">
                        <c:v>10.372245171964099</c:v>
                      </c:pt>
                      <c:pt idx="5139">
                        <c:v>10.238332602725499</c:v>
                      </c:pt>
                      <c:pt idx="5140">
                        <c:v>9.9500060001970798</c:v>
                      </c:pt>
                      <c:pt idx="5141">
                        <c:v>9.93417700761084</c:v>
                      </c:pt>
                      <c:pt idx="5142">
                        <c:v>9.8631308846847592</c:v>
                      </c:pt>
                      <c:pt idx="5143">
                        <c:v>9.7616268040642797</c:v>
                      </c:pt>
                      <c:pt idx="5144">
                        <c:v>9.6386607686070995</c:v>
                      </c:pt>
                      <c:pt idx="5145">
                        <c:v>9.6564002779842397</c:v>
                      </c:pt>
                      <c:pt idx="5146">
                        <c:v>9.5993068168476103</c:v>
                      </c:pt>
                      <c:pt idx="5147">
                        <c:v>9.5993068168476103</c:v>
                      </c:pt>
                      <c:pt idx="5148">
                        <c:v>9.6880085847473598</c:v>
                      </c:pt>
                      <c:pt idx="5149">
                        <c:v>9.5770058530996707</c:v>
                      </c:pt>
                      <c:pt idx="5150">
                        <c:v>9.5913968626744008</c:v>
                      </c:pt>
                      <c:pt idx="5151">
                        <c:v>9.5913968626744008</c:v>
                      </c:pt>
                      <c:pt idx="5152">
                        <c:v>9.5913968626744008</c:v>
                      </c:pt>
                      <c:pt idx="5153">
                        <c:v>9.6861199900015098</c:v>
                      </c:pt>
                      <c:pt idx="5154">
                        <c:v>9.7084093082858001</c:v>
                      </c:pt>
                      <c:pt idx="5155">
                        <c:v>9.7234490641685092</c:v>
                      </c:pt>
                      <c:pt idx="5156">
                        <c:v>9.6738900087049604</c:v>
                      </c:pt>
                      <c:pt idx="5157">
                        <c:v>9.6738900087049604</c:v>
                      </c:pt>
                      <c:pt idx="5158">
                        <c:v>9.5661031760892001</c:v>
                      </c:pt>
                      <c:pt idx="5159">
                        <c:v>9.3818933057741098</c:v>
                      </c:pt>
                      <c:pt idx="5160">
                        <c:v>9.2981051196289393</c:v>
                      </c:pt>
                      <c:pt idx="5161">
                        <c:v>9.2248573419317097</c:v>
                      </c:pt>
                      <c:pt idx="5162">
                        <c:v>9.1853611507493405</c:v>
                      </c:pt>
                      <c:pt idx="5163">
                        <c:v>9.2100457807399305</c:v>
                      </c:pt>
                      <c:pt idx="5164">
                        <c:v>9.2847660854951304</c:v>
                      </c:pt>
                      <c:pt idx="5165">
                        <c:v>9.2864720135757004</c:v>
                      </c:pt>
                      <c:pt idx="5166">
                        <c:v>9.3455474340467894</c:v>
                      </c:pt>
                      <c:pt idx="5167">
                        <c:v>9.2711152606458107</c:v>
                      </c:pt>
                      <c:pt idx="5168">
                        <c:v>9.2842605380758094</c:v>
                      </c:pt>
                      <c:pt idx="5169">
                        <c:v>9.2472908719909608</c:v>
                      </c:pt>
                      <c:pt idx="5170">
                        <c:v>9.2221076425702098</c:v>
                      </c:pt>
                      <c:pt idx="5171">
                        <c:v>9.2342332458557905</c:v>
                      </c:pt>
                      <c:pt idx="5172">
                        <c:v>9.2018974344414506</c:v>
                      </c:pt>
                      <c:pt idx="5173">
                        <c:v>9.1594654210547208</c:v>
                      </c:pt>
                      <c:pt idx="5174">
                        <c:v>9.0582266679421597</c:v>
                      </c:pt>
                      <c:pt idx="5175">
                        <c:v>8.9969978749303294</c:v>
                      </c:pt>
                      <c:pt idx="5176">
                        <c:v>9.2768130122176107</c:v>
                      </c:pt>
                      <c:pt idx="5177">
                        <c:v>9.4573500350198607</c:v>
                      </c:pt>
                      <c:pt idx="5178">
                        <c:v>9.3027996017155097</c:v>
                      </c:pt>
                      <c:pt idx="5179">
                        <c:v>9.2316422322371299</c:v>
                      </c:pt>
                      <c:pt idx="5180">
                        <c:v>9.2937025560484905</c:v>
                      </c:pt>
                      <c:pt idx="5181">
                        <c:v>9.1834634820287295</c:v>
                      </c:pt>
                      <c:pt idx="5182">
                        <c:v>9.2225888108148304</c:v>
                      </c:pt>
                      <c:pt idx="5183">
                        <c:v>9.3150250305267193</c:v>
                      </c:pt>
                      <c:pt idx="5184">
                        <c:v>9.2978758980354499</c:v>
                      </c:pt>
                      <c:pt idx="5185">
                        <c:v>9.1984547295254</c:v>
                      </c:pt>
                      <c:pt idx="5186">
                        <c:v>9.1727254404558796</c:v>
                      </c:pt>
                      <c:pt idx="5187">
                        <c:v>9.1677730612295196</c:v>
                      </c:pt>
                      <c:pt idx="5188">
                        <c:v>9.1814601881950892</c:v>
                      </c:pt>
                      <c:pt idx="5189">
                        <c:v>9.25125925824746</c:v>
                      </c:pt>
                      <c:pt idx="5190">
                        <c:v>9.3148727179624302</c:v>
                      </c:pt>
                      <c:pt idx="5191">
                        <c:v>9.3357439639582793</c:v>
                      </c:pt>
                      <c:pt idx="5192">
                        <c:v>9.3314129029389097</c:v>
                      </c:pt>
                      <c:pt idx="5193">
                        <c:v>9.3525502343256601</c:v>
                      </c:pt>
                      <c:pt idx="5194">
                        <c:v>9.3796720668289506</c:v>
                      </c:pt>
                      <c:pt idx="5195">
                        <c:v>9.4075637115249808</c:v>
                      </c:pt>
                      <c:pt idx="5196">
                        <c:v>9.3180533659014593</c:v>
                      </c:pt>
                      <c:pt idx="5197">
                        <c:v>9.3503411773093994</c:v>
                      </c:pt>
                      <c:pt idx="5198">
                        <c:v>9.3542643566607797</c:v>
                      </c:pt>
                      <c:pt idx="5199">
                        <c:v>9.4250867494529391</c:v>
                      </c:pt>
                      <c:pt idx="5200">
                        <c:v>9.3726816757984803</c:v>
                      </c:pt>
                      <c:pt idx="5201">
                        <c:v>9.3981465839832001</c:v>
                      </c:pt>
                      <c:pt idx="5202">
                        <c:v>9.4624145344875501</c:v>
                      </c:pt>
                      <c:pt idx="5203">
                        <c:v>9.5491178839985107</c:v>
                      </c:pt>
                      <c:pt idx="5204">
                        <c:v>9.5342386820401508</c:v>
                      </c:pt>
                      <c:pt idx="5205">
                        <c:v>9.6259867199451001</c:v>
                      </c:pt>
                      <c:pt idx="5206">
                        <c:v>9.6033185949866606</c:v>
                      </c:pt>
                      <c:pt idx="5207">
                        <c:v>9.6933391365507493</c:v>
                      </c:pt>
                      <c:pt idx="5208">
                        <c:v>9.6060081058781108</c:v>
                      </c:pt>
                      <c:pt idx="5209">
                        <c:v>9.5884183969218206</c:v>
                      </c:pt>
                      <c:pt idx="5210">
                        <c:v>9.5718438478168704</c:v>
                      </c:pt>
                      <c:pt idx="5211">
                        <c:v>9.5629668249129498</c:v>
                      </c:pt>
                      <c:pt idx="5212">
                        <c:v>9.5629668249129498</c:v>
                      </c:pt>
                      <c:pt idx="5213">
                        <c:v>9.6379864284487997</c:v>
                      </c:pt>
                      <c:pt idx="5214">
                        <c:v>9.6265201036155208</c:v>
                      </c:pt>
                      <c:pt idx="5215">
                        <c:v>9.6265201036155208</c:v>
                      </c:pt>
                      <c:pt idx="5216">
                        <c:v>9.6265201036155208</c:v>
                      </c:pt>
                      <c:pt idx="5217">
                        <c:v>9.7517553639030208</c:v>
                      </c:pt>
                      <c:pt idx="5218">
                        <c:v>9.9486366930055095</c:v>
                      </c:pt>
                      <c:pt idx="5219">
                        <c:v>9.9319990389552295</c:v>
                      </c:pt>
                      <c:pt idx="5220">
                        <c:v>9.8586595671232296</c:v>
                      </c:pt>
                      <c:pt idx="5221">
                        <c:v>9.8342859932200302</c:v>
                      </c:pt>
                      <c:pt idx="5222">
                        <c:v>10.058734612848401</c:v>
                      </c:pt>
                      <c:pt idx="5223">
                        <c:v>10.096376130350601</c:v>
                      </c:pt>
                      <c:pt idx="5224">
                        <c:v>10.420751588652699</c:v>
                      </c:pt>
                      <c:pt idx="5225">
                        <c:v>10.6455174963882</c:v>
                      </c:pt>
                      <c:pt idx="5226">
                        <c:v>10.3975651370985</c:v>
                      </c:pt>
                      <c:pt idx="5227">
                        <c:v>10.6248339659896</c:v>
                      </c:pt>
                      <c:pt idx="5228">
                        <c:v>10.820145775493501</c:v>
                      </c:pt>
                      <c:pt idx="5229">
                        <c:v>10.655123011299199</c:v>
                      </c:pt>
                      <c:pt idx="5230">
                        <c:v>10.6398484038844</c:v>
                      </c:pt>
                      <c:pt idx="5231">
                        <c:v>10.399909978074399</c:v>
                      </c:pt>
                      <c:pt idx="5232">
                        <c:v>10.2681788678151</c:v>
                      </c:pt>
                      <c:pt idx="5233">
                        <c:v>10.2103571025711</c:v>
                      </c:pt>
                      <c:pt idx="5234">
                        <c:v>10.3442049998334</c:v>
                      </c:pt>
                      <c:pt idx="5235">
                        <c:v>10.4939669693127</c:v>
                      </c:pt>
                      <c:pt idx="5236">
                        <c:v>10.412599152697499</c:v>
                      </c:pt>
                      <c:pt idx="5237">
                        <c:v>10.232535655136999</c:v>
                      </c:pt>
                      <c:pt idx="5238">
                        <c:v>10.218990696938301</c:v>
                      </c:pt>
                      <c:pt idx="5239">
                        <c:v>10.218990696938301</c:v>
                      </c:pt>
                      <c:pt idx="5240">
                        <c:v>10.1437454133009</c:v>
                      </c:pt>
                      <c:pt idx="5241">
                        <c:v>10.157000923227599</c:v>
                      </c:pt>
                      <c:pt idx="5242">
                        <c:v>10.194217339671599</c:v>
                      </c:pt>
                      <c:pt idx="5243">
                        <c:v>10.080120958045701</c:v>
                      </c:pt>
                      <c:pt idx="5244">
                        <c:v>10.0547638773961</c:v>
                      </c:pt>
                      <c:pt idx="5245">
                        <c:v>10.1526691049517</c:v>
                      </c:pt>
                      <c:pt idx="5246">
                        <c:v>10.317858627961099</c:v>
                      </c:pt>
                      <c:pt idx="5247">
                        <c:v>10.317858627961099</c:v>
                      </c:pt>
                      <c:pt idx="5248">
                        <c:v>10.2990838963128</c:v>
                      </c:pt>
                      <c:pt idx="5249">
                        <c:v>10.119309191275599</c:v>
                      </c:pt>
                      <c:pt idx="5250">
                        <c:v>9.9985140969837492</c:v>
                      </c:pt>
                      <c:pt idx="5251">
                        <c:v>10.0379631484704</c:v>
                      </c:pt>
                      <c:pt idx="5252">
                        <c:v>10.1471919213751</c:v>
                      </c:pt>
                      <c:pt idx="5253">
                        <c:v>10.1281374720863</c:v>
                      </c:pt>
                      <c:pt idx="5254">
                        <c:v>10.190306966163799</c:v>
                      </c:pt>
                      <c:pt idx="5255">
                        <c:v>10.293202587157801</c:v>
                      </c:pt>
                      <c:pt idx="5256">
                        <c:v>10.3528998743347</c:v>
                      </c:pt>
                      <c:pt idx="5257">
                        <c:v>10.399396928106899</c:v>
                      </c:pt>
                      <c:pt idx="5258">
                        <c:v>10.4672252579191</c:v>
                      </c:pt>
                      <c:pt idx="5259">
                        <c:v>10.524580779887099</c:v>
                      </c:pt>
                      <c:pt idx="5260">
                        <c:v>10.551487715072099</c:v>
                      </c:pt>
                      <c:pt idx="5261">
                        <c:v>10.5198809887381</c:v>
                      </c:pt>
                      <c:pt idx="5262">
                        <c:v>10.5198809887381</c:v>
                      </c:pt>
                      <c:pt idx="5263">
                        <c:v>10.2555288944046</c:v>
                      </c:pt>
                      <c:pt idx="5264">
                        <c:v>10.2534311272621</c:v>
                      </c:pt>
                      <c:pt idx="5265">
                        <c:v>10.1641500066708</c:v>
                      </c:pt>
                      <c:pt idx="5266">
                        <c:v>10.047859866391899</c:v>
                      </c:pt>
                      <c:pt idx="5267">
                        <c:v>10.047859866391899</c:v>
                      </c:pt>
                      <c:pt idx="5268">
                        <c:v>10.019520935094899</c:v>
                      </c:pt>
                      <c:pt idx="5269">
                        <c:v>10.0748022085</c:v>
                      </c:pt>
                      <c:pt idx="5270">
                        <c:v>10.351722861930901</c:v>
                      </c:pt>
                      <c:pt idx="5271">
                        <c:v>10.4000165130032</c:v>
                      </c:pt>
                      <c:pt idx="5272">
                        <c:v>10.4608419220343</c:v>
                      </c:pt>
                      <c:pt idx="5273">
                        <c:v>10.2610922365878</c:v>
                      </c:pt>
                      <c:pt idx="5274">
                        <c:v>10.342271972353499</c:v>
                      </c:pt>
                      <c:pt idx="5275">
                        <c:v>10.3794804039635</c:v>
                      </c:pt>
                      <c:pt idx="5276">
                        <c:v>10.364050512504299</c:v>
                      </c:pt>
                      <c:pt idx="5277">
                        <c:v>10.258909180139099</c:v>
                      </c:pt>
                      <c:pt idx="5278">
                        <c:v>10.401524048661599</c:v>
                      </c:pt>
                      <c:pt idx="5279">
                        <c:v>10.2612981307671</c:v>
                      </c:pt>
                      <c:pt idx="5280">
                        <c:v>10.194226035138</c:v>
                      </c:pt>
                      <c:pt idx="5281">
                        <c:v>10.166523601828199</c:v>
                      </c:pt>
                      <c:pt idx="5282">
                        <c:v>10.166523601828199</c:v>
                      </c:pt>
                      <c:pt idx="5283">
                        <c:v>10.2033730333719</c:v>
                      </c:pt>
                      <c:pt idx="5284">
                        <c:v>10.089029354754899</c:v>
                      </c:pt>
                      <c:pt idx="5285">
                        <c:v>10.2238692315681</c:v>
                      </c:pt>
                      <c:pt idx="5286">
                        <c:v>10.282265962480601</c:v>
                      </c:pt>
                      <c:pt idx="5287">
                        <c:v>10.290380747344701</c:v>
                      </c:pt>
                      <c:pt idx="5288">
                        <c:v>10.352197994771499</c:v>
                      </c:pt>
                      <c:pt idx="5289">
                        <c:v>10.344830429103901</c:v>
                      </c:pt>
                      <c:pt idx="5290">
                        <c:v>10.276777559404399</c:v>
                      </c:pt>
                      <c:pt idx="5291">
                        <c:v>10.1993821256305</c:v>
                      </c:pt>
                      <c:pt idx="5292">
                        <c:v>10.094781965521401</c:v>
                      </c:pt>
                      <c:pt idx="5293">
                        <c:v>10.034673370051999</c:v>
                      </c:pt>
                      <c:pt idx="5294">
                        <c:v>10.047221604339001</c:v>
                      </c:pt>
                      <c:pt idx="5295">
                        <c:v>10.120138274484701</c:v>
                      </c:pt>
                      <c:pt idx="5296">
                        <c:v>10.169845249149599</c:v>
                      </c:pt>
                      <c:pt idx="5297">
                        <c:v>10.209752422209601</c:v>
                      </c:pt>
                      <c:pt idx="5298">
                        <c:v>10.197915402508899</c:v>
                      </c:pt>
                      <c:pt idx="5299">
                        <c:v>10.191060348452799</c:v>
                      </c:pt>
                      <c:pt idx="5300">
                        <c:v>10.200912139784799</c:v>
                      </c:pt>
                      <c:pt idx="5301">
                        <c:v>10.162396059506101</c:v>
                      </c:pt>
                      <c:pt idx="5302">
                        <c:v>10.316538915167399</c:v>
                      </c:pt>
                      <c:pt idx="5303">
                        <c:v>10.260744398926001</c:v>
                      </c:pt>
                      <c:pt idx="5304">
                        <c:v>10.0856908950716</c:v>
                      </c:pt>
                      <c:pt idx="5305">
                        <c:v>9.8996241370281197</c:v>
                      </c:pt>
                      <c:pt idx="5306">
                        <c:v>9.7464855304365496</c:v>
                      </c:pt>
                      <c:pt idx="5307">
                        <c:v>9.7578723026507799</c:v>
                      </c:pt>
                      <c:pt idx="5308">
                        <c:v>9.7952456665057106</c:v>
                      </c:pt>
                      <c:pt idx="5309">
                        <c:v>9.7952456665057106</c:v>
                      </c:pt>
                      <c:pt idx="5310">
                        <c:v>9.8611680478294303</c:v>
                      </c:pt>
                      <c:pt idx="5311">
                        <c:v>9.6554826594522396</c:v>
                      </c:pt>
                      <c:pt idx="5312">
                        <c:v>9.6015971278073007</c:v>
                      </c:pt>
                      <c:pt idx="5313">
                        <c:v>9.4648265717664497</c:v>
                      </c:pt>
                      <c:pt idx="5314">
                        <c:v>9.4068535515045806</c:v>
                      </c:pt>
                      <c:pt idx="5315">
                        <c:v>9.4296669088988097</c:v>
                      </c:pt>
                      <c:pt idx="5316">
                        <c:v>9.4673970766352902</c:v>
                      </c:pt>
                      <c:pt idx="5317">
                        <c:v>9.4673970766352902</c:v>
                      </c:pt>
                      <c:pt idx="5318">
                        <c:v>9.4049279384448301</c:v>
                      </c:pt>
                      <c:pt idx="5319">
                        <c:v>9.4593441647293304</c:v>
                      </c:pt>
                      <c:pt idx="5320">
                        <c:v>9.5597266693342693</c:v>
                      </c:pt>
                      <c:pt idx="5321">
                        <c:v>9.52951694621499</c:v>
                      </c:pt>
                      <c:pt idx="5322">
                        <c:v>9.4810290045469507</c:v>
                      </c:pt>
                      <c:pt idx="5323">
                        <c:v>9.4623351230274402</c:v>
                      </c:pt>
                      <c:pt idx="5324">
                        <c:v>9.52428274432366</c:v>
                      </c:pt>
                      <c:pt idx="5325">
                        <c:v>9.5599139672584403</c:v>
                      </c:pt>
                      <c:pt idx="5326">
                        <c:v>9.5712418003210704</c:v>
                      </c:pt>
                      <c:pt idx="5327">
                        <c:v>9.5883976418138506</c:v>
                      </c:pt>
                      <c:pt idx="5328">
                        <c:v>9.19958088029572</c:v>
                      </c:pt>
                      <c:pt idx="5329">
                        <c:v>9.2908283636394309</c:v>
                      </c:pt>
                      <c:pt idx="5330">
                        <c:v>9.2647890672195601</c:v>
                      </c:pt>
                      <c:pt idx="5331">
                        <c:v>9.5746411600518098</c:v>
                      </c:pt>
                      <c:pt idx="5332">
                        <c:v>9.3696072052147308</c:v>
                      </c:pt>
                      <c:pt idx="5333">
                        <c:v>9.3995761504499793</c:v>
                      </c:pt>
                      <c:pt idx="5334">
                        <c:v>9.3328679956637295</c:v>
                      </c:pt>
                      <c:pt idx="5335">
                        <c:v>9.38213916685479</c:v>
                      </c:pt>
                      <c:pt idx="5336">
                        <c:v>9.3388703189638296</c:v>
                      </c:pt>
                      <c:pt idx="5337">
                        <c:v>9.3022365423891191</c:v>
                      </c:pt>
                      <c:pt idx="5338">
                        <c:v>9.3277537684747909</c:v>
                      </c:pt>
                      <c:pt idx="5339">
                        <c:v>9.2982358813288499</c:v>
                      </c:pt>
                      <c:pt idx="5340">
                        <c:v>9.2791247383504096</c:v>
                      </c:pt>
                      <c:pt idx="5341">
                        <c:v>9.3404086208631796</c:v>
                      </c:pt>
                      <c:pt idx="5342">
                        <c:v>9.4061156961925008</c:v>
                      </c:pt>
                      <c:pt idx="5343">
                        <c:v>9.4187519729419993</c:v>
                      </c:pt>
                      <c:pt idx="5344">
                        <c:v>9.0264771828971302</c:v>
                      </c:pt>
                      <c:pt idx="5345">
                        <c:v>9.5373967484728102</c:v>
                      </c:pt>
                      <c:pt idx="5346">
                        <c:v>9.4367355364228196</c:v>
                      </c:pt>
                      <c:pt idx="5347">
                        <c:v>9.4412625740212608</c:v>
                      </c:pt>
                      <c:pt idx="5348">
                        <c:v>9.4871943367064695</c:v>
                      </c:pt>
                      <c:pt idx="5349">
                        <c:v>9.1152079776828803</c:v>
                      </c:pt>
                      <c:pt idx="5350">
                        <c:v>9.2107825538439503</c:v>
                      </c:pt>
                      <c:pt idx="5351">
                        <c:v>9.3507635275898302</c:v>
                      </c:pt>
                      <c:pt idx="5352">
                        <c:v>9.4625106177629004</c:v>
                      </c:pt>
                      <c:pt idx="5353">
                        <c:v>9.3822580931668096</c:v>
                      </c:pt>
                      <c:pt idx="5354">
                        <c:v>9.4711150782763696</c:v>
                      </c:pt>
                      <c:pt idx="5355">
                        <c:v>9.5360255634502202</c:v>
                      </c:pt>
                      <c:pt idx="5356">
                        <c:v>9.5331367006309407</c:v>
                      </c:pt>
                      <c:pt idx="5357">
                        <c:v>9.5331367006309407</c:v>
                      </c:pt>
                      <c:pt idx="5358">
                        <c:v>9.5332854646296106</c:v>
                      </c:pt>
                      <c:pt idx="5359">
                        <c:v>9.5470580546636192</c:v>
                      </c:pt>
                      <c:pt idx="5360">
                        <c:v>9.6361613652354201</c:v>
                      </c:pt>
                      <c:pt idx="5361">
                        <c:v>9.6228590545221397</c:v>
                      </c:pt>
                      <c:pt idx="5362">
                        <c:v>9.8600277785167005</c:v>
                      </c:pt>
                      <c:pt idx="5363">
                        <c:v>9.9088589474827202</c:v>
                      </c:pt>
                      <c:pt idx="5364">
                        <c:v>10.0665328512677</c:v>
                      </c:pt>
                      <c:pt idx="5365">
                        <c:v>10.010462212529699</c:v>
                      </c:pt>
                      <c:pt idx="5366">
                        <c:v>10.1154361289259</c:v>
                      </c:pt>
                      <c:pt idx="5367" formatCode="General">
                        <c:v>10.37</c:v>
                      </c:pt>
                      <c:pt idx="5368" formatCode="General">
                        <c:v>10.27</c:v>
                      </c:pt>
                      <c:pt idx="5369" formatCode="General">
                        <c:v>10.15</c:v>
                      </c:pt>
                      <c:pt idx="5370" formatCode="General">
                        <c:v>10.18</c:v>
                      </c:pt>
                      <c:pt idx="5371" formatCode="General">
                        <c:v>10.199999999999999</c:v>
                      </c:pt>
                      <c:pt idx="5372" formatCode="General">
                        <c:v>10.4</c:v>
                      </c:pt>
                      <c:pt idx="5373" formatCode="General">
                        <c:v>10.26</c:v>
                      </c:pt>
                      <c:pt idx="5374" formatCode="General">
                        <c:v>10.06</c:v>
                      </c:pt>
                      <c:pt idx="5375" formatCode="General">
                        <c:v>10.01</c:v>
                      </c:pt>
                      <c:pt idx="5376" formatCode="General">
                        <c:v>10.08</c:v>
                      </c:pt>
                      <c:pt idx="5377" formatCode="General">
                        <c:v>10.15</c:v>
                      </c:pt>
                      <c:pt idx="5378" formatCode="General">
                        <c:v>10.11</c:v>
                      </c:pt>
                      <c:pt idx="5379" formatCode="General">
                        <c:v>9.85</c:v>
                      </c:pt>
                      <c:pt idx="5380" formatCode="General">
                        <c:v>10.130000000000001</c:v>
                      </c:pt>
                      <c:pt idx="5381" formatCode="General">
                        <c:v>9.7200000000000006</c:v>
                      </c:pt>
                      <c:pt idx="5382" formatCode="General">
                        <c:v>9.6199999999999992</c:v>
                      </c:pt>
                      <c:pt idx="5383" formatCode="General">
                        <c:v>9.44</c:v>
                      </c:pt>
                      <c:pt idx="5384" formatCode="General">
                        <c:v>9.51</c:v>
                      </c:pt>
                      <c:pt idx="5385" formatCode="General">
                        <c:v>10.029999999999999</c:v>
                      </c:pt>
                      <c:pt idx="5386" formatCode="General">
                        <c:v>10.14</c:v>
                      </c:pt>
                      <c:pt idx="5387" formatCode="General">
                        <c:v>10.18</c:v>
                      </c:pt>
                      <c:pt idx="5388" formatCode="General">
                        <c:v>10.25</c:v>
                      </c:pt>
                      <c:pt idx="5389" formatCode="General">
                        <c:v>10.28</c:v>
                      </c:pt>
                      <c:pt idx="5390" formatCode="General">
                        <c:v>10.220000000000001</c:v>
                      </c:pt>
                      <c:pt idx="5391" formatCode="General">
                        <c:v>9.98</c:v>
                      </c:pt>
                      <c:pt idx="5392" formatCode="General">
                        <c:v>10.02</c:v>
                      </c:pt>
                      <c:pt idx="5393" formatCode="General">
                        <c:v>9.9499999999999993</c:v>
                      </c:pt>
                      <c:pt idx="5394" formatCode="General">
                        <c:v>9.9</c:v>
                      </c:pt>
                      <c:pt idx="5395" formatCode="General">
                        <c:v>9.92</c:v>
                      </c:pt>
                      <c:pt idx="5396" formatCode="General">
                        <c:v>10.09</c:v>
                      </c:pt>
                      <c:pt idx="5397" formatCode="General">
                        <c:v>10.130000000000001</c:v>
                      </c:pt>
                      <c:pt idx="5398" formatCode="General">
                        <c:v>10.25</c:v>
                      </c:pt>
                      <c:pt idx="5399" formatCode="General">
                        <c:v>10.32</c:v>
                      </c:pt>
                      <c:pt idx="5400" formatCode="General">
                        <c:v>10.36</c:v>
                      </c:pt>
                      <c:pt idx="5401" formatCode="General">
                        <c:v>10.55</c:v>
                      </c:pt>
                      <c:pt idx="5402" formatCode="General">
                        <c:v>10.45</c:v>
                      </c:pt>
                      <c:pt idx="5403" formatCode="General">
                        <c:v>10.57</c:v>
                      </c:pt>
                      <c:pt idx="5404" formatCode="General">
                        <c:v>10.71</c:v>
                      </c:pt>
                      <c:pt idx="5405" formatCode="General">
                        <c:v>10.51</c:v>
                      </c:pt>
                      <c:pt idx="5406" formatCode="General">
                        <c:v>10.54</c:v>
                      </c:pt>
                      <c:pt idx="5407" formatCode="General">
                        <c:v>10.94</c:v>
                      </c:pt>
                      <c:pt idx="5408" formatCode="General">
                        <c:v>10.92</c:v>
                      </c:pt>
                      <c:pt idx="5409" formatCode="General">
                        <c:v>11.09</c:v>
                      </c:pt>
                      <c:pt idx="5410" formatCode="General">
                        <c:v>11.09</c:v>
                      </c:pt>
                      <c:pt idx="5411" formatCode="General">
                        <c:v>10.92</c:v>
                      </c:pt>
                      <c:pt idx="5412" formatCode="General">
                        <c:v>10.88</c:v>
                      </c:pt>
                      <c:pt idx="5413" formatCode="General">
                        <c:v>10.88</c:v>
                      </c:pt>
                      <c:pt idx="5414" formatCode="General">
                        <c:v>10.84</c:v>
                      </c:pt>
                      <c:pt idx="5415" formatCode="General">
                        <c:v>10.83</c:v>
                      </c:pt>
                      <c:pt idx="5416" formatCode="General">
                        <c:v>10.7</c:v>
                      </c:pt>
                      <c:pt idx="5417" formatCode="General">
                        <c:v>10.71</c:v>
                      </c:pt>
                      <c:pt idx="5418" formatCode="General">
                        <c:v>10.94</c:v>
                      </c:pt>
                      <c:pt idx="5419" formatCode="General">
                        <c:v>10.98</c:v>
                      </c:pt>
                      <c:pt idx="5420" formatCode="General">
                        <c:v>10.91</c:v>
                      </c:pt>
                      <c:pt idx="5421" formatCode="General">
                        <c:v>10.89</c:v>
                      </c:pt>
                      <c:pt idx="5422" formatCode="General">
                        <c:v>10.88</c:v>
                      </c:pt>
                      <c:pt idx="5423" formatCode="General">
                        <c:v>10.76</c:v>
                      </c:pt>
                      <c:pt idx="5424" formatCode="General">
                        <c:v>10.69</c:v>
                      </c:pt>
                      <c:pt idx="5425" formatCode="General">
                        <c:v>10.49</c:v>
                      </c:pt>
                      <c:pt idx="5426" formatCode="General">
                        <c:v>10.46</c:v>
                      </c:pt>
                      <c:pt idx="5427" formatCode="General">
                        <c:v>10.199999999999999</c:v>
                      </c:pt>
                      <c:pt idx="5428" formatCode="#,##0.00_);\(#,##0.00\)">
                        <c:v>10.4334316257076</c:v>
                      </c:pt>
                      <c:pt idx="5429" formatCode="#,##0.00_);\(#,##0.00\)">
                        <c:v>10.567681064639601</c:v>
                      </c:pt>
                      <c:pt idx="5430" formatCode="#,##0.00_);\(#,##0.00\)">
                        <c:v>10.634034172160501</c:v>
                      </c:pt>
                      <c:pt idx="5431" formatCode="#,##0.00_);\(#,##0.00\)">
                        <c:v>10.461053744720401</c:v>
                      </c:pt>
                      <c:pt idx="5432" formatCode="#,##0.00_);\(#,##0.00\)">
                        <c:v>10.59</c:v>
                      </c:pt>
                      <c:pt idx="5433" formatCode="#,##0.00_);\(#,##0.00\)">
                        <c:v>10.68</c:v>
                      </c:pt>
                      <c:pt idx="5434" formatCode="General">
                        <c:v>10.52</c:v>
                      </c:pt>
                      <c:pt idx="5435" formatCode="General">
                        <c:v>10.42</c:v>
                      </c:pt>
                      <c:pt idx="5436" formatCode="General">
                        <c:v>10.52</c:v>
                      </c:pt>
                      <c:pt idx="5437" formatCode="General">
                        <c:v>10.55</c:v>
                      </c:pt>
                      <c:pt idx="5438" formatCode="General">
                        <c:v>10.59</c:v>
                      </c:pt>
                      <c:pt idx="5439" formatCode="General">
                        <c:v>10.66</c:v>
                      </c:pt>
                      <c:pt idx="5440" formatCode="General">
                        <c:v>10.79</c:v>
                      </c:pt>
                      <c:pt idx="5441" formatCode="General">
                        <c:v>10.71</c:v>
                      </c:pt>
                      <c:pt idx="5442" formatCode="General">
                        <c:v>10.6</c:v>
                      </c:pt>
                      <c:pt idx="5443" formatCode="General">
                        <c:v>10.91</c:v>
                      </c:pt>
                      <c:pt idx="5444" formatCode="General">
                        <c:v>10.86</c:v>
                      </c:pt>
                      <c:pt idx="5445" formatCode="General">
                        <c:v>10.84</c:v>
                      </c:pt>
                      <c:pt idx="5446" formatCode="General">
                        <c:v>10.81</c:v>
                      </c:pt>
                      <c:pt idx="5447" formatCode="General">
                        <c:v>10.77</c:v>
                      </c:pt>
                      <c:pt idx="5448" formatCode="General">
                        <c:v>10.77</c:v>
                      </c:pt>
                      <c:pt idx="5449" formatCode="General">
                        <c:v>10.76</c:v>
                      </c:pt>
                      <c:pt idx="5450" formatCode="General">
                        <c:v>10.8</c:v>
                      </c:pt>
                      <c:pt idx="5451" formatCode="General">
                        <c:v>10.73</c:v>
                      </c:pt>
                      <c:pt idx="5452" formatCode="General">
                        <c:v>10.76</c:v>
                      </c:pt>
                      <c:pt idx="5453" formatCode="General">
                        <c:v>10.71</c:v>
                      </c:pt>
                      <c:pt idx="5454" formatCode="#,##0.00">
                        <c:v>10.66</c:v>
                      </c:pt>
                      <c:pt idx="5455" formatCode="General">
                        <c:v>10.72</c:v>
                      </c:pt>
                      <c:pt idx="5456" formatCode="General">
                        <c:v>10.69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0-C1B3-4C79-A6CD-8AA4F54CE65E}"/>
                  </c:ext>
                </c:extLst>
              </c15:ser>
            </c15:filteredLineSeries>
            <c15:filteredLineSeries>
              <c15:ser>
                <c:idx val="2"/>
                <c:order val="2"/>
                <c:tx>
                  <c:strRef>
                    <c:extLst>
                      <c:ext xmlns:c15="http://schemas.microsoft.com/office/drawing/2012/chart" uri="{02D57815-91ED-43cb-92C2-25804820EDAC}">
                        <c15:formulaRef>
                          <c15:sqref>Hoja2!$E$2</c15:sqref>
                        </c15:formulaRef>
                      </c:ext>
                    </c:extLst>
                    <c:strCache>
                      <c:ptCount val="1"/>
                      <c:pt idx="0">
                        <c:v>CDS 5 años %</c:v>
                      </c:pt>
                    </c:strCache>
                  </c:strRef>
                </c:tx>
                <c:spPr>
                  <a:ln w="22225" cap="rnd">
                    <a:solidFill>
                      <a:srgbClr val="92D050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Hoja2!$B$316:$B$5773</c15:sqref>
                        </c15:formulaRef>
                      </c:ext>
                    </c:extLst>
                    <c:numCache>
                      <c:formatCode>m/d/yyyy</c:formatCode>
                      <c:ptCount val="5458"/>
                      <c:pt idx="0">
                        <c:v>38070</c:v>
                      </c:pt>
                      <c:pt idx="1">
                        <c:v>38071</c:v>
                      </c:pt>
                      <c:pt idx="2">
                        <c:v>38072</c:v>
                      </c:pt>
                      <c:pt idx="3">
                        <c:v>38075</c:v>
                      </c:pt>
                      <c:pt idx="4">
                        <c:v>38076</c:v>
                      </c:pt>
                      <c:pt idx="5">
                        <c:v>38077</c:v>
                      </c:pt>
                      <c:pt idx="6">
                        <c:v>38078</c:v>
                      </c:pt>
                      <c:pt idx="7">
                        <c:v>38079</c:v>
                      </c:pt>
                      <c:pt idx="8">
                        <c:v>38082</c:v>
                      </c:pt>
                      <c:pt idx="9">
                        <c:v>38083</c:v>
                      </c:pt>
                      <c:pt idx="10">
                        <c:v>38084</c:v>
                      </c:pt>
                      <c:pt idx="11">
                        <c:v>38085</c:v>
                      </c:pt>
                      <c:pt idx="12">
                        <c:v>38089</c:v>
                      </c:pt>
                      <c:pt idx="13">
                        <c:v>38090</c:v>
                      </c:pt>
                      <c:pt idx="14">
                        <c:v>38091</c:v>
                      </c:pt>
                      <c:pt idx="15">
                        <c:v>38092</c:v>
                      </c:pt>
                      <c:pt idx="16">
                        <c:v>38093</c:v>
                      </c:pt>
                      <c:pt idx="17">
                        <c:v>38096</c:v>
                      </c:pt>
                      <c:pt idx="18">
                        <c:v>38097</c:v>
                      </c:pt>
                      <c:pt idx="19">
                        <c:v>38098</c:v>
                      </c:pt>
                      <c:pt idx="20">
                        <c:v>38099</c:v>
                      </c:pt>
                      <c:pt idx="21">
                        <c:v>38100</c:v>
                      </c:pt>
                      <c:pt idx="22">
                        <c:v>38103</c:v>
                      </c:pt>
                      <c:pt idx="23">
                        <c:v>38104</c:v>
                      </c:pt>
                      <c:pt idx="24">
                        <c:v>38105</c:v>
                      </c:pt>
                      <c:pt idx="25">
                        <c:v>38106</c:v>
                      </c:pt>
                      <c:pt idx="26">
                        <c:v>38107</c:v>
                      </c:pt>
                      <c:pt idx="27">
                        <c:v>38110</c:v>
                      </c:pt>
                      <c:pt idx="28">
                        <c:v>38111</c:v>
                      </c:pt>
                      <c:pt idx="29">
                        <c:v>38112</c:v>
                      </c:pt>
                      <c:pt idx="30">
                        <c:v>38113</c:v>
                      </c:pt>
                      <c:pt idx="31">
                        <c:v>38114</c:v>
                      </c:pt>
                      <c:pt idx="32">
                        <c:v>38117</c:v>
                      </c:pt>
                      <c:pt idx="33">
                        <c:v>38118</c:v>
                      </c:pt>
                      <c:pt idx="34">
                        <c:v>38119</c:v>
                      </c:pt>
                      <c:pt idx="35">
                        <c:v>38120</c:v>
                      </c:pt>
                      <c:pt idx="36">
                        <c:v>38121</c:v>
                      </c:pt>
                      <c:pt idx="37">
                        <c:v>38124</c:v>
                      </c:pt>
                      <c:pt idx="38">
                        <c:v>38125</c:v>
                      </c:pt>
                      <c:pt idx="39">
                        <c:v>38126</c:v>
                      </c:pt>
                      <c:pt idx="40">
                        <c:v>38127</c:v>
                      </c:pt>
                      <c:pt idx="41">
                        <c:v>38128</c:v>
                      </c:pt>
                      <c:pt idx="42">
                        <c:v>38131</c:v>
                      </c:pt>
                      <c:pt idx="43">
                        <c:v>38132</c:v>
                      </c:pt>
                      <c:pt idx="44">
                        <c:v>38133</c:v>
                      </c:pt>
                      <c:pt idx="45">
                        <c:v>38134</c:v>
                      </c:pt>
                      <c:pt idx="46">
                        <c:v>38135</c:v>
                      </c:pt>
                      <c:pt idx="47">
                        <c:v>38138</c:v>
                      </c:pt>
                      <c:pt idx="48">
                        <c:v>38139</c:v>
                      </c:pt>
                      <c:pt idx="49">
                        <c:v>38140</c:v>
                      </c:pt>
                      <c:pt idx="50">
                        <c:v>38141</c:v>
                      </c:pt>
                      <c:pt idx="51">
                        <c:v>38142</c:v>
                      </c:pt>
                      <c:pt idx="52">
                        <c:v>38145</c:v>
                      </c:pt>
                      <c:pt idx="53">
                        <c:v>38146</c:v>
                      </c:pt>
                      <c:pt idx="54">
                        <c:v>38147</c:v>
                      </c:pt>
                      <c:pt idx="55">
                        <c:v>38148</c:v>
                      </c:pt>
                      <c:pt idx="56">
                        <c:v>38149</c:v>
                      </c:pt>
                      <c:pt idx="57">
                        <c:v>38152</c:v>
                      </c:pt>
                      <c:pt idx="58">
                        <c:v>38153</c:v>
                      </c:pt>
                      <c:pt idx="59">
                        <c:v>38154</c:v>
                      </c:pt>
                      <c:pt idx="60">
                        <c:v>38155</c:v>
                      </c:pt>
                      <c:pt idx="61">
                        <c:v>38156</c:v>
                      </c:pt>
                      <c:pt idx="62">
                        <c:v>38159</c:v>
                      </c:pt>
                      <c:pt idx="63">
                        <c:v>38160</c:v>
                      </c:pt>
                      <c:pt idx="64">
                        <c:v>38161</c:v>
                      </c:pt>
                      <c:pt idx="65">
                        <c:v>38162</c:v>
                      </c:pt>
                      <c:pt idx="66">
                        <c:v>38163</c:v>
                      </c:pt>
                      <c:pt idx="67">
                        <c:v>38166</c:v>
                      </c:pt>
                      <c:pt idx="68">
                        <c:v>38167</c:v>
                      </c:pt>
                      <c:pt idx="69">
                        <c:v>38168</c:v>
                      </c:pt>
                      <c:pt idx="70">
                        <c:v>38169</c:v>
                      </c:pt>
                      <c:pt idx="71">
                        <c:v>38170</c:v>
                      </c:pt>
                      <c:pt idx="72">
                        <c:v>38174</c:v>
                      </c:pt>
                      <c:pt idx="73">
                        <c:v>38175</c:v>
                      </c:pt>
                      <c:pt idx="74">
                        <c:v>38176</c:v>
                      </c:pt>
                      <c:pt idx="75">
                        <c:v>38177</c:v>
                      </c:pt>
                      <c:pt idx="76">
                        <c:v>38180</c:v>
                      </c:pt>
                      <c:pt idx="77">
                        <c:v>38181</c:v>
                      </c:pt>
                      <c:pt idx="78">
                        <c:v>38182</c:v>
                      </c:pt>
                      <c:pt idx="79">
                        <c:v>38183</c:v>
                      </c:pt>
                      <c:pt idx="80">
                        <c:v>38184</c:v>
                      </c:pt>
                      <c:pt idx="81">
                        <c:v>38187</c:v>
                      </c:pt>
                      <c:pt idx="82">
                        <c:v>38188</c:v>
                      </c:pt>
                      <c:pt idx="83">
                        <c:v>38189</c:v>
                      </c:pt>
                      <c:pt idx="84">
                        <c:v>38190</c:v>
                      </c:pt>
                      <c:pt idx="85">
                        <c:v>38191</c:v>
                      </c:pt>
                      <c:pt idx="86">
                        <c:v>38194</c:v>
                      </c:pt>
                      <c:pt idx="87">
                        <c:v>38195</c:v>
                      </c:pt>
                      <c:pt idx="88">
                        <c:v>38196</c:v>
                      </c:pt>
                      <c:pt idx="89">
                        <c:v>38197</c:v>
                      </c:pt>
                      <c:pt idx="90">
                        <c:v>38198</c:v>
                      </c:pt>
                      <c:pt idx="91">
                        <c:v>38201</c:v>
                      </c:pt>
                      <c:pt idx="92">
                        <c:v>38202</c:v>
                      </c:pt>
                      <c:pt idx="93">
                        <c:v>38203</c:v>
                      </c:pt>
                      <c:pt idx="94">
                        <c:v>38204</c:v>
                      </c:pt>
                      <c:pt idx="95">
                        <c:v>38205</c:v>
                      </c:pt>
                      <c:pt idx="96">
                        <c:v>38208</c:v>
                      </c:pt>
                      <c:pt idx="97">
                        <c:v>38209</c:v>
                      </c:pt>
                      <c:pt idx="98">
                        <c:v>38210</c:v>
                      </c:pt>
                      <c:pt idx="99">
                        <c:v>38211</c:v>
                      </c:pt>
                      <c:pt idx="100">
                        <c:v>38212</c:v>
                      </c:pt>
                      <c:pt idx="101">
                        <c:v>38215</c:v>
                      </c:pt>
                      <c:pt idx="102">
                        <c:v>38216</c:v>
                      </c:pt>
                      <c:pt idx="103">
                        <c:v>38217</c:v>
                      </c:pt>
                      <c:pt idx="104">
                        <c:v>38218</c:v>
                      </c:pt>
                      <c:pt idx="105">
                        <c:v>38219</c:v>
                      </c:pt>
                      <c:pt idx="106">
                        <c:v>38222</c:v>
                      </c:pt>
                      <c:pt idx="107">
                        <c:v>38223</c:v>
                      </c:pt>
                      <c:pt idx="108">
                        <c:v>38224</c:v>
                      </c:pt>
                      <c:pt idx="109">
                        <c:v>38225</c:v>
                      </c:pt>
                      <c:pt idx="110">
                        <c:v>38226</c:v>
                      </c:pt>
                      <c:pt idx="111">
                        <c:v>38229</c:v>
                      </c:pt>
                      <c:pt idx="112">
                        <c:v>38230</c:v>
                      </c:pt>
                      <c:pt idx="113">
                        <c:v>38231</c:v>
                      </c:pt>
                      <c:pt idx="114">
                        <c:v>38232</c:v>
                      </c:pt>
                      <c:pt idx="115">
                        <c:v>38233</c:v>
                      </c:pt>
                      <c:pt idx="116">
                        <c:v>38236</c:v>
                      </c:pt>
                      <c:pt idx="117">
                        <c:v>38237</c:v>
                      </c:pt>
                      <c:pt idx="118">
                        <c:v>38238</c:v>
                      </c:pt>
                      <c:pt idx="119">
                        <c:v>38239</c:v>
                      </c:pt>
                      <c:pt idx="120">
                        <c:v>38240</c:v>
                      </c:pt>
                      <c:pt idx="121">
                        <c:v>38243</c:v>
                      </c:pt>
                      <c:pt idx="122">
                        <c:v>38244</c:v>
                      </c:pt>
                      <c:pt idx="123">
                        <c:v>38245</c:v>
                      </c:pt>
                      <c:pt idx="124">
                        <c:v>38246</c:v>
                      </c:pt>
                      <c:pt idx="125">
                        <c:v>38247</c:v>
                      </c:pt>
                      <c:pt idx="126">
                        <c:v>38250</c:v>
                      </c:pt>
                      <c:pt idx="127">
                        <c:v>38251</c:v>
                      </c:pt>
                      <c:pt idx="128">
                        <c:v>38252</c:v>
                      </c:pt>
                      <c:pt idx="129">
                        <c:v>38253</c:v>
                      </c:pt>
                      <c:pt idx="130">
                        <c:v>38254</c:v>
                      </c:pt>
                      <c:pt idx="131">
                        <c:v>38257</c:v>
                      </c:pt>
                      <c:pt idx="132">
                        <c:v>38258</c:v>
                      </c:pt>
                      <c:pt idx="133">
                        <c:v>38259</c:v>
                      </c:pt>
                      <c:pt idx="134">
                        <c:v>38260</c:v>
                      </c:pt>
                      <c:pt idx="135">
                        <c:v>38261</c:v>
                      </c:pt>
                      <c:pt idx="136">
                        <c:v>38264</c:v>
                      </c:pt>
                      <c:pt idx="137">
                        <c:v>38265</c:v>
                      </c:pt>
                      <c:pt idx="138">
                        <c:v>38266</c:v>
                      </c:pt>
                      <c:pt idx="139">
                        <c:v>38267</c:v>
                      </c:pt>
                      <c:pt idx="140">
                        <c:v>38268</c:v>
                      </c:pt>
                      <c:pt idx="141">
                        <c:v>38271</c:v>
                      </c:pt>
                      <c:pt idx="142">
                        <c:v>38272</c:v>
                      </c:pt>
                      <c:pt idx="143">
                        <c:v>38273</c:v>
                      </c:pt>
                      <c:pt idx="144">
                        <c:v>38274</c:v>
                      </c:pt>
                      <c:pt idx="145">
                        <c:v>38275</c:v>
                      </c:pt>
                      <c:pt idx="146">
                        <c:v>38278</c:v>
                      </c:pt>
                      <c:pt idx="147">
                        <c:v>38279</c:v>
                      </c:pt>
                      <c:pt idx="148">
                        <c:v>38280</c:v>
                      </c:pt>
                      <c:pt idx="149">
                        <c:v>38281</c:v>
                      </c:pt>
                      <c:pt idx="150">
                        <c:v>38282</c:v>
                      </c:pt>
                      <c:pt idx="151">
                        <c:v>38285</c:v>
                      </c:pt>
                      <c:pt idx="152">
                        <c:v>38286</c:v>
                      </c:pt>
                      <c:pt idx="153">
                        <c:v>38287</c:v>
                      </c:pt>
                      <c:pt idx="154">
                        <c:v>38288</c:v>
                      </c:pt>
                      <c:pt idx="155">
                        <c:v>38289</c:v>
                      </c:pt>
                      <c:pt idx="156">
                        <c:v>38292</c:v>
                      </c:pt>
                      <c:pt idx="157">
                        <c:v>38293</c:v>
                      </c:pt>
                      <c:pt idx="158">
                        <c:v>38294</c:v>
                      </c:pt>
                      <c:pt idx="159">
                        <c:v>38295</c:v>
                      </c:pt>
                      <c:pt idx="160">
                        <c:v>38296</c:v>
                      </c:pt>
                      <c:pt idx="161">
                        <c:v>38299</c:v>
                      </c:pt>
                      <c:pt idx="162">
                        <c:v>38300</c:v>
                      </c:pt>
                      <c:pt idx="163">
                        <c:v>38301</c:v>
                      </c:pt>
                      <c:pt idx="164">
                        <c:v>38302</c:v>
                      </c:pt>
                      <c:pt idx="165">
                        <c:v>38303</c:v>
                      </c:pt>
                      <c:pt idx="166">
                        <c:v>38306</c:v>
                      </c:pt>
                      <c:pt idx="167">
                        <c:v>38307</c:v>
                      </c:pt>
                      <c:pt idx="168">
                        <c:v>38308</c:v>
                      </c:pt>
                      <c:pt idx="169">
                        <c:v>38309</c:v>
                      </c:pt>
                      <c:pt idx="170">
                        <c:v>38310</c:v>
                      </c:pt>
                      <c:pt idx="171">
                        <c:v>38313</c:v>
                      </c:pt>
                      <c:pt idx="172">
                        <c:v>38314</c:v>
                      </c:pt>
                      <c:pt idx="173">
                        <c:v>38315</c:v>
                      </c:pt>
                      <c:pt idx="174">
                        <c:v>38316</c:v>
                      </c:pt>
                      <c:pt idx="175">
                        <c:v>38317</c:v>
                      </c:pt>
                      <c:pt idx="176">
                        <c:v>38320</c:v>
                      </c:pt>
                      <c:pt idx="177">
                        <c:v>38321</c:v>
                      </c:pt>
                      <c:pt idx="178">
                        <c:v>38322</c:v>
                      </c:pt>
                      <c:pt idx="179">
                        <c:v>38323</c:v>
                      </c:pt>
                      <c:pt idx="180">
                        <c:v>38324</c:v>
                      </c:pt>
                      <c:pt idx="181">
                        <c:v>38327</c:v>
                      </c:pt>
                      <c:pt idx="182">
                        <c:v>38328</c:v>
                      </c:pt>
                      <c:pt idx="183">
                        <c:v>38329</c:v>
                      </c:pt>
                      <c:pt idx="184">
                        <c:v>38330</c:v>
                      </c:pt>
                      <c:pt idx="185">
                        <c:v>38331</c:v>
                      </c:pt>
                      <c:pt idx="186">
                        <c:v>38334</c:v>
                      </c:pt>
                      <c:pt idx="187">
                        <c:v>38335</c:v>
                      </c:pt>
                      <c:pt idx="188">
                        <c:v>38336</c:v>
                      </c:pt>
                      <c:pt idx="189">
                        <c:v>38337</c:v>
                      </c:pt>
                      <c:pt idx="190">
                        <c:v>38338</c:v>
                      </c:pt>
                      <c:pt idx="191">
                        <c:v>38341</c:v>
                      </c:pt>
                      <c:pt idx="192">
                        <c:v>38342</c:v>
                      </c:pt>
                      <c:pt idx="193">
                        <c:v>38343</c:v>
                      </c:pt>
                      <c:pt idx="194">
                        <c:v>38344</c:v>
                      </c:pt>
                      <c:pt idx="195">
                        <c:v>38345</c:v>
                      </c:pt>
                      <c:pt idx="196">
                        <c:v>38348</c:v>
                      </c:pt>
                      <c:pt idx="197">
                        <c:v>38349</c:v>
                      </c:pt>
                      <c:pt idx="198">
                        <c:v>38350</c:v>
                      </c:pt>
                      <c:pt idx="199">
                        <c:v>38351</c:v>
                      </c:pt>
                      <c:pt idx="200">
                        <c:v>38352</c:v>
                      </c:pt>
                      <c:pt idx="201">
                        <c:v>38355</c:v>
                      </c:pt>
                      <c:pt idx="202">
                        <c:v>38356</c:v>
                      </c:pt>
                      <c:pt idx="203">
                        <c:v>38357</c:v>
                      </c:pt>
                      <c:pt idx="204">
                        <c:v>38358</c:v>
                      </c:pt>
                      <c:pt idx="205">
                        <c:v>38359</c:v>
                      </c:pt>
                      <c:pt idx="206">
                        <c:v>38362</c:v>
                      </c:pt>
                      <c:pt idx="207">
                        <c:v>38363</c:v>
                      </c:pt>
                      <c:pt idx="208">
                        <c:v>38364</c:v>
                      </c:pt>
                      <c:pt idx="209">
                        <c:v>38365</c:v>
                      </c:pt>
                      <c:pt idx="210">
                        <c:v>38366</c:v>
                      </c:pt>
                      <c:pt idx="211">
                        <c:v>38369</c:v>
                      </c:pt>
                      <c:pt idx="212">
                        <c:v>38370</c:v>
                      </c:pt>
                      <c:pt idx="213">
                        <c:v>38371</c:v>
                      </c:pt>
                      <c:pt idx="214">
                        <c:v>38372</c:v>
                      </c:pt>
                      <c:pt idx="215">
                        <c:v>38373</c:v>
                      </c:pt>
                      <c:pt idx="216">
                        <c:v>38376</c:v>
                      </c:pt>
                      <c:pt idx="217">
                        <c:v>38377</c:v>
                      </c:pt>
                      <c:pt idx="218">
                        <c:v>38378</c:v>
                      </c:pt>
                      <c:pt idx="219">
                        <c:v>38379</c:v>
                      </c:pt>
                      <c:pt idx="220">
                        <c:v>38380</c:v>
                      </c:pt>
                      <c:pt idx="221">
                        <c:v>38383</c:v>
                      </c:pt>
                      <c:pt idx="222">
                        <c:v>38384</c:v>
                      </c:pt>
                      <c:pt idx="223">
                        <c:v>38385</c:v>
                      </c:pt>
                      <c:pt idx="224">
                        <c:v>38386</c:v>
                      </c:pt>
                      <c:pt idx="225">
                        <c:v>38387</c:v>
                      </c:pt>
                      <c:pt idx="226">
                        <c:v>38390</c:v>
                      </c:pt>
                      <c:pt idx="227">
                        <c:v>38391</c:v>
                      </c:pt>
                      <c:pt idx="228">
                        <c:v>38392</c:v>
                      </c:pt>
                      <c:pt idx="229">
                        <c:v>38393</c:v>
                      </c:pt>
                      <c:pt idx="230">
                        <c:v>38394</c:v>
                      </c:pt>
                      <c:pt idx="231">
                        <c:v>38397</c:v>
                      </c:pt>
                      <c:pt idx="232">
                        <c:v>38398</c:v>
                      </c:pt>
                      <c:pt idx="233">
                        <c:v>38399</c:v>
                      </c:pt>
                      <c:pt idx="234">
                        <c:v>38400</c:v>
                      </c:pt>
                      <c:pt idx="235">
                        <c:v>38401</c:v>
                      </c:pt>
                      <c:pt idx="236">
                        <c:v>38404</c:v>
                      </c:pt>
                      <c:pt idx="237">
                        <c:v>38405</c:v>
                      </c:pt>
                      <c:pt idx="238">
                        <c:v>38406</c:v>
                      </c:pt>
                      <c:pt idx="239">
                        <c:v>38407</c:v>
                      </c:pt>
                      <c:pt idx="240">
                        <c:v>38408</c:v>
                      </c:pt>
                      <c:pt idx="241">
                        <c:v>38411</c:v>
                      </c:pt>
                      <c:pt idx="242">
                        <c:v>38412</c:v>
                      </c:pt>
                      <c:pt idx="243">
                        <c:v>38413</c:v>
                      </c:pt>
                      <c:pt idx="244">
                        <c:v>38414</c:v>
                      </c:pt>
                      <c:pt idx="245">
                        <c:v>38415</c:v>
                      </c:pt>
                      <c:pt idx="246">
                        <c:v>38418</c:v>
                      </c:pt>
                      <c:pt idx="247">
                        <c:v>38419</c:v>
                      </c:pt>
                      <c:pt idx="248">
                        <c:v>38420</c:v>
                      </c:pt>
                      <c:pt idx="249">
                        <c:v>38421</c:v>
                      </c:pt>
                      <c:pt idx="250">
                        <c:v>38422</c:v>
                      </c:pt>
                      <c:pt idx="251">
                        <c:v>38425</c:v>
                      </c:pt>
                      <c:pt idx="252">
                        <c:v>38426</c:v>
                      </c:pt>
                      <c:pt idx="253">
                        <c:v>38427</c:v>
                      </c:pt>
                      <c:pt idx="254">
                        <c:v>38428</c:v>
                      </c:pt>
                      <c:pt idx="255">
                        <c:v>38429</c:v>
                      </c:pt>
                      <c:pt idx="256">
                        <c:v>38432</c:v>
                      </c:pt>
                      <c:pt idx="257">
                        <c:v>38433</c:v>
                      </c:pt>
                      <c:pt idx="258">
                        <c:v>38434</c:v>
                      </c:pt>
                      <c:pt idx="259">
                        <c:v>38435</c:v>
                      </c:pt>
                      <c:pt idx="260">
                        <c:v>38436</c:v>
                      </c:pt>
                      <c:pt idx="261">
                        <c:v>38439</c:v>
                      </c:pt>
                      <c:pt idx="262">
                        <c:v>38440</c:v>
                      </c:pt>
                      <c:pt idx="263">
                        <c:v>38441</c:v>
                      </c:pt>
                      <c:pt idx="264">
                        <c:v>38442</c:v>
                      </c:pt>
                      <c:pt idx="265">
                        <c:v>38443</c:v>
                      </c:pt>
                      <c:pt idx="266">
                        <c:v>38446</c:v>
                      </c:pt>
                      <c:pt idx="267">
                        <c:v>38447</c:v>
                      </c:pt>
                      <c:pt idx="268">
                        <c:v>38448</c:v>
                      </c:pt>
                      <c:pt idx="269">
                        <c:v>38449</c:v>
                      </c:pt>
                      <c:pt idx="270">
                        <c:v>38450</c:v>
                      </c:pt>
                      <c:pt idx="271">
                        <c:v>38453</c:v>
                      </c:pt>
                      <c:pt idx="272">
                        <c:v>38454</c:v>
                      </c:pt>
                      <c:pt idx="273">
                        <c:v>38455</c:v>
                      </c:pt>
                      <c:pt idx="274">
                        <c:v>38456</c:v>
                      </c:pt>
                      <c:pt idx="275">
                        <c:v>38457</c:v>
                      </c:pt>
                      <c:pt idx="276">
                        <c:v>38460</c:v>
                      </c:pt>
                      <c:pt idx="277">
                        <c:v>38461</c:v>
                      </c:pt>
                      <c:pt idx="278">
                        <c:v>38462</c:v>
                      </c:pt>
                      <c:pt idx="279">
                        <c:v>38463</c:v>
                      </c:pt>
                      <c:pt idx="280">
                        <c:v>38464</c:v>
                      </c:pt>
                      <c:pt idx="281">
                        <c:v>38467</c:v>
                      </c:pt>
                      <c:pt idx="282">
                        <c:v>38468</c:v>
                      </c:pt>
                      <c:pt idx="283">
                        <c:v>38469</c:v>
                      </c:pt>
                      <c:pt idx="284">
                        <c:v>38470</c:v>
                      </c:pt>
                      <c:pt idx="285">
                        <c:v>38471</c:v>
                      </c:pt>
                      <c:pt idx="286">
                        <c:v>38474</c:v>
                      </c:pt>
                      <c:pt idx="287">
                        <c:v>38475</c:v>
                      </c:pt>
                      <c:pt idx="288">
                        <c:v>38476</c:v>
                      </c:pt>
                      <c:pt idx="289">
                        <c:v>38477</c:v>
                      </c:pt>
                      <c:pt idx="290">
                        <c:v>38478</c:v>
                      </c:pt>
                      <c:pt idx="291">
                        <c:v>38481</c:v>
                      </c:pt>
                      <c:pt idx="292">
                        <c:v>38482</c:v>
                      </c:pt>
                      <c:pt idx="293">
                        <c:v>38483</c:v>
                      </c:pt>
                      <c:pt idx="294">
                        <c:v>38484</c:v>
                      </c:pt>
                      <c:pt idx="295">
                        <c:v>38485</c:v>
                      </c:pt>
                      <c:pt idx="296">
                        <c:v>38488</c:v>
                      </c:pt>
                      <c:pt idx="297">
                        <c:v>38489</c:v>
                      </c:pt>
                      <c:pt idx="298">
                        <c:v>38490</c:v>
                      </c:pt>
                      <c:pt idx="299">
                        <c:v>38491</c:v>
                      </c:pt>
                      <c:pt idx="300">
                        <c:v>38492</c:v>
                      </c:pt>
                      <c:pt idx="301">
                        <c:v>38495</c:v>
                      </c:pt>
                      <c:pt idx="302">
                        <c:v>38496</c:v>
                      </c:pt>
                      <c:pt idx="303">
                        <c:v>38497</c:v>
                      </c:pt>
                      <c:pt idx="304">
                        <c:v>38498</c:v>
                      </c:pt>
                      <c:pt idx="305">
                        <c:v>38499</c:v>
                      </c:pt>
                      <c:pt idx="306">
                        <c:v>38503</c:v>
                      </c:pt>
                      <c:pt idx="307">
                        <c:v>38504</c:v>
                      </c:pt>
                      <c:pt idx="308">
                        <c:v>38505</c:v>
                      </c:pt>
                      <c:pt idx="309">
                        <c:v>38506</c:v>
                      </c:pt>
                      <c:pt idx="310">
                        <c:v>38509</c:v>
                      </c:pt>
                      <c:pt idx="311">
                        <c:v>38510</c:v>
                      </c:pt>
                      <c:pt idx="312">
                        <c:v>38511</c:v>
                      </c:pt>
                      <c:pt idx="313">
                        <c:v>38512</c:v>
                      </c:pt>
                      <c:pt idx="314">
                        <c:v>38513</c:v>
                      </c:pt>
                      <c:pt idx="315">
                        <c:v>38516</c:v>
                      </c:pt>
                      <c:pt idx="316">
                        <c:v>38517</c:v>
                      </c:pt>
                      <c:pt idx="317">
                        <c:v>38518</c:v>
                      </c:pt>
                      <c:pt idx="318">
                        <c:v>38519</c:v>
                      </c:pt>
                      <c:pt idx="319">
                        <c:v>38520</c:v>
                      </c:pt>
                      <c:pt idx="320">
                        <c:v>38523</c:v>
                      </c:pt>
                      <c:pt idx="321">
                        <c:v>38524</c:v>
                      </c:pt>
                      <c:pt idx="322">
                        <c:v>38525</c:v>
                      </c:pt>
                      <c:pt idx="323">
                        <c:v>38526</c:v>
                      </c:pt>
                      <c:pt idx="324">
                        <c:v>38527</c:v>
                      </c:pt>
                      <c:pt idx="325">
                        <c:v>38530</c:v>
                      </c:pt>
                      <c:pt idx="326">
                        <c:v>38531</c:v>
                      </c:pt>
                      <c:pt idx="327">
                        <c:v>38532</c:v>
                      </c:pt>
                      <c:pt idx="328">
                        <c:v>38533</c:v>
                      </c:pt>
                      <c:pt idx="329">
                        <c:v>38534</c:v>
                      </c:pt>
                      <c:pt idx="330">
                        <c:v>38537</c:v>
                      </c:pt>
                      <c:pt idx="331">
                        <c:v>38538</c:v>
                      </c:pt>
                      <c:pt idx="332">
                        <c:v>38539</c:v>
                      </c:pt>
                      <c:pt idx="333">
                        <c:v>38540</c:v>
                      </c:pt>
                      <c:pt idx="334">
                        <c:v>38541</c:v>
                      </c:pt>
                      <c:pt idx="335">
                        <c:v>38544</c:v>
                      </c:pt>
                      <c:pt idx="336">
                        <c:v>38545</c:v>
                      </c:pt>
                      <c:pt idx="337">
                        <c:v>38546</c:v>
                      </c:pt>
                      <c:pt idx="338">
                        <c:v>38547</c:v>
                      </c:pt>
                      <c:pt idx="339">
                        <c:v>38548</c:v>
                      </c:pt>
                      <c:pt idx="340">
                        <c:v>38551</c:v>
                      </c:pt>
                      <c:pt idx="341">
                        <c:v>38552</c:v>
                      </c:pt>
                      <c:pt idx="342">
                        <c:v>38553</c:v>
                      </c:pt>
                      <c:pt idx="343">
                        <c:v>38554</c:v>
                      </c:pt>
                      <c:pt idx="344">
                        <c:v>38555</c:v>
                      </c:pt>
                      <c:pt idx="345">
                        <c:v>38558</c:v>
                      </c:pt>
                      <c:pt idx="346">
                        <c:v>38559</c:v>
                      </c:pt>
                      <c:pt idx="347">
                        <c:v>38560</c:v>
                      </c:pt>
                      <c:pt idx="348">
                        <c:v>38561</c:v>
                      </c:pt>
                      <c:pt idx="349">
                        <c:v>38562</c:v>
                      </c:pt>
                      <c:pt idx="350">
                        <c:v>38565</c:v>
                      </c:pt>
                      <c:pt idx="351">
                        <c:v>38566</c:v>
                      </c:pt>
                      <c:pt idx="352">
                        <c:v>38567</c:v>
                      </c:pt>
                      <c:pt idx="353">
                        <c:v>38568</c:v>
                      </c:pt>
                      <c:pt idx="354">
                        <c:v>38569</c:v>
                      </c:pt>
                      <c:pt idx="355">
                        <c:v>38572</c:v>
                      </c:pt>
                      <c:pt idx="356">
                        <c:v>38573</c:v>
                      </c:pt>
                      <c:pt idx="357">
                        <c:v>38574</c:v>
                      </c:pt>
                      <c:pt idx="358">
                        <c:v>38575</c:v>
                      </c:pt>
                      <c:pt idx="359">
                        <c:v>38576</c:v>
                      </c:pt>
                      <c:pt idx="360">
                        <c:v>38579</c:v>
                      </c:pt>
                      <c:pt idx="361">
                        <c:v>38580</c:v>
                      </c:pt>
                      <c:pt idx="362">
                        <c:v>38581</c:v>
                      </c:pt>
                      <c:pt idx="363">
                        <c:v>38582</c:v>
                      </c:pt>
                      <c:pt idx="364">
                        <c:v>38583</c:v>
                      </c:pt>
                      <c:pt idx="365">
                        <c:v>38586</c:v>
                      </c:pt>
                      <c:pt idx="366">
                        <c:v>38587</c:v>
                      </c:pt>
                      <c:pt idx="367">
                        <c:v>38588</c:v>
                      </c:pt>
                      <c:pt idx="368">
                        <c:v>38589</c:v>
                      </c:pt>
                      <c:pt idx="369">
                        <c:v>38590</c:v>
                      </c:pt>
                      <c:pt idx="370">
                        <c:v>38593</c:v>
                      </c:pt>
                      <c:pt idx="371">
                        <c:v>38594</c:v>
                      </c:pt>
                      <c:pt idx="372">
                        <c:v>38595</c:v>
                      </c:pt>
                      <c:pt idx="373">
                        <c:v>38596</c:v>
                      </c:pt>
                      <c:pt idx="374">
                        <c:v>38597</c:v>
                      </c:pt>
                      <c:pt idx="375">
                        <c:v>38600</c:v>
                      </c:pt>
                      <c:pt idx="376">
                        <c:v>38601</c:v>
                      </c:pt>
                      <c:pt idx="377">
                        <c:v>38602</c:v>
                      </c:pt>
                      <c:pt idx="378">
                        <c:v>38603</c:v>
                      </c:pt>
                      <c:pt idx="379">
                        <c:v>38604</c:v>
                      </c:pt>
                      <c:pt idx="380">
                        <c:v>38607</c:v>
                      </c:pt>
                      <c:pt idx="381">
                        <c:v>38608</c:v>
                      </c:pt>
                      <c:pt idx="382">
                        <c:v>38609</c:v>
                      </c:pt>
                      <c:pt idx="383">
                        <c:v>38610</c:v>
                      </c:pt>
                      <c:pt idx="384">
                        <c:v>38611</c:v>
                      </c:pt>
                      <c:pt idx="385">
                        <c:v>38614</c:v>
                      </c:pt>
                      <c:pt idx="386">
                        <c:v>38615</c:v>
                      </c:pt>
                      <c:pt idx="387">
                        <c:v>38616</c:v>
                      </c:pt>
                      <c:pt idx="388">
                        <c:v>38617</c:v>
                      </c:pt>
                      <c:pt idx="389">
                        <c:v>38618</c:v>
                      </c:pt>
                      <c:pt idx="390">
                        <c:v>38621</c:v>
                      </c:pt>
                      <c:pt idx="391">
                        <c:v>38622</c:v>
                      </c:pt>
                      <c:pt idx="392">
                        <c:v>38623</c:v>
                      </c:pt>
                      <c:pt idx="393">
                        <c:v>38624</c:v>
                      </c:pt>
                      <c:pt idx="394">
                        <c:v>38625</c:v>
                      </c:pt>
                      <c:pt idx="395">
                        <c:v>38628</c:v>
                      </c:pt>
                      <c:pt idx="396">
                        <c:v>38629</c:v>
                      </c:pt>
                      <c:pt idx="397">
                        <c:v>38630</c:v>
                      </c:pt>
                      <c:pt idx="398">
                        <c:v>38631</c:v>
                      </c:pt>
                      <c:pt idx="399">
                        <c:v>38632</c:v>
                      </c:pt>
                      <c:pt idx="400">
                        <c:v>38635</c:v>
                      </c:pt>
                      <c:pt idx="401">
                        <c:v>38636</c:v>
                      </c:pt>
                      <c:pt idx="402">
                        <c:v>38637</c:v>
                      </c:pt>
                      <c:pt idx="403">
                        <c:v>38638</c:v>
                      </c:pt>
                      <c:pt idx="404">
                        <c:v>38639</c:v>
                      </c:pt>
                      <c:pt idx="405">
                        <c:v>38642</c:v>
                      </c:pt>
                      <c:pt idx="406">
                        <c:v>38643</c:v>
                      </c:pt>
                      <c:pt idx="407">
                        <c:v>38644</c:v>
                      </c:pt>
                      <c:pt idx="408">
                        <c:v>38645</c:v>
                      </c:pt>
                      <c:pt idx="409">
                        <c:v>38646</c:v>
                      </c:pt>
                      <c:pt idx="410">
                        <c:v>38649</c:v>
                      </c:pt>
                      <c:pt idx="411">
                        <c:v>38650</c:v>
                      </c:pt>
                      <c:pt idx="412">
                        <c:v>38651</c:v>
                      </c:pt>
                      <c:pt idx="413">
                        <c:v>38652</c:v>
                      </c:pt>
                      <c:pt idx="414">
                        <c:v>38653</c:v>
                      </c:pt>
                      <c:pt idx="415">
                        <c:v>38656</c:v>
                      </c:pt>
                      <c:pt idx="416">
                        <c:v>38657</c:v>
                      </c:pt>
                      <c:pt idx="417">
                        <c:v>38658</c:v>
                      </c:pt>
                      <c:pt idx="418">
                        <c:v>38659</c:v>
                      </c:pt>
                      <c:pt idx="419">
                        <c:v>38660</c:v>
                      </c:pt>
                      <c:pt idx="420">
                        <c:v>38663</c:v>
                      </c:pt>
                      <c:pt idx="421">
                        <c:v>38664</c:v>
                      </c:pt>
                      <c:pt idx="422">
                        <c:v>38665</c:v>
                      </c:pt>
                      <c:pt idx="423">
                        <c:v>38666</c:v>
                      </c:pt>
                      <c:pt idx="424">
                        <c:v>38667</c:v>
                      </c:pt>
                      <c:pt idx="425">
                        <c:v>38670</c:v>
                      </c:pt>
                      <c:pt idx="426">
                        <c:v>38671</c:v>
                      </c:pt>
                      <c:pt idx="427">
                        <c:v>38672</c:v>
                      </c:pt>
                      <c:pt idx="428">
                        <c:v>38673</c:v>
                      </c:pt>
                      <c:pt idx="429">
                        <c:v>38674</c:v>
                      </c:pt>
                      <c:pt idx="430">
                        <c:v>38677</c:v>
                      </c:pt>
                      <c:pt idx="431">
                        <c:v>38678</c:v>
                      </c:pt>
                      <c:pt idx="432">
                        <c:v>38679</c:v>
                      </c:pt>
                      <c:pt idx="433">
                        <c:v>38680</c:v>
                      </c:pt>
                      <c:pt idx="434">
                        <c:v>38681</c:v>
                      </c:pt>
                      <c:pt idx="435">
                        <c:v>38684</c:v>
                      </c:pt>
                      <c:pt idx="436">
                        <c:v>38685</c:v>
                      </c:pt>
                      <c:pt idx="437">
                        <c:v>38686</c:v>
                      </c:pt>
                      <c:pt idx="438">
                        <c:v>38687</c:v>
                      </c:pt>
                      <c:pt idx="439">
                        <c:v>38688</c:v>
                      </c:pt>
                      <c:pt idx="440">
                        <c:v>38691</c:v>
                      </c:pt>
                      <c:pt idx="441">
                        <c:v>38692</c:v>
                      </c:pt>
                      <c:pt idx="442">
                        <c:v>38693</c:v>
                      </c:pt>
                      <c:pt idx="443">
                        <c:v>38694</c:v>
                      </c:pt>
                      <c:pt idx="444">
                        <c:v>38695</c:v>
                      </c:pt>
                      <c:pt idx="445">
                        <c:v>38698</c:v>
                      </c:pt>
                      <c:pt idx="446">
                        <c:v>38699</c:v>
                      </c:pt>
                      <c:pt idx="447">
                        <c:v>38700</c:v>
                      </c:pt>
                      <c:pt idx="448">
                        <c:v>38701</c:v>
                      </c:pt>
                      <c:pt idx="449">
                        <c:v>38702</c:v>
                      </c:pt>
                      <c:pt idx="450">
                        <c:v>38705</c:v>
                      </c:pt>
                      <c:pt idx="451">
                        <c:v>38706</c:v>
                      </c:pt>
                      <c:pt idx="452">
                        <c:v>38707</c:v>
                      </c:pt>
                      <c:pt idx="453">
                        <c:v>38708</c:v>
                      </c:pt>
                      <c:pt idx="454">
                        <c:v>38709</c:v>
                      </c:pt>
                      <c:pt idx="455">
                        <c:v>38712</c:v>
                      </c:pt>
                      <c:pt idx="456">
                        <c:v>38713</c:v>
                      </c:pt>
                      <c:pt idx="457">
                        <c:v>38714</c:v>
                      </c:pt>
                      <c:pt idx="458">
                        <c:v>38715</c:v>
                      </c:pt>
                      <c:pt idx="459">
                        <c:v>38716</c:v>
                      </c:pt>
                      <c:pt idx="460">
                        <c:v>38719</c:v>
                      </c:pt>
                      <c:pt idx="461">
                        <c:v>38720</c:v>
                      </c:pt>
                      <c:pt idx="462">
                        <c:v>38721</c:v>
                      </c:pt>
                      <c:pt idx="463">
                        <c:v>38722</c:v>
                      </c:pt>
                      <c:pt idx="464">
                        <c:v>38723</c:v>
                      </c:pt>
                      <c:pt idx="465">
                        <c:v>38726</c:v>
                      </c:pt>
                      <c:pt idx="466">
                        <c:v>38727</c:v>
                      </c:pt>
                      <c:pt idx="467">
                        <c:v>38728</c:v>
                      </c:pt>
                      <c:pt idx="468">
                        <c:v>38729</c:v>
                      </c:pt>
                      <c:pt idx="469">
                        <c:v>38730</c:v>
                      </c:pt>
                      <c:pt idx="470">
                        <c:v>38733</c:v>
                      </c:pt>
                      <c:pt idx="471">
                        <c:v>38734</c:v>
                      </c:pt>
                      <c:pt idx="472">
                        <c:v>38735</c:v>
                      </c:pt>
                      <c:pt idx="473">
                        <c:v>38736</c:v>
                      </c:pt>
                      <c:pt idx="474">
                        <c:v>38737</c:v>
                      </c:pt>
                      <c:pt idx="475">
                        <c:v>38740</c:v>
                      </c:pt>
                      <c:pt idx="476">
                        <c:v>38741</c:v>
                      </c:pt>
                      <c:pt idx="477">
                        <c:v>38742</c:v>
                      </c:pt>
                      <c:pt idx="478">
                        <c:v>38743</c:v>
                      </c:pt>
                      <c:pt idx="479">
                        <c:v>38744</c:v>
                      </c:pt>
                      <c:pt idx="480">
                        <c:v>38747</c:v>
                      </c:pt>
                      <c:pt idx="481">
                        <c:v>38748</c:v>
                      </c:pt>
                      <c:pt idx="482">
                        <c:v>38749</c:v>
                      </c:pt>
                      <c:pt idx="483">
                        <c:v>38750</c:v>
                      </c:pt>
                      <c:pt idx="484">
                        <c:v>38751</c:v>
                      </c:pt>
                      <c:pt idx="485">
                        <c:v>38754</c:v>
                      </c:pt>
                      <c:pt idx="486">
                        <c:v>38755</c:v>
                      </c:pt>
                      <c:pt idx="487">
                        <c:v>38756</c:v>
                      </c:pt>
                      <c:pt idx="488">
                        <c:v>38757</c:v>
                      </c:pt>
                      <c:pt idx="489">
                        <c:v>38758</c:v>
                      </c:pt>
                      <c:pt idx="490">
                        <c:v>38761</c:v>
                      </c:pt>
                      <c:pt idx="491">
                        <c:v>38762</c:v>
                      </c:pt>
                      <c:pt idx="492">
                        <c:v>38763</c:v>
                      </c:pt>
                      <c:pt idx="493">
                        <c:v>38764</c:v>
                      </c:pt>
                      <c:pt idx="494">
                        <c:v>38765</c:v>
                      </c:pt>
                      <c:pt idx="495">
                        <c:v>38768</c:v>
                      </c:pt>
                      <c:pt idx="496">
                        <c:v>38769</c:v>
                      </c:pt>
                      <c:pt idx="497">
                        <c:v>38770</c:v>
                      </c:pt>
                      <c:pt idx="498">
                        <c:v>38771</c:v>
                      </c:pt>
                      <c:pt idx="499">
                        <c:v>38772</c:v>
                      </c:pt>
                      <c:pt idx="500">
                        <c:v>38775</c:v>
                      </c:pt>
                      <c:pt idx="501">
                        <c:v>38776</c:v>
                      </c:pt>
                      <c:pt idx="502">
                        <c:v>38777</c:v>
                      </c:pt>
                      <c:pt idx="503">
                        <c:v>38778</c:v>
                      </c:pt>
                      <c:pt idx="504">
                        <c:v>38779</c:v>
                      </c:pt>
                      <c:pt idx="505">
                        <c:v>38782</c:v>
                      </c:pt>
                      <c:pt idx="506">
                        <c:v>38783</c:v>
                      </c:pt>
                      <c:pt idx="507">
                        <c:v>38784</c:v>
                      </c:pt>
                      <c:pt idx="508">
                        <c:v>38785</c:v>
                      </c:pt>
                      <c:pt idx="509">
                        <c:v>38786</c:v>
                      </c:pt>
                      <c:pt idx="510">
                        <c:v>38789</c:v>
                      </c:pt>
                      <c:pt idx="511">
                        <c:v>38790</c:v>
                      </c:pt>
                      <c:pt idx="512">
                        <c:v>38791</c:v>
                      </c:pt>
                      <c:pt idx="513">
                        <c:v>38792</c:v>
                      </c:pt>
                      <c:pt idx="514">
                        <c:v>38793</c:v>
                      </c:pt>
                      <c:pt idx="515">
                        <c:v>38796</c:v>
                      </c:pt>
                      <c:pt idx="516">
                        <c:v>38797</c:v>
                      </c:pt>
                      <c:pt idx="517">
                        <c:v>38798</c:v>
                      </c:pt>
                      <c:pt idx="518">
                        <c:v>38799</c:v>
                      </c:pt>
                      <c:pt idx="519">
                        <c:v>38800</c:v>
                      </c:pt>
                      <c:pt idx="520">
                        <c:v>38803</c:v>
                      </c:pt>
                      <c:pt idx="521">
                        <c:v>38804</c:v>
                      </c:pt>
                      <c:pt idx="522">
                        <c:v>38805</c:v>
                      </c:pt>
                      <c:pt idx="523">
                        <c:v>38806</c:v>
                      </c:pt>
                      <c:pt idx="524">
                        <c:v>38807</c:v>
                      </c:pt>
                      <c:pt idx="525">
                        <c:v>38810</c:v>
                      </c:pt>
                      <c:pt idx="526">
                        <c:v>38811</c:v>
                      </c:pt>
                      <c:pt idx="527">
                        <c:v>38812</c:v>
                      </c:pt>
                      <c:pt idx="528">
                        <c:v>38813</c:v>
                      </c:pt>
                      <c:pt idx="529">
                        <c:v>38814</c:v>
                      </c:pt>
                      <c:pt idx="530">
                        <c:v>38817</c:v>
                      </c:pt>
                      <c:pt idx="531">
                        <c:v>38818</c:v>
                      </c:pt>
                      <c:pt idx="532">
                        <c:v>38819</c:v>
                      </c:pt>
                      <c:pt idx="533">
                        <c:v>38820</c:v>
                      </c:pt>
                      <c:pt idx="534">
                        <c:v>38821</c:v>
                      </c:pt>
                      <c:pt idx="535">
                        <c:v>38824</c:v>
                      </c:pt>
                      <c:pt idx="536">
                        <c:v>38825</c:v>
                      </c:pt>
                      <c:pt idx="537">
                        <c:v>38826</c:v>
                      </c:pt>
                      <c:pt idx="538">
                        <c:v>38827</c:v>
                      </c:pt>
                      <c:pt idx="539">
                        <c:v>38828</c:v>
                      </c:pt>
                      <c:pt idx="540">
                        <c:v>38831</c:v>
                      </c:pt>
                      <c:pt idx="541">
                        <c:v>38832</c:v>
                      </c:pt>
                      <c:pt idx="542">
                        <c:v>38833</c:v>
                      </c:pt>
                      <c:pt idx="543">
                        <c:v>38834</c:v>
                      </c:pt>
                      <c:pt idx="544">
                        <c:v>38835</c:v>
                      </c:pt>
                      <c:pt idx="545">
                        <c:v>38838</c:v>
                      </c:pt>
                      <c:pt idx="546">
                        <c:v>38839</c:v>
                      </c:pt>
                      <c:pt idx="547">
                        <c:v>38840</c:v>
                      </c:pt>
                      <c:pt idx="548">
                        <c:v>38841</c:v>
                      </c:pt>
                      <c:pt idx="549">
                        <c:v>38842</c:v>
                      </c:pt>
                      <c:pt idx="550">
                        <c:v>38845</c:v>
                      </c:pt>
                      <c:pt idx="551">
                        <c:v>38846</c:v>
                      </c:pt>
                      <c:pt idx="552">
                        <c:v>38847</c:v>
                      </c:pt>
                      <c:pt idx="553">
                        <c:v>38848</c:v>
                      </c:pt>
                      <c:pt idx="554">
                        <c:v>38849</c:v>
                      </c:pt>
                      <c:pt idx="555">
                        <c:v>38852</c:v>
                      </c:pt>
                      <c:pt idx="556">
                        <c:v>38853</c:v>
                      </c:pt>
                      <c:pt idx="557">
                        <c:v>38854</c:v>
                      </c:pt>
                      <c:pt idx="558">
                        <c:v>38855</c:v>
                      </c:pt>
                      <c:pt idx="559">
                        <c:v>38856</c:v>
                      </c:pt>
                      <c:pt idx="560">
                        <c:v>38859</c:v>
                      </c:pt>
                      <c:pt idx="561">
                        <c:v>38860</c:v>
                      </c:pt>
                      <c:pt idx="562">
                        <c:v>38861</c:v>
                      </c:pt>
                      <c:pt idx="563">
                        <c:v>38862</c:v>
                      </c:pt>
                      <c:pt idx="564">
                        <c:v>38863</c:v>
                      </c:pt>
                      <c:pt idx="565">
                        <c:v>38866</c:v>
                      </c:pt>
                      <c:pt idx="566">
                        <c:v>38867</c:v>
                      </c:pt>
                      <c:pt idx="567">
                        <c:v>38868</c:v>
                      </c:pt>
                      <c:pt idx="568">
                        <c:v>38869</c:v>
                      </c:pt>
                      <c:pt idx="569">
                        <c:v>38870</c:v>
                      </c:pt>
                      <c:pt idx="570">
                        <c:v>38873</c:v>
                      </c:pt>
                      <c:pt idx="571">
                        <c:v>38874</c:v>
                      </c:pt>
                      <c:pt idx="572">
                        <c:v>38875</c:v>
                      </c:pt>
                      <c:pt idx="573">
                        <c:v>38876</c:v>
                      </c:pt>
                      <c:pt idx="574">
                        <c:v>38877</c:v>
                      </c:pt>
                      <c:pt idx="575">
                        <c:v>38880</c:v>
                      </c:pt>
                      <c:pt idx="576">
                        <c:v>38881</c:v>
                      </c:pt>
                      <c:pt idx="577">
                        <c:v>38882</c:v>
                      </c:pt>
                      <c:pt idx="578">
                        <c:v>38883</c:v>
                      </c:pt>
                      <c:pt idx="579">
                        <c:v>38884</c:v>
                      </c:pt>
                      <c:pt idx="580">
                        <c:v>38887</c:v>
                      </c:pt>
                      <c:pt idx="581">
                        <c:v>38888</c:v>
                      </c:pt>
                      <c:pt idx="582">
                        <c:v>38889</c:v>
                      </c:pt>
                      <c:pt idx="583">
                        <c:v>38890</c:v>
                      </c:pt>
                      <c:pt idx="584">
                        <c:v>38891</c:v>
                      </c:pt>
                      <c:pt idx="585">
                        <c:v>38894</c:v>
                      </c:pt>
                      <c:pt idx="586">
                        <c:v>38895</c:v>
                      </c:pt>
                      <c:pt idx="587">
                        <c:v>38896</c:v>
                      </c:pt>
                      <c:pt idx="588">
                        <c:v>38897</c:v>
                      </c:pt>
                      <c:pt idx="589">
                        <c:v>38898</c:v>
                      </c:pt>
                      <c:pt idx="590">
                        <c:v>38901</c:v>
                      </c:pt>
                      <c:pt idx="591">
                        <c:v>38902</c:v>
                      </c:pt>
                      <c:pt idx="592">
                        <c:v>38903</c:v>
                      </c:pt>
                      <c:pt idx="593">
                        <c:v>38904</c:v>
                      </c:pt>
                      <c:pt idx="594">
                        <c:v>38905</c:v>
                      </c:pt>
                      <c:pt idx="595">
                        <c:v>38908</c:v>
                      </c:pt>
                      <c:pt idx="596">
                        <c:v>38909</c:v>
                      </c:pt>
                      <c:pt idx="597">
                        <c:v>38910</c:v>
                      </c:pt>
                      <c:pt idx="598">
                        <c:v>38911</c:v>
                      </c:pt>
                      <c:pt idx="599">
                        <c:v>38912</c:v>
                      </c:pt>
                      <c:pt idx="600">
                        <c:v>38915</c:v>
                      </c:pt>
                      <c:pt idx="601">
                        <c:v>38916</c:v>
                      </c:pt>
                      <c:pt idx="602">
                        <c:v>38917</c:v>
                      </c:pt>
                      <c:pt idx="603">
                        <c:v>38918</c:v>
                      </c:pt>
                      <c:pt idx="604">
                        <c:v>38919</c:v>
                      </c:pt>
                      <c:pt idx="605">
                        <c:v>38922</c:v>
                      </c:pt>
                      <c:pt idx="606">
                        <c:v>38923</c:v>
                      </c:pt>
                      <c:pt idx="607">
                        <c:v>38924</c:v>
                      </c:pt>
                      <c:pt idx="608">
                        <c:v>38925</c:v>
                      </c:pt>
                      <c:pt idx="609">
                        <c:v>38926</c:v>
                      </c:pt>
                      <c:pt idx="610">
                        <c:v>38929</c:v>
                      </c:pt>
                      <c:pt idx="611">
                        <c:v>38930</c:v>
                      </c:pt>
                      <c:pt idx="612">
                        <c:v>38931</c:v>
                      </c:pt>
                      <c:pt idx="613">
                        <c:v>38932</c:v>
                      </c:pt>
                      <c:pt idx="614">
                        <c:v>38933</c:v>
                      </c:pt>
                      <c:pt idx="615">
                        <c:v>38936</c:v>
                      </c:pt>
                      <c:pt idx="616">
                        <c:v>38937</c:v>
                      </c:pt>
                      <c:pt idx="617">
                        <c:v>38938</c:v>
                      </c:pt>
                      <c:pt idx="618">
                        <c:v>38939</c:v>
                      </c:pt>
                      <c:pt idx="619">
                        <c:v>38940</c:v>
                      </c:pt>
                      <c:pt idx="620">
                        <c:v>38943</c:v>
                      </c:pt>
                      <c:pt idx="621">
                        <c:v>38944</c:v>
                      </c:pt>
                      <c:pt idx="622">
                        <c:v>38945</c:v>
                      </c:pt>
                      <c:pt idx="623">
                        <c:v>38946</c:v>
                      </c:pt>
                      <c:pt idx="624">
                        <c:v>38947</c:v>
                      </c:pt>
                      <c:pt idx="625">
                        <c:v>38950</c:v>
                      </c:pt>
                      <c:pt idx="626">
                        <c:v>38951</c:v>
                      </c:pt>
                      <c:pt idx="627">
                        <c:v>38952</c:v>
                      </c:pt>
                      <c:pt idx="628">
                        <c:v>38953</c:v>
                      </c:pt>
                      <c:pt idx="629">
                        <c:v>38954</c:v>
                      </c:pt>
                      <c:pt idx="630">
                        <c:v>38957</c:v>
                      </c:pt>
                      <c:pt idx="631">
                        <c:v>38958</c:v>
                      </c:pt>
                      <c:pt idx="632">
                        <c:v>38959</c:v>
                      </c:pt>
                      <c:pt idx="633">
                        <c:v>38960</c:v>
                      </c:pt>
                      <c:pt idx="634">
                        <c:v>38961</c:v>
                      </c:pt>
                      <c:pt idx="635">
                        <c:v>38964</c:v>
                      </c:pt>
                      <c:pt idx="636">
                        <c:v>38965</c:v>
                      </c:pt>
                      <c:pt idx="637">
                        <c:v>38966</c:v>
                      </c:pt>
                      <c:pt idx="638">
                        <c:v>38967</c:v>
                      </c:pt>
                      <c:pt idx="639">
                        <c:v>38968</c:v>
                      </c:pt>
                      <c:pt idx="640">
                        <c:v>38971</c:v>
                      </c:pt>
                      <c:pt idx="641">
                        <c:v>38972</c:v>
                      </c:pt>
                      <c:pt idx="642">
                        <c:v>38973</c:v>
                      </c:pt>
                      <c:pt idx="643">
                        <c:v>38974</c:v>
                      </c:pt>
                      <c:pt idx="644">
                        <c:v>38975</c:v>
                      </c:pt>
                      <c:pt idx="645">
                        <c:v>38978</c:v>
                      </c:pt>
                      <c:pt idx="646">
                        <c:v>38979</c:v>
                      </c:pt>
                      <c:pt idx="647">
                        <c:v>38980</c:v>
                      </c:pt>
                      <c:pt idx="648">
                        <c:v>38981</c:v>
                      </c:pt>
                      <c:pt idx="649">
                        <c:v>38982</c:v>
                      </c:pt>
                      <c:pt idx="650">
                        <c:v>38985</c:v>
                      </c:pt>
                      <c:pt idx="651">
                        <c:v>38986</c:v>
                      </c:pt>
                      <c:pt idx="652">
                        <c:v>38987</c:v>
                      </c:pt>
                      <c:pt idx="653">
                        <c:v>38988</c:v>
                      </c:pt>
                      <c:pt idx="654">
                        <c:v>38989</c:v>
                      </c:pt>
                      <c:pt idx="655">
                        <c:v>38992</c:v>
                      </c:pt>
                      <c:pt idx="656">
                        <c:v>38993</c:v>
                      </c:pt>
                      <c:pt idx="657">
                        <c:v>38994</c:v>
                      </c:pt>
                      <c:pt idx="658">
                        <c:v>38995</c:v>
                      </c:pt>
                      <c:pt idx="659">
                        <c:v>38996</c:v>
                      </c:pt>
                      <c:pt idx="660">
                        <c:v>38999</c:v>
                      </c:pt>
                      <c:pt idx="661">
                        <c:v>39000</c:v>
                      </c:pt>
                      <c:pt idx="662">
                        <c:v>39001</c:v>
                      </c:pt>
                      <c:pt idx="663">
                        <c:v>39002</c:v>
                      </c:pt>
                      <c:pt idx="664">
                        <c:v>39003</c:v>
                      </c:pt>
                      <c:pt idx="665">
                        <c:v>39006</c:v>
                      </c:pt>
                      <c:pt idx="666">
                        <c:v>39007</c:v>
                      </c:pt>
                      <c:pt idx="667">
                        <c:v>39008</c:v>
                      </c:pt>
                      <c:pt idx="668">
                        <c:v>39009</c:v>
                      </c:pt>
                      <c:pt idx="669">
                        <c:v>39010</c:v>
                      </c:pt>
                      <c:pt idx="670">
                        <c:v>39013</c:v>
                      </c:pt>
                      <c:pt idx="671">
                        <c:v>39014</c:v>
                      </c:pt>
                      <c:pt idx="672">
                        <c:v>39015</c:v>
                      </c:pt>
                      <c:pt idx="673">
                        <c:v>39016</c:v>
                      </c:pt>
                      <c:pt idx="674">
                        <c:v>39017</c:v>
                      </c:pt>
                      <c:pt idx="675">
                        <c:v>39020</c:v>
                      </c:pt>
                      <c:pt idx="676">
                        <c:v>39021</c:v>
                      </c:pt>
                      <c:pt idx="677">
                        <c:v>39022</c:v>
                      </c:pt>
                      <c:pt idx="678">
                        <c:v>39023</c:v>
                      </c:pt>
                      <c:pt idx="679">
                        <c:v>39024</c:v>
                      </c:pt>
                      <c:pt idx="680">
                        <c:v>39027</c:v>
                      </c:pt>
                      <c:pt idx="681">
                        <c:v>39028</c:v>
                      </c:pt>
                      <c:pt idx="682">
                        <c:v>39029</c:v>
                      </c:pt>
                      <c:pt idx="683">
                        <c:v>39030</c:v>
                      </c:pt>
                      <c:pt idx="684">
                        <c:v>39031</c:v>
                      </c:pt>
                      <c:pt idx="685">
                        <c:v>39034</c:v>
                      </c:pt>
                      <c:pt idx="686">
                        <c:v>39035</c:v>
                      </c:pt>
                      <c:pt idx="687">
                        <c:v>39036</c:v>
                      </c:pt>
                      <c:pt idx="688">
                        <c:v>39037</c:v>
                      </c:pt>
                      <c:pt idx="689">
                        <c:v>39038</c:v>
                      </c:pt>
                      <c:pt idx="690">
                        <c:v>39041</c:v>
                      </c:pt>
                      <c:pt idx="691">
                        <c:v>39042</c:v>
                      </c:pt>
                      <c:pt idx="692">
                        <c:v>39043</c:v>
                      </c:pt>
                      <c:pt idx="693">
                        <c:v>39044</c:v>
                      </c:pt>
                      <c:pt idx="694">
                        <c:v>39045</c:v>
                      </c:pt>
                      <c:pt idx="695">
                        <c:v>39048</c:v>
                      </c:pt>
                      <c:pt idx="696">
                        <c:v>39049</c:v>
                      </c:pt>
                      <c:pt idx="697">
                        <c:v>39050</c:v>
                      </c:pt>
                      <c:pt idx="698">
                        <c:v>39051</c:v>
                      </c:pt>
                      <c:pt idx="699">
                        <c:v>39052</c:v>
                      </c:pt>
                      <c:pt idx="700">
                        <c:v>39055</c:v>
                      </c:pt>
                      <c:pt idx="701">
                        <c:v>39056</c:v>
                      </c:pt>
                      <c:pt idx="702">
                        <c:v>39057</c:v>
                      </c:pt>
                      <c:pt idx="703">
                        <c:v>39058</c:v>
                      </c:pt>
                      <c:pt idx="704">
                        <c:v>39059</c:v>
                      </c:pt>
                      <c:pt idx="705">
                        <c:v>39062</c:v>
                      </c:pt>
                      <c:pt idx="706">
                        <c:v>39063</c:v>
                      </c:pt>
                      <c:pt idx="707">
                        <c:v>39064</c:v>
                      </c:pt>
                      <c:pt idx="708">
                        <c:v>39065</c:v>
                      </c:pt>
                      <c:pt idx="709">
                        <c:v>39066</c:v>
                      </c:pt>
                      <c:pt idx="710">
                        <c:v>39069</c:v>
                      </c:pt>
                      <c:pt idx="711">
                        <c:v>39070</c:v>
                      </c:pt>
                      <c:pt idx="712">
                        <c:v>39071</c:v>
                      </c:pt>
                      <c:pt idx="713">
                        <c:v>39072</c:v>
                      </c:pt>
                      <c:pt idx="714">
                        <c:v>39073</c:v>
                      </c:pt>
                      <c:pt idx="715">
                        <c:v>39077</c:v>
                      </c:pt>
                      <c:pt idx="716">
                        <c:v>39078</c:v>
                      </c:pt>
                      <c:pt idx="717">
                        <c:v>39079</c:v>
                      </c:pt>
                      <c:pt idx="718">
                        <c:v>39080</c:v>
                      </c:pt>
                      <c:pt idx="719">
                        <c:v>39083</c:v>
                      </c:pt>
                      <c:pt idx="720">
                        <c:v>39084</c:v>
                      </c:pt>
                      <c:pt idx="721">
                        <c:v>39085</c:v>
                      </c:pt>
                      <c:pt idx="722">
                        <c:v>39086</c:v>
                      </c:pt>
                      <c:pt idx="723">
                        <c:v>39087</c:v>
                      </c:pt>
                      <c:pt idx="724">
                        <c:v>39090</c:v>
                      </c:pt>
                      <c:pt idx="725">
                        <c:v>39091</c:v>
                      </c:pt>
                      <c:pt idx="726">
                        <c:v>39092</c:v>
                      </c:pt>
                      <c:pt idx="727">
                        <c:v>39093</c:v>
                      </c:pt>
                      <c:pt idx="728">
                        <c:v>39094</c:v>
                      </c:pt>
                      <c:pt idx="729">
                        <c:v>39097</c:v>
                      </c:pt>
                      <c:pt idx="730">
                        <c:v>39098</c:v>
                      </c:pt>
                      <c:pt idx="731">
                        <c:v>39099</c:v>
                      </c:pt>
                      <c:pt idx="732">
                        <c:v>39100</c:v>
                      </c:pt>
                      <c:pt idx="733">
                        <c:v>39101</c:v>
                      </c:pt>
                      <c:pt idx="734">
                        <c:v>39104</c:v>
                      </c:pt>
                      <c:pt idx="735">
                        <c:v>39105</c:v>
                      </c:pt>
                      <c:pt idx="736">
                        <c:v>39106</c:v>
                      </c:pt>
                      <c:pt idx="737">
                        <c:v>39107</c:v>
                      </c:pt>
                      <c:pt idx="738">
                        <c:v>39108</c:v>
                      </c:pt>
                      <c:pt idx="739">
                        <c:v>39111</c:v>
                      </c:pt>
                      <c:pt idx="740">
                        <c:v>39112</c:v>
                      </c:pt>
                      <c:pt idx="741">
                        <c:v>39113</c:v>
                      </c:pt>
                      <c:pt idx="742">
                        <c:v>39114</c:v>
                      </c:pt>
                      <c:pt idx="743">
                        <c:v>39115</c:v>
                      </c:pt>
                      <c:pt idx="744">
                        <c:v>39118</c:v>
                      </c:pt>
                      <c:pt idx="745">
                        <c:v>39119</c:v>
                      </c:pt>
                      <c:pt idx="746">
                        <c:v>39120</c:v>
                      </c:pt>
                      <c:pt idx="747">
                        <c:v>39121</c:v>
                      </c:pt>
                      <c:pt idx="748">
                        <c:v>39122</c:v>
                      </c:pt>
                      <c:pt idx="749">
                        <c:v>39125</c:v>
                      </c:pt>
                      <c:pt idx="750">
                        <c:v>39126</c:v>
                      </c:pt>
                      <c:pt idx="751">
                        <c:v>39127</c:v>
                      </c:pt>
                      <c:pt idx="752">
                        <c:v>39128</c:v>
                      </c:pt>
                      <c:pt idx="753">
                        <c:v>39129</c:v>
                      </c:pt>
                      <c:pt idx="754">
                        <c:v>39132</c:v>
                      </c:pt>
                      <c:pt idx="755">
                        <c:v>39133</c:v>
                      </c:pt>
                      <c:pt idx="756">
                        <c:v>39134</c:v>
                      </c:pt>
                      <c:pt idx="757">
                        <c:v>39135</c:v>
                      </c:pt>
                      <c:pt idx="758">
                        <c:v>39136</c:v>
                      </c:pt>
                      <c:pt idx="759">
                        <c:v>39139</c:v>
                      </c:pt>
                      <c:pt idx="760">
                        <c:v>39140</c:v>
                      </c:pt>
                      <c:pt idx="761">
                        <c:v>39141</c:v>
                      </c:pt>
                      <c:pt idx="762">
                        <c:v>39142</c:v>
                      </c:pt>
                      <c:pt idx="763">
                        <c:v>39143</c:v>
                      </c:pt>
                      <c:pt idx="764">
                        <c:v>39146</c:v>
                      </c:pt>
                      <c:pt idx="765">
                        <c:v>39147</c:v>
                      </c:pt>
                      <c:pt idx="766">
                        <c:v>39148</c:v>
                      </c:pt>
                      <c:pt idx="767">
                        <c:v>39149</c:v>
                      </c:pt>
                      <c:pt idx="768">
                        <c:v>39150</c:v>
                      </c:pt>
                      <c:pt idx="769">
                        <c:v>39153</c:v>
                      </c:pt>
                      <c:pt idx="770">
                        <c:v>39154</c:v>
                      </c:pt>
                      <c:pt idx="771">
                        <c:v>39155</c:v>
                      </c:pt>
                      <c:pt idx="772">
                        <c:v>39156</c:v>
                      </c:pt>
                      <c:pt idx="773">
                        <c:v>39157</c:v>
                      </c:pt>
                      <c:pt idx="774">
                        <c:v>39160</c:v>
                      </c:pt>
                      <c:pt idx="775">
                        <c:v>39161</c:v>
                      </c:pt>
                      <c:pt idx="776">
                        <c:v>39162</c:v>
                      </c:pt>
                      <c:pt idx="777">
                        <c:v>39163</c:v>
                      </c:pt>
                      <c:pt idx="778">
                        <c:v>39164</c:v>
                      </c:pt>
                      <c:pt idx="779">
                        <c:v>39167</c:v>
                      </c:pt>
                      <c:pt idx="780">
                        <c:v>39168</c:v>
                      </c:pt>
                      <c:pt idx="781">
                        <c:v>39169</c:v>
                      </c:pt>
                      <c:pt idx="782">
                        <c:v>39170</c:v>
                      </c:pt>
                      <c:pt idx="783">
                        <c:v>39171</c:v>
                      </c:pt>
                      <c:pt idx="784">
                        <c:v>39174</c:v>
                      </c:pt>
                      <c:pt idx="785">
                        <c:v>39175</c:v>
                      </c:pt>
                      <c:pt idx="786">
                        <c:v>39176</c:v>
                      </c:pt>
                      <c:pt idx="787">
                        <c:v>39177</c:v>
                      </c:pt>
                      <c:pt idx="788">
                        <c:v>39178</c:v>
                      </c:pt>
                      <c:pt idx="789">
                        <c:v>39181</c:v>
                      </c:pt>
                      <c:pt idx="790">
                        <c:v>39182</c:v>
                      </c:pt>
                      <c:pt idx="791">
                        <c:v>39183</c:v>
                      </c:pt>
                      <c:pt idx="792">
                        <c:v>39184</c:v>
                      </c:pt>
                      <c:pt idx="793">
                        <c:v>39185</c:v>
                      </c:pt>
                      <c:pt idx="794">
                        <c:v>39188</c:v>
                      </c:pt>
                      <c:pt idx="795">
                        <c:v>39189</c:v>
                      </c:pt>
                      <c:pt idx="796">
                        <c:v>39190</c:v>
                      </c:pt>
                      <c:pt idx="797">
                        <c:v>39191</c:v>
                      </c:pt>
                      <c:pt idx="798">
                        <c:v>39192</c:v>
                      </c:pt>
                      <c:pt idx="799">
                        <c:v>39195</c:v>
                      </c:pt>
                      <c:pt idx="800">
                        <c:v>39196</c:v>
                      </c:pt>
                      <c:pt idx="801">
                        <c:v>39197</c:v>
                      </c:pt>
                      <c:pt idx="802">
                        <c:v>39198</c:v>
                      </c:pt>
                      <c:pt idx="803">
                        <c:v>39199</c:v>
                      </c:pt>
                      <c:pt idx="804">
                        <c:v>39202</c:v>
                      </c:pt>
                      <c:pt idx="805">
                        <c:v>39203</c:v>
                      </c:pt>
                      <c:pt idx="806">
                        <c:v>39204</c:v>
                      </c:pt>
                      <c:pt idx="807">
                        <c:v>39205</c:v>
                      </c:pt>
                      <c:pt idx="808">
                        <c:v>39206</c:v>
                      </c:pt>
                      <c:pt idx="809">
                        <c:v>39209</c:v>
                      </c:pt>
                      <c:pt idx="810">
                        <c:v>39210</c:v>
                      </c:pt>
                      <c:pt idx="811">
                        <c:v>39211</c:v>
                      </c:pt>
                      <c:pt idx="812">
                        <c:v>39212</c:v>
                      </c:pt>
                      <c:pt idx="813">
                        <c:v>39213</c:v>
                      </c:pt>
                      <c:pt idx="814">
                        <c:v>39216</c:v>
                      </c:pt>
                      <c:pt idx="815">
                        <c:v>39217</c:v>
                      </c:pt>
                      <c:pt idx="816">
                        <c:v>39218</c:v>
                      </c:pt>
                      <c:pt idx="817">
                        <c:v>39219</c:v>
                      </c:pt>
                      <c:pt idx="818">
                        <c:v>39220</c:v>
                      </c:pt>
                      <c:pt idx="819">
                        <c:v>39223</c:v>
                      </c:pt>
                      <c:pt idx="820">
                        <c:v>39224</c:v>
                      </c:pt>
                      <c:pt idx="821">
                        <c:v>39225</c:v>
                      </c:pt>
                      <c:pt idx="822">
                        <c:v>39226</c:v>
                      </c:pt>
                      <c:pt idx="823">
                        <c:v>39227</c:v>
                      </c:pt>
                      <c:pt idx="824">
                        <c:v>39230</c:v>
                      </c:pt>
                      <c:pt idx="825">
                        <c:v>39231</c:v>
                      </c:pt>
                      <c:pt idx="826">
                        <c:v>39232</c:v>
                      </c:pt>
                      <c:pt idx="827">
                        <c:v>39233</c:v>
                      </c:pt>
                      <c:pt idx="828">
                        <c:v>39234</c:v>
                      </c:pt>
                      <c:pt idx="829">
                        <c:v>39237</c:v>
                      </c:pt>
                      <c:pt idx="830">
                        <c:v>39238</c:v>
                      </c:pt>
                      <c:pt idx="831">
                        <c:v>39239</c:v>
                      </c:pt>
                      <c:pt idx="832">
                        <c:v>39240</c:v>
                      </c:pt>
                      <c:pt idx="833">
                        <c:v>39241</c:v>
                      </c:pt>
                      <c:pt idx="834">
                        <c:v>39244</c:v>
                      </c:pt>
                      <c:pt idx="835">
                        <c:v>39245</c:v>
                      </c:pt>
                      <c:pt idx="836">
                        <c:v>39246</c:v>
                      </c:pt>
                      <c:pt idx="837">
                        <c:v>39247</c:v>
                      </c:pt>
                      <c:pt idx="838">
                        <c:v>39248</c:v>
                      </c:pt>
                      <c:pt idx="839">
                        <c:v>39251</c:v>
                      </c:pt>
                      <c:pt idx="840">
                        <c:v>39252</c:v>
                      </c:pt>
                      <c:pt idx="841">
                        <c:v>39253</c:v>
                      </c:pt>
                      <c:pt idx="842">
                        <c:v>39254</c:v>
                      </c:pt>
                      <c:pt idx="843">
                        <c:v>39255</c:v>
                      </c:pt>
                      <c:pt idx="844">
                        <c:v>39258</c:v>
                      </c:pt>
                      <c:pt idx="845">
                        <c:v>39259</c:v>
                      </c:pt>
                      <c:pt idx="846">
                        <c:v>39260</c:v>
                      </c:pt>
                      <c:pt idx="847">
                        <c:v>39261</c:v>
                      </c:pt>
                      <c:pt idx="848">
                        <c:v>39262</c:v>
                      </c:pt>
                      <c:pt idx="849">
                        <c:v>39265</c:v>
                      </c:pt>
                      <c:pt idx="850">
                        <c:v>39266</c:v>
                      </c:pt>
                      <c:pt idx="851">
                        <c:v>39267</c:v>
                      </c:pt>
                      <c:pt idx="852">
                        <c:v>39268</c:v>
                      </c:pt>
                      <c:pt idx="853">
                        <c:v>39269</c:v>
                      </c:pt>
                      <c:pt idx="854">
                        <c:v>39272</c:v>
                      </c:pt>
                      <c:pt idx="855">
                        <c:v>39273</c:v>
                      </c:pt>
                      <c:pt idx="856">
                        <c:v>39274</c:v>
                      </c:pt>
                      <c:pt idx="857">
                        <c:v>39275</c:v>
                      </c:pt>
                      <c:pt idx="858">
                        <c:v>39276</c:v>
                      </c:pt>
                      <c:pt idx="859">
                        <c:v>39279</c:v>
                      </c:pt>
                      <c:pt idx="860">
                        <c:v>39280</c:v>
                      </c:pt>
                      <c:pt idx="861">
                        <c:v>39281</c:v>
                      </c:pt>
                      <c:pt idx="862">
                        <c:v>39282</c:v>
                      </c:pt>
                      <c:pt idx="863">
                        <c:v>39283</c:v>
                      </c:pt>
                      <c:pt idx="864">
                        <c:v>39286</c:v>
                      </c:pt>
                      <c:pt idx="865">
                        <c:v>39287</c:v>
                      </c:pt>
                      <c:pt idx="866">
                        <c:v>39288</c:v>
                      </c:pt>
                      <c:pt idx="867">
                        <c:v>39289</c:v>
                      </c:pt>
                      <c:pt idx="868">
                        <c:v>39290</c:v>
                      </c:pt>
                      <c:pt idx="869">
                        <c:v>39293</c:v>
                      </c:pt>
                      <c:pt idx="870">
                        <c:v>39294</c:v>
                      </c:pt>
                      <c:pt idx="871">
                        <c:v>39295</c:v>
                      </c:pt>
                      <c:pt idx="872">
                        <c:v>39296</c:v>
                      </c:pt>
                      <c:pt idx="873">
                        <c:v>39297</c:v>
                      </c:pt>
                      <c:pt idx="874">
                        <c:v>39300</c:v>
                      </c:pt>
                      <c:pt idx="875">
                        <c:v>39301</c:v>
                      </c:pt>
                      <c:pt idx="876">
                        <c:v>39302</c:v>
                      </c:pt>
                      <c:pt idx="877">
                        <c:v>39303</c:v>
                      </c:pt>
                      <c:pt idx="878">
                        <c:v>39304</c:v>
                      </c:pt>
                      <c:pt idx="879">
                        <c:v>39307</c:v>
                      </c:pt>
                      <c:pt idx="880">
                        <c:v>39308</c:v>
                      </c:pt>
                      <c:pt idx="881">
                        <c:v>39309</c:v>
                      </c:pt>
                      <c:pt idx="882">
                        <c:v>39310</c:v>
                      </c:pt>
                      <c:pt idx="883">
                        <c:v>39311</c:v>
                      </c:pt>
                      <c:pt idx="884">
                        <c:v>39314</c:v>
                      </c:pt>
                      <c:pt idx="885">
                        <c:v>39315</c:v>
                      </c:pt>
                      <c:pt idx="886">
                        <c:v>39316</c:v>
                      </c:pt>
                      <c:pt idx="887">
                        <c:v>39317</c:v>
                      </c:pt>
                      <c:pt idx="888">
                        <c:v>39318</c:v>
                      </c:pt>
                      <c:pt idx="889">
                        <c:v>39321</c:v>
                      </c:pt>
                      <c:pt idx="890">
                        <c:v>39322</c:v>
                      </c:pt>
                      <c:pt idx="891">
                        <c:v>39323</c:v>
                      </c:pt>
                      <c:pt idx="892">
                        <c:v>39324</c:v>
                      </c:pt>
                      <c:pt idx="893">
                        <c:v>39325</c:v>
                      </c:pt>
                      <c:pt idx="894">
                        <c:v>39328</c:v>
                      </c:pt>
                      <c:pt idx="895">
                        <c:v>39329</c:v>
                      </c:pt>
                      <c:pt idx="896">
                        <c:v>39330</c:v>
                      </c:pt>
                      <c:pt idx="897">
                        <c:v>39331</c:v>
                      </c:pt>
                      <c:pt idx="898">
                        <c:v>39332</c:v>
                      </c:pt>
                      <c:pt idx="899">
                        <c:v>39335</c:v>
                      </c:pt>
                      <c:pt idx="900">
                        <c:v>39336</c:v>
                      </c:pt>
                      <c:pt idx="901">
                        <c:v>39337</c:v>
                      </c:pt>
                      <c:pt idx="902">
                        <c:v>39338</c:v>
                      </c:pt>
                      <c:pt idx="903">
                        <c:v>39339</c:v>
                      </c:pt>
                      <c:pt idx="904">
                        <c:v>39342</c:v>
                      </c:pt>
                      <c:pt idx="905">
                        <c:v>39343</c:v>
                      </c:pt>
                      <c:pt idx="906">
                        <c:v>39344</c:v>
                      </c:pt>
                      <c:pt idx="907">
                        <c:v>39345</c:v>
                      </c:pt>
                      <c:pt idx="908">
                        <c:v>39346</c:v>
                      </c:pt>
                      <c:pt idx="909">
                        <c:v>39349</c:v>
                      </c:pt>
                      <c:pt idx="910">
                        <c:v>39350</c:v>
                      </c:pt>
                      <c:pt idx="911">
                        <c:v>39351</c:v>
                      </c:pt>
                      <c:pt idx="912">
                        <c:v>39352</c:v>
                      </c:pt>
                      <c:pt idx="913">
                        <c:v>39353</c:v>
                      </c:pt>
                      <c:pt idx="914">
                        <c:v>39356</c:v>
                      </c:pt>
                      <c:pt idx="915">
                        <c:v>39357</c:v>
                      </c:pt>
                      <c:pt idx="916">
                        <c:v>39358</c:v>
                      </c:pt>
                      <c:pt idx="917">
                        <c:v>39359</c:v>
                      </c:pt>
                      <c:pt idx="918">
                        <c:v>39360</c:v>
                      </c:pt>
                      <c:pt idx="919">
                        <c:v>39363</c:v>
                      </c:pt>
                      <c:pt idx="920">
                        <c:v>39364</c:v>
                      </c:pt>
                      <c:pt idx="921">
                        <c:v>39365</c:v>
                      </c:pt>
                      <c:pt idx="922">
                        <c:v>39366</c:v>
                      </c:pt>
                      <c:pt idx="923">
                        <c:v>39367</c:v>
                      </c:pt>
                      <c:pt idx="924">
                        <c:v>39370</c:v>
                      </c:pt>
                      <c:pt idx="925">
                        <c:v>39371</c:v>
                      </c:pt>
                      <c:pt idx="926">
                        <c:v>39372</c:v>
                      </c:pt>
                      <c:pt idx="927">
                        <c:v>39373</c:v>
                      </c:pt>
                      <c:pt idx="928">
                        <c:v>39374</c:v>
                      </c:pt>
                      <c:pt idx="929">
                        <c:v>39377</c:v>
                      </c:pt>
                      <c:pt idx="930">
                        <c:v>39378</c:v>
                      </c:pt>
                      <c:pt idx="931">
                        <c:v>39379</c:v>
                      </c:pt>
                      <c:pt idx="932">
                        <c:v>39380</c:v>
                      </c:pt>
                      <c:pt idx="933">
                        <c:v>39381</c:v>
                      </c:pt>
                      <c:pt idx="934">
                        <c:v>39384</c:v>
                      </c:pt>
                      <c:pt idx="935">
                        <c:v>39385</c:v>
                      </c:pt>
                      <c:pt idx="936">
                        <c:v>39386</c:v>
                      </c:pt>
                      <c:pt idx="937">
                        <c:v>39387</c:v>
                      </c:pt>
                      <c:pt idx="938">
                        <c:v>39388</c:v>
                      </c:pt>
                      <c:pt idx="939">
                        <c:v>39391</c:v>
                      </c:pt>
                      <c:pt idx="940">
                        <c:v>39392</c:v>
                      </c:pt>
                      <c:pt idx="941">
                        <c:v>39393</c:v>
                      </c:pt>
                      <c:pt idx="942">
                        <c:v>39394</c:v>
                      </c:pt>
                      <c:pt idx="943">
                        <c:v>39395</c:v>
                      </c:pt>
                      <c:pt idx="944">
                        <c:v>39398</c:v>
                      </c:pt>
                      <c:pt idx="945">
                        <c:v>39399</c:v>
                      </c:pt>
                      <c:pt idx="946">
                        <c:v>39400</c:v>
                      </c:pt>
                      <c:pt idx="947">
                        <c:v>39401</c:v>
                      </c:pt>
                      <c:pt idx="948">
                        <c:v>39402</c:v>
                      </c:pt>
                      <c:pt idx="949">
                        <c:v>39405</c:v>
                      </c:pt>
                      <c:pt idx="950">
                        <c:v>39406</c:v>
                      </c:pt>
                      <c:pt idx="951">
                        <c:v>39407</c:v>
                      </c:pt>
                      <c:pt idx="952">
                        <c:v>39408</c:v>
                      </c:pt>
                      <c:pt idx="953">
                        <c:v>39409</c:v>
                      </c:pt>
                      <c:pt idx="954">
                        <c:v>39412</c:v>
                      </c:pt>
                      <c:pt idx="955">
                        <c:v>39413</c:v>
                      </c:pt>
                      <c:pt idx="956">
                        <c:v>39414</c:v>
                      </c:pt>
                      <c:pt idx="957">
                        <c:v>39415</c:v>
                      </c:pt>
                      <c:pt idx="958">
                        <c:v>39416</c:v>
                      </c:pt>
                      <c:pt idx="959">
                        <c:v>39419</c:v>
                      </c:pt>
                      <c:pt idx="960">
                        <c:v>39420</c:v>
                      </c:pt>
                      <c:pt idx="961">
                        <c:v>39421</c:v>
                      </c:pt>
                      <c:pt idx="962">
                        <c:v>39422</c:v>
                      </c:pt>
                      <c:pt idx="963">
                        <c:v>39423</c:v>
                      </c:pt>
                      <c:pt idx="964">
                        <c:v>39426</c:v>
                      </c:pt>
                      <c:pt idx="965">
                        <c:v>39427</c:v>
                      </c:pt>
                      <c:pt idx="966">
                        <c:v>39428</c:v>
                      </c:pt>
                      <c:pt idx="967">
                        <c:v>39429</c:v>
                      </c:pt>
                      <c:pt idx="968">
                        <c:v>39430</c:v>
                      </c:pt>
                      <c:pt idx="969">
                        <c:v>39433</c:v>
                      </c:pt>
                      <c:pt idx="970">
                        <c:v>39434</c:v>
                      </c:pt>
                      <c:pt idx="971">
                        <c:v>39435</c:v>
                      </c:pt>
                      <c:pt idx="972">
                        <c:v>39436</c:v>
                      </c:pt>
                      <c:pt idx="973">
                        <c:v>39437</c:v>
                      </c:pt>
                      <c:pt idx="974">
                        <c:v>39440</c:v>
                      </c:pt>
                      <c:pt idx="975">
                        <c:v>39441</c:v>
                      </c:pt>
                      <c:pt idx="976">
                        <c:v>39442</c:v>
                      </c:pt>
                      <c:pt idx="977">
                        <c:v>39443</c:v>
                      </c:pt>
                      <c:pt idx="978">
                        <c:v>39444</c:v>
                      </c:pt>
                      <c:pt idx="979">
                        <c:v>39447</c:v>
                      </c:pt>
                      <c:pt idx="980">
                        <c:v>39448</c:v>
                      </c:pt>
                      <c:pt idx="981">
                        <c:v>39449</c:v>
                      </c:pt>
                      <c:pt idx="982">
                        <c:v>39450</c:v>
                      </c:pt>
                      <c:pt idx="983">
                        <c:v>39451</c:v>
                      </c:pt>
                      <c:pt idx="984">
                        <c:v>39454</c:v>
                      </c:pt>
                      <c:pt idx="985">
                        <c:v>39455</c:v>
                      </c:pt>
                      <c:pt idx="986">
                        <c:v>39456</c:v>
                      </c:pt>
                      <c:pt idx="987">
                        <c:v>39457</c:v>
                      </c:pt>
                      <c:pt idx="988">
                        <c:v>39458</c:v>
                      </c:pt>
                      <c:pt idx="989">
                        <c:v>39461</c:v>
                      </c:pt>
                      <c:pt idx="990">
                        <c:v>39462</c:v>
                      </c:pt>
                      <c:pt idx="991">
                        <c:v>39463</c:v>
                      </c:pt>
                      <c:pt idx="992">
                        <c:v>39464</c:v>
                      </c:pt>
                      <c:pt idx="993">
                        <c:v>39465</c:v>
                      </c:pt>
                      <c:pt idx="994">
                        <c:v>39468</c:v>
                      </c:pt>
                      <c:pt idx="995">
                        <c:v>39469</c:v>
                      </c:pt>
                      <c:pt idx="996">
                        <c:v>39470</c:v>
                      </c:pt>
                      <c:pt idx="997">
                        <c:v>39471</c:v>
                      </c:pt>
                      <c:pt idx="998">
                        <c:v>39472</c:v>
                      </c:pt>
                      <c:pt idx="999">
                        <c:v>39475</c:v>
                      </c:pt>
                      <c:pt idx="1000">
                        <c:v>39476</c:v>
                      </c:pt>
                      <c:pt idx="1001">
                        <c:v>39477</c:v>
                      </c:pt>
                      <c:pt idx="1002">
                        <c:v>39478</c:v>
                      </c:pt>
                      <c:pt idx="1003">
                        <c:v>39479</c:v>
                      </c:pt>
                      <c:pt idx="1004">
                        <c:v>39482</c:v>
                      </c:pt>
                      <c:pt idx="1005">
                        <c:v>39483</c:v>
                      </c:pt>
                      <c:pt idx="1006">
                        <c:v>39484</c:v>
                      </c:pt>
                      <c:pt idx="1007">
                        <c:v>39485</c:v>
                      </c:pt>
                      <c:pt idx="1008">
                        <c:v>39486</c:v>
                      </c:pt>
                      <c:pt idx="1009">
                        <c:v>39489</c:v>
                      </c:pt>
                      <c:pt idx="1010">
                        <c:v>39490</c:v>
                      </c:pt>
                      <c:pt idx="1011">
                        <c:v>39491</c:v>
                      </c:pt>
                      <c:pt idx="1012">
                        <c:v>39492</c:v>
                      </c:pt>
                      <c:pt idx="1013">
                        <c:v>39493</c:v>
                      </c:pt>
                      <c:pt idx="1014">
                        <c:v>39496</c:v>
                      </c:pt>
                      <c:pt idx="1015">
                        <c:v>39497</c:v>
                      </c:pt>
                      <c:pt idx="1016">
                        <c:v>39498</c:v>
                      </c:pt>
                      <c:pt idx="1017">
                        <c:v>39499</c:v>
                      </c:pt>
                      <c:pt idx="1018">
                        <c:v>39500</c:v>
                      </c:pt>
                      <c:pt idx="1019">
                        <c:v>39503</c:v>
                      </c:pt>
                      <c:pt idx="1020">
                        <c:v>39504</c:v>
                      </c:pt>
                      <c:pt idx="1021">
                        <c:v>39505</c:v>
                      </c:pt>
                      <c:pt idx="1022">
                        <c:v>39506</c:v>
                      </c:pt>
                      <c:pt idx="1023">
                        <c:v>39507</c:v>
                      </c:pt>
                      <c:pt idx="1024">
                        <c:v>39510</c:v>
                      </c:pt>
                      <c:pt idx="1025">
                        <c:v>39511</c:v>
                      </c:pt>
                      <c:pt idx="1026">
                        <c:v>39512</c:v>
                      </c:pt>
                      <c:pt idx="1027">
                        <c:v>39513</c:v>
                      </c:pt>
                      <c:pt idx="1028">
                        <c:v>39514</c:v>
                      </c:pt>
                      <c:pt idx="1029">
                        <c:v>39517</c:v>
                      </c:pt>
                      <c:pt idx="1030">
                        <c:v>39518</c:v>
                      </c:pt>
                      <c:pt idx="1031">
                        <c:v>39519</c:v>
                      </c:pt>
                      <c:pt idx="1032">
                        <c:v>39520</c:v>
                      </c:pt>
                      <c:pt idx="1033">
                        <c:v>39521</c:v>
                      </c:pt>
                      <c:pt idx="1034">
                        <c:v>39524</c:v>
                      </c:pt>
                      <c:pt idx="1035">
                        <c:v>39525</c:v>
                      </c:pt>
                      <c:pt idx="1036">
                        <c:v>39526</c:v>
                      </c:pt>
                      <c:pt idx="1037">
                        <c:v>39527</c:v>
                      </c:pt>
                      <c:pt idx="1038">
                        <c:v>39528</c:v>
                      </c:pt>
                      <c:pt idx="1039">
                        <c:v>39531</c:v>
                      </c:pt>
                      <c:pt idx="1040">
                        <c:v>39532</c:v>
                      </c:pt>
                      <c:pt idx="1041">
                        <c:v>39533</c:v>
                      </c:pt>
                      <c:pt idx="1042">
                        <c:v>39534</c:v>
                      </c:pt>
                      <c:pt idx="1043">
                        <c:v>39535</c:v>
                      </c:pt>
                      <c:pt idx="1044">
                        <c:v>39538</c:v>
                      </c:pt>
                      <c:pt idx="1045">
                        <c:v>39539</c:v>
                      </c:pt>
                      <c:pt idx="1046">
                        <c:v>39540</c:v>
                      </c:pt>
                      <c:pt idx="1047">
                        <c:v>39541</c:v>
                      </c:pt>
                      <c:pt idx="1048">
                        <c:v>39542</c:v>
                      </c:pt>
                      <c:pt idx="1049">
                        <c:v>39545</c:v>
                      </c:pt>
                      <c:pt idx="1050">
                        <c:v>39546</c:v>
                      </c:pt>
                      <c:pt idx="1051">
                        <c:v>39547</c:v>
                      </c:pt>
                      <c:pt idx="1052">
                        <c:v>39548</c:v>
                      </c:pt>
                      <c:pt idx="1053">
                        <c:v>39549</c:v>
                      </c:pt>
                      <c:pt idx="1054">
                        <c:v>39552</c:v>
                      </c:pt>
                      <c:pt idx="1055">
                        <c:v>39553</c:v>
                      </c:pt>
                      <c:pt idx="1056">
                        <c:v>39554</c:v>
                      </c:pt>
                      <c:pt idx="1057">
                        <c:v>39555</c:v>
                      </c:pt>
                      <c:pt idx="1058">
                        <c:v>39556</c:v>
                      </c:pt>
                      <c:pt idx="1059">
                        <c:v>39559</c:v>
                      </c:pt>
                      <c:pt idx="1060">
                        <c:v>39560</c:v>
                      </c:pt>
                      <c:pt idx="1061">
                        <c:v>39561</c:v>
                      </c:pt>
                      <c:pt idx="1062">
                        <c:v>39562</c:v>
                      </c:pt>
                      <c:pt idx="1063">
                        <c:v>39563</c:v>
                      </c:pt>
                      <c:pt idx="1064">
                        <c:v>39566</c:v>
                      </c:pt>
                      <c:pt idx="1065">
                        <c:v>39567</c:v>
                      </c:pt>
                      <c:pt idx="1066">
                        <c:v>39568</c:v>
                      </c:pt>
                      <c:pt idx="1067">
                        <c:v>39569</c:v>
                      </c:pt>
                      <c:pt idx="1068">
                        <c:v>39570</c:v>
                      </c:pt>
                      <c:pt idx="1069">
                        <c:v>39573</c:v>
                      </c:pt>
                      <c:pt idx="1070">
                        <c:v>39574</c:v>
                      </c:pt>
                      <c:pt idx="1071">
                        <c:v>39575</c:v>
                      </c:pt>
                      <c:pt idx="1072">
                        <c:v>39576</c:v>
                      </c:pt>
                      <c:pt idx="1073">
                        <c:v>39577</c:v>
                      </c:pt>
                      <c:pt idx="1074">
                        <c:v>39580</c:v>
                      </c:pt>
                      <c:pt idx="1075">
                        <c:v>39581</c:v>
                      </c:pt>
                      <c:pt idx="1076">
                        <c:v>39582</c:v>
                      </c:pt>
                      <c:pt idx="1077">
                        <c:v>39583</c:v>
                      </c:pt>
                      <c:pt idx="1078">
                        <c:v>39584</c:v>
                      </c:pt>
                      <c:pt idx="1079">
                        <c:v>39587</c:v>
                      </c:pt>
                      <c:pt idx="1080">
                        <c:v>39588</c:v>
                      </c:pt>
                      <c:pt idx="1081">
                        <c:v>39589</c:v>
                      </c:pt>
                      <c:pt idx="1082">
                        <c:v>39590</c:v>
                      </c:pt>
                      <c:pt idx="1083">
                        <c:v>39591</c:v>
                      </c:pt>
                      <c:pt idx="1084">
                        <c:v>39594</c:v>
                      </c:pt>
                      <c:pt idx="1085">
                        <c:v>39595</c:v>
                      </c:pt>
                      <c:pt idx="1086">
                        <c:v>39596</c:v>
                      </c:pt>
                      <c:pt idx="1087">
                        <c:v>39597</c:v>
                      </c:pt>
                      <c:pt idx="1088">
                        <c:v>39598</c:v>
                      </c:pt>
                      <c:pt idx="1089">
                        <c:v>39601</c:v>
                      </c:pt>
                      <c:pt idx="1090">
                        <c:v>39602</c:v>
                      </c:pt>
                      <c:pt idx="1091">
                        <c:v>39603</c:v>
                      </c:pt>
                      <c:pt idx="1092">
                        <c:v>39604</c:v>
                      </c:pt>
                      <c:pt idx="1093">
                        <c:v>39605</c:v>
                      </c:pt>
                      <c:pt idx="1094">
                        <c:v>39608</c:v>
                      </c:pt>
                      <c:pt idx="1095">
                        <c:v>39609</c:v>
                      </c:pt>
                      <c:pt idx="1096">
                        <c:v>39610</c:v>
                      </c:pt>
                      <c:pt idx="1097">
                        <c:v>39611</c:v>
                      </c:pt>
                      <c:pt idx="1098">
                        <c:v>39612</c:v>
                      </c:pt>
                      <c:pt idx="1099">
                        <c:v>39615</c:v>
                      </c:pt>
                      <c:pt idx="1100">
                        <c:v>39616</c:v>
                      </c:pt>
                      <c:pt idx="1101">
                        <c:v>39617</c:v>
                      </c:pt>
                      <c:pt idx="1102">
                        <c:v>39618</c:v>
                      </c:pt>
                      <c:pt idx="1103">
                        <c:v>39619</c:v>
                      </c:pt>
                      <c:pt idx="1104">
                        <c:v>39622</c:v>
                      </c:pt>
                      <c:pt idx="1105">
                        <c:v>39623</c:v>
                      </c:pt>
                      <c:pt idx="1106">
                        <c:v>39624</c:v>
                      </c:pt>
                      <c:pt idx="1107">
                        <c:v>39625</c:v>
                      </c:pt>
                      <c:pt idx="1108">
                        <c:v>39626</c:v>
                      </c:pt>
                      <c:pt idx="1109">
                        <c:v>39629</c:v>
                      </c:pt>
                      <c:pt idx="1110">
                        <c:v>39630</c:v>
                      </c:pt>
                      <c:pt idx="1111">
                        <c:v>39631</c:v>
                      </c:pt>
                      <c:pt idx="1112">
                        <c:v>39632</c:v>
                      </c:pt>
                      <c:pt idx="1113">
                        <c:v>39633</c:v>
                      </c:pt>
                      <c:pt idx="1114">
                        <c:v>39636</c:v>
                      </c:pt>
                      <c:pt idx="1115">
                        <c:v>39637</c:v>
                      </c:pt>
                      <c:pt idx="1116">
                        <c:v>39638</c:v>
                      </c:pt>
                      <c:pt idx="1117">
                        <c:v>39639</c:v>
                      </c:pt>
                      <c:pt idx="1118">
                        <c:v>39640</c:v>
                      </c:pt>
                      <c:pt idx="1119">
                        <c:v>39643</c:v>
                      </c:pt>
                      <c:pt idx="1120">
                        <c:v>39644</c:v>
                      </c:pt>
                      <c:pt idx="1121">
                        <c:v>39645</c:v>
                      </c:pt>
                      <c:pt idx="1122">
                        <c:v>39646</c:v>
                      </c:pt>
                      <c:pt idx="1123">
                        <c:v>39647</c:v>
                      </c:pt>
                      <c:pt idx="1124">
                        <c:v>39650</c:v>
                      </c:pt>
                      <c:pt idx="1125">
                        <c:v>39651</c:v>
                      </c:pt>
                      <c:pt idx="1126">
                        <c:v>39652</c:v>
                      </c:pt>
                      <c:pt idx="1127">
                        <c:v>39653</c:v>
                      </c:pt>
                      <c:pt idx="1128">
                        <c:v>39654</c:v>
                      </c:pt>
                      <c:pt idx="1129">
                        <c:v>39657</c:v>
                      </c:pt>
                      <c:pt idx="1130">
                        <c:v>39658</c:v>
                      </c:pt>
                      <c:pt idx="1131">
                        <c:v>39659</c:v>
                      </c:pt>
                      <c:pt idx="1132">
                        <c:v>39660</c:v>
                      </c:pt>
                      <c:pt idx="1133">
                        <c:v>39661</c:v>
                      </c:pt>
                      <c:pt idx="1134">
                        <c:v>39664</c:v>
                      </c:pt>
                      <c:pt idx="1135">
                        <c:v>39665</c:v>
                      </c:pt>
                      <c:pt idx="1136">
                        <c:v>39666</c:v>
                      </c:pt>
                      <c:pt idx="1137">
                        <c:v>39667</c:v>
                      </c:pt>
                      <c:pt idx="1138">
                        <c:v>39668</c:v>
                      </c:pt>
                      <c:pt idx="1139">
                        <c:v>39671</c:v>
                      </c:pt>
                      <c:pt idx="1140">
                        <c:v>39672</c:v>
                      </c:pt>
                      <c:pt idx="1141">
                        <c:v>39673</c:v>
                      </c:pt>
                      <c:pt idx="1142">
                        <c:v>39674</c:v>
                      </c:pt>
                      <c:pt idx="1143">
                        <c:v>39675</c:v>
                      </c:pt>
                      <c:pt idx="1144">
                        <c:v>39678</c:v>
                      </c:pt>
                      <c:pt idx="1145">
                        <c:v>39679</c:v>
                      </c:pt>
                      <c:pt idx="1146">
                        <c:v>39680</c:v>
                      </c:pt>
                      <c:pt idx="1147">
                        <c:v>39681</c:v>
                      </c:pt>
                      <c:pt idx="1148">
                        <c:v>39682</c:v>
                      </c:pt>
                      <c:pt idx="1149">
                        <c:v>39685</c:v>
                      </c:pt>
                      <c:pt idx="1150">
                        <c:v>39686</c:v>
                      </c:pt>
                      <c:pt idx="1151">
                        <c:v>39687</c:v>
                      </c:pt>
                      <c:pt idx="1152">
                        <c:v>39688</c:v>
                      </c:pt>
                      <c:pt idx="1153">
                        <c:v>39689</c:v>
                      </c:pt>
                      <c:pt idx="1154">
                        <c:v>39692</c:v>
                      </c:pt>
                      <c:pt idx="1155">
                        <c:v>39693</c:v>
                      </c:pt>
                      <c:pt idx="1156">
                        <c:v>39694</c:v>
                      </c:pt>
                      <c:pt idx="1157">
                        <c:v>39695</c:v>
                      </c:pt>
                      <c:pt idx="1158">
                        <c:v>39696</c:v>
                      </c:pt>
                      <c:pt idx="1159">
                        <c:v>39699</c:v>
                      </c:pt>
                      <c:pt idx="1160">
                        <c:v>39700</c:v>
                      </c:pt>
                      <c:pt idx="1161">
                        <c:v>39701</c:v>
                      </c:pt>
                      <c:pt idx="1162">
                        <c:v>39702</c:v>
                      </c:pt>
                      <c:pt idx="1163">
                        <c:v>39703</c:v>
                      </c:pt>
                      <c:pt idx="1164">
                        <c:v>39706</c:v>
                      </c:pt>
                      <c:pt idx="1165">
                        <c:v>39707</c:v>
                      </c:pt>
                      <c:pt idx="1166">
                        <c:v>39708</c:v>
                      </c:pt>
                      <c:pt idx="1167">
                        <c:v>39709</c:v>
                      </c:pt>
                      <c:pt idx="1168">
                        <c:v>39710</c:v>
                      </c:pt>
                      <c:pt idx="1169">
                        <c:v>39713</c:v>
                      </c:pt>
                      <c:pt idx="1170">
                        <c:v>39714</c:v>
                      </c:pt>
                      <c:pt idx="1171">
                        <c:v>39715</c:v>
                      </c:pt>
                      <c:pt idx="1172">
                        <c:v>39716</c:v>
                      </c:pt>
                      <c:pt idx="1173">
                        <c:v>39717</c:v>
                      </c:pt>
                      <c:pt idx="1174">
                        <c:v>39720</c:v>
                      </c:pt>
                      <c:pt idx="1175">
                        <c:v>39721</c:v>
                      </c:pt>
                      <c:pt idx="1176">
                        <c:v>39722</c:v>
                      </c:pt>
                      <c:pt idx="1177">
                        <c:v>39723</c:v>
                      </c:pt>
                      <c:pt idx="1178">
                        <c:v>39724</c:v>
                      </c:pt>
                      <c:pt idx="1179">
                        <c:v>39727</c:v>
                      </c:pt>
                      <c:pt idx="1180">
                        <c:v>39728</c:v>
                      </c:pt>
                      <c:pt idx="1181">
                        <c:v>39729</c:v>
                      </c:pt>
                      <c:pt idx="1182">
                        <c:v>39730</c:v>
                      </c:pt>
                      <c:pt idx="1183">
                        <c:v>39731</c:v>
                      </c:pt>
                      <c:pt idx="1184">
                        <c:v>39734</c:v>
                      </c:pt>
                      <c:pt idx="1185">
                        <c:v>39735</c:v>
                      </c:pt>
                      <c:pt idx="1186">
                        <c:v>39736</c:v>
                      </c:pt>
                      <c:pt idx="1187">
                        <c:v>39737</c:v>
                      </c:pt>
                      <c:pt idx="1188">
                        <c:v>39738</c:v>
                      </c:pt>
                      <c:pt idx="1189">
                        <c:v>39741</c:v>
                      </c:pt>
                      <c:pt idx="1190">
                        <c:v>39742</c:v>
                      </c:pt>
                      <c:pt idx="1191">
                        <c:v>39743</c:v>
                      </c:pt>
                      <c:pt idx="1192">
                        <c:v>39744</c:v>
                      </c:pt>
                      <c:pt idx="1193">
                        <c:v>39745</c:v>
                      </c:pt>
                      <c:pt idx="1194">
                        <c:v>39748</c:v>
                      </c:pt>
                      <c:pt idx="1195">
                        <c:v>39749</c:v>
                      </c:pt>
                      <c:pt idx="1196">
                        <c:v>39750</c:v>
                      </c:pt>
                      <c:pt idx="1197">
                        <c:v>39751</c:v>
                      </c:pt>
                      <c:pt idx="1198">
                        <c:v>39752</c:v>
                      </c:pt>
                      <c:pt idx="1199">
                        <c:v>39755</c:v>
                      </c:pt>
                      <c:pt idx="1200">
                        <c:v>39756</c:v>
                      </c:pt>
                      <c:pt idx="1201">
                        <c:v>39757</c:v>
                      </c:pt>
                      <c:pt idx="1202">
                        <c:v>39758</c:v>
                      </c:pt>
                      <c:pt idx="1203">
                        <c:v>39759</c:v>
                      </c:pt>
                      <c:pt idx="1204">
                        <c:v>39762</c:v>
                      </c:pt>
                      <c:pt idx="1205">
                        <c:v>39763</c:v>
                      </c:pt>
                      <c:pt idx="1206">
                        <c:v>39764</c:v>
                      </c:pt>
                      <c:pt idx="1207">
                        <c:v>39765</c:v>
                      </c:pt>
                      <c:pt idx="1208">
                        <c:v>39766</c:v>
                      </c:pt>
                      <c:pt idx="1209">
                        <c:v>39769</c:v>
                      </c:pt>
                      <c:pt idx="1210">
                        <c:v>39770</c:v>
                      </c:pt>
                      <c:pt idx="1211">
                        <c:v>39771</c:v>
                      </c:pt>
                      <c:pt idx="1212">
                        <c:v>39772</c:v>
                      </c:pt>
                      <c:pt idx="1213">
                        <c:v>39773</c:v>
                      </c:pt>
                      <c:pt idx="1214">
                        <c:v>39776</c:v>
                      </c:pt>
                      <c:pt idx="1215">
                        <c:v>39777</c:v>
                      </c:pt>
                      <c:pt idx="1216">
                        <c:v>39778</c:v>
                      </c:pt>
                      <c:pt idx="1217">
                        <c:v>39779</c:v>
                      </c:pt>
                      <c:pt idx="1218">
                        <c:v>39780</c:v>
                      </c:pt>
                      <c:pt idx="1219">
                        <c:v>39783</c:v>
                      </c:pt>
                      <c:pt idx="1220">
                        <c:v>39784</c:v>
                      </c:pt>
                      <c:pt idx="1221">
                        <c:v>39785</c:v>
                      </c:pt>
                      <c:pt idx="1222">
                        <c:v>39786</c:v>
                      </c:pt>
                      <c:pt idx="1223">
                        <c:v>39787</c:v>
                      </c:pt>
                      <c:pt idx="1224">
                        <c:v>39790</c:v>
                      </c:pt>
                      <c:pt idx="1225">
                        <c:v>39791</c:v>
                      </c:pt>
                      <c:pt idx="1226">
                        <c:v>39792</c:v>
                      </c:pt>
                      <c:pt idx="1227">
                        <c:v>39793</c:v>
                      </c:pt>
                      <c:pt idx="1228">
                        <c:v>39794</c:v>
                      </c:pt>
                      <c:pt idx="1229">
                        <c:v>39797</c:v>
                      </c:pt>
                      <c:pt idx="1230">
                        <c:v>39798</c:v>
                      </c:pt>
                      <c:pt idx="1231">
                        <c:v>39799</c:v>
                      </c:pt>
                      <c:pt idx="1232">
                        <c:v>39800</c:v>
                      </c:pt>
                      <c:pt idx="1233">
                        <c:v>39801</c:v>
                      </c:pt>
                      <c:pt idx="1234">
                        <c:v>39804</c:v>
                      </c:pt>
                      <c:pt idx="1235">
                        <c:v>39805</c:v>
                      </c:pt>
                      <c:pt idx="1236">
                        <c:v>39806</c:v>
                      </c:pt>
                      <c:pt idx="1237">
                        <c:v>39808</c:v>
                      </c:pt>
                      <c:pt idx="1238">
                        <c:v>39811</c:v>
                      </c:pt>
                      <c:pt idx="1239">
                        <c:v>39812</c:v>
                      </c:pt>
                      <c:pt idx="1240">
                        <c:v>39813</c:v>
                      </c:pt>
                      <c:pt idx="1241">
                        <c:v>39814</c:v>
                      </c:pt>
                      <c:pt idx="1242">
                        <c:v>39815</c:v>
                      </c:pt>
                      <c:pt idx="1243">
                        <c:v>39818</c:v>
                      </c:pt>
                      <c:pt idx="1244">
                        <c:v>39819</c:v>
                      </c:pt>
                      <c:pt idx="1245">
                        <c:v>39820</c:v>
                      </c:pt>
                      <c:pt idx="1246">
                        <c:v>39821</c:v>
                      </c:pt>
                      <c:pt idx="1247">
                        <c:v>39822</c:v>
                      </c:pt>
                      <c:pt idx="1248">
                        <c:v>39825</c:v>
                      </c:pt>
                      <c:pt idx="1249">
                        <c:v>39826</c:v>
                      </c:pt>
                      <c:pt idx="1250">
                        <c:v>39827</c:v>
                      </c:pt>
                      <c:pt idx="1251">
                        <c:v>39828</c:v>
                      </c:pt>
                      <c:pt idx="1252">
                        <c:v>39829</c:v>
                      </c:pt>
                      <c:pt idx="1253">
                        <c:v>39832</c:v>
                      </c:pt>
                      <c:pt idx="1254">
                        <c:v>39833</c:v>
                      </c:pt>
                      <c:pt idx="1255">
                        <c:v>39834</c:v>
                      </c:pt>
                      <c:pt idx="1256">
                        <c:v>39835</c:v>
                      </c:pt>
                      <c:pt idx="1257">
                        <c:v>39836</c:v>
                      </c:pt>
                      <c:pt idx="1258">
                        <c:v>39839</c:v>
                      </c:pt>
                      <c:pt idx="1259">
                        <c:v>39840</c:v>
                      </c:pt>
                      <c:pt idx="1260">
                        <c:v>39841</c:v>
                      </c:pt>
                      <c:pt idx="1261">
                        <c:v>39842</c:v>
                      </c:pt>
                      <c:pt idx="1262">
                        <c:v>39843</c:v>
                      </c:pt>
                      <c:pt idx="1263">
                        <c:v>39846</c:v>
                      </c:pt>
                      <c:pt idx="1264">
                        <c:v>39847</c:v>
                      </c:pt>
                      <c:pt idx="1265">
                        <c:v>39848</c:v>
                      </c:pt>
                      <c:pt idx="1266">
                        <c:v>39849</c:v>
                      </c:pt>
                      <c:pt idx="1267">
                        <c:v>39850</c:v>
                      </c:pt>
                      <c:pt idx="1268">
                        <c:v>39853</c:v>
                      </c:pt>
                      <c:pt idx="1269">
                        <c:v>39854</c:v>
                      </c:pt>
                      <c:pt idx="1270">
                        <c:v>39855</c:v>
                      </c:pt>
                      <c:pt idx="1271">
                        <c:v>39856</c:v>
                      </c:pt>
                      <c:pt idx="1272">
                        <c:v>39857</c:v>
                      </c:pt>
                      <c:pt idx="1273">
                        <c:v>39860</c:v>
                      </c:pt>
                      <c:pt idx="1274">
                        <c:v>39861</c:v>
                      </c:pt>
                      <c:pt idx="1275">
                        <c:v>39862</c:v>
                      </c:pt>
                      <c:pt idx="1276">
                        <c:v>39863</c:v>
                      </c:pt>
                      <c:pt idx="1277">
                        <c:v>39864</c:v>
                      </c:pt>
                      <c:pt idx="1278">
                        <c:v>39867</c:v>
                      </c:pt>
                      <c:pt idx="1279">
                        <c:v>39868</c:v>
                      </c:pt>
                      <c:pt idx="1280">
                        <c:v>39869</c:v>
                      </c:pt>
                      <c:pt idx="1281">
                        <c:v>39870</c:v>
                      </c:pt>
                      <c:pt idx="1282">
                        <c:v>39871</c:v>
                      </c:pt>
                      <c:pt idx="1283">
                        <c:v>39874</c:v>
                      </c:pt>
                      <c:pt idx="1284">
                        <c:v>39875</c:v>
                      </c:pt>
                      <c:pt idx="1285">
                        <c:v>39876</c:v>
                      </c:pt>
                      <c:pt idx="1286">
                        <c:v>39877</c:v>
                      </c:pt>
                      <c:pt idx="1287">
                        <c:v>39878</c:v>
                      </c:pt>
                      <c:pt idx="1288">
                        <c:v>39881</c:v>
                      </c:pt>
                      <c:pt idx="1289">
                        <c:v>39882</c:v>
                      </c:pt>
                      <c:pt idx="1290">
                        <c:v>39883</c:v>
                      </c:pt>
                      <c:pt idx="1291">
                        <c:v>39884</c:v>
                      </c:pt>
                      <c:pt idx="1292">
                        <c:v>39885</c:v>
                      </c:pt>
                      <c:pt idx="1293">
                        <c:v>39888</c:v>
                      </c:pt>
                      <c:pt idx="1294">
                        <c:v>39889</c:v>
                      </c:pt>
                      <c:pt idx="1295">
                        <c:v>39890</c:v>
                      </c:pt>
                      <c:pt idx="1296">
                        <c:v>39891</c:v>
                      </c:pt>
                      <c:pt idx="1297">
                        <c:v>39892</c:v>
                      </c:pt>
                      <c:pt idx="1298">
                        <c:v>39895</c:v>
                      </c:pt>
                      <c:pt idx="1299">
                        <c:v>39896</c:v>
                      </c:pt>
                      <c:pt idx="1300">
                        <c:v>39897</c:v>
                      </c:pt>
                      <c:pt idx="1301">
                        <c:v>39898</c:v>
                      </c:pt>
                      <c:pt idx="1302">
                        <c:v>39899</c:v>
                      </c:pt>
                      <c:pt idx="1303">
                        <c:v>39902</c:v>
                      </c:pt>
                      <c:pt idx="1304">
                        <c:v>39903</c:v>
                      </c:pt>
                      <c:pt idx="1305">
                        <c:v>39904</c:v>
                      </c:pt>
                      <c:pt idx="1306">
                        <c:v>39905</c:v>
                      </c:pt>
                      <c:pt idx="1307">
                        <c:v>39906</c:v>
                      </c:pt>
                      <c:pt idx="1308">
                        <c:v>39909</c:v>
                      </c:pt>
                      <c:pt idx="1309">
                        <c:v>39910</c:v>
                      </c:pt>
                      <c:pt idx="1310">
                        <c:v>39911</c:v>
                      </c:pt>
                      <c:pt idx="1311">
                        <c:v>39912</c:v>
                      </c:pt>
                      <c:pt idx="1312">
                        <c:v>39913</c:v>
                      </c:pt>
                      <c:pt idx="1313">
                        <c:v>39916</c:v>
                      </c:pt>
                      <c:pt idx="1314">
                        <c:v>39917</c:v>
                      </c:pt>
                      <c:pt idx="1315">
                        <c:v>39918</c:v>
                      </c:pt>
                      <c:pt idx="1316">
                        <c:v>39919</c:v>
                      </c:pt>
                      <c:pt idx="1317">
                        <c:v>39920</c:v>
                      </c:pt>
                      <c:pt idx="1318">
                        <c:v>39923</c:v>
                      </c:pt>
                      <c:pt idx="1319">
                        <c:v>39924</c:v>
                      </c:pt>
                      <c:pt idx="1320">
                        <c:v>39925</c:v>
                      </c:pt>
                      <c:pt idx="1321">
                        <c:v>39926</c:v>
                      </c:pt>
                      <c:pt idx="1322">
                        <c:v>39927</c:v>
                      </c:pt>
                      <c:pt idx="1323">
                        <c:v>39930</c:v>
                      </c:pt>
                      <c:pt idx="1324">
                        <c:v>39931</c:v>
                      </c:pt>
                      <c:pt idx="1325">
                        <c:v>39932</c:v>
                      </c:pt>
                      <c:pt idx="1326">
                        <c:v>39933</c:v>
                      </c:pt>
                      <c:pt idx="1327">
                        <c:v>39934</c:v>
                      </c:pt>
                      <c:pt idx="1328">
                        <c:v>39937</c:v>
                      </c:pt>
                      <c:pt idx="1329">
                        <c:v>39938</c:v>
                      </c:pt>
                      <c:pt idx="1330">
                        <c:v>39939</c:v>
                      </c:pt>
                      <c:pt idx="1331">
                        <c:v>39940</c:v>
                      </c:pt>
                      <c:pt idx="1332">
                        <c:v>39941</c:v>
                      </c:pt>
                      <c:pt idx="1333">
                        <c:v>39944</c:v>
                      </c:pt>
                      <c:pt idx="1334">
                        <c:v>39945</c:v>
                      </c:pt>
                      <c:pt idx="1335">
                        <c:v>39946</c:v>
                      </c:pt>
                      <c:pt idx="1336">
                        <c:v>39947</c:v>
                      </c:pt>
                      <c:pt idx="1337">
                        <c:v>39948</c:v>
                      </c:pt>
                      <c:pt idx="1338">
                        <c:v>39951</c:v>
                      </c:pt>
                      <c:pt idx="1339">
                        <c:v>39952</c:v>
                      </c:pt>
                      <c:pt idx="1340">
                        <c:v>39953</c:v>
                      </c:pt>
                      <c:pt idx="1341">
                        <c:v>39954</c:v>
                      </c:pt>
                      <c:pt idx="1342">
                        <c:v>39955</c:v>
                      </c:pt>
                      <c:pt idx="1343">
                        <c:v>39958</c:v>
                      </c:pt>
                      <c:pt idx="1344">
                        <c:v>39959</c:v>
                      </c:pt>
                      <c:pt idx="1345">
                        <c:v>39960</c:v>
                      </c:pt>
                      <c:pt idx="1346">
                        <c:v>39961</c:v>
                      </c:pt>
                      <c:pt idx="1347">
                        <c:v>39962</c:v>
                      </c:pt>
                      <c:pt idx="1348">
                        <c:v>39965</c:v>
                      </c:pt>
                      <c:pt idx="1349">
                        <c:v>39966</c:v>
                      </c:pt>
                      <c:pt idx="1350">
                        <c:v>39967</c:v>
                      </c:pt>
                      <c:pt idx="1351">
                        <c:v>39968</c:v>
                      </c:pt>
                      <c:pt idx="1352">
                        <c:v>39969</c:v>
                      </c:pt>
                      <c:pt idx="1353">
                        <c:v>39972</c:v>
                      </c:pt>
                      <c:pt idx="1354">
                        <c:v>39973</c:v>
                      </c:pt>
                      <c:pt idx="1355">
                        <c:v>39974</c:v>
                      </c:pt>
                      <c:pt idx="1356">
                        <c:v>39975</c:v>
                      </c:pt>
                      <c:pt idx="1357">
                        <c:v>39976</c:v>
                      </c:pt>
                      <c:pt idx="1358">
                        <c:v>39979</c:v>
                      </c:pt>
                      <c:pt idx="1359">
                        <c:v>39980</c:v>
                      </c:pt>
                      <c:pt idx="1360">
                        <c:v>39981</c:v>
                      </c:pt>
                      <c:pt idx="1361">
                        <c:v>39982</c:v>
                      </c:pt>
                      <c:pt idx="1362">
                        <c:v>39983</c:v>
                      </c:pt>
                      <c:pt idx="1363">
                        <c:v>39986</c:v>
                      </c:pt>
                      <c:pt idx="1364">
                        <c:v>39987</c:v>
                      </c:pt>
                      <c:pt idx="1365">
                        <c:v>39988</c:v>
                      </c:pt>
                      <c:pt idx="1366">
                        <c:v>39989</c:v>
                      </c:pt>
                      <c:pt idx="1367">
                        <c:v>39990</c:v>
                      </c:pt>
                      <c:pt idx="1368">
                        <c:v>39993</c:v>
                      </c:pt>
                      <c:pt idx="1369">
                        <c:v>39994</c:v>
                      </c:pt>
                      <c:pt idx="1370">
                        <c:v>39995</c:v>
                      </c:pt>
                      <c:pt idx="1371">
                        <c:v>39996</c:v>
                      </c:pt>
                      <c:pt idx="1372">
                        <c:v>39997</c:v>
                      </c:pt>
                      <c:pt idx="1373">
                        <c:v>40000</c:v>
                      </c:pt>
                      <c:pt idx="1374">
                        <c:v>40001</c:v>
                      </c:pt>
                      <c:pt idx="1375">
                        <c:v>40002</c:v>
                      </c:pt>
                      <c:pt idx="1376">
                        <c:v>40003</c:v>
                      </c:pt>
                      <c:pt idx="1377">
                        <c:v>40004</c:v>
                      </c:pt>
                      <c:pt idx="1378">
                        <c:v>40007</c:v>
                      </c:pt>
                      <c:pt idx="1379">
                        <c:v>40008</c:v>
                      </c:pt>
                      <c:pt idx="1380">
                        <c:v>40009</c:v>
                      </c:pt>
                      <c:pt idx="1381">
                        <c:v>40010</c:v>
                      </c:pt>
                      <c:pt idx="1382">
                        <c:v>40011</c:v>
                      </c:pt>
                      <c:pt idx="1383">
                        <c:v>40014</c:v>
                      </c:pt>
                      <c:pt idx="1384">
                        <c:v>40015</c:v>
                      </c:pt>
                      <c:pt idx="1385">
                        <c:v>40016</c:v>
                      </c:pt>
                      <c:pt idx="1386">
                        <c:v>40017</c:v>
                      </c:pt>
                      <c:pt idx="1387">
                        <c:v>40018</c:v>
                      </c:pt>
                      <c:pt idx="1388">
                        <c:v>40021</c:v>
                      </c:pt>
                      <c:pt idx="1389">
                        <c:v>40022</c:v>
                      </c:pt>
                      <c:pt idx="1390">
                        <c:v>40023</c:v>
                      </c:pt>
                      <c:pt idx="1391">
                        <c:v>40024</c:v>
                      </c:pt>
                      <c:pt idx="1392">
                        <c:v>40025</c:v>
                      </c:pt>
                      <c:pt idx="1393">
                        <c:v>40028</c:v>
                      </c:pt>
                      <c:pt idx="1394">
                        <c:v>40029</c:v>
                      </c:pt>
                      <c:pt idx="1395">
                        <c:v>40030</c:v>
                      </c:pt>
                      <c:pt idx="1396">
                        <c:v>40031</c:v>
                      </c:pt>
                      <c:pt idx="1397">
                        <c:v>40032</c:v>
                      </c:pt>
                      <c:pt idx="1398">
                        <c:v>40035</c:v>
                      </c:pt>
                      <c:pt idx="1399">
                        <c:v>40036</c:v>
                      </c:pt>
                      <c:pt idx="1400">
                        <c:v>40037</c:v>
                      </c:pt>
                      <c:pt idx="1401">
                        <c:v>40038</c:v>
                      </c:pt>
                      <c:pt idx="1402">
                        <c:v>40039</c:v>
                      </c:pt>
                      <c:pt idx="1403">
                        <c:v>40042</c:v>
                      </c:pt>
                      <c:pt idx="1404">
                        <c:v>40043</c:v>
                      </c:pt>
                      <c:pt idx="1405">
                        <c:v>40044</c:v>
                      </c:pt>
                      <c:pt idx="1406">
                        <c:v>40045</c:v>
                      </c:pt>
                      <c:pt idx="1407">
                        <c:v>40046</c:v>
                      </c:pt>
                      <c:pt idx="1408">
                        <c:v>40049</c:v>
                      </c:pt>
                      <c:pt idx="1409">
                        <c:v>40050</c:v>
                      </c:pt>
                      <c:pt idx="1410">
                        <c:v>40051</c:v>
                      </c:pt>
                      <c:pt idx="1411">
                        <c:v>40052</c:v>
                      </c:pt>
                      <c:pt idx="1412">
                        <c:v>40053</c:v>
                      </c:pt>
                      <c:pt idx="1413">
                        <c:v>40056</c:v>
                      </c:pt>
                      <c:pt idx="1414">
                        <c:v>40057</c:v>
                      </c:pt>
                      <c:pt idx="1415">
                        <c:v>40058</c:v>
                      </c:pt>
                      <c:pt idx="1416">
                        <c:v>40059</c:v>
                      </c:pt>
                      <c:pt idx="1417">
                        <c:v>40060</c:v>
                      </c:pt>
                      <c:pt idx="1418">
                        <c:v>40063</c:v>
                      </c:pt>
                      <c:pt idx="1419">
                        <c:v>40064</c:v>
                      </c:pt>
                      <c:pt idx="1420">
                        <c:v>40065</c:v>
                      </c:pt>
                      <c:pt idx="1421">
                        <c:v>40066</c:v>
                      </c:pt>
                      <c:pt idx="1422">
                        <c:v>40067</c:v>
                      </c:pt>
                      <c:pt idx="1423">
                        <c:v>40070</c:v>
                      </c:pt>
                      <c:pt idx="1424">
                        <c:v>40071</c:v>
                      </c:pt>
                      <c:pt idx="1425">
                        <c:v>40072</c:v>
                      </c:pt>
                      <c:pt idx="1426">
                        <c:v>40073</c:v>
                      </c:pt>
                      <c:pt idx="1427">
                        <c:v>40074</c:v>
                      </c:pt>
                      <c:pt idx="1428">
                        <c:v>40077</c:v>
                      </c:pt>
                      <c:pt idx="1429">
                        <c:v>40078</c:v>
                      </c:pt>
                      <c:pt idx="1430">
                        <c:v>40079</c:v>
                      </c:pt>
                      <c:pt idx="1431">
                        <c:v>40080</c:v>
                      </c:pt>
                      <c:pt idx="1432">
                        <c:v>40081</c:v>
                      </c:pt>
                      <c:pt idx="1433">
                        <c:v>40084</c:v>
                      </c:pt>
                      <c:pt idx="1434">
                        <c:v>40085</c:v>
                      </c:pt>
                      <c:pt idx="1435">
                        <c:v>40086</c:v>
                      </c:pt>
                      <c:pt idx="1436">
                        <c:v>40087</c:v>
                      </c:pt>
                      <c:pt idx="1437">
                        <c:v>40088</c:v>
                      </c:pt>
                      <c:pt idx="1438">
                        <c:v>40091</c:v>
                      </c:pt>
                      <c:pt idx="1439">
                        <c:v>40092</c:v>
                      </c:pt>
                      <c:pt idx="1440">
                        <c:v>40093</c:v>
                      </c:pt>
                      <c:pt idx="1441">
                        <c:v>40094</c:v>
                      </c:pt>
                      <c:pt idx="1442">
                        <c:v>40095</c:v>
                      </c:pt>
                      <c:pt idx="1443">
                        <c:v>40098</c:v>
                      </c:pt>
                      <c:pt idx="1444">
                        <c:v>40099</c:v>
                      </c:pt>
                      <c:pt idx="1445">
                        <c:v>40100</c:v>
                      </c:pt>
                      <c:pt idx="1446">
                        <c:v>40101</c:v>
                      </c:pt>
                      <c:pt idx="1447">
                        <c:v>40102</c:v>
                      </c:pt>
                      <c:pt idx="1448">
                        <c:v>40105</c:v>
                      </c:pt>
                      <c:pt idx="1449">
                        <c:v>40106</c:v>
                      </c:pt>
                      <c:pt idx="1450">
                        <c:v>40107</c:v>
                      </c:pt>
                      <c:pt idx="1451">
                        <c:v>40108</c:v>
                      </c:pt>
                      <c:pt idx="1452">
                        <c:v>40109</c:v>
                      </c:pt>
                      <c:pt idx="1453">
                        <c:v>40112</c:v>
                      </c:pt>
                      <c:pt idx="1454">
                        <c:v>40113</c:v>
                      </c:pt>
                      <c:pt idx="1455">
                        <c:v>40114</c:v>
                      </c:pt>
                      <c:pt idx="1456">
                        <c:v>40115</c:v>
                      </c:pt>
                      <c:pt idx="1457">
                        <c:v>40116</c:v>
                      </c:pt>
                      <c:pt idx="1458">
                        <c:v>40119</c:v>
                      </c:pt>
                      <c:pt idx="1459">
                        <c:v>40120</c:v>
                      </c:pt>
                      <c:pt idx="1460">
                        <c:v>40121</c:v>
                      </c:pt>
                      <c:pt idx="1461">
                        <c:v>40122</c:v>
                      </c:pt>
                      <c:pt idx="1462">
                        <c:v>40123</c:v>
                      </c:pt>
                      <c:pt idx="1463">
                        <c:v>40126</c:v>
                      </c:pt>
                      <c:pt idx="1464">
                        <c:v>40127</c:v>
                      </c:pt>
                      <c:pt idx="1465">
                        <c:v>40128</c:v>
                      </c:pt>
                      <c:pt idx="1466">
                        <c:v>40129</c:v>
                      </c:pt>
                      <c:pt idx="1467">
                        <c:v>40130</c:v>
                      </c:pt>
                      <c:pt idx="1468">
                        <c:v>40133</c:v>
                      </c:pt>
                      <c:pt idx="1469">
                        <c:v>40134</c:v>
                      </c:pt>
                      <c:pt idx="1470">
                        <c:v>40135</c:v>
                      </c:pt>
                      <c:pt idx="1471">
                        <c:v>40136</c:v>
                      </c:pt>
                      <c:pt idx="1472">
                        <c:v>40137</c:v>
                      </c:pt>
                      <c:pt idx="1473">
                        <c:v>40140</c:v>
                      </c:pt>
                      <c:pt idx="1474">
                        <c:v>40141</c:v>
                      </c:pt>
                      <c:pt idx="1475">
                        <c:v>40142</c:v>
                      </c:pt>
                      <c:pt idx="1476">
                        <c:v>40143</c:v>
                      </c:pt>
                      <c:pt idx="1477">
                        <c:v>40144</c:v>
                      </c:pt>
                      <c:pt idx="1478">
                        <c:v>40147</c:v>
                      </c:pt>
                      <c:pt idx="1479">
                        <c:v>40148</c:v>
                      </c:pt>
                      <c:pt idx="1480">
                        <c:v>40149</c:v>
                      </c:pt>
                      <c:pt idx="1481">
                        <c:v>40150</c:v>
                      </c:pt>
                      <c:pt idx="1482">
                        <c:v>40151</c:v>
                      </c:pt>
                      <c:pt idx="1483">
                        <c:v>40154</c:v>
                      </c:pt>
                      <c:pt idx="1484">
                        <c:v>40155</c:v>
                      </c:pt>
                      <c:pt idx="1485">
                        <c:v>40156</c:v>
                      </c:pt>
                      <c:pt idx="1486">
                        <c:v>40157</c:v>
                      </c:pt>
                      <c:pt idx="1487">
                        <c:v>40158</c:v>
                      </c:pt>
                      <c:pt idx="1488">
                        <c:v>40161</c:v>
                      </c:pt>
                      <c:pt idx="1489">
                        <c:v>40162</c:v>
                      </c:pt>
                      <c:pt idx="1490">
                        <c:v>40163</c:v>
                      </c:pt>
                      <c:pt idx="1491">
                        <c:v>40164</c:v>
                      </c:pt>
                      <c:pt idx="1492">
                        <c:v>40165</c:v>
                      </c:pt>
                      <c:pt idx="1493">
                        <c:v>40168</c:v>
                      </c:pt>
                      <c:pt idx="1494">
                        <c:v>40169</c:v>
                      </c:pt>
                      <c:pt idx="1495">
                        <c:v>40170</c:v>
                      </c:pt>
                      <c:pt idx="1496">
                        <c:v>40171</c:v>
                      </c:pt>
                      <c:pt idx="1497">
                        <c:v>40172</c:v>
                      </c:pt>
                      <c:pt idx="1498">
                        <c:v>40175</c:v>
                      </c:pt>
                      <c:pt idx="1499">
                        <c:v>40176</c:v>
                      </c:pt>
                      <c:pt idx="1500">
                        <c:v>40177</c:v>
                      </c:pt>
                      <c:pt idx="1501">
                        <c:v>40178</c:v>
                      </c:pt>
                      <c:pt idx="1502">
                        <c:v>40179</c:v>
                      </c:pt>
                      <c:pt idx="1503">
                        <c:v>40182</c:v>
                      </c:pt>
                      <c:pt idx="1504">
                        <c:v>40183</c:v>
                      </c:pt>
                      <c:pt idx="1505">
                        <c:v>40184</c:v>
                      </c:pt>
                      <c:pt idx="1506">
                        <c:v>40185</c:v>
                      </c:pt>
                      <c:pt idx="1507">
                        <c:v>40186</c:v>
                      </c:pt>
                      <c:pt idx="1508">
                        <c:v>40189</c:v>
                      </c:pt>
                      <c:pt idx="1509">
                        <c:v>40190</c:v>
                      </c:pt>
                      <c:pt idx="1510">
                        <c:v>40191</c:v>
                      </c:pt>
                      <c:pt idx="1511">
                        <c:v>40192</c:v>
                      </c:pt>
                      <c:pt idx="1512">
                        <c:v>40193</c:v>
                      </c:pt>
                      <c:pt idx="1513">
                        <c:v>40196</c:v>
                      </c:pt>
                      <c:pt idx="1514">
                        <c:v>40197</c:v>
                      </c:pt>
                      <c:pt idx="1515">
                        <c:v>40198</c:v>
                      </c:pt>
                      <c:pt idx="1516">
                        <c:v>40199</c:v>
                      </c:pt>
                      <c:pt idx="1517">
                        <c:v>40200</c:v>
                      </c:pt>
                      <c:pt idx="1518">
                        <c:v>40203</c:v>
                      </c:pt>
                      <c:pt idx="1519">
                        <c:v>40204</c:v>
                      </c:pt>
                      <c:pt idx="1520">
                        <c:v>40205</c:v>
                      </c:pt>
                      <c:pt idx="1521">
                        <c:v>40206</c:v>
                      </c:pt>
                      <c:pt idx="1522">
                        <c:v>40207</c:v>
                      </c:pt>
                      <c:pt idx="1523">
                        <c:v>40210</c:v>
                      </c:pt>
                      <c:pt idx="1524">
                        <c:v>40211</c:v>
                      </c:pt>
                      <c:pt idx="1525">
                        <c:v>40212</c:v>
                      </c:pt>
                      <c:pt idx="1526">
                        <c:v>40213</c:v>
                      </c:pt>
                      <c:pt idx="1527">
                        <c:v>40214</c:v>
                      </c:pt>
                      <c:pt idx="1528">
                        <c:v>40217</c:v>
                      </c:pt>
                      <c:pt idx="1529">
                        <c:v>40218</c:v>
                      </c:pt>
                      <c:pt idx="1530">
                        <c:v>40219</c:v>
                      </c:pt>
                      <c:pt idx="1531">
                        <c:v>40220</c:v>
                      </c:pt>
                      <c:pt idx="1532">
                        <c:v>40221</c:v>
                      </c:pt>
                      <c:pt idx="1533">
                        <c:v>40224</c:v>
                      </c:pt>
                      <c:pt idx="1534">
                        <c:v>40225</c:v>
                      </c:pt>
                      <c:pt idx="1535">
                        <c:v>40226</c:v>
                      </c:pt>
                      <c:pt idx="1536">
                        <c:v>40227</c:v>
                      </c:pt>
                      <c:pt idx="1537">
                        <c:v>40228</c:v>
                      </c:pt>
                      <c:pt idx="1538">
                        <c:v>40231</c:v>
                      </c:pt>
                      <c:pt idx="1539">
                        <c:v>40232</c:v>
                      </c:pt>
                      <c:pt idx="1540">
                        <c:v>40233</c:v>
                      </c:pt>
                      <c:pt idx="1541">
                        <c:v>40234</c:v>
                      </c:pt>
                      <c:pt idx="1542">
                        <c:v>40235</c:v>
                      </c:pt>
                      <c:pt idx="1543">
                        <c:v>40238</c:v>
                      </c:pt>
                      <c:pt idx="1544">
                        <c:v>40239</c:v>
                      </c:pt>
                      <c:pt idx="1545">
                        <c:v>40240</c:v>
                      </c:pt>
                      <c:pt idx="1546">
                        <c:v>40241</c:v>
                      </c:pt>
                      <c:pt idx="1547">
                        <c:v>40242</c:v>
                      </c:pt>
                      <c:pt idx="1548">
                        <c:v>40245</c:v>
                      </c:pt>
                      <c:pt idx="1549">
                        <c:v>40246</c:v>
                      </c:pt>
                      <c:pt idx="1550">
                        <c:v>40247</c:v>
                      </c:pt>
                      <c:pt idx="1551">
                        <c:v>40248</c:v>
                      </c:pt>
                      <c:pt idx="1552">
                        <c:v>40249</c:v>
                      </c:pt>
                      <c:pt idx="1553">
                        <c:v>40252</c:v>
                      </c:pt>
                      <c:pt idx="1554">
                        <c:v>40253</c:v>
                      </c:pt>
                      <c:pt idx="1555">
                        <c:v>40254</c:v>
                      </c:pt>
                      <c:pt idx="1556">
                        <c:v>40255</c:v>
                      </c:pt>
                      <c:pt idx="1557">
                        <c:v>40256</c:v>
                      </c:pt>
                      <c:pt idx="1558">
                        <c:v>40259</c:v>
                      </c:pt>
                      <c:pt idx="1559">
                        <c:v>40260</c:v>
                      </c:pt>
                      <c:pt idx="1560">
                        <c:v>40261</c:v>
                      </c:pt>
                      <c:pt idx="1561">
                        <c:v>40262</c:v>
                      </c:pt>
                      <c:pt idx="1562">
                        <c:v>40263</c:v>
                      </c:pt>
                      <c:pt idx="1563">
                        <c:v>40266</c:v>
                      </c:pt>
                      <c:pt idx="1564">
                        <c:v>40267</c:v>
                      </c:pt>
                      <c:pt idx="1565">
                        <c:v>40268</c:v>
                      </c:pt>
                      <c:pt idx="1566">
                        <c:v>40269</c:v>
                      </c:pt>
                      <c:pt idx="1567">
                        <c:v>40270</c:v>
                      </c:pt>
                      <c:pt idx="1568">
                        <c:v>40273</c:v>
                      </c:pt>
                      <c:pt idx="1569">
                        <c:v>40274</c:v>
                      </c:pt>
                      <c:pt idx="1570">
                        <c:v>40275</c:v>
                      </c:pt>
                      <c:pt idx="1571">
                        <c:v>40276</c:v>
                      </c:pt>
                      <c:pt idx="1572">
                        <c:v>40277</c:v>
                      </c:pt>
                      <c:pt idx="1573">
                        <c:v>40280</c:v>
                      </c:pt>
                      <c:pt idx="1574">
                        <c:v>40281</c:v>
                      </c:pt>
                      <c:pt idx="1575">
                        <c:v>40282</c:v>
                      </c:pt>
                      <c:pt idx="1576">
                        <c:v>40283</c:v>
                      </c:pt>
                      <c:pt idx="1577">
                        <c:v>40284</c:v>
                      </c:pt>
                      <c:pt idx="1578">
                        <c:v>40287</c:v>
                      </c:pt>
                      <c:pt idx="1579">
                        <c:v>40288</c:v>
                      </c:pt>
                      <c:pt idx="1580">
                        <c:v>40289</c:v>
                      </c:pt>
                      <c:pt idx="1581">
                        <c:v>40290</c:v>
                      </c:pt>
                      <c:pt idx="1582">
                        <c:v>40291</c:v>
                      </c:pt>
                      <c:pt idx="1583">
                        <c:v>40294</c:v>
                      </c:pt>
                      <c:pt idx="1584">
                        <c:v>40295</c:v>
                      </c:pt>
                      <c:pt idx="1585">
                        <c:v>40296</c:v>
                      </c:pt>
                      <c:pt idx="1586">
                        <c:v>40297</c:v>
                      </c:pt>
                      <c:pt idx="1587">
                        <c:v>40298</c:v>
                      </c:pt>
                      <c:pt idx="1588">
                        <c:v>40301</c:v>
                      </c:pt>
                      <c:pt idx="1589">
                        <c:v>40302</c:v>
                      </c:pt>
                      <c:pt idx="1590">
                        <c:v>40303</c:v>
                      </c:pt>
                      <c:pt idx="1591">
                        <c:v>40304</c:v>
                      </c:pt>
                      <c:pt idx="1592">
                        <c:v>40305</c:v>
                      </c:pt>
                      <c:pt idx="1593">
                        <c:v>40308</c:v>
                      </c:pt>
                      <c:pt idx="1594">
                        <c:v>40309</c:v>
                      </c:pt>
                      <c:pt idx="1595">
                        <c:v>40310</c:v>
                      </c:pt>
                      <c:pt idx="1596">
                        <c:v>40311</c:v>
                      </c:pt>
                      <c:pt idx="1597">
                        <c:v>40312</c:v>
                      </c:pt>
                      <c:pt idx="1598">
                        <c:v>40315</c:v>
                      </c:pt>
                      <c:pt idx="1599">
                        <c:v>40316</c:v>
                      </c:pt>
                      <c:pt idx="1600">
                        <c:v>40317</c:v>
                      </c:pt>
                      <c:pt idx="1601">
                        <c:v>40318</c:v>
                      </c:pt>
                      <c:pt idx="1602">
                        <c:v>40319</c:v>
                      </c:pt>
                      <c:pt idx="1603">
                        <c:v>40322</c:v>
                      </c:pt>
                      <c:pt idx="1604">
                        <c:v>40323</c:v>
                      </c:pt>
                      <c:pt idx="1605">
                        <c:v>40324</c:v>
                      </c:pt>
                      <c:pt idx="1606">
                        <c:v>40325</c:v>
                      </c:pt>
                      <c:pt idx="1607">
                        <c:v>40326</c:v>
                      </c:pt>
                      <c:pt idx="1608">
                        <c:v>40329</c:v>
                      </c:pt>
                      <c:pt idx="1609">
                        <c:v>40330</c:v>
                      </c:pt>
                      <c:pt idx="1610">
                        <c:v>40331</c:v>
                      </c:pt>
                      <c:pt idx="1611">
                        <c:v>40332</c:v>
                      </c:pt>
                      <c:pt idx="1612">
                        <c:v>40333</c:v>
                      </c:pt>
                      <c:pt idx="1613">
                        <c:v>40336</c:v>
                      </c:pt>
                      <c:pt idx="1614">
                        <c:v>40337</c:v>
                      </c:pt>
                      <c:pt idx="1615">
                        <c:v>40338</c:v>
                      </c:pt>
                      <c:pt idx="1616">
                        <c:v>40339</c:v>
                      </c:pt>
                      <c:pt idx="1617">
                        <c:v>40340</c:v>
                      </c:pt>
                      <c:pt idx="1618">
                        <c:v>40343</c:v>
                      </c:pt>
                      <c:pt idx="1619">
                        <c:v>40344</c:v>
                      </c:pt>
                      <c:pt idx="1620">
                        <c:v>40345</c:v>
                      </c:pt>
                      <c:pt idx="1621">
                        <c:v>40346</c:v>
                      </c:pt>
                      <c:pt idx="1622">
                        <c:v>40347</c:v>
                      </c:pt>
                      <c:pt idx="1623">
                        <c:v>40350</c:v>
                      </c:pt>
                      <c:pt idx="1624">
                        <c:v>40351</c:v>
                      </c:pt>
                      <c:pt idx="1625">
                        <c:v>40352</c:v>
                      </c:pt>
                      <c:pt idx="1626">
                        <c:v>40353</c:v>
                      </c:pt>
                      <c:pt idx="1627">
                        <c:v>40354</c:v>
                      </c:pt>
                      <c:pt idx="1628">
                        <c:v>40357</c:v>
                      </c:pt>
                      <c:pt idx="1629">
                        <c:v>40358</c:v>
                      </c:pt>
                      <c:pt idx="1630">
                        <c:v>40359</c:v>
                      </c:pt>
                      <c:pt idx="1631">
                        <c:v>40360</c:v>
                      </c:pt>
                      <c:pt idx="1632">
                        <c:v>40361</c:v>
                      </c:pt>
                      <c:pt idx="1633">
                        <c:v>40364</c:v>
                      </c:pt>
                      <c:pt idx="1634">
                        <c:v>40365</c:v>
                      </c:pt>
                      <c:pt idx="1635">
                        <c:v>40366</c:v>
                      </c:pt>
                      <c:pt idx="1636">
                        <c:v>40367</c:v>
                      </c:pt>
                      <c:pt idx="1637">
                        <c:v>40368</c:v>
                      </c:pt>
                      <c:pt idx="1638">
                        <c:v>40371</c:v>
                      </c:pt>
                      <c:pt idx="1639">
                        <c:v>40372</c:v>
                      </c:pt>
                      <c:pt idx="1640">
                        <c:v>40373</c:v>
                      </c:pt>
                      <c:pt idx="1641">
                        <c:v>40374</c:v>
                      </c:pt>
                      <c:pt idx="1642">
                        <c:v>40375</c:v>
                      </c:pt>
                      <c:pt idx="1643">
                        <c:v>40378</c:v>
                      </c:pt>
                      <c:pt idx="1644">
                        <c:v>40379</c:v>
                      </c:pt>
                      <c:pt idx="1645">
                        <c:v>40380</c:v>
                      </c:pt>
                      <c:pt idx="1646">
                        <c:v>40381</c:v>
                      </c:pt>
                      <c:pt idx="1647">
                        <c:v>40382</c:v>
                      </c:pt>
                      <c:pt idx="1648">
                        <c:v>40385</c:v>
                      </c:pt>
                      <c:pt idx="1649">
                        <c:v>40386</c:v>
                      </c:pt>
                      <c:pt idx="1650">
                        <c:v>40387</c:v>
                      </c:pt>
                      <c:pt idx="1651">
                        <c:v>40388</c:v>
                      </c:pt>
                      <c:pt idx="1652">
                        <c:v>40389</c:v>
                      </c:pt>
                      <c:pt idx="1653">
                        <c:v>40392</c:v>
                      </c:pt>
                      <c:pt idx="1654">
                        <c:v>40393</c:v>
                      </c:pt>
                      <c:pt idx="1655">
                        <c:v>40394</c:v>
                      </c:pt>
                      <c:pt idx="1656">
                        <c:v>40395</c:v>
                      </c:pt>
                      <c:pt idx="1657">
                        <c:v>40396</c:v>
                      </c:pt>
                      <c:pt idx="1658">
                        <c:v>40399</c:v>
                      </c:pt>
                      <c:pt idx="1659">
                        <c:v>40400</c:v>
                      </c:pt>
                      <c:pt idx="1660">
                        <c:v>40401</c:v>
                      </c:pt>
                      <c:pt idx="1661">
                        <c:v>40402</c:v>
                      </c:pt>
                      <c:pt idx="1662">
                        <c:v>40403</c:v>
                      </c:pt>
                      <c:pt idx="1663">
                        <c:v>40406</c:v>
                      </c:pt>
                      <c:pt idx="1664">
                        <c:v>40407</c:v>
                      </c:pt>
                      <c:pt idx="1665">
                        <c:v>40408</c:v>
                      </c:pt>
                      <c:pt idx="1666">
                        <c:v>40409</c:v>
                      </c:pt>
                      <c:pt idx="1667">
                        <c:v>40410</c:v>
                      </c:pt>
                      <c:pt idx="1668">
                        <c:v>40413</c:v>
                      </c:pt>
                      <c:pt idx="1669">
                        <c:v>40414</c:v>
                      </c:pt>
                      <c:pt idx="1670">
                        <c:v>40415</c:v>
                      </c:pt>
                      <c:pt idx="1671">
                        <c:v>40416</c:v>
                      </c:pt>
                      <c:pt idx="1672">
                        <c:v>40417</c:v>
                      </c:pt>
                      <c:pt idx="1673">
                        <c:v>40420</c:v>
                      </c:pt>
                      <c:pt idx="1674">
                        <c:v>40421</c:v>
                      </c:pt>
                      <c:pt idx="1675">
                        <c:v>40422</c:v>
                      </c:pt>
                      <c:pt idx="1676">
                        <c:v>40423</c:v>
                      </c:pt>
                      <c:pt idx="1677">
                        <c:v>40424</c:v>
                      </c:pt>
                      <c:pt idx="1678">
                        <c:v>40427</c:v>
                      </c:pt>
                      <c:pt idx="1679">
                        <c:v>40428</c:v>
                      </c:pt>
                      <c:pt idx="1680">
                        <c:v>40429</c:v>
                      </c:pt>
                      <c:pt idx="1681">
                        <c:v>40430</c:v>
                      </c:pt>
                      <c:pt idx="1682">
                        <c:v>40431</c:v>
                      </c:pt>
                      <c:pt idx="1683">
                        <c:v>40434</c:v>
                      </c:pt>
                      <c:pt idx="1684">
                        <c:v>40435</c:v>
                      </c:pt>
                      <c:pt idx="1685">
                        <c:v>40436</c:v>
                      </c:pt>
                      <c:pt idx="1686">
                        <c:v>40437</c:v>
                      </c:pt>
                      <c:pt idx="1687">
                        <c:v>40438</c:v>
                      </c:pt>
                      <c:pt idx="1688">
                        <c:v>40441</c:v>
                      </c:pt>
                      <c:pt idx="1689">
                        <c:v>40442</c:v>
                      </c:pt>
                      <c:pt idx="1690">
                        <c:v>40443</c:v>
                      </c:pt>
                      <c:pt idx="1691">
                        <c:v>40444</c:v>
                      </c:pt>
                      <c:pt idx="1692">
                        <c:v>40445</c:v>
                      </c:pt>
                      <c:pt idx="1693">
                        <c:v>40448</c:v>
                      </c:pt>
                      <c:pt idx="1694">
                        <c:v>40449</c:v>
                      </c:pt>
                      <c:pt idx="1695">
                        <c:v>40450</c:v>
                      </c:pt>
                      <c:pt idx="1696">
                        <c:v>40451</c:v>
                      </c:pt>
                      <c:pt idx="1697">
                        <c:v>40452</c:v>
                      </c:pt>
                      <c:pt idx="1698">
                        <c:v>40455</c:v>
                      </c:pt>
                      <c:pt idx="1699">
                        <c:v>40456</c:v>
                      </c:pt>
                      <c:pt idx="1700">
                        <c:v>40457</c:v>
                      </c:pt>
                      <c:pt idx="1701">
                        <c:v>40458</c:v>
                      </c:pt>
                      <c:pt idx="1702">
                        <c:v>40459</c:v>
                      </c:pt>
                      <c:pt idx="1703">
                        <c:v>40462</c:v>
                      </c:pt>
                      <c:pt idx="1704">
                        <c:v>40463</c:v>
                      </c:pt>
                      <c:pt idx="1705">
                        <c:v>40464</c:v>
                      </c:pt>
                      <c:pt idx="1706">
                        <c:v>40465</c:v>
                      </c:pt>
                      <c:pt idx="1707">
                        <c:v>40466</c:v>
                      </c:pt>
                      <c:pt idx="1708">
                        <c:v>40469</c:v>
                      </c:pt>
                      <c:pt idx="1709">
                        <c:v>40470</c:v>
                      </c:pt>
                      <c:pt idx="1710">
                        <c:v>40471</c:v>
                      </c:pt>
                      <c:pt idx="1711">
                        <c:v>40472</c:v>
                      </c:pt>
                      <c:pt idx="1712">
                        <c:v>40473</c:v>
                      </c:pt>
                      <c:pt idx="1713">
                        <c:v>40476</c:v>
                      </c:pt>
                      <c:pt idx="1714">
                        <c:v>40477</c:v>
                      </c:pt>
                      <c:pt idx="1715">
                        <c:v>40478</c:v>
                      </c:pt>
                      <c:pt idx="1716">
                        <c:v>40479</c:v>
                      </c:pt>
                      <c:pt idx="1717">
                        <c:v>40480</c:v>
                      </c:pt>
                      <c:pt idx="1718">
                        <c:v>40483</c:v>
                      </c:pt>
                      <c:pt idx="1719">
                        <c:v>40484</c:v>
                      </c:pt>
                      <c:pt idx="1720">
                        <c:v>40485</c:v>
                      </c:pt>
                      <c:pt idx="1721">
                        <c:v>40486</c:v>
                      </c:pt>
                      <c:pt idx="1722">
                        <c:v>40487</c:v>
                      </c:pt>
                      <c:pt idx="1723">
                        <c:v>40490</c:v>
                      </c:pt>
                      <c:pt idx="1724">
                        <c:v>40491</c:v>
                      </c:pt>
                      <c:pt idx="1725">
                        <c:v>40492</c:v>
                      </c:pt>
                      <c:pt idx="1726">
                        <c:v>40493</c:v>
                      </c:pt>
                      <c:pt idx="1727">
                        <c:v>40494</c:v>
                      </c:pt>
                      <c:pt idx="1728">
                        <c:v>40497</c:v>
                      </c:pt>
                      <c:pt idx="1729">
                        <c:v>40498</c:v>
                      </c:pt>
                      <c:pt idx="1730">
                        <c:v>40499</c:v>
                      </c:pt>
                      <c:pt idx="1731">
                        <c:v>40500</c:v>
                      </c:pt>
                      <c:pt idx="1732">
                        <c:v>40501</c:v>
                      </c:pt>
                      <c:pt idx="1733">
                        <c:v>40504</c:v>
                      </c:pt>
                      <c:pt idx="1734">
                        <c:v>40505</c:v>
                      </c:pt>
                      <c:pt idx="1735">
                        <c:v>40506</c:v>
                      </c:pt>
                      <c:pt idx="1736">
                        <c:v>40507</c:v>
                      </c:pt>
                      <c:pt idx="1737">
                        <c:v>40508</c:v>
                      </c:pt>
                      <c:pt idx="1738">
                        <c:v>40511</c:v>
                      </c:pt>
                      <c:pt idx="1739">
                        <c:v>40512</c:v>
                      </c:pt>
                      <c:pt idx="1740">
                        <c:v>40513</c:v>
                      </c:pt>
                      <c:pt idx="1741">
                        <c:v>40514</c:v>
                      </c:pt>
                      <c:pt idx="1742">
                        <c:v>40515</c:v>
                      </c:pt>
                      <c:pt idx="1743">
                        <c:v>40518</c:v>
                      </c:pt>
                      <c:pt idx="1744">
                        <c:v>40519</c:v>
                      </c:pt>
                      <c:pt idx="1745">
                        <c:v>40520</c:v>
                      </c:pt>
                      <c:pt idx="1746">
                        <c:v>40521</c:v>
                      </c:pt>
                      <c:pt idx="1747">
                        <c:v>40522</c:v>
                      </c:pt>
                      <c:pt idx="1748">
                        <c:v>40525</c:v>
                      </c:pt>
                      <c:pt idx="1749">
                        <c:v>40526</c:v>
                      </c:pt>
                      <c:pt idx="1750">
                        <c:v>40527</c:v>
                      </c:pt>
                      <c:pt idx="1751">
                        <c:v>40528</c:v>
                      </c:pt>
                      <c:pt idx="1752">
                        <c:v>40529</c:v>
                      </c:pt>
                      <c:pt idx="1753">
                        <c:v>40532</c:v>
                      </c:pt>
                      <c:pt idx="1754">
                        <c:v>40533</c:v>
                      </c:pt>
                      <c:pt idx="1755">
                        <c:v>40534</c:v>
                      </c:pt>
                      <c:pt idx="1756">
                        <c:v>40535</c:v>
                      </c:pt>
                      <c:pt idx="1757">
                        <c:v>40536</c:v>
                      </c:pt>
                      <c:pt idx="1758">
                        <c:v>40539</c:v>
                      </c:pt>
                      <c:pt idx="1759">
                        <c:v>40540</c:v>
                      </c:pt>
                      <c:pt idx="1760">
                        <c:v>40541</c:v>
                      </c:pt>
                      <c:pt idx="1761">
                        <c:v>40542</c:v>
                      </c:pt>
                      <c:pt idx="1762">
                        <c:v>40543</c:v>
                      </c:pt>
                      <c:pt idx="1763">
                        <c:v>40546</c:v>
                      </c:pt>
                      <c:pt idx="1764">
                        <c:v>40547</c:v>
                      </c:pt>
                      <c:pt idx="1765">
                        <c:v>40548</c:v>
                      </c:pt>
                      <c:pt idx="1766">
                        <c:v>40549</c:v>
                      </c:pt>
                      <c:pt idx="1767">
                        <c:v>40550</c:v>
                      </c:pt>
                      <c:pt idx="1768">
                        <c:v>40553</c:v>
                      </c:pt>
                      <c:pt idx="1769">
                        <c:v>40554</c:v>
                      </c:pt>
                      <c:pt idx="1770">
                        <c:v>40555</c:v>
                      </c:pt>
                      <c:pt idx="1771">
                        <c:v>40556</c:v>
                      </c:pt>
                      <c:pt idx="1772">
                        <c:v>40557</c:v>
                      </c:pt>
                      <c:pt idx="1773">
                        <c:v>40560</c:v>
                      </c:pt>
                      <c:pt idx="1774">
                        <c:v>40561</c:v>
                      </c:pt>
                      <c:pt idx="1775">
                        <c:v>40562</c:v>
                      </c:pt>
                      <c:pt idx="1776">
                        <c:v>40563</c:v>
                      </c:pt>
                      <c:pt idx="1777">
                        <c:v>40564</c:v>
                      </c:pt>
                      <c:pt idx="1778">
                        <c:v>40567</c:v>
                      </c:pt>
                      <c:pt idx="1779">
                        <c:v>40568</c:v>
                      </c:pt>
                      <c:pt idx="1780">
                        <c:v>40569</c:v>
                      </c:pt>
                      <c:pt idx="1781">
                        <c:v>40570</c:v>
                      </c:pt>
                      <c:pt idx="1782">
                        <c:v>40571</c:v>
                      </c:pt>
                      <c:pt idx="1783">
                        <c:v>40574</c:v>
                      </c:pt>
                      <c:pt idx="1784">
                        <c:v>40575</c:v>
                      </c:pt>
                      <c:pt idx="1785">
                        <c:v>40576</c:v>
                      </c:pt>
                      <c:pt idx="1786">
                        <c:v>40577</c:v>
                      </c:pt>
                      <c:pt idx="1787">
                        <c:v>40578</c:v>
                      </c:pt>
                      <c:pt idx="1788">
                        <c:v>40581</c:v>
                      </c:pt>
                      <c:pt idx="1789">
                        <c:v>40582</c:v>
                      </c:pt>
                      <c:pt idx="1790">
                        <c:v>40583</c:v>
                      </c:pt>
                      <c:pt idx="1791">
                        <c:v>40584</c:v>
                      </c:pt>
                      <c:pt idx="1792">
                        <c:v>40585</c:v>
                      </c:pt>
                      <c:pt idx="1793">
                        <c:v>40588</c:v>
                      </c:pt>
                      <c:pt idx="1794">
                        <c:v>40589</c:v>
                      </c:pt>
                      <c:pt idx="1795">
                        <c:v>40590</c:v>
                      </c:pt>
                      <c:pt idx="1796">
                        <c:v>40591</c:v>
                      </c:pt>
                      <c:pt idx="1797">
                        <c:v>40592</c:v>
                      </c:pt>
                      <c:pt idx="1798">
                        <c:v>40595</c:v>
                      </c:pt>
                      <c:pt idx="1799">
                        <c:v>40596</c:v>
                      </c:pt>
                      <c:pt idx="1800">
                        <c:v>40597</c:v>
                      </c:pt>
                      <c:pt idx="1801">
                        <c:v>40598</c:v>
                      </c:pt>
                      <c:pt idx="1802">
                        <c:v>40599</c:v>
                      </c:pt>
                      <c:pt idx="1803">
                        <c:v>40602</c:v>
                      </c:pt>
                      <c:pt idx="1804">
                        <c:v>40603</c:v>
                      </c:pt>
                      <c:pt idx="1805">
                        <c:v>40604</c:v>
                      </c:pt>
                      <c:pt idx="1806">
                        <c:v>40605</c:v>
                      </c:pt>
                      <c:pt idx="1807">
                        <c:v>40606</c:v>
                      </c:pt>
                      <c:pt idx="1808">
                        <c:v>40609</c:v>
                      </c:pt>
                      <c:pt idx="1809">
                        <c:v>40610</c:v>
                      </c:pt>
                      <c:pt idx="1810">
                        <c:v>40611</c:v>
                      </c:pt>
                      <c:pt idx="1811">
                        <c:v>40612</c:v>
                      </c:pt>
                      <c:pt idx="1812">
                        <c:v>40613</c:v>
                      </c:pt>
                      <c:pt idx="1813">
                        <c:v>40616</c:v>
                      </c:pt>
                      <c:pt idx="1814">
                        <c:v>40617</c:v>
                      </c:pt>
                      <c:pt idx="1815">
                        <c:v>40618</c:v>
                      </c:pt>
                      <c:pt idx="1816">
                        <c:v>40619</c:v>
                      </c:pt>
                      <c:pt idx="1817">
                        <c:v>40620</c:v>
                      </c:pt>
                      <c:pt idx="1818">
                        <c:v>40623</c:v>
                      </c:pt>
                      <c:pt idx="1819">
                        <c:v>40624</c:v>
                      </c:pt>
                      <c:pt idx="1820">
                        <c:v>40625</c:v>
                      </c:pt>
                      <c:pt idx="1821">
                        <c:v>40626</c:v>
                      </c:pt>
                      <c:pt idx="1822">
                        <c:v>40627</c:v>
                      </c:pt>
                      <c:pt idx="1823">
                        <c:v>40630</c:v>
                      </c:pt>
                      <c:pt idx="1824">
                        <c:v>40631</c:v>
                      </c:pt>
                      <c:pt idx="1825">
                        <c:v>40632</c:v>
                      </c:pt>
                      <c:pt idx="1826">
                        <c:v>40633</c:v>
                      </c:pt>
                      <c:pt idx="1827">
                        <c:v>40634</c:v>
                      </c:pt>
                      <c:pt idx="1828">
                        <c:v>40637</c:v>
                      </c:pt>
                      <c:pt idx="1829">
                        <c:v>40638</c:v>
                      </c:pt>
                      <c:pt idx="1830">
                        <c:v>40639</c:v>
                      </c:pt>
                      <c:pt idx="1831">
                        <c:v>40640</c:v>
                      </c:pt>
                      <c:pt idx="1832">
                        <c:v>40641</c:v>
                      </c:pt>
                      <c:pt idx="1833">
                        <c:v>40644</c:v>
                      </c:pt>
                      <c:pt idx="1834">
                        <c:v>40645</c:v>
                      </c:pt>
                      <c:pt idx="1835">
                        <c:v>40646</c:v>
                      </c:pt>
                      <c:pt idx="1836">
                        <c:v>40647</c:v>
                      </c:pt>
                      <c:pt idx="1837">
                        <c:v>40648</c:v>
                      </c:pt>
                      <c:pt idx="1838">
                        <c:v>40651</c:v>
                      </c:pt>
                      <c:pt idx="1839">
                        <c:v>40652</c:v>
                      </c:pt>
                      <c:pt idx="1840">
                        <c:v>40653</c:v>
                      </c:pt>
                      <c:pt idx="1841">
                        <c:v>40654</c:v>
                      </c:pt>
                      <c:pt idx="1842">
                        <c:v>40655</c:v>
                      </c:pt>
                      <c:pt idx="1843">
                        <c:v>40658</c:v>
                      </c:pt>
                      <c:pt idx="1844">
                        <c:v>40659</c:v>
                      </c:pt>
                      <c:pt idx="1845">
                        <c:v>40660</c:v>
                      </c:pt>
                      <c:pt idx="1846">
                        <c:v>40661</c:v>
                      </c:pt>
                      <c:pt idx="1847">
                        <c:v>40662</c:v>
                      </c:pt>
                      <c:pt idx="1848">
                        <c:v>40665</c:v>
                      </c:pt>
                      <c:pt idx="1849">
                        <c:v>40666</c:v>
                      </c:pt>
                      <c:pt idx="1850">
                        <c:v>40667</c:v>
                      </c:pt>
                      <c:pt idx="1851">
                        <c:v>40668</c:v>
                      </c:pt>
                      <c:pt idx="1852">
                        <c:v>40669</c:v>
                      </c:pt>
                      <c:pt idx="1853">
                        <c:v>40672</c:v>
                      </c:pt>
                      <c:pt idx="1854">
                        <c:v>40673</c:v>
                      </c:pt>
                      <c:pt idx="1855">
                        <c:v>40674</c:v>
                      </c:pt>
                      <c:pt idx="1856">
                        <c:v>40675</c:v>
                      </c:pt>
                      <c:pt idx="1857">
                        <c:v>40676</c:v>
                      </c:pt>
                      <c:pt idx="1858">
                        <c:v>40679</c:v>
                      </c:pt>
                      <c:pt idx="1859">
                        <c:v>40680</c:v>
                      </c:pt>
                      <c:pt idx="1860">
                        <c:v>40681</c:v>
                      </c:pt>
                      <c:pt idx="1861">
                        <c:v>40682</c:v>
                      </c:pt>
                      <c:pt idx="1862">
                        <c:v>40683</c:v>
                      </c:pt>
                      <c:pt idx="1863">
                        <c:v>40686</c:v>
                      </c:pt>
                      <c:pt idx="1864">
                        <c:v>40687</c:v>
                      </c:pt>
                      <c:pt idx="1865">
                        <c:v>40688</c:v>
                      </c:pt>
                      <c:pt idx="1866">
                        <c:v>40689</c:v>
                      </c:pt>
                      <c:pt idx="1867">
                        <c:v>40690</c:v>
                      </c:pt>
                      <c:pt idx="1868">
                        <c:v>40693</c:v>
                      </c:pt>
                      <c:pt idx="1869">
                        <c:v>40694</c:v>
                      </c:pt>
                      <c:pt idx="1870">
                        <c:v>40695</c:v>
                      </c:pt>
                      <c:pt idx="1871">
                        <c:v>40696</c:v>
                      </c:pt>
                      <c:pt idx="1872">
                        <c:v>40697</c:v>
                      </c:pt>
                      <c:pt idx="1873">
                        <c:v>40700</c:v>
                      </c:pt>
                      <c:pt idx="1874">
                        <c:v>40701</c:v>
                      </c:pt>
                      <c:pt idx="1875">
                        <c:v>40702</c:v>
                      </c:pt>
                      <c:pt idx="1876">
                        <c:v>40703</c:v>
                      </c:pt>
                      <c:pt idx="1877">
                        <c:v>40704</c:v>
                      </c:pt>
                      <c:pt idx="1878">
                        <c:v>40707</c:v>
                      </c:pt>
                      <c:pt idx="1879">
                        <c:v>40708</c:v>
                      </c:pt>
                      <c:pt idx="1880">
                        <c:v>40709</c:v>
                      </c:pt>
                      <c:pt idx="1881">
                        <c:v>40710</c:v>
                      </c:pt>
                      <c:pt idx="1882">
                        <c:v>40711</c:v>
                      </c:pt>
                      <c:pt idx="1883">
                        <c:v>40714</c:v>
                      </c:pt>
                      <c:pt idx="1884">
                        <c:v>40715</c:v>
                      </c:pt>
                      <c:pt idx="1885">
                        <c:v>40716</c:v>
                      </c:pt>
                      <c:pt idx="1886">
                        <c:v>40717</c:v>
                      </c:pt>
                      <c:pt idx="1887">
                        <c:v>40718</c:v>
                      </c:pt>
                      <c:pt idx="1888">
                        <c:v>40721</c:v>
                      </c:pt>
                      <c:pt idx="1889">
                        <c:v>40722</c:v>
                      </c:pt>
                      <c:pt idx="1890">
                        <c:v>40723</c:v>
                      </c:pt>
                      <c:pt idx="1891">
                        <c:v>40724</c:v>
                      </c:pt>
                      <c:pt idx="1892">
                        <c:v>40725</c:v>
                      </c:pt>
                      <c:pt idx="1893">
                        <c:v>40728</c:v>
                      </c:pt>
                      <c:pt idx="1894">
                        <c:v>40729</c:v>
                      </c:pt>
                      <c:pt idx="1895">
                        <c:v>40730</c:v>
                      </c:pt>
                      <c:pt idx="1896">
                        <c:v>40731</c:v>
                      </c:pt>
                      <c:pt idx="1897">
                        <c:v>40732</c:v>
                      </c:pt>
                      <c:pt idx="1898">
                        <c:v>40735</c:v>
                      </c:pt>
                      <c:pt idx="1899">
                        <c:v>40736</c:v>
                      </c:pt>
                      <c:pt idx="1900">
                        <c:v>40737</c:v>
                      </c:pt>
                      <c:pt idx="1901">
                        <c:v>40738</c:v>
                      </c:pt>
                      <c:pt idx="1902">
                        <c:v>40739</c:v>
                      </c:pt>
                      <c:pt idx="1903">
                        <c:v>40742</c:v>
                      </c:pt>
                      <c:pt idx="1904">
                        <c:v>40743</c:v>
                      </c:pt>
                      <c:pt idx="1905">
                        <c:v>40744</c:v>
                      </c:pt>
                      <c:pt idx="1906">
                        <c:v>40745</c:v>
                      </c:pt>
                      <c:pt idx="1907">
                        <c:v>40746</c:v>
                      </c:pt>
                      <c:pt idx="1908">
                        <c:v>40749</c:v>
                      </c:pt>
                      <c:pt idx="1909">
                        <c:v>40750</c:v>
                      </c:pt>
                      <c:pt idx="1910">
                        <c:v>40751</c:v>
                      </c:pt>
                      <c:pt idx="1911">
                        <c:v>40752</c:v>
                      </c:pt>
                      <c:pt idx="1912">
                        <c:v>40753</c:v>
                      </c:pt>
                      <c:pt idx="1913">
                        <c:v>40756</c:v>
                      </c:pt>
                      <c:pt idx="1914">
                        <c:v>40757</c:v>
                      </c:pt>
                      <c:pt idx="1915">
                        <c:v>40758</c:v>
                      </c:pt>
                      <c:pt idx="1916">
                        <c:v>40759</c:v>
                      </c:pt>
                      <c:pt idx="1917">
                        <c:v>40760</c:v>
                      </c:pt>
                      <c:pt idx="1918">
                        <c:v>40763</c:v>
                      </c:pt>
                      <c:pt idx="1919">
                        <c:v>40764</c:v>
                      </c:pt>
                      <c:pt idx="1920">
                        <c:v>40765</c:v>
                      </c:pt>
                      <c:pt idx="1921">
                        <c:v>40766</c:v>
                      </c:pt>
                      <c:pt idx="1922">
                        <c:v>40767</c:v>
                      </c:pt>
                      <c:pt idx="1923">
                        <c:v>40770</c:v>
                      </c:pt>
                      <c:pt idx="1924">
                        <c:v>40771</c:v>
                      </c:pt>
                      <c:pt idx="1925">
                        <c:v>40772</c:v>
                      </c:pt>
                      <c:pt idx="1926">
                        <c:v>40773</c:v>
                      </c:pt>
                      <c:pt idx="1927">
                        <c:v>40774</c:v>
                      </c:pt>
                      <c:pt idx="1928">
                        <c:v>40777</c:v>
                      </c:pt>
                      <c:pt idx="1929">
                        <c:v>40778</c:v>
                      </c:pt>
                      <c:pt idx="1930">
                        <c:v>40779</c:v>
                      </c:pt>
                      <c:pt idx="1931">
                        <c:v>40780</c:v>
                      </c:pt>
                      <c:pt idx="1932">
                        <c:v>40781</c:v>
                      </c:pt>
                      <c:pt idx="1933">
                        <c:v>40784</c:v>
                      </c:pt>
                      <c:pt idx="1934">
                        <c:v>40785</c:v>
                      </c:pt>
                      <c:pt idx="1935">
                        <c:v>40786</c:v>
                      </c:pt>
                      <c:pt idx="1936">
                        <c:v>40787</c:v>
                      </c:pt>
                      <c:pt idx="1937">
                        <c:v>40788</c:v>
                      </c:pt>
                      <c:pt idx="1938">
                        <c:v>40791</c:v>
                      </c:pt>
                      <c:pt idx="1939">
                        <c:v>40792</c:v>
                      </c:pt>
                      <c:pt idx="1940">
                        <c:v>40793</c:v>
                      </c:pt>
                      <c:pt idx="1941">
                        <c:v>40794</c:v>
                      </c:pt>
                      <c:pt idx="1942">
                        <c:v>40795</c:v>
                      </c:pt>
                      <c:pt idx="1943">
                        <c:v>40798</c:v>
                      </c:pt>
                      <c:pt idx="1944">
                        <c:v>40799</c:v>
                      </c:pt>
                      <c:pt idx="1945">
                        <c:v>40800</c:v>
                      </c:pt>
                      <c:pt idx="1946">
                        <c:v>40801</c:v>
                      </c:pt>
                      <c:pt idx="1947">
                        <c:v>40802</c:v>
                      </c:pt>
                      <c:pt idx="1948">
                        <c:v>40805</c:v>
                      </c:pt>
                      <c:pt idx="1949">
                        <c:v>40806</c:v>
                      </c:pt>
                      <c:pt idx="1950">
                        <c:v>40807</c:v>
                      </c:pt>
                      <c:pt idx="1951">
                        <c:v>40808</c:v>
                      </c:pt>
                      <c:pt idx="1952">
                        <c:v>40809</c:v>
                      </c:pt>
                      <c:pt idx="1953">
                        <c:v>40812</c:v>
                      </c:pt>
                      <c:pt idx="1954">
                        <c:v>40813</c:v>
                      </c:pt>
                      <c:pt idx="1955">
                        <c:v>40814</c:v>
                      </c:pt>
                      <c:pt idx="1956">
                        <c:v>40815</c:v>
                      </c:pt>
                      <c:pt idx="1957">
                        <c:v>40816</c:v>
                      </c:pt>
                      <c:pt idx="1958">
                        <c:v>40819</c:v>
                      </c:pt>
                      <c:pt idx="1959">
                        <c:v>40820</c:v>
                      </c:pt>
                      <c:pt idx="1960">
                        <c:v>40821</c:v>
                      </c:pt>
                      <c:pt idx="1961">
                        <c:v>40822</c:v>
                      </c:pt>
                      <c:pt idx="1962">
                        <c:v>40823</c:v>
                      </c:pt>
                      <c:pt idx="1963">
                        <c:v>40826</c:v>
                      </c:pt>
                      <c:pt idx="1964">
                        <c:v>40827</c:v>
                      </c:pt>
                      <c:pt idx="1965">
                        <c:v>40828</c:v>
                      </c:pt>
                      <c:pt idx="1966">
                        <c:v>40829</c:v>
                      </c:pt>
                      <c:pt idx="1967">
                        <c:v>40830</c:v>
                      </c:pt>
                      <c:pt idx="1968">
                        <c:v>40833</c:v>
                      </c:pt>
                      <c:pt idx="1969">
                        <c:v>40834</c:v>
                      </c:pt>
                      <c:pt idx="1970">
                        <c:v>40835</c:v>
                      </c:pt>
                      <c:pt idx="1971">
                        <c:v>40836</c:v>
                      </c:pt>
                      <c:pt idx="1972">
                        <c:v>40837</c:v>
                      </c:pt>
                      <c:pt idx="1973">
                        <c:v>40840</c:v>
                      </c:pt>
                      <c:pt idx="1974">
                        <c:v>40841</c:v>
                      </c:pt>
                      <c:pt idx="1975">
                        <c:v>40842</c:v>
                      </c:pt>
                      <c:pt idx="1976">
                        <c:v>40843</c:v>
                      </c:pt>
                      <c:pt idx="1977">
                        <c:v>40844</c:v>
                      </c:pt>
                      <c:pt idx="1978">
                        <c:v>40847</c:v>
                      </c:pt>
                      <c:pt idx="1979">
                        <c:v>40848</c:v>
                      </c:pt>
                      <c:pt idx="1980">
                        <c:v>40849</c:v>
                      </c:pt>
                      <c:pt idx="1981">
                        <c:v>40850</c:v>
                      </c:pt>
                      <c:pt idx="1982">
                        <c:v>40851</c:v>
                      </c:pt>
                      <c:pt idx="1983">
                        <c:v>40854</c:v>
                      </c:pt>
                      <c:pt idx="1984">
                        <c:v>40855</c:v>
                      </c:pt>
                      <c:pt idx="1985">
                        <c:v>40856</c:v>
                      </c:pt>
                      <c:pt idx="1986">
                        <c:v>40857</c:v>
                      </c:pt>
                      <c:pt idx="1987">
                        <c:v>40858</c:v>
                      </c:pt>
                      <c:pt idx="1988">
                        <c:v>40861</c:v>
                      </c:pt>
                      <c:pt idx="1989">
                        <c:v>40862</c:v>
                      </c:pt>
                      <c:pt idx="1990">
                        <c:v>40863</c:v>
                      </c:pt>
                      <c:pt idx="1991">
                        <c:v>40864</c:v>
                      </c:pt>
                      <c:pt idx="1992">
                        <c:v>40865</c:v>
                      </c:pt>
                      <c:pt idx="1993">
                        <c:v>40868</c:v>
                      </c:pt>
                      <c:pt idx="1994">
                        <c:v>40869</c:v>
                      </c:pt>
                      <c:pt idx="1995">
                        <c:v>40870</c:v>
                      </c:pt>
                      <c:pt idx="1996">
                        <c:v>40871</c:v>
                      </c:pt>
                      <c:pt idx="1997">
                        <c:v>40872</c:v>
                      </c:pt>
                      <c:pt idx="1998">
                        <c:v>40875</c:v>
                      </c:pt>
                      <c:pt idx="1999">
                        <c:v>40876</c:v>
                      </c:pt>
                      <c:pt idx="2000">
                        <c:v>40877</c:v>
                      </c:pt>
                      <c:pt idx="2001">
                        <c:v>40878</c:v>
                      </c:pt>
                      <c:pt idx="2002">
                        <c:v>40879</c:v>
                      </c:pt>
                      <c:pt idx="2003">
                        <c:v>40882</c:v>
                      </c:pt>
                      <c:pt idx="2004">
                        <c:v>40883</c:v>
                      </c:pt>
                      <c:pt idx="2005">
                        <c:v>40884</c:v>
                      </c:pt>
                      <c:pt idx="2006">
                        <c:v>40885</c:v>
                      </c:pt>
                      <c:pt idx="2007">
                        <c:v>40886</c:v>
                      </c:pt>
                      <c:pt idx="2008">
                        <c:v>40889</c:v>
                      </c:pt>
                      <c:pt idx="2009">
                        <c:v>40890</c:v>
                      </c:pt>
                      <c:pt idx="2010">
                        <c:v>40891</c:v>
                      </c:pt>
                      <c:pt idx="2011">
                        <c:v>40892</c:v>
                      </c:pt>
                      <c:pt idx="2012">
                        <c:v>40893</c:v>
                      </c:pt>
                      <c:pt idx="2013">
                        <c:v>40896</c:v>
                      </c:pt>
                      <c:pt idx="2014">
                        <c:v>40897</c:v>
                      </c:pt>
                      <c:pt idx="2015">
                        <c:v>40898</c:v>
                      </c:pt>
                      <c:pt idx="2016">
                        <c:v>40899</c:v>
                      </c:pt>
                      <c:pt idx="2017">
                        <c:v>40900</c:v>
                      </c:pt>
                      <c:pt idx="2018">
                        <c:v>40903</c:v>
                      </c:pt>
                      <c:pt idx="2019">
                        <c:v>40904</c:v>
                      </c:pt>
                      <c:pt idx="2020">
                        <c:v>40905</c:v>
                      </c:pt>
                      <c:pt idx="2021">
                        <c:v>40906</c:v>
                      </c:pt>
                      <c:pt idx="2022">
                        <c:v>40907</c:v>
                      </c:pt>
                      <c:pt idx="2023">
                        <c:v>40910</c:v>
                      </c:pt>
                      <c:pt idx="2024">
                        <c:v>40911</c:v>
                      </c:pt>
                      <c:pt idx="2025">
                        <c:v>40912</c:v>
                      </c:pt>
                      <c:pt idx="2026">
                        <c:v>40913</c:v>
                      </c:pt>
                      <c:pt idx="2027">
                        <c:v>40914</c:v>
                      </c:pt>
                      <c:pt idx="2028">
                        <c:v>40917</c:v>
                      </c:pt>
                      <c:pt idx="2029">
                        <c:v>40918</c:v>
                      </c:pt>
                      <c:pt idx="2030">
                        <c:v>40919</c:v>
                      </c:pt>
                      <c:pt idx="2031">
                        <c:v>40920</c:v>
                      </c:pt>
                      <c:pt idx="2032">
                        <c:v>40921</c:v>
                      </c:pt>
                      <c:pt idx="2033">
                        <c:v>40924</c:v>
                      </c:pt>
                      <c:pt idx="2034">
                        <c:v>40925</c:v>
                      </c:pt>
                      <c:pt idx="2035">
                        <c:v>40926</c:v>
                      </c:pt>
                      <c:pt idx="2036">
                        <c:v>40927</c:v>
                      </c:pt>
                      <c:pt idx="2037">
                        <c:v>40928</c:v>
                      </c:pt>
                      <c:pt idx="2038">
                        <c:v>40931</c:v>
                      </c:pt>
                      <c:pt idx="2039">
                        <c:v>40932</c:v>
                      </c:pt>
                      <c:pt idx="2040">
                        <c:v>40933</c:v>
                      </c:pt>
                      <c:pt idx="2041">
                        <c:v>40934</c:v>
                      </c:pt>
                      <c:pt idx="2042">
                        <c:v>40935</c:v>
                      </c:pt>
                      <c:pt idx="2043">
                        <c:v>40938</c:v>
                      </c:pt>
                      <c:pt idx="2044">
                        <c:v>40939</c:v>
                      </c:pt>
                      <c:pt idx="2045">
                        <c:v>40940</c:v>
                      </c:pt>
                      <c:pt idx="2046">
                        <c:v>40941</c:v>
                      </c:pt>
                      <c:pt idx="2047">
                        <c:v>40942</c:v>
                      </c:pt>
                      <c:pt idx="2048">
                        <c:v>40945</c:v>
                      </c:pt>
                      <c:pt idx="2049">
                        <c:v>40946</c:v>
                      </c:pt>
                      <c:pt idx="2050">
                        <c:v>40947</c:v>
                      </c:pt>
                      <c:pt idx="2051">
                        <c:v>40948</c:v>
                      </c:pt>
                      <c:pt idx="2052">
                        <c:v>40949</c:v>
                      </c:pt>
                      <c:pt idx="2053">
                        <c:v>40952</c:v>
                      </c:pt>
                      <c:pt idx="2054">
                        <c:v>40953</c:v>
                      </c:pt>
                      <c:pt idx="2055">
                        <c:v>40954</c:v>
                      </c:pt>
                      <c:pt idx="2056">
                        <c:v>40955</c:v>
                      </c:pt>
                      <c:pt idx="2057">
                        <c:v>40956</c:v>
                      </c:pt>
                      <c:pt idx="2058">
                        <c:v>40959</c:v>
                      </c:pt>
                      <c:pt idx="2059">
                        <c:v>40960</c:v>
                      </c:pt>
                      <c:pt idx="2060">
                        <c:v>40961</c:v>
                      </c:pt>
                      <c:pt idx="2061">
                        <c:v>40962</c:v>
                      </c:pt>
                      <c:pt idx="2062">
                        <c:v>40963</c:v>
                      </c:pt>
                      <c:pt idx="2063">
                        <c:v>40966</c:v>
                      </c:pt>
                      <c:pt idx="2064">
                        <c:v>40967</c:v>
                      </c:pt>
                      <c:pt idx="2065">
                        <c:v>40968</c:v>
                      </c:pt>
                      <c:pt idx="2066">
                        <c:v>40969</c:v>
                      </c:pt>
                      <c:pt idx="2067">
                        <c:v>40970</c:v>
                      </c:pt>
                      <c:pt idx="2068">
                        <c:v>40973</c:v>
                      </c:pt>
                      <c:pt idx="2069">
                        <c:v>40974</c:v>
                      </c:pt>
                      <c:pt idx="2070">
                        <c:v>40975</c:v>
                      </c:pt>
                      <c:pt idx="2071">
                        <c:v>40976</c:v>
                      </c:pt>
                      <c:pt idx="2072">
                        <c:v>40977</c:v>
                      </c:pt>
                      <c:pt idx="2073">
                        <c:v>40980</c:v>
                      </c:pt>
                      <c:pt idx="2074">
                        <c:v>40981</c:v>
                      </c:pt>
                      <c:pt idx="2075">
                        <c:v>40982</c:v>
                      </c:pt>
                      <c:pt idx="2076">
                        <c:v>40983</c:v>
                      </c:pt>
                      <c:pt idx="2077">
                        <c:v>40984</c:v>
                      </c:pt>
                      <c:pt idx="2078">
                        <c:v>40987</c:v>
                      </c:pt>
                      <c:pt idx="2079">
                        <c:v>40988</c:v>
                      </c:pt>
                      <c:pt idx="2080">
                        <c:v>40989</c:v>
                      </c:pt>
                      <c:pt idx="2081">
                        <c:v>40990</c:v>
                      </c:pt>
                      <c:pt idx="2082">
                        <c:v>40991</c:v>
                      </c:pt>
                      <c:pt idx="2083">
                        <c:v>40994</c:v>
                      </c:pt>
                      <c:pt idx="2084">
                        <c:v>40995</c:v>
                      </c:pt>
                      <c:pt idx="2085">
                        <c:v>40996</c:v>
                      </c:pt>
                      <c:pt idx="2086">
                        <c:v>40997</c:v>
                      </c:pt>
                      <c:pt idx="2087">
                        <c:v>40998</c:v>
                      </c:pt>
                      <c:pt idx="2088">
                        <c:v>41001</c:v>
                      </c:pt>
                      <c:pt idx="2089">
                        <c:v>41002</c:v>
                      </c:pt>
                      <c:pt idx="2090">
                        <c:v>41003</c:v>
                      </c:pt>
                      <c:pt idx="2091">
                        <c:v>41004</c:v>
                      </c:pt>
                      <c:pt idx="2092">
                        <c:v>41005</c:v>
                      </c:pt>
                      <c:pt idx="2093">
                        <c:v>41008</c:v>
                      </c:pt>
                      <c:pt idx="2094">
                        <c:v>41009</c:v>
                      </c:pt>
                      <c:pt idx="2095">
                        <c:v>41010</c:v>
                      </c:pt>
                      <c:pt idx="2096">
                        <c:v>41011</c:v>
                      </c:pt>
                      <c:pt idx="2097">
                        <c:v>41012</c:v>
                      </c:pt>
                      <c:pt idx="2098">
                        <c:v>41015</c:v>
                      </c:pt>
                      <c:pt idx="2099">
                        <c:v>41016</c:v>
                      </c:pt>
                      <c:pt idx="2100">
                        <c:v>41017</c:v>
                      </c:pt>
                      <c:pt idx="2101">
                        <c:v>41018</c:v>
                      </c:pt>
                      <c:pt idx="2102">
                        <c:v>41019</c:v>
                      </c:pt>
                      <c:pt idx="2103">
                        <c:v>41022</c:v>
                      </c:pt>
                      <c:pt idx="2104">
                        <c:v>41023</c:v>
                      </c:pt>
                      <c:pt idx="2105">
                        <c:v>41024</c:v>
                      </c:pt>
                      <c:pt idx="2106">
                        <c:v>41025</c:v>
                      </c:pt>
                      <c:pt idx="2107">
                        <c:v>41026</c:v>
                      </c:pt>
                      <c:pt idx="2108">
                        <c:v>41029</c:v>
                      </c:pt>
                      <c:pt idx="2109">
                        <c:v>41030</c:v>
                      </c:pt>
                      <c:pt idx="2110">
                        <c:v>41031</c:v>
                      </c:pt>
                      <c:pt idx="2111">
                        <c:v>41032</c:v>
                      </c:pt>
                      <c:pt idx="2112">
                        <c:v>41033</c:v>
                      </c:pt>
                      <c:pt idx="2113">
                        <c:v>41036</c:v>
                      </c:pt>
                      <c:pt idx="2114">
                        <c:v>41037</c:v>
                      </c:pt>
                      <c:pt idx="2115">
                        <c:v>41038</c:v>
                      </c:pt>
                      <c:pt idx="2116">
                        <c:v>41039</c:v>
                      </c:pt>
                      <c:pt idx="2117">
                        <c:v>41040</c:v>
                      </c:pt>
                      <c:pt idx="2118">
                        <c:v>41043</c:v>
                      </c:pt>
                      <c:pt idx="2119">
                        <c:v>41044</c:v>
                      </c:pt>
                      <c:pt idx="2120">
                        <c:v>41045</c:v>
                      </c:pt>
                      <c:pt idx="2121">
                        <c:v>41046</c:v>
                      </c:pt>
                      <c:pt idx="2122">
                        <c:v>41047</c:v>
                      </c:pt>
                      <c:pt idx="2123">
                        <c:v>41050</c:v>
                      </c:pt>
                      <c:pt idx="2124">
                        <c:v>41051</c:v>
                      </c:pt>
                      <c:pt idx="2125">
                        <c:v>41052</c:v>
                      </c:pt>
                      <c:pt idx="2126">
                        <c:v>41053</c:v>
                      </c:pt>
                      <c:pt idx="2127">
                        <c:v>41054</c:v>
                      </c:pt>
                      <c:pt idx="2128">
                        <c:v>41057</c:v>
                      </c:pt>
                      <c:pt idx="2129">
                        <c:v>41058</c:v>
                      </c:pt>
                      <c:pt idx="2130">
                        <c:v>41059</c:v>
                      </c:pt>
                      <c:pt idx="2131">
                        <c:v>41060</c:v>
                      </c:pt>
                      <c:pt idx="2132">
                        <c:v>41061</c:v>
                      </c:pt>
                      <c:pt idx="2133">
                        <c:v>41064</c:v>
                      </c:pt>
                      <c:pt idx="2134">
                        <c:v>41065</c:v>
                      </c:pt>
                      <c:pt idx="2135">
                        <c:v>41066</c:v>
                      </c:pt>
                      <c:pt idx="2136">
                        <c:v>41067</c:v>
                      </c:pt>
                      <c:pt idx="2137">
                        <c:v>41068</c:v>
                      </c:pt>
                      <c:pt idx="2138">
                        <c:v>41071</c:v>
                      </c:pt>
                      <c:pt idx="2139">
                        <c:v>41072</c:v>
                      </c:pt>
                      <c:pt idx="2140">
                        <c:v>41073</c:v>
                      </c:pt>
                      <c:pt idx="2141">
                        <c:v>41074</c:v>
                      </c:pt>
                      <c:pt idx="2142">
                        <c:v>41075</c:v>
                      </c:pt>
                      <c:pt idx="2143">
                        <c:v>41078</c:v>
                      </c:pt>
                      <c:pt idx="2144">
                        <c:v>41079</c:v>
                      </c:pt>
                      <c:pt idx="2145">
                        <c:v>41080</c:v>
                      </c:pt>
                      <c:pt idx="2146">
                        <c:v>41081</c:v>
                      </c:pt>
                      <c:pt idx="2147">
                        <c:v>41082</c:v>
                      </c:pt>
                      <c:pt idx="2148">
                        <c:v>41085</c:v>
                      </c:pt>
                      <c:pt idx="2149">
                        <c:v>41086</c:v>
                      </c:pt>
                      <c:pt idx="2150">
                        <c:v>41087</c:v>
                      </c:pt>
                      <c:pt idx="2151">
                        <c:v>41088</c:v>
                      </c:pt>
                      <c:pt idx="2152">
                        <c:v>41089</c:v>
                      </c:pt>
                      <c:pt idx="2153">
                        <c:v>41092</c:v>
                      </c:pt>
                      <c:pt idx="2154">
                        <c:v>41093</c:v>
                      </c:pt>
                      <c:pt idx="2155">
                        <c:v>41094</c:v>
                      </c:pt>
                      <c:pt idx="2156">
                        <c:v>41095</c:v>
                      </c:pt>
                      <c:pt idx="2157">
                        <c:v>41096</c:v>
                      </c:pt>
                      <c:pt idx="2158">
                        <c:v>41099</c:v>
                      </c:pt>
                      <c:pt idx="2159">
                        <c:v>41100</c:v>
                      </c:pt>
                      <c:pt idx="2160">
                        <c:v>41101</c:v>
                      </c:pt>
                      <c:pt idx="2161">
                        <c:v>41102</c:v>
                      </c:pt>
                      <c:pt idx="2162">
                        <c:v>41103</c:v>
                      </c:pt>
                      <c:pt idx="2163">
                        <c:v>41106</c:v>
                      </c:pt>
                      <c:pt idx="2164">
                        <c:v>41107</c:v>
                      </c:pt>
                      <c:pt idx="2165">
                        <c:v>41108</c:v>
                      </c:pt>
                      <c:pt idx="2166">
                        <c:v>41109</c:v>
                      </c:pt>
                      <c:pt idx="2167">
                        <c:v>41110</c:v>
                      </c:pt>
                      <c:pt idx="2168">
                        <c:v>41113</c:v>
                      </c:pt>
                      <c:pt idx="2169">
                        <c:v>41114</c:v>
                      </c:pt>
                      <c:pt idx="2170">
                        <c:v>41115</c:v>
                      </c:pt>
                      <c:pt idx="2171">
                        <c:v>41116</c:v>
                      </c:pt>
                      <c:pt idx="2172">
                        <c:v>41117</c:v>
                      </c:pt>
                      <c:pt idx="2173">
                        <c:v>41120</c:v>
                      </c:pt>
                      <c:pt idx="2174">
                        <c:v>41121</c:v>
                      </c:pt>
                      <c:pt idx="2175">
                        <c:v>41122</c:v>
                      </c:pt>
                      <c:pt idx="2176">
                        <c:v>41123</c:v>
                      </c:pt>
                      <c:pt idx="2177">
                        <c:v>41124</c:v>
                      </c:pt>
                      <c:pt idx="2178">
                        <c:v>41127</c:v>
                      </c:pt>
                      <c:pt idx="2179">
                        <c:v>41128</c:v>
                      </c:pt>
                      <c:pt idx="2180">
                        <c:v>41129</c:v>
                      </c:pt>
                      <c:pt idx="2181">
                        <c:v>41130</c:v>
                      </c:pt>
                      <c:pt idx="2182">
                        <c:v>41131</c:v>
                      </c:pt>
                      <c:pt idx="2183">
                        <c:v>41134</c:v>
                      </c:pt>
                      <c:pt idx="2184">
                        <c:v>41135</c:v>
                      </c:pt>
                      <c:pt idx="2185">
                        <c:v>41136</c:v>
                      </c:pt>
                      <c:pt idx="2186">
                        <c:v>41137</c:v>
                      </c:pt>
                      <c:pt idx="2187">
                        <c:v>41138</c:v>
                      </c:pt>
                      <c:pt idx="2188">
                        <c:v>41141</c:v>
                      </c:pt>
                      <c:pt idx="2189">
                        <c:v>41142</c:v>
                      </c:pt>
                      <c:pt idx="2190">
                        <c:v>41143</c:v>
                      </c:pt>
                      <c:pt idx="2191">
                        <c:v>41144</c:v>
                      </c:pt>
                      <c:pt idx="2192">
                        <c:v>41145</c:v>
                      </c:pt>
                      <c:pt idx="2193">
                        <c:v>41148</c:v>
                      </c:pt>
                      <c:pt idx="2194">
                        <c:v>41149</c:v>
                      </c:pt>
                      <c:pt idx="2195">
                        <c:v>41150</c:v>
                      </c:pt>
                      <c:pt idx="2196">
                        <c:v>41151</c:v>
                      </c:pt>
                      <c:pt idx="2197">
                        <c:v>41152</c:v>
                      </c:pt>
                      <c:pt idx="2198">
                        <c:v>41155</c:v>
                      </c:pt>
                      <c:pt idx="2199">
                        <c:v>41156</c:v>
                      </c:pt>
                      <c:pt idx="2200">
                        <c:v>41157</c:v>
                      </c:pt>
                      <c:pt idx="2201">
                        <c:v>41158</c:v>
                      </c:pt>
                      <c:pt idx="2202">
                        <c:v>41159</c:v>
                      </c:pt>
                      <c:pt idx="2203">
                        <c:v>41162</c:v>
                      </c:pt>
                      <c:pt idx="2204">
                        <c:v>41163</c:v>
                      </c:pt>
                      <c:pt idx="2205">
                        <c:v>41164</c:v>
                      </c:pt>
                      <c:pt idx="2206">
                        <c:v>41165</c:v>
                      </c:pt>
                      <c:pt idx="2207">
                        <c:v>41166</c:v>
                      </c:pt>
                      <c:pt idx="2208">
                        <c:v>41169</c:v>
                      </c:pt>
                      <c:pt idx="2209">
                        <c:v>41170</c:v>
                      </c:pt>
                      <c:pt idx="2210">
                        <c:v>41171</c:v>
                      </c:pt>
                      <c:pt idx="2211">
                        <c:v>41172</c:v>
                      </c:pt>
                      <c:pt idx="2212">
                        <c:v>41173</c:v>
                      </c:pt>
                      <c:pt idx="2213">
                        <c:v>41176</c:v>
                      </c:pt>
                      <c:pt idx="2214">
                        <c:v>41177</c:v>
                      </c:pt>
                      <c:pt idx="2215">
                        <c:v>41178</c:v>
                      </c:pt>
                      <c:pt idx="2216">
                        <c:v>41179</c:v>
                      </c:pt>
                      <c:pt idx="2217">
                        <c:v>41180</c:v>
                      </c:pt>
                      <c:pt idx="2218">
                        <c:v>41183</c:v>
                      </c:pt>
                      <c:pt idx="2219">
                        <c:v>41184</c:v>
                      </c:pt>
                      <c:pt idx="2220">
                        <c:v>41185</c:v>
                      </c:pt>
                      <c:pt idx="2221">
                        <c:v>41186</c:v>
                      </c:pt>
                      <c:pt idx="2222">
                        <c:v>41187</c:v>
                      </c:pt>
                      <c:pt idx="2223">
                        <c:v>41190</c:v>
                      </c:pt>
                      <c:pt idx="2224">
                        <c:v>41191</c:v>
                      </c:pt>
                      <c:pt idx="2225">
                        <c:v>41192</c:v>
                      </c:pt>
                      <c:pt idx="2226">
                        <c:v>41193</c:v>
                      </c:pt>
                      <c:pt idx="2227">
                        <c:v>41194</c:v>
                      </c:pt>
                      <c:pt idx="2228">
                        <c:v>41197</c:v>
                      </c:pt>
                      <c:pt idx="2229">
                        <c:v>41198</c:v>
                      </c:pt>
                      <c:pt idx="2230">
                        <c:v>41199</c:v>
                      </c:pt>
                      <c:pt idx="2231">
                        <c:v>41200</c:v>
                      </c:pt>
                      <c:pt idx="2232">
                        <c:v>41201</c:v>
                      </c:pt>
                      <c:pt idx="2233">
                        <c:v>41204</c:v>
                      </c:pt>
                      <c:pt idx="2234">
                        <c:v>41205</c:v>
                      </c:pt>
                      <c:pt idx="2235">
                        <c:v>41206</c:v>
                      </c:pt>
                      <c:pt idx="2236">
                        <c:v>41207</c:v>
                      </c:pt>
                      <c:pt idx="2237">
                        <c:v>41208</c:v>
                      </c:pt>
                      <c:pt idx="2238">
                        <c:v>41211</c:v>
                      </c:pt>
                      <c:pt idx="2239">
                        <c:v>41212</c:v>
                      </c:pt>
                      <c:pt idx="2240">
                        <c:v>41213</c:v>
                      </c:pt>
                      <c:pt idx="2241">
                        <c:v>41214</c:v>
                      </c:pt>
                      <c:pt idx="2242">
                        <c:v>41215</c:v>
                      </c:pt>
                      <c:pt idx="2243">
                        <c:v>41218</c:v>
                      </c:pt>
                      <c:pt idx="2244">
                        <c:v>41219</c:v>
                      </c:pt>
                      <c:pt idx="2245">
                        <c:v>41220</c:v>
                      </c:pt>
                      <c:pt idx="2246">
                        <c:v>41221</c:v>
                      </c:pt>
                      <c:pt idx="2247">
                        <c:v>41222</c:v>
                      </c:pt>
                      <c:pt idx="2248">
                        <c:v>41225</c:v>
                      </c:pt>
                      <c:pt idx="2249">
                        <c:v>41226</c:v>
                      </c:pt>
                      <c:pt idx="2250">
                        <c:v>41227</c:v>
                      </c:pt>
                      <c:pt idx="2251">
                        <c:v>41228</c:v>
                      </c:pt>
                      <c:pt idx="2252">
                        <c:v>41229</c:v>
                      </c:pt>
                      <c:pt idx="2253">
                        <c:v>41232</c:v>
                      </c:pt>
                      <c:pt idx="2254">
                        <c:v>41233</c:v>
                      </c:pt>
                      <c:pt idx="2255">
                        <c:v>41234</c:v>
                      </c:pt>
                      <c:pt idx="2256">
                        <c:v>41235</c:v>
                      </c:pt>
                      <c:pt idx="2257">
                        <c:v>41236</c:v>
                      </c:pt>
                      <c:pt idx="2258">
                        <c:v>41239</c:v>
                      </c:pt>
                      <c:pt idx="2259">
                        <c:v>41240</c:v>
                      </c:pt>
                      <c:pt idx="2260">
                        <c:v>41241</c:v>
                      </c:pt>
                      <c:pt idx="2261">
                        <c:v>41242</c:v>
                      </c:pt>
                      <c:pt idx="2262">
                        <c:v>41243</c:v>
                      </c:pt>
                      <c:pt idx="2263">
                        <c:v>41246</c:v>
                      </c:pt>
                      <c:pt idx="2264">
                        <c:v>41247</c:v>
                      </c:pt>
                      <c:pt idx="2265">
                        <c:v>41248</c:v>
                      </c:pt>
                      <c:pt idx="2266">
                        <c:v>41249</c:v>
                      </c:pt>
                      <c:pt idx="2267">
                        <c:v>41250</c:v>
                      </c:pt>
                      <c:pt idx="2268">
                        <c:v>41253</c:v>
                      </c:pt>
                      <c:pt idx="2269">
                        <c:v>41254</c:v>
                      </c:pt>
                      <c:pt idx="2270">
                        <c:v>41255</c:v>
                      </c:pt>
                      <c:pt idx="2271">
                        <c:v>41256</c:v>
                      </c:pt>
                      <c:pt idx="2272">
                        <c:v>41257</c:v>
                      </c:pt>
                      <c:pt idx="2273">
                        <c:v>41260</c:v>
                      </c:pt>
                      <c:pt idx="2274">
                        <c:v>41261</c:v>
                      </c:pt>
                      <c:pt idx="2275">
                        <c:v>41262</c:v>
                      </c:pt>
                      <c:pt idx="2276">
                        <c:v>41263</c:v>
                      </c:pt>
                      <c:pt idx="2277">
                        <c:v>41264</c:v>
                      </c:pt>
                      <c:pt idx="2278">
                        <c:v>41267</c:v>
                      </c:pt>
                      <c:pt idx="2279">
                        <c:v>41268</c:v>
                      </c:pt>
                      <c:pt idx="2280">
                        <c:v>41269</c:v>
                      </c:pt>
                      <c:pt idx="2281">
                        <c:v>41270</c:v>
                      </c:pt>
                      <c:pt idx="2282">
                        <c:v>41271</c:v>
                      </c:pt>
                      <c:pt idx="2283">
                        <c:v>41274</c:v>
                      </c:pt>
                      <c:pt idx="2284">
                        <c:v>41275</c:v>
                      </c:pt>
                      <c:pt idx="2285">
                        <c:v>41276</c:v>
                      </c:pt>
                      <c:pt idx="2286">
                        <c:v>41277</c:v>
                      </c:pt>
                      <c:pt idx="2287">
                        <c:v>41278</c:v>
                      </c:pt>
                      <c:pt idx="2288">
                        <c:v>41281</c:v>
                      </c:pt>
                      <c:pt idx="2289">
                        <c:v>41282</c:v>
                      </c:pt>
                      <c:pt idx="2290">
                        <c:v>41283</c:v>
                      </c:pt>
                      <c:pt idx="2291">
                        <c:v>41284</c:v>
                      </c:pt>
                      <c:pt idx="2292">
                        <c:v>41285</c:v>
                      </c:pt>
                      <c:pt idx="2293">
                        <c:v>41288</c:v>
                      </c:pt>
                      <c:pt idx="2294">
                        <c:v>41289</c:v>
                      </c:pt>
                      <c:pt idx="2295">
                        <c:v>41290</c:v>
                      </c:pt>
                      <c:pt idx="2296">
                        <c:v>41291</c:v>
                      </c:pt>
                      <c:pt idx="2297">
                        <c:v>41292</c:v>
                      </c:pt>
                      <c:pt idx="2298">
                        <c:v>41295</c:v>
                      </c:pt>
                      <c:pt idx="2299">
                        <c:v>41296</c:v>
                      </c:pt>
                      <c:pt idx="2300">
                        <c:v>41297</c:v>
                      </c:pt>
                      <c:pt idx="2301">
                        <c:v>41298</c:v>
                      </c:pt>
                      <c:pt idx="2302">
                        <c:v>41299</c:v>
                      </c:pt>
                      <c:pt idx="2303">
                        <c:v>41302</c:v>
                      </c:pt>
                      <c:pt idx="2304">
                        <c:v>41303</c:v>
                      </c:pt>
                      <c:pt idx="2305">
                        <c:v>41304</c:v>
                      </c:pt>
                      <c:pt idx="2306">
                        <c:v>41305</c:v>
                      </c:pt>
                      <c:pt idx="2307">
                        <c:v>41306</c:v>
                      </c:pt>
                      <c:pt idx="2308">
                        <c:v>41309</c:v>
                      </c:pt>
                      <c:pt idx="2309">
                        <c:v>41310</c:v>
                      </c:pt>
                      <c:pt idx="2310">
                        <c:v>41311</c:v>
                      </c:pt>
                      <c:pt idx="2311">
                        <c:v>41312</c:v>
                      </c:pt>
                      <c:pt idx="2312">
                        <c:v>41313</c:v>
                      </c:pt>
                      <c:pt idx="2313">
                        <c:v>41316</c:v>
                      </c:pt>
                      <c:pt idx="2314">
                        <c:v>41317</c:v>
                      </c:pt>
                      <c:pt idx="2315">
                        <c:v>41318</c:v>
                      </c:pt>
                      <c:pt idx="2316">
                        <c:v>41319</c:v>
                      </c:pt>
                      <c:pt idx="2317">
                        <c:v>41320</c:v>
                      </c:pt>
                      <c:pt idx="2318">
                        <c:v>41323</c:v>
                      </c:pt>
                      <c:pt idx="2319">
                        <c:v>41324</c:v>
                      </c:pt>
                      <c:pt idx="2320">
                        <c:v>41325</c:v>
                      </c:pt>
                      <c:pt idx="2321">
                        <c:v>41326</c:v>
                      </c:pt>
                      <c:pt idx="2322">
                        <c:v>41327</c:v>
                      </c:pt>
                      <c:pt idx="2323">
                        <c:v>41330</c:v>
                      </c:pt>
                      <c:pt idx="2324">
                        <c:v>41331</c:v>
                      </c:pt>
                      <c:pt idx="2325">
                        <c:v>41332</c:v>
                      </c:pt>
                      <c:pt idx="2326">
                        <c:v>41333</c:v>
                      </c:pt>
                      <c:pt idx="2327">
                        <c:v>41334</c:v>
                      </c:pt>
                      <c:pt idx="2328">
                        <c:v>41337</c:v>
                      </c:pt>
                      <c:pt idx="2329">
                        <c:v>41338</c:v>
                      </c:pt>
                      <c:pt idx="2330">
                        <c:v>41339</c:v>
                      </c:pt>
                      <c:pt idx="2331">
                        <c:v>41340</c:v>
                      </c:pt>
                      <c:pt idx="2332">
                        <c:v>41341</c:v>
                      </c:pt>
                      <c:pt idx="2333">
                        <c:v>41344</c:v>
                      </c:pt>
                      <c:pt idx="2334">
                        <c:v>41345</c:v>
                      </c:pt>
                      <c:pt idx="2335">
                        <c:v>41346</c:v>
                      </c:pt>
                      <c:pt idx="2336">
                        <c:v>41347</c:v>
                      </c:pt>
                      <c:pt idx="2337">
                        <c:v>41348</c:v>
                      </c:pt>
                      <c:pt idx="2338">
                        <c:v>41351</c:v>
                      </c:pt>
                      <c:pt idx="2339">
                        <c:v>41352</c:v>
                      </c:pt>
                      <c:pt idx="2340">
                        <c:v>41353</c:v>
                      </c:pt>
                      <c:pt idx="2341">
                        <c:v>41354</c:v>
                      </c:pt>
                      <c:pt idx="2342">
                        <c:v>41355</c:v>
                      </c:pt>
                      <c:pt idx="2343">
                        <c:v>41358</c:v>
                      </c:pt>
                      <c:pt idx="2344">
                        <c:v>41359</c:v>
                      </c:pt>
                      <c:pt idx="2345">
                        <c:v>41360</c:v>
                      </c:pt>
                      <c:pt idx="2346">
                        <c:v>41361</c:v>
                      </c:pt>
                      <c:pt idx="2347">
                        <c:v>41362</c:v>
                      </c:pt>
                      <c:pt idx="2348">
                        <c:v>41365</c:v>
                      </c:pt>
                      <c:pt idx="2349">
                        <c:v>41366</c:v>
                      </c:pt>
                      <c:pt idx="2350">
                        <c:v>41367</c:v>
                      </c:pt>
                      <c:pt idx="2351">
                        <c:v>41368</c:v>
                      </c:pt>
                      <c:pt idx="2352">
                        <c:v>41369</c:v>
                      </c:pt>
                      <c:pt idx="2353">
                        <c:v>41372</c:v>
                      </c:pt>
                      <c:pt idx="2354">
                        <c:v>41373</c:v>
                      </c:pt>
                      <c:pt idx="2355">
                        <c:v>41374</c:v>
                      </c:pt>
                      <c:pt idx="2356">
                        <c:v>41375</c:v>
                      </c:pt>
                      <c:pt idx="2357">
                        <c:v>41376</c:v>
                      </c:pt>
                      <c:pt idx="2358">
                        <c:v>41379</c:v>
                      </c:pt>
                      <c:pt idx="2359">
                        <c:v>41380</c:v>
                      </c:pt>
                      <c:pt idx="2360">
                        <c:v>41381</c:v>
                      </c:pt>
                      <c:pt idx="2361">
                        <c:v>41382</c:v>
                      </c:pt>
                      <c:pt idx="2362">
                        <c:v>41383</c:v>
                      </c:pt>
                      <c:pt idx="2363">
                        <c:v>41386</c:v>
                      </c:pt>
                      <c:pt idx="2364">
                        <c:v>41387</c:v>
                      </c:pt>
                      <c:pt idx="2365">
                        <c:v>41388</c:v>
                      </c:pt>
                      <c:pt idx="2366">
                        <c:v>41389</c:v>
                      </c:pt>
                      <c:pt idx="2367">
                        <c:v>41390</c:v>
                      </c:pt>
                      <c:pt idx="2368">
                        <c:v>41393</c:v>
                      </c:pt>
                      <c:pt idx="2369">
                        <c:v>41394</c:v>
                      </c:pt>
                      <c:pt idx="2370">
                        <c:v>41395</c:v>
                      </c:pt>
                      <c:pt idx="2371">
                        <c:v>41396</c:v>
                      </c:pt>
                      <c:pt idx="2372">
                        <c:v>41397</c:v>
                      </c:pt>
                      <c:pt idx="2373">
                        <c:v>41400</c:v>
                      </c:pt>
                      <c:pt idx="2374">
                        <c:v>41401</c:v>
                      </c:pt>
                      <c:pt idx="2375">
                        <c:v>41402</c:v>
                      </c:pt>
                      <c:pt idx="2376">
                        <c:v>41403</c:v>
                      </c:pt>
                      <c:pt idx="2377">
                        <c:v>41404</c:v>
                      </c:pt>
                      <c:pt idx="2378">
                        <c:v>41407</c:v>
                      </c:pt>
                      <c:pt idx="2379">
                        <c:v>41408</c:v>
                      </c:pt>
                      <c:pt idx="2380">
                        <c:v>41409</c:v>
                      </c:pt>
                      <c:pt idx="2381">
                        <c:v>41410</c:v>
                      </c:pt>
                      <c:pt idx="2382">
                        <c:v>41411</c:v>
                      </c:pt>
                      <c:pt idx="2383">
                        <c:v>41414</c:v>
                      </c:pt>
                      <c:pt idx="2384">
                        <c:v>41415</c:v>
                      </c:pt>
                      <c:pt idx="2385">
                        <c:v>41416</c:v>
                      </c:pt>
                      <c:pt idx="2386">
                        <c:v>41417</c:v>
                      </c:pt>
                      <c:pt idx="2387">
                        <c:v>41418</c:v>
                      </c:pt>
                      <c:pt idx="2388">
                        <c:v>41421</c:v>
                      </c:pt>
                      <c:pt idx="2389">
                        <c:v>41422</c:v>
                      </c:pt>
                      <c:pt idx="2390">
                        <c:v>41423</c:v>
                      </c:pt>
                      <c:pt idx="2391">
                        <c:v>41424</c:v>
                      </c:pt>
                      <c:pt idx="2392">
                        <c:v>41425</c:v>
                      </c:pt>
                      <c:pt idx="2393">
                        <c:v>41428</c:v>
                      </c:pt>
                      <c:pt idx="2394">
                        <c:v>41429</c:v>
                      </c:pt>
                      <c:pt idx="2395">
                        <c:v>41430</c:v>
                      </c:pt>
                      <c:pt idx="2396">
                        <c:v>41431</c:v>
                      </c:pt>
                      <c:pt idx="2397">
                        <c:v>41432</c:v>
                      </c:pt>
                      <c:pt idx="2398">
                        <c:v>41435</c:v>
                      </c:pt>
                      <c:pt idx="2399">
                        <c:v>41436</c:v>
                      </c:pt>
                      <c:pt idx="2400">
                        <c:v>41437</c:v>
                      </c:pt>
                      <c:pt idx="2401">
                        <c:v>41438</c:v>
                      </c:pt>
                      <c:pt idx="2402">
                        <c:v>41439</c:v>
                      </c:pt>
                      <c:pt idx="2403">
                        <c:v>41442</c:v>
                      </c:pt>
                      <c:pt idx="2404">
                        <c:v>41443</c:v>
                      </c:pt>
                      <c:pt idx="2405">
                        <c:v>41444</c:v>
                      </c:pt>
                      <c:pt idx="2406">
                        <c:v>41445</c:v>
                      </c:pt>
                      <c:pt idx="2407">
                        <c:v>41446</c:v>
                      </c:pt>
                      <c:pt idx="2408">
                        <c:v>41449</c:v>
                      </c:pt>
                      <c:pt idx="2409">
                        <c:v>41450</c:v>
                      </c:pt>
                      <c:pt idx="2410">
                        <c:v>41451</c:v>
                      </c:pt>
                      <c:pt idx="2411">
                        <c:v>41452</c:v>
                      </c:pt>
                      <c:pt idx="2412">
                        <c:v>41453</c:v>
                      </c:pt>
                      <c:pt idx="2413">
                        <c:v>41456</c:v>
                      </c:pt>
                      <c:pt idx="2414">
                        <c:v>41457</c:v>
                      </c:pt>
                      <c:pt idx="2415">
                        <c:v>41458</c:v>
                      </c:pt>
                      <c:pt idx="2416">
                        <c:v>41459</c:v>
                      </c:pt>
                      <c:pt idx="2417">
                        <c:v>41460</c:v>
                      </c:pt>
                      <c:pt idx="2418">
                        <c:v>41463</c:v>
                      </c:pt>
                      <c:pt idx="2419">
                        <c:v>41464</c:v>
                      </c:pt>
                      <c:pt idx="2420">
                        <c:v>41465</c:v>
                      </c:pt>
                      <c:pt idx="2421">
                        <c:v>41466</c:v>
                      </c:pt>
                      <c:pt idx="2422">
                        <c:v>41467</c:v>
                      </c:pt>
                      <c:pt idx="2423">
                        <c:v>41470</c:v>
                      </c:pt>
                      <c:pt idx="2424">
                        <c:v>41471</c:v>
                      </c:pt>
                      <c:pt idx="2425">
                        <c:v>41472</c:v>
                      </c:pt>
                      <c:pt idx="2426">
                        <c:v>41473</c:v>
                      </c:pt>
                      <c:pt idx="2427">
                        <c:v>41474</c:v>
                      </c:pt>
                      <c:pt idx="2428">
                        <c:v>41477</c:v>
                      </c:pt>
                      <c:pt idx="2429">
                        <c:v>41478</c:v>
                      </c:pt>
                      <c:pt idx="2430">
                        <c:v>41479</c:v>
                      </c:pt>
                      <c:pt idx="2431">
                        <c:v>41480</c:v>
                      </c:pt>
                      <c:pt idx="2432">
                        <c:v>41481</c:v>
                      </c:pt>
                      <c:pt idx="2433">
                        <c:v>41484</c:v>
                      </c:pt>
                      <c:pt idx="2434">
                        <c:v>41485</c:v>
                      </c:pt>
                      <c:pt idx="2435">
                        <c:v>41486</c:v>
                      </c:pt>
                      <c:pt idx="2436">
                        <c:v>41487</c:v>
                      </c:pt>
                      <c:pt idx="2437">
                        <c:v>41488</c:v>
                      </c:pt>
                      <c:pt idx="2438">
                        <c:v>41491</c:v>
                      </c:pt>
                      <c:pt idx="2439">
                        <c:v>41492</c:v>
                      </c:pt>
                      <c:pt idx="2440">
                        <c:v>41493</c:v>
                      </c:pt>
                      <c:pt idx="2441">
                        <c:v>41494</c:v>
                      </c:pt>
                      <c:pt idx="2442">
                        <c:v>41495</c:v>
                      </c:pt>
                      <c:pt idx="2443">
                        <c:v>41498</c:v>
                      </c:pt>
                      <c:pt idx="2444">
                        <c:v>41499</c:v>
                      </c:pt>
                      <c:pt idx="2445">
                        <c:v>41500</c:v>
                      </c:pt>
                      <c:pt idx="2446">
                        <c:v>41501</c:v>
                      </c:pt>
                      <c:pt idx="2447">
                        <c:v>41502</c:v>
                      </c:pt>
                      <c:pt idx="2448">
                        <c:v>41505</c:v>
                      </c:pt>
                      <c:pt idx="2449">
                        <c:v>41506</c:v>
                      </c:pt>
                      <c:pt idx="2450">
                        <c:v>41507</c:v>
                      </c:pt>
                      <c:pt idx="2451">
                        <c:v>41508</c:v>
                      </c:pt>
                      <c:pt idx="2452">
                        <c:v>41509</c:v>
                      </c:pt>
                      <c:pt idx="2453">
                        <c:v>41512</c:v>
                      </c:pt>
                      <c:pt idx="2454">
                        <c:v>41513</c:v>
                      </c:pt>
                      <c:pt idx="2455">
                        <c:v>41514</c:v>
                      </c:pt>
                      <c:pt idx="2456">
                        <c:v>41515</c:v>
                      </c:pt>
                      <c:pt idx="2457">
                        <c:v>41516</c:v>
                      </c:pt>
                      <c:pt idx="2458">
                        <c:v>41519</c:v>
                      </c:pt>
                      <c:pt idx="2459">
                        <c:v>41520</c:v>
                      </c:pt>
                      <c:pt idx="2460">
                        <c:v>41521</c:v>
                      </c:pt>
                      <c:pt idx="2461">
                        <c:v>41522</c:v>
                      </c:pt>
                      <c:pt idx="2462">
                        <c:v>41523</c:v>
                      </c:pt>
                      <c:pt idx="2463">
                        <c:v>41526</c:v>
                      </c:pt>
                      <c:pt idx="2464">
                        <c:v>41527</c:v>
                      </c:pt>
                      <c:pt idx="2465">
                        <c:v>41528</c:v>
                      </c:pt>
                      <c:pt idx="2466">
                        <c:v>41529</c:v>
                      </c:pt>
                      <c:pt idx="2467">
                        <c:v>41530</c:v>
                      </c:pt>
                      <c:pt idx="2468">
                        <c:v>41533</c:v>
                      </c:pt>
                      <c:pt idx="2469">
                        <c:v>41534</c:v>
                      </c:pt>
                      <c:pt idx="2470">
                        <c:v>41535</c:v>
                      </c:pt>
                      <c:pt idx="2471">
                        <c:v>41536</c:v>
                      </c:pt>
                      <c:pt idx="2472">
                        <c:v>41537</c:v>
                      </c:pt>
                      <c:pt idx="2473">
                        <c:v>41540</c:v>
                      </c:pt>
                      <c:pt idx="2474">
                        <c:v>41541</c:v>
                      </c:pt>
                      <c:pt idx="2475">
                        <c:v>41542</c:v>
                      </c:pt>
                      <c:pt idx="2476">
                        <c:v>41543</c:v>
                      </c:pt>
                      <c:pt idx="2477">
                        <c:v>41544</c:v>
                      </c:pt>
                      <c:pt idx="2478">
                        <c:v>41547</c:v>
                      </c:pt>
                      <c:pt idx="2479">
                        <c:v>41548</c:v>
                      </c:pt>
                      <c:pt idx="2480">
                        <c:v>41549</c:v>
                      </c:pt>
                      <c:pt idx="2481">
                        <c:v>41550</c:v>
                      </c:pt>
                      <c:pt idx="2482">
                        <c:v>41551</c:v>
                      </c:pt>
                      <c:pt idx="2483">
                        <c:v>41554</c:v>
                      </c:pt>
                      <c:pt idx="2484">
                        <c:v>41555</c:v>
                      </c:pt>
                      <c:pt idx="2485">
                        <c:v>41556</c:v>
                      </c:pt>
                      <c:pt idx="2486">
                        <c:v>41557</c:v>
                      </c:pt>
                      <c:pt idx="2487">
                        <c:v>41558</c:v>
                      </c:pt>
                      <c:pt idx="2488">
                        <c:v>41561</c:v>
                      </c:pt>
                      <c:pt idx="2489">
                        <c:v>41562</c:v>
                      </c:pt>
                      <c:pt idx="2490">
                        <c:v>41563</c:v>
                      </c:pt>
                      <c:pt idx="2491">
                        <c:v>41564</c:v>
                      </c:pt>
                      <c:pt idx="2492">
                        <c:v>41565</c:v>
                      </c:pt>
                      <c:pt idx="2493">
                        <c:v>41568</c:v>
                      </c:pt>
                      <c:pt idx="2494">
                        <c:v>41569</c:v>
                      </c:pt>
                      <c:pt idx="2495">
                        <c:v>41570</c:v>
                      </c:pt>
                      <c:pt idx="2496">
                        <c:v>41571</c:v>
                      </c:pt>
                      <c:pt idx="2497">
                        <c:v>41572</c:v>
                      </c:pt>
                      <c:pt idx="2498">
                        <c:v>41575</c:v>
                      </c:pt>
                      <c:pt idx="2499">
                        <c:v>41576</c:v>
                      </c:pt>
                      <c:pt idx="2500">
                        <c:v>41577</c:v>
                      </c:pt>
                      <c:pt idx="2501">
                        <c:v>41578</c:v>
                      </c:pt>
                      <c:pt idx="2502">
                        <c:v>41579</c:v>
                      </c:pt>
                      <c:pt idx="2503">
                        <c:v>41582</c:v>
                      </c:pt>
                      <c:pt idx="2504">
                        <c:v>41583</c:v>
                      </c:pt>
                      <c:pt idx="2505">
                        <c:v>41584</c:v>
                      </c:pt>
                      <c:pt idx="2506">
                        <c:v>41585</c:v>
                      </c:pt>
                      <c:pt idx="2507">
                        <c:v>41586</c:v>
                      </c:pt>
                      <c:pt idx="2508">
                        <c:v>41589</c:v>
                      </c:pt>
                      <c:pt idx="2509">
                        <c:v>41590</c:v>
                      </c:pt>
                      <c:pt idx="2510">
                        <c:v>41591</c:v>
                      </c:pt>
                      <c:pt idx="2511">
                        <c:v>41592</c:v>
                      </c:pt>
                      <c:pt idx="2512">
                        <c:v>41593</c:v>
                      </c:pt>
                      <c:pt idx="2513">
                        <c:v>41596</c:v>
                      </c:pt>
                      <c:pt idx="2514">
                        <c:v>41597</c:v>
                      </c:pt>
                      <c:pt idx="2515">
                        <c:v>41598</c:v>
                      </c:pt>
                      <c:pt idx="2516">
                        <c:v>41599</c:v>
                      </c:pt>
                      <c:pt idx="2517">
                        <c:v>41600</c:v>
                      </c:pt>
                      <c:pt idx="2518">
                        <c:v>41603</c:v>
                      </c:pt>
                      <c:pt idx="2519">
                        <c:v>41604</c:v>
                      </c:pt>
                      <c:pt idx="2520">
                        <c:v>41605</c:v>
                      </c:pt>
                      <c:pt idx="2521">
                        <c:v>41606</c:v>
                      </c:pt>
                      <c:pt idx="2522">
                        <c:v>41607</c:v>
                      </c:pt>
                      <c:pt idx="2523">
                        <c:v>41610</c:v>
                      </c:pt>
                      <c:pt idx="2524">
                        <c:v>41611</c:v>
                      </c:pt>
                      <c:pt idx="2525">
                        <c:v>41612</c:v>
                      </c:pt>
                      <c:pt idx="2526">
                        <c:v>41613</c:v>
                      </c:pt>
                      <c:pt idx="2527">
                        <c:v>41614</c:v>
                      </c:pt>
                      <c:pt idx="2528">
                        <c:v>41617</c:v>
                      </c:pt>
                      <c:pt idx="2529">
                        <c:v>41618</c:v>
                      </c:pt>
                      <c:pt idx="2530">
                        <c:v>41619</c:v>
                      </c:pt>
                      <c:pt idx="2531">
                        <c:v>41620</c:v>
                      </c:pt>
                      <c:pt idx="2532">
                        <c:v>41621</c:v>
                      </c:pt>
                      <c:pt idx="2533">
                        <c:v>41624</c:v>
                      </c:pt>
                      <c:pt idx="2534">
                        <c:v>41625</c:v>
                      </c:pt>
                      <c:pt idx="2535">
                        <c:v>41626</c:v>
                      </c:pt>
                      <c:pt idx="2536">
                        <c:v>41627</c:v>
                      </c:pt>
                      <c:pt idx="2537">
                        <c:v>41628</c:v>
                      </c:pt>
                      <c:pt idx="2538">
                        <c:v>41631</c:v>
                      </c:pt>
                      <c:pt idx="2539">
                        <c:v>41632</c:v>
                      </c:pt>
                      <c:pt idx="2540">
                        <c:v>41633</c:v>
                      </c:pt>
                      <c:pt idx="2541">
                        <c:v>41634</c:v>
                      </c:pt>
                      <c:pt idx="2542">
                        <c:v>41635</c:v>
                      </c:pt>
                      <c:pt idx="2543">
                        <c:v>41638</c:v>
                      </c:pt>
                      <c:pt idx="2544">
                        <c:v>41639</c:v>
                      </c:pt>
                      <c:pt idx="2545">
                        <c:v>41640</c:v>
                      </c:pt>
                      <c:pt idx="2546">
                        <c:v>41641</c:v>
                      </c:pt>
                      <c:pt idx="2547">
                        <c:v>41642</c:v>
                      </c:pt>
                      <c:pt idx="2548">
                        <c:v>41645</c:v>
                      </c:pt>
                      <c:pt idx="2549">
                        <c:v>41646</c:v>
                      </c:pt>
                      <c:pt idx="2550">
                        <c:v>41647</c:v>
                      </c:pt>
                      <c:pt idx="2551">
                        <c:v>41648</c:v>
                      </c:pt>
                      <c:pt idx="2552">
                        <c:v>41649</c:v>
                      </c:pt>
                      <c:pt idx="2553">
                        <c:v>41652</c:v>
                      </c:pt>
                      <c:pt idx="2554">
                        <c:v>41653</c:v>
                      </c:pt>
                      <c:pt idx="2555">
                        <c:v>41654</c:v>
                      </c:pt>
                      <c:pt idx="2556">
                        <c:v>41655</c:v>
                      </c:pt>
                      <c:pt idx="2557">
                        <c:v>41656</c:v>
                      </c:pt>
                      <c:pt idx="2558">
                        <c:v>41659</c:v>
                      </c:pt>
                      <c:pt idx="2559">
                        <c:v>41660</c:v>
                      </c:pt>
                      <c:pt idx="2560">
                        <c:v>41661</c:v>
                      </c:pt>
                      <c:pt idx="2561">
                        <c:v>41662</c:v>
                      </c:pt>
                      <c:pt idx="2562">
                        <c:v>41663</c:v>
                      </c:pt>
                      <c:pt idx="2563">
                        <c:v>41666</c:v>
                      </c:pt>
                      <c:pt idx="2564">
                        <c:v>41667</c:v>
                      </c:pt>
                      <c:pt idx="2565">
                        <c:v>41668</c:v>
                      </c:pt>
                      <c:pt idx="2566">
                        <c:v>41669</c:v>
                      </c:pt>
                      <c:pt idx="2567">
                        <c:v>41670</c:v>
                      </c:pt>
                      <c:pt idx="2568">
                        <c:v>41673</c:v>
                      </c:pt>
                      <c:pt idx="2569">
                        <c:v>41674</c:v>
                      </c:pt>
                      <c:pt idx="2570">
                        <c:v>41675</c:v>
                      </c:pt>
                      <c:pt idx="2571">
                        <c:v>41676</c:v>
                      </c:pt>
                      <c:pt idx="2572">
                        <c:v>41677</c:v>
                      </c:pt>
                      <c:pt idx="2573">
                        <c:v>41680</c:v>
                      </c:pt>
                      <c:pt idx="2574">
                        <c:v>41681</c:v>
                      </c:pt>
                      <c:pt idx="2575">
                        <c:v>41682</c:v>
                      </c:pt>
                      <c:pt idx="2576">
                        <c:v>41683</c:v>
                      </c:pt>
                      <c:pt idx="2577">
                        <c:v>41684</c:v>
                      </c:pt>
                      <c:pt idx="2578">
                        <c:v>41687</c:v>
                      </c:pt>
                      <c:pt idx="2579">
                        <c:v>41688</c:v>
                      </c:pt>
                      <c:pt idx="2580">
                        <c:v>41689</c:v>
                      </c:pt>
                      <c:pt idx="2581">
                        <c:v>41690</c:v>
                      </c:pt>
                      <c:pt idx="2582">
                        <c:v>41691</c:v>
                      </c:pt>
                      <c:pt idx="2583">
                        <c:v>41694</c:v>
                      </c:pt>
                      <c:pt idx="2584">
                        <c:v>41695</c:v>
                      </c:pt>
                      <c:pt idx="2585">
                        <c:v>41696</c:v>
                      </c:pt>
                      <c:pt idx="2586">
                        <c:v>41697</c:v>
                      </c:pt>
                      <c:pt idx="2587">
                        <c:v>41698</c:v>
                      </c:pt>
                      <c:pt idx="2588">
                        <c:v>41701</c:v>
                      </c:pt>
                      <c:pt idx="2589">
                        <c:v>41702</c:v>
                      </c:pt>
                      <c:pt idx="2590">
                        <c:v>41703</c:v>
                      </c:pt>
                      <c:pt idx="2591">
                        <c:v>41704</c:v>
                      </c:pt>
                      <c:pt idx="2592">
                        <c:v>41705</c:v>
                      </c:pt>
                      <c:pt idx="2593">
                        <c:v>41708</c:v>
                      </c:pt>
                      <c:pt idx="2594">
                        <c:v>41709</c:v>
                      </c:pt>
                      <c:pt idx="2595">
                        <c:v>41710</c:v>
                      </c:pt>
                      <c:pt idx="2596">
                        <c:v>41711</c:v>
                      </c:pt>
                      <c:pt idx="2597">
                        <c:v>41712</c:v>
                      </c:pt>
                      <c:pt idx="2598">
                        <c:v>41715</c:v>
                      </c:pt>
                      <c:pt idx="2599">
                        <c:v>41716</c:v>
                      </c:pt>
                      <c:pt idx="2600">
                        <c:v>41717</c:v>
                      </c:pt>
                      <c:pt idx="2601">
                        <c:v>41718</c:v>
                      </c:pt>
                      <c:pt idx="2602">
                        <c:v>41719</c:v>
                      </c:pt>
                      <c:pt idx="2603">
                        <c:v>41722</c:v>
                      </c:pt>
                      <c:pt idx="2604">
                        <c:v>41723</c:v>
                      </c:pt>
                      <c:pt idx="2605">
                        <c:v>41724</c:v>
                      </c:pt>
                      <c:pt idx="2606">
                        <c:v>41725</c:v>
                      </c:pt>
                      <c:pt idx="2607">
                        <c:v>41726</c:v>
                      </c:pt>
                      <c:pt idx="2608">
                        <c:v>41729</c:v>
                      </c:pt>
                      <c:pt idx="2609">
                        <c:v>41730</c:v>
                      </c:pt>
                      <c:pt idx="2610">
                        <c:v>41731</c:v>
                      </c:pt>
                      <c:pt idx="2611">
                        <c:v>41732</c:v>
                      </c:pt>
                      <c:pt idx="2612">
                        <c:v>41733</c:v>
                      </c:pt>
                      <c:pt idx="2613">
                        <c:v>41736</c:v>
                      </c:pt>
                      <c:pt idx="2614">
                        <c:v>41737</c:v>
                      </c:pt>
                      <c:pt idx="2615">
                        <c:v>41738</c:v>
                      </c:pt>
                      <c:pt idx="2616">
                        <c:v>41739</c:v>
                      </c:pt>
                      <c:pt idx="2617">
                        <c:v>41740</c:v>
                      </c:pt>
                      <c:pt idx="2618">
                        <c:v>41743</c:v>
                      </c:pt>
                      <c:pt idx="2619">
                        <c:v>41744</c:v>
                      </c:pt>
                      <c:pt idx="2620">
                        <c:v>41745</c:v>
                      </c:pt>
                      <c:pt idx="2621">
                        <c:v>41746</c:v>
                      </c:pt>
                      <c:pt idx="2622">
                        <c:v>41747</c:v>
                      </c:pt>
                      <c:pt idx="2623">
                        <c:v>41750</c:v>
                      </c:pt>
                      <c:pt idx="2624">
                        <c:v>41751</c:v>
                      </c:pt>
                      <c:pt idx="2625">
                        <c:v>41752</c:v>
                      </c:pt>
                      <c:pt idx="2626">
                        <c:v>41753</c:v>
                      </c:pt>
                      <c:pt idx="2627">
                        <c:v>41754</c:v>
                      </c:pt>
                      <c:pt idx="2628">
                        <c:v>41757</c:v>
                      </c:pt>
                      <c:pt idx="2629">
                        <c:v>41758</c:v>
                      </c:pt>
                      <c:pt idx="2630">
                        <c:v>41759</c:v>
                      </c:pt>
                      <c:pt idx="2631">
                        <c:v>41760</c:v>
                      </c:pt>
                      <c:pt idx="2632">
                        <c:v>41761</c:v>
                      </c:pt>
                      <c:pt idx="2633">
                        <c:v>41764</c:v>
                      </c:pt>
                      <c:pt idx="2634">
                        <c:v>41765</c:v>
                      </c:pt>
                      <c:pt idx="2635">
                        <c:v>41766</c:v>
                      </c:pt>
                      <c:pt idx="2636">
                        <c:v>41767</c:v>
                      </c:pt>
                      <c:pt idx="2637">
                        <c:v>41768</c:v>
                      </c:pt>
                      <c:pt idx="2638">
                        <c:v>41771</c:v>
                      </c:pt>
                      <c:pt idx="2639">
                        <c:v>41772</c:v>
                      </c:pt>
                      <c:pt idx="2640">
                        <c:v>41773</c:v>
                      </c:pt>
                      <c:pt idx="2641">
                        <c:v>41774</c:v>
                      </c:pt>
                      <c:pt idx="2642">
                        <c:v>41775</c:v>
                      </c:pt>
                      <c:pt idx="2643">
                        <c:v>41778</c:v>
                      </c:pt>
                      <c:pt idx="2644">
                        <c:v>41779</c:v>
                      </c:pt>
                      <c:pt idx="2645">
                        <c:v>41780</c:v>
                      </c:pt>
                      <c:pt idx="2646">
                        <c:v>41781</c:v>
                      </c:pt>
                      <c:pt idx="2647">
                        <c:v>41782</c:v>
                      </c:pt>
                      <c:pt idx="2648">
                        <c:v>41785</c:v>
                      </c:pt>
                      <c:pt idx="2649">
                        <c:v>41786</c:v>
                      </c:pt>
                      <c:pt idx="2650">
                        <c:v>41787</c:v>
                      </c:pt>
                      <c:pt idx="2651">
                        <c:v>41788</c:v>
                      </c:pt>
                      <c:pt idx="2652">
                        <c:v>41789</c:v>
                      </c:pt>
                      <c:pt idx="2653">
                        <c:v>41792</c:v>
                      </c:pt>
                      <c:pt idx="2654">
                        <c:v>41793</c:v>
                      </c:pt>
                      <c:pt idx="2655">
                        <c:v>41794</c:v>
                      </c:pt>
                      <c:pt idx="2656">
                        <c:v>41795</c:v>
                      </c:pt>
                      <c:pt idx="2657">
                        <c:v>41796</c:v>
                      </c:pt>
                      <c:pt idx="2658">
                        <c:v>41799</c:v>
                      </c:pt>
                      <c:pt idx="2659">
                        <c:v>41800</c:v>
                      </c:pt>
                      <c:pt idx="2660">
                        <c:v>41801</c:v>
                      </c:pt>
                      <c:pt idx="2661">
                        <c:v>41802</c:v>
                      </c:pt>
                      <c:pt idx="2662">
                        <c:v>41803</c:v>
                      </c:pt>
                      <c:pt idx="2663">
                        <c:v>41806</c:v>
                      </c:pt>
                      <c:pt idx="2664">
                        <c:v>41807</c:v>
                      </c:pt>
                      <c:pt idx="2665">
                        <c:v>41808</c:v>
                      </c:pt>
                      <c:pt idx="2666">
                        <c:v>41809</c:v>
                      </c:pt>
                      <c:pt idx="2667">
                        <c:v>41810</c:v>
                      </c:pt>
                      <c:pt idx="2668">
                        <c:v>41813</c:v>
                      </c:pt>
                      <c:pt idx="2669">
                        <c:v>41814</c:v>
                      </c:pt>
                      <c:pt idx="2670">
                        <c:v>41815</c:v>
                      </c:pt>
                      <c:pt idx="2671">
                        <c:v>41816</c:v>
                      </c:pt>
                      <c:pt idx="2672">
                        <c:v>41817</c:v>
                      </c:pt>
                      <c:pt idx="2673">
                        <c:v>41820</c:v>
                      </c:pt>
                      <c:pt idx="2674">
                        <c:v>41821</c:v>
                      </c:pt>
                      <c:pt idx="2675">
                        <c:v>41822</c:v>
                      </c:pt>
                      <c:pt idx="2676">
                        <c:v>41823</c:v>
                      </c:pt>
                      <c:pt idx="2677">
                        <c:v>41824</c:v>
                      </c:pt>
                      <c:pt idx="2678">
                        <c:v>41827</c:v>
                      </c:pt>
                      <c:pt idx="2679">
                        <c:v>41828</c:v>
                      </c:pt>
                      <c:pt idx="2680">
                        <c:v>41829</c:v>
                      </c:pt>
                      <c:pt idx="2681">
                        <c:v>41830</c:v>
                      </c:pt>
                      <c:pt idx="2682">
                        <c:v>41831</c:v>
                      </c:pt>
                      <c:pt idx="2683">
                        <c:v>41834</c:v>
                      </c:pt>
                      <c:pt idx="2684">
                        <c:v>41835</c:v>
                      </c:pt>
                      <c:pt idx="2685">
                        <c:v>41836</c:v>
                      </c:pt>
                      <c:pt idx="2686">
                        <c:v>41837</c:v>
                      </c:pt>
                      <c:pt idx="2687">
                        <c:v>41838</c:v>
                      </c:pt>
                      <c:pt idx="2688">
                        <c:v>41841</c:v>
                      </c:pt>
                      <c:pt idx="2689">
                        <c:v>41842</c:v>
                      </c:pt>
                      <c:pt idx="2690">
                        <c:v>41843</c:v>
                      </c:pt>
                      <c:pt idx="2691">
                        <c:v>41844</c:v>
                      </c:pt>
                      <c:pt idx="2692">
                        <c:v>41845</c:v>
                      </c:pt>
                      <c:pt idx="2693">
                        <c:v>41848</c:v>
                      </c:pt>
                      <c:pt idx="2694">
                        <c:v>41849</c:v>
                      </c:pt>
                      <c:pt idx="2695">
                        <c:v>41850</c:v>
                      </c:pt>
                      <c:pt idx="2696">
                        <c:v>41851</c:v>
                      </c:pt>
                      <c:pt idx="2697">
                        <c:v>41852</c:v>
                      </c:pt>
                      <c:pt idx="2698">
                        <c:v>41855</c:v>
                      </c:pt>
                      <c:pt idx="2699">
                        <c:v>41856</c:v>
                      </c:pt>
                      <c:pt idx="2700">
                        <c:v>41857</c:v>
                      </c:pt>
                      <c:pt idx="2701">
                        <c:v>41858</c:v>
                      </c:pt>
                      <c:pt idx="2702">
                        <c:v>41859</c:v>
                      </c:pt>
                      <c:pt idx="2703">
                        <c:v>41862</c:v>
                      </c:pt>
                      <c:pt idx="2704">
                        <c:v>41863</c:v>
                      </c:pt>
                      <c:pt idx="2705">
                        <c:v>41864</c:v>
                      </c:pt>
                      <c:pt idx="2706">
                        <c:v>41865</c:v>
                      </c:pt>
                      <c:pt idx="2707">
                        <c:v>41866</c:v>
                      </c:pt>
                      <c:pt idx="2708">
                        <c:v>41869</c:v>
                      </c:pt>
                      <c:pt idx="2709">
                        <c:v>41870</c:v>
                      </c:pt>
                      <c:pt idx="2710">
                        <c:v>41871</c:v>
                      </c:pt>
                      <c:pt idx="2711">
                        <c:v>41872</c:v>
                      </c:pt>
                      <c:pt idx="2712">
                        <c:v>41873</c:v>
                      </c:pt>
                      <c:pt idx="2713">
                        <c:v>41876</c:v>
                      </c:pt>
                      <c:pt idx="2714">
                        <c:v>41877</c:v>
                      </c:pt>
                      <c:pt idx="2715">
                        <c:v>41878</c:v>
                      </c:pt>
                      <c:pt idx="2716">
                        <c:v>41879</c:v>
                      </c:pt>
                      <c:pt idx="2717">
                        <c:v>41880</c:v>
                      </c:pt>
                      <c:pt idx="2718">
                        <c:v>41883</c:v>
                      </c:pt>
                      <c:pt idx="2719">
                        <c:v>41884</c:v>
                      </c:pt>
                      <c:pt idx="2720">
                        <c:v>41885</c:v>
                      </c:pt>
                      <c:pt idx="2721">
                        <c:v>41886</c:v>
                      </c:pt>
                      <c:pt idx="2722">
                        <c:v>41887</c:v>
                      </c:pt>
                      <c:pt idx="2723">
                        <c:v>41890</c:v>
                      </c:pt>
                      <c:pt idx="2724">
                        <c:v>41891</c:v>
                      </c:pt>
                      <c:pt idx="2725">
                        <c:v>41892</c:v>
                      </c:pt>
                      <c:pt idx="2726">
                        <c:v>41893</c:v>
                      </c:pt>
                      <c:pt idx="2727">
                        <c:v>41894</c:v>
                      </c:pt>
                      <c:pt idx="2728">
                        <c:v>41897</c:v>
                      </c:pt>
                      <c:pt idx="2729">
                        <c:v>41898</c:v>
                      </c:pt>
                      <c:pt idx="2730">
                        <c:v>41899</c:v>
                      </c:pt>
                      <c:pt idx="2731">
                        <c:v>41900</c:v>
                      </c:pt>
                      <c:pt idx="2732">
                        <c:v>41901</c:v>
                      </c:pt>
                      <c:pt idx="2733">
                        <c:v>41904</c:v>
                      </c:pt>
                      <c:pt idx="2734">
                        <c:v>41905</c:v>
                      </c:pt>
                      <c:pt idx="2735">
                        <c:v>41906</c:v>
                      </c:pt>
                      <c:pt idx="2736">
                        <c:v>41907</c:v>
                      </c:pt>
                      <c:pt idx="2737">
                        <c:v>41908</c:v>
                      </c:pt>
                      <c:pt idx="2738">
                        <c:v>41911</c:v>
                      </c:pt>
                      <c:pt idx="2739">
                        <c:v>41912</c:v>
                      </c:pt>
                      <c:pt idx="2740">
                        <c:v>41913</c:v>
                      </c:pt>
                      <c:pt idx="2741">
                        <c:v>41914</c:v>
                      </c:pt>
                      <c:pt idx="2742">
                        <c:v>41915</c:v>
                      </c:pt>
                      <c:pt idx="2743">
                        <c:v>41918</c:v>
                      </c:pt>
                      <c:pt idx="2744">
                        <c:v>41919</c:v>
                      </c:pt>
                      <c:pt idx="2745">
                        <c:v>41920</c:v>
                      </c:pt>
                      <c:pt idx="2746">
                        <c:v>41921</c:v>
                      </c:pt>
                      <c:pt idx="2747">
                        <c:v>41922</c:v>
                      </c:pt>
                      <c:pt idx="2748">
                        <c:v>41925</c:v>
                      </c:pt>
                      <c:pt idx="2749">
                        <c:v>41926</c:v>
                      </c:pt>
                      <c:pt idx="2750">
                        <c:v>41927</c:v>
                      </c:pt>
                      <c:pt idx="2751">
                        <c:v>41928</c:v>
                      </c:pt>
                      <c:pt idx="2752">
                        <c:v>41929</c:v>
                      </c:pt>
                      <c:pt idx="2753">
                        <c:v>41932</c:v>
                      </c:pt>
                      <c:pt idx="2754">
                        <c:v>41933</c:v>
                      </c:pt>
                      <c:pt idx="2755">
                        <c:v>41934</c:v>
                      </c:pt>
                      <c:pt idx="2756">
                        <c:v>41935</c:v>
                      </c:pt>
                      <c:pt idx="2757">
                        <c:v>41936</c:v>
                      </c:pt>
                      <c:pt idx="2758">
                        <c:v>41939</c:v>
                      </c:pt>
                      <c:pt idx="2759">
                        <c:v>41940</c:v>
                      </c:pt>
                      <c:pt idx="2760">
                        <c:v>41941</c:v>
                      </c:pt>
                      <c:pt idx="2761">
                        <c:v>41942</c:v>
                      </c:pt>
                      <c:pt idx="2762">
                        <c:v>41943</c:v>
                      </c:pt>
                      <c:pt idx="2763">
                        <c:v>41946</c:v>
                      </c:pt>
                      <c:pt idx="2764">
                        <c:v>41947</c:v>
                      </c:pt>
                      <c:pt idx="2765">
                        <c:v>41948</c:v>
                      </c:pt>
                      <c:pt idx="2766">
                        <c:v>41949</c:v>
                      </c:pt>
                      <c:pt idx="2767">
                        <c:v>41950</c:v>
                      </c:pt>
                      <c:pt idx="2768">
                        <c:v>41953</c:v>
                      </c:pt>
                      <c:pt idx="2769">
                        <c:v>41954</c:v>
                      </c:pt>
                      <c:pt idx="2770">
                        <c:v>41955</c:v>
                      </c:pt>
                      <c:pt idx="2771">
                        <c:v>41956</c:v>
                      </c:pt>
                      <c:pt idx="2772">
                        <c:v>41957</c:v>
                      </c:pt>
                      <c:pt idx="2773">
                        <c:v>41960</c:v>
                      </c:pt>
                      <c:pt idx="2774">
                        <c:v>41961</c:v>
                      </c:pt>
                      <c:pt idx="2775">
                        <c:v>41962</c:v>
                      </c:pt>
                      <c:pt idx="2776">
                        <c:v>41963</c:v>
                      </c:pt>
                      <c:pt idx="2777">
                        <c:v>41964</c:v>
                      </c:pt>
                      <c:pt idx="2778">
                        <c:v>41967</c:v>
                      </c:pt>
                      <c:pt idx="2779">
                        <c:v>41968</c:v>
                      </c:pt>
                      <c:pt idx="2780">
                        <c:v>41969</c:v>
                      </c:pt>
                      <c:pt idx="2781">
                        <c:v>41970</c:v>
                      </c:pt>
                      <c:pt idx="2782">
                        <c:v>41971</c:v>
                      </c:pt>
                      <c:pt idx="2783">
                        <c:v>41974</c:v>
                      </c:pt>
                      <c:pt idx="2784">
                        <c:v>41975</c:v>
                      </c:pt>
                      <c:pt idx="2785">
                        <c:v>41976</c:v>
                      </c:pt>
                      <c:pt idx="2786">
                        <c:v>41977</c:v>
                      </c:pt>
                      <c:pt idx="2787">
                        <c:v>41978</c:v>
                      </c:pt>
                      <c:pt idx="2788">
                        <c:v>41981</c:v>
                      </c:pt>
                      <c:pt idx="2789">
                        <c:v>41982</c:v>
                      </c:pt>
                      <c:pt idx="2790">
                        <c:v>41983</c:v>
                      </c:pt>
                      <c:pt idx="2791">
                        <c:v>41984</c:v>
                      </c:pt>
                      <c:pt idx="2792">
                        <c:v>41985</c:v>
                      </c:pt>
                      <c:pt idx="2793">
                        <c:v>41988</c:v>
                      </c:pt>
                      <c:pt idx="2794">
                        <c:v>41989</c:v>
                      </c:pt>
                      <c:pt idx="2795">
                        <c:v>41990</c:v>
                      </c:pt>
                      <c:pt idx="2796">
                        <c:v>41991</c:v>
                      </c:pt>
                      <c:pt idx="2797">
                        <c:v>41992</c:v>
                      </c:pt>
                      <c:pt idx="2798">
                        <c:v>41995</c:v>
                      </c:pt>
                      <c:pt idx="2799">
                        <c:v>41996</c:v>
                      </c:pt>
                      <c:pt idx="2800">
                        <c:v>41997</c:v>
                      </c:pt>
                      <c:pt idx="2801">
                        <c:v>41998</c:v>
                      </c:pt>
                      <c:pt idx="2802">
                        <c:v>41999</c:v>
                      </c:pt>
                      <c:pt idx="2803">
                        <c:v>42002</c:v>
                      </c:pt>
                      <c:pt idx="2804">
                        <c:v>42003</c:v>
                      </c:pt>
                      <c:pt idx="2805">
                        <c:v>42004</c:v>
                      </c:pt>
                      <c:pt idx="2806">
                        <c:v>42005</c:v>
                      </c:pt>
                      <c:pt idx="2807">
                        <c:v>42006</c:v>
                      </c:pt>
                      <c:pt idx="2808">
                        <c:v>42009</c:v>
                      </c:pt>
                      <c:pt idx="2809">
                        <c:v>42010</c:v>
                      </c:pt>
                      <c:pt idx="2810">
                        <c:v>42011</c:v>
                      </c:pt>
                      <c:pt idx="2811">
                        <c:v>42012</c:v>
                      </c:pt>
                      <c:pt idx="2812">
                        <c:v>42013</c:v>
                      </c:pt>
                      <c:pt idx="2813">
                        <c:v>42016</c:v>
                      </c:pt>
                      <c:pt idx="2814">
                        <c:v>42017</c:v>
                      </c:pt>
                      <c:pt idx="2815">
                        <c:v>42018</c:v>
                      </c:pt>
                      <c:pt idx="2816">
                        <c:v>42019</c:v>
                      </c:pt>
                      <c:pt idx="2817">
                        <c:v>42020</c:v>
                      </c:pt>
                      <c:pt idx="2818">
                        <c:v>42023</c:v>
                      </c:pt>
                      <c:pt idx="2819">
                        <c:v>42024</c:v>
                      </c:pt>
                      <c:pt idx="2820">
                        <c:v>42025</c:v>
                      </c:pt>
                      <c:pt idx="2821">
                        <c:v>42026</c:v>
                      </c:pt>
                      <c:pt idx="2822">
                        <c:v>42027</c:v>
                      </c:pt>
                      <c:pt idx="2823">
                        <c:v>42030</c:v>
                      </c:pt>
                      <c:pt idx="2824">
                        <c:v>42031</c:v>
                      </c:pt>
                      <c:pt idx="2825">
                        <c:v>42032</c:v>
                      </c:pt>
                      <c:pt idx="2826">
                        <c:v>42033</c:v>
                      </c:pt>
                      <c:pt idx="2827">
                        <c:v>42034</c:v>
                      </c:pt>
                      <c:pt idx="2828">
                        <c:v>42037</c:v>
                      </c:pt>
                      <c:pt idx="2829">
                        <c:v>42038</c:v>
                      </c:pt>
                      <c:pt idx="2830">
                        <c:v>42039</c:v>
                      </c:pt>
                      <c:pt idx="2831">
                        <c:v>42040</c:v>
                      </c:pt>
                      <c:pt idx="2832">
                        <c:v>42041</c:v>
                      </c:pt>
                      <c:pt idx="2833">
                        <c:v>42044</c:v>
                      </c:pt>
                      <c:pt idx="2834">
                        <c:v>42045</c:v>
                      </c:pt>
                      <c:pt idx="2835">
                        <c:v>42046</c:v>
                      </c:pt>
                      <c:pt idx="2836">
                        <c:v>42047</c:v>
                      </c:pt>
                      <c:pt idx="2837">
                        <c:v>42048</c:v>
                      </c:pt>
                      <c:pt idx="2838">
                        <c:v>42051</c:v>
                      </c:pt>
                      <c:pt idx="2839">
                        <c:v>42052</c:v>
                      </c:pt>
                      <c:pt idx="2840">
                        <c:v>42053</c:v>
                      </c:pt>
                      <c:pt idx="2841">
                        <c:v>42054</c:v>
                      </c:pt>
                      <c:pt idx="2842">
                        <c:v>42055</c:v>
                      </c:pt>
                      <c:pt idx="2843">
                        <c:v>42058</c:v>
                      </c:pt>
                      <c:pt idx="2844">
                        <c:v>42059</c:v>
                      </c:pt>
                      <c:pt idx="2845">
                        <c:v>42060</c:v>
                      </c:pt>
                      <c:pt idx="2846">
                        <c:v>42061</c:v>
                      </c:pt>
                      <c:pt idx="2847">
                        <c:v>42062</c:v>
                      </c:pt>
                      <c:pt idx="2848">
                        <c:v>42065</c:v>
                      </c:pt>
                      <c:pt idx="2849">
                        <c:v>42066</c:v>
                      </c:pt>
                      <c:pt idx="2850">
                        <c:v>42067</c:v>
                      </c:pt>
                      <c:pt idx="2851">
                        <c:v>42068</c:v>
                      </c:pt>
                      <c:pt idx="2852">
                        <c:v>42069</c:v>
                      </c:pt>
                      <c:pt idx="2853">
                        <c:v>42072</c:v>
                      </c:pt>
                      <c:pt idx="2854">
                        <c:v>42073</c:v>
                      </c:pt>
                      <c:pt idx="2855">
                        <c:v>42074</c:v>
                      </c:pt>
                      <c:pt idx="2856">
                        <c:v>42075</c:v>
                      </c:pt>
                      <c:pt idx="2857">
                        <c:v>42076</c:v>
                      </c:pt>
                      <c:pt idx="2858">
                        <c:v>42079</c:v>
                      </c:pt>
                      <c:pt idx="2859">
                        <c:v>42080</c:v>
                      </c:pt>
                      <c:pt idx="2860">
                        <c:v>42081</c:v>
                      </c:pt>
                      <c:pt idx="2861">
                        <c:v>42082</c:v>
                      </c:pt>
                      <c:pt idx="2862">
                        <c:v>42083</c:v>
                      </c:pt>
                      <c:pt idx="2863">
                        <c:v>42086</c:v>
                      </c:pt>
                      <c:pt idx="2864">
                        <c:v>42087</c:v>
                      </c:pt>
                      <c:pt idx="2865">
                        <c:v>42088</c:v>
                      </c:pt>
                      <c:pt idx="2866">
                        <c:v>42089</c:v>
                      </c:pt>
                      <c:pt idx="2867">
                        <c:v>42090</c:v>
                      </c:pt>
                      <c:pt idx="2868">
                        <c:v>42093</c:v>
                      </c:pt>
                      <c:pt idx="2869">
                        <c:v>42094</c:v>
                      </c:pt>
                      <c:pt idx="2870">
                        <c:v>42095</c:v>
                      </c:pt>
                      <c:pt idx="2871">
                        <c:v>42096</c:v>
                      </c:pt>
                      <c:pt idx="2872">
                        <c:v>42097</c:v>
                      </c:pt>
                      <c:pt idx="2873">
                        <c:v>42100</c:v>
                      </c:pt>
                      <c:pt idx="2874">
                        <c:v>42101</c:v>
                      </c:pt>
                      <c:pt idx="2875">
                        <c:v>42102</c:v>
                      </c:pt>
                      <c:pt idx="2876">
                        <c:v>42103</c:v>
                      </c:pt>
                      <c:pt idx="2877">
                        <c:v>42104</c:v>
                      </c:pt>
                      <c:pt idx="2878">
                        <c:v>42107</c:v>
                      </c:pt>
                      <c:pt idx="2879">
                        <c:v>42108</c:v>
                      </c:pt>
                      <c:pt idx="2880">
                        <c:v>42109</c:v>
                      </c:pt>
                      <c:pt idx="2881">
                        <c:v>42110</c:v>
                      </c:pt>
                      <c:pt idx="2882">
                        <c:v>42111</c:v>
                      </c:pt>
                      <c:pt idx="2883">
                        <c:v>42114</c:v>
                      </c:pt>
                      <c:pt idx="2884">
                        <c:v>42115</c:v>
                      </c:pt>
                      <c:pt idx="2885">
                        <c:v>42116</c:v>
                      </c:pt>
                      <c:pt idx="2886">
                        <c:v>42117</c:v>
                      </c:pt>
                      <c:pt idx="2887">
                        <c:v>42118</c:v>
                      </c:pt>
                      <c:pt idx="2888">
                        <c:v>42121</c:v>
                      </c:pt>
                      <c:pt idx="2889">
                        <c:v>42122</c:v>
                      </c:pt>
                      <c:pt idx="2890">
                        <c:v>42123</c:v>
                      </c:pt>
                      <c:pt idx="2891">
                        <c:v>42124</c:v>
                      </c:pt>
                      <c:pt idx="2892">
                        <c:v>42125</c:v>
                      </c:pt>
                      <c:pt idx="2893">
                        <c:v>42128</c:v>
                      </c:pt>
                      <c:pt idx="2894">
                        <c:v>42129</c:v>
                      </c:pt>
                      <c:pt idx="2895">
                        <c:v>42130</c:v>
                      </c:pt>
                      <c:pt idx="2896">
                        <c:v>42131</c:v>
                      </c:pt>
                      <c:pt idx="2897">
                        <c:v>42132</c:v>
                      </c:pt>
                      <c:pt idx="2898">
                        <c:v>42135</c:v>
                      </c:pt>
                      <c:pt idx="2899">
                        <c:v>42136</c:v>
                      </c:pt>
                      <c:pt idx="2900">
                        <c:v>42137</c:v>
                      </c:pt>
                      <c:pt idx="2901">
                        <c:v>42138</c:v>
                      </c:pt>
                      <c:pt idx="2902">
                        <c:v>42139</c:v>
                      </c:pt>
                      <c:pt idx="2903">
                        <c:v>42142</c:v>
                      </c:pt>
                      <c:pt idx="2904">
                        <c:v>42143</c:v>
                      </c:pt>
                      <c:pt idx="2905">
                        <c:v>42144</c:v>
                      </c:pt>
                      <c:pt idx="2906">
                        <c:v>42145</c:v>
                      </c:pt>
                      <c:pt idx="2907">
                        <c:v>42146</c:v>
                      </c:pt>
                      <c:pt idx="2908">
                        <c:v>42149</c:v>
                      </c:pt>
                      <c:pt idx="2909">
                        <c:v>42150</c:v>
                      </c:pt>
                      <c:pt idx="2910">
                        <c:v>42151</c:v>
                      </c:pt>
                      <c:pt idx="2911">
                        <c:v>42152</c:v>
                      </c:pt>
                      <c:pt idx="2912">
                        <c:v>42153</c:v>
                      </c:pt>
                      <c:pt idx="2913">
                        <c:v>42156</c:v>
                      </c:pt>
                      <c:pt idx="2914">
                        <c:v>42157</c:v>
                      </c:pt>
                      <c:pt idx="2915">
                        <c:v>42158</c:v>
                      </c:pt>
                      <c:pt idx="2916">
                        <c:v>42159</c:v>
                      </c:pt>
                      <c:pt idx="2917">
                        <c:v>42160</c:v>
                      </c:pt>
                      <c:pt idx="2918">
                        <c:v>42163</c:v>
                      </c:pt>
                      <c:pt idx="2919">
                        <c:v>42164</c:v>
                      </c:pt>
                      <c:pt idx="2920">
                        <c:v>42165</c:v>
                      </c:pt>
                      <c:pt idx="2921">
                        <c:v>42166</c:v>
                      </c:pt>
                      <c:pt idx="2922">
                        <c:v>42167</c:v>
                      </c:pt>
                      <c:pt idx="2923">
                        <c:v>42170</c:v>
                      </c:pt>
                      <c:pt idx="2924">
                        <c:v>42171</c:v>
                      </c:pt>
                      <c:pt idx="2925">
                        <c:v>42172</c:v>
                      </c:pt>
                      <c:pt idx="2926">
                        <c:v>42173</c:v>
                      </c:pt>
                      <c:pt idx="2927">
                        <c:v>42174</c:v>
                      </c:pt>
                      <c:pt idx="2928">
                        <c:v>42177</c:v>
                      </c:pt>
                      <c:pt idx="2929">
                        <c:v>42178</c:v>
                      </c:pt>
                      <c:pt idx="2930">
                        <c:v>42179</c:v>
                      </c:pt>
                      <c:pt idx="2931">
                        <c:v>42180</c:v>
                      </c:pt>
                      <c:pt idx="2932">
                        <c:v>42181</c:v>
                      </c:pt>
                      <c:pt idx="2933">
                        <c:v>42184</c:v>
                      </c:pt>
                      <c:pt idx="2934">
                        <c:v>42185</c:v>
                      </c:pt>
                      <c:pt idx="2935">
                        <c:v>42186</c:v>
                      </c:pt>
                      <c:pt idx="2936">
                        <c:v>42187</c:v>
                      </c:pt>
                      <c:pt idx="2937">
                        <c:v>42188</c:v>
                      </c:pt>
                      <c:pt idx="2938">
                        <c:v>42191</c:v>
                      </c:pt>
                      <c:pt idx="2939">
                        <c:v>42192</c:v>
                      </c:pt>
                      <c:pt idx="2940">
                        <c:v>42193</c:v>
                      </c:pt>
                      <c:pt idx="2941">
                        <c:v>42194</c:v>
                      </c:pt>
                      <c:pt idx="2942">
                        <c:v>42195</c:v>
                      </c:pt>
                      <c:pt idx="2943">
                        <c:v>42198</c:v>
                      </c:pt>
                      <c:pt idx="2944">
                        <c:v>42199</c:v>
                      </c:pt>
                      <c:pt idx="2945">
                        <c:v>42200</c:v>
                      </c:pt>
                      <c:pt idx="2946">
                        <c:v>42201</c:v>
                      </c:pt>
                      <c:pt idx="2947">
                        <c:v>42202</c:v>
                      </c:pt>
                      <c:pt idx="2948">
                        <c:v>42205</c:v>
                      </c:pt>
                      <c:pt idx="2949">
                        <c:v>42206</c:v>
                      </c:pt>
                      <c:pt idx="2950">
                        <c:v>42207</c:v>
                      </c:pt>
                      <c:pt idx="2951">
                        <c:v>42208</c:v>
                      </c:pt>
                      <c:pt idx="2952">
                        <c:v>42209</c:v>
                      </c:pt>
                      <c:pt idx="2953">
                        <c:v>42212</c:v>
                      </c:pt>
                      <c:pt idx="2954">
                        <c:v>42213</c:v>
                      </c:pt>
                      <c:pt idx="2955">
                        <c:v>42214</c:v>
                      </c:pt>
                      <c:pt idx="2956">
                        <c:v>42215</c:v>
                      </c:pt>
                      <c:pt idx="2957">
                        <c:v>42216</c:v>
                      </c:pt>
                      <c:pt idx="2958">
                        <c:v>42219</c:v>
                      </c:pt>
                      <c:pt idx="2959">
                        <c:v>42220</c:v>
                      </c:pt>
                      <c:pt idx="2960">
                        <c:v>42221</c:v>
                      </c:pt>
                      <c:pt idx="2961">
                        <c:v>42222</c:v>
                      </c:pt>
                      <c:pt idx="2962">
                        <c:v>42223</c:v>
                      </c:pt>
                      <c:pt idx="2963">
                        <c:v>42226</c:v>
                      </c:pt>
                      <c:pt idx="2964">
                        <c:v>42227</c:v>
                      </c:pt>
                      <c:pt idx="2965">
                        <c:v>42228</c:v>
                      </c:pt>
                      <c:pt idx="2966">
                        <c:v>42229</c:v>
                      </c:pt>
                      <c:pt idx="2967">
                        <c:v>42230</c:v>
                      </c:pt>
                      <c:pt idx="2968">
                        <c:v>42233</c:v>
                      </c:pt>
                      <c:pt idx="2969">
                        <c:v>42234</c:v>
                      </c:pt>
                      <c:pt idx="2970">
                        <c:v>42235</c:v>
                      </c:pt>
                      <c:pt idx="2971">
                        <c:v>42236</c:v>
                      </c:pt>
                      <c:pt idx="2972">
                        <c:v>42237</c:v>
                      </c:pt>
                      <c:pt idx="2973">
                        <c:v>42240</c:v>
                      </c:pt>
                      <c:pt idx="2974">
                        <c:v>42241</c:v>
                      </c:pt>
                      <c:pt idx="2975">
                        <c:v>42242</c:v>
                      </c:pt>
                      <c:pt idx="2976">
                        <c:v>42243</c:v>
                      </c:pt>
                      <c:pt idx="2977">
                        <c:v>42244</c:v>
                      </c:pt>
                      <c:pt idx="2978">
                        <c:v>42247</c:v>
                      </c:pt>
                      <c:pt idx="2979">
                        <c:v>42248</c:v>
                      </c:pt>
                      <c:pt idx="2980">
                        <c:v>42249</c:v>
                      </c:pt>
                      <c:pt idx="2981">
                        <c:v>42250</c:v>
                      </c:pt>
                      <c:pt idx="2982">
                        <c:v>42251</c:v>
                      </c:pt>
                      <c:pt idx="2983">
                        <c:v>42254</c:v>
                      </c:pt>
                      <c:pt idx="2984">
                        <c:v>42255</c:v>
                      </c:pt>
                      <c:pt idx="2985">
                        <c:v>42256</c:v>
                      </c:pt>
                      <c:pt idx="2986">
                        <c:v>42257</c:v>
                      </c:pt>
                      <c:pt idx="2987">
                        <c:v>42258</c:v>
                      </c:pt>
                      <c:pt idx="2988">
                        <c:v>42261</c:v>
                      </c:pt>
                      <c:pt idx="2989">
                        <c:v>42262</c:v>
                      </c:pt>
                      <c:pt idx="2990">
                        <c:v>42263</c:v>
                      </c:pt>
                      <c:pt idx="2991">
                        <c:v>42264</c:v>
                      </c:pt>
                      <c:pt idx="2992">
                        <c:v>42265</c:v>
                      </c:pt>
                      <c:pt idx="2993">
                        <c:v>42268</c:v>
                      </c:pt>
                      <c:pt idx="2994">
                        <c:v>42269</c:v>
                      </c:pt>
                      <c:pt idx="2995">
                        <c:v>42270</c:v>
                      </c:pt>
                      <c:pt idx="2996">
                        <c:v>42271</c:v>
                      </c:pt>
                      <c:pt idx="2997">
                        <c:v>42272</c:v>
                      </c:pt>
                      <c:pt idx="2998">
                        <c:v>42275</c:v>
                      </c:pt>
                      <c:pt idx="2999">
                        <c:v>42276</c:v>
                      </c:pt>
                      <c:pt idx="3000">
                        <c:v>42277</c:v>
                      </c:pt>
                      <c:pt idx="3001">
                        <c:v>42278</c:v>
                      </c:pt>
                      <c:pt idx="3002">
                        <c:v>42279</c:v>
                      </c:pt>
                      <c:pt idx="3003">
                        <c:v>42282</c:v>
                      </c:pt>
                      <c:pt idx="3004">
                        <c:v>42283</c:v>
                      </c:pt>
                      <c:pt idx="3005">
                        <c:v>42284</c:v>
                      </c:pt>
                      <c:pt idx="3006">
                        <c:v>42285</c:v>
                      </c:pt>
                      <c:pt idx="3007">
                        <c:v>42286</c:v>
                      </c:pt>
                      <c:pt idx="3008">
                        <c:v>42289</c:v>
                      </c:pt>
                      <c:pt idx="3009">
                        <c:v>42290</c:v>
                      </c:pt>
                      <c:pt idx="3010">
                        <c:v>42291</c:v>
                      </c:pt>
                      <c:pt idx="3011">
                        <c:v>42292</c:v>
                      </c:pt>
                      <c:pt idx="3012">
                        <c:v>42293</c:v>
                      </c:pt>
                      <c:pt idx="3013">
                        <c:v>42296</c:v>
                      </c:pt>
                      <c:pt idx="3014">
                        <c:v>42297</c:v>
                      </c:pt>
                      <c:pt idx="3015">
                        <c:v>42298</c:v>
                      </c:pt>
                      <c:pt idx="3016">
                        <c:v>42299</c:v>
                      </c:pt>
                      <c:pt idx="3017">
                        <c:v>42300</c:v>
                      </c:pt>
                      <c:pt idx="3018">
                        <c:v>42303</c:v>
                      </c:pt>
                      <c:pt idx="3019">
                        <c:v>42304</c:v>
                      </c:pt>
                      <c:pt idx="3020">
                        <c:v>42305</c:v>
                      </c:pt>
                      <c:pt idx="3021">
                        <c:v>42306</c:v>
                      </c:pt>
                      <c:pt idx="3022">
                        <c:v>42307</c:v>
                      </c:pt>
                      <c:pt idx="3023">
                        <c:v>42310</c:v>
                      </c:pt>
                      <c:pt idx="3024">
                        <c:v>42311</c:v>
                      </c:pt>
                      <c:pt idx="3025">
                        <c:v>42312</c:v>
                      </c:pt>
                      <c:pt idx="3026">
                        <c:v>42313</c:v>
                      </c:pt>
                      <c:pt idx="3027">
                        <c:v>42314</c:v>
                      </c:pt>
                      <c:pt idx="3028">
                        <c:v>42317</c:v>
                      </c:pt>
                      <c:pt idx="3029">
                        <c:v>42318</c:v>
                      </c:pt>
                      <c:pt idx="3030">
                        <c:v>42319</c:v>
                      </c:pt>
                      <c:pt idx="3031">
                        <c:v>42320</c:v>
                      </c:pt>
                      <c:pt idx="3032">
                        <c:v>42321</c:v>
                      </c:pt>
                      <c:pt idx="3033">
                        <c:v>42324</c:v>
                      </c:pt>
                      <c:pt idx="3034">
                        <c:v>42325</c:v>
                      </c:pt>
                      <c:pt idx="3035">
                        <c:v>42326</c:v>
                      </c:pt>
                      <c:pt idx="3036">
                        <c:v>42327</c:v>
                      </c:pt>
                      <c:pt idx="3037">
                        <c:v>42328</c:v>
                      </c:pt>
                      <c:pt idx="3038">
                        <c:v>42331</c:v>
                      </c:pt>
                      <c:pt idx="3039">
                        <c:v>42332</c:v>
                      </c:pt>
                      <c:pt idx="3040">
                        <c:v>42333</c:v>
                      </c:pt>
                      <c:pt idx="3041">
                        <c:v>42334</c:v>
                      </c:pt>
                      <c:pt idx="3042">
                        <c:v>42335</c:v>
                      </c:pt>
                      <c:pt idx="3043">
                        <c:v>42338</c:v>
                      </c:pt>
                      <c:pt idx="3044">
                        <c:v>42339</c:v>
                      </c:pt>
                      <c:pt idx="3045">
                        <c:v>42340</c:v>
                      </c:pt>
                      <c:pt idx="3046">
                        <c:v>42341</c:v>
                      </c:pt>
                      <c:pt idx="3047">
                        <c:v>42342</c:v>
                      </c:pt>
                      <c:pt idx="3048">
                        <c:v>42345</c:v>
                      </c:pt>
                      <c:pt idx="3049">
                        <c:v>42346</c:v>
                      </c:pt>
                      <c:pt idx="3050">
                        <c:v>42347</c:v>
                      </c:pt>
                      <c:pt idx="3051">
                        <c:v>42348</c:v>
                      </c:pt>
                      <c:pt idx="3052">
                        <c:v>42349</c:v>
                      </c:pt>
                      <c:pt idx="3053">
                        <c:v>42352</c:v>
                      </c:pt>
                      <c:pt idx="3054">
                        <c:v>42353</c:v>
                      </c:pt>
                      <c:pt idx="3055">
                        <c:v>42354</c:v>
                      </c:pt>
                      <c:pt idx="3056">
                        <c:v>42355</c:v>
                      </c:pt>
                      <c:pt idx="3057">
                        <c:v>42356</c:v>
                      </c:pt>
                      <c:pt idx="3058">
                        <c:v>42359</c:v>
                      </c:pt>
                      <c:pt idx="3059">
                        <c:v>42360</c:v>
                      </c:pt>
                      <c:pt idx="3060">
                        <c:v>42361</c:v>
                      </c:pt>
                      <c:pt idx="3061">
                        <c:v>42362</c:v>
                      </c:pt>
                      <c:pt idx="3062">
                        <c:v>42363</c:v>
                      </c:pt>
                      <c:pt idx="3063">
                        <c:v>42366</c:v>
                      </c:pt>
                      <c:pt idx="3064">
                        <c:v>42367</c:v>
                      </c:pt>
                      <c:pt idx="3065">
                        <c:v>42368</c:v>
                      </c:pt>
                      <c:pt idx="3066">
                        <c:v>42369</c:v>
                      </c:pt>
                      <c:pt idx="3067">
                        <c:v>42370</c:v>
                      </c:pt>
                      <c:pt idx="3068">
                        <c:v>42373</c:v>
                      </c:pt>
                      <c:pt idx="3069">
                        <c:v>42374</c:v>
                      </c:pt>
                      <c:pt idx="3070">
                        <c:v>42375</c:v>
                      </c:pt>
                      <c:pt idx="3071">
                        <c:v>42376</c:v>
                      </c:pt>
                      <c:pt idx="3072">
                        <c:v>42377</c:v>
                      </c:pt>
                      <c:pt idx="3073">
                        <c:v>42380</c:v>
                      </c:pt>
                      <c:pt idx="3074">
                        <c:v>42381</c:v>
                      </c:pt>
                      <c:pt idx="3075">
                        <c:v>42382</c:v>
                      </c:pt>
                      <c:pt idx="3076">
                        <c:v>42383</c:v>
                      </c:pt>
                      <c:pt idx="3077">
                        <c:v>42384</c:v>
                      </c:pt>
                      <c:pt idx="3078">
                        <c:v>42387</c:v>
                      </c:pt>
                      <c:pt idx="3079">
                        <c:v>42388</c:v>
                      </c:pt>
                      <c:pt idx="3080">
                        <c:v>42389</c:v>
                      </c:pt>
                      <c:pt idx="3081">
                        <c:v>42390</c:v>
                      </c:pt>
                      <c:pt idx="3082">
                        <c:v>42391</c:v>
                      </c:pt>
                      <c:pt idx="3083">
                        <c:v>42394</c:v>
                      </c:pt>
                      <c:pt idx="3084">
                        <c:v>42395</c:v>
                      </c:pt>
                      <c:pt idx="3085">
                        <c:v>42396</c:v>
                      </c:pt>
                      <c:pt idx="3086">
                        <c:v>42397</c:v>
                      </c:pt>
                      <c:pt idx="3087">
                        <c:v>42398</c:v>
                      </c:pt>
                      <c:pt idx="3088">
                        <c:v>42401</c:v>
                      </c:pt>
                      <c:pt idx="3089">
                        <c:v>42402</c:v>
                      </c:pt>
                      <c:pt idx="3090">
                        <c:v>42403</c:v>
                      </c:pt>
                      <c:pt idx="3091">
                        <c:v>42404</c:v>
                      </c:pt>
                      <c:pt idx="3092">
                        <c:v>42405</c:v>
                      </c:pt>
                      <c:pt idx="3093">
                        <c:v>42408</c:v>
                      </c:pt>
                      <c:pt idx="3094">
                        <c:v>42409</c:v>
                      </c:pt>
                      <c:pt idx="3095">
                        <c:v>42410</c:v>
                      </c:pt>
                      <c:pt idx="3096">
                        <c:v>42411</c:v>
                      </c:pt>
                      <c:pt idx="3097">
                        <c:v>42412</c:v>
                      </c:pt>
                      <c:pt idx="3098">
                        <c:v>42415</c:v>
                      </c:pt>
                      <c:pt idx="3099">
                        <c:v>42416</c:v>
                      </c:pt>
                      <c:pt idx="3100">
                        <c:v>42417</c:v>
                      </c:pt>
                      <c:pt idx="3101">
                        <c:v>42418</c:v>
                      </c:pt>
                      <c:pt idx="3102">
                        <c:v>42419</c:v>
                      </c:pt>
                      <c:pt idx="3103">
                        <c:v>42422</c:v>
                      </c:pt>
                      <c:pt idx="3104">
                        <c:v>42423</c:v>
                      </c:pt>
                      <c:pt idx="3105">
                        <c:v>42424</c:v>
                      </c:pt>
                      <c:pt idx="3106">
                        <c:v>42425</c:v>
                      </c:pt>
                      <c:pt idx="3107">
                        <c:v>42426</c:v>
                      </c:pt>
                      <c:pt idx="3108">
                        <c:v>42429</c:v>
                      </c:pt>
                      <c:pt idx="3109">
                        <c:v>42430</c:v>
                      </c:pt>
                      <c:pt idx="3110">
                        <c:v>42431</c:v>
                      </c:pt>
                      <c:pt idx="3111">
                        <c:v>42432</c:v>
                      </c:pt>
                      <c:pt idx="3112">
                        <c:v>42433</c:v>
                      </c:pt>
                      <c:pt idx="3113">
                        <c:v>42436</c:v>
                      </c:pt>
                      <c:pt idx="3114">
                        <c:v>42437</c:v>
                      </c:pt>
                      <c:pt idx="3115">
                        <c:v>42438</c:v>
                      </c:pt>
                      <c:pt idx="3116">
                        <c:v>42439</c:v>
                      </c:pt>
                      <c:pt idx="3117">
                        <c:v>42440</c:v>
                      </c:pt>
                      <c:pt idx="3118">
                        <c:v>42443</c:v>
                      </c:pt>
                      <c:pt idx="3119">
                        <c:v>42444</c:v>
                      </c:pt>
                      <c:pt idx="3120">
                        <c:v>42445</c:v>
                      </c:pt>
                      <c:pt idx="3121">
                        <c:v>42446</c:v>
                      </c:pt>
                      <c:pt idx="3122">
                        <c:v>42447</c:v>
                      </c:pt>
                      <c:pt idx="3123">
                        <c:v>42450</c:v>
                      </c:pt>
                      <c:pt idx="3124">
                        <c:v>42451</c:v>
                      </c:pt>
                      <c:pt idx="3125">
                        <c:v>42452</c:v>
                      </c:pt>
                      <c:pt idx="3126">
                        <c:v>42453</c:v>
                      </c:pt>
                      <c:pt idx="3127">
                        <c:v>42454</c:v>
                      </c:pt>
                      <c:pt idx="3128">
                        <c:v>42457</c:v>
                      </c:pt>
                      <c:pt idx="3129">
                        <c:v>42458</c:v>
                      </c:pt>
                      <c:pt idx="3130">
                        <c:v>42459</c:v>
                      </c:pt>
                      <c:pt idx="3131">
                        <c:v>42460</c:v>
                      </c:pt>
                      <c:pt idx="3132">
                        <c:v>42461</c:v>
                      </c:pt>
                      <c:pt idx="3133">
                        <c:v>42464</c:v>
                      </c:pt>
                      <c:pt idx="3134">
                        <c:v>42465</c:v>
                      </c:pt>
                      <c:pt idx="3135">
                        <c:v>42466</c:v>
                      </c:pt>
                      <c:pt idx="3136">
                        <c:v>42467</c:v>
                      </c:pt>
                      <c:pt idx="3137">
                        <c:v>42468</c:v>
                      </c:pt>
                      <c:pt idx="3138">
                        <c:v>42471</c:v>
                      </c:pt>
                      <c:pt idx="3139">
                        <c:v>42472</c:v>
                      </c:pt>
                      <c:pt idx="3140">
                        <c:v>42473</c:v>
                      </c:pt>
                      <c:pt idx="3141">
                        <c:v>42474</c:v>
                      </c:pt>
                      <c:pt idx="3142">
                        <c:v>42475</c:v>
                      </c:pt>
                      <c:pt idx="3143">
                        <c:v>42478</c:v>
                      </c:pt>
                      <c:pt idx="3144">
                        <c:v>42479</c:v>
                      </c:pt>
                      <c:pt idx="3145">
                        <c:v>42480</c:v>
                      </c:pt>
                      <c:pt idx="3146">
                        <c:v>42481</c:v>
                      </c:pt>
                      <c:pt idx="3147">
                        <c:v>42482</c:v>
                      </c:pt>
                      <c:pt idx="3148">
                        <c:v>42485</c:v>
                      </c:pt>
                      <c:pt idx="3149">
                        <c:v>42486</c:v>
                      </c:pt>
                      <c:pt idx="3150">
                        <c:v>42487</c:v>
                      </c:pt>
                      <c:pt idx="3151">
                        <c:v>42488</c:v>
                      </c:pt>
                      <c:pt idx="3152">
                        <c:v>42489</c:v>
                      </c:pt>
                      <c:pt idx="3153">
                        <c:v>42492</c:v>
                      </c:pt>
                      <c:pt idx="3154">
                        <c:v>42493</c:v>
                      </c:pt>
                      <c:pt idx="3155">
                        <c:v>42494</c:v>
                      </c:pt>
                      <c:pt idx="3156">
                        <c:v>42495</c:v>
                      </c:pt>
                      <c:pt idx="3157">
                        <c:v>42496</c:v>
                      </c:pt>
                      <c:pt idx="3158">
                        <c:v>42499</c:v>
                      </c:pt>
                      <c:pt idx="3159">
                        <c:v>42500</c:v>
                      </c:pt>
                      <c:pt idx="3160">
                        <c:v>42501</c:v>
                      </c:pt>
                      <c:pt idx="3161">
                        <c:v>42502</c:v>
                      </c:pt>
                      <c:pt idx="3162">
                        <c:v>42503</c:v>
                      </c:pt>
                      <c:pt idx="3163">
                        <c:v>42506</c:v>
                      </c:pt>
                      <c:pt idx="3164">
                        <c:v>42507</c:v>
                      </c:pt>
                      <c:pt idx="3165">
                        <c:v>42508</c:v>
                      </c:pt>
                      <c:pt idx="3166">
                        <c:v>42509</c:v>
                      </c:pt>
                      <c:pt idx="3167">
                        <c:v>42510</c:v>
                      </c:pt>
                      <c:pt idx="3168">
                        <c:v>42513</c:v>
                      </c:pt>
                      <c:pt idx="3169">
                        <c:v>42514</c:v>
                      </c:pt>
                      <c:pt idx="3170">
                        <c:v>42515</c:v>
                      </c:pt>
                      <c:pt idx="3171">
                        <c:v>42516</c:v>
                      </c:pt>
                      <c:pt idx="3172">
                        <c:v>42517</c:v>
                      </c:pt>
                      <c:pt idx="3173">
                        <c:v>42520</c:v>
                      </c:pt>
                      <c:pt idx="3174">
                        <c:v>42521</c:v>
                      </c:pt>
                      <c:pt idx="3175">
                        <c:v>42522</c:v>
                      </c:pt>
                      <c:pt idx="3176">
                        <c:v>42523</c:v>
                      </c:pt>
                      <c:pt idx="3177">
                        <c:v>42524</c:v>
                      </c:pt>
                      <c:pt idx="3178">
                        <c:v>42527</c:v>
                      </c:pt>
                      <c:pt idx="3179">
                        <c:v>42528</c:v>
                      </c:pt>
                      <c:pt idx="3180">
                        <c:v>42529</c:v>
                      </c:pt>
                      <c:pt idx="3181">
                        <c:v>42530</c:v>
                      </c:pt>
                      <c:pt idx="3182">
                        <c:v>42531</c:v>
                      </c:pt>
                      <c:pt idx="3183">
                        <c:v>42534</c:v>
                      </c:pt>
                      <c:pt idx="3184">
                        <c:v>42535</c:v>
                      </c:pt>
                      <c:pt idx="3185">
                        <c:v>42536</c:v>
                      </c:pt>
                      <c:pt idx="3186">
                        <c:v>42537</c:v>
                      </c:pt>
                      <c:pt idx="3187">
                        <c:v>42538</c:v>
                      </c:pt>
                      <c:pt idx="3188">
                        <c:v>42541</c:v>
                      </c:pt>
                      <c:pt idx="3189">
                        <c:v>42542</c:v>
                      </c:pt>
                      <c:pt idx="3190">
                        <c:v>42543</c:v>
                      </c:pt>
                      <c:pt idx="3191">
                        <c:v>42544</c:v>
                      </c:pt>
                      <c:pt idx="3192">
                        <c:v>42545</c:v>
                      </c:pt>
                      <c:pt idx="3193">
                        <c:v>42548</c:v>
                      </c:pt>
                      <c:pt idx="3194">
                        <c:v>42549</c:v>
                      </c:pt>
                      <c:pt idx="3195">
                        <c:v>42550</c:v>
                      </c:pt>
                      <c:pt idx="3196">
                        <c:v>42551</c:v>
                      </c:pt>
                      <c:pt idx="3197">
                        <c:v>42552</c:v>
                      </c:pt>
                      <c:pt idx="3198">
                        <c:v>42555</c:v>
                      </c:pt>
                      <c:pt idx="3199">
                        <c:v>42556</c:v>
                      </c:pt>
                      <c:pt idx="3200">
                        <c:v>42557</c:v>
                      </c:pt>
                      <c:pt idx="3201">
                        <c:v>42558</c:v>
                      </c:pt>
                      <c:pt idx="3202">
                        <c:v>42559</c:v>
                      </c:pt>
                      <c:pt idx="3203">
                        <c:v>42562</c:v>
                      </c:pt>
                      <c:pt idx="3204">
                        <c:v>42563</c:v>
                      </c:pt>
                      <c:pt idx="3205">
                        <c:v>42564</c:v>
                      </c:pt>
                      <c:pt idx="3206">
                        <c:v>42565</c:v>
                      </c:pt>
                      <c:pt idx="3207">
                        <c:v>42566</c:v>
                      </c:pt>
                      <c:pt idx="3208">
                        <c:v>42569</c:v>
                      </c:pt>
                      <c:pt idx="3209">
                        <c:v>42570</c:v>
                      </c:pt>
                      <c:pt idx="3210">
                        <c:v>42571</c:v>
                      </c:pt>
                      <c:pt idx="3211">
                        <c:v>42572</c:v>
                      </c:pt>
                      <c:pt idx="3212">
                        <c:v>42573</c:v>
                      </c:pt>
                      <c:pt idx="3213">
                        <c:v>42576</c:v>
                      </c:pt>
                      <c:pt idx="3214">
                        <c:v>42577</c:v>
                      </c:pt>
                      <c:pt idx="3215">
                        <c:v>42578</c:v>
                      </c:pt>
                      <c:pt idx="3216">
                        <c:v>42579</c:v>
                      </c:pt>
                      <c:pt idx="3217">
                        <c:v>42580</c:v>
                      </c:pt>
                      <c:pt idx="3218">
                        <c:v>42583</c:v>
                      </c:pt>
                      <c:pt idx="3219">
                        <c:v>42584</c:v>
                      </c:pt>
                      <c:pt idx="3220">
                        <c:v>42585</c:v>
                      </c:pt>
                      <c:pt idx="3221">
                        <c:v>42586</c:v>
                      </c:pt>
                      <c:pt idx="3222">
                        <c:v>42587</c:v>
                      </c:pt>
                      <c:pt idx="3223">
                        <c:v>42590</c:v>
                      </c:pt>
                      <c:pt idx="3224">
                        <c:v>42591</c:v>
                      </c:pt>
                      <c:pt idx="3225">
                        <c:v>42592</c:v>
                      </c:pt>
                      <c:pt idx="3226">
                        <c:v>42593</c:v>
                      </c:pt>
                      <c:pt idx="3227">
                        <c:v>42594</c:v>
                      </c:pt>
                      <c:pt idx="3228">
                        <c:v>42597</c:v>
                      </c:pt>
                      <c:pt idx="3229">
                        <c:v>42598</c:v>
                      </c:pt>
                      <c:pt idx="3230">
                        <c:v>42599</c:v>
                      </c:pt>
                      <c:pt idx="3231">
                        <c:v>42600</c:v>
                      </c:pt>
                      <c:pt idx="3232">
                        <c:v>42601</c:v>
                      </c:pt>
                      <c:pt idx="3233">
                        <c:v>42604</c:v>
                      </c:pt>
                      <c:pt idx="3234">
                        <c:v>42605</c:v>
                      </c:pt>
                      <c:pt idx="3235">
                        <c:v>42606</c:v>
                      </c:pt>
                      <c:pt idx="3236">
                        <c:v>42607</c:v>
                      </c:pt>
                      <c:pt idx="3237">
                        <c:v>42608</c:v>
                      </c:pt>
                      <c:pt idx="3238">
                        <c:v>42611</c:v>
                      </c:pt>
                      <c:pt idx="3239">
                        <c:v>42612</c:v>
                      </c:pt>
                      <c:pt idx="3240">
                        <c:v>42613</c:v>
                      </c:pt>
                      <c:pt idx="3241">
                        <c:v>42614</c:v>
                      </c:pt>
                      <c:pt idx="3242">
                        <c:v>42615</c:v>
                      </c:pt>
                      <c:pt idx="3243">
                        <c:v>42618</c:v>
                      </c:pt>
                      <c:pt idx="3244">
                        <c:v>42619</c:v>
                      </c:pt>
                      <c:pt idx="3245">
                        <c:v>42620</c:v>
                      </c:pt>
                      <c:pt idx="3246">
                        <c:v>42621</c:v>
                      </c:pt>
                      <c:pt idx="3247">
                        <c:v>42622</c:v>
                      </c:pt>
                      <c:pt idx="3248">
                        <c:v>42625</c:v>
                      </c:pt>
                      <c:pt idx="3249">
                        <c:v>42626</c:v>
                      </c:pt>
                      <c:pt idx="3250">
                        <c:v>42627</c:v>
                      </c:pt>
                      <c:pt idx="3251">
                        <c:v>42628</c:v>
                      </c:pt>
                      <c:pt idx="3252">
                        <c:v>42629</c:v>
                      </c:pt>
                      <c:pt idx="3253">
                        <c:v>42632</c:v>
                      </c:pt>
                      <c:pt idx="3254">
                        <c:v>42633</c:v>
                      </c:pt>
                      <c:pt idx="3255">
                        <c:v>42634</c:v>
                      </c:pt>
                      <c:pt idx="3256">
                        <c:v>42635</c:v>
                      </c:pt>
                      <c:pt idx="3257">
                        <c:v>42636</c:v>
                      </c:pt>
                      <c:pt idx="3258">
                        <c:v>42639</c:v>
                      </c:pt>
                      <c:pt idx="3259">
                        <c:v>42640</c:v>
                      </c:pt>
                      <c:pt idx="3260">
                        <c:v>42641</c:v>
                      </c:pt>
                      <c:pt idx="3261">
                        <c:v>42642</c:v>
                      </c:pt>
                      <c:pt idx="3262">
                        <c:v>42643</c:v>
                      </c:pt>
                      <c:pt idx="3263">
                        <c:v>42646</c:v>
                      </c:pt>
                      <c:pt idx="3264">
                        <c:v>42647</c:v>
                      </c:pt>
                      <c:pt idx="3265">
                        <c:v>42648</c:v>
                      </c:pt>
                      <c:pt idx="3266">
                        <c:v>42649</c:v>
                      </c:pt>
                      <c:pt idx="3267">
                        <c:v>42650</c:v>
                      </c:pt>
                      <c:pt idx="3268">
                        <c:v>42653</c:v>
                      </c:pt>
                      <c:pt idx="3269">
                        <c:v>42654</c:v>
                      </c:pt>
                      <c:pt idx="3270">
                        <c:v>42655</c:v>
                      </c:pt>
                      <c:pt idx="3271">
                        <c:v>42656</c:v>
                      </c:pt>
                      <c:pt idx="3272">
                        <c:v>42657</c:v>
                      </c:pt>
                      <c:pt idx="3273">
                        <c:v>42660</c:v>
                      </c:pt>
                      <c:pt idx="3274">
                        <c:v>42661</c:v>
                      </c:pt>
                      <c:pt idx="3275">
                        <c:v>42662</c:v>
                      </c:pt>
                      <c:pt idx="3276">
                        <c:v>42663</c:v>
                      </c:pt>
                      <c:pt idx="3277">
                        <c:v>42664</c:v>
                      </c:pt>
                      <c:pt idx="3278">
                        <c:v>42667</c:v>
                      </c:pt>
                      <c:pt idx="3279">
                        <c:v>42668</c:v>
                      </c:pt>
                      <c:pt idx="3280">
                        <c:v>42669</c:v>
                      </c:pt>
                      <c:pt idx="3281">
                        <c:v>42670</c:v>
                      </c:pt>
                      <c:pt idx="3282">
                        <c:v>42671</c:v>
                      </c:pt>
                      <c:pt idx="3283">
                        <c:v>42674</c:v>
                      </c:pt>
                      <c:pt idx="3284">
                        <c:v>42675</c:v>
                      </c:pt>
                      <c:pt idx="3285">
                        <c:v>42676</c:v>
                      </c:pt>
                      <c:pt idx="3286">
                        <c:v>42677</c:v>
                      </c:pt>
                      <c:pt idx="3287">
                        <c:v>42678</c:v>
                      </c:pt>
                      <c:pt idx="3288">
                        <c:v>42681</c:v>
                      </c:pt>
                      <c:pt idx="3289">
                        <c:v>42682</c:v>
                      </c:pt>
                      <c:pt idx="3290">
                        <c:v>42683</c:v>
                      </c:pt>
                      <c:pt idx="3291">
                        <c:v>42684</c:v>
                      </c:pt>
                      <c:pt idx="3292">
                        <c:v>42685</c:v>
                      </c:pt>
                      <c:pt idx="3293">
                        <c:v>42688</c:v>
                      </c:pt>
                      <c:pt idx="3294">
                        <c:v>42689</c:v>
                      </c:pt>
                      <c:pt idx="3295">
                        <c:v>42690</c:v>
                      </c:pt>
                      <c:pt idx="3296">
                        <c:v>42691</c:v>
                      </c:pt>
                      <c:pt idx="3297">
                        <c:v>42692</c:v>
                      </c:pt>
                      <c:pt idx="3298">
                        <c:v>42695</c:v>
                      </c:pt>
                      <c:pt idx="3299">
                        <c:v>42696</c:v>
                      </c:pt>
                      <c:pt idx="3300">
                        <c:v>42697</c:v>
                      </c:pt>
                      <c:pt idx="3301">
                        <c:v>42698</c:v>
                      </c:pt>
                      <c:pt idx="3302">
                        <c:v>42699</c:v>
                      </c:pt>
                      <c:pt idx="3303">
                        <c:v>42702</c:v>
                      </c:pt>
                      <c:pt idx="3304">
                        <c:v>42703</c:v>
                      </c:pt>
                      <c:pt idx="3305">
                        <c:v>42704</c:v>
                      </c:pt>
                      <c:pt idx="3306">
                        <c:v>42705</c:v>
                      </c:pt>
                      <c:pt idx="3307">
                        <c:v>42706</c:v>
                      </c:pt>
                      <c:pt idx="3308">
                        <c:v>42709</c:v>
                      </c:pt>
                      <c:pt idx="3309">
                        <c:v>42710</c:v>
                      </c:pt>
                      <c:pt idx="3310">
                        <c:v>42711</c:v>
                      </c:pt>
                      <c:pt idx="3311">
                        <c:v>42712</c:v>
                      </c:pt>
                      <c:pt idx="3312">
                        <c:v>42713</c:v>
                      </c:pt>
                      <c:pt idx="3313">
                        <c:v>42716</c:v>
                      </c:pt>
                      <c:pt idx="3314">
                        <c:v>42717</c:v>
                      </c:pt>
                      <c:pt idx="3315">
                        <c:v>42718</c:v>
                      </c:pt>
                      <c:pt idx="3316">
                        <c:v>42719</c:v>
                      </c:pt>
                      <c:pt idx="3317">
                        <c:v>42720</c:v>
                      </c:pt>
                      <c:pt idx="3318">
                        <c:v>42723</c:v>
                      </c:pt>
                      <c:pt idx="3319">
                        <c:v>42724</c:v>
                      </c:pt>
                      <c:pt idx="3320">
                        <c:v>42725</c:v>
                      </c:pt>
                      <c:pt idx="3321">
                        <c:v>42726</c:v>
                      </c:pt>
                      <c:pt idx="3322">
                        <c:v>42727</c:v>
                      </c:pt>
                      <c:pt idx="3323">
                        <c:v>42730</c:v>
                      </c:pt>
                      <c:pt idx="3324">
                        <c:v>42731</c:v>
                      </c:pt>
                      <c:pt idx="3325">
                        <c:v>42732</c:v>
                      </c:pt>
                      <c:pt idx="3326">
                        <c:v>42733</c:v>
                      </c:pt>
                      <c:pt idx="3327">
                        <c:v>42734</c:v>
                      </c:pt>
                      <c:pt idx="3328">
                        <c:v>42737</c:v>
                      </c:pt>
                      <c:pt idx="3329">
                        <c:v>42738</c:v>
                      </c:pt>
                      <c:pt idx="3330">
                        <c:v>42739</c:v>
                      </c:pt>
                      <c:pt idx="3331">
                        <c:v>42740</c:v>
                      </c:pt>
                      <c:pt idx="3332">
                        <c:v>42741</c:v>
                      </c:pt>
                      <c:pt idx="3333">
                        <c:v>42744</c:v>
                      </c:pt>
                      <c:pt idx="3334">
                        <c:v>42745</c:v>
                      </c:pt>
                      <c:pt idx="3335">
                        <c:v>42746</c:v>
                      </c:pt>
                      <c:pt idx="3336">
                        <c:v>42747</c:v>
                      </c:pt>
                      <c:pt idx="3337">
                        <c:v>42748</c:v>
                      </c:pt>
                      <c:pt idx="3338">
                        <c:v>42751</c:v>
                      </c:pt>
                      <c:pt idx="3339">
                        <c:v>42752</c:v>
                      </c:pt>
                      <c:pt idx="3340">
                        <c:v>42753</c:v>
                      </c:pt>
                      <c:pt idx="3341">
                        <c:v>42754</c:v>
                      </c:pt>
                      <c:pt idx="3342">
                        <c:v>42755</c:v>
                      </c:pt>
                      <c:pt idx="3343">
                        <c:v>42758</c:v>
                      </c:pt>
                      <c:pt idx="3344">
                        <c:v>42759</c:v>
                      </c:pt>
                      <c:pt idx="3345">
                        <c:v>42760</c:v>
                      </c:pt>
                      <c:pt idx="3346">
                        <c:v>42761</c:v>
                      </c:pt>
                      <c:pt idx="3347">
                        <c:v>42762</c:v>
                      </c:pt>
                      <c:pt idx="3348">
                        <c:v>42765</c:v>
                      </c:pt>
                      <c:pt idx="3349">
                        <c:v>42766</c:v>
                      </c:pt>
                      <c:pt idx="3350">
                        <c:v>42767</c:v>
                      </c:pt>
                      <c:pt idx="3351">
                        <c:v>42768</c:v>
                      </c:pt>
                      <c:pt idx="3352">
                        <c:v>42769</c:v>
                      </c:pt>
                      <c:pt idx="3353">
                        <c:v>42772</c:v>
                      </c:pt>
                      <c:pt idx="3354">
                        <c:v>42773</c:v>
                      </c:pt>
                      <c:pt idx="3355">
                        <c:v>42774</c:v>
                      </c:pt>
                      <c:pt idx="3356">
                        <c:v>42775</c:v>
                      </c:pt>
                      <c:pt idx="3357">
                        <c:v>42776</c:v>
                      </c:pt>
                      <c:pt idx="3358">
                        <c:v>42779</c:v>
                      </c:pt>
                      <c:pt idx="3359">
                        <c:v>42780</c:v>
                      </c:pt>
                      <c:pt idx="3360">
                        <c:v>42781</c:v>
                      </c:pt>
                      <c:pt idx="3361">
                        <c:v>42782</c:v>
                      </c:pt>
                      <c:pt idx="3362">
                        <c:v>42783</c:v>
                      </c:pt>
                      <c:pt idx="3363">
                        <c:v>42786</c:v>
                      </c:pt>
                      <c:pt idx="3364">
                        <c:v>42787</c:v>
                      </c:pt>
                      <c:pt idx="3365">
                        <c:v>42788</c:v>
                      </c:pt>
                      <c:pt idx="3366">
                        <c:v>42789</c:v>
                      </c:pt>
                      <c:pt idx="3367">
                        <c:v>42790</c:v>
                      </c:pt>
                      <c:pt idx="3368">
                        <c:v>42793</c:v>
                      </c:pt>
                      <c:pt idx="3369">
                        <c:v>42794</c:v>
                      </c:pt>
                      <c:pt idx="3370">
                        <c:v>42795</c:v>
                      </c:pt>
                      <c:pt idx="3371">
                        <c:v>42796</c:v>
                      </c:pt>
                      <c:pt idx="3372">
                        <c:v>42797</c:v>
                      </c:pt>
                      <c:pt idx="3373">
                        <c:v>42800</c:v>
                      </c:pt>
                      <c:pt idx="3374">
                        <c:v>42801</c:v>
                      </c:pt>
                      <c:pt idx="3375">
                        <c:v>42802</c:v>
                      </c:pt>
                      <c:pt idx="3376">
                        <c:v>42803</c:v>
                      </c:pt>
                      <c:pt idx="3377">
                        <c:v>42804</c:v>
                      </c:pt>
                      <c:pt idx="3378">
                        <c:v>42807</c:v>
                      </c:pt>
                      <c:pt idx="3379">
                        <c:v>42808</c:v>
                      </c:pt>
                      <c:pt idx="3380">
                        <c:v>42809</c:v>
                      </c:pt>
                      <c:pt idx="3381">
                        <c:v>42810</c:v>
                      </c:pt>
                      <c:pt idx="3382">
                        <c:v>42811</c:v>
                      </c:pt>
                      <c:pt idx="3383">
                        <c:v>42814</c:v>
                      </c:pt>
                      <c:pt idx="3384">
                        <c:v>42815</c:v>
                      </c:pt>
                      <c:pt idx="3385">
                        <c:v>42816</c:v>
                      </c:pt>
                      <c:pt idx="3386">
                        <c:v>42817</c:v>
                      </c:pt>
                      <c:pt idx="3387">
                        <c:v>42818</c:v>
                      </c:pt>
                      <c:pt idx="3388">
                        <c:v>42821</c:v>
                      </c:pt>
                      <c:pt idx="3389">
                        <c:v>42822</c:v>
                      </c:pt>
                      <c:pt idx="3390">
                        <c:v>42823</c:v>
                      </c:pt>
                      <c:pt idx="3391">
                        <c:v>42824</c:v>
                      </c:pt>
                      <c:pt idx="3392">
                        <c:v>42825</c:v>
                      </c:pt>
                      <c:pt idx="3393">
                        <c:v>42828</c:v>
                      </c:pt>
                      <c:pt idx="3394">
                        <c:v>42829</c:v>
                      </c:pt>
                      <c:pt idx="3395">
                        <c:v>42830</c:v>
                      </c:pt>
                      <c:pt idx="3396">
                        <c:v>42831</c:v>
                      </c:pt>
                      <c:pt idx="3397">
                        <c:v>42832</c:v>
                      </c:pt>
                      <c:pt idx="3398">
                        <c:v>42835</c:v>
                      </c:pt>
                      <c:pt idx="3399">
                        <c:v>42836</c:v>
                      </c:pt>
                      <c:pt idx="3400">
                        <c:v>42837</c:v>
                      </c:pt>
                      <c:pt idx="3401">
                        <c:v>42838</c:v>
                      </c:pt>
                      <c:pt idx="3402">
                        <c:v>42839</c:v>
                      </c:pt>
                      <c:pt idx="3403">
                        <c:v>42842</c:v>
                      </c:pt>
                      <c:pt idx="3404">
                        <c:v>42843</c:v>
                      </c:pt>
                      <c:pt idx="3405">
                        <c:v>42844</c:v>
                      </c:pt>
                      <c:pt idx="3406">
                        <c:v>42845</c:v>
                      </c:pt>
                      <c:pt idx="3407">
                        <c:v>42846</c:v>
                      </c:pt>
                      <c:pt idx="3408">
                        <c:v>42849</c:v>
                      </c:pt>
                      <c:pt idx="3409">
                        <c:v>42850</c:v>
                      </c:pt>
                      <c:pt idx="3410">
                        <c:v>42851</c:v>
                      </c:pt>
                      <c:pt idx="3411">
                        <c:v>42852</c:v>
                      </c:pt>
                      <c:pt idx="3412">
                        <c:v>42853</c:v>
                      </c:pt>
                      <c:pt idx="3413">
                        <c:v>42856</c:v>
                      </c:pt>
                      <c:pt idx="3414">
                        <c:v>42857</c:v>
                      </c:pt>
                      <c:pt idx="3415">
                        <c:v>42858</c:v>
                      </c:pt>
                      <c:pt idx="3416">
                        <c:v>42859</c:v>
                      </c:pt>
                      <c:pt idx="3417">
                        <c:v>42860</c:v>
                      </c:pt>
                      <c:pt idx="3418">
                        <c:v>42863</c:v>
                      </c:pt>
                      <c:pt idx="3419">
                        <c:v>42864</c:v>
                      </c:pt>
                      <c:pt idx="3420">
                        <c:v>42865</c:v>
                      </c:pt>
                      <c:pt idx="3421">
                        <c:v>42866</c:v>
                      </c:pt>
                      <c:pt idx="3422">
                        <c:v>42867</c:v>
                      </c:pt>
                      <c:pt idx="3423">
                        <c:v>42870</c:v>
                      </c:pt>
                      <c:pt idx="3424">
                        <c:v>42871</c:v>
                      </c:pt>
                      <c:pt idx="3425">
                        <c:v>42872</c:v>
                      </c:pt>
                      <c:pt idx="3426">
                        <c:v>42873</c:v>
                      </c:pt>
                      <c:pt idx="3427">
                        <c:v>42874</c:v>
                      </c:pt>
                      <c:pt idx="3428">
                        <c:v>42877</c:v>
                      </c:pt>
                      <c:pt idx="3429">
                        <c:v>42878</c:v>
                      </c:pt>
                      <c:pt idx="3430">
                        <c:v>42879</c:v>
                      </c:pt>
                      <c:pt idx="3431">
                        <c:v>42880</c:v>
                      </c:pt>
                      <c:pt idx="3432">
                        <c:v>42881</c:v>
                      </c:pt>
                      <c:pt idx="3433">
                        <c:v>42884</c:v>
                      </c:pt>
                      <c:pt idx="3434">
                        <c:v>42885</c:v>
                      </c:pt>
                      <c:pt idx="3435">
                        <c:v>42886</c:v>
                      </c:pt>
                      <c:pt idx="3436">
                        <c:v>42887</c:v>
                      </c:pt>
                      <c:pt idx="3437">
                        <c:v>42888</c:v>
                      </c:pt>
                      <c:pt idx="3438">
                        <c:v>42891</c:v>
                      </c:pt>
                      <c:pt idx="3439">
                        <c:v>42892</c:v>
                      </c:pt>
                      <c:pt idx="3440">
                        <c:v>42893</c:v>
                      </c:pt>
                      <c:pt idx="3441">
                        <c:v>42894</c:v>
                      </c:pt>
                      <c:pt idx="3442">
                        <c:v>42895</c:v>
                      </c:pt>
                      <c:pt idx="3443">
                        <c:v>42898</c:v>
                      </c:pt>
                      <c:pt idx="3444">
                        <c:v>42899</c:v>
                      </c:pt>
                      <c:pt idx="3445">
                        <c:v>42900</c:v>
                      </c:pt>
                      <c:pt idx="3446">
                        <c:v>42901</c:v>
                      </c:pt>
                      <c:pt idx="3447">
                        <c:v>42902</c:v>
                      </c:pt>
                      <c:pt idx="3448">
                        <c:v>42905</c:v>
                      </c:pt>
                      <c:pt idx="3449">
                        <c:v>42906</c:v>
                      </c:pt>
                      <c:pt idx="3450">
                        <c:v>42907</c:v>
                      </c:pt>
                      <c:pt idx="3451">
                        <c:v>42908</c:v>
                      </c:pt>
                      <c:pt idx="3452">
                        <c:v>42909</c:v>
                      </c:pt>
                      <c:pt idx="3453">
                        <c:v>42912</c:v>
                      </c:pt>
                      <c:pt idx="3454">
                        <c:v>42913</c:v>
                      </c:pt>
                      <c:pt idx="3455">
                        <c:v>42914</c:v>
                      </c:pt>
                      <c:pt idx="3456">
                        <c:v>42915</c:v>
                      </c:pt>
                      <c:pt idx="3457">
                        <c:v>42916</c:v>
                      </c:pt>
                      <c:pt idx="3458">
                        <c:v>42919</c:v>
                      </c:pt>
                      <c:pt idx="3459">
                        <c:v>42920</c:v>
                      </c:pt>
                      <c:pt idx="3460">
                        <c:v>42921</c:v>
                      </c:pt>
                      <c:pt idx="3461">
                        <c:v>42922</c:v>
                      </c:pt>
                      <c:pt idx="3462">
                        <c:v>42923</c:v>
                      </c:pt>
                      <c:pt idx="3463">
                        <c:v>42926</c:v>
                      </c:pt>
                      <c:pt idx="3464">
                        <c:v>42927</c:v>
                      </c:pt>
                      <c:pt idx="3465">
                        <c:v>42928</c:v>
                      </c:pt>
                      <c:pt idx="3466">
                        <c:v>42929</c:v>
                      </c:pt>
                      <c:pt idx="3467">
                        <c:v>42930</c:v>
                      </c:pt>
                      <c:pt idx="3468">
                        <c:v>42933</c:v>
                      </c:pt>
                      <c:pt idx="3469">
                        <c:v>42934</c:v>
                      </c:pt>
                      <c:pt idx="3470">
                        <c:v>42935</c:v>
                      </c:pt>
                      <c:pt idx="3471">
                        <c:v>42936</c:v>
                      </c:pt>
                      <c:pt idx="3472">
                        <c:v>42937</c:v>
                      </c:pt>
                      <c:pt idx="3473">
                        <c:v>42940</c:v>
                      </c:pt>
                      <c:pt idx="3474">
                        <c:v>42941</c:v>
                      </c:pt>
                      <c:pt idx="3475">
                        <c:v>42942</c:v>
                      </c:pt>
                      <c:pt idx="3476">
                        <c:v>42943</c:v>
                      </c:pt>
                      <c:pt idx="3477">
                        <c:v>42944</c:v>
                      </c:pt>
                      <c:pt idx="3478">
                        <c:v>42947</c:v>
                      </c:pt>
                      <c:pt idx="3479">
                        <c:v>42948</c:v>
                      </c:pt>
                      <c:pt idx="3480">
                        <c:v>42949</c:v>
                      </c:pt>
                      <c:pt idx="3481">
                        <c:v>42950</c:v>
                      </c:pt>
                      <c:pt idx="3482">
                        <c:v>42951</c:v>
                      </c:pt>
                      <c:pt idx="3483">
                        <c:v>42954</c:v>
                      </c:pt>
                      <c:pt idx="3484">
                        <c:v>42955</c:v>
                      </c:pt>
                      <c:pt idx="3485">
                        <c:v>42956</c:v>
                      </c:pt>
                      <c:pt idx="3486">
                        <c:v>42957</c:v>
                      </c:pt>
                      <c:pt idx="3487">
                        <c:v>42958</c:v>
                      </c:pt>
                      <c:pt idx="3488">
                        <c:v>42961</c:v>
                      </c:pt>
                      <c:pt idx="3489">
                        <c:v>42962</c:v>
                      </c:pt>
                      <c:pt idx="3490">
                        <c:v>42963</c:v>
                      </c:pt>
                      <c:pt idx="3491">
                        <c:v>42964</c:v>
                      </c:pt>
                      <c:pt idx="3492">
                        <c:v>42965</c:v>
                      </c:pt>
                      <c:pt idx="3493">
                        <c:v>42968</c:v>
                      </c:pt>
                      <c:pt idx="3494">
                        <c:v>42969</c:v>
                      </c:pt>
                      <c:pt idx="3495">
                        <c:v>42970</c:v>
                      </c:pt>
                      <c:pt idx="3496">
                        <c:v>42971</c:v>
                      </c:pt>
                      <c:pt idx="3497">
                        <c:v>42972</c:v>
                      </c:pt>
                      <c:pt idx="3498">
                        <c:v>42975</c:v>
                      </c:pt>
                      <c:pt idx="3499">
                        <c:v>42976</c:v>
                      </c:pt>
                      <c:pt idx="3500">
                        <c:v>42977</c:v>
                      </c:pt>
                      <c:pt idx="3501">
                        <c:v>42978</c:v>
                      </c:pt>
                      <c:pt idx="3502">
                        <c:v>42979</c:v>
                      </c:pt>
                      <c:pt idx="3503">
                        <c:v>42982</c:v>
                      </c:pt>
                      <c:pt idx="3504">
                        <c:v>42983</c:v>
                      </c:pt>
                      <c:pt idx="3505">
                        <c:v>42984</c:v>
                      </c:pt>
                      <c:pt idx="3506">
                        <c:v>42985</c:v>
                      </c:pt>
                      <c:pt idx="3507">
                        <c:v>42986</c:v>
                      </c:pt>
                      <c:pt idx="3508">
                        <c:v>42989</c:v>
                      </c:pt>
                      <c:pt idx="3509">
                        <c:v>42990</c:v>
                      </c:pt>
                      <c:pt idx="3510">
                        <c:v>42991</c:v>
                      </c:pt>
                      <c:pt idx="3511">
                        <c:v>42992</c:v>
                      </c:pt>
                      <c:pt idx="3512">
                        <c:v>42993</c:v>
                      </c:pt>
                      <c:pt idx="3513">
                        <c:v>42996</c:v>
                      </c:pt>
                      <c:pt idx="3514">
                        <c:v>42997</c:v>
                      </c:pt>
                      <c:pt idx="3515">
                        <c:v>42998</c:v>
                      </c:pt>
                      <c:pt idx="3516">
                        <c:v>42999</c:v>
                      </c:pt>
                      <c:pt idx="3517">
                        <c:v>43000</c:v>
                      </c:pt>
                      <c:pt idx="3518">
                        <c:v>43003</c:v>
                      </c:pt>
                      <c:pt idx="3519">
                        <c:v>43004</c:v>
                      </c:pt>
                      <c:pt idx="3520">
                        <c:v>43005</c:v>
                      </c:pt>
                      <c:pt idx="3521">
                        <c:v>43006</c:v>
                      </c:pt>
                      <c:pt idx="3522">
                        <c:v>43007</c:v>
                      </c:pt>
                      <c:pt idx="3523">
                        <c:v>43010</c:v>
                      </c:pt>
                      <c:pt idx="3524">
                        <c:v>43011</c:v>
                      </c:pt>
                      <c:pt idx="3525">
                        <c:v>43012</c:v>
                      </c:pt>
                      <c:pt idx="3526">
                        <c:v>43013</c:v>
                      </c:pt>
                      <c:pt idx="3527">
                        <c:v>43014</c:v>
                      </c:pt>
                      <c:pt idx="3528">
                        <c:v>43017</c:v>
                      </c:pt>
                      <c:pt idx="3529">
                        <c:v>43018</c:v>
                      </c:pt>
                      <c:pt idx="3530">
                        <c:v>43019</c:v>
                      </c:pt>
                      <c:pt idx="3531">
                        <c:v>43020</c:v>
                      </c:pt>
                      <c:pt idx="3532">
                        <c:v>43021</c:v>
                      </c:pt>
                      <c:pt idx="3533">
                        <c:v>43024</c:v>
                      </c:pt>
                      <c:pt idx="3534">
                        <c:v>43025</c:v>
                      </c:pt>
                      <c:pt idx="3535">
                        <c:v>43026</c:v>
                      </c:pt>
                      <c:pt idx="3536">
                        <c:v>43027</c:v>
                      </c:pt>
                      <c:pt idx="3537">
                        <c:v>43028</c:v>
                      </c:pt>
                      <c:pt idx="3538">
                        <c:v>43031</c:v>
                      </c:pt>
                      <c:pt idx="3539">
                        <c:v>43032</c:v>
                      </c:pt>
                      <c:pt idx="3540">
                        <c:v>43033</c:v>
                      </c:pt>
                      <c:pt idx="3541">
                        <c:v>43034</c:v>
                      </c:pt>
                      <c:pt idx="3542">
                        <c:v>43035</c:v>
                      </c:pt>
                      <c:pt idx="3543">
                        <c:v>43038</c:v>
                      </c:pt>
                      <c:pt idx="3544">
                        <c:v>43039</c:v>
                      </c:pt>
                      <c:pt idx="3545">
                        <c:v>43040</c:v>
                      </c:pt>
                      <c:pt idx="3546">
                        <c:v>43041</c:v>
                      </c:pt>
                      <c:pt idx="3547">
                        <c:v>43042</c:v>
                      </c:pt>
                      <c:pt idx="3548">
                        <c:v>43045</c:v>
                      </c:pt>
                      <c:pt idx="3549">
                        <c:v>43046</c:v>
                      </c:pt>
                      <c:pt idx="3550">
                        <c:v>43047</c:v>
                      </c:pt>
                      <c:pt idx="3551">
                        <c:v>43048</c:v>
                      </c:pt>
                      <c:pt idx="3552">
                        <c:v>43049</c:v>
                      </c:pt>
                      <c:pt idx="3553">
                        <c:v>43052</c:v>
                      </c:pt>
                      <c:pt idx="3554">
                        <c:v>43053</c:v>
                      </c:pt>
                      <c:pt idx="3555">
                        <c:v>43054</c:v>
                      </c:pt>
                      <c:pt idx="3556">
                        <c:v>43055</c:v>
                      </c:pt>
                      <c:pt idx="3557">
                        <c:v>43056</c:v>
                      </c:pt>
                      <c:pt idx="3558">
                        <c:v>43059</c:v>
                      </c:pt>
                      <c:pt idx="3559">
                        <c:v>43060</c:v>
                      </c:pt>
                      <c:pt idx="3560">
                        <c:v>43061</c:v>
                      </c:pt>
                      <c:pt idx="3561">
                        <c:v>43062</c:v>
                      </c:pt>
                      <c:pt idx="3562">
                        <c:v>43063</c:v>
                      </c:pt>
                      <c:pt idx="3563">
                        <c:v>43066</c:v>
                      </c:pt>
                      <c:pt idx="3564">
                        <c:v>43067</c:v>
                      </c:pt>
                      <c:pt idx="3565">
                        <c:v>43068</c:v>
                      </c:pt>
                      <c:pt idx="3566">
                        <c:v>43069</c:v>
                      </c:pt>
                      <c:pt idx="3567">
                        <c:v>43070</c:v>
                      </c:pt>
                      <c:pt idx="3568">
                        <c:v>43073</c:v>
                      </c:pt>
                      <c:pt idx="3569">
                        <c:v>43074</c:v>
                      </c:pt>
                      <c:pt idx="3570">
                        <c:v>43075</c:v>
                      </c:pt>
                      <c:pt idx="3571">
                        <c:v>43076</c:v>
                      </c:pt>
                      <c:pt idx="3572">
                        <c:v>43077</c:v>
                      </c:pt>
                      <c:pt idx="3573">
                        <c:v>43080</c:v>
                      </c:pt>
                      <c:pt idx="3574">
                        <c:v>43081</c:v>
                      </c:pt>
                      <c:pt idx="3575">
                        <c:v>43082</c:v>
                      </c:pt>
                      <c:pt idx="3576">
                        <c:v>43083</c:v>
                      </c:pt>
                      <c:pt idx="3577">
                        <c:v>43084</c:v>
                      </c:pt>
                      <c:pt idx="3578">
                        <c:v>43087</c:v>
                      </c:pt>
                      <c:pt idx="3579">
                        <c:v>43088</c:v>
                      </c:pt>
                      <c:pt idx="3580">
                        <c:v>43089</c:v>
                      </c:pt>
                      <c:pt idx="3581">
                        <c:v>43090</c:v>
                      </c:pt>
                      <c:pt idx="3582">
                        <c:v>43091</c:v>
                      </c:pt>
                      <c:pt idx="3583">
                        <c:v>43094</c:v>
                      </c:pt>
                      <c:pt idx="3584">
                        <c:v>43095</c:v>
                      </c:pt>
                      <c:pt idx="3585">
                        <c:v>43096</c:v>
                      </c:pt>
                      <c:pt idx="3586">
                        <c:v>43097</c:v>
                      </c:pt>
                      <c:pt idx="3587">
                        <c:v>43098</c:v>
                      </c:pt>
                      <c:pt idx="3588">
                        <c:v>43101</c:v>
                      </c:pt>
                      <c:pt idx="3589">
                        <c:v>43102</c:v>
                      </c:pt>
                      <c:pt idx="3590">
                        <c:v>43103</c:v>
                      </c:pt>
                      <c:pt idx="3591">
                        <c:v>43104</c:v>
                      </c:pt>
                      <c:pt idx="3592">
                        <c:v>43105</c:v>
                      </c:pt>
                      <c:pt idx="3593">
                        <c:v>43108</c:v>
                      </c:pt>
                      <c:pt idx="3594">
                        <c:v>43109</c:v>
                      </c:pt>
                      <c:pt idx="3595">
                        <c:v>43110</c:v>
                      </c:pt>
                      <c:pt idx="3596">
                        <c:v>43111</c:v>
                      </c:pt>
                      <c:pt idx="3597">
                        <c:v>43112</c:v>
                      </c:pt>
                      <c:pt idx="3598">
                        <c:v>43115</c:v>
                      </c:pt>
                      <c:pt idx="3599">
                        <c:v>43116</c:v>
                      </c:pt>
                      <c:pt idx="3600">
                        <c:v>43117</c:v>
                      </c:pt>
                      <c:pt idx="3601">
                        <c:v>43118</c:v>
                      </c:pt>
                      <c:pt idx="3602">
                        <c:v>43119</c:v>
                      </c:pt>
                      <c:pt idx="3603">
                        <c:v>43122</c:v>
                      </c:pt>
                      <c:pt idx="3604">
                        <c:v>43123</c:v>
                      </c:pt>
                      <c:pt idx="3605">
                        <c:v>43124</c:v>
                      </c:pt>
                      <c:pt idx="3606">
                        <c:v>43125</c:v>
                      </c:pt>
                      <c:pt idx="3607">
                        <c:v>43126</c:v>
                      </c:pt>
                      <c:pt idx="3608">
                        <c:v>43129</c:v>
                      </c:pt>
                      <c:pt idx="3609">
                        <c:v>43130</c:v>
                      </c:pt>
                      <c:pt idx="3610">
                        <c:v>43131</c:v>
                      </c:pt>
                      <c:pt idx="3611">
                        <c:v>43132</c:v>
                      </c:pt>
                      <c:pt idx="3612">
                        <c:v>43133</c:v>
                      </c:pt>
                      <c:pt idx="3613">
                        <c:v>43136</c:v>
                      </c:pt>
                      <c:pt idx="3614">
                        <c:v>43137</c:v>
                      </c:pt>
                      <c:pt idx="3615">
                        <c:v>43138</c:v>
                      </c:pt>
                      <c:pt idx="3616">
                        <c:v>43139</c:v>
                      </c:pt>
                      <c:pt idx="3617">
                        <c:v>43140</c:v>
                      </c:pt>
                      <c:pt idx="3618">
                        <c:v>43143</c:v>
                      </c:pt>
                      <c:pt idx="3619">
                        <c:v>43144</c:v>
                      </c:pt>
                      <c:pt idx="3620">
                        <c:v>43145</c:v>
                      </c:pt>
                      <c:pt idx="3621">
                        <c:v>43146</c:v>
                      </c:pt>
                      <c:pt idx="3622">
                        <c:v>43147</c:v>
                      </c:pt>
                      <c:pt idx="3623">
                        <c:v>43150</c:v>
                      </c:pt>
                      <c:pt idx="3624">
                        <c:v>43151</c:v>
                      </c:pt>
                      <c:pt idx="3625">
                        <c:v>43152</c:v>
                      </c:pt>
                      <c:pt idx="3626">
                        <c:v>43153</c:v>
                      </c:pt>
                      <c:pt idx="3627">
                        <c:v>43154</c:v>
                      </c:pt>
                      <c:pt idx="3628">
                        <c:v>43157</c:v>
                      </c:pt>
                      <c:pt idx="3629">
                        <c:v>43158</c:v>
                      </c:pt>
                      <c:pt idx="3630">
                        <c:v>43159</c:v>
                      </c:pt>
                      <c:pt idx="3631">
                        <c:v>43160</c:v>
                      </c:pt>
                      <c:pt idx="3632">
                        <c:v>43161</c:v>
                      </c:pt>
                      <c:pt idx="3633">
                        <c:v>43164</c:v>
                      </c:pt>
                      <c:pt idx="3634">
                        <c:v>43165</c:v>
                      </c:pt>
                      <c:pt idx="3635">
                        <c:v>43166</c:v>
                      </c:pt>
                      <c:pt idx="3636">
                        <c:v>43167</c:v>
                      </c:pt>
                      <c:pt idx="3637">
                        <c:v>43168</c:v>
                      </c:pt>
                      <c:pt idx="3638">
                        <c:v>43171</c:v>
                      </c:pt>
                      <c:pt idx="3639">
                        <c:v>43172</c:v>
                      </c:pt>
                      <c:pt idx="3640">
                        <c:v>43173</c:v>
                      </c:pt>
                      <c:pt idx="3641">
                        <c:v>43174</c:v>
                      </c:pt>
                      <c:pt idx="3642">
                        <c:v>43175</c:v>
                      </c:pt>
                      <c:pt idx="3643">
                        <c:v>43178</c:v>
                      </c:pt>
                      <c:pt idx="3644">
                        <c:v>43179</c:v>
                      </c:pt>
                      <c:pt idx="3645">
                        <c:v>43180</c:v>
                      </c:pt>
                      <c:pt idx="3646">
                        <c:v>43181</c:v>
                      </c:pt>
                      <c:pt idx="3647">
                        <c:v>43182</c:v>
                      </c:pt>
                      <c:pt idx="3648">
                        <c:v>43185</c:v>
                      </c:pt>
                      <c:pt idx="3649">
                        <c:v>43186</c:v>
                      </c:pt>
                      <c:pt idx="3650">
                        <c:v>43187</c:v>
                      </c:pt>
                      <c:pt idx="3651">
                        <c:v>43188</c:v>
                      </c:pt>
                      <c:pt idx="3652">
                        <c:v>43189</c:v>
                      </c:pt>
                      <c:pt idx="3653">
                        <c:v>43192</c:v>
                      </c:pt>
                      <c:pt idx="3654">
                        <c:v>43193</c:v>
                      </c:pt>
                      <c:pt idx="3655">
                        <c:v>43194</c:v>
                      </c:pt>
                      <c:pt idx="3656">
                        <c:v>43195</c:v>
                      </c:pt>
                      <c:pt idx="3657">
                        <c:v>43196</c:v>
                      </c:pt>
                      <c:pt idx="3658">
                        <c:v>43199</c:v>
                      </c:pt>
                      <c:pt idx="3659">
                        <c:v>43200</c:v>
                      </c:pt>
                      <c:pt idx="3660">
                        <c:v>43201</c:v>
                      </c:pt>
                      <c:pt idx="3661">
                        <c:v>43202</c:v>
                      </c:pt>
                      <c:pt idx="3662">
                        <c:v>43203</c:v>
                      </c:pt>
                      <c:pt idx="3663">
                        <c:v>43206</c:v>
                      </c:pt>
                      <c:pt idx="3664">
                        <c:v>43207</c:v>
                      </c:pt>
                      <c:pt idx="3665">
                        <c:v>43208</c:v>
                      </c:pt>
                      <c:pt idx="3666">
                        <c:v>43209</c:v>
                      </c:pt>
                      <c:pt idx="3667">
                        <c:v>43210</c:v>
                      </c:pt>
                      <c:pt idx="3668">
                        <c:v>43213</c:v>
                      </c:pt>
                      <c:pt idx="3669">
                        <c:v>43214</c:v>
                      </c:pt>
                      <c:pt idx="3670">
                        <c:v>43215</c:v>
                      </c:pt>
                      <c:pt idx="3671">
                        <c:v>43216</c:v>
                      </c:pt>
                      <c:pt idx="3672">
                        <c:v>43217</c:v>
                      </c:pt>
                      <c:pt idx="3673">
                        <c:v>43220</c:v>
                      </c:pt>
                      <c:pt idx="3674">
                        <c:v>43221</c:v>
                      </c:pt>
                      <c:pt idx="3675">
                        <c:v>43222</c:v>
                      </c:pt>
                      <c:pt idx="3676">
                        <c:v>43223</c:v>
                      </c:pt>
                      <c:pt idx="3677">
                        <c:v>43224</c:v>
                      </c:pt>
                      <c:pt idx="3678">
                        <c:v>43227</c:v>
                      </c:pt>
                      <c:pt idx="3679">
                        <c:v>43228</c:v>
                      </c:pt>
                      <c:pt idx="3680">
                        <c:v>43229</c:v>
                      </c:pt>
                      <c:pt idx="3681">
                        <c:v>43230</c:v>
                      </c:pt>
                      <c:pt idx="3682">
                        <c:v>43231</c:v>
                      </c:pt>
                      <c:pt idx="3683">
                        <c:v>43234</c:v>
                      </c:pt>
                      <c:pt idx="3684">
                        <c:v>43235</c:v>
                      </c:pt>
                      <c:pt idx="3685">
                        <c:v>43236</c:v>
                      </c:pt>
                      <c:pt idx="3686">
                        <c:v>43237</c:v>
                      </c:pt>
                      <c:pt idx="3687">
                        <c:v>43238</c:v>
                      </c:pt>
                      <c:pt idx="3688">
                        <c:v>43241</c:v>
                      </c:pt>
                      <c:pt idx="3689">
                        <c:v>43242</c:v>
                      </c:pt>
                      <c:pt idx="3690">
                        <c:v>43243</c:v>
                      </c:pt>
                      <c:pt idx="3691">
                        <c:v>43244</c:v>
                      </c:pt>
                      <c:pt idx="3692">
                        <c:v>43245</c:v>
                      </c:pt>
                      <c:pt idx="3693">
                        <c:v>43248</c:v>
                      </c:pt>
                      <c:pt idx="3694">
                        <c:v>43249</c:v>
                      </c:pt>
                      <c:pt idx="3695">
                        <c:v>43250</c:v>
                      </c:pt>
                      <c:pt idx="3696">
                        <c:v>43251</c:v>
                      </c:pt>
                      <c:pt idx="3697">
                        <c:v>43252</c:v>
                      </c:pt>
                      <c:pt idx="3698">
                        <c:v>43255</c:v>
                      </c:pt>
                      <c:pt idx="3699">
                        <c:v>43256</c:v>
                      </c:pt>
                      <c:pt idx="3700">
                        <c:v>43257</c:v>
                      </c:pt>
                      <c:pt idx="3701">
                        <c:v>43258</c:v>
                      </c:pt>
                      <c:pt idx="3702">
                        <c:v>43259</c:v>
                      </c:pt>
                      <c:pt idx="3703">
                        <c:v>43262</c:v>
                      </c:pt>
                      <c:pt idx="3704">
                        <c:v>43263</c:v>
                      </c:pt>
                      <c:pt idx="3705">
                        <c:v>43264</c:v>
                      </c:pt>
                      <c:pt idx="3706">
                        <c:v>43265</c:v>
                      </c:pt>
                      <c:pt idx="3707">
                        <c:v>43266</c:v>
                      </c:pt>
                      <c:pt idx="3708">
                        <c:v>43269</c:v>
                      </c:pt>
                      <c:pt idx="3709">
                        <c:v>43270</c:v>
                      </c:pt>
                      <c:pt idx="3710">
                        <c:v>43271</c:v>
                      </c:pt>
                      <c:pt idx="3711">
                        <c:v>43272</c:v>
                      </c:pt>
                      <c:pt idx="3712">
                        <c:v>43273</c:v>
                      </c:pt>
                      <c:pt idx="3713">
                        <c:v>43276</c:v>
                      </c:pt>
                      <c:pt idx="3714">
                        <c:v>43277</c:v>
                      </c:pt>
                      <c:pt idx="3715">
                        <c:v>43278</c:v>
                      </c:pt>
                      <c:pt idx="3716">
                        <c:v>43279</c:v>
                      </c:pt>
                      <c:pt idx="3717">
                        <c:v>43280</c:v>
                      </c:pt>
                      <c:pt idx="3718">
                        <c:v>43283</c:v>
                      </c:pt>
                      <c:pt idx="3719">
                        <c:v>43284</c:v>
                      </c:pt>
                      <c:pt idx="3720">
                        <c:v>43285</c:v>
                      </c:pt>
                      <c:pt idx="3721">
                        <c:v>43286</c:v>
                      </c:pt>
                      <c:pt idx="3722">
                        <c:v>43287</c:v>
                      </c:pt>
                      <c:pt idx="3723">
                        <c:v>43290</c:v>
                      </c:pt>
                      <c:pt idx="3724">
                        <c:v>43291</c:v>
                      </c:pt>
                      <c:pt idx="3725">
                        <c:v>43292</c:v>
                      </c:pt>
                      <c:pt idx="3726">
                        <c:v>43293</c:v>
                      </c:pt>
                      <c:pt idx="3727">
                        <c:v>43294</c:v>
                      </c:pt>
                      <c:pt idx="3728">
                        <c:v>43297</c:v>
                      </c:pt>
                      <c:pt idx="3729">
                        <c:v>43298</c:v>
                      </c:pt>
                      <c:pt idx="3730">
                        <c:v>43299</c:v>
                      </c:pt>
                      <c:pt idx="3731">
                        <c:v>43300</c:v>
                      </c:pt>
                      <c:pt idx="3732">
                        <c:v>43301</c:v>
                      </c:pt>
                      <c:pt idx="3733">
                        <c:v>43304</c:v>
                      </c:pt>
                      <c:pt idx="3734">
                        <c:v>43305</c:v>
                      </c:pt>
                      <c:pt idx="3735">
                        <c:v>43306</c:v>
                      </c:pt>
                      <c:pt idx="3736">
                        <c:v>43307</c:v>
                      </c:pt>
                      <c:pt idx="3737">
                        <c:v>43308</c:v>
                      </c:pt>
                      <c:pt idx="3738">
                        <c:v>43311</c:v>
                      </c:pt>
                      <c:pt idx="3739">
                        <c:v>43312</c:v>
                      </c:pt>
                      <c:pt idx="3740">
                        <c:v>43313</c:v>
                      </c:pt>
                      <c:pt idx="3741">
                        <c:v>43314</c:v>
                      </c:pt>
                      <c:pt idx="3742">
                        <c:v>43315</c:v>
                      </c:pt>
                      <c:pt idx="3743">
                        <c:v>43318</c:v>
                      </c:pt>
                      <c:pt idx="3744">
                        <c:v>43319</c:v>
                      </c:pt>
                      <c:pt idx="3745">
                        <c:v>43320</c:v>
                      </c:pt>
                      <c:pt idx="3746">
                        <c:v>43321</c:v>
                      </c:pt>
                      <c:pt idx="3747">
                        <c:v>43322</c:v>
                      </c:pt>
                      <c:pt idx="3748">
                        <c:v>43325</c:v>
                      </c:pt>
                      <c:pt idx="3749">
                        <c:v>43326</c:v>
                      </c:pt>
                      <c:pt idx="3750">
                        <c:v>43327</c:v>
                      </c:pt>
                      <c:pt idx="3751">
                        <c:v>43328</c:v>
                      </c:pt>
                      <c:pt idx="3752">
                        <c:v>43329</c:v>
                      </c:pt>
                      <c:pt idx="3753">
                        <c:v>43332</c:v>
                      </c:pt>
                      <c:pt idx="3754">
                        <c:v>43333</c:v>
                      </c:pt>
                      <c:pt idx="3755">
                        <c:v>43334</c:v>
                      </c:pt>
                      <c:pt idx="3756">
                        <c:v>43335</c:v>
                      </c:pt>
                      <c:pt idx="3757">
                        <c:v>43336</c:v>
                      </c:pt>
                      <c:pt idx="3758">
                        <c:v>43339</c:v>
                      </c:pt>
                      <c:pt idx="3759">
                        <c:v>43340</c:v>
                      </c:pt>
                      <c:pt idx="3760">
                        <c:v>43341</c:v>
                      </c:pt>
                      <c:pt idx="3761">
                        <c:v>43342</c:v>
                      </c:pt>
                      <c:pt idx="3762">
                        <c:v>43343</c:v>
                      </c:pt>
                      <c:pt idx="3763">
                        <c:v>43346</c:v>
                      </c:pt>
                      <c:pt idx="3764">
                        <c:v>43347</c:v>
                      </c:pt>
                      <c:pt idx="3765">
                        <c:v>43348</c:v>
                      </c:pt>
                      <c:pt idx="3766">
                        <c:v>43349</c:v>
                      </c:pt>
                      <c:pt idx="3767">
                        <c:v>43350</c:v>
                      </c:pt>
                      <c:pt idx="3768">
                        <c:v>43353</c:v>
                      </c:pt>
                      <c:pt idx="3769">
                        <c:v>43354</c:v>
                      </c:pt>
                      <c:pt idx="3770">
                        <c:v>43355</c:v>
                      </c:pt>
                      <c:pt idx="3771">
                        <c:v>43356</c:v>
                      </c:pt>
                      <c:pt idx="3772">
                        <c:v>43357</c:v>
                      </c:pt>
                      <c:pt idx="3773">
                        <c:v>43360</c:v>
                      </c:pt>
                      <c:pt idx="3774">
                        <c:v>43361</c:v>
                      </c:pt>
                      <c:pt idx="3775">
                        <c:v>43362</c:v>
                      </c:pt>
                      <c:pt idx="3776">
                        <c:v>43363</c:v>
                      </c:pt>
                      <c:pt idx="3777">
                        <c:v>43364</c:v>
                      </c:pt>
                      <c:pt idx="3778">
                        <c:v>43367</c:v>
                      </c:pt>
                      <c:pt idx="3779">
                        <c:v>43368</c:v>
                      </c:pt>
                      <c:pt idx="3780">
                        <c:v>43369</c:v>
                      </c:pt>
                      <c:pt idx="3781">
                        <c:v>43370</c:v>
                      </c:pt>
                      <c:pt idx="3782">
                        <c:v>43371</c:v>
                      </c:pt>
                      <c:pt idx="3783">
                        <c:v>43374</c:v>
                      </c:pt>
                      <c:pt idx="3784">
                        <c:v>43375</c:v>
                      </c:pt>
                      <c:pt idx="3785">
                        <c:v>43376</c:v>
                      </c:pt>
                      <c:pt idx="3786">
                        <c:v>43377</c:v>
                      </c:pt>
                      <c:pt idx="3787">
                        <c:v>43378</c:v>
                      </c:pt>
                      <c:pt idx="3788">
                        <c:v>43381</c:v>
                      </c:pt>
                      <c:pt idx="3789">
                        <c:v>43382</c:v>
                      </c:pt>
                      <c:pt idx="3790">
                        <c:v>43383</c:v>
                      </c:pt>
                      <c:pt idx="3791">
                        <c:v>43384</c:v>
                      </c:pt>
                      <c:pt idx="3792">
                        <c:v>43385</c:v>
                      </c:pt>
                      <c:pt idx="3793">
                        <c:v>43388</c:v>
                      </c:pt>
                      <c:pt idx="3794">
                        <c:v>43389</c:v>
                      </c:pt>
                      <c:pt idx="3795">
                        <c:v>43390</c:v>
                      </c:pt>
                      <c:pt idx="3796">
                        <c:v>43391</c:v>
                      </c:pt>
                      <c:pt idx="3797">
                        <c:v>43392</c:v>
                      </c:pt>
                      <c:pt idx="3798">
                        <c:v>43395</c:v>
                      </c:pt>
                      <c:pt idx="3799">
                        <c:v>43396</c:v>
                      </c:pt>
                      <c:pt idx="3800">
                        <c:v>43397</c:v>
                      </c:pt>
                      <c:pt idx="3801">
                        <c:v>43398</c:v>
                      </c:pt>
                      <c:pt idx="3802">
                        <c:v>43399</c:v>
                      </c:pt>
                      <c:pt idx="3803">
                        <c:v>43402</c:v>
                      </c:pt>
                      <c:pt idx="3804">
                        <c:v>43403</c:v>
                      </c:pt>
                      <c:pt idx="3805">
                        <c:v>43404</c:v>
                      </c:pt>
                      <c:pt idx="3806">
                        <c:v>43405</c:v>
                      </c:pt>
                      <c:pt idx="3807">
                        <c:v>43406</c:v>
                      </c:pt>
                      <c:pt idx="3808">
                        <c:v>43409</c:v>
                      </c:pt>
                      <c:pt idx="3809">
                        <c:v>43410</c:v>
                      </c:pt>
                      <c:pt idx="3810">
                        <c:v>43411</c:v>
                      </c:pt>
                      <c:pt idx="3811">
                        <c:v>43412</c:v>
                      </c:pt>
                      <c:pt idx="3812">
                        <c:v>43413</c:v>
                      </c:pt>
                      <c:pt idx="3813">
                        <c:v>43416</c:v>
                      </c:pt>
                      <c:pt idx="3814">
                        <c:v>43417</c:v>
                      </c:pt>
                      <c:pt idx="3815">
                        <c:v>43418</c:v>
                      </c:pt>
                      <c:pt idx="3816">
                        <c:v>43419</c:v>
                      </c:pt>
                      <c:pt idx="3817">
                        <c:v>43420</c:v>
                      </c:pt>
                      <c:pt idx="3818">
                        <c:v>43423</c:v>
                      </c:pt>
                      <c:pt idx="3819">
                        <c:v>43424</c:v>
                      </c:pt>
                      <c:pt idx="3820">
                        <c:v>43425</c:v>
                      </c:pt>
                      <c:pt idx="3821">
                        <c:v>43426</c:v>
                      </c:pt>
                      <c:pt idx="3822">
                        <c:v>43427</c:v>
                      </c:pt>
                      <c:pt idx="3823">
                        <c:v>43430</c:v>
                      </c:pt>
                      <c:pt idx="3824">
                        <c:v>43431</c:v>
                      </c:pt>
                      <c:pt idx="3825">
                        <c:v>43432</c:v>
                      </c:pt>
                      <c:pt idx="3826">
                        <c:v>43433</c:v>
                      </c:pt>
                      <c:pt idx="3827">
                        <c:v>43434</c:v>
                      </c:pt>
                      <c:pt idx="3828">
                        <c:v>43437</c:v>
                      </c:pt>
                      <c:pt idx="3829">
                        <c:v>43438</c:v>
                      </c:pt>
                      <c:pt idx="3830">
                        <c:v>43439</c:v>
                      </c:pt>
                      <c:pt idx="3831">
                        <c:v>43440</c:v>
                      </c:pt>
                      <c:pt idx="3832">
                        <c:v>43441</c:v>
                      </c:pt>
                      <c:pt idx="3833">
                        <c:v>43444</c:v>
                      </c:pt>
                      <c:pt idx="3834">
                        <c:v>43445</c:v>
                      </c:pt>
                      <c:pt idx="3835">
                        <c:v>43446</c:v>
                      </c:pt>
                      <c:pt idx="3836">
                        <c:v>43447</c:v>
                      </c:pt>
                      <c:pt idx="3837">
                        <c:v>43448</c:v>
                      </c:pt>
                      <c:pt idx="3838">
                        <c:v>43451</c:v>
                      </c:pt>
                      <c:pt idx="3839">
                        <c:v>43452</c:v>
                      </c:pt>
                      <c:pt idx="3840">
                        <c:v>43453</c:v>
                      </c:pt>
                      <c:pt idx="3841">
                        <c:v>43454</c:v>
                      </c:pt>
                      <c:pt idx="3842">
                        <c:v>43455</c:v>
                      </c:pt>
                      <c:pt idx="3843">
                        <c:v>43458</c:v>
                      </c:pt>
                      <c:pt idx="3844">
                        <c:v>43459</c:v>
                      </c:pt>
                      <c:pt idx="3845">
                        <c:v>43460</c:v>
                      </c:pt>
                      <c:pt idx="3846">
                        <c:v>43461</c:v>
                      </c:pt>
                      <c:pt idx="3847">
                        <c:v>43462</c:v>
                      </c:pt>
                      <c:pt idx="3848">
                        <c:v>43465</c:v>
                      </c:pt>
                      <c:pt idx="3849">
                        <c:v>43466</c:v>
                      </c:pt>
                      <c:pt idx="3850">
                        <c:v>43467</c:v>
                      </c:pt>
                      <c:pt idx="3851">
                        <c:v>43468</c:v>
                      </c:pt>
                      <c:pt idx="3852">
                        <c:v>43469</c:v>
                      </c:pt>
                      <c:pt idx="3853">
                        <c:v>43472</c:v>
                      </c:pt>
                      <c:pt idx="3854">
                        <c:v>43473</c:v>
                      </c:pt>
                      <c:pt idx="3855">
                        <c:v>43474</c:v>
                      </c:pt>
                      <c:pt idx="3856">
                        <c:v>43475</c:v>
                      </c:pt>
                      <c:pt idx="3857">
                        <c:v>43476</c:v>
                      </c:pt>
                      <c:pt idx="3858">
                        <c:v>43479</c:v>
                      </c:pt>
                      <c:pt idx="3859">
                        <c:v>43480</c:v>
                      </c:pt>
                      <c:pt idx="3860">
                        <c:v>43481</c:v>
                      </c:pt>
                      <c:pt idx="3861">
                        <c:v>43482</c:v>
                      </c:pt>
                      <c:pt idx="3862">
                        <c:v>43483</c:v>
                      </c:pt>
                      <c:pt idx="3863">
                        <c:v>43486</c:v>
                      </c:pt>
                      <c:pt idx="3864">
                        <c:v>43487</c:v>
                      </c:pt>
                      <c:pt idx="3865">
                        <c:v>43488</c:v>
                      </c:pt>
                      <c:pt idx="3866">
                        <c:v>43489</c:v>
                      </c:pt>
                      <c:pt idx="3867">
                        <c:v>43490</c:v>
                      </c:pt>
                      <c:pt idx="3868">
                        <c:v>43493</c:v>
                      </c:pt>
                      <c:pt idx="3869">
                        <c:v>43494</c:v>
                      </c:pt>
                      <c:pt idx="3870">
                        <c:v>43495</c:v>
                      </c:pt>
                      <c:pt idx="3871">
                        <c:v>43496</c:v>
                      </c:pt>
                      <c:pt idx="3872">
                        <c:v>43497</c:v>
                      </c:pt>
                      <c:pt idx="3873">
                        <c:v>43500</c:v>
                      </c:pt>
                      <c:pt idx="3874">
                        <c:v>43501</c:v>
                      </c:pt>
                      <c:pt idx="3875">
                        <c:v>43502</c:v>
                      </c:pt>
                      <c:pt idx="3876">
                        <c:v>43503</c:v>
                      </c:pt>
                      <c:pt idx="3877">
                        <c:v>43504</c:v>
                      </c:pt>
                      <c:pt idx="3878">
                        <c:v>43507</c:v>
                      </c:pt>
                      <c:pt idx="3879">
                        <c:v>43508</c:v>
                      </c:pt>
                      <c:pt idx="3880">
                        <c:v>43509</c:v>
                      </c:pt>
                      <c:pt idx="3881">
                        <c:v>43510</c:v>
                      </c:pt>
                      <c:pt idx="3882">
                        <c:v>43511</c:v>
                      </c:pt>
                      <c:pt idx="3883">
                        <c:v>43514</c:v>
                      </c:pt>
                      <c:pt idx="3884">
                        <c:v>43515</c:v>
                      </c:pt>
                      <c:pt idx="3885">
                        <c:v>43516</c:v>
                      </c:pt>
                      <c:pt idx="3886">
                        <c:v>43517</c:v>
                      </c:pt>
                      <c:pt idx="3887">
                        <c:v>43518</c:v>
                      </c:pt>
                      <c:pt idx="3888">
                        <c:v>43521</c:v>
                      </c:pt>
                      <c:pt idx="3889">
                        <c:v>43522</c:v>
                      </c:pt>
                      <c:pt idx="3890">
                        <c:v>43523</c:v>
                      </c:pt>
                      <c:pt idx="3891">
                        <c:v>43524</c:v>
                      </c:pt>
                      <c:pt idx="3892">
                        <c:v>43525</c:v>
                      </c:pt>
                      <c:pt idx="3893">
                        <c:v>43528</c:v>
                      </c:pt>
                      <c:pt idx="3894">
                        <c:v>43529</c:v>
                      </c:pt>
                      <c:pt idx="3895">
                        <c:v>43530</c:v>
                      </c:pt>
                      <c:pt idx="3896">
                        <c:v>43531</c:v>
                      </c:pt>
                      <c:pt idx="3897">
                        <c:v>43532</c:v>
                      </c:pt>
                      <c:pt idx="3898">
                        <c:v>43535</c:v>
                      </c:pt>
                      <c:pt idx="3899">
                        <c:v>43536</c:v>
                      </c:pt>
                      <c:pt idx="3900">
                        <c:v>43537</c:v>
                      </c:pt>
                      <c:pt idx="3901">
                        <c:v>43538</c:v>
                      </c:pt>
                      <c:pt idx="3902">
                        <c:v>43539</c:v>
                      </c:pt>
                      <c:pt idx="3903">
                        <c:v>43542</c:v>
                      </c:pt>
                      <c:pt idx="3904">
                        <c:v>43543</c:v>
                      </c:pt>
                      <c:pt idx="3905">
                        <c:v>43544</c:v>
                      </c:pt>
                      <c:pt idx="3906">
                        <c:v>43545</c:v>
                      </c:pt>
                      <c:pt idx="3907">
                        <c:v>43546</c:v>
                      </c:pt>
                      <c:pt idx="3908">
                        <c:v>43549</c:v>
                      </c:pt>
                      <c:pt idx="3909">
                        <c:v>43550</c:v>
                      </c:pt>
                      <c:pt idx="3910">
                        <c:v>43551</c:v>
                      </c:pt>
                      <c:pt idx="3911">
                        <c:v>43552</c:v>
                      </c:pt>
                      <c:pt idx="3912">
                        <c:v>43553</c:v>
                      </c:pt>
                      <c:pt idx="3913">
                        <c:v>43556</c:v>
                      </c:pt>
                      <c:pt idx="3914">
                        <c:v>43557</c:v>
                      </c:pt>
                      <c:pt idx="3915">
                        <c:v>43558</c:v>
                      </c:pt>
                      <c:pt idx="3916">
                        <c:v>43559</c:v>
                      </c:pt>
                      <c:pt idx="3917">
                        <c:v>43560</c:v>
                      </c:pt>
                      <c:pt idx="3918">
                        <c:v>43563</c:v>
                      </c:pt>
                      <c:pt idx="3919">
                        <c:v>43564</c:v>
                      </c:pt>
                      <c:pt idx="3920">
                        <c:v>43565</c:v>
                      </c:pt>
                      <c:pt idx="3921">
                        <c:v>43566</c:v>
                      </c:pt>
                      <c:pt idx="3922">
                        <c:v>43567</c:v>
                      </c:pt>
                      <c:pt idx="3923">
                        <c:v>43570</c:v>
                      </c:pt>
                      <c:pt idx="3924">
                        <c:v>43571</c:v>
                      </c:pt>
                      <c:pt idx="3925">
                        <c:v>43572</c:v>
                      </c:pt>
                      <c:pt idx="3926">
                        <c:v>43573</c:v>
                      </c:pt>
                      <c:pt idx="3927">
                        <c:v>43574</c:v>
                      </c:pt>
                      <c:pt idx="3928">
                        <c:v>43577</c:v>
                      </c:pt>
                      <c:pt idx="3929">
                        <c:v>43578</c:v>
                      </c:pt>
                      <c:pt idx="3930">
                        <c:v>43579</c:v>
                      </c:pt>
                      <c:pt idx="3931">
                        <c:v>43580</c:v>
                      </c:pt>
                      <c:pt idx="3932">
                        <c:v>43581</c:v>
                      </c:pt>
                      <c:pt idx="3933">
                        <c:v>43584</c:v>
                      </c:pt>
                      <c:pt idx="3934">
                        <c:v>43585</c:v>
                      </c:pt>
                      <c:pt idx="3935">
                        <c:v>43586</c:v>
                      </c:pt>
                      <c:pt idx="3936">
                        <c:v>43587</c:v>
                      </c:pt>
                      <c:pt idx="3937">
                        <c:v>43588</c:v>
                      </c:pt>
                      <c:pt idx="3938">
                        <c:v>43591</c:v>
                      </c:pt>
                      <c:pt idx="3939">
                        <c:v>43592</c:v>
                      </c:pt>
                      <c:pt idx="3940">
                        <c:v>43593</c:v>
                      </c:pt>
                      <c:pt idx="3941">
                        <c:v>43594</c:v>
                      </c:pt>
                      <c:pt idx="3942">
                        <c:v>43595</c:v>
                      </c:pt>
                      <c:pt idx="3943">
                        <c:v>43598</c:v>
                      </c:pt>
                      <c:pt idx="3944">
                        <c:v>43599</c:v>
                      </c:pt>
                      <c:pt idx="3945">
                        <c:v>43600</c:v>
                      </c:pt>
                      <c:pt idx="3946">
                        <c:v>43601</c:v>
                      </c:pt>
                      <c:pt idx="3947">
                        <c:v>43602</c:v>
                      </c:pt>
                      <c:pt idx="3948">
                        <c:v>43605</c:v>
                      </c:pt>
                      <c:pt idx="3949">
                        <c:v>43606</c:v>
                      </c:pt>
                      <c:pt idx="3950">
                        <c:v>43607</c:v>
                      </c:pt>
                      <c:pt idx="3951">
                        <c:v>43608</c:v>
                      </c:pt>
                      <c:pt idx="3952">
                        <c:v>43609</c:v>
                      </c:pt>
                      <c:pt idx="3953">
                        <c:v>43612</c:v>
                      </c:pt>
                      <c:pt idx="3954">
                        <c:v>43613</c:v>
                      </c:pt>
                      <c:pt idx="3955">
                        <c:v>43614</c:v>
                      </c:pt>
                      <c:pt idx="3956">
                        <c:v>43615</c:v>
                      </c:pt>
                      <c:pt idx="3957">
                        <c:v>43616</c:v>
                      </c:pt>
                      <c:pt idx="3958">
                        <c:v>43619</c:v>
                      </c:pt>
                      <c:pt idx="3959">
                        <c:v>43620</c:v>
                      </c:pt>
                      <c:pt idx="3960">
                        <c:v>43621</c:v>
                      </c:pt>
                      <c:pt idx="3961">
                        <c:v>43622</c:v>
                      </c:pt>
                      <c:pt idx="3962">
                        <c:v>43623</c:v>
                      </c:pt>
                      <c:pt idx="3963">
                        <c:v>43626</c:v>
                      </c:pt>
                      <c:pt idx="3964">
                        <c:v>43627</c:v>
                      </c:pt>
                      <c:pt idx="3965">
                        <c:v>43628</c:v>
                      </c:pt>
                      <c:pt idx="3966">
                        <c:v>43629</c:v>
                      </c:pt>
                      <c:pt idx="3967">
                        <c:v>43630</c:v>
                      </c:pt>
                      <c:pt idx="3968">
                        <c:v>43633</c:v>
                      </c:pt>
                      <c:pt idx="3969">
                        <c:v>43634</c:v>
                      </c:pt>
                      <c:pt idx="3970">
                        <c:v>43635</c:v>
                      </c:pt>
                      <c:pt idx="3971">
                        <c:v>43636</c:v>
                      </c:pt>
                      <c:pt idx="3972">
                        <c:v>43637</c:v>
                      </c:pt>
                      <c:pt idx="3973">
                        <c:v>43640</c:v>
                      </c:pt>
                      <c:pt idx="3974">
                        <c:v>43641</c:v>
                      </c:pt>
                      <c:pt idx="3975">
                        <c:v>43642</c:v>
                      </c:pt>
                      <c:pt idx="3976">
                        <c:v>43643</c:v>
                      </c:pt>
                      <c:pt idx="3977">
                        <c:v>43644</c:v>
                      </c:pt>
                      <c:pt idx="3978">
                        <c:v>43647</c:v>
                      </c:pt>
                      <c:pt idx="3979">
                        <c:v>43648</c:v>
                      </c:pt>
                      <c:pt idx="3980">
                        <c:v>43649</c:v>
                      </c:pt>
                      <c:pt idx="3981">
                        <c:v>43650</c:v>
                      </c:pt>
                      <c:pt idx="3982">
                        <c:v>43651</c:v>
                      </c:pt>
                      <c:pt idx="3983">
                        <c:v>43654</c:v>
                      </c:pt>
                      <c:pt idx="3984">
                        <c:v>43655</c:v>
                      </c:pt>
                      <c:pt idx="3985">
                        <c:v>43656</c:v>
                      </c:pt>
                      <c:pt idx="3986">
                        <c:v>43657</c:v>
                      </c:pt>
                      <c:pt idx="3987">
                        <c:v>43658</c:v>
                      </c:pt>
                      <c:pt idx="3988">
                        <c:v>43661</c:v>
                      </c:pt>
                      <c:pt idx="3989">
                        <c:v>43662</c:v>
                      </c:pt>
                      <c:pt idx="3990">
                        <c:v>43663</c:v>
                      </c:pt>
                      <c:pt idx="3991">
                        <c:v>43664</c:v>
                      </c:pt>
                      <c:pt idx="3992">
                        <c:v>43665</c:v>
                      </c:pt>
                      <c:pt idx="3993">
                        <c:v>43668</c:v>
                      </c:pt>
                      <c:pt idx="3994">
                        <c:v>43669</c:v>
                      </c:pt>
                      <c:pt idx="3995">
                        <c:v>43670</c:v>
                      </c:pt>
                      <c:pt idx="3996">
                        <c:v>43671</c:v>
                      </c:pt>
                      <c:pt idx="3997">
                        <c:v>43672</c:v>
                      </c:pt>
                      <c:pt idx="3998">
                        <c:v>43675</c:v>
                      </c:pt>
                      <c:pt idx="3999">
                        <c:v>43676</c:v>
                      </c:pt>
                      <c:pt idx="4000">
                        <c:v>43677</c:v>
                      </c:pt>
                      <c:pt idx="4001">
                        <c:v>43678</c:v>
                      </c:pt>
                      <c:pt idx="4002">
                        <c:v>43679</c:v>
                      </c:pt>
                      <c:pt idx="4003">
                        <c:v>43682</c:v>
                      </c:pt>
                      <c:pt idx="4004">
                        <c:v>43683</c:v>
                      </c:pt>
                      <c:pt idx="4005">
                        <c:v>43684</c:v>
                      </c:pt>
                      <c:pt idx="4006">
                        <c:v>43685</c:v>
                      </c:pt>
                      <c:pt idx="4007">
                        <c:v>43686</c:v>
                      </c:pt>
                      <c:pt idx="4008">
                        <c:v>43689</c:v>
                      </c:pt>
                      <c:pt idx="4009">
                        <c:v>43690</c:v>
                      </c:pt>
                      <c:pt idx="4010">
                        <c:v>43691</c:v>
                      </c:pt>
                      <c:pt idx="4011">
                        <c:v>43692</c:v>
                      </c:pt>
                      <c:pt idx="4012">
                        <c:v>43693</c:v>
                      </c:pt>
                      <c:pt idx="4013">
                        <c:v>43696</c:v>
                      </c:pt>
                      <c:pt idx="4014">
                        <c:v>43697</c:v>
                      </c:pt>
                      <c:pt idx="4015">
                        <c:v>43698</c:v>
                      </c:pt>
                      <c:pt idx="4016">
                        <c:v>43699</c:v>
                      </c:pt>
                      <c:pt idx="4017">
                        <c:v>43700</c:v>
                      </c:pt>
                      <c:pt idx="4018">
                        <c:v>43703</c:v>
                      </c:pt>
                      <c:pt idx="4019">
                        <c:v>43704</c:v>
                      </c:pt>
                      <c:pt idx="4020">
                        <c:v>43705</c:v>
                      </c:pt>
                      <c:pt idx="4021">
                        <c:v>43706</c:v>
                      </c:pt>
                      <c:pt idx="4022">
                        <c:v>43707</c:v>
                      </c:pt>
                      <c:pt idx="4023">
                        <c:v>43710</c:v>
                      </c:pt>
                      <c:pt idx="4024">
                        <c:v>43711</c:v>
                      </c:pt>
                      <c:pt idx="4025">
                        <c:v>43712</c:v>
                      </c:pt>
                      <c:pt idx="4026">
                        <c:v>43713</c:v>
                      </c:pt>
                      <c:pt idx="4027">
                        <c:v>43714</c:v>
                      </c:pt>
                      <c:pt idx="4028">
                        <c:v>43717</c:v>
                      </c:pt>
                      <c:pt idx="4029">
                        <c:v>43718</c:v>
                      </c:pt>
                      <c:pt idx="4030">
                        <c:v>43719</c:v>
                      </c:pt>
                      <c:pt idx="4031">
                        <c:v>43720</c:v>
                      </c:pt>
                      <c:pt idx="4032">
                        <c:v>43721</c:v>
                      </c:pt>
                      <c:pt idx="4033">
                        <c:v>43724</c:v>
                      </c:pt>
                      <c:pt idx="4034">
                        <c:v>43725</c:v>
                      </c:pt>
                      <c:pt idx="4035">
                        <c:v>43726</c:v>
                      </c:pt>
                      <c:pt idx="4036">
                        <c:v>43727</c:v>
                      </c:pt>
                      <c:pt idx="4037">
                        <c:v>43728</c:v>
                      </c:pt>
                      <c:pt idx="4038">
                        <c:v>43731</c:v>
                      </c:pt>
                      <c:pt idx="4039">
                        <c:v>43732</c:v>
                      </c:pt>
                      <c:pt idx="4040">
                        <c:v>43733</c:v>
                      </c:pt>
                      <c:pt idx="4041">
                        <c:v>43734</c:v>
                      </c:pt>
                      <c:pt idx="4042">
                        <c:v>43735</c:v>
                      </c:pt>
                      <c:pt idx="4043">
                        <c:v>43738</c:v>
                      </c:pt>
                      <c:pt idx="4044">
                        <c:v>43739</c:v>
                      </c:pt>
                      <c:pt idx="4045">
                        <c:v>43740</c:v>
                      </c:pt>
                      <c:pt idx="4046">
                        <c:v>43741</c:v>
                      </c:pt>
                      <c:pt idx="4047">
                        <c:v>43742</c:v>
                      </c:pt>
                      <c:pt idx="4048">
                        <c:v>43745</c:v>
                      </c:pt>
                      <c:pt idx="4049">
                        <c:v>43746</c:v>
                      </c:pt>
                      <c:pt idx="4050">
                        <c:v>43747</c:v>
                      </c:pt>
                      <c:pt idx="4051">
                        <c:v>43748</c:v>
                      </c:pt>
                      <c:pt idx="4052">
                        <c:v>43749</c:v>
                      </c:pt>
                      <c:pt idx="4053">
                        <c:v>43752</c:v>
                      </c:pt>
                      <c:pt idx="4054">
                        <c:v>43753</c:v>
                      </c:pt>
                      <c:pt idx="4055">
                        <c:v>43754</c:v>
                      </c:pt>
                      <c:pt idx="4056">
                        <c:v>43755</c:v>
                      </c:pt>
                      <c:pt idx="4057">
                        <c:v>43756</c:v>
                      </c:pt>
                      <c:pt idx="4058">
                        <c:v>43759</c:v>
                      </c:pt>
                      <c:pt idx="4059">
                        <c:v>43760</c:v>
                      </c:pt>
                      <c:pt idx="4060">
                        <c:v>43761</c:v>
                      </c:pt>
                      <c:pt idx="4061">
                        <c:v>43762</c:v>
                      </c:pt>
                      <c:pt idx="4062">
                        <c:v>43763</c:v>
                      </c:pt>
                      <c:pt idx="4063">
                        <c:v>43766</c:v>
                      </c:pt>
                      <c:pt idx="4064">
                        <c:v>43767</c:v>
                      </c:pt>
                      <c:pt idx="4065">
                        <c:v>43768</c:v>
                      </c:pt>
                      <c:pt idx="4066">
                        <c:v>43769</c:v>
                      </c:pt>
                      <c:pt idx="4067">
                        <c:v>43770</c:v>
                      </c:pt>
                      <c:pt idx="4068">
                        <c:v>43773</c:v>
                      </c:pt>
                      <c:pt idx="4069">
                        <c:v>43774</c:v>
                      </c:pt>
                      <c:pt idx="4070">
                        <c:v>43775</c:v>
                      </c:pt>
                      <c:pt idx="4071">
                        <c:v>43776</c:v>
                      </c:pt>
                      <c:pt idx="4072">
                        <c:v>43777</c:v>
                      </c:pt>
                      <c:pt idx="4073">
                        <c:v>43780</c:v>
                      </c:pt>
                      <c:pt idx="4074">
                        <c:v>43781</c:v>
                      </c:pt>
                      <c:pt idx="4075">
                        <c:v>43782</c:v>
                      </c:pt>
                      <c:pt idx="4076">
                        <c:v>43783</c:v>
                      </c:pt>
                      <c:pt idx="4077">
                        <c:v>43784</c:v>
                      </c:pt>
                      <c:pt idx="4078">
                        <c:v>43787</c:v>
                      </c:pt>
                      <c:pt idx="4079">
                        <c:v>43788</c:v>
                      </c:pt>
                      <c:pt idx="4080">
                        <c:v>43789</c:v>
                      </c:pt>
                      <c:pt idx="4081">
                        <c:v>43790</c:v>
                      </c:pt>
                      <c:pt idx="4082">
                        <c:v>43791</c:v>
                      </c:pt>
                      <c:pt idx="4083">
                        <c:v>43794</c:v>
                      </c:pt>
                      <c:pt idx="4084">
                        <c:v>43795</c:v>
                      </c:pt>
                      <c:pt idx="4085">
                        <c:v>43796</c:v>
                      </c:pt>
                      <c:pt idx="4086">
                        <c:v>43797</c:v>
                      </c:pt>
                      <c:pt idx="4087">
                        <c:v>43798</c:v>
                      </c:pt>
                      <c:pt idx="4088">
                        <c:v>43801</c:v>
                      </c:pt>
                      <c:pt idx="4089">
                        <c:v>43802</c:v>
                      </c:pt>
                      <c:pt idx="4090">
                        <c:v>43803</c:v>
                      </c:pt>
                      <c:pt idx="4091">
                        <c:v>43804</c:v>
                      </c:pt>
                      <c:pt idx="4092">
                        <c:v>43805</c:v>
                      </c:pt>
                      <c:pt idx="4093">
                        <c:v>43808</c:v>
                      </c:pt>
                      <c:pt idx="4094">
                        <c:v>43809</c:v>
                      </c:pt>
                      <c:pt idx="4095">
                        <c:v>43810</c:v>
                      </c:pt>
                      <c:pt idx="4096">
                        <c:v>43811</c:v>
                      </c:pt>
                      <c:pt idx="4097">
                        <c:v>43812</c:v>
                      </c:pt>
                      <c:pt idx="4098">
                        <c:v>43815</c:v>
                      </c:pt>
                      <c:pt idx="4099">
                        <c:v>43816</c:v>
                      </c:pt>
                      <c:pt idx="4100">
                        <c:v>43817</c:v>
                      </c:pt>
                      <c:pt idx="4101">
                        <c:v>43818</c:v>
                      </c:pt>
                      <c:pt idx="4102">
                        <c:v>43819</c:v>
                      </c:pt>
                      <c:pt idx="4103">
                        <c:v>43822</c:v>
                      </c:pt>
                      <c:pt idx="4104">
                        <c:v>43823</c:v>
                      </c:pt>
                      <c:pt idx="4105">
                        <c:v>43824</c:v>
                      </c:pt>
                      <c:pt idx="4106">
                        <c:v>43825</c:v>
                      </c:pt>
                      <c:pt idx="4107">
                        <c:v>43826</c:v>
                      </c:pt>
                      <c:pt idx="4108">
                        <c:v>43829</c:v>
                      </c:pt>
                      <c:pt idx="4109">
                        <c:v>43830</c:v>
                      </c:pt>
                      <c:pt idx="4110">
                        <c:v>43831</c:v>
                      </c:pt>
                      <c:pt idx="4111">
                        <c:v>43832</c:v>
                      </c:pt>
                      <c:pt idx="4112">
                        <c:v>43833</c:v>
                      </c:pt>
                      <c:pt idx="4113">
                        <c:v>43836</c:v>
                      </c:pt>
                      <c:pt idx="4114">
                        <c:v>43837</c:v>
                      </c:pt>
                      <c:pt idx="4115">
                        <c:v>43838</c:v>
                      </c:pt>
                      <c:pt idx="4116">
                        <c:v>43839</c:v>
                      </c:pt>
                      <c:pt idx="4117">
                        <c:v>43840</c:v>
                      </c:pt>
                      <c:pt idx="4118">
                        <c:v>43843</c:v>
                      </c:pt>
                      <c:pt idx="4119">
                        <c:v>43844</c:v>
                      </c:pt>
                      <c:pt idx="4120">
                        <c:v>43845</c:v>
                      </c:pt>
                      <c:pt idx="4121">
                        <c:v>43846</c:v>
                      </c:pt>
                      <c:pt idx="4122">
                        <c:v>43847</c:v>
                      </c:pt>
                      <c:pt idx="4123">
                        <c:v>43850</c:v>
                      </c:pt>
                      <c:pt idx="4124">
                        <c:v>43851</c:v>
                      </c:pt>
                      <c:pt idx="4125">
                        <c:v>43852</c:v>
                      </c:pt>
                      <c:pt idx="4126">
                        <c:v>43853</c:v>
                      </c:pt>
                      <c:pt idx="4127">
                        <c:v>43854</c:v>
                      </c:pt>
                      <c:pt idx="4128">
                        <c:v>43857</c:v>
                      </c:pt>
                      <c:pt idx="4129">
                        <c:v>43858</c:v>
                      </c:pt>
                      <c:pt idx="4130">
                        <c:v>43859</c:v>
                      </c:pt>
                      <c:pt idx="4131">
                        <c:v>43860</c:v>
                      </c:pt>
                      <c:pt idx="4132">
                        <c:v>43861</c:v>
                      </c:pt>
                      <c:pt idx="4133">
                        <c:v>43864</c:v>
                      </c:pt>
                      <c:pt idx="4134">
                        <c:v>43865</c:v>
                      </c:pt>
                      <c:pt idx="4135">
                        <c:v>43866</c:v>
                      </c:pt>
                      <c:pt idx="4136">
                        <c:v>43867</c:v>
                      </c:pt>
                      <c:pt idx="4137">
                        <c:v>43868</c:v>
                      </c:pt>
                      <c:pt idx="4138">
                        <c:v>43871</c:v>
                      </c:pt>
                      <c:pt idx="4139">
                        <c:v>43872</c:v>
                      </c:pt>
                      <c:pt idx="4140">
                        <c:v>43873</c:v>
                      </c:pt>
                      <c:pt idx="4141">
                        <c:v>43874</c:v>
                      </c:pt>
                      <c:pt idx="4142">
                        <c:v>43875</c:v>
                      </c:pt>
                      <c:pt idx="4143">
                        <c:v>43878</c:v>
                      </c:pt>
                      <c:pt idx="4144">
                        <c:v>43879</c:v>
                      </c:pt>
                      <c:pt idx="4145">
                        <c:v>43880</c:v>
                      </c:pt>
                      <c:pt idx="4146">
                        <c:v>43881</c:v>
                      </c:pt>
                      <c:pt idx="4147">
                        <c:v>43882</c:v>
                      </c:pt>
                      <c:pt idx="4148">
                        <c:v>43885</c:v>
                      </c:pt>
                      <c:pt idx="4149">
                        <c:v>43886</c:v>
                      </c:pt>
                      <c:pt idx="4150">
                        <c:v>43887</c:v>
                      </c:pt>
                      <c:pt idx="4151">
                        <c:v>43888</c:v>
                      </c:pt>
                      <c:pt idx="4152">
                        <c:v>43889</c:v>
                      </c:pt>
                      <c:pt idx="4153">
                        <c:v>43892</c:v>
                      </c:pt>
                      <c:pt idx="4154">
                        <c:v>43893</c:v>
                      </c:pt>
                      <c:pt idx="4155">
                        <c:v>43894</c:v>
                      </c:pt>
                      <c:pt idx="4156">
                        <c:v>43895</c:v>
                      </c:pt>
                      <c:pt idx="4157">
                        <c:v>43896</c:v>
                      </c:pt>
                      <c:pt idx="4158">
                        <c:v>43899</c:v>
                      </c:pt>
                      <c:pt idx="4159">
                        <c:v>43900</c:v>
                      </c:pt>
                      <c:pt idx="4160">
                        <c:v>43901</c:v>
                      </c:pt>
                      <c:pt idx="4161">
                        <c:v>43902</c:v>
                      </c:pt>
                      <c:pt idx="4162">
                        <c:v>43903</c:v>
                      </c:pt>
                      <c:pt idx="4163">
                        <c:v>43906</c:v>
                      </c:pt>
                      <c:pt idx="4164">
                        <c:v>43907</c:v>
                      </c:pt>
                      <c:pt idx="4165">
                        <c:v>43908</c:v>
                      </c:pt>
                      <c:pt idx="4166">
                        <c:v>43909</c:v>
                      </c:pt>
                      <c:pt idx="4167">
                        <c:v>43910</c:v>
                      </c:pt>
                      <c:pt idx="4168">
                        <c:v>43913</c:v>
                      </c:pt>
                      <c:pt idx="4169">
                        <c:v>43914</c:v>
                      </c:pt>
                      <c:pt idx="4170">
                        <c:v>43915</c:v>
                      </c:pt>
                      <c:pt idx="4171">
                        <c:v>43916</c:v>
                      </c:pt>
                      <c:pt idx="4172">
                        <c:v>43917</c:v>
                      </c:pt>
                      <c:pt idx="4173">
                        <c:v>43920</c:v>
                      </c:pt>
                      <c:pt idx="4174">
                        <c:v>43921</c:v>
                      </c:pt>
                      <c:pt idx="4175">
                        <c:v>43922</c:v>
                      </c:pt>
                      <c:pt idx="4176">
                        <c:v>43923</c:v>
                      </c:pt>
                      <c:pt idx="4177">
                        <c:v>43924</c:v>
                      </c:pt>
                      <c:pt idx="4178">
                        <c:v>43927</c:v>
                      </c:pt>
                      <c:pt idx="4179">
                        <c:v>43928</c:v>
                      </c:pt>
                      <c:pt idx="4180">
                        <c:v>43929</c:v>
                      </c:pt>
                      <c:pt idx="4181">
                        <c:v>43930</c:v>
                      </c:pt>
                      <c:pt idx="4182">
                        <c:v>43931</c:v>
                      </c:pt>
                      <c:pt idx="4183">
                        <c:v>43934</c:v>
                      </c:pt>
                      <c:pt idx="4184">
                        <c:v>43935</c:v>
                      </c:pt>
                      <c:pt idx="4185">
                        <c:v>43936</c:v>
                      </c:pt>
                      <c:pt idx="4186">
                        <c:v>43937</c:v>
                      </c:pt>
                      <c:pt idx="4187">
                        <c:v>43938</c:v>
                      </c:pt>
                      <c:pt idx="4188">
                        <c:v>43941</c:v>
                      </c:pt>
                      <c:pt idx="4189">
                        <c:v>43942</c:v>
                      </c:pt>
                      <c:pt idx="4190">
                        <c:v>43943</c:v>
                      </c:pt>
                      <c:pt idx="4191">
                        <c:v>43944</c:v>
                      </c:pt>
                      <c:pt idx="4192">
                        <c:v>43945</c:v>
                      </c:pt>
                      <c:pt idx="4193">
                        <c:v>43948</c:v>
                      </c:pt>
                      <c:pt idx="4194">
                        <c:v>43949</c:v>
                      </c:pt>
                      <c:pt idx="4195">
                        <c:v>43950</c:v>
                      </c:pt>
                      <c:pt idx="4196">
                        <c:v>43951</c:v>
                      </c:pt>
                      <c:pt idx="4197">
                        <c:v>43952</c:v>
                      </c:pt>
                      <c:pt idx="4198">
                        <c:v>43955</c:v>
                      </c:pt>
                      <c:pt idx="4199">
                        <c:v>43956</c:v>
                      </c:pt>
                      <c:pt idx="4200">
                        <c:v>43957</c:v>
                      </c:pt>
                      <c:pt idx="4201">
                        <c:v>43958</c:v>
                      </c:pt>
                      <c:pt idx="4202">
                        <c:v>43959</c:v>
                      </c:pt>
                      <c:pt idx="4203">
                        <c:v>43962</c:v>
                      </c:pt>
                      <c:pt idx="4204">
                        <c:v>43963</c:v>
                      </c:pt>
                      <c:pt idx="4205">
                        <c:v>43964</c:v>
                      </c:pt>
                      <c:pt idx="4206">
                        <c:v>43965</c:v>
                      </c:pt>
                      <c:pt idx="4207">
                        <c:v>43966</c:v>
                      </c:pt>
                      <c:pt idx="4208">
                        <c:v>43969</c:v>
                      </c:pt>
                      <c:pt idx="4209">
                        <c:v>43970</c:v>
                      </c:pt>
                      <c:pt idx="4210">
                        <c:v>43971</c:v>
                      </c:pt>
                      <c:pt idx="4211">
                        <c:v>43972</c:v>
                      </c:pt>
                      <c:pt idx="4212">
                        <c:v>43973</c:v>
                      </c:pt>
                      <c:pt idx="4213">
                        <c:v>43976</c:v>
                      </c:pt>
                      <c:pt idx="4214">
                        <c:v>43977</c:v>
                      </c:pt>
                      <c:pt idx="4215">
                        <c:v>43978</c:v>
                      </c:pt>
                      <c:pt idx="4216">
                        <c:v>43979</c:v>
                      </c:pt>
                      <c:pt idx="4217">
                        <c:v>43980</c:v>
                      </c:pt>
                      <c:pt idx="4218">
                        <c:v>43983</c:v>
                      </c:pt>
                      <c:pt idx="4219">
                        <c:v>43984</c:v>
                      </c:pt>
                      <c:pt idx="4220">
                        <c:v>43985</c:v>
                      </c:pt>
                      <c:pt idx="4221">
                        <c:v>43986</c:v>
                      </c:pt>
                      <c:pt idx="4222">
                        <c:v>43987</c:v>
                      </c:pt>
                      <c:pt idx="4223">
                        <c:v>43990</c:v>
                      </c:pt>
                      <c:pt idx="4224">
                        <c:v>43991</c:v>
                      </c:pt>
                      <c:pt idx="4225">
                        <c:v>43992</c:v>
                      </c:pt>
                      <c:pt idx="4226">
                        <c:v>43993</c:v>
                      </c:pt>
                      <c:pt idx="4227">
                        <c:v>43994</c:v>
                      </c:pt>
                      <c:pt idx="4228">
                        <c:v>43997</c:v>
                      </c:pt>
                      <c:pt idx="4229">
                        <c:v>43998</c:v>
                      </c:pt>
                      <c:pt idx="4230">
                        <c:v>43999</c:v>
                      </c:pt>
                      <c:pt idx="4231">
                        <c:v>44000</c:v>
                      </c:pt>
                      <c:pt idx="4232">
                        <c:v>44001</c:v>
                      </c:pt>
                      <c:pt idx="4233">
                        <c:v>44004</c:v>
                      </c:pt>
                      <c:pt idx="4234">
                        <c:v>44005</c:v>
                      </c:pt>
                      <c:pt idx="4235">
                        <c:v>44006</c:v>
                      </c:pt>
                      <c:pt idx="4236">
                        <c:v>44007</c:v>
                      </c:pt>
                      <c:pt idx="4237">
                        <c:v>44008</c:v>
                      </c:pt>
                      <c:pt idx="4238">
                        <c:v>44011</c:v>
                      </c:pt>
                      <c:pt idx="4239">
                        <c:v>44012</c:v>
                      </c:pt>
                      <c:pt idx="4240">
                        <c:v>44013</c:v>
                      </c:pt>
                      <c:pt idx="4241">
                        <c:v>44014</c:v>
                      </c:pt>
                      <c:pt idx="4242">
                        <c:v>44015</c:v>
                      </c:pt>
                      <c:pt idx="4243">
                        <c:v>44018</c:v>
                      </c:pt>
                      <c:pt idx="4244">
                        <c:v>44019</c:v>
                      </c:pt>
                      <c:pt idx="4245">
                        <c:v>44020</c:v>
                      </c:pt>
                      <c:pt idx="4246">
                        <c:v>44021</c:v>
                      </c:pt>
                      <c:pt idx="4247">
                        <c:v>44022</c:v>
                      </c:pt>
                      <c:pt idx="4248">
                        <c:v>44025</c:v>
                      </c:pt>
                      <c:pt idx="4249">
                        <c:v>44026</c:v>
                      </c:pt>
                      <c:pt idx="4250">
                        <c:v>44027</c:v>
                      </c:pt>
                      <c:pt idx="4251">
                        <c:v>44028</c:v>
                      </c:pt>
                      <c:pt idx="4252">
                        <c:v>44029</c:v>
                      </c:pt>
                      <c:pt idx="4253">
                        <c:v>44032</c:v>
                      </c:pt>
                      <c:pt idx="4254">
                        <c:v>44033</c:v>
                      </c:pt>
                      <c:pt idx="4255">
                        <c:v>44034</c:v>
                      </c:pt>
                      <c:pt idx="4256">
                        <c:v>44035</c:v>
                      </c:pt>
                      <c:pt idx="4257">
                        <c:v>44036</c:v>
                      </c:pt>
                      <c:pt idx="4258">
                        <c:v>44039</c:v>
                      </c:pt>
                      <c:pt idx="4259">
                        <c:v>44040</c:v>
                      </c:pt>
                      <c:pt idx="4260">
                        <c:v>44041</c:v>
                      </c:pt>
                      <c:pt idx="4261">
                        <c:v>44042</c:v>
                      </c:pt>
                      <c:pt idx="4262">
                        <c:v>44043</c:v>
                      </c:pt>
                      <c:pt idx="4263">
                        <c:v>44046</c:v>
                      </c:pt>
                      <c:pt idx="4264">
                        <c:v>44047</c:v>
                      </c:pt>
                      <c:pt idx="4265">
                        <c:v>44048</c:v>
                      </c:pt>
                      <c:pt idx="4266">
                        <c:v>44049</c:v>
                      </c:pt>
                      <c:pt idx="4267">
                        <c:v>44050</c:v>
                      </c:pt>
                      <c:pt idx="4268">
                        <c:v>44053</c:v>
                      </c:pt>
                      <c:pt idx="4269">
                        <c:v>44054</c:v>
                      </c:pt>
                      <c:pt idx="4270">
                        <c:v>44055</c:v>
                      </c:pt>
                      <c:pt idx="4271">
                        <c:v>44056</c:v>
                      </c:pt>
                      <c:pt idx="4272">
                        <c:v>44057</c:v>
                      </c:pt>
                      <c:pt idx="4273">
                        <c:v>44060</c:v>
                      </c:pt>
                      <c:pt idx="4274">
                        <c:v>44061</c:v>
                      </c:pt>
                      <c:pt idx="4275">
                        <c:v>44062</c:v>
                      </c:pt>
                      <c:pt idx="4276">
                        <c:v>44063</c:v>
                      </c:pt>
                      <c:pt idx="4277">
                        <c:v>44064</c:v>
                      </c:pt>
                      <c:pt idx="4278">
                        <c:v>44067</c:v>
                      </c:pt>
                      <c:pt idx="4279">
                        <c:v>44068</c:v>
                      </c:pt>
                      <c:pt idx="4280">
                        <c:v>44069</c:v>
                      </c:pt>
                      <c:pt idx="4281">
                        <c:v>44070</c:v>
                      </c:pt>
                      <c:pt idx="4282">
                        <c:v>44071</c:v>
                      </c:pt>
                      <c:pt idx="4283">
                        <c:v>44074</c:v>
                      </c:pt>
                      <c:pt idx="4284">
                        <c:v>44075</c:v>
                      </c:pt>
                      <c:pt idx="4285">
                        <c:v>44076</c:v>
                      </c:pt>
                      <c:pt idx="4286">
                        <c:v>44077</c:v>
                      </c:pt>
                      <c:pt idx="4287">
                        <c:v>44078</c:v>
                      </c:pt>
                      <c:pt idx="4288">
                        <c:v>44081</c:v>
                      </c:pt>
                      <c:pt idx="4289">
                        <c:v>44082</c:v>
                      </c:pt>
                      <c:pt idx="4290">
                        <c:v>44083</c:v>
                      </c:pt>
                      <c:pt idx="4291">
                        <c:v>44084</c:v>
                      </c:pt>
                      <c:pt idx="4292">
                        <c:v>44085</c:v>
                      </c:pt>
                      <c:pt idx="4293">
                        <c:v>44088</c:v>
                      </c:pt>
                      <c:pt idx="4294">
                        <c:v>44089</c:v>
                      </c:pt>
                      <c:pt idx="4295">
                        <c:v>44090</c:v>
                      </c:pt>
                      <c:pt idx="4296">
                        <c:v>44091</c:v>
                      </c:pt>
                      <c:pt idx="4297">
                        <c:v>44092</c:v>
                      </c:pt>
                      <c:pt idx="4298">
                        <c:v>44095</c:v>
                      </c:pt>
                      <c:pt idx="4299">
                        <c:v>44096</c:v>
                      </c:pt>
                      <c:pt idx="4300">
                        <c:v>44097</c:v>
                      </c:pt>
                      <c:pt idx="4301">
                        <c:v>44098</c:v>
                      </c:pt>
                      <c:pt idx="4302">
                        <c:v>44099</c:v>
                      </c:pt>
                      <c:pt idx="4303">
                        <c:v>44102</c:v>
                      </c:pt>
                      <c:pt idx="4304">
                        <c:v>44103</c:v>
                      </c:pt>
                      <c:pt idx="4305">
                        <c:v>44104</c:v>
                      </c:pt>
                      <c:pt idx="4306">
                        <c:v>44105</c:v>
                      </c:pt>
                      <c:pt idx="4307">
                        <c:v>44106</c:v>
                      </c:pt>
                      <c:pt idx="4308">
                        <c:v>44109</c:v>
                      </c:pt>
                      <c:pt idx="4309">
                        <c:v>44110</c:v>
                      </c:pt>
                      <c:pt idx="4310">
                        <c:v>44111</c:v>
                      </c:pt>
                      <c:pt idx="4311">
                        <c:v>44112</c:v>
                      </c:pt>
                      <c:pt idx="4312">
                        <c:v>44113</c:v>
                      </c:pt>
                      <c:pt idx="4313">
                        <c:v>44116</c:v>
                      </c:pt>
                      <c:pt idx="4314">
                        <c:v>44117</c:v>
                      </c:pt>
                      <c:pt idx="4315">
                        <c:v>44118</c:v>
                      </c:pt>
                      <c:pt idx="4316">
                        <c:v>44119</c:v>
                      </c:pt>
                      <c:pt idx="4317">
                        <c:v>44120</c:v>
                      </c:pt>
                      <c:pt idx="4318">
                        <c:v>44123</c:v>
                      </c:pt>
                      <c:pt idx="4319">
                        <c:v>44124</c:v>
                      </c:pt>
                      <c:pt idx="4320">
                        <c:v>44125</c:v>
                      </c:pt>
                      <c:pt idx="4321">
                        <c:v>44126</c:v>
                      </c:pt>
                      <c:pt idx="4322">
                        <c:v>44127</c:v>
                      </c:pt>
                      <c:pt idx="4323">
                        <c:v>44130</c:v>
                      </c:pt>
                      <c:pt idx="4324">
                        <c:v>44131</c:v>
                      </c:pt>
                      <c:pt idx="4325">
                        <c:v>44132</c:v>
                      </c:pt>
                      <c:pt idx="4326">
                        <c:v>44133</c:v>
                      </c:pt>
                      <c:pt idx="4327">
                        <c:v>44134</c:v>
                      </c:pt>
                      <c:pt idx="4328">
                        <c:v>44137</c:v>
                      </c:pt>
                      <c:pt idx="4329">
                        <c:v>44138</c:v>
                      </c:pt>
                      <c:pt idx="4330">
                        <c:v>44139</c:v>
                      </c:pt>
                      <c:pt idx="4331">
                        <c:v>44140</c:v>
                      </c:pt>
                      <c:pt idx="4332">
                        <c:v>44141</c:v>
                      </c:pt>
                      <c:pt idx="4333">
                        <c:v>44144</c:v>
                      </c:pt>
                      <c:pt idx="4334">
                        <c:v>44145</c:v>
                      </c:pt>
                      <c:pt idx="4335">
                        <c:v>44146</c:v>
                      </c:pt>
                      <c:pt idx="4336">
                        <c:v>44147</c:v>
                      </c:pt>
                      <c:pt idx="4337">
                        <c:v>44148</c:v>
                      </c:pt>
                      <c:pt idx="4338">
                        <c:v>44151</c:v>
                      </c:pt>
                      <c:pt idx="4339">
                        <c:v>44152</c:v>
                      </c:pt>
                      <c:pt idx="4340">
                        <c:v>44153</c:v>
                      </c:pt>
                      <c:pt idx="4341">
                        <c:v>44154</c:v>
                      </c:pt>
                      <c:pt idx="4342">
                        <c:v>44155</c:v>
                      </c:pt>
                      <c:pt idx="4343">
                        <c:v>44158</c:v>
                      </c:pt>
                      <c:pt idx="4344">
                        <c:v>44159</c:v>
                      </c:pt>
                      <c:pt idx="4345">
                        <c:v>44160</c:v>
                      </c:pt>
                      <c:pt idx="4346">
                        <c:v>44161</c:v>
                      </c:pt>
                      <c:pt idx="4347">
                        <c:v>44162</c:v>
                      </c:pt>
                      <c:pt idx="4348">
                        <c:v>44165</c:v>
                      </c:pt>
                      <c:pt idx="4349">
                        <c:v>44166</c:v>
                      </c:pt>
                      <c:pt idx="4350">
                        <c:v>44167</c:v>
                      </c:pt>
                      <c:pt idx="4351">
                        <c:v>44168</c:v>
                      </c:pt>
                      <c:pt idx="4352">
                        <c:v>44169</c:v>
                      </c:pt>
                      <c:pt idx="4353">
                        <c:v>44172</c:v>
                      </c:pt>
                      <c:pt idx="4354">
                        <c:v>44173</c:v>
                      </c:pt>
                      <c:pt idx="4355">
                        <c:v>44174</c:v>
                      </c:pt>
                      <c:pt idx="4356">
                        <c:v>44175</c:v>
                      </c:pt>
                      <c:pt idx="4357">
                        <c:v>44176</c:v>
                      </c:pt>
                      <c:pt idx="4358">
                        <c:v>44179</c:v>
                      </c:pt>
                      <c:pt idx="4359">
                        <c:v>44180</c:v>
                      </c:pt>
                      <c:pt idx="4360">
                        <c:v>44181</c:v>
                      </c:pt>
                      <c:pt idx="4361">
                        <c:v>44182</c:v>
                      </c:pt>
                      <c:pt idx="4362">
                        <c:v>44183</c:v>
                      </c:pt>
                      <c:pt idx="4363">
                        <c:v>44186</c:v>
                      </c:pt>
                      <c:pt idx="4364">
                        <c:v>44187</c:v>
                      </c:pt>
                      <c:pt idx="4365">
                        <c:v>44188</c:v>
                      </c:pt>
                      <c:pt idx="4366">
                        <c:v>44189</c:v>
                      </c:pt>
                      <c:pt idx="4367">
                        <c:v>44190</c:v>
                      </c:pt>
                      <c:pt idx="4368">
                        <c:v>44193</c:v>
                      </c:pt>
                      <c:pt idx="4369">
                        <c:v>44194</c:v>
                      </c:pt>
                      <c:pt idx="4370">
                        <c:v>44195</c:v>
                      </c:pt>
                      <c:pt idx="4371">
                        <c:v>44196</c:v>
                      </c:pt>
                      <c:pt idx="4372">
                        <c:v>44197</c:v>
                      </c:pt>
                      <c:pt idx="4373">
                        <c:v>44200</c:v>
                      </c:pt>
                      <c:pt idx="4374">
                        <c:v>44201</c:v>
                      </c:pt>
                      <c:pt idx="4375">
                        <c:v>44202</c:v>
                      </c:pt>
                      <c:pt idx="4376">
                        <c:v>44203</c:v>
                      </c:pt>
                      <c:pt idx="4377">
                        <c:v>44204</c:v>
                      </c:pt>
                      <c:pt idx="4378">
                        <c:v>44207</c:v>
                      </c:pt>
                      <c:pt idx="4379">
                        <c:v>44208</c:v>
                      </c:pt>
                      <c:pt idx="4380">
                        <c:v>44209</c:v>
                      </c:pt>
                      <c:pt idx="4381">
                        <c:v>44210</c:v>
                      </c:pt>
                      <c:pt idx="4382">
                        <c:v>44211</c:v>
                      </c:pt>
                      <c:pt idx="4383">
                        <c:v>44214</c:v>
                      </c:pt>
                      <c:pt idx="4384">
                        <c:v>44215</c:v>
                      </c:pt>
                      <c:pt idx="4385">
                        <c:v>44216</c:v>
                      </c:pt>
                      <c:pt idx="4386">
                        <c:v>44217</c:v>
                      </c:pt>
                      <c:pt idx="4387">
                        <c:v>44218</c:v>
                      </c:pt>
                      <c:pt idx="4388">
                        <c:v>44221</c:v>
                      </c:pt>
                      <c:pt idx="4389">
                        <c:v>44222</c:v>
                      </c:pt>
                      <c:pt idx="4390">
                        <c:v>44223</c:v>
                      </c:pt>
                      <c:pt idx="4391">
                        <c:v>44224</c:v>
                      </c:pt>
                      <c:pt idx="4392">
                        <c:v>44225</c:v>
                      </c:pt>
                      <c:pt idx="4393">
                        <c:v>44228</c:v>
                      </c:pt>
                      <c:pt idx="4394">
                        <c:v>44229</c:v>
                      </c:pt>
                      <c:pt idx="4395">
                        <c:v>44230</c:v>
                      </c:pt>
                      <c:pt idx="4396">
                        <c:v>44231</c:v>
                      </c:pt>
                      <c:pt idx="4397">
                        <c:v>44232</c:v>
                      </c:pt>
                      <c:pt idx="4398">
                        <c:v>44235</c:v>
                      </c:pt>
                      <c:pt idx="4399">
                        <c:v>44236</c:v>
                      </c:pt>
                      <c:pt idx="4400">
                        <c:v>44237</c:v>
                      </c:pt>
                      <c:pt idx="4401">
                        <c:v>44238</c:v>
                      </c:pt>
                      <c:pt idx="4402">
                        <c:v>44239</c:v>
                      </c:pt>
                      <c:pt idx="4403">
                        <c:v>44242</c:v>
                      </c:pt>
                      <c:pt idx="4404">
                        <c:v>44243</c:v>
                      </c:pt>
                      <c:pt idx="4405">
                        <c:v>44244</c:v>
                      </c:pt>
                      <c:pt idx="4406">
                        <c:v>44245</c:v>
                      </c:pt>
                      <c:pt idx="4407">
                        <c:v>44246</c:v>
                      </c:pt>
                      <c:pt idx="4408">
                        <c:v>44249</c:v>
                      </c:pt>
                      <c:pt idx="4409">
                        <c:v>44250</c:v>
                      </c:pt>
                      <c:pt idx="4410">
                        <c:v>44251</c:v>
                      </c:pt>
                      <c:pt idx="4411">
                        <c:v>44252</c:v>
                      </c:pt>
                      <c:pt idx="4412">
                        <c:v>44253</c:v>
                      </c:pt>
                      <c:pt idx="4413">
                        <c:v>44256</c:v>
                      </c:pt>
                      <c:pt idx="4414">
                        <c:v>44257</c:v>
                      </c:pt>
                      <c:pt idx="4415">
                        <c:v>44258</c:v>
                      </c:pt>
                      <c:pt idx="4416">
                        <c:v>44259</c:v>
                      </c:pt>
                      <c:pt idx="4417">
                        <c:v>44260</c:v>
                      </c:pt>
                      <c:pt idx="4418">
                        <c:v>44263</c:v>
                      </c:pt>
                      <c:pt idx="4419">
                        <c:v>44264</c:v>
                      </c:pt>
                      <c:pt idx="4420">
                        <c:v>44265</c:v>
                      </c:pt>
                      <c:pt idx="4421">
                        <c:v>44266</c:v>
                      </c:pt>
                      <c:pt idx="4422">
                        <c:v>44267</c:v>
                      </c:pt>
                      <c:pt idx="4423">
                        <c:v>44270</c:v>
                      </c:pt>
                      <c:pt idx="4424">
                        <c:v>44271</c:v>
                      </c:pt>
                      <c:pt idx="4425">
                        <c:v>44272</c:v>
                      </c:pt>
                      <c:pt idx="4426">
                        <c:v>44273</c:v>
                      </c:pt>
                      <c:pt idx="4427">
                        <c:v>44274</c:v>
                      </c:pt>
                      <c:pt idx="4428">
                        <c:v>44277</c:v>
                      </c:pt>
                      <c:pt idx="4429">
                        <c:v>44278</c:v>
                      </c:pt>
                      <c:pt idx="4430">
                        <c:v>44279</c:v>
                      </c:pt>
                      <c:pt idx="4431">
                        <c:v>44280</c:v>
                      </c:pt>
                      <c:pt idx="4432">
                        <c:v>44281</c:v>
                      </c:pt>
                      <c:pt idx="4433">
                        <c:v>44284</c:v>
                      </c:pt>
                      <c:pt idx="4434">
                        <c:v>44285</c:v>
                      </c:pt>
                      <c:pt idx="4435">
                        <c:v>44286</c:v>
                      </c:pt>
                      <c:pt idx="4436">
                        <c:v>44287</c:v>
                      </c:pt>
                      <c:pt idx="4437">
                        <c:v>44288</c:v>
                      </c:pt>
                      <c:pt idx="4438">
                        <c:v>44291</c:v>
                      </c:pt>
                      <c:pt idx="4439">
                        <c:v>44292</c:v>
                      </c:pt>
                      <c:pt idx="4440">
                        <c:v>44293</c:v>
                      </c:pt>
                      <c:pt idx="4441">
                        <c:v>44294</c:v>
                      </c:pt>
                      <c:pt idx="4442">
                        <c:v>44295</c:v>
                      </c:pt>
                      <c:pt idx="4443">
                        <c:v>44298</c:v>
                      </c:pt>
                      <c:pt idx="4444">
                        <c:v>44299</c:v>
                      </c:pt>
                      <c:pt idx="4445">
                        <c:v>44300</c:v>
                      </c:pt>
                      <c:pt idx="4446">
                        <c:v>44301</c:v>
                      </c:pt>
                      <c:pt idx="4447">
                        <c:v>44302</c:v>
                      </c:pt>
                      <c:pt idx="4448">
                        <c:v>44305</c:v>
                      </c:pt>
                      <c:pt idx="4449">
                        <c:v>44306</c:v>
                      </c:pt>
                      <c:pt idx="4450">
                        <c:v>44307</c:v>
                      </c:pt>
                      <c:pt idx="4451">
                        <c:v>44308</c:v>
                      </c:pt>
                      <c:pt idx="4452">
                        <c:v>44309</c:v>
                      </c:pt>
                      <c:pt idx="4453">
                        <c:v>44312</c:v>
                      </c:pt>
                      <c:pt idx="4454">
                        <c:v>44313</c:v>
                      </c:pt>
                      <c:pt idx="4455">
                        <c:v>44314</c:v>
                      </c:pt>
                      <c:pt idx="4456">
                        <c:v>44315</c:v>
                      </c:pt>
                      <c:pt idx="4457">
                        <c:v>44316</c:v>
                      </c:pt>
                      <c:pt idx="4458">
                        <c:v>44319</c:v>
                      </c:pt>
                      <c:pt idx="4459">
                        <c:v>44320</c:v>
                      </c:pt>
                      <c:pt idx="4460">
                        <c:v>44321</c:v>
                      </c:pt>
                      <c:pt idx="4461">
                        <c:v>44322</c:v>
                      </c:pt>
                      <c:pt idx="4462">
                        <c:v>44323</c:v>
                      </c:pt>
                      <c:pt idx="4463">
                        <c:v>44326</c:v>
                      </c:pt>
                      <c:pt idx="4464">
                        <c:v>44327</c:v>
                      </c:pt>
                      <c:pt idx="4465">
                        <c:v>44328</c:v>
                      </c:pt>
                      <c:pt idx="4466">
                        <c:v>44329</c:v>
                      </c:pt>
                      <c:pt idx="4467">
                        <c:v>44330</c:v>
                      </c:pt>
                      <c:pt idx="4468">
                        <c:v>44333</c:v>
                      </c:pt>
                      <c:pt idx="4469">
                        <c:v>44334</c:v>
                      </c:pt>
                      <c:pt idx="4470">
                        <c:v>44335</c:v>
                      </c:pt>
                      <c:pt idx="4471">
                        <c:v>44336</c:v>
                      </c:pt>
                      <c:pt idx="4472">
                        <c:v>44337</c:v>
                      </c:pt>
                      <c:pt idx="4473">
                        <c:v>44340</c:v>
                      </c:pt>
                      <c:pt idx="4474">
                        <c:v>44341</c:v>
                      </c:pt>
                      <c:pt idx="4475">
                        <c:v>44342</c:v>
                      </c:pt>
                      <c:pt idx="4476">
                        <c:v>44343</c:v>
                      </c:pt>
                      <c:pt idx="4477">
                        <c:v>44344</c:v>
                      </c:pt>
                      <c:pt idx="4478">
                        <c:v>44347</c:v>
                      </c:pt>
                      <c:pt idx="4479">
                        <c:v>44348</c:v>
                      </c:pt>
                      <c:pt idx="4480">
                        <c:v>44349</c:v>
                      </c:pt>
                      <c:pt idx="4481">
                        <c:v>44350</c:v>
                      </c:pt>
                      <c:pt idx="4482">
                        <c:v>44351</c:v>
                      </c:pt>
                      <c:pt idx="4483">
                        <c:v>44354</c:v>
                      </c:pt>
                      <c:pt idx="4484">
                        <c:v>44355</c:v>
                      </c:pt>
                      <c:pt idx="4485">
                        <c:v>44356</c:v>
                      </c:pt>
                      <c:pt idx="4486">
                        <c:v>44357</c:v>
                      </c:pt>
                      <c:pt idx="4487">
                        <c:v>44358</c:v>
                      </c:pt>
                      <c:pt idx="4488">
                        <c:v>44361</c:v>
                      </c:pt>
                      <c:pt idx="4489">
                        <c:v>44362</c:v>
                      </c:pt>
                      <c:pt idx="4490">
                        <c:v>44363</c:v>
                      </c:pt>
                      <c:pt idx="4491">
                        <c:v>44364</c:v>
                      </c:pt>
                      <c:pt idx="4492">
                        <c:v>44365</c:v>
                      </c:pt>
                      <c:pt idx="4493">
                        <c:v>44368</c:v>
                      </c:pt>
                      <c:pt idx="4494">
                        <c:v>44369</c:v>
                      </c:pt>
                      <c:pt idx="4495">
                        <c:v>44370</c:v>
                      </c:pt>
                      <c:pt idx="4496">
                        <c:v>44371</c:v>
                      </c:pt>
                      <c:pt idx="4497">
                        <c:v>44372</c:v>
                      </c:pt>
                      <c:pt idx="4498">
                        <c:v>44375</c:v>
                      </c:pt>
                      <c:pt idx="4499">
                        <c:v>44376</c:v>
                      </c:pt>
                      <c:pt idx="4500">
                        <c:v>44377</c:v>
                      </c:pt>
                      <c:pt idx="4501">
                        <c:v>44378</c:v>
                      </c:pt>
                      <c:pt idx="4502">
                        <c:v>44379</c:v>
                      </c:pt>
                      <c:pt idx="4503">
                        <c:v>44382</c:v>
                      </c:pt>
                      <c:pt idx="4504">
                        <c:v>44383</c:v>
                      </c:pt>
                      <c:pt idx="4505">
                        <c:v>44384</c:v>
                      </c:pt>
                      <c:pt idx="4506">
                        <c:v>44385</c:v>
                      </c:pt>
                      <c:pt idx="4507">
                        <c:v>44386</c:v>
                      </c:pt>
                      <c:pt idx="4508">
                        <c:v>44389</c:v>
                      </c:pt>
                      <c:pt idx="4509">
                        <c:v>44390</c:v>
                      </c:pt>
                      <c:pt idx="4510">
                        <c:v>44391</c:v>
                      </c:pt>
                      <c:pt idx="4511">
                        <c:v>44392</c:v>
                      </c:pt>
                      <c:pt idx="4512">
                        <c:v>44393</c:v>
                      </c:pt>
                      <c:pt idx="4513">
                        <c:v>44396</c:v>
                      </c:pt>
                      <c:pt idx="4514">
                        <c:v>44397</c:v>
                      </c:pt>
                      <c:pt idx="4515">
                        <c:v>44398</c:v>
                      </c:pt>
                      <c:pt idx="4516">
                        <c:v>44399</c:v>
                      </c:pt>
                      <c:pt idx="4517">
                        <c:v>44400</c:v>
                      </c:pt>
                      <c:pt idx="4518">
                        <c:v>44403</c:v>
                      </c:pt>
                      <c:pt idx="4519">
                        <c:v>44404</c:v>
                      </c:pt>
                      <c:pt idx="4520">
                        <c:v>44405</c:v>
                      </c:pt>
                      <c:pt idx="4521">
                        <c:v>44406</c:v>
                      </c:pt>
                      <c:pt idx="4522">
                        <c:v>44407</c:v>
                      </c:pt>
                      <c:pt idx="4523">
                        <c:v>44410</c:v>
                      </c:pt>
                      <c:pt idx="4524">
                        <c:v>44411</c:v>
                      </c:pt>
                      <c:pt idx="4525">
                        <c:v>44412</c:v>
                      </c:pt>
                      <c:pt idx="4526">
                        <c:v>44413</c:v>
                      </c:pt>
                      <c:pt idx="4527">
                        <c:v>44414</c:v>
                      </c:pt>
                      <c:pt idx="4528">
                        <c:v>44417</c:v>
                      </c:pt>
                      <c:pt idx="4529">
                        <c:v>44418</c:v>
                      </c:pt>
                      <c:pt idx="4530">
                        <c:v>44419</c:v>
                      </c:pt>
                      <c:pt idx="4531">
                        <c:v>44420</c:v>
                      </c:pt>
                      <c:pt idx="4532">
                        <c:v>44421</c:v>
                      </c:pt>
                      <c:pt idx="4533">
                        <c:v>44424</c:v>
                      </c:pt>
                      <c:pt idx="4534">
                        <c:v>44425</c:v>
                      </c:pt>
                      <c:pt idx="4535">
                        <c:v>44426</c:v>
                      </c:pt>
                      <c:pt idx="4536">
                        <c:v>44427</c:v>
                      </c:pt>
                      <c:pt idx="4537">
                        <c:v>44428</c:v>
                      </c:pt>
                      <c:pt idx="4538">
                        <c:v>44431</c:v>
                      </c:pt>
                      <c:pt idx="4539">
                        <c:v>44432</c:v>
                      </c:pt>
                      <c:pt idx="4540">
                        <c:v>44433</c:v>
                      </c:pt>
                      <c:pt idx="4541">
                        <c:v>44434</c:v>
                      </c:pt>
                      <c:pt idx="4542">
                        <c:v>44435</c:v>
                      </c:pt>
                      <c:pt idx="4543">
                        <c:v>44438</c:v>
                      </c:pt>
                      <c:pt idx="4544">
                        <c:v>44439</c:v>
                      </c:pt>
                      <c:pt idx="4545">
                        <c:v>44440</c:v>
                      </c:pt>
                      <c:pt idx="4546">
                        <c:v>44441</c:v>
                      </c:pt>
                      <c:pt idx="4547">
                        <c:v>44442</c:v>
                      </c:pt>
                      <c:pt idx="4548">
                        <c:v>44445</c:v>
                      </c:pt>
                      <c:pt idx="4549">
                        <c:v>44446</c:v>
                      </c:pt>
                      <c:pt idx="4550">
                        <c:v>44447</c:v>
                      </c:pt>
                      <c:pt idx="4551">
                        <c:v>44448</c:v>
                      </c:pt>
                      <c:pt idx="4552">
                        <c:v>44449</c:v>
                      </c:pt>
                      <c:pt idx="4553">
                        <c:v>44452</c:v>
                      </c:pt>
                      <c:pt idx="4554">
                        <c:v>44453</c:v>
                      </c:pt>
                      <c:pt idx="4555">
                        <c:v>44454</c:v>
                      </c:pt>
                      <c:pt idx="4556">
                        <c:v>44455</c:v>
                      </c:pt>
                      <c:pt idx="4557">
                        <c:v>44456</c:v>
                      </c:pt>
                      <c:pt idx="4558">
                        <c:v>44459</c:v>
                      </c:pt>
                      <c:pt idx="4559">
                        <c:v>44460</c:v>
                      </c:pt>
                      <c:pt idx="4560">
                        <c:v>44461</c:v>
                      </c:pt>
                      <c:pt idx="4561">
                        <c:v>44462</c:v>
                      </c:pt>
                      <c:pt idx="4562">
                        <c:v>44463</c:v>
                      </c:pt>
                      <c:pt idx="4563">
                        <c:v>44466</c:v>
                      </c:pt>
                      <c:pt idx="4564">
                        <c:v>44467</c:v>
                      </c:pt>
                      <c:pt idx="4565">
                        <c:v>44468</c:v>
                      </c:pt>
                      <c:pt idx="4566">
                        <c:v>44469</c:v>
                      </c:pt>
                      <c:pt idx="4567">
                        <c:v>44470</c:v>
                      </c:pt>
                      <c:pt idx="4568">
                        <c:v>44473</c:v>
                      </c:pt>
                      <c:pt idx="4569">
                        <c:v>44474</c:v>
                      </c:pt>
                      <c:pt idx="4570">
                        <c:v>44475</c:v>
                      </c:pt>
                      <c:pt idx="4571">
                        <c:v>44476</c:v>
                      </c:pt>
                      <c:pt idx="4572">
                        <c:v>44477</c:v>
                      </c:pt>
                      <c:pt idx="4573">
                        <c:v>44480</c:v>
                      </c:pt>
                      <c:pt idx="4574">
                        <c:v>44481</c:v>
                      </c:pt>
                      <c:pt idx="4575">
                        <c:v>44482</c:v>
                      </c:pt>
                      <c:pt idx="4576">
                        <c:v>44483</c:v>
                      </c:pt>
                      <c:pt idx="4577">
                        <c:v>44484</c:v>
                      </c:pt>
                      <c:pt idx="4578">
                        <c:v>44487</c:v>
                      </c:pt>
                      <c:pt idx="4579">
                        <c:v>44488</c:v>
                      </c:pt>
                      <c:pt idx="4580">
                        <c:v>44489</c:v>
                      </c:pt>
                      <c:pt idx="4581">
                        <c:v>44490</c:v>
                      </c:pt>
                      <c:pt idx="4582">
                        <c:v>44491</c:v>
                      </c:pt>
                      <c:pt idx="4583">
                        <c:v>44494</c:v>
                      </c:pt>
                      <c:pt idx="4584">
                        <c:v>44495</c:v>
                      </c:pt>
                      <c:pt idx="4585">
                        <c:v>44496</c:v>
                      </c:pt>
                      <c:pt idx="4586">
                        <c:v>44497</c:v>
                      </c:pt>
                      <c:pt idx="4587">
                        <c:v>44498</c:v>
                      </c:pt>
                      <c:pt idx="4588">
                        <c:v>44501</c:v>
                      </c:pt>
                      <c:pt idx="4589">
                        <c:v>44502</c:v>
                      </c:pt>
                      <c:pt idx="4590">
                        <c:v>44503</c:v>
                      </c:pt>
                      <c:pt idx="4591">
                        <c:v>44504</c:v>
                      </c:pt>
                      <c:pt idx="4592">
                        <c:v>44505</c:v>
                      </c:pt>
                      <c:pt idx="4593">
                        <c:v>44508</c:v>
                      </c:pt>
                      <c:pt idx="4594">
                        <c:v>44509</c:v>
                      </c:pt>
                      <c:pt idx="4595">
                        <c:v>44510</c:v>
                      </c:pt>
                      <c:pt idx="4596">
                        <c:v>44511</c:v>
                      </c:pt>
                      <c:pt idx="4597">
                        <c:v>44512</c:v>
                      </c:pt>
                      <c:pt idx="4598">
                        <c:v>44515</c:v>
                      </c:pt>
                      <c:pt idx="4599">
                        <c:v>44516</c:v>
                      </c:pt>
                      <c:pt idx="4600">
                        <c:v>44517</c:v>
                      </c:pt>
                      <c:pt idx="4601">
                        <c:v>44518</c:v>
                      </c:pt>
                      <c:pt idx="4602">
                        <c:v>44519</c:v>
                      </c:pt>
                      <c:pt idx="4603">
                        <c:v>44522</c:v>
                      </c:pt>
                      <c:pt idx="4604">
                        <c:v>44523</c:v>
                      </c:pt>
                      <c:pt idx="4605">
                        <c:v>44524</c:v>
                      </c:pt>
                      <c:pt idx="4606">
                        <c:v>44525</c:v>
                      </c:pt>
                      <c:pt idx="4607">
                        <c:v>44526</c:v>
                      </c:pt>
                      <c:pt idx="4608">
                        <c:v>44529</c:v>
                      </c:pt>
                      <c:pt idx="4609">
                        <c:v>44530</c:v>
                      </c:pt>
                      <c:pt idx="4610">
                        <c:v>44531</c:v>
                      </c:pt>
                      <c:pt idx="4611">
                        <c:v>44532</c:v>
                      </c:pt>
                      <c:pt idx="4612">
                        <c:v>44533</c:v>
                      </c:pt>
                      <c:pt idx="4613">
                        <c:v>44536</c:v>
                      </c:pt>
                      <c:pt idx="4614">
                        <c:v>44537</c:v>
                      </c:pt>
                      <c:pt idx="4615">
                        <c:v>44538</c:v>
                      </c:pt>
                      <c:pt idx="4616">
                        <c:v>44539</c:v>
                      </c:pt>
                      <c:pt idx="4617">
                        <c:v>44540</c:v>
                      </c:pt>
                      <c:pt idx="4618">
                        <c:v>44543</c:v>
                      </c:pt>
                      <c:pt idx="4619">
                        <c:v>44544</c:v>
                      </c:pt>
                      <c:pt idx="4620">
                        <c:v>44545</c:v>
                      </c:pt>
                      <c:pt idx="4621">
                        <c:v>44546</c:v>
                      </c:pt>
                      <c:pt idx="4622">
                        <c:v>44547</c:v>
                      </c:pt>
                      <c:pt idx="4623">
                        <c:v>44550</c:v>
                      </c:pt>
                      <c:pt idx="4624">
                        <c:v>44551</c:v>
                      </c:pt>
                      <c:pt idx="4625">
                        <c:v>44552</c:v>
                      </c:pt>
                      <c:pt idx="4626">
                        <c:v>44553</c:v>
                      </c:pt>
                      <c:pt idx="4627">
                        <c:v>44554</c:v>
                      </c:pt>
                      <c:pt idx="4628">
                        <c:v>44557</c:v>
                      </c:pt>
                      <c:pt idx="4629">
                        <c:v>44558</c:v>
                      </c:pt>
                      <c:pt idx="4630">
                        <c:v>44559</c:v>
                      </c:pt>
                      <c:pt idx="4631">
                        <c:v>44560</c:v>
                      </c:pt>
                      <c:pt idx="4632">
                        <c:v>44561</c:v>
                      </c:pt>
                      <c:pt idx="4633">
                        <c:v>44564</c:v>
                      </c:pt>
                      <c:pt idx="4634">
                        <c:v>44565</c:v>
                      </c:pt>
                      <c:pt idx="4635">
                        <c:v>44566</c:v>
                      </c:pt>
                      <c:pt idx="4636">
                        <c:v>44567</c:v>
                      </c:pt>
                      <c:pt idx="4637">
                        <c:v>44568</c:v>
                      </c:pt>
                      <c:pt idx="4638">
                        <c:v>44571</c:v>
                      </c:pt>
                      <c:pt idx="4639">
                        <c:v>44572</c:v>
                      </c:pt>
                      <c:pt idx="4640">
                        <c:v>44573</c:v>
                      </c:pt>
                      <c:pt idx="4641">
                        <c:v>44574</c:v>
                      </c:pt>
                      <c:pt idx="4642">
                        <c:v>44575</c:v>
                      </c:pt>
                      <c:pt idx="4643">
                        <c:v>44578</c:v>
                      </c:pt>
                      <c:pt idx="4644">
                        <c:v>44579</c:v>
                      </c:pt>
                      <c:pt idx="4645">
                        <c:v>44580</c:v>
                      </c:pt>
                      <c:pt idx="4646">
                        <c:v>44581</c:v>
                      </c:pt>
                      <c:pt idx="4647">
                        <c:v>44582</c:v>
                      </c:pt>
                      <c:pt idx="4648">
                        <c:v>44585</c:v>
                      </c:pt>
                      <c:pt idx="4649">
                        <c:v>44586</c:v>
                      </c:pt>
                      <c:pt idx="4650">
                        <c:v>44587</c:v>
                      </c:pt>
                      <c:pt idx="4651">
                        <c:v>44588</c:v>
                      </c:pt>
                      <c:pt idx="4652">
                        <c:v>44589</c:v>
                      </c:pt>
                      <c:pt idx="4653">
                        <c:v>44592</c:v>
                      </c:pt>
                      <c:pt idx="4654">
                        <c:v>44593</c:v>
                      </c:pt>
                      <c:pt idx="4655">
                        <c:v>44594</c:v>
                      </c:pt>
                      <c:pt idx="4656">
                        <c:v>44595</c:v>
                      </c:pt>
                      <c:pt idx="4657">
                        <c:v>44596</c:v>
                      </c:pt>
                      <c:pt idx="4658">
                        <c:v>44599</c:v>
                      </c:pt>
                      <c:pt idx="4659">
                        <c:v>44600</c:v>
                      </c:pt>
                      <c:pt idx="4660">
                        <c:v>44601</c:v>
                      </c:pt>
                      <c:pt idx="4661">
                        <c:v>44602</c:v>
                      </c:pt>
                      <c:pt idx="4662">
                        <c:v>44603</c:v>
                      </c:pt>
                      <c:pt idx="4663">
                        <c:v>44606</c:v>
                      </c:pt>
                      <c:pt idx="4664">
                        <c:v>44607</c:v>
                      </c:pt>
                      <c:pt idx="4665">
                        <c:v>44608</c:v>
                      </c:pt>
                      <c:pt idx="4666">
                        <c:v>44609</c:v>
                      </c:pt>
                      <c:pt idx="4667">
                        <c:v>44610</c:v>
                      </c:pt>
                      <c:pt idx="4668">
                        <c:v>44613</c:v>
                      </c:pt>
                      <c:pt idx="4669">
                        <c:v>44614</c:v>
                      </c:pt>
                      <c:pt idx="4670">
                        <c:v>44615</c:v>
                      </c:pt>
                      <c:pt idx="4671">
                        <c:v>44616</c:v>
                      </c:pt>
                      <c:pt idx="4672">
                        <c:v>44617</c:v>
                      </c:pt>
                      <c:pt idx="4673">
                        <c:v>44620</c:v>
                      </c:pt>
                      <c:pt idx="4674">
                        <c:v>44621</c:v>
                      </c:pt>
                      <c:pt idx="4675">
                        <c:v>44622</c:v>
                      </c:pt>
                      <c:pt idx="4676">
                        <c:v>44623</c:v>
                      </c:pt>
                      <c:pt idx="4677">
                        <c:v>44624</c:v>
                      </c:pt>
                      <c:pt idx="4678">
                        <c:v>44627</c:v>
                      </c:pt>
                      <c:pt idx="4679">
                        <c:v>44628</c:v>
                      </c:pt>
                      <c:pt idx="4680">
                        <c:v>44629</c:v>
                      </c:pt>
                      <c:pt idx="4681">
                        <c:v>44630</c:v>
                      </c:pt>
                      <c:pt idx="4682">
                        <c:v>44631</c:v>
                      </c:pt>
                      <c:pt idx="4683">
                        <c:v>44634</c:v>
                      </c:pt>
                      <c:pt idx="4684">
                        <c:v>44635</c:v>
                      </c:pt>
                      <c:pt idx="4685">
                        <c:v>44636</c:v>
                      </c:pt>
                      <c:pt idx="4686">
                        <c:v>44637</c:v>
                      </c:pt>
                      <c:pt idx="4687">
                        <c:v>44638</c:v>
                      </c:pt>
                      <c:pt idx="4688">
                        <c:v>44641</c:v>
                      </c:pt>
                      <c:pt idx="4689">
                        <c:v>44642</c:v>
                      </c:pt>
                      <c:pt idx="4690">
                        <c:v>44643</c:v>
                      </c:pt>
                      <c:pt idx="4691">
                        <c:v>44644</c:v>
                      </c:pt>
                      <c:pt idx="4692">
                        <c:v>44645</c:v>
                      </c:pt>
                      <c:pt idx="4693">
                        <c:v>44648</c:v>
                      </c:pt>
                      <c:pt idx="4694">
                        <c:v>44649</c:v>
                      </c:pt>
                      <c:pt idx="4695">
                        <c:v>44650</c:v>
                      </c:pt>
                      <c:pt idx="4696">
                        <c:v>44651</c:v>
                      </c:pt>
                      <c:pt idx="4697">
                        <c:v>44652</c:v>
                      </c:pt>
                      <c:pt idx="4698">
                        <c:v>44655</c:v>
                      </c:pt>
                      <c:pt idx="4699">
                        <c:v>44656</c:v>
                      </c:pt>
                      <c:pt idx="4700">
                        <c:v>44657</c:v>
                      </c:pt>
                      <c:pt idx="4701">
                        <c:v>44658</c:v>
                      </c:pt>
                      <c:pt idx="4702">
                        <c:v>44659</c:v>
                      </c:pt>
                      <c:pt idx="4703">
                        <c:v>44662</c:v>
                      </c:pt>
                      <c:pt idx="4704">
                        <c:v>44663</c:v>
                      </c:pt>
                      <c:pt idx="4705">
                        <c:v>44664</c:v>
                      </c:pt>
                      <c:pt idx="4706">
                        <c:v>44665</c:v>
                      </c:pt>
                      <c:pt idx="4707">
                        <c:v>44666</c:v>
                      </c:pt>
                      <c:pt idx="4708">
                        <c:v>44669</c:v>
                      </c:pt>
                      <c:pt idx="4709">
                        <c:v>44670</c:v>
                      </c:pt>
                      <c:pt idx="4710">
                        <c:v>44671</c:v>
                      </c:pt>
                      <c:pt idx="4711">
                        <c:v>44672</c:v>
                      </c:pt>
                      <c:pt idx="4712">
                        <c:v>44673</c:v>
                      </c:pt>
                      <c:pt idx="4713">
                        <c:v>44676</c:v>
                      </c:pt>
                      <c:pt idx="4714">
                        <c:v>44677</c:v>
                      </c:pt>
                      <c:pt idx="4715">
                        <c:v>44678</c:v>
                      </c:pt>
                      <c:pt idx="4716">
                        <c:v>44679</c:v>
                      </c:pt>
                      <c:pt idx="4717">
                        <c:v>44680</c:v>
                      </c:pt>
                      <c:pt idx="4718">
                        <c:v>44683</c:v>
                      </c:pt>
                      <c:pt idx="4719">
                        <c:v>44684</c:v>
                      </c:pt>
                      <c:pt idx="4720">
                        <c:v>44685</c:v>
                      </c:pt>
                      <c:pt idx="4721">
                        <c:v>44686</c:v>
                      </c:pt>
                      <c:pt idx="4722">
                        <c:v>44687</c:v>
                      </c:pt>
                      <c:pt idx="4723">
                        <c:v>44690</c:v>
                      </c:pt>
                      <c:pt idx="4724">
                        <c:v>44691</c:v>
                      </c:pt>
                      <c:pt idx="4725">
                        <c:v>44692</c:v>
                      </c:pt>
                      <c:pt idx="4726">
                        <c:v>44693</c:v>
                      </c:pt>
                      <c:pt idx="4727">
                        <c:v>44694</c:v>
                      </c:pt>
                      <c:pt idx="4728">
                        <c:v>44697</c:v>
                      </c:pt>
                      <c:pt idx="4729">
                        <c:v>44698</c:v>
                      </c:pt>
                      <c:pt idx="4730">
                        <c:v>44699</c:v>
                      </c:pt>
                      <c:pt idx="4731">
                        <c:v>44700</c:v>
                      </c:pt>
                      <c:pt idx="4732">
                        <c:v>44701</c:v>
                      </c:pt>
                      <c:pt idx="4733">
                        <c:v>44704</c:v>
                      </c:pt>
                      <c:pt idx="4734">
                        <c:v>44705</c:v>
                      </c:pt>
                      <c:pt idx="4735">
                        <c:v>44706</c:v>
                      </c:pt>
                      <c:pt idx="4736">
                        <c:v>44707</c:v>
                      </c:pt>
                      <c:pt idx="4737">
                        <c:v>44708</c:v>
                      </c:pt>
                      <c:pt idx="4738">
                        <c:v>44711</c:v>
                      </c:pt>
                      <c:pt idx="4739">
                        <c:v>44712</c:v>
                      </c:pt>
                      <c:pt idx="4740">
                        <c:v>44713</c:v>
                      </c:pt>
                      <c:pt idx="4741">
                        <c:v>44714</c:v>
                      </c:pt>
                      <c:pt idx="4742">
                        <c:v>44715</c:v>
                      </c:pt>
                      <c:pt idx="4743">
                        <c:v>44718</c:v>
                      </c:pt>
                      <c:pt idx="4744">
                        <c:v>44719</c:v>
                      </c:pt>
                      <c:pt idx="4745">
                        <c:v>44720</c:v>
                      </c:pt>
                      <c:pt idx="4746">
                        <c:v>44721</c:v>
                      </c:pt>
                      <c:pt idx="4747">
                        <c:v>44722</c:v>
                      </c:pt>
                      <c:pt idx="4748">
                        <c:v>44725</c:v>
                      </c:pt>
                      <c:pt idx="4749">
                        <c:v>44726</c:v>
                      </c:pt>
                      <c:pt idx="4750">
                        <c:v>44727</c:v>
                      </c:pt>
                      <c:pt idx="4751">
                        <c:v>44728</c:v>
                      </c:pt>
                      <c:pt idx="4752">
                        <c:v>44729</c:v>
                      </c:pt>
                      <c:pt idx="4753">
                        <c:v>44732</c:v>
                      </c:pt>
                      <c:pt idx="4754">
                        <c:v>44733</c:v>
                      </c:pt>
                      <c:pt idx="4755">
                        <c:v>44734</c:v>
                      </c:pt>
                      <c:pt idx="4756">
                        <c:v>44735</c:v>
                      </c:pt>
                      <c:pt idx="4757">
                        <c:v>44736</c:v>
                      </c:pt>
                      <c:pt idx="4758">
                        <c:v>44739</c:v>
                      </c:pt>
                      <c:pt idx="4759">
                        <c:v>44740</c:v>
                      </c:pt>
                      <c:pt idx="4760">
                        <c:v>44741</c:v>
                      </c:pt>
                      <c:pt idx="4761">
                        <c:v>44742</c:v>
                      </c:pt>
                      <c:pt idx="4762">
                        <c:v>44743</c:v>
                      </c:pt>
                      <c:pt idx="4763">
                        <c:v>44747</c:v>
                      </c:pt>
                      <c:pt idx="4764">
                        <c:v>44748</c:v>
                      </c:pt>
                      <c:pt idx="4765">
                        <c:v>44749</c:v>
                      </c:pt>
                      <c:pt idx="4766">
                        <c:v>44750</c:v>
                      </c:pt>
                      <c:pt idx="4767">
                        <c:v>44753</c:v>
                      </c:pt>
                      <c:pt idx="4768">
                        <c:v>44754</c:v>
                      </c:pt>
                      <c:pt idx="4769">
                        <c:v>44755</c:v>
                      </c:pt>
                      <c:pt idx="4770">
                        <c:v>44756</c:v>
                      </c:pt>
                      <c:pt idx="4771">
                        <c:v>44757</c:v>
                      </c:pt>
                      <c:pt idx="4772">
                        <c:v>44760</c:v>
                      </c:pt>
                      <c:pt idx="4773">
                        <c:v>44761</c:v>
                      </c:pt>
                      <c:pt idx="4774">
                        <c:v>44762</c:v>
                      </c:pt>
                      <c:pt idx="4775">
                        <c:v>44763</c:v>
                      </c:pt>
                      <c:pt idx="4776">
                        <c:v>44764</c:v>
                      </c:pt>
                      <c:pt idx="4777">
                        <c:v>44767</c:v>
                      </c:pt>
                      <c:pt idx="4778">
                        <c:v>44768</c:v>
                      </c:pt>
                      <c:pt idx="4779">
                        <c:v>44769</c:v>
                      </c:pt>
                      <c:pt idx="4780">
                        <c:v>44770</c:v>
                      </c:pt>
                      <c:pt idx="4781">
                        <c:v>44771</c:v>
                      </c:pt>
                      <c:pt idx="4782">
                        <c:v>44774</c:v>
                      </c:pt>
                      <c:pt idx="4783">
                        <c:v>44775</c:v>
                      </c:pt>
                      <c:pt idx="4784">
                        <c:v>44776</c:v>
                      </c:pt>
                      <c:pt idx="4785">
                        <c:v>44777</c:v>
                      </c:pt>
                      <c:pt idx="4786">
                        <c:v>44778</c:v>
                      </c:pt>
                      <c:pt idx="4787">
                        <c:v>44781</c:v>
                      </c:pt>
                      <c:pt idx="4788">
                        <c:v>44782</c:v>
                      </c:pt>
                      <c:pt idx="4789">
                        <c:v>44783</c:v>
                      </c:pt>
                      <c:pt idx="4790">
                        <c:v>44784</c:v>
                      </c:pt>
                      <c:pt idx="4791">
                        <c:v>44785</c:v>
                      </c:pt>
                      <c:pt idx="4792">
                        <c:v>44788</c:v>
                      </c:pt>
                      <c:pt idx="4793">
                        <c:v>44789</c:v>
                      </c:pt>
                      <c:pt idx="4794">
                        <c:v>44790</c:v>
                      </c:pt>
                      <c:pt idx="4795">
                        <c:v>44791</c:v>
                      </c:pt>
                      <c:pt idx="4796">
                        <c:v>44792</c:v>
                      </c:pt>
                      <c:pt idx="4797">
                        <c:v>44795</c:v>
                      </c:pt>
                      <c:pt idx="4798">
                        <c:v>44796</c:v>
                      </c:pt>
                      <c:pt idx="4799">
                        <c:v>44797</c:v>
                      </c:pt>
                      <c:pt idx="4800">
                        <c:v>44798</c:v>
                      </c:pt>
                      <c:pt idx="4801">
                        <c:v>44799</c:v>
                      </c:pt>
                      <c:pt idx="4802">
                        <c:v>44802</c:v>
                      </c:pt>
                      <c:pt idx="4803">
                        <c:v>44803</c:v>
                      </c:pt>
                      <c:pt idx="4804">
                        <c:v>44804</c:v>
                      </c:pt>
                      <c:pt idx="4805">
                        <c:v>44805</c:v>
                      </c:pt>
                      <c:pt idx="4806">
                        <c:v>44806</c:v>
                      </c:pt>
                      <c:pt idx="4807">
                        <c:v>44809</c:v>
                      </c:pt>
                      <c:pt idx="4808">
                        <c:v>44810</c:v>
                      </c:pt>
                      <c:pt idx="4809">
                        <c:v>44811</c:v>
                      </c:pt>
                      <c:pt idx="4810">
                        <c:v>44812</c:v>
                      </c:pt>
                      <c:pt idx="4811">
                        <c:v>44813</c:v>
                      </c:pt>
                      <c:pt idx="4812">
                        <c:v>44816</c:v>
                      </c:pt>
                      <c:pt idx="4813">
                        <c:v>44817</c:v>
                      </c:pt>
                      <c:pt idx="4814">
                        <c:v>44818</c:v>
                      </c:pt>
                      <c:pt idx="4815">
                        <c:v>44819</c:v>
                      </c:pt>
                      <c:pt idx="4816">
                        <c:v>44820</c:v>
                      </c:pt>
                      <c:pt idx="4817">
                        <c:v>44823</c:v>
                      </c:pt>
                      <c:pt idx="4818">
                        <c:v>44824</c:v>
                      </c:pt>
                      <c:pt idx="4819">
                        <c:v>44825</c:v>
                      </c:pt>
                      <c:pt idx="4820">
                        <c:v>44826</c:v>
                      </c:pt>
                      <c:pt idx="4821">
                        <c:v>44827</c:v>
                      </c:pt>
                      <c:pt idx="4822">
                        <c:v>44830</c:v>
                      </c:pt>
                      <c:pt idx="4823">
                        <c:v>44831</c:v>
                      </c:pt>
                      <c:pt idx="4824">
                        <c:v>44832</c:v>
                      </c:pt>
                      <c:pt idx="4825">
                        <c:v>44833</c:v>
                      </c:pt>
                      <c:pt idx="4826">
                        <c:v>44834</c:v>
                      </c:pt>
                      <c:pt idx="4827">
                        <c:v>44837</c:v>
                      </c:pt>
                      <c:pt idx="4828">
                        <c:v>44838</c:v>
                      </c:pt>
                      <c:pt idx="4829">
                        <c:v>44839</c:v>
                      </c:pt>
                      <c:pt idx="4830">
                        <c:v>44840</c:v>
                      </c:pt>
                      <c:pt idx="4831">
                        <c:v>44841</c:v>
                      </c:pt>
                      <c:pt idx="4832">
                        <c:v>44844</c:v>
                      </c:pt>
                      <c:pt idx="4833">
                        <c:v>44845</c:v>
                      </c:pt>
                      <c:pt idx="4834">
                        <c:v>44846</c:v>
                      </c:pt>
                      <c:pt idx="4835">
                        <c:v>44847</c:v>
                      </c:pt>
                      <c:pt idx="4836">
                        <c:v>44848</c:v>
                      </c:pt>
                      <c:pt idx="4837">
                        <c:v>44851</c:v>
                      </c:pt>
                      <c:pt idx="4838">
                        <c:v>44852</c:v>
                      </c:pt>
                      <c:pt idx="4839">
                        <c:v>44853</c:v>
                      </c:pt>
                      <c:pt idx="4840">
                        <c:v>44854</c:v>
                      </c:pt>
                      <c:pt idx="4841">
                        <c:v>44855</c:v>
                      </c:pt>
                      <c:pt idx="4842">
                        <c:v>44858</c:v>
                      </c:pt>
                      <c:pt idx="4843">
                        <c:v>44859</c:v>
                      </c:pt>
                      <c:pt idx="4844">
                        <c:v>44860</c:v>
                      </c:pt>
                      <c:pt idx="4845">
                        <c:v>44861</c:v>
                      </c:pt>
                      <c:pt idx="4846">
                        <c:v>44862</c:v>
                      </c:pt>
                      <c:pt idx="4847">
                        <c:v>44865</c:v>
                      </c:pt>
                      <c:pt idx="4848">
                        <c:v>44866</c:v>
                      </c:pt>
                      <c:pt idx="4849">
                        <c:v>44867</c:v>
                      </c:pt>
                      <c:pt idx="4850">
                        <c:v>44868</c:v>
                      </c:pt>
                      <c:pt idx="4851">
                        <c:v>44869</c:v>
                      </c:pt>
                      <c:pt idx="4852">
                        <c:v>44872</c:v>
                      </c:pt>
                      <c:pt idx="4853">
                        <c:v>44873</c:v>
                      </c:pt>
                      <c:pt idx="4854">
                        <c:v>44874</c:v>
                      </c:pt>
                      <c:pt idx="4855">
                        <c:v>44875</c:v>
                      </c:pt>
                      <c:pt idx="4856">
                        <c:v>44876</c:v>
                      </c:pt>
                      <c:pt idx="4857">
                        <c:v>44879</c:v>
                      </c:pt>
                      <c:pt idx="4858">
                        <c:v>44880</c:v>
                      </c:pt>
                      <c:pt idx="4859">
                        <c:v>44881</c:v>
                      </c:pt>
                      <c:pt idx="4860">
                        <c:v>44882</c:v>
                      </c:pt>
                      <c:pt idx="4861">
                        <c:v>44883</c:v>
                      </c:pt>
                      <c:pt idx="4862">
                        <c:v>44886</c:v>
                      </c:pt>
                      <c:pt idx="4863">
                        <c:v>44887</c:v>
                      </c:pt>
                      <c:pt idx="4864">
                        <c:v>44888</c:v>
                      </c:pt>
                      <c:pt idx="4865">
                        <c:v>44889</c:v>
                      </c:pt>
                      <c:pt idx="4866">
                        <c:v>44890</c:v>
                      </c:pt>
                      <c:pt idx="4867">
                        <c:v>44893</c:v>
                      </c:pt>
                      <c:pt idx="4868">
                        <c:v>44894</c:v>
                      </c:pt>
                      <c:pt idx="4869">
                        <c:v>44895</c:v>
                      </c:pt>
                      <c:pt idx="4870">
                        <c:v>44896</c:v>
                      </c:pt>
                      <c:pt idx="4871">
                        <c:v>44897</c:v>
                      </c:pt>
                      <c:pt idx="4872">
                        <c:v>44900</c:v>
                      </c:pt>
                      <c:pt idx="4873">
                        <c:v>44901</c:v>
                      </c:pt>
                      <c:pt idx="4874">
                        <c:v>44902</c:v>
                      </c:pt>
                      <c:pt idx="4875">
                        <c:v>44903</c:v>
                      </c:pt>
                      <c:pt idx="4876">
                        <c:v>44904</c:v>
                      </c:pt>
                      <c:pt idx="4877">
                        <c:v>44907</c:v>
                      </c:pt>
                      <c:pt idx="4878">
                        <c:v>44908</c:v>
                      </c:pt>
                      <c:pt idx="4879">
                        <c:v>44909</c:v>
                      </c:pt>
                      <c:pt idx="4880">
                        <c:v>44910</c:v>
                      </c:pt>
                      <c:pt idx="4881">
                        <c:v>44911</c:v>
                      </c:pt>
                      <c:pt idx="4882">
                        <c:v>44914</c:v>
                      </c:pt>
                      <c:pt idx="4883">
                        <c:v>44915</c:v>
                      </c:pt>
                      <c:pt idx="4884">
                        <c:v>44916</c:v>
                      </c:pt>
                      <c:pt idx="4885">
                        <c:v>44917</c:v>
                      </c:pt>
                      <c:pt idx="4886">
                        <c:v>44918</c:v>
                      </c:pt>
                      <c:pt idx="4887">
                        <c:v>44921</c:v>
                      </c:pt>
                      <c:pt idx="4888">
                        <c:v>44922</c:v>
                      </c:pt>
                      <c:pt idx="4889">
                        <c:v>44923</c:v>
                      </c:pt>
                      <c:pt idx="4890">
                        <c:v>44924</c:v>
                      </c:pt>
                      <c:pt idx="4891">
                        <c:v>44925</c:v>
                      </c:pt>
                      <c:pt idx="4892">
                        <c:v>44928</c:v>
                      </c:pt>
                      <c:pt idx="4893">
                        <c:v>44929</c:v>
                      </c:pt>
                      <c:pt idx="4894">
                        <c:v>44930</c:v>
                      </c:pt>
                      <c:pt idx="4895">
                        <c:v>44931</c:v>
                      </c:pt>
                      <c:pt idx="4896">
                        <c:v>44932</c:v>
                      </c:pt>
                      <c:pt idx="4897">
                        <c:v>44935</c:v>
                      </c:pt>
                      <c:pt idx="4898">
                        <c:v>44936</c:v>
                      </c:pt>
                      <c:pt idx="4899">
                        <c:v>44937</c:v>
                      </c:pt>
                      <c:pt idx="4900">
                        <c:v>44938</c:v>
                      </c:pt>
                      <c:pt idx="4901">
                        <c:v>44939</c:v>
                      </c:pt>
                      <c:pt idx="4902">
                        <c:v>44942</c:v>
                      </c:pt>
                      <c:pt idx="4903">
                        <c:v>44943</c:v>
                      </c:pt>
                      <c:pt idx="4904">
                        <c:v>44944</c:v>
                      </c:pt>
                      <c:pt idx="4905">
                        <c:v>44945</c:v>
                      </c:pt>
                      <c:pt idx="4906">
                        <c:v>44946</c:v>
                      </c:pt>
                      <c:pt idx="4907">
                        <c:v>44949</c:v>
                      </c:pt>
                      <c:pt idx="4908">
                        <c:v>44950</c:v>
                      </c:pt>
                      <c:pt idx="4909">
                        <c:v>44951</c:v>
                      </c:pt>
                      <c:pt idx="4910">
                        <c:v>44952</c:v>
                      </c:pt>
                      <c:pt idx="4911">
                        <c:v>44953</c:v>
                      </c:pt>
                      <c:pt idx="4912">
                        <c:v>44956</c:v>
                      </c:pt>
                      <c:pt idx="4913">
                        <c:v>44957</c:v>
                      </c:pt>
                      <c:pt idx="4914">
                        <c:v>44958</c:v>
                      </c:pt>
                      <c:pt idx="4915">
                        <c:v>44959</c:v>
                      </c:pt>
                      <c:pt idx="4916">
                        <c:v>44960</c:v>
                      </c:pt>
                      <c:pt idx="4917">
                        <c:v>44963</c:v>
                      </c:pt>
                      <c:pt idx="4918">
                        <c:v>44964</c:v>
                      </c:pt>
                      <c:pt idx="4919">
                        <c:v>44965</c:v>
                      </c:pt>
                      <c:pt idx="4920">
                        <c:v>44966</c:v>
                      </c:pt>
                      <c:pt idx="4921">
                        <c:v>44967</c:v>
                      </c:pt>
                      <c:pt idx="4922">
                        <c:v>44970</c:v>
                      </c:pt>
                      <c:pt idx="4923">
                        <c:v>44971</c:v>
                      </c:pt>
                      <c:pt idx="4924">
                        <c:v>44972</c:v>
                      </c:pt>
                      <c:pt idx="4925">
                        <c:v>44973</c:v>
                      </c:pt>
                      <c:pt idx="4926">
                        <c:v>44974</c:v>
                      </c:pt>
                      <c:pt idx="4927">
                        <c:v>44977</c:v>
                      </c:pt>
                      <c:pt idx="4928">
                        <c:v>44978</c:v>
                      </c:pt>
                      <c:pt idx="4929">
                        <c:v>44979</c:v>
                      </c:pt>
                      <c:pt idx="4930">
                        <c:v>44980</c:v>
                      </c:pt>
                      <c:pt idx="4931">
                        <c:v>44981</c:v>
                      </c:pt>
                      <c:pt idx="4932">
                        <c:v>44984</c:v>
                      </c:pt>
                      <c:pt idx="4933">
                        <c:v>44985</c:v>
                      </c:pt>
                      <c:pt idx="4934">
                        <c:v>44986</c:v>
                      </c:pt>
                      <c:pt idx="4935">
                        <c:v>44987</c:v>
                      </c:pt>
                      <c:pt idx="4936">
                        <c:v>44988</c:v>
                      </c:pt>
                      <c:pt idx="4937">
                        <c:v>44991</c:v>
                      </c:pt>
                      <c:pt idx="4938">
                        <c:v>44992</c:v>
                      </c:pt>
                      <c:pt idx="4939">
                        <c:v>44993</c:v>
                      </c:pt>
                      <c:pt idx="4940">
                        <c:v>44994</c:v>
                      </c:pt>
                      <c:pt idx="4941">
                        <c:v>44995</c:v>
                      </c:pt>
                      <c:pt idx="4942">
                        <c:v>44998</c:v>
                      </c:pt>
                      <c:pt idx="4943">
                        <c:v>44999</c:v>
                      </c:pt>
                      <c:pt idx="4944">
                        <c:v>45000</c:v>
                      </c:pt>
                      <c:pt idx="4945">
                        <c:v>45001</c:v>
                      </c:pt>
                      <c:pt idx="4946">
                        <c:v>45002</c:v>
                      </c:pt>
                      <c:pt idx="4947">
                        <c:v>45005</c:v>
                      </c:pt>
                      <c:pt idx="4948">
                        <c:v>45006</c:v>
                      </c:pt>
                      <c:pt idx="4949">
                        <c:v>45007</c:v>
                      </c:pt>
                      <c:pt idx="4950">
                        <c:v>45008</c:v>
                      </c:pt>
                      <c:pt idx="4951">
                        <c:v>45009</c:v>
                      </c:pt>
                      <c:pt idx="4952">
                        <c:v>45012</c:v>
                      </c:pt>
                      <c:pt idx="4953">
                        <c:v>45013</c:v>
                      </c:pt>
                      <c:pt idx="4954">
                        <c:v>45014</c:v>
                      </c:pt>
                      <c:pt idx="4955">
                        <c:v>45015</c:v>
                      </c:pt>
                      <c:pt idx="4956">
                        <c:v>45016</c:v>
                      </c:pt>
                      <c:pt idx="4957">
                        <c:v>45019</c:v>
                      </c:pt>
                      <c:pt idx="4958">
                        <c:v>45020</c:v>
                      </c:pt>
                      <c:pt idx="4959">
                        <c:v>45021</c:v>
                      </c:pt>
                      <c:pt idx="4960">
                        <c:v>45022</c:v>
                      </c:pt>
                      <c:pt idx="4961">
                        <c:v>45023</c:v>
                      </c:pt>
                      <c:pt idx="4962">
                        <c:v>45026</c:v>
                      </c:pt>
                      <c:pt idx="4963">
                        <c:v>45027</c:v>
                      </c:pt>
                      <c:pt idx="4964">
                        <c:v>45028</c:v>
                      </c:pt>
                      <c:pt idx="4965">
                        <c:v>45029</c:v>
                      </c:pt>
                      <c:pt idx="4966">
                        <c:v>45030</c:v>
                      </c:pt>
                      <c:pt idx="4967">
                        <c:v>45033</c:v>
                      </c:pt>
                      <c:pt idx="4968">
                        <c:v>45034</c:v>
                      </c:pt>
                      <c:pt idx="4969">
                        <c:v>45035</c:v>
                      </c:pt>
                      <c:pt idx="4970">
                        <c:v>45036</c:v>
                      </c:pt>
                      <c:pt idx="4971">
                        <c:v>45037</c:v>
                      </c:pt>
                      <c:pt idx="4972">
                        <c:v>45040</c:v>
                      </c:pt>
                      <c:pt idx="4973">
                        <c:v>45041</c:v>
                      </c:pt>
                      <c:pt idx="4974">
                        <c:v>45042</c:v>
                      </c:pt>
                      <c:pt idx="4975">
                        <c:v>45043</c:v>
                      </c:pt>
                      <c:pt idx="4976">
                        <c:v>45044</c:v>
                      </c:pt>
                      <c:pt idx="4977">
                        <c:v>45047</c:v>
                      </c:pt>
                      <c:pt idx="4978">
                        <c:v>45048</c:v>
                      </c:pt>
                      <c:pt idx="4979">
                        <c:v>45049</c:v>
                      </c:pt>
                      <c:pt idx="4980">
                        <c:v>45050</c:v>
                      </c:pt>
                      <c:pt idx="4981">
                        <c:v>45051</c:v>
                      </c:pt>
                      <c:pt idx="4982">
                        <c:v>45054</c:v>
                      </c:pt>
                      <c:pt idx="4983">
                        <c:v>45055</c:v>
                      </c:pt>
                      <c:pt idx="4984">
                        <c:v>45056</c:v>
                      </c:pt>
                      <c:pt idx="4985">
                        <c:v>45057</c:v>
                      </c:pt>
                      <c:pt idx="4986">
                        <c:v>45058</c:v>
                      </c:pt>
                      <c:pt idx="4987">
                        <c:v>45061</c:v>
                      </c:pt>
                      <c:pt idx="4988">
                        <c:v>45062</c:v>
                      </c:pt>
                      <c:pt idx="4989">
                        <c:v>45063</c:v>
                      </c:pt>
                      <c:pt idx="4990">
                        <c:v>45064</c:v>
                      </c:pt>
                      <c:pt idx="4991">
                        <c:v>45065</c:v>
                      </c:pt>
                      <c:pt idx="4992">
                        <c:v>45068</c:v>
                      </c:pt>
                      <c:pt idx="4993">
                        <c:v>45069</c:v>
                      </c:pt>
                      <c:pt idx="4994">
                        <c:v>45070</c:v>
                      </c:pt>
                      <c:pt idx="4995">
                        <c:v>45071</c:v>
                      </c:pt>
                      <c:pt idx="4996">
                        <c:v>45072</c:v>
                      </c:pt>
                      <c:pt idx="4997">
                        <c:v>45075</c:v>
                      </c:pt>
                      <c:pt idx="4998">
                        <c:v>45076</c:v>
                      </c:pt>
                      <c:pt idx="4999">
                        <c:v>45077</c:v>
                      </c:pt>
                      <c:pt idx="5000">
                        <c:v>45078</c:v>
                      </c:pt>
                      <c:pt idx="5001">
                        <c:v>45079</c:v>
                      </c:pt>
                      <c:pt idx="5002">
                        <c:v>45082</c:v>
                      </c:pt>
                      <c:pt idx="5003">
                        <c:v>45083</c:v>
                      </c:pt>
                      <c:pt idx="5004">
                        <c:v>45084</c:v>
                      </c:pt>
                      <c:pt idx="5005">
                        <c:v>45085</c:v>
                      </c:pt>
                      <c:pt idx="5006">
                        <c:v>45086</c:v>
                      </c:pt>
                      <c:pt idx="5007">
                        <c:v>45089</c:v>
                      </c:pt>
                      <c:pt idx="5008">
                        <c:v>45090</c:v>
                      </c:pt>
                      <c:pt idx="5009">
                        <c:v>45091</c:v>
                      </c:pt>
                      <c:pt idx="5010">
                        <c:v>45092</c:v>
                      </c:pt>
                      <c:pt idx="5011">
                        <c:v>45093</c:v>
                      </c:pt>
                      <c:pt idx="5012">
                        <c:v>45096</c:v>
                      </c:pt>
                      <c:pt idx="5013">
                        <c:v>45097</c:v>
                      </c:pt>
                      <c:pt idx="5014">
                        <c:v>45098</c:v>
                      </c:pt>
                      <c:pt idx="5015">
                        <c:v>45099</c:v>
                      </c:pt>
                      <c:pt idx="5016">
                        <c:v>45100</c:v>
                      </c:pt>
                      <c:pt idx="5017">
                        <c:v>45103</c:v>
                      </c:pt>
                      <c:pt idx="5018">
                        <c:v>45104</c:v>
                      </c:pt>
                      <c:pt idx="5019">
                        <c:v>45105</c:v>
                      </c:pt>
                      <c:pt idx="5020">
                        <c:v>45106</c:v>
                      </c:pt>
                      <c:pt idx="5021">
                        <c:v>45107</c:v>
                      </c:pt>
                      <c:pt idx="5022">
                        <c:v>45110</c:v>
                      </c:pt>
                      <c:pt idx="5023">
                        <c:v>45111</c:v>
                      </c:pt>
                      <c:pt idx="5024">
                        <c:v>45112</c:v>
                      </c:pt>
                      <c:pt idx="5025">
                        <c:v>45113</c:v>
                      </c:pt>
                      <c:pt idx="5026">
                        <c:v>45114</c:v>
                      </c:pt>
                      <c:pt idx="5027">
                        <c:v>45117</c:v>
                      </c:pt>
                      <c:pt idx="5028">
                        <c:v>45118</c:v>
                      </c:pt>
                      <c:pt idx="5029">
                        <c:v>45119</c:v>
                      </c:pt>
                      <c:pt idx="5030">
                        <c:v>45120</c:v>
                      </c:pt>
                      <c:pt idx="5031">
                        <c:v>45121</c:v>
                      </c:pt>
                      <c:pt idx="5032">
                        <c:v>45124</c:v>
                      </c:pt>
                      <c:pt idx="5033">
                        <c:v>45125</c:v>
                      </c:pt>
                      <c:pt idx="5034">
                        <c:v>45126</c:v>
                      </c:pt>
                      <c:pt idx="5035">
                        <c:v>45127</c:v>
                      </c:pt>
                      <c:pt idx="5036">
                        <c:v>45128</c:v>
                      </c:pt>
                      <c:pt idx="5037">
                        <c:v>45131</c:v>
                      </c:pt>
                      <c:pt idx="5038">
                        <c:v>45132</c:v>
                      </c:pt>
                      <c:pt idx="5039">
                        <c:v>45133</c:v>
                      </c:pt>
                      <c:pt idx="5040">
                        <c:v>45134</c:v>
                      </c:pt>
                      <c:pt idx="5041">
                        <c:v>45135</c:v>
                      </c:pt>
                      <c:pt idx="5042">
                        <c:v>45138</c:v>
                      </c:pt>
                      <c:pt idx="5043">
                        <c:v>45139</c:v>
                      </c:pt>
                      <c:pt idx="5044">
                        <c:v>45140</c:v>
                      </c:pt>
                      <c:pt idx="5045">
                        <c:v>45141</c:v>
                      </c:pt>
                      <c:pt idx="5046">
                        <c:v>45142</c:v>
                      </c:pt>
                      <c:pt idx="5047">
                        <c:v>45145</c:v>
                      </c:pt>
                      <c:pt idx="5048">
                        <c:v>45146</c:v>
                      </c:pt>
                      <c:pt idx="5049">
                        <c:v>45147</c:v>
                      </c:pt>
                      <c:pt idx="5050">
                        <c:v>45148</c:v>
                      </c:pt>
                      <c:pt idx="5051">
                        <c:v>45149</c:v>
                      </c:pt>
                      <c:pt idx="5052">
                        <c:v>45152</c:v>
                      </c:pt>
                      <c:pt idx="5053">
                        <c:v>45153</c:v>
                      </c:pt>
                      <c:pt idx="5054">
                        <c:v>45154</c:v>
                      </c:pt>
                      <c:pt idx="5055">
                        <c:v>45155</c:v>
                      </c:pt>
                      <c:pt idx="5056">
                        <c:v>45156</c:v>
                      </c:pt>
                      <c:pt idx="5057">
                        <c:v>45159</c:v>
                      </c:pt>
                      <c:pt idx="5058">
                        <c:v>45160</c:v>
                      </c:pt>
                      <c:pt idx="5059">
                        <c:v>45161</c:v>
                      </c:pt>
                      <c:pt idx="5060">
                        <c:v>45162</c:v>
                      </c:pt>
                      <c:pt idx="5061">
                        <c:v>45163</c:v>
                      </c:pt>
                      <c:pt idx="5062">
                        <c:v>45166</c:v>
                      </c:pt>
                      <c:pt idx="5063">
                        <c:v>45167</c:v>
                      </c:pt>
                      <c:pt idx="5064">
                        <c:v>45168</c:v>
                      </c:pt>
                      <c:pt idx="5065">
                        <c:v>45169</c:v>
                      </c:pt>
                      <c:pt idx="5066">
                        <c:v>45170</c:v>
                      </c:pt>
                      <c:pt idx="5067">
                        <c:v>45173</c:v>
                      </c:pt>
                      <c:pt idx="5068">
                        <c:v>45174</c:v>
                      </c:pt>
                      <c:pt idx="5069">
                        <c:v>45175</c:v>
                      </c:pt>
                      <c:pt idx="5070">
                        <c:v>45176</c:v>
                      </c:pt>
                      <c:pt idx="5071">
                        <c:v>45177</c:v>
                      </c:pt>
                      <c:pt idx="5072">
                        <c:v>45180</c:v>
                      </c:pt>
                      <c:pt idx="5073">
                        <c:v>45181</c:v>
                      </c:pt>
                      <c:pt idx="5074">
                        <c:v>45182</c:v>
                      </c:pt>
                      <c:pt idx="5075">
                        <c:v>45183</c:v>
                      </c:pt>
                      <c:pt idx="5076">
                        <c:v>45184</c:v>
                      </c:pt>
                      <c:pt idx="5077">
                        <c:v>45187</c:v>
                      </c:pt>
                      <c:pt idx="5078">
                        <c:v>45188</c:v>
                      </c:pt>
                      <c:pt idx="5079">
                        <c:v>45189</c:v>
                      </c:pt>
                      <c:pt idx="5080">
                        <c:v>45190</c:v>
                      </c:pt>
                      <c:pt idx="5081">
                        <c:v>45191</c:v>
                      </c:pt>
                      <c:pt idx="5082">
                        <c:v>45194</c:v>
                      </c:pt>
                      <c:pt idx="5083">
                        <c:v>45195</c:v>
                      </c:pt>
                      <c:pt idx="5084">
                        <c:v>45196</c:v>
                      </c:pt>
                      <c:pt idx="5085">
                        <c:v>45197</c:v>
                      </c:pt>
                      <c:pt idx="5086">
                        <c:v>45198</c:v>
                      </c:pt>
                      <c:pt idx="5087">
                        <c:v>45201</c:v>
                      </c:pt>
                      <c:pt idx="5088">
                        <c:v>45202</c:v>
                      </c:pt>
                      <c:pt idx="5089">
                        <c:v>45203</c:v>
                      </c:pt>
                      <c:pt idx="5090">
                        <c:v>45204</c:v>
                      </c:pt>
                      <c:pt idx="5091">
                        <c:v>45205</c:v>
                      </c:pt>
                      <c:pt idx="5092">
                        <c:v>45208</c:v>
                      </c:pt>
                      <c:pt idx="5093">
                        <c:v>45209</c:v>
                      </c:pt>
                      <c:pt idx="5094">
                        <c:v>45210</c:v>
                      </c:pt>
                      <c:pt idx="5095">
                        <c:v>45211</c:v>
                      </c:pt>
                      <c:pt idx="5096">
                        <c:v>45212</c:v>
                      </c:pt>
                      <c:pt idx="5097">
                        <c:v>45215</c:v>
                      </c:pt>
                      <c:pt idx="5098">
                        <c:v>45216</c:v>
                      </c:pt>
                      <c:pt idx="5099">
                        <c:v>45217</c:v>
                      </c:pt>
                      <c:pt idx="5100">
                        <c:v>45218</c:v>
                      </c:pt>
                      <c:pt idx="5101">
                        <c:v>45219</c:v>
                      </c:pt>
                      <c:pt idx="5102">
                        <c:v>45222</c:v>
                      </c:pt>
                      <c:pt idx="5103">
                        <c:v>45223</c:v>
                      </c:pt>
                      <c:pt idx="5104">
                        <c:v>45224</c:v>
                      </c:pt>
                      <c:pt idx="5105">
                        <c:v>45225</c:v>
                      </c:pt>
                      <c:pt idx="5106">
                        <c:v>45226</c:v>
                      </c:pt>
                      <c:pt idx="5107">
                        <c:v>45229</c:v>
                      </c:pt>
                      <c:pt idx="5108">
                        <c:v>45230</c:v>
                      </c:pt>
                      <c:pt idx="5109">
                        <c:v>45231</c:v>
                      </c:pt>
                      <c:pt idx="5110">
                        <c:v>45232</c:v>
                      </c:pt>
                      <c:pt idx="5111">
                        <c:v>45233</c:v>
                      </c:pt>
                      <c:pt idx="5112">
                        <c:v>45236</c:v>
                      </c:pt>
                      <c:pt idx="5113">
                        <c:v>45237</c:v>
                      </c:pt>
                      <c:pt idx="5114">
                        <c:v>45238</c:v>
                      </c:pt>
                      <c:pt idx="5115">
                        <c:v>45239</c:v>
                      </c:pt>
                      <c:pt idx="5116">
                        <c:v>45240</c:v>
                      </c:pt>
                      <c:pt idx="5117">
                        <c:v>45243</c:v>
                      </c:pt>
                      <c:pt idx="5118">
                        <c:v>45244</c:v>
                      </c:pt>
                      <c:pt idx="5119">
                        <c:v>45245</c:v>
                      </c:pt>
                      <c:pt idx="5120">
                        <c:v>45246</c:v>
                      </c:pt>
                      <c:pt idx="5121">
                        <c:v>45247</c:v>
                      </c:pt>
                      <c:pt idx="5122">
                        <c:v>45250</c:v>
                      </c:pt>
                      <c:pt idx="5123">
                        <c:v>45251</c:v>
                      </c:pt>
                      <c:pt idx="5124">
                        <c:v>45252</c:v>
                      </c:pt>
                      <c:pt idx="5125">
                        <c:v>45253</c:v>
                      </c:pt>
                      <c:pt idx="5126">
                        <c:v>45254</c:v>
                      </c:pt>
                      <c:pt idx="5127">
                        <c:v>45257</c:v>
                      </c:pt>
                      <c:pt idx="5128">
                        <c:v>45258</c:v>
                      </c:pt>
                      <c:pt idx="5129">
                        <c:v>45259</c:v>
                      </c:pt>
                      <c:pt idx="5130">
                        <c:v>45260</c:v>
                      </c:pt>
                      <c:pt idx="5131">
                        <c:v>45261</c:v>
                      </c:pt>
                      <c:pt idx="5132">
                        <c:v>45264</c:v>
                      </c:pt>
                      <c:pt idx="5133">
                        <c:v>45265</c:v>
                      </c:pt>
                      <c:pt idx="5134">
                        <c:v>45266</c:v>
                      </c:pt>
                      <c:pt idx="5135">
                        <c:v>45267</c:v>
                      </c:pt>
                      <c:pt idx="5136">
                        <c:v>45268</c:v>
                      </c:pt>
                      <c:pt idx="5137">
                        <c:v>45271</c:v>
                      </c:pt>
                      <c:pt idx="5138">
                        <c:v>45272</c:v>
                      </c:pt>
                      <c:pt idx="5139">
                        <c:v>45273</c:v>
                      </c:pt>
                      <c:pt idx="5140">
                        <c:v>45274</c:v>
                      </c:pt>
                      <c:pt idx="5141">
                        <c:v>45275</c:v>
                      </c:pt>
                      <c:pt idx="5142">
                        <c:v>45278</c:v>
                      </c:pt>
                      <c:pt idx="5143">
                        <c:v>45279</c:v>
                      </c:pt>
                      <c:pt idx="5144">
                        <c:v>45280</c:v>
                      </c:pt>
                      <c:pt idx="5145">
                        <c:v>45281</c:v>
                      </c:pt>
                      <c:pt idx="5146">
                        <c:v>45282</c:v>
                      </c:pt>
                      <c:pt idx="5147">
                        <c:v>45285</c:v>
                      </c:pt>
                      <c:pt idx="5148">
                        <c:v>45286</c:v>
                      </c:pt>
                      <c:pt idx="5149">
                        <c:v>45287</c:v>
                      </c:pt>
                      <c:pt idx="5150">
                        <c:v>45288</c:v>
                      </c:pt>
                      <c:pt idx="5151">
                        <c:v>45289</c:v>
                      </c:pt>
                      <c:pt idx="5152">
                        <c:v>45292</c:v>
                      </c:pt>
                      <c:pt idx="5153">
                        <c:v>45293</c:v>
                      </c:pt>
                      <c:pt idx="5154">
                        <c:v>45294</c:v>
                      </c:pt>
                      <c:pt idx="5155">
                        <c:v>45295</c:v>
                      </c:pt>
                      <c:pt idx="5156">
                        <c:v>45296</c:v>
                      </c:pt>
                      <c:pt idx="5157">
                        <c:v>45299</c:v>
                      </c:pt>
                      <c:pt idx="5158">
                        <c:v>45300</c:v>
                      </c:pt>
                      <c:pt idx="5159">
                        <c:v>45301</c:v>
                      </c:pt>
                      <c:pt idx="5160">
                        <c:v>45302</c:v>
                      </c:pt>
                      <c:pt idx="5161">
                        <c:v>45303</c:v>
                      </c:pt>
                      <c:pt idx="5162">
                        <c:v>45306</c:v>
                      </c:pt>
                      <c:pt idx="5163">
                        <c:v>45307</c:v>
                      </c:pt>
                      <c:pt idx="5164">
                        <c:v>45308</c:v>
                      </c:pt>
                      <c:pt idx="5165">
                        <c:v>45309</c:v>
                      </c:pt>
                      <c:pt idx="5166">
                        <c:v>45310</c:v>
                      </c:pt>
                      <c:pt idx="5167">
                        <c:v>45313</c:v>
                      </c:pt>
                      <c:pt idx="5168">
                        <c:v>45314</c:v>
                      </c:pt>
                      <c:pt idx="5169">
                        <c:v>45315</c:v>
                      </c:pt>
                      <c:pt idx="5170">
                        <c:v>45316</c:v>
                      </c:pt>
                      <c:pt idx="5171">
                        <c:v>45317</c:v>
                      </c:pt>
                      <c:pt idx="5172">
                        <c:v>45320</c:v>
                      </c:pt>
                      <c:pt idx="5173">
                        <c:v>45321</c:v>
                      </c:pt>
                      <c:pt idx="5174">
                        <c:v>45322</c:v>
                      </c:pt>
                      <c:pt idx="5175">
                        <c:v>45323</c:v>
                      </c:pt>
                      <c:pt idx="5176">
                        <c:v>45324</c:v>
                      </c:pt>
                      <c:pt idx="5177">
                        <c:v>45327</c:v>
                      </c:pt>
                      <c:pt idx="5178">
                        <c:v>45328</c:v>
                      </c:pt>
                      <c:pt idx="5179">
                        <c:v>45329</c:v>
                      </c:pt>
                      <c:pt idx="5180">
                        <c:v>45330</c:v>
                      </c:pt>
                      <c:pt idx="5181">
                        <c:v>45331</c:v>
                      </c:pt>
                      <c:pt idx="5182">
                        <c:v>45334</c:v>
                      </c:pt>
                      <c:pt idx="5183">
                        <c:v>45335</c:v>
                      </c:pt>
                      <c:pt idx="5184">
                        <c:v>45336</c:v>
                      </c:pt>
                      <c:pt idx="5185">
                        <c:v>45337</c:v>
                      </c:pt>
                      <c:pt idx="5186">
                        <c:v>45338</c:v>
                      </c:pt>
                      <c:pt idx="5187">
                        <c:v>45341</c:v>
                      </c:pt>
                      <c:pt idx="5188">
                        <c:v>45342</c:v>
                      </c:pt>
                      <c:pt idx="5189">
                        <c:v>45343</c:v>
                      </c:pt>
                      <c:pt idx="5190">
                        <c:v>45344</c:v>
                      </c:pt>
                      <c:pt idx="5191">
                        <c:v>45345</c:v>
                      </c:pt>
                      <c:pt idx="5192">
                        <c:v>45348</c:v>
                      </c:pt>
                      <c:pt idx="5193">
                        <c:v>45349</c:v>
                      </c:pt>
                      <c:pt idx="5194">
                        <c:v>45350</c:v>
                      </c:pt>
                      <c:pt idx="5195">
                        <c:v>45351</c:v>
                      </c:pt>
                      <c:pt idx="5196">
                        <c:v>45352</c:v>
                      </c:pt>
                      <c:pt idx="5197">
                        <c:v>45355</c:v>
                      </c:pt>
                      <c:pt idx="5198">
                        <c:v>45356</c:v>
                      </c:pt>
                      <c:pt idx="5199">
                        <c:v>45357</c:v>
                      </c:pt>
                      <c:pt idx="5200">
                        <c:v>45358</c:v>
                      </c:pt>
                      <c:pt idx="5201">
                        <c:v>45359</c:v>
                      </c:pt>
                      <c:pt idx="5202">
                        <c:v>45362</c:v>
                      </c:pt>
                      <c:pt idx="5203">
                        <c:v>45363</c:v>
                      </c:pt>
                      <c:pt idx="5204">
                        <c:v>45364</c:v>
                      </c:pt>
                      <c:pt idx="5205">
                        <c:v>45365</c:v>
                      </c:pt>
                      <c:pt idx="5206">
                        <c:v>45366</c:v>
                      </c:pt>
                      <c:pt idx="5207">
                        <c:v>45369</c:v>
                      </c:pt>
                      <c:pt idx="5208">
                        <c:v>45370</c:v>
                      </c:pt>
                      <c:pt idx="5209">
                        <c:v>45371</c:v>
                      </c:pt>
                      <c:pt idx="5210">
                        <c:v>45372</c:v>
                      </c:pt>
                      <c:pt idx="5211">
                        <c:v>45373</c:v>
                      </c:pt>
                      <c:pt idx="5212">
                        <c:v>45376</c:v>
                      </c:pt>
                      <c:pt idx="5213">
                        <c:v>45377</c:v>
                      </c:pt>
                      <c:pt idx="5214">
                        <c:v>45378</c:v>
                      </c:pt>
                      <c:pt idx="5215">
                        <c:v>45379</c:v>
                      </c:pt>
                      <c:pt idx="5216">
                        <c:v>45380</c:v>
                      </c:pt>
                      <c:pt idx="5217">
                        <c:v>45383</c:v>
                      </c:pt>
                      <c:pt idx="5218">
                        <c:v>45384</c:v>
                      </c:pt>
                      <c:pt idx="5219">
                        <c:v>45385</c:v>
                      </c:pt>
                      <c:pt idx="5220">
                        <c:v>45386</c:v>
                      </c:pt>
                      <c:pt idx="5221">
                        <c:v>45387</c:v>
                      </c:pt>
                      <c:pt idx="5222">
                        <c:v>45390</c:v>
                      </c:pt>
                      <c:pt idx="5223">
                        <c:v>45391</c:v>
                      </c:pt>
                      <c:pt idx="5224">
                        <c:v>45392</c:v>
                      </c:pt>
                      <c:pt idx="5225">
                        <c:v>45393</c:v>
                      </c:pt>
                      <c:pt idx="5226">
                        <c:v>45394</c:v>
                      </c:pt>
                      <c:pt idx="5227">
                        <c:v>45397</c:v>
                      </c:pt>
                      <c:pt idx="5228">
                        <c:v>45398</c:v>
                      </c:pt>
                      <c:pt idx="5229">
                        <c:v>45399</c:v>
                      </c:pt>
                      <c:pt idx="5230">
                        <c:v>45400</c:v>
                      </c:pt>
                      <c:pt idx="5231">
                        <c:v>45401</c:v>
                      </c:pt>
                      <c:pt idx="5232">
                        <c:v>45404</c:v>
                      </c:pt>
                      <c:pt idx="5233">
                        <c:v>45405</c:v>
                      </c:pt>
                      <c:pt idx="5234">
                        <c:v>45406</c:v>
                      </c:pt>
                      <c:pt idx="5235">
                        <c:v>45407</c:v>
                      </c:pt>
                      <c:pt idx="5236">
                        <c:v>45408</c:v>
                      </c:pt>
                      <c:pt idx="5237">
                        <c:v>45411</c:v>
                      </c:pt>
                      <c:pt idx="5238">
                        <c:v>45412</c:v>
                      </c:pt>
                      <c:pt idx="5239">
                        <c:v>45413</c:v>
                      </c:pt>
                      <c:pt idx="5240">
                        <c:v>45414</c:v>
                      </c:pt>
                      <c:pt idx="5241">
                        <c:v>45415</c:v>
                      </c:pt>
                      <c:pt idx="5242">
                        <c:v>45418</c:v>
                      </c:pt>
                      <c:pt idx="5243">
                        <c:v>45419</c:v>
                      </c:pt>
                      <c:pt idx="5244">
                        <c:v>45420</c:v>
                      </c:pt>
                      <c:pt idx="5245">
                        <c:v>45421</c:v>
                      </c:pt>
                      <c:pt idx="5246">
                        <c:v>45422</c:v>
                      </c:pt>
                      <c:pt idx="5247">
                        <c:v>45425</c:v>
                      </c:pt>
                      <c:pt idx="5248">
                        <c:v>45426</c:v>
                      </c:pt>
                      <c:pt idx="5249">
                        <c:v>45427</c:v>
                      </c:pt>
                      <c:pt idx="5250">
                        <c:v>45428</c:v>
                      </c:pt>
                      <c:pt idx="5251">
                        <c:v>45429</c:v>
                      </c:pt>
                      <c:pt idx="5252">
                        <c:v>45432</c:v>
                      </c:pt>
                      <c:pt idx="5253">
                        <c:v>45433</c:v>
                      </c:pt>
                      <c:pt idx="5254">
                        <c:v>45434</c:v>
                      </c:pt>
                      <c:pt idx="5255">
                        <c:v>45435</c:v>
                      </c:pt>
                      <c:pt idx="5256">
                        <c:v>45436</c:v>
                      </c:pt>
                      <c:pt idx="5257">
                        <c:v>45439</c:v>
                      </c:pt>
                      <c:pt idx="5258">
                        <c:v>45440</c:v>
                      </c:pt>
                      <c:pt idx="5259">
                        <c:v>45441</c:v>
                      </c:pt>
                      <c:pt idx="5260">
                        <c:v>45442</c:v>
                      </c:pt>
                      <c:pt idx="5261">
                        <c:v>45443</c:v>
                      </c:pt>
                      <c:pt idx="5262">
                        <c:v>45446</c:v>
                      </c:pt>
                      <c:pt idx="5263">
                        <c:v>45447</c:v>
                      </c:pt>
                      <c:pt idx="5264">
                        <c:v>45448</c:v>
                      </c:pt>
                      <c:pt idx="5265">
                        <c:v>45449</c:v>
                      </c:pt>
                      <c:pt idx="5266">
                        <c:v>45450</c:v>
                      </c:pt>
                      <c:pt idx="5267">
                        <c:v>45453</c:v>
                      </c:pt>
                      <c:pt idx="5268">
                        <c:v>45454</c:v>
                      </c:pt>
                      <c:pt idx="5269">
                        <c:v>45455</c:v>
                      </c:pt>
                      <c:pt idx="5270">
                        <c:v>45456</c:v>
                      </c:pt>
                      <c:pt idx="5271">
                        <c:v>45457</c:v>
                      </c:pt>
                      <c:pt idx="5272">
                        <c:v>45460</c:v>
                      </c:pt>
                      <c:pt idx="5273">
                        <c:v>45461</c:v>
                      </c:pt>
                      <c:pt idx="5274">
                        <c:v>45462</c:v>
                      </c:pt>
                      <c:pt idx="5275">
                        <c:v>45463</c:v>
                      </c:pt>
                      <c:pt idx="5276">
                        <c:v>45464</c:v>
                      </c:pt>
                      <c:pt idx="5277">
                        <c:v>45467</c:v>
                      </c:pt>
                      <c:pt idx="5278">
                        <c:v>45468</c:v>
                      </c:pt>
                      <c:pt idx="5279">
                        <c:v>45469</c:v>
                      </c:pt>
                      <c:pt idx="5280">
                        <c:v>45470</c:v>
                      </c:pt>
                      <c:pt idx="5281">
                        <c:v>45471</c:v>
                      </c:pt>
                      <c:pt idx="5282">
                        <c:v>45474</c:v>
                      </c:pt>
                      <c:pt idx="5283">
                        <c:v>45475</c:v>
                      </c:pt>
                      <c:pt idx="5284">
                        <c:v>45476</c:v>
                      </c:pt>
                      <c:pt idx="5285">
                        <c:v>45477</c:v>
                      </c:pt>
                      <c:pt idx="5286">
                        <c:v>45478</c:v>
                      </c:pt>
                      <c:pt idx="5287">
                        <c:v>45481</c:v>
                      </c:pt>
                      <c:pt idx="5288">
                        <c:v>45482</c:v>
                      </c:pt>
                      <c:pt idx="5289">
                        <c:v>45483</c:v>
                      </c:pt>
                      <c:pt idx="5290">
                        <c:v>45484</c:v>
                      </c:pt>
                      <c:pt idx="5291">
                        <c:v>45485</c:v>
                      </c:pt>
                      <c:pt idx="5292">
                        <c:v>45488</c:v>
                      </c:pt>
                      <c:pt idx="5293">
                        <c:v>45489</c:v>
                      </c:pt>
                      <c:pt idx="5294">
                        <c:v>45490</c:v>
                      </c:pt>
                      <c:pt idx="5295">
                        <c:v>45491</c:v>
                      </c:pt>
                      <c:pt idx="5296">
                        <c:v>45492</c:v>
                      </c:pt>
                      <c:pt idx="5297">
                        <c:v>45495</c:v>
                      </c:pt>
                      <c:pt idx="5298">
                        <c:v>45496</c:v>
                      </c:pt>
                      <c:pt idx="5299">
                        <c:v>45497</c:v>
                      </c:pt>
                      <c:pt idx="5300">
                        <c:v>45498</c:v>
                      </c:pt>
                      <c:pt idx="5301">
                        <c:v>45499</c:v>
                      </c:pt>
                      <c:pt idx="5302">
                        <c:v>45502</c:v>
                      </c:pt>
                      <c:pt idx="5303">
                        <c:v>45503</c:v>
                      </c:pt>
                      <c:pt idx="5304">
                        <c:v>45504</c:v>
                      </c:pt>
                      <c:pt idx="5305">
                        <c:v>45505</c:v>
                      </c:pt>
                      <c:pt idx="5306">
                        <c:v>45506</c:v>
                      </c:pt>
                      <c:pt idx="5307">
                        <c:v>45509</c:v>
                      </c:pt>
                      <c:pt idx="5308">
                        <c:v>45510</c:v>
                      </c:pt>
                      <c:pt idx="5309">
                        <c:v>45511</c:v>
                      </c:pt>
                      <c:pt idx="5310">
                        <c:v>45512</c:v>
                      </c:pt>
                      <c:pt idx="5311">
                        <c:v>45513</c:v>
                      </c:pt>
                      <c:pt idx="5312">
                        <c:v>45516</c:v>
                      </c:pt>
                      <c:pt idx="5313">
                        <c:v>45517</c:v>
                      </c:pt>
                      <c:pt idx="5314">
                        <c:v>45518</c:v>
                      </c:pt>
                      <c:pt idx="5315">
                        <c:v>45519</c:v>
                      </c:pt>
                      <c:pt idx="5316">
                        <c:v>45520</c:v>
                      </c:pt>
                      <c:pt idx="5317">
                        <c:v>45523</c:v>
                      </c:pt>
                      <c:pt idx="5318">
                        <c:v>45524</c:v>
                      </c:pt>
                      <c:pt idx="5319">
                        <c:v>45525</c:v>
                      </c:pt>
                      <c:pt idx="5320">
                        <c:v>45526</c:v>
                      </c:pt>
                      <c:pt idx="5321">
                        <c:v>45527</c:v>
                      </c:pt>
                      <c:pt idx="5322">
                        <c:v>45530</c:v>
                      </c:pt>
                      <c:pt idx="5323">
                        <c:v>45531</c:v>
                      </c:pt>
                      <c:pt idx="5324">
                        <c:v>45532</c:v>
                      </c:pt>
                      <c:pt idx="5325">
                        <c:v>45533</c:v>
                      </c:pt>
                      <c:pt idx="5326">
                        <c:v>45534</c:v>
                      </c:pt>
                      <c:pt idx="5327">
                        <c:v>45537</c:v>
                      </c:pt>
                      <c:pt idx="5328">
                        <c:v>45538</c:v>
                      </c:pt>
                      <c:pt idx="5329">
                        <c:v>45539</c:v>
                      </c:pt>
                      <c:pt idx="5330">
                        <c:v>45540</c:v>
                      </c:pt>
                      <c:pt idx="5331">
                        <c:v>45541</c:v>
                      </c:pt>
                      <c:pt idx="5332">
                        <c:v>45544</c:v>
                      </c:pt>
                      <c:pt idx="5333">
                        <c:v>45545</c:v>
                      </c:pt>
                      <c:pt idx="5334">
                        <c:v>45546</c:v>
                      </c:pt>
                      <c:pt idx="5335">
                        <c:v>45547</c:v>
                      </c:pt>
                      <c:pt idx="5336">
                        <c:v>45548</c:v>
                      </c:pt>
                      <c:pt idx="5337">
                        <c:v>45551</c:v>
                      </c:pt>
                      <c:pt idx="5338">
                        <c:v>45552</c:v>
                      </c:pt>
                      <c:pt idx="5339">
                        <c:v>45553</c:v>
                      </c:pt>
                      <c:pt idx="5340">
                        <c:v>45554</c:v>
                      </c:pt>
                      <c:pt idx="5341">
                        <c:v>45555</c:v>
                      </c:pt>
                      <c:pt idx="5342">
                        <c:v>45558</c:v>
                      </c:pt>
                      <c:pt idx="5343">
                        <c:v>45559</c:v>
                      </c:pt>
                      <c:pt idx="5344">
                        <c:v>45560</c:v>
                      </c:pt>
                      <c:pt idx="5345">
                        <c:v>45561</c:v>
                      </c:pt>
                      <c:pt idx="5346">
                        <c:v>45562</c:v>
                      </c:pt>
                      <c:pt idx="5347">
                        <c:v>45565</c:v>
                      </c:pt>
                      <c:pt idx="5348">
                        <c:v>45566</c:v>
                      </c:pt>
                      <c:pt idx="5349">
                        <c:v>45567</c:v>
                      </c:pt>
                      <c:pt idx="5350">
                        <c:v>45568</c:v>
                      </c:pt>
                      <c:pt idx="5351">
                        <c:v>45569</c:v>
                      </c:pt>
                      <c:pt idx="5352">
                        <c:v>45572</c:v>
                      </c:pt>
                      <c:pt idx="5353">
                        <c:v>45573</c:v>
                      </c:pt>
                      <c:pt idx="5354">
                        <c:v>45574</c:v>
                      </c:pt>
                      <c:pt idx="5355">
                        <c:v>45575</c:v>
                      </c:pt>
                      <c:pt idx="5356">
                        <c:v>45576</c:v>
                      </c:pt>
                      <c:pt idx="5357">
                        <c:v>45579</c:v>
                      </c:pt>
                      <c:pt idx="5358">
                        <c:v>45580</c:v>
                      </c:pt>
                      <c:pt idx="5359">
                        <c:v>45581</c:v>
                      </c:pt>
                      <c:pt idx="5360">
                        <c:v>45582</c:v>
                      </c:pt>
                      <c:pt idx="5361">
                        <c:v>45583</c:v>
                      </c:pt>
                      <c:pt idx="5362">
                        <c:v>45586</c:v>
                      </c:pt>
                      <c:pt idx="5363">
                        <c:v>45587</c:v>
                      </c:pt>
                      <c:pt idx="5364">
                        <c:v>45588</c:v>
                      </c:pt>
                      <c:pt idx="5365">
                        <c:v>45589</c:v>
                      </c:pt>
                      <c:pt idx="5366">
                        <c:v>45590</c:v>
                      </c:pt>
                      <c:pt idx="5367">
                        <c:v>45593</c:v>
                      </c:pt>
                      <c:pt idx="5368">
                        <c:v>45594</c:v>
                      </c:pt>
                      <c:pt idx="5369">
                        <c:v>45595</c:v>
                      </c:pt>
                      <c:pt idx="5370">
                        <c:v>45596</c:v>
                      </c:pt>
                      <c:pt idx="5371">
                        <c:v>45597</c:v>
                      </c:pt>
                      <c:pt idx="5372">
                        <c:v>45601</c:v>
                      </c:pt>
                      <c:pt idx="5373">
                        <c:v>45602</c:v>
                      </c:pt>
                      <c:pt idx="5374">
                        <c:v>45603</c:v>
                      </c:pt>
                      <c:pt idx="5375">
                        <c:v>45604</c:v>
                      </c:pt>
                      <c:pt idx="5376">
                        <c:v>45608</c:v>
                      </c:pt>
                      <c:pt idx="5377">
                        <c:v>45609</c:v>
                      </c:pt>
                      <c:pt idx="5378">
                        <c:v>45610</c:v>
                      </c:pt>
                      <c:pt idx="5379">
                        <c:v>45611</c:v>
                      </c:pt>
                      <c:pt idx="5380">
                        <c:v>45614</c:v>
                      </c:pt>
                      <c:pt idx="5381">
                        <c:v>45615</c:v>
                      </c:pt>
                      <c:pt idx="5382">
                        <c:v>45616</c:v>
                      </c:pt>
                      <c:pt idx="5383">
                        <c:v>45617</c:v>
                      </c:pt>
                      <c:pt idx="5384">
                        <c:v>45618</c:v>
                      </c:pt>
                      <c:pt idx="5385">
                        <c:v>45621</c:v>
                      </c:pt>
                      <c:pt idx="5386">
                        <c:v>45622</c:v>
                      </c:pt>
                      <c:pt idx="5387">
                        <c:v>45623</c:v>
                      </c:pt>
                      <c:pt idx="5388">
                        <c:v>45624</c:v>
                      </c:pt>
                      <c:pt idx="5389">
                        <c:v>45625</c:v>
                      </c:pt>
                      <c:pt idx="5390">
                        <c:v>45628</c:v>
                      </c:pt>
                      <c:pt idx="5391">
                        <c:v>45629</c:v>
                      </c:pt>
                      <c:pt idx="5392">
                        <c:v>45630</c:v>
                      </c:pt>
                      <c:pt idx="5393">
                        <c:v>45631</c:v>
                      </c:pt>
                      <c:pt idx="5394">
                        <c:v>45632</c:v>
                      </c:pt>
                      <c:pt idx="5395">
                        <c:v>45635</c:v>
                      </c:pt>
                      <c:pt idx="5396">
                        <c:v>45636</c:v>
                      </c:pt>
                      <c:pt idx="5397">
                        <c:v>45637</c:v>
                      </c:pt>
                      <c:pt idx="5398">
                        <c:v>45638</c:v>
                      </c:pt>
                      <c:pt idx="5399">
                        <c:v>45639</c:v>
                      </c:pt>
                      <c:pt idx="5400">
                        <c:v>45642</c:v>
                      </c:pt>
                      <c:pt idx="5401">
                        <c:v>45643</c:v>
                      </c:pt>
                      <c:pt idx="5402">
                        <c:v>45644</c:v>
                      </c:pt>
                      <c:pt idx="5403">
                        <c:v>45645</c:v>
                      </c:pt>
                      <c:pt idx="5404">
                        <c:v>45646</c:v>
                      </c:pt>
                      <c:pt idx="5405">
                        <c:v>45649</c:v>
                      </c:pt>
                      <c:pt idx="5406">
                        <c:v>45650</c:v>
                      </c:pt>
                      <c:pt idx="5407">
                        <c:v>45652</c:v>
                      </c:pt>
                      <c:pt idx="5408">
                        <c:v>45653</c:v>
                      </c:pt>
                      <c:pt idx="5409">
                        <c:v>45656</c:v>
                      </c:pt>
                      <c:pt idx="5410">
                        <c:v>45657</c:v>
                      </c:pt>
                      <c:pt idx="5411">
                        <c:v>45659</c:v>
                      </c:pt>
                      <c:pt idx="5412">
                        <c:v>45660</c:v>
                      </c:pt>
                      <c:pt idx="5413">
                        <c:v>45663</c:v>
                      </c:pt>
                      <c:pt idx="5414">
                        <c:v>45664</c:v>
                      </c:pt>
                      <c:pt idx="5415">
                        <c:v>45665</c:v>
                      </c:pt>
                      <c:pt idx="5416">
                        <c:v>45666</c:v>
                      </c:pt>
                      <c:pt idx="5417">
                        <c:v>45667</c:v>
                      </c:pt>
                      <c:pt idx="5418">
                        <c:v>45670</c:v>
                      </c:pt>
                      <c:pt idx="5419">
                        <c:v>45671</c:v>
                      </c:pt>
                      <c:pt idx="5420">
                        <c:v>45672</c:v>
                      </c:pt>
                      <c:pt idx="5421">
                        <c:v>45673</c:v>
                      </c:pt>
                      <c:pt idx="5422">
                        <c:v>45674</c:v>
                      </c:pt>
                      <c:pt idx="5423">
                        <c:v>45677</c:v>
                      </c:pt>
                      <c:pt idx="5424">
                        <c:v>45678</c:v>
                      </c:pt>
                      <c:pt idx="5425">
                        <c:v>45679</c:v>
                      </c:pt>
                      <c:pt idx="5426">
                        <c:v>45680</c:v>
                      </c:pt>
                      <c:pt idx="5427">
                        <c:v>45681</c:v>
                      </c:pt>
                      <c:pt idx="5428">
                        <c:v>45684</c:v>
                      </c:pt>
                      <c:pt idx="5429">
                        <c:v>45685</c:v>
                      </c:pt>
                      <c:pt idx="5430">
                        <c:v>45686</c:v>
                      </c:pt>
                      <c:pt idx="5431">
                        <c:v>45687</c:v>
                      </c:pt>
                      <c:pt idx="5432">
                        <c:v>45688</c:v>
                      </c:pt>
                      <c:pt idx="5433">
                        <c:v>45691</c:v>
                      </c:pt>
                      <c:pt idx="5434">
                        <c:v>45692</c:v>
                      </c:pt>
                      <c:pt idx="5435">
                        <c:v>45693</c:v>
                      </c:pt>
                      <c:pt idx="5436">
                        <c:v>45694</c:v>
                      </c:pt>
                      <c:pt idx="5437">
                        <c:v>45695</c:v>
                      </c:pt>
                      <c:pt idx="5438">
                        <c:v>45698</c:v>
                      </c:pt>
                      <c:pt idx="5439">
                        <c:v>45699</c:v>
                      </c:pt>
                      <c:pt idx="5440">
                        <c:v>45700</c:v>
                      </c:pt>
                      <c:pt idx="5441">
                        <c:v>45701</c:v>
                      </c:pt>
                      <c:pt idx="5442">
                        <c:v>45702</c:v>
                      </c:pt>
                      <c:pt idx="5443">
                        <c:v>45706</c:v>
                      </c:pt>
                      <c:pt idx="5444">
                        <c:v>45707</c:v>
                      </c:pt>
                      <c:pt idx="5445">
                        <c:v>45708</c:v>
                      </c:pt>
                      <c:pt idx="5446">
                        <c:v>45709</c:v>
                      </c:pt>
                      <c:pt idx="5447">
                        <c:v>45712</c:v>
                      </c:pt>
                      <c:pt idx="5448">
                        <c:v>45713</c:v>
                      </c:pt>
                      <c:pt idx="5449">
                        <c:v>45714</c:v>
                      </c:pt>
                      <c:pt idx="5450">
                        <c:v>45715</c:v>
                      </c:pt>
                      <c:pt idx="5451">
                        <c:v>45716</c:v>
                      </c:pt>
                      <c:pt idx="5452">
                        <c:v>45719</c:v>
                      </c:pt>
                      <c:pt idx="5453">
                        <c:v>45720</c:v>
                      </c:pt>
                      <c:pt idx="5454">
                        <c:v>45721</c:v>
                      </c:pt>
                      <c:pt idx="5455">
                        <c:v>45722</c:v>
                      </c:pt>
                      <c:pt idx="5456">
                        <c:v>45723</c:v>
                      </c:pt>
                      <c:pt idx="5457">
                        <c:v>45726</c:v>
                      </c:pt>
                    </c:numCache>
                  </c:numRef>
                </c:cat>
                <c:val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Hoja2!$E$316:$E$5773</c15:sqref>
                        </c15:formulaRef>
                      </c:ext>
                    </c:extLst>
                    <c:numCache>
                      <c:formatCode>0.00</c:formatCode>
                      <c:ptCount val="5458"/>
                      <c:pt idx="0">
                        <c:v>409.65899999999999</c:v>
                      </c:pt>
                      <c:pt idx="1">
                        <c:v>405.995</c:v>
                      </c:pt>
                      <c:pt idx="2">
                        <c:v>400.98500000000001</c:v>
                      </c:pt>
                      <c:pt idx="3">
                        <c:v>400.98399999999998</c:v>
                      </c:pt>
                      <c:pt idx="4">
                        <c:v>389.733</c:v>
                      </c:pt>
                      <c:pt idx="5">
                        <c:v>384.66</c:v>
                      </c:pt>
                      <c:pt idx="6">
                        <c:v>364.66899999999998</c:v>
                      </c:pt>
                      <c:pt idx="7">
                        <c:v>362.22800000000001</c:v>
                      </c:pt>
                      <c:pt idx="8">
                        <c:v>368.47300000000001</c:v>
                      </c:pt>
                      <c:pt idx="9">
                        <c:v>364.73200000000003</c:v>
                      </c:pt>
                      <c:pt idx="10">
                        <c:v>362.23099999999999</c:v>
                      </c:pt>
                      <c:pt idx="11">
                        <c:v>361.30700000000002</c:v>
                      </c:pt>
                      <c:pt idx="12">
                        <c:v>359.46100000000001</c:v>
                      </c:pt>
                      <c:pt idx="13">
                        <c:v>354.46499999999997</c:v>
                      </c:pt>
                      <c:pt idx="14">
                        <c:v>366.27</c:v>
                      </c:pt>
                      <c:pt idx="15">
                        <c:v>404.56</c:v>
                      </c:pt>
                      <c:pt idx="16">
                        <c:v>410.92</c:v>
                      </c:pt>
                      <c:pt idx="17">
                        <c:v>408.423</c:v>
                      </c:pt>
                      <c:pt idx="18">
                        <c:v>412.89100000000002</c:v>
                      </c:pt>
                      <c:pt idx="19">
                        <c:v>432.14100000000002</c:v>
                      </c:pt>
                      <c:pt idx="20">
                        <c:v>437.14499999999998</c:v>
                      </c:pt>
                      <c:pt idx="21">
                        <c:v>432.84699999999998</c:v>
                      </c:pt>
                      <c:pt idx="22">
                        <c:v>429.512</c:v>
                      </c:pt>
                      <c:pt idx="23">
                        <c:v>439.62900000000002</c:v>
                      </c:pt>
                      <c:pt idx="24">
                        <c:v>467.10399999999998</c:v>
                      </c:pt>
                      <c:pt idx="25">
                        <c:v>476.13</c:v>
                      </c:pt>
                      <c:pt idx="26">
                        <c:v>490.83300000000003</c:v>
                      </c:pt>
                      <c:pt idx="27">
                        <c:v>501.07499999999999</c:v>
                      </c:pt>
                      <c:pt idx="28">
                        <c:v>507.05099999999999</c:v>
                      </c:pt>
                      <c:pt idx="29">
                        <c:v>508.29700000000003</c:v>
                      </c:pt>
                      <c:pt idx="30">
                        <c:v>569.33900000000006</c:v>
                      </c:pt>
                      <c:pt idx="31">
                        <c:v>606.94200000000001</c:v>
                      </c:pt>
                      <c:pt idx="32">
                        <c:v>642.53200000000004</c:v>
                      </c:pt>
                      <c:pt idx="33">
                        <c:v>629.42999999999995</c:v>
                      </c:pt>
                      <c:pt idx="34">
                        <c:v>609.24099999999999</c:v>
                      </c:pt>
                      <c:pt idx="35">
                        <c:v>614.22699999999998</c:v>
                      </c:pt>
                      <c:pt idx="36">
                        <c:v>586.95799999999997</c:v>
                      </c:pt>
                      <c:pt idx="37">
                        <c:v>565.98900000000003</c:v>
                      </c:pt>
                      <c:pt idx="38">
                        <c:v>547.65700000000004</c:v>
                      </c:pt>
                      <c:pt idx="39">
                        <c:v>560.73</c:v>
                      </c:pt>
                      <c:pt idx="40">
                        <c:v>570.98400000000004</c:v>
                      </c:pt>
                      <c:pt idx="41">
                        <c:v>597.61199999999997</c:v>
                      </c:pt>
                      <c:pt idx="42">
                        <c:v>583.92499999999995</c:v>
                      </c:pt>
                      <c:pt idx="43">
                        <c:v>562.63499999999999</c:v>
                      </c:pt>
                      <c:pt idx="44">
                        <c:v>568.22799999999995</c:v>
                      </c:pt>
                      <c:pt idx="45">
                        <c:v>559.31799999999998</c:v>
                      </c:pt>
                      <c:pt idx="46">
                        <c:v>551.99300000000005</c:v>
                      </c:pt>
                      <c:pt idx="47">
                        <c:v>551.99300000000005</c:v>
                      </c:pt>
                      <c:pt idx="48">
                        <c:v>557.64099999999996</c:v>
                      </c:pt>
                      <c:pt idx="49">
                        <c:v>531.50199999999995</c:v>
                      </c:pt>
                      <c:pt idx="50">
                        <c:v>539.00800000000004</c:v>
                      </c:pt>
                      <c:pt idx="51">
                        <c:v>521.50800000000004</c:v>
                      </c:pt>
                      <c:pt idx="52">
                        <c:v>497.71</c:v>
                      </c:pt>
                      <c:pt idx="53">
                        <c:v>501.041</c:v>
                      </c:pt>
                      <c:pt idx="54">
                        <c:v>506.03</c:v>
                      </c:pt>
                      <c:pt idx="55">
                        <c:v>506.02300000000002</c:v>
                      </c:pt>
                      <c:pt idx="56">
                        <c:v>506.02300000000002</c:v>
                      </c:pt>
                      <c:pt idx="57">
                        <c:v>520.99300000000005</c:v>
                      </c:pt>
                      <c:pt idx="58">
                        <c:v>508.70600000000002</c:v>
                      </c:pt>
                      <c:pt idx="59">
                        <c:v>501.03100000000001</c:v>
                      </c:pt>
                      <c:pt idx="60">
                        <c:v>494.37700000000001</c:v>
                      </c:pt>
                      <c:pt idx="61">
                        <c:v>492.71100000000001</c:v>
                      </c:pt>
                      <c:pt idx="62">
                        <c:v>479.399</c:v>
                      </c:pt>
                      <c:pt idx="63">
                        <c:v>476.07</c:v>
                      </c:pt>
                      <c:pt idx="64">
                        <c:v>476.07</c:v>
                      </c:pt>
                      <c:pt idx="65">
                        <c:v>474.404</c:v>
                      </c:pt>
                      <c:pt idx="66">
                        <c:v>487.721</c:v>
                      </c:pt>
                      <c:pt idx="67">
                        <c:v>497.68400000000003</c:v>
                      </c:pt>
                      <c:pt idx="68">
                        <c:v>499.37099999999998</c:v>
                      </c:pt>
                      <c:pt idx="69">
                        <c:v>494.39499999999998</c:v>
                      </c:pt>
                      <c:pt idx="70">
                        <c:v>492.73599999999999</c:v>
                      </c:pt>
                      <c:pt idx="71">
                        <c:v>481.10700000000003</c:v>
                      </c:pt>
                      <c:pt idx="72">
                        <c:v>479.43700000000001</c:v>
                      </c:pt>
                      <c:pt idx="73">
                        <c:v>481.10300000000001</c:v>
                      </c:pt>
                      <c:pt idx="74">
                        <c:v>484.43799999999999</c:v>
                      </c:pt>
                      <c:pt idx="75">
                        <c:v>471.666</c:v>
                      </c:pt>
                      <c:pt idx="76">
                        <c:v>471.66899999999998</c:v>
                      </c:pt>
                      <c:pt idx="77">
                        <c:v>474.44600000000003</c:v>
                      </c:pt>
                      <c:pt idx="78">
                        <c:v>472.77600000000001</c:v>
                      </c:pt>
                      <c:pt idx="79">
                        <c:v>469.44</c:v>
                      </c:pt>
                      <c:pt idx="80">
                        <c:v>459.48599999999999</c:v>
                      </c:pt>
                      <c:pt idx="81">
                        <c:v>457.81799999999998</c:v>
                      </c:pt>
                      <c:pt idx="82">
                        <c:v>457.803</c:v>
                      </c:pt>
                      <c:pt idx="83">
                        <c:v>467.779</c:v>
                      </c:pt>
                      <c:pt idx="84">
                        <c:v>463.34</c:v>
                      </c:pt>
                      <c:pt idx="85">
                        <c:v>467.78899999999999</c:v>
                      </c:pt>
                      <c:pt idx="86">
                        <c:v>469.57799999999997</c:v>
                      </c:pt>
                      <c:pt idx="87">
                        <c:v>464.42200000000003</c:v>
                      </c:pt>
                      <c:pt idx="88">
                        <c:v>471.09899999999999</c:v>
                      </c:pt>
                      <c:pt idx="89">
                        <c:v>465.55399999999997</c:v>
                      </c:pt>
                      <c:pt idx="90">
                        <c:v>460.84500000000003</c:v>
                      </c:pt>
                      <c:pt idx="91">
                        <c:v>461.39699999999999</c:v>
                      </c:pt>
                      <c:pt idx="92">
                        <c:v>457.108</c:v>
                      </c:pt>
                      <c:pt idx="93">
                        <c:v>453.36200000000002</c:v>
                      </c:pt>
                      <c:pt idx="94">
                        <c:v>459.61200000000002</c:v>
                      </c:pt>
                      <c:pt idx="95">
                        <c:v>453.39</c:v>
                      </c:pt>
                      <c:pt idx="96">
                        <c:v>454.51499999999999</c:v>
                      </c:pt>
                      <c:pt idx="97">
                        <c:v>444.64400000000001</c:v>
                      </c:pt>
                      <c:pt idx="98">
                        <c:v>436.423</c:v>
                      </c:pt>
                      <c:pt idx="99">
                        <c:v>454.625</c:v>
                      </c:pt>
                      <c:pt idx="100">
                        <c:v>452.13400000000001</c:v>
                      </c:pt>
                      <c:pt idx="101">
                        <c:v>456.17500000000001</c:v>
                      </c:pt>
                      <c:pt idx="102">
                        <c:v>448.39299999999997</c:v>
                      </c:pt>
                      <c:pt idx="103">
                        <c:v>451.18700000000001</c:v>
                      </c:pt>
                      <c:pt idx="104">
                        <c:v>448</c:v>
                      </c:pt>
                      <c:pt idx="105">
                        <c:v>438</c:v>
                      </c:pt>
                      <c:pt idx="106">
                        <c:v>437.25</c:v>
                      </c:pt>
                      <c:pt idx="107">
                        <c:v>429.66699999999997</c:v>
                      </c:pt>
                      <c:pt idx="108">
                        <c:v>426</c:v>
                      </c:pt>
                      <c:pt idx="109">
                        <c:v>440</c:v>
                      </c:pt>
                      <c:pt idx="110">
                        <c:v>426.625</c:v>
                      </c:pt>
                      <c:pt idx="111">
                        <c:v>432.5</c:v>
                      </c:pt>
                      <c:pt idx="112">
                        <c:v>447.5</c:v>
                      </c:pt>
                      <c:pt idx="113">
                        <c:v>426.875</c:v>
                      </c:pt>
                      <c:pt idx="114">
                        <c:v>432.5</c:v>
                      </c:pt>
                      <c:pt idx="115">
                        <c:v>400.66699999999997</c:v>
                      </c:pt>
                      <c:pt idx="116">
                        <c:v>448.75</c:v>
                      </c:pt>
                      <c:pt idx="117">
                        <c:v>414.66699999999997</c:v>
                      </c:pt>
                      <c:pt idx="118">
                        <c:v>407.25</c:v>
                      </c:pt>
                      <c:pt idx="119">
                        <c:v>406.25</c:v>
                      </c:pt>
                      <c:pt idx="120">
                        <c:v>378</c:v>
                      </c:pt>
                      <c:pt idx="121">
                        <c:v>424.66699999999997</c:v>
                      </c:pt>
                      <c:pt idx="122">
                        <c:v>413.5</c:v>
                      </c:pt>
                      <c:pt idx="123">
                        <c:v>407.25</c:v>
                      </c:pt>
                      <c:pt idx="124">
                        <c:v>375.66699999999997</c:v>
                      </c:pt>
                      <c:pt idx="125">
                        <c:v>397.25</c:v>
                      </c:pt>
                      <c:pt idx="126">
                        <c:v>406.33300000000003</c:v>
                      </c:pt>
                      <c:pt idx="127">
                        <c:v>369</c:v>
                      </c:pt>
                      <c:pt idx="128">
                        <c:v>368.16699999999997</c:v>
                      </c:pt>
                      <c:pt idx="129">
                        <c:v>406</c:v>
                      </c:pt>
                      <c:pt idx="130">
                        <c:v>408.5</c:v>
                      </c:pt>
                      <c:pt idx="131">
                        <c:v>387.33300000000003</c:v>
                      </c:pt>
                      <c:pt idx="132">
                        <c:v>396.66699999999997</c:v>
                      </c:pt>
                      <c:pt idx="133">
                        <c:v>411</c:v>
                      </c:pt>
                      <c:pt idx="134">
                        <c:v>426.33300000000003</c:v>
                      </c:pt>
                      <c:pt idx="135">
                        <c:v>393.5</c:v>
                      </c:pt>
                      <c:pt idx="136">
                        <c:v>381.33300000000003</c:v>
                      </c:pt>
                      <c:pt idx="137">
                        <c:v>372</c:v>
                      </c:pt>
                      <c:pt idx="138">
                        <c:v>368</c:v>
                      </c:pt>
                      <c:pt idx="139">
                        <c:v>363.5</c:v>
                      </c:pt>
                      <c:pt idx="140">
                        <c:v>355.33300000000003</c:v>
                      </c:pt>
                      <c:pt idx="141">
                        <c:v>418.5</c:v>
                      </c:pt>
                      <c:pt idx="142">
                        <c:v>361.15600000000001</c:v>
                      </c:pt>
                      <c:pt idx="143">
                        <c:v>404.66699999999997</c:v>
                      </c:pt>
                      <c:pt idx="144">
                        <c:v>416.33300000000003</c:v>
                      </c:pt>
                      <c:pt idx="145">
                        <c:v>407.25</c:v>
                      </c:pt>
                      <c:pt idx="146">
                        <c:v>403.5</c:v>
                      </c:pt>
                      <c:pt idx="147">
                        <c:v>419.66699999999997</c:v>
                      </c:pt>
                      <c:pt idx="148">
                        <c:v>405.375</c:v>
                      </c:pt>
                      <c:pt idx="149">
                        <c:v>390.53100000000001</c:v>
                      </c:pt>
                      <c:pt idx="150">
                        <c:v>393</c:v>
                      </c:pt>
                      <c:pt idx="151">
                        <c:v>405.83300000000003</c:v>
                      </c:pt>
                      <c:pt idx="152">
                        <c:v>398.33300000000003</c:v>
                      </c:pt>
                      <c:pt idx="153">
                        <c:v>424</c:v>
                      </c:pt>
                      <c:pt idx="154">
                        <c:v>422.33300000000003</c:v>
                      </c:pt>
                      <c:pt idx="155">
                        <c:v>390.66699999999997</c:v>
                      </c:pt>
                      <c:pt idx="156">
                        <c:v>413.625</c:v>
                      </c:pt>
                      <c:pt idx="157">
                        <c:v>408.625</c:v>
                      </c:pt>
                      <c:pt idx="158">
                        <c:v>406.125</c:v>
                      </c:pt>
                      <c:pt idx="159">
                        <c:v>406.33300000000003</c:v>
                      </c:pt>
                      <c:pt idx="160">
                        <c:v>365.5</c:v>
                      </c:pt>
                      <c:pt idx="161">
                        <c:v>401.33300000000003</c:v>
                      </c:pt>
                      <c:pt idx="162">
                        <c:v>400.375</c:v>
                      </c:pt>
                      <c:pt idx="163">
                        <c:v>391</c:v>
                      </c:pt>
                      <c:pt idx="164">
                        <c:v>422</c:v>
                      </c:pt>
                      <c:pt idx="165">
                        <c:v>388.5</c:v>
                      </c:pt>
                      <c:pt idx="166">
                        <c:v>386</c:v>
                      </c:pt>
                      <c:pt idx="167">
                        <c:v>348</c:v>
                      </c:pt>
                      <c:pt idx="168">
                        <c:v>376</c:v>
                      </c:pt>
                      <c:pt idx="169">
                        <c:v>323</c:v>
                      </c:pt>
                      <c:pt idx="170">
                        <c:v>334.66699999999997</c:v>
                      </c:pt>
                      <c:pt idx="171">
                        <c:v>322</c:v>
                      </c:pt>
                      <c:pt idx="172">
                        <c:v>321.33300000000003</c:v>
                      </c:pt>
                      <c:pt idx="173">
                        <c:v>316.33300000000003</c:v>
                      </c:pt>
                      <c:pt idx="174">
                        <c:v>373</c:v>
                      </c:pt>
                      <c:pt idx="175">
                        <c:v>353.5</c:v>
                      </c:pt>
                      <c:pt idx="176">
                        <c:v>358.5</c:v>
                      </c:pt>
                      <c:pt idx="177">
                        <c:v>318.75</c:v>
                      </c:pt>
                      <c:pt idx="178">
                        <c:v>320</c:v>
                      </c:pt>
                      <c:pt idx="179">
                        <c:v>320</c:v>
                      </c:pt>
                      <c:pt idx="180">
                        <c:v>357.5</c:v>
                      </c:pt>
                      <c:pt idx="181">
                        <c:v>318.375</c:v>
                      </c:pt>
                      <c:pt idx="182">
                        <c:v>352.25</c:v>
                      </c:pt>
                      <c:pt idx="183">
                        <c:v>358.5</c:v>
                      </c:pt>
                      <c:pt idx="184">
                        <c:v>362.25</c:v>
                      </c:pt>
                      <c:pt idx="185">
                        <c:v>320.33300000000003</c:v>
                      </c:pt>
                      <c:pt idx="186">
                        <c:v>357.75</c:v>
                      </c:pt>
                      <c:pt idx="187">
                        <c:v>354.75</c:v>
                      </c:pt>
                      <c:pt idx="188">
                        <c:v>307</c:v>
                      </c:pt>
                      <c:pt idx="189">
                        <c:v>307.5</c:v>
                      </c:pt>
                      <c:pt idx="190">
                        <c:v>346.75</c:v>
                      </c:pt>
                      <c:pt idx="191">
                        <c:v>348</c:v>
                      </c:pt>
                      <c:pt idx="192">
                        <c:v>345.5</c:v>
                      </c:pt>
                      <c:pt idx="193">
                        <c:v>345.5</c:v>
                      </c:pt>
                      <c:pt idx="194">
                        <c:v>343</c:v>
                      </c:pt>
                      <c:pt idx="195">
                        <c:v>360.66699999999997</c:v>
                      </c:pt>
                      <c:pt idx="196">
                        <c:v>292.83300000000003</c:v>
                      </c:pt>
                      <c:pt idx="197">
                        <c:v>292.25</c:v>
                      </c:pt>
                      <c:pt idx="198">
                        <c:v>299.5</c:v>
                      </c:pt>
                      <c:pt idx="199">
                        <c:v>297.125</c:v>
                      </c:pt>
                      <c:pt idx="200">
                        <c:v>341</c:v>
                      </c:pt>
                      <c:pt idx="201">
                        <c:v>299.5</c:v>
                      </c:pt>
                      <c:pt idx="202">
                        <c:v>294.375</c:v>
                      </c:pt>
                      <c:pt idx="203">
                        <c:v>307.25</c:v>
                      </c:pt>
                      <c:pt idx="204">
                        <c:v>311.66699999999997</c:v>
                      </c:pt>
                      <c:pt idx="205">
                        <c:v>313.83300000000003</c:v>
                      </c:pt>
                      <c:pt idx="206">
                        <c:v>317.25</c:v>
                      </c:pt>
                      <c:pt idx="207">
                        <c:v>328.5</c:v>
                      </c:pt>
                      <c:pt idx="208">
                        <c:v>321.33300000000003</c:v>
                      </c:pt>
                      <c:pt idx="209">
                        <c:v>319.75</c:v>
                      </c:pt>
                      <c:pt idx="210">
                        <c:v>323.33300000000003</c:v>
                      </c:pt>
                      <c:pt idx="211">
                        <c:v>329</c:v>
                      </c:pt>
                      <c:pt idx="212">
                        <c:v>330.5</c:v>
                      </c:pt>
                      <c:pt idx="213">
                        <c:v>334</c:v>
                      </c:pt>
                      <c:pt idx="214">
                        <c:v>336</c:v>
                      </c:pt>
                      <c:pt idx="215">
                        <c:v>344.125</c:v>
                      </c:pt>
                      <c:pt idx="216">
                        <c:v>331.625</c:v>
                      </c:pt>
                      <c:pt idx="217">
                        <c:v>326.83300000000003</c:v>
                      </c:pt>
                      <c:pt idx="218">
                        <c:v>324.125</c:v>
                      </c:pt>
                      <c:pt idx="219">
                        <c:v>331.125</c:v>
                      </c:pt>
                      <c:pt idx="220">
                        <c:v>334.25</c:v>
                      </c:pt>
                      <c:pt idx="221">
                        <c:v>329.875</c:v>
                      </c:pt>
                      <c:pt idx="222">
                        <c:v>328.33300000000003</c:v>
                      </c:pt>
                      <c:pt idx="223">
                        <c:v>335.33300000000003</c:v>
                      </c:pt>
                      <c:pt idx="224">
                        <c:v>332</c:v>
                      </c:pt>
                      <c:pt idx="225">
                        <c:v>325.66699999999997</c:v>
                      </c:pt>
                      <c:pt idx="226">
                        <c:v>322.16699999999997</c:v>
                      </c:pt>
                      <c:pt idx="227">
                        <c:v>321.16699999999997</c:v>
                      </c:pt>
                      <c:pt idx="228">
                        <c:v>319.33300000000003</c:v>
                      </c:pt>
                      <c:pt idx="229">
                        <c:v>317.33300000000003</c:v>
                      </c:pt>
                      <c:pt idx="230">
                        <c:v>315.125</c:v>
                      </c:pt>
                      <c:pt idx="231">
                        <c:v>310.375</c:v>
                      </c:pt>
                      <c:pt idx="232">
                        <c:v>312.16699999999997</c:v>
                      </c:pt>
                      <c:pt idx="233">
                        <c:v>311.5</c:v>
                      </c:pt>
                      <c:pt idx="234">
                        <c:v>304.125</c:v>
                      </c:pt>
                      <c:pt idx="235">
                        <c:v>301.5</c:v>
                      </c:pt>
                      <c:pt idx="236">
                        <c:v>305.5</c:v>
                      </c:pt>
                      <c:pt idx="237">
                        <c:v>313.33300000000003</c:v>
                      </c:pt>
                      <c:pt idx="238">
                        <c:v>314.66699999999997</c:v>
                      </c:pt>
                      <c:pt idx="239">
                        <c:v>311.16699999999997</c:v>
                      </c:pt>
                      <c:pt idx="240">
                        <c:v>310.125</c:v>
                      </c:pt>
                      <c:pt idx="241">
                        <c:v>309.33300000000003</c:v>
                      </c:pt>
                      <c:pt idx="242">
                        <c:v>311.8</c:v>
                      </c:pt>
                      <c:pt idx="243">
                        <c:v>308.33300000000003</c:v>
                      </c:pt>
                      <c:pt idx="244">
                        <c:v>306</c:v>
                      </c:pt>
                      <c:pt idx="245">
                        <c:v>303.5</c:v>
                      </c:pt>
                      <c:pt idx="246">
                        <c:v>291.5</c:v>
                      </c:pt>
                      <c:pt idx="247">
                        <c:v>289.125</c:v>
                      </c:pt>
                      <c:pt idx="248">
                        <c:v>299.625</c:v>
                      </c:pt>
                      <c:pt idx="249">
                        <c:v>304.25</c:v>
                      </c:pt>
                      <c:pt idx="250">
                        <c:v>314.39999999999998</c:v>
                      </c:pt>
                      <c:pt idx="251">
                        <c:v>333</c:v>
                      </c:pt>
                      <c:pt idx="252">
                        <c:v>341.83300000000003</c:v>
                      </c:pt>
                      <c:pt idx="253">
                        <c:v>360.5</c:v>
                      </c:pt>
                      <c:pt idx="254">
                        <c:v>368.125</c:v>
                      </c:pt>
                      <c:pt idx="255">
                        <c:v>362.375</c:v>
                      </c:pt>
                      <c:pt idx="256">
                        <c:v>374.16699999999997</c:v>
                      </c:pt>
                      <c:pt idx="257">
                        <c:v>381.25</c:v>
                      </c:pt>
                      <c:pt idx="258">
                        <c:v>399.6</c:v>
                      </c:pt>
                      <c:pt idx="259">
                        <c:v>440.83300000000003</c:v>
                      </c:pt>
                      <c:pt idx="260">
                        <c:v>443.16699999999997</c:v>
                      </c:pt>
                      <c:pt idx="261">
                        <c:v>453.25</c:v>
                      </c:pt>
                      <c:pt idx="262">
                        <c:v>443.83300000000003</c:v>
                      </c:pt>
                      <c:pt idx="263">
                        <c:v>427</c:v>
                      </c:pt>
                      <c:pt idx="264">
                        <c:v>412.125</c:v>
                      </c:pt>
                      <c:pt idx="265">
                        <c:v>411.16699999999997</c:v>
                      </c:pt>
                      <c:pt idx="266">
                        <c:v>421.33300000000003</c:v>
                      </c:pt>
                      <c:pt idx="267">
                        <c:v>418.33300000000003</c:v>
                      </c:pt>
                      <c:pt idx="268">
                        <c:v>409.75</c:v>
                      </c:pt>
                      <c:pt idx="269">
                        <c:v>401.5</c:v>
                      </c:pt>
                      <c:pt idx="270">
                        <c:v>399</c:v>
                      </c:pt>
                      <c:pt idx="271">
                        <c:v>397.125</c:v>
                      </c:pt>
                      <c:pt idx="272">
                        <c:v>395.83300000000003</c:v>
                      </c:pt>
                      <c:pt idx="273">
                        <c:v>396.75</c:v>
                      </c:pt>
                      <c:pt idx="274">
                        <c:v>412.5</c:v>
                      </c:pt>
                      <c:pt idx="275">
                        <c:v>426.16699999999997</c:v>
                      </c:pt>
                      <c:pt idx="276">
                        <c:v>427.16699999999997</c:v>
                      </c:pt>
                      <c:pt idx="277">
                        <c:v>418</c:v>
                      </c:pt>
                      <c:pt idx="278">
                        <c:v>416.5</c:v>
                      </c:pt>
                      <c:pt idx="279">
                        <c:v>403.25</c:v>
                      </c:pt>
                      <c:pt idx="280">
                        <c:v>398.25</c:v>
                      </c:pt>
                      <c:pt idx="281">
                        <c:v>400</c:v>
                      </c:pt>
                      <c:pt idx="282">
                        <c:v>392.16699999999997</c:v>
                      </c:pt>
                      <c:pt idx="283">
                        <c:v>395.5</c:v>
                      </c:pt>
                      <c:pt idx="284">
                        <c:v>398.83300000000003</c:v>
                      </c:pt>
                      <c:pt idx="285">
                        <c:v>402.125</c:v>
                      </c:pt>
                      <c:pt idx="286">
                        <c:v>401.5</c:v>
                      </c:pt>
                      <c:pt idx="287">
                        <c:v>393.5</c:v>
                      </c:pt>
                      <c:pt idx="288">
                        <c:v>380.125</c:v>
                      </c:pt>
                      <c:pt idx="289">
                        <c:v>372.25</c:v>
                      </c:pt>
                      <c:pt idx="290">
                        <c:v>363.375</c:v>
                      </c:pt>
                      <c:pt idx="291">
                        <c:v>361.625</c:v>
                      </c:pt>
                      <c:pt idx="292">
                        <c:v>353.83300000000003</c:v>
                      </c:pt>
                      <c:pt idx="293">
                        <c:v>375.375</c:v>
                      </c:pt>
                      <c:pt idx="294">
                        <c:v>360.5</c:v>
                      </c:pt>
                      <c:pt idx="295">
                        <c:v>359.5</c:v>
                      </c:pt>
                      <c:pt idx="296">
                        <c:v>362.875</c:v>
                      </c:pt>
                      <c:pt idx="297">
                        <c:v>369.096</c:v>
                      </c:pt>
                      <c:pt idx="298">
                        <c:v>367.56099999999998</c:v>
                      </c:pt>
                      <c:pt idx="299">
                        <c:v>364.42599999999999</c:v>
                      </c:pt>
                      <c:pt idx="300">
                        <c:v>358.66699999999997</c:v>
                      </c:pt>
                      <c:pt idx="301">
                        <c:v>357.214</c:v>
                      </c:pt>
                      <c:pt idx="302">
                        <c:v>354.96199999999999</c:v>
                      </c:pt>
                      <c:pt idx="303">
                        <c:v>337.54599999999999</c:v>
                      </c:pt>
                      <c:pt idx="304">
                        <c:v>314.81099999999998</c:v>
                      </c:pt>
                      <c:pt idx="305">
                        <c:v>326.19900000000001</c:v>
                      </c:pt>
                      <c:pt idx="306">
                        <c:v>310.23599999999999</c:v>
                      </c:pt>
                      <c:pt idx="307">
                        <c:v>312.137</c:v>
                      </c:pt>
                      <c:pt idx="308">
                        <c:v>306.32400000000001</c:v>
                      </c:pt>
                      <c:pt idx="309">
                        <c:v>308.73200000000003</c:v>
                      </c:pt>
                      <c:pt idx="310">
                        <c:v>321.84300000000002</c:v>
                      </c:pt>
                      <c:pt idx="311">
                        <c:v>322.73700000000002</c:v>
                      </c:pt>
                      <c:pt idx="312">
                        <c:v>314.488</c:v>
                      </c:pt>
                      <c:pt idx="313">
                        <c:v>314.99799999999999</c:v>
                      </c:pt>
                      <c:pt idx="314">
                        <c:v>303.38400000000001</c:v>
                      </c:pt>
                      <c:pt idx="315">
                        <c:v>304.34300000000002</c:v>
                      </c:pt>
                      <c:pt idx="316">
                        <c:v>296.911</c:v>
                      </c:pt>
                      <c:pt idx="317">
                        <c:v>296.233</c:v>
                      </c:pt>
                      <c:pt idx="318">
                        <c:v>297.44200000000001</c:v>
                      </c:pt>
                      <c:pt idx="319">
                        <c:v>299.83</c:v>
                      </c:pt>
                      <c:pt idx="320">
                        <c:v>294.68799999999999</c:v>
                      </c:pt>
                      <c:pt idx="321">
                        <c:v>293.17700000000002</c:v>
                      </c:pt>
                      <c:pt idx="322">
                        <c:v>299.685</c:v>
                      </c:pt>
                      <c:pt idx="323">
                        <c:v>298.18700000000001</c:v>
                      </c:pt>
                      <c:pt idx="324">
                        <c:v>298.57799999999997</c:v>
                      </c:pt>
                      <c:pt idx="325">
                        <c:v>298.88799999999998</c:v>
                      </c:pt>
                      <c:pt idx="326">
                        <c:v>294.625</c:v>
                      </c:pt>
                      <c:pt idx="327">
                        <c:v>292.61799999999999</c:v>
                      </c:pt>
                      <c:pt idx="328">
                        <c:v>291.45800000000003</c:v>
                      </c:pt>
                      <c:pt idx="329">
                        <c:v>292.923</c:v>
                      </c:pt>
                      <c:pt idx="330">
                        <c:v>295</c:v>
                      </c:pt>
                      <c:pt idx="331">
                        <c:v>300.56599999999997</c:v>
                      </c:pt>
                      <c:pt idx="332">
                        <c:v>299.80200000000002</c:v>
                      </c:pt>
                      <c:pt idx="333">
                        <c:v>296.911</c:v>
                      </c:pt>
                      <c:pt idx="334">
                        <c:v>299.62599999999998</c:v>
                      </c:pt>
                      <c:pt idx="335">
                        <c:v>289.238</c:v>
                      </c:pt>
                      <c:pt idx="336">
                        <c:v>287.45600000000002</c:v>
                      </c:pt>
                      <c:pt idx="337">
                        <c:v>282.49799999999999</c:v>
                      </c:pt>
                      <c:pt idx="338">
                        <c:v>282.197</c:v>
                      </c:pt>
                      <c:pt idx="339">
                        <c:v>284.404</c:v>
                      </c:pt>
                      <c:pt idx="340">
                        <c:v>285.84500000000003</c:v>
                      </c:pt>
                      <c:pt idx="341">
                        <c:v>290.03199999999998</c:v>
                      </c:pt>
                      <c:pt idx="342">
                        <c:v>290.42700000000002</c:v>
                      </c:pt>
                      <c:pt idx="343">
                        <c:v>288.55099999999999</c:v>
                      </c:pt>
                      <c:pt idx="344">
                        <c:v>291.75200000000001</c:v>
                      </c:pt>
                      <c:pt idx="345">
                        <c:v>295.34100000000001</c:v>
                      </c:pt>
                      <c:pt idx="346">
                        <c:v>297.68900000000002</c:v>
                      </c:pt>
                      <c:pt idx="347">
                        <c:v>285.75900000000001</c:v>
                      </c:pt>
                      <c:pt idx="348">
                        <c:v>269</c:v>
                      </c:pt>
                      <c:pt idx="349">
                        <c:v>272.279</c:v>
                      </c:pt>
                      <c:pt idx="350">
                        <c:v>273.31599999999997</c:v>
                      </c:pt>
                      <c:pt idx="351">
                        <c:v>268.25599999999997</c:v>
                      </c:pt>
                      <c:pt idx="352">
                        <c:v>266.875</c:v>
                      </c:pt>
                      <c:pt idx="353">
                        <c:v>266.25</c:v>
                      </c:pt>
                      <c:pt idx="354">
                        <c:v>259.733</c:v>
                      </c:pt>
                      <c:pt idx="355">
                        <c:v>266.49700000000001</c:v>
                      </c:pt>
                      <c:pt idx="356">
                        <c:v>267.89400000000001</c:v>
                      </c:pt>
                      <c:pt idx="357">
                        <c:v>264.02199999999999</c:v>
                      </c:pt>
                      <c:pt idx="358">
                        <c:v>271.16699999999997</c:v>
                      </c:pt>
                      <c:pt idx="359">
                        <c:v>268.84300000000002</c:v>
                      </c:pt>
                      <c:pt idx="360">
                        <c:v>264.517</c:v>
                      </c:pt>
                      <c:pt idx="361">
                        <c:v>264.26400000000001</c:v>
                      </c:pt>
                      <c:pt idx="362">
                        <c:v>263.125</c:v>
                      </c:pt>
                      <c:pt idx="363">
                        <c:v>260.74900000000002</c:v>
                      </c:pt>
                      <c:pt idx="364">
                        <c:v>259.52800000000002</c:v>
                      </c:pt>
                      <c:pt idx="365">
                        <c:v>258.55200000000002</c:v>
                      </c:pt>
                      <c:pt idx="366">
                        <c:v>258.61</c:v>
                      </c:pt>
                      <c:pt idx="367">
                        <c:v>263.35399999999998</c:v>
                      </c:pt>
                      <c:pt idx="368">
                        <c:v>262.40800000000002</c:v>
                      </c:pt>
                      <c:pt idx="369">
                        <c:v>259.70699999999999</c:v>
                      </c:pt>
                      <c:pt idx="370">
                        <c:v>257.27199999999999</c:v>
                      </c:pt>
                      <c:pt idx="371">
                        <c:v>257.97500000000002</c:v>
                      </c:pt>
                      <c:pt idx="372">
                        <c:v>255.61699999999999</c:v>
                      </c:pt>
                      <c:pt idx="373">
                        <c:v>253.125</c:v>
                      </c:pt>
                      <c:pt idx="374">
                        <c:v>253.887</c:v>
                      </c:pt>
                      <c:pt idx="375">
                        <c:v>250.75</c:v>
                      </c:pt>
                      <c:pt idx="376">
                        <c:v>247.08699999999999</c:v>
                      </c:pt>
                      <c:pt idx="377">
                        <c:v>237.21899999999999</c:v>
                      </c:pt>
                      <c:pt idx="378">
                        <c:v>236.404</c:v>
                      </c:pt>
                      <c:pt idx="379">
                        <c:v>236.57</c:v>
                      </c:pt>
                      <c:pt idx="380">
                        <c:v>235.553</c:v>
                      </c:pt>
                      <c:pt idx="381">
                        <c:v>237.43700000000001</c:v>
                      </c:pt>
                      <c:pt idx="382">
                        <c:v>233.37</c:v>
                      </c:pt>
                      <c:pt idx="383">
                        <c:v>227.72499999999999</c:v>
                      </c:pt>
                      <c:pt idx="384">
                        <c:v>225.5</c:v>
                      </c:pt>
                      <c:pt idx="385">
                        <c:v>208.554</c:v>
                      </c:pt>
                      <c:pt idx="386">
                        <c:v>209.88</c:v>
                      </c:pt>
                      <c:pt idx="387">
                        <c:v>205.38300000000001</c:v>
                      </c:pt>
                      <c:pt idx="388">
                        <c:v>210.04</c:v>
                      </c:pt>
                      <c:pt idx="389">
                        <c:v>206.8</c:v>
                      </c:pt>
                      <c:pt idx="390">
                        <c:v>203.23500000000001</c:v>
                      </c:pt>
                      <c:pt idx="391">
                        <c:v>205.17400000000001</c:v>
                      </c:pt>
                      <c:pt idx="392">
                        <c:v>202.166</c:v>
                      </c:pt>
                      <c:pt idx="393">
                        <c:v>193.31800000000001</c:v>
                      </c:pt>
                      <c:pt idx="394">
                        <c:v>189.47900000000001</c:v>
                      </c:pt>
                      <c:pt idx="395">
                        <c:v>186.75899999999999</c:v>
                      </c:pt>
                      <c:pt idx="396">
                        <c:v>194.214</c:v>
                      </c:pt>
                      <c:pt idx="397">
                        <c:v>207.422</c:v>
                      </c:pt>
                      <c:pt idx="398">
                        <c:v>246.95099999999999</c:v>
                      </c:pt>
                      <c:pt idx="399">
                        <c:v>235.25</c:v>
                      </c:pt>
                      <c:pt idx="400">
                        <c:v>234.833</c:v>
                      </c:pt>
                      <c:pt idx="401">
                        <c:v>240.702</c:v>
                      </c:pt>
                      <c:pt idx="402">
                        <c:v>270.23899999999998</c:v>
                      </c:pt>
                      <c:pt idx="403">
                        <c:v>285.59100000000001</c:v>
                      </c:pt>
                      <c:pt idx="404">
                        <c:v>282.81900000000002</c:v>
                      </c:pt>
                      <c:pt idx="405">
                        <c:v>270.27100000000002</c:v>
                      </c:pt>
                      <c:pt idx="406">
                        <c:v>263.2</c:v>
                      </c:pt>
                      <c:pt idx="407">
                        <c:v>262.33199999999999</c:v>
                      </c:pt>
                      <c:pt idx="408">
                        <c:v>253.357</c:v>
                      </c:pt>
                      <c:pt idx="409">
                        <c:v>258.16699999999997</c:v>
                      </c:pt>
                      <c:pt idx="410">
                        <c:v>249.85400000000001</c:v>
                      </c:pt>
                      <c:pt idx="411">
                        <c:v>241.97900000000001</c:v>
                      </c:pt>
                      <c:pt idx="412">
                        <c:v>241.476</c:v>
                      </c:pt>
                      <c:pt idx="413">
                        <c:v>244.69800000000001</c:v>
                      </c:pt>
                      <c:pt idx="414">
                        <c:v>233.81100000000001</c:v>
                      </c:pt>
                      <c:pt idx="415">
                        <c:v>223.36600000000001</c:v>
                      </c:pt>
                      <c:pt idx="416">
                        <c:v>218.17699999999999</c:v>
                      </c:pt>
                      <c:pt idx="417">
                        <c:v>213.59200000000001</c:v>
                      </c:pt>
                      <c:pt idx="418">
                        <c:v>213.375</c:v>
                      </c:pt>
                      <c:pt idx="419">
                        <c:v>216.06399999999999</c:v>
                      </c:pt>
                      <c:pt idx="420">
                        <c:v>213.28700000000001</c:v>
                      </c:pt>
                      <c:pt idx="421">
                        <c:v>203.34299999999999</c:v>
                      </c:pt>
                      <c:pt idx="422">
                        <c:v>200.27</c:v>
                      </c:pt>
                      <c:pt idx="423">
                        <c:v>201.791</c:v>
                      </c:pt>
                      <c:pt idx="424">
                        <c:v>201.791</c:v>
                      </c:pt>
                      <c:pt idx="425">
                        <c:v>200.54599999999999</c:v>
                      </c:pt>
                      <c:pt idx="426">
                        <c:v>195.13300000000001</c:v>
                      </c:pt>
                      <c:pt idx="427">
                        <c:v>193.21799999999999</c:v>
                      </c:pt>
                      <c:pt idx="428">
                        <c:v>189.79900000000001</c:v>
                      </c:pt>
                      <c:pt idx="429">
                        <c:v>186.27</c:v>
                      </c:pt>
                      <c:pt idx="430">
                        <c:v>182.19300000000001</c:v>
                      </c:pt>
                      <c:pt idx="431">
                        <c:v>180.18199999999999</c:v>
                      </c:pt>
                      <c:pt idx="432">
                        <c:v>178.625</c:v>
                      </c:pt>
                      <c:pt idx="433">
                        <c:v>178.625</c:v>
                      </c:pt>
                      <c:pt idx="434">
                        <c:v>178.125</c:v>
                      </c:pt>
                      <c:pt idx="435">
                        <c:v>175.22399999999999</c:v>
                      </c:pt>
                      <c:pt idx="436">
                        <c:v>178.07400000000001</c:v>
                      </c:pt>
                      <c:pt idx="437">
                        <c:v>178.91800000000001</c:v>
                      </c:pt>
                      <c:pt idx="438">
                        <c:v>173.77199999999999</c:v>
                      </c:pt>
                      <c:pt idx="439">
                        <c:v>170.54900000000001</c:v>
                      </c:pt>
                      <c:pt idx="440">
                        <c:v>169.68799999999999</c:v>
                      </c:pt>
                      <c:pt idx="441">
                        <c:v>169.465</c:v>
                      </c:pt>
                      <c:pt idx="442">
                        <c:v>169.32499999999999</c:v>
                      </c:pt>
                      <c:pt idx="443">
                        <c:v>173.42599999999999</c:v>
                      </c:pt>
                      <c:pt idx="444">
                        <c:v>173.27799999999999</c:v>
                      </c:pt>
                      <c:pt idx="445">
                        <c:v>173.93700000000001</c:v>
                      </c:pt>
                      <c:pt idx="446">
                        <c:v>169.92099999999999</c:v>
                      </c:pt>
                      <c:pt idx="447">
                        <c:v>166.43199999999999</c:v>
                      </c:pt>
                      <c:pt idx="448">
                        <c:v>169.411</c:v>
                      </c:pt>
                      <c:pt idx="449">
                        <c:v>171.47900000000001</c:v>
                      </c:pt>
                      <c:pt idx="450">
                        <c:v>170.31399999999999</c:v>
                      </c:pt>
                      <c:pt idx="451">
                        <c:v>170.33500000000001</c:v>
                      </c:pt>
                      <c:pt idx="452">
                        <c:v>169.79</c:v>
                      </c:pt>
                      <c:pt idx="453">
                        <c:v>168.41900000000001</c:v>
                      </c:pt>
                      <c:pt idx="454">
                        <c:v>167.73500000000001</c:v>
                      </c:pt>
                      <c:pt idx="455">
                        <c:v>168.5</c:v>
                      </c:pt>
                      <c:pt idx="456">
                        <c:v>168</c:v>
                      </c:pt>
                      <c:pt idx="457">
                        <c:v>168.35300000000001</c:v>
                      </c:pt>
                      <c:pt idx="458">
                        <c:v>167.43799999999999</c:v>
                      </c:pt>
                      <c:pt idx="459">
                        <c:v>167</c:v>
                      </c:pt>
                      <c:pt idx="460">
                        <c:v>168.5</c:v>
                      </c:pt>
                      <c:pt idx="461">
                        <c:v>169.07499999999999</c:v>
                      </c:pt>
                      <c:pt idx="462">
                        <c:v>165.404</c:v>
                      </c:pt>
                      <c:pt idx="463">
                        <c:v>165.208</c:v>
                      </c:pt>
                      <c:pt idx="464">
                        <c:v>163.417</c:v>
                      </c:pt>
                      <c:pt idx="465">
                        <c:v>160.15899999999999</c:v>
                      </c:pt>
                      <c:pt idx="466">
                        <c:v>157.23599999999999</c:v>
                      </c:pt>
                      <c:pt idx="467">
                        <c:v>156.21</c:v>
                      </c:pt>
                      <c:pt idx="468">
                        <c:v>156.69300000000001</c:v>
                      </c:pt>
                      <c:pt idx="469">
                        <c:v>156.792</c:v>
                      </c:pt>
                      <c:pt idx="470">
                        <c:v>156.792</c:v>
                      </c:pt>
                      <c:pt idx="471">
                        <c:v>159.90299999999999</c:v>
                      </c:pt>
                      <c:pt idx="472">
                        <c:v>157.52600000000001</c:v>
                      </c:pt>
                      <c:pt idx="473">
                        <c:v>152.12299999999999</c:v>
                      </c:pt>
                      <c:pt idx="474">
                        <c:v>152.083</c:v>
                      </c:pt>
                      <c:pt idx="475">
                        <c:v>150.30199999999999</c:v>
                      </c:pt>
                      <c:pt idx="476">
                        <c:v>148.9</c:v>
                      </c:pt>
                      <c:pt idx="477">
                        <c:v>147.059</c:v>
                      </c:pt>
                      <c:pt idx="478">
                        <c:v>144.006</c:v>
                      </c:pt>
                      <c:pt idx="479">
                        <c:v>142.071</c:v>
                      </c:pt>
                      <c:pt idx="480">
                        <c:v>144.14500000000001</c:v>
                      </c:pt>
                      <c:pt idx="481">
                        <c:v>147.81</c:v>
                      </c:pt>
                      <c:pt idx="482">
                        <c:v>142.24799999999999</c:v>
                      </c:pt>
                      <c:pt idx="483">
                        <c:v>137.23099999999999</c:v>
                      </c:pt>
                      <c:pt idx="484">
                        <c:v>132.267</c:v>
                      </c:pt>
                      <c:pt idx="485">
                        <c:v>123.235</c:v>
                      </c:pt>
                      <c:pt idx="486">
                        <c:v>125.523</c:v>
                      </c:pt>
                      <c:pt idx="487">
                        <c:v>127.401</c:v>
                      </c:pt>
                      <c:pt idx="488">
                        <c:v>122.505</c:v>
                      </c:pt>
                      <c:pt idx="489">
                        <c:v>113.69499999999999</c:v>
                      </c:pt>
                      <c:pt idx="490">
                        <c:v>115.46899999999999</c:v>
                      </c:pt>
                      <c:pt idx="491">
                        <c:v>116.102</c:v>
                      </c:pt>
                      <c:pt idx="492">
                        <c:v>117.137</c:v>
                      </c:pt>
                      <c:pt idx="493">
                        <c:v>113.32599999999999</c:v>
                      </c:pt>
                      <c:pt idx="494">
                        <c:v>111.599</c:v>
                      </c:pt>
                      <c:pt idx="495">
                        <c:v>116.5</c:v>
                      </c:pt>
                      <c:pt idx="496">
                        <c:v>112.154</c:v>
                      </c:pt>
                      <c:pt idx="497">
                        <c:v>109.057</c:v>
                      </c:pt>
                      <c:pt idx="498">
                        <c:v>103.2</c:v>
                      </c:pt>
                      <c:pt idx="499">
                        <c:v>102.581</c:v>
                      </c:pt>
                      <c:pt idx="500">
                        <c:v>93.346999999999994</c:v>
                      </c:pt>
                      <c:pt idx="501">
                        <c:v>97.165999999999997</c:v>
                      </c:pt>
                      <c:pt idx="502">
                        <c:v>93.66</c:v>
                      </c:pt>
                      <c:pt idx="503">
                        <c:v>98.929000000000002</c:v>
                      </c:pt>
                      <c:pt idx="504">
                        <c:v>104.515</c:v>
                      </c:pt>
                      <c:pt idx="505">
                        <c:v>116.36799999999999</c:v>
                      </c:pt>
                      <c:pt idx="506">
                        <c:v>125.90900000000001</c:v>
                      </c:pt>
                      <c:pt idx="507">
                        <c:v>131.11799999999999</c:v>
                      </c:pt>
                      <c:pt idx="508">
                        <c:v>131.43299999999999</c:v>
                      </c:pt>
                      <c:pt idx="509">
                        <c:v>128.72499999999999</c:v>
                      </c:pt>
                      <c:pt idx="510">
                        <c:v>128.43700000000001</c:v>
                      </c:pt>
                      <c:pt idx="511">
                        <c:v>128.33099999999999</c:v>
                      </c:pt>
                      <c:pt idx="512">
                        <c:v>122.083</c:v>
                      </c:pt>
                      <c:pt idx="513">
                        <c:v>119.486</c:v>
                      </c:pt>
                      <c:pt idx="514">
                        <c:v>120.3</c:v>
                      </c:pt>
                      <c:pt idx="515">
                        <c:v>120.654</c:v>
                      </c:pt>
                      <c:pt idx="516">
                        <c:v>132.08699999999999</c:v>
                      </c:pt>
                      <c:pt idx="517">
                        <c:v>132.50800000000001</c:v>
                      </c:pt>
                      <c:pt idx="518">
                        <c:v>134.357</c:v>
                      </c:pt>
                      <c:pt idx="519">
                        <c:v>135.34200000000001</c:v>
                      </c:pt>
                      <c:pt idx="520">
                        <c:v>138.75299999999999</c:v>
                      </c:pt>
                      <c:pt idx="521">
                        <c:v>140.786</c:v>
                      </c:pt>
                      <c:pt idx="522">
                        <c:v>137.983</c:v>
                      </c:pt>
                      <c:pt idx="523">
                        <c:v>137.9</c:v>
                      </c:pt>
                      <c:pt idx="524">
                        <c:v>136.96199999999999</c:v>
                      </c:pt>
                      <c:pt idx="525">
                        <c:v>134.59399999999999</c:v>
                      </c:pt>
                      <c:pt idx="526">
                        <c:v>132.964</c:v>
                      </c:pt>
                      <c:pt idx="527">
                        <c:v>135.65</c:v>
                      </c:pt>
                      <c:pt idx="528">
                        <c:v>138.92599999999999</c:v>
                      </c:pt>
                      <c:pt idx="529">
                        <c:v>144.76</c:v>
                      </c:pt>
                      <c:pt idx="530">
                        <c:v>146.1</c:v>
                      </c:pt>
                      <c:pt idx="531">
                        <c:v>145.73500000000001</c:v>
                      </c:pt>
                      <c:pt idx="532">
                        <c:v>146.20500000000001</c:v>
                      </c:pt>
                      <c:pt idx="533">
                        <c:v>148.07400000000001</c:v>
                      </c:pt>
                      <c:pt idx="534">
                        <c:v>148.07400000000001</c:v>
                      </c:pt>
                      <c:pt idx="535">
                        <c:v>149.92500000000001</c:v>
                      </c:pt>
                      <c:pt idx="536">
                        <c:v>136.56899999999999</c:v>
                      </c:pt>
                      <c:pt idx="537">
                        <c:v>125.571</c:v>
                      </c:pt>
                      <c:pt idx="538">
                        <c:v>127.45</c:v>
                      </c:pt>
                      <c:pt idx="539">
                        <c:v>124.73699999999999</c:v>
                      </c:pt>
                      <c:pt idx="540">
                        <c:v>125.321</c:v>
                      </c:pt>
                      <c:pt idx="541">
                        <c:v>128.49100000000001</c:v>
                      </c:pt>
                      <c:pt idx="542">
                        <c:v>122.84</c:v>
                      </c:pt>
                      <c:pt idx="543">
                        <c:v>123.43300000000001</c:v>
                      </c:pt>
                      <c:pt idx="544">
                        <c:v>125.994</c:v>
                      </c:pt>
                      <c:pt idx="545">
                        <c:v>125.25</c:v>
                      </c:pt>
                      <c:pt idx="546">
                        <c:v>121.375</c:v>
                      </c:pt>
                      <c:pt idx="547">
                        <c:v>123.42700000000001</c:v>
                      </c:pt>
                      <c:pt idx="548">
                        <c:v>125.712</c:v>
                      </c:pt>
                      <c:pt idx="549">
                        <c:v>125.73699999999999</c:v>
                      </c:pt>
                      <c:pt idx="550">
                        <c:v>125.056</c:v>
                      </c:pt>
                      <c:pt idx="551">
                        <c:v>126.292</c:v>
                      </c:pt>
                      <c:pt idx="552">
                        <c:v>125.83799999999999</c:v>
                      </c:pt>
                      <c:pt idx="553">
                        <c:v>131.75</c:v>
                      </c:pt>
                      <c:pt idx="554">
                        <c:v>141.4</c:v>
                      </c:pt>
                      <c:pt idx="555">
                        <c:v>157.63300000000001</c:v>
                      </c:pt>
                      <c:pt idx="556">
                        <c:v>152.22300000000001</c:v>
                      </c:pt>
                      <c:pt idx="557">
                        <c:v>164.691</c:v>
                      </c:pt>
                      <c:pt idx="558">
                        <c:v>170.792</c:v>
                      </c:pt>
                      <c:pt idx="559">
                        <c:v>172.44399999999999</c:v>
                      </c:pt>
                      <c:pt idx="560">
                        <c:v>186.92099999999999</c:v>
                      </c:pt>
                      <c:pt idx="561">
                        <c:v>192.77799999999999</c:v>
                      </c:pt>
                      <c:pt idx="562">
                        <c:v>193.953</c:v>
                      </c:pt>
                      <c:pt idx="563">
                        <c:v>172.173</c:v>
                      </c:pt>
                      <c:pt idx="564">
                        <c:v>163.94900000000001</c:v>
                      </c:pt>
                      <c:pt idx="565">
                        <c:v>177.5</c:v>
                      </c:pt>
                      <c:pt idx="566">
                        <c:v>179.20400000000001</c:v>
                      </c:pt>
                      <c:pt idx="567">
                        <c:v>177.69200000000001</c:v>
                      </c:pt>
                      <c:pt idx="568">
                        <c:v>165.24700000000001</c:v>
                      </c:pt>
                      <c:pt idx="569">
                        <c:v>174.078</c:v>
                      </c:pt>
                      <c:pt idx="570">
                        <c:v>170.53100000000001</c:v>
                      </c:pt>
                      <c:pt idx="571">
                        <c:v>172.66900000000001</c:v>
                      </c:pt>
                      <c:pt idx="572">
                        <c:v>172.47399999999999</c:v>
                      </c:pt>
                      <c:pt idx="573">
                        <c:v>177.00700000000001</c:v>
                      </c:pt>
                      <c:pt idx="574">
                        <c:v>174.583</c:v>
                      </c:pt>
                      <c:pt idx="575">
                        <c:v>184.69300000000001</c:v>
                      </c:pt>
                      <c:pt idx="576">
                        <c:v>193.25299999999999</c:v>
                      </c:pt>
                      <c:pt idx="577">
                        <c:v>188.62799999999999</c:v>
                      </c:pt>
                      <c:pt idx="578">
                        <c:v>179.03700000000001</c:v>
                      </c:pt>
                      <c:pt idx="579">
                        <c:v>180.85400000000001</c:v>
                      </c:pt>
                      <c:pt idx="580">
                        <c:v>178.917</c:v>
                      </c:pt>
                      <c:pt idx="581">
                        <c:v>182.3</c:v>
                      </c:pt>
                      <c:pt idx="582">
                        <c:v>182.917</c:v>
                      </c:pt>
                      <c:pt idx="583">
                        <c:v>189</c:v>
                      </c:pt>
                      <c:pt idx="584">
                        <c:v>200.429</c:v>
                      </c:pt>
                      <c:pt idx="585">
                        <c:v>209.786</c:v>
                      </c:pt>
                      <c:pt idx="586">
                        <c:v>215.33500000000001</c:v>
                      </c:pt>
                      <c:pt idx="587">
                        <c:v>208.81399999999999</c:v>
                      </c:pt>
                      <c:pt idx="588">
                        <c:v>190.01</c:v>
                      </c:pt>
                      <c:pt idx="589">
                        <c:v>175.721</c:v>
                      </c:pt>
                      <c:pt idx="590">
                        <c:v>168.25299999999999</c:v>
                      </c:pt>
                      <c:pt idx="591">
                        <c:v>167.5</c:v>
                      </c:pt>
                      <c:pt idx="592">
                        <c:v>178.09299999999999</c:v>
                      </c:pt>
                      <c:pt idx="593">
                        <c:v>171.72399999999999</c:v>
                      </c:pt>
                      <c:pt idx="594">
                        <c:v>172.19</c:v>
                      </c:pt>
                      <c:pt idx="595">
                        <c:v>165.577</c:v>
                      </c:pt>
                      <c:pt idx="596">
                        <c:v>164.405</c:v>
                      </c:pt>
                      <c:pt idx="597">
                        <c:v>170.09899999999999</c:v>
                      </c:pt>
                      <c:pt idx="598">
                        <c:v>185.03299999999999</c:v>
                      </c:pt>
                      <c:pt idx="599">
                        <c:v>184.92</c:v>
                      </c:pt>
                      <c:pt idx="600">
                        <c:v>184.071</c:v>
                      </c:pt>
                      <c:pt idx="601">
                        <c:v>174.6</c:v>
                      </c:pt>
                      <c:pt idx="602">
                        <c:v>165.083</c:v>
                      </c:pt>
                      <c:pt idx="603">
                        <c:v>163.833</c:v>
                      </c:pt>
                      <c:pt idx="604">
                        <c:v>164.24199999999999</c:v>
                      </c:pt>
                      <c:pt idx="605">
                        <c:v>157.43600000000001</c:v>
                      </c:pt>
                      <c:pt idx="606">
                        <c:v>155.03</c:v>
                      </c:pt>
                      <c:pt idx="607">
                        <c:v>149.733</c:v>
                      </c:pt>
                      <c:pt idx="608">
                        <c:v>140.79400000000001</c:v>
                      </c:pt>
                      <c:pt idx="609">
                        <c:v>141.26400000000001</c:v>
                      </c:pt>
                      <c:pt idx="610">
                        <c:v>142.85499999999999</c:v>
                      </c:pt>
                      <c:pt idx="611">
                        <c:v>146.17400000000001</c:v>
                      </c:pt>
                      <c:pt idx="612">
                        <c:v>140.816</c:v>
                      </c:pt>
                      <c:pt idx="613">
                        <c:v>140.006</c:v>
                      </c:pt>
                      <c:pt idx="614">
                        <c:v>134.89699999999999</c:v>
                      </c:pt>
                      <c:pt idx="615">
                        <c:v>134.09399999999999</c:v>
                      </c:pt>
                      <c:pt idx="616">
                        <c:v>131.226</c:v>
                      </c:pt>
                      <c:pt idx="617">
                        <c:v>124.547</c:v>
                      </c:pt>
                      <c:pt idx="618">
                        <c:v>127.646</c:v>
                      </c:pt>
                      <c:pt idx="619">
                        <c:v>130.119</c:v>
                      </c:pt>
                      <c:pt idx="620">
                        <c:v>132.01</c:v>
                      </c:pt>
                      <c:pt idx="621">
                        <c:v>129.85499999999999</c:v>
                      </c:pt>
                      <c:pt idx="622">
                        <c:v>124.974</c:v>
                      </c:pt>
                      <c:pt idx="623">
                        <c:v>123.316</c:v>
                      </c:pt>
                      <c:pt idx="624">
                        <c:v>124.675</c:v>
                      </c:pt>
                      <c:pt idx="625">
                        <c:v>126.93</c:v>
                      </c:pt>
                      <c:pt idx="626">
                        <c:v>128.75800000000001</c:v>
                      </c:pt>
                      <c:pt idx="627">
                        <c:v>134.03700000000001</c:v>
                      </c:pt>
                      <c:pt idx="628">
                        <c:v>140.67599999999999</c:v>
                      </c:pt>
                      <c:pt idx="629">
                        <c:v>141.273</c:v>
                      </c:pt>
                      <c:pt idx="630">
                        <c:v>140.66499999999999</c:v>
                      </c:pt>
                      <c:pt idx="631">
                        <c:v>140.583</c:v>
                      </c:pt>
                      <c:pt idx="632">
                        <c:v>136.5</c:v>
                      </c:pt>
                      <c:pt idx="633">
                        <c:v>129.75</c:v>
                      </c:pt>
                      <c:pt idx="634">
                        <c:v>129.6</c:v>
                      </c:pt>
                      <c:pt idx="635">
                        <c:v>129</c:v>
                      </c:pt>
                      <c:pt idx="636">
                        <c:v>125.333</c:v>
                      </c:pt>
                      <c:pt idx="637">
                        <c:v>128.30000000000001</c:v>
                      </c:pt>
                      <c:pt idx="638">
                        <c:v>134</c:v>
                      </c:pt>
                      <c:pt idx="639">
                        <c:v>132.25</c:v>
                      </c:pt>
                      <c:pt idx="640">
                        <c:v>139.25</c:v>
                      </c:pt>
                      <c:pt idx="641">
                        <c:v>139.9</c:v>
                      </c:pt>
                      <c:pt idx="642">
                        <c:v>141.1</c:v>
                      </c:pt>
                      <c:pt idx="643">
                        <c:v>140.5</c:v>
                      </c:pt>
                      <c:pt idx="644">
                        <c:v>134.917</c:v>
                      </c:pt>
                      <c:pt idx="645">
                        <c:v>135</c:v>
                      </c:pt>
                      <c:pt idx="646">
                        <c:v>137.417</c:v>
                      </c:pt>
                      <c:pt idx="647">
                        <c:v>143.929</c:v>
                      </c:pt>
                      <c:pt idx="648">
                        <c:v>157.375</c:v>
                      </c:pt>
                      <c:pt idx="649">
                        <c:v>162.333</c:v>
                      </c:pt>
                      <c:pt idx="650">
                        <c:v>161</c:v>
                      </c:pt>
                      <c:pt idx="651">
                        <c:v>152</c:v>
                      </c:pt>
                      <c:pt idx="652">
                        <c:v>147.583</c:v>
                      </c:pt>
                      <c:pt idx="653">
                        <c:v>143.571</c:v>
                      </c:pt>
                      <c:pt idx="654">
                        <c:v>145.06200000000001</c:v>
                      </c:pt>
                      <c:pt idx="655">
                        <c:v>142.18799999999999</c:v>
                      </c:pt>
                      <c:pt idx="656">
                        <c:v>149.071</c:v>
                      </c:pt>
                      <c:pt idx="657">
                        <c:v>146.5</c:v>
                      </c:pt>
                      <c:pt idx="658">
                        <c:v>139</c:v>
                      </c:pt>
                      <c:pt idx="659">
                        <c:v>135.417</c:v>
                      </c:pt>
                      <c:pt idx="660">
                        <c:v>135.5</c:v>
                      </c:pt>
                      <c:pt idx="661">
                        <c:v>126.5</c:v>
                      </c:pt>
                      <c:pt idx="662">
                        <c:v>125.875</c:v>
                      </c:pt>
                      <c:pt idx="663">
                        <c:v>122.1</c:v>
                      </c:pt>
                      <c:pt idx="664">
                        <c:v>121</c:v>
                      </c:pt>
                      <c:pt idx="665">
                        <c:v>117.571</c:v>
                      </c:pt>
                      <c:pt idx="666">
                        <c:v>122.286</c:v>
                      </c:pt>
                      <c:pt idx="667">
                        <c:v>121.917</c:v>
                      </c:pt>
                      <c:pt idx="668">
                        <c:v>120.583</c:v>
                      </c:pt>
                      <c:pt idx="669">
                        <c:v>122.583</c:v>
                      </c:pt>
                      <c:pt idx="670">
                        <c:v>127</c:v>
                      </c:pt>
                      <c:pt idx="671">
                        <c:v>126.6</c:v>
                      </c:pt>
                      <c:pt idx="672">
                        <c:v>121.583</c:v>
                      </c:pt>
                      <c:pt idx="673">
                        <c:v>118.786</c:v>
                      </c:pt>
                      <c:pt idx="674">
                        <c:v>122.9</c:v>
                      </c:pt>
                      <c:pt idx="675">
                        <c:v>127.48399999999999</c:v>
                      </c:pt>
                      <c:pt idx="676">
                        <c:v>126.69799999999999</c:v>
                      </c:pt>
                      <c:pt idx="677">
                        <c:v>126.25</c:v>
                      </c:pt>
                      <c:pt idx="678">
                        <c:v>126.714</c:v>
                      </c:pt>
                      <c:pt idx="679">
                        <c:v>120.5</c:v>
                      </c:pt>
                      <c:pt idx="680">
                        <c:v>116.771</c:v>
                      </c:pt>
                      <c:pt idx="681">
                        <c:v>117.714</c:v>
                      </c:pt>
                      <c:pt idx="682">
                        <c:v>117.81</c:v>
                      </c:pt>
                      <c:pt idx="683">
                        <c:v>116.983</c:v>
                      </c:pt>
                      <c:pt idx="684">
                        <c:v>119.5</c:v>
                      </c:pt>
                      <c:pt idx="685">
                        <c:v>119.1</c:v>
                      </c:pt>
                      <c:pt idx="686">
                        <c:v>118.4</c:v>
                      </c:pt>
                      <c:pt idx="687">
                        <c:v>113.958</c:v>
                      </c:pt>
                      <c:pt idx="688">
                        <c:v>112.85</c:v>
                      </c:pt>
                      <c:pt idx="689">
                        <c:v>117.051</c:v>
                      </c:pt>
                      <c:pt idx="690">
                        <c:v>118.458</c:v>
                      </c:pt>
                      <c:pt idx="691">
                        <c:v>116.575</c:v>
                      </c:pt>
                      <c:pt idx="692">
                        <c:v>116.333</c:v>
                      </c:pt>
                      <c:pt idx="693">
                        <c:v>115.83</c:v>
                      </c:pt>
                      <c:pt idx="694">
                        <c:v>117.96899999999999</c:v>
                      </c:pt>
                      <c:pt idx="695">
                        <c:v>126.7</c:v>
                      </c:pt>
                      <c:pt idx="696">
                        <c:v>128.69999999999999</c:v>
                      </c:pt>
                      <c:pt idx="697">
                        <c:v>122.833</c:v>
                      </c:pt>
                      <c:pt idx="698">
                        <c:v>125.033</c:v>
                      </c:pt>
                      <c:pt idx="699">
                        <c:v>128.41</c:v>
                      </c:pt>
                      <c:pt idx="700">
                        <c:v>125.842</c:v>
                      </c:pt>
                      <c:pt idx="701">
                        <c:v>121.85</c:v>
                      </c:pt>
                      <c:pt idx="702">
                        <c:v>122.33799999999999</c:v>
                      </c:pt>
                      <c:pt idx="703">
                        <c:v>123.917</c:v>
                      </c:pt>
                      <c:pt idx="704">
                        <c:v>121.809</c:v>
                      </c:pt>
                      <c:pt idx="705">
                        <c:v>118.616</c:v>
                      </c:pt>
                      <c:pt idx="706">
                        <c:v>120.444</c:v>
                      </c:pt>
                      <c:pt idx="707">
                        <c:v>117.8</c:v>
                      </c:pt>
                      <c:pt idx="708">
                        <c:v>116.875</c:v>
                      </c:pt>
                      <c:pt idx="709">
                        <c:v>116.69199999999999</c:v>
                      </c:pt>
                      <c:pt idx="710">
                        <c:v>116.354</c:v>
                      </c:pt>
                      <c:pt idx="711">
                        <c:v>116.367</c:v>
                      </c:pt>
                      <c:pt idx="712">
                        <c:v>115.18899999999999</c:v>
                      </c:pt>
                      <c:pt idx="713">
                        <c:v>114.59399999999999</c:v>
                      </c:pt>
                      <c:pt idx="714">
                        <c:v>115.438</c:v>
                      </c:pt>
                      <c:pt idx="715">
                        <c:v>115.5</c:v>
                      </c:pt>
                      <c:pt idx="716">
                        <c:v>114.5</c:v>
                      </c:pt>
                      <c:pt idx="717">
                        <c:v>113.625</c:v>
                      </c:pt>
                      <c:pt idx="718">
                        <c:v>114.2</c:v>
                      </c:pt>
                      <c:pt idx="719">
                        <c:v>114</c:v>
                      </c:pt>
                      <c:pt idx="720">
                        <c:v>114.045</c:v>
                      </c:pt>
                      <c:pt idx="721">
                        <c:v>109.5</c:v>
                      </c:pt>
                      <c:pt idx="722">
                        <c:v>112.896</c:v>
                      </c:pt>
                      <c:pt idx="723">
                        <c:v>114.9</c:v>
                      </c:pt>
                      <c:pt idx="724">
                        <c:v>115.7</c:v>
                      </c:pt>
                      <c:pt idx="725">
                        <c:v>119.875</c:v>
                      </c:pt>
                      <c:pt idx="726">
                        <c:v>120.78100000000001</c:v>
                      </c:pt>
                      <c:pt idx="727">
                        <c:v>116.458</c:v>
                      </c:pt>
                      <c:pt idx="728">
                        <c:v>113.226</c:v>
                      </c:pt>
                      <c:pt idx="729">
                        <c:v>114</c:v>
                      </c:pt>
                      <c:pt idx="730">
                        <c:v>110.761</c:v>
                      </c:pt>
                      <c:pt idx="731">
                        <c:v>107.983</c:v>
                      </c:pt>
                      <c:pt idx="732">
                        <c:v>108.355</c:v>
                      </c:pt>
                      <c:pt idx="733">
                        <c:v>107</c:v>
                      </c:pt>
                      <c:pt idx="734">
                        <c:v>107.9</c:v>
                      </c:pt>
                      <c:pt idx="735">
                        <c:v>108.3</c:v>
                      </c:pt>
                      <c:pt idx="736">
                        <c:v>108.194</c:v>
                      </c:pt>
                      <c:pt idx="737">
                        <c:v>110.13800000000001</c:v>
                      </c:pt>
                      <c:pt idx="738">
                        <c:v>113.167</c:v>
                      </c:pt>
                      <c:pt idx="739">
                        <c:v>115.41800000000001</c:v>
                      </c:pt>
                      <c:pt idx="740">
                        <c:v>115.146</c:v>
                      </c:pt>
                      <c:pt idx="741">
                        <c:v>113.8</c:v>
                      </c:pt>
                      <c:pt idx="742">
                        <c:v>108.625</c:v>
                      </c:pt>
                      <c:pt idx="743">
                        <c:v>107.529</c:v>
                      </c:pt>
                      <c:pt idx="744">
                        <c:v>106.65</c:v>
                      </c:pt>
                      <c:pt idx="745">
                        <c:v>105.364</c:v>
                      </c:pt>
                      <c:pt idx="746">
                        <c:v>105.95</c:v>
                      </c:pt>
                      <c:pt idx="747">
                        <c:v>106.738</c:v>
                      </c:pt>
                      <c:pt idx="748">
                        <c:v>106.876</c:v>
                      </c:pt>
                      <c:pt idx="749">
                        <c:v>107.11199999999999</c:v>
                      </c:pt>
                      <c:pt idx="750">
                        <c:v>102.3</c:v>
                      </c:pt>
                      <c:pt idx="751">
                        <c:v>100.233</c:v>
                      </c:pt>
                      <c:pt idx="752">
                        <c:v>99.733000000000004</c:v>
                      </c:pt>
                      <c:pt idx="753">
                        <c:v>99.9</c:v>
                      </c:pt>
                      <c:pt idx="754">
                        <c:v>100</c:v>
                      </c:pt>
                      <c:pt idx="755">
                        <c:v>101.72199999999999</c:v>
                      </c:pt>
                      <c:pt idx="756">
                        <c:v>102.25</c:v>
                      </c:pt>
                      <c:pt idx="757">
                        <c:v>99.793999999999997</c:v>
                      </c:pt>
                      <c:pt idx="758">
                        <c:v>101.188</c:v>
                      </c:pt>
                      <c:pt idx="759">
                        <c:v>103.167</c:v>
                      </c:pt>
                      <c:pt idx="760">
                        <c:v>114.82299999999999</c:v>
                      </c:pt>
                      <c:pt idx="761">
                        <c:v>112.25</c:v>
                      </c:pt>
                      <c:pt idx="762">
                        <c:v>114.78</c:v>
                      </c:pt>
                      <c:pt idx="763">
                        <c:v>119.825</c:v>
                      </c:pt>
                      <c:pt idx="764">
                        <c:v>126.29</c:v>
                      </c:pt>
                      <c:pt idx="765">
                        <c:v>115.679</c:v>
                      </c:pt>
                      <c:pt idx="766">
                        <c:v>114.55</c:v>
                      </c:pt>
                      <c:pt idx="767">
                        <c:v>109.69499999999999</c:v>
                      </c:pt>
                      <c:pt idx="768">
                        <c:v>106.54900000000001</c:v>
                      </c:pt>
                      <c:pt idx="769">
                        <c:v>106.5</c:v>
                      </c:pt>
                      <c:pt idx="770">
                        <c:v>113.459</c:v>
                      </c:pt>
                      <c:pt idx="771">
                        <c:v>111.328</c:v>
                      </c:pt>
                      <c:pt idx="772">
                        <c:v>110.52500000000001</c:v>
                      </c:pt>
                      <c:pt idx="773">
                        <c:v>110.65600000000001</c:v>
                      </c:pt>
                      <c:pt idx="774">
                        <c:v>104.733</c:v>
                      </c:pt>
                      <c:pt idx="775">
                        <c:v>106.732</c:v>
                      </c:pt>
                      <c:pt idx="776">
                        <c:v>101.125</c:v>
                      </c:pt>
                      <c:pt idx="777">
                        <c:v>97.674999999999997</c:v>
                      </c:pt>
                      <c:pt idx="778">
                        <c:v>97.656999999999996</c:v>
                      </c:pt>
                      <c:pt idx="779">
                        <c:v>97.2</c:v>
                      </c:pt>
                      <c:pt idx="780">
                        <c:v>97.75</c:v>
                      </c:pt>
                      <c:pt idx="781">
                        <c:v>99.641999999999996</c:v>
                      </c:pt>
                      <c:pt idx="782">
                        <c:v>97.674999999999997</c:v>
                      </c:pt>
                      <c:pt idx="783">
                        <c:v>95.677000000000007</c:v>
                      </c:pt>
                      <c:pt idx="784">
                        <c:v>95.7</c:v>
                      </c:pt>
                      <c:pt idx="785">
                        <c:v>93.703999999999994</c:v>
                      </c:pt>
                      <c:pt idx="786">
                        <c:v>93.85</c:v>
                      </c:pt>
                      <c:pt idx="787">
                        <c:v>93.343999999999994</c:v>
                      </c:pt>
                      <c:pt idx="788">
                        <c:v>93.123999999999995</c:v>
                      </c:pt>
                      <c:pt idx="789">
                        <c:v>91.05</c:v>
                      </c:pt>
                      <c:pt idx="790">
                        <c:v>91.438000000000002</c:v>
                      </c:pt>
                      <c:pt idx="791">
                        <c:v>90.988</c:v>
                      </c:pt>
                      <c:pt idx="792">
                        <c:v>91.8</c:v>
                      </c:pt>
                      <c:pt idx="793">
                        <c:v>90.37</c:v>
                      </c:pt>
                      <c:pt idx="794">
                        <c:v>86.56</c:v>
                      </c:pt>
                      <c:pt idx="795">
                        <c:v>81.933999999999997</c:v>
                      </c:pt>
                      <c:pt idx="796">
                        <c:v>82.3</c:v>
                      </c:pt>
                      <c:pt idx="797">
                        <c:v>79.834000000000003</c:v>
                      </c:pt>
                      <c:pt idx="798">
                        <c:v>77.453999999999994</c:v>
                      </c:pt>
                      <c:pt idx="799">
                        <c:v>79.676000000000002</c:v>
                      </c:pt>
                      <c:pt idx="800">
                        <c:v>81.481999999999999</c:v>
                      </c:pt>
                      <c:pt idx="801">
                        <c:v>81.02</c:v>
                      </c:pt>
                      <c:pt idx="802">
                        <c:v>83.75</c:v>
                      </c:pt>
                      <c:pt idx="803">
                        <c:v>84.9</c:v>
                      </c:pt>
                      <c:pt idx="804">
                        <c:v>86.46</c:v>
                      </c:pt>
                      <c:pt idx="805">
                        <c:v>85.188000000000002</c:v>
                      </c:pt>
                      <c:pt idx="806">
                        <c:v>85.45</c:v>
                      </c:pt>
                      <c:pt idx="807">
                        <c:v>85.95</c:v>
                      </c:pt>
                      <c:pt idx="808">
                        <c:v>87.025000000000006</c:v>
                      </c:pt>
                      <c:pt idx="809">
                        <c:v>87</c:v>
                      </c:pt>
                      <c:pt idx="810">
                        <c:v>86.932000000000002</c:v>
                      </c:pt>
                      <c:pt idx="811">
                        <c:v>86.52</c:v>
                      </c:pt>
                      <c:pt idx="812">
                        <c:v>87.5</c:v>
                      </c:pt>
                      <c:pt idx="813">
                        <c:v>88.613</c:v>
                      </c:pt>
                      <c:pt idx="814">
                        <c:v>89.06</c:v>
                      </c:pt>
                      <c:pt idx="815">
                        <c:v>88.02</c:v>
                      </c:pt>
                      <c:pt idx="816">
                        <c:v>84.162000000000006</c:v>
                      </c:pt>
                      <c:pt idx="817">
                        <c:v>80.849999999999994</c:v>
                      </c:pt>
                      <c:pt idx="818">
                        <c:v>78.061999999999998</c:v>
                      </c:pt>
                      <c:pt idx="819">
                        <c:v>77</c:v>
                      </c:pt>
                      <c:pt idx="820">
                        <c:v>78.28</c:v>
                      </c:pt>
                      <c:pt idx="821">
                        <c:v>77.58</c:v>
                      </c:pt>
                      <c:pt idx="822">
                        <c:v>81.55</c:v>
                      </c:pt>
                      <c:pt idx="823">
                        <c:v>79.95</c:v>
                      </c:pt>
                      <c:pt idx="824">
                        <c:v>79.730999999999995</c:v>
                      </c:pt>
                      <c:pt idx="825">
                        <c:v>79.674999999999997</c:v>
                      </c:pt>
                      <c:pt idx="826">
                        <c:v>80.81</c:v>
                      </c:pt>
                      <c:pt idx="827">
                        <c:v>77.400000000000006</c:v>
                      </c:pt>
                      <c:pt idx="828">
                        <c:v>73.25</c:v>
                      </c:pt>
                      <c:pt idx="829">
                        <c:v>73.8</c:v>
                      </c:pt>
                      <c:pt idx="830">
                        <c:v>76.45</c:v>
                      </c:pt>
                      <c:pt idx="831">
                        <c:v>78.25</c:v>
                      </c:pt>
                      <c:pt idx="832">
                        <c:v>83.7</c:v>
                      </c:pt>
                      <c:pt idx="833">
                        <c:v>82.462999999999994</c:v>
                      </c:pt>
                      <c:pt idx="834">
                        <c:v>83.662000000000006</c:v>
                      </c:pt>
                      <c:pt idx="835">
                        <c:v>79.912000000000006</c:v>
                      </c:pt>
                      <c:pt idx="836">
                        <c:v>77.5</c:v>
                      </c:pt>
                      <c:pt idx="837">
                        <c:v>71.174999999999997</c:v>
                      </c:pt>
                      <c:pt idx="838">
                        <c:v>67.811999999999998</c:v>
                      </c:pt>
                      <c:pt idx="839">
                        <c:v>65.400000000000006</c:v>
                      </c:pt>
                      <c:pt idx="840">
                        <c:v>64.7</c:v>
                      </c:pt>
                      <c:pt idx="841">
                        <c:v>67.962999999999994</c:v>
                      </c:pt>
                      <c:pt idx="842">
                        <c:v>70.825000000000003</c:v>
                      </c:pt>
                      <c:pt idx="843">
                        <c:v>72.55</c:v>
                      </c:pt>
                      <c:pt idx="844">
                        <c:v>77.900000000000006</c:v>
                      </c:pt>
                      <c:pt idx="845">
                        <c:v>80.275000000000006</c:v>
                      </c:pt>
                      <c:pt idx="846">
                        <c:v>83.125</c:v>
                      </c:pt>
                      <c:pt idx="847">
                        <c:v>80.2</c:v>
                      </c:pt>
                      <c:pt idx="848">
                        <c:v>83.712999999999994</c:v>
                      </c:pt>
                      <c:pt idx="849">
                        <c:v>80.561999999999998</c:v>
                      </c:pt>
                      <c:pt idx="850">
                        <c:v>80.075000000000003</c:v>
                      </c:pt>
                      <c:pt idx="851">
                        <c:v>79.5</c:v>
                      </c:pt>
                      <c:pt idx="852">
                        <c:v>79.762</c:v>
                      </c:pt>
                      <c:pt idx="853">
                        <c:v>78.561999999999998</c:v>
                      </c:pt>
                      <c:pt idx="854">
                        <c:v>77.724999999999994</c:v>
                      </c:pt>
                      <c:pt idx="855">
                        <c:v>85.174999999999997</c:v>
                      </c:pt>
                      <c:pt idx="856">
                        <c:v>85.625</c:v>
                      </c:pt>
                      <c:pt idx="857">
                        <c:v>81.587999999999994</c:v>
                      </c:pt>
                      <c:pt idx="858">
                        <c:v>82.2</c:v>
                      </c:pt>
                      <c:pt idx="859">
                        <c:v>83.587999999999994</c:v>
                      </c:pt>
                      <c:pt idx="860">
                        <c:v>84.7</c:v>
                      </c:pt>
                      <c:pt idx="861">
                        <c:v>87.1</c:v>
                      </c:pt>
                      <c:pt idx="862">
                        <c:v>86.825000000000003</c:v>
                      </c:pt>
                      <c:pt idx="863">
                        <c:v>93.85</c:v>
                      </c:pt>
                      <c:pt idx="864">
                        <c:v>98</c:v>
                      </c:pt>
                      <c:pt idx="865">
                        <c:v>112.425</c:v>
                      </c:pt>
                      <c:pt idx="866">
                        <c:v>113.925</c:v>
                      </c:pt>
                      <c:pt idx="867">
                        <c:v>167.012</c:v>
                      </c:pt>
                      <c:pt idx="868">
                        <c:v>174</c:v>
                      </c:pt>
                      <c:pt idx="869">
                        <c:v>164.3</c:v>
                      </c:pt>
                      <c:pt idx="870">
                        <c:v>157.71199999999999</c:v>
                      </c:pt>
                      <c:pt idx="871">
                        <c:v>145.1</c:v>
                      </c:pt>
                      <c:pt idx="872">
                        <c:v>136.57499999999999</c:v>
                      </c:pt>
                      <c:pt idx="873">
                        <c:v>137.28</c:v>
                      </c:pt>
                      <c:pt idx="874">
                        <c:v>147.47499999999999</c:v>
                      </c:pt>
                      <c:pt idx="875">
                        <c:v>135.43799999999999</c:v>
                      </c:pt>
                      <c:pt idx="876">
                        <c:v>117.4</c:v>
                      </c:pt>
                      <c:pt idx="877">
                        <c:v>130.667</c:v>
                      </c:pt>
                      <c:pt idx="878">
                        <c:v>135.584</c:v>
                      </c:pt>
                      <c:pt idx="879">
                        <c:v>135.86000000000001</c:v>
                      </c:pt>
                      <c:pt idx="880">
                        <c:v>145.404</c:v>
                      </c:pt>
                      <c:pt idx="881">
                        <c:v>161.667</c:v>
                      </c:pt>
                      <c:pt idx="882">
                        <c:v>174.333</c:v>
                      </c:pt>
                      <c:pt idx="883">
                        <c:v>164.97</c:v>
                      </c:pt>
                      <c:pt idx="884">
                        <c:v>167.375</c:v>
                      </c:pt>
                      <c:pt idx="885">
                        <c:v>167.167</c:v>
                      </c:pt>
                      <c:pt idx="886">
                        <c:v>152.333</c:v>
                      </c:pt>
                      <c:pt idx="887">
                        <c:v>147</c:v>
                      </c:pt>
                      <c:pt idx="888">
                        <c:v>136.89400000000001</c:v>
                      </c:pt>
                      <c:pt idx="889">
                        <c:v>131</c:v>
                      </c:pt>
                      <c:pt idx="890">
                        <c:v>142.916</c:v>
                      </c:pt>
                      <c:pt idx="891">
                        <c:v>139.833</c:v>
                      </c:pt>
                      <c:pt idx="892">
                        <c:v>146.17500000000001</c:v>
                      </c:pt>
                      <c:pt idx="893">
                        <c:v>142.73599999999999</c:v>
                      </c:pt>
                      <c:pt idx="894">
                        <c:v>144.5</c:v>
                      </c:pt>
                      <c:pt idx="895">
                        <c:v>143.53299999999999</c:v>
                      </c:pt>
                      <c:pt idx="896">
                        <c:v>149.833</c:v>
                      </c:pt>
                      <c:pt idx="897">
                        <c:v>148.89599999999999</c:v>
                      </c:pt>
                      <c:pt idx="898">
                        <c:v>156.16</c:v>
                      </c:pt>
                      <c:pt idx="899">
                        <c:v>157.333</c:v>
                      </c:pt>
                      <c:pt idx="900">
                        <c:v>151.167</c:v>
                      </c:pt>
                      <c:pt idx="901">
                        <c:v>148.167</c:v>
                      </c:pt>
                      <c:pt idx="902">
                        <c:v>138.833</c:v>
                      </c:pt>
                      <c:pt idx="903">
                        <c:v>136.167</c:v>
                      </c:pt>
                      <c:pt idx="904">
                        <c:v>136.833</c:v>
                      </c:pt>
                      <c:pt idx="905">
                        <c:v>125.617</c:v>
                      </c:pt>
                      <c:pt idx="906">
                        <c:v>112.941</c:v>
                      </c:pt>
                      <c:pt idx="907">
                        <c:v>116.34</c:v>
                      </c:pt>
                      <c:pt idx="908">
                        <c:v>107.59099999999999</c:v>
                      </c:pt>
                      <c:pt idx="909">
                        <c:v>106.571</c:v>
                      </c:pt>
                      <c:pt idx="910">
                        <c:v>110.122</c:v>
                      </c:pt>
                      <c:pt idx="911">
                        <c:v>109.26900000000001</c:v>
                      </c:pt>
                      <c:pt idx="912">
                        <c:v>111.33499999999999</c:v>
                      </c:pt>
                      <c:pt idx="913">
                        <c:v>117.099</c:v>
                      </c:pt>
                      <c:pt idx="914">
                        <c:v>113.566</c:v>
                      </c:pt>
                      <c:pt idx="915">
                        <c:v>113.33199999999999</c:v>
                      </c:pt>
                      <c:pt idx="916">
                        <c:v>115.236</c:v>
                      </c:pt>
                      <c:pt idx="917">
                        <c:v>115.233</c:v>
                      </c:pt>
                      <c:pt idx="918">
                        <c:v>109.16500000000001</c:v>
                      </c:pt>
                      <c:pt idx="919">
                        <c:v>109.703</c:v>
                      </c:pt>
                      <c:pt idx="920">
                        <c:v>106.17</c:v>
                      </c:pt>
                      <c:pt idx="921">
                        <c:v>105.79900000000001</c:v>
                      </c:pt>
                      <c:pt idx="922">
                        <c:v>104.31</c:v>
                      </c:pt>
                      <c:pt idx="923">
                        <c:v>102.898</c:v>
                      </c:pt>
                      <c:pt idx="924">
                        <c:v>106.904</c:v>
                      </c:pt>
                      <c:pt idx="925">
                        <c:v>108.099</c:v>
                      </c:pt>
                      <c:pt idx="926">
                        <c:v>112.574</c:v>
                      </c:pt>
                      <c:pt idx="927">
                        <c:v>115.83</c:v>
                      </c:pt>
                      <c:pt idx="928">
                        <c:v>126.279</c:v>
                      </c:pt>
                      <c:pt idx="929">
                        <c:v>126.997</c:v>
                      </c:pt>
                      <c:pt idx="930">
                        <c:v>124.429</c:v>
                      </c:pt>
                      <c:pt idx="931">
                        <c:v>127.13200000000001</c:v>
                      </c:pt>
                      <c:pt idx="932">
                        <c:v>126.16200000000001</c:v>
                      </c:pt>
                      <c:pt idx="933">
                        <c:v>120.767</c:v>
                      </c:pt>
                      <c:pt idx="934">
                        <c:v>117.739</c:v>
                      </c:pt>
                      <c:pt idx="935">
                        <c:v>120.66500000000001</c:v>
                      </c:pt>
                      <c:pt idx="936">
                        <c:v>116.73099999999999</c:v>
                      </c:pt>
                      <c:pt idx="937">
                        <c:v>124.746</c:v>
                      </c:pt>
                      <c:pt idx="938">
                        <c:v>130.63499999999999</c:v>
                      </c:pt>
                      <c:pt idx="939">
                        <c:v>134.63499999999999</c:v>
                      </c:pt>
                      <c:pt idx="940">
                        <c:v>132.26900000000001</c:v>
                      </c:pt>
                      <c:pt idx="941">
                        <c:v>139.10400000000001</c:v>
                      </c:pt>
                      <c:pt idx="942">
                        <c:v>141.66300000000001</c:v>
                      </c:pt>
                      <c:pt idx="943">
                        <c:v>145.60400000000001</c:v>
                      </c:pt>
                      <c:pt idx="944">
                        <c:v>147.75399999999999</c:v>
                      </c:pt>
                      <c:pt idx="945">
                        <c:v>143.226</c:v>
                      </c:pt>
                      <c:pt idx="946">
                        <c:v>139.44900000000001</c:v>
                      </c:pt>
                      <c:pt idx="947">
                        <c:v>146.74100000000001</c:v>
                      </c:pt>
                      <c:pt idx="948">
                        <c:v>152.32</c:v>
                      </c:pt>
                      <c:pt idx="949">
                        <c:v>162.90600000000001</c:v>
                      </c:pt>
                      <c:pt idx="950">
                        <c:v>162.434</c:v>
                      </c:pt>
                      <c:pt idx="951">
                        <c:v>172.02799999999999</c:v>
                      </c:pt>
                      <c:pt idx="952">
                        <c:v>172.066</c:v>
                      </c:pt>
                      <c:pt idx="953">
                        <c:v>172.27699999999999</c:v>
                      </c:pt>
                      <c:pt idx="954">
                        <c:v>176.06100000000001</c:v>
                      </c:pt>
                      <c:pt idx="955">
                        <c:v>169.495</c:v>
                      </c:pt>
                      <c:pt idx="956">
                        <c:v>150.53800000000001</c:v>
                      </c:pt>
                      <c:pt idx="957">
                        <c:v>148.76599999999999</c:v>
                      </c:pt>
                      <c:pt idx="958">
                        <c:v>135.505</c:v>
                      </c:pt>
                      <c:pt idx="959">
                        <c:v>136.66</c:v>
                      </c:pt>
                      <c:pt idx="960">
                        <c:v>138.429</c:v>
                      </c:pt>
                      <c:pt idx="961">
                        <c:v>132.76599999999999</c:v>
                      </c:pt>
                      <c:pt idx="962">
                        <c:v>123</c:v>
                      </c:pt>
                      <c:pt idx="963">
                        <c:v>122.233</c:v>
                      </c:pt>
                      <c:pt idx="964">
                        <c:v>118.33</c:v>
                      </c:pt>
                      <c:pt idx="965">
                        <c:v>126.179</c:v>
                      </c:pt>
                      <c:pt idx="966">
                        <c:v>121.73099999999999</c:v>
                      </c:pt>
                      <c:pt idx="967">
                        <c:v>122.66500000000001</c:v>
                      </c:pt>
                      <c:pt idx="968">
                        <c:v>124.733</c:v>
                      </c:pt>
                      <c:pt idx="969">
                        <c:v>128.93600000000001</c:v>
                      </c:pt>
                      <c:pt idx="970">
                        <c:v>128.23400000000001</c:v>
                      </c:pt>
                      <c:pt idx="971">
                        <c:v>128.66999999999999</c:v>
                      </c:pt>
                      <c:pt idx="972">
                        <c:v>129.904</c:v>
                      </c:pt>
                      <c:pt idx="973">
                        <c:v>128.73599999999999</c:v>
                      </c:pt>
                      <c:pt idx="974">
                        <c:v>127.396</c:v>
                      </c:pt>
                      <c:pt idx="975">
                        <c:v>128.83699999999999</c:v>
                      </c:pt>
                      <c:pt idx="976">
                        <c:v>126.759</c:v>
                      </c:pt>
                      <c:pt idx="977">
                        <c:v>127.83499999999999</c:v>
                      </c:pt>
                      <c:pt idx="978">
                        <c:v>128.16499999999999</c:v>
                      </c:pt>
                      <c:pt idx="979">
                        <c:v>130</c:v>
                      </c:pt>
                      <c:pt idx="980">
                        <c:v>127.42100000000001</c:v>
                      </c:pt>
                      <c:pt idx="981">
                        <c:v>132.779</c:v>
                      </c:pt>
                      <c:pt idx="982">
                        <c:v>138.625</c:v>
                      </c:pt>
                      <c:pt idx="983">
                        <c:v>151.614</c:v>
                      </c:pt>
                      <c:pt idx="984">
                        <c:v>155.54300000000001</c:v>
                      </c:pt>
                      <c:pt idx="985">
                        <c:v>160.97499999999999</c:v>
                      </c:pt>
                      <c:pt idx="986">
                        <c:v>171.25</c:v>
                      </c:pt>
                      <c:pt idx="987">
                        <c:v>164.32</c:v>
                      </c:pt>
                      <c:pt idx="988">
                        <c:v>165.65199999999999</c:v>
                      </c:pt>
                      <c:pt idx="989">
                        <c:v>163.50299999999999</c:v>
                      </c:pt>
                      <c:pt idx="990">
                        <c:v>171.5</c:v>
                      </c:pt>
                      <c:pt idx="991">
                        <c:v>174.76400000000001</c:v>
                      </c:pt>
                      <c:pt idx="992">
                        <c:v>190</c:v>
                      </c:pt>
                      <c:pt idx="993">
                        <c:v>193.60900000000001</c:v>
                      </c:pt>
                      <c:pt idx="994">
                        <c:v>193.57400000000001</c:v>
                      </c:pt>
                      <c:pt idx="995">
                        <c:v>207.5</c:v>
                      </c:pt>
                      <c:pt idx="996">
                        <c:v>203.32300000000001</c:v>
                      </c:pt>
                      <c:pt idx="997">
                        <c:v>185.17500000000001</c:v>
                      </c:pt>
                      <c:pt idx="998">
                        <c:v>182.90600000000001</c:v>
                      </c:pt>
                      <c:pt idx="999">
                        <c:v>180.56100000000001</c:v>
                      </c:pt>
                      <c:pt idx="1000">
                        <c:v>179.37299999999999</c:v>
                      </c:pt>
                      <c:pt idx="1001">
                        <c:v>176.59399999999999</c:v>
                      </c:pt>
                      <c:pt idx="1002">
                        <c:v>181.66</c:v>
                      </c:pt>
                      <c:pt idx="1003">
                        <c:v>180.102</c:v>
                      </c:pt>
                      <c:pt idx="1004">
                        <c:v>180.607</c:v>
                      </c:pt>
                      <c:pt idx="1005">
                        <c:v>192.76400000000001</c:v>
                      </c:pt>
                      <c:pt idx="1006">
                        <c:v>193.8</c:v>
                      </c:pt>
                      <c:pt idx="1007">
                        <c:v>200.89599999999999</c:v>
                      </c:pt>
                      <c:pt idx="1008">
                        <c:v>216.495</c:v>
                      </c:pt>
                      <c:pt idx="1009">
                        <c:v>213.32499999999999</c:v>
                      </c:pt>
                      <c:pt idx="1010">
                        <c:v>206.5</c:v>
                      </c:pt>
                      <c:pt idx="1011">
                        <c:v>198.434</c:v>
                      </c:pt>
                      <c:pt idx="1012">
                        <c:v>195.23599999999999</c:v>
                      </c:pt>
                      <c:pt idx="1013">
                        <c:v>200.76400000000001</c:v>
                      </c:pt>
                      <c:pt idx="1014">
                        <c:v>201.39599999999999</c:v>
                      </c:pt>
                      <c:pt idx="1015">
                        <c:v>198.06100000000001</c:v>
                      </c:pt>
                      <c:pt idx="1016">
                        <c:v>200.42500000000001</c:v>
                      </c:pt>
                      <c:pt idx="1017">
                        <c:v>196.505</c:v>
                      </c:pt>
                      <c:pt idx="1018">
                        <c:v>193.137</c:v>
                      </c:pt>
                      <c:pt idx="1019">
                        <c:v>184.911</c:v>
                      </c:pt>
                      <c:pt idx="1020">
                        <c:v>175.46700000000001</c:v>
                      </c:pt>
                      <c:pt idx="1021">
                        <c:v>177.72900000000001</c:v>
                      </c:pt>
                      <c:pt idx="1022">
                        <c:v>182.964</c:v>
                      </c:pt>
                      <c:pt idx="1023">
                        <c:v>194.07499999999999</c:v>
                      </c:pt>
                      <c:pt idx="1024">
                        <c:v>210.3</c:v>
                      </c:pt>
                      <c:pt idx="1025">
                        <c:v>216.25399999999999</c:v>
                      </c:pt>
                      <c:pt idx="1026">
                        <c:v>209.23099999999999</c:v>
                      </c:pt>
                      <c:pt idx="1027">
                        <c:v>217.703</c:v>
                      </c:pt>
                      <c:pt idx="1028">
                        <c:v>223.749</c:v>
                      </c:pt>
                      <c:pt idx="1029">
                        <c:v>229.46700000000001</c:v>
                      </c:pt>
                      <c:pt idx="1030">
                        <c:v>220.55</c:v>
                      </c:pt>
                      <c:pt idx="1031">
                        <c:v>222.28800000000001</c:v>
                      </c:pt>
                      <c:pt idx="1032">
                        <c:v>229.988</c:v>
                      </c:pt>
                      <c:pt idx="1033">
                        <c:v>237.703</c:v>
                      </c:pt>
                      <c:pt idx="1034">
                        <c:v>245.68799999999999</c:v>
                      </c:pt>
                      <c:pt idx="1035">
                        <c:v>219.39599999999999</c:v>
                      </c:pt>
                      <c:pt idx="1036">
                        <c:v>213.65199999999999</c:v>
                      </c:pt>
                      <c:pt idx="1037">
                        <c:v>217.096</c:v>
                      </c:pt>
                      <c:pt idx="1038">
                        <c:v>216.52799999999999</c:v>
                      </c:pt>
                      <c:pt idx="1039">
                        <c:v>203.87299999999999</c:v>
                      </c:pt>
                      <c:pt idx="1040">
                        <c:v>199.33500000000001</c:v>
                      </c:pt>
                      <c:pt idx="1041">
                        <c:v>205.429</c:v>
                      </c:pt>
                      <c:pt idx="1042">
                        <c:v>204.23400000000001</c:v>
                      </c:pt>
                      <c:pt idx="1043">
                        <c:v>207.749</c:v>
                      </c:pt>
                      <c:pt idx="1044">
                        <c:v>217.73099999999999</c:v>
                      </c:pt>
                      <c:pt idx="1045">
                        <c:v>205.46199999999999</c:v>
                      </c:pt>
                      <c:pt idx="1046">
                        <c:v>196.327</c:v>
                      </c:pt>
                      <c:pt idx="1047">
                        <c:v>191.55600000000001</c:v>
                      </c:pt>
                      <c:pt idx="1048">
                        <c:v>186.70099999999999</c:v>
                      </c:pt>
                      <c:pt idx="1049">
                        <c:v>180.934</c:v>
                      </c:pt>
                      <c:pt idx="1050">
                        <c:v>182.25</c:v>
                      </c:pt>
                      <c:pt idx="1051">
                        <c:v>185.363</c:v>
                      </c:pt>
                      <c:pt idx="1052">
                        <c:v>182.09399999999999</c:v>
                      </c:pt>
                      <c:pt idx="1053">
                        <c:v>186.571</c:v>
                      </c:pt>
                      <c:pt idx="1054">
                        <c:v>184.49700000000001</c:v>
                      </c:pt>
                      <c:pt idx="1055">
                        <c:v>178</c:v>
                      </c:pt>
                      <c:pt idx="1056">
                        <c:v>164.92599999999999</c:v>
                      </c:pt>
                      <c:pt idx="1057">
                        <c:v>161.92099999999999</c:v>
                      </c:pt>
                      <c:pt idx="1058">
                        <c:v>150.70099999999999</c:v>
                      </c:pt>
                      <c:pt idx="1059">
                        <c:v>156.66999999999999</c:v>
                      </c:pt>
                      <c:pt idx="1060">
                        <c:v>158.13499999999999</c:v>
                      </c:pt>
                      <c:pt idx="1061">
                        <c:v>155.178</c:v>
                      </c:pt>
                      <c:pt idx="1062">
                        <c:v>150.80000000000001</c:v>
                      </c:pt>
                      <c:pt idx="1063">
                        <c:v>152.333</c:v>
                      </c:pt>
                      <c:pt idx="1064">
                        <c:v>154.00299999999999</c:v>
                      </c:pt>
                      <c:pt idx="1065">
                        <c:v>157.934</c:v>
                      </c:pt>
                      <c:pt idx="1066">
                        <c:v>153.73099999999999</c:v>
                      </c:pt>
                      <c:pt idx="1067">
                        <c:v>145.262</c:v>
                      </c:pt>
                      <c:pt idx="1068">
                        <c:v>139.90600000000001</c:v>
                      </c:pt>
                      <c:pt idx="1069">
                        <c:v>140.06399999999999</c:v>
                      </c:pt>
                      <c:pt idx="1070">
                        <c:v>133.23400000000001</c:v>
                      </c:pt>
                      <c:pt idx="1071">
                        <c:v>138.21299999999999</c:v>
                      </c:pt>
                      <c:pt idx="1072">
                        <c:v>141.036</c:v>
                      </c:pt>
                      <c:pt idx="1073">
                        <c:v>146.12700000000001</c:v>
                      </c:pt>
                      <c:pt idx="1074">
                        <c:v>145.833</c:v>
                      </c:pt>
                      <c:pt idx="1075">
                        <c:v>141.06399999999999</c:v>
                      </c:pt>
                      <c:pt idx="1076">
                        <c:v>139.5</c:v>
                      </c:pt>
                      <c:pt idx="1077">
                        <c:v>135.875</c:v>
                      </c:pt>
                      <c:pt idx="1078">
                        <c:v>130.102</c:v>
                      </c:pt>
                      <c:pt idx="1079">
                        <c:v>126.50700000000001</c:v>
                      </c:pt>
                      <c:pt idx="1080">
                        <c:v>130.375</c:v>
                      </c:pt>
                      <c:pt idx="1081">
                        <c:v>129.43199999999999</c:v>
                      </c:pt>
                      <c:pt idx="1082">
                        <c:v>128.50299999999999</c:v>
                      </c:pt>
                      <c:pt idx="1083">
                        <c:v>130.33699999999999</c:v>
                      </c:pt>
                      <c:pt idx="1084">
                        <c:v>129.55600000000001</c:v>
                      </c:pt>
                      <c:pt idx="1085">
                        <c:v>128.46899999999999</c:v>
                      </c:pt>
                      <c:pt idx="1086">
                        <c:v>125.465</c:v>
                      </c:pt>
                      <c:pt idx="1087">
                        <c:v>119.28</c:v>
                      </c:pt>
                      <c:pt idx="1088">
                        <c:v>115.43899999999999</c:v>
                      </c:pt>
                      <c:pt idx="1089">
                        <c:v>119.566</c:v>
                      </c:pt>
                      <c:pt idx="1090">
                        <c:v>119</c:v>
                      </c:pt>
                      <c:pt idx="1091">
                        <c:v>120.5</c:v>
                      </c:pt>
                      <c:pt idx="1092">
                        <c:v>120.066</c:v>
                      </c:pt>
                      <c:pt idx="1093">
                        <c:v>117.714</c:v>
                      </c:pt>
                      <c:pt idx="1094">
                        <c:v>126.038</c:v>
                      </c:pt>
                      <c:pt idx="1095">
                        <c:v>129.434</c:v>
                      </c:pt>
                      <c:pt idx="1096">
                        <c:v>131.90100000000001</c:v>
                      </c:pt>
                      <c:pt idx="1097">
                        <c:v>130.23099999999999</c:v>
                      </c:pt>
                      <c:pt idx="1098">
                        <c:v>129.83000000000001</c:v>
                      </c:pt>
                      <c:pt idx="1099">
                        <c:v>130.09399999999999</c:v>
                      </c:pt>
                      <c:pt idx="1100">
                        <c:v>129.46199999999999</c:v>
                      </c:pt>
                      <c:pt idx="1101">
                        <c:v>131.934</c:v>
                      </c:pt>
                      <c:pt idx="1102">
                        <c:v>129.25899999999999</c:v>
                      </c:pt>
                      <c:pt idx="1103">
                        <c:v>137.10400000000001</c:v>
                      </c:pt>
                      <c:pt idx="1104">
                        <c:v>135.73599999999999</c:v>
                      </c:pt>
                      <c:pt idx="1105">
                        <c:v>142.066</c:v>
                      </c:pt>
                      <c:pt idx="1106">
                        <c:v>139.505</c:v>
                      </c:pt>
                      <c:pt idx="1107">
                        <c:v>150.39599999999999</c:v>
                      </c:pt>
                      <c:pt idx="1108">
                        <c:v>160.495</c:v>
                      </c:pt>
                      <c:pt idx="1109">
                        <c:v>161.89599999999999</c:v>
                      </c:pt>
                      <c:pt idx="1110">
                        <c:v>170.62700000000001</c:v>
                      </c:pt>
                      <c:pt idx="1111">
                        <c:v>174.40100000000001</c:v>
                      </c:pt>
                      <c:pt idx="1112">
                        <c:v>169.934</c:v>
                      </c:pt>
                      <c:pt idx="1113">
                        <c:v>169.286</c:v>
                      </c:pt>
                      <c:pt idx="1114">
                        <c:v>167.995</c:v>
                      </c:pt>
                      <c:pt idx="1115">
                        <c:v>166.05600000000001</c:v>
                      </c:pt>
                      <c:pt idx="1116">
                        <c:v>165.114</c:v>
                      </c:pt>
                      <c:pt idx="1117">
                        <c:v>167.40600000000001</c:v>
                      </c:pt>
                      <c:pt idx="1118">
                        <c:v>170.505</c:v>
                      </c:pt>
                      <c:pt idx="1119">
                        <c:v>171.434</c:v>
                      </c:pt>
                      <c:pt idx="1120">
                        <c:v>170.82499999999999</c:v>
                      </c:pt>
                      <c:pt idx="1121">
                        <c:v>161.26900000000001</c:v>
                      </c:pt>
                      <c:pt idx="1122">
                        <c:v>156.929</c:v>
                      </c:pt>
                      <c:pt idx="1123">
                        <c:v>150.995</c:v>
                      </c:pt>
                      <c:pt idx="1124">
                        <c:v>148.83500000000001</c:v>
                      </c:pt>
                      <c:pt idx="1125">
                        <c:v>139.39099999999999</c:v>
                      </c:pt>
                      <c:pt idx="1126">
                        <c:v>139.34</c:v>
                      </c:pt>
                      <c:pt idx="1127">
                        <c:v>146.26400000000001</c:v>
                      </c:pt>
                      <c:pt idx="1128">
                        <c:v>144.33500000000001</c:v>
                      </c:pt>
                      <c:pt idx="1129">
                        <c:v>146.66499999999999</c:v>
                      </c:pt>
                      <c:pt idx="1130">
                        <c:v>143.53299999999999</c:v>
                      </c:pt>
                      <c:pt idx="1131">
                        <c:v>143.934</c:v>
                      </c:pt>
                      <c:pt idx="1132">
                        <c:v>145.566</c:v>
                      </c:pt>
                      <c:pt idx="1133">
                        <c:v>148.16499999999999</c:v>
                      </c:pt>
                      <c:pt idx="1134">
                        <c:v>153.26400000000001</c:v>
                      </c:pt>
                      <c:pt idx="1135">
                        <c:v>151.066</c:v>
                      </c:pt>
                      <c:pt idx="1136">
                        <c:v>150.76900000000001</c:v>
                      </c:pt>
                      <c:pt idx="1137">
                        <c:v>156.071</c:v>
                      </c:pt>
                      <c:pt idx="1138">
                        <c:v>159.995</c:v>
                      </c:pt>
                      <c:pt idx="1139">
                        <c:v>157.13200000000001</c:v>
                      </c:pt>
                      <c:pt idx="1140">
                        <c:v>158.66499999999999</c:v>
                      </c:pt>
                      <c:pt idx="1141">
                        <c:v>156.863</c:v>
                      </c:pt>
                      <c:pt idx="1142">
                        <c:v>156.34</c:v>
                      </c:pt>
                      <c:pt idx="1143">
                        <c:v>160.071</c:v>
                      </c:pt>
                      <c:pt idx="1144">
                        <c:v>162.708</c:v>
                      </c:pt>
                      <c:pt idx="1145">
                        <c:v>164.297</c:v>
                      </c:pt>
                      <c:pt idx="1146">
                        <c:v>164.797</c:v>
                      </c:pt>
                      <c:pt idx="1147">
                        <c:v>165.16</c:v>
                      </c:pt>
                      <c:pt idx="1148">
                        <c:v>162.59399999999999</c:v>
                      </c:pt>
                      <c:pt idx="1149">
                        <c:v>164.56100000000001</c:v>
                      </c:pt>
                      <c:pt idx="1150">
                        <c:v>164.23099999999999</c:v>
                      </c:pt>
                      <c:pt idx="1151">
                        <c:v>163.53800000000001</c:v>
                      </c:pt>
                      <c:pt idx="1152">
                        <c:v>159.75899999999999</c:v>
                      </c:pt>
                      <c:pt idx="1153">
                        <c:v>159.934</c:v>
                      </c:pt>
                      <c:pt idx="1154">
                        <c:v>160.03299999999999</c:v>
                      </c:pt>
                      <c:pt idx="1155">
                        <c:v>162.97200000000001</c:v>
                      </c:pt>
                      <c:pt idx="1156">
                        <c:v>167.06100000000001</c:v>
                      </c:pt>
                      <c:pt idx="1157">
                        <c:v>178.89599999999999</c:v>
                      </c:pt>
                      <c:pt idx="1158">
                        <c:v>184.23099999999999</c:v>
                      </c:pt>
                      <c:pt idx="1159">
                        <c:v>178.434</c:v>
                      </c:pt>
                      <c:pt idx="1160">
                        <c:v>191.13200000000001</c:v>
                      </c:pt>
                      <c:pt idx="1161">
                        <c:v>190.23599999999999</c:v>
                      </c:pt>
                      <c:pt idx="1162">
                        <c:v>193.21600000000001</c:v>
                      </c:pt>
                      <c:pt idx="1163">
                        <c:v>190.46199999999999</c:v>
                      </c:pt>
                      <c:pt idx="1164">
                        <c:v>219.851</c:v>
                      </c:pt>
                      <c:pt idx="1165">
                        <c:v>272.40600000000001</c:v>
                      </c:pt>
                      <c:pt idx="1166">
                        <c:v>285.48700000000002</c:v>
                      </c:pt>
                      <c:pt idx="1167">
                        <c:v>262.64</c:v>
                      </c:pt>
                      <c:pt idx="1168">
                        <c:v>194.274</c:v>
                      </c:pt>
                      <c:pt idx="1169">
                        <c:v>188.43600000000001</c:v>
                      </c:pt>
                      <c:pt idx="1170">
                        <c:v>191.863</c:v>
                      </c:pt>
                      <c:pt idx="1171">
                        <c:v>191.07599999999999</c:v>
                      </c:pt>
                      <c:pt idx="1172">
                        <c:v>185.434</c:v>
                      </c:pt>
                      <c:pt idx="1173">
                        <c:v>193.17500000000001</c:v>
                      </c:pt>
                      <c:pt idx="1174">
                        <c:v>220.251</c:v>
                      </c:pt>
                      <c:pt idx="1175">
                        <c:v>200.749</c:v>
                      </c:pt>
                      <c:pt idx="1176">
                        <c:v>202.08600000000001</c:v>
                      </c:pt>
                      <c:pt idx="1177">
                        <c:v>216.98</c:v>
                      </c:pt>
                      <c:pt idx="1178">
                        <c:v>211.756</c:v>
                      </c:pt>
                      <c:pt idx="1179">
                        <c:v>266.67700000000002</c:v>
                      </c:pt>
                      <c:pt idx="1180">
                        <c:v>272.80900000000003</c:v>
                      </c:pt>
                      <c:pt idx="1181">
                        <c:v>326.67099999999999</c:v>
                      </c:pt>
                      <c:pt idx="1182">
                        <c:v>330.476</c:v>
                      </c:pt>
                      <c:pt idx="1183">
                        <c:v>406.82</c:v>
                      </c:pt>
                      <c:pt idx="1184">
                        <c:v>406.48500000000001</c:v>
                      </c:pt>
                      <c:pt idx="1185">
                        <c:v>279.964</c:v>
                      </c:pt>
                      <c:pt idx="1186">
                        <c:v>318.09899999999999</c:v>
                      </c:pt>
                      <c:pt idx="1187">
                        <c:v>330.82499999999999</c:v>
                      </c:pt>
                      <c:pt idx="1188">
                        <c:v>328.30399999999997</c:v>
                      </c:pt>
                      <c:pt idx="1189">
                        <c:v>330.82499999999999</c:v>
                      </c:pt>
                      <c:pt idx="1190">
                        <c:v>369.74900000000002</c:v>
                      </c:pt>
                      <c:pt idx="1191">
                        <c:v>550.33500000000004</c:v>
                      </c:pt>
                      <c:pt idx="1192">
                        <c:v>598.66</c:v>
                      </c:pt>
                      <c:pt idx="1193">
                        <c:v>593.66899999999998</c:v>
                      </c:pt>
                      <c:pt idx="1194">
                        <c:v>550.20699999999999</c:v>
                      </c:pt>
                      <c:pt idx="1195">
                        <c:v>474.55099999999999</c:v>
                      </c:pt>
                      <c:pt idx="1196">
                        <c:v>398.68099999999998</c:v>
                      </c:pt>
                      <c:pt idx="1197">
                        <c:v>356.44400000000002</c:v>
                      </c:pt>
                      <c:pt idx="1198">
                        <c:v>319.97500000000002</c:v>
                      </c:pt>
                      <c:pt idx="1199">
                        <c:v>308.19299999999998</c:v>
                      </c:pt>
                      <c:pt idx="1200">
                        <c:v>278.83</c:v>
                      </c:pt>
                      <c:pt idx="1201">
                        <c:v>311.62200000000001</c:v>
                      </c:pt>
                      <c:pt idx="1202">
                        <c:v>339.06599999999997</c:v>
                      </c:pt>
                      <c:pt idx="1203">
                        <c:v>317.83100000000002</c:v>
                      </c:pt>
                      <c:pt idx="1204">
                        <c:v>304.779</c:v>
                      </c:pt>
                      <c:pt idx="1205">
                        <c:v>305.52</c:v>
                      </c:pt>
                      <c:pt idx="1206">
                        <c:v>357.65499999999997</c:v>
                      </c:pt>
                      <c:pt idx="1207">
                        <c:v>360.28500000000003</c:v>
                      </c:pt>
                      <c:pt idx="1208">
                        <c:v>361.97199999999998</c:v>
                      </c:pt>
                      <c:pt idx="1209">
                        <c:v>357.89400000000001</c:v>
                      </c:pt>
                      <c:pt idx="1210">
                        <c:v>373.06099999999998</c:v>
                      </c:pt>
                      <c:pt idx="1211">
                        <c:v>416.505</c:v>
                      </c:pt>
                      <c:pt idx="1212">
                        <c:v>453</c:v>
                      </c:pt>
                      <c:pt idx="1213">
                        <c:v>437.726</c:v>
                      </c:pt>
                      <c:pt idx="1214">
                        <c:v>380.74099999999999</c:v>
                      </c:pt>
                      <c:pt idx="1215">
                        <c:v>346.28399999999999</c:v>
                      </c:pt>
                      <c:pt idx="1216">
                        <c:v>342.39100000000002</c:v>
                      </c:pt>
                      <c:pt idx="1217">
                        <c:v>343.97</c:v>
                      </c:pt>
                      <c:pt idx="1218">
                        <c:v>330.49</c:v>
                      </c:pt>
                      <c:pt idx="1219">
                        <c:v>363.97699999999998</c:v>
                      </c:pt>
                      <c:pt idx="1220">
                        <c:v>356.02300000000002</c:v>
                      </c:pt>
                      <c:pt idx="1221">
                        <c:v>373.43400000000003</c:v>
                      </c:pt>
                      <c:pt idx="1222">
                        <c:v>403.20100000000002</c:v>
                      </c:pt>
                      <c:pt idx="1223">
                        <c:v>418.07900000000001</c:v>
                      </c:pt>
                      <c:pt idx="1224">
                        <c:v>379.96699999999998</c:v>
                      </c:pt>
                      <c:pt idx="1225">
                        <c:v>390.49</c:v>
                      </c:pt>
                      <c:pt idx="1226">
                        <c:v>381.29700000000003</c:v>
                      </c:pt>
                      <c:pt idx="1227">
                        <c:v>376.89100000000002</c:v>
                      </c:pt>
                      <c:pt idx="1228">
                        <c:v>393.17599999999999</c:v>
                      </c:pt>
                      <c:pt idx="1229">
                        <c:v>407.39299999999997</c:v>
                      </c:pt>
                      <c:pt idx="1230">
                        <c:v>377.63799999999998</c:v>
                      </c:pt>
                      <c:pt idx="1231">
                        <c:v>335.30500000000001</c:v>
                      </c:pt>
                      <c:pt idx="1232">
                        <c:v>324.142</c:v>
                      </c:pt>
                      <c:pt idx="1233">
                        <c:v>313.40699999999998</c:v>
                      </c:pt>
                      <c:pt idx="1234">
                        <c:v>313.22899999999998</c:v>
                      </c:pt>
                      <c:pt idx="1235">
                        <c:v>315.59699999999998</c:v>
                      </c:pt>
                      <c:pt idx="1236">
                        <c:v>315.59699999999998</c:v>
                      </c:pt>
                      <c:pt idx="1237">
                        <c:v>315.59699999999998</c:v>
                      </c:pt>
                      <c:pt idx="1238">
                        <c:v>310.82499999999999</c:v>
                      </c:pt>
                      <c:pt idx="1239">
                        <c:v>310.39600000000002</c:v>
                      </c:pt>
                      <c:pt idx="1240">
                        <c:v>309.17500000000001</c:v>
                      </c:pt>
                      <c:pt idx="1241">
                        <c:v>309.17500000000001</c:v>
                      </c:pt>
                      <c:pt idx="1242">
                        <c:v>309.17500000000001</c:v>
                      </c:pt>
                      <c:pt idx="1243">
                        <c:v>301.54300000000001</c:v>
                      </c:pt>
                      <c:pt idx="1244">
                        <c:v>298.46199999999999</c:v>
                      </c:pt>
                      <c:pt idx="1245">
                        <c:v>308.71800000000002</c:v>
                      </c:pt>
                      <c:pt idx="1246">
                        <c:v>321.85300000000001</c:v>
                      </c:pt>
                      <c:pt idx="1247">
                        <c:v>317.59899999999999</c:v>
                      </c:pt>
                      <c:pt idx="1248">
                        <c:v>330.584</c:v>
                      </c:pt>
                      <c:pt idx="1249">
                        <c:v>336.005</c:v>
                      </c:pt>
                      <c:pt idx="1250">
                        <c:v>354.79700000000003</c:v>
                      </c:pt>
                      <c:pt idx="1251">
                        <c:v>357.92399999999998</c:v>
                      </c:pt>
                      <c:pt idx="1252">
                        <c:v>337.06099999999998</c:v>
                      </c:pt>
                      <c:pt idx="1253">
                        <c:v>332.17500000000001</c:v>
                      </c:pt>
                      <c:pt idx="1254">
                        <c:v>363.81299999999999</c:v>
                      </c:pt>
                      <c:pt idx="1255">
                        <c:v>369.995</c:v>
                      </c:pt>
                      <c:pt idx="1256">
                        <c:v>368.42500000000001</c:v>
                      </c:pt>
                      <c:pt idx="1257">
                        <c:v>359.05099999999999</c:v>
                      </c:pt>
                      <c:pt idx="1258">
                        <c:v>345.952</c:v>
                      </c:pt>
                      <c:pt idx="1259">
                        <c:v>355</c:v>
                      </c:pt>
                      <c:pt idx="1260">
                        <c:v>340.36799999999999</c:v>
                      </c:pt>
                      <c:pt idx="1261">
                        <c:v>358</c:v>
                      </c:pt>
                      <c:pt idx="1262">
                        <c:v>369.85</c:v>
                      </c:pt>
                      <c:pt idx="1263">
                        <c:v>379.66699999999997</c:v>
                      </c:pt>
                      <c:pt idx="1264">
                        <c:v>382.51</c:v>
                      </c:pt>
                      <c:pt idx="1265">
                        <c:v>408.66699999999997</c:v>
                      </c:pt>
                      <c:pt idx="1266">
                        <c:v>411.262</c:v>
                      </c:pt>
                      <c:pt idx="1267">
                        <c:v>382.95</c:v>
                      </c:pt>
                      <c:pt idx="1268">
                        <c:v>376.66699999999997</c:v>
                      </c:pt>
                      <c:pt idx="1269">
                        <c:v>410</c:v>
                      </c:pt>
                      <c:pt idx="1270">
                        <c:v>419.86</c:v>
                      </c:pt>
                      <c:pt idx="1271">
                        <c:v>443.63</c:v>
                      </c:pt>
                      <c:pt idx="1272">
                        <c:v>432.64800000000002</c:v>
                      </c:pt>
                      <c:pt idx="1273">
                        <c:v>440.065</c:v>
                      </c:pt>
                      <c:pt idx="1274">
                        <c:v>462.31</c:v>
                      </c:pt>
                      <c:pt idx="1275">
                        <c:v>447</c:v>
                      </c:pt>
                      <c:pt idx="1276">
                        <c:v>451.19499999999999</c:v>
                      </c:pt>
                      <c:pt idx="1277">
                        <c:v>471.34800000000001</c:v>
                      </c:pt>
                      <c:pt idx="1278">
                        <c:v>484.33300000000003</c:v>
                      </c:pt>
                      <c:pt idx="1279">
                        <c:v>461</c:v>
                      </c:pt>
                      <c:pt idx="1280">
                        <c:v>463.22399999999999</c:v>
                      </c:pt>
                      <c:pt idx="1281">
                        <c:v>464.66699999999997</c:v>
                      </c:pt>
                      <c:pt idx="1282">
                        <c:v>473.22</c:v>
                      </c:pt>
                      <c:pt idx="1283">
                        <c:v>494</c:v>
                      </c:pt>
                      <c:pt idx="1284">
                        <c:v>487.17700000000002</c:v>
                      </c:pt>
                      <c:pt idx="1285">
                        <c:v>474</c:v>
                      </c:pt>
                      <c:pt idx="1286">
                        <c:v>492.33300000000003</c:v>
                      </c:pt>
                      <c:pt idx="1287">
                        <c:v>491.99200000000002</c:v>
                      </c:pt>
                      <c:pt idx="1288">
                        <c:v>498.01499999999999</c:v>
                      </c:pt>
                      <c:pt idx="1289">
                        <c:v>470.15499999999997</c:v>
                      </c:pt>
                      <c:pt idx="1290">
                        <c:v>464</c:v>
                      </c:pt>
                      <c:pt idx="1291">
                        <c:v>448.4</c:v>
                      </c:pt>
                      <c:pt idx="1292">
                        <c:v>436.56900000000002</c:v>
                      </c:pt>
                      <c:pt idx="1293">
                        <c:v>421.827</c:v>
                      </c:pt>
                      <c:pt idx="1294">
                        <c:v>424.30700000000002</c:v>
                      </c:pt>
                      <c:pt idx="1295">
                        <c:v>418.66699999999997</c:v>
                      </c:pt>
                      <c:pt idx="1296">
                        <c:v>415.125</c:v>
                      </c:pt>
                      <c:pt idx="1297">
                        <c:v>422.911</c:v>
                      </c:pt>
                      <c:pt idx="1298">
                        <c:v>400.87400000000002</c:v>
                      </c:pt>
                      <c:pt idx="1299">
                        <c:v>413.66300000000001</c:v>
                      </c:pt>
                      <c:pt idx="1300">
                        <c:v>401.79399999999998</c:v>
                      </c:pt>
                      <c:pt idx="1301">
                        <c:v>382.66699999999997</c:v>
                      </c:pt>
                      <c:pt idx="1302">
                        <c:v>388.95499999999998</c:v>
                      </c:pt>
                      <c:pt idx="1303">
                        <c:v>413.33300000000003</c:v>
                      </c:pt>
                      <c:pt idx="1304">
                        <c:v>400.44099999999997</c:v>
                      </c:pt>
                      <c:pt idx="1305">
                        <c:v>392.91899999999998</c:v>
                      </c:pt>
                      <c:pt idx="1306">
                        <c:v>368.97</c:v>
                      </c:pt>
                      <c:pt idx="1307">
                        <c:v>346.66</c:v>
                      </c:pt>
                      <c:pt idx="1308">
                        <c:v>349.77100000000002</c:v>
                      </c:pt>
                      <c:pt idx="1309">
                        <c:v>353.75</c:v>
                      </c:pt>
                      <c:pt idx="1310">
                        <c:v>338.66699999999997</c:v>
                      </c:pt>
                      <c:pt idx="1311">
                        <c:v>323.90800000000002</c:v>
                      </c:pt>
                      <c:pt idx="1312">
                        <c:v>325.57600000000002</c:v>
                      </c:pt>
                      <c:pt idx="1313">
                        <c:v>327.93400000000003</c:v>
                      </c:pt>
                      <c:pt idx="1314">
                        <c:v>319.19</c:v>
                      </c:pt>
                      <c:pt idx="1315">
                        <c:v>319.46899999999999</c:v>
                      </c:pt>
                      <c:pt idx="1316">
                        <c:v>312.33300000000003</c:v>
                      </c:pt>
                      <c:pt idx="1317">
                        <c:v>313.43099999999998</c:v>
                      </c:pt>
                      <c:pt idx="1318">
                        <c:v>332.66699999999997</c:v>
                      </c:pt>
                      <c:pt idx="1319">
                        <c:v>322.06200000000001</c:v>
                      </c:pt>
                      <c:pt idx="1320">
                        <c:v>327.142</c:v>
                      </c:pt>
                      <c:pt idx="1321">
                        <c:v>321.79700000000003</c:v>
                      </c:pt>
                      <c:pt idx="1322">
                        <c:v>312.09699999999998</c:v>
                      </c:pt>
                      <c:pt idx="1323">
                        <c:v>325.30900000000003</c:v>
                      </c:pt>
                      <c:pt idx="1324">
                        <c:v>320.22800000000001</c:v>
                      </c:pt>
                      <c:pt idx="1325">
                        <c:v>302.92099999999999</c:v>
                      </c:pt>
                      <c:pt idx="1326">
                        <c:v>303.45100000000002</c:v>
                      </c:pt>
                      <c:pt idx="1327">
                        <c:v>303.20800000000003</c:v>
                      </c:pt>
                      <c:pt idx="1328">
                        <c:v>289.94200000000001</c:v>
                      </c:pt>
                      <c:pt idx="1329">
                        <c:v>270.55399999999997</c:v>
                      </c:pt>
                      <c:pt idx="1330">
                        <c:v>248</c:v>
                      </c:pt>
                      <c:pt idx="1331">
                        <c:v>238</c:v>
                      </c:pt>
                      <c:pt idx="1332">
                        <c:v>240.90600000000001</c:v>
                      </c:pt>
                      <c:pt idx="1333">
                        <c:v>252.898</c:v>
                      </c:pt>
                      <c:pt idx="1334">
                        <c:v>253.667</c:v>
                      </c:pt>
                      <c:pt idx="1335">
                        <c:v>262</c:v>
                      </c:pt>
                      <c:pt idx="1336">
                        <c:v>256</c:v>
                      </c:pt>
                      <c:pt idx="1337">
                        <c:v>255.578</c:v>
                      </c:pt>
                      <c:pt idx="1338">
                        <c:v>244</c:v>
                      </c:pt>
                      <c:pt idx="1339">
                        <c:v>232.91</c:v>
                      </c:pt>
                      <c:pt idx="1340">
                        <c:v>225.78399999999999</c:v>
                      </c:pt>
                      <c:pt idx="1341">
                        <c:v>235.667</c:v>
                      </c:pt>
                      <c:pt idx="1342">
                        <c:v>237.352</c:v>
                      </c:pt>
                      <c:pt idx="1343">
                        <c:v>236.21299999999999</c:v>
                      </c:pt>
                      <c:pt idx="1344">
                        <c:v>228.333</c:v>
                      </c:pt>
                      <c:pt idx="1345">
                        <c:v>230.38</c:v>
                      </c:pt>
                      <c:pt idx="1346">
                        <c:v>227.762</c:v>
                      </c:pt>
                      <c:pt idx="1347">
                        <c:v>221.06</c:v>
                      </c:pt>
                      <c:pt idx="1348">
                        <c:v>208.417</c:v>
                      </c:pt>
                      <c:pt idx="1349">
                        <c:v>207.934</c:v>
                      </c:pt>
                      <c:pt idx="1350">
                        <c:v>214.53</c:v>
                      </c:pt>
                      <c:pt idx="1351">
                        <c:v>209.822</c:v>
                      </c:pt>
                      <c:pt idx="1352">
                        <c:v>204.08600000000001</c:v>
                      </c:pt>
                      <c:pt idx="1353">
                        <c:v>208.75700000000001</c:v>
                      </c:pt>
                      <c:pt idx="1354">
                        <c:v>203.595</c:v>
                      </c:pt>
                      <c:pt idx="1355">
                        <c:v>207.036</c:v>
                      </c:pt>
                      <c:pt idx="1356">
                        <c:v>207.42099999999999</c:v>
                      </c:pt>
                      <c:pt idx="1357">
                        <c:v>207.791</c:v>
                      </c:pt>
                      <c:pt idx="1358">
                        <c:v>213.05500000000001</c:v>
                      </c:pt>
                      <c:pt idx="1359">
                        <c:v>221.41300000000001</c:v>
                      </c:pt>
                      <c:pt idx="1360">
                        <c:v>228.893</c:v>
                      </c:pt>
                      <c:pt idx="1361">
                        <c:v>224.88300000000001</c:v>
                      </c:pt>
                      <c:pt idx="1362">
                        <c:v>225.315</c:v>
                      </c:pt>
                      <c:pt idx="1363">
                        <c:v>242.059</c:v>
                      </c:pt>
                      <c:pt idx="1364">
                        <c:v>237.898</c:v>
                      </c:pt>
                      <c:pt idx="1365">
                        <c:v>223.71199999999999</c:v>
                      </c:pt>
                      <c:pt idx="1366">
                        <c:v>219.208</c:v>
                      </c:pt>
                      <c:pt idx="1367">
                        <c:v>213.75899999999999</c:v>
                      </c:pt>
                      <c:pt idx="1368">
                        <c:v>205.77099999999999</c:v>
                      </c:pt>
                      <c:pt idx="1369">
                        <c:v>203.69900000000001</c:v>
                      </c:pt>
                      <c:pt idx="1370">
                        <c:v>200.71299999999999</c:v>
                      </c:pt>
                      <c:pt idx="1371">
                        <c:v>206.446</c:v>
                      </c:pt>
                      <c:pt idx="1372">
                        <c:v>205.98500000000001</c:v>
                      </c:pt>
                      <c:pt idx="1373">
                        <c:v>207.99199999999999</c:v>
                      </c:pt>
                      <c:pt idx="1374">
                        <c:v>218.167</c:v>
                      </c:pt>
                      <c:pt idx="1375">
                        <c:v>226.982</c:v>
                      </c:pt>
                      <c:pt idx="1376">
                        <c:v>223</c:v>
                      </c:pt>
                      <c:pt idx="1377">
                        <c:v>226.315</c:v>
                      </c:pt>
                      <c:pt idx="1378">
                        <c:v>223.68299999999999</c:v>
                      </c:pt>
                      <c:pt idx="1379">
                        <c:v>222.898</c:v>
                      </c:pt>
                      <c:pt idx="1380">
                        <c:v>216.309</c:v>
                      </c:pt>
                      <c:pt idx="1381">
                        <c:v>212.41499999999999</c:v>
                      </c:pt>
                      <c:pt idx="1382">
                        <c:v>207.553</c:v>
                      </c:pt>
                      <c:pt idx="1383">
                        <c:v>202.846</c:v>
                      </c:pt>
                      <c:pt idx="1384">
                        <c:v>193.49700000000001</c:v>
                      </c:pt>
                      <c:pt idx="1385">
                        <c:v>196.221</c:v>
                      </c:pt>
                      <c:pt idx="1386">
                        <c:v>178.06899999999999</c:v>
                      </c:pt>
                      <c:pt idx="1387">
                        <c:v>180.49700000000001</c:v>
                      </c:pt>
                      <c:pt idx="1388">
                        <c:v>171.82400000000001</c:v>
                      </c:pt>
                      <c:pt idx="1389">
                        <c:v>171.99199999999999</c:v>
                      </c:pt>
                      <c:pt idx="1390">
                        <c:v>180.70500000000001</c:v>
                      </c:pt>
                      <c:pt idx="1391">
                        <c:v>174.82300000000001</c:v>
                      </c:pt>
                      <c:pt idx="1392">
                        <c:v>171.77500000000001</c:v>
                      </c:pt>
                      <c:pt idx="1393">
                        <c:v>151.773</c:v>
                      </c:pt>
                      <c:pt idx="1394">
                        <c:v>152.11699999999999</c:v>
                      </c:pt>
                      <c:pt idx="1395">
                        <c:v>150.208</c:v>
                      </c:pt>
                      <c:pt idx="1396">
                        <c:v>155.98099999999999</c:v>
                      </c:pt>
                      <c:pt idx="1397">
                        <c:v>145</c:v>
                      </c:pt>
                      <c:pt idx="1398">
                        <c:v>149.221</c:v>
                      </c:pt>
                      <c:pt idx="1399">
                        <c:v>160.36600000000001</c:v>
                      </c:pt>
                      <c:pt idx="1400">
                        <c:v>160.191</c:v>
                      </c:pt>
                      <c:pt idx="1401">
                        <c:v>159.33500000000001</c:v>
                      </c:pt>
                      <c:pt idx="1402">
                        <c:v>163.66999999999999</c:v>
                      </c:pt>
                      <c:pt idx="1403">
                        <c:v>169.42400000000001</c:v>
                      </c:pt>
                      <c:pt idx="1404">
                        <c:v>162.375</c:v>
                      </c:pt>
                      <c:pt idx="1405">
                        <c:v>166.744</c:v>
                      </c:pt>
                      <c:pt idx="1406">
                        <c:v>163.19499999999999</c:v>
                      </c:pt>
                      <c:pt idx="1407">
                        <c:v>157.85499999999999</c:v>
                      </c:pt>
                      <c:pt idx="1408">
                        <c:v>155.071</c:v>
                      </c:pt>
                      <c:pt idx="1409">
                        <c:v>155.97399999999999</c:v>
                      </c:pt>
                      <c:pt idx="1410">
                        <c:v>162.28399999999999</c:v>
                      </c:pt>
                      <c:pt idx="1411">
                        <c:v>163.25</c:v>
                      </c:pt>
                      <c:pt idx="1412">
                        <c:v>164.084</c:v>
                      </c:pt>
                      <c:pt idx="1413">
                        <c:v>170.20699999999999</c:v>
                      </c:pt>
                      <c:pt idx="1414">
                        <c:v>178.44300000000001</c:v>
                      </c:pt>
                      <c:pt idx="1415">
                        <c:v>175.62</c:v>
                      </c:pt>
                      <c:pt idx="1416">
                        <c:v>166.542</c:v>
                      </c:pt>
                      <c:pt idx="1417">
                        <c:v>162.16</c:v>
                      </c:pt>
                      <c:pt idx="1418">
                        <c:v>162.774</c:v>
                      </c:pt>
                      <c:pt idx="1419">
                        <c:v>154.834</c:v>
                      </c:pt>
                      <c:pt idx="1420">
                        <c:v>155.62</c:v>
                      </c:pt>
                      <c:pt idx="1421">
                        <c:v>152.47</c:v>
                      </c:pt>
                      <c:pt idx="1422">
                        <c:v>154.42099999999999</c:v>
                      </c:pt>
                      <c:pt idx="1423">
                        <c:v>149.511</c:v>
                      </c:pt>
                      <c:pt idx="1424">
                        <c:v>146.577</c:v>
                      </c:pt>
                      <c:pt idx="1425">
                        <c:v>136.875</c:v>
                      </c:pt>
                      <c:pt idx="1426">
                        <c:v>139.80099999999999</c:v>
                      </c:pt>
                      <c:pt idx="1427">
                        <c:v>144.31399999999999</c:v>
                      </c:pt>
                      <c:pt idx="1428">
                        <c:v>150.28</c:v>
                      </c:pt>
                      <c:pt idx="1429">
                        <c:v>146.102</c:v>
                      </c:pt>
                      <c:pt idx="1430">
                        <c:v>150.095</c:v>
                      </c:pt>
                      <c:pt idx="1431">
                        <c:v>157.214</c:v>
                      </c:pt>
                      <c:pt idx="1432">
                        <c:v>160.714</c:v>
                      </c:pt>
                      <c:pt idx="1433">
                        <c:v>159.131</c:v>
                      </c:pt>
                      <c:pt idx="1434">
                        <c:v>157.54900000000001</c:v>
                      </c:pt>
                      <c:pt idx="1435">
                        <c:v>154.167</c:v>
                      </c:pt>
                      <c:pt idx="1436">
                        <c:v>163.71100000000001</c:v>
                      </c:pt>
                      <c:pt idx="1437">
                        <c:v>162.11000000000001</c:v>
                      </c:pt>
                      <c:pt idx="1438">
                        <c:v>152.119</c:v>
                      </c:pt>
                      <c:pt idx="1439">
                        <c:v>144.727</c:v>
                      </c:pt>
                      <c:pt idx="1440">
                        <c:v>150.03100000000001</c:v>
                      </c:pt>
                      <c:pt idx="1441">
                        <c:v>145.91800000000001</c:v>
                      </c:pt>
                      <c:pt idx="1442">
                        <c:v>141.661</c:v>
                      </c:pt>
                      <c:pt idx="1443">
                        <c:v>143.655</c:v>
                      </c:pt>
                      <c:pt idx="1444">
                        <c:v>144.88999999999999</c:v>
                      </c:pt>
                      <c:pt idx="1445">
                        <c:v>141.173</c:v>
                      </c:pt>
                      <c:pt idx="1446">
                        <c:v>144.667</c:v>
                      </c:pt>
                      <c:pt idx="1447">
                        <c:v>146.94999999999999</c:v>
                      </c:pt>
                      <c:pt idx="1448">
                        <c:v>145.53100000000001</c:v>
                      </c:pt>
                      <c:pt idx="1449">
                        <c:v>150.452</c:v>
                      </c:pt>
                      <c:pt idx="1450">
                        <c:v>160.56</c:v>
                      </c:pt>
                      <c:pt idx="1451">
                        <c:v>157.38499999999999</c:v>
                      </c:pt>
                      <c:pt idx="1452">
                        <c:v>159.81800000000001</c:v>
                      </c:pt>
                      <c:pt idx="1453">
                        <c:v>171.50899999999999</c:v>
                      </c:pt>
                      <c:pt idx="1454">
                        <c:v>173.81100000000001</c:v>
                      </c:pt>
                      <c:pt idx="1455">
                        <c:v>178.84899999999999</c:v>
                      </c:pt>
                      <c:pt idx="1456">
                        <c:v>163.02000000000001</c:v>
                      </c:pt>
                      <c:pt idx="1457">
                        <c:v>167.792</c:v>
                      </c:pt>
                      <c:pt idx="1458">
                        <c:v>167.203</c:v>
                      </c:pt>
                      <c:pt idx="1459">
                        <c:v>170.36699999999999</c:v>
                      </c:pt>
                      <c:pt idx="1460">
                        <c:v>163.21799999999999</c:v>
                      </c:pt>
                      <c:pt idx="1461">
                        <c:v>160.75899999999999</c:v>
                      </c:pt>
                      <c:pt idx="1462">
                        <c:v>157.042</c:v>
                      </c:pt>
                      <c:pt idx="1463">
                        <c:v>144.381</c:v>
                      </c:pt>
                      <c:pt idx="1464">
                        <c:v>145.90100000000001</c:v>
                      </c:pt>
                      <c:pt idx="1465">
                        <c:v>145.16800000000001</c:v>
                      </c:pt>
                      <c:pt idx="1466">
                        <c:v>150.16499999999999</c:v>
                      </c:pt>
                      <c:pt idx="1467">
                        <c:v>149.21899999999999</c:v>
                      </c:pt>
                      <c:pt idx="1468">
                        <c:v>144.61600000000001</c:v>
                      </c:pt>
                      <c:pt idx="1469">
                        <c:v>146.333</c:v>
                      </c:pt>
                      <c:pt idx="1470">
                        <c:v>145.363</c:v>
                      </c:pt>
                      <c:pt idx="1471">
                        <c:v>148.995</c:v>
                      </c:pt>
                      <c:pt idx="1472">
                        <c:v>149.49600000000001</c:v>
                      </c:pt>
                      <c:pt idx="1473">
                        <c:v>148.352</c:v>
                      </c:pt>
                      <c:pt idx="1474">
                        <c:v>148.483</c:v>
                      </c:pt>
                      <c:pt idx="1475">
                        <c:v>143.86099999999999</c:v>
                      </c:pt>
                      <c:pt idx="1476">
                        <c:v>144.16999999999999</c:v>
                      </c:pt>
                      <c:pt idx="1477">
                        <c:v>153.083</c:v>
                      </c:pt>
                      <c:pt idx="1478">
                        <c:v>153.81800000000001</c:v>
                      </c:pt>
                      <c:pt idx="1479">
                        <c:v>144.453</c:v>
                      </c:pt>
                      <c:pt idx="1480">
                        <c:v>144.833</c:v>
                      </c:pt>
                      <c:pt idx="1481">
                        <c:v>149.244</c:v>
                      </c:pt>
                      <c:pt idx="1482">
                        <c:v>145.11799999999999</c:v>
                      </c:pt>
                      <c:pt idx="1483">
                        <c:v>144.96100000000001</c:v>
                      </c:pt>
                      <c:pt idx="1484">
                        <c:v>148.541</c:v>
                      </c:pt>
                      <c:pt idx="1485">
                        <c:v>151.89599999999999</c:v>
                      </c:pt>
                      <c:pt idx="1486">
                        <c:v>150.202</c:v>
                      </c:pt>
                      <c:pt idx="1487">
                        <c:v>149.03</c:v>
                      </c:pt>
                      <c:pt idx="1488">
                        <c:v>146.18600000000001</c:v>
                      </c:pt>
                      <c:pt idx="1489">
                        <c:v>143.69800000000001</c:v>
                      </c:pt>
                      <c:pt idx="1490">
                        <c:v>146.03200000000001</c:v>
                      </c:pt>
                      <c:pt idx="1491">
                        <c:v>150.89099999999999</c:v>
                      </c:pt>
                      <c:pt idx="1492">
                        <c:v>147.66200000000001</c:v>
                      </c:pt>
                      <c:pt idx="1493">
                        <c:v>145.78800000000001</c:v>
                      </c:pt>
                      <c:pt idx="1494">
                        <c:v>141.60499999999999</c:v>
                      </c:pt>
                      <c:pt idx="1495">
                        <c:v>143.142</c:v>
                      </c:pt>
                      <c:pt idx="1496">
                        <c:v>143.24</c:v>
                      </c:pt>
                      <c:pt idx="1497">
                        <c:v>142.06700000000001</c:v>
                      </c:pt>
                      <c:pt idx="1498">
                        <c:v>142.602</c:v>
                      </c:pt>
                      <c:pt idx="1499">
                        <c:v>142.79400000000001</c:v>
                      </c:pt>
                      <c:pt idx="1500">
                        <c:v>142.39099999999999</c:v>
                      </c:pt>
                      <c:pt idx="1501">
                        <c:v>142.94200000000001</c:v>
                      </c:pt>
                      <c:pt idx="1502">
                        <c:v>143.26900000000001</c:v>
                      </c:pt>
                      <c:pt idx="1503">
                        <c:v>134.59200000000001</c:v>
                      </c:pt>
                      <c:pt idx="1504">
                        <c:v>134.702</c:v>
                      </c:pt>
                      <c:pt idx="1505">
                        <c:v>133.49700000000001</c:v>
                      </c:pt>
                      <c:pt idx="1506">
                        <c:v>132.78399999999999</c:v>
                      </c:pt>
                      <c:pt idx="1507">
                        <c:v>131.864</c:v>
                      </c:pt>
                      <c:pt idx="1508">
                        <c:v>131.92500000000001</c:v>
                      </c:pt>
                      <c:pt idx="1509">
                        <c:v>135.14599999999999</c:v>
                      </c:pt>
                      <c:pt idx="1510">
                        <c:v>134.17699999999999</c:v>
                      </c:pt>
                      <c:pt idx="1511">
                        <c:v>139.13499999999999</c:v>
                      </c:pt>
                      <c:pt idx="1512">
                        <c:v>144.72800000000001</c:v>
                      </c:pt>
                      <c:pt idx="1513">
                        <c:v>145.416</c:v>
                      </c:pt>
                      <c:pt idx="1514">
                        <c:v>141.85</c:v>
                      </c:pt>
                      <c:pt idx="1515">
                        <c:v>144.92500000000001</c:v>
                      </c:pt>
                      <c:pt idx="1516">
                        <c:v>154.625</c:v>
                      </c:pt>
                      <c:pt idx="1517">
                        <c:v>158.77699999999999</c:v>
                      </c:pt>
                      <c:pt idx="1518">
                        <c:v>151.43</c:v>
                      </c:pt>
                      <c:pt idx="1519">
                        <c:v>158.91499999999999</c:v>
                      </c:pt>
                      <c:pt idx="1520">
                        <c:v>162.96700000000001</c:v>
                      </c:pt>
                      <c:pt idx="1521">
                        <c:v>167.31</c:v>
                      </c:pt>
                      <c:pt idx="1522">
                        <c:v>168.16800000000001</c:v>
                      </c:pt>
                      <c:pt idx="1523">
                        <c:v>164.90600000000001</c:v>
                      </c:pt>
                      <c:pt idx="1524">
                        <c:v>163.273</c:v>
                      </c:pt>
                      <c:pt idx="1525">
                        <c:v>165.53399999999999</c:v>
                      </c:pt>
                      <c:pt idx="1526">
                        <c:v>178.04</c:v>
                      </c:pt>
                      <c:pt idx="1527">
                        <c:v>177.006</c:v>
                      </c:pt>
                      <c:pt idx="1528">
                        <c:v>182.64</c:v>
                      </c:pt>
                      <c:pt idx="1529">
                        <c:v>173.29499999999999</c:v>
                      </c:pt>
                      <c:pt idx="1530">
                        <c:v>168.72300000000001</c:v>
                      </c:pt>
                      <c:pt idx="1531">
                        <c:v>163.32599999999999</c:v>
                      </c:pt>
                      <c:pt idx="1532">
                        <c:v>167.1</c:v>
                      </c:pt>
                      <c:pt idx="1533">
                        <c:v>167.107</c:v>
                      </c:pt>
                      <c:pt idx="1534">
                        <c:v>162.81100000000001</c:v>
                      </c:pt>
                      <c:pt idx="1535">
                        <c:v>163.64500000000001</c:v>
                      </c:pt>
                      <c:pt idx="1536">
                        <c:v>162.73500000000001</c:v>
                      </c:pt>
                      <c:pt idx="1537">
                        <c:v>159.233</c:v>
                      </c:pt>
                      <c:pt idx="1538">
                        <c:v>156.691</c:v>
                      </c:pt>
                      <c:pt idx="1539">
                        <c:v>161.20599999999999</c:v>
                      </c:pt>
                      <c:pt idx="1540">
                        <c:v>159.89400000000001</c:v>
                      </c:pt>
                      <c:pt idx="1541">
                        <c:v>158.63300000000001</c:v>
                      </c:pt>
                      <c:pt idx="1542">
                        <c:v>156.99199999999999</c:v>
                      </c:pt>
                      <c:pt idx="1543">
                        <c:v>153.54900000000001</c:v>
                      </c:pt>
                      <c:pt idx="1544">
                        <c:v>152.739</c:v>
                      </c:pt>
                      <c:pt idx="1545">
                        <c:v>153.02199999999999</c:v>
                      </c:pt>
                      <c:pt idx="1546">
                        <c:v>151.15</c:v>
                      </c:pt>
                      <c:pt idx="1547">
                        <c:v>146.178</c:v>
                      </c:pt>
                      <c:pt idx="1548">
                        <c:v>141.751</c:v>
                      </c:pt>
                      <c:pt idx="1549">
                        <c:v>140.102</c:v>
                      </c:pt>
                      <c:pt idx="1550">
                        <c:v>140.41399999999999</c:v>
                      </c:pt>
                      <c:pt idx="1551">
                        <c:v>137.75899999999999</c:v>
                      </c:pt>
                      <c:pt idx="1552">
                        <c:v>137.95699999999999</c:v>
                      </c:pt>
                      <c:pt idx="1553">
                        <c:v>140.35499999999999</c:v>
                      </c:pt>
                      <c:pt idx="1554">
                        <c:v>139.01499999999999</c:v>
                      </c:pt>
                      <c:pt idx="1555">
                        <c:v>136.417</c:v>
                      </c:pt>
                      <c:pt idx="1556">
                        <c:v>136.114</c:v>
                      </c:pt>
                      <c:pt idx="1557">
                        <c:v>139.46899999999999</c:v>
                      </c:pt>
                      <c:pt idx="1558">
                        <c:v>143.98400000000001</c:v>
                      </c:pt>
                      <c:pt idx="1559">
                        <c:v>144.25</c:v>
                      </c:pt>
                      <c:pt idx="1560">
                        <c:v>147.56700000000001</c:v>
                      </c:pt>
                      <c:pt idx="1561">
                        <c:v>148.43199999999999</c:v>
                      </c:pt>
                      <c:pt idx="1562">
                        <c:v>152.37100000000001</c:v>
                      </c:pt>
                      <c:pt idx="1563">
                        <c:v>152.33600000000001</c:v>
                      </c:pt>
                      <c:pt idx="1564">
                        <c:v>149.53200000000001</c:v>
                      </c:pt>
                      <c:pt idx="1565">
                        <c:v>150.096</c:v>
                      </c:pt>
                      <c:pt idx="1566">
                        <c:v>146.488</c:v>
                      </c:pt>
                      <c:pt idx="1567">
                        <c:v>145.43899999999999</c:v>
                      </c:pt>
                      <c:pt idx="1568">
                        <c:v>139.654</c:v>
                      </c:pt>
                      <c:pt idx="1569">
                        <c:v>140.90299999999999</c:v>
                      </c:pt>
                      <c:pt idx="1570">
                        <c:v>142.79499999999999</c:v>
                      </c:pt>
                      <c:pt idx="1571">
                        <c:v>142.18600000000001</c:v>
                      </c:pt>
                      <c:pt idx="1572">
                        <c:v>140.333</c:v>
                      </c:pt>
                      <c:pt idx="1573">
                        <c:v>136.464</c:v>
                      </c:pt>
                      <c:pt idx="1574">
                        <c:v>134.57499999999999</c:v>
                      </c:pt>
                      <c:pt idx="1575">
                        <c:v>131.333</c:v>
                      </c:pt>
                      <c:pt idx="1576">
                        <c:v>124.617</c:v>
                      </c:pt>
                      <c:pt idx="1577">
                        <c:v>130.477</c:v>
                      </c:pt>
                      <c:pt idx="1578">
                        <c:v>130.33699999999999</c:v>
                      </c:pt>
                      <c:pt idx="1579">
                        <c:v>127.625</c:v>
                      </c:pt>
                      <c:pt idx="1580">
                        <c:v>129.124</c:v>
                      </c:pt>
                      <c:pt idx="1581">
                        <c:v>132.89099999999999</c:v>
                      </c:pt>
                      <c:pt idx="1582">
                        <c:v>133.29599999999999</c:v>
                      </c:pt>
                      <c:pt idx="1583">
                        <c:v>136.36000000000001</c:v>
                      </c:pt>
                      <c:pt idx="1584">
                        <c:v>148.70099999999999</c:v>
                      </c:pt>
                      <c:pt idx="1585">
                        <c:v>145.51499999999999</c:v>
                      </c:pt>
                      <c:pt idx="1586">
                        <c:v>141.75</c:v>
                      </c:pt>
                      <c:pt idx="1587">
                        <c:v>146.15</c:v>
                      </c:pt>
                      <c:pt idx="1588">
                        <c:v>141.81</c:v>
                      </c:pt>
                      <c:pt idx="1589">
                        <c:v>154.22900000000001</c:v>
                      </c:pt>
                      <c:pt idx="1590">
                        <c:v>162.232</c:v>
                      </c:pt>
                      <c:pt idx="1591">
                        <c:v>182.71199999999999</c:v>
                      </c:pt>
                      <c:pt idx="1592">
                        <c:v>182.28299999999999</c:v>
                      </c:pt>
                      <c:pt idx="1593">
                        <c:v>155.245</c:v>
                      </c:pt>
                      <c:pt idx="1594">
                        <c:v>153.80099999999999</c:v>
                      </c:pt>
                      <c:pt idx="1595">
                        <c:v>142.012</c:v>
                      </c:pt>
                      <c:pt idx="1596">
                        <c:v>146.03100000000001</c:v>
                      </c:pt>
                      <c:pt idx="1597">
                        <c:v>157.125</c:v>
                      </c:pt>
                      <c:pt idx="1598">
                        <c:v>158.19499999999999</c:v>
                      </c:pt>
                      <c:pt idx="1599">
                        <c:v>169.87899999999999</c:v>
                      </c:pt>
                      <c:pt idx="1600">
                        <c:v>170.833</c:v>
                      </c:pt>
                      <c:pt idx="1601">
                        <c:v>186.15700000000001</c:v>
                      </c:pt>
                      <c:pt idx="1602">
                        <c:v>179.64699999999999</c:v>
                      </c:pt>
                      <c:pt idx="1603">
                        <c:v>179.33099999999999</c:v>
                      </c:pt>
                      <c:pt idx="1604">
                        <c:v>183.26300000000001</c:v>
                      </c:pt>
                      <c:pt idx="1605">
                        <c:v>173.37899999999999</c:v>
                      </c:pt>
                      <c:pt idx="1606">
                        <c:v>162.864</c:v>
                      </c:pt>
                      <c:pt idx="1607">
                        <c:v>162.733</c:v>
                      </c:pt>
                      <c:pt idx="1608">
                        <c:v>163.43</c:v>
                      </c:pt>
                      <c:pt idx="1609">
                        <c:v>162.625</c:v>
                      </c:pt>
                      <c:pt idx="1610">
                        <c:v>158.875</c:v>
                      </c:pt>
                      <c:pt idx="1611">
                        <c:v>158.58500000000001</c:v>
                      </c:pt>
                      <c:pt idx="1612">
                        <c:v>169.30099999999999</c:v>
                      </c:pt>
                      <c:pt idx="1613">
                        <c:v>171.81100000000001</c:v>
                      </c:pt>
                      <c:pt idx="1614">
                        <c:v>172.66499999999999</c:v>
                      </c:pt>
                      <c:pt idx="1615">
                        <c:v>166.65199999999999</c:v>
                      </c:pt>
                      <c:pt idx="1616">
                        <c:v>162.12100000000001</c:v>
                      </c:pt>
                      <c:pt idx="1617">
                        <c:v>163.09800000000001</c:v>
                      </c:pt>
                      <c:pt idx="1618">
                        <c:v>157.71899999999999</c:v>
                      </c:pt>
                      <c:pt idx="1619">
                        <c:v>155.13999999999999</c:v>
                      </c:pt>
                      <c:pt idx="1620">
                        <c:v>156.14699999999999</c:v>
                      </c:pt>
                      <c:pt idx="1621">
                        <c:v>152.29499999999999</c:v>
                      </c:pt>
                      <c:pt idx="1622">
                        <c:v>147.44200000000001</c:v>
                      </c:pt>
                      <c:pt idx="1623">
                        <c:v>145.702</c:v>
                      </c:pt>
                      <c:pt idx="1624">
                        <c:v>149.952</c:v>
                      </c:pt>
                      <c:pt idx="1625">
                        <c:v>149.29400000000001</c:v>
                      </c:pt>
                      <c:pt idx="1626">
                        <c:v>152.77000000000001</c:v>
                      </c:pt>
                      <c:pt idx="1627">
                        <c:v>148.833</c:v>
                      </c:pt>
                      <c:pt idx="1628">
                        <c:v>146.001</c:v>
                      </c:pt>
                      <c:pt idx="1629">
                        <c:v>153.10900000000001</c:v>
                      </c:pt>
                      <c:pt idx="1630">
                        <c:v>152.97800000000001</c:v>
                      </c:pt>
                      <c:pt idx="1631">
                        <c:v>153.053</c:v>
                      </c:pt>
                      <c:pt idx="1632">
                        <c:v>153.345</c:v>
                      </c:pt>
                      <c:pt idx="1633">
                        <c:v>153.65799999999999</c:v>
                      </c:pt>
                      <c:pt idx="1634">
                        <c:v>149.35400000000001</c:v>
                      </c:pt>
                      <c:pt idx="1635">
                        <c:v>144.785</c:v>
                      </c:pt>
                      <c:pt idx="1636">
                        <c:v>141.39599999999999</c:v>
                      </c:pt>
                      <c:pt idx="1637">
                        <c:v>139.85300000000001</c:v>
                      </c:pt>
                      <c:pt idx="1638">
                        <c:v>136.249</c:v>
                      </c:pt>
                      <c:pt idx="1639">
                        <c:v>131.28299999999999</c:v>
                      </c:pt>
                      <c:pt idx="1640">
                        <c:v>132.46</c:v>
                      </c:pt>
                      <c:pt idx="1641">
                        <c:v>133.113</c:v>
                      </c:pt>
                      <c:pt idx="1642">
                        <c:v>135.98400000000001</c:v>
                      </c:pt>
                      <c:pt idx="1643">
                        <c:v>136.126</c:v>
                      </c:pt>
                      <c:pt idx="1644">
                        <c:v>132.11000000000001</c:v>
                      </c:pt>
                      <c:pt idx="1645">
                        <c:v>132.33600000000001</c:v>
                      </c:pt>
                      <c:pt idx="1646">
                        <c:v>128.15600000000001</c:v>
                      </c:pt>
                      <c:pt idx="1647">
                        <c:v>127.33199999999999</c:v>
                      </c:pt>
                      <c:pt idx="1648">
                        <c:v>123.631</c:v>
                      </c:pt>
                      <c:pt idx="1649">
                        <c:v>124.402</c:v>
                      </c:pt>
                      <c:pt idx="1650">
                        <c:v>126.47</c:v>
                      </c:pt>
                      <c:pt idx="1651">
                        <c:v>123.688</c:v>
                      </c:pt>
                      <c:pt idx="1652">
                        <c:v>123.751</c:v>
                      </c:pt>
                      <c:pt idx="1653">
                        <c:v>118.854</c:v>
                      </c:pt>
                      <c:pt idx="1654">
                        <c:v>120.017</c:v>
                      </c:pt>
                      <c:pt idx="1655">
                        <c:v>120.49299999999999</c:v>
                      </c:pt>
                      <c:pt idx="1656">
                        <c:v>120.218</c:v>
                      </c:pt>
                      <c:pt idx="1657">
                        <c:v>119.672</c:v>
                      </c:pt>
                      <c:pt idx="1658">
                        <c:v>117.282</c:v>
                      </c:pt>
                      <c:pt idx="1659">
                        <c:v>119.098</c:v>
                      </c:pt>
                      <c:pt idx="1660">
                        <c:v>118.449</c:v>
                      </c:pt>
                      <c:pt idx="1661">
                        <c:v>119.61199999999999</c:v>
                      </c:pt>
                      <c:pt idx="1662">
                        <c:v>122.197</c:v>
                      </c:pt>
                      <c:pt idx="1663">
                        <c:v>122.30200000000001</c:v>
                      </c:pt>
                      <c:pt idx="1664">
                        <c:v>118.84699999999999</c:v>
                      </c:pt>
                      <c:pt idx="1665">
                        <c:v>118.301</c:v>
                      </c:pt>
                      <c:pt idx="1666">
                        <c:v>120.053</c:v>
                      </c:pt>
                      <c:pt idx="1667">
                        <c:v>122.49299999999999</c:v>
                      </c:pt>
                      <c:pt idx="1668">
                        <c:v>120.15</c:v>
                      </c:pt>
                      <c:pt idx="1669">
                        <c:v>126.693</c:v>
                      </c:pt>
                      <c:pt idx="1670">
                        <c:v>127.797</c:v>
                      </c:pt>
                      <c:pt idx="1671">
                        <c:v>133.88800000000001</c:v>
                      </c:pt>
                      <c:pt idx="1672">
                        <c:v>132.53399999999999</c:v>
                      </c:pt>
                      <c:pt idx="1673">
                        <c:v>135.571</c:v>
                      </c:pt>
                      <c:pt idx="1674">
                        <c:v>137.82</c:v>
                      </c:pt>
                      <c:pt idx="1675">
                        <c:v>129.31800000000001</c:v>
                      </c:pt>
                      <c:pt idx="1676">
                        <c:v>126.14100000000001</c:v>
                      </c:pt>
                      <c:pt idx="1677">
                        <c:v>123.373</c:v>
                      </c:pt>
                      <c:pt idx="1678">
                        <c:v>123.508</c:v>
                      </c:pt>
                      <c:pt idx="1679">
                        <c:v>127.67400000000001</c:v>
                      </c:pt>
                      <c:pt idx="1680">
                        <c:v>132.63900000000001</c:v>
                      </c:pt>
                      <c:pt idx="1681">
                        <c:v>130.99600000000001</c:v>
                      </c:pt>
                      <c:pt idx="1682">
                        <c:v>130.22800000000001</c:v>
                      </c:pt>
                      <c:pt idx="1683">
                        <c:v>123.928</c:v>
                      </c:pt>
                      <c:pt idx="1684">
                        <c:v>123.857</c:v>
                      </c:pt>
                      <c:pt idx="1685">
                        <c:v>122.851</c:v>
                      </c:pt>
                      <c:pt idx="1686">
                        <c:v>120.733</c:v>
                      </c:pt>
                      <c:pt idx="1687">
                        <c:v>126.217</c:v>
                      </c:pt>
                      <c:pt idx="1688">
                        <c:v>127.002</c:v>
                      </c:pt>
                      <c:pt idx="1689">
                        <c:v>126.001</c:v>
                      </c:pt>
                      <c:pt idx="1690">
                        <c:v>124.69799999999999</c:v>
                      </c:pt>
                      <c:pt idx="1691">
                        <c:v>127.59</c:v>
                      </c:pt>
                      <c:pt idx="1692">
                        <c:v>123.187</c:v>
                      </c:pt>
                      <c:pt idx="1693">
                        <c:v>120.5</c:v>
                      </c:pt>
                      <c:pt idx="1694">
                        <c:v>116.843</c:v>
                      </c:pt>
                      <c:pt idx="1695">
                        <c:v>117.574</c:v>
                      </c:pt>
                      <c:pt idx="1696">
                        <c:v>117.833</c:v>
                      </c:pt>
                      <c:pt idx="1697">
                        <c:v>114.68300000000001</c:v>
                      </c:pt>
                      <c:pt idx="1698">
                        <c:v>114.497</c:v>
                      </c:pt>
                      <c:pt idx="1699">
                        <c:v>108.855</c:v>
                      </c:pt>
                      <c:pt idx="1700">
                        <c:v>105.5</c:v>
                      </c:pt>
                      <c:pt idx="1701">
                        <c:v>104.443</c:v>
                      </c:pt>
                      <c:pt idx="1702">
                        <c:v>100.679</c:v>
                      </c:pt>
                      <c:pt idx="1703">
                        <c:v>100.09399999999999</c:v>
                      </c:pt>
                      <c:pt idx="1704">
                        <c:v>94.563000000000002</c:v>
                      </c:pt>
                      <c:pt idx="1705">
                        <c:v>90.704999999999998</c:v>
                      </c:pt>
                      <c:pt idx="1706">
                        <c:v>94.376000000000005</c:v>
                      </c:pt>
                      <c:pt idx="1707">
                        <c:v>99.194000000000003</c:v>
                      </c:pt>
                      <c:pt idx="1708">
                        <c:v>102.229</c:v>
                      </c:pt>
                      <c:pt idx="1709">
                        <c:v>104.913</c:v>
                      </c:pt>
                      <c:pt idx="1710">
                        <c:v>102.32</c:v>
                      </c:pt>
                      <c:pt idx="1711">
                        <c:v>102.066</c:v>
                      </c:pt>
                      <c:pt idx="1712">
                        <c:v>101.44</c:v>
                      </c:pt>
                      <c:pt idx="1713">
                        <c:v>98.004000000000005</c:v>
                      </c:pt>
                      <c:pt idx="1714">
                        <c:v>99.100999999999999</c:v>
                      </c:pt>
                      <c:pt idx="1715">
                        <c:v>101.154</c:v>
                      </c:pt>
                      <c:pt idx="1716">
                        <c:v>100.654</c:v>
                      </c:pt>
                      <c:pt idx="1717">
                        <c:v>102.11</c:v>
                      </c:pt>
                      <c:pt idx="1718">
                        <c:v>100.696</c:v>
                      </c:pt>
                      <c:pt idx="1719">
                        <c:v>97.552000000000007</c:v>
                      </c:pt>
                      <c:pt idx="1720">
                        <c:v>96.19</c:v>
                      </c:pt>
                      <c:pt idx="1721">
                        <c:v>91.567999999999998</c:v>
                      </c:pt>
                      <c:pt idx="1722">
                        <c:v>94.63</c:v>
                      </c:pt>
                      <c:pt idx="1723">
                        <c:v>98.274000000000001</c:v>
                      </c:pt>
                      <c:pt idx="1724">
                        <c:v>99.364000000000004</c:v>
                      </c:pt>
                      <c:pt idx="1725">
                        <c:v>102.33499999999999</c:v>
                      </c:pt>
                      <c:pt idx="1726">
                        <c:v>102.03</c:v>
                      </c:pt>
                      <c:pt idx="1727">
                        <c:v>104.559</c:v>
                      </c:pt>
                      <c:pt idx="1728">
                        <c:v>103.756</c:v>
                      </c:pt>
                      <c:pt idx="1729">
                        <c:v>111.349</c:v>
                      </c:pt>
                      <c:pt idx="1730">
                        <c:v>111.488</c:v>
                      </c:pt>
                      <c:pt idx="1731">
                        <c:v>108.83</c:v>
                      </c:pt>
                      <c:pt idx="1732">
                        <c:v>108.78400000000001</c:v>
                      </c:pt>
                      <c:pt idx="1733">
                        <c:v>110.014</c:v>
                      </c:pt>
                      <c:pt idx="1734">
                        <c:v>117.654</c:v>
                      </c:pt>
                      <c:pt idx="1735">
                        <c:v>114.063</c:v>
                      </c:pt>
                      <c:pt idx="1736">
                        <c:v>115.018</c:v>
                      </c:pt>
                      <c:pt idx="1737">
                        <c:v>115.261</c:v>
                      </c:pt>
                      <c:pt idx="1738">
                        <c:v>119.589</c:v>
                      </c:pt>
                      <c:pt idx="1739">
                        <c:v>125.80200000000001</c:v>
                      </c:pt>
                      <c:pt idx="1740">
                        <c:v>117.78100000000001</c:v>
                      </c:pt>
                      <c:pt idx="1741">
                        <c:v>111.732</c:v>
                      </c:pt>
                      <c:pt idx="1742">
                        <c:v>106.47199999999999</c:v>
                      </c:pt>
                      <c:pt idx="1743">
                        <c:v>108.238</c:v>
                      </c:pt>
                      <c:pt idx="1744">
                        <c:v>108.23399999999999</c:v>
                      </c:pt>
                      <c:pt idx="1745">
                        <c:v>110.116</c:v>
                      </c:pt>
                      <c:pt idx="1746">
                        <c:v>112.324</c:v>
                      </c:pt>
                      <c:pt idx="1747">
                        <c:v>112.627</c:v>
                      </c:pt>
                      <c:pt idx="1748">
                        <c:v>112.95699999999999</c:v>
                      </c:pt>
                      <c:pt idx="1749">
                        <c:v>111.849</c:v>
                      </c:pt>
                      <c:pt idx="1750">
                        <c:v>116.23699999999999</c:v>
                      </c:pt>
                      <c:pt idx="1751">
                        <c:v>116.932</c:v>
                      </c:pt>
                      <c:pt idx="1752">
                        <c:v>115.41200000000001</c:v>
                      </c:pt>
                      <c:pt idx="1753">
                        <c:v>117.88800000000001</c:v>
                      </c:pt>
                      <c:pt idx="1754">
                        <c:v>116.607</c:v>
                      </c:pt>
                      <c:pt idx="1755">
                        <c:v>115.413</c:v>
                      </c:pt>
                      <c:pt idx="1756">
                        <c:v>116.267</c:v>
                      </c:pt>
                      <c:pt idx="1757">
                        <c:v>116.16500000000001</c:v>
                      </c:pt>
                      <c:pt idx="1758">
                        <c:v>116.16500000000001</c:v>
                      </c:pt>
                      <c:pt idx="1759">
                        <c:v>116.5</c:v>
                      </c:pt>
                      <c:pt idx="1760">
                        <c:v>113.61</c:v>
                      </c:pt>
                      <c:pt idx="1761">
                        <c:v>113.267</c:v>
                      </c:pt>
                      <c:pt idx="1762">
                        <c:v>112.672</c:v>
                      </c:pt>
                      <c:pt idx="1763">
                        <c:v>108.73099999999999</c:v>
                      </c:pt>
                      <c:pt idx="1764">
                        <c:v>105.241</c:v>
                      </c:pt>
                      <c:pt idx="1765">
                        <c:v>105.997</c:v>
                      </c:pt>
                      <c:pt idx="1766">
                        <c:v>107.79300000000001</c:v>
                      </c:pt>
                      <c:pt idx="1767">
                        <c:v>112.658</c:v>
                      </c:pt>
                      <c:pt idx="1768">
                        <c:v>113.25</c:v>
                      </c:pt>
                      <c:pt idx="1769">
                        <c:v>110.649</c:v>
                      </c:pt>
                      <c:pt idx="1770">
                        <c:v>106.80800000000001</c:v>
                      </c:pt>
                      <c:pt idx="1771">
                        <c:v>108.26300000000001</c:v>
                      </c:pt>
                      <c:pt idx="1772">
                        <c:v>107.869</c:v>
                      </c:pt>
                      <c:pt idx="1773">
                        <c:v>109.396</c:v>
                      </c:pt>
                      <c:pt idx="1774">
                        <c:v>107.64400000000001</c:v>
                      </c:pt>
                      <c:pt idx="1775">
                        <c:v>109.952</c:v>
                      </c:pt>
                      <c:pt idx="1776">
                        <c:v>111.599</c:v>
                      </c:pt>
                      <c:pt idx="1777">
                        <c:v>110.31</c:v>
                      </c:pt>
                      <c:pt idx="1778">
                        <c:v>109.33199999999999</c:v>
                      </c:pt>
                      <c:pt idx="1779">
                        <c:v>111.64</c:v>
                      </c:pt>
                      <c:pt idx="1780">
                        <c:v>110.99299999999999</c:v>
                      </c:pt>
                      <c:pt idx="1781">
                        <c:v>115.099</c:v>
                      </c:pt>
                      <c:pt idx="1782">
                        <c:v>122.764</c:v>
                      </c:pt>
                      <c:pt idx="1783">
                        <c:v>119.998</c:v>
                      </c:pt>
                      <c:pt idx="1784">
                        <c:v>116.09399999999999</c:v>
                      </c:pt>
                      <c:pt idx="1785">
                        <c:v>116.563</c:v>
                      </c:pt>
                      <c:pt idx="1786">
                        <c:v>115.04</c:v>
                      </c:pt>
                      <c:pt idx="1787">
                        <c:v>114.682</c:v>
                      </c:pt>
                      <c:pt idx="1788">
                        <c:v>116.047</c:v>
                      </c:pt>
                      <c:pt idx="1789">
                        <c:v>116.42700000000001</c:v>
                      </c:pt>
                      <c:pt idx="1790">
                        <c:v>120.673</c:v>
                      </c:pt>
                      <c:pt idx="1791">
                        <c:v>122.947</c:v>
                      </c:pt>
                      <c:pt idx="1792">
                        <c:v>124.29900000000001</c:v>
                      </c:pt>
                      <c:pt idx="1793">
                        <c:v>122.752</c:v>
                      </c:pt>
                      <c:pt idx="1794">
                        <c:v>121.395</c:v>
                      </c:pt>
                      <c:pt idx="1795">
                        <c:v>119.211</c:v>
                      </c:pt>
                      <c:pt idx="1796">
                        <c:v>117.05200000000001</c:v>
                      </c:pt>
                      <c:pt idx="1797">
                        <c:v>117.33</c:v>
                      </c:pt>
                      <c:pt idx="1798">
                        <c:v>117.949</c:v>
                      </c:pt>
                      <c:pt idx="1799">
                        <c:v>123.148</c:v>
                      </c:pt>
                      <c:pt idx="1800">
                        <c:v>123.604</c:v>
                      </c:pt>
                      <c:pt idx="1801">
                        <c:v>122.73699999999999</c:v>
                      </c:pt>
                      <c:pt idx="1802">
                        <c:v>119.873</c:v>
                      </c:pt>
                      <c:pt idx="1803">
                        <c:v>119.911</c:v>
                      </c:pt>
                      <c:pt idx="1804">
                        <c:v>121.67</c:v>
                      </c:pt>
                      <c:pt idx="1805">
                        <c:v>121.791</c:v>
                      </c:pt>
                      <c:pt idx="1806">
                        <c:v>116.505</c:v>
                      </c:pt>
                      <c:pt idx="1807">
                        <c:v>115.572</c:v>
                      </c:pt>
                      <c:pt idx="1808">
                        <c:v>114.685</c:v>
                      </c:pt>
                      <c:pt idx="1809">
                        <c:v>111.952</c:v>
                      </c:pt>
                      <c:pt idx="1810">
                        <c:v>111.32</c:v>
                      </c:pt>
                      <c:pt idx="1811">
                        <c:v>115.254</c:v>
                      </c:pt>
                      <c:pt idx="1812">
                        <c:v>114.806</c:v>
                      </c:pt>
                      <c:pt idx="1813">
                        <c:v>115.178</c:v>
                      </c:pt>
                      <c:pt idx="1814">
                        <c:v>116.941</c:v>
                      </c:pt>
                      <c:pt idx="1815">
                        <c:v>120.041</c:v>
                      </c:pt>
                      <c:pt idx="1816">
                        <c:v>118.512</c:v>
                      </c:pt>
                      <c:pt idx="1817">
                        <c:v>117.34699999999999</c:v>
                      </c:pt>
                      <c:pt idx="1818">
                        <c:v>115.45699999999999</c:v>
                      </c:pt>
                      <c:pt idx="1819">
                        <c:v>116.08799999999999</c:v>
                      </c:pt>
                      <c:pt idx="1820">
                        <c:v>116.187</c:v>
                      </c:pt>
                      <c:pt idx="1821">
                        <c:v>114.599</c:v>
                      </c:pt>
                      <c:pt idx="1822">
                        <c:v>113.899</c:v>
                      </c:pt>
                      <c:pt idx="1823">
                        <c:v>115.345</c:v>
                      </c:pt>
                      <c:pt idx="1824">
                        <c:v>112.68</c:v>
                      </c:pt>
                      <c:pt idx="1825">
                        <c:v>111.878</c:v>
                      </c:pt>
                      <c:pt idx="1826">
                        <c:v>109.188</c:v>
                      </c:pt>
                      <c:pt idx="1827">
                        <c:v>107.83799999999999</c:v>
                      </c:pt>
                      <c:pt idx="1828">
                        <c:v>105.83799999999999</c:v>
                      </c:pt>
                      <c:pt idx="1829">
                        <c:v>105.78100000000001</c:v>
                      </c:pt>
                      <c:pt idx="1830">
                        <c:v>104.971</c:v>
                      </c:pt>
                      <c:pt idx="1831">
                        <c:v>103.586</c:v>
                      </c:pt>
                      <c:pt idx="1832">
                        <c:v>101.837</c:v>
                      </c:pt>
                      <c:pt idx="1833">
                        <c:v>100.883</c:v>
                      </c:pt>
                      <c:pt idx="1834">
                        <c:v>101.762</c:v>
                      </c:pt>
                      <c:pt idx="1835">
                        <c:v>99.756</c:v>
                      </c:pt>
                      <c:pt idx="1836">
                        <c:v>100.51</c:v>
                      </c:pt>
                      <c:pt idx="1837">
                        <c:v>99.688000000000002</c:v>
                      </c:pt>
                      <c:pt idx="1838">
                        <c:v>102.333</c:v>
                      </c:pt>
                      <c:pt idx="1839">
                        <c:v>101.965</c:v>
                      </c:pt>
                      <c:pt idx="1840">
                        <c:v>101.616</c:v>
                      </c:pt>
                      <c:pt idx="1841">
                        <c:v>101.624</c:v>
                      </c:pt>
                      <c:pt idx="1842">
                        <c:v>101.337</c:v>
                      </c:pt>
                      <c:pt idx="1843">
                        <c:v>100.81399999999999</c:v>
                      </c:pt>
                      <c:pt idx="1844">
                        <c:v>100.5</c:v>
                      </c:pt>
                      <c:pt idx="1845">
                        <c:v>101.333</c:v>
                      </c:pt>
                      <c:pt idx="1846">
                        <c:v>101.93600000000001</c:v>
                      </c:pt>
                      <c:pt idx="1847">
                        <c:v>100.17700000000001</c:v>
                      </c:pt>
                      <c:pt idx="1848">
                        <c:v>99.14</c:v>
                      </c:pt>
                      <c:pt idx="1849">
                        <c:v>98.915999999999997</c:v>
                      </c:pt>
                      <c:pt idx="1850">
                        <c:v>99.123999999999995</c:v>
                      </c:pt>
                      <c:pt idx="1851">
                        <c:v>100.33199999999999</c:v>
                      </c:pt>
                      <c:pt idx="1852">
                        <c:v>99.81</c:v>
                      </c:pt>
                      <c:pt idx="1853">
                        <c:v>100.613</c:v>
                      </c:pt>
                      <c:pt idx="1854">
                        <c:v>100.52800000000001</c:v>
                      </c:pt>
                      <c:pt idx="1855">
                        <c:v>100.651</c:v>
                      </c:pt>
                      <c:pt idx="1856">
                        <c:v>101.55</c:v>
                      </c:pt>
                      <c:pt idx="1857">
                        <c:v>101.33499999999999</c:v>
                      </c:pt>
                      <c:pt idx="1858">
                        <c:v>101.285</c:v>
                      </c:pt>
                      <c:pt idx="1859">
                        <c:v>100.9</c:v>
                      </c:pt>
                      <c:pt idx="1860">
                        <c:v>97.831999999999994</c:v>
                      </c:pt>
                      <c:pt idx="1861">
                        <c:v>98.406000000000006</c:v>
                      </c:pt>
                      <c:pt idx="1862">
                        <c:v>99.918000000000006</c:v>
                      </c:pt>
                      <c:pt idx="1863">
                        <c:v>101.358</c:v>
                      </c:pt>
                      <c:pt idx="1864">
                        <c:v>101.848</c:v>
                      </c:pt>
                      <c:pt idx="1865">
                        <c:v>102.17400000000001</c:v>
                      </c:pt>
                      <c:pt idx="1866">
                        <c:v>105.599</c:v>
                      </c:pt>
                      <c:pt idx="1867">
                        <c:v>105.08799999999999</c:v>
                      </c:pt>
                      <c:pt idx="1868">
                        <c:v>104.75700000000001</c:v>
                      </c:pt>
                      <c:pt idx="1869">
                        <c:v>100.84099999999999</c:v>
                      </c:pt>
                      <c:pt idx="1870">
                        <c:v>100.419</c:v>
                      </c:pt>
                      <c:pt idx="1871">
                        <c:v>101.19199999999999</c:v>
                      </c:pt>
                      <c:pt idx="1872">
                        <c:v>102.5</c:v>
                      </c:pt>
                      <c:pt idx="1873">
                        <c:v>103.30500000000001</c:v>
                      </c:pt>
                      <c:pt idx="1874">
                        <c:v>103.395</c:v>
                      </c:pt>
                      <c:pt idx="1875">
                        <c:v>103.874</c:v>
                      </c:pt>
                      <c:pt idx="1876">
                        <c:v>103.861</c:v>
                      </c:pt>
                      <c:pt idx="1877">
                        <c:v>106.422</c:v>
                      </c:pt>
                      <c:pt idx="1878">
                        <c:v>108.057</c:v>
                      </c:pt>
                      <c:pt idx="1879">
                        <c:v>104.875</c:v>
                      </c:pt>
                      <c:pt idx="1880">
                        <c:v>105.84699999999999</c:v>
                      </c:pt>
                      <c:pt idx="1881">
                        <c:v>110.292</c:v>
                      </c:pt>
                      <c:pt idx="1882">
                        <c:v>110.675</c:v>
                      </c:pt>
                      <c:pt idx="1883">
                        <c:v>112.232</c:v>
                      </c:pt>
                      <c:pt idx="1884">
                        <c:v>110.312</c:v>
                      </c:pt>
                      <c:pt idx="1885">
                        <c:v>110.18300000000001</c:v>
                      </c:pt>
                      <c:pt idx="1886">
                        <c:v>114.256</c:v>
                      </c:pt>
                      <c:pt idx="1887">
                        <c:v>114.886</c:v>
                      </c:pt>
                      <c:pt idx="1888">
                        <c:v>115.24299999999999</c:v>
                      </c:pt>
                      <c:pt idx="1889">
                        <c:v>113.625</c:v>
                      </c:pt>
                      <c:pt idx="1890">
                        <c:v>111.878</c:v>
                      </c:pt>
                      <c:pt idx="1891">
                        <c:v>108.143</c:v>
                      </c:pt>
                      <c:pt idx="1892">
                        <c:v>107.36799999999999</c:v>
                      </c:pt>
                      <c:pt idx="1893">
                        <c:v>107.33499999999999</c:v>
                      </c:pt>
                      <c:pt idx="1894">
                        <c:v>107.035</c:v>
                      </c:pt>
                      <c:pt idx="1895">
                        <c:v>106.911</c:v>
                      </c:pt>
                      <c:pt idx="1896">
                        <c:v>105.333</c:v>
                      </c:pt>
                      <c:pt idx="1897">
                        <c:v>105.997</c:v>
                      </c:pt>
                      <c:pt idx="1898">
                        <c:v>111.89</c:v>
                      </c:pt>
                      <c:pt idx="1899">
                        <c:v>113.47799999999999</c:v>
                      </c:pt>
                      <c:pt idx="1900">
                        <c:v>112.892</c:v>
                      </c:pt>
                      <c:pt idx="1901">
                        <c:v>113.886</c:v>
                      </c:pt>
                      <c:pt idx="1902">
                        <c:v>114.73</c:v>
                      </c:pt>
                      <c:pt idx="1903">
                        <c:v>117.262</c:v>
                      </c:pt>
                      <c:pt idx="1904">
                        <c:v>117.063</c:v>
                      </c:pt>
                      <c:pt idx="1905">
                        <c:v>113.94199999999999</c:v>
                      </c:pt>
                      <c:pt idx="1906">
                        <c:v>109.81</c:v>
                      </c:pt>
                      <c:pt idx="1907">
                        <c:v>109.962</c:v>
                      </c:pt>
                      <c:pt idx="1908">
                        <c:v>112.483</c:v>
                      </c:pt>
                      <c:pt idx="1909">
                        <c:v>111.703</c:v>
                      </c:pt>
                      <c:pt idx="1910">
                        <c:v>112.783</c:v>
                      </c:pt>
                      <c:pt idx="1911">
                        <c:v>111.223</c:v>
                      </c:pt>
                      <c:pt idx="1912">
                        <c:v>111.771</c:v>
                      </c:pt>
                      <c:pt idx="1913">
                        <c:v>110</c:v>
                      </c:pt>
                      <c:pt idx="1914">
                        <c:v>111.18300000000001</c:v>
                      </c:pt>
                      <c:pt idx="1915">
                        <c:v>112.857</c:v>
                      </c:pt>
                      <c:pt idx="1916">
                        <c:v>125.255</c:v>
                      </c:pt>
                      <c:pt idx="1917">
                        <c:v>127.66500000000001</c:v>
                      </c:pt>
                      <c:pt idx="1918">
                        <c:v>157.881</c:v>
                      </c:pt>
                      <c:pt idx="1919">
                        <c:v>150.03399999999999</c:v>
                      </c:pt>
                      <c:pt idx="1920">
                        <c:v>161.07</c:v>
                      </c:pt>
                      <c:pt idx="1921">
                        <c:v>160.83199999999999</c:v>
                      </c:pt>
                      <c:pt idx="1922">
                        <c:v>154.333</c:v>
                      </c:pt>
                      <c:pt idx="1923">
                        <c:v>137.56700000000001</c:v>
                      </c:pt>
                      <c:pt idx="1924">
                        <c:v>138.096</c:v>
                      </c:pt>
                      <c:pt idx="1925">
                        <c:v>134.90700000000001</c:v>
                      </c:pt>
                      <c:pt idx="1926">
                        <c:v>142.321</c:v>
                      </c:pt>
                      <c:pt idx="1927">
                        <c:v>143.75399999999999</c:v>
                      </c:pt>
                      <c:pt idx="1928">
                        <c:v>150.31700000000001</c:v>
                      </c:pt>
                      <c:pt idx="1929">
                        <c:v>154.83099999999999</c:v>
                      </c:pt>
                      <c:pt idx="1930">
                        <c:v>160.745</c:v>
                      </c:pt>
                      <c:pt idx="1931">
                        <c:v>160.762</c:v>
                      </c:pt>
                      <c:pt idx="1932">
                        <c:v>162.27600000000001</c:v>
                      </c:pt>
                      <c:pt idx="1933">
                        <c:v>158.50299999999999</c:v>
                      </c:pt>
                      <c:pt idx="1934">
                        <c:v>152.48699999999999</c:v>
                      </c:pt>
                      <c:pt idx="1935">
                        <c:v>139.06</c:v>
                      </c:pt>
                      <c:pt idx="1936">
                        <c:v>142.375</c:v>
                      </c:pt>
                      <c:pt idx="1937">
                        <c:v>149.232</c:v>
                      </c:pt>
                      <c:pt idx="1938">
                        <c:v>153.13900000000001</c:v>
                      </c:pt>
                      <c:pt idx="1939">
                        <c:v>159.30600000000001</c:v>
                      </c:pt>
                      <c:pt idx="1940">
                        <c:v>151.333</c:v>
                      </c:pt>
                      <c:pt idx="1941">
                        <c:v>156.14400000000001</c:v>
                      </c:pt>
                      <c:pt idx="1942">
                        <c:v>168.31</c:v>
                      </c:pt>
                      <c:pt idx="1943">
                        <c:v>173.16499999999999</c:v>
                      </c:pt>
                      <c:pt idx="1944">
                        <c:v>171</c:v>
                      </c:pt>
                      <c:pt idx="1945">
                        <c:v>171.55600000000001</c:v>
                      </c:pt>
                      <c:pt idx="1946">
                        <c:v>163.834</c:v>
                      </c:pt>
                      <c:pt idx="1947">
                        <c:v>160.333</c:v>
                      </c:pt>
                      <c:pt idx="1948">
                        <c:v>166.49700000000001</c:v>
                      </c:pt>
                      <c:pt idx="1949">
                        <c:v>174.98099999999999</c:v>
                      </c:pt>
                      <c:pt idx="1950">
                        <c:v>195.595</c:v>
                      </c:pt>
                      <c:pt idx="1951">
                        <c:v>215.64500000000001</c:v>
                      </c:pt>
                      <c:pt idx="1952">
                        <c:v>212.43600000000001</c:v>
                      </c:pt>
                      <c:pt idx="1953">
                        <c:v>193.19</c:v>
                      </c:pt>
                      <c:pt idx="1954">
                        <c:v>180.88499999999999</c:v>
                      </c:pt>
                      <c:pt idx="1955">
                        <c:v>187.35400000000001</c:v>
                      </c:pt>
                      <c:pt idx="1956">
                        <c:v>188.36699999999999</c:v>
                      </c:pt>
                      <c:pt idx="1957">
                        <c:v>201.49199999999999</c:v>
                      </c:pt>
                      <c:pt idx="1958">
                        <c:v>215.36699999999999</c:v>
                      </c:pt>
                      <c:pt idx="1959">
                        <c:v>215.917</c:v>
                      </c:pt>
                      <c:pt idx="1960">
                        <c:v>203.06800000000001</c:v>
                      </c:pt>
                      <c:pt idx="1961">
                        <c:v>190.55199999999999</c:v>
                      </c:pt>
                      <c:pt idx="1962">
                        <c:v>187.55199999999999</c:v>
                      </c:pt>
                      <c:pt idx="1963">
                        <c:v>184.566</c:v>
                      </c:pt>
                      <c:pt idx="1964">
                        <c:v>176.405</c:v>
                      </c:pt>
                      <c:pt idx="1965">
                        <c:v>149.672</c:v>
                      </c:pt>
                      <c:pt idx="1966">
                        <c:v>160.29</c:v>
                      </c:pt>
                      <c:pt idx="1967">
                        <c:v>156.28899999999999</c:v>
                      </c:pt>
                      <c:pt idx="1968">
                        <c:v>161.62899999999999</c:v>
                      </c:pt>
                      <c:pt idx="1969">
                        <c:v>155.941</c:v>
                      </c:pt>
                      <c:pt idx="1970">
                        <c:v>156.15600000000001</c:v>
                      </c:pt>
                      <c:pt idx="1971">
                        <c:v>166.96600000000001</c:v>
                      </c:pt>
                      <c:pt idx="1972">
                        <c:v>161.79300000000001</c:v>
                      </c:pt>
                      <c:pt idx="1973">
                        <c:v>159.52500000000001</c:v>
                      </c:pt>
                      <c:pt idx="1974">
                        <c:v>158.81</c:v>
                      </c:pt>
                      <c:pt idx="1975">
                        <c:v>153.13</c:v>
                      </c:pt>
                      <c:pt idx="1976">
                        <c:v>131.52699999999999</c:v>
                      </c:pt>
                      <c:pt idx="1977">
                        <c:v>137.71100000000001</c:v>
                      </c:pt>
                      <c:pt idx="1978">
                        <c:v>140.27500000000001</c:v>
                      </c:pt>
                      <c:pt idx="1979">
                        <c:v>158.29499999999999</c:v>
                      </c:pt>
                      <c:pt idx="1980">
                        <c:v>151.02099999999999</c:v>
                      </c:pt>
                      <c:pt idx="1981">
                        <c:v>138.917</c:v>
                      </c:pt>
                      <c:pt idx="1982">
                        <c:v>142.59100000000001</c:v>
                      </c:pt>
                      <c:pt idx="1983">
                        <c:v>146.56299999999999</c:v>
                      </c:pt>
                      <c:pt idx="1984">
                        <c:v>145.61199999999999</c:v>
                      </c:pt>
                      <c:pt idx="1985">
                        <c:v>166.28800000000001</c:v>
                      </c:pt>
                      <c:pt idx="1986">
                        <c:v>160.30000000000001</c:v>
                      </c:pt>
                      <c:pt idx="1987">
                        <c:v>160.35300000000001</c:v>
                      </c:pt>
                      <c:pt idx="1988">
                        <c:v>156.48599999999999</c:v>
                      </c:pt>
                      <c:pt idx="1989">
                        <c:v>165.49</c:v>
                      </c:pt>
                      <c:pt idx="1990">
                        <c:v>169.852</c:v>
                      </c:pt>
                      <c:pt idx="1991">
                        <c:v>177.22200000000001</c:v>
                      </c:pt>
                      <c:pt idx="1992">
                        <c:v>175.06200000000001</c:v>
                      </c:pt>
                      <c:pt idx="1993">
                        <c:v>182.458</c:v>
                      </c:pt>
                      <c:pt idx="1994">
                        <c:v>182.37</c:v>
                      </c:pt>
                      <c:pt idx="1995">
                        <c:v>185.46899999999999</c:v>
                      </c:pt>
                      <c:pt idx="1996">
                        <c:v>187.691</c:v>
                      </c:pt>
                      <c:pt idx="1997">
                        <c:v>193.583</c:v>
                      </c:pt>
                      <c:pt idx="1998">
                        <c:v>181.74700000000001</c:v>
                      </c:pt>
                      <c:pt idx="1999">
                        <c:v>177.46899999999999</c:v>
                      </c:pt>
                      <c:pt idx="2000">
                        <c:v>164.03299999999999</c:v>
                      </c:pt>
                      <c:pt idx="2001">
                        <c:v>160.999</c:v>
                      </c:pt>
                      <c:pt idx="2002">
                        <c:v>155.261</c:v>
                      </c:pt>
                      <c:pt idx="2003">
                        <c:v>144.03899999999999</c:v>
                      </c:pt>
                      <c:pt idx="2004">
                        <c:v>142.66</c:v>
                      </c:pt>
                      <c:pt idx="2005">
                        <c:v>142.78100000000001</c:v>
                      </c:pt>
                      <c:pt idx="2006">
                        <c:v>150.60900000000001</c:v>
                      </c:pt>
                      <c:pt idx="2007">
                        <c:v>146.333</c:v>
                      </c:pt>
                      <c:pt idx="2008">
                        <c:v>148.91800000000001</c:v>
                      </c:pt>
                      <c:pt idx="2009">
                        <c:v>144.79599999999999</c:v>
                      </c:pt>
                      <c:pt idx="2010">
                        <c:v>155.67699999999999</c:v>
                      </c:pt>
                      <c:pt idx="2011">
                        <c:v>156.87100000000001</c:v>
                      </c:pt>
                      <c:pt idx="2012">
                        <c:v>157.36000000000001</c:v>
                      </c:pt>
                      <c:pt idx="2013">
                        <c:v>159.64099999999999</c:v>
                      </c:pt>
                      <c:pt idx="2014">
                        <c:v>155.381</c:v>
                      </c:pt>
                      <c:pt idx="2015">
                        <c:v>155.535</c:v>
                      </c:pt>
                      <c:pt idx="2016">
                        <c:v>156.13</c:v>
                      </c:pt>
                      <c:pt idx="2017">
                        <c:v>152.92400000000001</c:v>
                      </c:pt>
                      <c:pt idx="2018">
                        <c:v>155.13499999999999</c:v>
                      </c:pt>
                      <c:pt idx="2019">
                        <c:v>156.333</c:v>
                      </c:pt>
                      <c:pt idx="2020">
                        <c:v>155.858</c:v>
                      </c:pt>
                      <c:pt idx="2021">
                        <c:v>155.28700000000001</c:v>
                      </c:pt>
                      <c:pt idx="2022">
                        <c:v>156.089</c:v>
                      </c:pt>
                      <c:pt idx="2023">
                        <c:v>154.94499999999999</c:v>
                      </c:pt>
                      <c:pt idx="2024">
                        <c:v>151.505</c:v>
                      </c:pt>
                      <c:pt idx="2025">
                        <c:v>151.35900000000001</c:v>
                      </c:pt>
                      <c:pt idx="2026">
                        <c:v>155.952</c:v>
                      </c:pt>
                      <c:pt idx="2027">
                        <c:v>153.667</c:v>
                      </c:pt>
                      <c:pt idx="2028">
                        <c:v>153.68799999999999</c:v>
                      </c:pt>
                      <c:pt idx="2029">
                        <c:v>149.47</c:v>
                      </c:pt>
                      <c:pt idx="2030">
                        <c:v>152.92599999999999</c:v>
                      </c:pt>
                      <c:pt idx="2031">
                        <c:v>153</c:v>
                      </c:pt>
                      <c:pt idx="2032">
                        <c:v>155.023</c:v>
                      </c:pt>
                      <c:pt idx="2033">
                        <c:v>157.09</c:v>
                      </c:pt>
                      <c:pt idx="2034">
                        <c:v>154.577</c:v>
                      </c:pt>
                      <c:pt idx="2035">
                        <c:v>150.232</c:v>
                      </c:pt>
                      <c:pt idx="2036">
                        <c:v>147.00200000000001</c:v>
                      </c:pt>
                      <c:pt idx="2037">
                        <c:v>144.84800000000001</c:v>
                      </c:pt>
                      <c:pt idx="2038">
                        <c:v>143.667</c:v>
                      </c:pt>
                      <c:pt idx="2039">
                        <c:v>144.79400000000001</c:v>
                      </c:pt>
                      <c:pt idx="2040">
                        <c:v>143</c:v>
                      </c:pt>
                      <c:pt idx="2041">
                        <c:v>140.029</c:v>
                      </c:pt>
                      <c:pt idx="2042">
                        <c:v>138.16999999999999</c:v>
                      </c:pt>
                      <c:pt idx="2043">
                        <c:v>138.02000000000001</c:v>
                      </c:pt>
                      <c:pt idx="2044">
                        <c:v>138</c:v>
                      </c:pt>
                      <c:pt idx="2045">
                        <c:v>133.99299999999999</c:v>
                      </c:pt>
                      <c:pt idx="2046">
                        <c:v>134.42500000000001</c:v>
                      </c:pt>
                      <c:pt idx="2047">
                        <c:v>131.04</c:v>
                      </c:pt>
                      <c:pt idx="2048">
                        <c:v>129.75700000000001</c:v>
                      </c:pt>
                      <c:pt idx="2049">
                        <c:v>129.124</c:v>
                      </c:pt>
                      <c:pt idx="2050">
                        <c:v>128.31399999999999</c:v>
                      </c:pt>
                      <c:pt idx="2051">
                        <c:v>129.048</c:v>
                      </c:pt>
                      <c:pt idx="2052">
                        <c:v>131.26400000000001</c:v>
                      </c:pt>
                      <c:pt idx="2053">
                        <c:v>130.28800000000001</c:v>
                      </c:pt>
                      <c:pt idx="2054">
                        <c:v>129.67099999999999</c:v>
                      </c:pt>
                      <c:pt idx="2055">
                        <c:v>131.33099999999999</c:v>
                      </c:pt>
                      <c:pt idx="2056">
                        <c:v>129.732</c:v>
                      </c:pt>
                      <c:pt idx="2057">
                        <c:v>128.37899999999999</c:v>
                      </c:pt>
                      <c:pt idx="2058">
                        <c:v>127.53100000000001</c:v>
                      </c:pt>
                      <c:pt idx="2059">
                        <c:v>127.833</c:v>
                      </c:pt>
                      <c:pt idx="2060">
                        <c:v>128.017</c:v>
                      </c:pt>
                      <c:pt idx="2061">
                        <c:v>127.5</c:v>
                      </c:pt>
                      <c:pt idx="2062">
                        <c:v>126.5</c:v>
                      </c:pt>
                      <c:pt idx="2063">
                        <c:v>127.65900000000001</c:v>
                      </c:pt>
                      <c:pt idx="2064">
                        <c:v>127.80500000000001</c:v>
                      </c:pt>
                      <c:pt idx="2065">
                        <c:v>130.54</c:v>
                      </c:pt>
                      <c:pt idx="2066">
                        <c:v>125.011</c:v>
                      </c:pt>
                      <c:pt idx="2067">
                        <c:v>121.33499999999999</c:v>
                      </c:pt>
                      <c:pt idx="2068">
                        <c:v>121.21299999999999</c:v>
                      </c:pt>
                      <c:pt idx="2069">
                        <c:v>127.63800000000001</c:v>
                      </c:pt>
                      <c:pt idx="2070">
                        <c:v>124.28</c:v>
                      </c:pt>
                      <c:pt idx="2071">
                        <c:v>118.82299999999999</c:v>
                      </c:pt>
                      <c:pt idx="2072">
                        <c:v>116.592</c:v>
                      </c:pt>
                      <c:pt idx="2073">
                        <c:v>114.61</c:v>
                      </c:pt>
                      <c:pt idx="2074">
                        <c:v>113.378</c:v>
                      </c:pt>
                      <c:pt idx="2075">
                        <c:v>111.444</c:v>
                      </c:pt>
                      <c:pt idx="2076">
                        <c:v>111.16</c:v>
                      </c:pt>
                      <c:pt idx="2077">
                        <c:v>107.747</c:v>
                      </c:pt>
                      <c:pt idx="2078">
                        <c:v>100.678</c:v>
                      </c:pt>
                      <c:pt idx="2079">
                        <c:v>102.729</c:v>
                      </c:pt>
                      <c:pt idx="2080">
                        <c:v>106.209</c:v>
                      </c:pt>
                      <c:pt idx="2081">
                        <c:v>107.16</c:v>
                      </c:pt>
                      <c:pt idx="2082">
                        <c:v>108.83499999999999</c:v>
                      </c:pt>
                      <c:pt idx="2083">
                        <c:v>105.483</c:v>
                      </c:pt>
                      <c:pt idx="2084">
                        <c:v>107.93</c:v>
                      </c:pt>
                      <c:pt idx="2085">
                        <c:v>109.68300000000001</c:v>
                      </c:pt>
                      <c:pt idx="2086">
                        <c:v>109.96899999999999</c:v>
                      </c:pt>
                      <c:pt idx="2087">
                        <c:v>109.99299999999999</c:v>
                      </c:pt>
                      <c:pt idx="2088">
                        <c:v>108.342</c:v>
                      </c:pt>
                      <c:pt idx="2089">
                        <c:v>108.28100000000001</c:v>
                      </c:pt>
                      <c:pt idx="2090">
                        <c:v>111.069</c:v>
                      </c:pt>
                      <c:pt idx="2091">
                        <c:v>113.633</c:v>
                      </c:pt>
                      <c:pt idx="2092">
                        <c:v>115.446</c:v>
                      </c:pt>
                      <c:pt idx="2093">
                        <c:v>117.92</c:v>
                      </c:pt>
                      <c:pt idx="2094">
                        <c:v>122.723</c:v>
                      </c:pt>
                      <c:pt idx="2095">
                        <c:v>119.497</c:v>
                      </c:pt>
                      <c:pt idx="2096">
                        <c:v>117.339</c:v>
                      </c:pt>
                      <c:pt idx="2097">
                        <c:v>118.33499999999999</c:v>
                      </c:pt>
                      <c:pt idx="2098">
                        <c:v>119.938</c:v>
                      </c:pt>
                      <c:pt idx="2099">
                        <c:v>118.43</c:v>
                      </c:pt>
                      <c:pt idx="2100">
                        <c:v>119.166</c:v>
                      </c:pt>
                      <c:pt idx="2101">
                        <c:v>118.51900000000001</c:v>
                      </c:pt>
                      <c:pt idx="2102">
                        <c:v>115.221</c:v>
                      </c:pt>
                      <c:pt idx="2103">
                        <c:v>116.306</c:v>
                      </c:pt>
                      <c:pt idx="2104">
                        <c:v>116.13200000000001</c:v>
                      </c:pt>
                      <c:pt idx="2105">
                        <c:v>114.309</c:v>
                      </c:pt>
                      <c:pt idx="2106">
                        <c:v>112.50700000000001</c:v>
                      </c:pt>
                      <c:pt idx="2107">
                        <c:v>110.18300000000001</c:v>
                      </c:pt>
                      <c:pt idx="2108">
                        <c:v>111.485</c:v>
                      </c:pt>
                      <c:pt idx="2109">
                        <c:v>110.673</c:v>
                      </c:pt>
                      <c:pt idx="2110">
                        <c:v>110.15</c:v>
                      </c:pt>
                      <c:pt idx="2111">
                        <c:v>110.83499999999999</c:v>
                      </c:pt>
                      <c:pt idx="2112">
                        <c:v>111.077</c:v>
                      </c:pt>
                      <c:pt idx="2113">
                        <c:v>111.771</c:v>
                      </c:pt>
                      <c:pt idx="2114">
                        <c:v>114.755</c:v>
                      </c:pt>
                      <c:pt idx="2115">
                        <c:v>120.08199999999999</c:v>
                      </c:pt>
                      <c:pt idx="2116">
                        <c:v>118.474</c:v>
                      </c:pt>
                      <c:pt idx="2117">
                        <c:v>121.18600000000001</c:v>
                      </c:pt>
                      <c:pt idx="2118">
                        <c:v>127.5</c:v>
                      </c:pt>
                      <c:pt idx="2119">
                        <c:v>137.66999999999999</c:v>
                      </c:pt>
                      <c:pt idx="2120">
                        <c:v>140.00800000000001</c:v>
                      </c:pt>
                      <c:pt idx="2121">
                        <c:v>146.22300000000001</c:v>
                      </c:pt>
                      <c:pt idx="2122">
                        <c:v>145.34</c:v>
                      </c:pt>
                      <c:pt idx="2123">
                        <c:v>140.251</c:v>
                      </c:pt>
                      <c:pt idx="2124">
                        <c:v>144.82499999999999</c:v>
                      </c:pt>
                      <c:pt idx="2125">
                        <c:v>145.911</c:v>
                      </c:pt>
                      <c:pt idx="2126">
                        <c:v>148.55199999999999</c:v>
                      </c:pt>
                      <c:pt idx="2127">
                        <c:v>151.66499999999999</c:v>
                      </c:pt>
                      <c:pt idx="2128">
                        <c:v>151.39500000000001</c:v>
                      </c:pt>
                      <c:pt idx="2129">
                        <c:v>150.68</c:v>
                      </c:pt>
                      <c:pt idx="2130">
                        <c:v>155.32400000000001</c:v>
                      </c:pt>
                      <c:pt idx="2131">
                        <c:v>161.44499999999999</c:v>
                      </c:pt>
                      <c:pt idx="2132">
                        <c:v>165.322</c:v>
                      </c:pt>
                      <c:pt idx="2133">
                        <c:v>162.20099999999999</c:v>
                      </c:pt>
                      <c:pt idx="2134">
                        <c:v>160.678</c:v>
                      </c:pt>
                      <c:pt idx="2135">
                        <c:v>149.917</c:v>
                      </c:pt>
                      <c:pt idx="2136">
                        <c:v>152.255</c:v>
                      </c:pt>
                      <c:pt idx="2137">
                        <c:v>150.85599999999999</c:v>
                      </c:pt>
                      <c:pt idx="2138">
                        <c:v>152.46199999999999</c:v>
                      </c:pt>
                      <c:pt idx="2139">
                        <c:v>147.096</c:v>
                      </c:pt>
                      <c:pt idx="2140">
                        <c:v>146.833</c:v>
                      </c:pt>
                      <c:pt idx="2141">
                        <c:v>139.876</c:v>
                      </c:pt>
                      <c:pt idx="2142">
                        <c:v>140.131</c:v>
                      </c:pt>
                      <c:pt idx="2143">
                        <c:v>140.42099999999999</c:v>
                      </c:pt>
                      <c:pt idx="2144">
                        <c:v>135.01499999999999</c:v>
                      </c:pt>
                      <c:pt idx="2145">
                        <c:v>133.958</c:v>
                      </c:pt>
                      <c:pt idx="2146">
                        <c:v>139.66300000000001</c:v>
                      </c:pt>
                      <c:pt idx="2147">
                        <c:v>141.29599999999999</c:v>
                      </c:pt>
                      <c:pt idx="2148">
                        <c:v>146.80699999999999</c:v>
                      </c:pt>
                      <c:pt idx="2149">
                        <c:v>147.255</c:v>
                      </c:pt>
                      <c:pt idx="2150">
                        <c:v>147.667</c:v>
                      </c:pt>
                      <c:pt idx="2151">
                        <c:v>149.45099999999999</c:v>
                      </c:pt>
                      <c:pt idx="2152">
                        <c:v>143.703</c:v>
                      </c:pt>
                      <c:pt idx="2153">
                        <c:v>135.15100000000001</c:v>
                      </c:pt>
                      <c:pt idx="2154">
                        <c:v>130.316</c:v>
                      </c:pt>
                      <c:pt idx="2155">
                        <c:v>130.518</c:v>
                      </c:pt>
                      <c:pt idx="2156">
                        <c:v>132.71700000000001</c:v>
                      </c:pt>
                      <c:pt idx="2157">
                        <c:v>137.96</c:v>
                      </c:pt>
                      <c:pt idx="2158">
                        <c:v>138.99100000000001</c:v>
                      </c:pt>
                      <c:pt idx="2159">
                        <c:v>136.68299999999999</c:v>
                      </c:pt>
                      <c:pt idx="2160">
                        <c:v>134.92500000000001</c:v>
                      </c:pt>
                      <c:pt idx="2161">
                        <c:v>130.50800000000001</c:v>
                      </c:pt>
                      <c:pt idx="2162">
                        <c:v>126.848</c:v>
                      </c:pt>
                      <c:pt idx="2163">
                        <c:v>125.50700000000001</c:v>
                      </c:pt>
                      <c:pt idx="2164">
                        <c:v>124.58499999999999</c:v>
                      </c:pt>
                      <c:pt idx="2165">
                        <c:v>125.83799999999999</c:v>
                      </c:pt>
                      <c:pt idx="2166">
                        <c:v>123.512</c:v>
                      </c:pt>
                      <c:pt idx="2167">
                        <c:v>126.886</c:v>
                      </c:pt>
                      <c:pt idx="2168">
                        <c:v>131.76</c:v>
                      </c:pt>
                      <c:pt idx="2169">
                        <c:v>134.327</c:v>
                      </c:pt>
                      <c:pt idx="2170">
                        <c:v>136.327</c:v>
                      </c:pt>
                      <c:pt idx="2171">
                        <c:v>130.00800000000001</c:v>
                      </c:pt>
                      <c:pt idx="2172">
                        <c:v>124.02800000000001</c:v>
                      </c:pt>
                      <c:pt idx="2173">
                        <c:v>118.992</c:v>
                      </c:pt>
                      <c:pt idx="2174">
                        <c:v>121.66200000000001</c:v>
                      </c:pt>
                      <c:pt idx="2175">
                        <c:v>119.32</c:v>
                      </c:pt>
                      <c:pt idx="2176">
                        <c:v>121.08799999999999</c:v>
                      </c:pt>
                      <c:pt idx="2177">
                        <c:v>116.726</c:v>
                      </c:pt>
                      <c:pt idx="2178">
                        <c:v>113.503</c:v>
                      </c:pt>
                      <c:pt idx="2179">
                        <c:v>112.342</c:v>
                      </c:pt>
                      <c:pt idx="2180">
                        <c:v>112.503</c:v>
                      </c:pt>
                      <c:pt idx="2181">
                        <c:v>114.316</c:v>
                      </c:pt>
                      <c:pt idx="2182">
                        <c:v>116.483</c:v>
                      </c:pt>
                      <c:pt idx="2183">
                        <c:v>114.849</c:v>
                      </c:pt>
                      <c:pt idx="2184">
                        <c:v>114.66200000000001</c:v>
                      </c:pt>
                      <c:pt idx="2185">
                        <c:v>114.27200000000001</c:v>
                      </c:pt>
                      <c:pt idx="2186">
                        <c:v>114.223</c:v>
                      </c:pt>
                      <c:pt idx="2187">
                        <c:v>114.83199999999999</c:v>
                      </c:pt>
                      <c:pt idx="2188">
                        <c:v>113.67700000000001</c:v>
                      </c:pt>
                      <c:pt idx="2189">
                        <c:v>112.348</c:v>
                      </c:pt>
                      <c:pt idx="2190">
                        <c:v>111.42100000000001</c:v>
                      </c:pt>
                      <c:pt idx="2191">
                        <c:v>113.49299999999999</c:v>
                      </c:pt>
                      <c:pt idx="2192">
                        <c:v>115.164</c:v>
                      </c:pt>
                      <c:pt idx="2193">
                        <c:v>112.274</c:v>
                      </c:pt>
                      <c:pt idx="2194">
                        <c:v>113.81699999999999</c:v>
                      </c:pt>
                      <c:pt idx="2195">
                        <c:v>114.83799999999999</c:v>
                      </c:pt>
                      <c:pt idx="2196">
                        <c:v>115.66200000000001</c:v>
                      </c:pt>
                      <c:pt idx="2197">
                        <c:v>114.86499999999999</c:v>
                      </c:pt>
                      <c:pt idx="2198">
                        <c:v>114.66500000000001</c:v>
                      </c:pt>
                      <c:pt idx="2199">
                        <c:v>111.75700000000001</c:v>
                      </c:pt>
                      <c:pt idx="2200">
                        <c:v>110.05800000000001</c:v>
                      </c:pt>
                      <c:pt idx="2201">
                        <c:v>108.953</c:v>
                      </c:pt>
                      <c:pt idx="2202">
                        <c:v>105.063</c:v>
                      </c:pt>
                      <c:pt idx="2203">
                        <c:v>105.301</c:v>
                      </c:pt>
                      <c:pt idx="2204">
                        <c:v>103.114</c:v>
                      </c:pt>
                      <c:pt idx="2205">
                        <c:v>99.84</c:v>
                      </c:pt>
                      <c:pt idx="2206">
                        <c:v>98.75</c:v>
                      </c:pt>
                      <c:pt idx="2207">
                        <c:v>89.55</c:v>
                      </c:pt>
                      <c:pt idx="2208">
                        <c:v>90.388999999999996</c:v>
                      </c:pt>
                      <c:pt idx="2209">
                        <c:v>91.831999999999994</c:v>
                      </c:pt>
                      <c:pt idx="2210">
                        <c:v>92.826999999999998</c:v>
                      </c:pt>
                      <c:pt idx="2211">
                        <c:v>94.497</c:v>
                      </c:pt>
                      <c:pt idx="2212">
                        <c:v>96.007000000000005</c:v>
                      </c:pt>
                      <c:pt idx="2213">
                        <c:v>98.075999999999993</c:v>
                      </c:pt>
                      <c:pt idx="2214">
                        <c:v>103.363</c:v>
                      </c:pt>
                      <c:pt idx="2215">
                        <c:v>104.089</c:v>
                      </c:pt>
                      <c:pt idx="2216">
                        <c:v>103.938</c:v>
                      </c:pt>
                      <c:pt idx="2217">
                        <c:v>103.985</c:v>
                      </c:pt>
                      <c:pt idx="2218">
                        <c:v>104.785</c:v>
                      </c:pt>
                      <c:pt idx="2219">
                        <c:v>105.453</c:v>
                      </c:pt>
                      <c:pt idx="2220">
                        <c:v>104.782</c:v>
                      </c:pt>
                      <c:pt idx="2221">
                        <c:v>103.83799999999999</c:v>
                      </c:pt>
                      <c:pt idx="2222">
                        <c:v>102.428</c:v>
                      </c:pt>
                      <c:pt idx="2223">
                        <c:v>100.098</c:v>
                      </c:pt>
                      <c:pt idx="2224">
                        <c:v>104.652</c:v>
                      </c:pt>
                      <c:pt idx="2225">
                        <c:v>106.16200000000001</c:v>
                      </c:pt>
                      <c:pt idx="2226">
                        <c:v>105.66200000000001</c:v>
                      </c:pt>
                      <c:pt idx="2227">
                        <c:v>103.673</c:v>
                      </c:pt>
                      <c:pt idx="2228">
                        <c:v>103.125</c:v>
                      </c:pt>
                      <c:pt idx="2229">
                        <c:v>101.66800000000001</c:v>
                      </c:pt>
                      <c:pt idx="2230">
                        <c:v>100.83499999999999</c:v>
                      </c:pt>
                      <c:pt idx="2231">
                        <c:v>99.337999999999994</c:v>
                      </c:pt>
                      <c:pt idx="2232">
                        <c:v>102.17</c:v>
                      </c:pt>
                      <c:pt idx="2233">
                        <c:v>101.5</c:v>
                      </c:pt>
                      <c:pt idx="2234">
                        <c:v>102.624</c:v>
                      </c:pt>
                      <c:pt idx="2235">
                        <c:v>101.947</c:v>
                      </c:pt>
                      <c:pt idx="2236">
                        <c:v>99.674999999999997</c:v>
                      </c:pt>
                      <c:pt idx="2237">
                        <c:v>100.495</c:v>
                      </c:pt>
                      <c:pt idx="2238">
                        <c:v>101.876</c:v>
                      </c:pt>
                      <c:pt idx="2239">
                        <c:v>102.10899999999999</c:v>
                      </c:pt>
                      <c:pt idx="2240">
                        <c:v>103.16200000000001</c:v>
                      </c:pt>
                      <c:pt idx="2241">
                        <c:v>101.273</c:v>
                      </c:pt>
                      <c:pt idx="2242">
                        <c:v>100.111</c:v>
                      </c:pt>
                      <c:pt idx="2243">
                        <c:v>100.00700000000001</c:v>
                      </c:pt>
                      <c:pt idx="2244">
                        <c:v>97.847999999999999</c:v>
                      </c:pt>
                      <c:pt idx="2245">
                        <c:v>98.686000000000007</c:v>
                      </c:pt>
                      <c:pt idx="2246">
                        <c:v>99.162000000000006</c:v>
                      </c:pt>
                      <c:pt idx="2247">
                        <c:v>98.831999999999994</c:v>
                      </c:pt>
                      <c:pt idx="2248">
                        <c:v>99.632999999999996</c:v>
                      </c:pt>
                      <c:pt idx="2249">
                        <c:v>99.921000000000006</c:v>
                      </c:pt>
                      <c:pt idx="2250">
                        <c:v>101.667</c:v>
                      </c:pt>
                      <c:pt idx="2251">
                        <c:v>104.27200000000001</c:v>
                      </c:pt>
                      <c:pt idx="2252">
                        <c:v>105.173</c:v>
                      </c:pt>
                      <c:pt idx="2253">
                        <c:v>101.75</c:v>
                      </c:pt>
                      <c:pt idx="2254">
                        <c:v>100</c:v>
                      </c:pt>
                      <c:pt idx="2255">
                        <c:v>101.333</c:v>
                      </c:pt>
                      <c:pt idx="2256">
                        <c:v>100.83799999999999</c:v>
                      </c:pt>
                      <c:pt idx="2257">
                        <c:v>100.169</c:v>
                      </c:pt>
                      <c:pt idx="2258">
                        <c:v>101.997</c:v>
                      </c:pt>
                      <c:pt idx="2259">
                        <c:v>102.673</c:v>
                      </c:pt>
                      <c:pt idx="2260">
                        <c:v>101.67</c:v>
                      </c:pt>
                      <c:pt idx="2261">
                        <c:v>99.841999999999999</c:v>
                      </c:pt>
                      <c:pt idx="2262">
                        <c:v>101.075</c:v>
                      </c:pt>
                      <c:pt idx="2263">
                        <c:v>99.831999999999994</c:v>
                      </c:pt>
                      <c:pt idx="2264">
                        <c:v>99.25</c:v>
                      </c:pt>
                      <c:pt idx="2265">
                        <c:v>97.512</c:v>
                      </c:pt>
                      <c:pt idx="2266">
                        <c:v>97.173000000000002</c:v>
                      </c:pt>
                      <c:pt idx="2267">
                        <c:v>99.875</c:v>
                      </c:pt>
                      <c:pt idx="2268">
                        <c:v>99.125</c:v>
                      </c:pt>
                      <c:pt idx="2269">
                        <c:v>96.08</c:v>
                      </c:pt>
                      <c:pt idx="2270">
                        <c:v>94.906000000000006</c:v>
                      </c:pt>
                      <c:pt idx="2271">
                        <c:v>94.745000000000005</c:v>
                      </c:pt>
                      <c:pt idx="2272">
                        <c:v>95.125</c:v>
                      </c:pt>
                      <c:pt idx="2273">
                        <c:v>94.893000000000001</c:v>
                      </c:pt>
                      <c:pt idx="2274">
                        <c:v>90.837999999999994</c:v>
                      </c:pt>
                      <c:pt idx="2275">
                        <c:v>88.177000000000007</c:v>
                      </c:pt>
                      <c:pt idx="2276">
                        <c:v>91.763000000000005</c:v>
                      </c:pt>
                      <c:pt idx="2277">
                        <c:v>95.662000000000006</c:v>
                      </c:pt>
                      <c:pt idx="2278">
                        <c:v>96.438000000000002</c:v>
                      </c:pt>
                      <c:pt idx="2279">
                        <c:v>96.491</c:v>
                      </c:pt>
                      <c:pt idx="2280">
                        <c:v>96.460999999999999</c:v>
                      </c:pt>
                      <c:pt idx="2281">
                        <c:v>96.600999999999999</c:v>
                      </c:pt>
                      <c:pt idx="2282">
                        <c:v>97.153999999999996</c:v>
                      </c:pt>
                      <c:pt idx="2283">
                        <c:v>96.21</c:v>
                      </c:pt>
                      <c:pt idx="2284">
                        <c:v>95.888999999999996</c:v>
                      </c:pt>
                      <c:pt idx="2285">
                        <c:v>91.25</c:v>
                      </c:pt>
                      <c:pt idx="2286">
                        <c:v>90.503</c:v>
                      </c:pt>
                      <c:pt idx="2287">
                        <c:v>90.334999999999994</c:v>
                      </c:pt>
                      <c:pt idx="2288">
                        <c:v>92.132000000000005</c:v>
                      </c:pt>
                      <c:pt idx="2289">
                        <c:v>94.652000000000001</c:v>
                      </c:pt>
                      <c:pt idx="2290">
                        <c:v>94.078999999999994</c:v>
                      </c:pt>
                      <c:pt idx="2291">
                        <c:v>96.003</c:v>
                      </c:pt>
                      <c:pt idx="2292">
                        <c:v>96.33</c:v>
                      </c:pt>
                      <c:pt idx="2293">
                        <c:v>95</c:v>
                      </c:pt>
                      <c:pt idx="2294">
                        <c:v>96.75</c:v>
                      </c:pt>
                      <c:pt idx="2295">
                        <c:v>95.173000000000002</c:v>
                      </c:pt>
                      <c:pt idx="2296">
                        <c:v>93.625</c:v>
                      </c:pt>
                      <c:pt idx="2297">
                        <c:v>92.843999999999994</c:v>
                      </c:pt>
                      <c:pt idx="2298">
                        <c:v>92.543999999999997</c:v>
                      </c:pt>
                      <c:pt idx="2299">
                        <c:v>92.165000000000006</c:v>
                      </c:pt>
                      <c:pt idx="2300">
                        <c:v>92</c:v>
                      </c:pt>
                      <c:pt idx="2301">
                        <c:v>91.561999999999998</c:v>
                      </c:pt>
                      <c:pt idx="2302">
                        <c:v>90.11</c:v>
                      </c:pt>
                      <c:pt idx="2303">
                        <c:v>92.393000000000001</c:v>
                      </c:pt>
                      <c:pt idx="2304">
                        <c:v>92.617999999999995</c:v>
                      </c:pt>
                      <c:pt idx="2305">
                        <c:v>96.832999999999998</c:v>
                      </c:pt>
                      <c:pt idx="2306">
                        <c:v>95.844999999999999</c:v>
                      </c:pt>
                      <c:pt idx="2307">
                        <c:v>97.094999999999999</c:v>
                      </c:pt>
                      <c:pt idx="2308">
                        <c:v>97.927999999999997</c:v>
                      </c:pt>
                      <c:pt idx="2309">
                        <c:v>98.375</c:v>
                      </c:pt>
                      <c:pt idx="2310">
                        <c:v>98.007000000000005</c:v>
                      </c:pt>
                      <c:pt idx="2311">
                        <c:v>97.421999999999997</c:v>
                      </c:pt>
                      <c:pt idx="2312">
                        <c:v>97.403999999999996</c:v>
                      </c:pt>
                      <c:pt idx="2313">
                        <c:v>98.99</c:v>
                      </c:pt>
                      <c:pt idx="2314">
                        <c:v>97.497</c:v>
                      </c:pt>
                      <c:pt idx="2315">
                        <c:v>98.004999999999995</c:v>
                      </c:pt>
                      <c:pt idx="2316">
                        <c:v>97.665000000000006</c:v>
                      </c:pt>
                      <c:pt idx="2317">
                        <c:v>98.066999999999993</c:v>
                      </c:pt>
                      <c:pt idx="2318">
                        <c:v>98.462000000000003</c:v>
                      </c:pt>
                      <c:pt idx="2319">
                        <c:v>96.432000000000002</c:v>
                      </c:pt>
                      <c:pt idx="2320">
                        <c:v>99.423000000000002</c:v>
                      </c:pt>
                      <c:pt idx="2321">
                        <c:v>100.497</c:v>
                      </c:pt>
                      <c:pt idx="2322">
                        <c:v>100.087</c:v>
                      </c:pt>
                      <c:pt idx="2323">
                        <c:v>100.59</c:v>
                      </c:pt>
                      <c:pt idx="2324">
                        <c:v>102.66500000000001</c:v>
                      </c:pt>
                      <c:pt idx="2325">
                        <c:v>99.052999999999997</c:v>
                      </c:pt>
                      <c:pt idx="2326">
                        <c:v>98.847999999999999</c:v>
                      </c:pt>
                      <c:pt idx="2327">
                        <c:v>100.33499999999999</c:v>
                      </c:pt>
                      <c:pt idx="2328">
                        <c:v>98.674999999999997</c:v>
                      </c:pt>
                      <c:pt idx="2329">
                        <c:v>97.512</c:v>
                      </c:pt>
                      <c:pt idx="2330">
                        <c:v>96.674999999999997</c:v>
                      </c:pt>
                      <c:pt idx="2331">
                        <c:v>95.54</c:v>
                      </c:pt>
                      <c:pt idx="2332">
                        <c:v>94.155000000000001</c:v>
                      </c:pt>
                      <c:pt idx="2333">
                        <c:v>90.262</c:v>
                      </c:pt>
                      <c:pt idx="2334">
                        <c:v>90</c:v>
                      </c:pt>
                      <c:pt idx="2335">
                        <c:v>89.257000000000005</c:v>
                      </c:pt>
                      <c:pt idx="2336">
                        <c:v>90.01</c:v>
                      </c:pt>
                      <c:pt idx="2337">
                        <c:v>90.617999999999995</c:v>
                      </c:pt>
                      <c:pt idx="2338">
                        <c:v>91.67</c:v>
                      </c:pt>
                      <c:pt idx="2339">
                        <c:v>90.518000000000001</c:v>
                      </c:pt>
                      <c:pt idx="2340">
                        <c:v>92.668000000000006</c:v>
                      </c:pt>
                      <c:pt idx="2341">
                        <c:v>91.751000000000005</c:v>
                      </c:pt>
                      <c:pt idx="2342">
                        <c:v>95.576999999999998</c:v>
                      </c:pt>
                      <c:pt idx="2343">
                        <c:v>95.375</c:v>
                      </c:pt>
                      <c:pt idx="2344">
                        <c:v>96.5</c:v>
                      </c:pt>
                      <c:pt idx="2345">
                        <c:v>100.251</c:v>
                      </c:pt>
                      <c:pt idx="2346">
                        <c:v>98.853999999999999</c:v>
                      </c:pt>
                      <c:pt idx="2347">
                        <c:v>98.33</c:v>
                      </c:pt>
                      <c:pt idx="2348">
                        <c:v>99.465999999999994</c:v>
                      </c:pt>
                      <c:pt idx="2349">
                        <c:v>101.465</c:v>
                      </c:pt>
                      <c:pt idx="2350">
                        <c:v>99.224000000000004</c:v>
                      </c:pt>
                      <c:pt idx="2351">
                        <c:v>98.665000000000006</c:v>
                      </c:pt>
                      <c:pt idx="2352">
                        <c:v>99.98</c:v>
                      </c:pt>
                      <c:pt idx="2353">
                        <c:v>96.625</c:v>
                      </c:pt>
                      <c:pt idx="2354">
                        <c:v>93.564999999999998</c:v>
                      </c:pt>
                      <c:pt idx="2355">
                        <c:v>88.173000000000002</c:v>
                      </c:pt>
                      <c:pt idx="2356">
                        <c:v>85</c:v>
                      </c:pt>
                      <c:pt idx="2357">
                        <c:v>85.125</c:v>
                      </c:pt>
                      <c:pt idx="2358">
                        <c:v>87.188000000000002</c:v>
                      </c:pt>
                      <c:pt idx="2359">
                        <c:v>88.543000000000006</c:v>
                      </c:pt>
                      <c:pt idx="2360">
                        <c:v>88.375</c:v>
                      </c:pt>
                      <c:pt idx="2361">
                        <c:v>92.548000000000002</c:v>
                      </c:pt>
                      <c:pt idx="2362">
                        <c:v>92.108000000000004</c:v>
                      </c:pt>
                      <c:pt idx="2363">
                        <c:v>89.841999999999999</c:v>
                      </c:pt>
                      <c:pt idx="2364">
                        <c:v>88.512</c:v>
                      </c:pt>
                      <c:pt idx="2365">
                        <c:v>88.177000000000007</c:v>
                      </c:pt>
                      <c:pt idx="2366">
                        <c:v>86.665000000000006</c:v>
                      </c:pt>
                      <c:pt idx="2367">
                        <c:v>85.831999999999994</c:v>
                      </c:pt>
                      <c:pt idx="2368">
                        <c:v>84.75</c:v>
                      </c:pt>
                      <c:pt idx="2369">
                        <c:v>81.677000000000007</c:v>
                      </c:pt>
                      <c:pt idx="2370">
                        <c:v>81.341999999999999</c:v>
                      </c:pt>
                      <c:pt idx="2371">
                        <c:v>78.680000000000007</c:v>
                      </c:pt>
                      <c:pt idx="2372">
                        <c:v>77.894000000000005</c:v>
                      </c:pt>
                      <c:pt idx="2373">
                        <c:v>76.826999999999998</c:v>
                      </c:pt>
                      <c:pt idx="2374">
                        <c:v>76.25</c:v>
                      </c:pt>
                      <c:pt idx="2375">
                        <c:v>75.625</c:v>
                      </c:pt>
                      <c:pt idx="2376">
                        <c:v>75.5</c:v>
                      </c:pt>
                      <c:pt idx="2377">
                        <c:v>75.825000000000003</c:v>
                      </c:pt>
                      <c:pt idx="2378">
                        <c:v>75.697000000000003</c:v>
                      </c:pt>
                      <c:pt idx="2379">
                        <c:v>77.77</c:v>
                      </c:pt>
                      <c:pt idx="2380">
                        <c:v>79.027000000000001</c:v>
                      </c:pt>
                      <c:pt idx="2381">
                        <c:v>81.775000000000006</c:v>
                      </c:pt>
                      <c:pt idx="2382">
                        <c:v>84.326999999999998</c:v>
                      </c:pt>
                      <c:pt idx="2383">
                        <c:v>87.816999999999993</c:v>
                      </c:pt>
                      <c:pt idx="2384">
                        <c:v>87.492999999999995</c:v>
                      </c:pt>
                      <c:pt idx="2385">
                        <c:v>88.662000000000006</c:v>
                      </c:pt>
                      <c:pt idx="2386">
                        <c:v>91.99</c:v>
                      </c:pt>
                      <c:pt idx="2387">
                        <c:v>93.524000000000001</c:v>
                      </c:pt>
                      <c:pt idx="2388">
                        <c:v>94.546000000000006</c:v>
                      </c:pt>
                      <c:pt idx="2389">
                        <c:v>96.438999999999993</c:v>
                      </c:pt>
                      <c:pt idx="2390">
                        <c:v>101.413</c:v>
                      </c:pt>
                      <c:pt idx="2391">
                        <c:v>101.995</c:v>
                      </c:pt>
                      <c:pt idx="2392">
                        <c:v>106.473</c:v>
                      </c:pt>
                      <c:pt idx="2393">
                        <c:v>105.95099999999999</c:v>
                      </c:pt>
                      <c:pt idx="2394">
                        <c:v>110.346</c:v>
                      </c:pt>
                      <c:pt idx="2395">
                        <c:v>117.806</c:v>
                      </c:pt>
                      <c:pt idx="2396">
                        <c:v>122.81699999999999</c:v>
                      </c:pt>
                      <c:pt idx="2397">
                        <c:v>124.75</c:v>
                      </c:pt>
                      <c:pt idx="2398">
                        <c:v>132.125</c:v>
                      </c:pt>
                      <c:pt idx="2399">
                        <c:v>140.91900000000001</c:v>
                      </c:pt>
                      <c:pt idx="2400">
                        <c:v>140.041</c:v>
                      </c:pt>
                      <c:pt idx="2401">
                        <c:v>121.53</c:v>
                      </c:pt>
                      <c:pt idx="2402">
                        <c:v>120.47</c:v>
                      </c:pt>
                      <c:pt idx="2403">
                        <c:v>130.125</c:v>
                      </c:pt>
                      <c:pt idx="2404">
                        <c:v>131.47300000000001</c:v>
                      </c:pt>
                      <c:pt idx="2405">
                        <c:v>142.239</c:v>
                      </c:pt>
                      <c:pt idx="2406">
                        <c:v>168.714</c:v>
                      </c:pt>
                      <c:pt idx="2407">
                        <c:v>169.386</c:v>
                      </c:pt>
                      <c:pt idx="2408">
                        <c:v>164.36500000000001</c:v>
                      </c:pt>
                      <c:pt idx="2409">
                        <c:v>156.685</c:v>
                      </c:pt>
                      <c:pt idx="2410">
                        <c:v>148.98500000000001</c:v>
                      </c:pt>
                      <c:pt idx="2411">
                        <c:v>140.83500000000001</c:v>
                      </c:pt>
                      <c:pt idx="2412">
                        <c:v>140.995</c:v>
                      </c:pt>
                      <c:pt idx="2413">
                        <c:v>140.86099999999999</c:v>
                      </c:pt>
                      <c:pt idx="2414">
                        <c:v>141.99</c:v>
                      </c:pt>
                      <c:pt idx="2415">
                        <c:v>148.708</c:v>
                      </c:pt>
                      <c:pt idx="2416">
                        <c:v>151.73599999999999</c:v>
                      </c:pt>
                      <c:pt idx="2417">
                        <c:v>155.25399999999999</c:v>
                      </c:pt>
                      <c:pt idx="2418">
                        <c:v>155.602</c:v>
                      </c:pt>
                      <c:pt idx="2419">
                        <c:v>148.58799999999999</c:v>
                      </c:pt>
                      <c:pt idx="2420">
                        <c:v>146.68</c:v>
                      </c:pt>
                      <c:pt idx="2421">
                        <c:v>139.417</c:v>
                      </c:pt>
                      <c:pt idx="2422">
                        <c:v>135.83199999999999</c:v>
                      </c:pt>
                      <c:pt idx="2423">
                        <c:v>124.85</c:v>
                      </c:pt>
                      <c:pt idx="2424">
                        <c:v>125.26</c:v>
                      </c:pt>
                      <c:pt idx="2425">
                        <c:v>122.121</c:v>
                      </c:pt>
                      <c:pt idx="2426">
                        <c:v>117.361</c:v>
                      </c:pt>
                      <c:pt idx="2427">
                        <c:v>119.21299999999999</c:v>
                      </c:pt>
                      <c:pt idx="2428">
                        <c:v>117.66500000000001</c:v>
                      </c:pt>
                      <c:pt idx="2429">
                        <c:v>118.75</c:v>
                      </c:pt>
                      <c:pt idx="2430">
                        <c:v>124.143</c:v>
                      </c:pt>
                      <c:pt idx="2431">
                        <c:v>126.34</c:v>
                      </c:pt>
                      <c:pt idx="2432">
                        <c:v>127.837</c:v>
                      </c:pt>
                      <c:pt idx="2433">
                        <c:v>133.40299999999999</c:v>
                      </c:pt>
                      <c:pt idx="2434">
                        <c:v>134.20599999999999</c:v>
                      </c:pt>
                      <c:pt idx="2435">
                        <c:v>132.495</c:v>
                      </c:pt>
                      <c:pt idx="2436">
                        <c:v>130.375</c:v>
                      </c:pt>
                      <c:pt idx="2437">
                        <c:v>126.675</c:v>
                      </c:pt>
                      <c:pt idx="2438">
                        <c:v>125.66500000000001</c:v>
                      </c:pt>
                      <c:pt idx="2439">
                        <c:v>126.995</c:v>
                      </c:pt>
                      <c:pt idx="2440">
                        <c:v>130.15</c:v>
                      </c:pt>
                      <c:pt idx="2441">
                        <c:v>130.66999999999999</c:v>
                      </c:pt>
                      <c:pt idx="2442">
                        <c:v>126.729</c:v>
                      </c:pt>
                      <c:pt idx="2443">
                        <c:v>124</c:v>
                      </c:pt>
                      <c:pt idx="2444">
                        <c:v>117.675</c:v>
                      </c:pt>
                      <c:pt idx="2445">
                        <c:v>121.34</c:v>
                      </c:pt>
                      <c:pt idx="2446">
                        <c:v>128</c:v>
                      </c:pt>
                      <c:pt idx="2447">
                        <c:v>130.44200000000001</c:v>
                      </c:pt>
                      <c:pt idx="2448">
                        <c:v>137.84</c:v>
                      </c:pt>
                      <c:pt idx="2449">
                        <c:v>138</c:v>
                      </c:pt>
                      <c:pt idx="2450">
                        <c:v>144.48500000000001</c:v>
                      </c:pt>
                      <c:pt idx="2451">
                        <c:v>141.827</c:v>
                      </c:pt>
                      <c:pt idx="2452">
                        <c:v>130.626</c:v>
                      </c:pt>
                      <c:pt idx="2453">
                        <c:v>131.125</c:v>
                      </c:pt>
                      <c:pt idx="2454">
                        <c:v>136.333</c:v>
                      </c:pt>
                      <c:pt idx="2455">
                        <c:v>134.375</c:v>
                      </c:pt>
                      <c:pt idx="2456">
                        <c:v>135.98500000000001</c:v>
                      </c:pt>
                      <c:pt idx="2457">
                        <c:v>138.655</c:v>
                      </c:pt>
                      <c:pt idx="2458">
                        <c:v>134.61000000000001</c:v>
                      </c:pt>
                      <c:pt idx="2459">
                        <c:v>139.75</c:v>
                      </c:pt>
                      <c:pt idx="2460">
                        <c:v>141.374</c:v>
                      </c:pt>
                      <c:pt idx="2461">
                        <c:v>139.34</c:v>
                      </c:pt>
                      <c:pt idx="2462">
                        <c:v>134.33500000000001</c:v>
                      </c:pt>
                      <c:pt idx="2463">
                        <c:v>129.655</c:v>
                      </c:pt>
                      <c:pt idx="2464">
                        <c:v>126.825</c:v>
                      </c:pt>
                      <c:pt idx="2465">
                        <c:v>123.003</c:v>
                      </c:pt>
                      <c:pt idx="2466">
                        <c:v>121.65900000000001</c:v>
                      </c:pt>
                      <c:pt idx="2467">
                        <c:v>121.114</c:v>
                      </c:pt>
                      <c:pt idx="2468">
                        <c:v>118.624</c:v>
                      </c:pt>
                      <c:pt idx="2469">
                        <c:v>112.99299999999999</c:v>
                      </c:pt>
                      <c:pt idx="2470">
                        <c:v>104.497</c:v>
                      </c:pt>
                      <c:pt idx="2471">
                        <c:v>107.375</c:v>
                      </c:pt>
                      <c:pt idx="2472">
                        <c:v>113.102</c:v>
                      </c:pt>
                      <c:pt idx="2473">
                        <c:v>117.33</c:v>
                      </c:pt>
                      <c:pt idx="2474">
                        <c:v>118.67</c:v>
                      </c:pt>
                      <c:pt idx="2475">
                        <c:v>121.16800000000001</c:v>
                      </c:pt>
                      <c:pt idx="2476">
                        <c:v>127.30500000000001</c:v>
                      </c:pt>
                      <c:pt idx="2477">
                        <c:v>132.304</c:v>
                      </c:pt>
                      <c:pt idx="2478">
                        <c:v>133.75</c:v>
                      </c:pt>
                      <c:pt idx="2479">
                        <c:v>132.505</c:v>
                      </c:pt>
                      <c:pt idx="2480">
                        <c:v>132.655</c:v>
                      </c:pt>
                      <c:pt idx="2481">
                        <c:v>131.673</c:v>
                      </c:pt>
                      <c:pt idx="2482">
                        <c:v>129.17500000000001</c:v>
                      </c:pt>
                      <c:pt idx="2483">
                        <c:v>126.85</c:v>
                      </c:pt>
                      <c:pt idx="2484">
                        <c:v>126.25</c:v>
                      </c:pt>
                      <c:pt idx="2485">
                        <c:v>128.47999999999999</c:v>
                      </c:pt>
                      <c:pt idx="2486">
                        <c:v>122.66500000000001</c:v>
                      </c:pt>
                      <c:pt idx="2487">
                        <c:v>121.36</c:v>
                      </c:pt>
                      <c:pt idx="2488">
                        <c:v>120.265</c:v>
                      </c:pt>
                      <c:pt idx="2489">
                        <c:v>120.625</c:v>
                      </c:pt>
                      <c:pt idx="2490">
                        <c:v>119.31699999999999</c:v>
                      </c:pt>
                      <c:pt idx="2491">
                        <c:v>119.154</c:v>
                      </c:pt>
                      <c:pt idx="2492">
                        <c:v>118.997</c:v>
                      </c:pt>
                      <c:pt idx="2493">
                        <c:v>123.50700000000001</c:v>
                      </c:pt>
                      <c:pt idx="2494">
                        <c:v>120.505</c:v>
                      </c:pt>
                      <c:pt idx="2495">
                        <c:v>123.482</c:v>
                      </c:pt>
                      <c:pt idx="2496">
                        <c:v>125.315</c:v>
                      </c:pt>
                      <c:pt idx="2497">
                        <c:v>124.5</c:v>
                      </c:pt>
                      <c:pt idx="2498">
                        <c:v>124.49</c:v>
                      </c:pt>
                      <c:pt idx="2499">
                        <c:v>122.66</c:v>
                      </c:pt>
                      <c:pt idx="2500">
                        <c:v>123.505</c:v>
                      </c:pt>
                      <c:pt idx="2501">
                        <c:v>122.33499999999999</c:v>
                      </c:pt>
                      <c:pt idx="2502">
                        <c:v>127.247</c:v>
                      </c:pt>
                      <c:pt idx="2503">
                        <c:v>125.746</c:v>
                      </c:pt>
                      <c:pt idx="2504">
                        <c:v>129.15799999999999</c:v>
                      </c:pt>
                      <c:pt idx="2505">
                        <c:v>128.173</c:v>
                      </c:pt>
                      <c:pt idx="2506">
                        <c:v>128.155</c:v>
                      </c:pt>
                      <c:pt idx="2507">
                        <c:v>131.47200000000001</c:v>
                      </c:pt>
                      <c:pt idx="2508">
                        <c:v>132.584</c:v>
                      </c:pt>
                      <c:pt idx="2509">
                        <c:v>134.65</c:v>
                      </c:pt>
                      <c:pt idx="2510">
                        <c:v>132.58500000000001</c:v>
                      </c:pt>
                      <c:pt idx="2511">
                        <c:v>129.49</c:v>
                      </c:pt>
                      <c:pt idx="2512">
                        <c:v>124.39400000000001</c:v>
                      </c:pt>
                      <c:pt idx="2513">
                        <c:v>119.97799999999999</c:v>
                      </c:pt>
                      <c:pt idx="2514">
                        <c:v>124.658</c:v>
                      </c:pt>
                      <c:pt idx="2515">
                        <c:v>129.334</c:v>
                      </c:pt>
                      <c:pt idx="2516">
                        <c:v>129.643</c:v>
                      </c:pt>
                      <c:pt idx="2517">
                        <c:v>126.33199999999999</c:v>
                      </c:pt>
                      <c:pt idx="2518">
                        <c:v>125.274</c:v>
                      </c:pt>
                      <c:pt idx="2519">
                        <c:v>126.50700000000001</c:v>
                      </c:pt>
                      <c:pt idx="2520">
                        <c:v>128.21899999999999</c:v>
                      </c:pt>
                      <c:pt idx="2521">
                        <c:v>128.327</c:v>
                      </c:pt>
                      <c:pt idx="2522">
                        <c:v>128.327</c:v>
                      </c:pt>
                      <c:pt idx="2523">
                        <c:v>129.505</c:v>
                      </c:pt>
                      <c:pt idx="2524">
                        <c:v>131.34</c:v>
                      </c:pt>
                      <c:pt idx="2525">
                        <c:v>131.93799999999999</c:v>
                      </c:pt>
                      <c:pt idx="2526">
                        <c:v>128.65799999999999</c:v>
                      </c:pt>
                      <c:pt idx="2527">
                        <c:v>122.16200000000001</c:v>
                      </c:pt>
                      <c:pt idx="2528">
                        <c:v>119.68</c:v>
                      </c:pt>
                      <c:pt idx="2529">
                        <c:v>119.16800000000001</c:v>
                      </c:pt>
                      <c:pt idx="2530">
                        <c:v>120.514</c:v>
                      </c:pt>
                      <c:pt idx="2531">
                        <c:v>121.02</c:v>
                      </c:pt>
                      <c:pt idx="2532">
                        <c:v>117.006</c:v>
                      </c:pt>
                      <c:pt idx="2533">
                        <c:v>116.175</c:v>
                      </c:pt>
                      <c:pt idx="2534">
                        <c:v>117.99</c:v>
                      </c:pt>
                      <c:pt idx="2535">
                        <c:v>113.999</c:v>
                      </c:pt>
                      <c:pt idx="2536">
                        <c:v>113.339</c:v>
                      </c:pt>
                      <c:pt idx="2537">
                        <c:v>122.256</c:v>
                      </c:pt>
                      <c:pt idx="2538">
                        <c:v>118.532</c:v>
                      </c:pt>
                      <c:pt idx="2539">
                        <c:v>118.503</c:v>
                      </c:pt>
                      <c:pt idx="2540">
                        <c:v>117.125</c:v>
                      </c:pt>
                      <c:pt idx="2541">
                        <c:v>118.294</c:v>
                      </c:pt>
                      <c:pt idx="2542">
                        <c:v>121.855</c:v>
                      </c:pt>
                      <c:pt idx="2543">
                        <c:v>120.32899999999999</c:v>
                      </c:pt>
                      <c:pt idx="2544">
                        <c:v>118.658</c:v>
                      </c:pt>
                      <c:pt idx="2545">
                        <c:v>117.32899999999999</c:v>
                      </c:pt>
                      <c:pt idx="2546">
                        <c:v>121.694</c:v>
                      </c:pt>
                      <c:pt idx="2547">
                        <c:v>119.06</c:v>
                      </c:pt>
                      <c:pt idx="2548">
                        <c:v>121.18300000000001</c:v>
                      </c:pt>
                      <c:pt idx="2549">
                        <c:v>122.59699999999999</c:v>
                      </c:pt>
                      <c:pt idx="2550">
                        <c:v>125.173</c:v>
                      </c:pt>
                      <c:pt idx="2551">
                        <c:v>124.497</c:v>
                      </c:pt>
                      <c:pt idx="2552">
                        <c:v>124.49</c:v>
                      </c:pt>
                      <c:pt idx="2553">
                        <c:v>123.842</c:v>
                      </c:pt>
                      <c:pt idx="2554">
                        <c:v>123.08499999999999</c:v>
                      </c:pt>
                      <c:pt idx="2555">
                        <c:v>120.25700000000001</c:v>
                      </c:pt>
                      <c:pt idx="2556">
                        <c:v>119.005</c:v>
                      </c:pt>
                      <c:pt idx="2557">
                        <c:v>118.669</c:v>
                      </c:pt>
                      <c:pt idx="2558">
                        <c:v>119.509</c:v>
                      </c:pt>
                      <c:pt idx="2559">
                        <c:v>117.842</c:v>
                      </c:pt>
                      <c:pt idx="2560">
                        <c:v>123.495</c:v>
                      </c:pt>
                      <c:pt idx="2561">
                        <c:v>129.827</c:v>
                      </c:pt>
                      <c:pt idx="2562">
                        <c:v>136.15199999999999</c:v>
                      </c:pt>
                      <c:pt idx="2563">
                        <c:v>131.17699999999999</c:v>
                      </c:pt>
                      <c:pt idx="2564">
                        <c:v>124.508</c:v>
                      </c:pt>
                      <c:pt idx="2565">
                        <c:v>132.827</c:v>
                      </c:pt>
                      <c:pt idx="2566">
                        <c:v>132.49199999999999</c:v>
                      </c:pt>
                      <c:pt idx="2567">
                        <c:v>130.84</c:v>
                      </c:pt>
                      <c:pt idx="2568">
                        <c:v>132.518</c:v>
                      </c:pt>
                      <c:pt idx="2569">
                        <c:v>129.822</c:v>
                      </c:pt>
                      <c:pt idx="2570">
                        <c:v>127.146</c:v>
                      </c:pt>
                      <c:pt idx="2571">
                        <c:v>122.098</c:v>
                      </c:pt>
                      <c:pt idx="2572">
                        <c:v>121.48099999999999</c:v>
                      </c:pt>
                      <c:pt idx="2573">
                        <c:v>123.34</c:v>
                      </c:pt>
                      <c:pt idx="2574">
                        <c:v>121.82299999999999</c:v>
                      </c:pt>
                      <c:pt idx="2575">
                        <c:v>120.35299999999999</c:v>
                      </c:pt>
                      <c:pt idx="2576">
                        <c:v>120.842</c:v>
                      </c:pt>
                      <c:pt idx="2577">
                        <c:v>121.82299999999999</c:v>
                      </c:pt>
                      <c:pt idx="2578">
                        <c:v>119.636</c:v>
                      </c:pt>
                      <c:pt idx="2579">
                        <c:v>120.33</c:v>
                      </c:pt>
                      <c:pt idx="2580">
                        <c:v>121.82299999999999</c:v>
                      </c:pt>
                      <c:pt idx="2581">
                        <c:v>116.498</c:v>
                      </c:pt>
                      <c:pt idx="2582">
                        <c:v>119.482</c:v>
                      </c:pt>
                      <c:pt idx="2583">
                        <c:v>111.527</c:v>
                      </c:pt>
                      <c:pt idx="2584">
                        <c:v>109.01</c:v>
                      </c:pt>
                      <c:pt idx="2585">
                        <c:v>114.498</c:v>
                      </c:pt>
                      <c:pt idx="2586">
                        <c:v>113.67700000000001</c:v>
                      </c:pt>
                      <c:pt idx="2587">
                        <c:v>114.32</c:v>
                      </c:pt>
                      <c:pt idx="2588">
                        <c:v>116.97499999999999</c:v>
                      </c:pt>
                      <c:pt idx="2589">
                        <c:v>112.02</c:v>
                      </c:pt>
                      <c:pt idx="2590">
                        <c:v>110.995</c:v>
                      </c:pt>
                      <c:pt idx="2591">
                        <c:v>108.83799999999999</c:v>
                      </c:pt>
                      <c:pt idx="2592">
                        <c:v>108.66</c:v>
                      </c:pt>
                      <c:pt idx="2593">
                        <c:v>109.17700000000001</c:v>
                      </c:pt>
                      <c:pt idx="2594">
                        <c:v>112.16500000000001</c:v>
                      </c:pt>
                      <c:pt idx="2595">
                        <c:v>112.503</c:v>
                      </c:pt>
                      <c:pt idx="2596">
                        <c:v>114.01</c:v>
                      </c:pt>
                      <c:pt idx="2597">
                        <c:v>114.17700000000001</c:v>
                      </c:pt>
                      <c:pt idx="2598">
                        <c:v>113.675</c:v>
                      </c:pt>
                      <c:pt idx="2599">
                        <c:v>109.029</c:v>
                      </c:pt>
                      <c:pt idx="2600">
                        <c:v>109.342</c:v>
                      </c:pt>
                      <c:pt idx="2601">
                        <c:v>110</c:v>
                      </c:pt>
                      <c:pt idx="2602">
                        <c:v>112.66</c:v>
                      </c:pt>
                      <c:pt idx="2603">
                        <c:v>111</c:v>
                      </c:pt>
                      <c:pt idx="2604">
                        <c:v>109.66</c:v>
                      </c:pt>
                      <c:pt idx="2605">
                        <c:v>106.34</c:v>
                      </c:pt>
                      <c:pt idx="2606">
                        <c:v>105.82299999999999</c:v>
                      </c:pt>
                      <c:pt idx="2607">
                        <c:v>106.648</c:v>
                      </c:pt>
                      <c:pt idx="2608">
                        <c:v>108.325</c:v>
                      </c:pt>
                      <c:pt idx="2609">
                        <c:v>105.345</c:v>
                      </c:pt>
                      <c:pt idx="2610">
                        <c:v>103.845</c:v>
                      </c:pt>
                      <c:pt idx="2611">
                        <c:v>106.655</c:v>
                      </c:pt>
                      <c:pt idx="2612">
                        <c:v>103.505</c:v>
                      </c:pt>
                      <c:pt idx="2613">
                        <c:v>100.33</c:v>
                      </c:pt>
                      <c:pt idx="2614">
                        <c:v>99.668000000000006</c:v>
                      </c:pt>
                      <c:pt idx="2615">
                        <c:v>99.688000000000002</c:v>
                      </c:pt>
                      <c:pt idx="2616">
                        <c:v>97.683000000000007</c:v>
                      </c:pt>
                      <c:pt idx="2617">
                        <c:v>100.68</c:v>
                      </c:pt>
                      <c:pt idx="2618">
                        <c:v>100.343</c:v>
                      </c:pt>
                      <c:pt idx="2619">
                        <c:v>102.988</c:v>
                      </c:pt>
                      <c:pt idx="2620">
                        <c:v>99.852999999999994</c:v>
                      </c:pt>
                      <c:pt idx="2621">
                        <c:v>100.279</c:v>
                      </c:pt>
                      <c:pt idx="2622">
                        <c:v>99.97</c:v>
                      </c:pt>
                      <c:pt idx="2623">
                        <c:v>98.477000000000004</c:v>
                      </c:pt>
                      <c:pt idx="2624">
                        <c:v>98.998000000000005</c:v>
                      </c:pt>
                      <c:pt idx="2625">
                        <c:v>99.677999999999997</c:v>
                      </c:pt>
                      <c:pt idx="2626">
                        <c:v>100.333</c:v>
                      </c:pt>
                      <c:pt idx="2627">
                        <c:v>101.444</c:v>
                      </c:pt>
                      <c:pt idx="2628">
                        <c:v>101.178</c:v>
                      </c:pt>
                      <c:pt idx="2629">
                        <c:v>99.352999999999994</c:v>
                      </c:pt>
                      <c:pt idx="2630">
                        <c:v>97.013000000000005</c:v>
                      </c:pt>
                      <c:pt idx="2631">
                        <c:v>96.328000000000003</c:v>
                      </c:pt>
                      <c:pt idx="2632">
                        <c:v>96.003</c:v>
                      </c:pt>
                      <c:pt idx="2633">
                        <c:v>95.825999999999993</c:v>
                      </c:pt>
                      <c:pt idx="2634">
                        <c:v>95.165999999999997</c:v>
                      </c:pt>
                      <c:pt idx="2635">
                        <c:v>93.016000000000005</c:v>
                      </c:pt>
                      <c:pt idx="2636">
                        <c:v>92.001000000000005</c:v>
                      </c:pt>
                      <c:pt idx="2637">
                        <c:v>89.510999999999996</c:v>
                      </c:pt>
                      <c:pt idx="2638">
                        <c:v>91.825999999999993</c:v>
                      </c:pt>
                      <c:pt idx="2639">
                        <c:v>88.347999999999999</c:v>
                      </c:pt>
                      <c:pt idx="2640">
                        <c:v>91.992999999999995</c:v>
                      </c:pt>
                      <c:pt idx="2641">
                        <c:v>91.503</c:v>
                      </c:pt>
                      <c:pt idx="2642">
                        <c:v>91.253</c:v>
                      </c:pt>
                      <c:pt idx="2643">
                        <c:v>88.688000000000002</c:v>
                      </c:pt>
                      <c:pt idx="2644">
                        <c:v>90.003</c:v>
                      </c:pt>
                      <c:pt idx="2645">
                        <c:v>89.328000000000003</c:v>
                      </c:pt>
                      <c:pt idx="2646">
                        <c:v>88.503</c:v>
                      </c:pt>
                      <c:pt idx="2647">
                        <c:v>86.007999999999996</c:v>
                      </c:pt>
                      <c:pt idx="2648">
                        <c:v>85.600999999999999</c:v>
                      </c:pt>
                      <c:pt idx="2649">
                        <c:v>86.168000000000006</c:v>
                      </c:pt>
                      <c:pt idx="2650">
                        <c:v>85.013000000000005</c:v>
                      </c:pt>
                      <c:pt idx="2651">
                        <c:v>83.878</c:v>
                      </c:pt>
                      <c:pt idx="2652">
                        <c:v>82.998000000000005</c:v>
                      </c:pt>
                      <c:pt idx="2653">
                        <c:v>82.658000000000001</c:v>
                      </c:pt>
                      <c:pt idx="2654">
                        <c:v>82.378</c:v>
                      </c:pt>
                      <c:pt idx="2655">
                        <c:v>85.322999999999993</c:v>
                      </c:pt>
                      <c:pt idx="2656">
                        <c:v>82.013000000000005</c:v>
                      </c:pt>
                      <c:pt idx="2657">
                        <c:v>76.677999999999997</c:v>
                      </c:pt>
                      <c:pt idx="2658">
                        <c:v>77.003</c:v>
                      </c:pt>
                      <c:pt idx="2659">
                        <c:v>78.878</c:v>
                      </c:pt>
                      <c:pt idx="2660">
                        <c:v>77.17</c:v>
                      </c:pt>
                      <c:pt idx="2661">
                        <c:v>78.503</c:v>
                      </c:pt>
                      <c:pt idx="2662">
                        <c:v>77.677999999999997</c:v>
                      </c:pt>
                      <c:pt idx="2663">
                        <c:v>77.822999999999993</c:v>
                      </c:pt>
                      <c:pt idx="2664">
                        <c:v>77.322999999999993</c:v>
                      </c:pt>
                      <c:pt idx="2665">
                        <c:v>75.658000000000001</c:v>
                      </c:pt>
                      <c:pt idx="2666">
                        <c:v>75.977999999999994</c:v>
                      </c:pt>
                      <c:pt idx="2667">
                        <c:v>76.337000000000003</c:v>
                      </c:pt>
                      <c:pt idx="2668">
                        <c:v>78.128</c:v>
                      </c:pt>
                      <c:pt idx="2669">
                        <c:v>78.25</c:v>
                      </c:pt>
                      <c:pt idx="2670">
                        <c:v>77.655000000000001</c:v>
                      </c:pt>
                      <c:pt idx="2671">
                        <c:v>75.507000000000005</c:v>
                      </c:pt>
                      <c:pt idx="2672">
                        <c:v>78.003</c:v>
                      </c:pt>
                      <c:pt idx="2673">
                        <c:v>81.477999999999994</c:v>
                      </c:pt>
                      <c:pt idx="2674">
                        <c:v>78.67</c:v>
                      </c:pt>
                      <c:pt idx="2675">
                        <c:v>80.378</c:v>
                      </c:pt>
                      <c:pt idx="2676">
                        <c:v>81.447999999999993</c:v>
                      </c:pt>
                      <c:pt idx="2677">
                        <c:v>81.512</c:v>
                      </c:pt>
                      <c:pt idx="2678">
                        <c:v>82.156000000000006</c:v>
                      </c:pt>
                      <c:pt idx="2679">
                        <c:v>81.281000000000006</c:v>
                      </c:pt>
                      <c:pt idx="2680">
                        <c:v>80.17</c:v>
                      </c:pt>
                      <c:pt idx="2681">
                        <c:v>81.628</c:v>
                      </c:pt>
                      <c:pt idx="2682">
                        <c:v>82.503</c:v>
                      </c:pt>
                      <c:pt idx="2683">
                        <c:v>82.878</c:v>
                      </c:pt>
                      <c:pt idx="2684">
                        <c:v>84.878</c:v>
                      </c:pt>
                      <c:pt idx="2685">
                        <c:v>86.668000000000006</c:v>
                      </c:pt>
                      <c:pt idx="2686">
                        <c:v>89.378</c:v>
                      </c:pt>
                      <c:pt idx="2687">
                        <c:v>88.495999999999995</c:v>
                      </c:pt>
                      <c:pt idx="2688">
                        <c:v>87.128</c:v>
                      </c:pt>
                      <c:pt idx="2689">
                        <c:v>82.346000000000004</c:v>
                      </c:pt>
                      <c:pt idx="2690">
                        <c:v>82.491</c:v>
                      </c:pt>
                      <c:pt idx="2691">
                        <c:v>82.878</c:v>
                      </c:pt>
                      <c:pt idx="2692">
                        <c:v>84.878</c:v>
                      </c:pt>
                      <c:pt idx="2693">
                        <c:v>87.325999999999993</c:v>
                      </c:pt>
                      <c:pt idx="2694">
                        <c:v>87.878</c:v>
                      </c:pt>
                      <c:pt idx="2695">
                        <c:v>91.150999999999996</c:v>
                      </c:pt>
                      <c:pt idx="2696">
                        <c:v>94.146000000000001</c:v>
                      </c:pt>
                      <c:pt idx="2697">
                        <c:v>94.811000000000007</c:v>
                      </c:pt>
                      <c:pt idx="2698">
                        <c:v>90.503</c:v>
                      </c:pt>
                      <c:pt idx="2699">
                        <c:v>93.003</c:v>
                      </c:pt>
                      <c:pt idx="2700">
                        <c:v>93.180999999999997</c:v>
                      </c:pt>
                      <c:pt idx="2701">
                        <c:v>95.156000000000006</c:v>
                      </c:pt>
                      <c:pt idx="2702">
                        <c:v>93.846000000000004</c:v>
                      </c:pt>
                      <c:pt idx="2703">
                        <c:v>89.510999999999996</c:v>
                      </c:pt>
                      <c:pt idx="2704">
                        <c:v>86.176000000000002</c:v>
                      </c:pt>
                      <c:pt idx="2705">
                        <c:v>81.846000000000004</c:v>
                      </c:pt>
                      <c:pt idx="2706">
                        <c:v>79.510999999999996</c:v>
                      </c:pt>
                      <c:pt idx="2707">
                        <c:v>79.835999999999999</c:v>
                      </c:pt>
                      <c:pt idx="2708">
                        <c:v>79.661000000000001</c:v>
                      </c:pt>
                      <c:pt idx="2709">
                        <c:v>76.840999999999994</c:v>
                      </c:pt>
                      <c:pt idx="2710">
                        <c:v>78.820999999999998</c:v>
                      </c:pt>
                      <c:pt idx="2711">
                        <c:v>77.506</c:v>
                      </c:pt>
                      <c:pt idx="2712">
                        <c:v>78.171000000000006</c:v>
                      </c:pt>
                      <c:pt idx="2713">
                        <c:v>78.176000000000002</c:v>
                      </c:pt>
                      <c:pt idx="2714">
                        <c:v>77.995999999999995</c:v>
                      </c:pt>
                      <c:pt idx="2715">
                        <c:v>76.501000000000005</c:v>
                      </c:pt>
                      <c:pt idx="2716">
                        <c:v>78.628</c:v>
                      </c:pt>
                      <c:pt idx="2717">
                        <c:v>78.128</c:v>
                      </c:pt>
                      <c:pt idx="2718">
                        <c:v>78.379000000000005</c:v>
                      </c:pt>
                      <c:pt idx="2719">
                        <c:v>78.128</c:v>
                      </c:pt>
                      <c:pt idx="2720">
                        <c:v>77.503</c:v>
                      </c:pt>
                      <c:pt idx="2721">
                        <c:v>81.128</c:v>
                      </c:pt>
                      <c:pt idx="2722">
                        <c:v>80.995999999999995</c:v>
                      </c:pt>
                      <c:pt idx="2723">
                        <c:v>82.753</c:v>
                      </c:pt>
                      <c:pt idx="2724">
                        <c:v>89.356999999999999</c:v>
                      </c:pt>
                      <c:pt idx="2725">
                        <c:v>88.753</c:v>
                      </c:pt>
                      <c:pt idx="2726">
                        <c:v>87.825999999999993</c:v>
                      </c:pt>
                      <c:pt idx="2727">
                        <c:v>94.106999999999999</c:v>
                      </c:pt>
                      <c:pt idx="2728">
                        <c:v>92.628</c:v>
                      </c:pt>
                      <c:pt idx="2729">
                        <c:v>90.171000000000006</c:v>
                      </c:pt>
                      <c:pt idx="2730">
                        <c:v>88.503</c:v>
                      </c:pt>
                      <c:pt idx="2731">
                        <c:v>87.67</c:v>
                      </c:pt>
                      <c:pt idx="2732">
                        <c:v>87.003</c:v>
                      </c:pt>
                      <c:pt idx="2733">
                        <c:v>94.932000000000002</c:v>
                      </c:pt>
                      <c:pt idx="2734">
                        <c:v>92.17</c:v>
                      </c:pt>
                      <c:pt idx="2735">
                        <c:v>90.350999999999999</c:v>
                      </c:pt>
                      <c:pt idx="2736">
                        <c:v>94.253</c:v>
                      </c:pt>
                      <c:pt idx="2737">
                        <c:v>95.878</c:v>
                      </c:pt>
                      <c:pt idx="2738">
                        <c:v>102.128</c:v>
                      </c:pt>
                      <c:pt idx="2739">
                        <c:v>100.378</c:v>
                      </c:pt>
                      <c:pt idx="2740">
                        <c:v>100.878</c:v>
                      </c:pt>
                      <c:pt idx="2741">
                        <c:v>99.128</c:v>
                      </c:pt>
                      <c:pt idx="2742">
                        <c:v>101.831</c:v>
                      </c:pt>
                      <c:pt idx="2743">
                        <c:v>97.628</c:v>
                      </c:pt>
                      <c:pt idx="2744">
                        <c:v>98.003</c:v>
                      </c:pt>
                      <c:pt idx="2745">
                        <c:v>97.320999999999998</c:v>
                      </c:pt>
                      <c:pt idx="2746">
                        <c:v>98.003</c:v>
                      </c:pt>
                      <c:pt idx="2747">
                        <c:v>99.003</c:v>
                      </c:pt>
                      <c:pt idx="2748">
                        <c:v>99.659000000000006</c:v>
                      </c:pt>
                      <c:pt idx="2749">
                        <c:v>99.177000000000007</c:v>
                      </c:pt>
                      <c:pt idx="2750">
                        <c:v>106.137</c:v>
                      </c:pt>
                      <c:pt idx="2751">
                        <c:v>108.152</c:v>
                      </c:pt>
                      <c:pt idx="2752">
                        <c:v>99.688000000000002</c:v>
                      </c:pt>
                      <c:pt idx="2753">
                        <c:v>99.497</c:v>
                      </c:pt>
                      <c:pt idx="2754">
                        <c:v>95.158000000000001</c:v>
                      </c:pt>
                      <c:pt idx="2755">
                        <c:v>95.826999999999998</c:v>
                      </c:pt>
                      <c:pt idx="2756">
                        <c:v>93.183000000000007</c:v>
                      </c:pt>
                      <c:pt idx="2757">
                        <c:v>93.183000000000007</c:v>
                      </c:pt>
                      <c:pt idx="2758">
                        <c:v>93.173000000000002</c:v>
                      </c:pt>
                      <c:pt idx="2759">
                        <c:v>90.183000000000007</c:v>
                      </c:pt>
                      <c:pt idx="2760">
                        <c:v>90.375</c:v>
                      </c:pt>
                      <c:pt idx="2761">
                        <c:v>89.173000000000002</c:v>
                      </c:pt>
                      <c:pt idx="2762">
                        <c:v>88.25</c:v>
                      </c:pt>
                      <c:pt idx="2763">
                        <c:v>89.375</c:v>
                      </c:pt>
                      <c:pt idx="2764">
                        <c:v>91.988</c:v>
                      </c:pt>
                      <c:pt idx="2765">
                        <c:v>90.489000000000004</c:v>
                      </c:pt>
                      <c:pt idx="2766">
                        <c:v>95.25</c:v>
                      </c:pt>
                      <c:pt idx="2767">
                        <c:v>96.68</c:v>
                      </c:pt>
                      <c:pt idx="2768">
                        <c:v>97.492999999999995</c:v>
                      </c:pt>
                      <c:pt idx="2769">
                        <c:v>96.168000000000006</c:v>
                      </c:pt>
                      <c:pt idx="2770">
                        <c:v>97.831999999999994</c:v>
                      </c:pt>
                      <c:pt idx="2771">
                        <c:v>102.14700000000001</c:v>
                      </c:pt>
                      <c:pt idx="2772">
                        <c:v>104.16200000000001</c:v>
                      </c:pt>
                      <c:pt idx="2773">
                        <c:v>107.158</c:v>
                      </c:pt>
                      <c:pt idx="2774">
                        <c:v>106.82299999999999</c:v>
                      </c:pt>
                      <c:pt idx="2775">
                        <c:v>104.50700000000001</c:v>
                      </c:pt>
                      <c:pt idx="2776">
                        <c:v>106.49299999999999</c:v>
                      </c:pt>
                      <c:pt idx="2777">
                        <c:v>104.827</c:v>
                      </c:pt>
                      <c:pt idx="2778">
                        <c:v>102.83799999999999</c:v>
                      </c:pt>
                      <c:pt idx="2779">
                        <c:v>101.173</c:v>
                      </c:pt>
                      <c:pt idx="2780">
                        <c:v>100.173</c:v>
                      </c:pt>
                      <c:pt idx="2781">
                        <c:v>99.168999999999997</c:v>
                      </c:pt>
                      <c:pt idx="2782">
                        <c:v>99.165999999999997</c:v>
                      </c:pt>
                      <c:pt idx="2783">
                        <c:v>102.488</c:v>
                      </c:pt>
                      <c:pt idx="2784">
                        <c:v>108.25</c:v>
                      </c:pt>
                      <c:pt idx="2785">
                        <c:v>108</c:v>
                      </c:pt>
                      <c:pt idx="2786">
                        <c:v>110</c:v>
                      </c:pt>
                      <c:pt idx="2787">
                        <c:v>114.86799999999999</c:v>
                      </c:pt>
                      <c:pt idx="2788">
                        <c:v>125.652</c:v>
                      </c:pt>
                      <c:pt idx="2789">
                        <c:v>128.42099999999999</c:v>
                      </c:pt>
                      <c:pt idx="2790">
                        <c:v>147.33199999999999</c:v>
                      </c:pt>
                      <c:pt idx="2791">
                        <c:v>149.17400000000001</c:v>
                      </c:pt>
                      <c:pt idx="2792">
                        <c:v>165.18199999999999</c:v>
                      </c:pt>
                      <c:pt idx="2793">
                        <c:v>184.49199999999999</c:v>
                      </c:pt>
                      <c:pt idx="2794">
                        <c:v>187.43899999999999</c:v>
                      </c:pt>
                      <c:pt idx="2795">
                        <c:v>149.19999999999999</c:v>
                      </c:pt>
                      <c:pt idx="2796">
                        <c:v>147.01599999999999</c:v>
                      </c:pt>
                      <c:pt idx="2797">
                        <c:v>125.688</c:v>
                      </c:pt>
                      <c:pt idx="2798">
                        <c:v>124.85299999999999</c:v>
                      </c:pt>
                      <c:pt idx="2799">
                        <c:v>128.80799999999999</c:v>
                      </c:pt>
                      <c:pt idx="2800">
                        <c:v>130.50800000000001</c:v>
                      </c:pt>
                      <c:pt idx="2801">
                        <c:v>130.26300000000001</c:v>
                      </c:pt>
                      <c:pt idx="2802">
                        <c:v>130.00200000000001</c:v>
                      </c:pt>
                      <c:pt idx="2803">
                        <c:v>132.09100000000001</c:v>
                      </c:pt>
                      <c:pt idx="2804">
                        <c:v>136.79</c:v>
                      </c:pt>
                      <c:pt idx="2805">
                        <c:v>140.965</c:v>
                      </c:pt>
                      <c:pt idx="2806">
                        <c:v>140.464</c:v>
                      </c:pt>
                      <c:pt idx="2807">
                        <c:v>144.21299999999999</c:v>
                      </c:pt>
                      <c:pt idx="2808">
                        <c:v>167.702</c:v>
                      </c:pt>
                      <c:pt idx="2809">
                        <c:v>175.61600000000001</c:v>
                      </c:pt>
                      <c:pt idx="2810">
                        <c:v>168.48400000000001</c:v>
                      </c:pt>
                      <c:pt idx="2811">
                        <c:v>161.07400000000001</c:v>
                      </c:pt>
                      <c:pt idx="2812">
                        <c:v>164.41499999999999</c:v>
                      </c:pt>
                      <c:pt idx="2813">
                        <c:v>172.584</c:v>
                      </c:pt>
                      <c:pt idx="2814">
                        <c:v>177.75299999999999</c:v>
                      </c:pt>
                      <c:pt idx="2815">
                        <c:v>167.583</c:v>
                      </c:pt>
                      <c:pt idx="2816">
                        <c:v>173.82400000000001</c:v>
                      </c:pt>
                      <c:pt idx="2817">
                        <c:v>171.99600000000001</c:v>
                      </c:pt>
                      <c:pt idx="2818">
                        <c:v>171.66900000000001</c:v>
                      </c:pt>
                      <c:pt idx="2819">
                        <c:v>172.12899999999999</c:v>
                      </c:pt>
                      <c:pt idx="2820">
                        <c:v>176.46600000000001</c:v>
                      </c:pt>
                      <c:pt idx="2821">
                        <c:v>172.09399999999999</c:v>
                      </c:pt>
                      <c:pt idx="2822">
                        <c:v>169.49</c:v>
                      </c:pt>
                      <c:pt idx="2823">
                        <c:v>168.376</c:v>
                      </c:pt>
                      <c:pt idx="2824">
                        <c:v>167.79400000000001</c:v>
                      </c:pt>
                      <c:pt idx="2825">
                        <c:v>170.1</c:v>
                      </c:pt>
                      <c:pt idx="2826">
                        <c:v>165.81</c:v>
                      </c:pt>
                      <c:pt idx="2827">
                        <c:v>167.79499999999999</c:v>
                      </c:pt>
                      <c:pt idx="2828">
                        <c:v>164.499</c:v>
                      </c:pt>
                      <c:pt idx="2829">
                        <c:v>143.66</c:v>
                      </c:pt>
                      <c:pt idx="2830">
                        <c:v>148.15299999999999</c:v>
                      </c:pt>
                      <c:pt idx="2831">
                        <c:v>145.69300000000001</c:v>
                      </c:pt>
                      <c:pt idx="2832">
                        <c:v>144.58199999999999</c:v>
                      </c:pt>
                      <c:pt idx="2833">
                        <c:v>143.73599999999999</c:v>
                      </c:pt>
                      <c:pt idx="2834">
                        <c:v>149.41900000000001</c:v>
                      </c:pt>
                      <c:pt idx="2835">
                        <c:v>152.79599999999999</c:v>
                      </c:pt>
                      <c:pt idx="2836">
                        <c:v>147.97300000000001</c:v>
                      </c:pt>
                      <c:pt idx="2837">
                        <c:v>143.012</c:v>
                      </c:pt>
                      <c:pt idx="2838">
                        <c:v>142.869</c:v>
                      </c:pt>
                      <c:pt idx="2839">
                        <c:v>141.62200000000001</c:v>
                      </c:pt>
                      <c:pt idx="2840">
                        <c:v>138.94200000000001</c:v>
                      </c:pt>
                      <c:pt idx="2841">
                        <c:v>142.886</c:v>
                      </c:pt>
                      <c:pt idx="2842">
                        <c:v>142.958</c:v>
                      </c:pt>
                      <c:pt idx="2843">
                        <c:v>144.059</c:v>
                      </c:pt>
                      <c:pt idx="2844">
                        <c:v>139.56399999999999</c:v>
                      </c:pt>
                      <c:pt idx="2845">
                        <c:v>136.072</c:v>
                      </c:pt>
                      <c:pt idx="2846">
                        <c:v>136.03200000000001</c:v>
                      </c:pt>
                      <c:pt idx="2847">
                        <c:v>134.65100000000001</c:v>
                      </c:pt>
                      <c:pt idx="2848">
                        <c:v>132.774</c:v>
                      </c:pt>
                      <c:pt idx="2849">
                        <c:v>135.01</c:v>
                      </c:pt>
                      <c:pt idx="2850">
                        <c:v>139.626</c:v>
                      </c:pt>
                      <c:pt idx="2851">
                        <c:v>144.81299999999999</c:v>
                      </c:pt>
                      <c:pt idx="2852">
                        <c:v>151.07599999999999</c:v>
                      </c:pt>
                      <c:pt idx="2853">
                        <c:v>162.06299999999999</c:v>
                      </c:pt>
                      <c:pt idx="2854">
                        <c:v>173.495</c:v>
                      </c:pt>
                      <c:pt idx="2855">
                        <c:v>171.77699999999999</c:v>
                      </c:pt>
                      <c:pt idx="2856">
                        <c:v>167.929</c:v>
                      </c:pt>
                      <c:pt idx="2857">
                        <c:v>171.37</c:v>
                      </c:pt>
                      <c:pt idx="2858">
                        <c:v>171.94399999999999</c:v>
                      </c:pt>
                      <c:pt idx="2859">
                        <c:v>169.65700000000001</c:v>
                      </c:pt>
                      <c:pt idx="2860">
                        <c:v>165.399</c:v>
                      </c:pt>
                      <c:pt idx="2861">
                        <c:v>166.55500000000001</c:v>
                      </c:pt>
                      <c:pt idx="2862">
                        <c:v>161.90199999999999</c:v>
                      </c:pt>
                      <c:pt idx="2863">
                        <c:v>159.292</c:v>
                      </c:pt>
                      <c:pt idx="2864">
                        <c:v>157.79400000000001</c:v>
                      </c:pt>
                      <c:pt idx="2865">
                        <c:v>159.292</c:v>
                      </c:pt>
                      <c:pt idx="2866">
                        <c:v>159.16399999999999</c:v>
                      </c:pt>
                      <c:pt idx="2867">
                        <c:v>158.80099999999999</c:v>
                      </c:pt>
                      <c:pt idx="2868">
                        <c:v>157.88300000000001</c:v>
                      </c:pt>
                      <c:pt idx="2869">
                        <c:v>159.46</c:v>
                      </c:pt>
                      <c:pt idx="2870">
                        <c:v>156.81800000000001</c:v>
                      </c:pt>
                      <c:pt idx="2871">
                        <c:v>155.33500000000001</c:v>
                      </c:pt>
                      <c:pt idx="2872">
                        <c:v>154.958</c:v>
                      </c:pt>
                      <c:pt idx="2873">
                        <c:v>151.11000000000001</c:v>
                      </c:pt>
                      <c:pt idx="2874">
                        <c:v>149.74600000000001</c:v>
                      </c:pt>
                      <c:pt idx="2875">
                        <c:v>145.452</c:v>
                      </c:pt>
                      <c:pt idx="2876">
                        <c:v>145.94</c:v>
                      </c:pt>
                      <c:pt idx="2877">
                        <c:v>151.28399999999999</c:v>
                      </c:pt>
                      <c:pt idx="2878">
                        <c:v>150.75800000000001</c:v>
                      </c:pt>
                      <c:pt idx="2879">
                        <c:v>146.499</c:v>
                      </c:pt>
                      <c:pt idx="2880">
                        <c:v>140.79499999999999</c:v>
                      </c:pt>
                      <c:pt idx="2881">
                        <c:v>141.97399999999999</c:v>
                      </c:pt>
                      <c:pt idx="2882">
                        <c:v>144.923</c:v>
                      </c:pt>
                      <c:pt idx="2883">
                        <c:v>143.19900000000001</c:v>
                      </c:pt>
                      <c:pt idx="2884">
                        <c:v>143.636</c:v>
                      </c:pt>
                      <c:pt idx="2885">
                        <c:v>143.00700000000001</c:v>
                      </c:pt>
                      <c:pt idx="2886">
                        <c:v>137.79599999999999</c:v>
                      </c:pt>
                      <c:pt idx="2887">
                        <c:v>138.51499999999999</c:v>
                      </c:pt>
                      <c:pt idx="2888">
                        <c:v>138.35900000000001</c:v>
                      </c:pt>
                      <c:pt idx="2889">
                        <c:v>139.64400000000001</c:v>
                      </c:pt>
                      <c:pt idx="2890">
                        <c:v>141.81</c:v>
                      </c:pt>
                      <c:pt idx="2891">
                        <c:v>143.54900000000001</c:v>
                      </c:pt>
                      <c:pt idx="2892">
                        <c:v>147.50299999999999</c:v>
                      </c:pt>
                      <c:pt idx="2893">
                        <c:v>147.00399999999999</c:v>
                      </c:pt>
                      <c:pt idx="2894">
                        <c:v>143.268</c:v>
                      </c:pt>
                      <c:pt idx="2895">
                        <c:v>142.34899999999999</c:v>
                      </c:pt>
                      <c:pt idx="2896">
                        <c:v>144.55600000000001</c:v>
                      </c:pt>
                      <c:pt idx="2897">
                        <c:v>139.65799999999999</c:v>
                      </c:pt>
                      <c:pt idx="2898">
                        <c:v>140.25700000000001</c:v>
                      </c:pt>
                      <c:pt idx="2899">
                        <c:v>141.90299999999999</c:v>
                      </c:pt>
                      <c:pt idx="2900">
                        <c:v>142.69200000000001</c:v>
                      </c:pt>
                      <c:pt idx="2901">
                        <c:v>141.608</c:v>
                      </c:pt>
                      <c:pt idx="2902">
                        <c:v>140.96299999999999</c:v>
                      </c:pt>
                      <c:pt idx="2903">
                        <c:v>139.30000000000001</c:v>
                      </c:pt>
                      <c:pt idx="2904">
                        <c:v>144.417</c:v>
                      </c:pt>
                      <c:pt idx="2905">
                        <c:v>144.785</c:v>
                      </c:pt>
                      <c:pt idx="2906">
                        <c:v>143.09299999999999</c:v>
                      </c:pt>
                      <c:pt idx="2907">
                        <c:v>142.96700000000001</c:v>
                      </c:pt>
                      <c:pt idx="2908">
                        <c:v>143.55699999999999</c:v>
                      </c:pt>
                      <c:pt idx="2909">
                        <c:v>145.89099999999999</c:v>
                      </c:pt>
                      <c:pt idx="2910">
                        <c:v>146.042</c:v>
                      </c:pt>
                      <c:pt idx="2911">
                        <c:v>147.464</c:v>
                      </c:pt>
                      <c:pt idx="2912">
                        <c:v>147.11699999999999</c:v>
                      </c:pt>
                      <c:pt idx="2913">
                        <c:v>149.05099999999999</c:v>
                      </c:pt>
                      <c:pt idx="2914">
                        <c:v>147.86199999999999</c:v>
                      </c:pt>
                      <c:pt idx="2915">
                        <c:v>151.88399999999999</c:v>
                      </c:pt>
                      <c:pt idx="2916">
                        <c:v>157.22999999999999</c:v>
                      </c:pt>
                      <c:pt idx="2917">
                        <c:v>166.322</c:v>
                      </c:pt>
                      <c:pt idx="2918">
                        <c:v>167.52699999999999</c:v>
                      </c:pt>
                      <c:pt idx="2919">
                        <c:v>165.733</c:v>
                      </c:pt>
                      <c:pt idx="2920">
                        <c:v>164.44</c:v>
                      </c:pt>
                      <c:pt idx="2921">
                        <c:v>161.41999999999999</c:v>
                      </c:pt>
                      <c:pt idx="2922">
                        <c:v>160.00299999999999</c:v>
                      </c:pt>
                      <c:pt idx="2923">
                        <c:v>162.17699999999999</c:v>
                      </c:pt>
                      <c:pt idx="2924">
                        <c:v>163.91200000000001</c:v>
                      </c:pt>
                      <c:pt idx="2925">
                        <c:v>161.738</c:v>
                      </c:pt>
                      <c:pt idx="2926">
                        <c:v>158.44499999999999</c:v>
                      </c:pt>
                      <c:pt idx="2927">
                        <c:v>158.89099999999999</c:v>
                      </c:pt>
                      <c:pt idx="2928">
                        <c:v>162.27799999999999</c:v>
                      </c:pt>
                      <c:pt idx="2929">
                        <c:v>161.05199999999999</c:v>
                      </c:pt>
                      <c:pt idx="2930">
                        <c:v>165.04300000000001</c:v>
                      </c:pt>
                      <c:pt idx="2931">
                        <c:v>165.08600000000001</c:v>
                      </c:pt>
                      <c:pt idx="2932">
                        <c:v>166.14699999999999</c:v>
                      </c:pt>
                      <c:pt idx="2933">
                        <c:v>170.53</c:v>
                      </c:pt>
                      <c:pt idx="2934">
                        <c:v>169.26300000000001</c:v>
                      </c:pt>
                      <c:pt idx="2935">
                        <c:v>169.934</c:v>
                      </c:pt>
                      <c:pt idx="2936">
                        <c:v>167.339</c:v>
                      </c:pt>
                      <c:pt idx="2937">
                        <c:v>167.209</c:v>
                      </c:pt>
                      <c:pt idx="2938">
                        <c:v>172.74100000000001</c:v>
                      </c:pt>
                      <c:pt idx="2939">
                        <c:v>178.81</c:v>
                      </c:pt>
                      <c:pt idx="2940">
                        <c:v>180.31200000000001</c:v>
                      </c:pt>
                      <c:pt idx="2941">
                        <c:v>176.55</c:v>
                      </c:pt>
                      <c:pt idx="2942">
                        <c:v>171.751</c:v>
                      </c:pt>
                      <c:pt idx="2943">
                        <c:v>169.45599999999999</c:v>
                      </c:pt>
                      <c:pt idx="2944">
                        <c:v>168.917</c:v>
                      </c:pt>
                      <c:pt idx="2945">
                        <c:v>173.01599999999999</c:v>
                      </c:pt>
                      <c:pt idx="2946">
                        <c:v>170.62100000000001</c:v>
                      </c:pt>
                      <c:pt idx="2947">
                        <c:v>169.62299999999999</c:v>
                      </c:pt>
                      <c:pt idx="2948">
                        <c:v>171.39500000000001</c:v>
                      </c:pt>
                      <c:pt idx="2949">
                        <c:v>169.27199999999999</c:v>
                      </c:pt>
                      <c:pt idx="2950">
                        <c:v>171.93</c:v>
                      </c:pt>
                      <c:pt idx="2951">
                        <c:v>176.67400000000001</c:v>
                      </c:pt>
                      <c:pt idx="2952">
                        <c:v>181.85900000000001</c:v>
                      </c:pt>
                      <c:pt idx="2953">
                        <c:v>185.292</c:v>
                      </c:pt>
                      <c:pt idx="2954">
                        <c:v>182.387</c:v>
                      </c:pt>
                      <c:pt idx="2955">
                        <c:v>177.52199999999999</c:v>
                      </c:pt>
                      <c:pt idx="2956">
                        <c:v>179.26499999999999</c:v>
                      </c:pt>
                      <c:pt idx="2957">
                        <c:v>182.71600000000001</c:v>
                      </c:pt>
                      <c:pt idx="2958">
                        <c:v>186.458</c:v>
                      </c:pt>
                      <c:pt idx="2959">
                        <c:v>189.005</c:v>
                      </c:pt>
                      <c:pt idx="2960">
                        <c:v>188.70400000000001</c:v>
                      </c:pt>
                      <c:pt idx="2961">
                        <c:v>194.53100000000001</c:v>
                      </c:pt>
                      <c:pt idx="2962">
                        <c:v>195.798</c:v>
                      </c:pt>
                      <c:pt idx="2963">
                        <c:v>192.20599999999999</c:v>
                      </c:pt>
                      <c:pt idx="2964">
                        <c:v>194.09899999999999</c:v>
                      </c:pt>
                      <c:pt idx="2965">
                        <c:v>195.79599999999999</c:v>
                      </c:pt>
                      <c:pt idx="2966">
                        <c:v>200.09299999999999</c:v>
                      </c:pt>
                      <c:pt idx="2967">
                        <c:v>199.928</c:v>
                      </c:pt>
                      <c:pt idx="2968">
                        <c:v>200.65799999999999</c:v>
                      </c:pt>
                      <c:pt idx="2969">
                        <c:v>204.54900000000001</c:v>
                      </c:pt>
                      <c:pt idx="2970">
                        <c:v>207.64400000000001</c:v>
                      </c:pt>
                      <c:pt idx="2971">
                        <c:v>212.27199999999999</c:v>
                      </c:pt>
                      <c:pt idx="2972">
                        <c:v>216.08600000000001</c:v>
                      </c:pt>
                      <c:pt idx="2973">
                        <c:v>234.68199999999999</c:v>
                      </c:pt>
                      <c:pt idx="2974">
                        <c:v>232.238</c:v>
                      </c:pt>
                      <c:pt idx="2975">
                        <c:v>224.703</c:v>
                      </c:pt>
                      <c:pt idx="2976">
                        <c:v>218.232</c:v>
                      </c:pt>
                      <c:pt idx="2977">
                        <c:v>216.72900000000001</c:v>
                      </c:pt>
                      <c:pt idx="2978">
                        <c:v>217.715</c:v>
                      </c:pt>
                      <c:pt idx="2979">
                        <c:v>230.76400000000001</c:v>
                      </c:pt>
                      <c:pt idx="2980">
                        <c:v>230.68</c:v>
                      </c:pt>
                      <c:pt idx="2981">
                        <c:v>223.2</c:v>
                      </c:pt>
                      <c:pt idx="2982">
                        <c:v>227.596</c:v>
                      </c:pt>
                      <c:pt idx="2983">
                        <c:v>225.69300000000001</c:v>
                      </c:pt>
                      <c:pt idx="2984">
                        <c:v>220.32499999999999</c:v>
                      </c:pt>
                      <c:pt idx="2985">
                        <c:v>218.86799999999999</c:v>
                      </c:pt>
                      <c:pt idx="2986">
                        <c:v>217.50299999999999</c:v>
                      </c:pt>
                      <c:pt idx="2987">
                        <c:v>218.08099999999999</c:v>
                      </c:pt>
                      <c:pt idx="2988">
                        <c:v>216.97</c:v>
                      </c:pt>
                      <c:pt idx="2989">
                        <c:v>211.881</c:v>
                      </c:pt>
                      <c:pt idx="2990">
                        <c:v>199.02199999999999</c:v>
                      </c:pt>
                      <c:pt idx="2991">
                        <c:v>195.14699999999999</c:v>
                      </c:pt>
                      <c:pt idx="2992">
                        <c:v>200.64099999999999</c:v>
                      </c:pt>
                      <c:pt idx="2993">
                        <c:v>209.191</c:v>
                      </c:pt>
                      <c:pt idx="2994">
                        <c:v>226.90899999999999</c:v>
                      </c:pt>
                      <c:pt idx="2995">
                        <c:v>232.94800000000001</c:v>
                      </c:pt>
                      <c:pt idx="2996">
                        <c:v>235.91</c:v>
                      </c:pt>
                      <c:pt idx="2997">
                        <c:v>242.101</c:v>
                      </c:pt>
                      <c:pt idx="2998">
                        <c:v>259.62200000000001</c:v>
                      </c:pt>
                      <c:pt idx="2999">
                        <c:v>256.58800000000002</c:v>
                      </c:pt>
                      <c:pt idx="3000">
                        <c:v>249.17699999999999</c:v>
                      </c:pt>
                      <c:pt idx="3001">
                        <c:v>247.631</c:v>
                      </c:pt>
                      <c:pt idx="3002">
                        <c:v>243.125</c:v>
                      </c:pt>
                      <c:pt idx="3003">
                        <c:v>229.24100000000001</c:v>
                      </c:pt>
                      <c:pt idx="3004">
                        <c:v>225.46</c:v>
                      </c:pt>
                      <c:pt idx="3005">
                        <c:v>229.72300000000001</c:v>
                      </c:pt>
                      <c:pt idx="3006">
                        <c:v>221.673</c:v>
                      </c:pt>
                      <c:pt idx="3007">
                        <c:v>215.83</c:v>
                      </c:pt>
                      <c:pt idx="3008">
                        <c:v>214.88499999999999</c:v>
                      </c:pt>
                      <c:pt idx="3009">
                        <c:v>228.727</c:v>
                      </c:pt>
                      <c:pt idx="3010">
                        <c:v>230.73400000000001</c:v>
                      </c:pt>
                      <c:pt idx="3011">
                        <c:v>221.76400000000001</c:v>
                      </c:pt>
                      <c:pt idx="3012">
                        <c:v>218.79599999999999</c:v>
                      </c:pt>
                      <c:pt idx="3013">
                        <c:v>219.93299999999999</c:v>
                      </c:pt>
                      <c:pt idx="3014">
                        <c:v>222.577</c:v>
                      </c:pt>
                      <c:pt idx="3015">
                        <c:v>221.273</c:v>
                      </c:pt>
                      <c:pt idx="3016">
                        <c:v>218.166</c:v>
                      </c:pt>
                      <c:pt idx="3017">
                        <c:v>211.279</c:v>
                      </c:pt>
                      <c:pt idx="3018">
                        <c:v>208.798</c:v>
                      </c:pt>
                      <c:pt idx="3019">
                        <c:v>211.45599999999999</c:v>
                      </c:pt>
                      <c:pt idx="3020">
                        <c:v>208.965</c:v>
                      </c:pt>
                      <c:pt idx="3021">
                        <c:v>211.71299999999999</c:v>
                      </c:pt>
                      <c:pt idx="3022">
                        <c:v>210.172</c:v>
                      </c:pt>
                      <c:pt idx="3023">
                        <c:v>205.45400000000001</c:v>
                      </c:pt>
                      <c:pt idx="3024">
                        <c:v>192.44399999999999</c:v>
                      </c:pt>
                      <c:pt idx="3025">
                        <c:v>195.834</c:v>
                      </c:pt>
                      <c:pt idx="3026">
                        <c:v>201.494</c:v>
                      </c:pt>
                      <c:pt idx="3027">
                        <c:v>205.352</c:v>
                      </c:pt>
                      <c:pt idx="3028">
                        <c:v>210.22900000000001</c:v>
                      </c:pt>
                      <c:pt idx="3029">
                        <c:v>208.749</c:v>
                      </c:pt>
                      <c:pt idx="3030">
                        <c:v>207.16499999999999</c:v>
                      </c:pt>
                      <c:pt idx="3031">
                        <c:v>212.90700000000001</c:v>
                      </c:pt>
                      <c:pt idx="3032">
                        <c:v>219.65199999999999</c:v>
                      </c:pt>
                      <c:pt idx="3033">
                        <c:v>217.57499999999999</c:v>
                      </c:pt>
                      <c:pt idx="3034">
                        <c:v>217.92099999999999</c:v>
                      </c:pt>
                      <c:pt idx="3035">
                        <c:v>215.64599999999999</c:v>
                      </c:pt>
                      <c:pt idx="3036">
                        <c:v>214.988</c:v>
                      </c:pt>
                      <c:pt idx="3037">
                        <c:v>214.22800000000001</c:v>
                      </c:pt>
                      <c:pt idx="3038">
                        <c:v>216.512</c:v>
                      </c:pt>
                      <c:pt idx="3039">
                        <c:v>216.768</c:v>
                      </c:pt>
                      <c:pt idx="3040">
                        <c:v>218.755</c:v>
                      </c:pt>
                      <c:pt idx="3041">
                        <c:v>219.28100000000001</c:v>
                      </c:pt>
                      <c:pt idx="3042">
                        <c:v>219.57900000000001</c:v>
                      </c:pt>
                      <c:pt idx="3043">
                        <c:v>221.94</c:v>
                      </c:pt>
                      <c:pt idx="3044">
                        <c:v>220.745</c:v>
                      </c:pt>
                      <c:pt idx="3045">
                        <c:v>223.381</c:v>
                      </c:pt>
                      <c:pt idx="3046">
                        <c:v>232.422</c:v>
                      </c:pt>
                      <c:pt idx="3047">
                        <c:v>231.56399999999999</c:v>
                      </c:pt>
                      <c:pt idx="3048">
                        <c:v>239.08600000000001</c:v>
                      </c:pt>
                      <c:pt idx="3049">
                        <c:v>242.38800000000001</c:v>
                      </c:pt>
                      <c:pt idx="3050">
                        <c:v>243.32400000000001</c:v>
                      </c:pt>
                      <c:pt idx="3051">
                        <c:v>248.07900000000001</c:v>
                      </c:pt>
                      <c:pt idx="3052">
                        <c:v>256.142</c:v>
                      </c:pt>
                      <c:pt idx="3053">
                        <c:v>256.26299999999998</c:v>
                      </c:pt>
                      <c:pt idx="3054">
                        <c:v>246.35900000000001</c:v>
                      </c:pt>
                      <c:pt idx="3055">
                        <c:v>241.95400000000001</c:v>
                      </c:pt>
                      <c:pt idx="3056">
                        <c:v>241.87</c:v>
                      </c:pt>
                      <c:pt idx="3057">
                        <c:v>245.089</c:v>
                      </c:pt>
                      <c:pt idx="3058">
                        <c:v>247.267</c:v>
                      </c:pt>
                      <c:pt idx="3059">
                        <c:v>247.042</c:v>
                      </c:pt>
                      <c:pt idx="3060">
                        <c:v>242.94200000000001</c:v>
                      </c:pt>
                      <c:pt idx="3061">
                        <c:v>241</c:v>
                      </c:pt>
                      <c:pt idx="3062">
                        <c:v>240.733</c:v>
                      </c:pt>
                      <c:pt idx="3063">
                        <c:v>239.86799999999999</c:v>
                      </c:pt>
                      <c:pt idx="3064">
                        <c:v>238.268</c:v>
                      </c:pt>
                      <c:pt idx="3065">
                        <c:v>241.44499999999999</c:v>
                      </c:pt>
                      <c:pt idx="3066">
                        <c:v>242.53899999999999</c:v>
                      </c:pt>
                      <c:pt idx="3067">
                        <c:v>242.821</c:v>
                      </c:pt>
                      <c:pt idx="3068">
                        <c:v>246.333</c:v>
                      </c:pt>
                      <c:pt idx="3069">
                        <c:v>244.38</c:v>
                      </c:pt>
                      <c:pt idx="3070">
                        <c:v>252.672</c:v>
                      </c:pt>
                      <c:pt idx="3071">
                        <c:v>258.459</c:v>
                      </c:pt>
                      <c:pt idx="3072">
                        <c:v>264.86799999999999</c:v>
                      </c:pt>
                      <c:pt idx="3073">
                        <c:v>272.72300000000001</c:v>
                      </c:pt>
                      <c:pt idx="3074">
                        <c:v>274.07499999999999</c:v>
                      </c:pt>
                      <c:pt idx="3075">
                        <c:v>279.13499999999999</c:v>
                      </c:pt>
                      <c:pt idx="3076">
                        <c:v>276.17099999999999</c:v>
                      </c:pt>
                      <c:pt idx="3077">
                        <c:v>287.95299999999997</c:v>
                      </c:pt>
                      <c:pt idx="3078">
                        <c:v>295.983</c:v>
                      </c:pt>
                      <c:pt idx="3079">
                        <c:v>297.64</c:v>
                      </c:pt>
                      <c:pt idx="3080">
                        <c:v>304.84300000000002</c:v>
                      </c:pt>
                      <c:pt idx="3081">
                        <c:v>299.22199999999998</c:v>
                      </c:pt>
                      <c:pt idx="3082">
                        <c:v>289.11099999999999</c:v>
                      </c:pt>
                      <c:pt idx="3083">
                        <c:v>297.33699999999999</c:v>
                      </c:pt>
                      <c:pt idx="3084">
                        <c:v>290.02</c:v>
                      </c:pt>
                      <c:pt idx="3085">
                        <c:v>288.97899999999998</c:v>
                      </c:pt>
                      <c:pt idx="3086">
                        <c:v>281.29599999999999</c:v>
                      </c:pt>
                      <c:pt idx="3087">
                        <c:v>283.38900000000001</c:v>
                      </c:pt>
                      <c:pt idx="3088">
                        <c:v>283.51400000000001</c:v>
                      </c:pt>
                      <c:pt idx="3089">
                        <c:v>296.95600000000002</c:v>
                      </c:pt>
                      <c:pt idx="3090">
                        <c:v>292.17399999999998</c:v>
                      </c:pt>
                      <c:pt idx="3091">
                        <c:v>287.57299999999998</c:v>
                      </c:pt>
                      <c:pt idx="3092">
                        <c:v>288.53199999999998</c:v>
                      </c:pt>
                      <c:pt idx="3093">
                        <c:v>301.29500000000002</c:v>
                      </c:pt>
                      <c:pt idx="3094">
                        <c:v>308.58</c:v>
                      </c:pt>
                      <c:pt idx="3095">
                        <c:v>314.32100000000003</c:v>
                      </c:pt>
                      <c:pt idx="3096">
                        <c:v>326.24799999999999</c:v>
                      </c:pt>
                      <c:pt idx="3097">
                        <c:v>319.47399999999999</c:v>
                      </c:pt>
                      <c:pt idx="3098">
                        <c:v>317.36700000000002</c:v>
                      </c:pt>
                      <c:pt idx="3099">
                        <c:v>313.238</c:v>
                      </c:pt>
                      <c:pt idx="3100">
                        <c:v>297.15100000000001</c:v>
                      </c:pt>
                      <c:pt idx="3101">
                        <c:v>294.50299999999999</c:v>
                      </c:pt>
                      <c:pt idx="3102">
                        <c:v>290.411</c:v>
                      </c:pt>
                      <c:pt idx="3103">
                        <c:v>274.98099999999999</c:v>
                      </c:pt>
                      <c:pt idx="3104">
                        <c:v>278.79199999999997</c:v>
                      </c:pt>
                      <c:pt idx="3105">
                        <c:v>270.98200000000003</c:v>
                      </c:pt>
                      <c:pt idx="3106">
                        <c:v>268.76400000000001</c:v>
                      </c:pt>
                      <c:pt idx="3107">
                        <c:v>271.74900000000002</c:v>
                      </c:pt>
                      <c:pt idx="3108">
                        <c:v>274.2</c:v>
                      </c:pt>
                      <c:pt idx="3109">
                        <c:v>264.71499999999997</c:v>
                      </c:pt>
                      <c:pt idx="3110">
                        <c:v>260.39499999999998</c:v>
                      </c:pt>
                      <c:pt idx="3111">
                        <c:v>255.18299999999999</c:v>
                      </c:pt>
                      <c:pt idx="3112">
                        <c:v>250.00299999999999</c:v>
                      </c:pt>
                      <c:pt idx="3113">
                        <c:v>246.47</c:v>
                      </c:pt>
                      <c:pt idx="3114">
                        <c:v>247.53299999999999</c:v>
                      </c:pt>
                      <c:pt idx="3115">
                        <c:v>242.44399999999999</c:v>
                      </c:pt>
                      <c:pt idx="3116">
                        <c:v>239.566</c:v>
                      </c:pt>
                      <c:pt idx="3117">
                        <c:v>232.029</c:v>
                      </c:pt>
                      <c:pt idx="3118">
                        <c:v>229.548</c:v>
                      </c:pt>
                      <c:pt idx="3119">
                        <c:v>235.17500000000001</c:v>
                      </c:pt>
                      <c:pt idx="3120">
                        <c:v>224.60900000000001</c:v>
                      </c:pt>
                      <c:pt idx="3121">
                        <c:v>204.506</c:v>
                      </c:pt>
                      <c:pt idx="3122">
                        <c:v>198.97499999999999</c:v>
                      </c:pt>
                      <c:pt idx="3123">
                        <c:v>208.73599999999999</c:v>
                      </c:pt>
                      <c:pt idx="3124">
                        <c:v>206.226</c:v>
                      </c:pt>
                      <c:pt idx="3125">
                        <c:v>215.267</c:v>
                      </c:pt>
                      <c:pt idx="3126">
                        <c:v>221.92</c:v>
                      </c:pt>
                      <c:pt idx="3127">
                        <c:v>223.43799999999999</c:v>
                      </c:pt>
                      <c:pt idx="3128">
                        <c:v>220.34</c:v>
                      </c:pt>
                      <c:pt idx="3129">
                        <c:v>218.16200000000001</c:v>
                      </c:pt>
                      <c:pt idx="3130">
                        <c:v>212.71700000000001</c:v>
                      </c:pt>
                      <c:pt idx="3131">
                        <c:v>215.65899999999999</c:v>
                      </c:pt>
                      <c:pt idx="3132">
                        <c:v>219.28299999999999</c:v>
                      </c:pt>
                      <c:pt idx="3133">
                        <c:v>227.822</c:v>
                      </c:pt>
                      <c:pt idx="3134">
                        <c:v>236.654</c:v>
                      </c:pt>
                      <c:pt idx="3135">
                        <c:v>233.447</c:v>
                      </c:pt>
                      <c:pt idx="3136">
                        <c:v>240.56299999999999</c:v>
                      </c:pt>
                      <c:pt idx="3137">
                        <c:v>239.85900000000001</c:v>
                      </c:pt>
                      <c:pt idx="3138">
                        <c:v>235.983</c:v>
                      </c:pt>
                      <c:pt idx="3139">
                        <c:v>225.161</c:v>
                      </c:pt>
                      <c:pt idx="3140">
                        <c:v>217.422</c:v>
                      </c:pt>
                      <c:pt idx="3141">
                        <c:v>213.43</c:v>
                      </c:pt>
                      <c:pt idx="3142">
                        <c:v>217.71299999999999</c:v>
                      </c:pt>
                      <c:pt idx="3143">
                        <c:v>214.892</c:v>
                      </c:pt>
                      <c:pt idx="3144">
                        <c:v>206.56899999999999</c:v>
                      </c:pt>
                      <c:pt idx="3145">
                        <c:v>204.001</c:v>
                      </c:pt>
                      <c:pt idx="3146">
                        <c:v>213.93100000000001</c:v>
                      </c:pt>
                      <c:pt idx="3147">
                        <c:v>216.077</c:v>
                      </c:pt>
                      <c:pt idx="3148">
                        <c:v>218.42400000000001</c:v>
                      </c:pt>
                      <c:pt idx="3149">
                        <c:v>214.25299999999999</c:v>
                      </c:pt>
                      <c:pt idx="3150">
                        <c:v>208.74</c:v>
                      </c:pt>
                      <c:pt idx="3151">
                        <c:v>213.46799999999999</c:v>
                      </c:pt>
                      <c:pt idx="3152">
                        <c:v>218.97900000000001</c:v>
                      </c:pt>
                      <c:pt idx="3153">
                        <c:v>218.80600000000001</c:v>
                      </c:pt>
                      <c:pt idx="3154">
                        <c:v>226.56200000000001</c:v>
                      </c:pt>
                      <c:pt idx="3155">
                        <c:v>229.995</c:v>
                      </c:pt>
                      <c:pt idx="3156">
                        <c:v>231.77600000000001</c:v>
                      </c:pt>
                      <c:pt idx="3157">
                        <c:v>227.57</c:v>
                      </c:pt>
                      <c:pt idx="3158">
                        <c:v>230.858</c:v>
                      </c:pt>
                      <c:pt idx="3159">
                        <c:v>228.45699999999999</c:v>
                      </c:pt>
                      <c:pt idx="3160">
                        <c:v>226.4</c:v>
                      </c:pt>
                      <c:pt idx="3161">
                        <c:v>223.482</c:v>
                      </c:pt>
                      <c:pt idx="3162">
                        <c:v>226.58099999999999</c:v>
                      </c:pt>
                      <c:pt idx="3163">
                        <c:v>224.93199999999999</c:v>
                      </c:pt>
                      <c:pt idx="3164">
                        <c:v>226.79599999999999</c:v>
                      </c:pt>
                      <c:pt idx="3165">
                        <c:v>233.501</c:v>
                      </c:pt>
                      <c:pt idx="3166">
                        <c:v>234.607</c:v>
                      </c:pt>
                      <c:pt idx="3167">
                        <c:v>234.21199999999999</c:v>
                      </c:pt>
                      <c:pt idx="3168">
                        <c:v>239.53399999999999</c:v>
                      </c:pt>
                      <c:pt idx="3169">
                        <c:v>238.92</c:v>
                      </c:pt>
                      <c:pt idx="3170">
                        <c:v>233.892</c:v>
                      </c:pt>
                      <c:pt idx="3171">
                        <c:v>233.00800000000001</c:v>
                      </c:pt>
                      <c:pt idx="3172">
                        <c:v>231.84200000000001</c:v>
                      </c:pt>
                      <c:pt idx="3173">
                        <c:v>230.68899999999999</c:v>
                      </c:pt>
                      <c:pt idx="3174">
                        <c:v>234.06299999999999</c:v>
                      </c:pt>
                      <c:pt idx="3175">
                        <c:v>231.57400000000001</c:v>
                      </c:pt>
                      <c:pt idx="3176">
                        <c:v>229.136</c:v>
                      </c:pt>
                      <c:pt idx="3177">
                        <c:v>226.18799999999999</c:v>
                      </c:pt>
                      <c:pt idx="3178">
                        <c:v>216.078</c:v>
                      </c:pt>
                      <c:pt idx="3179">
                        <c:v>211.375</c:v>
                      </c:pt>
                      <c:pt idx="3180">
                        <c:v>208.5</c:v>
                      </c:pt>
                      <c:pt idx="3181">
                        <c:v>212.495</c:v>
                      </c:pt>
                      <c:pt idx="3182">
                        <c:v>218.547</c:v>
                      </c:pt>
                      <c:pt idx="3183">
                        <c:v>226.43199999999999</c:v>
                      </c:pt>
                      <c:pt idx="3184">
                        <c:v>233.87299999999999</c:v>
                      </c:pt>
                      <c:pt idx="3185">
                        <c:v>235.005</c:v>
                      </c:pt>
                      <c:pt idx="3186">
                        <c:v>236.68600000000001</c:v>
                      </c:pt>
                      <c:pt idx="3187">
                        <c:v>234.249</c:v>
                      </c:pt>
                      <c:pt idx="3188">
                        <c:v>226.511</c:v>
                      </c:pt>
                      <c:pt idx="3189">
                        <c:v>223.619</c:v>
                      </c:pt>
                      <c:pt idx="3190">
                        <c:v>220.48699999999999</c:v>
                      </c:pt>
                      <c:pt idx="3191">
                        <c:v>211.87200000000001</c:v>
                      </c:pt>
                      <c:pt idx="3192">
                        <c:v>229.55799999999999</c:v>
                      </c:pt>
                      <c:pt idx="3193">
                        <c:v>237.42599999999999</c:v>
                      </c:pt>
                      <c:pt idx="3194">
                        <c:v>228.34299999999999</c:v>
                      </c:pt>
                      <c:pt idx="3195">
                        <c:v>210.82900000000001</c:v>
                      </c:pt>
                      <c:pt idx="3196">
                        <c:v>205.57300000000001</c:v>
                      </c:pt>
                      <c:pt idx="3197">
                        <c:v>203.06899999999999</c:v>
                      </c:pt>
                      <c:pt idx="3198">
                        <c:v>201.01300000000001</c:v>
                      </c:pt>
                      <c:pt idx="3199">
                        <c:v>206.33799999999999</c:v>
                      </c:pt>
                      <c:pt idx="3200">
                        <c:v>203.95099999999999</c:v>
                      </c:pt>
                      <c:pt idx="3201">
                        <c:v>206.83799999999999</c:v>
                      </c:pt>
                      <c:pt idx="3202">
                        <c:v>196.626</c:v>
                      </c:pt>
                      <c:pt idx="3203">
                        <c:v>192.49700000000001</c:v>
                      </c:pt>
                      <c:pt idx="3204">
                        <c:v>183.56</c:v>
                      </c:pt>
                      <c:pt idx="3205">
                        <c:v>183.13800000000001</c:v>
                      </c:pt>
                      <c:pt idx="3206">
                        <c:v>185.06</c:v>
                      </c:pt>
                      <c:pt idx="3207">
                        <c:v>187.84399999999999</c:v>
                      </c:pt>
                      <c:pt idx="3208">
                        <c:v>186.59700000000001</c:v>
                      </c:pt>
                      <c:pt idx="3209">
                        <c:v>185.02699999999999</c:v>
                      </c:pt>
                      <c:pt idx="3210">
                        <c:v>181.655</c:v>
                      </c:pt>
                      <c:pt idx="3211">
                        <c:v>181.833</c:v>
                      </c:pt>
                      <c:pt idx="3212">
                        <c:v>180.04</c:v>
                      </c:pt>
                      <c:pt idx="3213">
                        <c:v>185.84299999999999</c:v>
                      </c:pt>
                      <c:pt idx="3214">
                        <c:v>191.51400000000001</c:v>
                      </c:pt>
                      <c:pt idx="3215">
                        <c:v>193.96</c:v>
                      </c:pt>
                      <c:pt idx="3216">
                        <c:v>198.404</c:v>
                      </c:pt>
                      <c:pt idx="3217">
                        <c:v>196.97800000000001</c:v>
                      </c:pt>
                      <c:pt idx="3218">
                        <c:v>199.50399999999999</c:v>
                      </c:pt>
                      <c:pt idx="3219">
                        <c:v>200.732</c:v>
                      </c:pt>
                      <c:pt idx="3220">
                        <c:v>196.42099999999999</c:v>
                      </c:pt>
                      <c:pt idx="3221">
                        <c:v>190.34100000000001</c:v>
                      </c:pt>
                      <c:pt idx="3222">
                        <c:v>184.88399999999999</c:v>
                      </c:pt>
                      <c:pt idx="3223">
                        <c:v>177.583</c:v>
                      </c:pt>
                      <c:pt idx="3224">
                        <c:v>174.61099999999999</c:v>
                      </c:pt>
                      <c:pt idx="3225">
                        <c:v>176.167</c:v>
                      </c:pt>
                      <c:pt idx="3226">
                        <c:v>173.501</c:v>
                      </c:pt>
                      <c:pt idx="3227">
                        <c:v>174.06399999999999</c:v>
                      </c:pt>
                      <c:pt idx="3228">
                        <c:v>169.43600000000001</c:v>
                      </c:pt>
                      <c:pt idx="3229">
                        <c:v>168.983</c:v>
                      </c:pt>
                      <c:pt idx="3230">
                        <c:v>168.334</c:v>
                      </c:pt>
                      <c:pt idx="3231">
                        <c:v>165.32599999999999</c:v>
                      </c:pt>
                      <c:pt idx="3232">
                        <c:v>165.56700000000001</c:v>
                      </c:pt>
                      <c:pt idx="3233">
                        <c:v>167.32400000000001</c:v>
                      </c:pt>
                      <c:pt idx="3234">
                        <c:v>166.73699999999999</c:v>
                      </c:pt>
                      <c:pt idx="3235">
                        <c:v>170.35400000000001</c:v>
                      </c:pt>
                      <c:pt idx="3236">
                        <c:v>171.88</c:v>
                      </c:pt>
                      <c:pt idx="3237">
                        <c:v>171.18100000000001</c:v>
                      </c:pt>
                      <c:pt idx="3238">
                        <c:v>167.01599999999999</c:v>
                      </c:pt>
                      <c:pt idx="3239">
                        <c:v>168.00899999999999</c:v>
                      </c:pt>
                      <c:pt idx="3240">
                        <c:v>170.167</c:v>
                      </c:pt>
                      <c:pt idx="3241">
                        <c:v>172.005</c:v>
                      </c:pt>
                      <c:pt idx="3242">
                        <c:v>167.857</c:v>
                      </c:pt>
                      <c:pt idx="3243">
                        <c:v>167.434</c:v>
                      </c:pt>
                      <c:pt idx="3244">
                        <c:v>163.73599999999999</c:v>
                      </c:pt>
                      <c:pt idx="3245">
                        <c:v>157.547</c:v>
                      </c:pt>
                      <c:pt idx="3246">
                        <c:v>156.27600000000001</c:v>
                      </c:pt>
                      <c:pt idx="3247">
                        <c:v>160.75399999999999</c:v>
                      </c:pt>
                      <c:pt idx="3248">
                        <c:v>159.869</c:v>
                      </c:pt>
                      <c:pt idx="3249">
                        <c:v>167.93799999999999</c:v>
                      </c:pt>
                      <c:pt idx="3250">
                        <c:v>173.304</c:v>
                      </c:pt>
                      <c:pt idx="3251">
                        <c:v>171.86099999999999</c:v>
                      </c:pt>
                      <c:pt idx="3252">
                        <c:v>175.44</c:v>
                      </c:pt>
                      <c:pt idx="3253">
                        <c:v>172.37700000000001</c:v>
                      </c:pt>
                      <c:pt idx="3254">
                        <c:v>182.35300000000001</c:v>
                      </c:pt>
                      <c:pt idx="3255">
                        <c:v>170.33699999999999</c:v>
                      </c:pt>
                      <c:pt idx="3256">
                        <c:v>168.40100000000001</c:v>
                      </c:pt>
                      <c:pt idx="3257">
                        <c:v>174.21899999999999</c:v>
                      </c:pt>
                      <c:pt idx="3258">
                        <c:v>179.14699999999999</c:v>
                      </c:pt>
                      <c:pt idx="3259">
                        <c:v>175.02</c:v>
                      </c:pt>
                      <c:pt idx="3260">
                        <c:v>165.32</c:v>
                      </c:pt>
                      <c:pt idx="3261">
                        <c:v>172.28</c:v>
                      </c:pt>
                      <c:pt idx="3262">
                        <c:v>170.02500000000001</c:v>
                      </c:pt>
                      <c:pt idx="3263">
                        <c:v>171.274</c:v>
                      </c:pt>
                      <c:pt idx="3264">
                        <c:v>179.226</c:v>
                      </c:pt>
                      <c:pt idx="3265">
                        <c:v>177.75200000000001</c:v>
                      </c:pt>
                      <c:pt idx="3266">
                        <c:v>178.773</c:v>
                      </c:pt>
                      <c:pt idx="3267">
                        <c:v>178.08799999999999</c:v>
                      </c:pt>
                      <c:pt idx="3268">
                        <c:v>177.73599999999999</c:v>
                      </c:pt>
                      <c:pt idx="3269">
                        <c:v>180.49700000000001</c:v>
                      </c:pt>
                      <c:pt idx="3270">
                        <c:v>177.07</c:v>
                      </c:pt>
                      <c:pt idx="3271">
                        <c:v>175.834</c:v>
                      </c:pt>
                      <c:pt idx="3272">
                        <c:v>178.505</c:v>
                      </c:pt>
                      <c:pt idx="3273">
                        <c:v>180.68</c:v>
                      </c:pt>
                      <c:pt idx="3274">
                        <c:v>178.904</c:v>
                      </c:pt>
                      <c:pt idx="3275">
                        <c:v>174.45</c:v>
                      </c:pt>
                      <c:pt idx="3276">
                        <c:v>168.518</c:v>
                      </c:pt>
                      <c:pt idx="3277">
                        <c:v>166.12100000000001</c:v>
                      </c:pt>
                      <c:pt idx="3278">
                        <c:v>165.45</c:v>
                      </c:pt>
                      <c:pt idx="3279">
                        <c:v>166.929</c:v>
                      </c:pt>
                      <c:pt idx="3280">
                        <c:v>170.4</c:v>
                      </c:pt>
                      <c:pt idx="3281">
                        <c:v>172.11099999999999</c:v>
                      </c:pt>
                      <c:pt idx="3282">
                        <c:v>174.09200000000001</c:v>
                      </c:pt>
                      <c:pt idx="3283">
                        <c:v>176.221</c:v>
                      </c:pt>
                      <c:pt idx="3284">
                        <c:v>180.001</c:v>
                      </c:pt>
                      <c:pt idx="3285">
                        <c:v>186.035</c:v>
                      </c:pt>
                      <c:pt idx="3286">
                        <c:v>187.15100000000001</c:v>
                      </c:pt>
                      <c:pt idx="3287">
                        <c:v>187.541</c:v>
                      </c:pt>
                      <c:pt idx="3288">
                        <c:v>178.50700000000001</c:v>
                      </c:pt>
                      <c:pt idx="3289">
                        <c:v>173.38</c:v>
                      </c:pt>
                      <c:pt idx="3290">
                        <c:v>179.90799999999999</c:v>
                      </c:pt>
                      <c:pt idx="3291">
                        <c:v>199.376</c:v>
                      </c:pt>
                      <c:pt idx="3292">
                        <c:v>195.70699999999999</c:v>
                      </c:pt>
                      <c:pt idx="3293">
                        <c:v>210.822</c:v>
                      </c:pt>
                      <c:pt idx="3294">
                        <c:v>194.62799999999999</c:v>
                      </c:pt>
                      <c:pt idx="3295">
                        <c:v>197.80099999999999</c:v>
                      </c:pt>
                      <c:pt idx="3296">
                        <c:v>202.477</c:v>
                      </c:pt>
                      <c:pt idx="3297">
                        <c:v>205.65700000000001</c:v>
                      </c:pt>
                      <c:pt idx="3298">
                        <c:v>204.33699999999999</c:v>
                      </c:pt>
                      <c:pt idx="3299">
                        <c:v>199.678</c:v>
                      </c:pt>
                      <c:pt idx="3300">
                        <c:v>200.607</c:v>
                      </c:pt>
                      <c:pt idx="3301">
                        <c:v>200.13900000000001</c:v>
                      </c:pt>
                      <c:pt idx="3302">
                        <c:v>200.48099999999999</c:v>
                      </c:pt>
                      <c:pt idx="3303">
                        <c:v>196.727</c:v>
                      </c:pt>
                      <c:pt idx="3304">
                        <c:v>196.65199999999999</c:v>
                      </c:pt>
                      <c:pt idx="3305">
                        <c:v>190.566</c:v>
                      </c:pt>
                      <c:pt idx="3306">
                        <c:v>193.99799999999999</c:v>
                      </c:pt>
                      <c:pt idx="3307">
                        <c:v>193.292</c:v>
                      </c:pt>
                      <c:pt idx="3308">
                        <c:v>188.679</c:v>
                      </c:pt>
                      <c:pt idx="3309">
                        <c:v>178.26900000000001</c:v>
                      </c:pt>
                      <c:pt idx="3310">
                        <c:v>170.24700000000001</c:v>
                      </c:pt>
                      <c:pt idx="3311">
                        <c:v>170.18100000000001</c:v>
                      </c:pt>
                      <c:pt idx="3312">
                        <c:v>170.60900000000001</c:v>
                      </c:pt>
                      <c:pt idx="3313">
                        <c:v>168.15100000000001</c:v>
                      </c:pt>
                      <c:pt idx="3314">
                        <c:v>166.21600000000001</c:v>
                      </c:pt>
                      <c:pt idx="3315">
                        <c:v>167.31299999999999</c:v>
                      </c:pt>
                      <c:pt idx="3316">
                        <c:v>165.935</c:v>
                      </c:pt>
                      <c:pt idx="3317">
                        <c:v>163.57400000000001</c:v>
                      </c:pt>
                      <c:pt idx="3318">
                        <c:v>164.25200000000001</c:v>
                      </c:pt>
                      <c:pt idx="3319">
                        <c:v>162.75399999999999</c:v>
                      </c:pt>
                      <c:pt idx="3320">
                        <c:v>162.941</c:v>
                      </c:pt>
                      <c:pt idx="3321">
                        <c:v>164.88800000000001</c:v>
                      </c:pt>
                      <c:pt idx="3322">
                        <c:v>165.08799999999999</c:v>
                      </c:pt>
                      <c:pt idx="3323">
                        <c:v>164.89500000000001</c:v>
                      </c:pt>
                      <c:pt idx="3324">
                        <c:v>164.78</c:v>
                      </c:pt>
                      <c:pt idx="3325">
                        <c:v>164.07499999999999</c:v>
                      </c:pt>
                      <c:pt idx="3326">
                        <c:v>164.58699999999999</c:v>
                      </c:pt>
                      <c:pt idx="3327">
                        <c:v>164.22300000000001</c:v>
                      </c:pt>
                      <c:pt idx="3328">
                        <c:v>163.947</c:v>
                      </c:pt>
                      <c:pt idx="3329">
                        <c:v>164.16200000000001</c:v>
                      </c:pt>
                      <c:pt idx="3330">
                        <c:v>159.499</c:v>
                      </c:pt>
                      <c:pt idx="3331">
                        <c:v>154.68100000000001</c:v>
                      </c:pt>
                      <c:pt idx="3332">
                        <c:v>155.01499999999999</c:v>
                      </c:pt>
                      <c:pt idx="3333">
                        <c:v>155.81399999999999</c:v>
                      </c:pt>
                      <c:pt idx="3334">
                        <c:v>158.387</c:v>
                      </c:pt>
                      <c:pt idx="3335">
                        <c:v>154.70500000000001</c:v>
                      </c:pt>
                      <c:pt idx="3336">
                        <c:v>153.148</c:v>
                      </c:pt>
                      <c:pt idx="3337">
                        <c:v>151.238</c:v>
                      </c:pt>
                      <c:pt idx="3338">
                        <c:v>150.899</c:v>
                      </c:pt>
                      <c:pt idx="3339">
                        <c:v>149.958</c:v>
                      </c:pt>
                      <c:pt idx="3340">
                        <c:v>152.66300000000001</c:v>
                      </c:pt>
                      <c:pt idx="3341">
                        <c:v>153.72900000000001</c:v>
                      </c:pt>
                      <c:pt idx="3342">
                        <c:v>152.61600000000001</c:v>
                      </c:pt>
                      <c:pt idx="3343">
                        <c:v>151.47800000000001</c:v>
                      </c:pt>
                      <c:pt idx="3344">
                        <c:v>152.31100000000001</c:v>
                      </c:pt>
                      <c:pt idx="3345">
                        <c:v>151.13300000000001</c:v>
                      </c:pt>
                      <c:pt idx="3346">
                        <c:v>152.73099999999999</c:v>
                      </c:pt>
                      <c:pt idx="3347">
                        <c:v>151.31100000000001</c:v>
                      </c:pt>
                      <c:pt idx="3348">
                        <c:v>153.63300000000001</c:v>
                      </c:pt>
                      <c:pt idx="3349">
                        <c:v>153.81399999999999</c:v>
                      </c:pt>
                      <c:pt idx="3350">
                        <c:v>151.38999999999999</c:v>
                      </c:pt>
                      <c:pt idx="3351">
                        <c:v>147.89099999999999</c:v>
                      </c:pt>
                      <c:pt idx="3352">
                        <c:v>144.72800000000001</c:v>
                      </c:pt>
                      <c:pt idx="3353">
                        <c:v>144.387</c:v>
                      </c:pt>
                      <c:pt idx="3354">
                        <c:v>145.374</c:v>
                      </c:pt>
                      <c:pt idx="3355">
                        <c:v>147.82300000000001</c:v>
                      </c:pt>
                      <c:pt idx="3356">
                        <c:v>146.535</c:v>
                      </c:pt>
                      <c:pt idx="3357">
                        <c:v>143.578</c:v>
                      </c:pt>
                      <c:pt idx="3358">
                        <c:v>137.875</c:v>
                      </c:pt>
                      <c:pt idx="3359">
                        <c:v>137.96700000000001</c:v>
                      </c:pt>
                      <c:pt idx="3360">
                        <c:v>141.619</c:v>
                      </c:pt>
                      <c:pt idx="3361">
                        <c:v>144.113</c:v>
                      </c:pt>
                      <c:pt idx="3362">
                        <c:v>145.38900000000001</c:v>
                      </c:pt>
                      <c:pt idx="3363">
                        <c:v>145.59200000000001</c:v>
                      </c:pt>
                      <c:pt idx="3364">
                        <c:v>140.61600000000001</c:v>
                      </c:pt>
                      <c:pt idx="3365">
                        <c:v>137.86799999999999</c:v>
                      </c:pt>
                      <c:pt idx="3366">
                        <c:v>135.65</c:v>
                      </c:pt>
                      <c:pt idx="3367">
                        <c:v>137.61000000000001</c:v>
                      </c:pt>
                      <c:pt idx="3368">
                        <c:v>138.41</c:v>
                      </c:pt>
                      <c:pt idx="3369">
                        <c:v>140.43799999999999</c:v>
                      </c:pt>
                      <c:pt idx="3370">
                        <c:v>134.62899999999999</c:v>
                      </c:pt>
                      <c:pt idx="3371">
                        <c:v>136.68600000000001</c:v>
                      </c:pt>
                      <c:pt idx="3372">
                        <c:v>132.65199999999999</c:v>
                      </c:pt>
                      <c:pt idx="3373">
                        <c:v>130.345</c:v>
                      </c:pt>
                      <c:pt idx="3374">
                        <c:v>131.40700000000001</c:v>
                      </c:pt>
                      <c:pt idx="3375">
                        <c:v>137.65899999999999</c:v>
                      </c:pt>
                      <c:pt idx="3376">
                        <c:v>140.047</c:v>
                      </c:pt>
                      <c:pt idx="3377">
                        <c:v>137.566</c:v>
                      </c:pt>
                      <c:pt idx="3378">
                        <c:v>137.71299999999999</c:v>
                      </c:pt>
                      <c:pt idx="3379">
                        <c:v>140.60499999999999</c:v>
                      </c:pt>
                      <c:pt idx="3380">
                        <c:v>132.27799999999999</c:v>
                      </c:pt>
                      <c:pt idx="3381">
                        <c:v>131.71100000000001</c:v>
                      </c:pt>
                      <c:pt idx="3382">
                        <c:v>128.923</c:v>
                      </c:pt>
                      <c:pt idx="3383">
                        <c:v>140.66399999999999</c:v>
                      </c:pt>
                      <c:pt idx="3384">
                        <c:v>146.07400000000001</c:v>
                      </c:pt>
                      <c:pt idx="3385">
                        <c:v>145.62</c:v>
                      </c:pt>
                      <c:pt idx="3386">
                        <c:v>142.59899999999999</c:v>
                      </c:pt>
                      <c:pt idx="3387">
                        <c:v>138.02000000000001</c:v>
                      </c:pt>
                      <c:pt idx="3388">
                        <c:v>137.89500000000001</c:v>
                      </c:pt>
                      <c:pt idx="3389">
                        <c:v>135.14500000000001</c:v>
                      </c:pt>
                      <c:pt idx="3390">
                        <c:v>133.583</c:v>
                      </c:pt>
                      <c:pt idx="3391">
                        <c:v>133.06100000000001</c:v>
                      </c:pt>
                      <c:pt idx="3392">
                        <c:v>133.99100000000001</c:v>
                      </c:pt>
                      <c:pt idx="3393">
                        <c:v>134.185</c:v>
                      </c:pt>
                      <c:pt idx="3394">
                        <c:v>134.321</c:v>
                      </c:pt>
                      <c:pt idx="3395">
                        <c:v>134.63999999999999</c:v>
                      </c:pt>
                      <c:pt idx="3396">
                        <c:v>134.477</c:v>
                      </c:pt>
                      <c:pt idx="3397">
                        <c:v>133.09700000000001</c:v>
                      </c:pt>
                      <c:pt idx="3398">
                        <c:v>131.01400000000001</c:v>
                      </c:pt>
                      <c:pt idx="3399">
                        <c:v>132.16200000000001</c:v>
                      </c:pt>
                      <c:pt idx="3400">
                        <c:v>135.38399999999999</c:v>
                      </c:pt>
                      <c:pt idx="3401">
                        <c:v>134.40600000000001</c:v>
                      </c:pt>
                      <c:pt idx="3402">
                        <c:v>134.255</c:v>
                      </c:pt>
                      <c:pt idx="3403">
                        <c:v>135.114</c:v>
                      </c:pt>
                      <c:pt idx="3404">
                        <c:v>136.83500000000001</c:v>
                      </c:pt>
                      <c:pt idx="3405">
                        <c:v>137.33600000000001</c:v>
                      </c:pt>
                      <c:pt idx="3406">
                        <c:v>136.15100000000001</c:v>
                      </c:pt>
                      <c:pt idx="3407">
                        <c:v>134.41300000000001</c:v>
                      </c:pt>
                      <c:pt idx="3408">
                        <c:v>130.15100000000001</c:v>
                      </c:pt>
                      <c:pt idx="3409">
                        <c:v>127.41200000000001</c:v>
                      </c:pt>
                      <c:pt idx="3410">
                        <c:v>130.44800000000001</c:v>
                      </c:pt>
                      <c:pt idx="3411">
                        <c:v>128.648</c:v>
                      </c:pt>
                      <c:pt idx="3412">
                        <c:v>126.41800000000001</c:v>
                      </c:pt>
                      <c:pt idx="3413">
                        <c:v>125.697</c:v>
                      </c:pt>
                      <c:pt idx="3414">
                        <c:v>123.905</c:v>
                      </c:pt>
                      <c:pt idx="3415">
                        <c:v>123.14400000000001</c:v>
                      </c:pt>
                      <c:pt idx="3416">
                        <c:v>129.04900000000001</c:v>
                      </c:pt>
                      <c:pt idx="3417">
                        <c:v>129.119</c:v>
                      </c:pt>
                      <c:pt idx="3418">
                        <c:v>131.73099999999999</c:v>
                      </c:pt>
                      <c:pt idx="3419">
                        <c:v>133.047</c:v>
                      </c:pt>
                      <c:pt idx="3420">
                        <c:v>130.13200000000001</c:v>
                      </c:pt>
                      <c:pt idx="3421">
                        <c:v>129.965</c:v>
                      </c:pt>
                      <c:pt idx="3422">
                        <c:v>129.73599999999999</c:v>
                      </c:pt>
                      <c:pt idx="3423">
                        <c:v>127.742</c:v>
                      </c:pt>
                      <c:pt idx="3424">
                        <c:v>126.208</c:v>
                      </c:pt>
                      <c:pt idx="3425">
                        <c:v>131.72300000000001</c:v>
                      </c:pt>
                      <c:pt idx="3426">
                        <c:v>132.80699999999999</c:v>
                      </c:pt>
                      <c:pt idx="3427">
                        <c:v>127.17700000000001</c:v>
                      </c:pt>
                      <c:pt idx="3428">
                        <c:v>126.495</c:v>
                      </c:pt>
                      <c:pt idx="3429">
                        <c:v>124.437</c:v>
                      </c:pt>
                      <c:pt idx="3430">
                        <c:v>122.764</c:v>
                      </c:pt>
                      <c:pt idx="3431">
                        <c:v>123.9</c:v>
                      </c:pt>
                      <c:pt idx="3432">
                        <c:v>124.501</c:v>
                      </c:pt>
                      <c:pt idx="3433">
                        <c:v>124.408</c:v>
                      </c:pt>
                      <c:pt idx="3434">
                        <c:v>125.511</c:v>
                      </c:pt>
                      <c:pt idx="3435">
                        <c:v>127.60899999999999</c:v>
                      </c:pt>
                      <c:pt idx="3436">
                        <c:v>127.453</c:v>
                      </c:pt>
                      <c:pt idx="3437">
                        <c:v>126.74299999999999</c:v>
                      </c:pt>
                      <c:pt idx="3438">
                        <c:v>125.40600000000001</c:v>
                      </c:pt>
                      <c:pt idx="3439">
                        <c:v>124.739</c:v>
                      </c:pt>
                      <c:pt idx="3440">
                        <c:v>126.629</c:v>
                      </c:pt>
                      <c:pt idx="3441">
                        <c:v>126.666</c:v>
                      </c:pt>
                      <c:pt idx="3442">
                        <c:v>126.887</c:v>
                      </c:pt>
                      <c:pt idx="3443">
                        <c:v>125.78100000000001</c:v>
                      </c:pt>
                      <c:pt idx="3444">
                        <c:v>122.60299999999999</c:v>
                      </c:pt>
                      <c:pt idx="3445">
                        <c:v>120.496</c:v>
                      </c:pt>
                      <c:pt idx="3446">
                        <c:v>123.949</c:v>
                      </c:pt>
                      <c:pt idx="3447">
                        <c:v>128.40600000000001</c:v>
                      </c:pt>
                      <c:pt idx="3448">
                        <c:v>130.262</c:v>
                      </c:pt>
                      <c:pt idx="3449">
                        <c:v>135.00399999999999</c:v>
                      </c:pt>
                      <c:pt idx="3450">
                        <c:v>139.01300000000001</c:v>
                      </c:pt>
                      <c:pt idx="3451">
                        <c:v>135.52500000000001</c:v>
                      </c:pt>
                      <c:pt idx="3452">
                        <c:v>133.67599999999999</c:v>
                      </c:pt>
                      <c:pt idx="3453">
                        <c:v>131.14099999999999</c:v>
                      </c:pt>
                      <c:pt idx="3454">
                        <c:v>131.43600000000001</c:v>
                      </c:pt>
                      <c:pt idx="3455">
                        <c:v>131.756</c:v>
                      </c:pt>
                      <c:pt idx="3456">
                        <c:v>136.001</c:v>
                      </c:pt>
                      <c:pt idx="3457">
                        <c:v>136.137</c:v>
                      </c:pt>
                      <c:pt idx="3458">
                        <c:v>135.529</c:v>
                      </c:pt>
                      <c:pt idx="3459">
                        <c:v>134.929</c:v>
                      </c:pt>
                      <c:pt idx="3460">
                        <c:v>139.91499999999999</c:v>
                      </c:pt>
                      <c:pt idx="3461">
                        <c:v>142.643</c:v>
                      </c:pt>
                      <c:pt idx="3462">
                        <c:v>142.482</c:v>
                      </c:pt>
                      <c:pt idx="3463">
                        <c:v>141.006</c:v>
                      </c:pt>
                      <c:pt idx="3464">
                        <c:v>141.441</c:v>
                      </c:pt>
                      <c:pt idx="3465">
                        <c:v>137.83199999999999</c:v>
                      </c:pt>
                      <c:pt idx="3466">
                        <c:v>137.02799999999999</c:v>
                      </c:pt>
                      <c:pt idx="3467">
                        <c:v>135.30000000000001</c:v>
                      </c:pt>
                      <c:pt idx="3468">
                        <c:v>134.91900000000001</c:v>
                      </c:pt>
                      <c:pt idx="3469">
                        <c:v>134.10900000000001</c:v>
                      </c:pt>
                      <c:pt idx="3470">
                        <c:v>132.732</c:v>
                      </c:pt>
                      <c:pt idx="3471">
                        <c:v>131.44800000000001</c:v>
                      </c:pt>
                      <c:pt idx="3472">
                        <c:v>131.34899999999999</c:v>
                      </c:pt>
                      <c:pt idx="3473">
                        <c:v>132.84</c:v>
                      </c:pt>
                      <c:pt idx="3474">
                        <c:v>134.44999999999999</c:v>
                      </c:pt>
                      <c:pt idx="3475">
                        <c:v>131.38800000000001</c:v>
                      </c:pt>
                      <c:pt idx="3476">
                        <c:v>130.55000000000001</c:v>
                      </c:pt>
                      <c:pt idx="3477">
                        <c:v>128.75399999999999</c:v>
                      </c:pt>
                      <c:pt idx="3478">
                        <c:v>125.242</c:v>
                      </c:pt>
                      <c:pt idx="3479">
                        <c:v>123.351</c:v>
                      </c:pt>
                      <c:pt idx="3480">
                        <c:v>122.649</c:v>
                      </c:pt>
                      <c:pt idx="3481">
                        <c:v>123.361</c:v>
                      </c:pt>
                      <c:pt idx="3482">
                        <c:v>124.218</c:v>
                      </c:pt>
                      <c:pt idx="3483">
                        <c:v>122.593</c:v>
                      </c:pt>
                      <c:pt idx="3484">
                        <c:v>123.884</c:v>
                      </c:pt>
                      <c:pt idx="3485">
                        <c:v>125.82</c:v>
                      </c:pt>
                      <c:pt idx="3486">
                        <c:v>129.38300000000001</c:v>
                      </c:pt>
                      <c:pt idx="3487">
                        <c:v>129.31700000000001</c:v>
                      </c:pt>
                      <c:pt idx="3488">
                        <c:v>127.492</c:v>
                      </c:pt>
                      <c:pt idx="3489">
                        <c:v>127.961</c:v>
                      </c:pt>
                      <c:pt idx="3490">
                        <c:v>129.33699999999999</c:v>
                      </c:pt>
                      <c:pt idx="3491">
                        <c:v>133.33099999999999</c:v>
                      </c:pt>
                      <c:pt idx="3492">
                        <c:v>130.529</c:v>
                      </c:pt>
                      <c:pt idx="3493">
                        <c:v>130.46799999999999</c:v>
                      </c:pt>
                      <c:pt idx="3494">
                        <c:v>128.91900000000001</c:v>
                      </c:pt>
                      <c:pt idx="3495">
                        <c:v>128.44</c:v>
                      </c:pt>
                      <c:pt idx="3496">
                        <c:v>127.777</c:v>
                      </c:pt>
                      <c:pt idx="3497">
                        <c:v>126.80500000000001</c:v>
                      </c:pt>
                      <c:pt idx="3498">
                        <c:v>127.874</c:v>
                      </c:pt>
                      <c:pt idx="3499">
                        <c:v>127.65</c:v>
                      </c:pt>
                      <c:pt idx="3500">
                        <c:v>125.235</c:v>
                      </c:pt>
                      <c:pt idx="3501">
                        <c:v>123.03</c:v>
                      </c:pt>
                      <c:pt idx="3502">
                        <c:v>121.08</c:v>
                      </c:pt>
                      <c:pt idx="3503">
                        <c:v>120.53400000000001</c:v>
                      </c:pt>
                      <c:pt idx="3504">
                        <c:v>118.34699999999999</c:v>
                      </c:pt>
                      <c:pt idx="3505">
                        <c:v>116.169</c:v>
                      </c:pt>
                      <c:pt idx="3506">
                        <c:v>114.111</c:v>
                      </c:pt>
                      <c:pt idx="3507">
                        <c:v>114.593</c:v>
                      </c:pt>
                      <c:pt idx="3508">
                        <c:v>113.53400000000001</c:v>
                      </c:pt>
                      <c:pt idx="3509">
                        <c:v>114.304</c:v>
                      </c:pt>
                      <c:pt idx="3510">
                        <c:v>113.465</c:v>
                      </c:pt>
                      <c:pt idx="3511">
                        <c:v>113.828</c:v>
                      </c:pt>
                      <c:pt idx="3512">
                        <c:v>111.801</c:v>
                      </c:pt>
                      <c:pt idx="3513">
                        <c:v>110.637</c:v>
                      </c:pt>
                      <c:pt idx="3514">
                        <c:v>112.66800000000001</c:v>
                      </c:pt>
                      <c:pt idx="3515">
                        <c:v>128.572</c:v>
                      </c:pt>
                      <c:pt idx="3516">
                        <c:v>129.125</c:v>
                      </c:pt>
                      <c:pt idx="3517">
                        <c:v>127.437</c:v>
                      </c:pt>
                      <c:pt idx="3518">
                        <c:v>129.63300000000001</c:v>
                      </c:pt>
                      <c:pt idx="3519">
                        <c:v>128.31100000000001</c:v>
                      </c:pt>
                      <c:pt idx="3520">
                        <c:v>127.00700000000001</c:v>
                      </c:pt>
                      <c:pt idx="3521">
                        <c:v>124.059</c:v>
                      </c:pt>
                      <c:pt idx="3522">
                        <c:v>122.242</c:v>
                      </c:pt>
                      <c:pt idx="3523">
                        <c:v>118.485</c:v>
                      </c:pt>
                      <c:pt idx="3524">
                        <c:v>113.346</c:v>
                      </c:pt>
                      <c:pt idx="3525">
                        <c:v>113.504</c:v>
                      </c:pt>
                      <c:pt idx="3526">
                        <c:v>113.32</c:v>
                      </c:pt>
                      <c:pt idx="3527">
                        <c:v>114.627</c:v>
                      </c:pt>
                      <c:pt idx="3528">
                        <c:v>114.754</c:v>
                      </c:pt>
                      <c:pt idx="3529">
                        <c:v>116.866</c:v>
                      </c:pt>
                      <c:pt idx="3530">
                        <c:v>116.65</c:v>
                      </c:pt>
                      <c:pt idx="3531">
                        <c:v>117.318</c:v>
                      </c:pt>
                      <c:pt idx="3532">
                        <c:v>117.804</c:v>
                      </c:pt>
                      <c:pt idx="3533">
                        <c:v>118.61</c:v>
                      </c:pt>
                      <c:pt idx="3534">
                        <c:v>115.755</c:v>
                      </c:pt>
                      <c:pt idx="3535">
                        <c:v>113.31399999999999</c:v>
                      </c:pt>
                      <c:pt idx="3536">
                        <c:v>112.398</c:v>
                      </c:pt>
                      <c:pt idx="3537">
                        <c:v>111.694</c:v>
                      </c:pt>
                      <c:pt idx="3538">
                        <c:v>112.09399999999999</c:v>
                      </c:pt>
                      <c:pt idx="3539">
                        <c:v>112.259</c:v>
                      </c:pt>
                      <c:pt idx="3540">
                        <c:v>113.05800000000001</c:v>
                      </c:pt>
                      <c:pt idx="3541">
                        <c:v>114.976</c:v>
                      </c:pt>
                      <c:pt idx="3542">
                        <c:v>111.678</c:v>
                      </c:pt>
                      <c:pt idx="3543">
                        <c:v>110.91500000000001</c:v>
                      </c:pt>
                      <c:pt idx="3544">
                        <c:v>110.261</c:v>
                      </c:pt>
                      <c:pt idx="3545">
                        <c:v>114.246</c:v>
                      </c:pt>
                      <c:pt idx="3546">
                        <c:v>115.26900000000001</c:v>
                      </c:pt>
                      <c:pt idx="3547">
                        <c:v>116.72199999999999</c:v>
                      </c:pt>
                      <c:pt idx="3548">
                        <c:v>115.863</c:v>
                      </c:pt>
                      <c:pt idx="3549">
                        <c:v>119.291</c:v>
                      </c:pt>
                      <c:pt idx="3550">
                        <c:v>120.123</c:v>
                      </c:pt>
                      <c:pt idx="3551">
                        <c:v>122.32599999999999</c:v>
                      </c:pt>
                      <c:pt idx="3552">
                        <c:v>123.34699999999999</c:v>
                      </c:pt>
                      <c:pt idx="3553">
                        <c:v>123.012</c:v>
                      </c:pt>
                      <c:pt idx="3554">
                        <c:v>124.1</c:v>
                      </c:pt>
                      <c:pt idx="3555">
                        <c:v>125.619</c:v>
                      </c:pt>
                      <c:pt idx="3556">
                        <c:v>121.797</c:v>
                      </c:pt>
                      <c:pt idx="3557">
                        <c:v>119.155</c:v>
                      </c:pt>
                      <c:pt idx="3558">
                        <c:v>118.185</c:v>
                      </c:pt>
                      <c:pt idx="3559">
                        <c:v>115.83799999999999</c:v>
                      </c:pt>
                      <c:pt idx="3560">
                        <c:v>115.045</c:v>
                      </c:pt>
                      <c:pt idx="3561">
                        <c:v>113.327</c:v>
                      </c:pt>
                      <c:pt idx="3562">
                        <c:v>112.946</c:v>
                      </c:pt>
                      <c:pt idx="3563">
                        <c:v>109.11499999999999</c:v>
                      </c:pt>
                      <c:pt idx="3564">
                        <c:v>109.983</c:v>
                      </c:pt>
                      <c:pt idx="3565">
                        <c:v>111.58799999999999</c:v>
                      </c:pt>
                      <c:pt idx="3566">
                        <c:v>112.536</c:v>
                      </c:pt>
                      <c:pt idx="3567">
                        <c:v>112.643</c:v>
                      </c:pt>
                      <c:pt idx="3568">
                        <c:v>109.521</c:v>
                      </c:pt>
                      <c:pt idx="3569">
                        <c:v>107.571</c:v>
                      </c:pt>
                      <c:pt idx="3570">
                        <c:v>109.959</c:v>
                      </c:pt>
                      <c:pt idx="3571">
                        <c:v>110.907</c:v>
                      </c:pt>
                      <c:pt idx="3572">
                        <c:v>110.45399999999999</c:v>
                      </c:pt>
                      <c:pt idx="3573">
                        <c:v>110.17</c:v>
                      </c:pt>
                      <c:pt idx="3574">
                        <c:v>112.07899999999999</c:v>
                      </c:pt>
                      <c:pt idx="3575">
                        <c:v>110.938</c:v>
                      </c:pt>
                      <c:pt idx="3576">
                        <c:v>111.178</c:v>
                      </c:pt>
                      <c:pt idx="3577">
                        <c:v>110.253</c:v>
                      </c:pt>
                      <c:pt idx="3578">
                        <c:v>108.976</c:v>
                      </c:pt>
                      <c:pt idx="3579">
                        <c:v>107.449</c:v>
                      </c:pt>
                      <c:pt idx="3580">
                        <c:v>106.599</c:v>
                      </c:pt>
                      <c:pt idx="3581">
                        <c:v>106.04300000000001</c:v>
                      </c:pt>
                      <c:pt idx="3582">
                        <c:v>105.801</c:v>
                      </c:pt>
                      <c:pt idx="3583">
                        <c:v>105.727</c:v>
                      </c:pt>
                      <c:pt idx="3584">
                        <c:v>105.392</c:v>
                      </c:pt>
                      <c:pt idx="3585">
                        <c:v>105.268</c:v>
                      </c:pt>
                      <c:pt idx="3586">
                        <c:v>105.126</c:v>
                      </c:pt>
                      <c:pt idx="3587">
                        <c:v>104.706</c:v>
                      </c:pt>
                      <c:pt idx="3588">
                        <c:v>105.101</c:v>
                      </c:pt>
                      <c:pt idx="3589">
                        <c:v>102.379</c:v>
                      </c:pt>
                      <c:pt idx="3590">
                        <c:v>99.823999999999998</c:v>
                      </c:pt>
                      <c:pt idx="3591">
                        <c:v>97.956000000000003</c:v>
                      </c:pt>
                      <c:pt idx="3592">
                        <c:v>97.004000000000005</c:v>
                      </c:pt>
                      <c:pt idx="3593">
                        <c:v>96.04</c:v>
                      </c:pt>
                      <c:pt idx="3594">
                        <c:v>93.93</c:v>
                      </c:pt>
                      <c:pt idx="3595">
                        <c:v>94.692999999999998</c:v>
                      </c:pt>
                      <c:pt idx="3596">
                        <c:v>93.753</c:v>
                      </c:pt>
                      <c:pt idx="3597">
                        <c:v>92.123000000000005</c:v>
                      </c:pt>
                      <c:pt idx="3598">
                        <c:v>92.42</c:v>
                      </c:pt>
                      <c:pt idx="3599">
                        <c:v>91.462000000000003</c:v>
                      </c:pt>
                      <c:pt idx="3600">
                        <c:v>91.063000000000002</c:v>
                      </c:pt>
                      <c:pt idx="3601">
                        <c:v>90.644999999999996</c:v>
                      </c:pt>
                      <c:pt idx="3602">
                        <c:v>91.25</c:v>
                      </c:pt>
                      <c:pt idx="3603">
                        <c:v>90.622</c:v>
                      </c:pt>
                      <c:pt idx="3604">
                        <c:v>91.777000000000001</c:v>
                      </c:pt>
                      <c:pt idx="3605">
                        <c:v>90.801000000000002</c:v>
                      </c:pt>
                      <c:pt idx="3606">
                        <c:v>89.712999999999994</c:v>
                      </c:pt>
                      <c:pt idx="3607">
                        <c:v>89.492999999999995</c:v>
                      </c:pt>
                      <c:pt idx="3608">
                        <c:v>91.227999999999994</c:v>
                      </c:pt>
                      <c:pt idx="3609">
                        <c:v>91.355999999999995</c:v>
                      </c:pt>
                      <c:pt idx="3610">
                        <c:v>89.903000000000006</c:v>
                      </c:pt>
                      <c:pt idx="3611">
                        <c:v>89.772999999999996</c:v>
                      </c:pt>
                      <c:pt idx="3612">
                        <c:v>92.691999999999993</c:v>
                      </c:pt>
                      <c:pt idx="3613">
                        <c:v>95.477999999999994</c:v>
                      </c:pt>
                      <c:pt idx="3614">
                        <c:v>94.564999999999998</c:v>
                      </c:pt>
                      <c:pt idx="3615">
                        <c:v>94.513999999999996</c:v>
                      </c:pt>
                      <c:pt idx="3616">
                        <c:v>102.24299999999999</c:v>
                      </c:pt>
                      <c:pt idx="3617">
                        <c:v>111.02500000000001</c:v>
                      </c:pt>
                      <c:pt idx="3618">
                        <c:v>107.255</c:v>
                      </c:pt>
                      <c:pt idx="3619">
                        <c:v>110.09699999999999</c:v>
                      </c:pt>
                      <c:pt idx="3620">
                        <c:v>107.17</c:v>
                      </c:pt>
                      <c:pt idx="3621">
                        <c:v>102.66200000000001</c:v>
                      </c:pt>
                      <c:pt idx="3622">
                        <c:v>99.388000000000005</c:v>
                      </c:pt>
                      <c:pt idx="3623">
                        <c:v>97.460999999999999</c:v>
                      </c:pt>
                      <c:pt idx="3624">
                        <c:v>99.655000000000001</c:v>
                      </c:pt>
                      <c:pt idx="3625">
                        <c:v>101.913</c:v>
                      </c:pt>
                      <c:pt idx="3626">
                        <c:v>102.17700000000001</c:v>
                      </c:pt>
                      <c:pt idx="3627">
                        <c:v>101.032</c:v>
                      </c:pt>
                      <c:pt idx="3628">
                        <c:v>97.707999999999998</c:v>
                      </c:pt>
                      <c:pt idx="3629">
                        <c:v>99.92</c:v>
                      </c:pt>
                      <c:pt idx="3630">
                        <c:v>102.01</c:v>
                      </c:pt>
                      <c:pt idx="3631">
                        <c:v>105.495</c:v>
                      </c:pt>
                      <c:pt idx="3632">
                        <c:v>105.428</c:v>
                      </c:pt>
                      <c:pt idx="3633">
                        <c:v>102.496</c:v>
                      </c:pt>
                      <c:pt idx="3634">
                        <c:v>101.34699999999999</c:v>
                      </c:pt>
                      <c:pt idx="3635">
                        <c:v>102.634</c:v>
                      </c:pt>
                      <c:pt idx="3636">
                        <c:v>102.126</c:v>
                      </c:pt>
                      <c:pt idx="3637">
                        <c:v>98.988</c:v>
                      </c:pt>
                      <c:pt idx="3638">
                        <c:v>96.83</c:v>
                      </c:pt>
                      <c:pt idx="3639">
                        <c:v>95.158000000000001</c:v>
                      </c:pt>
                      <c:pt idx="3640">
                        <c:v>95.331000000000003</c:v>
                      </c:pt>
                      <c:pt idx="3641">
                        <c:v>95.483999999999995</c:v>
                      </c:pt>
                      <c:pt idx="3642">
                        <c:v>95.456999999999994</c:v>
                      </c:pt>
                      <c:pt idx="3643">
                        <c:v>98.554000000000002</c:v>
                      </c:pt>
                      <c:pt idx="3644">
                        <c:v>109.291</c:v>
                      </c:pt>
                      <c:pt idx="3645">
                        <c:v>106.366</c:v>
                      </c:pt>
                      <c:pt idx="3646">
                        <c:v>109.79</c:v>
                      </c:pt>
                      <c:pt idx="3647">
                        <c:v>113.958</c:v>
                      </c:pt>
                      <c:pt idx="3648">
                        <c:v>111.32</c:v>
                      </c:pt>
                      <c:pt idx="3649">
                        <c:v>111.03</c:v>
                      </c:pt>
                      <c:pt idx="3650">
                        <c:v>109.81</c:v>
                      </c:pt>
                      <c:pt idx="3651">
                        <c:v>107.315</c:v>
                      </c:pt>
                      <c:pt idx="3652">
                        <c:v>106.714</c:v>
                      </c:pt>
                      <c:pt idx="3653">
                        <c:v>107.539</c:v>
                      </c:pt>
                      <c:pt idx="3654">
                        <c:v>105.724</c:v>
                      </c:pt>
                      <c:pt idx="3655">
                        <c:v>103.51600000000001</c:v>
                      </c:pt>
                      <c:pt idx="3656">
                        <c:v>101.76900000000001</c:v>
                      </c:pt>
                      <c:pt idx="3657">
                        <c:v>102.566</c:v>
                      </c:pt>
                      <c:pt idx="3658">
                        <c:v>102.80200000000001</c:v>
                      </c:pt>
                      <c:pt idx="3659">
                        <c:v>100.901</c:v>
                      </c:pt>
                      <c:pt idx="3660">
                        <c:v>99.664000000000001</c:v>
                      </c:pt>
                      <c:pt idx="3661">
                        <c:v>98.786000000000001</c:v>
                      </c:pt>
                      <c:pt idx="3662">
                        <c:v>99.549000000000007</c:v>
                      </c:pt>
                      <c:pt idx="3663">
                        <c:v>99.551000000000002</c:v>
                      </c:pt>
                      <c:pt idx="3664">
                        <c:v>99.471999999999994</c:v>
                      </c:pt>
                      <c:pt idx="3665">
                        <c:v>98.02</c:v>
                      </c:pt>
                      <c:pt idx="3666">
                        <c:v>98.57</c:v>
                      </c:pt>
                      <c:pt idx="3667">
                        <c:v>100.584</c:v>
                      </c:pt>
                      <c:pt idx="3668">
                        <c:v>102.381</c:v>
                      </c:pt>
                      <c:pt idx="3669">
                        <c:v>103.60899999999999</c:v>
                      </c:pt>
                      <c:pt idx="3670">
                        <c:v>105.92400000000001</c:v>
                      </c:pt>
                      <c:pt idx="3671">
                        <c:v>105.837</c:v>
                      </c:pt>
                      <c:pt idx="3672">
                        <c:v>105.10299999999999</c:v>
                      </c:pt>
                      <c:pt idx="3673">
                        <c:v>106.623</c:v>
                      </c:pt>
                      <c:pt idx="3674">
                        <c:v>107.36799999999999</c:v>
                      </c:pt>
                      <c:pt idx="3675">
                        <c:v>108.54600000000001</c:v>
                      </c:pt>
                      <c:pt idx="3676">
                        <c:v>113.652</c:v>
                      </c:pt>
                      <c:pt idx="3677">
                        <c:v>110.074</c:v>
                      </c:pt>
                      <c:pt idx="3678">
                        <c:v>111.125</c:v>
                      </c:pt>
                      <c:pt idx="3679">
                        <c:v>115.462</c:v>
                      </c:pt>
                      <c:pt idx="3680">
                        <c:v>113.527</c:v>
                      </c:pt>
                      <c:pt idx="3681">
                        <c:v>107.413</c:v>
                      </c:pt>
                      <c:pt idx="3682">
                        <c:v>107.363</c:v>
                      </c:pt>
                      <c:pt idx="3683">
                        <c:v>107.97499999999999</c:v>
                      </c:pt>
                      <c:pt idx="3684">
                        <c:v>109.024</c:v>
                      </c:pt>
                      <c:pt idx="3685">
                        <c:v>108.42400000000001</c:v>
                      </c:pt>
                      <c:pt idx="3686">
                        <c:v>112.32599999999999</c:v>
                      </c:pt>
                      <c:pt idx="3687">
                        <c:v>115.622</c:v>
                      </c:pt>
                      <c:pt idx="3688">
                        <c:v>113.301</c:v>
                      </c:pt>
                      <c:pt idx="3689">
                        <c:v>111.71599999999999</c:v>
                      </c:pt>
                      <c:pt idx="3690">
                        <c:v>109.352</c:v>
                      </c:pt>
                      <c:pt idx="3691">
                        <c:v>109.88200000000001</c:v>
                      </c:pt>
                      <c:pt idx="3692">
                        <c:v>112.026</c:v>
                      </c:pt>
                      <c:pt idx="3693">
                        <c:v>112.845</c:v>
                      </c:pt>
                      <c:pt idx="3694">
                        <c:v>119.34</c:v>
                      </c:pt>
                      <c:pt idx="3695">
                        <c:v>120.971</c:v>
                      </c:pt>
                      <c:pt idx="3696">
                        <c:v>124.43300000000001</c:v>
                      </c:pt>
                      <c:pt idx="3697">
                        <c:v>122.60299999999999</c:v>
                      </c:pt>
                      <c:pt idx="3698">
                        <c:v>118.004</c:v>
                      </c:pt>
                      <c:pt idx="3699">
                        <c:v>119.66200000000001</c:v>
                      </c:pt>
                      <c:pt idx="3700">
                        <c:v>117.57599999999999</c:v>
                      </c:pt>
                      <c:pt idx="3701">
                        <c:v>119.65900000000001</c:v>
                      </c:pt>
                      <c:pt idx="3702">
                        <c:v>121.791</c:v>
                      </c:pt>
                      <c:pt idx="3703">
                        <c:v>124.081</c:v>
                      </c:pt>
                      <c:pt idx="3704">
                        <c:v>124.82299999999999</c:v>
                      </c:pt>
                      <c:pt idx="3705">
                        <c:v>123.503</c:v>
                      </c:pt>
                      <c:pt idx="3706">
                        <c:v>126.504</c:v>
                      </c:pt>
                      <c:pt idx="3707">
                        <c:v>126.256</c:v>
                      </c:pt>
                      <c:pt idx="3708">
                        <c:v>128.387</c:v>
                      </c:pt>
                      <c:pt idx="3709">
                        <c:v>129.458</c:v>
                      </c:pt>
                      <c:pt idx="3710">
                        <c:v>128.191</c:v>
                      </c:pt>
                      <c:pt idx="3711">
                        <c:v>127.90300000000001</c:v>
                      </c:pt>
                      <c:pt idx="3712">
                        <c:v>125.22199999999999</c:v>
                      </c:pt>
                      <c:pt idx="3713">
                        <c:v>125.381</c:v>
                      </c:pt>
                      <c:pt idx="3714">
                        <c:v>123.745</c:v>
                      </c:pt>
                      <c:pt idx="3715">
                        <c:v>127.32</c:v>
                      </c:pt>
                      <c:pt idx="3716">
                        <c:v>126.336</c:v>
                      </c:pt>
                      <c:pt idx="3717">
                        <c:v>124.95</c:v>
                      </c:pt>
                      <c:pt idx="3718">
                        <c:v>123.80500000000001</c:v>
                      </c:pt>
                      <c:pt idx="3719">
                        <c:v>118.04300000000001</c:v>
                      </c:pt>
                      <c:pt idx="3720">
                        <c:v>116.67400000000001</c:v>
                      </c:pt>
                      <c:pt idx="3721">
                        <c:v>111.565</c:v>
                      </c:pt>
                      <c:pt idx="3722">
                        <c:v>108.038</c:v>
                      </c:pt>
                      <c:pt idx="3723">
                        <c:v>105.977</c:v>
                      </c:pt>
                      <c:pt idx="3724">
                        <c:v>103.536</c:v>
                      </c:pt>
                      <c:pt idx="3725">
                        <c:v>112.571</c:v>
                      </c:pt>
                      <c:pt idx="3726">
                        <c:v>111.803</c:v>
                      </c:pt>
                      <c:pt idx="3727">
                        <c:v>109.236</c:v>
                      </c:pt>
                      <c:pt idx="3728">
                        <c:v>111.246</c:v>
                      </c:pt>
                      <c:pt idx="3729">
                        <c:v>112.461</c:v>
                      </c:pt>
                      <c:pt idx="3730">
                        <c:v>111.35299999999999</c:v>
                      </c:pt>
                      <c:pt idx="3731">
                        <c:v>111.51600000000001</c:v>
                      </c:pt>
                      <c:pt idx="3732">
                        <c:v>111.241</c:v>
                      </c:pt>
                      <c:pt idx="3733">
                        <c:v>110.58499999999999</c:v>
                      </c:pt>
                      <c:pt idx="3734">
                        <c:v>110.57899999999999</c:v>
                      </c:pt>
                      <c:pt idx="3735">
                        <c:v>107.831</c:v>
                      </c:pt>
                      <c:pt idx="3736">
                        <c:v>105.8</c:v>
                      </c:pt>
                      <c:pt idx="3737">
                        <c:v>104.249</c:v>
                      </c:pt>
                      <c:pt idx="3738">
                        <c:v>104.357</c:v>
                      </c:pt>
                      <c:pt idx="3739">
                        <c:v>105.645</c:v>
                      </c:pt>
                      <c:pt idx="3740">
                        <c:v>106.18899999999999</c:v>
                      </c:pt>
                      <c:pt idx="3741">
                        <c:v>105.881</c:v>
                      </c:pt>
                      <c:pt idx="3742">
                        <c:v>104.81</c:v>
                      </c:pt>
                      <c:pt idx="3743">
                        <c:v>104.387</c:v>
                      </c:pt>
                      <c:pt idx="3744">
                        <c:v>104.514</c:v>
                      </c:pt>
                      <c:pt idx="3745">
                        <c:v>105.47199999999999</c:v>
                      </c:pt>
                      <c:pt idx="3746">
                        <c:v>107.401</c:v>
                      </c:pt>
                      <c:pt idx="3747">
                        <c:v>110.206</c:v>
                      </c:pt>
                      <c:pt idx="3748">
                        <c:v>113.096</c:v>
                      </c:pt>
                      <c:pt idx="3749">
                        <c:v>109.837</c:v>
                      </c:pt>
                      <c:pt idx="3750">
                        <c:v>110.5</c:v>
                      </c:pt>
                      <c:pt idx="3751">
                        <c:v>109.77200000000001</c:v>
                      </c:pt>
                      <c:pt idx="3752">
                        <c:v>110.956</c:v>
                      </c:pt>
                      <c:pt idx="3753">
                        <c:v>110.98699999999999</c:v>
                      </c:pt>
                      <c:pt idx="3754">
                        <c:v>110.4</c:v>
                      </c:pt>
                      <c:pt idx="3755">
                        <c:v>109.649</c:v>
                      </c:pt>
                      <c:pt idx="3756">
                        <c:v>111.36</c:v>
                      </c:pt>
                      <c:pt idx="3757">
                        <c:v>110.471</c:v>
                      </c:pt>
                      <c:pt idx="3758">
                        <c:v>109.176</c:v>
                      </c:pt>
                      <c:pt idx="3759">
                        <c:v>109.366</c:v>
                      </c:pt>
                      <c:pt idx="3760">
                        <c:v>108.41200000000001</c:v>
                      </c:pt>
                      <c:pt idx="3761">
                        <c:v>111.866</c:v>
                      </c:pt>
                      <c:pt idx="3762">
                        <c:v>111.741</c:v>
                      </c:pt>
                      <c:pt idx="3763">
                        <c:v>111.714</c:v>
                      </c:pt>
                      <c:pt idx="3764">
                        <c:v>114.66</c:v>
                      </c:pt>
                      <c:pt idx="3765">
                        <c:v>115.366</c:v>
                      </c:pt>
                      <c:pt idx="3766">
                        <c:v>114.261</c:v>
                      </c:pt>
                      <c:pt idx="3767">
                        <c:v>114.631</c:v>
                      </c:pt>
                      <c:pt idx="3768">
                        <c:v>115.626</c:v>
                      </c:pt>
                      <c:pt idx="3769">
                        <c:v>115.485</c:v>
                      </c:pt>
                      <c:pt idx="3770">
                        <c:v>111.565</c:v>
                      </c:pt>
                      <c:pt idx="3771">
                        <c:v>108.169</c:v>
                      </c:pt>
                      <c:pt idx="3772">
                        <c:v>105.73</c:v>
                      </c:pt>
                      <c:pt idx="3773">
                        <c:v>104.399</c:v>
                      </c:pt>
                      <c:pt idx="3774">
                        <c:v>104.752</c:v>
                      </c:pt>
                      <c:pt idx="3775">
                        <c:v>104.375</c:v>
                      </c:pt>
                      <c:pt idx="3776">
                        <c:v>113.999</c:v>
                      </c:pt>
                      <c:pt idx="3777">
                        <c:v>112.893</c:v>
                      </c:pt>
                      <c:pt idx="3778">
                        <c:v>114.96599999999999</c:v>
                      </c:pt>
                      <c:pt idx="3779">
                        <c:v>114.44799999999999</c:v>
                      </c:pt>
                      <c:pt idx="3780">
                        <c:v>112.828</c:v>
                      </c:pt>
                      <c:pt idx="3781">
                        <c:v>109.53</c:v>
                      </c:pt>
                      <c:pt idx="3782">
                        <c:v>110.101</c:v>
                      </c:pt>
                      <c:pt idx="3783">
                        <c:v>110.53</c:v>
                      </c:pt>
                      <c:pt idx="3784">
                        <c:v>108.373</c:v>
                      </c:pt>
                      <c:pt idx="3785">
                        <c:v>109.428</c:v>
                      </c:pt>
                      <c:pt idx="3786">
                        <c:v>113.926</c:v>
                      </c:pt>
                      <c:pt idx="3787">
                        <c:v>119.306</c:v>
                      </c:pt>
                      <c:pt idx="3788">
                        <c:v>120.57</c:v>
                      </c:pt>
                      <c:pt idx="3789">
                        <c:v>118.80200000000001</c:v>
                      </c:pt>
                      <c:pt idx="3790">
                        <c:v>124.468</c:v>
                      </c:pt>
                      <c:pt idx="3791">
                        <c:v>122.88</c:v>
                      </c:pt>
                      <c:pt idx="3792">
                        <c:v>121.3</c:v>
                      </c:pt>
                      <c:pt idx="3793">
                        <c:v>121.53100000000001</c:v>
                      </c:pt>
                      <c:pt idx="3794">
                        <c:v>116.828</c:v>
                      </c:pt>
                      <c:pt idx="3795">
                        <c:v>119.13800000000001</c:v>
                      </c:pt>
                      <c:pt idx="3796">
                        <c:v>124.432</c:v>
                      </c:pt>
                      <c:pt idx="3797">
                        <c:v>125.03400000000001</c:v>
                      </c:pt>
                      <c:pt idx="3798">
                        <c:v>125.533</c:v>
                      </c:pt>
                      <c:pt idx="3799">
                        <c:v>125.267</c:v>
                      </c:pt>
                      <c:pt idx="3800">
                        <c:v>128.69900000000001</c:v>
                      </c:pt>
                      <c:pt idx="3801">
                        <c:v>126.336</c:v>
                      </c:pt>
                      <c:pt idx="3802">
                        <c:v>127.01900000000001</c:v>
                      </c:pt>
                      <c:pt idx="3803">
                        <c:v>129.71199999999999</c:v>
                      </c:pt>
                      <c:pt idx="3804">
                        <c:v>127.601</c:v>
                      </c:pt>
                      <c:pt idx="3805">
                        <c:v>128.4</c:v>
                      </c:pt>
                      <c:pt idx="3806">
                        <c:v>126.70699999999999</c:v>
                      </c:pt>
                      <c:pt idx="3807">
                        <c:v>123.839</c:v>
                      </c:pt>
                      <c:pt idx="3808">
                        <c:v>122.633</c:v>
                      </c:pt>
                      <c:pt idx="3809">
                        <c:v>121.36</c:v>
                      </c:pt>
                      <c:pt idx="3810">
                        <c:v>119.04900000000001</c:v>
                      </c:pt>
                      <c:pt idx="3811">
                        <c:v>119.887</c:v>
                      </c:pt>
                      <c:pt idx="3812">
                        <c:v>119.874</c:v>
                      </c:pt>
                      <c:pt idx="3813">
                        <c:v>119.995</c:v>
                      </c:pt>
                      <c:pt idx="3814">
                        <c:v>124.09</c:v>
                      </c:pt>
                      <c:pt idx="3815">
                        <c:v>125.619</c:v>
                      </c:pt>
                      <c:pt idx="3816">
                        <c:v>126.73699999999999</c:v>
                      </c:pt>
                      <c:pt idx="3817">
                        <c:v>128.744</c:v>
                      </c:pt>
                      <c:pt idx="3818">
                        <c:v>134.006</c:v>
                      </c:pt>
                      <c:pt idx="3819">
                        <c:v>140.58600000000001</c:v>
                      </c:pt>
                      <c:pt idx="3820">
                        <c:v>142.4</c:v>
                      </c:pt>
                      <c:pt idx="3821">
                        <c:v>141.64699999999999</c:v>
                      </c:pt>
                      <c:pt idx="3822">
                        <c:v>147.71899999999999</c:v>
                      </c:pt>
                      <c:pt idx="3823">
                        <c:v>148.09399999999999</c:v>
                      </c:pt>
                      <c:pt idx="3824">
                        <c:v>149.02099999999999</c:v>
                      </c:pt>
                      <c:pt idx="3825">
                        <c:v>143.10400000000001</c:v>
                      </c:pt>
                      <c:pt idx="3826">
                        <c:v>141.435</c:v>
                      </c:pt>
                      <c:pt idx="3827">
                        <c:v>141.16800000000001</c:v>
                      </c:pt>
                      <c:pt idx="3828">
                        <c:v>135.96799999999999</c:v>
                      </c:pt>
                      <c:pt idx="3829">
                        <c:v>137.67099999999999</c:v>
                      </c:pt>
                      <c:pt idx="3830">
                        <c:v>138.548</c:v>
                      </c:pt>
                      <c:pt idx="3831">
                        <c:v>138.57499999999999</c:v>
                      </c:pt>
                      <c:pt idx="3832">
                        <c:v>136.93100000000001</c:v>
                      </c:pt>
                      <c:pt idx="3833">
                        <c:v>137.11799999999999</c:v>
                      </c:pt>
                      <c:pt idx="3834">
                        <c:v>136.68700000000001</c:v>
                      </c:pt>
                      <c:pt idx="3835">
                        <c:v>134.38499999999999</c:v>
                      </c:pt>
                      <c:pt idx="3836">
                        <c:v>130.96</c:v>
                      </c:pt>
                      <c:pt idx="3837">
                        <c:v>131.54400000000001</c:v>
                      </c:pt>
                      <c:pt idx="3838">
                        <c:v>130.89400000000001</c:v>
                      </c:pt>
                      <c:pt idx="3839">
                        <c:v>133.732</c:v>
                      </c:pt>
                      <c:pt idx="3840">
                        <c:v>140.16300000000001</c:v>
                      </c:pt>
                      <c:pt idx="3841">
                        <c:v>146.99199999999999</c:v>
                      </c:pt>
                      <c:pt idx="3842">
                        <c:v>152.309</c:v>
                      </c:pt>
                      <c:pt idx="3843">
                        <c:v>157.60900000000001</c:v>
                      </c:pt>
                      <c:pt idx="3844">
                        <c:v>157.40199999999999</c:v>
                      </c:pt>
                      <c:pt idx="3845">
                        <c:v>159.07900000000001</c:v>
                      </c:pt>
                      <c:pt idx="3846">
                        <c:v>160.166</c:v>
                      </c:pt>
                      <c:pt idx="3847">
                        <c:v>158.90100000000001</c:v>
                      </c:pt>
                      <c:pt idx="3848">
                        <c:v>157.08699999999999</c:v>
                      </c:pt>
                      <c:pt idx="3849">
                        <c:v>157.08500000000001</c:v>
                      </c:pt>
                      <c:pt idx="3850">
                        <c:v>157.358</c:v>
                      </c:pt>
                      <c:pt idx="3851">
                        <c:v>155.57599999999999</c:v>
                      </c:pt>
                      <c:pt idx="3852">
                        <c:v>144.309</c:v>
                      </c:pt>
                      <c:pt idx="3853">
                        <c:v>137.80099999999999</c:v>
                      </c:pt>
                      <c:pt idx="3854">
                        <c:v>136.29499999999999</c:v>
                      </c:pt>
                      <c:pt idx="3855">
                        <c:v>132.05600000000001</c:v>
                      </c:pt>
                      <c:pt idx="3856">
                        <c:v>132.86000000000001</c:v>
                      </c:pt>
                      <c:pt idx="3857">
                        <c:v>135.34</c:v>
                      </c:pt>
                      <c:pt idx="3858">
                        <c:v>135.55799999999999</c:v>
                      </c:pt>
                      <c:pt idx="3859">
                        <c:v>134.70599999999999</c:v>
                      </c:pt>
                      <c:pt idx="3860">
                        <c:v>132.49700000000001</c:v>
                      </c:pt>
                      <c:pt idx="3861">
                        <c:v>130.09</c:v>
                      </c:pt>
                      <c:pt idx="3862">
                        <c:v>126.774</c:v>
                      </c:pt>
                      <c:pt idx="3863">
                        <c:v>125.931</c:v>
                      </c:pt>
                      <c:pt idx="3864">
                        <c:v>130.12700000000001</c:v>
                      </c:pt>
                      <c:pt idx="3865">
                        <c:v>129.53399999999999</c:v>
                      </c:pt>
                      <c:pt idx="3866">
                        <c:v>129.67400000000001</c:v>
                      </c:pt>
                      <c:pt idx="3867">
                        <c:v>129.041</c:v>
                      </c:pt>
                      <c:pt idx="3868">
                        <c:v>131.172</c:v>
                      </c:pt>
                      <c:pt idx="3869">
                        <c:v>130.64400000000001</c:v>
                      </c:pt>
                      <c:pt idx="3870">
                        <c:v>127.364</c:v>
                      </c:pt>
                      <c:pt idx="3871">
                        <c:v>124.727</c:v>
                      </c:pt>
                      <c:pt idx="3872">
                        <c:v>123.346</c:v>
                      </c:pt>
                      <c:pt idx="3873">
                        <c:v>120.496</c:v>
                      </c:pt>
                      <c:pt idx="3874">
                        <c:v>115.816</c:v>
                      </c:pt>
                      <c:pt idx="3875">
                        <c:v>117.164</c:v>
                      </c:pt>
                      <c:pt idx="3876">
                        <c:v>119.608</c:v>
                      </c:pt>
                      <c:pt idx="3877">
                        <c:v>121.80800000000001</c:v>
                      </c:pt>
                      <c:pt idx="3878">
                        <c:v>123.44799999999999</c:v>
                      </c:pt>
                      <c:pt idx="3879">
                        <c:v>121.122</c:v>
                      </c:pt>
                      <c:pt idx="3880">
                        <c:v>121.03700000000001</c:v>
                      </c:pt>
                      <c:pt idx="3881">
                        <c:v>119.354</c:v>
                      </c:pt>
                      <c:pt idx="3882">
                        <c:v>118.467</c:v>
                      </c:pt>
                      <c:pt idx="3883">
                        <c:v>117.907</c:v>
                      </c:pt>
                      <c:pt idx="3884">
                        <c:v>116.413</c:v>
                      </c:pt>
                      <c:pt idx="3885">
                        <c:v>115.554</c:v>
                      </c:pt>
                      <c:pt idx="3886">
                        <c:v>114.804</c:v>
                      </c:pt>
                      <c:pt idx="3887">
                        <c:v>112.761</c:v>
                      </c:pt>
                      <c:pt idx="3888">
                        <c:v>110.256</c:v>
                      </c:pt>
                      <c:pt idx="3889">
                        <c:v>107.742</c:v>
                      </c:pt>
                      <c:pt idx="3890">
                        <c:v>106.48</c:v>
                      </c:pt>
                      <c:pt idx="3891">
                        <c:v>107.157</c:v>
                      </c:pt>
                      <c:pt idx="3892">
                        <c:v>108.721</c:v>
                      </c:pt>
                      <c:pt idx="3893">
                        <c:v>110.47199999999999</c:v>
                      </c:pt>
                      <c:pt idx="3894">
                        <c:v>111.274</c:v>
                      </c:pt>
                      <c:pt idx="3895">
                        <c:v>111.491</c:v>
                      </c:pt>
                      <c:pt idx="3896">
                        <c:v>112.64100000000001</c:v>
                      </c:pt>
                      <c:pt idx="3897">
                        <c:v>112.657</c:v>
                      </c:pt>
                      <c:pt idx="3898">
                        <c:v>108.38800000000001</c:v>
                      </c:pt>
                      <c:pt idx="3899">
                        <c:v>109.386</c:v>
                      </c:pt>
                      <c:pt idx="3900">
                        <c:v>108.551</c:v>
                      </c:pt>
                      <c:pt idx="3901">
                        <c:v>107.893</c:v>
                      </c:pt>
                      <c:pt idx="3902">
                        <c:v>107.322</c:v>
                      </c:pt>
                      <c:pt idx="3903">
                        <c:v>105.95099999999999</c:v>
                      </c:pt>
                      <c:pt idx="3904">
                        <c:v>104.173</c:v>
                      </c:pt>
                      <c:pt idx="3905">
                        <c:v>111.652</c:v>
                      </c:pt>
                      <c:pt idx="3906">
                        <c:v>110.617</c:v>
                      </c:pt>
                      <c:pt idx="3907">
                        <c:v>113.068</c:v>
                      </c:pt>
                      <c:pt idx="3908">
                        <c:v>113.319</c:v>
                      </c:pt>
                      <c:pt idx="3909">
                        <c:v>112.325</c:v>
                      </c:pt>
                      <c:pt idx="3910">
                        <c:v>114.38800000000001</c:v>
                      </c:pt>
                      <c:pt idx="3911">
                        <c:v>113.706</c:v>
                      </c:pt>
                      <c:pt idx="3912">
                        <c:v>111.072</c:v>
                      </c:pt>
                      <c:pt idx="3913">
                        <c:v>106.637</c:v>
                      </c:pt>
                      <c:pt idx="3914">
                        <c:v>107.075</c:v>
                      </c:pt>
                      <c:pt idx="3915">
                        <c:v>106.401</c:v>
                      </c:pt>
                      <c:pt idx="3916">
                        <c:v>106.553</c:v>
                      </c:pt>
                      <c:pt idx="3917">
                        <c:v>106.09</c:v>
                      </c:pt>
                      <c:pt idx="3918">
                        <c:v>105.21899999999999</c:v>
                      </c:pt>
                      <c:pt idx="3919">
                        <c:v>103.72799999999999</c:v>
                      </c:pt>
                      <c:pt idx="3920">
                        <c:v>102.322</c:v>
                      </c:pt>
                      <c:pt idx="3921">
                        <c:v>101.81100000000001</c:v>
                      </c:pt>
                      <c:pt idx="3922">
                        <c:v>99.179000000000002</c:v>
                      </c:pt>
                      <c:pt idx="3923">
                        <c:v>98.381</c:v>
                      </c:pt>
                      <c:pt idx="3924">
                        <c:v>96.58</c:v>
                      </c:pt>
                      <c:pt idx="3925">
                        <c:v>95.039000000000001</c:v>
                      </c:pt>
                      <c:pt idx="3926">
                        <c:v>95.036000000000001</c:v>
                      </c:pt>
                      <c:pt idx="3927">
                        <c:v>94.986999999999995</c:v>
                      </c:pt>
                      <c:pt idx="3928">
                        <c:v>94.953000000000003</c:v>
                      </c:pt>
                      <c:pt idx="3929">
                        <c:v>94.683000000000007</c:v>
                      </c:pt>
                      <c:pt idx="3930">
                        <c:v>97.891999999999996</c:v>
                      </c:pt>
                      <c:pt idx="3931">
                        <c:v>97.968000000000004</c:v>
                      </c:pt>
                      <c:pt idx="3932">
                        <c:v>97.215000000000003</c:v>
                      </c:pt>
                      <c:pt idx="3933">
                        <c:v>96.873000000000005</c:v>
                      </c:pt>
                      <c:pt idx="3934">
                        <c:v>96.763000000000005</c:v>
                      </c:pt>
                      <c:pt idx="3935">
                        <c:v>98.073999999999998</c:v>
                      </c:pt>
                      <c:pt idx="3936">
                        <c:v>101.142</c:v>
                      </c:pt>
                      <c:pt idx="3937">
                        <c:v>99.536000000000001</c:v>
                      </c:pt>
                      <c:pt idx="3938">
                        <c:v>101.352</c:v>
                      </c:pt>
                      <c:pt idx="3939">
                        <c:v>105.83</c:v>
                      </c:pt>
                      <c:pt idx="3940">
                        <c:v>105.47499999999999</c:v>
                      </c:pt>
                      <c:pt idx="3941">
                        <c:v>106.428</c:v>
                      </c:pt>
                      <c:pt idx="3942">
                        <c:v>106.876</c:v>
                      </c:pt>
                      <c:pt idx="3943">
                        <c:v>111.08799999999999</c:v>
                      </c:pt>
                      <c:pt idx="3944">
                        <c:v>109.357</c:v>
                      </c:pt>
                      <c:pt idx="3945">
                        <c:v>108.358</c:v>
                      </c:pt>
                      <c:pt idx="3946">
                        <c:v>108.247</c:v>
                      </c:pt>
                      <c:pt idx="3947">
                        <c:v>108.831</c:v>
                      </c:pt>
                      <c:pt idx="3948">
                        <c:v>110.129</c:v>
                      </c:pt>
                      <c:pt idx="3949">
                        <c:v>108.252</c:v>
                      </c:pt>
                      <c:pt idx="3950">
                        <c:v>109.053</c:v>
                      </c:pt>
                      <c:pt idx="3951">
                        <c:v>113.687</c:v>
                      </c:pt>
                      <c:pt idx="3952">
                        <c:v>114.006</c:v>
                      </c:pt>
                      <c:pt idx="3953">
                        <c:v>112.89</c:v>
                      </c:pt>
                      <c:pt idx="3954">
                        <c:v>113.63</c:v>
                      </c:pt>
                      <c:pt idx="3955">
                        <c:v>114.57299999999999</c:v>
                      </c:pt>
                      <c:pt idx="3956">
                        <c:v>113.95699999999999</c:v>
                      </c:pt>
                      <c:pt idx="3957">
                        <c:v>116.849</c:v>
                      </c:pt>
                      <c:pt idx="3958">
                        <c:v>116.227</c:v>
                      </c:pt>
                      <c:pt idx="3959">
                        <c:v>113.976</c:v>
                      </c:pt>
                      <c:pt idx="3960">
                        <c:v>113.011</c:v>
                      </c:pt>
                      <c:pt idx="3961">
                        <c:v>111.831</c:v>
                      </c:pt>
                      <c:pt idx="3962">
                        <c:v>111.042</c:v>
                      </c:pt>
                      <c:pt idx="3963">
                        <c:v>108.04300000000001</c:v>
                      </c:pt>
                      <c:pt idx="3964">
                        <c:v>104.929</c:v>
                      </c:pt>
                      <c:pt idx="3965">
                        <c:v>106.816</c:v>
                      </c:pt>
                      <c:pt idx="3966">
                        <c:v>107.18</c:v>
                      </c:pt>
                      <c:pt idx="3967">
                        <c:v>107.273</c:v>
                      </c:pt>
                      <c:pt idx="3968">
                        <c:v>107.10599999999999</c:v>
                      </c:pt>
                      <c:pt idx="3969">
                        <c:v>100.904</c:v>
                      </c:pt>
                      <c:pt idx="3970">
                        <c:v>95.81</c:v>
                      </c:pt>
                      <c:pt idx="3971">
                        <c:v>92.41</c:v>
                      </c:pt>
                      <c:pt idx="3972">
                        <c:v>92.400999999999996</c:v>
                      </c:pt>
                      <c:pt idx="3973">
                        <c:v>94.841999999999999</c:v>
                      </c:pt>
                      <c:pt idx="3974">
                        <c:v>96.045000000000002</c:v>
                      </c:pt>
                      <c:pt idx="3975">
                        <c:v>94.968000000000004</c:v>
                      </c:pt>
                      <c:pt idx="3976">
                        <c:v>93.186000000000007</c:v>
                      </c:pt>
                      <c:pt idx="3977">
                        <c:v>91.637</c:v>
                      </c:pt>
                      <c:pt idx="3978">
                        <c:v>88.873999999999995</c:v>
                      </c:pt>
                      <c:pt idx="3979">
                        <c:v>88.53</c:v>
                      </c:pt>
                      <c:pt idx="3980">
                        <c:v>88.843999999999994</c:v>
                      </c:pt>
                      <c:pt idx="3981">
                        <c:v>88.994</c:v>
                      </c:pt>
                      <c:pt idx="3982">
                        <c:v>88.977000000000004</c:v>
                      </c:pt>
                      <c:pt idx="3983">
                        <c:v>89.626000000000005</c:v>
                      </c:pt>
                      <c:pt idx="3984">
                        <c:v>89.102999999999994</c:v>
                      </c:pt>
                      <c:pt idx="3985">
                        <c:v>87.328000000000003</c:v>
                      </c:pt>
                      <c:pt idx="3986">
                        <c:v>86.563999999999993</c:v>
                      </c:pt>
                      <c:pt idx="3987">
                        <c:v>84.74</c:v>
                      </c:pt>
                      <c:pt idx="3988">
                        <c:v>83.665000000000006</c:v>
                      </c:pt>
                      <c:pt idx="3989">
                        <c:v>83.105999999999995</c:v>
                      </c:pt>
                      <c:pt idx="3990">
                        <c:v>84.108999999999995</c:v>
                      </c:pt>
                      <c:pt idx="3991">
                        <c:v>83.756</c:v>
                      </c:pt>
                      <c:pt idx="3992">
                        <c:v>83.322000000000003</c:v>
                      </c:pt>
                      <c:pt idx="3993">
                        <c:v>84.054000000000002</c:v>
                      </c:pt>
                      <c:pt idx="3994">
                        <c:v>83.61</c:v>
                      </c:pt>
                      <c:pt idx="3995">
                        <c:v>82.741</c:v>
                      </c:pt>
                      <c:pt idx="3996">
                        <c:v>81.906999999999996</c:v>
                      </c:pt>
                      <c:pt idx="3997">
                        <c:v>82.218000000000004</c:v>
                      </c:pt>
                      <c:pt idx="3998">
                        <c:v>83.144000000000005</c:v>
                      </c:pt>
                      <c:pt idx="3999">
                        <c:v>84.575999999999993</c:v>
                      </c:pt>
                      <c:pt idx="4000">
                        <c:v>86.081999999999994</c:v>
                      </c:pt>
                      <c:pt idx="4001">
                        <c:v>90.811000000000007</c:v>
                      </c:pt>
                      <c:pt idx="4002">
                        <c:v>93.156000000000006</c:v>
                      </c:pt>
                      <c:pt idx="4003">
                        <c:v>101.71299999999999</c:v>
                      </c:pt>
                      <c:pt idx="4004">
                        <c:v>102.827</c:v>
                      </c:pt>
                      <c:pt idx="4005">
                        <c:v>102.117</c:v>
                      </c:pt>
                      <c:pt idx="4006">
                        <c:v>96.92</c:v>
                      </c:pt>
                      <c:pt idx="4007">
                        <c:v>96.332999999999998</c:v>
                      </c:pt>
                      <c:pt idx="4008">
                        <c:v>99.126999999999995</c:v>
                      </c:pt>
                      <c:pt idx="4009">
                        <c:v>98.436999999999998</c:v>
                      </c:pt>
                      <c:pt idx="4010">
                        <c:v>100.9</c:v>
                      </c:pt>
                      <c:pt idx="4011">
                        <c:v>101.59699999999999</c:v>
                      </c:pt>
                      <c:pt idx="4012">
                        <c:v>100.083</c:v>
                      </c:pt>
                      <c:pt idx="4013">
                        <c:v>99.591999999999999</c:v>
                      </c:pt>
                      <c:pt idx="4014">
                        <c:v>100.398</c:v>
                      </c:pt>
                      <c:pt idx="4015">
                        <c:v>98.582999999999998</c:v>
                      </c:pt>
                      <c:pt idx="4016">
                        <c:v>97.510999999999996</c:v>
                      </c:pt>
                      <c:pt idx="4017">
                        <c:v>99.346999999999994</c:v>
                      </c:pt>
                      <c:pt idx="4018">
                        <c:v>100.19199999999999</c:v>
                      </c:pt>
                      <c:pt idx="4019">
                        <c:v>98.554000000000002</c:v>
                      </c:pt>
                      <c:pt idx="4020">
                        <c:v>97.168000000000006</c:v>
                      </c:pt>
                      <c:pt idx="4021">
                        <c:v>95.947999999999993</c:v>
                      </c:pt>
                      <c:pt idx="4022">
                        <c:v>94.311000000000007</c:v>
                      </c:pt>
                      <c:pt idx="4023">
                        <c:v>93.459000000000003</c:v>
                      </c:pt>
                      <c:pt idx="4024">
                        <c:v>91.88</c:v>
                      </c:pt>
                      <c:pt idx="4025">
                        <c:v>87.954999999999998</c:v>
                      </c:pt>
                      <c:pt idx="4026">
                        <c:v>84.358999999999995</c:v>
                      </c:pt>
                      <c:pt idx="4027">
                        <c:v>82.599000000000004</c:v>
                      </c:pt>
                      <c:pt idx="4028">
                        <c:v>81.644999999999996</c:v>
                      </c:pt>
                      <c:pt idx="4029">
                        <c:v>81.655000000000001</c:v>
                      </c:pt>
                      <c:pt idx="4030">
                        <c:v>80.903000000000006</c:v>
                      </c:pt>
                      <c:pt idx="4031">
                        <c:v>79.664000000000001</c:v>
                      </c:pt>
                      <c:pt idx="4032">
                        <c:v>78.656999999999996</c:v>
                      </c:pt>
                      <c:pt idx="4033">
                        <c:v>79.641999999999996</c:v>
                      </c:pt>
                      <c:pt idx="4034">
                        <c:v>78.837000000000003</c:v>
                      </c:pt>
                      <c:pt idx="4035">
                        <c:v>78.995999999999995</c:v>
                      </c:pt>
                      <c:pt idx="4036">
                        <c:v>78.325000000000003</c:v>
                      </c:pt>
                      <c:pt idx="4037">
                        <c:v>89.126000000000005</c:v>
                      </c:pt>
                      <c:pt idx="4038">
                        <c:v>90.603999999999999</c:v>
                      </c:pt>
                      <c:pt idx="4039">
                        <c:v>93.373000000000005</c:v>
                      </c:pt>
                      <c:pt idx="4040">
                        <c:v>93.421000000000006</c:v>
                      </c:pt>
                      <c:pt idx="4041">
                        <c:v>93.671999999999997</c:v>
                      </c:pt>
                      <c:pt idx="4042">
                        <c:v>93.724000000000004</c:v>
                      </c:pt>
                      <c:pt idx="4043">
                        <c:v>93.373000000000005</c:v>
                      </c:pt>
                      <c:pt idx="4044">
                        <c:v>93.700999999999993</c:v>
                      </c:pt>
                      <c:pt idx="4045">
                        <c:v>94.167000000000002</c:v>
                      </c:pt>
                      <c:pt idx="4046">
                        <c:v>94.02</c:v>
                      </c:pt>
                      <c:pt idx="4047">
                        <c:v>93.661000000000001</c:v>
                      </c:pt>
                      <c:pt idx="4048">
                        <c:v>94.311000000000007</c:v>
                      </c:pt>
                      <c:pt idx="4049">
                        <c:v>95.234999999999999</c:v>
                      </c:pt>
                      <c:pt idx="4050">
                        <c:v>94.408000000000001</c:v>
                      </c:pt>
                      <c:pt idx="4051">
                        <c:v>92.613</c:v>
                      </c:pt>
                      <c:pt idx="4052">
                        <c:v>90.301000000000002</c:v>
                      </c:pt>
                      <c:pt idx="4053">
                        <c:v>89.759</c:v>
                      </c:pt>
                      <c:pt idx="4054">
                        <c:v>88.403000000000006</c:v>
                      </c:pt>
                      <c:pt idx="4055">
                        <c:v>87.63</c:v>
                      </c:pt>
                      <c:pt idx="4056">
                        <c:v>86.558000000000007</c:v>
                      </c:pt>
                      <c:pt idx="4057">
                        <c:v>86.727999999999994</c:v>
                      </c:pt>
                      <c:pt idx="4058">
                        <c:v>85.914000000000001</c:v>
                      </c:pt>
                      <c:pt idx="4059">
                        <c:v>84.725999999999999</c:v>
                      </c:pt>
                      <c:pt idx="4060">
                        <c:v>84.075999999999993</c:v>
                      </c:pt>
                      <c:pt idx="4061">
                        <c:v>81.962999999999994</c:v>
                      </c:pt>
                      <c:pt idx="4062">
                        <c:v>79.274000000000001</c:v>
                      </c:pt>
                      <c:pt idx="4063">
                        <c:v>77.608000000000004</c:v>
                      </c:pt>
                      <c:pt idx="4064">
                        <c:v>76.805999999999997</c:v>
                      </c:pt>
                      <c:pt idx="4065">
                        <c:v>77.725999999999999</c:v>
                      </c:pt>
                      <c:pt idx="4066">
                        <c:v>80.730999999999995</c:v>
                      </c:pt>
                      <c:pt idx="4067">
                        <c:v>79.569000000000003</c:v>
                      </c:pt>
                      <c:pt idx="4068">
                        <c:v>76.317999999999998</c:v>
                      </c:pt>
                      <c:pt idx="4069">
                        <c:v>76.322999999999993</c:v>
                      </c:pt>
                      <c:pt idx="4070">
                        <c:v>76.75</c:v>
                      </c:pt>
                      <c:pt idx="4071">
                        <c:v>75.266999999999996</c:v>
                      </c:pt>
                      <c:pt idx="4072">
                        <c:v>74.888000000000005</c:v>
                      </c:pt>
                      <c:pt idx="4073">
                        <c:v>75.322999999999993</c:v>
                      </c:pt>
                      <c:pt idx="4074">
                        <c:v>77.947999999999993</c:v>
                      </c:pt>
                      <c:pt idx="4075">
                        <c:v>80.298000000000002</c:v>
                      </c:pt>
                      <c:pt idx="4076">
                        <c:v>82.84</c:v>
                      </c:pt>
                      <c:pt idx="4077">
                        <c:v>82.506</c:v>
                      </c:pt>
                      <c:pt idx="4078">
                        <c:v>83.956999999999994</c:v>
                      </c:pt>
                      <c:pt idx="4079">
                        <c:v>86.92</c:v>
                      </c:pt>
                      <c:pt idx="4080">
                        <c:v>90.275000000000006</c:v>
                      </c:pt>
                      <c:pt idx="4081">
                        <c:v>89.649000000000001</c:v>
                      </c:pt>
                      <c:pt idx="4082">
                        <c:v>88.477999999999994</c:v>
                      </c:pt>
                      <c:pt idx="4083">
                        <c:v>87.554000000000002</c:v>
                      </c:pt>
                      <c:pt idx="4084">
                        <c:v>88.373000000000005</c:v>
                      </c:pt>
                      <c:pt idx="4085">
                        <c:v>90.102999999999994</c:v>
                      </c:pt>
                      <c:pt idx="4086">
                        <c:v>90.144000000000005</c:v>
                      </c:pt>
                      <c:pt idx="4087">
                        <c:v>90.119</c:v>
                      </c:pt>
                      <c:pt idx="4088">
                        <c:v>89.963999999999999</c:v>
                      </c:pt>
                      <c:pt idx="4089">
                        <c:v>90.733999999999995</c:v>
                      </c:pt>
                      <c:pt idx="4090">
                        <c:v>88.17</c:v>
                      </c:pt>
                      <c:pt idx="4091">
                        <c:v>85.138000000000005</c:v>
                      </c:pt>
                      <c:pt idx="4092">
                        <c:v>82.218000000000004</c:v>
                      </c:pt>
                      <c:pt idx="4093">
                        <c:v>80.248000000000005</c:v>
                      </c:pt>
                      <c:pt idx="4094">
                        <c:v>78.468999999999994</c:v>
                      </c:pt>
                      <c:pt idx="4095">
                        <c:v>75.760000000000005</c:v>
                      </c:pt>
                      <c:pt idx="4096">
                        <c:v>73.227000000000004</c:v>
                      </c:pt>
                      <c:pt idx="4097">
                        <c:v>72.927000000000007</c:v>
                      </c:pt>
                      <c:pt idx="4098">
                        <c:v>72.122</c:v>
                      </c:pt>
                      <c:pt idx="4099">
                        <c:v>71.260999999999996</c:v>
                      </c:pt>
                      <c:pt idx="4100">
                        <c:v>71.81</c:v>
                      </c:pt>
                      <c:pt idx="4101">
                        <c:v>74.343999999999994</c:v>
                      </c:pt>
                      <c:pt idx="4102">
                        <c:v>74.424999999999997</c:v>
                      </c:pt>
                      <c:pt idx="4103">
                        <c:v>74.658000000000001</c:v>
                      </c:pt>
                      <c:pt idx="4104">
                        <c:v>74.298000000000002</c:v>
                      </c:pt>
                      <c:pt idx="4105">
                        <c:v>74.358000000000004</c:v>
                      </c:pt>
                      <c:pt idx="4106">
                        <c:v>74.194999999999993</c:v>
                      </c:pt>
                      <c:pt idx="4107">
                        <c:v>72.974999999999994</c:v>
                      </c:pt>
                      <c:pt idx="4108">
                        <c:v>72.412999999999997</c:v>
                      </c:pt>
                      <c:pt idx="4109">
                        <c:v>72.224999999999994</c:v>
                      </c:pt>
                      <c:pt idx="4110">
                        <c:v>72.376000000000005</c:v>
                      </c:pt>
                      <c:pt idx="4111">
                        <c:v>69.918999999999997</c:v>
                      </c:pt>
                      <c:pt idx="4112">
                        <c:v>70.563999999999993</c:v>
                      </c:pt>
                      <c:pt idx="4113">
                        <c:v>70.891000000000005</c:v>
                      </c:pt>
                      <c:pt idx="4114">
                        <c:v>70.260999999999996</c:v>
                      </c:pt>
                      <c:pt idx="4115">
                        <c:v>69.019000000000005</c:v>
                      </c:pt>
                      <c:pt idx="4116">
                        <c:v>68.343000000000004</c:v>
                      </c:pt>
                      <c:pt idx="4117">
                        <c:v>69.001999999999995</c:v>
                      </c:pt>
                      <c:pt idx="4118">
                        <c:v>70.180999999999997</c:v>
                      </c:pt>
                      <c:pt idx="4119">
                        <c:v>71.465999999999994</c:v>
                      </c:pt>
                      <c:pt idx="4120">
                        <c:v>71.828999999999994</c:v>
                      </c:pt>
                      <c:pt idx="4121">
                        <c:v>71.796999999999997</c:v>
                      </c:pt>
                      <c:pt idx="4122">
                        <c:v>72.664000000000001</c:v>
                      </c:pt>
                      <c:pt idx="4123">
                        <c:v>73.052999999999997</c:v>
                      </c:pt>
                      <c:pt idx="4124">
                        <c:v>74.225999999999999</c:v>
                      </c:pt>
                      <c:pt idx="4125">
                        <c:v>76.305000000000007</c:v>
                      </c:pt>
                      <c:pt idx="4126">
                        <c:v>79.266999999999996</c:v>
                      </c:pt>
                      <c:pt idx="4127">
                        <c:v>81.075999999999993</c:v>
                      </c:pt>
                      <c:pt idx="4128">
                        <c:v>84.667000000000002</c:v>
                      </c:pt>
                      <c:pt idx="4129">
                        <c:v>80.319000000000003</c:v>
                      </c:pt>
                      <c:pt idx="4130">
                        <c:v>75.813999999999993</c:v>
                      </c:pt>
                      <c:pt idx="4131">
                        <c:v>77.031999999999996</c:v>
                      </c:pt>
                      <c:pt idx="4132">
                        <c:v>80.350999999999999</c:v>
                      </c:pt>
                      <c:pt idx="4133">
                        <c:v>81.557000000000002</c:v>
                      </c:pt>
                      <c:pt idx="4134">
                        <c:v>77.572000000000003</c:v>
                      </c:pt>
                      <c:pt idx="4135">
                        <c:v>74.463999999999999</c:v>
                      </c:pt>
                      <c:pt idx="4136">
                        <c:v>73.63</c:v>
                      </c:pt>
                      <c:pt idx="4137">
                        <c:v>74.664000000000001</c:v>
                      </c:pt>
                      <c:pt idx="4138">
                        <c:v>74.703000000000003</c:v>
                      </c:pt>
                      <c:pt idx="4139">
                        <c:v>73.745000000000005</c:v>
                      </c:pt>
                      <c:pt idx="4140">
                        <c:v>73.275000000000006</c:v>
                      </c:pt>
                      <c:pt idx="4141">
                        <c:v>72.156999999999996</c:v>
                      </c:pt>
                      <c:pt idx="4142">
                        <c:v>71.078000000000003</c:v>
                      </c:pt>
                      <c:pt idx="4143">
                        <c:v>70.507000000000005</c:v>
                      </c:pt>
                      <c:pt idx="4144">
                        <c:v>70.429000000000002</c:v>
                      </c:pt>
                      <c:pt idx="4145">
                        <c:v>70.167000000000002</c:v>
                      </c:pt>
                      <c:pt idx="4146">
                        <c:v>69.801000000000002</c:v>
                      </c:pt>
                      <c:pt idx="4147">
                        <c:v>69.405000000000001</c:v>
                      </c:pt>
                      <c:pt idx="4148">
                        <c:v>73.852999999999994</c:v>
                      </c:pt>
                      <c:pt idx="4149">
                        <c:v>78.902000000000001</c:v>
                      </c:pt>
                      <c:pt idx="4150">
                        <c:v>81.073999999999998</c:v>
                      </c:pt>
                      <c:pt idx="4151">
                        <c:v>91.49</c:v>
                      </c:pt>
                      <c:pt idx="4152">
                        <c:v>103.34</c:v>
                      </c:pt>
                      <c:pt idx="4153">
                        <c:v>101.366</c:v>
                      </c:pt>
                      <c:pt idx="4154">
                        <c:v>98.513999999999996</c:v>
                      </c:pt>
                      <c:pt idx="4155">
                        <c:v>89.694999999999993</c:v>
                      </c:pt>
                      <c:pt idx="4156">
                        <c:v>100.214</c:v>
                      </c:pt>
                      <c:pt idx="4157">
                        <c:v>113.687</c:v>
                      </c:pt>
                      <c:pt idx="4158">
                        <c:v>174.81700000000001</c:v>
                      </c:pt>
                      <c:pt idx="4159">
                        <c:v>188.54900000000001</c:v>
                      </c:pt>
                      <c:pt idx="4160">
                        <c:v>236.82599999999999</c:v>
                      </c:pt>
                      <c:pt idx="4161">
                        <c:v>254.64099999999999</c:v>
                      </c:pt>
                      <c:pt idx="4162">
                        <c:v>214.959</c:v>
                      </c:pt>
                      <c:pt idx="4163">
                        <c:v>259.363</c:v>
                      </c:pt>
                      <c:pt idx="4164">
                        <c:v>270.577</c:v>
                      </c:pt>
                      <c:pt idx="4165">
                        <c:v>327.90199999999999</c:v>
                      </c:pt>
                      <c:pt idx="4166">
                        <c:v>334.15100000000001</c:v>
                      </c:pt>
                      <c:pt idx="4167">
                        <c:v>342.3</c:v>
                      </c:pt>
                      <c:pt idx="4168">
                        <c:v>356.959</c:v>
                      </c:pt>
                      <c:pt idx="4169">
                        <c:v>311.221</c:v>
                      </c:pt>
                      <c:pt idx="4170">
                        <c:v>227.36500000000001</c:v>
                      </c:pt>
                      <c:pt idx="4171">
                        <c:v>194.756</c:v>
                      </c:pt>
                      <c:pt idx="4172">
                        <c:v>227.10499999999999</c:v>
                      </c:pt>
                      <c:pt idx="4173">
                        <c:v>238.27699999999999</c:v>
                      </c:pt>
                      <c:pt idx="4174">
                        <c:v>232.34</c:v>
                      </c:pt>
                      <c:pt idx="4175">
                        <c:v>254.767</c:v>
                      </c:pt>
                      <c:pt idx="4176">
                        <c:v>261.36399999999998</c:v>
                      </c:pt>
                      <c:pt idx="4177">
                        <c:v>265.96899999999999</c:v>
                      </c:pt>
                      <c:pt idx="4178">
                        <c:v>252.85</c:v>
                      </c:pt>
                      <c:pt idx="4179">
                        <c:v>245.58099999999999</c:v>
                      </c:pt>
                      <c:pt idx="4180">
                        <c:v>240.88300000000001</c:v>
                      </c:pt>
                      <c:pt idx="4181">
                        <c:v>222.67400000000001</c:v>
                      </c:pt>
                      <c:pt idx="4182">
                        <c:v>216.47200000000001</c:v>
                      </c:pt>
                      <c:pt idx="4183">
                        <c:v>220.85400000000001</c:v>
                      </c:pt>
                      <c:pt idx="4184">
                        <c:v>222.76900000000001</c:v>
                      </c:pt>
                      <c:pt idx="4185">
                        <c:v>241.768</c:v>
                      </c:pt>
                      <c:pt idx="4186">
                        <c:v>251.59100000000001</c:v>
                      </c:pt>
                      <c:pt idx="4187">
                        <c:v>246.80799999999999</c:v>
                      </c:pt>
                      <c:pt idx="4188">
                        <c:v>252.71600000000001</c:v>
                      </c:pt>
                      <c:pt idx="4189">
                        <c:v>267.97500000000002</c:v>
                      </c:pt>
                      <c:pt idx="4190">
                        <c:v>268.94200000000001</c:v>
                      </c:pt>
                      <c:pt idx="4191">
                        <c:v>264.358</c:v>
                      </c:pt>
                      <c:pt idx="4192">
                        <c:v>268.52300000000002</c:v>
                      </c:pt>
                      <c:pt idx="4193">
                        <c:v>279.65499999999997</c:v>
                      </c:pt>
                      <c:pt idx="4194">
                        <c:v>277.69799999999998</c:v>
                      </c:pt>
                      <c:pt idx="4195">
                        <c:v>259.113</c:v>
                      </c:pt>
                      <c:pt idx="4196">
                        <c:v>243.005</c:v>
                      </c:pt>
                      <c:pt idx="4197">
                        <c:v>246.34800000000001</c:v>
                      </c:pt>
                      <c:pt idx="4198">
                        <c:v>245.23400000000001</c:v>
                      </c:pt>
                      <c:pt idx="4199">
                        <c:v>235.833</c:v>
                      </c:pt>
                      <c:pt idx="4200">
                        <c:v>237.09299999999999</c:v>
                      </c:pt>
                      <c:pt idx="4201">
                        <c:v>232.29599999999999</c:v>
                      </c:pt>
                      <c:pt idx="4202">
                        <c:v>224.71299999999999</c:v>
                      </c:pt>
                      <c:pt idx="4203">
                        <c:v>219.78700000000001</c:v>
                      </c:pt>
                      <c:pt idx="4204">
                        <c:v>222.62100000000001</c:v>
                      </c:pt>
                      <c:pt idx="4205">
                        <c:v>231.708</c:v>
                      </c:pt>
                      <c:pt idx="4206">
                        <c:v>238.40700000000001</c:v>
                      </c:pt>
                      <c:pt idx="4207">
                        <c:v>242.49700000000001</c:v>
                      </c:pt>
                      <c:pt idx="4208">
                        <c:v>226.41499999999999</c:v>
                      </c:pt>
                      <c:pt idx="4209">
                        <c:v>221.37299999999999</c:v>
                      </c:pt>
                      <c:pt idx="4210">
                        <c:v>208.80099999999999</c:v>
                      </c:pt>
                      <c:pt idx="4211">
                        <c:v>195.89400000000001</c:v>
                      </c:pt>
                      <c:pt idx="4212">
                        <c:v>193.47900000000001</c:v>
                      </c:pt>
                      <c:pt idx="4213">
                        <c:v>195.59100000000001</c:v>
                      </c:pt>
                      <c:pt idx="4214">
                        <c:v>176.185</c:v>
                      </c:pt>
                      <c:pt idx="4215">
                        <c:v>166.16900000000001</c:v>
                      </c:pt>
                      <c:pt idx="4216">
                        <c:v>169.43899999999999</c:v>
                      </c:pt>
                      <c:pt idx="4217">
                        <c:v>172.79599999999999</c:v>
                      </c:pt>
                      <c:pt idx="4218">
                        <c:v>169.452</c:v>
                      </c:pt>
                      <c:pt idx="4219">
                        <c:v>151.995</c:v>
                      </c:pt>
                      <c:pt idx="4220">
                        <c:v>138.49199999999999</c:v>
                      </c:pt>
                      <c:pt idx="4221">
                        <c:v>135.291</c:v>
                      </c:pt>
                      <c:pt idx="4222">
                        <c:v>124.919</c:v>
                      </c:pt>
                      <c:pt idx="4223">
                        <c:v>123.126</c:v>
                      </c:pt>
                      <c:pt idx="4224">
                        <c:v>132.524</c:v>
                      </c:pt>
                      <c:pt idx="4225">
                        <c:v>138.23099999999999</c:v>
                      </c:pt>
                      <c:pt idx="4226">
                        <c:v>166.46799999999999</c:v>
                      </c:pt>
                      <c:pt idx="4227">
                        <c:v>168.565</c:v>
                      </c:pt>
                      <c:pt idx="4228">
                        <c:v>160.88399999999999</c:v>
                      </c:pt>
                      <c:pt idx="4229">
                        <c:v>150.125</c:v>
                      </c:pt>
                      <c:pt idx="4230">
                        <c:v>152.357</c:v>
                      </c:pt>
                      <c:pt idx="4231">
                        <c:v>156.511</c:v>
                      </c:pt>
                      <c:pt idx="4232">
                        <c:v>155.642</c:v>
                      </c:pt>
                      <c:pt idx="4233">
                        <c:v>155.68600000000001</c:v>
                      </c:pt>
                      <c:pt idx="4234">
                        <c:v>151.83500000000001</c:v>
                      </c:pt>
                      <c:pt idx="4235">
                        <c:v>158.20699999999999</c:v>
                      </c:pt>
                      <c:pt idx="4236">
                        <c:v>159.785</c:v>
                      </c:pt>
                      <c:pt idx="4237">
                        <c:v>164.56800000000001</c:v>
                      </c:pt>
                      <c:pt idx="4238">
                        <c:v>167.16</c:v>
                      </c:pt>
                      <c:pt idx="4239">
                        <c:v>160.73099999999999</c:v>
                      </c:pt>
                      <c:pt idx="4240">
                        <c:v>150.67500000000001</c:v>
                      </c:pt>
                      <c:pt idx="4241">
                        <c:v>139.43199999999999</c:v>
                      </c:pt>
                      <c:pt idx="4242">
                        <c:v>136.762</c:v>
                      </c:pt>
                      <c:pt idx="4243">
                        <c:v>135.38800000000001</c:v>
                      </c:pt>
                      <c:pt idx="4244">
                        <c:v>139.79499999999999</c:v>
                      </c:pt>
                      <c:pt idx="4245">
                        <c:v>143.41300000000001</c:v>
                      </c:pt>
                      <c:pt idx="4246">
                        <c:v>146.964</c:v>
                      </c:pt>
                      <c:pt idx="4247">
                        <c:v>149.00200000000001</c:v>
                      </c:pt>
                      <c:pt idx="4248">
                        <c:v>150.876</c:v>
                      </c:pt>
                      <c:pt idx="4249">
                        <c:v>151.19200000000001</c:v>
                      </c:pt>
                      <c:pt idx="4250">
                        <c:v>148.78299999999999</c:v>
                      </c:pt>
                      <c:pt idx="4251">
                        <c:v>146.75700000000001</c:v>
                      </c:pt>
                      <c:pt idx="4252">
                        <c:v>143.99600000000001</c:v>
                      </c:pt>
                      <c:pt idx="4253">
                        <c:v>136.626</c:v>
                      </c:pt>
                      <c:pt idx="4254">
                        <c:v>123.902</c:v>
                      </c:pt>
                      <c:pt idx="4255">
                        <c:v>118.907</c:v>
                      </c:pt>
                      <c:pt idx="4256">
                        <c:v>123.952</c:v>
                      </c:pt>
                      <c:pt idx="4257">
                        <c:v>128.69900000000001</c:v>
                      </c:pt>
                      <c:pt idx="4258">
                        <c:v>127.687</c:v>
                      </c:pt>
                      <c:pt idx="4259">
                        <c:v>129.65600000000001</c:v>
                      </c:pt>
                      <c:pt idx="4260">
                        <c:v>129.15700000000001</c:v>
                      </c:pt>
                      <c:pt idx="4261">
                        <c:v>129.36600000000001</c:v>
                      </c:pt>
                      <c:pt idx="4262">
                        <c:v>128.86600000000001</c:v>
                      </c:pt>
                      <c:pt idx="4263">
                        <c:v>128.22</c:v>
                      </c:pt>
                      <c:pt idx="4264">
                        <c:v>128.9</c:v>
                      </c:pt>
                      <c:pt idx="4265">
                        <c:v>127.16</c:v>
                      </c:pt>
                      <c:pt idx="4266">
                        <c:v>124.649</c:v>
                      </c:pt>
                      <c:pt idx="4267">
                        <c:v>124.727</c:v>
                      </c:pt>
                      <c:pt idx="4268">
                        <c:v>124.21899999999999</c:v>
                      </c:pt>
                      <c:pt idx="4269">
                        <c:v>124.611</c:v>
                      </c:pt>
                      <c:pt idx="4270">
                        <c:v>126.111</c:v>
                      </c:pt>
                      <c:pt idx="4271">
                        <c:v>128.60300000000001</c:v>
                      </c:pt>
                      <c:pt idx="4272">
                        <c:v>131.88900000000001</c:v>
                      </c:pt>
                      <c:pt idx="4273">
                        <c:v>131.96</c:v>
                      </c:pt>
                      <c:pt idx="4274">
                        <c:v>129.976</c:v>
                      </c:pt>
                      <c:pt idx="4275">
                        <c:v>129.18899999999999</c:v>
                      </c:pt>
                      <c:pt idx="4276">
                        <c:v>128.53700000000001</c:v>
                      </c:pt>
                      <c:pt idx="4277">
                        <c:v>127.55800000000001</c:v>
                      </c:pt>
                      <c:pt idx="4278">
                        <c:v>122.991</c:v>
                      </c:pt>
                      <c:pt idx="4279">
                        <c:v>120.46299999999999</c:v>
                      </c:pt>
                      <c:pt idx="4280">
                        <c:v>122.044</c:v>
                      </c:pt>
                      <c:pt idx="4281">
                        <c:v>123.068</c:v>
                      </c:pt>
                      <c:pt idx="4282">
                        <c:v>119.10299999999999</c:v>
                      </c:pt>
                      <c:pt idx="4283">
                        <c:v>116.2</c:v>
                      </c:pt>
                      <c:pt idx="4284">
                        <c:v>109.05</c:v>
                      </c:pt>
                      <c:pt idx="4285">
                        <c:v>105.128</c:v>
                      </c:pt>
                      <c:pt idx="4286">
                        <c:v>110.48099999999999</c:v>
                      </c:pt>
                      <c:pt idx="4287">
                        <c:v>115.837</c:v>
                      </c:pt>
                      <c:pt idx="4288">
                        <c:v>117.065</c:v>
                      </c:pt>
                      <c:pt idx="4289">
                        <c:v>122.465</c:v>
                      </c:pt>
                      <c:pt idx="4290">
                        <c:v>120.414</c:v>
                      </c:pt>
                      <c:pt idx="4291">
                        <c:v>121.622</c:v>
                      </c:pt>
                      <c:pt idx="4292">
                        <c:v>122.38</c:v>
                      </c:pt>
                      <c:pt idx="4293">
                        <c:v>120.498</c:v>
                      </c:pt>
                      <c:pt idx="4294">
                        <c:v>118.621</c:v>
                      </c:pt>
                      <c:pt idx="4295">
                        <c:v>117.678</c:v>
                      </c:pt>
                      <c:pt idx="4296">
                        <c:v>119.38500000000001</c:v>
                      </c:pt>
                      <c:pt idx="4297">
                        <c:v>122.09699999999999</c:v>
                      </c:pt>
                      <c:pt idx="4298">
                        <c:v>146.15799999999999</c:v>
                      </c:pt>
                      <c:pt idx="4299">
                        <c:v>151.31700000000001</c:v>
                      </c:pt>
                      <c:pt idx="4300">
                        <c:v>163.66900000000001</c:v>
                      </c:pt>
                      <c:pt idx="4301">
                        <c:v>165.029</c:v>
                      </c:pt>
                      <c:pt idx="4302">
                        <c:v>162.65299999999999</c:v>
                      </c:pt>
                      <c:pt idx="4303">
                        <c:v>157.238</c:v>
                      </c:pt>
                      <c:pt idx="4304">
                        <c:v>154.79300000000001</c:v>
                      </c:pt>
                      <c:pt idx="4305">
                        <c:v>151.91999999999999</c:v>
                      </c:pt>
                      <c:pt idx="4306">
                        <c:v>146.315</c:v>
                      </c:pt>
                      <c:pt idx="4307">
                        <c:v>146.38999999999999</c:v>
                      </c:pt>
                      <c:pt idx="4308">
                        <c:v>138.96700000000001</c:v>
                      </c:pt>
                      <c:pt idx="4309">
                        <c:v>134.90199999999999</c:v>
                      </c:pt>
                      <c:pt idx="4310">
                        <c:v>127.18600000000001</c:v>
                      </c:pt>
                      <c:pt idx="4311">
                        <c:v>123.077</c:v>
                      </c:pt>
                      <c:pt idx="4312">
                        <c:v>118.062</c:v>
                      </c:pt>
                      <c:pt idx="4313">
                        <c:v>116.259</c:v>
                      </c:pt>
                      <c:pt idx="4314">
                        <c:v>117.831</c:v>
                      </c:pt>
                      <c:pt idx="4315">
                        <c:v>120.44199999999999</c:v>
                      </c:pt>
                      <c:pt idx="4316">
                        <c:v>122.19499999999999</c:v>
                      </c:pt>
                      <c:pt idx="4317">
                        <c:v>119.514</c:v>
                      </c:pt>
                      <c:pt idx="4318">
                        <c:v>119.633</c:v>
                      </c:pt>
                      <c:pt idx="4319">
                        <c:v>119.39</c:v>
                      </c:pt>
                      <c:pt idx="4320">
                        <c:v>119.21299999999999</c:v>
                      </c:pt>
                      <c:pt idx="4321">
                        <c:v>118.822</c:v>
                      </c:pt>
                      <c:pt idx="4322">
                        <c:v>119.694</c:v>
                      </c:pt>
                      <c:pt idx="4323">
                        <c:v>122.00700000000001</c:v>
                      </c:pt>
                      <c:pt idx="4324">
                        <c:v>120.241</c:v>
                      </c:pt>
                      <c:pt idx="4325">
                        <c:v>124.663</c:v>
                      </c:pt>
                      <c:pt idx="4326">
                        <c:v>124.685</c:v>
                      </c:pt>
                      <c:pt idx="4327">
                        <c:v>125.316</c:v>
                      </c:pt>
                      <c:pt idx="4328">
                        <c:v>126.755</c:v>
                      </c:pt>
                      <c:pt idx="4329">
                        <c:v>123.46299999999999</c:v>
                      </c:pt>
                      <c:pt idx="4330">
                        <c:v>118.871</c:v>
                      </c:pt>
                      <c:pt idx="4331">
                        <c:v>109.196</c:v>
                      </c:pt>
                      <c:pt idx="4332">
                        <c:v>103.886</c:v>
                      </c:pt>
                      <c:pt idx="4333">
                        <c:v>91.814999999999998</c:v>
                      </c:pt>
                      <c:pt idx="4334">
                        <c:v>87.572999999999993</c:v>
                      </c:pt>
                      <c:pt idx="4335">
                        <c:v>87.114999999999995</c:v>
                      </c:pt>
                      <c:pt idx="4336">
                        <c:v>94.477999999999994</c:v>
                      </c:pt>
                      <c:pt idx="4337">
                        <c:v>98.185000000000002</c:v>
                      </c:pt>
                      <c:pt idx="4338">
                        <c:v>96.064999999999998</c:v>
                      </c:pt>
                      <c:pt idx="4339">
                        <c:v>96.316000000000003</c:v>
                      </c:pt>
                      <c:pt idx="4340">
                        <c:v>96.087000000000003</c:v>
                      </c:pt>
                      <c:pt idx="4341">
                        <c:v>95.477999999999994</c:v>
                      </c:pt>
                      <c:pt idx="4342">
                        <c:v>94.644000000000005</c:v>
                      </c:pt>
                      <c:pt idx="4343">
                        <c:v>94.317999999999998</c:v>
                      </c:pt>
                      <c:pt idx="4344">
                        <c:v>89.861999999999995</c:v>
                      </c:pt>
                      <c:pt idx="4345">
                        <c:v>89.683000000000007</c:v>
                      </c:pt>
                      <c:pt idx="4346">
                        <c:v>90.367999999999995</c:v>
                      </c:pt>
                      <c:pt idx="4347">
                        <c:v>88.031999999999996</c:v>
                      </c:pt>
                      <c:pt idx="4348">
                        <c:v>88.826999999999998</c:v>
                      </c:pt>
                      <c:pt idx="4349">
                        <c:v>85.745999999999995</c:v>
                      </c:pt>
                      <c:pt idx="4350">
                        <c:v>85.369</c:v>
                      </c:pt>
                      <c:pt idx="4351">
                        <c:v>85.063000000000002</c:v>
                      </c:pt>
                      <c:pt idx="4352">
                        <c:v>84.831999999999994</c:v>
                      </c:pt>
                      <c:pt idx="4353">
                        <c:v>86.56</c:v>
                      </c:pt>
                      <c:pt idx="4354">
                        <c:v>86.671999999999997</c:v>
                      </c:pt>
                      <c:pt idx="4355">
                        <c:v>88.513000000000005</c:v>
                      </c:pt>
                      <c:pt idx="4356">
                        <c:v>89.28</c:v>
                      </c:pt>
                      <c:pt idx="4357">
                        <c:v>92.826999999999998</c:v>
                      </c:pt>
                      <c:pt idx="4358">
                        <c:v>93.433000000000007</c:v>
                      </c:pt>
                      <c:pt idx="4359">
                        <c:v>93.082999999999998</c:v>
                      </c:pt>
                      <c:pt idx="4360">
                        <c:v>92.582999999999998</c:v>
                      </c:pt>
                      <c:pt idx="4361">
                        <c:v>92.697999999999993</c:v>
                      </c:pt>
                      <c:pt idx="4362">
                        <c:v>93.206000000000003</c:v>
                      </c:pt>
                      <c:pt idx="4363">
                        <c:v>95.558000000000007</c:v>
                      </c:pt>
                      <c:pt idx="4364">
                        <c:v>95.832999999999998</c:v>
                      </c:pt>
                      <c:pt idx="4365">
                        <c:v>93.13</c:v>
                      </c:pt>
                      <c:pt idx="4366">
                        <c:v>91.426000000000002</c:v>
                      </c:pt>
                      <c:pt idx="4367">
                        <c:v>91.144000000000005</c:v>
                      </c:pt>
                      <c:pt idx="4368">
                        <c:v>90.930999999999997</c:v>
                      </c:pt>
                      <c:pt idx="4369">
                        <c:v>90.198999999999998</c:v>
                      </c:pt>
                      <c:pt idx="4370">
                        <c:v>89.364999999999995</c:v>
                      </c:pt>
                      <c:pt idx="4371">
                        <c:v>88.656999999999996</c:v>
                      </c:pt>
                      <c:pt idx="4372">
                        <c:v>88.622</c:v>
                      </c:pt>
                      <c:pt idx="4373">
                        <c:v>89.043999999999997</c:v>
                      </c:pt>
                      <c:pt idx="4374">
                        <c:v>89.677000000000007</c:v>
                      </c:pt>
                      <c:pt idx="4375">
                        <c:v>89.108000000000004</c:v>
                      </c:pt>
                      <c:pt idx="4376">
                        <c:v>89.191999999999993</c:v>
                      </c:pt>
                      <c:pt idx="4377">
                        <c:v>89.995999999999995</c:v>
                      </c:pt>
                      <c:pt idx="4378">
                        <c:v>94.05</c:v>
                      </c:pt>
                      <c:pt idx="4379">
                        <c:v>97.954999999999998</c:v>
                      </c:pt>
                      <c:pt idx="4380">
                        <c:v>99.448999999999998</c:v>
                      </c:pt>
                      <c:pt idx="4381">
                        <c:v>101.446</c:v>
                      </c:pt>
                      <c:pt idx="4382">
                        <c:v>106.411</c:v>
                      </c:pt>
                      <c:pt idx="4383">
                        <c:v>107.239</c:v>
                      </c:pt>
                      <c:pt idx="4384">
                        <c:v>105.53100000000001</c:v>
                      </c:pt>
                      <c:pt idx="4385">
                        <c:v>104.498</c:v>
                      </c:pt>
                      <c:pt idx="4386">
                        <c:v>105.655</c:v>
                      </c:pt>
                      <c:pt idx="4387">
                        <c:v>106.89700000000001</c:v>
                      </c:pt>
                      <c:pt idx="4388">
                        <c:v>110.559</c:v>
                      </c:pt>
                      <c:pt idx="4389">
                        <c:v>110.943</c:v>
                      </c:pt>
                      <c:pt idx="4390">
                        <c:v>113.551</c:v>
                      </c:pt>
                      <c:pt idx="4391">
                        <c:v>112.604</c:v>
                      </c:pt>
                      <c:pt idx="4392">
                        <c:v>112.91500000000001</c:v>
                      </c:pt>
                      <c:pt idx="4393">
                        <c:v>111.491</c:v>
                      </c:pt>
                      <c:pt idx="4394">
                        <c:v>108.617</c:v>
                      </c:pt>
                      <c:pt idx="4395">
                        <c:v>104.18300000000001</c:v>
                      </c:pt>
                      <c:pt idx="4396">
                        <c:v>100.32899999999999</c:v>
                      </c:pt>
                      <c:pt idx="4397">
                        <c:v>97.242999999999995</c:v>
                      </c:pt>
                      <c:pt idx="4398">
                        <c:v>95.308000000000007</c:v>
                      </c:pt>
                      <c:pt idx="4399">
                        <c:v>97.658000000000001</c:v>
                      </c:pt>
                      <c:pt idx="4400">
                        <c:v>97.501000000000005</c:v>
                      </c:pt>
                      <c:pt idx="4401">
                        <c:v>95.929000000000002</c:v>
                      </c:pt>
                      <c:pt idx="4402">
                        <c:v>95.010999999999996</c:v>
                      </c:pt>
                      <c:pt idx="4403">
                        <c:v>95.180999999999997</c:v>
                      </c:pt>
                      <c:pt idx="4404">
                        <c:v>96.870999999999995</c:v>
                      </c:pt>
                      <c:pt idx="4405">
                        <c:v>98.463999999999999</c:v>
                      </c:pt>
                      <c:pt idx="4406">
                        <c:v>101.54</c:v>
                      </c:pt>
                      <c:pt idx="4407">
                        <c:v>102.804</c:v>
                      </c:pt>
                      <c:pt idx="4408">
                        <c:v>109.45099999999999</c:v>
                      </c:pt>
                      <c:pt idx="4409">
                        <c:v>111.27800000000001</c:v>
                      </c:pt>
                      <c:pt idx="4410">
                        <c:v>107.616</c:v>
                      </c:pt>
                      <c:pt idx="4411">
                        <c:v>113.81100000000001</c:v>
                      </c:pt>
                      <c:pt idx="4412">
                        <c:v>121.289</c:v>
                      </c:pt>
                      <c:pt idx="4413">
                        <c:v>117.039</c:v>
                      </c:pt>
                      <c:pt idx="4414">
                        <c:v>117.575</c:v>
                      </c:pt>
                      <c:pt idx="4415">
                        <c:v>121.398</c:v>
                      </c:pt>
                      <c:pt idx="4416">
                        <c:v>126.486</c:v>
                      </c:pt>
                      <c:pt idx="4417">
                        <c:v>125.726</c:v>
                      </c:pt>
                      <c:pt idx="4418">
                        <c:v>133.54499999999999</c:v>
                      </c:pt>
                      <c:pt idx="4419">
                        <c:v>125.377</c:v>
                      </c:pt>
                      <c:pt idx="4420">
                        <c:v>120.654</c:v>
                      </c:pt>
                      <c:pt idx="4421">
                        <c:v>110.96599999999999</c:v>
                      </c:pt>
                      <c:pt idx="4422">
                        <c:v>113.751</c:v>
                      </c:pt>
                      <c:pt idx="4423">
                        <c:v>116.354</c:v>
                      </c:pt>
                      <c:pt idx="4424">
                        <c:v>116.208</c:v>
                      </c:pt>
                      <c:pt idx="4425">
                        <c:v>111.361</c:v>
                      </c:pt>
                      <c:pt idx="4426">
                        <c:v>114.258</c:v>
                      </c:pt>
                      <c:pt idx="4427">
                        <c:v>111.874</c:v>
                      </c:pt>
                      <c:pt idx="4428">
                        <c:v>120.092</c:v>
                      </c:pt>
                      <c:pt idx="4429">
                        <c:v>124.02800000000001</c:v>
                      </c:pt>
                      <c:pt idx="4430">
                        <c:v>126.021</c:v>
                      </c:pt>
                      <c:pt idx="4431">
                        <c:v>131.523</c:v>
                      </c:pt>
                      <c:pt idx="4432">
                        <c:v>132.161</c:v>
                      </c:pt>
                      <c:pt idx="4433">
                        <c:v>133.63200000000001</c:v>
                      </c:pt>
                      <c:pt idx="4434">
                        <c:v>136.61500000000001</c:v>
                      </c:pt>
                      <c:pt idx="4435">
                        <c:v>134.66300000000001</c:v>
                      </c:pt>
                      <c:pt idx="4436">
                        <c:v>130.50700000000001</c:v>
                      </c:pt>
                      <c:pt idx="4437">
                        <c:v>129.13399999999999</c:v>
                      </c:pt>
                      <c:pt idx="4438">
                        <c:v>127.217</c:v>
                      </c:pt>
                      <c:pt idx="4439">
                        <c:v>124.411</c:v>
                      </c:pt>
                      <c:pt idx="4440">
                        <c:v>126.874</c:v>
                      </c:pt>
                      <c:pt idx="4441">
                        <c:v>125.982</c:v>
                      </c:pt>
                      <c:pt idx="4442">
                        <c:v>126.11499999999999</c:v>
                      </c:pt>
                      <c:pt idx="4443">
                        <c:v>125.65900000000001</c:v>
                      </c:pt>
                      <c:pt idx="4444">
                        <c:v>123.203</c:v>
                      </c:pt>
                      <c:pt idx="4445">
                        <c:v>119.13500000000001</c:v>
                      </c:pt>
                      <c:pt idx="4446">
                        <c:v>113.98099999999999</c:v>
                      </c:pt>
                      <c:pt idx="4447">
                        <c:v>107.404</c:v>
                      </c:pt>
                      <c:pt idx="4448">
                        <c:v>107.654</c:v>
                      </c:pt>
                      <c:pt idx="4449">
                        <c:v>113.014</c:v>
                      </c:pt>
                      <c:pt idx="4450">
                        <c:v>113.298</c:v>
                      </c:pt>
                      <c:pt idx="4451">
                        <c:v>115.182</c:v>
                      </c:pt>
                      <c:pt idx="4452">
                        <c:v>115.408</c:v>
                      </c:pt>
                      <c:pt idx="4453">
                        <c:v>117.58799999999999</c:v>
                      </c:pt>
                      <c:pt idx="4454">
                        <c:v>121.342</c:v>
                      </c:pt>
                      <c:pt idx="4455">
                        <c:v>123.64400000000001</c:v>
                      </c:pt>
                      <c:pt idx="4456">
                        <c:v>123.77</c:v>
                      </c:pt>
                      <c:pt idx="4457">
                        <c:v>125.241</c:v>
                      </c:pt>
                      <c:pt idx="4458">
                        <c:v>133.209</c:v>
                      </c:pt>
                      <c:pt idx="4459">
                        <c:v>139.80699999999999</c:v>
                      </c:pt>
                      <c:pt idx="4460">
                        <c:v>139.89400000000001</c:v>
                      </c:pt>
                      <c:pt idx="4461">
                        <c:v>135.57</c:v>
                      </c:pt>
                      <c:pt idx="4462">
                        <c:v>129.607</c:v>
                      </c:pt>
                      <c:pt idx="4463">
                        <c:v>126.9</c:v>
                      </c:pt>
                      <c:pt idx="4464">
                        <c:v>128.59700000000001</c:v>
                      </c:pt>
                      <c:pt idx="4465">
                        <c:v>133.553</c:v>
                      </c:pt>
                      <c:pt idx="4466">
                        <c:v>133.267</c:v>
                      </c:pt>
                      <c:pt idx="4467">
                        <c:v>130.99799999999999</c:v>
                      </c:pt>
                      <c:pt idx="4468">
                        <c:v>131.869</c:v>
                      </c:pt>
                      <c:pt idx="4469">
                        <c:v>134.49</c:v>
                      </c:pt>
                      <c:pt idx="4470">
                        <c:v>136.488</c:v>
                      </c:pt>
                      <c:pt idx="4471">
                        <c:v>138.648</c:v>
                      </c:pt>
                      <c:pt idx="4472">
                        <c:v>139.88399999999999</c:v>
                      </c:pt>
                      <c:pt idx="4473">
                        <c:v>139.905</c:v>
                      </c:pt>
                      <c:pt idx="4474">
                        <c:v>142.81200000000001</c:v>
                      </c:pt>
                      <c:pt idx="4475">
                        <c:v>143.41399999999999</c:v>
                      </c:pt>
                      <c:pt idx="4476">
                        <c:v>142.67099999999999</c:v>
                      </c:pt>
                      <c:pt idx="4477">
                        <c:v>142.11000000000001</c:v>
                      </c:pt>
                      <c:pt idx="4478">
                        <c:v>141.821</c:v>
                      </c:pt>
                      <c:pt idx="4479">
                        <c:v>140.34200000000001</c:v>
                      </c:pt>
                      <c:pt idx="4480">
                        <c:v>137.929</c:v>
                      </c:pt>
                      <c:pt idx="4481">
                        <c:v>139.31700000000001</c:v>
                      </c:pt>
                      <c:pt idx="4482">
                        <c:v>137.56899999999999</c:v>
                      </c:pt>
                      <c:pt idx="4483">
                        <c:v>136.02199999999999</c:v>
                      </c:pt>
                      <c:pt idx="4484">
                        <c:v>133.48699999999999</c:v>
                      </c:pt>
                      <c:pt idx="4485">
                        <c:v>129.536</c:v>
                      </c:pt>
                      <c:pt idx="4486">
                        <c:v>127.83</c:v>
                      </c:pt>
                      <c:pt idx="4487">
                        <c:v>126.285</c:v>
                      </c:pt>
                      <c:pt idx="4488">
                        <c:v>127.51600000000001</c:v>
                      </c:pt>
                      <c:pt idx="4489">
                        <c:v>129.215</c:v>
                      </c:pt>
                      <c:pt idx="4490">
                        <c:v>131.10900000000001</c:v>
                      </c:pt>
                      <c:pt idx="4491">
                        <c:v>132.72900000000001</c:v>
                      </c:pt>
                      <c:pt idx="4492">
                        <c:v>135.613</c:v>
                      </c:pt>
                      <c:pt idx="4493">
                        <c:v>139.535</c:v>
                      </c:pt>
                      <c:pt idx="4494">
                        <c:v>140.66399999999999</c:v>
                      </c:pt>
                      <c:pt idx="4495">
                        <c:v>140.851</c:v>
                      </c:pt>
                      <c:pt idx="4496">
                        <c:v>139.053</c:v>
                      </c:pt>
                      <c:pt idx="4497">
                        <c:v>137.18199999999999</c:v>
                      </c:pt>
                      <c:pt idx="4498">
                        <c:v>134.99199999999999</c:v>
                      </c:pt>
                      <c:pt idx="4499">
                        <c:v>135.37299999999999</c:v>
                      </c:pt>
                      <c:pt idx="4500">
                        <c:v>136.03700000000001</c:v>
                      </c:pt>
                      <c:pt idx="4501">
                        <c:v>136.38999999999999</c:v>
                      </c:pt>
                      <c:pt idx="4502">
                        <c:v>137.80500000000001</c:v>
                      </c:pt>
                      <c:pt idx="4503">
                        <c:v>138.29400000000001</c:v>
                      </c:pt>
                      <c:pt idx="4504">
                        <c:v>138.899</c:v>
                      </c:pt>
                      <c:pt idx="4505">
                        <c:v>138.203</c:v>
                      </c:pt>
                      <c:pt idx="4506">
                        <c:v>139.834</c:v>
                      </c:pt>
                      <c:pt idx="4507">
                        <c:v>138.84700000000001</c:v>
                      </c:pt>
                      <c:pt idx="4508">
                        <c:v>139.05099999999999</c:v>
                      </c:pt>
                      <c:pt idx="4509">
                        <c:v>143.17500000000001</c:v>
                      </c:pt>
                      <c:pt idx="4510">
                        <c:v>144.24100000000001</c:v>
                      </c:pt>
                      <c:pt idx="4511">
                        <c:v>145.53399999999999</c:v>
                      </c:pt>
                      <c:pt idx="4512">
                        <c:v>144.68799999999999</c:v>
                      </c:pt>
                      <c:pt idx="4513">
                        <c:v>149.10300000000001</c:v>
                      </c:pt>
                      <c:pt idx="4514">
                        <c:v>149.36500000000001</c:v>
                      </c:pt>
                      <c:pt idx="4515">
                        <c:v>146.9</c:v>
                      </c:pt>
                      <c:pt idx="4516">
                        <c:v>146.92099999999999</c:v>
                      </c:pt>
                      <c:pt idx="4517">
                        <c:v>146.76599999999999</c:v>
                      </c:pt>
                      <c:pt idx="4518">
                        <c:v>148.14400000000001</c:v>
                      </c:pt>
                      <c:pt idx="4519">
                        <c:v>153.161</c:v>
                      </c:pt>
                      <c:pt idx="4520">
                        <c:v>153.221</c:v>
                      </c:pt>
                      <c:pt idx="4521">
                        <c:v>148.886</c:v>
                      </c:pt>
                      <c:pt idx="4522">
                        <c:v>147.25700000000001</c:v>
                      </c:pt>
                      <c:pt idx="4523">
                        <c:v>146.14599999999999</c:v>
                      </c:pt>
                      <c:pt idx="4524">
                        <c:v>144.69300000000001</c:v>
                      </c:pt>
                      <c:pt idx="4525">
                        <c:v>144.994</c:v>
                      </c:pt>
                      <c:pt idx="4526">
                        <c:v>145.071</c:v>
                      </c:pt>
                      <c:pt idx="4527">
                        <c:v>145.35599999999999</c:v>
                      </c:pt>
                      <c:pt idx="4528">
                        <c:v>146.41499999999999</c:v>
                      </c:pt>
                      <c:pt idx="4529">
                        <c:v>147.708</c:v>
                      </c:pt>
                      <c:pt idx="4530">
                        <c:v>148.77199999999999</c:v>
                      </c:pt>
                      <c:pt idx="4531">
                        <c:v>146.24600000000001</c:v>
                      </c:pt>
                      <c:pt idx="4532">
                        <c:v>143.928</c:v>
                      </c:pt>
                      <c:pt idx="4533">
                        <c:v>142.57</c:v>
                      </c:pt>
                      <c:pt idx="4534">
                        <c:v>143.209</c:v>
                      </c:pt>
                      <c:pt idx="4535">
                        <c:v>144.10499999999999</c:v>
                      </c:pt>
                      <c:pt idx="4536">
                        <c:v>146.386</c:v>
                      </c:pt>
                      <c:pt idx="4537">
                        <c:v>146.81399999999999</c:v>
                      </c:pt>
                      <c:pt idx="4538">
                        <c:v>144.548</c:v>
                      </c:pt>
                      <c:pt idx="4539">
                        <c:v>142.166</c:v>
                      </c:pt>
                      <c:pt idx="4540">
                        <c:v>139.887</c:v>
                      </c:pt>
                      <c:pt idx="4541">
                        <c:v>139.20599999999999</c:v>
                      </c:pt>
                      <c:pt idx="4542">
                        <c:v>136.92599999999999</c:v>
                      </c:pt>
                      <c:pt idx="4543">
                        <c:v>132.536</c:v>
                      </c:pt>
                      <c:pt idx="4544">
                        <c:v>132.79</c:v>
                      </c:pt>
                      <c:pt idx="4545">
                        <c:v>132.07400000000001</c:v>
                      </c:pt>
                      <c:pt idx="4546">
                        <c:v>131.86099999999999</c:v>
                      </c:pt>
                      <c:pt idx="4547">
                        <c:v>131.84899999999999</c:v>
                      </c:pt>
                      <c:pt idx="4548">
                        <c:v>131.745</c:v>
                      </c:pt>
                      <c:pt idx="4549">
                        <c:v>132.46100000000001</c:v>
                      </c:pt>
                      <c:pt idx="4550">
                        <c:v>133.453</c:v>
                      </c:pt>
                      <c:pt idx="4551">
                        <c:v>133.572</c:v>
                      </c:pt>
                      <c:pt idx="4552">
                        <c:v>132.20099999999999</c:v>
                      </c:pt>
                      <c:pt idx="4553">
                        <c:v>132.477</c:v>
                      </c:pt>
                      <c:pt idx="4554">
                        <c:v>134.196</c:v>
                      </c:pt>
                      <c:pt idx="4555">
                        <c:v>132.71100000000001</c:v>
                      </c:pt>
                      <c:pt idx="4556">
                        <c:v>132.37299999999999</c:v>
                      </c:pt>
                      <c:pt idx="4557">
                        <c:v>133.16</c:v>
                      </c:pt>
                      <c:pt idx="4558">
                        <c:v>146.09399999999999</c:v>
                      </c:pt>
                      <c:pt idx="4559">
                        <c:v>150.83199999999999</c:v>
                      </c:pt>
                      <c:pt idx="4560">
                        <c:v>151.02099999999999</c:v>
                      </c:pt>
                      <c:pt idx="4561">
                        <c:v>150.755</c:v>
                      </c:pt>
                      <c:pt idx="4562">
                        <c:v>153.60599999999999</c:v>
                      </c:pt>
                      <c:pt idx="4563">
                        <c:v>156.47900000000001</c:v>
                      </c:pt>
                      <c:pt idx="4564">
                        <c:v>162.30099999999999</c:v>
                      </c:pt>
                      <c:pt idx="4565">
                        <c:v>164.244</c:v>
                      </c:pt>
                      <c:pt idx="4566">
                        <c:v>168.749</c:v>
                      </c:pt>
                      <c:pt idx="4567">
                        <c:v>169.98400000000001</c:v>
                      </c:pt>
                      <c:pt idx="4568">
                        <c:v>173.71</c:v>
                      </c:pt>
                      <c:pt idx="4569">
                        <c:v>172.959</c:v>
                      </c:pt>
                      <c:pt idx="4570">
                        <c:v>173.32900000000001</c:v>
                      </c:pt>
                      <c:pt idx="4571">
                        <c:v>168.512</c:v>
                      </c:pt>
                      <c:pt idx="4572">
                        <c:v>166.20599999999999</c:v>
                      </c:pt>
                      <c:pt idx="4573">
                        <c:v>166.227</c:v>
                      </c:pt>
                      <c:pt idx="4574">
                        <c:v>169.45099999999999</c:v>
                      </c:pt>
                      <c:pt idx="4575">
                        <c:v>166.77699999999999</c:v>
                      </c:pt>
                      <c:pt idx="4576">
                        <c:v>162.374</c:v>
                      </c:pt>
                      <c:pt idx="4577">
                        <c:v>161.53899999999999</c:v>
                      </c:pt>
                      <c:pt idx="4578">
                        <c:v>162.15799999999999</c:v>
                      </c:pt>
                      <c:pt idx="4579">
                        <c:v>158.99799999999999</c:v>
                      </c:pt>
                      <c:pt idx="4580">
                        <c:v>157.041</c:v>
                      </c:pt>
                      <c:pt idx="4581">
                        <c:v>157.07900000000001</c:v>
                      </c:pt>
                      <c:pt idx="4582">
                        <c:v>158.26</c:v>
                      </c:pt>
                      <c:pt idx="4583">
                        <c:v>156.77000000000001</c:v>
                      </c:pt>
                      <c:pt idx="4584">
                        <c:v>153.68199999999999</c:v>
                      </c:pt>
                      <c:pt idx="4585">
                        <c:v>154.63399999999999</c:v>
                      </c:pt>
                      <c:pt idx="4586">
                        <c:v>158.03200000000001</c:v>
                      </c:pt>
                      <c:pt idx="4587">
                        <c:v>163.66999999999999</c:v>
                      </c:pt>
                      <c:pt idx="4588">
                        <c:v>167.815</c:v>
                      </c:pt>
                      <c:pt idx="4589">
                        <c:v>167.69900000000001</c:v>
                      </c:pt>
                      <c:pt idx="4590">
                        <c:v>165.47900000000001</c:v>
                      </c:pt>
                      <c:pt idx="4591">
                        <c:v>164.559</c:v>
                      </c:pt>
                      <c:pt idx="4592">
                        <c:v>163.72200000000001</c:v>
                      </c:pt>
                      <c:pt idx="4593">
                        <c:v>162.28299999999999</c:v>
                      </c:pt>
                      <c:pt idx="4594">
                        <c:v>166.3</c:v>
                      </c:pt>
                      <c:pt idx="4595">
                        <c:v>171.68299999999999</c:v>
                      </c:pt>
                      <c:pt idx="4596">
                        <c:v>172.66900000000001</c:v>
                      </c:pt>
                      <c:pt idx="4597">
                        <c:v>174.01400000000001</c:v>
                      </c:pt>
                      <c:pt idx="4598">
                        <c:v>174.64699999999999</c:v>
                      </c:pt>
                      <c:pt idx="4599">
                        <c:v>176.803</c:v>
                      </c:pt>
                      <c:pt idx="4600">
                        <c:v>179.53299999999999</c:v>
                      </c:pt>
                      <c:pt idx="4601">
                        <c:v>181.56899999999999</c:v>
                      </c:pt>
                      <c:pt idx="4602">
                        <c:v>182.57300000000001</c:v>
                      </c:pt>
                      <c:pt idx="4603">
                        <c:v>185.19</c:v>
                      </c:pt>
                      <c:pt idx="4604">
                        <c:v>191.06</c:v>
                      </c:pt>
                      <c:pt idx="4605">
                        <c:v>196.91200000000001</c:v>
                      </c:pt>
                      <c:pt idx="4606">
                        <c:v>196.965</c:v>
                      </c:pt>
                      <c:pt idx="4607">
                        <c:v>214.846</c:v>
                      </c:pt>
                      <c:pt idx="4608">
                        <c:v>219.29499999999999</c:v>
                      </c:pt>
                      <c:pt idx="4609">
                        <c:v>226.27799999999999</c:v>
                      </c:pt>
                      <c:pt idx="4610">
                        <c:v>217.85499999999999</c:v>
                      </c:pt>
                      <c:pt idx="4611">
                        <c:v>208.34299999999999</c:v>
                      </c:pt>
                      <c:pt idx="4612">
                        <c:v>207.38900000000001</c:v>
                      </c:pt>
                      <c:pt idx="4613">
                        <c:v>205.49100000000001</c:v>
                      </c:pt>
                      <c:pt idx="4614">
                        <c:v>199.07499999999999</c:v>
                      </c:pt>
                      <c:pt idx="4615">
                        <c:v>196.45400000000001</c:v>
                      </c:pt>
                      <c:pt idx="4616">
                        <c:v>200.101</c:v>
                      </c:pt>
                      <c:pt idx="4617">
                        <c:v>201.57900000000001</c:v>
                      </c:pt>
                      <c:pt idx="4618">
                        <c:v>204.22300000000001</c:v>
                      </c:pt>
                      <c:pt idx="4619">
                        <c:v>208.24100000000001</c:v>
                      </c:pt>
                      <c:pt idx="4620">
                        <c:v>209.964</c:v>
                      </c:pt>
                      <c:pt idx="4621">
                        <c:v>210.60599999999999</c:v>
                      </c:pt>
                      <c:pt idx="4622">
                        <c:v>213.15100000000001</c:v>
                      </c:pt>
                      <c:pt idx="4623">
                        <c:v>216.43600000000001</c:v>
                      </c:pt>
                      <c:pt idx="4624">
                        <c:v>215.70699999999999</c:v>
                      </c:pt>
                      <c:pt idx="4625">
                        <c:v>214.42099999999999</c:v>
                      </c:pt>
                      <c:pt idx="4626">
                        <c:v>212.22399999999999</c:v>
                      </c:pt>
                      <c:pt idx="4627">
                        <c:v>211.16900000000001</c:v>
                      </c:pt>
                      <c:pt idx="4628">
                        <c:v>208.309</c:v>
                      </c:pt>
                      <c:pt idx="4629">
                        <c:v>207.02600000000001</c:v>
                      </c:pt>
                      <c:pt idx="4630">
                        <c:v>206.54599999999999</c:v>
                      </c:pt>
                      <c:pt idx="4631">
                        <c:v>204.80199999999999</c:v>
                      </c:pt>
                      <c:pt idx="4632">
                        <c:v>204.673</c:v>
                      </c:pt>
                      <c:pt idx="4633">
                        <c:v>199.86699999999999</c:v>
                      </c:pt>
                      <c:pt idx="4634">
                        <c:v>200.547</c:v>
                      </c:pt>
                      <c:pt idx="4635">
                        <c:v>200.80099999999999</c:v>
                      </c:pt>
                      <c:pt idx="4636">
                        <c:v>199.06</c:v>
                      </c:pt>
                      <c:pt idx="4637">
                        <c:v>199.27199999999999</c:v>
                      </c:pt>
                      <c:pt idx="4638">
                        <c:v>199.93700000000001</c:v>
                      </c:pt>
                      <c:pt idx="4639">
                        <c:v>198.83</c:v>
                      </c:pt>
                      <c:pt idx="4640">
                        <c:v>199.029</c:v>
                      </c:pt>
                      <c:pt idx="4641">
                        <c:v>201.886</c:v>
                      </c:pt>
                      <c:pt idx="4642">
                        <c:v>201.97200000000001</c:v>
                      </c:pt>
                      <c:pt idx="4643">
                        <c:v>203.458</c:v>
                      </c:pt>
                      <c:pt idx="4644">
                        <c:v>203.87700000000001</c:v>
                      </c:pt>
                      <c:pt idx="4645">
                        <c:v>203.345</c:v>
                      </c:pt>
                      <c:pt idx="4646">
                        <c:v>203.155</c:v>
                      </c:pt>
                      <c:pt idx="4647">
                        <c:v>204.172</c:v>
                      </c:pt>
                      <c:pt idx="4648">
                        <c:v>205.60599999999999</c:v>
                      </c:pt>
                      <c:pt idx="4649">
                        <c:v>206.262</c:v>
                      </c:pt>
                      <c:pt idx="4650">
                        <c:v>207.67599999999999</c:v>
                      </c:pt>
                      <c:pt idx="4651">
                        <c:v>210.88399999999999</c:v>
                      </c:pt>
                      <c:pt idx="4652">
                        <c:v>213.858</c:v>
                      </c:pt>
                      <c:pt idx="4653">
                        <c:v>215.048</c:v>
                      </c:pt>
                      <c:pt idx="4654">
                        <c:v>215.04599999999999</c:v>
                      </c:pt>
                      <c:pt idx="4655">
                        <c:v>213.37299999999999</c:v>
                      </c:pt>
                      <c:pt idx="4656">
                        <c:v>217.56800000000001</c:v>
                      </c:pt>
                      <c:pt idx="4657">
                        <c:v>220.08</c:v>
                      </c:pt>
                      <c:pt idx="4658">
                        <c:v>223.029</c:v>
                      </c:pt>
                      <c:pt idx="4659">
                        <c:v>221.64400000000001</c:v>
                      </c:pt>
                      <c:pt idx="4660">
                        <c:v>218.23500000000001</c:v>
                      </c:pt>
                      <c:pt idx="4661">
                        <c:v>219.34200000000001</c:v>
                      </c:pt>
                      <c:pt idx="4662">
                        <c:v>224.02199999999999</c:v>
                      </c:pt>
                      <c:pt idx="4663">
                        <c:v>222.37</c:v>
                      </c:pt>
                      <c:pt idx="4664">
                        <c:v>219.13499999999999</c:v>
                      </c:pt>
                      <c:pt idx="4665">
                        <c:v>216.89699999999999</c:v>
                      </c:pt>
                      <c:pt idx="4666">
                        <c:v>221.46</c:v>
                      </c:pt>
                      <c:pt idx="4667">
                        <c:v>225.83500000000001</c:v>
                      </c:pt>
                      <c:pt idx="4668">
                        <c:v>226.84700000000001</c:v>
                      </c:pt>
                      <c:pt idx="4669">
                        <c:v>226.411</c:v>
                      </c:pt>
                      <c:pt idx="4670">
                        <c:v>231.32400000000001</c:v>
                      </c:pt>
                      <c:pt idx="4671">
                        <c:v>227.017</c:v>
                      </c:pt>
                      <c:pt idx="4672">
                        <c:v>222.11099999999999</c:v>
                      </c:pt>
                      <c:pt idx="4673">
                        <c:v>223.393</c:v>
                      </c:pt>
                      <c:pt idx="4674">
                        <c:v>224.04499999999999</c:v>
                      </c:pt>
                      <c:pt idx="4675">
                        <c:v>222.26</c:v>
                      </c:pt>
                      <c:pt idx="4676">
                        <c:v>219.91200000000001</c:v>
                      </c:pt>
                      <c:pt idx="4677">
                        <c:v>222.73099999999999</c:v>
                      </c:pt>
                      <c:pt idx="4678">
                        <c:v>227.321</c:v>
                      </c:pt>
                      <c:pt idx="4679">
                        <c:v>222.721</c:v>
                      </c:pt>
                      <c:pt idx="4680">
                        <c:v>210.43100000000001</c:v>
                      </c:pt>
                      <c:pt idx="4681">
                        <c:v>207.595</c:v>
                      </c:pt>
                      <c:pt idx="4682">
                        <c:v>213.34399999999999</c:v>
                      </c:pt>
                      <c:pt idx="4683">
                        <c:v>209.80799999999999</c:v>
                      </c:pt>
                      <c:pt idx="4684">
                        <c:v>201.71100000000001</c:v>
                      </c:pt>
                      <c:pt idx="4685">
                        <c:v>188.67400000000001</c:v>
                      </c:pt>
                      <c:pt idx="4686">
                        <c:v>177.26499999999999</c:v>
                      </c:pt>
                      <c:pt idx="4687">
                        <c:v>173.29300000000001</c:v>
                      </c:pt>
                      <c:pt idx="4688">
                        <c:v>198.208</c:v>
                      </c:pt>
                      <c:pt idx="4689">
                        <c:v>200.58</c:v>
                      </c:pt>
                      <c:pt idx="4690">
                        <c:v>204.28100000000001</c:v>
                      </c:pt>
                      <c:pt idx="4691">
                        <c:v>199.50200000000001</c:v>
                      </c:pt>
                      <c:pt idx="4692">
                        <c:v>196.08099999999999</c:v>
                      </c:pt>
                      <c:pt idx="4693">
                        <c:v>193.06299999999999</c:v>
                      </c:pt>
                      <c:pt idx="4694">
                        <c:v>186.77099999999999</c:v>
                      </c:pt>
                      <c:pt idx="4695">
                        <c:v>184.21100000000001</c:v>
                      </c:pt>
                      <c:pt idx="4696">
                        <c:v>190.227</c:v>
                      </c:pt>
                      <c:pt idx="4697">
                        <c:v>192.501</c:v>
                      </c:pt>
                      <c:pt idx="4698">
                        <c:v>182.35</c:v>
                      </c:pt>
                      <c:pt idx="4699">
                        <c:v>182.85300000000001</c:v>
                      </c:pt>
                      <c:pt idx="4700">
                        <c:v>184.94</c:v>
                      </c:pt>
                      <c:pt idx="4701">
                        <c:v>186.38900000000001</c:v>
                      </c:pt>
                      <c:pt idx="4702">
                        <c:v>189.49600000000001</c:v>
                      </c:pt>
                      <c:pt idx="4703">
                        <c:v>195.959</c:v>
                      </c:pt>
                      <c:pt idx="4704">
                        <c:v>199.87700000000001</c:v>
                      </c:pt>
                      <c:pt idx="4705">
                        <c:v>203.87700000000001</c:v>
                      </c:pt>
                      <c:pt idx="4706">
                        <c:v>209.554</c:v>
                      </c:pt>
                      <c:pt idx="4707">
                        <c:v>211.256</c:v>
                      </c:pt>
                      <c:pt idx="4708">
                        <c:v>212.75700000000001</c:v>
                      </c:pt>
                      <c:pt idx="4709">
                        <c:v>214.126</c:v>
                      </c:pt>
                      <c:pt idx="4710">
                        <c:v>212.459</c:v>
                      </c:pt>
                      <c:pt idx="4711">
                        <c:v>216.03100000000001</c:v>
                      </c:pt>
                      <c:pt idx="4712">
                        <c:v>227.39699999999999</c:v>
                      </c:pt>
                      <c:pt idx="4713">
                        <c:v>228.12</c:v>
                      </c:pt>
                      <c:pt idx="4714">
                        <c:v>232.13499999999999</c:v>
                      </c:pt>
                      <c:pt idx="4715">
                        <c:v>233.38200000000001</c:v>
                      </c:pt>
                      <c:pt idx="4716">
                        <c:v>230.24600000000001</c:v>
                      </c:pt>
                      <c:pt idx="4717">
                        <c:v>238.44200000000001</c:v>
                      </c:pt>
                      <c:pt idx="4718">
                        <c:v>248.93899999999999</c:v>
                      </c:pt>
                      <c:pt idx="4719">
                        <c:v>255.852</c:v>
                      </c:pt>
                      <c:pt idx="4720">
                        <c:v>247.839</c:v>
                      </c:pt>
                      <c:pt idx="4721">
                        <c:v>249.833</c:v>
                      </c:pt>
                      <c:pt idx="4722">
                        <c:v>256.2</c:v>
                      </c:pt>
                      <c:pt idx="4723">
                        <c:v>266.274</c:v>
                      </c:pt>
                      <c:pt idx="4724">
                        <c:v>267.42099999999999</c:v>
                      </c:pt>
                      <c:pt idx="4725">
                        <c:v>264.91500000000002</c:v>
                      </c:pt>
                      <c:pt idx="4726">
                        <c:v>264.15699999999998</c:v>
                      </c:pt>
                      <c:pt idx="4727">
                        <c:v>260.61599999999999</c:v>
                      </c:pt>
                      <c:pt idx="4728">
                        <c:v>263.49700000000001</c:v>
                      </c:pt>
                      <c:pt idx="4729">
                        <c:v>261.10399999999998</c:v>
                      </c:pt>
                      <c:pt idx="4730">
                        <c:v>268.87099999999998</c:v>
                      </c:pt>
                      <c:pt idx="4731">
                        <c:v>271.97300000000001</c:v>
                      </c:pt>
                      <c:pt idx="4732">
                        <c:v>269.80500000000001</c:v>
                      </c:pt>
                      <c:pt idx="4733">
                        <c:v>259.96899999999999</c:v>
                      </c:pt>
                      <c:pt idx="4734">
                        <c:v>253.33699999999999</c:v>
                      </c:pt>
                      <c:pt idx="4735">
                        <c:v>237.46299999999999</c:v>
                      </c:pt>
                      <c:pt idx="4736">
                        <c:v>227.12</c:v>
                      </c:pt>
                      <c:pt idx="4737">
                        <c:v>227.148</c:v>
                      </c:pt>
                      <c:pt idx="4738">
                        <c:v>227.035</c:v>
                      </c:pt>
                      <c:pt idx="4739">
                        <c:v>215.81399999999999</c:v>
                      </c:pt>
                      <c:pt idx="4740">
                        <c:v>208.87200000000001</c:v>
                      </c:pt>
                      <c:pt idx="4741">
                        <c:v>203.089</c:v>
                      </c:pt>
                      <c:pt idx="4742">
                        <c:v>202.51400000000001</c:v>
                      </c:pt>
                      <c:pt idx="4743">
                        <c:v>210.37200000000001</c:v>
                      </c:pt>
                      <c:pt idx="4744">
                        <c:v>216.57400000000001</c:v>
                      </c:pt>
                      <c:pt idx="4745">
                        <c:v>224.99700000000001</c:v>
                      </c:pt>
                      <c:pt idx="4746">
                        <c:v>239.13900000000001</c:v>
                      </c:pt>
                      <c:pt idx="4747">
                        <c:v>252.959</c:v>
                      </c:pt>
                      <c:pt idx="4748">
                        <c:v>266.75700000000001</c:v>
                      </c:pt>
                      <c:pt idx="4749">
                        <c:v>269.91000000000003</c:v>
                      </c:pt>
                      <c:pt idx="4750">
                        <c:v>256.18700000000001</c:v>
                      </c:pt>
                      <c:pt idx="4751">
                        <c:v>257.39</c:v>
                      </c:pt>
                      <c:pt idx="4752">
                        <c:v>255.15199999999999</c:v>
                      </c:pt>
                      <c:pt idx="4753">
                        <c:v>253.672</c:v>
                      </c:pt>
                      <c:pt idx="4754">
                        <c:v>257.36399999999998</c:v>
                      </c:pt>
                      <c:pt idx="4755">
                        <c:v>269.154</c:v>
                      </c:pt>
                      <c:pt idx="4756">
                        <c:v>277.899</c:v>
                      </c:pt>
                      <c:pt idx="4757">
                        <c:v>275.346</c:v>
                      </c:pt>
                      <c:pt idx="4758">
                        <c:v>276.61599999999999</c:v>
                      </c:pt>
                      <c:pt idx="4759">
                        <c:v>291.18099999999998</c:v>
                      </c:pt>
                      <c:pt idx="4760">
                        <c:v>294.089</c:v>
                      </c:pt>
                      <c:pt idx="4761">
                        <c:v>293.274</c:v>
                      </c:pt>
                      <c:pt idx="4762">
                        <c:v>292.63</c:v>
                      </c:pt>
                      <c:pt idx="4763">
                        <c:v>295.76400000000001</c:v>
                      </c:pt>
                      <c:pt idx="4764">
                        <c:v>298.47199999999998</c:v>
                      </c:pt>
                      <c:pt idx="4765">
                        <c:v>289.32299999999998</c:v>
                      </c:pt>
                      <c:pt idx="4766">
                        <c:v>284.05200000000002</c:v>
                      </c:pt>
                      <c:pt idx="4767">
                        <c:v>291.33699999999999</c:v>
                      </c:pt>
                      <c:pt idx="4768">
                        <c:v>302.02999999999997</c:v>
                      </c:pt>
                      <c:pt idx="4769">
                        <c:v>315.27600000000001</c:v>
                      </c:pt>
                      <c:pt idx="4770">
                        <c:v>327.90100000000001</c:v>
                      </c:pt>
                      <c:pt idx="4771">
                        <c:v>328.12700000000001</c:v>
                      </c:pt>
                      <c:pt idx="4772">
                        <c:v>323.60899999999998</c:v>
                      </c:pt>
                      <c:pt idx="4773">
                        <c:v>306.202</c:v>
                      </c:pt>
                      <c:pt idx="4774">
                        <c:v>291.36200000000002</c:v>
                      </c:pt>
                      <c:pt idx="4775">
                        <c:v>288.02</c:v>
                      </c:pt>
                      <c:pt idx="4776">
                        <c:v>289.642</c:v>
                      </c:pt>
                      <c:pt idx="4777">
                        <c:v>286.67200000000003</c:v>
                      </c:pt>
                      <c:pt idx="4778">
                        <c:v>292.27199999999999</c:v>
                      </c:pt>
                      <c:pt idx="4779">
                        <c:v>281.72699999999998</c:v>
                      </c:pt>
                      <c:pt idx="4780">
                        <c:v>270.98</c:v>
                      </c:pt>
                      <c:pt idx="4781">
                        <c:v>261.16699999999997</c:v>
                      </c:pt>
                      <c:pt idx="4782">
                        <c:v>261.86599999999999</c:v>
                      </c:pt>
                      <c:pt idx="4783">
                        <c:v>266.80200000000002</c:v>
                      </c:pt>
                      <c:pt idx="4784">
                        <c:v>265.50400000000002</c:v>
                      </c:pt>
                      <c:pt idx="4785">
                        <c:v>259.44600000000003</c:v>
                      </c:pt>
                      <c:pt idx="4786">
                        <c:v>260.02300000000002</c:v>
                      </c:pt>
                      <c:pt idx="4787">
                        <c:v>253.25299999999999</c:v>
                      </c:pt>
                      <c:pt idx="4788">
                        <c:v>256.01600000000002</c:v>
                      </c:pt>
                      <c:pt idx="4789">
                        <c:v>240.84800000000001</c:v>
                      </c:pt>
                      <c:pt idx="4790">
                        <c:v>233.66300000000001</c:v>
                      </c:pt>
                      <c:pt idx="4791">
                        <c:v>226.108</c:v>
                      </c:pt>
                      <c:pt idx="4792">
                        <c:v>223.72200000000001</c:v>
                      </c:pt>
                      <c:pt idx="4793">
                        <c:v>227.16499999999999</c:v>
                      </c:pt>
                      <c:pt idx="4794">
                        <c:v>234.71299999999999</c:v>
                      </c:pt>
                      <c:pt idx="4795">
                        <c:v>243.334</c:v>
                      </c:pt>
                      <c:pt idx="4796">
                        <c:v>256.62799999999999</c:v>
                      </c:pt>
                      <c:pt idx="4797">
                        <c:v>265.66000000000003</c:v>
                      </c:pt>
                      <c:pt idx="4798">
                        <c:v>261.12099999999998</c:v>
                      </c:pt>
                      <c:pt idx="4799">
                        <c:v>253.42099999999999</c:v>
                      </c:pt>
                      <c:pt idx="4800">
                        <c:v>250.464</c:v>
                      </c:pt>
                      <c:pt idx="4801">
                        <c:v>256.64999999999998</c:v>
                      </c:pt>
                      <c:pt idx="4802">
                        <c:v>262.34500000000003</c:v>
                      </c:pt>
                      <c:pt idx="4803">
                        <c:v>270.97399999999999</c:v>
                      </c:pt>
                      <c:pt idx="4804">
                        <c:v>276.25200000000001</c:v>
                      </c:pt>
                      <c:pt idx="4805">
                        <c:v>275.08</c:v>
                      </c:pt>
                      <c:pt idx="4806">
                        <c:v>269.85599999999999</c:v>
                      </c:pt>
                      <c:pt idx="4807">
                        <c:v>271.80900000000003</c:v>
                      </c:pt>
                      <c:pt idx="4808">
                        <c:v>266.72800000000001</c:v>
                      </c:pt>
                      <c:pt idx="4809">
                        <c:v>257.29000000000002</c:v>
                      </c:pt>
                      <c:pt idx="4810">
                        <c:v>251.494</c:v>
                      </c:pt>
                      <c:pt idx="4811">
                        <c:v>243.12299999999999</c:v>
                      </c:pt>
                      <c:pt idx="4812">
                        <c:v>237.386</c:v>
                      </c:pt>
                      <c:pt idx="4813">
                        <c:v>249.75800000000001</c:v>
                      </c:pt>
                      <c:pt idx="4814">
                        <c:v>251.92699999999999</c:v>
                      </c:pt>
                      <c:pt idx="4815">
                        <c:v>253.875</c:v>
                      </c:pt>
                      <c:pt idx="4816">
                        <c:v>257.64400000000001</c:v>
                      </c:pt>
                      <c:pt idx="4817">
                        <c:v>254.559</c:v>
                      </c:pt>
                      <c:pt idx="4818">
                        <c:v>282.35899999999998</c:v>
                      </c:pt>
                      <c:pt idx="4819">
                        <c:v>285.39699999999999</c:v>
                      </c:pt>
                      <c:pt idx="4820">
                        <c:v>291.54000000000002</c:v>
                      </c:pt>
                      <c:pt idx="4821">
                        <c:v>306.68200000000002</c:v>
                      </c:pt>
                      <c:pt idx="4822">
                        <c:v>322.35199999999998</c:v>
                      </c:pt>
                      <c:pt idx="4823">
                        <c:v>340.50400000000002</c:v>
                      </c:pt>
                      <c:pt idx="4824">
                        <c:v>331.95699999999999</c:v>
                      </c:pt>
                      <c:pt idx="4825">
                        <c:v>333.80200000000002</c:v>
                      </c:pt>
                      <c:pt idx="4826">
                        <c:v>337.02300000000002</c:v>
                      </c:pt>
                      <c:pt idx="4827">
                        <c:v>325.47500000000002</c:v>
                      </c:pt>
                      <c:pt idx="4828">
                        <c:v>311.95299999999997</c:v>
                      </c:pt>
                      <c:pt idx="4829">
                        <c:v>311.59699999999998</c:v>
                      </c:pt>
                      <c:pt idx="4830">
                        <c:v>316.63499999999999</c:v>
                      </c:pt>
                      <c:pt idx="4831">
                        <c:v>331.90699999999998</c:v>
                      </c:pt>
                      <c:pt idx="4832">
                        <c:v>339.52</c:v>
                      </c:pt>
                      <c:pt idx="4833">
                        <c:v>339.55500000000001</c:v>
                      </c:pt>
                      <c:pt idx="4834">
                        <c:v>344.803</c:v>
                      </c:pt>
                      <c:pt idx="4835">
                        <c:v>347.47399999999999</c:v>
                      </c:pt>
                      <c:pt idx="4836">
                        <c:v>365.38</c:v>
                      </c:pt>
                      <c:pt idx="4837">
                        <c:v>366.95600000000002</c:v>
                      </c:pt>
                      <c:pt idx="4838">
                        <c:v>366.69900000000001</c:v>
                      </c:pt>
                      <c:pt idx="4839">
                        <c:v>374.37200000000001</c:v>
                      </c:pt>
                      <c:pt idx="4840">
                        <c:v>387.60599999999999</c:v>
                      </c:pt>
                      <c:pt idx="4841">
                        <c:v>392.87400000000002</c:v>
                      </c:pt>
                      <c:pt idx="4842">
                        <c:v>388.00900000000001</c:v>
                      </c:pt>
                      <c:pt idx="4843">
                        <c:v>375.57299999999998</c:v>
                      </c:pt>
                      <c:pt idx="4844">
                        <c:v>365.11900000000003</c:v>
                      </c:pt>
                      <c:pt idx="4845">
                        <c:v>344.39</c:v>
                      </c:pt>
                      <c:pt idx="4846">
                        <c:v>341.17899999999997</c:v>
                      </c:pt>
                      <c:pt idx="4847">
                        <c:v>351.22800000000001</c:v>
                      </c:pt>
                      <c:pt idx="4848">
                        <c:v>354.69799999999998</c:v>
                      </c:pt>
                      <c:pt idx="4849">
                        <c:v>363.81099999999998</c:v>
                      </c:pt>
                      <c:pt idx="4850">
                        <c:v>374.90800000000002</c:v>
                      </c:pt>
                      <c:pt idx="4851">
                        <c:v>369.83</c:v>
                      </c:pt>
                      <c:pt idx="4852">
                        <c:v>354.04399999999998</c:v>
                      </c:pt>
                      <c:pt idx="4853">
                        <c:v>337.67500000000001</c:v>
                      </c:pt>
                      <c:pt idx="4854">
                        <c:v>338.04</c:v>
                      </c:pt>
                      <c:pt idx="4855">
                        <c:v>310.35199999999998</c:v>
                      </c:pt>
                      <c:pt idx="4856">
                        <c:v>299.42700000000002</c:v>
                      </c:pt>
                      <c:pt idx="4857">
                        <c:v>294.21600000000001</c:v>
                      </c:pt>
                      <c:pt idx="4858">
                        <c:v>289.75900000000001</c:v>
                      </c:pt>
                      <c:pt idx="4859">
                        <c:v>293.61399999999998</c:v>
                      </c:pt>
                      <c:pt idx="4860">
                        <c:v>301.995</c:v>
                      </c:pt>
                      <c:pt idx="4861">
                        <c:v>303.71499999999997</c:v>
                      </c:pt>
                      <c:pt idx="4862">
                        <c:v>303.97000000000003</c:v>
                      </c:pt>
                      <c:pt idx="4863">
                        <c:v>298.04500000000002</c:v>
                      </c:pt>
                      <c:pt idx="4864">
                        <c:v>291.25900000000001</c:v>
                      </c:pt>
                      <c:pt idx="4865">
                        <c:v>288.31400000000002</c:v>
                      </c:pt>
                      <c:pt idx="4866">
                        <c:v>286.22500000000002</c:v>
                      </c:pt>
                      <c:pt idx="4867">
                        <c:v>295.322</c:v>
                      </c:pt>
                      <c:pt idx="4868">
                        <c:v>294.59500000000003</c:v>
                      </c:pt>
                      <c:pt idx="4869">
                        <c:v>285.48899999999998</c:v>
                      </c:pt>
                      <c:pt idx="4870">
                        <c:v>278.13200000000001</c:v>
                      </c:pt>
                      <c:pt idx="4871">
                        <c:v>269.51299999999998</c:v>
                      </c:pt>
                      <c:pt idx="4872">
                        <c:v>272.404</c:v>
                      </c:pt>
                      <c:pt idx="4873">
                        <c:v>281.11</c:v>
                      </c:pt>
                      <c:pt idx="4874">
                        <c:v>280.25799999999998</c:v>
                      </c:pt>
                      <c:pt idx="4875">
                        <c:v>274.04199999999997</c:v>
                      </c:pt>
                      <c:pt idx="4876">
                        <c:v>269.80099999999999</c:v>
                      </c:pt>
                      <c:pt idx="4877">
                        <c:v>269.78100000000001</c:v>
                      </c:pt>
                      <c:pt idx="4878">
                        <c:v>267.21800000000002</c:v>
                      </c:pt>
                      <c:pt idx="4879">
                        <c:v>265.18099999999998</c:v>
                      </c:pt>
                      <c:pt idx="4880">
                        <c:v>268.58800000000002</c:v>
                      </c:pt>
                      <c:pt idx="4881">
                        <c:v>278.02699999999999</c:v>
                      </c:pt>
                      <c:pt idx="4882">
                        <c:v>282.27600000000001</c:v>
                      </c:pt>
                      <c:pt idx="4883">
                        <c:v>284.85500000000002</c:v>
                      </c:pt>
                      <c:pt idx="4884">
                        <c:v>279.666</c:v>
                      </c:pt>
                      <c:pt idx="4885">
                        <c:v>280.96699999999998</c:v>
                      </c:pt>
                      <c:pt idx="4886">
                        <c:v>280.13</c:v>
                      </c:pt>
                      <c:pt idx="4887">
                        <c:v>278.84399999999999</c:v>
                      </c:pt>
                      <c:pt idx="4888">
                        <c:v>278.88799999999998</c:v>
                      </c:pt>
                      <c:pt idx="4889">
                        <c:v>276.483</c:v>
                      </c:pt>
                      <c:pt idx="4890">
                        <c:v>274.565</c:v>
                      </c:pt>
                      <c:pt idx="4891">
                        <c:v>274.58100000000002</c:v>
                      </c:pt>
                      <c:pt idx="4892">
                        <c:v>275.82400000000001</c:v>
                      </c:pt>
                      <c:pt idx="4893">
                        <c:v>270.79700000000003</c:v>
                      </c:pt>
                      <c:pt idx="4894">
                        <c:v>265.79300000000001</c:v>
                      </c:pt>
                      <c:pt idx="4895">
                        <c:v>272.005</c:v>
                      </c:pt>
                      <c:pt idx="4896">
                        <c:v>271.38499999999999</c:v>
                      </c:pt>
                      <c:pt idx="4897">
                        <c:v>268.64699999999999</c:v>
                      </c:pt>
                      <c:pt idx="4898">
                        <c:v>272.29399999999998</c:v>
                      </c:pt>
                      <c:pt idx="4899">
                        <c:v>270.97199999999998</c:v>
                      </c:pt>
                      <c:pt idx="4900">
                        <c:v>267.78500000000003</c:v>
                      </c:pt>
                      <c:pt idx="4901">
                        <c:v>265.69200000000001</c:v>
                      </c:pt>
                      <c:pt idx="4902">
                        <c:v>265.86700000000002</c:v>
                      </c:pt>
                      <c:pt idx="4903">
                        <c:v>268.88099999999997</c:v>
                      </c:pt>
                      <c:pt idx="4904">
                        <c:v>266.93200000000002</c:v>
                      </c:pt>
                      <c:pt idx="4905">
                        <c:v>268.01</c:v>
                      </c:pt>
                      <c:pt idx="4906">
                        <c:v>266.709</c:v>
                      </c:pt>
                      <c:pt idx="4907">
                        <c:v>264.99400000000003</c:v>
                      </c:pt>
                      <c:pt idx="4908">
                        <c:v>261.86799999999999</c:v>
                      </c:pt>
                      <c:pt idx="4909">
                        <c:v>262.09800000000001</c:v>
                      </c:pt>
                      <c:pt idx="4910">
                        <c:v>259.77800000000002</c:v>
                      </c:pt>
                      <c:pt idx="4911">
                        <c:v>260.14699999999999</c:v>
                      </c:pt>
                      <c:pt idx="4912">
                        <c:v>268.49599999999998</c:v>
                      </c:pt>
                      <c:pt idx="4913">
                        <c:v>265.85000000000002</c:v>
                      </c:pt>
                      <c:pt idx="4914">
                        <c:v>260.41000000000003</c:v>
                      </c:pt>
                      <c:pt idx="4915">
                        <c:v>252.005</c:v>
                      </c:pt>
                      <c:pt idx="4916">
                        <c:v>253.57499999999999</c:v>
                      </c:pt>
                      <c:pt idx="4917">
                        <c:v>261.35000000000002</c:v>
                      </c:pt>
                      <c:pt idx="4918">
                        <c:v>259.77300000000002</c:v>
                      </c:pt>
                      <c:pt idx="4919">
                        <c:v>263.77100000000002</c:v>
                      </c:pt>
                      <c:pt idx="4920">
                        <c:v>265.30599999999998</c:v>
                      </c:pt>
                      <c:pt idx="4921">
                        <c:v>272.11200000000002</c:v>
                      </c:pt>
                      <c:pt idx="4922">
                        <c:v>273.23500000000001</c:v>
                      </c:pt>
                      <c:pt idx="4923">
                        <c:v>269.27499999999998</c:v>
                      </c:pt>
                      <c:pt idx="4924">
                        <c:v>271.27</c:v>
                      </c:pt>
                      <c:pt idx="4925">
                        <c:v>276.68700000000001</c:v>
                      </c:pt>
                      <c:pt idx="4926">
                        <c:v>288.65199999999999</c:v>
                      </c:pt>
                      <c:pt idx="4927">
                        <c:v>290.49099999999999</c:v>
                      </c:pt>
                      <c:pt idx="4928">
                        <c:v>299.07499999999999</c:v>
                      </c:pt>
                      <c:pt idx="4929">
                        <c:v>297.07900000000001</c:v>
                      </c:pt>
                      <c:pt idx="4930">
                        <c:v>288.392</c:v>
                      </c:pt>
                      <c:pt idx="4931">
                        <c:v>288.536</c:v>
                      </c:pt>
                      <c:pt idx="4932">
                        <c:v>285.17700000000002</c:v>
                      </c:pt>
                      <c:pt idx="4933">
                        <c:v>286.67200000000003</c:v>
                      </c:pt>
                      <c:pt idx="4934">
                        <c:v>283.32900000000001</c:v>
                      </c:pt>
                      <c:pt idx="4935">
                        <c:v>281.79199999999997</c:v>
                      </c:pt>
                      <c:pt idx="4936">
                        <c:v>270.95299999999997</c:v>
                      </c:pt>
                      <c:pt idx="4937">
                        <c:v>260.02600000000001</c:v>
                      </c:pt>
                      <c:pt idx="4938">
                        <c:v>265.52999999999997</c:v>
                      </c:pt>
                      <c:pt idx="4939">
                        <c:v>271.916</c:v>
                      </c:pt>
                      <c:pt idx="4940">
                        <c:v>280.47300000000001</c:v>
                      </c:pt>
                      <c:pt idx="4941">
                        <c:v>289.62799999999999</c:v>
                      </c:pt>
                      <c:pt idx="4942">
                        <c:v>309.99099999999999</c:v>
                      </c:pt>
                      <c:pt idx="4943">
                        <c:v>312.12400000000002</c:v>
                      </c:pt>
                      <c:pt idx="4944">
                        <c:v>326.64800000000002</c:v>
                      </c:pt>
                      <c:pt idx="4945">
                        <c:v>323.84800000000001</c:v>
                      </c:pt>
                      <c:pt idx="4946">
                        <c:v>330.86200000000002</c:v>
                      </c:pt>
                      <c:pt idx="4947">
                        <c:v>353.31900000000002</c:v>
                      </c:pt>
                      <c:pt idx="4948">
                        <c:v>335.66699999999997</c:v>
                      </c:pt>
                      <c:pt idx="4949">
                        <c:v>330.7</c:v>
                      </c:pt>
                      <c:pt idx="4950">
                        <c:v>331.7</c:v>
                      </c:pt>
                      <c:pt idx="4951">
                        <c:v>328.89100000000002</c:v>
                      </c:pt>
                      <c:pt idx="4952">
                        <c:v>319.74200000000002</c:v>
                      </c:pt>
                      <c:pt idx="4953">
                        <c:v>318.95</c:v>
                      </c:pt>
                      <c:pt idx="4954">
                        <c:v>305.23700000000002</c:v>
                      </c:pt>
                      <c:pt idx="4955">
                        <c:v>296.19299999999998</c:v>
                      </c:pt>
                      <c:pt idx="4956">
                        <c:v>288.51100000000002</c:v>
                      </c:pt>
                      <c:pt idx="4957">
                        <c:v>281.505</c:v>
                      </c:pt>
                      <c:pt idx="4958">
                        <c:v>284.95800000000003</c:v>
                      </c:pt>
                      <c:pt idx="4959">
                        <c:v>291.44799999999998</c:v>
                      </c:pt>
                      <c:pt idx="4960">
                        <c:v>294.92099999999999</c:v>
                      </c:pt>
                      <c:pt idx="4961">
                        <c:v>294.69299999999998</c:v>
                      </c:pt>
                      <c:pt idx="4962">
                        <c:v>295.98399999999998</c:v>
                      </c:pt>
                      <c:pt idx="4963">
                        <c:v>291.63099999999997</c:v>
                      </c:pt>
                      <c:pt idx="4964">
                        <c:v>286.58499999999998</c:v>
                      </c:pt>
                      <c:pt idx="4965">
                        <c:v>280.69</c:v>
                      </c:pt>
                      <c:pt idx="4966">
                        <c:v>278.23700000000002</c:v>
                      </c:pt>
                      <c:pt idx="4967">
                        <c:v>279.32499999999999</c:v>
                      </c:pt>
                      <c:pt idx="4968">
                        <c:v>279.46300000000002</c:v>
                      </c:pt>
                      <c:pt idx="4969">
                        <c:v>281.53800000000001</c:v>
                      </c:pt>
                      <c:pt idx="4970">
                        <c:v>285.09199999999998</c:v>
                      </c:pt>
                      <c:pt idx="4971">
                        <c:v>283.26100000000002</c:v>
                      </c:pt>
                      <c:pt idx="4972">
                        <c:v>281.36200000000002</c:v>
                      </c:pt>
                      <c:pt idx="4973">
                        <c:v>280.88299999999998</c:v>
                      </c:pt>
                      <c:pt idx="4974">
                        <c:v>300.04300000000001</c:v>
                      </c:pt>
                      <c:pt idx="4975">
                        <c:v>304.50700000000001</c:v>
                      </c:pt>
                      <c:pt idx="4976">
                        <c:v>296.36</c:v>
                      </c:pt>
                      <c:pt idx="4977">
                        <c:v>294.83999999999997</c:v>
                      </c:pt>
                      <c:pt idx="4978">
                        <c:v>297.40899999999999</c:v>
                      </c:pt>
                      <c:pt idx="4979">
                        <c:v>301.01</c:v>
                      </c:pt>
                      <c:pt idx="4980">
                        <c:v>307.19499999999999</c:v>
                      </c:pt>
                      <c:pt idx="4981">
                        <c:v>305.267</c:v>
                      </c:pt>
                      <c:pt idx="4982">
                        <c:v>305.17700000000002</c:v>
                      </c:pt>
                      <c:pt idx="4983">
                        <c:v>309.72199999999998</c:v>
                      </c:pt>
                      <c:pt idx="4984">
                        <c:v>306.84399999999999</c:v>
                      </c:pt>
                      <c:pt idx="4985">
                        <c:v>302.32600000000002</c:v>
                      </c:pt>
                      <c:pt idx="4986">
                        <c:v>301.02100000000002</c:v>
                      </c:pt>
                      <c:pt idx="4987">
                        <c:v>302.149</c:v>
                      </c:pt>
                      <c:pt idx="4988">
                        <c:v>302.69600000000003</c:v>
                      </c:pt>
                      <c:pt idx="4989">
                        <c:v>296.221</c:v>
                      </c:pt>
                      <c:pt idx="4990">
                        <c:v>288.11399999999998</c:v>
                      </c:pt>
                      <c:pt idx="4991">
                        <c:v>287.846</c:v>
                      </c:pt>
                      <c:pt idx="4992">
                        <c:v>286.97000000000003</c:v>
                      </c:pt>
                      <c:pt idx="4993">
                        <c:v>285.887</c:v>
                      </c:pt>
                      <c:pt idx="4994">
                        <c:v>285.94099999999997</c:v>
                      </c:pt>
                      <c:pt idx="4995">
                        <c:v>283.51900000000001</c:v>
                      </c:pt>
                      <c:pt idx="4996">
                        <c:v>279.49200000000002</c:v>
                      </c:pt>
                      <c:pt idx="4997">
                        <c:v>278.22300000000001</c:v>
                      </c:pt>
                      <c:pt idx="4998">
                        <c:v>277.13400000000001</c:v>
                      </c:pt>
                      <c:pt idx="4999">
                        <c:v>278.46499999999997</c:v>
                      </c:pt>
                      <c:pt idx="5000">
                        <c:v>274.76</c:v>
                      </c:pt>
                      <c:pt idx="5001">
                        <c:v>270.43700000000001</c:v>
                      </c:pt>
                      <c:pt idx="5002">
                        <c:v>262.37799999999999</c:v>
                      </c:pt>
                      <c:pt idx="5003">
                        <c:v>254.40600000000001</c:v>
                      </c:pt>
                      <c:pt idx="5004">
                        <c:v>253.279</c:v>
                      </c:pt>
                      <c:pt idx="5005">
                        <c:v>250.84100000000001</c:v>
                      </c:pt>
                      <c:pt idx="5006">
                        <c:v>248.15700000000001</c:v>
                      </c:pt>
                      <c:pt idx="5007">
                        <c:v>244.83099999999999</c:v>
                      </c:pt>
                      <c:pt idx="5008">
                        <c:v>239.773</c:v>
                      </c:pt>
                      <c:pt idx="5009">
                        <c:v>237.62799999999999</c:v>
                      </c:pt>
                      <c:pt idx="5010">
                        <c:v>240.876</c:v>
                      </c:pt>
                      <c:pt idx="5011">
                        <c:v>239.51300000000001</c:v>
                      </c:pt>
                      <c:pt idx="5012">
                        <c:v>238.976</c:v>
                      </c:pt>
                      <c:pt idx="5013">
                        <c:v>240.458</c:v>
                      </c:pt>
                      <c:pt idx="5014">
                        <c:v>238.29</c:v>
                      </c:pt>
                      <c:pt idx="5015">
                        <c:v>236.58099999999999</c:v>
                      </c:pt>
                      <c:pt idx="5016">
                        <c:v>236.25299999999999</c:v>
                      </c:pt>
                      <c:pt idx="5017">
                        <c:v>236.45699999999999</c:v>
                      </c:pt>
                      <c:pt idx="5018">
                        <c:v>234.971</c:v>
                      </c:pt>
                      <c:pt idx="5019">
                        <c:v>235.767</c:v>
                      </c:pt>
                      <c:pt idx="5020">
                        <c:v>238.38300000000001</c:v>
                      </c:pt>
                      <c:pt idx="5021">
                        <c:v>236.691</c:v>
                      </c:pt>
                      <c:pt idx="5022">
                        <c:v>236.23099999999999</c:v>
                      </c:pt>
                      <c:pt idx="5023">
                        <c:v>235.70699999999999</c:v>
                      </c:pt>
                      <c:pt idx="5024">
                        <c:v>237.75</c:v>
                      </c:pt>
                      <c:pt idx="5025">
                        <c:v>242.87799999999999</c:v>
                      </c:pt>
                      <c:pt idx="5026">
                        <c:v>245.66300000000001</c:v>
                      </c:pt>
                      <c:pt idx="5027">
                        <c:v>246.864</c:v>
                      </c:pt>
                      <c:pt idx="5028">
                        <c:v>246.16499999999999</c:v>
                      </c:pt>
                      <c:pt idx="5029">
                        <c:v>240.333</c:v>
                      </c:pt>
                      <c:pt idx="5030">
                        <c:v>228.40899999999999</c:v>
                      </c:pt>
                      <c:pt idx="5031">
                        <c:v>224.29499999999999</c:v>
                      </c:pt>
                      <c:pt idx="5032">
                        <c:v>223.625</c:v>
                      </c:pt>
                      <c:pt idx="5033">
                        <c:v>219.92500000000001</c:v>
                      </c:pt>
                      <c:pt idx="5034">
                        <c:v>218.035</c:v>
                      </c:pt>
                      <c:pt idx="5035">
                        <c:v>218.40899999999999</c:v>
                      </c:pt>
                      <c:pt idx="5036">
                        <c:v>216.32300000000001</c:v>
                      </c:pt>
                      <c:pt idx="5037">
                        <c:v>213.04</c:v>
                      </c:pt>
                      <c:pt idx="5038">
                        <c:v>208.53</c:v>
                      </c:pt>
                      <c:pt idx="5039">
                        <c:v>206.03800000000001</c:v>
                      </c:pt>
                      <c:pt idx="5040">
                        <c:v>204.30500000000001</c:v>
                      </c:pt>
                      <c:pt idx="5041">
                        <c:v>201.68899999999999</c:v>
                      </c:pt>
                      <c:pt idx="5042">
                        <c:v>201.03700000000001</c:v>
                      </c:pt>
                      <c:pt idx="5043">
                        <c:v>202.089</c:v>
                      </c:pt>
                      <c:pt idx="5044">
                        <c:v>208.35</c:v>
                      </c:pt>
                      <c:pt idx="5045">
                        <c:v>212.29300000000001</c:v>
                      </c:pt>
                      <c:pt idx="5046">
                        <c:v>208.71199999999999</c:v>
                      </c:pt>
                      <c:pt idx="5047">
                        <c:v>207.07900000000001</c:v>
                      </c:pt>
                      <c:pt idx="5048">
                        <c:v>206.63499999999999</c:v>
                      </c:pt>
                      <c:pt idx="5049">
                        <c:v>208.14</c:v>
                      </c:pt>
                      <c:pt idx="5050">
                        <c:v>206.96299999999999</c:v>
                      </c:pt>
                      <c:pt idx="5051">
                        <c:v>206.37100000000001</c:v>
                      </c:pt>
                      <c:pt idx="5052">
                        <c:v>210.98</c:v>
                      </c:pt>
                      <c:pt idx="5053">
                        <c:v>217.904</c:v>
                      </c:pt>
                      <c:pt idx="5054">
                        <c:v>220.346</c:v>
                      </c:pt>
                      <c:pt idx="5055">
                        <c:v>223.755</c:v>
                      </c:pt>
                      <c:pt idx="5056">
                        <c:v>226.411</c:v>
                      </c:pt>
                      <c:pt idx="5057">
                        <c:v>227.21100000000001</c:v>
                      </c:pt>
                      <c:pt idx="5058">
                        <c:v>226.27199999999999</c:v>
                      </c:pt>
                      <c:pt idx="5059">
                        <c:v>221.08099999999999</c:v>
                      </c:pt>
                      <c:pt idx="5060">
                        <c:v>221.97499999999999</c:v>
                      </c:pt>
                      <c:pt idx="5061">
                        <c:v>220.13300000000001</c:v>
                      </c:pt>
                      <c:pt idx="5062">
                        <c:v>211.12799999999999</c:v>
                      </c:pt>
                      <c:pt idx="5063">
                        <c:v>207.446</c:v>
                      </c:pt>
                      <c:pt idx="5064">
                        <c:v>206.124</c:v>
                      </c:pt>
                      <c:pt idx="5065">
                        <c:v>208.387</c:v>
                      </c:pt>
                      <c:pt idx="5066">
                        <c:v>207.226</c:v>
                      </c:pt>
                      <c:pt idx="5067">
                        <c:v>206.57599999999999</c:v>
                      </c:pt>
                      <c:pt idx="5068">
                        <c:v>210.374</c:v>
                      </c:pt>
                      <c:pt idx="5069">
                        <c:v>213.489</c:v>
                      </c:pt>
                      <c:pt idx="5070">
                        <c:v>214.23400000000001</c:v>
                      </c:pt>
                      <c:pt idx="5071">
                        <c:v>212.66499999999999</c:v>
                      </c:pt>
                      <c:pt idx="5072">
                        <c:v>213.203</c:v>
                      </c:pt>
                      <c:pt idx="5073">
                        <c:v>215.54900000000001</c:v>
                      </c:pt>
                      <c:pt idx="5074">
                        <c:v>211.64099999999999</c:v>
                      </c:pt>
                      <c:pt idx="5075">
                        <c:v>208.095</c:v>
                      </c:pt>
                      <c:pt idx="5076">
                        <c:v>207.19800000000001</c:v>
                      </c:pt>
                      <c:pt idx="5077">
                        <c:v>207.65100000000001</c:v>
                      </c:pt>
                      <c:pt idx="5078">
                        <c:v>205.13300000000001</c:v>
                      </c:pt>
                      <c:pt idx="5079">
                        <c:v>227.298</c:v>
                      </c:pt>
                      <c:pt idx="5080">
                        <c:v>230.75800000000001</c:v>
                      </c:pt>
                      <c:pt idx="5081">
                        <c:v>226.89099999999999</c:v>
                      </c:pt>
                      <c:pt idx="5082">
                        <c:v>225.68700000000001</c:v>
                      </c:pt>
                      <c:pt idx="5083">
                        <c:v>229.51300000000001</c:v>
                      </c:pt>
                      <c:pt idx="5084">
                        <c:v>237.27699999999999</c:v>
                      </c:pt>
                      <c:pt idx="5085">
                        <c:v>238.096</c:v>
                      </c:pt>
                      <c:pt idx="5086">
                        <c:v>241.11699999999999</c:v>
                      </c:pt>
                      <c:pt idx="5087">
                        <c:v>245.20400000000001</c:v>
                      </c:pt>
                      <c:pt idx="5088">
                        <c:v>257.95299999999997</c:v>
                      </c:pt>
                      <c:pt idx="5089">
                        <c:v>260.14800000000002</c:v>
                      </c:pt>
                      <c:pt idx="5090">
                        <c:v>263.78699999999998</c:v>
                      </c:pt>
                      <c:pt idx="5091">
                        <c:v>261.577</c:v>
                      </c:pt>
                      <c:pt idx="5092">
                        <c:v>260.60399999999998</c:v>
                      </c:pt>
                      <c:pt idx="5093">
                        <c:v>251.24700000000001</c:v>
                      </c:pt>
                      <c:pt idx="5094">
                        <c:v>248.505</c:v>
                      </c:pt>
                      <c:pt idx="5095">
                        <c:v>247.86199999999999</c:v>
                      </c:pt>
                      <c:pt idx="5096">
                        <c:v>248.35400000000001</c:v>
                      </c:pt>
                      <c:pt idx="5097">
                        <c:v>240.48500000000001</c:v>
                      </c:pt>
                      <c:pt idx="5098">
                        <c:v>235.33799999999999</c:v>
                      </c:pt>
                      <c:pt idx="5099">
                        <c:v>239.29599999999999</c:v>
                      </c:pt>
                      <c:pt idx="5100">
                        <c:v>242.45699999999999</c:v>
                      </c:pt>
                      <c:pt idx="5101">
                        <c:v>245.101</c:v>
                      </c:pt>
                      <c:pt idx="5102">
                        <c:v>241.935</c:v>
                      </c:pt>
                      <c:pt idx="5103">
                        <c:v>237.56399999999999</c:v>
                      </c:pt>
                      <c:pt idx="5104">
                        <c:v>237.35900000000001</c:v>
                      </c:pt>
                      <c:pt idx="5105">
                        <c:v>239.477</c:v>
                      </c:pt>
                      <c:pt idx="5106">
                        <c:v>238.89099999999999</c:v>
                      </c:pt>
                      <c:pt idx="5107">
                        <c:v>229.48</c:v>
                      </c:pt>
                      <c:pt idx="5108">
                        <c:v>221.92699999999999</c:v>
                      </c:pt>
                      <c:pt idx="5109">
                        <c:v>216.93899999999999</c:v>
                      </c:pt>
                      <c:pt idx="5110">
                        <c:v>207.75</c:v>
                      </c:pt>
                      <c:pt idx="5111">
                        <c:v>199.53800000000001</c:v>
                      </c:pt>
                      <c:pt idx="5112">
                        <c:v>208.40299999999999</c:v>
                      </c:pt>
                      <c:pt idx="5113">
                        <c:v>213.47399999999999</c:v>
                      </c:pt>
                      <c:pt idx="5114">
                        <c:v>216.12100000000001</c:v>
                      </c:pt>
                      <c:pt idx="5115">
                        <c:v>218.387</c:v>
                      </c:pt>
                      <c:pt idx="5116">
                        <c:v>216.26300000000001</c:v>
                      </c:pt>
                      <c:pt idx="5117">
                        <c:v>214.964</c:v>
                      </c:pt>
                      <c:pt idx="5118">
                        <c:v>207.21</c:v>
                      </c:pt>
                      <c:pt idx="5119">
                        <c:v>201.87700000000001</c:v>
                      </c:pt>
                      <c:pt idx="5120">
                        <c:v>204.40199999999999</c:v>
                      </c:pt>
                      <c:pt idx="5121">
                        <c:v>204.82</c:v>
                      </c:pt>
                      <c:pt idx="5122">
                        <c:v>200.56</c:v>
                      </c:pt>
                      <c:pt idx="5123">
                        <c:v>198.471</c:v>
                      </c:pt>
                      <c:pt idx="5124">
                        <c:v>198.65700000000001</c:v>
                      </c:pt>
                      <c:pt idx="5125">
                        <c:v>199.09899999999999</c:v>
                      </c:pt>
                      <c:pt idx="5126">
                        <c:v>197.988</c:v>
                      </c:pt>
                      <c:pt idx="5127">
                        <c:v>197.60900000000001</c:v>
                      </c:pt>
                      <c:pt idx="5128">
                        <c:v>195.99700000000001</c:v>
                      </c:pt>
                      <c:pt idx="5129">
                        <c:v>191.51499999999999</c:v>
                      </c:pt>
                      <c:pt idx="5130">
                        <c:v>189.51499999999999</c:v>
                      </c:pt>
                      <c:pt idx="5131">
                        <c:v>188.946</c:v>
                      </c:pt>
                      <c:pt idx="5132">
                        <c:v>182.66200000000001</c:v>
                      </c:pt>
                      <c:pt idx="5133">
                        <c:v>180.405</c:v>
                      </c:pt>
                      <c:pt idx="5134">
                        <c:v>182.86799999999999</c:v>
                      </c:pt>
                      <c:pt idx="5135">
                        <c:v>182.40899999999999</c:v>
                      </c:pt>
                      <c:pt idx="5136">
                        <c:v>181.22499999999999</c:v>
                      </c:pt>
                      <c:pt idx="5137">
                        <c:v>178.46100000000001</c:v>
                      </c:pt>
                      <c:pt idx="5138">
                        <c:v>176.87200000000001</c:v>
                      </c:pt>
                      <c:pt idx="5139">
                        <c:v>171.44900000000001</c:v>
                      </c:pt>
                      <c:pt idx="5140">
                        <c:v>168.32599999999999</c:v>
                      </c:pt>
                      <c:pt idx="5141">
                        <c:v>168.42</c:v>
                      </c:pt>
                      <c:pt idx="5142">
                        <c:v>166.99799999999999</c:v>
                      </c:pt>
                      <c:pt idx="5143">
                        <c:v>165.655</c:v>
                      </c:pt>
                      <c:pt idx="5144">
                        <c:v>164.386</c:v>
                      </c:pt>
                      <c:pt idx="5145">
                        <c:v>161.762</c:v>
                      </c:pt>
                      <c:pt idx="5146">
                        <c:v>158.322</c:v>
                      </c:pt>
                      <c:pt idx="5147">
                        <c:v>158.19499999999999</c:v>
                      </c:pt>
                      <c:pt idx="5148">
                        <c:v>158.94399999999999</c:v>
                      </c:pt>
                      <c:pt idx="5149">
                        <c:v>158.637</c:v>
                      </c:pt>
                      <c:pt idx="5150">
                        <c:v>158.02199999999999</c:v>
                      </c:pt>
                      <c:pt idx="5151">
                        <c:v>157.08600000000001</c:v>
                      </c:pt>
                      <c:pt idx="5152">
                        <c:v>157.83199999999999</c:v>
                      </c:pt>
                      <c:pt idx="5153">
                        <c:v>164.90199999999999</c:v>
                      </c:pt>
                      <c:pt idx="5154">
                        <c:v>171.39099999999999</c:v>
                      </c:pt>
                      <c:pt idx="5155">
                        <c:v>175.744</c:v>
                      </c:pt>
                      <c:pt idx="5156">
                        <c:v>175.92400000000001</c:v>
                      </c:pt>
                      <c:pt idx="5157">
                        <c:v>177.6</c:v>
                      </c:pt>
                      <c:pt idx="5158">
                        <c:v>179.904</c:v>
                      </c:pt>
                      <c:pt idx="5159">
                        <c:v>175.17599999999999</c:v>
                      </c:pt>
                      <c:pt idx="5160">
                        <c:v>172.28</c:v>
                      </c:pt>
                      <c:pt idx="5161">
                        <c:v>169.38</c:v>
                      </c:pt>
                      <c:pt idx="5162">
                        <c:v>170.33</c:v>
                      </c:pt>
                      <c:pt idx="5163">
                        <c:v>172.999</c:v>
                      </c:pt>
                      <c:pt idx="5164">
                        <c:v>174.511</c:v>
                      </c:pt>
                      <c:pt idx="5165">
                        <c:v>176.208</c:v>
                      </c:pt>
                      <c:pt idx="5166">
                        <c:v>177.84399999999999</c:v>
                      </c:pt>
                      <c:pt idx="5167">
                        <c:v>178.00800000000001</c:v>
                      </c:pt>
                      <c:pt idx="5168">
                        <c:v>179.745</c:v>
                      </c:pt>
                      <c:pt idx="5169">
                        <c:v>180.54400000000001</c:v>
                      </c:pt>
                      <c:pt idx="5170">
                        <c:v>178.81399999999999</c:v>
                      </c:pt>
                      <c:pt idx="5171">
                        <c:v>176.22499999999999</c:v>
                      </c:pt>
                      <c:pt idx="5172">
                        <c:v>173.61500000000001</c:v>
                      </c:pt>
                      <c:pt idx="5173">
                        <c:v>170.316</c:v>
                      </c:pt>
                      <c:pt idx="5174">
                        <c:v>172.62</c:v>
                      </c:pt>
                      <c:pt idx="5175">
                        <c:v>180.59</c:v>
                      </c:pt>
                      <c:pt idx="5176">
                        <c:v>182.34800000000001</c:v>
                      </c:pt>
                      <c:pt idx="5177">
                        <c:v>185.988</c:v>
                      </c:pt>
                      <c:pt idx="5178">
                        <c:v>187.108</c:v>
                      </c:pt>
                      <c:pt idx="5179">
                        <c:v>184.55</c:v>
                      </c:pt>
                      <c:pt idx="5180">
                        <c:v>185.06100000000001</c:v>
                      </c:pt>
                      <c:pt idx="5181">
                        <c:v>185.386</c:v>
                      </c:pt>
                      <c:pt idx="5182">
                        <c:v>185.69800000000001</c:v>
                      </c:pt>
                      <c:pt idx="5183">
                        <c:v>184.97300000000001</c:v>
                      </c:pt>
                      <c:pt idx="5184">
                        <c:v>181.15799999999999</c:v>
                      </c:pt>
                      <c:pt idx="5185">
                        <c:v>175.37200000000001</c:v>
                      </c:pt>
                      <c:pt idx="5186">
                        <c:v>173.744</c:v>
                      </c:pt>
                      <c:pt idx="5187">
                        <c:v>173.21100000000001</c:v>
                      </c:pt>
                      <c:pt idx="5188">
                        <c:v>178.81</c:v>
                      </c:pt>
                      <c:pt idx="5189">
                        <c:v>177.91800000000001</c:v>
                      </c:pt>
                      <c:pt idx="5190">
                        <c:v>170.124</c:v>
                      </c:pt>
                      <c:pt idx="5191">
                        <c:v>163.07900000000001</c:v>
                      </c:pt>
                      <c:pt idx="5192">
                        <c:v>162.72499999999999</c:v>
                      </c:pt>
                      <c:pt idx="5193">
                        <c:v>165.53800000000001</c:v>
                      </c:pt>
                      <c:pt idx="5194">
                        <c:v>165.60400000000001</c:v>
                      </c:pt>
                      <c:pt idx="5195">
                        <c:v>160.95400000000001</c:v>
                      </c:pt>
                      <c:pt idx="5196">
                        <c:v>155.86500000000001</c:v>
                      </c:pt>
                      <c:pt idx="5197">
                        <c:v>155.078</c:v>
                      </c:pt>
                      <c:pt idx="5198">
                        <c:v>158.67699999999999</c:v>
                      </c:pt>
                      <c:pt idx="5199">
                        <c:v>158.94900000000001</c:v>
                      </c:pt>
                      <c:pt idx="5200">
                        <c:v>159.68899999999999</c:v>
                      </c:pt>
                      <c:pt idx="5201">
                        <c:v>162.089</c:v>
                      </c:pt>
                      <c:pt idx="5202">
                        <c:v>161.178</c:v>
                      </c:pt>
                      <c:pt idx="5203">
                        <c:v>158.80199999999999</c:v>
                      </c:pt>
                      <c:pt idx="5204">
                        <c:v>154.65700000000001</c:v>
                      </c:pt>
                      <c:pt idx="5205">
                        <c:v>157.18299999999999</c:v>
                      </c:pt>
                      <c:pt idx="5206">
                        <c:v>159.98699999999999</c:v>
                      </c:pt>
                      <c:pt idx="5207">
                        <c:v>162.85499999999999</c:v>
                      </c:pt>
                      <c:pt idx="5208">
                        <c:v>163.63499999999999</c:v>
                      </c:pt>
                      <c:pt idx="5209">
                        <c:v>180.101</c:v>
                      </c:pt>
                      <c:pt idx="5210">
                        <c:v>173.03399999999999</c:v>
                      </c:pt>
                      <c:pt idx="5211">
                        <c:v>175.55699999999999</c:v>
                      </c:pt>
                      <c:pt idx="5212">
                        <c:v>175.90199999999999</c:v>
                      </c:pt>
                      <c:pt idx="5213">
                        <c:v>174.75700000000001</c:v>
                      </c:pt>
                      <c:pt idx="5214">
                        <c:v>174.65799999999999</c:v>
                      </c:pt>
                      <c:pt idx="5215">
                        <c:v>174.43799999999999</c:v>
                      </c:pt>
                      <c:pt idx="5216">
                        <c:v>174.14699999999999</c:v>
                      </c:pt>
                      <c:pt idx="5217">
                        <c:v>175.05500000000001</c:v>
                      </c:pt>
                      <c:pt idx="5218">
                        <c:v>176.22900000000001</c:v>
                      </c:pt>
                      <c:pt idx="5219">
                        <c:v>176.31200000000001</c:v>
                      </c:pt>
                      <c:pt idx="5220">
                        <c:v>178.2</c:v>
                      </c:pt>
                      <c:pt idx="5221">
                        <c:v>177.94399999999999</c:v>
                      </c:pt>
                      <c:pt idx="5222">
                        <c:v>174.173</c:v>
                      </c:pt>
                      <c:pt idx="5223">
                        <c:v>168.80099999999999</c:v>
                      </c:pt>
                      <c:pt idx="5224">
                        <c:v>173.36699999999999</c:v>
                      </c:pt>
                      <c:pt idx="5225">
                        <c:v>177.43199999999999</c:v>
                      </c:pt>
                      <c:pt idx="5226">
                        <c:v>183.202</c:v>
                      </c:pt>
                      <c:pt idx="5227">
                        <c:v>190.94900000000001</c:v>
                      </c:pt>
                      <c:pt idx="5228">
                        <c:v>196.36199999999999</c:v>
                      </c:pt>
                      <c:pt idx="5229">
                        <c:v>197.18199999999999</c:v>
                      </c:pt>
                      <c:pt idx="5230">
                        <c:v>196.684</c:v>
                      </c:pt>
                      <c:pt idx="5231">
                        <c:v>197.95</c:v>
                      </c:pt>
                      <c:pt idx="5232">
                        <c:v>195.64699999999999</c:v>
                      </c:pt>
                      <c:pt idx="5233">
                        <c:v>190.006</c:v>
                      </c:pt>
                      <c:pt idx="5234">
                        <c:v>189.09</c:v>
                      </c:pt>
                      <c:pt idx="5235">
                        <c:v>191.22200000000001</c:v>
                      </c:pt>
                      <c:pt idx="5236">
                        <c:v>190.571</c:v>
                      </c:pt>
                      <c:pt idx="5237">
                        <c:v>187.345</c:v>
                      </c:pt>
                      <c:pt idx="5238">
                        <c:v>190.935</c:v>
                      </c:pt>
                      <c:pt idx="5239">
                        <c:v>193.17500000000001</c:v>
                      </c:pt>
                      <c:pt idx="5240">
                        <c:v>190.49799999999999</c:v>
                      </c:pt>
                      <c:pt idx="5241">
                        <c:v>183.96700000000001</c:v>
                      </c:pt>
                      <c:pt idx="5242">
                        <c:v>177.429</c:v>
                      </c:pt>
                      <c:pt idx="5243">
                        <c:v>175.446</c:v>
                      </c:pt>
                      <c:pt idx="5244">
                        <c:v>177.446</c:v>
                      </c:pt>
                      <c:pt idx="5245">
                        <c:v>177.25899999999999</c:v>
                      </c:pt>
                      <c:pt idx="5246">
                        <c:v>175.76</c:v>
                      </c:pt>
                      <c:pt idx="5247">
                        <c:v>175.2</c:v>
                      </c:pt>
                      <c:pt idx="5248">
                        <c:v>176.26499999999999</c:v>
                      </c:pt>
                      <c:pt idx="5249">
                        <c:v>170.81100000000001</c:v>
                      </c:pt>
                      <c:pt idx="5250">
                        <c:v>171.36799999999999</c:v>
                      </c:pt>
                      <c:pt idx="5251">
                        <c:v>174.82400000000001</c:v>
                      </c:pt>
                      <c:pt idx="5252">
                        <c:v>174.292</c:v>
                      </c:pt>
                      <c:pt idx="5253">
                        <c:v>174.9</c:v>
                      </c:pt>
                      <c:pt idx="5254">
                        <c:v>177.613</c:v>
                      </c:pt>
                      <c:pt idx="5255">
                        <c:v>186.286</c:v>
                      </c:pt>
                      <c:pt idx="5256">
                        <c:v>192.422</c:v>
                      </c:pt>
                      <c:pt idx="5257">
                        <c:v>193.785</c:v>
                      </c:pt>
                      <c:pt idx="5258">
                        <c:v>193.91800000000001</c:v>
                      </c:pt>
                      <c:pt idx="5259">
                        <c:v>194.678</c:v>
                      </c:pt>
                      <c:pt idx="5260">
                        <c:v>193.50399999999999</c:v>
                      </c:pt>
                      <c:pt idx="5261">
                        <c:v>192.32400000000001</c:v>
                      </c:pt>
                      <c:pt idx="5262">
                        <c:v>190.31200000000001</c:v>
                      </c:pt>
                      <c:pt idx="5263">
                        <c:v>190.93</c:v>
                      </c:pt>
                      <c:pt idx="5264">
                        <c:v>189.65100000000001</c:v>
                      </c:pt>
                      <c:pt idx="5265">
                        <c:v>190.994</c:v>
                      </c:pt>
                      <c:pt idx="5266">
                        <c:v>187.05799999999999</c:v>
                      </c:pt>
                      <c:pt idx="5267">
                        <c:v>184.81899999999999</c:v>
                      </c:pt>
                      <c:pt idx="5268">
                        <c:v>185.011</c:v>
                      </c:pt>
                      <c:pt idx="5269">
                        <c:v>185.417</c:v>
                      </c:pt>
                      <c:pt idx="5270">
                        <c:v>191.19900000000001</c:v>
                      </c:pt>
                      <c:pt idx="5271">
                        <c:v>196.06200000000001</c:v>
                      </c:pt>
                      <c:pt idx="5272">
                        <c:v>200.316</c:v>
                      </c:pt>
                      <c:pt idx="5273">
                        <c:v>198.48699999999999</c:v>
                      </c:pt>
                      <c:pt idx="5274">
                        <c:v>197.42500000000001</c:v>
                      </c:pt>
                      <c:pt idx="5275">
                        <c:v>200.90700000000001</c:v>
                      </c:pt>
                      <c:pt idx="5276">
                        <c:v>204.34399999999999</c:v>
                      </c:pt>
                      <c:pt idx="5277">
                        <c:v>200.822</c:v>
                      </c:pt>
                      <c:pt idx="5278">
                        <c:v>196.386</c:v>
                      </c:pt>
                      <c:pt idx="5279">
                        <c:v>197.43100000000001</c:v>
                      </c:pt>
                      <c:pt idx="5280">
                        <c:v>197.89699999999999</c:v>
                      </c:pt>
                      <c:pt idx="5281">
                        <c:v>197.17500000000001</c:v>
                      </c:pt>
                      <c:pt idx="5282">
                        <c:v>196.68</c:v>
                      </c:pt>
                      <c:pt idx="5283">
                        <c:v>194.86699999999999</c:v>
                      </c:pt>
                      <c:pt idx="5284">
                        <c:v>189.518</c:v>
                      </c:pt>
                      <c:pt idx="5285">
                        <c:v>188.21199999999999</c:v>
                      </c:pt>
                      <c:pt idx="5286">
                        <c:v>184.875</c:v>
                      </c:pt>
                      <c:pt idx="5287">
                        <c:v>182.01900000000001</c:v>
                      </c:pt>
                      <c:pt idx="5288">
                        <c:v>182.34800000000001</c:v>
                      </c:pt>
                      <c:pt idx="5289">
                        <c:v>178.55199999999999</c:v>
                      </c:pt>
                      <c:pt idx="5290">
                        <c:v>178.44200000000001</c:v>
                      </c:pt>
                      <c:pt idx="5291">
                        <c:v>176.42500000000001</c:v>
                      </c:pt>
                      <c:pt idx="5292">
                        <c:v>176.81399999999999</c:v>
                      </c:pt>
                      <c:pt idx="5293">
                        <c:v>177.267</c:v>
                      </c:pt>
                      <c:pt idx="5294">
                        <c:v>180.18100000000001</c:v>
                      </c:pt>
                      <c:pt idx="5295">
                        <c:v>185.41300000000001</c:v>
                      </c:pt>
                      <c:pt idx="5296">
                        <c:v>188.161</c:v>
                      </c:pt>
                      <c:pt idx="5297">
                        <c:v>185.738</c:v>
                      </c:pt>
                      <c:pt idx="5298">
                        <c:v>184.56399999999999</c:v>
                      </c:pt>
                      <c:pt idx="5299">
                        <c:v>189.91</c:v>
                      </c:pt>
                      <c:pt idx="5300">
                        <c:v>189.387</c:v>
                      </c:pt>
                      <c:pt idx="5301">
                        <c:v>186.30199999999999</c:v>
                      </c:pt>
                      <c:pt idx="5302">
                        <c:v>186.477</c:v>
                      </c:pt>
                      <c:pt idx="5303">
                        <c:v>188.36600000000001</c:v>
                      </c:pt>
                      <c:pt idx="5304">
                        <c:v>187.958</c:v>
                      </c:pt>
                      <c:pt idx="5305">
                        <c:v>191.33099999999999</c:v>
                      </c:pt>
                      <c:pt idx="5306">
                        <c:v>200.595</c:v>
                      </c:pt>
                      <c:pt idx="5307">
                        <c:v>208.11600000000001</c:v>
                      </c:pt>
                      <c:pt idx="5308">
                        <c:v>210.76400000000001</c:v>
                      </c:pt>
                      <c:pt idx="5309">
                        <c:v>209.464</c:v>
                      </c:pt>
                      <c:pt idx="5310">
                        <c:v>203.91800000000001</c:v>
                      </c:pt>
                      <c:pt idx="5311">
                        <c:v>201.61500000000001</c:v>
                      </c:pt>
                      <c:pt idx="5312">
                        <c:v>201.542</c:v>
                      </c:pt>
                      <c:pt idx="5313">
                        <c:v>198.107</c:v>
                      </c:pt>
                      <c:pt idx="5314">
                        <c:v>195.43</c:v>
                      </c:pt>
                      <c:pt idx="5315">
                        <c:v>189.59</c:v>
                      </c:pt>
                      <c:pt idx="5316">
                        <c:v>184.84</c:v>
                      </c:pt>
                      <c:pt idx="5317">
                        <c:v>175.416</c:v>
                      </c:pt>
                      <c:pt idx="5318">
                        <c:v>176.17599999999999</c:v>
                      </c:pt>
                      <c:pt idx="5319">
                        <c:v>174.95400000000001</c:v>
                      </c:pt>
                      <c:pt idx="5320">
                        <c:v>175.61799999999999</c:v>
                      </c:pt>
                      <c:pt idx="5321">
                        <c:v>172.71199999999999</c:v>
                      </c:pt>
                      <c:pt idx="5322">
                        <c:v>171.911</c:v>
                      </c:pt>
                      <c:pt idx="5323">
                        <c:v>172.828</c:v>
                      </c:pt>
                      <c:pt idx="5324">
                        <c:v>175.839</c:v>
                      </c:pt>
                      <c:pt idx="5325">
                        <c:v>178.297</c:v>
                      </c:pt>
                      <c:pt idx="5326">
                        <c:v>180.702</c:v>
                      </c:pt>
                      <c:pt idx="5327">
                        <c:v>181.804</c:v>
                      </c:pt>
                      <c:pt idx="5328">
                        <c:v>186.27500000000001</c:v>
                      </c:pt>
                      <c:pt idx="5329">
                        <c:v>190.75800000000001</c:v>
                      </c:pt>
                      <c:pt idx="5330">
                        <c:v>192.476</c:v>
                      </c:pt>
                      <c:pt idx="5331">
                        <c:v>193.72499999999999</c:v>
                      </c:pt>
                      <c:pt idx="5332">
                        <c:v>192.125</c:v>
                      </c:pt>
                      <c:pt idx="5333">
                        <c:v>195.26900000000001</c:v>
                      </c:pt>
                      <c:pt idx="5334">
                        <c:v>194.21</c:v>
                      </c:pt>
                      <c:pt idx="5335">
                        <c:v>192.66200000000001</c:v>
                      </c:pt>
                      <c:pt idx="5336">
                        <c:v>192.84899999999999</c:v>
                      </c:pt>
                      <c:pt idx="5337">
                        <c:v>191.398</c:v>
                      </c:pt>
                      <c:pt idx="5338">
                        <c:v>188.80199999999999</c:v>
                      </c:pt>
                      <c:pt idx="5339">
                        <c:v>185.89699999999999</c:v>
                      </c:pt>
                      <c:pt idx="5340">
                        <c:v>178.167</c:v>
                      </c:pt>
                      <c:pt idx="5341">
                        <c:v>197.012</c:v>
                      </c:pt>
                      <c:pt idx="5342">
                        <c:v>199.11799999999999</c:v>
                      </c:pt>
                      <c:pt idx="5343">
                        <c:v>197.041</c:v>
                      </c:pt>
                      <c:pt idx="5344">
                        <c:v>200.95699999999999</c:v>
                      </c:pt>
                      <c:pt idx="5345">
                        <c:v>199.97900000000001</c:v>
                      </c:pt>
                      <c:pt idx="5346">
                        <c:v>201.02099999999999</c:v>
                      </c:pt>
                      <c:pt idx="5347">
                        <c:v>200.791</c:v>
                      </c:pt>
                      <c:pt idx="5348">
                        <c:v>200.09</c:v>
                      </c:pt>
                      <c:pt idx="5349">
                        <c:v>196.94499999999999</c:v>
                      </c:pt>
                      <c:pt idx="5350">
                        <c:v>193.13</c:v>
                      </c:pt>
                      <c:pt idx="5351">
                        <c:v>189.739</c:v>
                      </c:pt>
                      <c:pt idx="5352">
                        <c:v>189.619</c:v>
                      </c:pt>
                      <c:pt idx="5353">
                        <c:v>187.69200000000001</c:v>
                      </c:pt>
                      <c:pt idx="5354">
                        <c:v>190.71199999999999</c:v>
                      </c:pt>
                      <c:pt idx="5355">
                        <c:v>193.11</c:v>
                      </c:pt>
                      <c:pt idx="5356">
                        <c:v>189.535</c:v>
                      </c:pt>
                      <c:pt idx="5357">
                        <c:v>191.16200000000001</c:v>
                      </c:pt>
                      <c:pt idx="5358">
                        <c:v>189.499</c:v>
                      </c:pt>
                      <c:pt idx="5359">
                        <c:v>188.88499999999999</c:v>
                      </c:pt>
                      <c:pt idx="5360">
                        <c:v>189.947</c:v>
                      </c:pt>
                      <c:pt idx="5361">
                        <c:v>189.75</c:v>
                      </c:pt>
                      <c:pt idx="5362">
                        <c:v>190.58600000000001</c:v>
                      </c:pt>
                      <c:pt idx="5363">
                        <c:v>192.95599999999999</c:v>
                      </c:pt>
                      <c:pt idx="5364">
                        <c:v>196.72200000000001</c:v>
                      </c:pt>
                      <c:pt idx="5365">
                        <c:v>197.71299999999999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3-C1B3-4C79-A6CD-8AA4F54CE65E}"/>
                  </c:ext>
                </c:extLst>
              </c15:ser>
            </c15:filteredLineSeries>
            <c15:filteredLineSeries>
              <c15:ser>
                <c:idx val="3"/>
                <c:order val="3"/>
                <c:tx>
                  <c:strRef>
                    <c:extLst>
                      <c:ext xmlns:c15="http://schemas.microsoft.com/office/drawing/2012/chart" uri="{02D57815-91ED-43cb-92C2-25804820EDAC}">
                        <c15:formulaRef>
                          <c15:sqref>Hoja2!$F$2</c15:sqref>
                        </c15:formulaRef>
                      </c:ext>
                    </c:extLst>
                    <c:strCache>
                      <c:ptCount val="1"/>
                      <c:pt idx="0">
                        <c:v>CDS 10 años %</c:v>
                      </c:pt>
                    </c:strCache>
                  </c:strRef>
                </c:tx>
                <c:spPr>
                  <a:ln w="22225" cap="rnd">
                    <a:solidFill>
                      <a:srgbClr val="00B050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Hoja2!$B$316:$B$5773</c15:sqref>
                        </c15:formulaRef>
                      </c:ext>
                    </c:extLst>
                    <c:numCache>
                      <c:formatCode>m/d/yyyy</c:formatCode>
                      <c:ptCount val="5458"/>
                      <c:pt idx="0">
                        <c:v>38070</c:v>
                      </c:pt>
                      <c:pt idx="1">
                        <c:v>38071</c:v>
                      </c:pt>
                      <c:pt idx="2">
                        <c:v>38072</c:v>
                      </c:pt>
                      <c:pt idx="3">
                        <c:v>38075</c:v>
                      </c:pt>
                      <c:pt idx="4">
                        <c:v>38076</c:v>
                      </c:pt>
                      <c:pt idx="5">
                        <c:v>38077</c:v>
                      </c:pt>
                      <c:pt idx="6">
                        <c:v>38078</c:v>
                      </c:pt>
                      <c:pt idx="7">
                        <c:v>38079</c:v>
                      </c:pt>
                      <c:pt idx="8">
                        <c:v>38082</c:v>
                      </c:pt>
                      <c:pt idx="9">
                        <c:v>38083</c:v>
                      </c:pt>
                      <c:pt idx="10">
                        <c:v>38084</c:v>
                      </c:pt>
                      <c:pt idx="11">
                        <c:v>38085</c:v>
                      </c:pt>
                      <c:pt idx="12">
                        <c:v>38089</c:v>
                      </c:pt>
                      <c:pt idx="13">
                        <c:v>38090</c:v>
                      </c:pt>
                      <c:pt idx="14">
                        <c:v>38091</c:v>
                      </c:pt>
                      <c:pt idx="15">
                        <c:v>38092</c:v>
                      </c:pt>
                      <c:pt idx="16">
                        <c:v>38093</c:v>
                      </c:pt>
                      <c:pt idx="17">
                        <c:v>38096</c:v>
                      </c:pt>
                      <c:pt idx="18">
                        <c:v>38097</c:v>
                      </c:pt>
                      <c:pt idx="19">
                        <c:v>38098</c:v>
                      </c:pt>
                      <c:pt idx="20">
                        <c:v>38099</c:v>
                      </c:pt>
                      <c:pt idx="21">
                        <c:v>38100</c:v>
                      </c:pt>
                      <c:pt idx="22">
                        <c:v>38103</c:v>
                      </c:pt>
                      <c:pt idx="23">
                        <c:v>38104</c:v>
                      </c:pt>
                      <c:pt idx="24">
                        <c:v>38105</c:v>
                      </c:pt>
                      <c:pt idx="25">
                        <c:v>38106</c:v>
                      </c:pt>
                      <c:pt idx="26">
                        <c:v>38107</c:v>
                      </c:pt>
                      <c:pt idx="27">
                        <c:v>38110</c:v>
                      </c:pt>
                      <c:pt idx="28">
                        <c:v>38111</c:v>
                      </c:pt>
                      <c:pt idx="29">
                        <c:v>38112</c:v>
                      </c:pt>
                      <c:pt idx="30">
                        <c:v>38113</c:v>
                      </c:pt>
                      <c:pt idx="31">
                        <c:v>38114</c:v>
                      </c:pt>
                      <c:pt idx="32">
                        <c:v>38117</c:v>
                      </c:pt>
                      <c:pt idx="33">
                        <c:v>38118</c:v>
                      </c:pt>
                      <c:pt idx="34">
                        <c:v>38119</c:v>
                      </c:pt>
                      <c:pt idx="35">
                        <c:v>38120</c:v>
                      </c:pt>
                      <c:pt idx="36">
                        <c:v>38121</c:v>
                      </c:pt>
                      <c:pt idx="37">
                        <c:v>38124</c:v>
                      </c:pt>
                      <c:pt idx="38">
                        <c:v>38125</c:v>
                      </c:pt>
                      <c:pt idx="39">
                        <c:v>38126</c:v>
                      </c:pt>
                      <c:pt idx="40">
                        <c:v>38127</c:v>
                      </c:pt>
                      <c:pt idx="41">
                        <c:v>38128</c:v>
                      </c:pt>
                      <c:pt idx="42">
                        <c:v>38131</c:v>
                      </c:pt>
                      <c:pt idx="43">
                        <c:v>38132</c:v>
                      </c:pt>
                      <c:pt idx="44">
                        <c:v>38133</c:v>
                      </c:pt>
                      <c:pt idx="45">
                        <c:v>38134</c:v>
                      </c:pt>
                      <c:pt idx="46">
                        <c:v>38135</c:v>
                      </c:pt>
                      <c:pt idx="47">
                        <c:v>38138</c:v>
                      </c:pt>
                      <c:pt idx="48">
                        <c:v>38139</c:v>
                      </c:pt>
                      <c:pt idx="49">
                        <c:v>38140</c:v>
                      </c:pt>
                      <c:pt idx="50">
                        <c:v>38141</c:v>
                      </c:pt>
                      <c:pt idx="51">
                        <c:v>38142</c:v>
                      </c:pt>
                      <c:pt idx="52">
                        <c:v>38145</c:v>
                      </c:pt>
                      <c:pt idx="53">
                        <c:v>38146</c:v>
                      </c:pt>
                      <c:pt idx="54">
                        <c:v>38147</c:v>
                      </c:pt>
                      <c:pt idx="55">
                        <c:v>38148</c:v>
                      </c:pt>
                      <c:pt idx="56">
                        <c:v>38149</c:v>
                      </c:pt>
                      <c:pt idx="57">
                        <c:v>38152</c:v>
                      </c:pt>
                      <c:pt idx="58">
                        <c:v>38153</c:v>
                      </c:pt>
                      <c:pt idx="59">
                        <c:v>38154</c:v>
                      </c:pt>
                      <c:pt idx="60">
                        <c:v>38155</c:v>
                      </c:pt>
                      <c:pt idx="61">
                        <c:v>38156</c:v>
                      </c:pt>
                      <c:pt idx="62">
                        <c:v>38159</c:v>
                      </c:pt>
                      <c:pt idx="63">
                        <c:v>38160</c:v>
                      </c:pt>
                      <c:pt idx="64">
                        <c:v>38161</c:v>
                      </c:pt>
                      <c:pt idx="65">
                        <c:v>38162</c:v>
                      </c:pt>
                      <c:pt idx="66">
                        <c:v>38163</c:v>
                      </c:pt>
                      <c:pt idx="67">
                        <c:v>38166</c:v>
                      </c:pt>
                      <c:pt idx="68">
                        <c:v>38167</c:v>
                      </c:pt>
                      <c:pt idx="69">
                        <c:v>38168</c:v>
                      </c:pt>
                      <c:pt idx="70">
                        <c:v>38169</c:v>
                      </c:pt>
                      <c:pt idx="71">
                        <c:v>38170</c:v>
                      </c:pt>
                      <c:pt idx="72">
                        <c:v>38174</c:v>
                      </c:pt>
                      <c:pt idx="73">
                        <c:v>38175</c:v>
                      </c:pt>
                      <c:pt idx="74">
                        <c:v>38176</c:v>
                      </c:pt>
                      <c:pt idx="75">
                        <c:v>38177</c:v>
                      </c:pt>
                      <c:pt idx="76">
                        <c:v>38180</c:v>
                      </c:pt>
                      <c:pt idx="77">
                        <c:v>38181</c:v>
                      </c:pt>
                      <c:pt idx="78">
                        <c:v>38182</c:v>
                      </c:pt>
                      <c:pt idx="79">
                        <c:v>38183</c:v>
                      </c:pt>
                      <c:pt idx="80">
                        <c:v>38184</c:v>
                      </c:pt>
                      <c:pt idx="81">
                        <c:v>38187</c:v>
                      </c:pt>
                      <c:pt idx="82">
                        <c:v>38188</c:v>
                      </c:pt>
                      <c:pt idx="83">
                        <c:v>38189</c:v>
                      </c:pt>
                      <c:pt idx="84">
                        <c:v>38190</c:v>
                      </c:pt>
                      <c:pt idx="85">
                        <c:v>38191</c:v>
                      </c:pt>
                      <c:pt idx="86">
                        <c:v>38194</c:v>
                      </c:pt>
                      <c:pt idx="87">
                        <c:v>38195</c:v>
                      </c:pt>
                      <c:pt idx="88">
                        <c:v>38196</c:v>
                      </c:pt>
                      <c:pt idx="89">
                        <c:v>38197</c:v>
                      </c:pt>
                      <c:pt idx="90">
                        <c:v>38198</c:v>
                      </c:pt>
                      <c:pt idx="91">
                        <c:v>38201</c:v>
                      </c:pt>
                      <c:pt idx="92">
                        <c:v>38202</c:v>
                      </c:pt>
                      <c:pt idx="93">
                        <c:v>38203</c:v>
                      </c:pt>
                      <c:pt idx="94">
                        <c:v>38204</c:v>
                      </c:pt>
                      <c:pt idx="95">
                        <c:v>38205</c:v>
                      </c:pt>
                      <c:pt idx="96">
                        <c:v>38208</c:v>
                      </c:pt>
                      <c:pt idx="97">
                        <c:v>38209</c:v>
                      </c:pt>
                      <c:pt idx="98">
                        <c:v>38210</c:v>
                      </c:pt>
                      <c:pt idx="99">
                        <c:v>38211</c:v>
                      </c:pt>
                      <c:pt idx="100">
                        <c:v>38212</c:v>
                      </c:pt>
                      <c:pt idx="101">
                        <c:v>38215</c:v>
                      </c:pt>
                      <c:pt idx="102">
                        <c:v>38216</c:v>
                      </c:pt>
                      <c:pt idx="103">
                        <c:v>38217</c:v>
                      </c:pt>
                      <c:pt idx="104">
                        <c:v>38218</c:v>
                      </c:pt>
                      <c:pt idx="105">
                        <c:v>38219</c:v>
                      </c:pt>
                      <c:pt idx="106">
                        <c:v>38222</c:v>
                      </c:pt>
                      <c:pt idx="107">
                        <c:v>38223</c:v>
                      </c:pt>
                      <c:pt idx="108">
                        <c:v>38224</c:v>
                      </c:pt>
                      <c:pt idx="109">
                        <c:v>38225</c:v>
                      </c:pt>
                      <c:pt idx="110">
                        <c:v>38226</c:v>
                      </c:pt>
                      <c:pt idx="111">
                        <c:v>38229</c:v>
                      </c:pt>
                      <c:pt idx="112">
                        <c:v>38230</c:v>
                      </c:pt>
                      <c:pt idx="113">
                        <c:v>38231</c:v>
                      </c:pt>
                      <c:pt idx="114">
                        <c:v>38232</c:v>
                      </c:pt>
                      <c:pt idx="115">
                        <c:v>38233</c:v>
                      </c:pt>
                      <c:pt idx="116">
                        <c:v>38236</c:v>
                      </c:pt>
                      <c:pt idx="117">
                        <c:v>38237</c:v>
                      </c:pt>
                      <c:pt idx="118">
                        <c:v>38238</c:v>
                      </c:pt>
                      <c:pt idx="119">
                        <c:v>38239</c:v>
                      </c:pt>
                      <c:pt idx="120">
                        <c:v>38240</c:v>
                      </c:pt>
                      <c:pt idx="121">
                        <c:v>38243</c:v>
                      </c:pt>
                      <c:pt idx="122">
                        <c:v>38244</c:v>
                      </c:pt>
                      <c:pt idx="123">
                        <c:v>38245</c:v>
                      </c:pt>
                      <c:pt idx="124">
                        <c:v>38246</c:v>
                      </c:pt>
                      <c:pt idx="125">
                        <c:v>38247</c:v>
                      </c:pt>
                      <c:pt idx="126">
                        <c:v>38250</c:v>
                      </c:pt>
                      <c:pt idx="127">
                        <c:v>38251</c:v>
                      </c:pt>
                      <c:pt idx="128">
                        <c:v>38252</c:v>
                      </c:pt>
                      <c:pt idx="129">
                        <c:v>38253</c:v>
                      </c:pt>
                      <c:pt idx="130">
                        <c:v>38254</c:v>
                      </c:pt>
                      <c:pt idx="131">
                        <c:v>38257</c:v>
                      </c:pt>
                      <c:pt idx="132">
                        <c:v>38258</c:v>
                      </c:pt>
                      <c:pt idx="133">
                        <c:v>38259</c:v>
                      </c:pt>
                      <c:pt idx="134">
                        <c:v>38260</c:v>
                      </c:pt>
                      <c:pt idx="135">
                        <c:v>38261</c:v>
                      </c:pt>
                      <c:pt idx="136">
                        <c:v>38264</c:v>
                      </c:pt>
                      <c:pt idx="137">
                        <c:v>38265</c:v>
                      </c:pt>
                      <c:pt idx="138">
                        <c:v>38266</c:v>
                      </c:pt>
                      <c:pt idx="139">
                        <c:v>38267</c:v>
                      </c:pt>
                      <c:pt idx="140">
                        <c:v>38268</c:v>
                      </c:pt>
                      <c:pt idx="141">
                        <c:v>38271</c:v>
                      </c:pt>
                      <c:pt idx="142">
                        <c:v>38272</c:v>
                      </c:pt>
                      <c:pt idx="143">
                        <c:v>38273</c:v>
                      </c:pt>
                      <c:pt idx="144">
                        <c:v>38274</c:v>
                      </c:pt>
                      <c:pt idx="145">
                        <c:v>38275</c:v>
                      </c:pt>
                      <c:pt idx="146">
                        <c:v>38278</c:v>
                      </c:pt>
                      <c:pt idx="147">
                        <c:v>38279</c:v>
                      </c:pt>
                      <c:pt idx="148">
                        <c:v>38280</c:v>
                      </c:pt>
                      <c:pt idx="149">
                        <c:v>38281</c:v>
                      </c:pt>
                      <c:pt idx="150">
                        <c:v>38282</c:v>
                      </c:pt>
                      <c:pt idx="151">
                        <c:v>38285</c:v>
                      </c:pt>
                      <c:pt idx="152">
                        <c:v>38286</c:v>
                      </c:pt>
                      <c:pt idx="153">
                        <c:v>38287</c:v>
                      </c:pt>
                      <c:pt idx="154">
                        <c:v>38288</c:v>
                      </c:pt>
                      <c:pt idx="155">
                        <c:v>38289</c:v>
                      </c:pt>
                      <c:pt idx="156">
                        <c:v>38292</c:v>
                      </c:pt>
                      <c:pt idx="157">
                        <c:v>38293</c:v>
                      </c:pt>
                      <c:pt idx="158">
                        <c:v>38294</c:v>
                      </c:pt>
                      <c:pt idx="159">
                        <c:v>38295</c:v>
                      </c:pt>
                      <c:pt idx="160">
                        <c:v>38296</c:v>
                      </c:pt>
                      <c:pt idx="161">
                        <c:v>38299</c:v>
                      </c:pt>
                      <c:pt idx="162">
                        <c:v>38300</c:v>
                      </c:pt>
                      <c:pt idx="163">
                        <c:v>38301</c:v>
                      </c:pt>
                      <c:pt idx="164">
                        <c:v>38302</c:v>
                      </c:pt>
                      <c:pt idx="165">
                        <c:v>38303</c:v>
                      </c:pt>
                      <c:pt idx="166">
                        <c:v>38306</c:v>
                      </c:pt>
                      <c:pt idx="167">
                        <c:v>38307</c:v>
                      </c:pt>
                      <c:pt idx="168">
                        <c:v>38308</c:v>
                      </c:pt>
                      <c:pt idx="169">
                        <c:v>38309</c:v>
                      </c:pt>
                      <c:pt idx="170">
                        <c:v>38310</c:v>
                      </c:pt>
                      <c:pt idx="171">
                        <c:v>38313</c:v>
                      </c:pt>
                      <c:pt idx="172">
                        <c:v>38314</c:v>
                      </c:pt>
                      <c:pt idx="173">
                        <c:v>38315</c:v>
                      </c:pt>
                      <c:pt idx="174">
                        <c:v>38316</c:v>
                      </c:pt>
                      <c:pt idx="175">
                        <c:v>38317</c:v>
                      </c:pt>
                      <c:pt idx="176">
                        <c:v>38320</c:v>
                      </c:pt>
                      <c:pt idx="177">
                        <c:v>38321</c:v>
                      </c:pt>
                      <c:pt idx="178">
                        <c:v>38322</c:v>
                      </c:pt>
                      <c:pt idx="179">
                        <c:v>38323</c:v>
                      </c:pt>
                      <c:pt idx="180">
                        <c:v>38324</c:v>
                      </c:pt>
                      <c:pt idx="181">
                        <c:v>38327</c:v>
                      </c:pt>
                      <c:pt idx="182">
                        <c:v>38328</c:v>
                      </c:pt>
                      <c:pt idx="183">
                        <c:v>38329</c:v>
                      </c:pt>
                      <c:pt idx="184">
                        <c:v>38330</c:v>
                      </c:pt>
                      <c:pt idx="185">
                        <c:v>38331</c:v>
                      </c:pt>
                      <c:pt idx="186">
                        <c:v>38334</c:v>
                      </c:pt>
                      <c:pt idx="187">
                        <c:v>38335</c:v>
                      </c:pt>
                      <c:pt idx="188">
                        <c:v>38336</c:v>
                      </c:pt>
                      <c:pt idx="189">
                        <c:v>38337</c:v>
                      </c:pt>
                      <c:pt idx="190">
                        <c:v>38338</c:v>
                      </c:pt>
                      <c:pt idx="191">
                        <c:v>38341</c:v>
                      </c:pt>
                      <c:pt idx="192">
                        <c:v>38342</c:v>
                      </c:pt>
                      <c:pt idx="193">
                        <c:v>38343</c:v>
                      </c:pt>
                      <c:pt idx="194">
                        <c:v>38344</c:v>
                      </c:pt>
                      <c:pt idx="195">
                        <c:v>38345</c:v>
                      </c:pt>
                      <c:pt idx="196">
                        <c:v>38348</c:v>
                      </c:pt>
                      <c:pt idx="197">
                        <c:v>38349</c:v>
                      </c:pt>
                      <c:pt idx="198">
                        <c:v>38350</c:v>
                      </c:pt>
                      <c:pt idx="199">
                        <c:v>38351</c:v>
                      </c:pt>
                      <c:pt idx="200">
                        <c:v>38352</c:v>
                      </c:pt>
                      <c:pt idx="201">
                        <c:v>38355</c:v>
                      </c:pt>
                      <c:pt idx="202">
                        <c:v>38356</c:v>
                      </c:pt>
                      <c:pt idx="203">
                        <c:v>38357</c:v>
                      </c:pt>
                      <c:pt idx="204">
                        <c:v>38358</c:v>
                      </c:pt>
                      <c:pt idx="205">
                        <c:v>38359</c:v>
                      </c:pt>
                      <c:pt idx="206">
                        <c:v>38362</c:v>
                      </c:pt>
                      <c:pt idx="207">
                        <c:v>38363</c:v>
                      </c:pt>
                      <c:pt idx="208">
                        <c:v>38364</c:v>
                      </c:pt>
                      <c:pt idx="209">
                        <c:v>38365</c:v>
                      </c:pt>
                      <c:pt idx="210">
                        <c:v>38366</c:v>
                      </c:pt>
                      <c:pt idx="211">
                        <c:v>38369</c:v>
                      </c:pt>
                      <c:pt idx="212">
                        <c:v>38370</c:v>
                      </c:pt>
                      <c:pt idx="213">
                        <c:v>38371</c:v>
                      </c:pt>
                      <c:pt idx="214">
                        <c:v>38372</c:v>
                      </c:pt>
                      <c:pt idx="215">
                        <c:v>38373</c:v>
                      </c:pt>
                      <c:pt idx="216">
                        <c:v>38376</c:v>
                      </c:pt>
                      <c:pt idx="217">
                        <c:v>38377</c:v>
                      </c:pt>
                      <c:pt idx="218">
                        <c:v>38378</c:v>
                      </c:pt>
                      <c:pt idx="219">
                        <c:v>38379</c:v>
                      </c:pt>
                      <c:pt idx="220">
                        <c:v>38380</c:v>
                      </c:pt>
                      <c:pt idx="221">
                        <c:v>38383</c:v>
                      </c:pt>
                      <c:pt idx="222">
                        <c:v>38384</c:v>
                      </c:pt>
                      <c:pt idx="223">
                        <c:v>38385</c:v>
                      </c:pt>
                      <c:pt idx="224">
                        <c:v>38386</c:v>
                      </c:pt>
                      <c:pt idx="225">
                        <c:v>38387</c:v>
                      </c:pt>
                      <c:pt idx="226">
                        <c:v>38390</c:v>
                      </c:pt>
                      <c:pt idx="227">
                        <c:v>38391</c:v>
                      </c:pt>
                      <c:pt idx="228">
                        <c:v>38392</c:v>
                      </c:pt>
                      <c:pt idx="229">
                        <c:v>38393</c:v>
                      </c:pt>
                      <c:pt idx="230">
                        <c:v>38394</c:v>
                      </c:pt>
                      <c:pt idx="231">
                        <c:v>38397</c:v>
                      </c:pt>
                      <c:pt idx="232">
                        <c:v>38398</c:v>
                      </c:pt>
                      <c:pt idx="233">
                        <c:v>38399</c:v>
                      </c:pt>
                      <c:pt idx="234">
                        <c:v>38400</c:v>
                      </c:pt>
                      <c:pt idx="235">
                        <c:v>38401</c:v>
                      </c:pt>
                      <c:pt idx="236">
                        <c:v>38404</c:v>
                      </c:pt>
                      <c:pt idx="237">
                        <c:v>38405</c:v>
                      </c:pt>
                      <c:pt idx="238">
                        <c:v>38406</c:v>
                      </c:pt>
                      <c:pt idx="239">
                        <c:v>38407</c:v>
                      </c:pt>
                      <c:pt idx="240">
                        <c:v>38408</c:v>
                      </c:pt>
                      <c:pt idx="241">
                        <c:v>38411</c:v>
                      </c:pt>
                      <c:pt idx="242">
                        <c:v>38412</c:v>
                      </c:pt>
                      <c:pt idx="243">
                        <c:v>38413</c:v>
                      </c:pt>
                      <c:pt idx="244">
                        <c:v>38414</c:v>
                      </c:pt>
                      <c:pt idx="245">
                        <c:v>38415</c:v>
                      </c:pt>
                      <c:pt idx="246">
                        <c:v>38418</c:v>
                      </c:pt>
                      <c:pt idx="247">
                        <c:v>38419</c:v>
                      </c:pt>
                      <c:pt idx="248">
                        <c:v>38420</c:v>
                      </c:pt>
                      <c:pt idx="249">
                        <c:v>38421</c:v>
                      </c:pt>
                      <c:pt idx="250">
                        <c:v>38422</c:v>
                      </c:pt>
                      <c:pt idx="251">
                        <c:v>38425</c:v>
                      </c:pt>
                      <c:pt idx="252">
                        <c:v>38426</c:v>
                      </c:pt>
                      <c:pt idx="253">
                        <c:v>38427</c:v>
                      </c:pt>
                      <c:pt idx="254">
                        <c:v>38428</c:v>
                      </c:pt>
                      <c:pt idx="255">
                        <c:v>38429</c:v>
                      </c:pt>
                      <c:pt idx="256">
                        <c:v>38432</c:v>
                      </c:pt>
                      <c:pt idx="257">
                        <c:v>38433</c:v>
                      </c:pt>
                      <c:pt idx="258">
                        <c:v>38434</c:v>
                      </c:pt>
                      <c:pt idx="259">
                        <c:v>38435</c:v>
                      </c:pt>
                      <c:pt idx="260">
                        <c:v>38436</c:v>
                      </c:pt>
                      <c:pt idx="261">
                        <c:v>38439</c:v>
                      </c:pt>
                      <c:pt idx="262">
                        <c:v>38440</c:v>
                      </c:pt>
                      <c:pt idx="263">
                        <c:v>38441</c:v>
                      </c:pt>
                      <c:pt idx="264">
                        <c:v>38442</c:v>
                      </c:pt>
                      <c:pt idx="265">
                        <c:v>38443</c:v>
                      </c:pt>
                      <c:pt idx="266">
                        <c:v>38446</c:v>
                      </c:pt>
                      <c:pt idx="267">
                        <c:v>38447</c:v>
                      </c:pt>
                      <c:pt idx="268">
                        <c:v>38448</c:v>
                      </c:pt>
                      <c:pt idx="269">
                        <c:v>38449</c:v>
                      </c:pt>
                      <c:pt idx="270">
                        <c:v>38450</c:v>
                      </c:pt>
                      <c:pt idx="271">
                        <c:v>38453</c:v>
                      </c:pt>
                      <c:pt idx="272">
                        <c:v>38454</c:v>
                      </c:pt>
                      <c:pt idx="273">
                        <c:v>38455</c:v>
                      </c:pt>
                      <c:pt idx="274">
                        <c:v>38456</c:v>
                      </c:pt>
                      <c:pt idx="275">
                        <c:v>38457</c:v>
                      </c:pt>
                      <c:pt idx="276">
                        <c:v>38460</c:v>
                      </c:pt>
                      <c:pt idx="277">
                        <c:v>38461</c:v>
                      </c:pt>
                      <c:pt idx="278">
                        <c:v>38462</c:v>
                      </c:pt>
                      <c:pt idx="279">
                        <c:v>38463</c:v>
                      </c:pt>
                      <c:pt idx="280">
                        <c:v>38464</c:v>
                      </c:pt>
                      <c:pt idx="281">
                        <c:v>38467</c:v>
                      </c:pt>
                      <c:pt idx="282">
                        <c:v>38468</c:v>
                      </c:pt>
                      <c:pt idx="283">
                        <c:v>38469</c:v>
                      </c:pt>
                      <c:pt idx="284">
                        <c:v>38470</c:v>
                      </c:pt>
                      <c:pt idx="285">
                        <c:v>38471</c:v>
                      </c:pt>
                      <c:pt idx="286">
                        <c:v>38474</c:v>
                      </c:pt>
                      <c:pt idx="287">
                        <c:v>38475</c:v>
                      </c:pt>
                      <c:pt idx="288">
                        <c:v>38476</c:v>
                      </c:pt>
                      <c:pt idx="289">
                        <c:v>38477</c:v>
                      </c:pt>
                      <c:pt idx="290">
                        <c:v>38478</c:v>
                      </c:pt>
                      <c:pt idx="291">
                        <c:v>38481</c:v>
                      </c:pt>
                      <c:pt idx="292">
                        <c:v>38482</c:v>
                      </c:pt>
                      <c:pt idx="293">
                        <c:v>38483</c:v>
                      </c:pt>
                      <c:pt idx="294">
                        <c:v>38484</c:v>
                      </c:pt>
                      <c:pt idx="295">
                        <c:v>38485</c:v>
                      </c:pt>
                      <c:pt idx="296">
                        <c:v>38488</c:v>
                      </c:pt>
                      <c:pt idx="297">
                        <c:v>38489</c:v>
                      </c:pt>
                      <c:pt idx="298">
                        <c:v>38490</c:v>
                      </c:pt>
                      <c:pt idx="299">
                        <c:v>38491</c:v>
                      </c:pt>
                      <c:pt idx="300">
                        <c:v>38492</c:v>
                      </c:pt>
                      <c:pt idx="301">
                        <c:v>38495</c:v>
                      </c:pt>
                      <c:pt idx="302">
                        <c:v>38496</c:v>
                      </c:pt>
                      <c:pt idx="303">
                        <c:v>38497</c:v>
                      </c:pt>
                      <c:pt idx="304">
                        <c:v>38498</c:v>
                      </c:pt>
                      <c:pt idx="305">
                        <c:v>38499</c:v>
                      </c:pt>
                      <c:pt idx="306">
                        <c:v>38503</c:v>
                      </c:pt>
                      <c:pt idx="307">
                        <c:v>38504</c:v>
                      </c:pt>
                      <c:pt idx="308">
                        <c:v>38505</c:v>
                      </c:pt>
                      <c:pt idx="309">
                        <c:v>38506</c:v>
                      </c:pt>
                      <c:pt idx="310">
                        <c:v>38509</c:v>
                      </c:pt>
                      <c:pt idx="311">
                        <c:v>38510</c:v>
                      </c:pt>
                      <c:pt idx="312">
                        <c:v>38511</c:v>
                      </c:pt>
                      <c:pt idx="313">
                        <c:v>38512</c:v>
                      </c:pt>
                      <c:pt idx="314">
                        <c:v>38513</c:v>
                      </c:pt>
                      <c:pt idx="315">
                        <c:v>38516</c:v>
                      </c:pt>
                      <c:pt idx="316">
                        <c:v>38517</c:v>
                      </c:pt>
                      <c:pt idx="317">
                        <c:v>38518</c:v>
                      </c:pt>
                      <c:pt idx="318">
                        <c:v>38519</c:v>
                      </c:pt>
                      <c:pt idx="319">
                        <c:v>38520</c:v>
                      </c:pt>
                      <c:pt idx="320">
                        <c:v>38523</c:v>
                      </c:pt>
                      <c:pt idx="321">
                        <c:v>38524</c:v>
                      </c:pt>
                      <c:pt idx="322">
                        <c:v>38525</c:v>
                      </c:pt>
                      <c:pt idx="323">
                        <c:v>38526</c:v>
                      </c:pt>
                      <c:pt idx="324">
                        <c:v>38527</c:v>
                      </c:pt>
                      <c:pt idx="325">
                        <c:v>38530</c:v>
                      </c:pt>
                      <c:pt idx="326">
                        <c:v>38531</c:v>
                      </c:pt>
                      <c:pt idx="327">
                        <c:v>38532</c:v>
                      </c:pt>
                      <c:pt idx="328">
                        <c:v>38533</c:v>
                      </c:pt>
                      <c:pt idx="329">
                        <c:v>38534</c:v>
                      </c:pt>
                      <c:pt idx="330">
                        <c:v>38537</c:v>
                      </c:pt>
                      <c:pt idx="331">
                        <c:v>38538</c:v>
                      </c:pt>
                      <c:pt idx="332">
                        <c:v>38539</c:v>
                      </c:pt>
                      <c:pt idx="333">
                        <c:v>38540</c:v>
                      </c:pt>
                      <c:pt idx="334">
                        <c:v>38541</c:v>
                      </c:pt>
                      <c:pt idx="335">
                        <c:v>38544</c:v>
                      </c:pt>
                      <c:pt idx="336">
                        <c:v>38545</c:v>
                      </c:pt>
                      <c:pt idx="337">
                        <c:v>38546</c:v>
                      </c:pt>
                      <c:pt idx="338">
                        <c:v>38547</c:v>
                      </c:pt>
                      <c:pt idx="339">
                        <c:v>38548</c:v>
                      </c:pt>
                      <c:pt idx="340">
                        <c:v>38551</c:v>
                      </c:pt>
                      <c:pt idx="341">
                        <c:v>38552</c:v>
                      </c:pt>
                      <c:pt idx="342">
                        <c:v>38553</c:v>
                      </c:pt>
                      <c:pt idx="343">
                        <c:v>38554</c:v>
                      </c:pt>
                      <c:pt idx="344">
                        <c:v>38555</c:v>
                      </c:pt>
                      <c:pt idx="345">
                        <c:v>38558</c:v>
                      </c:pt>
                      <c:pt idx="346">
                        <c:v>38559</c:v>
                      </c:pt>
                      <c:pt idx="347">
                        <c:v>38560</c:v>
                      </c:pt>
                      <c:pt idx="348">
                        <c:v>38561</c:v>
                      </c:pt>
                      <c:pt idx="349">
                        <c:v>38562</c:v>
                      </c:pt>
                      <c:pt idx="350">
                        <c:v>38565</c:v>
                      </c:pt>
                      <c:pt idx="351">
                        <c:v>38566</c:v>
                      </c:pt>
                      <c:pt idx="352">
                        <c:v>38567</c:v>
                      </c:pt>
                      <c:pt idx="353">
                        <c:v>38568</c:v>
                      </c:pt>
                      <c:pt idx="354">
                        <c:v>38569</c:v>
                      </c:pt>
                      <c:pt idx="355">
                        <c:v>38572</c:v>
                      </c:pt>
                      <c:pt idx="356">
                        <c:v>38573</c:v>
                      </c:pt>
                      <c:pt idx="357">
                        <c:v>38574</c:v>
                      </c:pt>
                      <c:pt idx="358">
                        <c:v>38575</c:v>
                      </c:pt>
                      <c:pt idx="359">
                        <c:v>38576</c:v>
                      </c:pt>
                      <c:pt idx="360">
                        <c:v>38579</c:v>
                      </c:pt>
                      <c:pt idx="361">
                        <c:v>38580</c:v>
                      </c:pt>
                      <c:pt idx="362">
                        <c:v>38581</c:v>
                      </c:pt>
                      <c:pt idx="363">
                        <c:v>38582</c:v>
                      </c:pt>
                      <c:pt idx="364">
                        <c:v>38583</c:v>
                      </c:pt>
                      <c:pt idx="365">
                        <c:v>38586</c:v>
                      </c:pt>
                      <c:pt idx="366">
                        <c:v>38587</c:v>
                      </c:pt>
                      <c:pt idx="367">
                        <c:v>38588</c:v>
                      </c:pt>
                      <c:pt idx="368">
                        <c:v>38589</c:v>
                      </c:pt>
                      <c:pt idx="369">
                        <c:v>38590</c:v>
                      </c:pt>
                      <c:pt idx="370">
                        <c:v>38593</c:v>
                      </c:pt>
                      <c:pt idx="371">
                        <c:v>38594</c:v>
                      </c:pt>
                      <c:pt idx="372">
                        <c:v>38595</c:v>
                      </c:pt>
                      <c:pt idx="373">
                        <c:v>38596</c:v>
                      </c:pt>
                      <c:pt idx="374">
                        <c:v>38597</c:v>
                      </c:pt>
                      <c:pt idx="375">
                        <c:v>38600</c:v>
                      </c:pt>
                      <c:pt idx="376">
                        <c:v>38601</c:v>
                      </c:pt>
                      <c:pt idx="377">
                        <c:v>38602</c:v>
                      </c:pt>
                      <c:pt idx="378">
                        <c:v>38603</c:v>
                      </c:pt>
                      <c:pt idx="379">
                        <c:v>38604</c:v>
                      </c:pt>
                      <c:pt idx="380">
                        <c:v>38607</c:v>
                      </c:pt>
                      <c:pt idx="381">
                        <c:v>38608</c:v>
                      </c:pt>
                      <c:pt idx="382">
                        <c:v>38609</c:v>
                      </c:pt>
                      <c:pt idx="383">
                        <c:v>38610</c:v>
                      </c:pt>
                      <c:pt idx="384">
                        <c:v>38611</c:v>
                      </c:pt>
                      <c:pt idx="385">
                        <c:v>38614</c:v>
                      </c:pt>
                      <c:pt idx="386">
                        <c:v>38615</c:v>
                      </c:pt>
                      <c:pt idx="387">
                        <c:v>38616</c:v>
                      </c:pt>
                      <c:pt idx="388">
                        <c:v>38617</c:v>
                      </c:pt>
                      <c:pt idx="389">
                        <c:v>38618</c:v>
                      </c:pt>
                      <c:pt idx="390">
                        <c:v>38621</c:v>
                      </c:pt>
                      <c:pt idx="391">
                        <c:v>38622</c:v>
                      </c:pt>
                      <c:pt idx="392">
                        <c:v>38623</c:v>
                      </c:pt>
                      <c:pt idx="393">
                        <c:v>38624</c:v>
                      </c:pt>
                      <c:pt idx="394">
                        <c:v>38625</c:v>
                      </c:pt>
                      <c:pt idx="395">
                        <c:v>38628</c:v>
                      </c:pt>
                      <c:pt idx="396">
                        <c:v>38629</c:v>
                      </c:pt>
                      <c:pt idx="397">
                        <c:v>38630</c:v>
                      </c:pt>
                      <c:pt idx="398">
                        <c:v>38631</c:v>
                      </c:pt>
                      <c:pt idx="399">
                        <c:v>38632</c:v>
                      </c:pt>
                      <c:pt idx="400">
                        <c:v>38635</c:v>
                      </c:pt>
                      <c:pt idx="401">
                        <c:v>38636</c:v>
                      </c:pt>
                      <c:pt idx="402">
                        <c:v>38637</c:v>
                      </c:pt>
                      <c:pt idx="403">
                        <c:v>38638</c:v>
                      </c:pt>
                      <c:pt idx="404">
                        <c:v>38639</c:v>
                      </c:pt>
                      <c:pt idx="405">
                        <c:v>38642</c:v>
                      </c:pt>
                      <c:pt idx="406">
                        <c:v>38643</c:v>
                      </c:pt>
                      <c:pt idx="407">
                        <c:v>38644</c:v>
                      </c:pt>
                      <c:pt idx="408">
                        <c:v>38645</c:v>
                      </c:pt>
                      <c:pt idx="409">
                        <c:v>38646</c:v>
                      </c:pt>
                      <c:pt idx="410">
                        <c:v>38649</c:v>
                      </c:pt>
                      <c:pt idx="411">
                        <c:v>38650</c:v>
                      </c:pt>
                      <c:pt idx="412">
                        <c:v>38651</c:v>
                      </c:pt>
                      <c:pt idx="413">
                        <c:v>38652</c:v>
                      </c:pt>
                      <c:pt idx="414">
                        <c:v>38653</c:v>
                      </c:pt>
                      <c:pt idx="415">
                        <c:v>38656</c:v>
                      </c:pt>
                      <c:pt idx="416">
                        <c:v>38657</c:v>
                      </c:pt>
                      <c:pt idx="417">
                        <c:v>38658</c:v>
                      </c:pt>
                      <c:pt idx="418">
                        <c:v>38659</c:v>
                      </c:pt>
                      <c:pt idx="419">
                        <c:v>38660</c:v>
                      </c:pt>
                      <c:pt idx="420">
                        <c:v>38663</c:v>
                      </c:pt>
                      <c:pt idx="421">
                        <c:v>38664</c:v>
                      </c:pt>
                      <c:pt idx="422">
                        <c:v>38665</c:v>
                      </c:pt>
                      <c:pt idx="423">
                        <c:v>38666</c:v>
                      </c:pt>
                      <c:pt idx="424">
                        <c:v>38667</c:v>
                      </c:pt>
                      <c:pt idx="425">
                        <c:v>38670</c:v>
                      </c:pt>
                      <c:pt idx="426">
                        <c:v>38671</c:v>
                      </c:pt>
                      <c:pt idx="427">
                        <c:v>38672</c:v>
                      </c:pt>
                      <c:pt idx="428">
                        <c:v>38673</c:v>
                      </c:pt>
                      <c:pt idx="429">
                        <c:v>38674</c:v>
                      </c:pt>
                      <c:pt idx="430">
                        <c:v>38677</c:v>
                      </c:pt>
                      <c:pt idx="431">
                        <c:v>38678</c:v>
                      </c:pt>
                      <c:pt idx="432">
                        <c:v>38679</c:v>
                      </c:pt>
                      <c:pt idx="433">
                        <c:v>38680</c:v>
                      </c:pt>
                      <c:pt idx="434">
                        <c:v>38681</c:v>
                      </c:pt>
                      <c:pt idx="435">
                        <c:v>38684</c:v>
                      </c:pt>
                      <c:pt idx="436">
                        <c:v>38685</c:v>
                      </c:pt>
                      <c:pt idx="437">
                        <c:v>38686</c:v>
                      </c:pt>
                      <c:pt idx="438">
                        <c:v>38687</c:v>
                      </c:pt>
                      <c:pt idx="439">
                        <c:v>38688</c:v>
                      </c:pt>
                      <c:pt idx="440">
                        <c:v>38691</c:v>
                      </c:pt>
                      <c:pt idx="441">
                        <c:v>38692</c:v>
                      </c:pt>
                      <c:pt idx="442">
                        <c:v>38693</c:v>
                      </c:pt>
                      <c:pt idx="443">
                        <c:v>38694</c:v>
                      </c:pt>
                      <c:pt idx="444">
                        <c:v>38695</c:v>
                      </c:pt>
                      <c:pt idx="445">
                        <c:v>38698</c:v>
                      </c:pt>
                      <c:pt idx="446">
                        <c:v>38699</c:v>
                      </c:pt>
                      <c:pt idx="447">
                        <c:v>38700</c:v>
                      </c:pt>
                      <c:pt idx="448">
                        <c:v>38701</c:v>
                      </c:pt>
                      <c:pt idx="449">
                        <c:v>38702</c:v>
                      </c:pt>
                      <c:pt idx="450">
                        <c:v>38705</c:v>
                      </c:pt>
                      <c:pt idx="451">
                        <c:v>38706</c:v>
                      </c:pt>
                      <c:pt idx="452">
                        <c:v>38707</c:v>
                      </c:pt>
                      <c:pt idx="453">
                        <c:v>38708</c:v>
                      </c:pt>
                      <c:pt idx="454">
                        <c:v>38709</c:v>
                      </c:pt>
                      <c:pt idx="455">
                        <c:v>38712</c:v>
                      </c:pt>
                      <c:pt idx="456">
                        <c:v>38713</c:v>
                      </c:pt>
                      <c:pt idx="457">
                        <c:v>38714</c:v>
                      </c:pt>
                      <c:pt idx="458">
                        <c:v>38715</c:v>
                      </c:pt>
                      <c:pt idx="459">
                        <c:v>38716</c:v>
                      </c:pt>
                      <c:pt idx="460">
                        <c:v>38719</c:v>
                      </c:pt>
                      <c:pt idx="461">
                        <c:v>38720</c:v>
                      </c:pt>
                      <c:pt idx="462">
                        <c:v>38721</c:v>
                      </c:pt>
                      <c:pt idx="463">
                        <c:v>38722</c:v>
                      </c:pt>
                      <c:pt idx="464">
                        <c:v>38723</c:v>
                      </c:pt>
                      <c:pt idx="465">
                        <c:v>38726</c:v>
                      </c:pt>
                      <c:pt idx="466">
                        <c:v>38727</c:v>
                      </c:pt>
                      <c:pt idx="467">
                        <c:v>38728</c:v>
                      </c:pt>
                      <c:pt idx="468">
                        <c:v>38729</c:v>
                      </c:pt>
                      <c:pt idx="469">
                        <c:v>38730</c:v>
                      </c:pt>
                      <c:pt idx="470">
                        <c:v>38733</c:v>
                      </c:pt>
                      <c:pt idx="471">
                        <c:v>38734</c:v>
                      </c:pt>
                      <c:pt idx="472">
                        <c:v>38735</c:v>
                      </c:pt>
                      <c:pt idx="473">
                        <c:v>38736</c:v>
                      </c:pt>
                      <c:pt idx="474">
                        <c:v>38737</c:v>
                      </c:pt>
                      <c:pt idx="475">
                        <c:v>38740</c:v>
                      </c:pt>
                      <c:pt idx="476">
                        <c:v>38741</c:v>
                      </c:pt>
                      <c:pt idx="477">
                        <c:v>38742</c:v>
                      </c:pt>
                      <c:pt idx="478">
                        <c:v>38743</c:v>
                      </c:pt>
                      <c:pt idx="479">
                        <c:v>38744</c:v>
                      </c:pt>
                      <c:pt idx="480">
                        <c:v>38747</c:v>
                      </c:pt>
                      <c:pt idx="481">
                        <c:v>38748</c:v>
                      </c:pt>
                      <c:pt idx="482">
                        <c:v>38749</c:v>
                      </c:pt>
                      <c:pt idx="483">
                        <c:v>38750</c:v>
                      </c:pt>
                      <c:pt idx="484">
                        <c:v>38751</c:v>
                      </c:pt>
                      <c:pt idx="485">
                        <c:v>38754</c:v>
                      </c:pt>
                      <c:pt idx="486">
                        <c:v>38755</c:v>
                      </c:pt>
                      <c:pt idx="487">
                        <c:v>38756</c:v>
                      </c:pt>
                      <c:pt idx="488">
                        <c:v>38757</c:v>
                      </c:pt>
                      <c:pt idx="489">
                        <c:v>38758</c:v>
                      </c:pt>
                      <c:pt idx="490">
                        <c:v>38761</c:v>
                      </c:pt>
                      <c:pt idx="491">
                        <c:v>38762</c:v>
                      </c:pt>
                      <c:pt idx="492">
                        <c:v>38763</c:v>
                      </c:pt>
                      <c:pt idx="493">
                        <c:v>38764</c:v>
                      </c:pt>
                      <c:pt idx="494">
                        <c:v>38765</c:v>
                      </c:pt>
                      <c:pt idx="495">
                        <c:v>38768</c:v>
                      </c:pt>
                      <c:pt idx="496">
                        <c:v>38769</c:v>
                      </c:pt>
                      <c:pt idx="497">
                        <c:v>38770</c:v>
                      </c:pt>
                      <c:pt idx="498">
                        <c:v>38771</c:v>
                      </c:pt>
                      <c:pt idx="499">
                        <c:v>38772</c:v>
                      </c:pt>
                      <c:pt idx="500">
                        <c:v>38775</c:v>
                      </c:pt>
                      <c:pt idx="501">
                        <c:v>38776</c:v>
                      </c:pt>
                      <c:pt idx="502">
                        <c:v>38777</c:v>
                      </c:pt>
                      <c:pt idx="503">
                        <c:v>38778</c:v>
                      </c:pt>
                      <c:pt idx="504">
                        <c:v>38779</c:v>
                      </c:pt>
                      <c:pt idx="505">
                        <c:v>38782</c:v>
                      </c:pt>
                      <c:pt idx="506">
                        <c:v>38783</c:v>
                      </c:pt>
                      <c:pt idx="507">
                        <c:v>38784</c:v>
                      </c:pt>
                      <c:pt idx="508">
                        <c:v>38785</c:v>
                      </c:pt>
                      <c:pt idx="509">
                        <c:v>38786</c:v>
                      </c:pt>
                      <c:pt idx="510">
                        <c:v>38789</c:v>
                      </c:pt>
                      <c:pt idx="511">
                        <c:v>38790</c:v>
                      </c:pt>
                      <c:pt idx="512">
                        <c:v>38791</c:v>
                      </c:pt>
                      <c:pt idx="513">
                        <c:v>38792</c:v>
                      </c:pt>
                      <c:pt idx="514">
                        <c:v>38793</c:v>
                      </c:pt>
                      <c:pt idx="515">
                        <c:v>38796</c:v>
                      </c:pt>
                      <c:pt idx="516">
                        <c:v>38797</c:v>
                      </c:pt>
                      <c:pt idx="517">
                        <c:v>38798</c:v>
                      </c:pt>
                      <c:pt idx="518">
                        <c:v>38799</c:v>
                      </c:pt>
                      <c:pt idx="519">
                        <c:v>38800</c:v>
                      </c:pt>
                      <c:pt idx="520">
                        <c:v>38803</c:v>
                      </c:pt>
                      <c:pt idx="521">
                        <c:v>38804</c:v>
                      </c:pt>
                      <c:pt idx="522">
                        <c:v>38805</c:v>
                      </c:pt>
                      <c:pt idx="523">
                        <c:v>38806</c:v>
                      </c:pt>
                      <c:pt idx="524">
                        <c:v>38807</c:v>
                      </c:pt>
                      <c:pt idx="525">
                        <c:v>38810</c:v>
                      </c:pt>
                      <c:pt idx="526">
                        <c:v>38811</c:v>
                      </c:pt>
                      <c:pt idx="527">
                        <c:v>38812</c:v>
                      </c:pt>
                      <c:pt idx="528">
                        <c:v>38813</c:v>
                      </c:pt>
                      <c:pt idx="529">
                        <c:v>38814</c:v>
                      </c:pt>
                      <c:pt idx="530">
                        <c:v>38817</c:v>
                      </c:pt>
                      <c:pt idx="531">
                        <c:v>38818</c:v>
                      </c:pt>
                      <c:pt idx="532">
                        <c:v>38819</c:v>
                      </c:pt>
                      <c:pt idx="533">
                        <c:v>38820</c:v>
                      </c:pt>
                      <c:pt idx="534">
                        <c:v>38821</c:v>
                      </c:pt>
                      <c:pt idx="535">
                        <c:v>38824</c:v>
                      </c:pt>
                      <c:pt idx="536">
                        <c:v>38825</c:v>
                      </c:pt>
                      <c:pt idx="537">
                        <c:v>38826</c:v>
                      </c:pt>
                      <c:pt idx="538">
                        <c:v>38827</c:v>
                      </c:pt>
                      <c:pt idx="539">
                        <c:v>38828</c:v>
                      </c:pt>
                      <c:pt idx="540">
                        <c:v>38831</c:v>
                      </c:pt>
                      <c:pt idx="541">
                        <c:v>38832</c:v>
                      </c:pt>
                      <c:pt idx="542">
                        <c:v>38833</c:v>
                      </c:pt>
                      <c:pt idx="543">
                        <c:v>38834</c:v>
                      </c:pt>
                      <c:pt idx="544">
                        <c:v>38835</c:v>
                      </c:pt>
                      <c:pt idx="545">
                        <c:v>38838</c:v>
                      </c:pt>
                      <c:pt idx="546">
                        <c:v>38839</c:v>
                      </c:pt>
                      <c:pt idx="547">
                        <c:v>38840</c:v>
                      </c:pt>
                      <c:pt idx="548">
                        <c:v>38841</c:v>
                      </c:pt>
                      <c:pt idx="549">
                        <c:v>38842</c:v>
                      </c:pt>
                      <c:pt idx="550">
                        <c:v>38845</c:v>
                      </c:pt>
                      <c:pt idx="551">
                        <c:v>38846</c:v>
                      </c:pt>
                      <c:pt idx="552">
                        <c:v>38847</c:v>
                      </c:pt>
                      <c:pt idx="553">
                        <c:v>38848</c:v>
                      </c:pt>
                      <c:pt idx="554">
                        <c:v>38849</c:v>
                      </c:pt>
                      <c:pt idx="555">
                        <c:v>38852</c:v>
                      </c:pt>
                      <c:pt idx="556">
                        <c:v>38853</c:v>
                      </c:pt>
                      <c:pt idx="557">
                        <c:v>38854</c:v>
                      </c:pt>
                      <c:pt idx="558">
                        <c:v>38855</c:v>
                      </c:pt>
                      <c:pt idx="559">
                        <c:v>38856</c:v>
                      </c:pt>
                      <c:pt idx="560">
                        <c:v>38859</c:v>
                      </c:pt>
                      <c:pt idx="561">
                        <c:v>38860</c:v>
                      </c:pt>
                      <c:pt idx="562">
                        <c:v>38861</c:v>
                      </c:pt>
                      <c:pt idx="563">
                        <c:v>38862</c:v>
                      </c:pt>
                      <c:pt idx="564">
                        <c:v>38863</c:v>
                      </c:pt>
                      <c:pt idx="565">
                        <c:v>38866</c:v>
                      </c:pt>
                      <c:pt idx="566">
                        <c:v>38867</c:v>
                      </c:pt>
                      <c:pt idx="567">
                        <c:v>38868</c:v>
                      </c:pt>
                      <c:pt idx="568">
                        <c:v>38869</c:v>
                      </c:pt>
                      <c:pt idx="569">
                        <c:v>38870</c:v>
                      </c:pt>
                      <c:pt idx="570">
                        <c:v>38873</c:v>
                      </c:pt>
                      <c:pt idx="571">
                        <c:v>38874</c:v>
                      </c:pt>
                      <c:pt idx="572">
                        <c:v>38875</c:v>
                      </c:pt>
                      <c:pt idx="573">
                        <c:v>38876</c:v>
                      </c:pt>
                      <c:pt idx="574">
                        <c:v>38877</c:v>
                      </c:pt>
                      <c:pt idx="575">
                        <c:v>38880</c:v>
                      </c:pt>
                      <c:pt idx="576">
                        <c:v>38881</c:v>
                      </c:pt>
                      <c:pt idx="577">
                        <c:v>38882</c:v>
                      </c:pt>
                      <c:pt idx="578">
                        <c:v>38883</c:v>
                      </c:pt>
                      <c:pt idx="579">
                        <c:v>38884</c:v>
                      </c:pt>
                      <c:pt idx="580">
                        <c:v>38887</c:v>
                      </c:pt>
                      <c:pt idx="581">
                        <c:v>38888</c:v>
                      </c:pt>
                      <c:pt idx="582">
                        <c:v>38889</c:v>
                      </c:pt>
                      <c:pt idx="583">
                        <c:v>38890</c:v>
                      </c:pt>
                      <c:pt idx="584">
                        <c:v>38891</c:v>
                      </c:pt>
                      <c:pt idx="585">
                        <c:v>38894</c:v>
                      </c:pt>
                      <c:pt idx="586">
                        <c:v>38895</c:v>
                      </c:pt>
                      <c:pt idx="587">
                        <c:v>38896</c:v>
                      </c:pt>
                      <c:pt idx="588">
                        <c:v>38897</c:v>
                      </c:pt>
                      <c:pt idx="589">
                        <c:v>38898</c:v>
                      </c:pt>
                      <c:pt idx="590">
                        <c:v>38901</c:v>
                      </c:pt>
                      <c:pt idx="591">
                        <c:v>38902</c:v>
                      </c:pt>
                      <c:pt idx="592">
                        <c:v>38903</c:v>
                      </c:pt>
                      <c:pt idx="593">
                        <c:v>38904</c:v>
                      </c:pt>
                      <c:pt idx="594">
                        <c:v>38905</c:v>
                      </c:pt>
                      <c:pt idx="595">
                        <c:v>38908</c:v>
                      </c:pt>
                      <c:pt idx="596">
                        <c:v>38909</c:v>
                      </c:pt>
                      <c:pt idx="597">
                        <c:v>38910</c:v>
                      </c:pt>
                      <c:pt idx="598">
                        <c:v>38911</c:v>
                      </c:pt>
                      <c:pt idx="599">
                        <c:v>38912</c:v>
                      </c:pt>
                      <c:pt idx="600">
                        <c:v>38915</c:v>
                      </c:pt>
                      <c:pt idx="601">
                        <c:v>38916</c:v>
                      </c:pt>
                      <c:pt idx="602">
                        <c:v>38917</c:v>
                      </c:pt>
                      <c:pt idx="603">
                        <c:v>38918</c:v>
                      </c:pt>
                      <c:pt idx="604">
                        <c:v>38919</c:v>
                      </c:pt>
                      <c:pt idx="605">
                        <c:v>38922</c:v>
                      </c:pt>
                      <c:pt idx="606">
                        <c:v>38923</c:v>
                      </c:pt>
                      <c:pt idx="607">
                        <c:v>38924</c:v>
                      </c:pt>
                      <c:pt idx="608">
                        <c:v>38925</c:v>
                      </c:pt>
                      <c:pt idx="609">
                        <c:v>38926</c:v>
                      </c:pt>
                      <c:pt idx="610">
                        <c:v>38929</c:v>
                      </c:pt>
                      <c:pt idx="611">
                        <c:v>38930</c:v>
                      </c:pt>
                      <c:pt idx="612">
                        <c:v>38931</c:v>
                      </c:pt>
                      <c:pt idx="613">
                        <c:v>38932</c:v>
                      </c:pt>
                      <c:pt idx="614">
                        <c:v>38933</c:v>
                      </c:pt>
                      <c:pt idx="615">
                        <c:v>38936</c:v>
                      </c:pt>
                      <c:pt idx="616">
                        <c:v>38937</c:v>
                      </c:pt>
                      <c:pt idx="617">
                        <c:v>38938</c:v>
                      </c:pt>
                      <c:pt idx="618">
                        <c:v>38939</c:v>
                      </c:pt>
                      <c:pt idx="619">
                        <c:v>38940</c:v>
                      </c:pt>
                      <c:pt idx="620">
                        <c:v>38943</c:v>
                      </c:pt>
                      <c:pt idx="621">
                        <c:v>38944</c:v>
                      </c:pt>
                      <c:pt idx="622">
                        <c:v>38945</c:v>
                      </c:pt>
                      <c:pt idx="623">
                        <c:v>38946</c:v>
                      </c:pt>
                      <c:pt idx="624">
                        <c:v>38947</c:v>
                      </c:pt>
                      <c:pt idx="625">
                        <c:v>38950</c:v>
                      </c:pt>
                      <c:pt idx="626">
                        <c:v>38951</c:v>
                      </c:pt>
                      <c:pt idx="627">
                        <c:v>38952</c:v>
                      </c:pt>
                      <c:pt idx="628">
                        <c:v>38953</c:v>
                      </c:pt>
                      <c:pt idx="629">
                        <c:v>38954</c:v>
                      </c:pt>
                      <c:pt idx="630">
                        <c:v>38957</c:v>
                      </c:pt>
                      <c:pt idx="631">
                        <c:v>38958</c:v>
                      </c:pt>
                      <c:pt idx="632">
                        <c:v>38959</c:v>
                      </c:pt>
                      <c:pt idx="633">
                        <c:v>38960</c:v>
                      </c:pt>
                      <c:pt idx="634">
                        <c:v>38961</c:v>
                      </c:pt>
                      <c:pt idx="635">
                        <c:v>38964</c:v>
                      </c:pt>
                      <c:pt idx="636">
                        <c:v>38965</c:v>
                      </c:pt>
                      <c:pt idx="637">
                        <c:v>38966</c:v>
                      </c:pt>
                      <c:pt idx="638">
                        <c:v>38967</c:v>
                      </c:pt>
                      <c:pt idx="639">
                        <c:v>38968</c:v>
                      </c:pt>
                      <c:pt idx="640">
                        <c:v>38971</c:v>
                      </c:pt>
                      <c:pt idx="641">
                        <c:v>38972</c:v>
                      </c:pt>
                      <c:pt idx="642">
                        <c:v>38973</c:v>
                      </c:pt>
                      <c:pt idx="643">
                        <c:v>38974</c:v>
                      </c:pt>
                      <c:pt idx="644">
                        <c:v>38975</c:v>
                      </c:pt>
                      <c:pt idx="645">
                        <c:v>38978</c:v>
                      </c:pt>
                      <c:pt idx="646">
                        <c:v>38979</c:v>
                      </c:pt>
                      <c:pt idx="647">
                        <c:v>38980</c:v>
                      </c:pt>
                      <c:pt idx="648">
                        <c:v>38981</c:v>
                      </c:pt>
                      <c:pt idx="649">
                        <c:v>38982</c:v>
                      </c:pt>
                      <c:pt idx="650">
                        <c:v>38985</c:v>
                      </c:pt>
                      <c:pt idx="651">
                        <c:v>38986</c:v>
                      </c:pt>
                      <c:pt idx="652">
                        <c:v>38987</c:v>
                      </c:pt>
                      <c:pt idx="653">
                        <c:v>38988</c:v>
                      </c:pt>
                      <c:pt idx="654">
                        <c:v>38989</c:v>
                      </c:pt>
                      <c:pt idx="655">
                        <c:v>38992</c:v>
                      </c:pt>
                      <c:pt idx="656">
                        <c:v>38993</c:v>
                      </c:pt>
                      <c:pt idx="657">
                        <c:v>38994</c:v>
                      </c:pt>
                      <c:pt idx="658">
                        <c:v>38995</c:v>
                      </c:pt>
                      <c:pt idx="659">
                        <c:v>38996</c:v>
                      </c:pt>
                      <c:pt idx="660">
                        <c:v>38999</c:v>
                      </c:pt>
                      <c:pt idx="661">
                        <c:v>39000</c:v>
                      </c:pt>
                      <c:pt idx="662">
                        <c:v>39001</c:v>
                      </c:pt>
                      <c:pt idx="663">
                        <c:v>39002</c:v>
                      </c:pt>
                      <c:pt idx="664">
                        <c:v>39003</c:v>
                      </c:pt>
                      <c:pt idx="665">
                        <c:v>39006</c:v>
                      </c:pt>
                      <c:pt idx="666">
                        <c:v>39007</c:v>
                      </c:pt>
                      <c:pt idx="667">
                        <c:v>39008</c:v>
                      </c:pt>
                      <c:pt idx="668">
                        <c:v>39009</c:v>
                      </c:pt>
                      <c:pt idx="669">
                        <c:v>39010</c:v>
                      </c:pt>
                      <c:pt idx="670">
                        <c:v>39013</c:v>
                      </c:pt>
                      <c:pt idx="671">
                        <c:v>39014</c:v>
                      </c:pt>
                      <c:pt idx="672">
                        <c:v>39015</c:v>
                      </c:pt>
                      <c:pt idx="673">
                        <c:v>39016</c:v>
                      </c:pt>
                      <c:pt idx="674">
                        <c:v>39017</c:v>
                      </c:pt>
                      <c:pt idx="675">
                        <c:v>39020</c:v>
                      </c:pt>
                      <c:pt idx="676">
                        <c:v>39021</c:v>
                      </c:pt>
                      <c:pt idx="677">
                        <c:v>39022</c:v>
                      </c:pt>
                      <c:pt idx="678">
                        <c:v>39023</c:v>
                      </c:pt>
                      <c:pt idx="679">
                        <c:v>39024</c:v>
                      </c:pt>
                      <c:pt idx="680">
                        <c:v>39027</c:v>
                      </c:pt>
                      <c:pt idx="681">
                        <c:v>39028</c:v>
                      </c:pt>
                      <c:pt idx="682">
                        <c:v>39029</c:v>
                      </c:pt>
                      <c:pt idx="683">
                        <c:v>39030</c:v>
                      </c:pt>
                      <c:pt idx="684">
                        <c:v>39031</c:v>
                      </c:pt>
                      <c:pt idx="685">
                        <c:v>39034</c:v>
                      </c:pt>
                      <c:pt idx="686">
                        <c:v>39035</c:v>
                      </c:pt>
                      <c:pt idx="687">
                        <c:v>39036</c:v>
                      </c:pt>
                      <c:pt idx="688">
                        <c:v>39037</c:v>
                      </c:pt>
                      <c:pt idx="689">
                        <c:v>39038</c:v>
                      </c:pt>
                      <c:pt idx="690">
                        <c:v>39041</c:v>
                      </c:pt>
                      <c:pt idx="691">
                        <c:v>39042</c:v>
                      </c:pt>
                      <c:pt idx="692">
                        <c:v>39043</c:v>
                      </c:pt>
                      <c:pt idx="693">
                        <c:v>39044</c:v>
                      </c:pt>
                      <c:pt idx="694">
                        <c:v>39045</c:v>
                      </c:pt>
                      <c:pt idx="695">
                        <c:v>39048</c:v>
                      </c:pt>
                      <c:pt idx="696">
                        <c:v>39049</c:v>
                      </c:pt>
                      <c:pt idx="697">
                        <c:v>39050</c:v>
                      </c:pt>
                      <c:pt idx="698">
                        <c:v>39051</c:v>
                      </c:pt>
                      <c:pt idx="699">
                        <c:v>39052</c:v>
                      </c:pt>
                      <c:pt idx="700">
                        <c:v>39055</c:v>
                      </c:pt>
                      <c:pt idx="701">
                        <c:v>39056</c:v>
                      </c:pt>
                      <c:pt idx="702">
                        <c:v>39057</c:v>
                      </c:pt>
                      <c:pt idx="703">
                        <c:v>39058</c:v>
                      </c:pt>
                      <c:pt idx="704">
                        <c:v>39059</c:v>
                      </c:pt>
                      <c:pt idx="705">
                        <c:v>39062</c:v>
                      </c:pt>
                      <c:pt idx="706">
                        <c:v>39063</c:v>
                      </c:pt>
                      <c:pt idx="707">
                        <c:v>39064</c:v>
                      </c:pt>
                      <c:pt idx="708">
                        <c:v>39065</c:v>
                      </c:pt>
                      <c:pt idx="709">
                        <c:v>39066</c:v>
                      </c:pt>
                      <c:pt idx="710">
                        <c:v>39069</c:v>
                      </c:pt>
                      <c:pt idx="711">
                        <c:v>39070</c:v>
                      </c:pt>
                      <c:pt idx="712">
                        <c:v>39071</c:v>
                      </c:pt>
                      <c:pt idx="713">
                        <c:v>39072</c:v>
                      </c:pt>
                      <c:pt idx="714">
                        <c:v>39073</c:v>
                      </c:pt>
                      <c:pt idx="715">
                        <c:v>39077</c:v>
                      </c:pt>
                      <c:pt idx="716">
                        <c:v>39078</c:v>
                      </c:pt>
                      <c:pt idx="717">
                        <c:v>39079</c:v>
                      </c:pt>
                      <c:pt idx="718">
                        <c:v>39080</c:v>
                      </c:pt>
                      <c:pt idx="719">
                        <c:v>39083</c:v>
                      </c:pt>
                      <c:pt idx="720">
                        <c:v>39084</c:v>
                      </c:pt>
                      <c:pt idx="721">
                        <c:v>39085</c:v>
                      </c:pt>
                      <c:pt idx="722">
                        <c:v>39086</c:v>
                      </c:pt>
                      <c:pt idx="723">
                        <c:v>39087</c:v>
                      </c:pt>
                      <c:pt idx="724">
                        <c:v>39090</c:v>
                      </c:pt>
                      <c:pt idx="725">
                        <c:v>39091</c:v>
                      </c:pt>
                      <c:pt idx="726">
                        <c:v>39092</c:v>
                      </c:pt>
                      <c:pt idx="727">
                        <c:v>39093</c:v>
                      </c:pt>
                      <c:pt idx="728">
                        <c:v>39094</c:v>
                      </c:pt>
                      <c:pt idx="729">
                        <c:v>39097</c:v>
                      </c:pt>
                      <c:pt idx="730">
                        <c:v>39098</c:v>
                      </c:pt>
                      <c:pt idx="731">
                        <c:v>39099</c:v>
                      </c:pt>
                      <c:pt idx="732">
                        <c:v>39100</c:v>
                      </c:pt>
                      <c:pt idx="733">
                        <c:v>39101</c:v>
                      </c:pt>
                      <c:pt idx="734">
                        <c:v>39104</c:v>
                      </c:pt>
                      <c:pt idx="735">
                        <c:v>39105</c:v>
                      </c:pt>
                      <c:pt idx="736">
                        <c:v>39106</c:v>
                      </c:pt>
                      <c:pt idx="737">
                        <c:v>39107</c:v>
                      </c:pt>
                      <c:pt idx="738">
                        <c:v>39108</c:v>
                      </c:pt>
                      <c:pt idx="739">
                        <c:v>39111</c:v>
                      </c:pt>
                      <c:pt idx="740">
                        <c:v>39112</c:v>
                      </c:pt>
                      <c:pt idx="741">
                        <c:v>39113</c:v>
                      </c:pt>
                      <c:pt idx="742">
                        <c:v>39114</c:v>
                      </c:pt>
                      <c:pt idx="743">
                        <c:v>39115</c:v>
                      </c:pt>
                      <c:pt idx="744">
                        <c:v>39118</c:v>
                      </c:pt>
                      <c:pt idx="745">
                        <c:v>39119</c:v>
                      </c:pt>
                      <c:pt idx="746">
                        <c:v>39120</c:v>
                      </c:pt>
                      <c:pt idx="747">
                        <c:v>39121</c:v>
                      </c:pt>
                      <c:pt idx="748">
                        <c:v>39122</c:v>
                      </c:pt>
                      <c:pt idx="749">
                        <c:v>39125</c:v>
                      </c:pt>
                      <c:pt idx="750">
                        <c:v>39126</c:v>
                      </c:pt>
                      <c:pt idx="751">
                        <c:v>39127</c:v>
                      </c:pt>
                      <c:pt idx="752">
                        <c:v>39128</c:v>
                      </c:pt>
                      <c:pt idx="753">
                        <c:v>39129</c:v>
                      </c:pt>
                      <c:pt idx="754">
                        <c:v>39132</c:v>
                      </c:pt>
                      <c:pt idx="755">
                        <c:v>39133</c:v>
                      </c:pt>
                      <c:pt idx="756">
                        <c:v>39134</c:v>
                      </c:pt>
                      <c:pt idx="757">
                        <c:v>39135</c:v>
                      </c:pt>
                      <c:pt idx="758">
                        <c:v>39136</c:v>
                      </c:pt>
                      <c:pt idx="759">
                        <c:v>39139</c:v>
                      </c:pt>
                      <c:pt idx="760">
                        <c:v>39140</c:v>
                      </c:pt>
                      <c:pt idx="761">
                        <c:v>39141</c:v>
                      </c:pt>
                      <c:pt idx="762">
                        <c:v>39142</c:v>
                      </c:pt>
                      <c:pt idx="763">
                        <c:v>39143</c:v>
                      </c:pt>
                      <c:pt idx="764">
                        <c:v>39146</c:v>
                      </c:pt>
                      <c:pt idx="765">
                        <c:v>39147</c:v>
                      </c:pt>
                      <c:pt idx="766">
                        <c:v>39148</c:v>
                      </c:pt>
                      <c:pt idx="767">
                        <c:v>39149</c:v>
                      </c:pt>
                      <c:pt idx="768">
                        <c:v>39150</c:v>
                      </c:pt>
                      <c:pt idx="769">
                        <c:v>39153</c:v>
                      </c:pt>
                      <c:pt idx="770">
                        <c:v>39154</c:v>
                      </c:pt>
                      <c:pt idx="771">
                        <c:v>39155</c:v>
                      </c:pt>
                      <c:pt idx="772">
                        <c:v>39156</c:v>
                      </c:pt>
                      <c:pt idx="773">
                        <c:v>39157</c:v>
                      </c:pt>
                      <c:pt idx="774">
                        <c:v>39160</c:v>
                      </c:pt>
                      <c:pt idx="775">
                        <c:v>39161</c:v>
                      </c:pt>
                      <c:pt idx="776">
                        <c:v>39162</c:v>
                      </c:pt>
                      <c:pt idx="777">
                        <c:v>39163</c:v>
                      </c:pt>
                      <c:pt idx="778">
                        <c:v>39164</c:v>
                      </c:pt>
                      <c:pt idx="779">
                        <c:v>39167</c:v>
                      </c:pt>
                      <c:pt idx="780">
                        <c:v>39168</c:v>
                      </c:pt>
                      <c:pt idx="781">
                        <c:v>39169</c:v>
                      </c:pt>
                      <c:pt idx="782">
                        <c:v>39170</c:v>
                      </c:pt>
                      <c:pt idx="783">
                        <c:v>39171</c:v>
                      </c:pt>
                      <c:pt idx="784">
                        <c:v>39174</c:v>
                      </c:pt>
                      <c:pt idx="785">
                        <c:v>39175</c:v>
                      </c:pt>
                      <c:pt idx="786">
                        <c:v>39176</c:v>
                      </c:pt>
                      <c:pt idx="787">
                        <c:v>39177</c:v>
                      </c:pt>
                      <c:pt idx="788">
                        <c:v>39178</c:v>
                      </c:pt>
                      <c:pt idx="789">
                        <c:v>39181</c:v>
                      </c:pt>
                      <c:pt idx="790">
                        <c:v>39182</c:v>
                      </c:pt>
                      <c:pt idx="791">
                        <c:v>39183</c:v>
                      </c:pt>
                      <c:pt idx="792">
                        <c:v>39184</c:v>
                      </c:pt>
                      <c:pt idx="793">
                        <c:v>39185</c:v>
                      </c:pt>
                      <c:pt idx="794">
                        <c:v>39188</c:v>
                      </c:pt>
                      <c:pt idx="795">
                        <c:v>39189</c:v>
                      </c:pt>
                      <c:pt idx="796">
                        <c:v>39190</c:v>
                      </c:pt>
                      <c:pt idx="797">
                        <c:v>39191</c:v>
                      </c:pt>
                      <c:pt idx="798">
                        <c:v>39192</c:v>
                      </c:pt>
                      <c:pt idx="799">
                        <c:v>39195</c:v>
                      </c:pt>
                      <c:pt idx="800">
                        <c:v>39196</c:v>
                      </c:pt>
                      <c:pt idx="801">
                        <c:v>39197</c:v>
                      </c:pt>
                      <c:pt idx="802">
                        <c:v>39198</c:v>
                      </c:pt>
                      <c:pt idx="803">
                        <c:v>39199</c:v>
                      </c:pt>
                      <c:pt idx="804">
                        <c:v>39202</c:v>
                      </c:pt>
                      <c:pt idx="805">
                        <c:v>39203</c:v>
                      </c:pt>
                      <c:pt idx="806">
                        <c:v>39204</c:v>
                      </c:pt>
                      <c:pt idx="807">
                        <c:v>39205</c:v>
                      </c:pt>
                      <c:pt idx="808">
                        <c:v>39206</c:v>
                      </c:pt>
                      <c:pt idx="809">
                        <c:v>39209</c:v>
                      </c:pt>
                      <c:pt idx="810">
                        <c:v>39210</c:v>
                      </c:pt>
                      <c:pt idx="811">
                        <c:v>39211</c:v>
                      </c:pt>
                      <c:pt idx="812">
                        <c:v>39212</c:v>
                      </c:pt>
                      <c:pt idx="813">
                        <c:v>39213</c:v>
                      </c:pt>
                      <c:pt idx="814">
                        <c:v>39216</c:v>
                      </c:pt>
                      <c:pt idx="815">
                        <c:v>39217</c:v>
                      </c:pt>
                      <c:pt idx="816">
                        <c:v>39218</c:v>
                      </c:pt>
                      <c:pt idx="817">
                        <c:v>39219</c:v>
                      </c:pt>
                      <c:pt idx="818">
                        <c:v>39220</c:v>
                      </c:pt>
                      <c:pt idx="819">
                        <c:v>39223</c:v>
                      </c:pt>
                      <c:pt idx="820">
                        <c:v>39224</c:v>
                      </c:pt>
                      <c:pt idx="821">
                        <c:v>39225</c:v>
                      </c:pt>
                      <c:pt idx="822">
                        <c:v>39226</c:v>
                      </c:pt>
                      <c:pt idx="823">
                        <c:v>39227</c:v>
                      </c:pt>
                      <c:pt idx="824">
                        <c:v>39230</c:v>
                      </c:pt>
                      <c:pt idx="825">
                        <c:v>39231</c:v>
                      </c:pt>
                      <c:pt idx="826">
                        <c:v>39232</c:v>
                      </c:pt>
                      <c:pt idx="827">
                        <c:v>39233</c:v>
                      </c:pt>
                      <c:pt idx="828">
                        <c:v>39234</c:v>
                      </c:pt>
                      <c:pt idx="829">
                        <c:v>39237</c:v>
                      </c:pt>
                      <c:pt idx="830">
                        <c:v>39238</c:v>
                      </c:pt>
                      <c:pt idx="831">
                        <c:v>39239</c:v>
                      </c:pt>
                      <c:pt idx="832">
                        <c:v>39240</c:v>
                      </c:pt>
                      <c:pt idx="833">
                        <c:v>39241</c:v>
                      </c:pt>
                      <c:pt idx="834">
                        <c:v>39244</c:v>
                      </c:pt>
                      <c:pt idx="835">
                        <c:v>39245</c:v>
                      </c:pt>
                      <c:pt idx="836">
                        <c:v>39246</c:v>
                      </c:pt>
                      <c:pt idx="837">
                        <c:v>39247</c:v>
                      </c:pt>
                      <c:pt idx="838">
                        <c:v>39248</c:v>
                      </c:pt>
                      <c:pt idx="839">
                        <c:v>39251</c:v>
                      </c:pt>
                      <c:pt idx="840">
                        <c:v>39252</c:v>
                      </c:pt>
                      <c:pt idx="841">
                        <c:v>39253</c:v>
                      </c:pt>
                      <c:pt idx="842">
                        <c:v>39254</c:v>
                      </c:pt>
                      <c:pt idx="843">
                        <c:v>39255</c:v>
                      </c:pt>
                      <c:pt idx="844">
                        <c:v>39258</c:v>
                      </c:pt>
                      <c:pt idx="845">
                        <c:v>39259</c:v>
                      </c:pt>
                      <c:pt idx="846">
                        <c:v>39260</c:v>
                      </c:pt>
                      <c:pt idx="847">
                        <c:v>39261</c:v>
                      </c:pt>
                      <c:pt idx="848">
                        <c:v>39262</c:v>
                      </c:pt>
                      <c:pt idx="849">
                        <c:v>39265</c:v>
                      </c:pt>
                      <c:pt idx="850">
                        <c:v>39266</c:v>
                      </c:pt>
                      <c:pt idx="851">
                        <c:v>39267</c:v>
                      </c:pt>
                      <c:pt idx="852">
                        <c:v>39268</c:v>
                      </c:pt>
                      <c:pt idx="853">
                        <c:v>39269</c:v>
                      </c:pt>
                      <c:pt idx="854">
                        <c:v>39272</c:v>
                      </c:pt>
                      <c:pt idx="855">
                        <c:v>39273</c:v>
                      </c:pt>
                      <c:pt idx="856">
                        <c:v>39274</c:v>
                      </c:pt>
                      <c:pt idx="857">
                        <c:v>39275</c:v>
                      </c:pt>
                      <c:pt idx="858">
                        <c:v>39276</c:v>
                      </c:pt>
                      <c:pt idx="859">
                        <c:v>39279</c:v>
                      </c:pt>
                      <c:pt idx="860">
                        <c:v>39280</c:v>
                      </c:pt>
                      <c:pt idx="861">
                        <c:v>39281</c:v>
                      </c:pt>
                      <c:pt idx="862">
                        <c:v>39282</c:v>
                      </c:pt>
                      <c:pt idx="863">
                        <c:v>39283</c:v>
                      </c:pt>
                      <c:pt idx="864">
                        <c:v>39286</c:v>
                      </c:pt>
                      <c:pt idx="865">
                        <c:v>39287</c:v>
                      </c:pt>
                      <c:pt idx="866">
                        <c:v>39288</c:v>
                      </c:pt>
                      <c:pt idx="867">
                        <c:v>39289</c:v>
                      </c:pt>
                      <c:pt idx="868">
                        <c:v>39290</c:v>
                      </c:pt>
                      <c:pt idx="869">
                        <c:v>39293</c:v>
                      </c:pt>
                      <c:pt idx="870">
                        <c:v>39294</c:v>
                      </c:pt>
                      <c:pt idx="871">
                        <c:v>39295</c:v>
                      </c:pt>
                      <c:pt idx="872">
                        <c:v>39296</c:v>
                      </c:pt>
                      <c:pt idx="873">
                        <c:v>39297</c:v>
                      </c:pt>
                      <c:pt idx="874">
                        <c:v>39300</c:v>
                      </c:pt>
                      <c:pt idx="875">
                        <c:v>39301</c:v>
                      </c:pt>
                      <c:pt idx="876">
                        <c:v>39302</c:v>
                      </c:pt>
                      <c:pt idx="877">
                        <c:v>39303</c:v>
                      </c:pt>
                      <c:pt idx="878">
                        <c:v>39304</c:v>
                      </c:pt>
                      <c:pt idx="879">
                        <c:v>39307</c:v>
                      </c:pt>
                      <c:pt idx="880">
                        <c:v>39308</c:v>
                      </c:pt>
                      <c:pt idx="881">
                        <c:v>39309</c:v>
                      </c:pt>
                      <c:pt idx="882">
                        <c:v>39310</c:v>
                      </c:pt>
                      <c:pt idx="883">
                        <c:v>39311</c:v>
                      </c:pt>
                      <c:pt idx="884">
                        <c:v>39314</c:v>
                      </c:pt>
                      <c:pt idx="885">
                        <c:v>39315</c:v>
                      </c:pt>
                      <c:pt idx="886">
                        <c:v>39316</c:v>
                      </c:pt>
                      <c:pt idx="887">
                        <c:v>39317</c:v>
                      </c:pt>
                      <c:pt idx="888">
                        <c:v>39318</c:v>
                      </c:pt>
                      <c:pt idx="889">
                        <c:v>39321</c:v>
                      </c:pt>
                      <c:pt idx="890">
                        <c:v>39322</c:v>
                      </c:pt>
                      <c:pt idx="891">
                        <c:v>39323</c:v>
                      </c:pt>
                      <c:pt idx="892">
                        <c:v>39324</c:v>
                      </c:pt>
                      <c:pt idx="893">
                        <c:v>39325</c:v>
                      </c:pt>
                      <c:pt idx="894">
                        <c:v>39328</c:v>
                      </c:pt>
                      <c:pt idx="895">
                        <c:v>39329</c:v>
                      </c:pt>
                      <c:pt idx="896">
                        <c:v>39330</c:v>
                      </c:pt>
                      <c:pt idx="897">
                        <c:v>39331</c:v>
                      </c:pt>
                      <c:pt idx="898">
                        <c:v>39332</c:v>
                      </c:pt>
                      <c:pt idx="899">
                        <c:v>39335</c:v>
                      </c:pt>
                      <c:pt idx="900">
                        <c:v>39336</c:v>
                      </c:pt>
                      <c:pt idx="901">
                        <c:v>39337</c:v>
                      </c:pt>
                      <c:pt idx="902">
                        <c:v>39338</c:v>
                      </c:pt>
                      <c:pt idx="903">
                        <c:v>39339</c:v>
                      </c:pt>
                      <c:pt idx="904">
                        <c:v>39342</c:v>
                      </c:pt>
                      <c:pt idx="905">
                        <c:v>39343</c:v>
                      </c:pt>
                      <c:pt idx="906">
                        <c:v>39344</c:v>
                      </c:pt>
                      <c:pt idx="907">
                        <c:v>39345</c:v>
                      </c:pt>
                      <c:pt idx="908">
                        <c:v>39346</c:v>
                      </c:pt>
                      <c:pt idx="909">
                        <c:v>39349</c:v>
                      </c:pt>
                      <c:pt idx="910">
                        <c:v>39350</c:v>
                      </c:pt>
                      <c:pt idx="911">
                        <c:v>39351</c:v>
                      </c:pt>
                      <c:pt idx="912">
                        <c:v>39352</c:v>
                      </c:pt>
                      <c:pt idx="913">
                        <c:v>39353</c:v>
                      </c:pt>
                      <c:pt idx="914">
                        <c:v>39356</c:v>
                      </c:pt>
                      <c:pt idx="915">
                        <c:v>39357</c:v>
                      </c:pt>
                      <c:pt idx="916">
                        <c:v>39358</c:v>
                      </c:pt>
                      <c:pt idx="917">
                        <c:v>39359</c:v>
                      </c:pt>
                      <c:pt idx="918">
                        <c:v>39360</c:v>
                      </c:pt>
                      <c:pt idx="919">
                        <c:v>39363</c:v>
                      </c:pt>
                      <c:pt idx="920">
                        <c:v>39364</c:v>
                      </c:pt>
                      <c:pt idx="921">
                        <c:v>39365</c:v>
                      </c:pt>
                      <c:pt idx="922">
                        <c:v>39366</c:v>
                      </c:pt>
                      <c:pt idx="923">
                        <c:v>39367</c:v>
                      </c:pt>
                      <c:pt idx="924">
                        <c:v>39370</c:v>
                      </c:pt>
                      <c:pt idx="925">
                        <c:v>39371</c:v>
                      </c:pt>
                      <c:pt idx="926">
                        <c:v>39372</c:v>
                      </c:pt>
                      <c:pt idx="927">
                        <c:v>39373</c:v>
                      </c:pt>
                      <c:pt idx="928">
                        <c:v>39374</c:v>
                      </c:pt>
                      <c:pt idx="929">
                        <c:v>39377</c:v>
                      </c:pt>
                      <c:pt idx="930">
                        <c:v>39378</c:v>
                      </c:pt>
                      <c:pt idx="931">
                        <c:v>39379</c:v>
                      </c:pt>
                      <c:pt idx="932">
                        <c:v>39380</c:v>
                      </c:pt>
                      <c:pt idx="933">
                        <c:v>39381</c:v>
                      </c:pt>
                      <c:pt idx="934">
                        <c:v>39384</c:v>
                      </c:pt>
                      <c:pt idx="935">
                        <c:v>39385</c:v>
                      </c:pt>
                      <c:pt idx="936">
                        <c:v>39386</c:v>
                      </c:pt>
                      <c:pt idx="937">
                        <c:v>39387</c:v>
                      </c:pt>
                      <c:pt idx="938">
                        <c:v>39388</c:v>
                      </c:pt>
                      <c:pt idx="939">
                        <c:v>39391</c:v>
                      </c:pt>
                      <c:pt idx="940">
                        <c:v>39392</c:v>
                      </c:pt>
                      <c:pt idx="941">
                        <c:v>39393</c:v>
                      </c:pt>
                      <c:pt idx="942">
                        <c:v>39394</c:v>
                      </c:pt>
                      <c:pt idx="943">
                        <c:v>39395</c:v>
                      </c:pt>
                      <c:pt idx="944">
                        <c:v>39398</c:v>
                      </c:pt>
                      <c:pt idx="945">
                        <c:v>39399</c:v>
                      </c:pt>
                      <c:pt idx="946">
                        <c:v>39400</c:v>
                      </c:pt>
                      <c:pt idx="947">
                        <c:v>39401</c:v>
                      </c:pt>
                      <c:pt idx="948">
                        <c:v>39402</c:v>
                      </c:pt>
                      <c:pt idx="949">
                        <c:v>39405</c:v>
                      </c:pt>
                      <c:pt idx="950">
                        <c:v>39406</c:v>
                      </c:pt>
                      <c:pt idx="951">
                        <c:v>39407</c:v>
                      </c:pt>
                      <c:pt idx="952">
                        <c:v>39408</c:v>
                      </c:pt>
                      <c:pt idx="953">
                        <c:v>39409</c:v>
                      </c:pt>
                      <c:pt idx="954">
                        <c:v>39412</c:v>
                      </c:pt>
                      <c:pt idx="955">
                        <c:v>39413</c:v>
                      </c:pt>
                      <c:pt idx="956">
                        <c:v>39414</c:v>
                      </c:pt>
                      <c:pt idx="957">
                        <c:v>39415</c:v>
                      </c:pt>
                      <c:pt idx="958">
                        <c:v>39416</c:v>
                      </c:pt>
                      <c:pt idx="959">
                        <c:v>39419</c:v>
                      </c:pt>
                      <c:pt idx="960">
                        <c:v>39420</c:v>
                      </c:pt>
                      <c:pt idx="961">
                        <c:v>39421</c:v>
                      </c:pt>
                      <c:pt idx="962">
                        <c:v>39422</c:v>
                      </c:pt>
                      <c:pt idx="963">
                        <c:v>39423</c:v>
                      </c:pt>
                      <c:pt idx="964">
                        <c:v>39426</c:v>
                      </c:pt>
                      <c:pt idx="965">
                        <c:v>39427</c:v>
                      </c:pt>
                      <c:pt idx="966">
                        <c:v>39428</c:v>
                      </c:pt>
                      <c:pt idx="967">
                        <c:v>39429</c:v>
                      </c:pt>
                      <c:pt idx="968">
                        <c:v>39430</c:v>
                      </c:pt>
                      <c:pt idx="969">
                        <c:v>39433</c:v>
                      </c:pt>
                      <c:pt idx="970">
                        <c:v>39434</c:v>
                      </c:pt>
                      <c:pt idx="971">
                        <c:v>39435</c:v>
                      </c:pt>
                      <c:pt idx="972">
                        <c:v>39436</c:v>
                      </c:pt>
                      <c:pt idx="973">
                        <c:v>39437</c:v>
                      </c:pt>
                      <c:pt idx="974">
                        <c:v>39440</c:v>
                      </c:pt>
                      <c:pt idx="975">
                        <c:v>39441</c:v>
                      </c:pt>
                      <c:pt idx="976">
                        <c:v>39442</c:v>
                      </c:pt>
                      <c:pt idx="977">
                        <c:v>39443</c:v>
                      </c:pt>
                      <c:pt idx="978">
                        <c:v>39444</c:v>
                      </c:pt>
                      <c:pt idx="979">
                        <c:v>39447</c:v>
                      </c:pt>
                      <c:pt idx="980">
                        <c:v>39448</c:v>
                      </c:pt>
                      <c:pt idx="981">
                        <c:v>39449</c:v>
                      </c:pt>
                      <c:pt idx="982">
                        <c:v>39450</c:v>
                      </c:pt>
                      <c:pt idx="983">
                        <c:v>39451</c:v>
                      </c:pt>
                      <c:pt idx="984">
                        <c:v>39454</c:v>
                      </c:pt>
                      <c:pt idx="985">
                        <c:v>39455</c:v>
                      </c:pt>
                      <c:pt idx="986">
                        <c:v>39456</c:v>
                      </c:pt>
                      <c:pt idx="987">
                        <c:v>39457</c:v>
                      </c:pt>
                      <c:pt idx="988">
                        <c:v>39458</c:v>
                      </c:pt>
                      <c:pt idx="989">
                        <c:v>39461</c:v>
                      </c:pt>
                      <c:pt idx="990">
                        <c:v>39462</c:v>
                      </c:pt>
                      <c:pt idx="991">
                        <c:v>39463</c:v>
                      </c:pt>
                      <c:pt idx="992">
                        <c:v>39464</c:v>
                      </c:pt>
                      <c:pt idx="993">
                        <c:v>39465</c:v>
                      </c:pt>
                      <c:pt idx="994">
                        <c:v>39468</c:v>
                      </c:pt>
                      <c:pt idx="995">
                        <c:v>39469</c:v>
                      </c:pt>
                      <c:pt idx="996">
                        <c:v>39470</c:v>
                      </c:pt>
                      <c:pt idx="997">
                        <c:v>39471</c:v>
                      </c:pt>
                      <c:pt idx="998">
                        <c:v>39472</c:v>
                      </c:pt>
                      <c:pt idx="999">
                        <c:v>39475</c:v>
                      </c:pt>
                      <c:pt idx="1000">
                        <c:v>39476</c:v>
                      </c:pt>
                      <c:pt idx="1001">
                        <c:v>39477</c:v>
                      </c:pt>
                      <c:pt idx="1002">
                        <c:v>39478</c:v>
                      </c:pt>
                      <c:pt idx="1003">
                        <c:v>39479</c:v>
                      </c:pt>
                      <c:pt idx="1004">
                        <c:v>39482</c:v>
                      </c:pt>
                      <c:pt idx="1005">
                        <c:v>39483</c:v>
                      </c:pt>
                      <c:pt idx="1006">
                        <c:v>39484</c:v>
                      </c:pt>
                      <c:pt idx="1007">
                        <c:v>39485</c:v>
                      </c:pt>
                      <c:pt idx="1008">
                        <c:v>39486</c:v>
                      </c:pt>
                      <c:pt idx="1009">
                        <c:v>39489</c:v>
                      </c:pt>
                      <c:pt idx="1010">
                        <c:v>39490</c:v>
                      </c:pt>
                      <c:pt idx="1011">
                        <c:v>39491</c:v>
                      </c:pt>
                      <c:pt idx="1012">
                        <c:v>39492</c:v>
                      </c:pt>
                      <c:pt idx="1013">
                        <c:v>39493</c:v>
                      </c:pt>
                      <c:pt idx="1014">
                        <c:v>39496</c:v>
                      </c:pt>
                      <c:pt idx="1015">
                        <c:v>39497</c:v>
                      </c:pt>
                      <c:pt idx="1016">
                        <c:v>39498</c:v>
                      </c:pt>
                      <c:pt idx="1017">
                        <c:v>39499</c:v>
                      </c:pt>
                      <c:pt idx="1018">
                        <c:v>39500</c:v>
                      </c:pt>
                      <c:pt idx="1019">
                        <c:v>39503</c:v>
                      </c:pt>
                      <c:pt idx="1020">
                        <c:v>39504</c:v>
                      </c:pt>
                      <c:pt idx="1021">
                        <c:v>39505</c:v>
                      </c:pt>
                      <c:pt idx="1022">
                        <c:v>39506</c:v>
                      </c:pt>
                      <c:pt idx="1023">
                        <c:v>39507</c:v>
                      </c:pt>
                      <c:pt idx="1024">
                        <c:v>39510</c:v>
                      </c:pt>
                      <c:pt idx="1025">
                        <c:v>39511</c:v>
                      </c:pt>
                      <c:pt idx="1026">
                        <c:v>39512</c:v>
                      </c:pt>
                      <c:pt idx="1027">
                        <c:v>39513</c:v>
                      </c:pt>
                      <c:pt idx="1028">
                        <c:v>39514</c:v>
                      </c:pt>
                      <c:pt idx="1029">
                        <c:v>39517</c:v>
                      </c:pt>
                      <c:pt idx="1030">
                        <c:v>39518</c:v>
                      </c:pt>
                      <c:pt idx="1031">
                        <c:v>39519</c:v>
                      </c:pt>
                      <c:pt idx="1032">
                        <c:v>39520</c:v>
                      </c:pt>
                      <c:pt idx="1033">
                        <c:v>39521</c:v>
                      </c:pt>
                      <c:pt idx="1034">
                        <c:v>39524</c:v>
                      </c:pt>
                      <c:pt idx="1035">
                        <c:v>39525</c:v>
                      </c:pt>
                      <c:pt idx="1036">
                        <c:v>39526</c:v>
                      </c:pt>
                      <c:pt idx="1037">
                        <c:v>39527</c:v>
                      </c:pt>
                      <c:pt idx="1038">
                        <c:v>39528</c:v>
                      </c:pt>
                      <c:pt idx="1039">
                        <c:v>39531</c:v>
                      </c:pt>
                      <c:pt idx="1040">
                        <c:v>39532</c:v>
                      </c:pt>
                      <c:pt idx="1041">
                        <c:v>39533</c:v>
                      </c:pt>
                      <c:pt idx="1042">
                        <c:v>39534</c:v>
                      </c:pt>
                      <c:pt idx="1043">
                        <c:v>39535</c:v>
                      </c:pt>
                      <c:pt idx="1044">
                        <c:v>39538</c:v>
                      </c:pt>
                      <c:pt idx="1045">
                        <c:v>39539</c:v>
                      </c:pt>
                      <c:pt idx="1046">
                        <c:v>39540</c:v>
                      </c:pt>
                      <c:pt idx="1047">
                        <c:v>39541</c:v>
                      </c:pt>
                      <c:pt idx="1048">
                        <c:v>39542</c:v>
                      </c:pt>
                      <c:pt idx="1049">
                        <c:v>39545</c:v>
                      </c:pt>
                      <c:pt idx="1050">
                        <c:v>39546</c:v>
                      </c:pt>
                      <c:pt idx="1051">
                        <c:v>39547</c:v>
                      </c:pt>
                      <c:pt idx="1052">
                        <c:v>39548</c:v>
                      </c:pt>
                      <c:pt idx="1053">
                        <c:v>39549</c:v>
                      </c:pt>
                      <c:pt idx="1054">
                        <c:v>39552</c:v>
                      </c:pt>
                      <c:pt idx="1055">
                        <c:v>39553</c:v>
                      </c:pt>
                      <c:pt idx="1056">
                        <c:v>39554</c:v>
                      </c:pt>
                      <c:pt idx="1057">
                        <c:v>39555</c:v>
                      </c:pt>
                      <c:pt idx="1058">
                        <c:v>39556</c:v>
                      </c:pt>
                      <c:pt idx="1059">
                        <c:v>39559</c:v>
                      </c:pt>
                      <c:pt idx="1060">
                        <c:v>39560</c:v>
                      </c:pt>
                      <c:pt idx="1061">
                        <c:v>39561</c:v>
                      </c:pt>
                      <c:pt idx="1062">
                        <c:v>39562</c:v>
                      </c:pt>
                      <c:pt idx="1063">
                        <c:v>39563</c:v>
                      </c:pt>
                      <c:pt idx="1064">
                        <c:v>39566</c:v>
                      </c:pt>
                      <c:pt idx="1065">
                        <c:v>39567</c:v>
                      </c:pt>
                      <c:pt idx="1066">
                        <c:v>39568</c:v>
                      </c:pt>
                      <c:pt idx="1067">
                        <c:v>39569</c:v>
                      </c:pt>
                      <c:pt idx="1068">
                        <c:v>39570</c:v>
                      </c:pt>
                      <c:pt idx="1069">
                        <c:v>39573</c:v>
                      </c:pt>
                      <c:pt idx="1070">
                        <c:v>39574</c:v>
                      </c:pt>
                      <c:pt idx="1071">
                        <c:v>39575</c:v>
                      </c:pt>
                      <c:pt idx="1072">
                        <c:v>39576</c:v>
                      </c:pt>
                      <c:pt idx="1073">
                        <c:v>39577</c:v>
                      </c:pt>
                      <c:pt idx="1074">
                        <c:v>39580</c:v>
                      </c:pt>
                      <c:pt idx="1075">
                        <c:v>39581</c:v>
                      </c:pt>
                      <c:pt idx="1076">
                        <c:v>39582</c:v>
                      </c:pt>
                      <c:pt idx="1077">
                        <c:v>39583</c:v>
                      </c:pt>
                      <c:pt idx="1078">
                        <c:v>39584</c:v>
                      </c:pt>
                      <c:pt idx="1079">
                        <c:v>39587</c:v>
                      </c:pt>
                      <c:pt idx="1080">
                        <c:v>39588</c:v>
                      </c:pt>
                      <c:pt idx="1081">
                        <c:v>39589</c:v>
                      </c:pt>
                      <c:pt idx="1082">
                        <c:v>39590</c:v>
                      </c:pt>
                      <c:pt idx="1083">
                        <c:v>39591</c:v>
                      </c:pt>
                      <c:pt idx="1084">
                        <c:v>39594</c:v>
                      </c:pt>
                      <c:pt idx="1085">
                        <c:v>39595</c:v>
                      </c:pt>
                      <c:pt idx="1086">
                        <c:v>39596</c:v>
                      </c:pt>
                      <c:pt idx="1087">
                        <c:v>39597</c:v>
                      </c:pt>
                      <c:pt idx="1088">
                        <c:v>39598</c:v>
                      </c:pt>
                      <c:pt idx="1089">
                        <c:v>39601</c:v>
                      </c:pt>
                      <c:pt idx="1090">
                        <c:v>39602</c:v>
                      </c:pt>
                      <c:pt idx="1091">
                        <c:v>39603</c:v>
                      </c:pt>
                      <c:pt idx="1092">
                        <c:v>39604</c:v>
                      </c:pt>
                      <c:pt idx="1093">
                        <c:v>39605</c:v>
                      </c:pt>
                      <c:pt idx="1094">
                        <c:v>39608</c:v>
                      </c:pt>
                      <c:pt idx="1095">
                        <c:v>39609</c:v>
                      </c:pt>
                      <c:pt idx="1096">
                        <c:v>39610</c:v>
                      </c:pt>
                      <c:pt idx="1097">
                        <c:v>39611</c:v>
                      </c:pt>
                      <c:pt idx="1098">
                        <c:v>39612</c:v>
                      </c:pt>
                      <c:pt idx="1099">
                        <c:v>39615</c:v>
                      </c:pt>
                      <c:pt idx="1100">
                        <c:v>39616</c:v>
                      </c:pt>
                      <c:pt idx="1101">
                        <c:v>39617</c:v>
                      </c:pt>
                      <c:pt idx="1102">
                        <c:v>39618</c:v>
                      </c:pt>
                      <c:pt idx="1103">
                        <c:v>39619</c:v>
                      </c:pt>
                      <c:pt idx="1104">
                        <c:v>39622</c:v>
                      </c:pt>
                      <c:pt idx="1105">
                        <c:v>39623</c:v>
                      </c:pt>
                      <c:pt idx="1106">
                        <c:v>39624</c:v>
                      </c:pt>
                      <c:pt idx="1107">
                        <c:v>39625</c:v>
                      </c:pt>
                      <c:pt idx="1108">
                        <c:v>39626</c:v>
                      </c:pt>
                      <c:pt idx="1109">
                        <c:v>39629</c:v>
                      </c:pt>
                      <c:pt idx="1110">
                        <c:v>39630</c:v>
                      </c:pt>
                      <c:pt idx="1111">
                        <c:v>39631</c:v>
                      </c:pt>
                      <c:pt idx="1112">
                        <c:v>39632</c:v>
                      </c:pt>
                      <c:pt idx="1113">
                        <c:v>39633</c:v>
                      </c:pt>
                      <c:pt idx="1114">
                        <c:v>39636</c:v>
                      </c:pt>
                      <c:pt idx="1115">
                        <c:v>39637</c:v>
                      </c:pt>
                      <c:pt idx="1116">
                        <c:v>39638</c:v>
                      </c:pt>
                      <c:pt idx="1117">
                        <c:v>39639</c:v>
                      </c:pt>
                      <c:pt idx="1118">
                        <c:v>39640</c:v>
                      </c:pt>
                      <c:pt idx="1119">
                        <c:v>39643</c:v>
                      </c:pt>
                      <c:pt idx="1120">
                        <c:v>39644</c:v>
                      </c:pt>
                      <c:pt idx="1121">
                        <c:v>39645</c:v>
                      </c:pt>
                      <c:pt idx="1122">
                        <c:v>39646</c:v>
                      </c:pt>
                      <c:pt idx="1123">
                        <c:v>39647</c:v>
                      </c:pt>
                      <c:pt idx="1124">
                        <c:v>39650</c:v>
                      </c:pt>
                      <c:pt idx="1125">
                        <c:v>39651</c:v>
                      </c:pt>
                      <c:pt idx="1126">
                        <c:v>39652</c:v>
                      </c:pt>
                      <c:pt idx="1127">
                        <c:v>39653</c:v>
                      </c:pt>
                      <c:pt idx="1128">
                        <c:v>39654</c:v>
                      </c:pt>
                      <c:pt idx="1129">
                        <c:v>39657</c:v>
                      </c:pt>
                      <c:pt idx="1130">
                        <c:v>39658</c:v>
                      </c:pt>
                      <c:pt idx="1131">
                        <c:v>39659</c:v>
                      </c:pt>
                      <c:pt idx="1132">
                        <c:v>39660</c:v>
                      </c:pt>
                      <c:pt idx="1133">
                        <c:v>39661</c:v>
                      </c:pt>
                      <c:pt idx="1134">
                        <c:v>39664</c:v>
                      </c:pt>
                      <c:pt idx="1135">
                        <c:v>39665</c:v>
                      </c:pt>
                      <c:pt idx="1136">
                        <c:v>39666</c:v>
                      </c:pt>
                      <c:pt idx="1137">
                        <c:v>39667</c:v>
                      </c:pt>
                      <c:pt idx="1138">
                        <c:v>39668</c:v>
                      </c:pt>
                      <c:pt idx="1139">
                        <c:v>39671</c:v>
                      </c:pt>
                      <c:pt idx="1140">
                        <c:v>39672</c:v>
                      </c:pt>
                      <c:pt idx="1141">
                        <c:v>39673</c:v>
                      </c:pt>
                      <c:pt idx="1142">
                        <c:v>39674</c:v>
                      </c:pt>
                      <c:pt idx="1143">
                        <c:v>39675</c:v>
                      </c:pt>
                      <c:pt idx="1144">
                        <c:v>39678</c:v>
                      </c:pt>
                      <c:pt idx="1145">
                        <c:v>39679</c:v>
                      </c:pt>
                      <c:pt idx="1146">
                        <c:v>39680</c:v>
                      </c:pt>
                      <c:pt idx="1147">
                        <c:v>39681</c:v>
                      </c:pt>
                      <c:pt idx="1148">
                        <c:v>39682</c:v>
                      </c:pt>
                      <c:pt idx="1149">
                        <c:v>39685</c:v>
                      </c:pt>
                      <c:pt idx="1150">
                        <c:v>39686</c:v>
                      </c:pt>
                      <c:pt idx="1151">
                        <c:v>39687</c:v>
                      </c:pt>
                      <c:pt idx="1152">
                        <c:v>39688</c:v>
                      </c:pt>
                      <c:pt idx="1153">
                        <c:v>39689</c:v>
                      </c:pt>
                      <c:pt idx="1154">
                        <c:v>39692</c:v>
                      </c:pt>
                      <c:pt idx="1155">
                        <c:v>39693</c:v>
                      </c:pt>
                      <c:pt idx="1156">
                        <c:v>39694</c:v>
                      </c:pt>
                      <c:pt idx="1157">
                        <c:v>39695</c:v>
                      </c:pt>
                      <c:pt idx="1158">
                        <c:v>39696</c:v>
                      </c:pt>
                      <c:pt idx="1159">
                        <c:v>39699</c:v>
                      </c:pt>
                      <c:pt idx="1160">
                        <c:v>39700</c:v>
                      </c:pt>
                      <c:pt idx="1161">
                        <c:v>39701</c:v>
                      </c:pt>
                      <c:pt idx="1162">
                        <c:v>39702</c:v>
                      </c:pt>
                      <c:pt idx="1163">
                        <c:v>39703</c:v>
                      </c:pt>
                      <c:pt idx="1164">
                        <c:v>39706</c:v>
                      </c:pt>
                      <c:pt idx="1165">
                        <c:v>39707</c:v>
                      </c:pt>
                      <c:pt idx="1166">
                        <c:v>39708</c:v>
                      </c:pt>
                      <c:pt idx="1167">
                        <c:v>39709</c:v>
                      </c:pt>
                      <c:pt idx="1168">
                        <c:v>39710</c:v>
                      </c:pt>
                      <c:pt idx="1169">
                        <c:v>39713</c:v>
                      </c:pt>
                      <c:pt idx="1170">
                        <c:v>39714</c:v>
                      </c:pt>
                      <c:pt idx="1171">
                        <c:v>39715</c:v>
                      </c:pt>
                      <c:pt idx="1172">
                        <c:v>39716</c:v>
                      </c:pt>
                      <c:pt idx="1173">
                        <c:v>39717</c:v>
                      </c:pt>
                      <c:pt idx="1174">
                        <c:v>39720</c:v>
                      </c:pt>
                      <c:pt idx="1175">
                        <c:v>39721</c:v>
                      </c:pt>
                      <c:pt idx="1176">
                        <c:v>39722</c:v>
                      </c:pt>
                      <c:pt idx="1177">
                        <c:v>39723</c:v>
                      </c:pt>
                      <c:pt idx="1178">
                        <c:v>39724</c:v>
                      </c:pt>
                      <c:pt idx="1179">
                        <c:v>39727</c:v>
                      </c:pt>
                      <c:pt idx="1180">
                        <c:v>39728</c:v>
                      </c:pt>
                      <c:pt idx="1181">
                        <c:v>39729</c:v>
                      </c:pt>
                      <c:pt idx="1182">
                        <c:v>39730</c:v>
                      </c:pt>
                      <c:pt idx="1183">
                        <c:v>39731</c:v>
                      </c:pt>
                      <c:pt idx="1184">
                        <c:v>39734</c:v>
                      </c:pt>
                      <c:pt idx="1185">
                        <c:v>39735</c:v>
                      </c:pt>
                      <c:pt idx="1186">
                        <c:v>39736</c:v>
                      </c:pt>
                      <c:pt idx="1187">
                        <c:v>39737</c:v>
                      </c:pt>
                      <c:pt idx="1188">
                        <c:v>39738</c:v>
                      </c:pt>
                      <c:pt idx="1189">
                        <c:v>39741</c:v>
                      </c:pt>
                      <c:pt idx="1190">
                        <c:v>39742</c:v>
                      </c:pt>
                      <c:pt idx="1191">
                        <c:v>39743</c:v>
                      </c:pt>
                      <c:pt idx="1192">
                        <c:v>39744</c:v>
                      </c:pt>
                      <c:pt idx="1193">
                        <c:v>39745</c:v>
                      </c:pt>
                      <c:pt idx="1194">
                        <c:v>39748</c:v>
                      </c:pt>
                      <c:pt idx="1195">
                        <c:v>39749</c:v>
                      </c:pt>
                      <c:pt idx="1196">
                        <c:v>39750</c:v>
                      </c:pt>
                      <c:pt idx="1197">
                        <c:v>39751</c:v>
                      </c:pt>
                      <c:pt idx="1198">
                        <c:v>39752</c:v>
                      </c:pt>
                      <c:pt idx="1199">
                        <c:v>39755</c:v>
                      </c:pt>
                      <c:pt idx="1200">
                        <c:v>39756</c:v>
                      </c:pt>
                      <c:pt idx="1201">
                        <c:v>39757</c:v>
                      </c:pt>
                      <c:pt idx="1202">
                        <c:v>39758</c:v>
                      </c:pt>
                      <c:pt idx="1203">
                        <c:v>39759</c:v>
                      </c:pt>
                      <c:pt idx="1204">
                        <c:v>39762</c:v>
                      </c:pt>
                      <c:pt idx="1205">
                        <c:v>39763</c:v>
                      </c:pt>
                      <c:pt idx="1206">
                        <c:v>39764</c:v>
                      </c:pt>
                      <c:pt idx="1207">
                        <c:v>39765</c:v>
                      </c:pt>
                      <c:pt idx="1208">
                        <c:v>39766</c:v>
                      </c:pt>
                      <c:pt idx="1209">
                        <c:v>39769</c:v>
                      </c:pt>
                      <c:pt idx="1210">
                        <c:v>39770</c:v>
                      </c:pt>
                      <c:pt idx="1211">
                        <c:v>39771</c:v>
                      </c:pt>
                      <c:pt idx="1212">
                        <c:v>39772</c:v>
                      </c:pt>
                      <c:pt idx="1213">
                        <c:v>39773</c:v>
                      </c:pt>
                      <c:pt idx="1214">
                        <c:v>39776</c:v>
                      </c:pt>
                      <c:pt idx="1215">
                        <c:v>39777</c:v>
                      </c:pt>
                      <c:pt idx="1216">
                        <c:v>39778</c:v>
                      </c:pt>
                      <c:pt idx="1217">
                        <c:v>39779</c:v>
                      </c:pt>
                      <c:pt idx="1218">
                        <c:v>39780</c:v>
                      </c:pt>
                      <c:pt idx="1219">
                        <c:v>39783</c:v>
                      </c:pt>
                      <c:pt idx="1220">
                        <c:v>39784</c:v>
                      </c:pt>
                      <c:pt idx="1221">
                        <c:v>39785</c:v>
                      </c:pt>
                      <c:pt idx="1222">
                        <c:v>39786</c:v>
                      </c:pt>
                      <c:pt idx="1223">
                        <c:v>39787</c:v>
                      </c:pt>
                      <c:pt idx="1224">
                        <c:v>39790</c:v>
                      </c:pt>
                      <c:pt idx="1225">
                        <c:v>39791</c:v>
                      </c:pt>
                      <c:pt idx="1226">
                        <c:v>39792</c:v>
                      </c:pt>
                      <c:pt idx="1227">
                        <c:v>39793</c:v>
                      </c:pt>
                      <c:pt idx="1228">
                        <c:v>39794</c:v>
                      </c:pt>
                      <c:pt idx="1229">
                        <c:v>39797</c:v>
                      </c:pt>
                      <c:pt idx="1230">
                        <c:v>39798</c:v>
                      </c:pt>
                      <c:pt idx="1231">
                        <c:v>39799</c:v>
                      </c:pt>
                      <c:pt idx="1232">
                        <c:v>39800</c:v>
                      </c:pt>
                      <c:pt idx="1233">
                        <c:v>39801</c:v>
                      </c:pt>
                      <c:pt idx="1234">
                        <c:v>39804</c:v>
                      </c:pt>
                      <c:pt idx="1235">
                        <c:v>39805</c:v>
                      </c:pt>
                      <c:pt idx="1236">
                        <c:v>39806</c:v>
                      </c:pt>
                      <c:pt idx="1237">
                        <c:v>39808</c:v>
                      </c:pt>
                      <c:pt idx="1238">
                        <c:v>39811</c:v>
                      </c:pt>
                      <c:pt idx="1239">
                        <c:v>39812</c:v>
                      </c:pt>
                      <c:pt idx="1240">
                        <c:v>39813</c:v>
                      </c:pt>
                      <c:pt idx="1241">
                        <c:v>39814</c:v>
                      </c:pt>
                      <c:pt idx="1242">
                        <c:v>39815</c:v>
                      </c:pt>
                      <c:pt idx="1243">
                        <c:v>39818</c:v>
                      </c:pt>
                      <c:pt idx="1244">
                        <c:v>39819</c:v>
                      </c:pt>
                      <c:pt idx="1245">
                        <c:v>39820</c:v>
                      </c:pt>
                      <c:pt idx="1246">
                        <c:v>39821</c:v>
                      </c:pt>
                      <c:pt idx="1247">
                        <c:v>39822</c:v>
                      </c:pt>
                      <c:pt idx="1248">
                        <c:v>39825</c:v>
                      </c:pt>
                      <c:pt idx="1249">
                        <c:v>39826</c:v>
                      </c:pt>
                      <c:pt idx="1250">
                        <c:v>39827</c:v>
                      </c:pt>
                      <c:pt idx="1251">
                        <c:v>39828</c:v>
                      </c:pt>
                      <c:pt idx="1252">
                        <c:v>39829</c:v>
                      </c:pt>
                      <c:pt idx="1253">
                        <c:v>39832</c:v>
                      </c:pt>
                      <c:pt idx="1254">
                        <c:v>39833</c:v>
                      </c:pt>
                      <c:pt idx="1255">
                        <c:v>39834</c:v>
                      </c:pt>
                      <c:pt idx="1256">
                        <c:v>39835</c:v>
                      </c:pt>
                      <c:pt idx="1257">
                        <c:v>39836</c:v>
                      </c:pt>
                      <c:pt idx="1258">
                        <c:v>39839</c:v>
                      </c:pt>
                      <c:pt idx="1259">
                        <c:v>39840</c:v>
                      </c:pt>
                      <c:pt idx="1260">
                        <c:v>39841</c:v>
                      </c:pt>
                      <c:pt idx="1261">
                        <c:v>39842</c:v>
                      </c:pt>
                      <c:pt idx="1262">
                        <c:v>39843</c:v>
                      </c:pt>
                      <c:pt idx="1263">
                        <c:v>39846</c:v>
                      </c:pt>
                      <c:pt idx="1264">
                        <c:v>39847</c:v>
                      </c:pt>
                      <c:pt idx="1265">
                        <c:v>39848</c:v>
                      </c:pt>
                      <c:pt idx="1266">
                        <c:v>39849</c:v>
                      </c:pt>
                      <c:pt idx="1267">
                        <c:v>39850</c:v>
                      </c:pt>
                      <c:pt idx="1268">
                        <c:v>39853</c:v>
                      </c:pt>
                      <c:pt idx="1269">
                        <c:v>39854</c:v>
                      </c:pt>
                      <c:pt idx="1270">
                        <c:v>39855</c:v>
                      </c:pt>
                      <c:pt idx="1271">
                        <c:v>39856</c:v>
                      </c:pt>
                      <c:pt idx="1272">
                        <c:v>39857</c:v>
                      </c:pt>
                      <c:pt idx="1273">
                        <c:v>39860</c:v>
                      </c:pt>
                      <c:pt idx="1274">
                        <c:v>39861</c:v>
                      </c:pt>
                      <c:pt idx="1275">
                        <c:v>39862</c:v>
                      </c:pt>
                      <c:pt idx="1276">
                        <c:v>39863</c:v>
                      </c:pt>
                      <c:pt idx="1277">
                        <c:v>39864</c:v>
                      </c:pt>
                      <c:pt idx="1278">
                        <c:v>39867</c:v>
                      </c:pt>
                      <c:pt idx="1279">
                        <c:v>39868</c:v>
                      </c:pt>
                      <c:pt idx="1280">
                        <c:v>39869</c:v>
                      </c:pt>
                      <c:pt idx="1281">
                        <c:v>39870</c:v>
                      </c:pt>
                      <c:pt idx="1282">
                        <c:v>39871</c:v>
                      </c:pt>
                      <c:pt idx="1283">
                        <c:v>39874</c:v>
                      </c:pt>
                      <c:pt idx="1284">
                        <c:v>39875</c:v>
                      </c:pt>
                      <c:pt idx="1285">
                        <c:v>39876</c:v>
                      </c:pt>
                      <c:pt idx="1286">
                        <c:v>39877</c:v>
                      </c:pt>
                      <c:pt idx="1287">
                        <c:v>39878</c:v>
                      </c:pt>
                      <c:pt idx="1288">
                        <c:v>39881</c:v>
                      </c:pt>
                      <c:pt idx="1289">
                        <c:v>39882</c:v>
                      </c:pt>
                      <c:pt idx="1290">
                        <c:v>39883</c:v>
                      </c:pt>
                      <c:pt idx="1291">
                        <c:v>39884</c:v>
                      </c:pt>
                      <c:pt idx="1292">
                        <c:v>39885</c:v>
                      </c:pt>
                      <c:pt idx="1293">
                        <c:v>39888</c:v>
                      </c:pt>
                      <c:pt idx="1294">
                        <c:v>39889</c:v>
                      </c:pt>
                      <c:pt idx="1295">
                        <c:v>39890</c:v>
                      </c:pt>
                      <c:pt idx="1296">
                        <c:v>39891</c:v>
                      </c:pt>
                      <c:pt idx="1297">
                        <c:v>39892</c:v>
                      </c:pt>
                      <c:pt idx="1298">
                        <c:v>39895</c:v>
                      </c:pt>
                      <c:pt idx="1299">
                        <c:v>39896</c:v>
                      </c:pt>
                      <c:pt idx="1300">
                        <c:v>39897</c:v>
                      </c:pt>
                      <c:pt idx="1301">
                        <c:v>39898</c:v>
                      </c:pt>
                      <c:pt idx="1302">
                        <c:v>39899</c:v>
                      </c:pt>
                      <c:pt idx="1303">
                        <c:v>39902</c:v>
                      </c:pt>
                      <c:pt idx="1304">
                        <c:v>39903</c:v>
                      </c:pt>
                      <c:pt idx="1305">
                        <c:v>39904</c:v>
                      </c:pt>
                      <c:pt idx="1306">
                        <c:v>39905</c:v>
                      </c:pt>
                      <c:pt idx="1307">
                        <c:v>39906</c:v>
                      </c:pt>
                      <c:pt idx="1308">
                        <c:v>39909</c:v>
                      </c:pt>
                      <c:pt idx="1309">
                        <c:v>39910</c:v>
                      </c:pt>
                      <c:pt idx="1310">
                        <c:v>39911</c:v>
                      </c:pt>
                      <c:pt idx="1311">
                        <c:v>39912</c:v>
                      </c:pt>
                      <c:pt idx="1312">
                        <c:v>39913</c:v>
                      </c:pt>
                      <c:pt idx="1313">
                        <c:v>39916</c:v>
                      </c:pt>
                      <c:pt idx="1314">
                        <c:v>39917</c:v>
                      </c:pt>
                      <c:pt idx="1315">
                        <c:v>39918</c:v>
                      </c:pt>
                      <c:pt idx="1316">
                        <c:v>39919</c:v>
                      </c:pt>
                      <c:pt idx="1317">
                        <c:v>39920</c:v>
                      </c:pt>
                      <c:pt idx="1318">
                        <c:v>39923</c:v>
                      </c:pt>
                      <c:pt idx="1319">
                        <c:v>39924</c:v>
                      </c:pt>
                      <c:pt idx="1320">
                        <c:v>39925</c:v>
                      </c:pt>
                      <c:pt idx="1321">
                        <c:v>39926</c:v>
                      </c:pt>
                      <c:pt idx="1322">
                        <c:v>39927</c:v>
                      </c:pt>
                      <c:pt idx="1323">
                        <c:v>39930</c:v>
                      </c:pt>
                      <c:pt idx="1324">
                        <c:v>39931</c:v>
                      </c:pt>
                      <c:pt idx="1325">
                        <c:v>39932</c:v>
                      </c:pt>
                      <c:pt idx="1326">
                        <c:v>39933</c:v>
                      </c:pt>
                      <c:pt idx="1327">
                        <c:v>39934</c:v>
                      </c:pt>
                      <c:pt idx="1328">
                        <c:v>39937</c:v>
                      </c:pt>
                      <c:pt idx="1329">
                        <c:v>39938</c:v>
                      </c:pt>
                      <c:pt idx="1330">
                        <c:v>39939</c:v>
                      </c:pt>
                      <c:pt idx="1331">
                        <c:v>39940</c:v>
                      </c:pt>
                      <c:pt idx="1332">
                        <c:v>39941</c:v>
                      </c:pt>
                      <c:pt idx="1333">
                        <c:v>39944</c:v>
                      </c:pt>
                      <c:pt idx="1334">
                        <c:v>39945</c:v>
                      </c:pt>
                      <c:pt idx="1335">
                        <c:v>39946</c:v>
                      </c:pt>
                      <c:pt idx="1336">
                        <c:v>39947</c:v>
                      </c:pt>
                      <c:pt idx="1337">
                        <c:v>39948</c:v>
                      </c:pt>
                      <c:pt idx="1338">
                        <c:v>39951</c:v>
                      </c:pt>
                      <c:pt idx="1339">
                        <c:v>39952</c:v>
                      </c:pt>
                      <c:pt idx="1340">
                        <c:v>39953</c:v>
                      </c:pt>
                      <c:pt idx="1341">
                        <c:v>39954</c:v>
                      </c:pt>
                      <c:pt idx="1342">
                        <c:v>39955</c:v>
                      </c:pt>
                      <c:pt idx="1343">
                        <c:v>39958</c:v>
                      </c:pt>
                      <c:pt idx="1344">
                        <c:v>39959</c:v>
                      </c:pt>
                      <c:pt idx="1345">
                        <c:v>39960</c:v>
                      </c:pt>
                      <c:pt idx="1346">
                        <c:v>39961</c:v>
                      </c:pt>
                      <c:pt idx="1347">
                        <c:v>39962</c:v>
                      </c:pt>
                      <c:pt idx="1348">
                        <c:v>39965</c:v>
                      </c:pt>
                      <c:pt idx="1349">
                        <c:v>39966</c:v>
                      </c:pt>
                      <c:pt idx="1350">
                        <c:v>39967</c:v>
                      </c:pt>
                      <c:pt idx="1351">
                        <c:v>39968</c:v>
                      </c:pt>
                      <c:pt idx="1352">
                        <c:v>39969</c:v>
                      </c:pt>
                      <c:pt idx="1353">
                        <c:v>39972</c:v>
                      </c:pt>
                      <c:pt idx="1354">
                        <c:v>39973</c:v>
                      </c:pt>
                      <c:pt idx="1355">
                        <c:v>39974</c:v>
                      </c:pt>
                      <c:pt idx="1356">
                        <c:v>39975</c:v>
                      </c:pt>
                      <c:pt idx="1357">
                        <c:v>39976</c:v>
                      </c:pt>
                      <c:pt idx="1358">
                        <c:v>39979</c:v>
                      </c:pt>
                      <c:pt idx="1359">
                        <c:v>39980</c:v>
                      </c:pt>
                      <c:pt idx="1360">
                        <c:v>39981</c:v>
                      </c:pt>
                      <c:pt idx="1361">
                        <c:v>39982</c:v>
                      </c:pt>
                      <c:pt idx="1362">
                        <c:v>39983</c:v>
                      </c:pt>
                      <c:pt idx="1363">
                        <c:v>39986</c:v>
                      </c:pt>
                      <c:pt idx="1364">
                        <c:v>39987</c:v>
                      </c:pt>
                      <c:pt idx="1365">
                        <c:v>39988</c:v>
                      </c:pt>
                      <c:pt idx="1366">
                        <c:v>39989</c:v>
                      </c:pt>
                      <c:pt idx="1367">
                        <c:v>39990</c:v>
                      </c:pt>
                      <c:pt idx="1368">
                        <c:v>39993</c:v>
                      </c:pt>
                      <c:pt idx="1369">
                        <c:v>39994</c:v>
                      </c:pt>
                      <c:pt idx="1370">
                        <c:v>39995</c:v>
                      </c:pt>
                      <c:pt idx="1371">
                        <c:v>39996</c:v>
                      </c:pt>
                      <c:pt idx="1372">
                        <c:v>39997</c:v>
                      </c:pt>
                      <c:pt idx="1373">
                        <c:v>40000</c:v>
                      </c:pt>
                      <c:pt idx="1374">
                        <c:v>40001</c:v>
                      </c:pt>
                      <c:pt idx="1375">
                        <c:v>40002</c:v>
                      </c:pt>
                      <c:pt idx="1376">
                        <c:v>40003</c:v>
                      </c:pt>
                      <c:pt idx="1377">
                        <c:v>40004</c:v>
                      </c:pt>
                      <c:pt idx="1378">
                        <c:v>40007</c:v>
                      </c:pt>
                      <c:pt idx="1379">
                        <c:v>40008</c:v>
                      </c:pt>
                      <c:pt idx="1380">
                        <c:v>40009</c:v>
                      </c:pt>
                      <c:pt idx="1381">
                        <c:v>40010</c:v>
                      </c:pt>
                      <c:pt idx="1382">
                        <c:v>40011</c:v>
                      </c:pt>
                      <c:pt idx="1383">
                        <c:v>40014</c:v>
                      </c:pt>
                      <c:pt idx="1384">
                        <c:v>40015</c:v>
                      </c:pt>
                      <c:pt idx="1385">
                        <c:v>40016</c:v>
                      </c:pt>
                      <c:pt idx="1386">
                        <c:v>40017</c:v>
                      </c:pt>
                      <c:pt idx="1387">
                        <c:v>40018</c:v>
                      </c:pt>
                      <c:pt idx="1388">
                        <c:v>40021</c:v>
                      </c:pt>
                      <c:pt idx="1389">
                        <c:v>40022</c:v>
                      </c:pt>
                      <c:pt idx="1390">
                        <c:v>40023</c:v>
                      </c:pt>
                      <c:pt idx="1391">
                        <c:v>40024</c:v>
                      </c:pt>
                      <c:pt idx="1392">
                        <c:v>40025</c:v>
                      </c:pt>
                      <c:pt idx="1393">
                        <c:v>40028</c:v>
                      </c:pt>
                      <c:pt idx="1394">
                        <c:v>40029</c:v>
                      </c:pt>
                      <c:pt idx="1395">
                        <c:v>40030</c:v>
                      </c:pt>
                      <c:pt idx="1396">
                        <c:v>40031</c:v>
                      </c:pt>
                      <c:pt idx="1397">
                        <c:v>40032</c:v>
                      </c:pt>
                      <c:pt idx="1398">
                        <c:v>40035</c:v>
                      </c:pt>
                      <c:pt idx="1399">
                        <c:v>40036</c:v>
                      </c:pt>
                      <c:pt idx="1400">
                        <c:v>40037</c:v>
                      </c:pt>
                      <c:pt idx="1401">
                        <c:v>40038</c:v>
                      </c:pt>
                      <c:pt idx="1402">
                        <c:v>40039</c:v>
                      </c:pt>
                      <c:pt idx="1403">
                        <c:v>40042</c:v>
                      </c:pt>
                      <c:pt idx="1404">
                        <c:v>40043</c:v>
                      </c:pt>
                      <c:pt idx="1405">
                        <c:v>40044</c:v>
                      </c:pt>
                      <c:pt idx="1406">
                        <c:v>40045</c:v>
                      </c:pt>
                      <c:pt idx="1407">
                        <c:v>40046</c:v>
                      </c:pt>
                      <c:pt idx="1408">
                        <c:v>40049</c:v>
                      </c:pt>
                      <c:pt idx="1409">
                        <c:v>40050</c:v>
                      </c:pt>
                      <c:pt idx="1410">
                        <c:v>40051</c:v>
                      </c:pt>
                      <c:pt idx="1411">
                        <c:v>40052</c:v>
                      </c:pt>
                      <c:pt idx="1412">
                        <c:v>40053</c:v>
                      </c:pt>
                      <c:pt idx="1413">
                        <c:v>40056</c:v>
                      </c:pt>
                      <c:pt idx="1414">
                        <c:v>40057</c:v>
                      </c:pt>
                      <c:pt idx="1415">
                        <c:v>40058</c:v>
                      </c:pt>
                      <c:pt idx="1416">
                        <c:v>40059</c:v>
                      </c:pt>
                      <c:pt idx="1417">
                        <c:v>40060</c:v>
                      </c:pt>
                      <c:pt idx="1418">
                        <c:v>40063</c:v>
                      </c:pt>
                      <c:pt idx="1419">
                        <c:v>40064</c:v>
                      </c:pt>
                      <c:pt idx="1420">
                        <c:v>40065</c:v>
                      </c:pt>
                      <c:pt idx="1421">
                        <c:v>40066</c:v>
                      </c:pt>
                      <c:pt idx="1422">
                        <c:v>40067</c:v>
                      </c:pt>
                      <c:pt idx="1423">
                        <c:v>40070</c:v>
                      </c:pt>
                      <c:pt idx="1424">
                        <c:v>40071</c:v>
                      </c:pt>
                      <c:pt idx="1425">
                        <c:v>40072</c:v>
                      </c:pt>
                      <c:pt idx="1426">
                        <c:v>40073</c:v>
                      </c:pt>
                      <c:pt idx="1427">
                        <c:v>40074</c:v>
                      </c:pt>
                      <c:pt idx="1428">
                        <c:v>40077</c:v>
                      </c:pt>
                      <c:pt idx="1429">
                        <c:v>40078</c:v>
                      </c:pt>
                      <c:pt idx="1430">
                        <c:v>40079</c:v>
                      </c:pt>
                      <c:pt idx="1431">
                        <c:v>40080</c:v>
                      </c:pt>
                      <c:pt idx="1432">
                        <c:v>40081</c:v>
                      </c:pt>
                      <c:pt idx="1433">
                        <c:v>40084</c:v>
                      </c:pt>
                      <c:pt idx="1434">
                        <c:v>40085</c:v>
                      </c:pt>
                      <c:pt idx="1435">
                        <c:v>40086</c:v>
                      </c:pt>
                      <c:pt idx="1436">
                        <c:v>40087</c:v>
                      </c:pt>
                      <c:pt idx="1437">
                        <c:v>40088</c:v>
                      </c:pt>
                      <c:pt idx="1438">
                        <c:v>40091</c:v>
                      </c:pt>
                      <c:pt idx="1439">
                        <c:v>40092</c:v>
                      </c:pt>
                      <c:pt idx="1440">
                        <c:v>40093</c:v>
                      </c:pt>
                      <c:pt idx="1441">
                        <c:v>40094</c:v>
                      </c:pt>
                      <c:pt idx="1442">
                        <c:v>40095</c:v>
                      </c:pt>
                      <c:pt idx="1443">
                        <c:v>40098</c:v>
                      </c:pt>
                      <c:pt idx="1444">
                        <c:v>40099</c:v>
                      </c:pt>
                      <c:pt idx="1445">
                        <c:v>40100</c:v>
                      </c:pt>
                      <c:pt idx="1446">
                        <c:v>40101</c:v>
                      </c:pt>
                      <c:pt idx="1447">
                        <c:v>40102</c:v>
                      </c:pt>
                      <c:pt idx="1448">
                        <c:v>40105</c:v>
                      </c:pt>
                      <c:pt idx="1449">
                        <c:v>40106</c:v>
                      </c:pt>
                      <c:pt idx="1450">
                        <c:v>40107</c:v>
                      </c:pt>
                      <c:pt idx="1451">
                        <c:v>40108</c:v>
                      </c:pt>
                      <c:pt idx="1452">
                        <c:v>40109</c:v>
                      </c:pt>
                      <c:pt idx="1453">
                        <c:v>40112</c:v>
                      </c:pt>
                      <c:pt idx="1454">
                        <c:v>40113</c:v>
                      </c:pt>
                      <c:pt idx="1455">
                        <c:v>40114</c:v>
                      </c:pt>
                      <c:pt idx="1456">
                        <c:v>40115</c:v>
                      </c:pt>
                      <c:pt idx="1457">
                        <c:v>40116</c:v>
                      </c:pt>
                      <c:pt idx="1458">
                        <c:v>40119</c:v>
                      </c:pt>
                      <c:pt idx="1459">
                        <c:v>40120</c:v>
                      </c:pt>
                      <c:pt idx="1460">
                        <c:v>40121</c:v>
                      </c:pt>
                      <c:pt idx="1461">
                        <c:v>40122</c:v>
                      </c:pt>
                      <c:pt idx="1462">
                        <c:v>40123</c:v>
                      </c:pt>
                      <c:pt idx="1463">
                        <c:v>40126</c:v>
                      </c:pt>
                      <c:pt idx="1464">
                        <c:v>40127</c:v>
                      </c:pt>
                      <c:pt idx="1465">
                        <c:v>40128</c:v>
                      </c:pt>
                      <c:pt idx="1466">
                        <c:v>40129</c:v>
                      </c:pt>
                      <c:pt idx="1467">
                        <c:v>40130</c:v>
                      </c:pt>
                      <c:pt idx="1468">
                        <c:v>40133</c:v>
                      </c:pt>
                      <c:pt idx="1469">
                        <c:v>40134</c:v>
                      </c:pt>
                      <c:pt idx="1470">
                        <c:v>40135</c:v>
                      </c:pt>
                      <c:pt idx="1471">
                        <c:v>40136</c:v>
                      </c:pt>
                      <c:pt idx="1472">
                        <c:v>40137</c:v>
                      </c:pt>
                      <c:pt idx="1473">
                        <c:v>40140</c:v>
                      </c:pt>
                      <c:pt idx="1474">
                        <c:v>40141</c:v>
                      </c:pt>
                      <c:pt idx="1475">
                        <c:v>40142</c:v>
                      </c:pt>
                      <c:pt idx="1476">
                        <c:v>40143</c:v>
                      </c:pt>
                      <c:pt idx="1477">
                        <c:v>40144</c:v>
                      </c:pt>
                      <c:pt idx="1478">
                        <c:v>40147</c:v>
                      </c:pt>
                      <c:pt idx="1479">
                        <c:v>40148</c:v>
                      </c:pt>
                      <c:pt idx="1480">
                        <c:v>40149</c:v>
                      </c:pt>
                      <c:pt idx="1481">
                        <c:v>40150</c:v>
                      </c:pt>
                      <c:pt idx="1482">
                        <c:v>40151</c:v>
                      </c:pt>
                      <c:pt idx="1483">
                        <c:v>40154</c:v>
                      </c:pt>
                      <c:pt idx="1484">
                        <c:v>40155</c:v>
                      </c:pt>
                      <c:pt idx="1485">
                        <c:v>40156</c:v>
                      </c:pt>
                      <c:pt idx="1486">
                        <c:v>40157</c:v>
                      </c:pt>
                      <c:pt idx="1487">
                        <c:v>40158</c:v>
                      </c:pt>
                      <c:pt idx="1488">
                        <c:v>40161</c:v>
                      </c:pt>
                      <c:pt idx="1489">
                        <c:v>40162</c:v>
                      </c:pt>
                      <c:pt idx="1490">
                        <c:v>40163</c:v>
                      </c:pt>
                      <c:pt idx="1491">
                        <c:v>40164</c:v>
                      </c:pt>
                      <c:pt idx="1492">
                        <c:v>40165</c:v>
                      </c:pt>
                      <c:pt idx="1493">
                        <c:v>40168</c:v>
                      </c:pt>
                      <c:pt idx="1494">
                        <c:v>40169</c:v>
                      </c:pt>
                      <c:pt idx="1495">
                        <c:v>40170</c:v>
                      </c:pt>
                      <c:pt idx="1496">
                        <c:v>40171</c:v>
                      </c:pt>
                      <c:pt idx="1497">
                        <c:v>40172</c:v>
                      </c:pt>
                      <c:pt idx="1498">
                        <c:v>40175</c:v>
                      </c:pt>
                      <c:pt idx="1499">
                        <c:v>40176</c:v>
                      </c:pt>
                      <c:pt idx="1500">
                        <c:v>40177</c:v>
                      </c:pt>
                      <c:pt idx="1501">
                        <c:v>40178</c:v>
                      </c:pt>
                      <c:pt idx="1502">
                        <c:v>40179</c:v>
                      </c:pt>
                      <c:pt idx="1503">
                        <c:v>40182</c:v>
                      </c:pt>
                      <c:pt idx="1504">
                        <c:v>40183</c:v>
                      </c:pt>
                      <c:pt idx="1505">
                        <c:v>40184</c:v>
                      </c:pt>
                      <c:pt idx="1506">
                        <c:v>40185</c:v>
                      </c:pt>
                      <c:pt idx="1507">
                        <c:v>40186</c:v>
                      </c:pt>
                      <c:pt idx="1508">
                        <c:v>40189</c:v>
                      </c:pt>
                      <c:pt idx="1509">
                        <c:v>40190</c:v>
                      </c:pt>
                      <c:pt idx="1510">
                        <c:v>40191</c:v>
                      </c:pt>
                      <c:pt idx="1511">
                        <c:v>40192</c:v>
                      </c:pt>
                      <c:pt idx="1512">
                        <c:v>40193</c:v>
                      </c:pt>
                      <c:pt idx="1513">
                        <c:v>40196</c:v>
                      </c:pt>
                      <c:pt idx="1514">
                        <c:v>40197</c:v>
                      </c:pt>
                      <c:pt idx="1515">
                        <c:v>40198</c:v>
                      </c:pt>
                      <c:pt idx="1516">
                        <c:v>40199</c:v>
                      </c:pt>
                      <c:pt idx="1517">
                        <c:v>40200</c:v>
                      </c:pt>
                      <c:pt idx="1518">
                        <c:v>40203</c:v>
                      </c:pt>
                      <c:pt idx="1519">
                        <c:v>40204</c:v>
                      </c:pt>
                      <c:pt idx="1520">
                        <c:v>40205</c:v>
                      </c:pt>
                      <c:pt idx="1521">
                        <c:v>40206</c:v>
                      </c:pt>
                      <c:pt idx="1522">
                        <c:v>40207</c:v>
                      </c:pt>
                      <c:pt idx="1523">
                        <c:v>40210</c:v>
                      </c:pt>
                      <c:pt idx="1524">
                        <c:v>40211</c:v>
                      </c:pt>
                      <c:pt idx="1525">
                        <c:v>40212</c:v>
                      </c:pt>
                      <c:pt idx="1526">
                        <c:v>40213</c:v>
                      </c:pt>
                      <c:pt idx="1527">
                        <c:v>40214</c:v>
                      </c:pt>
                      <c:pt idx="1528">
                        <c:v>40217</c:v>
                      </c:pt>
                      <c:pt idx="1529">
                        <c:v>40218</c:v>
                      </c:pt>
                      <c:pt idx="1530">
                        <c:v>40219</c:v>
                      </c:pt>
                      <c:pt idx="1531">
                        <c:v>40220</c:v>
                      </c:pt>
                      <c:pt idx="1532">
                        <c:v>40221</c:v>
                      </c:pt>
                      <c:pt idx="1533">
                        <c:v>40224</c:v>
                      </c:pt>
                      <c:pt idx="1534">
                        <c:v>40225</c:v>
                      </c:pt>
                      <c:pt idx="1535">
                        <c:v>40226</c:v>
                      </c:pt>
                      <c:pt idx="1536">
                        <c:v>40227</c:v>
                      </c:pt>
                      <c:pt idx="1537">
                        <c:v>40228</c:v>
                      </c:pt>
                      <c:pt idx="1538">
                        <c:v>40231</c:v>
                      </c:pt>
                      <c:pt idx="1539">
                        <c:v>40232</c:v>
                      </c:pt>
                      <c:pt idx="1540">
                        <c:v>40233</c:v>
                      </c:pt>
                      <c:pt idx="1541">
                        <c:v>40234</c:v>
                      </c:pt>
                      <c:pt idx="1542">
                        <c:v>40235</c:v>
                      </c:pt>
                      <c:pt idx="1543">
                        <c:v>40238</c:v>
                      </c:pt>
                      <c:pt idx="1544">
                        <c:v>40239</c:v>
                      </c:pt>
                      <c:pt idx="1545">
                        <c:v>40240</c:v>
                      </c:pt>
                      <c:pt idx="1546">
                        <c:v>40241</c:v>
                      </c:pt>
                      <c:pt idx="1547">
                        <c:v>40242</c:v>
                      </c:pt>
                      <c:pt idx="1548">
                        <c:v>40245</c:v>
                      </c:pt>
                      <c:pt idx="1549">
                        <c:v>40246</c:v>
                      </c:pt>
                      <c:pt idx="1550">
                        <c:v>40247</c:v>
                      </c:pt>
                      <c:pt idx="1551">
                        <c:v>40248</c:v>
                      </c:pt>
                      <c:pt idx="1552">
                        <c:v>40249</c:v>
                      </c:pt>
                      <c:pt idx="1553">
                        <c:v>40252</c:v>
                      </c:pt>
                      <c:pt idx="1554">
                        <c:v>40253</c:v>
                      </c:pt>
                      <c:pt idx="1555">
                        <c:v>40254</c:v>
                      </c:pt>
                      <c:pt idx="1556">
                        <c:v>40255</c:v>
                      </c:pt>
                      <c:pt idx="1557">
                        <c:v>40256</c:v>
                      </c:pt>
                      <c:pt idx="1558">
                        <c:v>40259</c:v>
                      </c:pt>
                      <c:pt idx="1559">
                        <c:v>40260</c:v>
                      </c:pt>
                      <c:pt idx="1560">
                        <c:v>40261</c:v>
                      </c:pt>
                      <c:pt idx="1561">
                        <c:v>40262</c:v>
                      </c:pt>
                      <c:pt idx="1562">
                        <c:v>40263</c:v>
                      </c:pt>
                      <c:pt idx="1563">
                        <c:v>40266</c:v>
                      </c:pt>
                      <c:pt idx="1564">
                        <c:v>40267</c:v>
                      </c:pt>
                      <c:pt idx="1565">
                        <c:v>40268</c:v>
                      </c:pt>
                      <c:pt idx="1566">
                        <c:v>40269</c:v>
                      </c:pt>
                      <c:pt idx="1567">
                        <c:v>40270</c:v>
                      </c:pt>
                      <c:pt idx="1568">
                        <c:v>40273</c:v>
                      </c:pt>
                      <c:pt idx="1569">
                        <c:v>40274</c:v>
                      </c:pt>
                      <c:pt idx="1570">
                        <c:v>40275</c:v>
                      </c:pt>
                      <c:pt idx="1571">
                        <c:v>40276</c:v>
                      </c:pt>
                      <c:pt idx="1572">
                        <c:v>40277</c:v>
                      </c:pt>
                      <c:pt idx="1573">
                        <c:v>40280</c:v>
                      </c:pt>
                      <c:pt idx="1574">
                        <c:v>40281</c:v>
                      </c:pt>
                      <c:pt idx="1575">
                        <c:v>40282</c:v>
                      </c:pt>
                      <c:pt idx="1576">
                        <c:v>40283</c:v>
                      </c:pt>
                      <c:pt idx="1577">
                        <c:v>40284</c:v>
                      </c:pt>
                      <c:pt idx="1578">
                        <c:v>40287</c:v>
                      </c:pt>
                      <c:pt idx="1579">
                        <c:v>40288</c:v>
                      </c:pt>
                      <c:pt idx="1580">
                        <c:v>40289</c:v>
                      </c:pt>
                      <c:pt idx="1581">
                        <c:v>40290</c:v>
                      </c:pt>
                      <c:pt idx="1582">
                        <c:v>40291</c:v>
                      </c:pt>
                      <c:pt idx="1583">
                        <c:v>40294</c:v>
                      </c:pt>
                      <c:pt idx="1584">
                        <c:v>40295</c:v>
                      </c:pt>
                      <c:pt idx="1585">
                        <c:v>40296</c:v>
                      </c:pt>
                      <c:pt idx="1586">
                        <c:v>40297</c:v>
                      </c:pt>
                      <c:pt idx="1587">
                        <c:v>40298</c:v>
                      </c:pt>
                      <c:pt idx="1588">
                        <c:v>40301</c:v>
                      </c:pt>
                      <c:pt idx="1589">
                        <c:v>40302</c:v>
                      </c:pt>
                      <c:pt idx="1590">
                        <c:v>40303</c:v>
                      </c:pt>
                      <c:pt idx="1591">
                        <c:v>40304</c:v>
                      </c:pt>
                      <c:pt idx="1592">
                        <c:v>40305</c:v>
                      </c:pt>
                      <c:pt idx="1593">
                        <c:v>40308</c:v>
                      </c:pt>
                      <c:pt idx="1594">
                        <c:v>40309</c:v>
                      </c:pt>
                      <c:pt idx="1595">
                        <c:v>40310</c:v>
                      </c:pt>
                      <c:pt idx="1596">
                        <c:v>40311</c:v>
                      </c:pt>
                      <c:pt idx="1597">
                        <c:v>40312</c:v>
                      </c:pt>
                      <c:pt idx="1598">
                        <c:v>40315</c:v>
                      </c:pt>
                      <c:pt idx="1599">
                        <c:v>40316</c:v>
                      </c:pt>
                      <c:pt idx="1600">
                        <c:v>40317</c:v>
                      </c:pt>
                      <c:pt idx="1601">
                        <c:v>40318</c:v>
                      </c:pt>
                      <c:pt idx="1602">
                        <c:v>40319</c:v>
                      </c:pt>
                      <c:pt idx="1603">
                        <c:v>40322</c:v>
                      </c:pt>
                      <c:pt idx="1604">
                        <c:v>40323</c:v>
                      </c:pt>
                      <c:pt idx="1605">
                        <c:v>40324</c:v>
                      </c:pt>
                      <c:pt idx="1606">
                        <c:v>40325</c:v>
                      </c:pt>
                      <c:pt idx="1607">
                        <c:v>40326</c:v>
                      </c:pt>
                      <c:pt idx="1608">
                        <c:v>40329</c:v>
                      </c:pt>
                      <c:pt idx="1609">
                        <c:v>40330</c:v>
                      </c:pt>
                      <c:pt idx="1610">
                        <c:v>40331</c:v>
                      </c:pt>
                      <c:pt idx="1611">
                        <c:v>40332</c:v>
                      </c:pt>
                      <c:pt idx="1612">
                        <c:v>40333</c:v>
                      </c:pt>
                      <c:pt idx="1613">
                        <c:v>40336</c:v>
                      </c:pt>
                      <c:pt idx="1614">
                        <c:v>40337</c:v>
                      </c:pt>
                      <c:pt idx="1615">
                        <c:v>40338</c:v>
                      </c:pt>
                      <c:pt idx="1616">
                        <c:v>40339</c:v>
                      </c:pt>
                      <c:pt idx="1617">
                        <c:v>40340</c:v>
                      </c:pt>
                      <c:pt idx="1618">
                        <c:v>40343</c:v>
                      </c:pt>
                      <c:pt idx="1619">
                        <c:v>40344</c:v>
                      </c:pt>
                      <c:pt idx="1620">
                        <c:v>40345</c:v>
                      </c:pt>
                      <c:pt idx="1621">
                        <c:v>40346</c:v>
                      </c:pt>
                      <c:pt idx="1622">
                        <c:v>40347</c:v>
                      </c:pt>
                      <c:pt idx="1623">
                        <c:v>40350</c:v>
                      </c:pt>
                      <c:pt idx="1624">
                        <c:v>40351</c:v>
                      </c:pt>
                      <c:pt idx="1625">
                        <c:v>40352</c:v>
                      </c:pt>
                      <c:pt idx="1626">
                        <c:v>40353</c:v>
                      </c:pt>
                      <c:pt idx="1627">
                        <c:v>40354</c:v>
                      </c:pt>
                      <c:pt idx="1628">
                        <c:v>40357</c:v>
                      </c:pt>
                      <c:pt idx="1629">
                        <c:v>40358</c:v>
                      </c:pt>
                      <c:pt idx="1630">
                        <c:v>40359</c:v>
                      </c:pt>
                      <c:pt idx="1631">
                        <c:v>40360</c:v>
                      </c:pt>
                      <c:pt idx="1632">
                        <c:v>40361</c:v>
                      </c:pt>
                      <c:pt idx="1633">
                        <c:v>40364</c:v>
                      </c:pt>
                      <c:pt idx="1634">
                        <c:v>40365</c:v>
                      </c:pt>
                      <c:pt idx="1635">
                        <c:v>40366</c:v>
                      </c:pt>
                      <c:pt idx="1636">
                        <c:v>40367</c:v>
                      </c:pt>
                      <c:pt idx="1637">
                        <c:v>40368</c:v>
                      </c:pt>
                      <c:pt idx="1638">
                        <c:v>40371</c:v>
                      </c:pt>
                      <c:pt idx="1639">
                        <c:v>40372</c:v>
                      </c:pt>
                      <c:pt idx="1640">
                        <c:v>40373</c:v>
                      </c:pt>
                      <c:pt idx="1641">
                        <c:v>40374</c:v>
                      </c:pt>
                      <c:pt idx="1642">
                        <c:v>40375</c:v>
                      </c:pt>
                      <c:pt idx="1643">
                        <c:v>40378</c:v>
                      </c:pt>
                      <c:pt idx="1644">
                        <c:v>40379</c:v>
                      </c:pt>
                      <c:pt idx="1645">
                        <c:v>40380</c:v>
                      </c:pt>
                      <c:pt idx="1646">
                        <c:v>40381</c:v>
                      </c:pt>
                      <c:pt idx="1647">
                        <c:v>40382</c:v>
                      </c:pt>
                      <c:pt idx="1648">
                        <c:v>40385</c:v>
                      </c:pt>
                      <c:pt idx="1649">
                        <c:v>40386</c:v>
                      </c:pt>
                      <c:pt idx="1650">
                        <c:v>40387</c:v>
                      </c:pt>
                      <c:pt idx="1651">
                        <c:v>40388</c:v>
                      </c:pt>
                      <c:pt idx="1652">
                        <c:v>40389</c:v>
                      </c:pt>
                      <c:pt idx="1653">
                        <c:v>40392</c:v>
                      </c:pt>
                      <c:pt idx="1654">
                        <c:v>40393</c:v>
                      </c:pt>
                      <c:pt idx="1655">
                        <c:v>40394</c:v>
                      </c:pt>
                      <c:pt idx="1656">
                        <c:v>40395</c:v>
                      </c:pt>
                      <c:pt idx="1657">
                        <c:v>40396</c:v>
                      </c:pt>
                      <c:pt idx="1658">
                        <c:v>40399</c:v>
                      </c:pt>
                      <c:pt idx="1659">
                        <c:v>40400</c:v>
                      </c:pt>
                      <c:pt idx="1660">
                        <c:v>40401</c:v>
                      </c:pt>
                      <c:pt idx="1661">
                        <c:v>40402</c:v>
                      </c:pt>
                      <c:pt idx="1662">
                        <c:v>40403</c:v>
                      </c:pt>
                      <c:pt idx="1663">
                        <c:v>40406</c:v>
                      </c:pt>
                      <c:pt idx="1664">
                        <c:v>40407</c:v>
                      </c:pt>
                      <c:pt idx="1665">
                        <c:v>40408</c:v>
                      </c:pt>
                      <c:pt idx="1666">
                        <c:v>40409</c:v>
                      </c:pt>
                      <c:pt idx="1667">
                        <c:v>40410</c:v>
                      </c:pt>
                      <c:pt idx="1668">
                        <c:v>40413</c:v>
                      </c:pt>
                      <c:pt idx="1669">
                        <c:v>40414</c:v>
                      </c:pt>
                      <c:pt idx="1670">
                        <c:v>40415</c:v>
                      </c:pt>
                      <c:pt idx="1671">
                        <c:v>40416</c:v>
                      </c:pt>
                      <c:pt idx="1672">
                        <c:v>40417</c:v>
                      </c:pt>
                      <c:pt idx="1673">
                        <c:v>40420</c:v>
                      </c:pt>
                      <c:pt idx="1674">
                        <c:v>40421</c:v>
                      </c:pt>
                      <c:pt idx="1675">
                        <c:v>40422</c:v>
                      </c:pt>
                      <c:pt idx="1676">
                        <c:v>40423</c:v>
                      </c:pt>
                      <c:pt idx="1677">
                        <c:v>40424</c:v>
                      </c:pt>
                      <c:pt idx="1678">
                        <c:v>40427</c:v>
                      </c:pt>
                      <c:pt idx="1679">
                        <c:v>40428</c:v>
                      </c:pt>
                      <c:pt idx="1680">
                        <c:v>40429</c:v>
                      </c:pt>
                      <c:pt idx="1681">
                        <c:v>40430</c:v>
                      </c:pt>
                      <c:pt idx="1682">
                        <c:v>40431</c:v>
                      </c:pt>
                      <c:pt idx="1683">
                        <c:v>40434</c:v>
                      </c:pt>
                      <c:pt idx="1684">
                        <c:v>40435</c:v>
                      </c:pt>
                      <c:pt idx="1685">
                        <c:v>40436</c:v>
                      </c:pt>
                      <c:pt idx="1686">
                        <c:v>40437</c:v>
                      </c:pt>
                      <c:pt idx="1687">
                        <c:v>40438</c:v>
                      </c:pt>
                      <c:pt idx="1688">
                        <c:v>40441</c:v>
                      </c:pt>
                      <c:pt idx="1689">
                        <c:v>40442</c:v>
                      </c:pt>
                      <c:pt idx="1690">
                        <c:v>40443</c:v>
                      </c:pt>
                      <c:pt idx="1691">
                        <c:v>40444</c:v>
                      </c:pt>
                      <c:pt idx="1692">
                        <c:v>40445</c:v>
                      </c:pt>
                      <c:pt idx="1693">
                        <c:v>40448</c:v>
                      </c:pt>
                      <c:pt idx="1694">
                        <c:v>40449</c:v>
                      </c:pt>
                      <c:pt idx="1695">
                        <c:v>40450</c:v>
                      </c:pt>
                      <c:pt idx="1696">
                        <c:v>40451</c:v>
                      </c:pt>
                      <c:pt idx="1697">
                        <c:v>40452</c:v>
                      </c:pt>
                      <c:pt idx="1698">
                        <c:v>40455</c:v>
                      </c:pt>
                      <c:pt idx="1699">
                        <c:v>40456</c:v>
                      </c:pt>
                      <c:pt idx="1700">
                        <c:v>40457</c:v>
                      </c:pt>
                      <c:pt idx="1701">
                        <c:v>40458</c:v>
                      </c:pt>
                      <c:pt idx="1702">
                        <c:v>40459</c:v>
                      </c:pt>
                      <c:pt idx="1703">
                        <c:v>40462</c:v>
                      </c:pt>
                      <c:pt idx="1704">
                        <c:v>40463</c:v>
                      </c:pt>
                      <c:pt idx="1705">
                        <c:v>40464</c:v>
                      </c:pt>
                      <c:pt idx="1706">
                        <c:v>40465</c:v>
                      </c:pt>
                      <c:pt idx="1707">
                        <c:v>40466</c:v>
                      </c:pt>
                      <c:pt idx="1708">
                        <c:v>40469</c:v>
                      </c:pt>
                      <c:pt idx="1709">
                        <c:v>40470</c:v>
                      </c:pt>
                      <c:pt idx="1710">
                        <c:v>40471</c:v>
                      </c:pt>
                      <c:pt idx="1711">
                        <c:v>40472</c:v>
                      </c:pt>
                      <c:pt idx="1712">
                        <c:v>40473</c:v>
                      </c:pt>
                      <c:pt idx="1713">
                        <c:v>40476</c:v>
                      </c:pt>
                      <c:pt idx="1714">
                        <c:v>40477</c:v>
                      </c:pt>
                      <c:pt idx="1715">
                        <c:v>40478</c:v>
                      </c:pt>
                      <c:pt idx="1716">
                        <c:v>40479</c:v>
                      </c:pt>
                      <c:pt idx="1717">
                        <c:v>40480</c:v>
                      </c:pt>
                      <c:pt idx="1718">
                        <c:v>40483</c:v>
                      </c:pt>
                      <c:pt idx="1719">
                        <c:v>40484</c:v>
                      </c:pt>
                      <c:pt idx="1720">
                        <c:v>40485</c:v>
                      </c:pt>
                      <c:pt idx="1721">
                        <c:v>40486</c:v>
                      </c:pt>
                      <c:pt idx="1722">
                        <c:v>40487</c:v>
                      </c:pt>
                      <c:pt idx="1723">
                        <c:v>40490</c:v>
                      </c:pt>
                      <c:pt idx="1724">
                        <c:v>40491</c:v>
                      </c:pt>
                      <c:pt idx="1725">
                        <c:v>40492</c:v>
                      </c:pt>
                      <c:pt idx="1726">
                        <c:v>40493</c:v>
                      </c:pt>
                      <c:pt idx="1727">
                        <c:v>40494</c:v>
                      </c:pt>
                      <c:pt idx="1728">
                        <c:v>40497</c:v>
                      </c:pt>
                      <c:pt idx="1729">
                        <c:v>40498</c:v>
                      </c:pt>
                      <c:pt idx="1730">
                        <c:v>40499</c:v>
                      </c:pt>
                      <c:pt idx="1731">
                        <c:v>40500</c:v>
                      </c:pt>
                      <c:pt idx="1732">
                        <c:v>40501</c:v>
                      </c:pt>
                      <c:pt idx="1733">
                        <c:v>40504</c:v>
                      </c:pt>
                      <c:pt idx="1734">
                        <c:v>40505</c:v>
                      </c:pt>
                      <c:pt idx="1735">
                        <c:v>40506</c:v>
                      </c:pt>
                      <c:pt idx="1736">
                        <c:v>40507</c:v>
                      </c:pt>
                      <c:pt idx="1737">
                        <c:v>40508</c:v>
                      </c:pt>
                      <c:pt idx="1738">
                        <c:v>40511</c:v>
                      </c:pt>
                      <c:pt idx="1739">
                        <c:v>40512</c:v>
                      </c:pt>
                      <c:pt idx="1740">
                        <c:v>40513</c:v>
                      </c:pt>
                      <c:pt idx="1741">
                        <c:v>40514</c:v>
                      </c:pt>
                      <c:pt idx="1742">
                        <c:v>40515</c:v>
                      </c:pt>
                      <c:pt idx="1743">
                        <c:v>40518</c:v>
                      </c:pt>
                      <c:pt idx="1744">
                        <c:v>40519</c:v>
                      </c:pt>
                      <c:pt idx="1745">
                        <c:v>40520</c:v>
                      </c:pt>
                      <c:pt idx="1746">
                        <c:v>40521</c:v>
                      </c:pt>
                      <c:pt idx="1747">
                        <c:v>40522</c:v>
                      </c:pt>
                      <c:pt idx="1748">
                        <c:v>40525</c:v>
                      </c:pt>
                      <c:pt idx="1749">
                        <c:v>40526</c:v>
                      </c:pt>
                      <c:pt idx="1750">
                        <c:v>40527</c:v>
                      </c:pt>
                      <c:pt idx="1751">
                        <c:v>40528</c:v>
                      </c:pt>
                      <c:pt idx="1752">
                        <c:v>40529</c:v>
                      </c:pt>
                      <c:pt idx="1753">
                        <c:v>40532</c:v>
                      </c:pt>
                      <c:pt idx="1754">
                        <c:v>40533</c:v>
                      </c:pt>
                      <c:pt idx="1755">
                        <c:v>40534</c:v>
                      </c:pt>
                      <c:pt idx="1756">
                        <c:v>40535</c:v>
                      </c:pt>
                      <c:pt idx="1757">
                        <c:v>40536</c:v>
                      </c:pt>
                      <c:pt idx="1758">
                        <c:v>40539</c:v>
                      </c:pt>
                      <c:pt idx="1759">
                        <c:v>40540</c:v>
                      </c:pt>
                      <c:pt idx="1760">
                        <c:v>40541</c:v>
                      </c:pt>
                      <c:pt idx="1761">
                        <c:v>40542</c:v>
                      </c:pt>
                      <c:pt idx="1762">
                        <c:v>40543</c:v>
                      </c:pt>
                      <c:pt idx="1763">
                        <c:v>40546</c:v>
                      </c:pt>
                      <c:pt idx="1764">
                        <c:v>40547</c:v>
                      </c:pt>
                      <c:pt idx="1765">
                        <c:v>40548</c:v>
                      </c:pt>
                      <c:pt idx="1766">
                        <c:v>40549</c:v>
                      </c:pt>
                      <c:pt idx="1767">
                        <c:v>40550</c:v>
                      </c:pt>
                      <c:pt idx="1768">
                        <c:v>40553</c:v>
                      </c:pt>
                      <c:pt idx="1769">
                        <c:v>40554</c:v>
                      </c:pt>
                      <c:pt idx="1770">
                        <c:v>40555</c:v>
                      </c:pt>
                      <c:pt idx="1771">
                        <c:v>40556</c:v>
                      </c:pt>
                      <c:pt idx="1772">
                        <c:v>40557</c:v>
                      </c:pt>
                      <c:pt idx="1773">
                        <c:v>40560</c:v>
                      </c:pt>
                      <c:pt idx="1774">
                        <c:v>40561</c:v>
                      </c:pt>
                      <c:pt idx="1775">
                        <c:v>40562</c:v>
                      </c:pt>
                      <c:pt idx="1776">
                        <c:v>40563</c:v>
                      </c:pt>
                      <c:pt idx="1777">
                        <c:v>40564</c:v>
                      </c:pt>
                      <c:pt idx="1778">
                        <c:v>40567</c:v>
                      </c:pt>
                      <c:pt idx="1779">
                        <c:v>40568</c:v>
                      </c:pt>
                      <c:pt idx="1780">
                        <c:v>40569</c:v>
                      </c:pt>
                      <c:pt idx="1781">
                        <c:v>40570</c:v>
                      </c:pt>
                      <c:pt idx="1782">
                        <c:v>40571</c:v>
                      </c:pt>
                      <c:pt idx="1783">
                        <c:v>40574</c:v>
                      </c:pt>
                      <c:pt idx="1784">
                        <c:v>40575</c:v>
                      </c:pt>
                      <c:pt idx="1785">
                        <c:v>40576</c:v>
                      </c:pt>
                      <c:pt idx="1786">
                        <c:v>40577</c:v>
                      </c:pt>
                      <c:pt idx="1787">
                        <c:v>40578</c:v>
                      </c:pt>
                      <c:pt idx="1788">
                        <c:v>40581</c:v>
                      </c:pt>
                      <c:pt idx="1789">
                        <c:v>40582</c:v>
                      </c:pt>
                      <c:pt idx="1790">
                        <c:v>40583</c:v>
                      </c:pt>
                      <c:pt idx="1791">
                        <c:v>40584</c:v>
                      </c:pt>
                      <c:pt idx="1792">
                        <c:v>40585</c:v>
                      </c:pt>
                      <c:pt idx="1793">
                        <c:v>40588</c:v>
                      </c:pt>
                      <c:pt idx="1794">
                        <c:v>40589</c:v>
                      </c:pt>
                      <c:pt idx="1795">
                        <c:v>40590</c:v>
                      </c:pt>
                      <c:pt idx="1796">
                        <c:v>40591</c:v>
                      </c:pt>
                      <c:pt idx="1797">
                        <c:v>40592</c:v>
                      </c:pt>
                      <c:pt idx="1798">
                        <c:v>40595</c:v>
                      </c:pt>
                      <c:pt idx="1799">
                        <c:v>40596</c:v>
                      </c:pt>
                      <c:pt idx="1800">
                        <c:v>40597</c:v>
                      </c:pt>
                      <c:pt idx="1801">
                        <c:v>40598</c:v>
                      </c:pt>
                      <c:pt idx="1802">
                        <c:v>40599</c:v>
                      </c:pt>
                      <c:pt idx="1803">
                        <c:v>40602</c:v>
                      </c:pt>
                      <c:pt idx="1804">
                        <c:v>40603</c:v>
                      </c:pt>
                      <c:pt idx="1805">
                        <c:v>40604</c:v>
                      </c:pt>
                      <c:pt idx="1806">
                        <c:v>40605</c:v>
                      </c:pt>
                      <c:pt idx="1807">
                        <c:v>40606</c:v>
                      </c:pt>
                      <c:pt idx="1808">
                        <c:v>40609</c:v>
                      </c:pt>
                      <c:pt idx="1809">
                        <c:v>40610</c:v>
                      </c:pt>
                      <c:pt idx="1810">
                        <c:v>40611</c:v>
                      </c:pt>
                      <c:pt idx="1811">
                        <c:v>40612</c:v>
                      </c:pt>
                      <c:pt idx="1812">
                        <c:v>40613</c:v>
                      </c:pt>
                      <c:pt idx="1813">
                        <c:v>40616</c:v>
                      </c:pt>
                      <c:pt idx="1814">
                        <c:v>40617</c:v>
                      </c:pt>
                      <c:pt idx="1815">
                        <c:v>40618</c:v>
                      </c:pt>
                      <c:pt idx="1816">
                        <c:v>40619</c:v>
                      </c:pt>
                      <c:pt idx="1817">
                        <c:v>40620</c:v>
                      </c:pt>
                      <c:pt idx="1818">
                        <c:v>40623</c:v>
                      </c:pt>
                      <c:pt idx="1819">
                        <c:v>40624</c:v>
                      </c:pt>
                      <c:pt idx="1820">
                        <c:v>40625</c:v>
                      </c:pt>
                      <c:pt idx="1821">
                        <c:v>40626</c:v>
                      </c:pt>
                      <c:pt idx="1822">
                        <c:v>40627</c:v>
                      </c:pt>
                      <c:pt idx="1823">
                        <c:v>40630</c:v>
                      </c:pt>
                      <c:pt idx="1824">
                        <c:v>40631</c:v>
                      </c:pt>
                      <c:pt idx="1825">
                        <c:v>40632</c:v>
                      </c:pt>
                      <c:pt idx="1826">
                        <c:v>40633</c:v>
                      </c:pt>
                      <c:pt idx="1827">
                        <c:v>40634</c:v>
                      </c:pt>
                      <c:pt idx="1828">
                        <c:v>40637</c:v>
                      </c:pt>
                      <c:pt idx="1829">
                        <c:v>40638</c:v>
                      </c:pt>
                      <c:pt idx="1830">
                        <c:v>40639</c:v>
                      </c:pt>
                      <c:pt idx="1831">
                        <c:v>40640</c:v>
                      </c:pt>
                      <c:pt idx="1832">
                        <c:v>40641</c:v>
                      </c:pt>
                      <c:pt idx="1833">
                        <c:v>40644</c:v>
                      </c:pt>
                      <c:pt idx="1834">
                        <c:v>40645</c:v>
                      </c:pt>
                      <c:pt idx="1835">
                        <c:v>40646</c:v>
                      </c:pt>
                      <c:pt idx="1836">
                        <c:v>40647</c:v>
                      </c:pt>
                      <c:pt idx="1837">
                        <c:v>40648</c:v>
                      </c:pt>
                      <c:pt idx="1838">
                        <c:v>40651</c:v>
                      </c:pt>
                      <c:pt idx="1839">
                        <c:v>40652</c:v>
                      </c:pt>
                      <c:pt idx="1840">
                        <c:v>40653</c:v>
                      </c:pt>
                      <c:pt idx="1841">
                        <c:v>40654</c:v>
                      </c:pt>
                      <c:pt idx="1842">
                        <c:v>40655</c:v>
                      </c:pt>
                      <c:pt idx="1843">
                        <c:v>40658</c:v>
                      </c:pt>
                      <c:pt idx="1844">
                        <c:v>40659</c:v>
                      </c:pt>
                      <c:pt idx="1845">
                        <c:v>40660</c:v>
                      </c:pt>
                      <c:pt idx="1846">
                        <c:v>40661</c:v>
                      </c:pt>
                      <c:pt idx="1847">
                        <c:v>40662</c:v>
                      </c:pt>
                      <c:pt idx="1848">
                        <c:v>40665</c:v>
                      </c:pt>
                      <c:pt idx="1849">
                        <c:v>40666</c:v>
                      </c:pt>
                      <c:pt idx="1850">
                        <c:v>40667</c:v>
                      </c:pt>
                      <c:pt idx="1851">
                        <c:v>40668</c:v>
                      </c:pt>
                      <c:pt idx="1852">
                        <c:v>40669</c:v>
                      </c:pt>
                      <c:pt idx="1853">
                        <c:v>40672</c:v>
                      </c:pt>
                      <c:pt idx="1854">
                        <c:v>40673</c:v>
                      </c:pt>
                      <c:pt idx="1855">
                        <c:v>40674</c:v>
                      </c:pt>
                      <c:pt idx="1856">
                        <c:v>40675</c:v>
                      </c:pt>
                      <c:pt idx="1857">
                        <c:v>40676</c:v>
                      </c:pt>
                      <c:pt idx="1858">
                        <c:v>40679</c:v>
                      </c:pt>
                      <c:pt idx="1859">
                        <c:v>40680</c:v>
                      </c:pt>
                      <c:pt idx="1860">
                        <c:v>40681</c:v>
                      </c:pt>
                      <c:pt idx="1861">
                        <c:v>40682</c:v>
                      </c:pt>
                      <c:pt idx="1862">
                        <c:v>40683</c:v>
                      </c:pt>
                      <c:pt idx="1863">
                        <c:v>40686</c:v>
                      </c:pt>
                      <c:pt idx="1864">
                        <c:v>40687</c:v>
                      </c:pt>
                      <c:pt idx="1865">
                        <c:v>40688</c:v>
                      </c:pt>
                      <c:pt idx="1866">
                        <c:v>40689</c:v>
                      </c:pt>
                      <c:pt idx="1867">
                        <c:v>40690</c:v>
                      </c:pt>
                      <c:pt idx="1868">
                        <c:v>40693</c:v>
                      </c:pt>
                      <c:pt idx="1869">
                        <c:v>40694</c:v>
                      </c:pt>
                      <c:pt idx="1870">
                        <c:v>40695</c:v>
                      </c:pt>
                      <c:pt idx="1871">
                        <c:v>40696</c:v>
                      </c:pt>
                      <c:pt idx="1872">
                        <c:v>40697</c:v>
                      </c:pt>
                      <c:pt idx="1873">
                        <c:v>40700</c:v>
                      </c:pt>
                      <c:pt idx="1874">
                        <c:v>40701</c:v>
                      </c:pt>
                      <c:pt idx="1875">
                        <c:v>40702</c:v>
                      </c:pt>
                      <c:pt idx="1876">
                        <c:v>40703</c:v>
                      </c:pt>
                      <c:pt idx="1877">
                        <c:v>40704</c:v>
                      </c:pt>
                      <c:pt idx="1878">
                        <c:v>40707</c:v>
                      </c:pt>
                      <c:pt idx="1879">
                        <c:v>40708</c:v>
                      </c:pt>
                      <c:pt idx="1880">
                        <c:v>40709</c:v>
                      </c:pt>
                      <c:pt idx="1881">
                        <c:v>40710</c:v>
                      </c:pt>
                      <c:pt idx="1882">
                        <c:v>40711</c:v>
                      </c:pt>
                      <c:pt idx="1883">
                        <c:v>40714</c:v>
                      </c:pt>
                      <c:pt idx="1884">
                        <c:v>40715</c:v>
                      </c:pt>
                      <c:pt idx="1885">
                        <c:v>40716</c:v>
                      </c:pt>
                      <c:pt idx="1886">
                        <c:v>40717</c:v>
                      </c:pt>
                      <c:pt idx="1887">
                        <c:v>40718</c:v>
                      </c:pt>
                      <c:pt idx="1888">
                        <c:v>40721</c:v>
                      </c:pt>
                      <c:pt idx="1889">
                        <c:v>40722</c:v>
                      </c:pt>
                      <c:pt idx="1890">
                        <c:v>40723</c:v>
                      </c:pt>
                      <c:pt idx="1891">
                        <c:v>40724</c:v>
                      </c:pt>
                      <c:pt idx="1892">
                        <c:v>40725</c:v>
                      </c:pt>
                      <c:pt idx="1893">
                        <c:v>40728</c:v>
                      </c:pt>
                      <c:pt idx="1894">
                        <c:v>40729</c:v>
                      </c:pt>
                      <c:pt idx="1895">
                        <c:v>40730</c:v>
                      </c:pt>
                      <c:pt idx="1896">
                        <c:v>40731</c:v>
                      </c:pt>
                      <c:pt idx="1897">
                        <c:v>40732</c:v>
                      </c:pt>
                      <c:pt idx="1898">
                        <c:v>40735</c:v>
                      </c:pt>
                      <c:pt idx="1899">
                        <c:v>40736</c:v>
                      </c:pt>
                      <c:pt idx="1900">
                        <c:v>40737</c:v>
                      </c:pt>
                      <c:pt idx="1901">
                        <c:v>40738</c:v>
                      </c:pt>
                      <c:pt idx="1902">
                        <c:v>40739</c:v>
                      </c:pt>
                      <c:pt idx="1903">
                        <c:v>40742</c:v>
                      </c:pt>
                      <c:pt idx="1904">
                        <c:v>40743</c:v>
                      </c:pt>
                      <c:pt idx="1905">
                        <c:v>40744</c:v>
                      </c:pt>
                      <c:pt idx="1906">
                        <c:v>40745</c:v>
                      </c:pt>
                      <c:pt idx="1907">
                        <c:v>40746</c:v>
                      </c:pt>
                      <c:pt idx="1908">
                        <c:v>40749</c:v>
                      </c:pt>
                      <c:pt idx="1909">
                        <c:v>40750</c:v>
                      </c:pt>
                      <c:pt idx="1910">
                        <c:v>40751</c:v>
                      </c:pt>
                      <c:pt idx="1911">
                        <c:v>40752</c:v>
                      </c:pt>
                      <c:pt idx="1912">
                        <c:v>40753</c:v>
                      </c:pt>
                      <c:pt idx="1913">
                        <c:v>40756</c:v>
                      </c:pt>
                      <c:pt idx="1914">
                        <c:v>40757</c:v>
                      </c:pt>
                      <c:pt idx="1915">
                        <c:v>40758</c:v>
                      </c:pt>
                      <c:pt idx="1916">
                        <c:v>40759</c:v>
                      </c:pt>
                      <c:pt idx="1917">
                        <c:v>40760</c:v>
                      </c:pt>
                      <c:pt idx="1918">
                        <c:v>40763</c:v>
                      </c:pt>
                      <c:pt idx="1919">
                        <c:v>40764</c:v>
                      </c:pt>
                      <c:pt idx="1920">
                        <c:v>40765</c:v>
                      </c:pt>
                      <c:pt idx="1921">
                        <c:v>40766</c:v>
                      </c:pt>
                      <c:pt idx="1922">
                        <c:v>40767</c:v>
                      </c:pt>
                      <c:pt idx="1923">
                        <c:v>40770</c:v>
                      </c:pt>
                      <c:pt idx="1924">
                        <c:v>40771</c:v>
                      </c:pt>
                      <c:pt idx="1925">
                        <c:v>40772</c:v>
                      </c:pt>
                      <c:pt idx="1926">
                        <c:v>40773</c:v>
                      </c:pt>
                      <c:pt idx="1927">
                        <c:v>40774</c:v>
                      </c:pt>
                      <c:pt idx="1928">
                        <c:v>40777</c:v>
                      </c:pt>
                      <c:pt idx="1929">
                        <c:v>40778</c:v>
                      </c:pt>
                      <c:pt idx="1930">
                        <c:v>40779</c:v>
                      </c:pt>
                      <c:pt idx="1931">
                        <c:v>40780</c:v>
                      </c:pt>
                      <c:pt idx="1932">
                        <c:v>40781</c:v>
                      </c:pt>
                      <c:pt idx="1933">
                        <c:v>40784</c:v>
                      </c:pt>
                      <c:pt idx="1934">
                        <c:v>40785</c:v>
                      </c:pt>
                      <c:pt idx="1935">
                        <c:v>40786</c:v>
                      </c:pt>
                      <c:pt idx="1936">
                        <c:v>40787</c:v>
                      </c:pt>
                      <c:pt idx="1937">
                        <c:v>40788</c:v>
                      </c:pt>
                      <c:pt idx="1938">
                        <c:v>40791</c:v>
                      </c:pt>
                      <c:pt idx="1939">
                        <c:v>40792</c:v>
                      </c:pt>
                      <c:pt idx="1940">
                        <c:v>40793</c:v>
                      </c:pt>
                      <c:pt idx="1941">
                        <c:v>40794</c:v>
                      </c:pt>
                      <c:pt idx="1942">
                        <c:v>40795</c:v>
                      </c:pt>
                      <c:pt idx="1943">
                        <c:v>40798</c:v>
                      </c:pt>
                      <c:pt idx="1944">
                        <c:v>40799</c:v>
                      </c:pt>
                      <c:pt idx="1945">
                        <c:v>40800</c:v>
                      </c:pt>
                      <c:pt idx="1946">
                        <c:v>40801</c:v>
                      </c:pt>
                      <c:pt idx="1947">
                        <c:v>40802</c:v>
                      </c:pt>
                      <c:pt idx="1948">
                        <c:v>40805</c:v>
                      </c:pt>
                      <c:pt idx="1949">
                        <c:v>40806</c:v>
                      </c:pt>
                      <c:pt idx="1950">
                        <c:v>40807</c:v>
                      </c:pt>
                      <c:pt idx="1951">
                        <c:v>40808</c:v>
                      </c:pt>
                      <c:pt idx="1952">
                        <c:v>40809</c:v>
                      </c:pt>
                      <c:pt idx="1953">
                        <c:v>40812</c:v>
                      </c:pt>
                      <c:pt idx="1954">
                        <c:v>40813</c:v>
                      </c:pt>
                      <c:pt idx="1955">
                        <c:v>40814</c:v>
                      </c:pt>
                      <c:pt idx="1956">
                        <c:v>40815</c:v>
                      </c:pt>
                      <c:pt idx="1957">
                        <c:v>40816</c:v>
                      </c:pt>
                      <c:pt idx="1958">
                        <c:v>40819</c:v>
                      </c:pt>
                      <c:pt idx="1959">
                        <c:v>40820</c:v>
                      </c:pt>
                      <c:pt idx="1960">
                        <c:v>40821</c:v>
                      </c:pt>
                      <c:pt idx="1961">
                        <c:v>40822</c:v>
                      </c:pt>
                      <c:pt idx="1962">
                        <c:v>40823</c:v>
                      </c:pt>
                      <c:pt idx="1963">
                        <c:v>40826</c:v>
                      </c:pt>
                      <c:pt idx="1964">
                        <c:v>40827</c:v>
                      </c:pt>
                      <c:pt idx="1965">
                        <c:v>40828</c:v>
                      </c:pt>
                      <c:pt idx="1966">
                        <c:v>40829</c:v>
                      </c:pt>
                      <c:pt idx="1967">
                        <c:v>40830</c:v>
                      </c:pt>
                      <c:pt idx="1968">
                        <c:v>40833</c:v>
                      </c:pt>
                      <c:pt idx="1969">
                        <c:v>40834</c:v>
                      </c:pt>
                      <c:pt idx="1970">
                        <c:v>40835</c:v>
                      </c:pt>
                      <c:pt idx="1971">
                        <c:v>40836</c:v>
                      </c:pt>
                      <c:pt idx="1972">
                        <c:v>40837</c:v>
                      </c:pt>
                      <c:pt idx="1973">
                        <c:v>40840</c:v>
                      </c:pt>
                      <c:pt idx="1974">
                        <c:v>40841</c:v>
                      </c:pt>
                      <c:pt idx="1975">
                        <c:v>40842</c:v>
                      </c:pt>
                      <c:pt idx="1976">
                        <c:v>40843</c:v>
                      </c:pt>
                      <c:pt idx="1977">
                        <c:v>40844</c:v>
                      </c:pt>
                      <c:pt idx="1978">
                        <c:v>40847</c:v>
                      </c:pt>
                      <c:pt idx="1979">
                        <c:v>40848</c:v>
                      </c:pt>
                      <c:pt idx="1980">
                        <c:v>40849</c:v>
                      </c:pt>
                      <c:pt idx="1981">
                        <c:v>40850</c:v>
                      </c:pt>
                      <c:pt idx="1982">
                        <c:v>40851</c:v>
                      </c:pt>
                      <c:pt idx="1983">
                        <c:v>40854</c:v>
                      </c:pt>
                      <c:pt idx="1984">
                        <c:v>40855</c:v>
                      </c:pt>
                      <c:pt idx="1985">
                        <c:v>40856</c:v>
                      </c:pt>
                      <c:pt idx="1986">
                        <c:v>40857</c:v>
                      </c:pt>
                      <c:pt idx="1987">
                        <c:v>40858</c:v>
                      </c:pt>
                      <c:pt idx="1988">
                        <c:v>40861</c:v>
                      </c:pt>
                      <c:pt idx="1989">
                        <c:v>40862</c:v>
                      </c:pt>
                      <c:pt idx="1990">
                        <c:v>40863</c:v>
                      </c:pt>
                      <c:pt idx="1991">
                        <c:v>40864</c:v>
                      </c:pt>
                      <c:pt idx="1992">
                        <c:v>40865</c:v>
                      </c:pt>
                      <c:pt idx="1993">
                        <c:v>40868</c:v>
                      </c:pt>
                      <c:pt idx="1994">
                        <c:v>40869</c:v>
                      </c:pt>
                      <c:pt idx="1995">
                        <c:v>40870</c:v>
                      </c:pt>
                      <c:pt idx="1996">
                        <c:v>40871</c:v>
                      </c:pt>
                      <c:pt idx="1997">
                        <c:v>40872</c:v>
                      </c:pt>
                      <c:pt idx="1998">
                        <c:v>40875</c:v>
                      </c:pt>
                      <c:pt idx="1999">
                        <c:v>40876</c:v>
                      </c:pt>
                      <c:pt idx="2000">
                        <c:v>40877</c:v>
                      </c:pt>
                      <c:pt idx="2001">
                        <c:v>40878</c:v>
                      </c:pt>
                      <c:pt idx="2002">
                        <c:v>40879</c:v>
                      </c:pt>
                      <c:pt idx="2003">
                        <c:v>40882</c:v>
                      </c:pt>
                      <c:pt idx="2004">
                        <c:v>40883</c:v>
                      </c:pt>
                      <c:pt idx="2005">
                        <c:v>40884</c:v>
                      </c:pt>
                      <c:pt idx="2006">
                        <c:v>40885</c:v>
                      </c:pt>
                      <c:pt idx="2007">
                        <c:v>40886</c:v>
                      </c:pt>
                      <c:pt idx="2008">
                        <c:v>40889</c:v>
                      </c:pt>
                      <c:pt idx="2009">
                        <c:v>40890</c:v>
                      </c:pt>
                      <c:pt idx="2010">
                        <c:v>40891</c:v>
                      </c:pt>
                      <c:pt idx="2011">
                        <c:v>40892</c:v>
                      </c:pt>
                      <c:pt idx="2012">
                        <c:v>40893</c:v>
                      </c:pt>
                      <c:pt idx="2013">
                        <c:v>40896</c:v>
                      </c:pt>
                      <c:pt idx="2014">
                        <c:v>40897</c:v>
                      </c:pt>
                      <c:pt idx="2015">
                        <c:v>40898</c:v>
                      </c:pt>
                      <c:pt idx="2016">
                        <c:v>40899</c:v>
                      </c:pt>
                      <c:pt idx="2017">
                        <c:v>40900</c:v>
                      </c:pt>
                      <c:pt idx="2018">
                        <c:v>40903</c:v>
                      </c:pt>
                      <c:pt idx="2019">
                        <c:v>40904</c:v>
                      </c:pt>
                      <c:pt idx="2020">
                        <c:v>40905</c:v>
                      </c:pt>
                      <c:pt idx="2021">
                        <c:v>40906</c:v>
                      </c:pt>
                      <c:pt idx="2022">
                        <c:v>40907</c:v>
                      </c:pt>
                      <c:pt idx="2023">
                        <c:v>40910</c:v>
                      </c:pt>
                      <c:pt idx="2024">
                        <c:v>40911</c:v>
                      </c:pt>
                      <c:pt idx="2025">
                        <c:v>40912</c:v>
                      </c:pt>
                      <c:pt idx="2026">
                        <c:v>40913</c:v>
                      </c:pt>
                      <c:pt idx="2027">
                        <c:v>40914</c:v>
                      </c:pt>
                      <c:pt idx="2028">
                        <c:v>40917</c:v>
                      </c:pt>
                      <c:pt idx="2029">
                        <c:v>40918</c:v>
                      </c:pt>
                      <c:pt idx="2030">
                        <c:v>40919</c:v>
                      </c:pt>
                      <c:pt idx="2031">
                        <c:v>40920</c:v>
                      </c:pt>
                      <c:pt idx="2032">
                        <c:v>40921</c:v>
                      </c:pt>
                      <c:pt idx="2033">
                        <c:v>40924</c:v>
                      </c:pt>
                      <c:pt idx="2034">
                        <c:v>40925</c:v>
                      </c:pt>
                      <c:pt idx="2035">
                        <c:v>40926</c:v>
                      </c:pt>
                      <c:pt idx="2036">
                        <c:v>40927</c:v>
                      </c:pt>
                      <c:pt idx="2037">
                        <c:v>40928</c:v>
                      </c:pt>
                      <c:pt idx="2038">
                        <c:v>40931</c:v>
                      </c:pt>
                      <c:pt idx="2039">
                        <c:v>40932</c:v>
                      </c:pt>
                      <c:pt idx="2040">
                        <c:v>40933</c:v>
                      </c:pt>
                      <c:pt idx="2041">
                        <c:v>40934</c:v>
                      </c:pt>
                      <c:pt idx="2042">
                        <c:v>40935</c:v>
                      </c:pt>
                      <c:pt idx="2043">
                        <c:v>40938</c:v>
                      </c:pt>
                      <c:pt idx="2044">
                        <c:v>40939</c:v>
                      </c:pt>
                      <c:pt idx="2045">
                        <c:v>40940</c:v>
                      </c:pt>
                      <c:pt idx="2046">
                        <c:v>40941</c:v>
                      </c:pt>
                      <c:pt idx="2047">
                        <c:v>40942</c:v>
                      </c:pt>
                      <c:pt idx="2048">
                        <c:v>40945</c:v>
                      </c:pt>
                      <c:pt idx="2049">
                        <c:v>40946</c:v>
                      </c:pt>
                      <c:pt idx="2050">
                        <c:v>40947</c:v>
                      </c:pt>
                      <c:pt idx="2051">
                        <c:v>40948</c:v>
                      </c:pt>
                      <c:pt idx="2052">
                        <c:v>40949</c:v>
                      </c:pt>
                      <c:pt idx="2053">
                        <c:v>40952</c:v>
                      </c:pt>
                      <c:pt idx="2054">
                        <c:v>40953</c:v>
                      </c:pt>
                      <c:pt idx="2055">
                        <c:v>40954</c:v>
                      </c:pt>
                      <c:pt idx="2056">
                        <c:v>40955</c:v>
                      </c:pt>
                      <c:pt idx="2057">
                        <c:v>40956</c:v>
                      </c:pt>
                      <c:pt idx="2058">
                        <c:v>40959</c:v>
                      </c:pt>
                      <c:pt idx="2059">
                        <c:v>40960</c:v>
                      </c:pt>
                      <c:pt idx="2060">
                        <c:v>40961</c:v>
                      </c:pt>
                      <c:pt idx="2061">
                        <c:v>40962</c:v>
                      </c:pt>
                      <c:pt idx="2062">
                        <c:v>40963</c:v>
                      </c:pt>
                      <c:pt idx="2063">
                        <c:v>40966</c:v>
                      </c:pt>
                      <c:pt idx="2064">
                        <c:v>40967</c:v>
                      </c:pt>
                      <c:pt idx="2065">
                        <c:v>40968</c:v>
                      </c:pt>
                      <c:pt idx="2066">
                        <c:v>40969</c:v>
                      </c:pt>
                      <c:pt idx="2067">
                        <c:v>40970</c:v>
                      </c:pt>
                      <c:pt idx="2068">
                        <c:v>40973</c:v>
                      </c:pt>
                      <c:pt idx="2069">
                        <c:v>40974</c:v>
                      </c:pt>
                      <c:pt idx="2070">
                        <c:v>40975</c:v>
                      </c:pt>
                      <c:pt idx="2071">
                        <c:v>40976</c:v>
                      </c:pt>
                      <c:pt idx="2072">
                        <c:v>40977</c:v>
                      </c:pt>
                      <c:pt idx="2073">
                        <c:v>40980</c:v>
                      </c:pt>
                      <c:pt idx="2074">
                        <c:v>40981</c:v>
                      </c:pt>
                      <c:pt idx="2075">
                        <c:v>40982</c:v>
                      </c:pt>
                      <c:pt idx="2076">
                        <c:v>40983</c:v>
                      </c:pt>
                      <c:pt idx="2077">
                        <c:v>40984</c:v>
                      </c:pt>
                      <c:pt idx="2078">
                        <c:v>40987</c:v>
                      </c:pt>
                      <c:pt idx="2079">
                        <c:v>40988</c:v>
                      </c:pt>
                      <c:pt idx="2080">
                        <c:v>40989</c:v>
                      </c:pt>
                      <c:pt idx="2081">
                        <c:v>40990</c:v>
                      </c:pt>
                      <c:pt idx="2082">
                        <c:v>40991</c:v>
                      </c:pt>
                      <c:pt idx="2083">
                        <c:v>40994</c:v>
                      </c:pt>
                      <c:pt idx="2084">
                        <c:v>40995</c:v>
                      </c:pt>
                      <c:pt idx="2085">
                        <c:v>40996</c:v>
                      </c:pt>
                      <c:pt idx="2086">
                        <c:v>40997</c:v>
                      </c:pt>
                      <c:pt idx="2087">
                        <c:v>40998</c:v>
                      </c:pt>
                      <c:pt idx="2088">
                        <c:v>41001</c:v>
                      </c:pt>
                      <c:pt idx="2089">
                        <c:v>41002</c:v>
                      </c:pt>
                      <c:pt idx="2090">
                        <c:v>41003</c:v>
                      </c:pt>
                      <c:pt idx="2091">
                        <c:v>41004</c:v>
                      </c:pt>
                      <c:pt idx="2092">
                        <c:v>41005</c:v>
                      </c:pt>
                      <c:pt idx="2093">
                        <c:v>41008</c:v>
                      </c:pt>
                      <c:pt idx="2094">
                        <c:v>41009</c:v>
                      </c:pt>
                      <c:pt idx="2095">
                        <c:v>41010</c:v>
                      </c:pt>
                      <c:pt idx="2096">
                        <c:v>41011</c:v>
                      </c:pt>
                      <c:pt idx="2097">
                        <c:v>41012</c:v>
                      </c:pt>
                      <c:pt idx="2098">
                        <c:v>41015</c:v>
                      </c:pt>
                      <c:pt idx="2099">
                        <c:v>41016</c:v>
                      </c:pt>
                      <c:pt idx="2100">
                        <c:v>41017</c:v>
                      </c:pt>
                      <c:pt idx="2101">
                        <c:v>41018</c:v>
                      </c:pt>
                      <c:pt idx="2102">
                        <c:v>41019</c:v>
                      </c:pt>
                      <c:pt idx="2103">
                        <c:v>41022</c:v>
                      </c:pt>
                      <c:pt idx="2104">
                        <c:v>41023</c:v>
                      </c:pt>
                      <c:pt idx="2105">
                        <c:v>41024</c:v>
                      </c:pt>
                      <c:pt idx="2106">
                        <c:v>41025</c:v>
                      </c:pt>
                      <c:pt idx="2107">
                        <c:v>41026</c:v>
                      </c:pt>
                      <c:pt idx="2108">
                        <c:v>41029</c:v>
                      </c:pt>
                      <c:pt idx="2109">
                        <c:v>41030</c:v>
                      </c:pt>
                      <c:pt idx="2110">
                        <c:v>41031</c:v>
                      </c:pt>
                      <c:pt idx="2111">
                        <c:v>41032</c:v>
                      </c:pt>
                      <c:pt idx="2112">
                        <c:v>41033</c:v>
                      </c:pt>
                      <c:pt idx="2113">
                        <c:v>41036</c:v>
                      </c:pt>
                      <c:pt idx="2114">
                        <c:v>41037</c:v>
                      </c:pt>
                      <c:pt idx="2115">
                        <c:v>41038</c:v>
                      </c:pt>
                      <c:pt idx="2116">
                        <c:v>41039</c:v>
                      </c:pt>
                      <c:pt idx="2117">
                        <c:v>41040</c:v>
                      </c:pt>
                      <c:pt idx="2118">
                        <c:v>41043</c:v>
                      </c:pt>
                      <c:pt idx="2119">
                        <c:v>41044</c:v>
                      </c:pt>
                      <c:pt idx="2120">
                        <c:v>41045</c:v>
                      </c:pt>
                      <c:pt idx="2121">
                        <c:v>41046</c:v>
                      </c:pt>
                      <c:pt idx="2122">
                        <c:v>41047</c:v>
                      </c:pt>
                      <c:pt idx="2123">
                        <c:v>41050</c:v>
                      </c:pt>
                      <c:pt idx="2124">
                        <c:v>41051</c:v>
                      </c:pt>
                      <c:pt idx="2125">
                        <c:v>41052</c:v>
                      </c:pt>
                      <c:pt idx="2126">
                        <c:v>41053</c:v>
                      </c:pt>
                      <c:pt idx="2127">
                        <c:v>41054</c:v>
                      </c:pt>
                      <c:pt idx="2128">
                        <c:v>41057</c:v>
                      </c:pt>
                      <c:pt idx="2129">
                        <c:v>41058</c:v>
                      </c:pt>
                      <c:pt idx="2130">
                        <c:v>41059</c:v>
                      </c:pt>
                      <c:pt idx="2131">
                        <c:v>41060</c:v>
                      </c:pt>
                      <c:pt idx="2132">
                        <c:v>41061</c:v>
                      </c:pt>
                      <c:pt idx="2133">
                        <c:v>41064</c:v>
                      </c:pt>
                      <c:pt idx="2134">
                        <c:v>41065</c:v>
                      </c:pt>
                      <c:pt idx="2135">
                        <c:v>41066</c:v>
                      </c:pt>
                      <c:pt idx="2136">
                        <c:v>41067</c:v>
                      </c:pt>
                      <c:pt idx="2137">
                        <c:v>41068</c:v>
                      </c:pt>
                      <c:pt idx="2138">
                        <c:v>41071</c:v>
                      </c:pt>
                      <c:pt idx="2139">
                        <c:v>41072</c:v>
                      </c:pt>
                      <c:pt idx="2140">
                        <c:v>41073</c:v>
                      </c:pt>
                      <c:pt idx="2141">
                        <c:v>41074</c:v>
                      </c:pt>
                      <c:pt idx="2142">
                        <c:v>41075</c:v>
                      </c:pt>
                      <c:pt idx="2143">
                        <c:v>41078</c:v>
                      </c:pt>
                      <c:pt idx="2144">
                        <c:v>41079</c:v>
                      </c:pt>
                      <c:pt idx="2145">
                        <c:v>41080</c:v>
                      </c:pt>
                      <c:pt idx="2146">
                        <c:v>41081</c:v>
                      </c:pt>
                      <c:pt idx="2147">
                        <c:v>41082</c:v>
                      </c:pt>
                      <c:pt idx="2148">
                        <c:v>41085</c:v>
                      </c:pt>
                      <c:pt idx="2149">
                        <c:v>41086</c:v>
                      </c:pt>
                      <c:pt idx="2150">
                        <c:v>41087</c:v>
                      </c:pt>
                      <c:pt idx="2151">
                        <c:v>41088</c:v>
                      </c:pt>
                      <c:pt idx="2152">
                        <c:v>41089</c:v>
                      </c:pt>
                      <c:pt idx="2153">
                        <c:v>41092</c:v>
                      </c:pt>
                      <c:pt idx="2154">
                        <c:v>41093</c:v>
                      </c:pt>
                      <c:pt idx="2155">
                        <c:v>41094</c:v>
                      </c:pt>
                      <c:pt idx="2156">
                        <c:v>41095</c:v>
                      </c:pt>
                      <c:pt idx="2157">
                        <c:v>41096</c:v>
                      </c:pt>
                      <c:pt idx="2158">
                        <c:v>41099</c:v>
                      </c:pt>
                      <c:pt idx="2159">
                        <c:v>41100</c:v>
                      </c:pt>
                      <c:pt idx="2160">
                        <c:v>41101</c:v>
                      </c:pt>
                      <c:pt idx="2161">
                        <c:v>41102</c:v>
                      </c:pt>
                      <c:pt idx="2162">
                        <c:v>41103</c:v>
                      </c:pt>
                      <c:pt idx="2163">
                        <c:v>41106</c:v>
                      </c:pt>
                      <c:pt idx="2164">
                        <c:v>41107</c:v>
                      </c:pt>
                      <c:pt idx="2165">
                        <c:v>41108</c:v>
                      </c:pt>
                      <c:pt idx="2166">
                        <c:v>41109</c:v>
                      </c:pt>
                      <c:pt idx="2167">
                        <c:v>41110</c:v>
                      </c:pt>
                      <c:pt idx="2168">
                        <c:v>41113</c:v>
                      </c:pt>
                      <c:pt idx="2169">
                        <c:v>41114</c:v>
                      </c:pt>
                      <c:pt idx="2170">
                        <c:v>41115</c:v>
                      </c:pt>
                      <c:pt idx="2171">
                        <c:v>41116</c:v>
                      </c:pt>
                      <c:pt idx="2172">
                        <c:v>41117</c:v>
                      </c:pt>
                      <c:pt idx="2173">
                        <c:v>41120</c:v>
                      </c:pt>
                      <c:pt idx="2174">
                        <c:v>41121</c:v>
                      </c:pt>
                      <c:pt idx="2175">
                        <c:v>41122</c:v>
                      </c:pt>
                      <c:pt idx="2176">
                        <c:v>41123</c:v>
                      </c:pt>
                      <c:pt idx="2177">
                        <c:v>41124</c:v>
                      </c:pt>
                      <c:pt idx="2178">
                        <c:v>41127</c:v>
                      </c:pt>
                      <c:pt idx="2179">
                        <c:v>41128</c:v>
                      </c:pt>
                      <c:pt idx="2180">
                        <c:v>41129</c:v>
                      </c:pt>
                      <c:pt idx="2181">
                        <c:v>41130</c:v>
                      </c:pt>
                      <c:pt idx="2182">
                        <c:v>41131</c:v>
                      </c:pt>
                      <c:pt idx="2183">
                        <c:v>41134</c:v>
                      </c:pt>
                      <c:pt idx="2184">
                        <c:v>41135</c:v>
                      </c:pt>
                      <c:pt idx="2185">
                        <c:v>41136</c:v>
                      </c:pt>
                      <c:pt idx="2186">
                        <c:v>41137</c:v>
                      </c:pt>
                      <c:pt idx="2187">
                        <c:v>41138</c:v>
                      </c:pt>
                      <c:pt idx="2188">
                        <c:v>41141</c:v>
                      </c:pt>
                      <c:pt idx="2189">
                        <c:v>41142</c:v>
                      </c:pt>
                      <c:pt idx="2190">
                        <c:v>41143</c:v>
                      </c:pt>
                      <c:pt idx="2191">
                        <c:v>41144</c:v>
                      </c:pt>
                      <c:pt idx="2192">
                        <c:v>41145</c:v>
                      </c:pt>
                      <c:pt idx="2193">
                        <c:v>41148</c:v>
                      </c:pt>
                      <c:pt idx="2194">
                        <c:v>41149</c:v>
                      </c:pt>
                      <c:pt idx="2195">
                        <c:v>41150</c:v>
                      </c:pt>
                      <c:pt idx="2196">
                        <c:v>41151</c:v>
                      </c:pt>
                      <c:pt idx="2197">
                        <c:v>41152</c:v>
                      </c:pt>
                      <c:pt idx="2198">
                        <c:v>41155</c:v>
                      </c:pt>
                      <c:pt idx="2199">
                        <c:v>41156</c:v>
                      </c:pt>
                      <c:pt idx="2200">
                        <c:v>41157</c:v>
                      </c:pt>
                      <c:pt idx="2201">
                        <c:v>41158</c:v>
                      </c:pt>
                      <c:pt idx="2202">
                        <c:v>41159</c:v>
                      </c:pt>
                      <c:pt idx="2203">
                        <c:v>41162</c:v>
                      </c:pt>
                      <c:pt idx="2204">
                        <c:v>41163</c:v>
                      </c:pt>
                      <c:pt idx="2205">
                        <c:v>41164</c:v>
                      </c:pt>
                      <c:pt idx="2206">
                        <c:v>41165</c:v>
                      </c:pt>
                      <c:pt idx="2207">
                        <c:v>41166</c:v>
                      </c:pt>
                      <c:pt idx="2208">
                        <c:v>41169</c:v>
                      </c:pt>
                      <c:pt idx="2209">
                        <c:v>41170</c:v>
                      </c:pt>
                      <c:pt idx="2210">
                        <c:v>41171</c:v>
                      </c:pt>
                      <c:pt idx="2211">
                        <c:v>41172</c:v>
                      </c:pt>
                      <c:pt idx="2212">
                        <c:v>41173</c:v>
                      </c:pt>
                      <c:pt idx="2213">
                        <c:v>41176</c:v>
                      </c:pt>
                      <c:pt idx="2214">
                        <c:v>41177</c:v>
                      </c:pt>
                      <c:pt idx="2215">
                        <c:v>41178</c:v>
                      </c:pt>
                      <c:pt idx="2216">
                        <c:v>41179</c:v>
                      </c:pt>
                      <c:pt idx="2217">
                        <c:v>41180</c:v>
                      </c:pt>
                      <c:pt idx="2218">
                        <c:v>41183</c:v>
                      </c:pt>
                      <c:pt idx="2219">
                        <c:v>41184</c:v>
                      </c:pt>
                      <c:pt idx="2220">
                        <c:v>41185</c:v>
                      </c:pt>
                      <c:pt idx="2221">
                        <c:v>41186</c:v>
                      </c:pt>
                      <c:pt idx="2222">
                        <c:v>41187</c:v>
                      </c:pt>
                      <c:pt idx="2223">
                        <c:v>41190</c:v>
                      </c:pt>
                      <c:pt idx="2224">
                        <c:v>41191</c:v>
                      </c:pt>
                      <c:pt idx="2225">
                        <c:v>41192</c:v>
                      </c:pt>
                      <c:pt idx="2226">
                        <c:v>41193</c:v>
                      </c:pt>
                      <c:pt idx="2227">
                        <c:v>41194</c:v>
                      </c:pt>
                      <c:pt idx="2228">
                        <c:v>41197</c:v>
                      </c:pt>
                      <c:pt idx="2229">
                        <c:v>41198</c:v>
                      </c:pt>
                      <c:pt idx="2230">
                        <c:v>41199</c:v>
                      </c:pt>
                      <c:pt idx="2231">
                        <c:v>41200</c:v>
                      </c:pt>
                      <c:pt idx="2232">
                        <c:v>41201</c:v>
                      </c:pt>
                      <c:pt idx="2233">
                        <c:v>41204</c:v>
                      </c:pt>
                      <c:pt idx="2234">
                        <c:v>41205</c:v>
                      </c:pt>
                      <c:pt idx="2235">
                        <c:v>41206</c:v>
                      </c:pt>
                      <c:pt idx="2236">
                        <c:v>41207</c:v>
                      </c:pt>
                      <c:pt idx="2237">
                        <c:v>41208</c:v>
                      </c:pt>
                      <c:pt idx="2238">
                        <c:v>41211</c:v>
                      </c:pt>
                      <c:pt idx="2239">
                        <c:v>41212</c:v>
                      </c:pt>
                      <c:pt idx="2240">
                        <c:v>41213</c:v>
                      </c:pt>
                      <c:pt idx="2241">
                        <c:v>41214</c:v>
                      </c:pt>
                      <c:pt idx="2242">
                        <c:v>41215</c:v>
                      </c:pt>
                      <c:pt idx="2243">
                        <c:v>41218</c:v>
                      </c:pt>
                      <c:pt idx="2244">
                        <c:v>41219</c:v>
                      </c:pt>
                      <c:pt idx="2245">
                        <c:v>41220</c:v>
                      </c:pt>
                      <c:pt idx="2246">
                        <c:v>41221</c:v>
                      </c:pt>
                      <c:pt idx="2247">
                        <c:v>41222</c:v>
                      </c:pt>
                      <c:pt idx="2248">
                        <c:v>41225</c:v>
                      </c:pt>
                      <c:pt idx="2249">
                        <c:v>41226</c:v>
                      </c:pt>
                      <c:pt idx="2250">
                        <c:v>41227</c:v>
                      </c:pt>
                      <c:pt idx="2251">
                        <c:v>41228</c:v>
                      </c:pt>
                      <c:pt idx="2252">
                        <c:v>41229</c:v>
                      </c:pt>
                      <c:pt idx="2253">
                        <c:v>41232</c:v>
                      </c:pt>
                      <c:pt idx="2254">
                        <c:v>41233</c:v>
                      </c:pt>
                      <c:pt idx="2255">
                        <c:v>41234</c:v>
                      </c:pt>
                      <c:pt idx="2256">
                        <c:v>41235</c:v>
                      </c:pt>
                      <c:pt idx="2257">
                        <c:v>41236</c:v>
                      </c:pt>
                      <c:pt idx="2258">
                        <c:v>41239</c:v>
                      </c:pt>
                      <c:pt idx="2259">
                        <c:v>41240</c:v>
                      </c:pt>
                      <c:pt idx="2260">
                        <c:v>41241</c:v>
                      </c:pt>
                      <c:pt idx="2261">
                        <c:v>41242</c:v>
                      </c:pt>
                      <c:pt idx="2262">
                        <c:v>41243</c:v>
                      </c:pt>
                      <c:pt idx="2263">
                        <c:v>41246</c:v>
                      </c:pt>
                      <c:pt idx="2264">
                        <c:v>41247</c:v>
                      </c:pt>
                      <c:pt idx="2265">
                        <c:v>41248</c:v>
                      </c:pt>
                      <c:pt idx="2266">
                        <c:v>41249</c:v>
                      </c:pt>
                      <c:pt idx="2267">
                        <c:v>41250</c:v>
                      </c:pt>
                      <c:pt idx="2268">
                        <c:v>41253</c:v>
                      </c:pt>
                      <c:pt idx="2269">
                        <c:v>41254</c:v>
                      </c:pt>
                      <c:pt idx="2270">
                        <c:v>41255</c:v>
                      </c:pt>
                      <c:pt idx="2271">
                        <c:v>41256</c:v>
                      </c:pt>
                      <c:pt idx="2272">
                        <c:v>41257</c:v>
                      </c:pt>
                      <c:pt idx="2273">
                        <c:v>41260</c:v>
                      </c:pt>
                      <c:pt idx="2274">
                        <c:v>41261</c:v>
                      </c:pt>
                      <c:pt idx="2275">
                        <c:v>41262</c:v>
                      </c:pt>
                      <c:pt idx="2276">
                        <c:v>41263</c:v>
                      </c:pt>
                      <c:pt idx="2277">
                        <c:v>41264</c:v>
                      </c:pt>
                      <c:pt idx="2278">
                        <c:v>41267</c:v>
                      </c:pt>
                      <c:pt idx="2279">
                        <c:v>41268</c:v>
                      </c:pt>
                      <c:pt idx="2280">
                        <c:v>41269</c:v>
                      </c:pt>
                      <c:pt idx="2281">
                        <c:v>41270</c:v>
                      </c:pt>
                      <c:pt idx="2282">
                        <c:v>41271</c:v>
                      </c:pt>
                      <c:pt idx="2283">
                        <c:v>41274</c:v>
                      </c:pt>
                      <c:pt idx="2284">
                        <c:v>41275</c:v>
                      </c:pt>
                      <c:pt idx="2285">
                        <c:v>41276</c:v>
                      </c:pt>
                      <c:pt idx="2286">
                        <c:v>41277</c:v>
                      </c:pt>
                      <c:pt idx="2287">
                        <c:v>41278</c:v>
                      </c:pt>
                      <c:pt idx="2288">
                        <c:v>41281</c:v>
                      </c:pt>
                      <c:pt idx="2289">
                        <c:v>41282</c:v>
                      </c:pt>
                      <c:pt idx="2290">
                        <c:v>41283</c:v>
                      </c:pt>
                      <c:pt idx="2291">
                        <c:v>41284</c:v>
                      </c:pt>
                      <c:pt idx="2292">
                        <c:v>41285</c:v>
                      </c:pt>
                      <c:pt idx="2293">
                        <c:v>41288</c:v>
                      </c:pt>
                      <c:pt idx="2294">
                        <c:v>41289</c:v>
                      </c:pt>
                      <c:pt idx="2295">
                        <c:v>41290</c:v>
                      </c:pt>
                      <c:pt idx="2296">
                        <c:v>41291</c:v>
                      </c:pt>
                      <c:pt idx="2297">
                        <c:v>41292</c:v>
                      </c:pt>
                      <c:pt idx="2298">
                        <c:v>41295</c:v>
                      </c:pt>
                      <c:pt idx="2299">
                        <c:v>41296</c:v>
                      </c:pt>
                      <c:pt idx="2300">
                        <c:v>41297</c:v>
                      </c:pt>
                      <c:pt idx="2301">
                        <c:v>41298</c:v>
                      </c:pt>
                      <c:pt idx="2302">
                        <c:v>41299</c:v>
                      </c:pt>
                      <c:pt idx="2303">
                        <c:v>41302</c:v>
                      </c:pt>
                      <c:pt idx="2304">
                        <c:v>41303</c:v>
                      </c:pt>
                      <c:pt idx="2305">
                        <c:v>41304</c:v>
                      </c:pt>
                      <c:pt idx="2306">
                        <c:v>41305</c:v>
                      </c:pt>
                      <c:pt idx="2307">
                        <c:v>41306</c:v>
                      </c:pt>
                      <c:pt idx="2308">
                        <c:v>41309</c:v>
                      </c:pt>
                      <c:pt idx="2309">
                        <c:v>41310</c:v>
                      </c:pt>
                      <c:pt idx="2310">
                        <c:v>41311</c:v>
                      </c:pt>
                      <c:pt idx="2311">
                        <c:v>41312</c:v>
                      </c:pt>
                      <c:pt idx="2312">
                        <c:v>41313</c:v>
                      </c:pt>
                      <c:pt idx="2313">
                        <c:v>41316</c:v>
                      </c:pt>
                      <c:pt idx="2314">
                        <c:v>41317</c:v>
                      </c:pt>
                      <c:pt idx="2315">
                        <c:v>41318</c:v>
                      </c:pt>
                      <c:pt idx="2316">
                        <c:v>41319</c:v>
                      </c:pt>
                      <c:pt idx="2317">
                        <c:v>41320</c:v>
                      </c:pt>
                      <c:pt idx="2318">
                        <c:v>41323</c:v>
                      </c:pt>
                      <c:pt idx="2319">
                        <c:v>41324</c:v>
                      </c:pt>
                      <c:pt idx="2320">
                        <c:v>41325</c:v>
                      </c:pt>
                      <c:pt idx="2321">
                        <c:v>41326</c:v>
                      </c:pt>
                      <c:pt idx="2322">
                        <c:v>41327</c:v>
                      </c:pt>
                      <c:pt idx="2323">
                        <c:v>41330</c:v>
                      </c:pt>
                      <c:pt idx="2324">
                        <c:v>41331</c:v>
                      </c:pt>
                      <c:pt idx="2325">
                        <c:v>41332</c:v>
                      </c:pt>
                      <c:pt idx="2326">
                        <c:v>41333</c:v>
                      </c:pt>
                      <c:pt idx="2327">
                        <c:v>41334</c:v>
                      </c:pt>
                      <c:pt idx="2328">
                        <c:v>41337</c:v>
                      </c:pt>
                      <c:pt idx="2329">
                        <c:v>41338</c:v>
                      </c:pt>
                      <c:pt idx="2330">
                        <c:v>41339</c:v>
                      </c:pt>
                      <c:pt idx="2331">
                        <c:v>41340</c:v>
                      </c:pt>
                      <c:pt idx="2332">
                        <c:v>41341</c:v>
                      </c:pt>
                      <c:pt idx="2333">
                        <c:v>41344</c:v>
                      </c:pt>
                      <c:pt idx="2334">
                        <c:v>41345</c:v>
                      </c:pt>
                      <c:pt idx="2335">
                        <c:v>41346</c:v>
                      </c:pt>
                      <c:pt idx="2336">
                        <c:v>41347</c:v>
                      </c:pt>
                      <c:pt idx="2337">
                        <c:v>41348</c:v>
                      </c:pt>
                      <c:pt idx="2338">
                        <c:v>41351</c:v>
                      </c:pt>
                      <c:pt idx="2339">
                        <c:v>41352</c:v>
                      </c:pt>
                      <c:pt idx="2340">
                        <c:v>41353</c:v>
                      </c:pt>
                      <c:pt idx="2341">
                        <c:v>41354</c:v>
                      </c:pt>
                      <c:pt idx="2342">
                        <c:v>41355</c:v>
                      </c:pt>
                      <c:pt idx="2343">
                        <c:v>41358</c:v>
                      </c:pt>
                      <c:pt idx="2344">
                        <c:v>41359</c:v>
                      </c:pt>
                      <c:pt idx="2345">
                        <c:v>41360</c:v>
                      </c:pt>
                      <c:pt idx="2346">
                        <c:v>41361</c:v>
                      </c:pt>
                      <c:pt idx="2347">
                        <c:v>41362</c:v>
                      </c:pt>
                      <c:pt idx="2348">
                        <c:v>41365</c:v>
                      </c:pt>
                      <c:pt idx="2349">
                        <c:v>41366</c:v>
                      </c:pt>
                      <c:pt idx="2350">
                        <c:v>41367</c:v>
                      </c:pt>
                      <c:pt idx="2351">
                        <c:v>41368</c:v>
                      </c:pt>
                      <c:pt idx="2352">
                        <c:v>41369</c:v>
                      </c:pt>
                      <c:pt idx="2353">
                        <c:v>41372</c:v>
                      </c:pt>
                      <c:pt idx="2354">
                        <c:v>41373</c:v>
                      </c:pt>
                      <c:pt idx="2355">
                        <c:v>41374</c:v>
                      </c:pt>
                      <c:pt idx="2356">
                        <c:v>41375</c:v>
                      </c:pt>
                      <c:pt idx="2357">
                        <c:v>41376</c:v>
                      </c:pt>
                      <c:pt idx="2358">
                        <c:v>41379</c:v>
                      </c:pt>
                      <c:pt idx="2359">
                        <c:v>41380</c:v>
                      </c:pt>
                      <c:pt idx="2360">
                        <c:v>41381</c:v>
                      </c:pt>
                      <c:pt idx="2361">
                        <c:v>41382</c:v>
                      </c:pt>
                      <c:pt idx="2362">
                        <c:v>41383</c:v>
                      </c:pt>
                      <c:pt idx="2363">
                        <c:v>41386</c:v>
                      </c:pt>
                      <c:pt idx="2364">
                        <c:v>41387</c:v>
                      </c:pt>
                      <c:pt idx="2365">
                        <c:v>41388</c:v>
                      </c:pt>
                      <c:pt idx="2366">
                        <c:v>41389</c:v>
                      </c:pt>
                      <c:pt idx="2367">
                        <c:v>41390</c:v>
                      </c:pt>
                      <c:pt idx="2368">
                        <c:v>41393</c:v>
                      </c:pt>
                      <c:pt idx="2369">
                        <c:v>41394</c:v>
                      </c:pt>
                      <c:pt idx="2370">
                        <c:v>41395</c:v>
                      </c:pt>
                      <c:pt idx="2371">
                        <c:v>41396</c:v>
                      </c:pt>
                      <c:pt idx="2372">
                        <c:v>41397</c:v>
                      </c:pt>
                      <c:pt idx="2373">
                        <c:v>41400</c:v>
                      </c:pt>
                      <c:pt idx="2374">
                        <c:v>41401</c:v>
                      </c:pt>
                      <c:pt idx="2375">
                        <c:v>41402</c:v>
                      </c:pt>
                      <c:pt idx="2376">
                        <c:v>41403</c:v>
                      </c:pt>
                      <c:pt idx="2377">
                        <c:v>41404</c:v>
                      </c:pt>
                      <c:pt idx="2378">
                        <c:v>41407</c:v>
                      </c:pt>
                      <c:pt idx="2379">
                        <c:v>41408</c:v>
                      </c:pt>
                      <c:pt idx="2380">
                        <c:v>41409</c:v>
                      </c:pt>
                      <c:pt idx="2381">
                        <c:v>41410</c:v>
                      </c:pt>
                      <c:pt idx="2382">
                        <c:v>41411</c:v>
                      </c:pt>
                      <c:pt idx="2383">
                        <c:v>41414</c:v>
                      </c:pt>
                      <c:pt idx="2384">
                        <c:v>41415</c:v>
                      </c:pt>
                      <c:pt idx="2385">
                        <c:v>41416</c:v>
                      </c:pt>
                      <c:pt idx="2386">
                        <c:v>41417</c:v>
                      </c:pt>
                      <c:pt idx="2387">
                        <c:v>41418</c:v>
                      </c:pt>
                      <c:pt idx="2388">
                        <c:v>41421</c:v>
                      </c:pt>
                      <c:pt idx="2389">
                        <c:v>41422</c:v>
                      </c:pt>
                      <c:pt idx="2390">
                        <c:v>41423</c:v>
                      </c:pt>
                      <c:pt idx="2391">
                        <c:v>41424</c:v>
                      </c:pt>
                      <c:pt idx="2392">
                        <c:v>41425</c:v>
                      </c:pt>
                      <c:pt idx="2393">
                        <c:v>41428</c:v>
                      </c:pt>
                      <c:pt idx="2394">
                        <c:v>41429</c:v>
                      </c:pt>
                      <c:pt idx="2395">
                        <c:v>41430</c:v>
                      </c:pt>
                      <c:pt idx="2396">
                        <c:v>41431</c:v>
                      </c:pt>
                      <c:pt idx="2397">
                        <c:v>41432</c:v>
                      </c:pt>
                      <c:pt idx="2398">
                        <c:v>41435</c:v>
                      </c:pt>
                      <c:pt idx="2399">
                        <c:v>41436</c:v>
                      </c:pt>
                      <c:pt idx="2400">
                        <c:v>41437</c:v>
                      </c:pt>
                      <c:pt idx="2401">
                        <c:v>41438</c:v>
                      </c:pt>
                      <c:pt idx="2402">
                        <c:v>41439</c:v>
                      </c:pt>
                      <c:pt idx="2403">
                        <c:v>41442</c:v>
                      </c:pt>
                      <c:pt idx="2404">
                        <c:v>41443</c:v>
                      </c:pt>
                      <c:pt idx="2405">
                        <c:v>41444</c:v>
                      </c:pt>
                      <c:pt idx="2406">
                        <c:v>41445</c:v>
                      </c:pt>
                      <c:pt idx="2407">
                        <c:v>41446</c:v>
                      </c:pt>
                      <c:pt idx="2408">
                        <c:v>41449</c:v>
                      </c:pt>
                      <c:pt idx="2409">
                        <c:v>41450</c:v>
                      </c:pt>
                      <c:pt idx="2410">
                        <c:v>41451</c:v>
                      </c:pt>
                      <c:pt idx="2411">
                        <c:v>41452</c:v>
                      </c:pt>
                      <c:pt idx="2412">
                        <c:v>41453</c:v>
                      </c:pt>
                      <c:pt idx="2413">
                        <c:v>41456</c:v>
                      </c:pt>
                      <c:pt idx="2414">
                        <c:v>41457</c:v>
                      </c:pt>
                      <c:pt idx="2415">
                        <c:v>41458</c:v>
                      </c:pt>
                      <c:pt idx="2416">
                        <c:v>41459</c:v>
                      </c:pt>
                      <c:pt idx="2417">
                        <c:v>41460</c:v>
                      </c:pt>
                      <c:pt idx="2418">
                        <c:v>41463</c:v>
                      </c:pt>
                      <c:pt idx="2419">
                        <c:v>41464</c:v>
                      </c:pt>
                      <c:pt idx="2420">
                        <c:v>41465</c:v>
                      </c:pt>
                      <c:pt idx="2421">
                        <c:v>41466</c:v>
                      </c:pt>
                      <c:pt idx="2422">
                        <c:v>41467</c:v>
                      </c:pt>
                      <c:pt idx="2423">
                        <c:v>41470</c:v>
                      </c:pt>
                      <c:pt idx="2424">
                        <c:v>41471</c:v>
                      </c:pt>
                      <c:pt idx="2425">
                        <c:v>41472</c:v>
                      </c:pt>
                      <c:pt idx="2426">
                        <c:v>41473</c:v>
                      </c:pt>
                      <c:pt idx="2427">
                        <c:v>41474</c:v>
                      </c:pt>
                      <c:pt idx="2428">
                        <c:v>41477</c:v>
                      </c:pt>
                      <c:pt idx="2429">
                        <c:v>41478</c:v>
                      </c:pt>
                      <c:pt idx="2430">
                        <c:v>41479</c:v>
                      </c:pt>
                      <c:pt idx="2431">
                        <c:v>41480</c:v>
                      </c:pt>
                      <c:pt idx="2432">
                        <c:v>41481</c:v>
                      </c:pt>
                      <c:pt idx="2433">
                        <c:v>41484</c:v>
                      </c:pt>
                      <c:pt idx="2434">
                        <c:v>41485</c:v>
                      </c:pt>
                      <c:pt idx="2435">
                        <c:v>41486</c:v>
                      </c:pt>
                      <c:pt idx="2436">
                        <c:v>41487</c:v>
                      </c:pt>
                      <c:pt idx="2437">
                        <c:v>41488</c:v>
                      </c:pt>
                      <c:pt idx="2438">
                        <c:v>41491</c:v>
                      </c:pt>
                      <c:pt idx="2439">
                        <c:v>41492</c:v>
                      </c:pt>
                      <c:pt idx="2440">
                        <c:v>41493</c:v>
                      </c:pt>
                      <c:pt idx="2441">
                        <c:v>41494</c:v>
                      </c:pt>
                      <c:pt idx="2442">
                        <c:v>41495</c:v>
                      </c:pt>
                      <c:pt idx="2443">
                        <c:v>41498</c:v>
                      </c:pt>
                      <c:pt idx="2444">
                        <c:v>41499</c:v>
                      </c:pt>
                      <c:pt idx="2445">
                        <c:v>41500</c:v>
                      </c:pt>
                      <c:pt idx="2446">
                        <c:v>41501</c:v>
                      </c:pt>
                      <c:pt idx="2447">
                        <c:v>41502</c:v>
                      </c:pt>
                      <c:pt idx="2448">
                        <c:v>41505</c:v>
                      </c:pt>
                      <c:pt idx="2449">
                        <c:v>41506</c:v>
                      </c:pt>
                      <c:pt idx="2450">
                        <c:v>41507</c:v>
                      </c:pt>
                      <c:pt idx="2451">
                        <c:v>41508</c:v>
                      </c:pt>
                      <c:pt idx="2452">
                        <c:v>41509</c:v>
                      </c:pt>
                      <c:pt idx="2453">
                        <c:v>41512</c:v>
                      </c:pt>
                      <c:pt idx="2454">
                        <c:v>41513</c:v>
                      </c:pt>
                      <c:pt idx="2455">
                        <c:v>41514</c:v>
                      </c:pt>
                      <c:pt idx="2456">
                        <c:v>41515</c:v>
                      </c:pt>
                      <c:pt idx="2457">
                        <c:v>41516</c:v>
                      </c:pt>
                      <c:pt idx="2458">
                        <c:v>41519</c:v>
                      </c:pt>
                      <c:pt idx="2459">
                        <c:v>41520</c:v>
                      </c:pt>
                      <c:pt idx="2460">
                        <c:v>41521</c:v>
                      </c:pt>
                      <c:pt idx="2461">
                        <c:v>41522</c:v>
                      </c:pt>
                      <c:pt idx="2462">
                        <c:v>41523</c:v>
                      </c:pt>
                      <c:pt idx="2463">
                        <c:v>41526</c:v>
                      </c:pt>
                      <c:pt idx="2464">
                        <c:v>41527</c:v>
                      </c:pt>
                      <c:pt idx="2465">
                        <c:v>41528</c:v>
                      </c:pt>
                      <c:pt idx="2466">
                        <c:v>41529</c:v>
                      </c:pt>
                      <c:pt idx="2467">
                        <c:v>41530</c:v>
                      </c:pt>
                      <c:pt idx="2468">
                        <c:v>41533</c:v>
                      </c:pt>
                      <c:pt idx="2469">
                        <c:v>41534</c:v>
                      </c:pt>
                      <c:pt idx="2470">
                        <c:v>41535</c:v>
                      </c:pt>
                      <c:pt idx="2471">
                        <c:v>41536</c:v>
                      </c:pt>
                      <c:pt idx="2472">
                        <c:v>41537</c:v>
                      </c:pt>
                      <c:pt idx="2473">
                        <c:v>41540</c:v>
                      </c:pt>
                      <c:pt idx="2474">
                        <c:v>41541</c:v>
                      </c:pt>
                      <c:pt idx="2475">
                        <c:v>41542</c:v>
                      </c:pt>
                      <c:pt idx="2476">
                        <c:v>41543</c:v>
                      </c:pt>
                      <c:pt idx="2477">
                        <c:v>41544</c:v>
                      </c:pt>
                      <c:pt idx="2478">
                        <c:v>41547</c:v>
                      </c:pt>
                      <c:pt idx="2479">
                        <c:v>41548</c:v>
                      </c:pt>
                      <c:pt idx="2480">
                        <c:v>41549</c:v>
                      </c:pt>
                      <c:pt idx="2481">
                        <c:v>41550</c:v>
                      </c:pt>
                      <c:pt idx="2482">
                        <c:v>41551</c:v>
                      </c:pt>
                      <c:pt idx="2483">
                        <c:v>41554</c:v>
                      </c:pt>
                      <c:pt idx="2484">
                        <c:v>41555</c:v>
                      </c:pt>
                      <c:pt idx="2485">
                        <c:v>41556</c:v>
                      </c:pt>
                      <c:pt idx="2486">
                        <c:v>41557</c:v>
                      </c:pt>
                      <c:pt idx="2487">
                        <c:v>41558</c:v>
                      </c:pt>
                      <c:pt idx="2488">
                        <c:v>41561</c:v>
                      </c:pt>
                      <c:pt idx="2489">
                        <c:v>41562</c:v>
                      </c:pt>
                      <c:pt idx="2490">
                        <c:v>41563</c:v>
                      </c:pt>
                      <c:pt idx="2491">
                        <c:v>41564</c:v>
                      </c:pt>
                      <c:pt idx="2492">
                        <c:v>41565</c:v>
                      </c:pt>
                      <c:pt idx="2493">
                        <c:v>41568</c:v>
                      </c:pt>
                      <c:pt idx="2494">
                        <c:v>41569</c:v>
                      </c:pt>
                      <c:pt idx="2495">
                        <c:v>41570</c:v>
                      </c:pt>
                      <c:pt idx="2496">
                        <c:v>41571</c:v>
                      </c:pt>
                      <c:pt idx="2497">
                        <c:v>41572</c:v>
                      </c:pt>
                      <c:pt idx="2498">
                        <c:v>41575</c:v>
                      </c:pt>
                      <c:pt idx="2499">
                        <c:v>41576</c:v>
                      </c:pt>
                      <c:pt idx="2500">
                        <c:v>41577</c:v>
                      </c:pt>
                      <c:pt idx="2501">
                        <c:v>41578</c:v>
                      </c:pt>
                      <c:pt idx="2502">
                        <c:v>41579</c:v>
                      </c:pt>
                      <c:pt idx="2503">
                        <c:v>41582</c:v>
                      </c:pt>
                      <c:pt idx="2504">
                        <c:v>41583</c:v>
                      </c:pt>
                      <c:pt idx="2505">
                        <c:v>41584</c:v>
                      </c:pt>
                      <c:pt idx="2506">
                        <c:v>41585</c:v>
                      </c:pt>
                      <c:pt idx="2507">
                        <c:v>41586</c:v>
                      </c:pt>
                      <c:pt idx="2508">
                        <c:v>41589</c:v>
                      </c:pt>
                      <c:pt idx="2509">
                        <c:v>41590</c:v>
                      </c:pt>
                      <c:pt idx="2510">
                        <c:v>41591</c:v>
                      </c:pt>
                      <c:pt idx="2511">
                        <c:v>41592</c:v>
                      </c:pt>
                      <c:pt idx="2512">
                        <c:v>41593</c:v>
                      </c:pt>
                      <c:pt idx="2513">
                        <c:v>41596</c:v>
                      </c:pt>
                      <c:pt idx="2514">
                        <c:v>41597</c:v>
                      </c:pt>
                      <c:pt idx="2515">
                        <c:v>41598</c:v>
                      </c:pt>
                      <c:pt idx="2516">
                        <c:v>41599</c:v>
                      </c:pt>
                      <c:pt idx="2517">
                        <c:v>41600</c:v>
                      </c:pt>
                      <c:pt idx="2518">
                        <c:v>41603</c:v>
                      </c:pt>
                      <c:pt idx="2519">
                        <c:v>41604</c:v>
                      </c:pt>
                      <c:pt idx="2520">
                        <c:v>41605</c:v>
                      </c:pt>
                      <c:pt idx="2521">
                        <c:v>41606</c:v>
                      </c:pt>
                      <c:pt idx="2522">
                        <c:v>41607</c:v>
                      </c:pt>
                      <c:pt idx="2523">
                        <c:v>41610</c:v>
                      </c:pt>
                      <c:pt idx="2524">
                        <c:v>41611</c:v>
                      </c:pt>
                      <c:pt idx="2525">
                        <c:v>41612</c:v>
                      </c:pt>
                      <c:pt idx="2526">
                        <c:v>41613</c:v>
                      </c:pt>
                      <c:pt idx="2527">
                        <c:v>41614</c:v>
                      </c:pt>
                      <c:pt idx="2528">
                        <c:v>41617</c:v>
                      </c:pt>
                      <c:pt idx="2529">
                        <c:v>41618</c:v>
                      </c:pt>
                      <c:pt idx="2530">
                        <c:v>41619</c:v>
                      </c:pt>
                      <c:pt idx="2531">
                        <c:v>41620</c:v>
                      </c:pt>
                      <c:pt idx="2532">
                        <c:v>41621</c:v>
                      </c:pt>
                      <c:pt idx="2533">
                        <c:v>41624</c:v>
                      </c:pt>
                      <c:pt idx="2534">
                        <c:v>41625</c:v>
                      </c:pt>
                      <c:pt idx="2535">
                        <c:v>41626</c:v>
                      </c:pt>
                      <c:pt idx="2536">
                        <c:v>41627</c:v>
                      </c:pt>
                      <c:pt idx="2537">
                        <c:v>41628</c:v>
                      </c:pt>
                      <c:pt idx="2538">
                        <c:v>41631</c:v>
                      </c:pt>
                      <c:pt idx="2539">
                        <c:v>41632</c:v>
                      </c:pt>
                      <c:pt idx="2540">
                        <c:v>41633</c:v>
                      </c:pt>
                      <c:pt idx="2541">
                        <c:v>41634</c:v>
                      </c:pt>
                      <c:pt idx="2542">
                        <c:v>41635</c:v>
                      </c:pt>
                      <c:pt idx="2543">
                        <c:v>41638</c:v>
                      </c:pt>
                      <c:pt idx="2544">
                        <c:v>41639</c:v>
                      </c:pt>
                      <c:pt idx="2545">
                        <c:v>41640</c:v>
                      </c:pt>
                      <c:pt idx="2546">
                        <c:v>41641</c:v>
                      </c:pt>
                      <c:pt idx="2547">
                        <c:v>41642</c:v>
                      </c:pt>
                      <c:pt idx="2548">
                        <c:v>41645</c:v>
                      </c:pt>
                      <c:pt idx="2549">
                        <c:v>41646</c:v>
                      </c:pt>
                      <c:pt idx="2550">
                        <c:v>41647</c:v>
                      </c:pt>
                      <c:pt idx="2551">
                        <c:v>41648</c:v>
                      </c:pt>
                      <c:pt idx="2552">
                        <c:v>41649</c:v>
                      </c:pt>
                      <c:pt idx="2553">
                        <c:v>41652</c:v>
                      </c:pt>
                      <c:pt idx="2554">
                        <c:v>41653</c:v>
                      </c:pt>
                      <c:pt idx="2555">
                        <c:v>41654</c:v>
                      </c:pt>
                      <c:pt idx="2556">
                        <c:v>41655</c:v>
                      </c:pt>
                      <c:pt idx="2557">
                        <c:v>41656</c:v>
                      </c:pt>
                      <c:pt idx="2558">
                        <c:v>41659</c:v>
                      </c:pt>
                      <c:pt idx="2559">
                        <c:v>41660</c:v>
                      </c:pt>
                      <c:pt idx="2560">
                        <c:v>41661</c:v>
                      </c:pt>
                      <c:pt idx="2561">
                        <c:v>41662</c:v>
                      </c:pt>
                      <c:pt idx="2562">
                        <c:v>41663</c:v>
                      </c:pt>
                      <c:pt idx="2563">
                        <c:v>41666</c:v>
                      </c:pt>
                      <c:pt idx="2564">
                        <c:v>41667</c:v>
                      </c:pt>
                      <c:pt idx="2565">
                        <c:v>41668</c:v>
                      </c:pt>
                      <c:pt idx="2566">
                        <c:v>41669</c:v>
                      </c:pt>
                      <c:pt idx="2567">
                        <c:v>41670</c:v>
                      </c:pt>
                      <c:pt idx="2568">
                        <c:v>41673</c:v>
                      </c:pt>
                      <c:pt idx="2569">
                        <c:v>41674</c:v>
                      </c:pt>
                      <c:pt idx="2570">
                        <c:v>41675</c:v>
                      </c:pt>
                      <c:pt idx="2571">
                        <c:v>41676</c:v>
                      </c:pt>
                      <c:pt idx="2572">
                        <c:v>41677</c:v>
                      </c:pt>
                      <c:pt idx="2573">
                        <c:v>41680</c:v>
                      </c:pt>
                      <c:pt idx="2574">
                        <c:v>41681</c:v>
                      </c:pt>
                      <c:pt idx="2575">
                        <c:v>41682</c:v>
                      </c:pt>
                      <c:pt idx="2576">
                        <c:v>41683</c:v>
                      </c:pt>
                      <c:pt idx="2577">
                        <c:v>41684</c:v>
                      </c:pt>
                      <c:pt idx="2578">
                        <c:v>41687</c:v>
                      </c:pt>
                      <c:pt idx="2579">
                        <c:v>41688</c:v>
                      </c:pt>
                      <c:pt idx="2580">
                        <c:v>41689</c:v>
                      </c:pt>
                      <c:pt idx="2581">
                        <c:v>41690</c:v>
                      </c:pt>
                      <c:pt idx="2582">
                        <c:v>41691</c:v>
                      </c:pt>
                      <c:pt idx="2583">
                        <c:v>41694</c:v>
                      </c:pt>
                      <c:pt idx="2584">
                        <c:v>41695</c:v>
                      </c:pt>
                      <c:pt idx="2585">
                        <c:v>41696</c:v>
                      </c:pt>
                      <c:pt idx="2586">
                        <c:v>41697</c:v>
                      </c:pt>
                      <c:pt idx="2587">
                        <c:v>41698</c:v>
                      </c:pt>
                      <c:pt idx="2588">
                        <c:v>41701</c:v>
                      </c:pt>
                      <c:pt idx="2589">
                        <c:v>41702</c:v>
                      </c:pt>
                      <c:pt idx="2590">
                        <c:v>41703</c:v>
                      </c:pt>
                      <c:pt idx="2591">
                        <c:v>41704</c:v>
                      </c:pt>
                      <c:pt idx="2592">
                        <c:v>41705</c:v>
                      </c:pt>
                      <c:pt idx="2593">
                        <c:v>41708</c:v>
                      </c:pt>
                      <c:pt idx="2594">
                        <c:v>41709</c:v>
                      </c:pt>
                      <c:pt idx="2595">
                        <c:v>41710</c:v>
                      </c:pt>
                      <c:pt idx="2596">
                        <c:v>41711</c:v>
                      </c:pt>
                      <c:pt idx="2597">
                        <c:v>41712</c:v>
                      </c:pt>
                      <c:pt idx="2598">
                        <c:v>41715</c:v>
                      </c:pt>
                      <c:pt idx="2599">
                        <c:v>41716</c:v>
                      </c:pt>
                      <c:pt idx="2600">
                        <c:v>41717</c:v>
                      </c:pt>
                      <c:pt idx="2601">
                        <c:v>41718</c:v>
                      </c:pt>
                      <c:pt idx="2602">
                        <c:v>41719</c:v>
                      </c:pt>
                      <c:pt idx="2603">
                        <c:v>41722</c:v>
                      </c:pt>
                      <c:pt idx="2604">
                        <c:v>41723</c:v>
                      </c:pt>
                      <c:pt idx="2605">
                        <c:v>41724</c:v>
                      </c:pt>
                      <c:pt idx="2606">
                        <c:v>41725</c:v>
                      </c:pt>
                      <c:pt idx="2607">
                        <c:v>41726</c:v>
                      </c:pt>
                      <c:pt idx="2608">
                        <c:v>41729</c:v>
                      </c:pt>
                      <c:pt idx="2609">
                        <c:v>41730</c:v>
                      </c:pt>
                      <c:pt idx="2610">
                        <c:v>41731</c:v>
                      </c:pt>
                      <c:pt idx="2611">
                        <c:v>41732</c:v>
                      </c:pt>
                      <c:pt idx="2612">
                        <c:v>41733</c:v>
                      </c:pt>
                      <c:pt idx="2613">
                        <c:v>41736</c:v>
                      </c:pt>
                      <c:pt idx="2614">
                        <c:v>41737</c:v>
                      </c:pt>
                      <c:pt idx="2615">
                        <c:v>41738</c:v>
                      </c:pt>
                      <c:pt idx="2616">
                        <c:v>41739</c:v>
                      </c:pt>
                      <c:pt idx="2617">
                        <c:v>41740</c:v>
                      </c:pt>
                      <c:pt idx="2618">
                        <c:v>41743</c:v>
                      </c:pt>
                      <c:pt idx="2619">
                        <c:v>41744</c:v>
                      </c:pt>
                      <c:pt idx="2620">
                        <c:v>41745</c:v>
                      </c:pt>
                      <c:pt idx="2621">
                        <c:v>41746</c:v>
                      </c:pt>
                      <c:pt idx="2622">
                        <c:v>41747</c:v>
                      </c:pt>
                      <c:pt idx="2623">
                        <c:v>41750</c:v>
                      </c:pt>
                      <c:pt idx="2624">
                        <c:v>41751</c:v>
                      </c:pt>
                      <c:pt idx="2625">
                        <c:v>41752</c:v>
                      </c:pt>
                      <c:pt idx="2626">
                        <c:v>41753</c:v>
                      </c:pt>
                      <c:pt idx="2627">
                        <c:v>41754</c:v>
                      </c:pt>
                      <c:pt idx="2628">
                        <c:v>41757</c:v>
                      </c:pt>
                      <c:pt idx="2629">
                        <c:v>41758</c:v>
                      </c:pt>
                      <c:pt idx="2630">
                        <c:v>41759</c:v>
                      </c:pt>
                      <c:pt idx="2631">
                        <c:v>41760</c:v>
                      </c:pt>
                      <c:pt idx="2632">
                        <c:v>41761</c:v>
                      </c:pt>
                      <c:pt idx="2633">
                        <c:v>41764</c:v>
                      </c:pt>
                      <c:pt idx="2634">
                        <c:v>41765</c:v>
                      </c:pt>
                      <c:pt idx="2635">
                        <c:v>41766</c:v>
                      </c:pt>
                      <c:pt idx="2636">
                        <c:v>41767</c:v>
                      </c:pt>
                      <c:pt idx="2637">
                        <c:v>41768</c:v>
                      </c:pt>
                      <c:pt idx="2638">
                        <c:v>41771</c:v>
                      </c:pt>
                      <c:pt idx="2639">
                        <c:v>41772</c:v>
                      </c:pt>
                      <c:pt idx="2640">
                        <c:v>41773</c:v>
                      </c:pt>
                      <c:pt idx="2641">
                        <c:v>41774</c:v>
                      </c:pt>
                      <c:pt idx="2642">
                        <c:v>41775</c:v>
                      </c:pt>
                      <c:pt idx="2643">
                        <c:v>41778</c:v>
                      </c:pt>
                      <c:pt idx="2644">
                        <c:v>41779</c:v>
                      </c:pt>
                      <c:pt idx="2645">
                        <c:v>41780</c:v>
                      </c:pt>
                      <c:pt idx="2646">
                        <c:v>41781</c:v>
                      </c:pt>
                      <c:pt idx="2647">
                        <c:v>41782</c:v>
                      </c:pt>
                      <c:pt idx="2648">
                        <c:v>41785</c:v>
                      </c:pt>
                      <c:pt idx="2649">
                        <c:v>41786</c:v>
                      </c:pt>
                      <c:pt idx="2650">
                        <c:v>41787</c:v>
                      </c:pt>
                      <c:pt idx="2651">
                        <c:v>41788</c:v>
                      </c:pt>
                      <c:pt idx="2652">
                        <c:v>41789</c:v>
                      </c:pt>
                      <c:pt idx="2653">
                        <c:v>41792</c:v>
                      </c:pt>
                      <c:pt idx="2654">
                        <c:v>41793</c:v>
                      </c:pt>
                      <c:pt idx="2655">
                        <c:v>41794</c:v>
                      </c:pt>
                      <c:pt idx="2656">
                        <c:v>41795</c:v>
                      </c:pt>
                      <c:pt idx="2657">
                        <c:v>41796</c:v>
                      </c:pt>
                      <c:pt idx="2658">
                        <c:v>41799</c:v>
                      </c:pt>
                      <c:pt idx="2659">
                        <c:v>41800</c:v>
                      </c:pt>
                      <c:pt idx="2660">
                        <c:v>41801</c:v>
                      </c:pt>
                      <c:pt idx="2661">
                        <c:v>41802</c:v>
                      </c:pt>
                      <c:pt idx="2662">
                        <c:v>41803</c:v>
                      </c:pt>
                      <c:pt idx="2663">
                        <c:v>41806</c:v>
                      </c:pt>
                      <c:pt idx="2664">
                        <c:v>41807</c:v>
                      </c:pt>
                      <c:pt idx="2665">
                        <c:v>41808</c:v>
                      </c:pt>
                      <c:pt idx="2666">
                        <c:v>41809</c:v>
                      </c:pt>
                      <c:pt idx="2667">
                        <c:v>41810</c:v>
                      </c:pt>
                      <c:pt idx="2668">
                        <c:v>41813</c:v>
                      </c:pt>
                      <c:pt idx="2669">
                        <c:v>41814</c:v>
                      </c:pt>
                      <c:pt idx="2670">
                        <c:v>41815</c:v>
                      </c:pt>
                      <c:pt idx="2671">
                        <c:v>41816</c:v>
                      </c:pt>
                      <c:pt idx="2672">
                        <c:v>41817</c:v>
                      </c:pt>
                      <c:pt idx="2673">
                        <c:v>41820</c:v>
                      </c:pt>
                      <c:pt idx="2674">
                        <c:v>41821</c:v>
                      </c:pt>
                      <c:pt idx="2675">
                        <c:v>41822</c:v>
                      </c:pt>
                      <c:pt idx="2676">
                        <c:v>41823</c:v>
                      </c:pt>
                      <c:pt idx="2677">
                        <c:v>41824</c:v>
                      </c:pt>
                      <c:pt idx="2678">
                        <c:v>41827</c:v>
                      </c:pt>
                      <c:pt idx="2679">
                        <c:v>41828</c:v>
                      </c:pt>
                      <c:pt idx="2680">
                        <c:v>41829</c:v>
                      </c:pt>
                      <c:pt idx="2681">
                        <c:v>41830</c:v>
                      </c:pt>
                      <c:pt idx="2682">
                        <c:v>41831</c:v>
                      </c:pt>
                      <c:pt idx="2683">
                        <c:v>41834</c:v>
                      </c:pt>
                      <c:pt idx="2684">
                        <c:v>41835</c:v>
                      </c:pt>
                      <c:pt idx="2685">
                        <c:v>41836</c:v>
                      </c:pt>
                      <c:pt idx="2686">
                        <c:v>41837</c:v>
                      </c:pt>
                      <c:pt idx="2687">
                        <c:v>41838</c:v>
                      </c:pt>
                      <c:pt idx="2688">
                        <c:v>41841</c:v>
                      </c:pt>
                      <c:pt idx="2689">
                        <c:v>41842</c:v>
                      </c:pt>
                      <c:pt idx="2690">
                        <c:v>41843</c:v>
                      </c:pt>
                      <c:pt idx="2691">
                        <c:v>41844</c:v>
                      </c:pt>
                      <c:pt idx="2692">
                        <c:v>41845</c:v>
                      </c:pt>
                      <c:pt idx="2693">
                        <c:v>41848</c:v>
                      </c:pt>
                      <c:pt idx="2694">
                        <c:v>41849</c:v>
                      </c:pt>
                      <c:pt idx="2695">
                        <c:v>41850</c:v>
                      </c:pt>
                      <c:pt idx="2696">
                        <c:v>41851</c:v>
                      </c:pt>
                      <c:pt idx="2697">
                        <c:v>41852</c:v>
                      </c:pt>
                      <c:pt idx="2698">
                        <c:v>41855</c:v>
                      </c:pt>
                      <c:pt idx="2699">
                        <c:v>41856</c:v>
                      </c:pt>
                      <c:pt idx="2700">
                        <c:v>41857</c:v>
                      </c:pt>
                      <c:pt idx="2701">
                        <c:v>41858</c:v>
                      </c:pt>
                      <c:pt idx="2702">
                        <c:v>41859</c:v>
                      </c:pt>
                      <c:pt idx="2703">
                        <c:v>41862</c:v>
                      </c:pt>
                      <c:pt idx="2704">
                        <c:v>41863</c:v>
                      </c:pt>
                      <c:pt idx="2705">
                        <c:v>41864</c:v>
                      </c:pt>
                      <c:pt idx="2706">
                        <c:v>41865</c:v>
                      </c:pt>
                      <c:pt idx="2707">
                        <c:v>41866</c:v>
                      </c:pt>
                      <c:pt idx="2708">
                        <c:v>41869</c:v>
                      </c:pt>
                      <c:pt idx="2709">
                        <c:v>41870</c:v>
                      </c:pt>
                      <c:pt idx="2710">
                        <c:v>41871</c:v>
                      </c:pt>
                      <c:pt idx="2711">
                        <c:v>41872</c:v>
                      </c:pt>
                      <c:pt idx="2712">
                        <c:v>41873</c:v>
                      </c:pt>
                      <c:pt idx="2713">
                        <c:v>41876</c:v>
                      </c:pt>
                      <c:pt idx="2714">
                        <c:v>41877</c:v>
                      </c:pt>
                      <c:pt idx="2715">
                        <c:v>41878</c:v>
                      </c:pt>
                      <c:pt idx="2716">
                        <c:v>41879</c:v>
                      </c:pt>
                      <c:pt idx="2717">
                        <c:v>41880</c:v>
                      </c:pt>
                      <c:pt idx="2718">
                        <c:v>41883</c:v>
                      </c:pt>
                      <c:pt idx="2719">
                        <c:v>41884</c:v>
                      </c:pt>
                      <c:pt idx="2720">
                        <c:v>41885</c:v>
                      </c:pt>
                      <c:pt idx="2721">
                        <c:v>41886</c:v>
                      </c:pt>
                      <c:pt idx="2722">
                        <c:v>41887</c:v>
                      </c:pt>
                      <c:pt idx="2723">
                        <c:v>41890</c:v>
                      </c:pt>
                      <c:pt idx="2724">
                        <c:v>41891</c:v>
                      </c:pt>
                      <c:pt idx="2725">
                        <c:v>41892</c:v>
                      </c:pt>
                      <c:pt idx="2726">
                        <c:v>41893</c:v>
                      </c:pt>
                      <c:pt idx="2727">
                        <c:v>41894</c:v>
                      </c:pt>
                      <c:pt idx="2728">
                        <c:v>41897</c:v>
                      </c:pt>
                      <c:pt idx="2729">
                        <c:v>41898</c:v>
                      </c:pt>
                      <c:pt idx="2730">
                        <c:v>41899</c:v>
                      </c:pt>
                      <c:pt idx="2731">
                        <c:v>41900</c:v>
                      </c:pt>
                      <c:pt idx="2732">
                        <c:v>41901</c:v>
                      </c:pt>
                      <c:pt idx="2733">
                        <c:v>41904</c:v>
                      </c:pt>
                      <c:pt idx="2734">
                        <c:v>41905</c:v>
                      </c:pt>
                      <c:pt idx="2735">
                        <c:v>41906</c:v>
                      </c:pt>
                      <c:pt idx="2736">
                        <c:v>41907</c:v>
                      </c:pt>
                      <c:pt idx="2737">
                        <c:v>41908</c:v>
                      </c:pt>
                      <c:pt idx="2738">
                        <c:v>41911</c:v>
                      </c:pt>
                      <c:pt idx="2739">
                        <c:v>41912</c:v>
                      </c:pt>
                      <c:pt idx="2740">
                        <c:v>41913</c:v>
                      </c:pt>
                      <c:pt idx="2741">
                        <c:v>41914</c:v>
                      </c:pt>
                      <c:pt idx="2742">
                        <c:v>41915</c:v>
                      </c:pt>
                      <c:pt idx="2743">
                        <c:v>41918</c:v>
                      </c:pt>
                      <c:pt idx="2744">
                        <c:v>41919</c:v>
                      </c:pt>
                      <c:pt idx="2745">
                        <c:v>41920</c:v>
                      </c:pt>
                      <c:pt idx="2746">
                        <c:v>41921</c:v>
                      </c:pt>
                      <c:pt idx="2747">
                        <c:v>41922</c:v>
                      </c:pt>
                      <c:pt idx="2748">
                        <c:v>41925</c:v>
                      </c:pt>
                      <c:pt idx="2749">
                        <c:v>41926</c:v>
                      </c:pt>
                      <c:pt idx="2750">
                        <c:v>41927</c:v>
                      </c:pt>
                      <c:pt idx="2751">
                        <c:v>41928</c:v>
                      </c:pt>
                      <c:pt idx="2752">
                        <c:v>41929</c:v>
                      </c:pt>
                      <c:pt idx="2753">
                        <c:v>41932</c:v>
                      </c:pt>
                      <c:pt idx="2754">
                        <c:v>41933</c:v>
                      </c:pt>
                      <c:pt idx="2755">
                        <c:v>41934</c:v>
                      </c:pt>
                      <c:pt idx="2756">
                        <c:v>41935</c:v>
                      </c:pt>
                      <c:pt idx="2757">
                        <c:v>41936</c:v>
                      </c:pt>
                      <c:pt idx="2758">
                        <c:v>41939</c:v>
                      </c:pt>
                      <c:pt idx="2759">
                        <c:v>41940</c:v>
                      </c:pt>
                      <c:pt idx="2760">
                        <c:v>41941</c:v>
                      </c:pt>
                      <c:pt idx="2761">
                        <c:v>41942</c:v>
                      </c:pt>
                      <c:pt idx="2762">
                        <c:v>41943</c:v>
                      </c:pt>
                      <c:pt idx="2763">
                        <c:v>41946</c:v>
                      </c:pt>
                      <c:pt idx="2764">
                        <c:v>41947</c:v>
                      </c:pt>
                      <c:pt idx="2765">
                        <c:v>41948</c:v>
                      </c:pt>
                      <c:pt idx="2766">
                        <c:v>41949</c:v>
                      </c:pt>
                      <c:pt idx="2767">
                        <c:v>41950</c:v>
                      </c:pt>
                      <c:pt idx="2768">
                        <c:v>41953</c:v>
                      </c:pt>
                      <c:pt idx="2769">
                        <c:v>41954</c:v>
                      </c:pt>
                      <c:pt idx="2770">
                        <c:v>41955</c:v>
                      </c:pt>
                      <c:pt idx="2771">
                        <c:v>41956</c:v>
                      </c:pt>
                      <c:pt idx="2772">
                        <c:v>41957</c:v>
                      </c:pt>
                      <c:pt idx="2773">
                        <c:v>41960</c:v>
                      </c:pt>
                      <c:pt idx="2774">
                        <c:v>41961</c:v>
                      </c:pt>
                      <c:pt idx="2775">
                        <c:v>41962</c:v>
                      </c:pt>
                      <c:pt idx="2776">
                        <c:v>41963</c:v>
                      </c:pt>
                      <c:pt idx="2777">
                        <c:v>41964</c:v>
                      </c:pt>
                      <c:pt idx="2778">
                        <c:v>41967</c:v>
                      </c:pt>
                      <c:pt idx="2779">
                        <c:v>41968</c:v>
                      </c:pt>
                      <c:pt idx="2780">
                        <c:v>41969</c:v>
                      </c:pt>
                      <c:pt idx="2781">
                        <c:v>41970</c:v>
                      </c:pt>
                      <c:pt idx="2782">
                        <c:v>41971</c:v>
                      </c:pt>
                      <c:pt idx="2783">
                        <c:v>41974</c:v>
                      </c:pt>
                      <c:pt idx="2784">
                        <c:v>41975</c:v>
                      </c:pt>
                      <c:pt idx="2785">
                        <c:v>41976</c:v>
                      </c:pt>
                      <c:pt idx="2786">
                        <c:v>41977</c:v>
                      </c:pt>
                      <c:pt idx="2787">
                        <c:v>41978</c:v>
                      </c:pt>
                      <c:pt idx="2788">
                        <c:v>41981</c:v>
                      </c:pt>
                      <c:pt idx="2789">
                        <c:v>41982</c:v>
                      </c:pt>
                      <c:pt idx="2790">
                        <c:v>41983</c:v>
                      </c:pt>
                      <c:pt idx="2791">
                        <c:v>41984</c:v>
                      </c:pt>
                      <c:pt idx="2792">
                        <c:v>41985</c:v>
                      </c:pt>
                      <c:pt idx="2793">
                        <c:v>41988</c:v>
                      </c:pt>
                      <c:pt idx="2794">
                        <c:v>41989</c:v>
                      </c:pt>
                      <c:pt idx="2795">
                        <c:v>41990</c:v>
                      </c:pt>
                      <c:pt idx="2796">
                        <c:v>41991</c:v>
                      </c:pt>
                      <c:pt idx="2797">
                        <c:v>41992</c:v>
                      </c:pt>
                      <c:pt idx="2798">
                        <c:v>41995</c:v>
                      </c:pt>
                      <c:pt idx="2799">
                        <c:v>41996</c:v>
                      </c:pt>
                      <c:pt idx="2800">
                        <c:v>41997</c:v>
                      </c:pt>
                      <c:pt idx="2801">
                        <c:v>41998</c:v>
                      </c:pt>
                      <c:pt idx="2802">
                        <c:v>41999</c:v>
                      </c:pt>
                      <c:pt idx="2803">
                        <c:v>42002</c:v>
                      </c:pt>
                      <c:pt idx="2804">
                        <c:v>42003</c:v>
                      </c:pt>
                      <c:pt idx="2805">
                        <c:v>42004</c:v>
                      </c:pt>
                      <c:pt idx="2806">
                        <c:v>42005</c:v>
                      </c:pt>
                      <c:pt idx="2807">
                        <c:v>42006</c:v>
                      </c:pt>
                      <c:pt idx="2808">
                        <c:v>42009</c:v>
                      </c:pt>
                      <c:pt idx="2809">
                        <c:v>42010</c:v>
                      </c:pt>
                      <c:pt idx="2810">
                        <c:v>42011</c:v>
                      </c:pt>
                      <c:pt idx="2811">
                        <c:v>42012</c:v>
                      </c:pt>
                      <c:pt idx="2812">
                        <c:v>42013</c:v>
                      </c:pt>
                      <c:pt idx="2813">
                        <c:v>42016</c:v>
                      </c:pt>
                      <c:pt idx="2814">
                        <c:v>42017</c:v>
                      </c:pt>
                      <c:pt idx="2815">
                        <c:v>42018</c:v>
                      </c:pt>
                      <c:pt idx="2816">
                        <c:v>42019</c:v>
                      </c:pt>
                      <c:pt idx="2817">
                        <c:v>42020</c:v>
                      </c:pt>
                      <c:pt idx="2818">
                        <c:v>42023</c:v>
                      </c:pt>
                      <c:pt idx="2819">
                        <c:v>42024</c:v>
                      </c:pt>
                      <c:pt idx="2820">
                        <c:v>42025</c:v>
                      </c:pt>
                      <c:pt idx="2821">
                        <c:v>42026</c:v>
                      </c:pt>
                      <c:pt idx="2822">
                        <c:v>42027</c:v>
                      </c:pt>
                      <c:pt idx="2823">
                        <c:v>42030</c:v>
                      </c:pt>
                      <c:pt idx="2824">
                        <c:v>42031</c:v>
                      </c:pt>
                      <c:pt idx="2825">
                        <c:v>42032</c:v>
                      </c:pt>
                      <c:pt idx="2826">
                        <c:v>42033</c:v>
                      </c:pt>
                      <c:pt idx="2827">
                        <c:v>42034</c:v>
                      </c:pt>
                      <c:pt idx="2828">
                        <c:v>42037</c:v>
                      </c:pt>
                      <c:pt idx="2829">
                        <c:v>42038</c:v>
                      </c:pt>
                      <c:pt idx="2830">
                        <c:v>42039</c:v>
                      </c:pt>
                      <c:pt idx="2831">
                        <c:v>42040</c:v>
                      </c:pt>
                      <c:pt idx="2832">
                        <c:v>42041</c:v>
                      </c:pt>
                      <c:pt idx="2833">
                        <c:v>42044</c:v>
                      </c:pt>
                      <c:pt idx="2834">
                        <c:v>42045</c:v>
                      </c:pt>
                      <c:pt idx="2835">
                        <c:v>42046</c:v>
                      </c:pt>
                      <c:pt idx="2836">
                        <c:v>42047</c:v>
                      </c:pt>
                      <c:pt idx="2837">
                        <c:v>42048</c:v>
                      </c:pt>
                      <c:pt idx="2838">
                        <c:v>42051</c:v>
                      </c:pt>
                      <c:pt idx="2839">
                        <c:v>42052</c:v>
                      </c:pt>
                      <c:pt idx="2840">
                        <c:v>42053</c:v>
                      </c:pt>
                      <c:pt idx="2841">
                        <c:v>42054</c:v>
                      </c:pt>
                      <c:pt idx="2842">
                        <c:v>42055</c:v>
                      </c:pt>
                      <c:pt idx="2843">
                        <c:v>42058</c:v>
                      </c:pt>
                      <c:pt idx="2844">
                        <c:v>42059</c:v>
                      </c:pt>
                      <c:pt idx="2845">
                        <c:v>42060</c:v>
                      </c:pt>
                      <c:pt idx="2846">
                        <c:v>42061</c:v>
                      </c:pt>
                      <c:pt idx="2847">
                        <c:v>42062</c:v>
                      </c:pt>
                      <c:pt idx="2848">
                        <c:v>42065</c:v>
                      </c:pt>
                      <c:pt idx="2849">
                        <c:v>42066</c:v>
                      </c:pt>
                      <c:pt idx="2850">
                        <c:v>42067</c:v>
                      </c:pt>
                      <c:pt idx="2851">
                        <c:v>42068</c:v>
                      </c:pt>
                      <c:pt idx="2852">
                        <c:v>42069</c:v>
                      </c:pt>
                      <c:pt idx="2853">
                        <c:v>42072</c:v>
                      </c:pt>
                      <c:pt idx="2854">
                        <c:v>42073</c:v>
                      </c:pt>
                      <c:pt idx="2855">
                        <c:v>42074</c:v>
                      </c:pt>
                      <c:pt idx="2856">
                        <c:v>42075</c:v>
                      </c:pt>
                      <c:pt idx="2857">
                        <c:v>42076</c:v>
                      </c:pt>
                      <c:pt idx="2858">
                        <c:v>42079</c:v>
                      </c:pt>
                      <c:pt idx="2859">
                        <c:v>42080</c:v>
                      </c:pt>
                      <c:pt idx="2860">
                        <c:v>42081</c:v>
                      </c:pt>
                      <c:pt idx="2861">
                        <c:v>42082</c:v>
                      </c:pt>
                      <c:pt idx="2862">
                        <c:v>42083</c:v>
                      </c:pt>
                      <c:pt idx="2863">
                        <c:v>42086</c:v>
                      </c:pt>
                      <c:pt idx="2864">
                        <c:v>42087</c:v>
                      </c:pt>
                      <c:pt idx="2865">
                        <c:v>42088</c:v>
                      </c:pt>
                      <c:pt idx="2866">
                        <c:v>42089</c:v>
                      </c:pt>
                      <c:pt idx="2867">
                        <c:v>42090</c:v>
                      </c:pt>
                      <c:pt idx="2868">
                        <c:v>42093</c:v>
                      </c:pt>
                      <c:pt idx="2869">
                        <c:v>42094</c:v>
                      </c:pt>
                      <c:pt idx="2870">
                        <c:v>42095</c:v>
                      </c:pt>
                      <c:pt idx="2871">
                        <c:v>42096</c:v>
                      </c:pt>
                      <c:pt idx="2872">
                        <c:v>42097</c:v>
                      </c:pt>
                      <c:pt idx="2873">
                        <c:v>42100</c:v>
                      </c:pt>
                      <c:pt idx="2874">
                        <c:v>42101</c:v>
                      </c:pt>
                      <c:pt idx="2875">
                        <c:v>42102</c:v>
                      </c:pt>
                      <c:pt idx="2876">
                        <c:v>42103</c:v>
                      </c:pt>
                      <c:pt idx="2877">
                        <c:v>42104</c:v>
                      </c:pt>
                      <c:pt idx="2878">
                        <c:v>42107</c:v>
                      </c:pt>
                      <c:pt idx="2879">
                        <c:v>42108</c:v>
                      </c:pt>
                      <c:pt idx="2880">
                        <c:v>42109</c:v>
                      </c:pt>
                      <c:pt idx="2881">
                        <c:v>42110</c:v>
                      </c:pt>
                      <c:pt idx="2882">
                        <c:v>42111</c:v>
                      </c:pt>
                      <c:pt idx="2883">
                        <c:v>42114</c:v>
                      </c:pt>
                      <c:pt idx="2884">
                        <c:v>42115</c:v>
                      </c:pt>
                      <c:pt idx="2885">
                        <c:v>42116</c:v>
                      </c:pt>
                      <c:pt idx="2886">
                        <c:v>42117</c:v>
                      </c:pt>
                      <c:pt idx="2887">
                        <c:v>42118</c:v>
                      </c:pt>
                      <c:pt idx="2888">
                        <c:v>42121</c:v>
                      </c:pt>
                      <c:pt idx="2889">
                        <c:v>42122</c:v>
                      </c:pt>
                      <c:pt idx="2890">
                        <c:v>42123</c:v>
                      </c:pt>
                      <c:pt idx="2891">
                        <c:v>42124</c:v>
                      </c:pt>
                      <c:pt idx="2892">
                        <c:v>42125</c:v>
                      </c:pt>
                      <c:pt idx="2893">
                        <c:v>42128</c:v>
                      </c:pt>
                      <c:pt idx="2894">
                        <c:v>42129</c:v>
                      </c:pt>
                      <c:pt idx="2895">
                        <c:v>42130</c:v>
                      </c:pt>
                      <c:pt idx="2896">
                        <c:v>42131</c:v>
                      </c:pt>
                      <c:pt idx="2897">
                        <c:v>42132</c:v>
                      </c:pt>
                      <c:pt idx="2898">
                        <c:v>42135</c:v>
                      </c:pt>
                      <c:pt idx="2899">
                        <c:v>42136</c:v>
                      </c:pt>
                      <c:pt idx="2900">
                        <c:v>42137</c:v>
                      </c:pt>
                      <c:pt idx="2901">
                        <c:v>42138</c:v>
                      </c:pt>
                      <c:pt idx="2902">
                        <c:v>42139</c:v>
                      </c:pt>
                      <c:pt idx="2903">
                        <c:v>42142</c:v>
                      </c:pt>
                      <c:pt idx="2904">
                        <c:v>42143</c:v>
                      </c:pt>
                      <c:pt idx="2905">
                        <c:v>42144</c:v>
                      </c:pt>
                      <c:pt idx="2906">
                        <c:v>42145</c:v>
                      </c:pt>
                      <c:pt idx="2907">
                        <c:v>42146</c:v>
                      </c:pt>
                      <c:pt idx="2908">
                        <c:v>42149</c:v>
                      </c:pt>
                      <c:pt idx="2909">
                        <c:v>42150</c:v>
                      </c:pt>
                      <c:pt idx="2910">
                        <c:v>42151</c:v>
                      </c:pt>
                      <c:pt idx="2911">
                        <c:v>42152</c:v>
                      </c:pt>
                      <c:pt idx="2912">
                        <c:v>42153</c:v>
                      </c:pt>
                      <c:pt idx="2913">
                        <c:v>42156</c:v>
                      </c:pt>
                      <c:pt idx="2914">
                        <c:v>42157</c:v>
                      </c:pt>
                      <c:pt idx="2915">
                        <c:v>42158</c:v>
                      </c:pt>
                      <c:pt idx="2916">
                        <c:v>42159</c:v>
                      </c:pt>
                      <c:pt idx="2917">
                        <c:v>42160</c:v>
                      </c:pt>
                      <c:pt idx="2918">
                        <c:v>42163</c:v>
                      </c:pt>
                      <c:pt idx="2919">
                        <c:v>42164</c:v>
                      </c:pt>
                      <c:pt idx="2920">
                        <c:v>42165</c:v>
                      </c:pt>
                      <c:pt idx="2921">
                        <c:v>42166</c:v>
                      </c:pt>
                      <c:pt idx="2922">
                        <c:v>42167</c:v>
                      </c:pt>
                      <c:pt idx="2923">
                        <c:v>42170</c:v>
                      </c:pt>
                      <c:pt idx="2924">
                        <c:v>42171</c:v>
                      </c:pt>
                      <c:pt idx="2925">
                        <c:v>42172</c:v>
                      </c:pt>
                      <c:pt idx="2926">
                        <c:v>42173</c:v>
                      </c:pt>
                      <c:pt idx="2927">
                        <c:v>42174</c:v>
                      </c:pt>
                      <c:pt idx="2928">
                        <c:v>42177</c:v>
                      </c:pt>
                      <c:pt idx="2929">
                        <c:v>42178</c:v>
                      </c:pt>
                      <c:pt idx="2930">
                        <c:v>42179</c:v>
                      </c:pt>
                      <c:pt idx="2931">
                        <c:v>42180</c:v>
                      </c:pt>
                      <c:pt idx="2932">
                        <c:v>42181</c:v>
                      </c:pt>
                      <c:pt idx="2933">
                        <c:v>42184</c:v>
                      </c:pt>
                      <c:pt idx="2934">
                        <c:v>42185</c:v>
                      </c:pt>
                      <c:pt idx="2935">
                        <c:v>42186</c:v>
                      </c:pt>
                      <c:pt idx="2936">
                        <c:v>42187</c:v>
                      </c:pt>
                      <c:pt idx="2937">
                        <c:v>42188</c:v>
                      </c:pt>
                      <c:pt idx="2938">
                        <c:v>42191</c:v>
                      </c:pt>
                      <c:pt idx="2939">
                        <c:v>42192</c:v>
                      </c:pt>
                      <c:pt idx="2940">
                        <c:v>42193</c:v>
                      </c:pt>
                      <c:pt idx="2941">
                        <c:v>42194</c:v>
                      </c:pt>
                      <c:pt idx="2942">
                        <c:v>42195</c:v>
                      </c:pt>
                      <c:pt idx="2943">
                        <c:v>42198</c:v>
                      </c:pt>
                      <c:pt idx="2944">
                        <c:v>42199</c:v>
                      </c:pt>
                      <c:pt idx="2945">
                        <c:v>42200</c:v>
                      </c:pt>
                      <c:pt idx="2946">
                        <c:v>42201</c:v>
                      </c:pt>
                      <c:pt idx="2947">
                        <c:v>42202</c:v>
                      </c:pt>
                      <c:pt idx="2948">
                        <c:v>42205</c:v>
                      </c:pt>
                      <c:pt idx="2949">
                        <c:v>42206</c:v>
                      </c:pt>
                      <c:pt idx="2950">
                        <c:v>42207</c:v>
                      </c:pt>
                      <c:pt idx="2951">
                        <c:v>42208</c:v>
                      </c:pt>
                      <c:pt idx="2952">
                        <c:v>42209</c:v>
                      </c:pt>
                      <c:pt idx="2953">
                        <c:v>42212</c:v>
                      </c:pt>
                      <c:pt idx="2954">
                        <c:v>42213</c:v>
                      </c:pt>
                      <c:pt idx="2955">
                        <c:v>42214</c:v>
                      </c:pt>
                      <c:pt idx="2956">
                        <c:v>42215</c:v>
                      </c:pt>
                      <c:pt idx="2957">
                        <c:v>42216</c:v>
                      </c:pt>
                      <c:pt idx="2958">
                        <c:v>42219</c:v>
                      </c:pt>
                      <c:pt idx="2959">
                        <c:v>42220</c:v>
                      </c:pt>
                      <c:pt idx="2960">
                        <c:v>42221</c:v>
                      </c:pt>
                      <c:pt idx="2961">
                        <c:v>42222</c:v>
                      </c:pt>
                      <c:pt idx="2962">
                        <c:v>42223</c:v>
                      </c:pt>
                      <c:pt idx="2963">
                        <c:v>42226</c:v>
                      </c:pt>
                      <c:pt idx="2964">
                        <c:v>42227</c:v>
                      </c:pt>
                      <c:pt idx="2965">
                        <c:v>42228</c:v>
                      </c:pt>
                      <c:pt idx="2966">
                        <c:v>42229</c:v>
                      </c:pt>
                      <c:pt idx="2967">
                        <c:v>42230</c:v>
                      </c:pt>
                      <c:pt idx="2968">
                        <c:v>42233</c:v>
                      </c:pt>
                      <c:pt idx="2969">
                        <c:v>42234</c:v>
                      </c:pt>
                      <c:pt idx="2970">
                        <c:v>42235</c:v>
                      </c:pt>
                      <c:pt idx="2971">
                        <c:v>42236</c:v>
                      </c:pt>
                      <c:pt idx="2972">
                        <c:v>42237</c:v>
                      </c:pt>
                      <c:pt idx="2973">
                        <c:v>42240</c:v>
                      </c:pt>
                      <c:pt idx="2974">
                        <c:v>42241</c:v>
                      </c:pt>
                      <c:pt idx="2975">
                        <c:v>42242</c:v>
                      </c:pt>
                      <c:pt idx="2976">
                        <c:v>42243</c:v>
                      </c:pt>
                      <c:pt idx="2977">
                        <c:v>42244</c:v>
                      </c:pt>
                      <c:pt idx="2978">
                        <c:v>42247</c:v>
                      </c:pt>
                      <c:pt idx="2979">
                        <c:v>42248</c:v>
                      </c:pt>
                      <c:pt idx="2980">
                        <c:v>42249</c:v>
                      </c:pt>
                      <c:pt idx="2981">
                        <c:v>42250</c:v>
                      </c:pt>
                      <c:pt idx="2982">
                        <c:v>42251</c:v>
                      </c:pt>
                      <c:pt idx="2983">
                        <c:v>42254</c:v>
                      </c:pt>
                      <c:pt idx="2984">
                        <c:v>42255</c:v>
                      </c:pt>
                      <c:pt idx="2985">
                        <c:v>42256</c:v>
                      </c:pt>
                      <c:pt idx="2986">
                        <c:v>42257</c:v>
                      </c:pt>
                      <c:pt idx="2987">
                        <c:v>42258</c:v>
                      </c:pt>
                      <c:pt idx="2988">
                        <c:v>42261</c:v>
                      </c:pt>
                      <c:pt idx="2989">
                        <c:v>42262</c:v>
                      </c:pt>
                      <c:pt idx="2990">
                        <c:v>42263</c:v>
                      </c:pt>
                      <c:pt idx="2991">
                        <c:v>42264</c:v>
                      </c:pt>
                      <c:pt idx="2992">
                        <c:v>42265</c:v>
                      </c:pt>
                      <c:pt idx="2993">
                        <c:v>42268</c:v>
                      </c:pt>
                      <c:pt idx="2994">
                        <c:v>42269</c:v>
                      </c:pt>
                      <c:pt idx="2995">
                        <c:v>42270</c:v>
                      </c:pt>
                      <c:pt idx="2996">
                        <c:v>42271</c:v>
                      </c:pt>
                      <c:pt idx="2997">
                        <c:v>42272</c:v>
                      </c:pt>
                      <c:pt idx="2998">
                        <c:v>42275</c:v>
                      </c:pt>
                      <c:pt idx="2999">
                        <c:v>42276</c:v>
                      </c:pt>
                      <c:pt idx="3000">
                        <c:v>42277</c:v>
                      </c:pt>
                      <c:pt idx="3001">
                        <c:v>42278</c:v>
                      </c:pt>
                      <c:pt idx="3002">
                        <c:v>42279</c:v>
                      </c:pt>
                      <c:pt idx="3003">
                        <c:v>42282</c:v>
                      </c:pt>
                      <c:pt idx="3004">
                        <c:v>42283</c:v>
                      </c:pt>
                      <c:pt idx="3005">
                        <c:v>42284</c:v>
                      </c:pt>
                      <c:pt idx="3006">
                        <c:v>42285</c:v>
                      </c:pt>
                      <c:pt idx="3007">
                        <c:v>42286</c:v>
                      </c:pt>
                      <c:pt idx="3008">
                        <c:v>42289</c:v>
                      </c:pt>
                      <c:pt idx="3009">
                        <c:v>42290</c:v>
                      </c:pt>
                      <c:pt idx="3010">
                        <c:v>42291</c:v>
                      </c:pt>
                      <c:pt idx="3011">
                        <c:v>42292</c:v>
                      </c:pt>
                      <c:pt idx="3012">
                        <c:v>42293</c:v>
                      </c:pt>
                      <c:pt idx="3013">
                        <c:v>42296</c:v>
                      </c:pt>
                      <c:pt idx="3014">
                        <c:v>42297</c:v>
                      </c:pt>
                      <c:pt idx="3015">
                        <c:v>42298</c:v>
                      </c:pt>
                      <c:pt idx="3016">
                        <c:v>42299</c:v>
                      </c:pt>
                      <c:pt idx="3017">
                        <c:v>42300</c:v>
                      </c:pt>
                      <c:pt idx="3018">
                        <c:v>42303</c:v>
                      </c:pt>
                      <c:pt idx="3019">
                        <c:v>42304</c:v>
                      </c:pt>
                      <c:pt idx="3020">
                        <c:v>42305</c:v>
                      </c:pt>
                      <c:pt idx="3021">
                        <c:v>42306</c:v>
                      </c:pt>
                      <c:pt idx="3022">
                        <c:v>42307</c:v>
                      </c:pt>
                      <c:pt idx="3023">
                        <c:v>42310</c:v>
                      </c:pt>
                      <c:pt idx="3024">
                        <c:v>42311</c:v>
                      </c:pt>
                      <c:pt idx="3025">
                        <c:v>42312</c:v>
                      </c:pt>
                      <c:pt idx="3026">
                        <c:v>42313</c:v>
                      </c:pt>
                      <c:pt idx="3027">
                        <c:v>42314</c:v>
                      </c:pt>
                      <c:pt idx="3028">
                        <c:v>42317</c:v>
                      </c:pt>
                      <c:pt idx="3029">
                        <c:v>42318</c:v>
                      </c:pt>
                      <c:pt idx="3030">
                        <c:v>42319</c:v>
                      </c:pt>
                      <c:pt idx="3031">
                        <c:v>42320</c:v>
                      </c:pt>
                      <c:pt idx="3032">
                        <c:v>42321</c:v>
                      </c:pt>
                      <c:pt idx="3033">
                        <c:v>42324</c:v>
                      </c:pt>
                      <c:pt idx="3034">
                        <c:v>42325</c:v>
                      </c:pt>
                      <c:pt idx="3035">
                        <c:v>42326</c:v>
                      </c:pt>
                      <c:pt idx="3036">
                        <c:v>42327</c:v>
                      </c:pt>
                      <c:pt idx="3037">
                        <c:v>42328</c:v>
                      </c:pt>
                      <c:pt idx="3038">
                        <c:v>42331</c:v>
                      </c:pt>
                      <c:pt idx="3039">
                        <c:v>42332</c:v>
                      </c:pt>
                      <c:pt idx="3040">
                        <c:v>42333</c:v>
                      </c:pt>
                      <c:pt idx="3041">
                        <c:v>42334</c:v>
                      </c:pt>
                      <c:pt idx="3042">
                        <c:v>42335</c:v>
                      </c:pt>
                      <c:pt idx="3043">
                        <c:v>42338</c:v>
                      </c:pt>
                      <c:pt idx="3044">
                        <c:v>42339</c:v>
                      </c:pt>
                      <c:pt idx="3045">
                        <c:v>42340</c:v>
                      </c:pt>
                      <c:pt idx="3046">
                        <c:v>42341</c:v>
                      </c:pt>
                      <c:pt idx="3047">
                        <c:v>42342</c:v>
                      </c:pt>
                      <c:pt idx="3048">
                        <c:v>42345</c:v>
                      </c:pt>
                      <c:pt idx="3049">
                        <c:v>42346</c:v>
                      </c:pt>
                      <c:pt idx="3050">
                        <c:v>42347</c:v>
                      </c:pt>
                      <c:pt idx="3051">
                        <c:v>42348</c:v>
                      </c:pt>
                      <c:pt idx="3052">
                        <c:v>42349</c:v>
                      </c:pt>
                      <c:pt idx="3053">
                        <c:v>42352</c:v>
                      </c:pt>
                      <c:pt idx="3054">
                        <c:v>42353</c:v>
                      </c:pt>
                      <c:pt idx="3055">
                        <c:v>42354</c:v>
                      </c:pt>
                      <c:pt idx="3056">
                        <c:v>42355</c:v>
                      </c:pt>
                      <c:pt idx="3057">
                        <c:v>42356</c:v>
                      </c:pt>
                      <c:pt idx="3058">
                        <c:v>42359</c:v>
                      </c:pt>
                      <c:pt idx="3059">
                        <c:v>42360</c:v>
                      </c:pt>
                      <c:pt idx="3060">
                        <c:v>42361</c:v>
                      </c:pt>
                      <c:pt idx="3061">
                        <c:v>42362</c:v>
                      </c:pt>
                      <c:pt idx="3062">
                        <c:v>42363</c:v>
                      </c:pt>
                      <c:pt idx="3063">
                        <c:v>42366</c:v>
                      </c:pt>
                      <c:pt idx="3064">
                        <c:v>42367</c:v>
                      </c:pt>
                      <c:pt idx="3065">
                        <c:v>42368</c:v>
                      </c:pt>
                      <c:pt idx="3066">
                        <c:v>42369</c:v>
                      </c:pt>
                      <c:pt idx="3067">
                        <c:v>42370</c:v>
                      </c:pt>
                      <c:pt idx="3068">
                        <c:v>42373</c:v>
                      </c:pt>
                      <c:pt idx="3069">
                        <c:v>42374</c:v>
                      </c:pt>
                      <c:pt idx="3070">
                        <c:v>42375</c:v>
                      </c:pt>
                      <c:pt idx="3071">
                        <c:v>42376</c:v>
                      </c:pt>
                      <c:pt idx="3072">
                        <c:v>42377</c:v>
                      </c:pt>
                      <c:pt idx="3073">
                        <c:v>42380</c:v>
                      </c:pt>
                      <c:pt idx="3074">
                        <c:v>42381</c:v>
                      </c:pt>
                      <c:pt idx="3075">
                        <c:v>42382</c:v>
                      </c:pt>
                      <c:pt idx="3076">
                        <c:v>42383</c:v>
                      </c:pt>
                      <c:pt idx="3077">
                        <c:v>42384</c:v>
                      </c:pt>
                      <c:pt idx="3078">
                        <c:v>42387</c:v>
                      </c:pt>
                      <c:pt idx="3079">
                        <c:v>42388</c:v>
                      </c:pt>
                      <c:pt idx="3080">
                        <c:v>42389</c:v>
                      </c:pt>
                      <c:pt idx="3081">
                        <c:v>42390</c:v>
                      </c:pt>
                      <c:pt idx="3082">
                        <c:v>42391</c:v>
                      </c:pt>
                      <c:pt idx="3083">
                        <c:v>42394</c:v>
                      </c:pt>
                      <c:pt idx="3084">
                        <c:v>42395</c:v>
                      </c:pt>
                      <c:pt idx="3085">
                        <c:v>42396</c:v>
                      </c:pt>
                      <c:pt idx="3086">
                        <c:v>42397</c:v>
                      </c:pt>
                      <c:pt idx="3087">
                        <c:v>42398</c:v>
                      </c:pt>
                      <c:pt idx="3088">
                        <c:v>42401</c:v>
                      </c:pt>
                      <c:pt idx="3089">
                        <c:v>42402</c:v>
                      </c:pt>
                      <c:pt idx="3090">
                        <c:v>42403</c:v>
                      </c:pt>
                      <c:pt idx="3091">
                        <c:v>42404</c:v>
                      </c:pt>
                      <c:pt idx="3092">
                        <c:v>42405</c:v>
                      </c:pt>
                      <c:pt idx="3093">
                        <c:v>42408</c:v>
                      </c:pt>
                      <c:pt idx="3094">
                        <c:v>42409</c:v>
                      </c:pt>
                      <c:pt idx="3095">
                        <c:v>42410</c:v>
                      </c:pt>
                      <c:pt idx="3096">
                        <c:v>42411</c:v>
                      </c:pt>
                      <c:pt idx="3097">
                        <c:v>42412</c:v>
                      </c:pt>
                      <c:pt idx="3098">
                        <c:v>42415</c:v>
                      </c:pt>
                      <c:pt idx="3099">
                        <c:v>42416</c:v>
                      </c:pt>
                      <c:pt idx="3100">
                        <c:v>42417</c:v>
                      </c:pt>
                      <c:pt idx="3101">
                        <c:v>42418</c:v>
                      </c:pt>
                      <c:pt idx="3102">
                        <c:v>42419</c:v>
                      </c:pt>
                      <c:pt idx="3103">
                        <c:v>42422</c:v>
                      </c:pt>
                      <c:pt idx="3104">
                        <c:v>42423</c:v>
                      </c:pt>
                      <c:pt idx="3105">
                        <c:v>42424</c:v>
                      </c:pt>
                      <c:pt idx="3106">
                        <c:v>42425</c:v>
                      </c:pt>
                      <c:pt idx="3107">
                        <c:v>42426</c:v>
                      </c:pt>
                      <c:pt idx="3108">
                        <c:v>42429</c:v>
                      </c:pt>
                      <c:pt idx="3109">
                        <c:v>42430</c:v>
                      </c:pt>
                      <c:pt idx="3110">
                        <c:v>42431</c:v>
                      </c:pt>
                      <c:pt idx="3111">
                        <c:v>42432</c:v>
                      </c:pt>
                      <c:pt idx="3112">
                        <c:v>42433</c:v>
                      </c:pt>
                      <c:pt idx="3113">
                        <c:v>42436</c:v>
                      </c:pt>
                      <c:pt idx="3114">
                        <c:v>42437</c:v>
                      </c:pt>
                      <c:pt idx="3115">
                        <c:v>42438</c:v>
                      </c:pt>
                      <c:pt idx="3116">
                        <c:v>42439</c:v>
                      </c:pt>
                      <c:pt idx="3117">
                        <c:v>42440</c:v>
                      </c:pt>
                      <c:pt idx="3118">
                        <c:v>42443</c:v>
                      </c:pt>
                      <c:pt idx="3119">
                        <c:v>42444</c:v>
                      </c:pt>
                      <c:pt idx="3120">
                        <c:v>42445</c:v>
                      </c:pt>
                      <c:pt idx="3121">
                        <c:v>42446</c:v>
                      </c:pt>
                      <c:pt idx="3122">
                        <c:v>42447</c:v>
                      </c:pt>
                      <c:pt idx="3123">
                        <c:v>42450</c:v>
                      </c:pt>
                      <c:pt idx="3124">
                        <c:v>42451</c:v>
                      </c:pt>
                      <c:pt idx="3125">
                        <c:v>42452</c:v>
                      </c:pt>
                      <c:pt idx="3126">
                        <c:v>42453</c:v>
                      </c:pt>
                      <c:pt idx="3127">
                        <c:v>42454</c:v>
                      </c:pt>
                      <c:pt idx="3128">
                        <c:v>42457</c:v>
                      </c:pt>
                      <c:pt idx="3129">
                        <c:v>42458</c:v>
                      </c:pt>
                      <c:pt idx="3130">
                        <c:v>42459</c:v>
                      </c:pt>
                      <c:pt idx="3131">
                        <c:v>42460</c:v>
                      </c:pt>
                      <c:pt idx="3132">
                        <c:v>42461</c:v>
                      </c:pt>
                      <c:pt idx="3133">
                        <c:v>42464</c:v>
                      </c:pt>
                      <c:pt idx="3134">
                        <c:v>42465</c:v>
                      </c:pt>
                      <c:pt idx="3135">
                        <c:v>42466</c:v>
                      </c:pt>
                      <c:pt idx="3136">
                        <c:v>42467</c:v>
                      </c:pt>
                      <c:pt idx="3137">
                        <c:v>42468</c:v>
                      </c:pt>
                      <c:pt idx="3138">
                        <c:v>42471</c:v>
                      </c:pt>
                      <c:pt idx="3139">
                        <c:v>42472</c:v>
                      </c:pt>
                      <c:pt idx="3140">
                        <c:v>42473</c:v>
                      </c:pt>
                      <c:pt idx="3141">
                        <c:v>42474</c:v>
                      </c:pt>
                      <c:pt idx="3142">
                        <c:v>42475</c:v>
                      </c:pt>
                      <c:pt idx="3143">
                        <c:v>42478</c:v>
                      </c:pt>
                      <c:pt idx="3144">
                        <c:v>42479</c:v>
                      </c:pt>
                      <c:pt idx="3145">
                        <c:v>42480</c:v>
                      </c:pt>
                      <c:pt idx="3146">
                        <c:v>42481</c:v>
                      </c:pt>
                      <c:pt idx="3147">
                        <c:v>42482</c:v>
                      </c:pt>
                      <c:pt idx="3148">
                        <c:v>42485</c:v>
                      </c:pt>
                      <c:pt idx="3149">
                        <c:v>42486</c:v>
                      </c:pt>
                      <c:pt idx="3150">
                        <c:v>42487</c:v>
                      </c:pt>
                      <c:pt idx="3151">
                        <c:v>42488</c:v>
                      </c:pt>
                      <c:pt idx="3152">
                        <c:v>42489</c:v>
                      </c:pt>
                      <c:pt idx="3153">
                        <c:v>42492</c:v>
                      </c:pt>
                      <c:pt idx="3154">
                        <c:v>42493</c:v>
                      </c:pt>
                      <c:pt idx="3155">
                        <c:v>42494</c:v>
                      </c:pt>
                      <c:pt idx="3156">
                        <c:v>42495</c:v>
                      </c:pt>
                      <c:pt idx="3157">
                        <c:v>42496</c:v>
                      </c:pt>
                      <c:pt idx="3158">
                        <c:v>42499</c:v>
                      </c:pt>
                      <c:pt idx="3159">
                        <c:v>42500</c:v>
                      </c:pt>
                      <c:pt idx="3160">
                        <c:v>42501</c:v>
                      </c:pt>
                      <c:pt idx="3161">
                        <c:v>42502</c:v>
                      </c:pt>
                      <c:pt idx="3162">
                        <c:v>42503</c:v>
                      </c:pt>
                      <c:pt idx="3163">
                        <c:v>42506</c:v>
                      </c:pt>
                      <c:pt idx="3164">
                        <c:v>42507</c:v>
                      </c:pt>
                      <c:pt idx="3165">
                        <c:v>42508</c:v>
                      </c:pt>
                      <c:pt idx="3166">
                        <c:v>42509</c:v>
                      </c:pt>
                      <c:pt idx="3167">
                        <c:v>42510</c:v>
                      </c:pt>
                      <c:pt idx="3168">
                        <c:v>42513</c:v>
                      </c:pt>
                      <c:pt idx="3169">
                        <c:v>42514</c:v>
                      </c:pt>
                      <c:pt idx="3170">
                        <c:v>42515</c:v>
                      </c:pt>
                      <c:pt idx="3171">
                        <c:v>42516</c:v>
                      </c:pt>
                      <c:pt idx="3172">
                        <c:v>42517</c:v>
                      </c:pt>
                      <c:pt idx="3173">
                        <c:v>42520</c:v>
                      </c:pt>
                      <c:pt idx="3174">
                        <c:v>42521</c:v>
                      </c:pt>
                      <c:pt idx="3175">
                        <c:v>42522</c:v>
                      </c:pt>
                      <c:pt idx="3176">
                        <c:v>42523</c:v>
                      </c:pt>
                      <c:pt idx="3177">
                        <c:v>42524</c:v>
                      </c:pt>
                      <c:pt idx="3178">
                        <c:v>42527</c:v>
                      </c:pt>
                      <c:pt idx="3179">
                        <c:v>42528</c:v>
                      </c:pt>
                      <c:pt idx="3180">
                        <c:v>42529</c:v>
                      </c:pt>
                      <c:pt idx="3181">
                        <c:v>42530</c:v>
                      </c:pt>
                      <c:pt idx="3182">
                        <c:v>42531</c:v>
                      </c:pt>
                      <c:pt idx="3183">
                        <c:v>42534</c:v>
                      </c:pt>
                      <c:pt idx="3184">
                        <c:v>42535</c:v>
                      </c:pt>
                      <c:pt idx="3185">
                        <c:v>42536</c:v>
                      </c:pt>
                      <c:pt idx="3186">
                        <c:v>42537</c:v>
                      </c:pt>
                      <c:pt idx="3187">
                        <c:v>42538</c:v>
                      </c:pt>
                      <c:pt idx="3188">
                        <c:v>42541</c:v>
                      </c:pt>
                      <c:pt idx="3189">
                        <c:v>42542</c:v>
                      </c:pt>
                      <c:pt idx="3190">
                        <c:v>42543</c:v>
                      </c:pt>
                      <c:pt idx="3191">
                        <c:v>42544</c:v>
                      </c:pt>
                      <c:pt idx="3192">
                        <c:v>42545</c:v>
                      </c:pt>
                      <c:pt idx="3193">
                        <c:v>42548</c:v>
                      </c:pt>
                      <c:pt idx="3194">
                        <c:v>42549</c:v>
                      </c:pt>
                      <c:pt idx="3195">
                        <c:v>42550</c:v>
                      </c:pt>
                      <c:pt idx="3196">
                        <c:v>42551</c:v>
                      </c:pt>
                      <c:pt idx="3197">
                        <c:v>42552</c:v>
                      </c:pt>
                      <c:pt idx="3198">
                        <c:v>42555</c:v>
                      </c:pt>
                      <c:pt idx="3199">
                        <c:v>42556</c:v>
                      </c:pt>
                      <c:pt idx="3200">
                        <c:v>42557</c:v>
                      </c:pt>
                      <c:pt idx="3201">
                        <c:v>42558</c:v>
                      </c:pt>
                      <c:pt idx="3202">
                        <c:v>42559</c:v>
                      </c:pt>
                      <c:pt idx="3203">
                        <c:v>42562</c:v>
                      </c:pt>
                      <c:pt idx="3204">
                        <c:v>42563</c:v>
                      </c:pt>
                      <c:pt idx="3205">
                        <c:v>42564</c:v>
                      </c:pt>
                      <c:pt idx="3206">
                        <c:v>42565</c:v>
                      </c:pt>
                      <c:pt idx="3207">
                        <c:v>42566</c:v>
                      </c:pt>
                      <c:pt idx="3208">
                        <c:v>42569</c:v>
                      </c:pt>
                      <c:pt idx="3209">
                        <c:v>42570</c:v>
                      </c:pt>
                      <c:pt idx="3210">
                        <c:v>42571</c:v>
                      </c:pt>
                      <c:pt idx="3211">
                        <c:v>42572</c:v>
                      </c:pt>
                      <c:pt idx="3212">
                        <c:v>42573</c:v>
                      </c:pt>
                      <c:pt idx="3213">
                        <c:v>42576</c:v>
                      </c:pt>
                      <c:pt idx="3214">
                        <c:v>42577</c:v>
                      </c:pt>
                      <c:pt idx="3215">
                        <c:v>42578</c:v>
                      </c:pt>
                      <c:pt idx="3216">
                        <c:v>42579</c:v>
                      </c:pt>
                      <c:pt idx="3217">
                        <c:v>42580</c:v>
                      </c:pt>
                      <c:pt idx="3218">
                        <c:v>42583</c:v>
                      </c:pt>
                      <c:pt idx="3219">
                        <c:v>42584</c:v>
                      </c:pt>
                      <c:pt idx="3220">
                        <c:v>42585</c:v>
                      </c:pt>
                      <c:pt idx="3221">
                        <c:v>42586</c:v>
                      </c:pt>
                      <c:pt idx="3222">
                        <c:v>42587</c:v>
                      </c:pt>
                      <c:pt idx="3223">
                        <c:v>42590</c:v>
                      </c:pt>
                      <c:pt idx="3224">
                        <c:v>42591</c:v>
                      </c:pt>
                      <c:pt idx="3225">
                        <c:v>42592</c:v>
                      </c:pt>
                      <c:pt idx="3226">
                        <c:v>42593</c:v>
                      </c:pt>
                      <c:pt idx="3227">
                        <c:v>42594</c:v>
                      </c:pt>
                      <c:pt idx="3228">
                        <c:v>42597</c:v>
                      </c:pt>
                      <c:pt idx="3229">
                        <c:v>42598</c:v>
                      </c:pt>
                      <c:pt idx="3230">
                        <c:v>42599</c:v>
                      </c:pt>
                      <c:pt idx="3231">
                        <c:v>42600</c:v>
                      </c:pt>
                      <c:pt idx="3232">
                        <c:v>42601</c:v>
                      </c:pt>
                      <c:pt idx="3233">
                        <c:v>42604</c:v>
                      </c:pt>
                      <c:pt idx="3234">
                        <c:v>42605</c:v>
                      </c:pt>
                      <c:pt idx="3235">
                        <c:v>42606</c:v>
                      </c:pt>
                      <c:pt idx="3236">
                        <c:v>42607</c:v>
                      </c:pt>
                      <c:pt idx="3237">
                        <c:v>42608</c:v>
                      </c:pt>
                      <c:pt idx="3238">
                        <c:v>42611</c:v>
                      </c:pt>
                      <c:pt idx="3239">
                        <c:v>42612</c:v>
                      </c:pt>
                      <c:pt idx="3240">
                        <c:v>42613</c:v>
                      </c:pt>
                      <c:pt idx="3241">
                        <c:v>42614</c:v>
                      </c:pt>
                      <c:pt idx="3242">
                        <c:v>42615</c:v>
                      </c:pt>
                      <c:pt idx="3243">
                        <c:v>42618</c:v>
                      </c:pt>
                      <c:pt idx="3244">
                        <c:v>42619</c:v>
                      </c:pt>
                      <c:pt idx="3245">
                        <c:v>42620</c:v>
                      </c:pt>
                      <c:pt idx="3246">
                        <c:v>42621</c:v>
                      </c:pt>
                      <c:pt idx="3247">
                        <c:v>42622</c:v>
                      </c:pt>
                      <c:pt idx="3248">
                        <c:v>42625</c:v>
                      </c:pt>
                      <c:pt idx="3249">
                        <c:v>42626</c:v>
                      </c:pt>
                      <c:pt idx="3250">
                        <c:v>42627</c:v>
                      </c:pt>
                      <c:pt idx="3251">
                        <c:v>42628</c:v>
                      </c:pt>
                      <c:pt idx="3252">
                        <c:v>42629</c:v>
                      </c:pt>
                      <c:pt idx="3253">
                        <c:v>42632</c:v>
                      </c:pt>
                      <c:pt idx="3254">
                        <c:v>42633</c:v>
                      </c:pt>
                      <c:pt idx="3255">
                        <c:v>42634</c:v>
                      </c:pt>
                      <c:pt idx="3256">
                        <c:v>42635</c:v>
                      </c:pt>
                      <c:pt idx="3257">
                        <c:v>42636</c:v>
                      </c:pt>
                      <c:pt idx="3258">
                        <c:v>42639</c:v>
                      </c:pt>
                      <c:pt idx="3259">
                        <c:v>42640</c:v>
                      </c:pt>
                      <c:pt idx="3260">
                        <c:v>42641</c:v>
                      </c:pt>
                      <c:pt idx="3261">
                        <c:v>42642</c:v>
                      </c:pt>
                      <c:pt idx="3262">
                        <c:v>42643</c:v>
                      </c:pt>
                      <c:pt idx="3263">
                        <c:v>42646</c:v>
                      </c:pt>
                      <c:pt idx="3264">
                        <c:v>42647</c:v>
                      </c:pt>
                      <c:pt idx="3265">
                        <c:v>42648</c:v>
                      </c:pt>
                      <c:pt idx="3266">
                        <c:v>42649</c:v>
                      </c:pt>
                      <c:pt idx="3267">
                        <c:v>42650</c:v>
                      </c:pt>
                      <c:pt idx="3268">
                        <c:v>42653</c:v>
                      </c:pt>
                      <c:pt idx="3269">
                        <c:v>42654</c:v>
                      </c:pt>
                      <c:pt idx="3270">
                        <c:v>42655</c:v>
                      </c:pt>
                      <c:pt idx="3271">
                        <c:v>42656</c:v>
                      </c:pt>
                      <c:pt idx="3272">
                        <c:v>42657</c:v>
                      </c:pt>
                      <c:pt idx="3273">
                        <c:v>42660</c:v>
                      </c:pt>
                      <c:pt idx="3274">
                        <c:v>42661</c:v>
                      </c:pt>
                      <c:pt idx="3275">
                        <c:v>42662</c:v>
                      </c:pt>
                      <c:pt idx="3276">
                        <c:v>42663</c:v>
                      </c:pt>
                      <c:pt idx="3277">
                        <c:v>42664</c:v>
                      </c:pt>
                      <c:pt idx="3278">
                        <c:v>42667</c:v>
                      </c:pt>
                      <c:pt idx="3279">
                        <c:v>42668</c:v>
                      </c:pt>
                      <c:pt idx="3280">
                        <c:v>42669</c:v>
                      </c:pt>
                      <c:pt idx="3281">
                        <c:v>42670</c:v>
                      </c:pt>
                      <c:pt idx="3282">
                        <c:v>42671</c:v>
                      </c:pt>
                      <c:pt idx="3283">
                        <c:v>42674</c:v>
                      </c:pt>
                      <c:pt idx="3284">
                        <c:v>42675</c:v>
                      </c:pt>
                      <c:pt idx="3285">
                        <c:v>42676</c:v>
                      </c:pt>
                      <c:pt idx="3286">
                        <c:v>42677</c:v>
                      </c:pt>
                      <c:pt idx="3287">
                        <c:v>42678</c:v>
                      </c:pt>
                      <c:pt idx="3288">
                        <c:v>42681</c:v>
                      </c:pt>
                      <c:pt idx="3289">
                        <c:v>42682</c:v>
                      </c:pt>
                      <c:pt idx="3290">
                        <c:v>42683</c:v>
                      </c:pt>
                      <c:pt idx="3291">
                        <c:v>42684</c:v>
                      </c:pt>
                      <c:pt idx="3292">
                        <c:v>42685</c:v>
                      </c:pt>
                      <c:pt idx="3293">
                        <c:v>42688</c:v>
                      </c:pt>
                      <c:pt idx="3294">
                        <c:v>42689</c:v>
                      </c:pt>
                      <c:pt idx="3295">
                        <c:v>42690</c:v>
                      </c:pt>
                      <c:pt idx="3296">
                        <c:v>42691</c:v>
                      </c:pt>
                      <c:pt idx="3297">
                        <c:v>42692</c:v>
                      </c:pt>
                      <c:pt idx="3298">
                        <c:v>42695</c:v>
                      </c:pt>
                      <c:pt idx="3299">
                        <c:v>42696</c:v>
                      </c:pt>
                      <c:pt idx="3300">
                        <c:v>42697</c:v>
                      </c:pt>
                      <c:pt idx="3301">
                        <c:v>42698</c:v>
                      </c:pt>
                      <c:pt idx="3302">
                        <c:v>42699</c:v>
                      </c:pt>
                      <c:pt idx="3303">
                        <c:v>42702</c:v>
                      </c:pt>
                      <c:pt idx="3304">
                        <c:v>42703</c:v>
                      </c:pt>
                      <c:pt idx="3305">
                        <c:v>42704</c:v>
                      </c:pt>
                      <c:pt idx="3306">
                        <c:v>42705</c:v>
                      </c:pt>
                      <c:pt idx="3307">
                        <c:v>42706</c:v>
                      </c:pt>
                      <c:pt idx="3308">
                        <c:v>42709</c:v>
                      </c:pt>
                      <c:pt idx="3309">
                        <c:v>42710</c:v>
                      </c:pt>
                      <c:pt idx="3310">
                        <c:v>42711</c:v>
                      </c:pt>
                      <c:pt idx="3311">
                        <c:v>42712</c:v>
                      </c:pt>
                      <c:pt idx="3312">
                        <c:v>42713</c:v>
                      </c:pt>
                      <c:pt idx="3313">
                        <c:v>42716</c:v>
                      </c:pt>
                      <c:pt idx="3314">
                        <c:v>42717</c:v>
                      </c:pt>
                      <c:pt idx="3315">
                        <c:v>42718</c:v>
                      </c:pt>
                      <c:pt idx="3316">
                        <c:v>42719</c:v>
                      </c:pt>
                      <c:pt idx="3317">
                        <c:v>42720</c:v>
                      </c:pt>
                      <c:pt idx="3318">
                        <c:v>42723</c:v>
                      </c:pt>
                      <c:pt idx="3319">
                        <c:v>42724</c:v>
                      </c:pt>
                      <c:pt idx="3320">
                        <c:v>42725</c:v>
                      </c:pt>
                      <c:pt idx="3321">
                        <c:v>42726</c:v>
                      </c:pt>
                      <c:pt idx="3322">
                        <c:v>42727</c:v>
                      </c:pt>
                      <c:pt idx="3323">
                        <c:v>42730</c:v>
                      </c:pt>
                      <c:pt idx="3324">
                        <c:v>42731</c:v>
                      </c:pt>
                      <c:pt idx="3325">
                        <c:v>42732</c:v>
                      </c:pt>
                      <c:pt idx="3326">
                        <c:v>42733</c:v>
                      </c:pt>
                      <c:pt idx="3327">
                        <c:v>42734</c:v>
                      </c:pt>
                      <c:pt idx="3328">
                        <c:v>42737</c:v>
                      </c:pt>
                      <c:pt idx="3329">
                        <c:v>42738</c:v>
                      </c:pt>
                      <c:pt idx="3330">
                        <c:v>42739</c:v>
                      </c:pt>
                      <c:pt idx="3331">
                        <c:v>42740</c:v>
                      </c:pt>
                      <c:pt idx="3332">
                        <c:v>42741</c:v>
                      </c:pt>
                      <c:pt idx="3333">
                        <c:v>42744</c:v>
                      </c:pt>
                      <c:pt idx="3334">
                        <c:v>42745</c:v>
                      </c:pt>
                      <c:pt idx="3335">
                        <c:v>42746</c:v>
                      </c:pt>
                      <c:pt idx="3336">
                        <c:v>42747</c:v>
                      </c:pt>
                      <c:pt idx="3337">
                        <c:v>42748</c:v>
                      </c:pt>
                      <c:pt idx="3338">
                        <c:v>42751</c:v>
                      </c:pt>
                      <c:pt idx="3339">
                        <c:v>42752</c:v>
                      </c:pt>
                      <c:pt idx="3340">
                        <c:v>42753</c:v>
                      </c:pt>
                      <c:pt idx="3341">
                        <c:v>42754</c:v>
                      </c:pt>
                      <c:pt idx="3342">
                        <c:v>42755</c:v>
                      </c:pt>
                      <c:pt idx="3343">
                        <c:v>42758</c:v>
                      </c:pt>
                      <c:pt idx="3344">
                        <c:v>42759</c:v>
                      </c:pt>
                      <c:pt idx="3345">
                        <c:v>42760</c:v>
                      </c:pt>
                      <c:pt idx="3346">
                        <c:v>42761</c:v>
                      </c:pt>
                      <c:pt idx="3347">
                        <c:v>42762</c:v>
                      </c:pt>
                      <c:pt idx="3348">
                        <c:v>42765</c:v>
                      </c:pt>
                      <c:pt idx="3349">
                        <c:v>42766</c:v>
                      </c:pt>
                      <c:pt idx="3350">
                        <c:v>42767</c:v>
                      </c:pt>
                      <c:pt idx="3351">
                        <c:v>42768</c:v>
                      </c:pt>
                      <c:pt idx="3352">
                        <c:v>42769</c:v>
                      </c:pt>
                      <c:pt idx="3353">
                        <c:v>42772</c:v>
                      </c:pt>
                      <c:pt idx="3354">
                        <c:v>42773</c:v>
                      </c:pt>
                      <c:pt idx="3355">
                        <c:v>42774</c:v>
                      </c:pt>
                      <c:pt idx="3356">
                        <c:v>42775</c:v>
                      </c:pt>
                      <c:pt idx="3357">
                        <c:v>42776</c:v>
                      </c:pt>
                      <c:pt idx="3358">
                        <c:v>42779</c:v>
                      </c:pt>
                      <c:pt idx="3359">
                        <c:v>42780</c:v>
                      </c:pt>
                      <c:pt idx="3360">
                        <c:v>42781</c:v>
                      </c:pt>
                      <c:pt idx="3361">
                        <c:v>42782</c:v>
                      </c:pt>
                      <c:pt idx="3362">
                        <c:v>42783</c:v>
                      </c:pt>
                      <c:pt idx="3363">
                        <c:v>42786</c:v>
                      </c:pt>
                      <c:pt idx="3364">
                        <c:v>42787</c:v>
                      </c:pt>
                      <c:pt idx="3365">
                        <c:v>42788</c:v>
                      </c:pt>
                      <c:pt idx="3366">
                        <c:v>42789</c:v>
                      </c:pt>
                      <c:pt idx="3367">
                        <c:v>42790</c:v>
                      </c:pt>
                      <c:pt idx="3368">
                        <c:v>42793</c:v>
                      </c:pt>
                      <c:pt idx="3369">
                        <c:v>42794</c:v>
                      </c:pt>
                      <c:pt idx="3370">
                        <c:v>42795</c:v>
                      </c:pt>
                      <c:pt idx="3371">
                        <c:v>42796</c:v>
                      </c:pt>
                      <c:pt idx="3372">
                        <c:v>42797</c:v>
                      </c:pt>
                      <c:pt idx="3373">
                        <c:v>42800</c:v>
                      </c:pt>
                      <c:pt idx="3374">
                        <c:v>42801</c:v>
                      </c:pt>
                      <c:pt idx="3375">
                        <c:v>42802</c:v>
                      </c:pt>
                      <c:pt idx="3376">
                        <c:v>42803</c:v>
                      </c:pt>
                      <c:pt idx="3377">
                        <c:v>42804</c:v>
                      </c:pt>
                      <c:pt idx="3378">
                        <c:v>42807</c:v>
                      </c:pt>
                      <c:pt idx="3379">
                        <c:v>42808</c:v>
                      </c:pt>
                      <c:pt idx="3380">
                        <c:v>42809</c:v>
                      </c:pt>
                      <c:pt idx="3381">
                        <c:v>42810</c:v>
                      </c:pt>
                      <c:pt idx="3382">
                        <c:v>42811</c:v>
                      </c:pt>
                      <c:pt idx="3383">
                        <c:v>42814</c:v>
                      </c:pt>
                      <c:pt idx="3384">
                        <c:v>42815</c:v>
                      </c:pt>
                      <c:pt idx="3385">
                        <c:v>42816</c:v>
                      </c:pt>
                      <c:pt idx="3386">
                        <c:v>42817</c:v>
                      </c:pt>
                      <c:pt idx="3387">
                        <c:v>42818</c:v>
                      </c:pt>
                      <c:pt idx="3388">
                        <c:v>42821</c:v>
                      </c:pt>
                      <c:pt idx="3389">
                        <c:v>42822</c:v>
                      </c:pt>
                      <c:pt idx="3390">
                        <c:v>42823</c:v>
                      </c:pt>
                      <c:pt idx="3391">
                        <c:v>42824</c:v>
                      </c:pt>
                      <c:pt idx="3392">
                        <c:v>42825</c:v>
                      </c:pt>
                      <c:pt idx="3393">
                        <c:v>42828</c:v>
                      </c:pt>
                      <c:pt idx="3394">
                        <c:v>42829</c:v>
                      </c:pt>
                      <c:pt idx="3395">
                        <c:v>42830</c:v>
                      </c:pt>
                      <c:pt idx="3396">
                        <c:v>42831</c:v>
                      </c:pt>
                      <c:pt idx="3397">
                        <c:v>42832</c:v>
                      </c:pt>
                      <c:pt idx="3398">
                        <c:v>42835</c:v>
                      </c:pt>
                      <c:pt idx="3399">
                        <c:v>42836</c:v>
                      </c:pt>
                      <c:pt idx="3400">
                        <c:v>42837</c:v>
                      </c:pt>
                      <c:pt idx="3401">
                        <c:v>42838</c:v>
                      </c:pt>
                      <c:pt idx="3402">
                        <c:v>42839</c:v>
                      </c:pt>
                      <c:pt idx="3403">
                        <c:v>42842</c:v>
                      </c:pt>
                      <c:pt idx="3404">
                        <c:v>42843</c:v>
                      </c:pt>
                      <c:pt idx="3405">
                        <c:v>42844</c:v>
                      </c:pt>
                      <c:pt idx="3406">
                        <c:v>42845</c:v>
                      </c:pt>
                      <c:pt idx="3407">
                        <c:v>42846</c:v>
                      </c:pt>
                      <c:pt idx="3408">
                        <c:v>42849</c:v>
                      </c:pt>
                      <c:pt idx="3409">
                        <c:v>42850</c:v>
                      </c:pt>
                      <c:pt idx="3410">
                        <c:v>42851</c:v>
                      </c:pt>
                      <c:pt idx="3411">
                        <c:v>42852</c:v>
                      </c:pt>
                      <c:pt idx="3412">
                        <c:v>42853</c:v>
                      </c:pt>
                      <c:pt idx="3413">
                        <c:v>42856</c:v>
                      </c:pt>
                      <c:pt idx="3414">
                        <c:v>42857</c:v>
                      </c:pt>
                      <c:pt idx="3415">
                        <c:v>42858</c:v>
                      </c:pt>
                      <c:pt idx="3416">
                        <c:v>42859</c:v>
                      </c:pt>
                      <c:pt idx="3417">
                        <c:v>42860</c:v>
                      </c:pt>
                      <c:pt idx="3418">
                        <c:v>42863</c:v>
                      </c:pt>
                      <c:pt idx="3419">
                        <c:v>42864</c:v>
                      </c:pt>
                      <c:pt idx="3420">
                        <c:v>42865</c:v>
                      </c:pt>
                      <c:pt idx="3421">
                        <c:v>42866</c:v>
                      </c:pt>
                      <c:pt idx="3422">
                        <c:v>42867</c:v>
                      </c:pt>
                      <c:pt idx="3423">
                        <c:v>42870</c:v>
                      </c:pt>
                      <c:pt idx="3424">
                        <c:v>42871</c:v>
                      </c:pt>
                      <c:pt idx="3425">
                        <c:v>42872</c:v>
                      </c:pt>
                      <c:pt idx="3426">
                        <c:v>42873</c:v>
                      </c:pt>
                      <c:pt idx="3427">
                        <c:v>42874</c:v>
                      </c:pt>
                      <c:pt idx="3428">
                        <c:v>42877</c:v>
                      </c:pt>
                      <c:pt idx="3429">
                        <c:v>42878</c:v>
                      </c:pt>
                      <c:pt idx="3430">
                        <c:v>42879</c:v>
                      </c:pt>
                      <c:pt idx="3431">
                        <c:v>42880</c:v>
                      </c:pt>
                      <c:pt idx="3432">
                        <c:v>42881</c:v>
                      </c:pt>
                      <c:pt idx="3433">
                        <c:v>42884</c:v>
                      </c:pt>
                      <c:pt idx="3434">
                        <c:v>42885</c:v>
                      </c:pt>
                      <c:pt idx="3435">
                        <c:v>42886</c:v>
                      </c:pt>
                      <c:pt idx="3436">
                        <c:v>42887</c:v>
                      </c:pt>
                      <c:pt idx="3437">
                        <c:v>42888</c:v>
                      </c:pt>
                      <c:pt idx="3438">
                        <c:v>42891</c:v>
                      </c:pt>
                      <c:pt idx="3439">
                        <c:v>42892</c:v>
                      </c:pt>
                      <c:pt idx="3440">
                        <c:v>42893</c:v>
                      </c:pt>
                      <c:pt idx="3441">
                        <c:v>42894</c:v>
                      </c:pt>
                      <c:pt idx="3442">
                        <c:v>42895</c:v>
                      </c:pt>
                      <c:pt idx="3443">
                        <c:v>42898</c:v>
                      </c:pt>
                      <c:pt idx="3444">
                        <c:v>42899</c:v>
                      </c:pt>
                      <c:pt idx="3445">
                        <c:v>42900</c:v>
                      </c:pt>
                      <c:pt idx="3446">
                        <c:v>42901</c:v>
                      </c:pt>
                      <c:pt idx="3447">
                        <c:v>42902</c:v>
                      </c:pt>
                      <c:pt idx="3448">
                        <c:v>42905</c:v>
                      </c:pt>
                      <c:pt idx="3449">
                        <c:v>42906</c:v>
                      </c:pt>
                      <c:pt idx="3450">
                        <c:v>42907</c:v>
                      </c:pt>
                      <c:pt idx="3451">
                        <c:v>42908</c:v>
                      </c:pt>
                      <c:pt idx="3452">
                        <c:v>42909</c:v>
                      </c:pt>
                      <c:pt idx="3453">
                        <c:v>42912</c:v>
                      </c:pt>
                      <c:pt idx="3454">
                        <c:v>42913</c:v>
                      </c:pt>
                      <c:pt idx="3455">
                        <c:v>42914</c:v>
                      </c:pt>
                      <c:pt idx="3456">
                        <c:v>42915</c:v>
                      </c:pt>
                      <c:pt idx="3457">
                        <c:v>42916</c:v>
                      </c:pt>
                      <c:pt idx="3458">
                        <c:v>42919</c:v>
                      </c:pt>
                      <c:pt idx="3459">
                        <c:v>42920</c:v>
                      </c:pt>
                      <c:pt idx="3460">
                        <c:v>42921</c:v>
                      </c:pt>
                      <c:pt idx="3461">
                        <c:v>42922</c:v>
                      </c:pt>
                      <c:pt idx="3462">
                        <c:v>42923</c:v>
                      </c:pt>
                      <c:pt idx="3463">
                        <c:v>42926</c:v>
                      </c:pt>
                      <c:pt idx="3464">
                        <c:v>42927</c:v>
                      </c:pt>
                      <c:pt idx="3465">
                        <c:v>42928</c:v>
                      </c:pt>
                      <c:pt idx="3466">
                        <c:v>42929</c:v>
                      </c:pt>
                      <c:pt idx="3467">
                        <c:v>42930</c:v>
                      </c:pt>
                      <c:pt idx="3468">
                        <c:v>42933</c:v>
                      </c:pt>
                      <c:pt idx="3469">
                        <c:v>42934</c:v>
                      </c:pt>
                      <c:pt idx="3470">
                        <c:v>42935</c:v>
                      </c:pt>
                      <c:pt idx="3471">
                        <c:v>42936</c:v>
                      </c:pt>
                      <c:pt idx="3472">
                        <c:v>42937</c:v>
                      </c:pt>
                      <c:pt idx="3473">
                        <c:v>42940</c:v>
                      </c:pt>
                      <c:pt idx="3474">
                        <c:v>42941</c:v>
                      </c:pt>
                      <c:pt idx="3475">
                        <c:v>42942</c:v>
                      </c:pt>
                      <c:pt idx="3476">
                        <c:v>42943</c:v>
                      </c:pt>
                      <c:pt idx="3477">
                        <c:v>42944</c:v>
                      </c:pt>
                      <c:pt idx="3478">
                        <c:v>42947</c:v>
                      </c:pt>
                      <c:pt idx="3479">
                        <c:v>42948</c:v>
                      </c:pt>
                      <c:pt idx="3480">
                        <c:v>42949</c:v>
                      </c:pt>
                      <c:pt idx="3481">
                        <c:v>42950</c:v>
                      </c:pt>
                      <c:pt idx="3482">
                        <c:v>42951</c:v>
                      </c:pt>
                      <c:pt idx="3483">
                        <c:v>42954</c:v>
                      </c:pt>
                      <c:pt idx="3484">
                        <c:v>42955</c:v>
                      </c:pt>
                      <c:pt idx="3485">
                        <c:v>42956</c:v>
                      </c:pt>
                      <c:pt idx="3486">
                        <c:v>42957</c:v>
                      </c:pt>
                      <c:pt idx="3487">
                        <c:v>42958</c:v>
                      </c:pt>
                      <c:pt idx="3488">
                        <c:v>42961</c:v>
                      </c:pt>
                      <c:pt idx="3489">
                        <c:v>42962</c:v>
                      </c:pt>
                      <c:pt idx="3490">
                        <c:v>42963</c:v>
                      </c:pt>
                      <c:pt idx="3491">
                        <c:v>42964</c:v>
                      </c:pt>
                      <c:pt idx="3492">
                        <c:v>42965</c:v>
                      </c:pt>
                      <c:pt idx="3493">
                        <c:v>42968</c:v>
                      </c:pt>
                      <c:pt idx="3494">
                        <c:v>42969</c:v>
                      </c:pt>
                      <c:pt idx="3495">
                        <c:v>42970</c:v>
                      </c:pt>
                      <c:pt idx="3496">
                        <c:v>42971</c:v>
                      </c:pt>
                      <c:pt idx="3497">
                        <c:v>42972</c:v>
                      </c:pt>
                      <c:pt idx="3498">
                        <c:v>42975</c:v>
                      </c:pt>
                      <c:pt idx="3499">
                        <c:v>42976</c:v>
                      </c:pt>
                      <c:pt idx="3500">
                        <c:v>42977</c:v>
                      </c:pt>
                      <c:pt idx="3501">
                        <c:v>42978</c:v>
                      </c:pt>
                      <c:pt idx="3502">
                        <c:v>42979</c:v>
                      </c:pt>
                      <c:pt idx="3503">
                        <c:v>42982</c:v>
                      </c:pt>
                      <c:pt idx="3504">
                        <c:v>42983</c:v>
                      </c:pt>
                      <c:pt idx="3505">
                        <c:v>42984</c:v>
                      </c:pt>
                      <c:pt idx="3506">
                        <c:v>42985</c:v>
                      </c:pt>
                      <c:pt idx="3507">
                        <c:v>42986</c:v>
                      </c:pt>
                      <c:pt idx="3508">
                        <c:v>42989</c:v>
                      </c:pt>
                      <c:pt idx="3509">
                        <c:v>42990</c:v>
                      </c:pt>
                      <c:pt idx="3510">
                        <c:v>42991</c:v>
                      </c:pt>
                      <c:pt idx="3511">
                        <c:v>42992</c:v>
                      </c:pt>
                      <c:pt idx="3512">
                        <c:v>42993</c:v>
                      </c:pt>
                      <c:pt idx="3513">
                        <c:v>42996</c:v>
                      </c:pt>
                      <c:pt idx="3514">
                        <c:v>42997</c:v>
                      </c:pt>
                      <c:pt idx="3515">
                        <c:v>42998</c:v>
                      </c:pt>
                      <c:pt idx="3516">
                        <c:v>42999</c:v>
                      </c:pt>
                      <c:pt idx="3517">
                        <c:v>43000</c:v>
                      </c:pt>
                      <c:pt idx="3518">
                        <c:v>43003</c:v>
                      </c:pt>
                      <c:pt idx="3519">
                        <c:v>43004</c:v>
                      </c:pt>
                      <c:pt idx="3520">
                        <c:v>43005</c:v>
                      </c:pt>
                      <c:pt idx="3521">
                        <c:v>43006</c:v>
                      </c:pt>
                      <c:pt idx="3522">
                        <c:v>43007</c:v>
                      </c:pt>
                      <c:pt idx="3523">
                        <c:v>43010</c:v>
                      </c:pt>
                      <c:pt idx="3524">
                        <c:v>43011</c:v>
                      </c:pt>
                      <c:pt idx="3525">
                        <c:v>43012</c:v>
                      </c:pt>
                      <c:pt idx="3526">
                        <c:v>43013</c:v>
                      </c:pt>
                      <c:pt idx="3527">
                        <c:v>43014</c:v>
                      </c:pt>
                      <c:pt idx="3528">
                        <c:v>43017</c:v>
                      </c:pt>
                      <c:pt idx="3529">
                        <c:v>43018</c:v>
                      </c:pt>
                      <c:pt idx="3530">
                        <c:v>43019</c:v>
                      </c:pt>
                      <c:pt idx="3531">
                        <c:v>43020</c:v>
                      </c:pt>
                      <c:pt idx="3532">
                        <c:v>43021</c:v>
                      </c:pt>
                      <c:pt idx="3533">
                        <c:v>43024</c:v>
                      </c:pt>
                      <c:pt idx="3534">
                        <c:v>43025</c:v>
                      </c:pt>
                      <c:pt idx="3535">
                        <c:v>43026</c:v>
                      </c:pt>
                      <c:pt idx="3536">
                        <c:v>43027</c:v>
                      </c:pt>
                      <c:pt idx="3537">
                        <c:v>43028</c:v>
                      </c:pt>
                      <c:pt idx="3538">
                        <c:v>43031</c:v>
                      </c:pt>
                      <c:pt idx="3539">
                        <c:v>43032</c:v>
                      </c:pt>
                      <c:pt idx="3540">
                        <c:v>43033</c:v>
                      </c:pt>
                      <c:pt idx="3541">
                        <c:v>43034</c:v>
                      </c:pt>
                      <c:pt idx="3542">
                        <c:v>43035</c:v>
                      </c:pt>
                      <c:pt idx="3543">
                        <c:v>43038</c:v>
                      </c:pt>
                      <c:pt idx="3544">
                        <c:v>43039</c:v>
                      </c:pt>
                      <c:pt idx="3545">
                        <c:v>43040</c:v>
                      </c:pt>
                      <c:pt idx="3546">
                        <c:v>43041</c:v>
                      </c:pt>
                      <c:pt idx="3547">
                        <c:v>43042</c:v>
                      </c:pt>
                      <c:pt idx="3548">
                        <c:v>43045</c:v>
                      </c:pt>
                      <c:pt idx="3549">
                        <c:v>43046</c:v>
                      </c:pt>
                      <c:pt idx="3550">
                        <c:v>43047</c:v>
                      </c:pt>
                      <c:pt idx="3551">
                        <c:v>43048</c:v>
                      </c:pt>
                      <c:pt idx="3552">
                        <c:v>43049</c:v>
                      </c:pt>
                      <c:pt idx="3553">
                        <c:v>43052</c:v>
                      </c:pt>
                      <c:pt idx="3554">
                        <c:v>43053</c:v>
                      </c:pt>
                      <c:pt idx="3555">
                        <c:v>43054</c:v>
                      </c:pt>
                      <c:pt idx="3556">
                        <c:v>43055</c:v>
                      </c:pt>
                      <c:pt idx="3557">
                        <c:v>43056</c:v>
                      </c:pt>
                      <c:pt idx="3558">
                        <c:v>43059</c:v>
                      </c:pt>
                      <c:pt idx="3559">
                        <c:v>43060</c:v>
                      </c:pt>
                      <c:pt idx="3560">
                        <c:v>43061</c:v>
                      </c:pt>
                      <c:pt idx="3561">
                        <c:v>43062</c:v>
                      </c:pt>
                      <c:pt idx="3562">
                        <c:v>43063</c:v>
                      </c:pt>
                      <c:pt idx="3563">
                        <c:v>43066</c:v>
                      </c:pt>
                      <c:pt idx="3564">
                        <c:v>43067</c:v>
                      </c:pt>
                      <c:pt idx="3565">
                        <c:v>43068</c:v>
                      </c:pt>
                      <c:pt idx="3566">
                        <c:v>43069</c:v>
                      </c:pt>
                      <c:pt idx="3567">
                        <c:v>43070</c:v>
                      </c:pt>
                      <c:pt idx="3568">
                        <c:v>43073</c:v>
                      </c:pt>
                      <c:pt idx="3569">
                        <c:v>43074</c:v>
                      </c:pt>
                      <c:pt idx="3570">
                        <c:v>43075</c:v>
                      </c:pt>
                      <c:pt idx="3571">
                        <c:v>43076</c:v>
                      </c:pt>
                      <c:pt idx="3572">
                        <c:v>43077</c:v>
                      </c:pt>
                      <c:pt idx="3573">
                        <c:v>43080</c:v>
                      </c:pt>
                      <c:pt idx="3574">
                        <c:v>43081</c:v>
                      </c:pt>
                      <c:pt idx="3575">
                        <c:v>43082</c:v>
                      </c:pt>
                      <c:pt idx="3576">
                        <c:v>43083</c:v>
                      </c:pt>
                      <c:pt idx="3577">
                        <c:v>43084</c:v>
                      </c:pt>
                      <c:pt idx="3578">
                        <c:v>43087</c:v>
                      </c:pt>
                      <c:pt idx="3579">
                        <c:v>43088</c:v>
                      </c:pt>
                      <c:pt idx="3580">
                        <c:v>43089</c:v>
                      </c:pt>
                      <c:pt idx="3581">
                        <c:v>43090</c:v>
                      </c:pt>
                      <c:pt idx="3582">
                        <c:v>43091</c:v>
                      </c:pt>
                      <c:pt idx="3583">
                        <c:v>43094</c:v>
                      </c:pt>
                      <c:pt idx="3584">
                        <c:v>43095</c:v>
                      </c:pt>
                      <c:pt idx="3585">
                        <c:v>43096</c:v>
                      </c:pt>
                      <c:pt idx="3586">
                        <c:v>43097</c:v>
                      </c:pt>
                      <c:pt idx="3587">
                        <c:v>43098</c:v>
                      </c:pt>
                      <c:pt idx="3588">
                        <c:v>43101</c:v>
                      </c:pt>
                      <c:pt idx="3589">
                        <c:v>43102</c:v>
                      </c:pt>
                      <c:pt idx="3590">
                        <c:v>43103</c:v>
                      </c:pt>
                      <c:pt idx="3591">
                        <c:v>43104</c:v>
                      </c:pt>
                      <c:pt idx="3592">
                        <c:v>43105</c:v>
                      </c:pt>
                      <c:pt idx="3593">
                        <c:v>43108</c:v>
                      </c:pt>
                      <c:pt idx="3594">
                        <c:v>43109</c:v>
                      </c:pt>
                      <c:pt idx="3595">
                        <c:v>43110</c:v>
                      </c:pt>
                      <c:pt idx="3596">
                        <c:v>43111</c:v>
                      </c:pt>
                      <c:pt idx="3597">
                        <c:v>43112</c:v>
                      </c:pt>
                      <c:pt idx="3598">
                        <c:v>43115</c:v>
                      </c:pt>
                      <c:pt idx="3599">
                        <c:v>43116</c:v>
                      </c:pt>
                      <c:pt idx="3600">
                        <c:v>43117</c:v>
                      </c:pt>
                      <c:pt idx="3601">
                        <c:v>43118</c:v>
                      </c:pt>
                      <c:pt idx="3602">
                        <c:v>43119</c:v>
                      </c:pt>
                      <c:pt idx="3603">
                        <c:v>43122</c:v>
                      </c:pt>
                      <c:pt idx="3604">
                        <c:v>43123</c:v>
                      </c:pt>
                      <c:pt idx="3605">
                        <c:v>43124</c:v>
                      </c:pt>
                      <c:pt idx="3606">
                        <c:v>43125</c:v>
                      </c:pt>
                      <c:pt idx="3607">
                        <c:v>43126</c:v>
                      </c:pt>
                      <c:pt idx="3608">
                        <c:v>43129</c:v>
                      </c:pt>
                      <c:pt idx="3609">
                        <c:v>43130</c:v>
                      </c:pt>
                      <c:pt idx="3610">
                        <c:v>43131</c:v>
                      </c:pt>
                      <c:pt idx="3611">
                        <c:v>43132</c:v>
                      </c:pt>
                      <c:pt idx="3612">
                        <c:v>43133</c:v>
                      </c:pt>
                      <c:pt idx="3613">
                        <c:v>43136</c:v>
                      </c:pt>
                      <c:pt idx="3614">
                        <c:v>43137</c:v>
                      </c:pt>
                      <c:pt idx="3615">
                        <c:v>43138</c:v>
                      </c:pt>
                      <c:pt idx="3616">
                        <c:v>43139</c:v>
                      </c:pt>
                      <c:pt idx="3617">
                        <c:v>43140</c:v>
                      </c:pt>
                      <c:pt idx="3618">
                        <c:v>43143</c:v>
                      </c:pt>
                      <c:pt idx="3619">
                        <c:v>43144</c:v>
                      </c:pt>
                      <c:pt idx="3620">
                        <c:v>43145</c:v>
                      </c:pt>
                      <c:pt idx="3621">
                        <c:v>43146</c:v>
                      </c:pt>
                      <c:pt idx="3622">
                        <c:v>43147</c:v>
                      </c:pt>
                      <c:pt idx="3623">
                        <c:v>43150</c:v>
                      </c:pt>
                      <c:pt idx="3624">
                        <c:v>43151</c:v>
                      </c:pt>
                      <c:pt idx="3625">
                        <c:v>43152</c:v>
                      </c:pt>
                      <c:pt idx="3626">
                        <c:v>43153</c:v>
                      </c:pt>
                      <c:pt idx="3627">
                        <c:v>43154</c:v>
                      </c:pt>
                      <c:pt idx="3628">
                        <c:v>43157</c:v>
                      </c:pt>
                      <c:pt idx="3629">
                        <c:v>43158</c:v>
                      </c:pt>
                      <c:pt idx="3630">
                        <c:v>43159</c:v>
                      </c:pt>
                      <c:pt idx="3631">
                        <c:v>43160</c:v>
                      </c:pt>
                      <c:pt idx="3632">
                        <c:v>43161</c:v>
                      </c:pt>
                      <c:pt idx="3633">
                        <c:v>43164</c:v>
                      </c:pt>
                      <c:pt idx="3634">
                        <c:v>43165</c:v>
                      </c:pt>
                      <c:pt idx="3635">
                        <c:v>43166</c:v>
                      </c:pt>
                      <c:pt idx="3636">
                        <c:v>43167</c:v>
                      </c:pt>
                      <c:pt idx="3637">
                        <c:v>43168</c:v>
                      </c:pt>
                      <c:pt idx="3638">
                        <c:v>43171</c:v>
                      </c:pt>
                      <c:pt idx="3639">
                        <c:v>43172</c:v>
                      </c:pt>
                      <c:pt idx="3640">
                        <c:v>43173</c:v>
                      </c:pt>
                      <c:pt idx="3641">
                        <c:v>43174</c:v>
                      </c:pt>
                      <c:pt idx="3642">
                        <c:v>43175</c:v>
                      </c:pt>
                      <c:pt idx="3643">
                        <c:v>43178</c:v>
                      </c:pt>
                      <c:pt idx="3644">
                        <c:v>43179</c:v>
                      </c:pt>
                      <c:pt idx="3645">
                        <c:v>43180</c:v>
                      </c:pt>
                      <c:pt idx="3646">
                        <c:v>43181</c:v>
                      </c:pt>
                      <c:pt idx="3647">
                        <c:v>43182</c:v>
                      </c:pt>
                      <c:pt idx="3648">
                        <c:v>43185</c:v>
                      </c:pt>
                      <c:pt idx="3649">
                        <c:v>43186</c:v>
                      </c:pt>
                      <c:pt idx="3650">
                        <c:v>43187</c:v>
                      </c:pt>
                      <c:pt idx="3651">
                        <c:v>43188</c:v>
                      </c:pt>
                      <c:pt idx="3652">
                        <c:v>43189</c:v>
                      </c:pt>
                      <c:pt idx="3653">
                        <c:v>43192</c:v>
                      </c:pt>
                      <c:pt idx="3654">
                        <c:v>43193</c:v>
                      </c:pt>
                      <c:pt idx="3655">
                        <c:v>43194</c:v>
                      </c:pt>
                      <c:pt idx="3656">
                        <c:v>43195</c:v>
                      </c:pt>
                      <c:pt idx="3657">
                        <c:v>43196</c:v>
                      </c:pt>
                      <c:pt idx="3658">
                        <c:v>43199</c:v>
                      </c:pt>
                      <c:pt idx="3659">
                        <c:v>43200</c:v>
                      </c:pt>
                      <c:pt idx="3660">
                        <c:v>43201</c:v>
                      </c:pt>
                      <c:pt idx="3661">
                        <c:v>43202</c:v>
                      </c:pt>
                      <c:pt idx="3662">
                        <c:v>43203</c:v>
                      </c:pt>
                      <c:pt idx="3663">
                        <c:v>43206</c:v>
                      </c:pt>
                      <c:pt idx="3664">
                        <c:v>43207</c:v>
                      </c:pt>
                      <c:pt idx="3665">
                        <c:v>43208</c:v>
                      </c:pt>
                      <c:pt idx="3666">
                        <c:v>43209</c:v>
                      </c:pt>
                      <c:pt idx="3667">
                        <c:v>43210</c:v>
                      </c:pt>
                      <c:pt idx="3668">
                        <c:v>43213</c:v>
                      </c:pt>
                      <c:pt idx="3669">
                        <c:v>43214</c:v>
                      </c:pt>
                      <c:pt idx="3670">
                        <c:v>43215</c:v>
                      </c:pt>
                      <c:pt idx="3671">
                        <c:v>43216</c:v>
                      </c:pt>
                      <c:pt idx="3672">
                        <c:v>43217</c:v>
                      </c:pt>
                      <c:pt idx="3673">
                        <c:v>43220</c:v>
                      </c:pt>
                      <c:pt idx="3674">
                        <c:v>43221</c:v>
                      </c:pt>
                      <c:pt idx="3675">
                        <c:v>43222</c:v>
                      </c:pt>
                      <c:pt idx="3676">
                        <c:v>43223</c:v>
                      </c:pt>
                      <c:pt idx="3677">
                        <c:v>43224</c:v>
                      </c:pt>
                      <c:pt idx="3678">
                        <c:v>43227</c:v>
                      </c:pt>
                      <c:pt idx="3679">
                        <c:v>43228</c:v>
                      </c:pt>
                      <c:pt idx="3680">
                        <c:v>43229</c:v>
                      </c:pt>
                      <c:pt idx="3681">
                        <c:v>43230</c:v>
                      </c:pt>
                      <c:pt idx="3682">
                        <c:v>43231</c:v>
                      </c:pt>
                      <c:pt idx="3683">
                        <c:v>43234</c:v>
                      </c:pt>
                      <c:pt idx="3684">
                        <c:v>43235</c:v>
                      </c:pt>
                      <c:pt idx="3685">
                        <c:v>43236</c:v>
                      </c:pt>
                      <c:pt idx="3686">
                        <c:v>43237</c:v>
                      </c:pt>
                      <c:pt idx="3687">
                        <c:v>43238</c:v>
                      </c:pt>
                      <c:pt idx="3688">
                        <c:v>43241</c:v>
                      </c:pt>
                      <c:pt idx="3689">
                        <c:v>43242</c:v>
                      </c:pt>
                      <c:pt idx="3690">
                        <c:v>43243</c:v>
                      </c:pt>
                      <c:pt idx="3691">
                        <c:v>43244</c:v>
                      </c:pt>
                      <c:pt idx="3692">
                        <c:v>43245</c:v>
                      </c:pt>
                      <c:pt idx="3693">
                        <c:v>43248</c:v>
                      </c:pt>
                      <c:pt idx="3694">
                        <c:v>43249</c:v>
                      </c:pt>
                      <c:pt idx="3695">
                        <c:v>43250</c:v>
                      </c:pt>
                      <c:pt idx="3696">
                        <c:v>43251</c:v>
                      </c:pt>
                      <c:pt idx="3697">
                        <c:v>43252</c:v>
                      </c:pt>
                      <c:pt idx="3698">
                        <c:v>43255</c:v>
                      </c:pt>
                      <c:pt idx="3699">
                        <c:v>43256</c:v>
                      </c:pt>
                      <c:pt idx="3700">
                        <c:v>43257</c:v>
                      </c:pt>
                      <c:pt idx="3701">
                        <c:v>43258</c:v>
                      </c:pt>
                      <c:pt idx="3702">
                        <c:v>43259</c:v>
                      </c:pt>
                      <c:pt idx="3703">
                        <c:v>43262</c:v>
                      </c:pt>
                      <c:pt idx="3704">
                        <c:v>43263</c:v>
                      </c:pt>
                      <c:pt idx="3705">
                        <c:v>43264</c:v>
                      </c:pt>
                      <c:pt idx="3706">
                        <c:v>43265</c:v>
                      </c:pt>
                      <c:pt idx="3707">
                        <c:v>43266</c:v>
                      </c:pt>
                      <c:pt idx="3708">
                        <c:v>43269</c:v>
                      </c:pt>
                      <c:pt idx="3709">
                        <c:v>43270</c:v>
                      </c:pt>
                      <c:pt idx="3710">
                        <c:v>43271</c:v>
                      </c:pt>
                      <c:pt idx="3711">
                        <c:v>43272</c:v>
                      </c:pt>
                      <c:pt idx="3712">
                        <c:v>43273</c:v>
                      </c:pt>
                      <c:pt idx="3713">
                        <c:v>43276</c:v>
                      </c:pt>
                      <c:pt idx="3714">
                        <c:v>43277</c:v>
                      </c:pt>
                      <c:pt idx="3715">
                        <c:v>43278</c:v>
                      </c:pt>
                      <c:pt idx="3716">
                        <c:v>43279</c:v>
                      </c:pt>
                      <c:pt idx="3717">
                        <c:v>43280</c:v>
                      </c:pt>
                      <c:pt idx="3718">
                        <c:v>43283</c:v>
                      </c:pt>
                      <c:pt idx="3719">
                        <c:v>43284</c:v>
                      </c:pt>
                      <c:pt idx="3720">
                        <c:v>43285</c:v>
                      </c:pt>
                      <c:pt idx="3721">
                        <c:v>43286</c:v>
                      </c:pt>
                      <c:pt idx="3722">
                        <c:v>43287</c:v>
                      </c:pt>
                      <c:pt idx="3723">
                        <c:v>43290</c:v>
                      </c:pt>
                      <c:pt idx="3724">
                        <c:v>43291</c:v>
                      </c:pt>
                      <c:pt idx="3725">
                        <c:v>43292</c:v>
                      </c:pt>
                      <c:pt idx="3726">
                        <c:v>43293</c:v>
                      </c:pt>
                      <c:pt idx="3727">
                        <c:v>43294</c:v>
                      </c:pt>
                      <c:pt idx="3728">
                        <c:v>43297</c:v>
                      </c:pt>
                      <c:pt idx="3729">
                        <c:v>43298</c:v>
                      </c:pt>
                      <c:pt idx="3730">
                        <c:v>43299</c:v>
                      </c:pt>
                      <c:pt idx="3731">
                        <c:v>43300</c:v>
                      </c:pt>
                      <c:pt idx="3732">
                        <c:v>43301</c:v>
                      </c:pt>
                      <c:pt idx="3733">
                        <c:v>43304</c:v>
                      </c:pt>
                      <c:pt idx="3734">
                        <c:v>43305</c:v>
                      </c:pt>
                      <c:pt idx="3735">
                        <c:v>43306</c:v>
                      </c:pt>
                      <c:pt idx="3736">
                        <c:v>43307</c:v>
                      </c:pt>
                      <c:pt idx="3737">
                        <c:v>43308</c:v>
                      </c:pt>
                      <c:pt idx="3738">
                        <c:v>43311</c:v>
                      </c:pt>
                      <c:pt idx="3739">
                        <c:v>43312</c:v>
                      </c:pt>
                      <c:pt idx="3740">
                        <c:v>43313</c:v>
                      </c:pt>
                      <c:pt idx="3741">
                        <c:v>43314</c:v>
                      </c:pt>
                      <c:pt idx="3742">
                        <c:v>43315</c:v>
                      </c:pt>
                      <c:pt idx="3743">
                        <c:v>43318</c:v>
                      </c:pt>
                      <c:pt idx="3744">
                        <c:v>43319</c:v>
                      </c:pt>
                      <c:pt idx="3745">
                        <c:v>43320</c:v>
                      </c:pt>
                      <c:pt idx="3746">
                        <c:v>43321</c:v>
                      </c:pt>
                      <c:pt idx="3747">
                        <c:v>43322</c:v>
                      </c:pt>
                      <c:pt idx="3748">
                        <c:v>43325</c:v>
                      </c:pt>
                      <c:pt idx="3749">
                        <c:v>43326</c:v>
                      </c:pt>
                      <c:pt idx="3750">
                        <c:v>43327</c:v>
                      </c:pt>
                      <c:pt idx="3751">
                        <c:v>43328</c:v>
                      </c:pt>
                      <c:pt idx="3752">
                        <c:v>43329</c:v>
                      </c:pt>
                      <c:pt idx="3753">
                        <c:v>43332</c:v>
                      </c:pt>
                      <c:pt idx="3754">
                        <c:v>43333</c:v>
                      </c:pt>
                      <c:pt idx="3755">
                        <c:v>43334</c:v>
                      </c:pt>
                      <c:pt idx="3756">
                        <c:v>43335</c:v>
                      </c:pt>
                      <c:pt idx="3757">
                        <c:v>43336</c:v>
                      </c:pt>
                      <c:pt idx="3758">
                        <c:v>43339</c:v>
                      </c:pt>
                      <c:pt idx="3759">
                        <c:v>43340</c:v>
                      </c:pt>
                      <c:pt idx="3760">
                        <c:v>43341</c:v>
                      </c:pt>
                      <c:pt idx="3761">
                        <c:v>43342</c:v>
                      </c:pt>
                      <c:pt idx="3762">
                        <c:v>43343</c:v>
                      </c:pt>
                      <c:pt idx="3763">
                        <c:v>43346</c:v>
                      </c:pt>
                      <c:pt idx="3764">
                        <c:v>43347</c:v>
                      </c:pt>
                      <c:pt idx="3765">
                        <c:v>43348</c:v>
                      </c:pt>
                      <c:pt idx="3766">
                        <c:v>43349</c:v>
                      </c:pt>
                      <c:pt idx="3767">
                        <c:v>43350</c:v>
                      </c:pt>
                      <c:pt idx="3768">
                        <c:v>43353</c:v>
                      </c:pt>
                      <c:pt idx="3769">
                        <c:v>43354</c:v>
                      </c:pt>
                      <c:pt idx="3770">
                        <c:v>43355</c:v>
                      </c:pt>
                      <c:pt idx="3771">
                        <c:v>43356</c:v>
                      </c:pt>
                      <c:pt idx="3772">
                        <c:v>43357</c:v>
                      </c:pt>
                      <c:pt idx="3773">
                        <c:v>43360</c:v>
                      </c:pt>
                      <c:pt idx="3774">
                        <c:v>43361</c:v>
                      </c:pt>
                      <c:pt idx="3775">
                        <c:v>43362</c:v>
                      </c:pt>
                      <c:pt idx="3776">
                        <c:v>43363</c:v>
                      </c:pt>
                      <c:pt idx="3777">
                        <c:v>43364</c:v>
                      </c:pt>
                      <c:pt idx="3778">
                        <c:v>43367</c:v>
                      </c:pt>
                      <c:pt idx="3779">
                        <c:v>43368</c:v>
                      </c:pt>
                      <c:pt idx="3780">
                        <c:v>43369</c:v>
                      </c:pt>
                      <c:pt idx="3781">
                        <c:v>43370</c:v>
                      </c:pt>
                      <c:pt idx="3782">
                        <c:v>43371</c:v>
                      </c:pt>
                      <c:pt idx="3783">
                        <c:v>43374</c:v>
                      </c:pt>
                      <c:pt idx="3784">
                        <c:v>43375</c:v>
                      </c:pt>
                      <c:pt idx="3785">
                        <c:v>43376</c:v>
                      </c:pt>
                      <c:pt idx="3786">
                        <c:v>43377</c:v>
                      </c:pt>
                      <c:pt idx="3787">
                        <c:v>43378</c:v>
                      </c:pt>
                      <c:pt idx="3788">
                        <c:v>43381</c:v>
                      </c:pt>
                      <c:pt idx="3789">
                        <c:v>43382</c:v>
                      </c:pt>
                      <c:pt idx="3790">
                        <c:v>43383</c:v>
                      </c:pt>
                      <c:pt idx="3791">
                        <c:v>43384</c:v>
                      </c:pt>
                      <c:pt idx="3792">
                        <c:v>43385</c:v>
                      </c:pt>
                      <c:pt idx="3793">
                        <c:v>43388</c:v>
                      </c:pt>
                      <c:pt idx="3794">
                        <c:v>43389</c:v>
                      </c:pt>
                      <c:pt idx="3795">
                        <c:v>43390</c:v>
                      </c:pt>
                      <c:pt idx="3796">
                        <c:v>43391</c:v>
                      </c:pt>
                      <c:pt idx="3797">
                        <c:v>43392</c:v>
                      </c:pt>
                      <c:pt idx="3798">
                        <c:v>43395</c:v>
                      </c:pt>
                      <c:pt idx="3799">
                        <c:v>43396</c:v>
                      </c:pt>
                      <c:pt idx="3800">
                        <c:v>43397</c:v>
                      </c:pt>
                      <c:pt idx="3801">
                        <c:v>43398</c:v>
                      </c:pt>
                      <c:pt idx="3802">
                        <c:v>43399</c:v>
                      </c:pt>
                      <c:pt idx="3803">
                        <c:v>43402</c:v>
                      </c:pt>
                      <c:pt idx="3804">
                        <c:v>43403</c:v>
                      </c:pt>
                      <c:pt idx="3805">
                        <c:v>43404</c:v>
                      </c:pt>
                      <c:pt idx="3806">
                        <c:v>43405</c:v>
                      </c:pt>
                      <c:pt idx="3807">
                        <c:v>43406</c:v>
                      </c:pt>
                      <c:pt idx="3808">
                        <c:v>43409</c:v>
                      </c:pt>
                      <c:pt idx="3809">
                        <c:v>43410</c:v>
                      </c:pt>
                      <c:pt idx="3810">
                        <c:v>43411</c:v>
                      </c:pt>
                      <c:pt idx="3811">
                        <c:v>43412</c:v>
                      </c:pt>
                      <c:pt idx="3812">
                        <c:v>43413</c:v>
                      </c:pt>
                      <c:pt idx="3813">
                        <c:v>43416</c:v>
                      </c:pt>
                      <c:pt idx="3814">
                        <c:v>43417</c:v>
                      </c:pt>
                      <c:pt idx="3815">
                        <c:v>43418</c:v>
                      </c:pt>
                      <c:pt idx="3816">
                        <c:v>43419</c:v>
                      </c:pt>
                      <c:pt idx="3817">
                        <c:v>43420</c:v>
                      </c:pt>
                      <c:pt idx="3818">
                        <c:v>43423</c:v>
                      </c:pt>
                      <c:pt idx="3819">
                        <c:v>43424</c:v>
                      </c:pt>
                      <c:pt idx="3820">
                        <c:v>43425</c:v>
                      </c:pt>
                      <c:pt idx="3821">
                        <c:v>43426</c:v>
                      </c:pt>
                      <c:pt idx="3822">
                        <c:v>43427</c:v>
                      </c:pt>
                      <c:pt idx="3823">
                        <c:v>43430</c:v>
                      </c:pt>
                      <c:pt idx="3824">
                        <c:v>43431</c:v>
                      </c:pt>
                      <c:pt idx="3825">
                        <c:v>43432</c:v>
                      </c:pt>
                      <c:pt idx="3826">
                        <c:v>43433</c:v>
                      </c:pt>
                      <c:pt idx="3827">
                        <c:v>43434</c:v>
                      </c:pt>
                      <c:pt idx="3828">
                        <c:v>43437</c:v>
                      </c:pt>
                      <c:pt idx="3829">
                        <c:v>43438</c:v>
                      </c:pt>
                      <c:pt idx="3830">
                        <c:v>43439</c:v>
                      </c:pt>
                      <c:pt idx="3831">
                        <c:v>43440</c:v>
                      </c:pt>
                      <c:pt idx="3832">
                        <c:v>43441</c:v>
                      </c:pt>
                      <c:pt idx="3833">
                        <c:v>43444</c:v>
                      </c:pt>
                      <c:pt idx="3834">
                        <c:v>43445</c:v>
                      </c:pt>
                      <c:pt idx="3835">
                        <c:v>43446</c:v>
                      </c:pt>
                      <c:pt idx="3836">
                        <c:v>43447</c:v>
                      </c:pt>
                      <c:pt idx="3837">
                        <c:v>43448</c:v>
                      </c:pt>
                      <c:pt idx="3838">
                        <c:v>43451</c:v>
                      </c:pt>
                      <c:pt idx="3839">
                        <c:v>43452</c:v>
                      </c:pt>
                      <c:pt idx="3840">
                        <c:v>43453</c:v>
                      </c:pt>
                      <c:pt idx="3841">
                        <c:v>43454</c:v>
                      </c:pt>
                      <c:pt idx="3842">
                        <c:v>43455</c:v>
                      </c:pt>
                      <c:pt idx="3843">
                        <c:v>43458</c:v>
                      </c:pt>
                      <c:pt idx="3844">
                        <c:v>43459</c:v>
                      </c:pt>
                      <c:pt idx="3845">
                        <c:v>43460</c:v>
                      </c:pt>
                      <c:pt idx="3846">
                        <c:v>43461</c:v>
                      </c:pt>
                      <c:pt idx="3847">
                        <c:v>43462</c:v>
                      </c:pt>
                      <c:pt idx="3848">
                        <c:v>43465</c:v>
                      </c:pt>
                      <c:pt idx="3849">
                        <c:v>43466</c:v>
                      </c:pt>
                      <c:pt idx="3850">
                        <c:v>43467</c:v>
                      </c:pt>
                      <c:pt idx="3851">
                        <c:v>43468</c:v>
                      </c:pt>
                      <c:pt idx="3852">
                        <c:v>43469</c:v>
                      </c:pt>
                      <c:pt idx="3853">
                        <c:v>43472</c:v>
                      </c:pt>
                      <c:pt idx="3854">
                        <c:v>43473</c:v>
                      </c:pt>
                      <c:pt idx="3855">
                        <c:v>43474</c:v>
                      </c:pt>
                      <c:pt idx="3856">
                        <c:v>43475</c:v>
                      </c:pt>
                      <c:pt idx="3857">
                        <c:v>43476</c:v>
                      </c:pt>
                      <c:pt idx="3858">
                        <c:v>43479</c:v>
                      </c:pt>
                      <c:pt idx="3859">
                        <c:v>43480</c:v>
                      </c:pt>
                      <c:pt idx="3860">
                        <c:v>43481</c:v>
                      </c:pt>
                      <c:pt idx="3861">
                        <c:v>43482</c:v>
                      </c:pt>
                      <c:pt idx="3862">
                        <c:v>43483</c:v>
                      </c:pt>
                      <c:pt idx="3863">
                        <c:v>43486</c:v>
                      </c:pt>
                      <c:pt idx="3864">
                        <c:v>43487</c:v>
                      </c:pt>
                      <c:pt idx="3865">
                        <c:v>43488</c:v>
                      </c:pt>
                      <c:pt idx="3866">
                        <c:v>43489</c:v>
                      </c:pt>
                      <c:pt idx="3867">
                        <c:v>43490</c:v>
                      </c:pt>
                      <c:pt idx="3868">
                        <c:v>43493</c:v>
                      </c:pt>
                      <c:pt idx="3869">
                        <c:v>43494</c:v>
                      </c:pt>
                      <c:pt idx="3870">
                        <c:v>43495</c:v>
                      </c:pt>
                      <c:pt idx="3871">
                        <c:v>43496</c:v>
                      </c:pt>
                      <c:pt idx="3872">
                        <c:v>43497</c:v>
                      </c:pt>
                      <c:pt idx="3873">
                        <c:v>43500</c:v>
                      </c:pt>
                      <c:pt idx="3874">
                        <c:v>43501</c:v>
                      </c:pt>
                      <c:pt idx="3875">
                        <c:v>43502</c:v>
                      </c:pt>
                      <c:pt idx="3876">
                        <c:v>43503</c:v>
                      </c:pt>
                      <c:pt idx="3877">
                        <c:v>43504</c:v>
                      </c:pt>
                      <c:pt idx="3878">
                        <c:v>43507</c:v>
                      </c:pt>
                      <c:pt idx="3879">
                        <c:v>43508</c:v>
                      </c:pt>
                      <c:pt idx="3880">
                        <c:v>43509</c:v>
                      </c:pt>
                      <c:pt idx="3881">
                        <c:v>43510</c:v>
                      </c:pt>
                      <c:pt idx="3882">
                        <c:v>43511</c:v>
                      </c:pt>
                      <c:pt idx="3883">
                        <c:v>43514</c:v>
                      </c:pt>
                      <c:pt idx="3884">
                        <c:v>43515</c:v>
                      </c:pt>
                      <c:pt idx="3885">
                        <c:v>43516</c:v>
                      </c:pt>
                      <c:pt idx="3886">
                        <c:v>43517</c:v>
                      </c:pt>
                      <c:pt idx="3887">
                        <c:v>43518</c:v>
                      </c:pt>
                      <c:pt idx="3888">
                        <c:v>43521</c:v>
                      </c:pt>
                      <c:pt idx="3889">
                        <c:v>43522</c:v>
                      </c:pt>
                      <c:pt idx="3890">
                        <c:v>43523</c:v>
                      </c:pt>
                      <c:pt idx="3891">
                        <c:v>43524</c:v>
                      </c:pt>
                      <c:pt idx="3892">
                        <c:v>43525</c:v>
                      </c:pt>
                      <c:pt idx="3893">
                        <c:v>43528</c:v>
                      </c:pt>
                      <c:pt idx="3894">
                        <c:v>43529</c:v>
                      </c:pt>
                      <c:pt idx="3895">
                        <c:v>43530</c:v>
                      </c:pt>
                      <c:pt idx="3896">
                        <c:v>43531</c:v>
                      </c:pt>
                      <c:pt idx="3897">
                        <c:v>43532</c:v>
                      </c:pt>
                      <c:pt idx="3898">
                        <c:v>43535</c:v>
                      </c:pt>
                      <c:pt idx="3899">
                        <c:v>43536</c:v>
                      </c:pt>
                      <c:pt idx="3900">
                        <c:v>43537</c:v>
                      </c:pt>
                      <c:pt idx="3901">
                        <c:v>43538</c:v>
                      </c:pt>
                      <c:pt idx="3902">
                        <c:v>43539</c:v>
                      </c:pt>
                      <c:pt idx="3903">
                        <c:v>43542</c:v>
                      </c:pt>
                      <c:pt idx="3904">
                        <c:v>43543</c:v>
                      </c:pt>
                      <c:pt idx="3905">
                        <c:v>43544</c:v>
                      </c:pt>
                      <c:pt idx="3906">
                        <c:v>43545</c:v>
                      </c:pt>
                      <c:pt idx="3907">
                        <c:v>43546</c:v>
                      </c:pt>
                      <c:pt idx="3908">
                        <c:v>43549</c:v>
                      </c:pt>
                      <c:pt idx="3909">
                        <c:v>43550</c:v>
                      </c:pt>
                      <c:pt idx="3910">
                        <c:v>43551</c:v>
                      </c:pt>
                      <c:pt idx="3911">
                        <c:v>43552</c:v>
                      </c:pt>
                      <c:pt idx="3912">
                        <c:v>43553</c:v>
                      </c:pt>
                      <c:pt idx="3913">
                        <c:v>43556</c:v>
                      </c:pt>
                      <c:pt idx="3914">
                        <c:v>43557</c:v>
                      </c:pt>
                      <c:pt idx="3915">
                        <c:v>43558</c:v>
                      </c:pt>
                      <c:pt idx="3916">
                        <c:v>43559</c:v>
                      </c:pt>
                      <c:pt idx="3917">
                        <c:v>43560</c:v>
                      </c:pt>
                      <c:pt idx="3918">
                        <c:v>43563</c:v>
                      </c:pt>
                      <c:pt idx="3919">
                        <c:v>43564</c:v>
                      </c:pt>
                      <c:pt idx="3920">
                        <c:v>43565</c:v>
                      </c:pt>
                      <c:pt idx="3921">
                        <c:v>43566</c:v>
                      </c:pt>
                      <c:pt idx="3922">
                        <c:v>43567</c:v>
                      </c:pt>
                      <c:pt idx="3923">
                        <c:v>43570</c:v>
                      </c:pt>
                      <c:pt idx="3924">
                        <c:v>43571</c:v>
                      </c:pt>
                      <c:pt idx="3925">
                        <c:v>43572</c:v>
                      </c:pt>
                      <c:pt idx="3926">
                        <c:v>43573</c:v>
                      </c:pt>
                      <c:pt idx="3927">
                        <c:v>43574</c:v>
                      </c:pt>
                      <c:pt idx="3928">
                        <c:v>43577</c:v>
                      </c:pt>
                      <c:pt idx="3929">
                        <c:v>43578</c:v>
                      </c:pt>
                      <c:pt idx="3930">
                        <c:v>43579</c:v>
                      </c:pt>
                      <c:pt idx="3931">
                        <c:v>43580</c:v>
                      </c:pt>
                      <c:pt idx="3932">
                        <c:v>43581</c:v>
                      </c:pt>
                      <c:pt idx="3933">
                        <c:v>43584</c:v>
                      </c:pt>
                      <c:pt idx="3934">
                        <c:v>43585</c:v>
                      </c:pt>
                      <c:pt idx="3935">
                        <c:v>43586</c:v>
                      </c:pt>
                      <c:pt idx="3936">
                        <c:v>43587</c:v>
                      </c:pt>
                      <c:pt idx="3937">
                        <c:v>43588</c:v>
                      </c:pt>
                      <c:pt idx="3938">
                        <c:v>43591</c:v>
                      </c:pt>
                      <c:pt idx="3939">
                        <c:v>43592</c:v>
                      </c:pt>
                      <c:pt idx="3940">
                        <c:v>43593</c:v>
                      </c:pt>
                      <c:pt idx="3941">
                        <c:v>43594</c:v>
                      </c:pt>
                      <c:pt idx="3942">
                        <c:v>43595</c:v>
                      </c:pt>
                      <c:pt idx="3943">
                        <c:v>43598</c:v>
                      </c:pt>
                      <c:pt idx="3944">
                        <c:v>43599</c:v>
                      </c:pt>
                      <c:pt idx="3945">
                        <c:v>43600</c:v>
                      </c:pt>
                      <c:pt idx="3946">
                        <c:v>43601</c:v>
                      </c:pt>
                      <c:pt idx="3947">
                        <c:v>43602</c:v>
                      </c:pt>
                      <c:pt idx="3948">
                        <c:v>43605</c:v>
                      </c:pt>
                      <c:pt idx="3949">
                        <c:v>43606</c:v>
                      </c:pt>
                      <c:pt idx="3950">
                        <c:v>43607</c:v>
                      </c:pt>
                      <c:pt idx="3951">
                        <c:v>43608</c:v>
                      </c:pt>
                      <c:pt idx="3952">
                        <c:v>43609</c:v>
                      </c:pt>
                      <c:pt idx="3953">
                        <c:v>43612</c:v>
                      </c:pt>
                      <c:pt idx="3954">
                        <c:v>43613</c:v>
                      </c:pt>
                      <c:pt idx="3955">
                        <c:v>43614</c:v>
                      </c:pt>
                      <c:pt idx="3956">
                        <c:v>43615</c:v>
                      </c:pt>
                      <c:pt idx="3957">
                        <c:v>43616</c:v>
                      </c:pt>
                      <c:pt idx="3958">
                        <c:v>43619</c:v>
                      </c:pt>
                      <c:pt idx="3959">
                        <c:v>43620</c:v>
                      </c:pt>
                      <c:pt idx="3960">
                        <c:v>43621</c:v>
                      </c:pt>
                      <c:pt idx="3961">
                        <c:v>43622</c:v>
                      </c:pt>
                      <c:pt idx="3962">
                        <c:v>43623</c:v>
                      </c:pt>
                      <c:pt idx="3963">
                        <c:v>43626</c:v>
                      </c:pt>
                      <c:pt idx="3964">
                        <c:v>43627</c:v>
                      </c:pt>
                      <c:pt idx="3965">
                        <c:v>43628</c:v>
                      </c:pt>
                      <c:pt idx="3966">
                        <c:v>43629</c:v>
                      </c:pt>
                      <c:pt idx="3967">
                        <c:v>43630</c:v>
                      </c:pt>
                      <c:pt idx="3968">
                        <c:v>43633</c:v>
                      </c:pt>
                      <c:pt idx="3969">
                        <c:v>43634</c:v>
                      </c:pt>
                      <c:pt idx="3970">
                        <c:v>43635</c:v>
                      </c:pt>
                      <c:pt idx="3971">
                        <c:v>43636</c:v>
                      </c:pt>
                      <c:pt idx="3972">
                        <c:v>43637</c:v>
                      </c:pt>
                      <c:pt idx="3973">
                        <c:v>43640</c:v>
                      </c:pt>
                      <c:pt idx="3974">
                        <c:v>43641</c:v>
                      </c:pt>
                      <c:pt idx="3975">
                        <c:v>43642</c:v>
                      </c:pt>
                      <c:pt idx="3976">
                        <c:v>43643</c:v>
                      </c:pt>
                      <c:pt idx="3977">
                        <c:v>43644</c:v>
                      </c:pt>
                      <c:pt idx="3978">
                        <c:v>43647</c:v>
                      </c:pt>
                      <c:pt idx="3979">
                        <c:v>43648</c:v>
                      </c:pt>
                      <c:pt idx="3980">
                        <c:v>43649</c:v>
                      </c:pt>
                      <c:pt idx="3981">
                        <c:v>43650</c:v>
                      </c:pt>
                      <c:pt idx="3982">
                        <c:v>43651</c:v>
                      </c:pt>
                      <c:pt idx="3983">
                        <c:v>43654</c:v>
                      </c:pt>
                      <c:pt idx="3984">
                        <c:v>43655</c:v>
                      </c:pt>
                      <c:pt idx="3985">
                        <c:v>43656</c:v>
                      </c:pt>
                      <c:pt idx="3986">
                        <c:v>43657</c:v>
                      </c:pt>
                      <c:pt idx="3987">
                        <c:v>43658</c:v>
                      </c:pt>
                      <c:pt idx="3988">
                        <c:v>43661</c:v>
                      </c:pt>
                      <c:pt idx="3989">
                        <c:v>43662</c:v>
                      </c:pt>
                      <c:pt idx="3990">
                        <c:v>43663</c:v>
                      </c:pt>
                      <c:pt idx="3991">
                        <c:v>43664</c:v>
                      </c:pt>
                      <c:pt idx="3992">
                        <c:v>43665</c:v>
                      </c:pt>
                      <c:pt idx="3993">
                        <c:v>43668</c:v>
                      </c:pt>
                      <c:pt idx="3994">
                        <c:v>43669</c:v>
                      </c:pt>
                      <c:pt idx="3995">
                        <c:v>43670</c:v>
                      </c:pt>
                      <c:pt idx="3996">
                        <c:v>43671</c:v>
                      </c:pt>
                      <c:pt idx="3997">
                        <c:v>43672</c:v>
                      </c:pt>
                      <c:pt idx="3998">
                        <c:v>43675</c:v>
                      </c:pt>
                      <c:pt idx="3999">
                        <c:v>43676</c:v>
                      </c:pt>
                      <c:pt idx="4000">
                        <c:v>43677</c:v>
                      </c:pt>
                      <c:pt idx="4001">
                        <c:v>43678</c:v>
                      </c:pt>
                      <c:pt idx="4002">
                        <c:v>43679</c:v>
                      </c:pt>
                      <c:pt idx="4003">
                        <c:v>43682</c:v>
                      </c:pt>
                      <c:pt idx="4004">
                        <c:v>43683</c:v>
                      </c:pt>
                      <c:pt idx="4005">
                        <c:v>43684</c:v>
                      </c:pt>
                      <c:pt idx="4006">
                        <c:v>43685</c:v>
                      </c:pt>
                      <c:pt idx="4007">
                        <c:v>43686</c:v>
                      </c:pt>
                      <c:pt idx="4008">
                        <c:v>43689</c:v>
                      </c:pt>
                      <c:pt idx="4009">
                        <c:v>43690</c:v>
                      </c:pt>
                      <c:pt idx="4010">
                        <c:v>43691</c:v>
                      </c:pt>
                      <c:pt idx="4011">
                        <c:v>43692</c:v>
                      </c:pt>
                      <c:pt idx="4012">
                        <c:v>43693</c:v>
                      </c:pt>
                      <c:pt idx="4013">
                        <c:v>43696</c:v>
                      </c:pt>
                      <c:pt idx="4014">
                        <c:v>43697</c:v>
                      </c:pt>
                      <c:pt idx="4015">
                        <c:v>43698</c:v>
                      </c:pt>
                      <c:pt idx="4016">
                        <c:v>43699</c:v>
                      </c:pt>
                      <c:pt idx="4017">
                        <c:v>43700</c:v>
                      </c:pt>
                      <c:pt idx="4018">
                        <c:v>43703</c:v>
                      </c:pt>
                      <c:pt idx="4019">
                        <c:v>43704</c:v>
                      </c:pt>
                      <c:pt idx="4020">
                        <c:v>43705</c:v>
                      </c:pt>
                      <c:pt idx="4021">
                        <c:v>43706</c:v>
                      </c:pt>
                      <c:pt idx="4022">
                        <c:v>43707</c:v>
                      </c:pt>
                      <c:pt idx="4023">
                        <c:v>43710</c:v>
                      </c:pt>
                      <c:pt idx="4024">
                        <c:v>43711</c:v>
                      </c:pt>
                      <c:pt idx="4025">
                        <c:v>43712</c:v>
                      </c:pt>
                      <c:pt idx="4026">
                        <c:v>43713</c:v>
                      </c:pt>
                      <c:pt idx="4027">
                        <c:v>43714</c:v>
                      </c:pt>
                      <c:pt idx="4028">
                        <c:v>43717</c:v>
                      </c:pt>
                      <c:pt idx="4029">
                        <c:v>43718</c:v>
                      </c:pt>
                      <c:pt idx="4030">
                        <c:v>43719</c:v>
                      </c:pt>
                      <c:pt idx="4031">
                        <c:v>43720</c:v>
                      </c:pt>
                      <c:pt idx="4032">
                        <c:v>43721</c:v>
                      </c:pt>
                      <c:pt idx="4033">
                        <c:v>43724</c:v>
                      </c:pt>
                      <c:pt idx="4034">
                        <c:v>43725</c:v>
                      </c:pt>
                      <c:pt idx="4035">
                        <c:v>43726</c:v>
                      </c:pt>
                      <c:pt idx="4036">
                        <c:v>43727</c:v>
                      </c:pt>
                      <c:pt idx="4037">
                        <c:v>43728</c:v>
                      </c:pt>
                      <c:pt idx="4038">
                        <c:v>43731</c:v>
                      </c:pt>
                      <c:pt idx="4039">
                        <c:v>43732</c:v>
                      </c:pt>
                      <c:pt idx="4040">
                        <c:v>43733</c:v>
                      </c:pt>
                      <c:pt idx="4041">
                        <c:v>43734</c:v>
                      </c:pt>
                      <c:pt idx="4042">
                        <c:v>43735</c:v>
                      </c:pt>
                      <c:pt idx="4043">
                        <c:v>43738</c:v>
                      </c:pt>
                      <c:pt idx="4044">
                        <c:v>43739</c:v>
                      </c:pt>
                      <c:pt idx="4045">
                        <c:v>43740</c:v>
                      </c:pt>
                      <c:pt idx="4046">
                        <c:v>43741</c:v>
                      </c:pt>
                      <c:pt idx="4047">
                        <c:v>43742</c:v>
                      </c:pt>
                      <c:pt idx="4048">
                        <c:v>43745</c:v>
                      </c:pt>
                      <c:pt idx="4049">
                        <c:v>43746</c:v>
                      </c:pt>
                      <c:pt idx="4050">
                        <c:v>43747</c:v>
                      </c:pt>
                      <c:pt idx="4051">
                        <c:v>43748</c:v>
                      </c:pt>
                      <c:pt idx="4052">
                        <c:v>43749</c:v>
                      </c:pt>
                      <c:pt idx="4053">
                        <c:v>43752</c:v>
                      </c:pt>
                      <c:pt idx="4054">
                        <c:v>43753</c:v>
                      </c:pt>
                      <c:pt idx="4055">
                        <c:v>43754</c:v>
                      </c:pt>
                      <c:pt idx="4056">
                        <c:v>43755</c:v>
                      </c:pt>
                      <c:pt idx="4057">
                        <c:v>43756</c:v>
                      </c:pt>
                      <c:pt idx="4058">
                        <c:v>43759</c:v>
                      </c:pt>
                      <c:pt idx="4059">
                        <c:v>43760</c:v>
                      </c:pt>
                      <c:pt idx="4060">
                        <c:v>43761</c:v>
                      </c:pt>
                      <c:pt idx="4061">
                        <c:v>43762</c:v>
                      </c:pt>
                      <c:pt idx="4062">
                        <c:v>43763</c:v>
                      </c:pt>
                      <c:pt idx="4063">
                        <c:v>43766</c:v>
                      </c:pt>
                      <c:pt idx="4064">
                        <c:v>43767</c:v>
                      </c:pt>
                      <c:pt idx="4065">
                        <c:v>43768</c:v>
                      </c:pt>
                      <c:pt idx="4066">
                        <c:v>43769</c:v>
                      </c:pt>
                      <c:pt idx="4067">
                        <c:v>43770</c:v>
                      </c:pt>
                      <c:pt idx="4068">
                        <c:v>43773</c:v>
                      </c:pt>
                      <c:pt idx="4069">
                        <c:v>43774</c:v>
                      </c:pt>
                      <c:pt idx="4070">
                        <c:v>43775</c:v>
                      </c:pt>
                      <c:pt idx="4071">
                        <c:v>43776</c:v>
                      </c:pt>
                      <c:pt idx="4072">
                        <c:v>43777</c:v>
                      </c:pt>
                      <c:pt idx="4073">
                        <c:v>43780</c:v>
                      </c:pt>
                      <c:pt idx="4074">
                        <c:v>43781</c:v>
                      </c:pt>
                      <c:pt idx="4075">
                        <c:v>43782</c:v>
                      </c:pt>
                      <c:pt idx="4076">
                        <c:v>43783</c:v>
                      </c:pt>
                      <c:pt idx="4077">
                        <c:v>43784</c:v>
                      </c:pt>
                      <c:pt idx="4078">
                        <c:v>43787</c:v>
                      </c:pt>
                      <c:pt idx="4079">
                        <c:v>43788</c:v>
                      </c:pt>
                      <c:pt idx="4080">
                        <c:v>43789</c:v>
                      </c:pt>
                      <c:pt idx="4081">
                        <c:v>43790</c:v>
                      </c:pt>
                      <c:pt idx="4082">
                        <c:v>43791</c:v>
                      </c:pt>
                      <c:pt idx="4083">
                        <c:v>43794</c:v>
                      </c:pt>
                      <c:pt idx="4084">
                        <c:v>43795</c:v>
                      </c:pt>
                      <c:pt idx="4085">
                        <c:v>43796</c:v>
                      </c:pt>
                      <c:pt idx="4086">
                        <c:v>43797</c:v>
                      </c:pt>
                      <c:pt idx="4087">
                        <c:v>43798</c:v>
                      </c:pt>
                      <c:pt idx="4088">
                        <c:v>43801</c:v>
                      </c:pt>
                      <c:pt idx="4089">
                        <c:v>43802</c:v>
                      </c:pt>
                      <c:pt idx="4090">
                        <c:v>43803</c:v>
                      </c:pt>
                      <c:pt idx="4091">
                        <c:v>43804</c:v>
                      </c:pt>
                      <c:pt idx="4092">
                        <c:v>43805</c:v>
                      </c:pt>
                      <c:pt idx="4093">
                        <c:v>43808</c:v>
                      </c:pt>
                      <c:pt idx="4094">
                        <c:v>43809</c:v>
                      </c:pt>
                      <c:pt idx="4095">
                        <c:v>43810</c:v>
                      </c:pt>
                      <c:pt idx="4096">
                        <c:v>43811</c:v>
                      </c:pt>
                      <c:pt idx="4097">
                        <c:v>43812</c:v>
                      </c:pt>
                      <c:pt idx="4098">
                        <c:v>43815</c:v>
                      </c:pt>
                      <c:pt idx="4099">
                        <c:v>43816</c:v>
                      </c:pt>
                      <c:pt idx="4100">
                        <c:v>43817</c:v>
                      </c:pt>
                      <c:pt idx="4101">
                        <c:v>43818</c:v>
                      </c:pt>
                      <c:pt idx="4102">
                        <c:v>43819</c:v>
                      </c:pt>
                      <c:pt idx="4103">
                        <c:v>43822</c:v>
                      </c:pt>
                      <c:pt idx="4104">
                        <c:v>43823</c:v>
                      </c:pt>
                      <c:pt idx="4105">
                        <c:v>43824</c:v>
                      </c:pt>
                      <c:pt idx="4106">
                        <c:v>43825</c:v>
                      </c:pt>
                      <c:pt idx="4107">
                        <c:v>43826</c:v>
                      </c:pt>
                      <c:pt idx="4108">
                        <c:v>43829</c:v>
                      </c:pt>
                      <c:pt idx="4109">
                        <c:v>43830</c:v>
                      </c:pt>
                      <c:pt idx="4110">
                        <c:v>43831</c:v>
                      </c:pt>
                      <c:pt idx="4111">
                        <c:v>43832</c:v>
                      </c:pt>
                      <c:pt idx="4112">
                        <c:v>43833</c:v>
                      </c:pt>
                      <c:pt idx="4113">
                        <c:v>43836</c:v>
                      </c:pt>
                      <c:pt idx="4114">
                        <c:v>43837</c:v>
                      </c:pt>
                      <c:pt idx="4115">
                        <c:v>43838</c:v>
                      </c:pt>
                      <c:pt idx="4116">
                        <c:v>43839</c:v>
                      </c:pt>
                      <c:pt idx="4117">
                        <c:v>43840</c:v>
                      </c:pt>
                      <c:pt idx="4118">
                        <c:v>43843</c:v>
                      </c:pt>
                      <c:pt idx="4119">
                        <c:v>43844</c:v>
                      </c:pt>
                      <c:pt idx="4120">
                        <c:v>43845</c:v>
                      </c:pt>
                      <c:pt idx="4121">
                        <c:v>43846</c:v>
                      </c:pt>
                      <c:pt idx="4122">
                        <c:v>43847</c:v>
                      </c:pt>
                      <c:pt idx="4123">
                        <c:v>43850</c:v>
                      </c:pt>
                      <c:pt idx="4124">
                        <c:v>43851</c:v>
                      </c:pt>
                      <c:pt idx="4125">
                        <c:v>43852</c:v>
                      </c:pt>
                      <c:pt idx="4126">
                        <c:v>43853</c:v>
                      </c:pt>
                      <c:pt idx="4127">
                        <c:v>43854</c:v>
                      </c:pt>
                      <c:pt idx="4128">
                        <c:v>43857</c:v>
                      </c:pt>
                      <c:pt idx="4129">
                        <c:v>43858</c:v>
                      </c:pt>
                      <c:pt idx="4130">
                        <c:v>43859</c:v>
                      </c:pt>
                      <c:pt idx="4131">
                        <c:v>43860</c:v>
                      </c:pt>
                      <c:pt idx="4132">
                        <c:v>43861</c:v>
                      </c:pt>
                      <c:pt idx="4133">
                        <c:v>43864</c:v>
                      </c:pt>
                      <c:pt idx="4134">
                        <c:v>43865</c:v>
                      </c:pt>
                      <c:pt idx="4135">
                        <c:v>43866</c:v>
                      </c:pt>
                      <c:pt idx="4136">
                        <c:v>43867</c:v>
                      </c:pt>
                      <c:pt idx="4137">
                        <c:v>43868</c:v>
                      </c:pt>
                      <c:pt idx="4138">
                        <c:v>43871</c:v>
                      </c:pt>
                      <c:pt idx="4139">
                        <c:v>43872</c:v>
                      </c:pt>
                      <c:pt idx="4140">
                        <c:v>43873</c:v>
                      </c:pt>
                      <c:pt idx="4141">
                        <c:v>43874</c:v>
                      </c:pt>
                      <c:pt idx="4142">
                        <c:v>43875</c:v>
                      </c:pt>
                      <c:pt idx="4143">
                        <c:v>43878</c:v>
                      </c:pt>
                      <c:pt idx="4144">
                        <c:v>43879</c:v>
                      </c:pt>
                      <c:pt idx="4145">
                        <c:v>43880</c:v>
                      </c:pt>
                      <c:pt idx="4146">
                        <c:v>43881</c:v>
                      </c:pt>
                      <c:pt idx="4147">
                        <c:v>43882</c:v>
                      </c:pt>
                      <c:pt idx="4148">
                        <c:v>43885</c:v>
                      </c:pt>
                      <c:pt idx="4149">
                        <c:v>43886</c:v>
                      </c:pt>
                      <c:pt idx="4150">
                        <c:v>43887</c:v>
                      </c:pt>
                      <c:pt idx="4151">
                        <c:v>43888</c:v>
                      </c:pt>
                      <c:pt idx="4152">
                        <c:v>43889</c:v>
                      </c:pt>
                      <c:pt idx="4153">
                        <c:v>43892</c:v>
                      </c:pt>
                      <c:pt idx="4154">
                        <c:v>43893</c:v>
                      </c:pt>
                      <c:pt idx="4155">
                        <c:v>43894</c:v>
                      </c:pt>
                      <c:pt idx="4156">
                        <c:v>43895</c:v>
                      </c:pt>
                      <c:pt idx="4157">
                        <c:v>43896</c:v>
                      </c:pt>
                      <c:pt idx="4158">
                        <c:v>43899</c:v>
                      </c:pt>
                      <c:pt idx="4159">
                        <c:v>43900</c:v>
                      </c:pt>
                      <c:pt idx="4160">
                        <c:v>43901</c:v>
                      </c:pt>
                      <c:pt idx="4161">
                        <c:v>43902</c:v>
                      </c:pt>
                      <c:pt idx="4162">
                        <c:v>43903</c:v>
                      </c:pt>
                      <c:pt idx="4163">
                        <c:v>43906</c:v>
                      </c:pt>
                      <c:pt idx="4164">
                        <c:v>43907</c:v>
                      </c:pt>
                      <c:pt idx="4165">
                        <c:v>43908</c:v>
                      </c:pt>
                      <c:pt idx="4166">
                        <c:v>43909</c:v>
                      </c:pt>
                      <c:pt idx="4167">
                        <c:v>43910</c:v>
                      </c:pt>
                      <c:pt idx="4168">
                        <c:v>43913</c:v>
                      </c:pt>
                      <c:pt idx="4169">
                        <c:v>43914</c:v>
                      </c:pt>
                      <c:pt idx="4170">
                        <c:v>43915</c:v>
                      </c:pt>
                      <c:pt idx="4171">
                        <c:v>43916</c:v>
                      </c:pt>
                      <c:pt idx="4172">
                        <c:v>43917</c:v>
                      </c:pt>
                      <c:pt idx="4173">
                        <c:v>43920</c:v>
                      </c:pt>
                      <c:pt idx="4174">
                        <c:v>43921</c:v>
                      </c:pt>
                      <c:pt idx="4175">
                        <c:v>43922</c:v>
                      </c:pt>
                      <c:pt idx="4176">
                        <c:v>43923</c:v>
                      </c:pt>
                      <c:pt idx="4177">
                        <c:v>43924</c:v>
                      </c:pt>
                      <c:pt idx="4178">
                        <c:v>43927</c:v>
                      </c:pt>
                      <c:pt idx="4179">
                        <c:v>43928</c:v>
                      </c:pt>
                      <c:pt idx="4180">
                        <c:v>43929</c:v>
                      </c:pt>
                      <c:pt idx="4181">
                        <c:v>43930</c:v>
                      </c:pt>
                      <c:pt idx="4182">
                        <c:v>43931</c:v>
                      </c:pt>
                      <c:pt idx="4183">
                        <c:v>43934</c:v>
                      </c:pt>
                      <c:pt idx="4184">
                        <c:v>43935</c:v>
                      </c:pt>
                      <c:pt idx="4185">
                        <c:v>43936</c:v>
                      </c:pt>
                      <c:pt idx="4186">
                        <c:v>43937</c:v>
                      </c:pt>
                      <c:pt idx="4187">
                        <c:v>43938</c:v>
                      </c:pt>
                      <c:pt idx="4188">
                        <c:v>43941</c:v>
                      </c:pt>
                      <c:pt idx="4189">
                        <c:v>43942</c:v>
                      </c:pt>
                      <c:pt idx="4190">
                        <c:v>43943</c:v>
                      </c:pt>
                      <c:pt idx="4191">
                        <c:v>43944</c:v>
                      </c:pt>
                      <c:pt idx="4192">
                        <c:v>43945</c:v>
                      </c:pt>
                      <c:pt idx="4193">
                        <c:v>43948</c:v>
                      </c:pt>
                      <c:pt idx="4194">
                        <c:v>43949</c:v>
                      </c:pt>
                      <c:pt idx="4195">
                        <c:v>43950</c:v>
                      </c:pt>
                      <c:pt idx="4196">
                        <c:v>43951</c:v>
                      </c:pt>
                      <c:pt idx="4197">
                        <c:v>43952</c:v>
                      </c:pt>
                      <c:pt idx="4198">
                        <c:v>43955</c:v>
                      </c:pt>
                      <c:pt idx="4199">
                        <c:v>43956</c:v>
                      </c:pt>
                      <c:pt idx="4200">
                        <c:v>43957</c:v>
                      </c:pt>
                      <c:pt idx="4201">
                        <c:v>43958</c:v>
                      </c:pt>
                      <c:pt idx="4202">
                        <c:v>43959</c:v>
                      </c:pt>
                      <c:pt idx="4203">
                        <c:v>43962</c:v>
                      </c:pt>
                      <c:pt idx="4204">
                        <c:v>43963</c:v>
                      </c:pt>
                      <c:pt idx="4205">
                        <c:v>43964</c:v>
                      </c:pt>
                      <c:pt idx="4206">
                        <c:v>43965</c:v>
                      </c:pt>
                      <c:pt idx="4207">
                        <c:v>43966</c:v>
                      </c:pt>
                      <c:pt idx="4208">
                        <c:v>43969</c:v>
                      </c:pt>
                      <c:pt idx="4209">
                        <c:v>43970</c:v>
                      </c:pt>
                      <c:pt idx="4210">
                        <c:v>43971</c:v>
                      </c:pt>
                      <c:pt idx="4211">
                        <c:v>43972</c:v>
                      </c:pt>
                      <c:pt idx="4212">
                        <c:v>43973</c:v>
                      </c:pt>
                      <c:pt idx="4213">
                        <c:v>43976</c:v>
                      </c:pt>
                      <c:pt idx="4214">
                        <c:v>43977</c:v>
                      </c:pt>
                      <c:pt idx="4215">
                        <c:v>43978</c:v>
                      </c:pt>
                      <c:pt idx="4216">
                        <c:v>43979</c:v>
                      </c:pt>
                      <c:pt idx="4217">
                        <c:v>43980</c:v>
                      </c:pt>
                      <c:pt idx="4218">
                        <c:v>43983</c:v>
                      </c:pt>
                      <c:pt idx="4219">
                        <c:v>43984</c:v>
                      </c:pt>
                      <c:pt idx="4220">
                        <c:v>43985</c:v>
                      </c:pt>
                      <c:pt idx="4221">
                        <c:v>43986</c:v>
                      </c:pt>
                      <c:pt idx="4222">
                        <c:v>43987</c:v>
                      </c:pt>
                      <c:pt idx="4223">
                        <c:v>43990</c:v>
                      </c:pt>
                      <c:pt idx="4224">
                        <c:v>43991</c:v>
                      </c:pt>
                      <c:pt idx="4225">
                        <c:v>43992</c:v>
                      </c:pt>
                      <c:pt idx="4226">
                        <c:v>43993</c:v>
                      </c:pt>
                      <c:pt idx="4227">
                        <c:v>43994</c:v>
                      </c:pt>
                      <c:pt idx="4228">
                        <c:v>43997</c:v>
                      </c:pt>
                      <c:pt idx="4229">
                        <c:v>43998</c:v>
                      </c:pt>
                      <c:pt idx="4230">
                        <c:v>43999</c:v>
                      </c:pt>
                      <c:pt idx="4231">
                        <c:v>44000</c:v>
                      </c:pt>
                      <c:pt idx="4232">
                        <c:v>44001</c:v>
                      </c:pt>
                      <c:pt idx="4233">
                        <c:v>44004</c:v>
                      </c:pt>
                      <c:pt idx="4234">
                        <c:v>44005</c:v>
                      </c:pt>
                      <c:pt idx="4235">
                        <c:v>44006</c:v>
                      </c:pt>
                      <c:pt idx="4236">
                        <c:v>44007</c:v>
                      </c:pt>
                      <c:pt idx="4237">
                        <c:v>44008</c:v>
                      </c:pt>
                      <c:pt idx="4238">
                        <c:v>44011</c:v>
                      </c:pt>
                      <c:pt idx="4239">
                        <c:v>44012</c:v>
                      </c:pt>
                      <c:pt idx="4240">
                        <c:v>44013</c:v>
                      </c:pt>
                      <c:pt idx="4241">
                        <c:v>44014</c:v>
                      </c:pt>
                      <c:pt idx="4242">
                        <c:v>44015</c:v>
                      </c:pt>
                      <c:pt idx="4243">
                        <c:v>44018</c:v>
                      </c:pt>
                      <c:pt idx="4244">
                        <c:v>44019</c:v>
                      </c:pt>
                      <c:pt idx="4245">
                        <c:v>44020</c:v>
                      </c:pt>
                      <c:pt idx="4246">
                        <c:v>44021</c:v>
                      </c:pt>
                      <c:pt idx="4247">
                        <c:v>44022</c:v>
                      </c:pt>
                      <c:pt idx="4248">
                        <c:v>44025</c:v>
                      </c:pt>
                      <c:pt idx="4249">
                        <c:v>44026</c:v>
                      </c:pt>
                      <c:pt idx="4250">
                        <c:v>44027</c:v>
                      </c:pt>
                      <c:pt idx="4251">
                        <c:v>44028</c:v>
                      </c:pt>
                      <c:pt idx="4252">
                        <c:v>44029</c:v>
                      </c:pt>
                      <c:pt idx="4253">
                        <c:v>44032</c:v>
                      </c:pt>
                      <c:pt idx="4254">
                        <c:v>44033</c:v>
                      </c:pt>
                      <c:pt idx="4255">
                        <c:v>44034</c:v>
                      </c:pt>
                      <c:pt idx="4256">
                        <c:v>44035</c:v>
                      </c:pt>
                      <c:pt idx="4257">
                        <c:v>44036</c:v>
                      </c:pt>
                      <c:pt idx="4258">
                        <c:v>44039</c:v>
                      </c:pt>
                      <c:pt idx="4259">
                        <c:v>44040</c:v>
                      </c:pt>
                      <c:pt idx="4260">
                        <c:v>44041</c:v>
                      </c:pt>
                      <c:pt idx="4261">
                        <c:v>44042</c:v>
                      </c:pt>
                      <c:pt idx="4262">
                        <c:v>44043</c:v>
                      </c:pt>
                      <c:pt idx="4263">
                        <c:v>44046</c:v>
                      </c:pt>
                      <c:pt idx="4264">
                        <c:v>44047</c:v>
                      </c:pt>
                      <c:pt idx="4265">
                        <c:v>44048</c:v>
                      </c:pt>
                      <c:pt idx="4266">
                        <c:v>44049</c:v>
                      </c:pt>
                      <c:pt idx="4267">
                        <c:v>44050</c:v>
                      </c:pt>
                      <c:pt idx="4268">
                        <c:v>44053</c:v>
                      </c:pt>
                      <c:pt idx="4269">
                        <c:v>44054</c:v>
                      </c:pt>
                      <c:pt idx="4270">
                        <c:v>44055</c:v>
                      </c:pt>
                      <c:pt idx="4271">
                        <c:v>44056</c:v>
                      </c:pt>
                      <c:pt idx="4272">
                        <c:v>44057</c:v>
                      </c:pt>
                      <c:pt idx="4273">
                        <c:v>44060</c:v>
                      </c:pt>
                      <c:pt idx="4274">
                        <c:v>44061</c:v>
                      </c:pt>
                      <c:pt idx="4275">
                        <c:v>44062</c:v>
                      </c:pt>
                      <c:pt idx="4276">
                        <c:v>44063</c:v>
                      </c:pt>
                      <c:pt idx="4277">
                        <c:v>44064</c:v>
                      </c:pt>
                      <c:pt idx="4278">
                        <c:v>44067</c:v>
                      </c:pt>
                      <c:pt idx="4279">
                        <c:v>44068</c:v>
                      </c:pt>
                      <c:pt idx="4280">
                        <c:v>44069</c:v>
                      </c:pt>
                      <c:pt idx="4281">
                        <c:v>44070</c:v>
                      </c:pt>
                      <c:pt idx="4282">
                        <c:v>44071</c:v>
                      </c:pt>
                      <c:pt idx="4283">
                        <c:v>44074</c:v>
                      </c:pt>
                      <c:pt idx="4284">
                        <c:v>44075</c:v>
                      </c:pt>
                      <c:pt idx="4285">
                        <c:v>44076</c:v>
                      </c:pt>
                      <c:pt idx="4286">
                        <c:v>44077</c:v>
                      </c:pt>
                      <c:pt idx="4287">
                        <c:v>44078</c:v>
                      </c:pt>
                      <c:pt idx="4288">
                        <c:v>44081</c:v>
                      </c:pt>
                      <c:pt idx="4289">
                        <c:v>44082</c:v>
                      </c:pt>
                      <c:pt idx="4290">
                        <c:v>44083</c:v>
                      </c:pt>
                      <c:pt idx="4291">
                        <c:v>44084</c:v>
                      </c:pt>
                      <c:pt idx="4292">
                        <c:v>44085</c:v>
                      </c:pt>
                      <c:pt idx="4293">
                        <c:v>44088</c:v>
                      </c:pt>
                      <c:pt idx="4294">
                        <c:v>44089</c:v>
                      </c:pt>
                      <c:pt idx="4295">
                        <c:v>44090</c:v>
                      </c:pt>
                      <c:pt idx="4296">
                        <c:v>44091</c:v>
                      </c:pt>
                      <c:pt idx="4297">
                        <c:v>44092</c:v>
                      </c:pt>
                      <c:pt idx="4298">
                        <c:v>44095</c:v>
                      </c:pt>
                      <c:pt idx="4299">
                        <c:v>44096</c:v>
                      </c:pt>
                      <c:pt idx="4300">
                        <c:v>44097</c:v>
                      </c:pt>
                      <c:pt idx="4301">
                        <c:v>44098</c:v>
                      </c:pt>
                      <c:pt idx="4302">
                        <c:v>44099</c:v>
                      </c:pt>
                      <c:pt idx="4303">
                        <c:v>44102</c:v>
                      </c:pt>
                      <c:pt idx="4304">
                        <c:v>44103</c:v>
                      </c:pt>
                      <c:pt idx="4305">
                        <c:v>44104</c:v>
                      </c:pt>
                      <c:pt idx="4306">
                        <c:v>44105</c:v>
                      </c:pt>
                      <c:pt idx="4307">
                        <c:v>44106</c:v>
                      </c:pt>
                      <c:pt idx="4308">
                        <c:v>44109</c:v>
                      </c:pt>
                      <c:pt idx="4309">
                        <c:v>44110</c:v>
                      </c:pt>
                      <c:pt idx="4310">
                        <c:v>44111</c:v>
                      </c:pt>
                      <c:pt idx="4311">
                        <c:v>44112</c:v>
                      </c:pt>
                      <c:pt idx="4312">
                        <c:v>44113</c:v>
                      </c:pt>
                      <c:pt idx="4313">
                        <c:v>44116</c:v>
                      </c:pt>
                      <c:pt idx="4314">
                        <c:v>44117</c:v>
                      </c:pt>
                      <c:pt idx="4315">
                        <c:v>44118</c:v>
                      </c:pt>
                      <c:pt idx="4316">
                        <c:v>44119</c:v>
                      </c:pt>
                      <c:pt idx="4317">
                        <c:v>44120</c:v>
                      </c:pt>
                      <c:pt idx="4318">
                        <c:v>44123</c:v>
                      </c:pt>
                      <c:pt idx="4319">
                        <c:v>44124</c:v>
                      </c:pt>
                      <c:pt idx="4320">
                        <c:v>44125</c:v>
                      </c:pt>
                      <c:pt idx="4321">
                        <c:v>44126</c:v>
                      </c:pt>
                      <c:pt idx="4322">
                        <c:v>44127</c:v>
                      </c:pt>
                      <c:pt idx="4323">
                        <c:v>44130</c:v>
                      </c:pt>
                      <c:pt idx="4324">
                        <c:v>44131</c:v>
                      </c:pt>
                      <c:pt idx="4325">
                        <c:v>44132</c:v>
                      </c:pt>
                      <c:pt idx="4326">
                        <c:v>44133</c:v>
                      </c:pt>
                      <c:pt idx="4327">
                        <c:v>44134</c:v>
                      </c:pt>
                      <c:pt idx="4328">
                        <c:v>44137</c:v>
                      </c:pt>
                      <c:pt idx="4329">
                        <c:v>44138</c:v>
                      </c:pt>
                      <c:pt idx="4330">
                        <c:v>44139</c:v>
                      </c:pt>
                      <c:pt idx="4331">
                        <c:v>44140</c:v>
                      </c:pt>
                      <c:pt idx="4332">
                        <c:v>44141</c:v>
                      </c:pt>
                      <c:pt idx="4333">
                        <c:v>44144</c:v>
                      </c:pt>
                      <c:pt idx="4334">
                        <c:v>44145</c:v>
                      </c:pt>
                      <c:pt idx="4335">
                        <c:v>44146</c:v>
                      </c:pt>
                      <c:pt idx="4336">
                        <c:v>44147</c:v>
                      </c:pt>
                      <c:pt idx="4337">
                        <c:v>44148</c:v>
                      </c:pt>
                      <c:pt idx="4338">
                        <c:v>44151</c:v>
                      </c:pt>
                      <c:pt idx="4339">
                        <c:v>44152</c:v>
                      </c:pt>
                      <c:pt idx="4340">
                        <c:v>44153</c:v>
                      </c:pt>
                      <c:pt idx="4341">
                        <c:v>44154</c:v>
                      </c:pt>
                      <c:pt idx="4342">
                        <c:v>44155</c:v>
                      </c:pt>
                      <c:pt idx="4343">
                        <c:v>44158</c:v>
                      </c:pt>
                      <c:pt idx="4344">
                        <c:v>44159</c:v>
                      </c:pt>
                      <c:pt idx="4345">
                        <c:v>44160</c:v>
                      </c:pt>
                      <c:pt idx="4346">
                        <c:v>44161</c:v>
                      </c:pt>
                      <c:pt idx="4347">
                        <c:v>44162</c:v>
                      </c:pt>
                      <c:pt idx="4348">
                        <c:v>44165</c:v>
                      </c:pt>
                      <c:pt idx="4349">
                        <c:v>44166</c:v>
                      </c:pt>
                      <c:pt idx="4350">
                        <c:v>44167</c:v>
                      </c:pt>
                      <c:pt idx="4351">
                        <c:v>44168</c:v>
                      </c:pt>
                      <c:pt idx="4352">
                        <c:v>44169</c:v>
                      </c:pt>
                      <c:pt idx="4353">
                        <c:v>44172</c:v>
                      </c:pt>
                      <c:pt idx="4354">
                        <c:v>44173</c:v>
                      </c:pt>
                      <c:pt idx="4355">
                        <c:v>44174</c:v>
                      </c:pt>
                      <c:pt idx="4356">
                        <c:v>44175</c:v>
                      </c:pt>
                      <c:pt idx="4357">
                        <c:v>44176</c:v>
                      </c:pt>
                      <c:pt idx="4358">
                        <c:v>44179</c:v>
                      </c:pt>
                      <c:pt idx="4359">
                        <c:v>44180</c:v>
                      </c:pt>
                      <c:pt idx="4360">
                        <c:v>44181</c:v>
                      </c:pt>
                      <c:pt idx="4361">
                        <c:v>44182</c:v>
                      </c:pt>
                      <c:pt idx="4362">
                        <c:v>44183</c:v>
                      </c:pt>
                      <c:pt idx="4363">
                        <c:v>44186</c:v>
                      </c:pt>
                      <c:pt idx="4364">
                        <c:v>44187</c:v>
                      </c:pt>
                      <c:pt idx="4365">
                        <c:v>44188</c:v>
                      </c:pt>
                      <c:pt idx="4366">
                        <c:v>44189</c:v>
                      </c:pt>
                      <c:pt idx="4367">
                        <c:v>44190</c:v>
                      </c:pt>
                      <c:pt idx="4368">
                        <c:v>44193</c:v>
                      </c:pt>
                      <c:pt idx="4369">
                        <c:v>44194</c:v>
                      </c:pt>
                      <c:pt idx="4370">
                        <c:v>44195</c:v>
                      </c:pt>
                      <c:pt idx="4371">
                        <c:v>44196</c:v>
                      </c:pt>
                      <c:pt idx="4372">
                        <c:v>44197</c:v>
                      </c:pt>
                      <c:pt idx="4373">
                        <c:v>44200</c:v>
                      </c:pt>
                      <c:pt idx="4374">
                        <c:v>44201</c:v>
                      </c:pt>
                      <c:pt idx="4375">
                        <c:v>44202</c:v>
                      </c:pt>
                      <c:pt idx="4376">
                        <c:v>44203</c:v>
                      </c:pt>
                      <c:pt idx="4377">
                        <c:v>44204</c:v>
                      </c:pt>
                      <c:pt idx="4378">
                        <c:v>44207</c:v>
                      </c:pt>
                      <c:pt idx="4379">
                        <c:v>44208</c:v>
                      </c:pt>
                      <c:pt idx="4380">
                        <c:v>44209</c:v>
                      </c:pt>
                      <c:pt idx="4381">
                        <c:v>44210</c:v>
                      </c:pt>
                      <c:pt idx="4382">
                        <c:v>44211</c:v>
                      </c:pt>
                      <c:pt idx="4383">
                        <c:v>44214</c:v>
                      </c:pt>
                      <c:pt idx="4384">
                        <c:v>44215</c:v>
                      </c:pt>
                      <c:pt idx="4385">
                        <c:v>44216</c:v>
                      </c:pt>
                      <c:pt idx="4386">
                        <c:v>44217</c:v>
                      </c:pt>
                      <c:pt idx="4387">
                        <c:v>44218</c:v>
                      </c:pt>
                      <c:pt idx="4388">
                        <c:v>44221</c:v>
                      </c:pt>
                      <c:pt idx="4389">
                        <c:v>44222</c:v>
                      </c:pt>
                      <c:pt idx="4390">
                        <c:v>44223</c:v>
                      </c:pt>
                      <c:pt idx="4391">
                        <c:v>44224</c:v>
                      </c:pt>
                      <c:pt idx="4392">
                        <c:v>44225</c:v>
                      </c:pt>
                      <c:pt idx="4393">
                        <c:v>44228</c:v>
                      </c:pt>
                      <c:pt idx="4394">
                        <c:v>44229</c:v>
                      </c:pt>
                      <c:pt idx="4395">
                        <c:v>44230</c:v>
                      </c:pt>
                      <c:pt idx="4396">
                        <c:v>44231</c:v>
                      </c:pt>
                      <c:pt idx="4397">
                        <c:v>44232</c:v>
                      </c:pt>
                      <c:pt idx="4398">
                        <c:v>44235</c:v>
                      </c:pt>
                      <c:pt idx="4399">
                        <c:v>44236</c:v>
                      </c:pt>
                      <c:pt idx="4400">
                        <c:v>44237</c:v>
                      </c:pt>
                      <c:pt idx="4401">
                        <c:v>44238</c:v>
                      </c:pt>
                      <c:pt idx="4402">
                        <c:v>44239</c:v>
                      </c:pt>
                      <c:pt idx="4403">
                        <c:v>44242</c:v>
                      </c:pt>
                      <c:pt idx="4404">
                        <c:v>44243</c:v>
                      </c:pt>
                      <c:pt idx="4405">
                        <c:v>44244</c:v>
                      </c:pt>
                      <c:pt idx="4406">
                        <c:v>44245</c:v>
                      </c:pt>
                      <c:pt idx="4407">
                        <c:v>44246</c:v>
                      </c:pt>
                      <c:pt idx="4408">
                        <c:v>44249</c:v>
                      </c:pt>
                      <c:pt idx="4409">
                        <c:v>44250</c:v>
                      </c:pt>
                      <c:pt idx="4410">
                        <c:v>44251</c:v>
                      </c:pt>
                      <c:pt idx="4411">
                        <c:v>44252</c:v>
                      </c:pt>
                      <c:pt idx="4412">
                        <c:v>44253</c:v>
                      </c:pt>
                      <c:pt idx="4413">
                        <c:v>44256</c:v>
                      </c:pt>
                      <c:pt idx="4414">
                        <c:v>44257</c:v>
                      </c:pt>
                      <c:pt idx="4415">
                        <c:v>44258</c:v>
                      </c:pt>
                      <c:pt idx="4416">
                        <c:v>44259</c:v>
                      </c:pt>
                      <c:pt idx="4417">
                        <c:v>44260</c:v>
                      </c:pt>
                      <c:pt idx="4418">
                        <c:v>44263</c:v>
                      </c:pt>
                      <c:pt idx="4419">
                        <c:v>44264</c:v>
                      </c:pt>
                      <c:pt idx="4420">
                        <c:v>44265</c:v>
                      </c:pt>
                      <c:pt idx="4421">
                        <c:v>44266</c:v>
                      </c:pt>
                      <c:pt idx="4422">
                        <c:v>44267</c:v>
                      </c:pt>
                      <c:pt idx="4423">
                        <c:v>44270</c:v>
                      </c:pt>
                      <c:pt idx="4424">
                        <c:v>44271</c:v>
                      </c:pt>
                      <c:pt idx="4425">
                        <c:v>44272</c:v>
                      </c:pt>
                      <c:pt idx="4426">
                        <c:v>44273</c:v>
                      </c:pt>
                      <c:pt idx="4427">
                        <c:v>44274</c:v>
                      </c:pt>
                      <c:pt idx="4428">
                        <c:v>44277</c:v>
                      </c:pt>
                      <c:pt idx="4429">
                        <c:v>44278</c:v>
                      </c:pt>
                      <c:pt idx="4430">
                        <c:v>44279</c:v>
                      </c:pt>
                      <c:pt idx="4431">
                        <c:v>44280</c:v>
                      </c:pt>
                      <c:pt idx="4432">
                        <c:v>44281</c:v>
                      </c:pt>
                      <c:pt idx="4433">
                        <c:v>44284</c:v>
                      </c:pt>
                      <c:pt idx="4434">
                        <c:v>44285</c:v>
                      </c:pt>
                      <c:pt idx="4435">
                        <c:v>44286</c:v>
                      </c:pt>
                      <c:pt idx="4436">
                        <c:v>44287</c:v>
                      </c:pt>
                      <c:pt idx="4437">
                        <c:v>44288</c:v>
                      </c:pt>
                      <c:pt idx="4438">
                        <c:v>44291</c:v>
                      </c:pt>
                      <c:pt idx="4439">
                        <c:v>44292</c:v>
                      </c:pt>
                      <c:pt idx="4440">
                        <c:v>44293</c:v>
                      </c:pt>
                      <c:pt idx="4441">
                        <c:v>44294</c:v>
                      </c:pt>
                      <c:pt idx="4442">
                        <c:v>44295</c:v>
                      </c:pt>
                      <c:pt idx="4443">
                        <c:v>44298</c:v>
                      </c:pt>
                      <c:pt idx="4444">
                        <c:v>44299</c:v>
                      </c:pt>
                      <c:pt idx="4445">
                        <c:v>44300</c:v>
                      </c:pt>
                      <c:pt idx="4446">
                        <c:v>44301</c:v>
                      </c:pt>
                      <c:pt idx="4447">
                        <c:v>44302</c:v>
                      </c:pt>
                      <c:pt idx="4448">
                        <c:v>44305</c:v>
                      </c:pt>
                      <c:pt idx="4449">
                        <c:v>44306</c:v>
                      </c:pt>
                      <c:pt idx="4450">
                        <c:v>44307</c:v>
                      </c:pt>
                      <c:pt idx="4451">
                        <c:v>44308</c:v>
                      </c:pt>
                      <c:pt idx="4452">
                        <c:v>44309</c:v>
                      </c:pt>
                      <c:pt idx="4453">
                        <c:v>44312</c:v>
                      </c:pt>
                      <c:pt idx="4454">
                        <c:v>44313</c:v>
                      </c:pt>
                      <c:pt idx="4455">
                        <c:v>44314</c:v>
                      </c:pt>
                      <c:pt idx="4456">
                        <c:v>44315</c:v>
                      </c:pt>
                      <c:pt idx="4457">
                        <c:v>44316</c:v>
                      </c:pt>
                      <c:pt idx="4458">
                        <c:v>44319</c:v>
                      </c:pt>
                      <c:pt idx="4459">
                        <c:v>44320</c:v>
                      </c:pt>
                      <c:pt idx="4460">
                        <c:v>44321</c:v>
                      </c:pt>
                      <c:pt idx="4461">
                        <c:v>44322</c:v>
                      </c:pt>
                      <c:pt idx="4462">
                        <c:v>44323</c:v>
                      </c:pt>
                      <c:pt idx="4463">
                        <c:v>44326</c:v>
                      </c:pt>
                      <c:pt idx="4464">
                        <c:v>44327</c:v>
                      </c:pt>
                      <c:pt idx="4465">
                        <c:v>44328</c:v>
                      </c:pt>
                      <c:pt idx="4466">
                        <c:v>44329</c:v>
                      </c:pt>
                      <c:pt idx="4467">
                        <c:v>44330</c:v>
                      </c:pt>
                      <c:pt idx="4468">
                        <c:v>44333</c:v>
                      </c:pt>
                      <c:pt idx="4469">
                        <c:v>44334</c:v>
                      </c:pt>
                      <c:pt idx="4470">
                        <c:v>44335</c:v>
                      </c:pt>
                      <c:pt idx="4471">
                        <c:v>44336</c:v>
                      </c:pt>
                      <c:pt idx="4472">
                        <c:v>44337</c:v>
                      </c:pt>
                      <c:pt idx="4473">
                        <c:v>44340</c:v>
                      </c:pt>
                      <c:pt idx="4474">
                        <c:v>44341</c:v>
                      </c:pt>
                      <c:pt idx="4475">
                        <c:v>44342</c:v>
                      </c:pt>
                      <c:pt idx="4476">
                        <c:v>44343</c:v>
                      </c:pt>
                      <c:pt idx="4477">
                        <c:v>44344</c:v>
                      </c:pt>
                      <c:pt idx="4478">
                        <c:v>44347</c:v>
                      </c:pt>
                      <c:pt idx="4479">
                        <c:v>44348</c:v>
                      </c:pt>
                      <c:pt idx="4480">
                        <c:v>44349</c:v>
                      </c:pt>
                      <c:pt idx="4481">
                        <c:v>44350</c:v>
                      </c:pt>
                      <c:pt idx="4482">
                        <c:v>44351</c:v>
                      </c:pt>
                      <c:pt idx="4483">
                        <c:v>44354</c:v>
                      </c:pt>
                      <c:pt idx="4484">
                        <c:v>44355</c:v>
                      </c:pt>
                      <c:pt idx="4485">
                        <c:v>44356</c:v>
                      </c:pt>
                      <c:pt idx="4486">
                        <c:v>44357</c:v>
                      </c:pt>
                      <c:pt idx="4487">
                        <c:v>44358</c:v>
                      </c:pt>
                      <c:pt idx="4488">
                        <c:v>44361</c:v>
                      </c:pt>
                      <c:pt idx="4489">
                        <c:v>44362</c:v>
                      </c:pt>
                      <c:pt idx="4490">
                        <c:v>44363</c:v>
                      </c:pt>
                      <c:pt idx="4491">
                        <c:v>44364</c:v>
                      </c:pt>
                      <c:pt idx="4492">
                        <c:v>44365</c:v>
                      </c:pt>
                      <c:pt idx="4493">
                        <c:v>44368</c:v>
                      </c:pt>
                      <c:pt idx="4494">
                        <c:v>44369</c:v>
                      </c:pt>
                      <c:pt idx="4495">
                        <c:v>44370</c:v>
                      </c:pt>
                      <c:pt idx="4496">
                        <c:v>44371</c:v>
                      </c:pt>
                      <c:pt idx="4497">
                        <c:v>44372</c:v>
                      </c:pt>
                      <c:pt idx="4498">
                        <c:v>44375</c:v>
                      </c:pt>
                      <c:pt idx="4499">
                        <c:v>44376</c:v>
                      </c:pt>
                      <c:pt idx="4500">
                        <c:v>44377</c:v>
                      </c:pt>
                      <c:pt idx="4501">
                        <c:v>44378</c:v>
                      </c:pt>
                      <c:pt idx="4502">
                        <c:v>44379</c:v>
                      </c:pt>
                      <c:pt idx="4503">
                        <c:v>44382</c:v>
                      </c:pt>
                      <c:pt idx="4504">
                        <c:v>44383</c:v>
                      </c:pt>
                      <c:pt idx="4505">
                        <c:v>44384</c:v>
                      </c:pt>
                      <c:pt idx="4506">
                        <c:v>44385</c:v>
                      </c:pt>
                      <c:pt idx="4507">
                        <c:v>44386</c:v>
                      </c:pt>
                      <c:pt idx="4508">
                        <c:v>44389</c:v>
                      </c:pt>
                      <c:pt idx="4509">
                        <c:v>44390</c:v>
                      </c:pt>
                      <c:pt idx="4510">
                        <c:v>44391</c:v>
                      </c:pt>
                      <c:pt idx="4511">
                        <c:v>44392</c:v>
                      </c:pt>
                      <c:pt idx="4512">
                        <c:v>44393</c:v>
                      </c:pt>
                      <c:pt idx="4513">
                        <c:v>44396</c:v>
                      </c:pt>
                      <c:pt idx="4514">
                        <c:v>44397</c:v>
                      </c:pt>
                      <c:pt idx="4515">
                        <c:v>44398</c:v>
                      </c:pt>
                      <c:pt idx="4516">
                        <c:v>44399</c:v>
                      </c:pt>
                      <c:pt idx="4517">
                        <c:v>44400</c:v>
                      </c:pt>
                      <c:pt idx="4518">
                        <c:v>44403</c:v>
                      </c:pt>
                      <c:pt idx="4519">
                        <c:v>44404</c:v>
                      </c:pt>
                      <c:pt idx="4520">
                        <c:v>44405</c:v>
                      </c:pt>
                      <c:pt idx="4521">
                        <c:v>44406</c:v>
                      </c:pt>
                      <c:pt idx="4522">
                        <c:v>44407</c:v>
                      </c:pt>
                      <c:pt idx="4523">
                        <c:v>44410</c:v>
                      </c:pt>
                      <c:pt idx="4524">
                        <c:v>44411</c:v>
                      </c:pt>
                      <c:pt idx="4525">
                        <c:v>44412</c:v>
                      </c:pt>
                      <c:pt idx="4526">
                        <c:v>44413</c:v>
                      </c:pt>
                      <c:pt idx="4527">
                        <c:v>44414</c:v>
                      </c:pt>
                      <c:pt idx="4528">
                        <c:v>44417</c:v>
                      </c:pt>
                      <c:pt idx="4529">
                        <c:v>44418</c:v>
                      </c:pt>
                      <c:pt idx="4530">
                        <c:v>44419</c:v>
                      </c:pt>
                      <c:pt idx="4531">
                        <c:v>44420</c:v>
                      </c:pt>
                      <c:pt idx="4532">
                        <c:v>44421</c:v>
                      </c:pt>
                      <c:pt idx="4533">
                        <c:v>44424</c:v>
                      </c:pt>
                      <c:pt idx="4534">
                        <c:v>44425</c:v>
                      </c:pt>
                      <c:pt idx="4535">
                        <c:v>44426</c:v>
                      </c:pt>
                      <c:pt idx="4536">
                        <c:v>44427</c:v>
                      </c:pt>
                      <c:pt idx="4537">
                        <c:v>44428</c:v>
                      </c:pt>
                      <c:pt idx="4538">
                        <c:v>44431</c:v>
                      </c:pt>
                      <c:pt idx="4539">
                        <c:v>44432</c:v>
                      </c:pt>
                      <c:pt idx="4540">
                        <c:v>44433</c:v>
                      </c:pt>
                      <c:pt idx="4541">
                        <c:v>44434</c:v>
                      </c:pt>
                      <c:pt idx="4542">
                        <c:v>44435</c:v>
                      </c:pt>
                      <c:pt idx="4543">
                        <c:v>44438</c:v>
                      </c:pt>
                      <c:pt idx="4544">
                        <c:v>44439</c:v>
                      </c:pt>
                      <c:pt idx="4545">
                        <c:v>44440</c:v>
                      </c:pt>
                      <c:pt idx="4546">
                        <c:v>44441</c:v>
                      </c:pt>
                      <c:pt idx="4547">
                        <c:v>44442</c:v>
                      </c:pt>
                      <c:pt idx="4548">
                        <c:v>44445</c:v>
                      </c:pt>
                      <c:pt idx="4549">
                        <c:v>44446</c:v>
                      </c:pt>
                      <c:pt idx="4550">
                        <c:v>44447</c:v>
                      </c:pt>
                      <c:pt idx="4551">
                        <c:v>44448</c:v>
                      </c:pt>
                      <c:pt idx="4552">
                        <c:v>44449</c:v>
                      </c:pt>
                      <c:pt idx="4553">
                        <c:v>44452</c:v>
                      </c:pt>
                      <c:pt idx="4554">
                        <c:v>44453</c:v>
                      </c:pt>
                      <c:pt idx="4555">
                        <c:v>44454</c:v>
                      </c:pt>
                      <c:pt idx="4556">
                        <c:v>44455</c:v>
                      </c:pt>
                      <c:pt idx="4557">
                        <c:v>44456</c:v>
                      </c:pt>
                      <c:pt idx="4558">
                        <c:v>44459</c:v>
                      </c:pt>
                      <c:pt idx="4559">
                        <c:v>44460</c:v>
                      </c:pt>
                      <c:pt idx="4560">
                        <c:v>44461</c:v>
                      </c:pt>
                      <c:pt idx="4561">
                        <c:v>44462</c:v>
                      </c:pt>
                      <c:pt idx="4562">
                        <c:v>44463</c:v>
                      </c:pt>
                      <c:pt idx="4563">
                        <c:v>44466</c:v>
                      </c:pt>
                      <c:pt idx="4564">
                        <c:v>44467</c:v>
                      </c:pt>
                      <c:pt idx="4565">
                        <c:v>44468</c:v>
                      </c:pt>
                      <c:pt idx="4566">
                        <c:v>44469</c:v>
                      </c:pt>
                      <c:pt idx="4567">
                        <c:v>44470</c:v>
                      </c:pt>
                      <c:pt idx="4568">
                        <c:v>44473</c:v>
                      </c:pt>
                      <c:pt idx="4569">
                        <c:v>44474</c:v>
                      </c:pt>
                      <c:pt idx="4570">
                        <c:v>44475</c:v>
                      </c:pt>
                      <c:pt idx="4571">
                        <c:v>44476</c:v>
                      </c:pt>
                      <c:pt idx="4572">
                        <c:v>44477</c:v>
                      </c:pt>
                      <c:pt idx="4573">
                        <c:v>44480</c:v>
                      </c:pt>
                      <c:pt idx="4574">
                        <c:v>44481</c:v>
                      </c:pt>
                      <c:pt idx="4575">
                        <c:v>44482</c:v>
                      </c:pt>
                      <c:pt idx="4576">
                        <c:v>44483</c:v>
                      </c:pt>
                      <c:pt idx="4577">
                        <c:v>44484</c:v>
                      </c:pt>
                      <c:pt idx="4578">
                        <c:v>44487</c:v>
                      </c:pt>
                      <c:pt idx="4579">
                        <c:v>44488</c:v>
                      </c:pt>
                      <c:pt idx="4580">
                        <c:v>44489</c:v>
                      </c:pt>
                      <c:pt idx="4581">
                        <c:v>44490</c:v>
                      </c:pt>
                      <c:pt idx="4582">
                        <c:v>44491</c:v>
                      </c:pt>
                      <c:pt idx="4583">
                        <c:v>44494</c:v>
                      </c:pt>
                      <c:pt idx="4584">
                        <c:v>44495</c:v>
                      </c:pt>
                      <c:pt idx="4585">
                        <c:v>44496</c:v>
                      </c:pt>
                      <c:pt idx="4586">
                        <c:v>44497</c:v>
                      </c:pt>
                      <c:pt idx="4587">
                        <c:v>44498</c:v>
                      </c:pt>
                      <c:pt idx="4588">
                        <c:v>44501</c:v>
                      </c:pt>
                      <c:pt idx="4589">
                        <c:v>44502</c:v>
                      </c:pt>
                      <c:pt idx="4590">
                        <c:v>44503</c:v>
                      </c:pt>
                      <c:pt idx="4591">
                        <c:v>44504</c:v>
                      </c:pt>
                      <c:pt idx="4592">
                        <c:v>44505</c:v>
                      </c:pt>
                      <c:pt idx="4593">
                        <c:v>44508</c:v>
                      </c:pt>
                      <c:pt idx="4594">
                        <c:v>44509</c:v>
                      </c:pt>
                      <c:pt idx="4595">
                        <c:v>44510</c:v>
                      </c:pt>
                      <c:pt idx="4596">
                        <c:v>44511</c:v>
                      </c:pt>
                      <c:pt idx="4597">
                        <c:v>44512</c:v>
                      </c:pt>
                      <c:pt idx="4598">
                        <c:v>44515</c:v>
                      </c:pt>
                      <c:pt idx="4599">
                        <c:v>44516</c:v>
                      </c:pt>
                      <c:pt idx="4600">
                        <c:v>44517</c:v>
                      </c:pt>
                      <c:pt idx="4601">
                        <c:v>44518</c:v>
                      </c:pt>
                      <c:pt idx="4602">
                        <c:v>44519</c:v>
                      </c:pt>
                      <c:pt idx="4603">
                        <c:v>44522</c:v>
                      </c:pt>
                      <c:pt idx="4604">
                        <c:v>44523</c:v>
                      </c:pt>
                      <c:pt idx="4605">
                        <c:v>44524</c:v>
                      </c:pt>
                      <c:pt idx="4606">
                        <c:v>44525</c:v>
                      </c:pt>
                      <c:pt idx="4607">
                        <c:v>44526</c:v>
                      </c:pt>
                      <c:pt idx="4608">
                        <c:v>44529</c:v>
                      </c:pt>
                      <c:pt idx="4609">
                        <c:v>44530</c:v>
                      </c:pt>
                      <c:pt idx="4610">
                        <c:v>44531</c:v>
                      </c:pt>
                      <c:pt idx="4611">
                        <c:v>44532</c:v>
                      </c:pt>
                      <c:pt idx="4612">
                        <c:v>44533</c:v>
                      </c:pt>
                      <c:pt idx="4613">
                        <c:v>44536</c:v>
                      </c:pt>
                      <c:pt idx="4614">
                        <c:v>44537</c:v>
                      </c:pt>
                      <c:pt idx="4615">
                        <c:v>44538</c:v>
                      </c:pt>
                      <c:pt idx="4616">
                        <c:v>44539</c:v>
                      </c:pt>
                      <c:pt idx="4617">
                        <c:v>44540</c:v>
                      </c:pt>
                      <c:pt idx="4618">
                        <c:v>44543</c:v>
                      </c:pt>
                      <c:pt idx="4619">
                        <c:v>44544</c:v>
                      </c:pt>
                      <c:pt idx="4620">
                        <c:v>44545</c:v>
                      </c:pt>
                      <c:pt idx="4621">
                        <c:v>44546</c:v>
                      </c:pt>
                      <c:pt idx="4622">
                        <c:v>44547</c:v>
                      </c:pt>
                      <c:pt idx="4623">
                        <c:v>44550</c:v>
                      </c:pt>
                      <c:pt idx="4624">
                        <c:v>44551</c:v>
                      </c:pt>
                      <c:pt idx="4625">
                        <c:v>44552</c:v>
                      </c:pt>
                      <c:pt idx="4626">
                        <c:v>44553</c:v>
                      </c:pt>
                      <c:pt idx="4627">
                        <c:v>44554</c:v>
                      </c:pt>
                      <c:pt idx="4628">
                        <c:v>44557</c:v>
                      </c:pt>
                      <c:pt idx="4629">
                        <c:v>44558</c:v>
                      </c:pt>
                      <c:pt idx="4630">
                        <c:v>44559</c:v>
                      </c:pt>
                      <c:pt idx="4631">
                        <c:v>44560</c:v>
                      </c:pt>
                      <c:pt idx="4632">
                        <c:v>44561</c:v>
                      </c:pt>
                      <c:pt idx="4633">
                        <c:v>44564</c:v>
                      </c:pt>
                      <c:pt idx="4634">
                        <c:v>44565</c:v>
                      </c:pt>
                      <c:pt idx="4635">
                        <c:v>44566</c:v>
                      </c:pt>
                      <c:pt idx="4636">
                        <c:v>44567</c:v>
                      </c:pt>
                      <c:pt idx="4637">
                        <c:v>44568</c:v>
                      </c:pt>
                      <c:pt idx="4638">
                        <c:v>44571</c:v>
                      </c:pt>
                      <c:pt idx="4639">
                        <c:v>44572</c:v>
                      </c:pt>
                      <c:pt idx="4640">
                        <c:v>44573</c:v>
                      </c:pt>
                      <c:pt idx="4641">
                        <c:v>44574</c:v>
                      </c:pt>
                      <c:pt idx="4642">
                        <c:v>44575</c:v>
                      </c:pt>
                      <c:pt idx="4643">
                        <c:v>44578</c:v>
                      </c:pt>
                      <c:pt idx="4644">
                        <c:v>44579</c:v>
                      </c:pt>
                      <c:pt idx="4645">
                        <c:v>44580</c:v>
                      </c:pt>
                      <c:pt idx="4646">
                        <c:v>44581</c:v>
                      </c:pt>
                      <c:pt idx="4647">
                        <c:v>44582</c:v>
                      </c:pt>
                      <c:pt idx="4648">
                        <c:v>44585</c:v>
                      </c:pt>
                      <c:pt idx="4649">
                        <c:v>44586</c:v>
                      </c:pt>
                      <c:pt idx="4650">
                        <c:v>44587</c:v>
                      </c:pt>
                      <c:pt idx="4651">
                        <c:v>44588</c:v>
                      </c:pt>
                      <c:pt idx="4652">
                        <c:v>44589</c:v>
                      </c:pt>
                      <c:pt idx="4653">
                        <c:v>44592</c:v>
                      </c:pt>
                      <c:pt idx="4654">
                        <c:v>44593</c:v>
                      </c:pt>
                      <c:pt idx="4655">
                        <c:v>44594</c:v>
                      </c:pt>
                      <c:pt idx="4656">
                        <c:v>44595</c:v>
                      </c:pt>
                      <c:pt idx="4657">
                        <c:v>44596</c:v>
                      </c:pt>
                      <c:pt idx="4658">
                        <c:v>44599</c:v>
                      </c:pt>
                      <c:pt idx="4659">
                        <c:v>44600</c:v>
                      </c:pt>
                      <c:pt idx="4660">
                        <c:v>44601</c:v>
                      </c:pt>
                      <c:pt idx="4661">
                        <c:v>44602</c:v>
                      </c:pt>
                      <c:pt idx="4662">
                        <c:v>44603</c:v>
                      </c:pt>
                      <c:pt idx="4663">
                        <c:v>44606</c:v>
                      </c:pt>
                      <c:pt idx="4664">
                        <c:v>44607</c:v>
                      </c:pt>
                      <c:pt idx="4665">
                        <c:v>44608</c:v>
                      </c:pt>
                      <c:pt idx="4666">
                        <c:v>44609</c:v>
                      </c:pt>
                      <c:pt idx="4667">
                        <c:v>44610</c:v>
                      </c:pt>
                      <c:pt idx="4668">
                        <c:v>44613</c:v>
                      </c:pt>
                      <c:pt idx="4669">
                        <c:v>44614</c:v>
                      </c:pt>
                      <c:pt idx="4670">
                        <c:v>44615</c:v>
                      </c:pt>
                      <c:pt idx="4671">
                        <c:v>44616</c:v>
                      </c:pt>
                      <c:pt idx="4672">
                        <c:v>44617</c:v>
                      </c:pt>
                      <c:pt idx="4673">
                        <c:v>44620</c:v>
                      </c:pt>
                      <c:pt idx="4674">
                        <c:v>44621</c:v>
                      </c:pt>
                      <c:pt idx="4675">
                        <c:v>44622</c:v>
                      </c:pt>
                      <c:pt idx="4676">
                        <c:v>44623</c:v>
                      </c:pt>
                      <c:pt idx="4677">
                        <c:v>44624</c:v>
                      </c:pt>
                      <c:pt idx="4678">
                        <c:v>44627</c:v>
                      </c:pt>
                      <c:pt idx="4679">
                        <c:v>44628</c:v>
                      </c:pt>
                      <c:pt idx="4680">
                        <c:v>44629</c:v>
                      </c:pt>
                      <c:pt idx="4681">
                        <c:v>44630</c:v>
                      </c:pt>
                      <c:pt idx="4682">
                        <c:v>44631</c:v>
                      </c:pt>
                      <c:pt idx="4683">
                        <c:v>44634</c:v>
                      </c:pt>
                      <c:pt idx="4684">
                        <c:v>44635</c:v>
                      </c:pt>
                      <c:pt idx="4685">
                        <c:v>44636</c:v>
                      </c:pt>
                      <c:pt idx="4686">
                        <c:v>44637</c:v>
                      </c:pt>
                      <c:pt idx="4687">
                        <c:v>44638</c:v>
                      </c:pt>
                      <c:pt idx="4688">
                        <c:v>44641</c:v>
                      </c:pt>
                      <c:pt idx="4689">
                        <c:v>44642</c:v>
                      </c:pt>
                      <c:pt idx="4690">
                        <c:v>44643</c:v>
                      </c:pt>
                      <c:pt idx="4691">
                        <c:v>44644</c:v>
                      </c:pt>
                      <c:pt idx="4692">
                        <c:v>44645</c:v>
                      </c:pt>
                      <c:pt idx="4693">
                        <c:v>44648</c:v>
                      </c:pt>
                      <c:pt idx="4694">
                        <c:v>44649</c:v>
                      </c:pt>
                      <c:pt idx="4695">
                        <c:v>44650</c:v>
                      </c:pt>
                      <c:pt idx="4696">
                        <c:v>44651</c:v>
                      </c:pt>
                      <c:pt idx="4697">
                        <c:v>44652</c:v>
                      </c:pt>
                      <c:pt idx="4698">
                        <c:v>44655</c:v>
                      </c:pt>
                      <c:pt idx="4699">
                        <c:v>44656</c:v>
                      </c:pt>
                      <c:pt idx="4700">
                        <c:v>44657</c:v>
                      </c:pt>
                      <c:pt idx="4701">
                        <c:v>44658</c:v>
                      </c:pt>
                      <c:pt idx="4702">
                        <c:v>44659</c:v>
                      </c:pt>
                      <c:pt idx="4703">
                        <c:v>44662</c:v>
                      </c:pt>
                      <c:pt idx="4704">
                        <c:v>44663</c:v>
                      </c:pt>
                      <c:pt idx="4705">
                        <c:v>44664</c:v>
                      </c:pt>
                      <c:pt idx="4706">
                        <c:v>44665</c:v>
                      </c:pt>
                      <c:pt idx="4707">
                        <c:v>44666</c:v>
                      </c:pt>
                      <c:pt idx="4708">
                        <c:v>44669</c:v>
                      </c:pt>
                      <c:pt idx="4709">
                        <c:v>44670</c:v>
                      </c:pt>
                      <c:pt idx="4710">
                        <c:v>44671</c:v>
                      </c:pt>
                      <c:pt idx="4711">
                        <c:v>44672</c:v>
                      </c:pt>
                      <c:pt idx="4712">
                        <c:v>44673</c:v>
                      </c:pt>
                      <c:pt idx="4713">
                        <c:v>44676</c:v>
                      </c:pt>
                      <c:pt idx="4714">
                        <c:v>44677</c:v>
                      </c:pt>
                      <c:pt idx="4715">
                        <c:v>44678</c:v>
                      </c:pt>
                      <c:pt idx="4716">
                        <c:v>44679</c:v>
                      </c:pt>
                      <c:pt idx="4717">
                        <c:v>44680</c:v>
                      </c:pt>
                      <c:pt idx="4718">
                        <c:v>44683</c:v>
                      </c:pt>
                      <c:pt idx="4719">
                        <c:v>44684</c:v>
                      </c:pt>
                      <c:pt idx="4720">
                        <c:v>44685</c:v>
                      </c:pt>
                      <c:pt idx="4721">
                        <c:v>44686</c:v>
                      </c:pt>
                      <c:pt idx="4722">
                        <c:v>44687</c:v>
                      </c:pt>
                      <c:pt idx="4723">
                        <c:v>44690</c:v>
                      </c:pt>
                      <c:pt idx="4724">
                        <c:v>44691</c:v>
                      </c:pt>
                      <c:pt idx="4725">
                        <c:v>44692</c:v>
                      </c:pt>
                      <c:pt idx="4726">
                        <c:v>44693</c:v>
                      </c:pt>
                      <c:pt idx="4727">
                        <c:v>44694</c:v>
                      </c:pt>
                      <c:pt idx="4728">
                        <c:v>44697</c:v>
                      </c:pt>
                      <c:pt idx="4729">
                        <c:v>44698</c:v>
                      </c:pt>
                      <c:pt idx="4730">
                        <c:v>44699</c:v>
                      </c:pt>
                      <c:pt idx="4731">
                        <c:v>44700</c:v>
                      </c:pt>
                      <c:pt idx="4732">
                        <c:v>44701</c:v>
                      </c:pt>
                      <c:pt idx="4733">
                        <c:v>44704</c:v>
                      </c:pt>
                      <c:pt idx="4734">
                        <c:v>44705</c:v>
                      </c:pt>
                      <c:pt idx="4735">
                        <c:v>44706</c:v>
                      </c:pt>
                      <c:pt idx="4736">
                        <c:v>44707</c:v>
                      </c:pt>
                      <c:pt idx="4737">
                        <c:v>44708</c:v>
                      </c:pt>
                      <c:pt idx="4738">
                        <c:v>44711</c:v>
                      </c:pt>
                      <c:pt idx="4739">
                        <c:v>44712</c:v>
                      </c:pt>
                      <c:pt idx="4740">
                        <c:v>44713</c:v>
                      </c:pt>
                      <c:pt idx="4741">
                        <c:v>44714</c:v>
                      </c:pt>
                      <c:pt idx="4742">
                        <c:v>44715</c:v>
                      </c:pt>
                      <c:pt idx="4743">
                        <c:v>44718</c:v>
                      </c:pt>
                      <c:pt idx="4744">
                        <c:v>44719</c:v>
                      </c:pt>
                      <c:pt idx="4745">
                        <c:v>44720</c:v>
                      </c:pt>
                      <c:pt idx="4746">
                        <c:v>44721</c:v>
                      </c:pt>
                      <c:pt idx="4747">
                        <c:v>44722</c:v>
                      </c:pt>
                      <c:pt idx="4748">
                        <c:v>44725</c:v>
                      </c:pt>
                      <c:pt idx="4749">
                        <c:v>44726</c:v>
                      </c:pt>
                      <c:pt idx="4750">
                        <c:v>44727</c:v>
                      </c:pt>
                      <c:pt idx="4751">
                        <c:v>44728</c:v>
                      </c:pt>
                      <c:pt idx="4752">
                        <c:v>44729</c:v>
                      </c:pt>
                      <c:pt idx="4753">
                        <c:v>44732</c:v>
                      </c:pt>
                      <c:pt idx="4754">
                        <c:v>44733</c:v>
                      </c:pt>
                      <c:pt idx="4755">
                        <c:v>44734</c:v>
                      </c:pt>
                      <c:pt idx="4756">
                        <c:v>44735</c:v>
                      </c:pt>
                      <c:pt idx="4757">
                        <c:v>44736</c:v>
                      </c:pt>
                      <c:pt idx="4758">
                        <c:v>44739</c:v>
                      </c:pt>
                      <c:pt idx="4759">
                        <c:v>44740</c:v>
                      </c:pt>
                      <c:pt idx="4760">
                        <c:v>44741</c:v>
                      </c:pt>
                      <c:pt idx="4761">
                        <c:v>44742</c:v>
                      </c:pt>
                      <c:pt idx="4762">
                        <c:v>44743</c:v>
                      </c:pt>
                      <c:pt idx="4763">
                        <c:v>44747</c:v>
                      </c:pt>
                      <c:pt idx="4764">
                        <c:v>44748</c:v>
                      </c:pt>
                      <c:pt idx="4765">
                        <c:v>44749</c:v>
                      </c:pt>
                      <c:pt idx="4766">
                        <c:v>44750</c:v>
                      </c:pt>
                      <c:pt idx="4767">
                        <c:v>44753</c:v>
                      </c:pt>
                      <c:pt idx="4768">
                        <c:v>44754</c:v>
                      </c:pt>
                      <c:pt idx="4769">
                        <c:v>44755</c:v>
                      </c:pt>
                      <c:pt idx="4770">
                        <c:v>44756</c:v>
                      </c:pt>
                      <c:pt idx="4771">
                        <c:v>44757</c:v>
                      </c:pt>
                      <c:pt idx="4772">
                        <c:v>44760</c:v>
                      </c:pt>
                      <c:pt idx="4773">
                        <c:v>44761</c:v>
                      </c:pt>
                      <c:pt idx="4774">
                        <c:v>44762</c:v>
                      </c:pt>
                      <c:pt idx="4775">
                        <c:v>44763</c:v>
                      </c:pt>
                      <c:pt idx="4776">
                        <c:v>44764</c:v>
                      </c:pt>
                      <c:pt idx="4777">
                        <c:v>44767</c:v>
                      </c:pt>
                      <c:pt idx="4778">
                        <c:v>44768</c:v>
                      </c:pt>
                      <c:pt idx="4779">
                        <c:v>44769</c:v>
                      </c:pt>
                      <c:pt idx="4780">
                        <c:v>44770</c:v>
                      </c:pt>
                      <c:pt idx="4781">
                        <c:v>44771</c:v>
                      </c:pt>
                      <c:pt idx="4782">
                        <c:v>44774</c:v>
                      </c:pt>
                      <c:pt idx="4783">
                        <c:v>44775</c:v>
                      </c:pt>
                      <c:pt idx="4784">
                        <c:v>44776</c:v>
                      </c:pt>
                      <c:pt idx="4785">
                        <c:v>44777</c:v>
                      </c:pt>
                      <c:pt idx="4786">
                        <c:v>44778</c:v>
                      </c:pt>
                      <c:pt idx="4787">
                        <c:v>44781</c:v>
                      </c:pt>
                      <c:pt idx="4788">
                        <c:v>44782</c:v>
                      </c:pt>
                      <c:pt idx="4789">
                        <c:v>44783</c:v>
                      </c:pt>
                      <c:pt idx="4790">
                        <c:v>44784</c:v>
                      </c:pt>
                      <c:pt idx="4791">
                        <c:v>44785</c:v>
                      </c:pt>
                      <c:pt idx="4792">
                        <c:v>44788</c:v>
                      </c:pt>
                      <c:pt idx="4793">
                        <c:v>44789</c:v>
                      </c:pt>
                      <c:pt idx="4794">
                        <c:v>44790</c:v>
                      </c:pt>
                      <c:pt idx="4795">
                        <c:v>44791</c:v>
                      </c:pt>
                      <c:pt idx="4796">
                        <c:v>44792</c:v>
                      </c:pt>
                      <c:pt idx="4797">
                        <c:v>44795</c:v>
                      </c:pt>
                      <c:pt idx="4798">
                        <c:v>44796</c:v>
                      </c:pt>
                      <c:pt idx="4799">
                        <c:v>44797</c:v>
                      </c:pt>
                      <c:pt idx="4800">
                        <c:v>44798</c:v>
                      </c:pt>
                      <c:pt idx="4801">
                        <c:v>44799</c:v>
                      </c:pt>
                      <c:pt idx="4802">
                        <c:v>44802</c:v>
                      </c:pt>
                      <c:pt idx="4803">
                        <c:v>44803</c:v>
                      </c:pt>
                      <c:pt idx="4804">
                        <c:v>44804</c:v>
                      </c:pt>
                      <c:pt idx="4805">
                        <c:v>44805</c:v>
                      </c:pt>
                      <c:pt idx="4806">
                        <c:v>44806</c:v>
                      </c:pt>
                      <c:pt idx="4807">
                        <c:v>44809</c:v>
                      </c:pt>
                      <c:pt idx="4808">
                        <c:v>44810</c:v>
                      </c:pt>
                      <c:pt idx="4809">
                        <c:v>44811</c:v>
                      </c:pt>
                      <c:pt idx="4810">
                        <c:v>44812</c:v>
                      </c:pt>
                      <c:pt idx="4811">
                        <c:v>44813</c:v>
                      </c:pt>
                      <c:pt idx="4812">
                        <c:v>44816</c:v>
                      </c:pt>
                      <c:pt idx="4813">
                        <c:v>44817</c:v>
                      </c:pt>
                      <c:pt idx="4814">
                        <c:v>44818</c:v>
                      </c:pt>
                      <c:pt idx="4815">
                        <c:v>44819</c:v>
                      </c:pt>
                      <c:pt idx="4816">
                        <c:v>44820</c:v>
                      </c:pt>
                      <c:pt idx="4817">
                        <c:v>44823</c:v>
                      </c:pt>
                      <c:pt idx="4818">
                        <c:v>44824</c:v>
                      </c:pt>
                      <c:pt idx="4819">
                        <c:v>44825</c:v>
                      </c:pt>
                      <c:pt idx="4820">
                        <c:v>44826</c:v>
                      </c:pt>
                      <c:pt idx="4821">
                        <c:v>44827</c:v>
                      </c:pt>
                      <c:pt idx="4822">
                        <c:v>44830</c:v>
                      </c:pt>
                      <c:pt idx="4823">
                        <c:v>44831</c:v>
                      </c:pt>
                      <c:pt idx="4824">
                        <c:v>44832</c:v>
                      </c:pt>
                      <c:pt idx="4825">
                        <c:v>44833</c:v>
                      </c:pt>
                      <c:pt idx="4826">
                        <c:v>44834</c:v>
                      </c:pt>
                      <c:pt idx="4827">
                        <c:v>44837</c:v>
                      </c:pt>
                      <c:pt idx="4828">
                        <c:v>44838</c:v>
                      </c:pt>
                      <c:pt idx="4829">
                        <c:v>44839</c:v>
                      </c:pt>
                      <c:pt idx="4830">
                        <c:v>44840</c:v>
                      </c:pt>
                      <c:pt idx="4831">
                        <c:v>44841</c:v>
                      </c:pt>
                      <c:pt idx="4832">
                        <c:v>44844</c:v>
                      </c:pt>
                      <c:pt idx="4833">
                        <c:v>44845</c:v>
                      </c:pt>
                      <c:pt idx="4834">
                        <c:v>44846</c:v>
                      </c:pt>
                      <c:pt idx="4835">
                        <c:v>44847</c:v>
                      </c:pt>
                      <c:pt idx="4836">
                        <c:v>44848</c:v>
                      </c:pt>
                      <c:pt idx="4837">
                        <c:v>44851</c:v>
                      </c:pt>
                      <c:pt idx="4838">
                        <c:v>44852</c:v>
                      </c:pt>
                      <c:pt idx="4839">
                        <c:v>44853</c:v>
                      </c:pt>
                      <c:pt idx="4840">
                        <c:v>44854</c:v>
                      </c:pt>
                      <c:pt idx="4841">
                        <c:v>44855</c:v>
                      </c:pt>
                      <c:pt idx="4842">
                        <c:v>44858</c:v>
                      </c:pt>
                      <c:pt idx="4843">
                        <c:v>44859</c:v>
                      </c:pt>
                      <c:pt idx="4844">
                        <c:v>44860</c:v>
                      </c:pt>
                      <c:pt idx="4845">
                        <c:v>44861</c:v>
                      </c:pt>
                      <c:pt idx="4846">
                        <c:v>44862</c:v>
                      </c:pt>
                      <c:pt idx="4847">
                        <c:v>44865</c:v>
                      </c:pt>
                      <c:pt idx="4848">
                        <c:v>44866</c:v>
                      </c:pt>
                      <c:pt idx="4849">
                        <c:v>44867</c:v>
                      </c:pt>
                      <c:pt idx="4850">
                        <c:v>44868</c:v>
                      </c:pt>
                      <c:pt idx="4851">
                        <c:v>44869</c:v>
                      </c:pt>
                      <c:pt idx="4852">
                        <c:v>44872</c:v>
                      </c:pt>
                      <c:pt idx="4853">
                        <c:v>44873</c:v>
                      </c:pt>
                      <c:pt idx="4854">
                        <c:v>44874</c:v>
                      </c:pt>
                      <c:pt idx="4855">
                        <c:v>44875</c:v>
                      </c:pt>
                      <c:pt idx="4856">
                        <c:v>44876</c:v>
                      </c:pt>
                      <c:pt idx="4857">
                        <c:v>44879</c:v>
                      </c:pt>
                      <c:pt idx="4858">
                        <c:v>44880</c:v>
                      </c:pt>
                      <c:pt idx="4859">
                        <c:v>44881</c:v>
                      </c:pt>
                      <c:pt idx="4860">
                        <c:v>44882</c:v>
                      </c:pt>
                      <c:pt idx="4861">
                        <c:v>44883</c:v>
                      </c:pt>
                      <c:pt idx="4862">
                        <c:v>44886</c:v>
                      </c:pt>
                      <c:pt idx="4863">
                        <c:v>44887</c:v>
                      </c:pt>
                      <c:pt idx="4864">
                        <c:v>44888</c:v>
                      </c:pt>
                      <c:pt idx="4865">
                        <c:v>44889</c:v>
                      </c:pt>
                      <c:pt idx="4866">
                        <c:v>44890</c:v>
                      </c:pt>
                      <c:pt idx="4867">
                        <c:v>44893</c:v>
                      </c:pt>
                      <c:pt idx="4868">
                        <c:v>44894</c:v>
                      </c:pt>
                      <c:pt idx="4869">
                        <c:v>44895</c:v>
                      </c:pt>
                      <c:pt idx="4870">
                        <c:v>44896</c:v>
                      </c:pt>
                      <c:pt idx="4871">
                        <c:v>44897</c:v>
                      </c:pt>
                      <c:pt idx="4872">
                        <c:v>44900</c:v>
                      </c:pt>
                      <c:pt idx="4873">
                        <c:v>44901</c:v>
                      </c:pt>
                      <c:pt idx="4874">
                        <c:v>44902</c:v>
                      </c:pt>
                      <c:pt idx="4875">
                        <c:v>44903</c:v>
                      </c:pt>
                      <c:pt idx="4876">
                        <c:v>44904</c:v>
                      </c:pt>
                      <c:pt idx="4877">
                        <c:v>44907</c:v>
                      </c:pt>
                      <c:pt idx="4878">
                        <c:v>44908</c:v>
                      </c:pt>
                      <c:pt idx="4879">
                        <c:v>44909</c:v>
                      </c:pt>
                      <c:pt idx="4880">
                        <c:v>44910</c:v>
                      </c:pt>
                      <c:pt idx="4881">
                        <c:v>44911</c:v>
                      </c:pt>
                      <c:pt idx="4882">
                        <c:v>44914</c:v>
                      </c:pt>
                      <c:pt idx="4883">
                        <c:v>44915</c:v>
                      </c:pt>
                      <c:pt idx="4884">
                        <c:v>44916</c:v>
                      </c:pt>
                      <c:pt idx="4885">
                        <c:v>44917</c:v>
                      </c:pt>
                      <c:pt idx="4886">
                        <c:v>44918</c:v>
                      </c:pt>
                      <c:pt idx="4887">
                        <c:v>44921</c:v>
                      </c:pt>
                      <c:pt idx="4888">
                        <c:v>44922</c:v>
                      </c:pt>
                      <c:pt idx="4889">
                        <c:v>44923</c:v>
                      </c:pt>
                      <c:pt idx="4890">
                        <c:v>44924</c:v>
                      </c:pt>
                      <c:pt idx="4891">
                        <c:v>44925</c:v>
                      </c:pt>
                      <c:pt idx="4892">
                        <c:v>44928</c:v>
                      </c:pt>
                      <c:pt idx="4893">
                        <c:v>44929</c:v>
                      </c:pt>
                      <c:pt idx="4894">
                        <c:v>44930</c:v>
                      </c:pt>
                      <c:pt idx="4895">
                        <c:v>44931</c:v>
                      </c:pt>
                      <c:pt idx="4896">
                        <c:v>44932</c:v>
                      </c:pt>
                      <c:pt idx="4897">
                        <c:v>44935</c:v>
                      </c:pt>
                      <c:pt idx="4898">
                        <c:v>44936</c:v>
                      </c:pt>
                      <c:pt idx="4899">
                        <c:v>44937</c:v>
                      </c:pt>
                      <c:pt idx="4900">
                        <c:v>44938</c:v>
                      </c:pt>
                      <c:pt idx="4901">
                        <c:v>44939</c:v>
                      </c:pt>
                      <c:pt idx="4902">
                        <c:v>44942</c:v>
                      </c:pt>
                      <c:pt idx="4903">
                        <c:v>44943</c:v>
                      </c:pt>
                      <c:pt idx="4904">
                        <c:v>44944</c:v>
                      </c:pt>
                      <c:pt idx="4905">
                        <c:v>44945</c:v>
                      </c:pt>
                      <c:pt idx="4906">
                        <c:v>44946</c:v>
                      </c:pt>
                      <c:pt idx="4907">
                        <c:v>44949</c:v>
                      </c:pt>
                      <c:pt idx="4908">
                        <c:v>44950</c:v>
                      </c:pt>
                      <c:pt idx="4909">
                        <c:v>44951</c:v>
                      </c:pt>
                      <c:pt idx="4910">
                        <c:v>44952</c:v>
                      </c:pt>
                      <c:pt idx="4911">
                        <c:v>44953</c:v>
                      </c:pt>
                      <c:pt idx="4912">
                        <c:v>44956</c:v>
                      </c:pt>
                      <c:pt idx="4913">
                        <c:v>44957</c:v>
                      </c:pt>
                      <c:pt idx="4914">
                        <c:v>44958</c:v>
                      </c:pt>
                      <c:pt idx="4915">
                        <c:v>44959</c:v>
                      </c:pt>
                      <c:pt idx="4916">
                        <c:v>44960</c:v>
                      </c:pt>
                      <c:pt idx="4917">
                        <c:v>44963</c:v>
                      </c:pt>
                      <c:pt idx="4918">
                        <c:v>44964</c:v>
                      </c:pt>
                      <c:pt idx="4919">
                        <c:v>44965</c:v>
                      </c:pt>
                      <c:pt idx="4920">
                        <c:v>44966</c:v>
                      </c:pt>
                      <c:pt idx="4921">
                        <c:v>44967</c:v>
                      </c:pt>
                      <c:pt idx="4922">
                        <c:v>44970</c:v>
                      </c:pt>
                      <c:pt idx="4923">
                        <c:v>44971</c:v>
                      </c:pt>
                      <c:pt idx="4924">
                        <c:v>44972</c:v>
                      </c:pt>
                      <c:pt idx="4925">
                        <c:v>44973</c:v>
                      </c:pt>
                      <c:pt idx="4926">
                        <c:v>44974</c:v>
                      </c:pt>
                      <c:pt idx="4927">
                        <c:v>44977</c:v>
                      </c:pt>
                      <c:pt idx="4928">
                        <c:v>44978</c:v>
                      </c:pt>
                      <c:pt idx="4929">
                        <c:v>44979</c:v>
                      </c:pt>
                      <c:pt idx="4930">
                        <c:v>44980</c:v>
                      </c:pt>
                      <c:pt idx="4931">
                        <c:v>44981</c:v>
                      </c:pt>
                      <c:pt idx="4932">
                        <c:v>44984</c:v>
                      </c:pt>
                      <c:pt idx="4933">
                        <c:v>44985</c:v>
                      </c:pt>
                      <c:pt idx="4934">
                        <c:v>44986</c:v>
                      </c:pt>
                      <c:pt idx="4935">
                        <c:v>44987</c:v>
                      </c:pt>
                      <c:pt idx="4936">
                        <c:v>44988</c:v>
                      </c:pt>
                      <c:pt idx="4937">
                        <c:v>44991</c:v>
                      </c:pt>
                      <c:pt idx="4938">
                        <c:v>44992</c:v>
                      </c:pt>
                      <c:pt idx="4939">
                        <c:v>44993</c:v>
                      </c:pt>
                      <c:pt idx="4940">
                        <c:v>44994</c:v>
                      </c:pt>
                      <c:pt idx="4941">
                        <c:v>44995</c:v>
                      </c:pt>
                      <c:pt idx="4942">
                        <c:v>44998</c:v>
                      </c:pt>
                      <c:pt idx="4943">
                        <c:v>44999</c:v>
                      </c:pt>
                      <c:pt idx="4944">
                        <c:v>45000</c:v>
                      </c:pt>
                      <c:pt idx="4945">
                        <c:v>45001</c:v>
                      </c:pt>
                      <c:pt idx="4946">
                        <c:v>45002</c:v>
                      </c:pt>
                      <c:pt idx="4947">
                        <c:v>45005</c:v>
                      </c:pt>
                      <c:pt idx="4948">
                        <c:v>45006</c:v>
                      </c:pt>
                      <c:pt idx="4949">
                        <c:v>45007</c:v>
                      </c:pt>
                      <c:pt idx="4950">
                        <c:v>45008</c:v>
                      </c:pt>
                      <c:pt idx="4951">
                        <c:v>45009</c:v>
                      </c:pt>
                      <c:pt idx="4952">
                        <c:v>45012</c:v>
                      </c:pt>
                      <c:pt idx="4953">
                        <c:v>45013</c:v>
                      </c:pt>
                      <c:pt idx="4954">
                        <c:v>45014</c:v>
                      </c:pt>
                      <c:pt idx="4955">
                        <c:v>45015</c:v>
                      </c:pt>
                      <c:pt idx="4956">
                        <c:v>45016</c:v>
                      </c:pt>
                      <c:pt idx="4957">
                        <c:v>45019</c:v>
                      </c:pt>
                      <c:pt idx="4958">
                        <c:v>45020</c:v>
                      </c:pt>
                      <c:pt idx="4959">
                        <c:v>45021</c:v>
                      </c:pt>
                      <c:pt idx="4960">
                        <c:v>45022</c:v>
                      </c:pt>
                      <c:pt idx="4961">
                        <c:v>45023</c:v>
                      </c:pt>
                      <c:pt idx="4962">
                        <c:v>45026</c:v>
                      </c:pt>
                      <c:pt idx="4963">
                        <c:v>45027</c:v>
                      </c:pt>
                      <c:pt idx="4964">
                        <c:v>45028</c:v>
                      </c:pt>
                      <c:pt idx="4965">
                        <c:v>45029</c:v>
                      </c:pt>
                      <c:pt idx="4966">
                        <c:v>45030</c:v>
                      </c:pt>
                      <c:pt idx="4967">
                        <c:v>45033</c:v>
                      </c:pt>
                      <c:pt idx="4968">
                        <c:v>45034</c:v>
                      </c:pt>
                      <c:pt idx="4969">
                        <c:v>45035</c:v>
                      </c:pt>
                      <c:pt idx="4970">
                        <c:v>45036</c:v>
                      </c:pt>
                      <c:pt idx="4971">
                        <c:v>45037</c:v>
                      </c:pt>
                      <c:pt idx="4972">
                        <c:v>45040</c:v>
                      </c:pt>
                      <c:pt idx="4973">
                        <c:v>45041</c:v>
                      </c:pt>
                      <c:pt idx="4974">
                        <c:v>45042</c:v>
                      </c:pt>
                      <c:pt idx="4975">
                        <c:v>45043</c:v>
                      </c:pt>
                      <c:pt idx="4976">
                        <c:v>45044</c:v>
                      </c:pt>
                      <c:pt idx="4977">
                        <c:v>45047</c:v>
                      </c:pt>
                      <c:pt idx="4978">
                        <c:v>45048</c:v>
                      </c:pt>
                      <c:pt idx="4979">
                        <c:v>45049</c:v>
                      </c:pt>
                      <c:pt idx="4980">
                        <c:v>45050</c:v>
                      </c:pt>
                      <c:pt idx="4981">
                        <c:v>45051</c:v>
                      </c:pt>
                      <c:pt idx="4982">
                        <c:v>45054</c:v>
                      </c:pt>
                      <c:pt idx="4983">
                        <c:v>45055</c:v>
                      </c:pt>
                      <c:pt idx="4984">
                        <c:v>45056</c:v>
                      </c:pt>
                      <c:pt idx="4985">
                        <c:v>45057</c:v>
                      </c:pt>
                      <c:pt idx="4986">
                        <c:v>45058</c:v>
                      </c:pt>
                      <c:pt idx="4987">
                        <c:v>45061</c:v>
                      </c:pt>
                      <c:pt idx="4988">
                        <c:v>45062</c:v>
                      </c:pt>
                      <c:pt idx="4989">
                        <c:v>45063</c:v>
                      </c:pt>
                      <c:pt idx="4990">
                        <c:v>45064</c:v>
                      </c:pt>
                      <c:pt idx="4991">
                        <c:v>45065</c:v>
                      </c:pt>
                      <c:pt idx="4992">
                        <c:v>45068</c:v>
                      </c:pt>
                      <c:pt idx="4993">
                        <c:v>45069</c:v>
                      </c:pt>
                      <c:pt idx="4994">
                        <c:v>45070</c:v>
                      </c:pt>
                      <c:pt idx="4995">
                        <c:v>45071</c:v>
                      </c:pt>
                      <c:pt idx="4996">
                        <c:v>45072</c:v>
                      </c:pt>
                      <c:pt idx="4997">
                        <c:v>45075</c:v>
                      </c:pt>
                      <c:pt idx="4998">
                        <c:v>45076</c:v>
                      </c:pt>
                      <c:pt idx="4999">
                        <c:v>45077</c:v>
                      </c:pt>
                      <c:pt idx="5000">
                        <c:v>45078</c:v>
                      </c:pt>
                      <c:pt idx="5001">
                        <c:v>45079</c:v>
                      </c:pt>
                      <c:pt idx="5002">
                        <c:v>45082</c:v>
                      </c:pt>
                      <c:pt idx="5003">
                        <c:v>45083</c:v>
                      </c:pt>
                      <c:pt idx="5004">
                        <c:v>45084</c:v>
                      </c:pt>
                      <c:pt idx="5005">
                        <c:v>45085</c:v>
                      </c:pt>
                      <c:pt idx="5006">
                        <c:v>45086</c:v>
                      </c:pt>
                      <c:pt idx="5007">
                        <c:v>45089</c:v>
                      </c:pt>
                      <c:pt idx="5008">
                        <c:v>45090</c:v>
                      </c:pt>
                      <c:pt idx="5009">
                        <c:v>45091</c:v>
                      </c:pt>
                      <c:pt idx="5010">
                        <c:v>45092</c:v>
                      </c:pt>
                      <c:pt idx="5011">
                        <c:v>45093</c:v>
                      </c:pt>
                      <c:pt idx="5012">
                        <c:v>45096</c:v>
                      </c:pt>
                      <c:pt idx="5013">
                        <c:v>45097</c:v>
                      </c:pt>
                      <c:pt idx="5014">
                        <c:v>45098</c:v>
                      </c:pt>
                      <c:pt idx="5015">
                        <c:v>45099</c:v>
                      </c:pt>
                      <c:pt idx="5016">
                        <c:v>45100</c:v>
                      </c:pt>
                      <c:pt idx="5017">
                        <c:v>45103</c:v>
                      </c:pt>
                      <c:pt idx="5018">
                        <c:v>45104</c:v>
                      </c:pt>
                      <c:pt idx="5019">
                        <c:v>45105</c:v>
                      </c:pt>
                      <c:pt idx="5020">
                        <c:v>45106</c:v>
                      </c:pt>
                      <c:pt idx="5021">
                        <c:v>45107</c:v>
                      </c:pt>
                      <c:pt idx="5022">
                        <c:v>45110</c:v>
                      </c:pt>
                      <c:pt idx="5023">
                        <c:v>45111</c:v>
                      </c:pt>
                      <c:pt idx="5024">
                        <c:v>45112</c:v>
                      </c:pt>
                      <c:pt idx="5025">
                        <c:v>45113</c:v>
                      </c:pt>
                      <c:pt idx="5026">
                        <c:v>45114</c:v>
                      </c:pt>
                      <c:pt idx="5027">
                        <c:v>45117</c:v>
                      </c:pt>
                      <c:pt idx="5028">
                        <c:v>45118</c:v>
                      </c:pt>
                      <c:pt idx="5029">
                        <c:v>45119</c:v>
                      </c:pt>
                      <c:pt idx="5030">
                        <c:v>45120</c:v>
                      </c:pt>
                      <c:pt idx="5031">
                        <c:v>45121</c:v>
                      </c:pt>
                      <c:pt idx="5032">
                        <c:v>45124</c:v>
                      </c:pt>
                      <c:pt idx="5033">
                        <c:v>45125</c:v>
                      </c:pt>
                      <c:pt idx="5034">
                        <c:v>45126</c:v>
                      </c:pt>
                      <c:pt idx="5035">
                        <c:v>45127</c:v>
                      </c:pt>
                      <c:pt idx="5036">
                        <c:v>45128</c:v>
                      </c:pt>
                      <c:pt idx="5037">
                        <c:v>45131</c:v>
                      </c:pt>
                      <c:pt idx="5038">
                        <c:v>45132</c:v>
                      </c:pt>
                      <c:pt idx="5039">
                        <c:v>45133</c:v>
                      </c:pt>
                      <c:pt idx="5040">
                        <c:v>45134</c:v>
                      </c:pt>
                      <c:pt idx="5041">
                        <c:v>45135</c:v>
                      </c:pt>
                      <c:pt idx="5042">
                        <c:v>45138</c:v>
                      </c:pt>
                      <c:pt idx="5043">
                        <c:v>45139</c:v>
                      </c:pt>
                      <c:pt idx="5044">
                        <c:v>45140</c:v>
                      </c:pt>
                      <c:pt idx="5045">
                        <c:v>45141</c:v>
                      </c:pt>
                      <c:pt idx="5046">
                        <c:v>45142</c:v>
                      </c:pt>
                      <c:pt idx="5047">
                        <c:v>45145</c:v>
                      </c:pt>
                      <c:pt idx="5048">
                        <c:v>45146</c:v>
                      </c:pt>
                      <c:pt idx="5049">
                        <c:v>45147</c:v>
                      </c:pt>
                      <c:pt idx="5050">
                        <c:v>45148</c:v>
                      </c:pt>
                      <c:pt idx="5051">
                        <c:v>45149</c:v>
                      </c:pt>
                      <c:pt idx="5052">
                        <c:v>45152</c:v>
                      </c:pt>
                      <c:pt idx="5053">
                        <c:v>45153</c:v>
                      </c:pt>
                      <c:pt idx="5054">
                        <c:v>45154</c:v>
                      </c:pt>
                      <c:pt idx="5055">
                        <c:v>45155</c:v>
                      </c:pt>
                      <c:pt idx="5056">
                        <c:v>45156</c:v>
                      </c:pt>
                      <c:pt idx="5057">
                        <c:v>45159</c:v>
                      </c:pt>
                      <c:pt idx="5058">
                        <c:v>45160</c:v>
                      </c:pt>
                      <c:pt idx="5059">
                        <c:v>45161</c:v>
                      </c:pt>
                      <c:pt idx="5060">
                        <c:v>45162</c:v>
                      </c:pt>
                      <c:pt idx="5061">
                        <c:v>45163</c:v>
                      </c:pt>
                      <c:pt idx="5062">
                        <c:v>45166</c:v>
                      </c:pt>
                      <c:pt idx="5063">
                        <c:v>45167</c:v>
                      </c:pt>
                      <c:pt idx="5064">
                        <c:v>45168</c:v>
                      </c:pt>
                      <c:pt idx="5065">
                        <c:v>45169</c:v>
                      </c:pt>
                      <c:pt idx="5066">
                        <c:v>45170</c:v>
                      </c:pt>
                      <c:pt idx="5067">
                        <c:v>45173</c:v>
                      </c:pt>
                      <c:pt idx="5068">
                        <c:v>45174</c:v>
                      </c:pt>
                      <c:pt idx="5069">
                        <c:v>45175</c:v>
                      </c:pt>
                      <c:pt idx="5070">
                        <c:v>45176</c:v>
                      </c:pt>
                      <c:pt idx="5071">
                        <c:v>45177</c:v>
                      </c:pt>
                      <c:pt idx="5072">
                        <c:v>45180</c:v>
                      </c:pt>
                      <c:pt idx="5073">
                        <c:v>45181</c:v>
                      </c:pt>
                      <c:pt idx="5074">
                        <c:v>45182</c:v>
                      </c:pt>
                      <c:pt idx="5075">
                        <c:v>45183</c:v>
                      </c:pt>
                      <c:pt idx="5076">
                        <c:v>45184</c:v>
                      </c:pt>
                      <c:pt idx="5077">
                        <c:v>45187</c:v>
                      </c:pt>
                      <c:pt idx="5078">
                        <c:v>45188</c:v>
                      </c:pt>
                      <c:pt idx="5079">
                        <c:v>45189</c:v>
                      </c:pt>
                      <c:pt idx="5080">
                        <c:v>45190</c:v>
                      </c:pt>
                      <c:pt idx="5081">
                        <c:v>45191</c:v>
                      </c:pt>
                      <c:pt idx="5082">
                        <c:v>45194</c:v>
                      </c:pt>
                      <c:pt idx="5083">
                        <c:v>45195</c:v>
                      </c:pt>
                      <c:pt idx="5084">
                        <c:v>45196</c:v>
                      </c:pt>
                      <c:pt idx="5085">
                        <c:v>45197</c:v>
                      </c:pt>
                      <c:pt idx="5086">
                        <c:v>45198</c:v>
                      </c:pt>
                      <c:pt idx="5087">
                        <c:v>45201</c:v>
                      </c:pt>
                      <c:pt idx="5088">
                        <c:v>45202</c:v>
                      </c:pt>
                      <c:pt idx="5089">
                        <c:v>45203</c:v>
                      </c:pt>
                      <c:pt idx="5090">
                        <c:v>45204</c:v>
                      </c:pt>
                      <c:pt idx="5091">
                        <c:v>45205</c:v>
                      </c:pt>
                      <c:pt idx="5092">
                        <c:v>45208</c:v>
                      </c:pt>
                      <c:pt idx="5093">
                        <c:v>45209</c:v>
                      </c:pt>
                      <c:pt idx="5094">
                        <c:v>45210</c:v>
                      </c:pt>
                      <c:pt idx="5095">
                        <c:v>45211</c:v>
                      </c:pt>
                      <c:pt idx="5096">
                        <c:v>45212</c:v>
                      </c:pt>
                      <c:pt idx="5097">
                        <c:v>45215</c:v>
                      </c:pt>
                      <c:pt idx="5098">
                        <c:v>45216</c:v>
                      </c:pt>
                      <c:pt idx="5099">
                        <c:v>45217</c:v>
                      </c:pt>
                      <c:pt idx="5100">
                        <c:v>45218</c:v>
                      </c:pt>
                      <c:pt idx="5101">
                        <c:v>45219</c:v>
                      </c:pt>
                      <c:pt idx="5102">
                        <c:v>45222</c:v>
                      </c:pt>
                      <c:pt idx="5103">
                        <c:v>45223</c:v>
                      </c:pt>
                      <c:pt idx="5104">
                        <c:v>45224</c:v>
                      </c:pt>
                      <c:pt idx="5105">
                        <c:v>45225</c:v>
                      </c:pt>
                      <c:pt idx="5106">
                        <c:v>45226</c:v>
                      </c:pt>
                      <c:pt idx="5107">
                        <c:v>45229</c:v>
                      </c:pt>
                      <c:pt idx="5108">
                        <c:v>45230</c:v>
                      </c:pt>
                      <c:pt idx="5109">
                        <c:v>45231</c:v>
                      </c:pt>
                      <c:pt idx="5110">
                        <c:v>45232</c:v>
                      </c:pt>
                      <c:pt idx="5111">
                        <c:v>45233</c:v>
                      </c:pt>
                      <c:pt idx="5112">
                        <c:v>45236</c:v>
                      </c:pt>
                      <c:pt idx="5113">
                        <c:v>45237</c:v>
                      </c:pt>
                      <c:pt idx="5114">
                        <c:v>45238</c:v>
                      </c:pt>
                      <c:pt idx="5115">
                        <c:v>45239</c:v>
                      </c:pt>
                      <c:pt idx="5116">
                        <c:v>45240</c:v>
                      </c:pt>
                      <c:pt idx="5117">
                        <c:v>45243</c:v>
                      </c:pt>
                      <c:pt idx="5118">
                        <c:v>45244</c:v>
                      </c:pt>
                      <c:pt idx="5119">
                        <c:v>45245</c:v>
                      </c:pt>
                      <c:pt idx="5120">
                        <c:v>45246</c:v>
                      </c:pt>
                      <c:pt idx="5121">
                        <c:v>45247</c:v>
                      </c:pt>
                      <c:pt idx="5122">
                        <c:v>45250</c:v>
                      </c:pt>
                      <c:pt idx="5123">
                        <c:v>45251</c:v>
                      </c:pt>
                      <c:pt idx="5124">
                        <c:v>45252</c:v>
                      </c:pt>
                      <c:pt idx="5125">
                        <c:v>45253</c:v>
                      </c:pt>
                      <c:pt idx="5126">
                        <c:v>45254</c:v>
                      </c:pt>
                      <c:pt idx="5127">
                        <c:v>45257</c:v>
                      </c:pt>
                      <c:pt idx="5128">
                        <c:v>45258</c:v>
                      </c:pt>
                      <c:pt idx="5129">
                        <c:v>45259</c:v>
                      </c:pt>
                      <c:pt idx="5130">
                        <c:v>45260</c:v>
                      </c:pt>
                      <c:pt idx="5131">
                        <c:v>45261</c:v>
                      </c:pt>
                      <c:pt idx="5132">
                        <c:v>45264</c:v>
                      </c:pt>
                      <c:pt idx="5133">
                        <c:v>45265</c:v>
                      </c:pt>
                      <c:pt idx="5134">
                        <c:v>45266</c:v>
                      </c:pt>
                      <c:pt idx="5135">
                        <c:v>45267</c:v>
                      </c:pt>
                      <c:pt idx="5136">
                        <c:v>45268</c:v>
                      </c:pt>
                      <c:pt idx="5137">
                        <c:v>45271</c:v>
                      </c:pt>
                      <c:pt idx="5138">
                        <c:v>45272</c:v>
                      </c:pt>
                      <c:pt idx="5139">
                        <c:v>45273</c:v>
                      </c:pt>
                      <c:pt idx="5140">
                        <c:v>45274</c:v>
                      </c:pt>
                      <c:pt idx="5141">
                        <c:v>45275</c:v>
                      </c:pt>
                      <c:pt idx="5142">
                        <c:v>45278</c:v>
                      </c:pt>
                      <c:pt idx="5143">
                        <c:v>45279</c:v>
                      </c:pt>
                      <c:pt idx="5144">
                        <c:v>45280</c:v>
                      </c:pt>
                      <c:pt idx="5145">
                        <c:v>45281</c:v>
                      </c:pt>
                      <c:pt idx="5146">
                        <c:v>45282</c:v>
                      </c:pt>
                      <c:pt idx="5147">
                        <c:v>45285</c:v>
                      </c:pt>
                      <c:pt idx="5148">
                        <c:v>45286</c:v>
                      </c:pt>
                      <c:pt idx="5149">
                        <c:v>45287</c:v>
                      </c:pt>
                      <c:pt idx="5150">
                        <c:v>45288</c:v>
                      </c:pt>
                      <c:pt idx="5151">
                        <c:v>45289</c:v>
                      </c:pt>
                      <c:pt idx="5152">
                        <c:v>45292</c:v>
                      </c:pt>
                      <c:pt idx="5153">
                        <c:v>45293</c:v>
                      </c:pt>
                      <c:pt idx="5154">
                        <c:v>45294</c:v>
                      </c:pt>
                      <c:pt idx="5155">
                        <c:v>45295</c:v>
                      </c:pt>
                      <c:pt idx="5156">
                        <c:v>45296</c:v>
                      </c:pt>
                      <c:pt idx="5157">
                        <c:v>45299</c:v>
                      </c:pt>
                      <c:pt idx="5158">
                        <c:v>45300</c:v>
                      </c:pt>
                      <c:pt idx="5159">
                        <c:v>45301</c:v>
                      </c:pt>
                      <c:pt idx="5160">
                        <c:v>45302</c:v>
                      </c:pt>
                      <c:pt idx="5161">
                        <c:v>45303</c:v>
                      </c:pt>
                      <c:pt idx="5162">
                        <c:v>45306</c:v>
                      </c:pt>
                      <c:pt idx="5163">
                        <c:v>45307</c:v>
                      </c:pt>
                      <c:pt idx="5164">
                        <c:v>45308</c:v>
                      </c:pt>
                      <c:pt idx="5165">
                        <c:v>45309</c:v>
                      </c:pt>
                      <c:pt idx="5166">
                        <c:v>45310</c:v>
                      </c:pt>
                      <c:pt idx="5167">
                        <c:v>45313</c:v>
                      </c:pt>
                      <c:pt idx="5168">
                        <c:v>45314</c:v>
                      </c:pt>
                      <c:pt idx="5169">
                        <c:v>45315</c:v>
                      </c:pt>
                      <c:pt idx="5170">
                        <c:v>45316</c:v>
                      </c:pt>
                      <c:pt idx="5171">
                        <c:v>45317</c:v>
                      </c:pt>
                      <c:pt idx="5172">
                        <c:v>45320</c:v>
                      </c:pt>
                      <c:pt idx="5173">
                        <c:v>45321</c:v>
                      </c:pt>
                      <c:pt idx="5174">
                        <c:v>45322</c:v>
                      </c:pt>
                      <c:pt idx="5175">
                        <c:v>45323</c:v>
                      </c:pt>
                      <c:pt idx="5176">
                        <c:v>45324</c:v>
                      </c:pt>
                      <c:pt idx="5177">
                        <c:v>45327</c:v>
                      </c:pt>
                      <c:pt idx="5178">
                        <c:v>45328</c:v>
                      </c:pt>
                      <c:pt idx="5179">
                        <c:v>45329</c:v>
                      </c:pt>
                      <c:pt idx="5180">
                        <c:v>45330</c:v>
                      </c:pt>
                      <c:pt idx="5181">
                        <c:v>45331</c:v>
                      </c:pt>
                      <c:pt idx="5182">
                        <c:v>45334</c:v>
                      </c:pt>
                      <c:pt idx="5183">
                        <c:v>45335</c:v>
                      </c:pt>
                      <c:pt idx="5184">
                        <c:v>45336</c:v>
                      </c:pt>
                      <c:pt idx="5185">
                        <c:v>45337</c:v>
                      </c:pt>
                      <c:pt idx="5186">
                        <c:v>45338</c:v>
                      </c:pt>
                      <c:pt idx="5187">
                        <c:v>45341</c:v>
                      </c:pt>
                      <c:pt idx="5188">
                        <c:v>45342</c:v>
                      </c:pt>
                      <c:pt idx="5189">
                        <c:v>45343</c:v>
                      </c:pt>
                      <c:pt idx="5190">
                        <c:v>45344</c:v>
                      </c:pt>
                      <c:pt idx="5191">
                        <c:v>45345</c:v>
                      </c:pt>
                      <c:pt idx="5192">
                        <c:v>45348</c:v>
                      </c:pt>
                      <c:pt idx="5193">
                        <c:v>45349</c:v>
                      </c:pt>
                      <c:pt idx="5194">
                        <c:v>45350</c:v>
                      </c:pt>
                      <c:pt idx="5195">
                        <c:v>45351</c:v>
                      </c:pt>
                      <c:pt idx="5196">
                        <c:v>45352</c:v>
                      </c:pt>
                      <c:pt idx="5197">
                        <c:v>45355</c:v>
                      </c:pt>
                      <c:pt idx="5198">
                        <c:v>45356</c:v>
                      </c:pt>
                      <c:pt idx="5199">
                        <c:v>45357</c:v>
                      </c:pt>
                      <c:pt idx="5200">
                        <c:v>45358</c:v>
                      </c:pt>
                      <c:pt idx="5201">
                        <c:v>45359</c:v>
                      </c:pt>
                      <c:pt idx="5202">
                        <c:v>45362</c:v>
                      </c:pt>
                      <c:pt idx="5203">
                        <c:v>45363</c:v>
                      </c:pt>
                      <c:pt idx="5204">
                        <c:v>45364</c:v>
                      </c:pt>
                      <c:pt idx="5205">
                        <c:v>45365</c:v>
                      </c:pt>
                      <c:pt idx="5206">
                        <c:v>45366</c:v>
                      </c:pt>
                      <c:pt idx="5207">
                        <c:v>45369</c:v>
                      </c:pt>
                      <c:pt idx="5208">
                        <c:v>45370</c:v>
                      </c:pt>
                      <c:pt idx="5209">
                        <c:v>45371</c:v>
                      </c:pt>
                      <c:pt idx="5210">
                        <c:v>45372</c:v>
                      </c:pt>
                      <c:pt idx="5211">
                        <c:v>45373</c:v>
                      </c:pt>
                      <c:pt idx="5212">
                        <c:v>45376</c:v>
                      </c:pt>
                      <c:pt idx="5213">
                        <c:v>45377</c:v>
                      </c:pt>
                      <c:pt idx="5214">
                        <c:v>45378</c:v>
                      </c:pt>
                      <c:pt idx="5215">
                        <c:v>45379</c:v>
                      </c:pt>
                      <c:pt idx="5216">
                        <c:v>45380</c:v>
                      </c:pt>
                      <c:pt idx="5217">
                        <c:v>45383</c:v>
                      </c:pt>
                      <c:pt idx="5218">
                        <c:v>45384</c:v>
                      </c:pt>
                      <c:pt idx="5219">
                        <c:v>45385</c:v>
                      </c:pt>
                      <c:pt idx="5220">
                        <c:v>45386</c:v>
                      </c:pt>
                      <c:pt idx="5221">
                        <c:v>45387</c:v>
                      </c:pt>
                      <c:pt idx="5222">
                        <c:v>45390</c:v>
                      </c:pt>
                      <c:pt idx="5223">
                        <c:v>45391</c:v>
                      </c:pt>
                      <c:pt idx="5224">
                        <c:v>45392</c:v>
                      </c:pt>
                      <c:pt idx="5225">
                        <c:v>45393</c:v>
                      </c:pt>
                      <c:pt idx="5226">
                        <c:v>45394</c:v>
                      </c:pt>
                      <c:pt idx="5227">
                        <c:v>45397</c:v>
                      </c:pt>
                      <c:pt idx="5228">
                        <c:v>45398</c:v>
                      </c:pt>
                      <c:pt idx="5229">
                        <c:v>45399</c:v>
                      </c:pt>
                      <c:pt idx="5230">
                        <c:v>45400</c:v>
                      </c:pt>
                      <c:pt idx="5231">
                        <c:v>45401</c:v>
                      </c:pt>
                      <c:pt idx="5232">
                        <c:v>45404</c:v>
                      </c:pt>
                      <c:pt idx="5233">
                        <c:v>45405</c:v>
                      </c:pt>
                      <c:pt idx="5234">
                        <c:v>45406</c:v>
                      </c:pt>
                      <c:pt idx="5235">
                        <c:v>45407</c:v>
                      </c:pt>
                      <c:pt idx="5236">
                        <c:v>45408</c:v>
                      </c:pt>
                      <c:pt idx="5237">
                        <c:v>45411</c:v>
                      </c:pt>
                      <c:pt idx="5238">
                        <c:v>45412</c:v>
                      </c:pt>
                      <c:pt idx="5239">
                        <c:v>45413</c:v>
                      </c:pt>
                      <c:pt idx="5240">
                        <c:v>45414</c:v>
                      </c:pt>
                      <c:pt idx="5241">
                        <c:v>45415</c:v>
                      </c:pt>
                      <c:pt idx="5242">
                        <c:v>45418</c:v>
                      </c:pt>
                      <c:pt idx="5243">
                        <c:v>45419</c:v>
                      </c:pt>
                      <c:pt idx="5244">
                        <c:v>45420</c:v>
                      </c:pt>
                      <c:pt idx="5245">
                        <c:v>45421</c:v>
                      </c:pt>
                      <c:pt idx="5246">
                        <c:v>45422</c:v>
                      </c:pt>
                      <c:pt idx="5247">
                        <c:v>45425</c:v>
                      </c:pt>
                      <c:pt idx="5248">
                        <c:v>45426</c:v>
                      </c:pt>
                      <c:pt idx="5249">
                        <c:v>45427</c:v>
                      </c:pt>
                      <c:pt idx="5250">
                        <c:v>45428</c:v>
                      </c:pt>
                      <c:pt idx="5251">
                        <c:v>45429</c:v>
                      </c:pt>
                      <c:pt idx="5252">
                        <c:v>45432</c:v>
                      </c:pt>
                      <c:pt idx="5253">
                        <c:v>45433</c:v>
                      </c:pt>
                      <c:pt idx="5254">
                        <c:v>45434</c:v>
                      </c:pt>
                      <c:pt idx="5255">
                        <c:v>45435</c:v>
                      </c:pt>
                      <c:pt idx="5256">
                        <c:v>45436</c:v>
                      </c:pt>
                      <c:pt idx="5257">
                        <c:v>45439</c:v>
                      </c:pt>
                      <c:pt idx="5258">
                        <c:v>45440</c:v>
                      </c:pt>
                      <c:pt idx="5259">
                        <c:v>45441</c:v>
                      </c:pt>
                      <c:pt idx="5260">
                        <c:v>45442</c:v>
                      </c:pt>
                      <c:pt idx="5261">
                        <c:v>45443</c:v>
                      </c:pt>
                      <c:pt idx="5262">
                        <c:v>45446</c:v>
                      </c:pt>
                      <c:pt idx="5263">
                        <c:v>45447</c:v>
                      </c:pt>
                      <c:pt idx="5264">
                        <c:v>45448</c:v>
                      </c:pt>
                      <c:pt idx="5265">
                        <c:v>45449</c:v>
                      </c:pt>
                      <c:pt idx="5266">
                        <c:v>45450</c:v>
                      </c:pt>
                      <c:pt idx="5267">
                        <c:v>45453</c:v>
                      </c:pt>
                      <c:pt idx="5268">
                        <c:v>45454</c:v>
                      </c:pt>
                      <c:pt idx="5269">
                        <c:v>45455</c:v>
                      </c:pt>
                      <c:pt idx="5270">
                        <c:v>45456</c:v>
                      </c:pt>
                      <c:pt idx="5271">
                        <c:v>45457</c:v>
                      </c:pt>
                      <c:pt idx="5272">
                        <c:v>45460</c:v>
                      </c:pt>
                      <c:pt idx="5273">
                        <c:v>45461</c:v>
                      </c:pt>
                      <c:pt idx="5274">
                        <c:v>45462</c:v>
                      </c:pt>
                      <c:pt idx="5275">
                        <c:v>45463</c:v>
                      </c:pt>
                      <c:pt idx="5276">
                        <c:v>45464</c:v>
                      </c:pt>
                      <c:pt idx="5277">
                        <c:v>45467</c:v>
                      </c:pt>
                      <c:pt idx="5278">
                        <c:v>45468</c:v>
                      </c:pt>
                      <c:pt idx="5279">
                        <c:v>45469</c:v>
                      </c:pt>
                      <c:pt idx="5280">
                        <c:v>45470</c:v>
                      </c:pt>
                      <c:pt idx="5281">
                        <c:v>45471</c:v>
                      </c:pt>
                      <c:pt idx="5282">
                        <c:v>45474</c:v>
                      </c:pt>
                      <c:pt idx="5283">
                        <c:v>45475</c:v>
                      </c:pt>
                      <c:pt idx="5284">
                        <c:v>45476</c:v>
                      </c:pt>
                      <c:pt idx="5285">
                        <c:v>45477</c:v>
                      </c:pt>
                      <c:pt idx="5286">
                        <c:v>45478</c:v>
                      </c:pt>
                      <c:pt idx="5287">
                        <c:v>45481</c:v>
                      </c:pt>
                      <c:pt idx="5288">
                        <c:v>45482</c:v>
                      </c:pt>
                      <c:pt idx="5289">
                        <c:v>45483</c:v>
                      </c:pt>
                      <c:pt idx="5290">
                        <c:v>45484</c:v>
                      </c:pt>
                      <c:pt idx="5291">
                        <c:v>45485</c:v>
                      </c:pt>
                      <c:pt idx="5292">
                        <c:v>45488</c:v>
                      </c:pt>
                      <c:pt idx="5293">
                        <c:v>45489</c:v>
                      </c:pt>
                      <c:pt idx="5294">
                        <c:v>45490</c:v>
                      </c:pt>
                      <c:pt idx="5295">
                        <c:v>45491</c:v>
                      </c:pt>
                      <c:pt idx="5296">
                        <c:v>45492</c:v>
                      </c:pt>
                      <c:pt idx="5297">
                        <c:v>45495</c:v>
                      </c:pt>
                      <c:pt idx="5298">
                        <c:v>45496</c:v>
                      </c:pt>
                      <c:pt idx="5299">
                        <c:v>45497</c:v>
                      </c:pt>
                      <c:pt idx="5300">
                        <c:v>45498</c:v>
                      </c:pt>
                      <c:pt idx="5301">
                        <c:v>45499</c:v>
                      </c:pt>
                      <c:pt idx="5302">
                        <c:v>45502</c:v>
                      </c:pt>
                      <c:pt idx="5303">
                        <c:v>45503</c:v>
                      </c:pt>
                      <c:pt idx="5304">
                        <c:v>45504</c:v>
                      </c:pt>
                      <c:pt idx="5305">
                        <c:v>45505</c:v>
                      </c:pt>
                      <c:pt idx="5306">
                        <c:v>45506</c:v>
                      </c:pt>
                      <c:pt idx="5307">
                        <c:v>45509</c:v>
                      </c:pt>
                      <c:pt idx="5308">
                        <c:v>45510</c:v>
                      </c:pt>
                      <c:pt idx="5309">
                        <c:v>45511</c:v>
                      </c:pt>
                      <c:pt idx="5310">
                        <c:v>45512</c:v>
                      </c:pt>
                      <c:pt idx="5311">
                        <c:v>45513</c:v>
                      </c:pt>
                      <c:pt idx="5312">
                        <c:v>45516</c:v>
                      </c:pt>
                      <c:pt idx="5313">
                        <c:v>45517</c:v>
                      </c:pt>
                      <c:pt idx="5314">
                        <c:v>45518</c:v>
                      </c:pt>
                      <c:pt idx="5315">
                        <c:v>45519</c:v>
                      </c:pt>
                      <c:pt idx="5316">
                        <c:v>45520</c:v>
                      </c:pt>
                      <c:pt idx="5317">
                        <c:v>45523</c:v>
                      </c:pt>
                      <c:pt idx="5318">
                        <c:v>45524</c:v>
                      </c:pt>
                      <c:pt idx="5319">
                        <c:v>45525</c:v>
                      </c:pt>
                      <c:pt idx="5320">
                        <c:v>45526</c:v>
                      </c:pt>
                      <c:pt idx="5321">
                        <c:v>45527</c:v>
                      </c:pt>
                      <c:pt idx="5322">
                        <c:v>45530</c:v>
                      </c:pt>
                      <c:pt idx="5323">
                        <c:v>45531</c:v>
                      </c:pt>
                      <c:pt idx="5324">
                        <c:v>45532</c:v>
                      </c:pt>
                      <c:pt idx="5325">
                        <c:v>45533</c:v>
                      </c:pt>
                      <c:pt idx="5326">
                        <c:v>45534</c:v>
                      </c:pt>
                      <c:pt idx="5327">
                        <c:v>45537</c:v>
                      </c:pt>
                      <c:pt idx="5328">
                        <c:v>45538</c:v>
                      </c:pt>
                      <c:pt idx="5329">
                        <c:v>45539</c:v>
                      </c:pt>
                      <c:pt idx="5330">
                        <c:v>45540</c:v>
                      </c:pt>
                      <c:pt idx="5331">
                        <c:v>45541</c:v>
                      </c:pt>
                      <c:pt idx="5332">
                        <c:v>45544</c:v>
                      </c:pt>
                      <c:pt idx="5333">
                        <c:v>45545</c:v>
                      </c:pt>
                      <c:pt idx="5334">
                        <c:v>45546</c:v>
                      </c:pt>
                      <c:pt idx="5335">
                        <c:v>45547</c:v>
                      </c:pt>
                      <c:pt idx="5336">
                        <c:v>45548</c:v>
                      </c:pt>
                      <c:pt idx="5337">
                        <c:v>45551</c:v>
                      </c:pt>
                      <c:pt idx="5338">
                        <c:v>45552</c:v>
                      </c:pt>
                      <c:pt idx="5339">
                        <c:v>45553</c:v>
                      </c:pt>
                      <c:pt idx="5340">
                        <c:v>45554</c:v>
                      </c:pt>
                      <c:pt idx="5341">
                        <c:v>45555</c:v>
                      </c:pt>
                      <c:pt idx="5342">
                        <c:v>45558</c:v>
                      </c:pt>
                      <c:pt idx="5343">
                        <c:v>45559</c:v>
                      </c:pt>
                      <c:pt idx="5344">
                        <c:v>45560</c:v>
                      </c:pt>
                      <c:pt idx="5345">
                        <c:v>45561</c:v>
                      </c:pt>
                      <c:pt idx="5346">
                        <c:v>45562</c:v>
                      </c:pt>
                      <c:pt idx="5347">
                        <c:v>45565</c:v>
                      </c:pt>
                      <c:pt idx="5348">
                        <c:v>45566</c:v>
                      </c:pt>
                      <c:pt idx="5349">
                        <c:v>45567</c:v>
                      </c:pt>
                      <c:pt idx="5350">
                        <c:v>45568</c:v>
                      </c:pt>
                      <c:pt idx="5351">
                        <c:v>45569</c:v>
                      </c:pt>
                      <c:pt idx="5352">
                        <c:v>45572</c:v>
                      </c:pt>
                      <c:pt idx="5353">
                        <c:v>45573</c:v>
                      </c:pt>
                      <c:pt idx="5354">
                        <c:v>45574</c:v>
                      </c:pt>
                      <c:pt idx="5355">
                        <c:v>45575</c:v>
                      </c:pt>
                      <c:pt idx="5356">
                        <c:v>45576</c:v>
                      </c:pt>
                      <c:pt idx="5357">
                        <c:v>45579</c:v>
                      </c:pt>
                      <c:pt idx="5358">
                        <c:v>45580</c:v>
                      </c:pt>
                      <c:pt idx="5359">
                        <c:v>45581</c:v>
                      </c:pt>
                      <c:pt idx="5360">
                        <c:v>45582</c:v>
                      </c:pt>
                      <c:pt idx="5361">
                        <c:v>45583</c:v>
                      </c:pt>
                      <c:pt idx="5362">
                        <c:v>45586</c:v>
                      </c:pt>
                      <c:pt idx="5363">
                        <c:v>45587</c:v>
                      </c:pt>
                      <c:pt idx="5364">
                        <c:v>45588</c:v>
                      </c:pt>
                      <c:pt idx="5365">
                        <c:v>45589</c:v>
                      </c:pt>
                      <c:pt idx="5366">
                        <c:v>45590</c:v>
                      </c:pt>
                      <c:pt idx="5367">
                        <c:v>45593</c:v>
                      </c:pt>
                      <c:pt idx="5368">
                        <c:v>45594</c:v>
                      </c:pt>
                      <c:pt idx="5369">
                        <c:v>45595</c:v>
                      </c:pt>
                      <c:pt idx="5370">
                        <c:v>45596</c:v>
                      </c:pt>
                      <c:pt idx="5371">
                        <c:v>45597</c:v>
                      </c:pt>
                      <c:pt idx="5372">
                        <c:v>45601</c:v>
                      </c:pt>
                      <c:pt idx="5373">
                        <c:v>45602</c:v>
                      </c:pt>
                      <c:pt idx="5374">
                        <c:v>45603</c:v>
                      </c:pt>
                      <c:pt idx="5375">
                        <c:v>45604</c:v>
                      </c:pt>
                      <c:pt idx="5376">
                        <c:v>45608</c:v>
                      </c:pt>
                      <c:pt idx="5377">
                        <c:v>45609</c:v>
                      </c:pt>
                      <c:pt idx="5378">
                        <c:v>45610</c:v>
                      </c:pt>
                      <c:pt idx="5379">
                        <c:v>45611</c:v>
                      </c:pt>
                      <c:pt idx="5380">
                        <c:v>45614</c:v>
                      </c:pt>
                      <c:pt idx="5381">
                        <c:v>45615</c:v>
                      </c:pt>
                      <c:pt idx="5382">
                        <c:v>45616</c:v>
                      </c:pt>
                      <c:pt idx="5383">
                        <c:v>45617</c:v>
                      </c:pt>
                      <c:pt idx="5384">
                        <c:v>45618</c:v>
                      </c:pt>
                      <c:pt idx="5385">
                        <c:v>45621</c:v>
                      </c:pt>
                      <c:pt idx="5386">
                        <c:v>45622</c:v>
                      </c:pt>
                      <c:pt idx="5387">
                        <c:v>45623</c:v>
                      </c:pt>
                      <c:pt idx="5388">
                        <c:v>45624</c:v>
                      </c:pt>
                      <c:pt idx="5389">
                        <c:v>45625</c:v>
                      </c:pt>
                      <c:pt idx="5390">
                        <c:v>45628</c:v>
                      </c:pt>
                      <c:pt idx="5391">
                        <c:v>45629</c:v>
                      </c:pt>
                      <c:pt idx="5392">
                        <c:v>45630</c:v>
                      </c:pt>
                      <c:pt idx="5393">
                        <c:v>45631</c:v>
                      </c:pt>
                      <c:pt idx="5394">
                        <c:v>45632</c:v>
                      </c:pt>
                      <c:pt idx="5395">
                        <c:v>45635</c:v>
                      </c:pt>
                      <c:pt idx="5396">
                        <c:v>45636</c:v>
                      </c:pt>
                      <c:pt idx="5397">
                        <c:v>45637</c:v>
                      </c:pt>
                      <c:pt idx="5398">
                        <c:v>45638</c:v>
                      </c:pt>
                      <c:pt idx="5399">
                        <c:v>45639</c:v>
                      </c:pt>
                      <c:pt idx="5400">
                        <c:v>45642</c:v>
                      </c:pt>
                      <c:pt idx="5401">
                        <c:v>45643</c:v>
                      </c:pt>
                      <c:pt idx="5402">
                        <c:v>45644</c:v>
                      </c:pt>
                      <c:pt idx="5403">
                        <c:v>45645</c:v>
                      </c:pt>
                      <c:pt idx="5404">
                        <c:v>45646</c:v>
                      </c:pt>
                      <c:pt idx="5405">
                        <c:v>45649</c:v>
                      </c:pt>
                      <c:pt idx="5406">
                        <c:v>45650</c:v>
                      </c:pt>
                      <c:pt idx="5407">
                        <c:v>45652</c:v>
                      </c:pt>
                      <c:pt idx="5408">
                        <c:v>45653</c:v>
                      </c:pt>
                      <c:pt idx="5409">
                        <c:v>45656</c:v>
                      </c:pt>
                      <c:pt idx="5410">
                        <c:v>45657</c:v>
                      </c:pt>
                      <c:pt idx="5411">
                        <c:v>45659</c:v>
                      </c:pt>
                      <c:pt idx="5412">
                        <c:v>45660</c:v>
                      </c:pt>
                      <c:pt idx="5413">
                        <c:v>45663</c:v>
                      </c:pt>
                      <c:pt idx="5414">
                        <c:v>45664</c:v>
                      </c:pt>
                      <c:pt idx="5415">
                        <c:v>45665</c:v>
                      </c:pt>
                      <c:pt idx="5416">
                        <c:v>45666</c:v>
                      </c:pt>
                      <c:pt idx="5417">
                        <c:v>45667</c:v>
                      </c:pt>
                      <c:pt idx="5418">
                        <c:v>45670</c:v>
                      </c:pt>
                      <c:pt idx="5419">
                        <c:v>45671</c:v>
                      </c:pt>
                      <c:pt idx="5420">
                        <c:v>45672</c:v>
                      </c:pt>
                      <c:pt idx="5421">
                        <c:v>45673</c:v>
                      </c:pt>
                      <c:pt idx="5422">
                        <c:v>45674</c:v>
                      </c:pt>
                      <c:pt idx="5423">
                        <c:v>45677</c:v>
                      </c:pt>
                      <c:pt idx="5424">
                        <c:v>45678</c:v>
                      </c:pt>
                      <c:pt idx="5425">
                        <c:v>45679</c:v>
                      </c:pt>
                      <c:pt idx="5426">
                        <c:v>45680</c:v>
                      </c:pt>
                      <c:pt idx="5427">
                        <c:v>45681</c:v>
                      </c:pt>
                      <c:pt idx="5428">
                        <c:v>45684</c:v>
                      </c:pt>
                      <c:pt idx="5429">
                        <c:v>45685</c:v>
                      </c:pt>
                      <c:pt idx="5430">
                        <c:v>45686</c:v>
                      </c:pt>
                      <c:pt idx="5431">
                        <c:v>45687</c:v>
                      </c:pt>
                      <c:pt idx="5432">
                        <c:v>45688</c:v>
                      </c:pt>
                      <c:pt idx="5433">
                        <c:v>45691</c:v>
                      </c:pt>
                      <c:pt idx="5434">
                        <c:v>45692</c:v>
                      </c:pt>
                      <c:pt idx="5435">
                        <c:v>45693</c:v>
                      </c:pt>
                      <c:pt idx="5436">
                        <c:v>45694</c:v>
                      </c:pt>
                      <c:pt idx="5437">
                        <c:v>45695</c:v>
                      </c:pt>
                      <c:pt idx="5438">
                        <c:v>45698</c:v>
                      </c:pt>
                      <c:pt idx="5439">
                        <c:v>45699</c:v>
                      </c:pt>
                      <c:pt idx="5440">
                        <c:v>45700</c:v>
                      </c:pt>
                      <c:pt idx="5441">
                        <c:v>45701</c:v>
                      </c:pt>
                      <c:pt idx="5442">
                        <c:v>45702</c:v>
                      </c:pt>
                      <c:pt idx="5443">
                        <c:v>45706</c:v>
                      </c:pt>
                      <c:pt idx="5444">
                        <c:v>45707</c:v>
                      </c:pt>
                      <c:pt idx="5445">
                        <c:v>45708</c:v>
                      </c:pt>
                      <c:pt idx="5446">
                        <c:v>45709</c:v>
                      </c:pt>
                      <c:pt idx="5447">
                        <c:v>45712</c:v>
                      </c:pt>
                      <c:pt idx="5448">
                        <c:v>45713</c:v>
                      </c:pt>
                      <c:pt idx="5449">
                        <c:v>45714</c:v>
                      </c:pt>
                      <c:pt idx="5450">
                        <c:v>45715</c:v>
                      </c:pt>
                      <c:pt idx="5451">
                        <c:v>45716</c:v>
                      </c:pt>
                      <c:pt idx="5452">
                        <c:v>45719</c:v>
                      </c:pt>
                      <c:pt idx="5453">
                        <c:v>45720</c:v>
                      </c:pt>
                      <c:pt idx="5454">
                        <c:v>45721</c:v>
                      </c:pt>
                      <c:pt idx="5455">
                        <c:v>45722</c:v>
                      </c:pt>
                      <c:pt idx="5456">
                        <c:v>45723</c:v>
                      </c:pt>
                      <c:pt idx="5457">
                        <c:v>45726</c:v>
                      </c:pt>
                    </c:numCache>
                  </c:numRef>
                </c:cat>
                <c:val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Hoja2!$F$316:$F$5773</c15:sqref>
                        </c15:formulaRef>
                      </c:ext>
                    </c:extLst>
                    <c:numCache>
                      <c:formatCode>0.00</c:formatCode>
                      <c:ptCount val="5458"/>
                      <c:pt idx="0">
                        <c:v>469.22899999999998</c:v>
                      </c:pt>
                      <c:pt idx="1">
                        <c:v>461.73</c:v>
                      </c:pt>
                      <c:pt idx="2">
                        <c:v>456.70800000000003</c:v>
                      </c:pt>
                      <c:pt idx="3">
                        <c:v>456.70600000000002</c:v>
                      </c:pt>
                      <c:pt idx="4">
                        <c:v>446.71800000000002</c:v>
                      </c:pt>
                      <c:pt idx="5">
                        <c:v>439.23700000000002</c:v>
                      </c:pt>
                      <c:pt idx="6">
                        <c:v>424.25900000000001</c:v>
                      </c:pt>
                      <c:pt idx="7">
                        <c:v>434.18299999999999</c:v>
                      </c:pt>
                      <c:pt idx="8">
                        <c:v>436.67</c:v>
                      </c:pt>
                      <c:pt idx="9">
                        <c:v>431.69200000000001</c:v>
                      </c:pt>
                      <c:pt idx="10">
                        <c:v>431.69</c:v>
                      </c:pt>
                      <c:pt idx="11">
                        <c:v>429.19</c:v>
                      </c:pt>
                      <c:pt idx="12">
                        <c:v>426.69</c:v>
                      </c:pt>
                      <c:pt idx="13">
                        <c:v>421.69499999999999</c:v>
                      </c:pt>
                      <c:pt idx="14">
                        <c:v>436.62700000000001</c:v>
                      </c:pt>
                      <c:pt idx="15">
                        <c:v>474.04700000000003</c:v>
                      </c:pt>
                      <c:pt idx="16">
                        <c:v>476.54700000000003</c:v>
                      </c:pt>
                      <c:pt idx="17">
                        <c:v>474.05500000000001</c:v>
                      </c:pt>
                      <c:pt idx="18">
                        <c:v>481.54399999999998</c:v>
                      </c:pt>
                      <c:pt idx="19">
                        <c:v>501.488</c:v>
                      </c:pt>
                      <c:pt idx="20">
                        <c:v>501.49900000000002</c:v>
                      </c:pt>
                      <c:pt idx="21">
                        <c:v>496.47899999999998</c:v>
                      </c:pt>
                      <c:pt idx="22">
                        <c:v>496.47800000000001</c:v>
                      </c:pt>
                      <c:pt idx="23">
                        <c:v>513.96400000000006</c:v>
                      </c:pt>
                      <c:pt idx="24">
                        <c:v>541.40899999999999</c:v>
                      </c:pt>
                      <c:pt idx="25">
                        <c:v>546.39499999999998</c:v>
                      </c:pt>
                      <c:pt idx="26">
                        <c:v>558.86</c:v>
                      </c:pt>
                      <c:pt idx="27">
                        <c:v>578.798</c:v>
                      </c:pt>
                      <c:pt idx="28">
                        <c:v>578.79200000000003</c:v>
                      </c:pt>
                      <c:pt idx="29">
                        <c:v>583.78300000000002</c:v>
                      </c:pt>
                      <c:pt idx="30">
                        <c:v>638.68700000000001</c:v>
                      </c:pt>
                      <c:pt idx="31">
                        <c:v>658.56399999999996</c:v>
                      </c:pt>
                      <c:pt idx="32">
                        <c:v>728.46199999999999</c:v>
                      </c:pt>
                      <c:pt idx="33">
                        <c:v>678.53200000000004</c:v>
                      </c:pt>
                      <c:pt idx="34">
                        <c:v>678.529</c:v>
                      </c:pt>
                      <c:pt idx="35">
                        <c:v>686.00900000000001</c:v>
                      </c:pt>
                      <c:pt idx="36">
                        <c:v>648.59100000000001</c:v>
                      </c:pt>
                      <c:pt idx="37">
                        <c:v>626.16700000000003</c:v>
                      </c:pt>
                      <c:pt idx="38">
                        <c:v>613.673</c:v>
                      </c:pt>
                      <c:pt idx="39">
                        <c:v>626.14300000000003</c:v>
                      </c:pt>
                      <c:pt idx="40">
                        <c:v>648.66200000000003</c:v>
                      </c:pt>
                      <c:pt idx="41">
                        <c:v>658.59900000000005</c:v>
                      </c:pt>
                      <c:pt idx="42">
                        <c:v>648.60900000000004</c:v>
                      </c:pt>
                      <c:pt idx="43">
                        <c:v>623.64099999999996</c:v>
                      </c:pt>
                      <c:pt idx="44">
                        <c:v>648.64099999999996</c:v>
                      </c:pt>
                      <c:pt idx="45">
                        <c:v>631.16300000000001</c:v>
                      </c:pt>
                      <c:pt idx="46">
                        <c:v>621.178</c:v>
                      </c:pt>
                      <c:pt idx="47">
                        <c:v>621.178</c:v>
                      </c:pt>
                      <c:pt idx="48">
                        <c:v>618.67700000000002</c:v>
                      </c:pt>
                      <c:pt idx="49">
                        <c:v>596.19799999999998</c:v>
                      </c:pt>
                      <c:pt idx="50">
                        <c:v>603.70399999999995</c:v>
                      </c:pt>
                      <c:pt idx="51">
                        <c:v>586.20899999999995</c:v>
                      </c:pt>
                      <c:pt idx="52">
                        <c:v>561.26700000000005</c:v>
                      </c:pt>
                      <c:pt idx="53">
                        <c:v>566.26499999999999</c:v>
                      </c:pt>
                      <c:pt idx="54">
                        <c:v>573.75</c:v>
                      </c:pt>
                      <c:pt idx="55">
                        <c:v>573.73900000000003</c:v>
                      </c:pt>
                      <c:pt idx="56">
                        <c:v>573.73900000000003</c:v>
                      </c:pt>
                      <c:pt idx="57">
                        <c:v>586.19399999999996</c:v>
                      </c:pt>
                      <c:pt idx="58">
                        <c:v>568.77</c:v>
                      </c:pt>
                      <c:pt idx="59">
                        <c:v>563.75599999999997</c:v>
                      </c:pt>
                      <c:pt idx="60">
                        <c:v>558.78200000000004</c:v>
                      </c:pt>
                      <c:pt idx="61">
                        <c:v>556.28200000000004</c:v>
                      </c:pt>
                      <c:pt idx="62">
                        <c:v>541.31600000000003</c:v>
                      </c:pt>
                      <c:pt idx="63">
                        <c:v>538.822</c:v>
                      </c:pt>
                      <c:pt idx="64">
                        <c:v>538.82399999999996</c:v>
                      </c:pt>
                      <c:pt idx="65">
                        <c:v>538.82399999999996</c:v>
                      </c:pt>
                      <c:pt idx="66">
                        <c:v>556.29600000000005</c:v>
                      </c:pt>
                      <c:pt idx="67">
                        <c:v>571.23900000000003</c:v>
                      </c:pt>
                      <c:pt idx="68">
                        <c:v>568.774</c:v>
                      </c:pt>
                      <c:pt idx="69">
                        <c:v>561.31100000000004</c:v>
                      </c:pt>
                      <c:pt idx="70">
                        <c:v>558.82000000000005</c:v>
                      </c:pt>
                      <c:pt idx="71">
                        <c:v>541.38</c:v>
                      </c:pt>
                      <c:pt idx="72">
                        <c:v>538.87599999999998</c:v>
                      </c:pt>
                      <c:pt idx="73">
                        <c:v>541.37400000000002</c:v>
                      </c:pt>
                      <c:pt idx="74">
                        <c:v>546.37599999999998</c:v>
                      </c:pt>
                      <c:pt idx="75">
                        <c:v>536.38699999999994</c:v>
                      </c:pt>
                      <c:pt idx="76">
                        <c:v>536.39</c:v>
                      </c:pt>
                      <c:pt idx="77">
                        <c:v>531.39099999999996</c:v>
                      </c:pt>
                      <c:pt idx="78">
                        <c:v>528.88900000000001</c:v>
                      </c:pt>
                      <c:pt idx="79">
                        <c:v>523.88599999999997</c:v>
                      </c:pt>
                      <c:pt idx="80">
                        <c:v>508.964</c:v>
                      </c:pt>
                      <c:pt idx="81">
                        <c:v>506.46300000000002</c:v>
                      </c:pt>
                      <c:pt idx="82">
                        <c:v>506.44200000000001</c:v>
                      </c:pt>
                      <c:pt idx="83">
                        <c:v>521.404</c:v>
                      </c:pt>
                      <c:pt idx="84">
                        <c:v>516.41700000000003</c:v>
                      </c:pt>
                      <c:pt idx="85">
                        <c:v>521.42200000000003</c:v>
                      </c:pt>
                      <c:pt idx="86">
                        <c:v>528.89099999999996</c:v>
                      </c:pt>
                      <c:pt idx="87">
                        <c:v>526.36400000000003</c:v>
                      </c:pt>
                      <c:pt idx="88">
                        <c:v>526.37900000000002</c:v>
                      </c:pt>
                      <c:pt idx="89">
                        <c:v>518.89300000000003</c:v>
                      </c:pt>
                      <c:pt idx="90">
                        <c:v>513.92499999999995</c:v>
                      </c:pt>
                      <c:pt idx="91">
                        <c:v>513.92600000000004</c:v>
                      </c:pt>
                      <c:pt idx="92">
                        <c:v>508.95499999999998</c:v>
                      </c:pt>
                      <c:pt idx="93">
                        <c:v>503.964</c:v>
                      </c:pt>
                      <c:pt idx="94">
                        <c:v>501.464</c:v>
                      </c:pt>
                      <c:pt idx="95">
                        <c:v>504.01600000000002</c:v>
                      </c:pt>
                      <c:pt idx="96">
                        <c:v>501.51</c:v>
                      </c:pt>
                      <c:pt idx="97">
                        <c:v>489.029</c:v>
                      </c:pt>
                      <c:pt idx="98">
                        <c:v>494.012</c:v>
                      </c:pt>
                      <c:pt idx="99">
                        <c:v>506.49700000000001</c:v>
                      </c:pt>
                      <c:pt idx="100">
                        <c:v>501.517</c:v>
                      </c:pt>
                      <c:pt idx="101">
                        <c:v>501.51</c:v>
                      </c:pt>
                      <c:pt idx="102">
                        <c:v>494.03500000000003</c:v>
                      </c:pt>
                      <c:pt idx="103">
                        <c:v>494.029</c:v>
                      </c:pt>
                      <c:pt idx="104">
                        <c:v>494.029</c:v>
                      </c:pt>
                      <c:pt idx="105">
                        <c:v>479</c:v>
                      </c:pt>
                      <c:pt idx="106">
                        <c:v>476.5</c:v>
                      </c:pt>
                      <c:pt idx="107">
                        <c:v>466.5</c:v>
                      </c:pt>
                      <c:pt idx="108">
                        <c:v>474</c:v>
                      </c:pt>
                      <c:pt idx="109">
                        <c:v>474</c:v>
                      </c:pt>
                      <c:pt idx="110">
                        <c:v>469</c:v>
                      </c:pt>
                      <c:pt idx="111">
                        <c:v>469</c:v>
                      </c:pt>
                      <c:pt idx="112">
                        <c:v>469</c:v>
                      </c:pt>
                      <c:pt idx="113">
                        <c:v>469</c:v>
                      </c:pt>
                      <c:pt idx="114">
                        <c:v>469</c:v>
                      </c:pt>
                      <c:pt idx="115">
                        <c:v>459</c:v>
                      </c:pt>
                      <c:pt idx="116">
                        <c:v>459</c:v>
                      </c:pt>
                      <c:pt idx="117">
                        <c:v>444</c:v>
                      </c:pt>
                      <c:pt idx="118">
                        <c:v>441.5</c:v>
                      </c:pt>
                      <c:pt idx="119">
                        <c:v>441.5</c:v>
                      </c:pt>
                      <c:pt idx="120">
                        <c:v>441.5</c:v>
                      </c:pt>
                      <c:pt idx="121">
                        <c:v>456.5</c:v>
                      </c:pt>
                      <c:pt idx="122">
                        <c:v>456.5</c:v>
                      </c:pt>
                      <c:pt idx="123">
                        <c:v>441.5</c:v>
                      </c:pt>
                      <c:pt idx="124">
                        <c:v>436.5</c:v>
                      </c:pt>
                      <c:pt idx="125">
                        <c:v>434</c:v>
                      </c:pt>
                      <c:pt idx="126">
                        <c:v>431.5</c:v>
                      </c:pt>
                      <c:pt idx="127">
                        <c:v>429</c:v>
                      </c:pt>
                      <c:pt idx="128">
                        <c:v>429</c:v>
                      </c:pt>
                      <c:pt idx="129">
                        <c:v>444</c:v>
                      </c:pt>
                      <c:pt idx="130">
                        <c:v>446.5</c:v>
                      </c:pt>
                      <c:pt idx="131">
                        <c:v>454</c:v>
                      </c:pt>
                      <c:pt idx="132">
                        <c:v>456.5</c:v>
                      </c:pt>
                      <c:pt idx="133">
                        <c:v>451.5</c:v>
                      </c:pt>
                      <c:pt idx="134">
                        <c:v>464</c:v>
                      </c:pt>
                      <c:pt idx="135">
                        <c:v>461.5</c:v>
                      </c:pt>
                      <c:pt idx="136">
                        <c:v>441.5</c:v>
                      </c:pt>
                      <c:pt idx="137">
                        <c:v>441.5</c:v>
                      </c:pt>
                      <c:pt idx="138">
                        <c:v>434</c:v>
                      </c:pt>
                      <c:pt idx="139">
                        <c:v>433</c:v>
                      </c:pt>
                      <c:pt idx="140">
                        <c:v>420.5</c:v>
                      </c:pt>
                      <c:pt idx="141">
                        <c:v>420.5</c:v>
                      </c:pt>
                      <c:pt idx="142">
                        <c:v>431.041</c:v>
                      </c:pt>
                      <c:pt idx="143">
                        <c:v>431.5</c:v>
                      </c:pt>
                      <c:pt idx="144">
                        <c:v>441.5</c:v>
                      </c:pt>
                      <c:pt idx="145">
                        <c:v>449</c:v>
                      </c:pt>
                      <c:pt idx="146">
                        <c:v>444</c:v>
                      </c:pt>
                      <c:pt idx="147">
                        <c:v>454</c:v>
                      </c:pt>
                      <c:pt idx="148">
                        <c:v>459</c:v>
                      </c:pt>
                      <c:pt idx="149">
                        <c:v>457.041</c:v>
                      </c:pt>
                      <c:pt idx="150">
                        <c:v>460.5</c:v>
                      </c:pt>
                      <c:pt idx="151">
                        <c:v>477.5</c:v>
                      </c:pt>
                      <c:pt idx="152">
                        <c:v>468</c:v>
                      </c:pt>
                      <c:pt idx="153">
                        <c:v>460.5</c:v>
                      </c:pt>
                      <c:pt idx="154">
                        <c:v>458</c:v>
                      </c:pt>
                      <c:pt idx="155">
                        <c:v>458</c:v>
                      </c:pt>
                      <c:pt idx="156">
                        <c:v>458</c:v>
                      </c:pt>
                      <c:pt idx="157">
                        <c:v>445.5</c:v>
                      </c:pt>
                      <c:pt idx="158">
                        <c:v>440.5</c:v>
                      </c:pt>
                      <c:pt idx="159">
                        <c:v>434</c:v>
                      </c:pt>
                      <c:pt idx="160">
                        <c:v>421.5</c:v>
                      </c:pt>
                      <c:pt idx="161">
                        <c:v>426.5</c:v>
                      </c:pt>
                      <c:pt idx="162">
                        <c:v>426.5</c:v>
                      </c:pt>
                      <c:pt idx="163">
                        <c:v>426.5</c:v>
                      </c:pt>
                      <c:pt idx="164">
                        <c:v>426.5</c:v>
                      </c:pt>
                      <c:pt idx="165">
                        <c:v>421.5</c:v>
                      </c:pt>
                      <c:pt idx="166">
                        <c:v>421.5</c:v>
                      </c:pt>
                      <c:pt idx="167">
                        <c:v>411.5</c:v>
                      </c:pt>
                      <c:pt idx="168">
                        <c:v>411.5</c:v>
                      </c:pt>
                      <c:pt idx="169">
                        <c:v>411.5</c:v>
                      </c:pt>
                      <c:pt idx="170">
                        <c:v>411.5</c:v>
                      </c:pt>
                      <c:pt idx="171">
                        <c:v>411.5</c:v>
                      </c:pt>
                      <c:pt idx="172">
                        <c:v>411.5</c:v>
                      </c:pt>
                      <c:pt idx="173">
                        <c:v>411.5</c:v>
                      </c:pt>
                      <c:pt idx="174">
                        <c:v>411.5</c:v>
                      </c:pt>
                      <c:pt idx="175">
                        <c:v>411.5</c:v>
                      </c:pt>
                      <c:pt idx="176">
                        <c:v>411.5</c:v>
                      </c:pt>
                      <c:pt idx="177">
                        <c:v>411.5</c:v>
                      </c:pt>
                      <c:pt idx="178">
                        <c:v>411.5</c:v>
                      </c:pt>
                      <c:pt idx="179">
                        <c:v>411.5</c:v>
                      </c:pt>
                      <c:pt idx="180">
                        <c:v>411.5</c:v>
                      </c:pt>
                      <c:pt idx="181">
                        <c:v>411.5</c:v>
                      </c:pt>
                      <c:pt idx="182">
                        <c:v>411.5</c:v>
                      </c:pt>
                      <c:pt idx="183">
                        <c:v>411.5</c:v>
                      </c:pt>
                      <c:pt idx="184">
                        <c:v>411.5</c:v>
                      </c:pt>
                      <c:pt idx="185">
                        <c:v>411.5</c:v>
                      </c:pt>
                      <c:pt idx="186">
                        <c:v>411.5</c:v>
                      </c:pt>
                      <c:pt idx="187">
                        <c:v>411.5</c:v>
                      </c:pt>
                      <c:pt idx="188">
                        <c:v>411.5</c:v>
                      </c:pt>
                      <c:pt idx="189">
                        <c:v>411.5</c:v>
                      </c:pt>
                      <c:pt idx="190">
                        <c:v>411.5</c:v>
                      </c:pt>
                      <c:pt idx="191">
                        <c:v>411.5</c:v>
                      </c:pt>
                      <c:pt idx="192">
                        <c:v>411.5</c:v>
                      </c:pt>
                      <c:pt idx="193">
                        <c:v>411.5</c:v>
                      </c:pt>
                      <c:pt idx="194">
                        <c:v>411.5</c:v>
                      </c:pt>
                      <c:pt idx="195">
                        <c:v>411.5</c:v>
                      </c:pt>
                      <c:pt idx="196">
                        <c:v>360.75</c:v>
                      </c:pt>
                      <c:pt idx="197">
                        <c:v>360.75</c:v>
                      </c:pt>
                      <c:pt idx="198">
                        <c:v>360.75</c:v>
                      </c:pt>
                      <c:pt idx="199">
                        <c:v>360.75</c:v>
                      </c:pt>
                      <c:pt idx="200">
                        <c:v>360.75</c:v>
                      </c:pt>
                      <c:pt idx="201">
                        <c:v>360.75</c:v>
                      </c:pt>
                      <c:pt idx="202">
                        <c:v>360.75</c:v>
                      </c:pt>
                      <c:pt idx="203">
                        <c:v>360.75</c:v>
                      </c:pt>
                      <c:pt idx="204">
                        <c:v>360.75</c:v>
                      </c:pt>
                      <c:pt idx="205">
                        <c:v>360.75</c:v>
                      </c:pt>
                      <c:pt idx="206">
                        <c:v>360.75</c:v>
                      </c:pt>
                      <c:pt idx="207">
                        <c:v>360.75</c:v>
                      </c:pt>
                      <c:pt idx="208">
                        <c:v>360.75</c:v>
                      </c:pt>
                      <c:pt idx="209">
                        <c:v>360.75</c:v>
                      </c:pt>
                      <c:pt idx="210">
                        <c:v>391.5</c:v>
                      </c:pt>
                      <c:pt idx="211">
                        <c:v>391.5</c:v>
                      </c:pt>
                      <c:pt idx="212">
                        <c:v>394</c:v>
                      </c:pt>
                      <c:pt idx="213">
                        <c:v>394</c:v>
                      </c:pt>
                      <c:pt idx="214">
                        <c:v>404</c:v>
                      </c:pt>
                      <c:pt idx="215">
                        <c:v>404</c:v>
                      </c:pt>
                      <c:pt idx="216">
                        <c:v>404</c:v>
                      </c:pt>
                      <c:pt idx="217">
                        <c:v>404</c:v>
                      </c:pt>
                      <c:pt idx="218">
                        <c:v>397.75</c:v>
                      </c:pt>
                      <c:pt idx="219">
                        <c:v>397.75</c:v>
                      </c:pt>
                      <c:pt idx="220">
                        <c:v>397.75</c:v>
                      </c:pt>
                      <c:pt idx="221">
                        <c:v>405.25</c:v>
                      </c:pt>
                      <c:pt idx="222">
                        <c:v>400.25</c:v>
                      </c:pt>
                      <c:pt idx="223">
                        <c:v>400.25</c:v>
                      </c:pt>
                      <c:pt idx="224">
                        <c:v>400.25</c:v>
                      </c:pt>
                      <c:pt idx="225">
                        <c:v>400.25</c:v>
                      </c:pt>
                      <c:pt idx="226">
                        <c:v>399</c:v>
                      </c:pt>
                      <c:pt idx="227">
                        <c:v>394</c:v>
                      </c:pt>
                      <c:pt idx="228">
                        <c:v>394</c:v>
                      </c:pt>
                      <c:pt idx="229">
                        <c:v>394.25</c:v>
                      </c:pt>
                      <c:pt idx="230">
                        <c:v>387.75</c:v>
                      </c:pt>
                      <c:pt idx="231">
                        <c:v>387.75</c:v>
                      </c:pt>
                      <c:pt idx="232">
                        <c:v>381.5</c:v>
                      </c:pt>
                      <c:pt idx="233">
                        <c:v>384.5</c:v>
                      </c:pt>
                      <c:pt idx="234">
                        <c:v>380.33300000000003</c:v>
                      </c:pt>
                      <c:pt idx="235">
                        <c:v>376</c:v>
                      </c:pt>
                      <c:pt idx="236">
                        <c:v>376</c:v>
                      </c:pt>
                      <c:pt idx="237">
                        <c:v>385.5</c:v>
                      </c:pt>
                      <c:pt idx="238">
                        <c:v>384</c:v>
                      </c:pt>
                      <c:pt idx="239">
                        <c:v>386.5</c:v>
                      </c:pt>
                      <c:pt idx="240">
                        <c:v>386.5</c:v>
                      </c:pt>
                      <c:pt idx="241">
                        <c:v>384.33300000000003</c:v>
                      </c:pt>
                      <c:pt idx="242">
                        <c:v>388</c:v>
                      </c:pt>
                      <c:pt idx="243">
                        <c:v>384.33300000000003</c:v>
                      </c:pt>
                      <c:pt idx="244">
                        <c:v>383.66699999999997</c:v>
                      </c:pt>
                      <c:pt idx="245">
                        <c:v>381.33300000000003</c:v>
                      </c:pt>
                      <c:pt idx="246">
                        <c:v>371</c:v>
                      </c:pt>
                      <c:pt idx="247">
                        <c:v>369.375</c:v>
                      </c:pt>
                      <c:pt idx="248">
                        <c:v>380.33300000000003</c:v>
                      </c:pt>
                      <c:pt idx="249">
                        <c:v>387.125</c:v>
                      </c:pt>
                      <c:pt idx="250">
                        <c:v>399.5</c:v>
                      </c:pt>
                      <c:pt idx="251">
                        <c:v>415.33300000000003</c:v>
                      </c:pt>
                      <c:pt idx="252">
                        <c:v>423.33300000000003</c:v>
                      </c:pt>
                      <c:pt idx="253">
                        <c:v>444.5</c:v>
                      </c:pt>
                      <c:pt idx="254">
                        <c:v>442.66699999999997</c:v>
                      </c:pt>
                      <c:pt idx="255">
                        <c:v>439</c:v>
                      </c:pt>
                      <c:pt idx="256">
                        <c:v>449</c:v>
                      </c:pt>
                      <c:pt idx="257">
                        <c:v>460.66699999999997</c:v>
                      </c:pt>
                      <c:pt idx="258">
                        <c:v>483.5</c:v>
                      </c:pt>
                      <c:pt idx="259">
                        <c:v>514.66700000000003</c:v>
                      </c:pt>
                      <c:pt idx="260">
                        <c:v>523</c:v>
                      </c:pt>
                      <c:pt idx="261">
                        <c:v>532</c:v>
                      </c:pt>
                      <c:pt idx="262">
                        <c:v>523</c:v>
                      </c:pt>
                      <c:pt idx="263">
                        <c:v>504.66699999999997</c:v>
                      </c:pt>
                      <c:pt idx="264">
                        <c:v>491.33300000000003</c:v>
                      </c:pt>
                      <c:pt idx="265">
                        <c:v>494</c:v>
                      </c:pt>
                      <c:pt idx="266">
                        <c:v>497.66699999999997</c:v>
                      </c:pt>
                      <c:pt idx="267">
                        <c:v>495.33300000000003</c:v>
                      </c:pt>
                      <c:pt idx="268">
                        <c:v>487.33300000000003</c:v>
                      </c:pt>
                      <c:pt idx="269">
                        <c:v>479.33300000000003</c:v>
                      </c:pt>
                      <c:pt idx="270">
                        <c:v>479.66699999999997</c:v>
                      </c:pt>
                      <c:pt idx="271">
                        <c:v>478</c:v>
                      </c:pt>
                      <c:pt idx="272">
                        <c:v>474</c:v>
                      </c:pt>
                      <c:pt idx="273">
                        <c:v>476.83300000000003</c:v>
                      </c:pt>
                      <c:pt idx="274">
                        <c:v>492.75</c:v>
                      </c:pt>
                      <c:pt idx="275">
                        <c:v>506.16699999999997</c:v>
                      </c:pt>
                      <c:pt idx="276">
                        <c:v>501.16699999999997</c:v>
                      </c:pt>
                      <c:pt idx="277">
                        <c:v>499.875</c:v>
                      </c:pt>
                      <c:pt idx="278">
                        <c:v>501.5</c:v>
                      </c:pt>
                      <c:pt idx="279">
                        <c:v>494</c:v>
                      </c:pt>
                      <c:pt idx="280">
                        <c:v>484</c:v>
                      </c:pt>
                      <c:pt idx="281">
                        <c:v>484</c:v>
                      </c:pt>
                      <c:pt idx="282">
                        <c:v>476</c:v>
                      </c:pt>
                      <c:pt idx="283">
                        <c:v>477.75</c:v>
                      </c:pt>
                      <c:pt idx="284">
                        <c:v>485.25</c:v>
                      </c:pt>
                      <c:pt idx="285">
                        <c:v>488.5</c:v>
                      </c:pt>
                      <c:pt idx="286">
                        <c:v>485.25</c:v>
                      </c:pt>
                      <c:pt idx="287">
                        <c:v>480.25</c:v>
                      </c:pt>
                      <c:pt idx="288">
                        <c:v>465.5</c:v>
                      </c:pt>
                      <c:pt idx="289">
                        <c:v>467.5</c:v>
                      </c:pt>
                      <c:pt idx="290">
                        <c:v>453.75</c:v>
                      </c:pt>
                      <c:pt idx="291">
                        <c:v>437.75</c:v>
                      </c:pt>
                      <c:pt idx="292">
                        <c:v>437.75</c:v>
                      </c:pt>
                      <c:pt idx="293">
                        <c:v>447.75</c:v>
                      </c:pt>
                      <c:pt idx="294">
                        <c:v>448.5</c:v>
                      </c:pt>
                      <c:pt idx="295">
                        <c:v>440.25</c:v>
                      </c:pt>
                      <c:pt idx="296">
                        <c:v>447.75</c:v>
                      </c:pt>
                      <c:pt idx="297">
                        <c:v>455.12799999999999</c:v>
                      </c:pt>
                      <c:pt idx="298">
                        <c:v>458.56099999999998</c:v>
                      </c:pt>
                      <c:pt idx="299">
                        <c:v>453.90100000000001</c:v>
                      </c:pt>
                      <c:pt idx="300">
                        <c:v>455.5</c:v>
                      </c:pt>
                      <c:pt idx="301">
                        <c:v>452.928</c:v>
                      </c:pt>
                      <c:pt idx="302">
                        <c:v>450.61599999999999</c:v>
                      </c:pt>
                      <c:pt idx="303">
                        <c:v>432.31900000000002</c:v>
                      </c:pt>
                      <c:pt idx="304">
                        <c:v>406.21699999999998</c:v>
                      </c:pt>
                      <c:pt idx="305">
                        <c:v>424.59899999999999</c:v>
                      </c:pt>
                      <c:pt idx="306">
                        <c:v>403.47199999999998</c:v>
                      </c:pt>
                      <c:pt idx="307">
                        <c:v>421.10700000000003</c:v>
                      </c:pt>
                      <c:pt idx="308">
                        <c:v>400.82400000000001</c:v>
                      </c:pt>
                      <c:pt idx="309">
                        <c:v>404.142</c:v>
                      </c:pt>
                      <c:pt idx="310">
                        <c:v>416.62400000000002</c:v>
                      </c:pt>
                      <c:pt idx="311">
                        <c:v>416.30700000000002</c:v>
                      </c:pt>
                      <c:pt idx="312">
                        <c:v>411.14299999999997</c:v>
                      </c:pt>
                      <c:pt idx="313">
                        <c:v>408.745</c:v>
                      </c:pt>
                      <c:pt idx="314">
                        <c:v>396.07600000000002</c:v>
                      </c:pt>
                      <c:pt idx="315">
                        <c:v>396.67700000000002</c:v>
                      </c:pt>
                      <c:pt idx="316">
                        <c:v>393.38200000000001</c:v>
                      </c:pt>
                      <c:pt idx="317">
                        <c:v>391.81099999999998</c:v>
                      </c:pt>
                      <c:pt idx="318">
                        <c:v>396.77499999999998</c:v>
                      </c:pt>
                      <c:pt idx="319">
                        <c:v>394.37</c:v>
                      </c:pt>
                      <c:pt idx="320">
                        <c:v>393.10500000000002</c:v>
                      </c:pt>
                      <c:pt idx="321">
                        <c:v>390.68799999999999</c:v>
                      </c:pt>
                      <c:pt idx="322">
                        <c:v>395.935</c:v>
                      </c:pt>
                      <c:pt idx="323">
                        <c:v>397.35899999999998</c:v>
                      </c:pt>
                      <c:pt idx="324">
                        <c:v>397.34800000000001</c:v>
                      </c:pt>
                      <c:pt idx="325">
                        <c:v>393.18400000000003</c:v>
                      </c:pt>
                      <c:pt idx="326">
                        <c:v>389.83300000000003</c:v>
                      </c:pt>
                      <c:pt idx="327">
                        <c:v>391</c:v>
                      </c:pt>
                      <c:pt idx="328">
                        <c:v>389.59399999999999</c:v>
                      </c:pt>
                      <c:pt idx="329">
                        <c:v>388.33300000000003</c:v>
                      </c:pt>
                      <c:pt idx="330">
                        <c:v>388.33300000000003</c:v>
                      </c:pt>
                      <c:pt idx="331">
                        <c:v>396.71100000000001</c:v>
                      </c:pt>
                      <c:pt idx="332">
                        <c:v>395.85199999999998</c:v>
                      </c:pt>
                      <c:pt idx="333">
                        <c:v>393.55799999999999</c:v>
                      </c:pt>
                      <c:pt idx="334">
                        <c:v>395.065</c:v>
                      </c:pt>
                      <c:pt idx="335">
                        <c:v>385.73200000000003</c:v>
                      </c:pt>
                      <c:pt idx="336">
                        <c:v>383.44099999999997</c:v>
                      </c:pt>
                      <c:pt idx="337">
                        <c:v>379.12200000000001</c:v>
                      </c:pt>
                      <c:pt idx="338">
                        <c:v>378.92</c:v>
                      </c:pt>
                      <c:pt idx="339">
                        <c:v>381.178</c:v>
                      </c:pt>
                      <c:pt idx="340">
                        <c:v>382.46</c:v>
                      </c:pt>
                      <c:pt idx="341">
                        <c:v>386.04300000000001</c:v>
                      </c:pt>
                      <c:pt idx="342">
                        <c:v>385.56900000000002</c:v>
                      </c:pt>
                      <c:pt idx="343">
                        <c:v>384.40199999999999</c:v>
                      </c:pt>
                      <c:pt idx="344">
                        <c:v>386.75299999999999</c:v>
                      </c:pt>
                      <c:pt idx="345">
                        <c:v>392.01100000000002</c:v>
                      </c:pt>
                      <c:pt idx="346">
                        <c:v>393.41899999999998</c:v>
                      </c:pt>
                      <c:pt idx="347">
                        <c:v>378.678</c:v>
                      </c:pt>
                      <c:pt idx="348">
                        <c:v>361.7</c:v>
                      </c:pt>
                      <c:pt idx="349">
                        <c:v>367.779</c:v>
                      </c:pt>
                      <c:pt idx="350">
                        <c:v>366.94099999999997</c:v>
                      </c:pt>
                      <c:pt idx="351">
                        <c:v>364.63400000000001</c:v>
                      </c:pt>
                      <c:pt idx="352">
                        <c:v>365.52</c:v>
                      </c:pt>
                      <c:pt idx="353">
                        <c:v>364.82400000000001</c:v>
                      </c:pt>
                      <c:pt idx="354">
                        <c:v>359.47800000000001</c:v>
                      </c:pt>
                      <c:pt idx="355">
                        <c:v>362.24700000000001</c:v>
                      </c:pt>
                      <c:pt idx="356">
                        <c:v>363.01900000000001</c:v>
                      </c:pt>
                      <c:pt idx="357">
                        <c:v>358.536</c:v>
                      </c:pt>
                      <c:pt idx="358">
                        <c:v>368.91699999999997</c:v>
                      </c:pt>
                      <c:pt idx="359">
                        <c:v>366.125</c:v>
                      </c:pt>
                      <c:pt idx="360">
                        <c:v>360.88799999999998</c:v>
                      </c:pt>
                      <c:pt idx="361">
                        <c:v>358.76400000000001</c:v>
                      </c:pt>
                      <c:pt idx="362">
                        <c:v>359.15899999999999</c:v>
                      </c:pt>
                      <c:pt idx="363">
                        <c:v>357.74900000000002</c:v>
                      </c:pt>
                      <c:pt idx="364">
                        <c:v>356.54700000000003</c:v>
                      </c:pt>
                      <c:pt idx="365">
                        <c:v>356.41399999999999</c:v>
                      </c:pt>
                      <c:pt idx="366">
                        <c:v>354.86</c:v>
                      </c:pt>
                      <c:pt idx="367">
                        <c:v>359.85399999999998</c:v>
                      </c:pt>
                      <c:pt idx="368">
                        <c:v>359.93099999999998</c:v>
                      </c:pt>
                      <c:pt idx="369">
                        <c:v>358.03800000000001</c:v>
                      </c:pt>
                      <c:pt idx="370">
                        <c:v>355.92</c:v>
                      </c:pt>
                      <c:pt idx="371">
                        <c:v>356.82499999999999</c:v>
                      </c:pt>
                      <c:pt idx="372">
                        <c:v>354.90100000000001</c:v>
                      </c:pt>
                      <c:pt idx="373">
                        <c:v>352.33300000000003</c:v>
                      </c:pt>
                      <c:pt idx="374">
                        <c:v>348.64499999999998</c:v>
                      </c:pt>
                      <c:pt idx="375">
                        <c:v>348.64499999999998</c:v>
                      </c:pt>
                      <c:pt idx="376">
                        <c:v>346.065</c:v>
                      </c:pt>
                      <c:pt idx="377">
                        <c:v>335.774</c:v>
                      </c:pt>
                      <c:pt idx="378">
                        <c:v>334.50400000000002</c:v>
                      </c:pt>
                      <c:pt idx="379">
                        <c:v>335.33699999999999</c:v>
                      </c:pt>
                      <c:pt idx="380">
                        <c:v>335.56599999999997</c:v>
                      </c:pt>
                      <c:pt idx="381">
                        <c:v>335.24799999999999</c:v>
                      </c:pt>
                      <c:pt idx="382">
                        <c:v>331.58800000000002</c:v>
                      </c:pt>
                      <c:pt idx="383">
                        <c:v>325.58800000000002</c:v>
                      </c:pt>
                      <c:pt idx="384">
                        <c:v>321.33300000000003</c:v>
                      </c:pt>
                      <c:pt idx="385">
                        <c:v>302.01299999999998</c:v>
                      </c:pt>
                      <c:pt idx="386">
                        <c:v>306.17399999999998</c:v>
                      </c:pt>
                      <c:pt idx="387">
                        <c:v>301.16699999999997</c:v>
                      </c:pt>
                      <c:pt idx="388">
                        <c:v>305.47399999999999</c:v>
                      </c:pt>
                      <c:pt idx="389">
                        <c:v>302.375</c:v>
                      </c:pt>
                      <c:pt idx="390">
                        <c:v>296.10199999999998</c:v>
                      </c:pt>
                      <c:pt idx="391">
                        <c:v>298.72199999999998</c:v>
                      </c:pt>
                      <c:pt idx="392">
                        <c:v>295.53300000000002</c:v>
                      </c:pt>
                      <c:pt idx="393">
                        <c:v>285.47699999999998</c:v>
                      </c:pt>
                      <c:pt idx="394">
                        <c:v>280.17500000000001</c:v>
                      </c:pt>
                      <c:pt idx="395">
                        <c:v>276.39999999999998</c:v>
                      </c:pt>
                      <c:pt idx="396">
                        <c:v>283</c:v>
                      </c:pt>
                      <c:pt idx="397">
                        <c:v>297.60300000000001</c:v>
                      </c:pt>
                      <c:pt idx="398">
                        <c:v>340.041</c:v>
                      </c:pt>
                      <c:pt idx="399">
                        <c:v>325.2</c:v>
                      </c:pt>
                      <c:pt idx="400">
                        <c:v>321.25</c:v>
                      </c:pt>
                      <c:pt idx="401">
                        <c:v>331.74200000000002</c:v>
                      </c:pt>
                      <c:pt idx="402">
                        <c:v>359.98700000000002</c:v>
                      </c:pt>
                      <c:pt idx="403">
                        <c:v>373.327</c:v>
                      </c:pt>
                      <c:pt idx="404">
                        <c:v>373.22800000000001</c:v>
                      </c:pt>
                      <c:pt idx="405">
                        <c:v>360.90600000000001</c:v>
                      </c:pt>
                      <c:pt idx="406">
                        <c:v>351</c:v>
                      </c:pt>
                      <c:pt idx="407">
                        <c:v>351.75</c:v>
                      </c:pt>
                      <c:pt idx="408">
                        <c:v>343.5</c:v>
                      </c:pt>
                      <c:pt idx="409">
                        <c:v>345.89</c:v>
                      </c:pt>
                      <c:pt idx="410">
                        <c:v>339.19799999999998</c:v>
                      </c:pt>
                      <c:pt idx="411">
                        <c:v>328.63799999999998</c:v>
                      </c:pt>
                      <c:pt idx="412">
                        <c:v>326.34500000000003</c:v>
                      </c:pt>
                      <c:pt idx="413">
                        <c:v>333.92099999999999</c:v>
                      </c:pt>
                      <c:pt idx="414">
                        <c:v>321.08199999999999</c:v>
                      </c:pt>
                      <c:pt idx="415">
                        <c:v>309.65499999999997</c:v>
                      </c:pt>
                      <c:pt idx="416">
                        <c:v>304.346</c:v>
                      </c:pt>
                      <c:pt idx="417">
                        <c:v>299.99</c:v>
                      </c:pt>
                      <c:pt idx="418">
                        <c:v>298.66199999999998</c:v>
                      </c:pt>
                      <c:pt idx="419">
                        <c:v>301.053</c:v>
                      </c:pt>
                      <c:pt idx="420">
                        <c:v>297.59199999999998</c:v>
                      </c:pt>
                      <c:pt idx="421">
                        <c:v>288.52699999999999</c:v>
                      </c:pt>
                      <c:pt idx="422">
                        <c:v>284.92399999999998</c:v>
                      </c:pt>
                      <c:pt idx="423">
                        <c:v>285.86399999999998</c:v>
                      </c:pt>
                      <c:pt idx="424">
                        <c:v>285.86399999999998</c:v>
                      </c:pt>
                      <c:pt idx="425">
                        <c:v>284.56099999999998</c:v>
                      </c:pt>
                      <c:pt idx="426">
                        <c:v>279.58300000000003</c:v>
                      </c:pt>
                      <c:pt idx="427">
                        <c:v>276.32299999999998</c:v>
                      </c:pt>
                      <c:pt idx="428">
                        <c:v>272.77999999999997</c:v>
                      </c:pt>
                      <c:pt idx="429">
                        <c:v>269.19400000000002</c:v>
                      </c:pt>
                      <c:pt idx="430">
                        <c:v>264.49200000000002</c:v>
                      </c:pt>
                      <c:pt idx="431">
                        <c:v>262.86399999999998</c:v>
                      </c:pt>
                      <c:pt idx="432">
                        <c:v>261.23200000000003</c:v>
                      </c:pt>
                      <c:pt idx="433">
                        <c:v>261.23200000000003</c:v>
                      </c:pt>
                      <c:pt idx="434">
                        <c:v>260.67500000000001</c:v>
                      </c:pt>
                      <c:pt idx="435">
                        <c:v>257.83300000000003</c:v>
                      </c:pt>
                      <c:pt idx="436">
                        <c:v>260.10899999999998</c:v>
                      </c:pt>
                      <c:pt idx="437">
                        <c:v>261.14800000000002</c:v>
                      </c:pt>
                      <c:pt idx="438">
                        <c:v>255.59</c:v>
                      </c:pt>
                      <c:pt idx="439">
                        <c:v>253.29599999999999</c:v>
                      </c:pt>
                      <c:pt idx="440">
                        <c:v>252.084</c:v>
                      </c:pt>
                      <c:pt idx="441">
                        <c:v>251.16300000000001</c:v>
                      </c:pt>
                      <c:pt idx="442">
                        <c:v>251.03299999999999</c:v>
                      </c:pt>
                      <c:pt idx="443">
                        <c:v>256.803</c:v>
                      </c:pt>
                      <c:pt idx="444">
                        <c:v>254.94399999999999</c:v>
                      </c:pt>
                      <c:pt idx="445">
                        <c:v>252.65600000000001</c:v>
                      </c:pt>
                      <c:pt idx="446">
                        <c:v>251.00700000000001</c:v>
                      </c:pt>
                      <c:pt idx="447">
                        <c:v>249.04</c:v>
                      </c:pt>
                      <c:pt idx="448">
                        <c:v>251.01400000000001</c:v>
                      </c:pt>
                      <c:pt idx="449">
                        <c:v>254.59899999999999</c:v>
                      </c:pt>
                      <c:pt idx="450">
                        <c:v>253.25200000000001</c:v>
                      </c:pt>
                      <c:pt idx="451">
                        <c:v>252.114</c:v>
                      </c:pt>
                      <c:pt idx="452">
                        <c:v>251.98699999999999</c:v>
                      </c:pt>
                      <c:pt idx="453">
                        <c:v>252.149</c:v>
                      </c:pt>
                      <c:pt idx="454">
                        <c:v>249.98</c:v>
                      </c:pt>
                      <c:pt idx="455">
                        <c:v>249.98</c:v>
                      </c:pt>
                      <c:pt idx="456">
                        <c:v>248.5</c:v>
                      </c:pt>
                      <c:pt idx="457">
                        <c:v>249.691</c:v>
                      </c:pt>
                      <c:pt idx="458">
                        <c:v>248.297</c:v>
                      </c:pt>
                      <c:pt idx="459">
                        <c:v>247.61500000000001</c:v>
                      </c:pt>
                      <c:pt idx="460">
                        <c:v>247.61500000000001</c:v>
                      </c:pt>
                      <c:pt idx="461">
                        <c:v>247.988</c:v>
                      </c:pt>
                      <c:pt idx="462">
                        <c:v>244.63</c:v>
                      </c:pt>
                      <c:pt idx="463">
                        <c:v>244.63499999999999</c:v>
                      </c:pt>
                      <c:pt idx="464">
                        <c:v>240.48</c:v>
                      </c:pt>
                      <c:pt idx="465">
                        <c:v>237.19200000000001</c:v>
                      </c:pt>
                      <c:pt idx="466">
                        <c:v>234.42099999999999</c:v>
                      </c:pt>
                      <c:pt idx="467">
                        <c:v>234.637</c:v>
                      </c:pt>
                      <c:pt idx="468">
                        <c:v>235.63200000000001</c:v>
                      </c:pt>
                      <c:pt idx="469">
                        <c:v>235.1</c:v>
                      </c:pt>
                      <c:pt idx="470">
                        <c:v>235.1</c:v>
                      </c:pt>
                      <c:pt idx="471">
                        <c:v>238.46700000000001</c:v>
                      </c:pt>
                      <c:pt idx="472">
                        <c:v>235.16300000000001</c:v>
                      </c:pt>
                      <c:pt idx="473">
                        <c:v>229.548</c:v>
                      </c:pt>
                      <c:pt idx="474">
                        <c:v>228</c:v>
                      </c:pt>
                      <c:pt idx="475">
                        <c:v>226.262</c:v>
                      </c:pt>
                      <c:pt idx="476">
                        <c:v>224.512</c:v>
                      </c:pt>
                      <c:pt idx="477">
                        <c:v>218.57300000000001</c:v>
                      </c:pt>
                      <c:pt idx="478">
                        <c:v>216.39</c:v>
                      </c:pt>
                      <c:pt idx="479">
                        <c:v>214.667</c:v>
                      </c:pt>
                      <c:pt idx="480">
                        <c:v>215.00299999999999</c:v>
                      </c:pt>
                      <c:pt idx="481">
                        <c:v>218.23400000000001</c:v>
                      </c:pt>
                      <c:pt idx="482">
                        <c:v>211.6</c:v>
                      </c:pt>
                      <c:pt idx="483">
                        <c:v>204.75399999999999</c:v>
                      </c:pt>
                      <c:pt idx="484">
                        <c:v>197.167</c:v>
                      </c:pt>
                      <c:pt idx="485">
                        <c:v>188.79300000000001</c:v>
                      </c:pt>
                      <c:pt idx="486">
                        <c:v>190.52799999999999</c:v>
                      </c:pt>
                      <c:pt idx="487">
                        <c:v>190.261</c:v>
                      </c:pt>
                      <c:pt idx="488">
                        <c:v>182.75</c:v>
                      </c:pt>
                      <c:pt idx="489">
                        <c:v>176.23400000000001</c:v>
                      </c:pt>
                      <c:pt idx="490">
                        <c:v>177.959</c:v>
                      </c:pt>
                      <c:pt idx="491">
                        <c:v>178.631</c:v>
                      </c:pt>
                      <c:pt idx="492">
                        <c:v>179.56399999999999</c:v>
                      </c:pt>
                      <c:pt idx="493">
                        <c:v>175.191</c:v>
                      </c:pt>
                      <c:pt idx="494">
                        <c:v>174.01599999999999</c:v>
                      </c:pt>
                      <c:pt idx="495">
                        <c:v>174.01599999999999</c:v>
                      </c:pt>
                      <c:pt idx="496">
                        <c:v>173.51300000000001</c:v>
                      </c:pt>
                      <c:pt idx="497">
                        <c:v>170.40799999999999</c:v>
                      </c:pt>
                      <c:pt idx="498">
                        <c:v>164.94</c:v>
                      </c:pt>
                      <c:pt idx="499">
                        <c:v>163.69999999999999</c:v>
                      </c:pt>
                      <c:pt idx="500">
                        <c:v>149.87</c:v>
                      </c:pt>
                      <c:pt idx="501">
                        <c:v>159.19999999999999</c:v>
                      </c:pt>
                      <c:pt idx="502">
                        <c:v>154.88399999999999</c:v>
                      </c:pt>
                      <c:pt idx="503">
                        <c:v>159.084</c:v>
                      </c:pt>
                      <c:pt idx="504">
                        <c:v>165.83600000000001</c:v>
                      </c:pt>
                      <c:pt idx="505">
                        <c:v>178.64099999999999</c:v>
                      </c:pt>
                      <c:pt idx="506">
                        <c:v>187.791</c:v>
                      </c:pt>
                      <c:pt idx="507">
                        <c:v>194.483</c:v>
                      </c:pt>
                      <c:pt idx="508">
                        <c:v>195.83799999999999</c:v>
                      </c:pt>
                      <c:pt idx="509">
                        <c:v>192.929</c:v>
                      </c:pt>
                      <c:pt idx="510">
                        <c:v>192.44900000000001</c:v>
                      </c:pt>
                      <c:pt idx="511">
                        <c:v>192.803</c:v>
                      </c:pt>
                      <c:pt idx="512">
                        <c:v>185.93</c:v>
                      </c:pt>
                      <c:pt idx="513">
                        <c:v>183.28299999999999</c:v>
                      </c:pt>
                      <c:pt idx="514">
                        <c:v>183.42</c:v>
                      </c:pt>
                      <c:pt idx="515">
                        <c:v>184.27500000000001</c:v>
                      </c:pt>
                      <c:pt idx="516">
                        <c:v>197.286</c:v>
                      </c:pt>
                      <c:pt idx="517">
                        <c:v>197.17599999999999</c:v>
                      </c:pt>
                      <c:pt idx="518">
                        <c:v>197.167</c:v>
                      </c:pt>
                      <c:pt idx="519">
                        <c:v>199.566</c:v>
                      </c:pt>
                      <c:pt idx="520">
                        <c:v>202.50700000000001</c:v>
                      </c:pt>
                      <c:pt idx="521">
                        <c:v>205.25</c:v>
                      </c:pt>
                      <c:pt idx="522">
                        <c:v>202.08</c:v>
                      </c:pt>
                      <c:pt idx="523">
                        <c:v>201.75</c:v>
                      </c:pt>
                      <c:pt idx="524">
                        <c:v>200.87299999999999</c:v>
                      </c:pt>
                      <c:pt idx="525">
                        <c:v>198.471</c:v>
                      </c:pt>
                      <c:pt idx="526">
                        <c:v>198.357</c:v>
                      </c:pt>
                      <c:pt idx="527">
                        <c:v>200.18</c:v>
                      </c:pt>
                      <c:pt idx="528">
                        <c:v>203.82300000000001</c:v>
                      </c:pt>
                      <c:pt idx="529">
                        <c:v>210.31200000000001</c:v>
                      </c:pt>
                      <c:pt idx="530">
                        <c:v>211.75</c:v>
                      </c:pt>
                      <c:pt idx="531">
                        <c:v>211</c:v>
                      </c:pt>
                      <c:pt idx="532">
                        <c:v>211.24299999999999</c:v>
                      </c:pt>
                      <c:pt idx="533">
                        <c:v>213.46700000000001</c:v>
                      </c:pt>
                      <c:pt idx="534">
                        <c:v>213.46700000000001</c:v>
                      </c:pt>
                      <c:pt idx="535">
                        <c:v>216.01599999999999</c:v>
                      </c:pt>
                      <c:pt idx="536">
                        <c:v>202.065</c:v>
                      </c:pt>
                      <c:pt idx="537">
                        <c:v>191.89500000000001</c:v>
                      </c:pt>
                      <c:pt idx="538">
                        <c:v>193.52500000000001</c:v>
                      </c:pt>
                      <c:pt idx="539">
                        <c:v>191.11</c:v>
                      </c:pt>
                      <c:pt idx="540">
                        <c:v>192.685</c:v>
                      </c:pt>
                      <c:pt idx="541">
                        <c:v>195.28899999999999</c:v>
                      </c:pt>
                      <c:pt idx="542">
                        <c:v>188.50800000000001</c:v>
                      </c:pt>
                      <c:pt idx="543">
                        <c:v>189.82</c:v>
                      </c:pt>
                      <c:pt idx="544">
                        <c:v>192.09299999999999</c:v>
                      </c:pt>
                      <c:pt idx="545">
                        <c:v>191.833</c:v>
                      </c:pt>
                      <c:pt idx="546">
                        <c:v>187.5</c:v>
                      </c:pt>
                      <c:pt idx="547">
                        <c:v>189.69300000000001</c:v>
                      </c:pt>
                      <c:pt idx="548">
                        <c:v>192.01</c:v>
                      </c:pt>
                      <c:pt idx="549">
                        <c:v>192.48400000000001</c:v>
                      </c:pt>
                      <c:pt idx="550">
                        <c:v>190.709</c:v>
                      </c:pt>
                      <c:pt idx="551">
                        <c:v>192.36500000000001</c:v>
                      </c:pt>
                      <c:pt idx="552">
                        <c:v>192.81</c:v>
                      </c:pt>
                      <c:pt idx="553">
                        <c:v>199.667</c:v>
                      </c:pt>
                      <c:pt idx="554">
                        <c:v>210.5</c:v>
                      </c:pt>
                      <c:pt idx="555">
                        <c:v>228.81800000000001</c:v>
                      </c:pt>
                      <c:pt idx="556">
                        <c:v>222.12299999999999</c:v>
                      </c:pt>
                      <c:pt idx="557">
                        <c:v>237.429</c:v>
                      </c:pt>
                      <c:pt idx="558">
                        <c:v>244.05699999999999</c:v>
                      </c:pt>
                      <c:pt idx="559">
                        <c:v>244.71700000000001</c:v>
                      </c:pt>
                      <c:pt idx="560">
                        <c:v>262.04599999999999</c:v>
                      </c:pt>
                      <c:pt idx="561">
                        <c:v>271.84699999999998</c:v>
                      </c:pt>
                      <c:pt idx="562">
                        <c:v>268.66699999999997</c:v>
                      </c:pt>
                      <c:pt idx="563">
                        <c:v>248.2</c:v>
                      </c:pt>
                      <c:pt idx="564">
                        <c:v>240</c:v>
                      </c:pt>
                      <c:pt idx="565">
                        <c:v>240</c:v>
                      </c:pt>
                      <c:pt idx="566">
                        <c:v>254.904</c:v>
                      </c:pt>
                      <c:pt idx="567">
                        <c:v>253.97399999999999</c:v>
                      </c:pt>
                      <c:pt idx="568">
                        <c:v>241.78800000000001</c:v>
                      </c:pt>
                      <c:pt idx="569">
                        <c:v>249.43299999999999</c:v>
                      </c:pt>
                      <c:pt idx="570">
                        <c:v>246.369</c:v>
                      </c:pt>
                      <c:pt idx="571">
                        <c:v>247.203</c:v>
                      </c:pt>
                      <c:pt idx="572">
                        <c:v>248.053</c:v>
                      </c:pt>
                      <c:pt idx="573">
                        <c:v>252.92500000000001</c:v>
                      </c:pt>
                      <c:pt idx="574">
                        <c:v>252.1</c:v>
                      </c:pt>
                      <c:pt idx="575">
                        <c:v>263.23099999999999</c:v>
                      </c:pt>
                      <c:pt idx="576">
                        <c:v>270.423</c:v>
                      </c:pt>
                      <c:pt idx="577">
                        <c:v>267.81599999999997</c:v>
                      </c:pt>
                      <c:pt idx="578">
                        <c:v>256.29300000000001</c:v>
                      </c:pt>
                      <c:pt idx="579">
                        <c:v>259.52499999999998</c:v>
                      </c:pt>
                      <c:pt idx="580">
                        <c:v>257.2</c:v>
                      </c:pt>
                      <c:pt idx="581">
                        <c:v>262</c:v>
                      </c:pt>
                      <c:pt idx="582">
                        <c:v>261.89999999999998</c:v>
                      </c:pt>
                      <c:pt idx="583">
                        <c:v>268.8</c:v>
                      </c:pt>
                      <c:pt idx="584">
                        <c:v>281.3</c:v>
                      </c:pt>
                      <c:pt idx="585">
                        <c:v>294.10000000000002</c:v>
                      </c:pt>
                      <c:pt idx="586">
                        <c:v>300.93900000000002</c:v>
                      </c:pt>
                      <c:pt idx="587">
                        <c:v>293.54000000000002</c:v>
                      </c:pt>
                      <c:pt idx="588">
                        <c:v>275.01499999999999</c:v>
                      </c:pt>
                      <c:pt idx="589">
                        <c:v>259.00900000000001</c:v>
                      </c:pt>
                      <c:pt idx="590">
                        <c:v>254.17500000000001</c:v>
                      </c:pt>
                      <c:pt idx="591">
                        <c:v>254.17500000000001</c:v>
                      </c:pt>
                      <c:pt idx="592">
                        <c:v>261.51499999999999</c:v>
                      </c:pt>
                      <c:pt idx="593">
                        <c:v>253.79599999999999</c:v>
                      </c:pt>
                      <c:pt idx="594">
                        <c:v>254.94300000000001</c:v>
                      </c:pt>
                      <c:pt idx="595">
                        <c:v>247.49199999999999</c:v>
                      </c:pt>
                      <c:pt idx="596">
                        <c:v>247.58500000000001</c:v>
                      </c:pt>
                      <c:pt idx="597">
                        <c:v>254.619</c:v>
                      </c:pt>
                      <c:pt idx="598">
                        <c:v>272.03899999999999</c:v>
                      </c:pt>
                      <c:pt idx="599">
                        <c:v>271.40699999999998</c:v>
                      </c:pt>
                      <c:pt idx="600">
                        <c:v>269.7</c:v>
                      </c:pt>
                      <c:pt idx="601">
                        <c:v>260.25</c:v>
                      </c:pt>
                      <c:pt idx="602">
                        <c:v>250.75</c:v>
                      </c:pt>
                      <c:pt idx="603">
                        <c:v>250.25</c:v>
                      </c:pt>
                      <c:pt idx="604">
                        <c:v>250.03899999999999</c:v>
                      </c:pt>
                      <c:pt idx="605">
                        <c:v>242.22300000000001</c:v>
                      </c:pt>
                      <c:pt idx="606">
                        <c:v>239.74199999999999</c:v>
                      </c:pt>
                      <c:pt idx="607">
                        <c:v>231.82599999999999</c:v>
                      </c:pt>
                      <c:pt idx="608">
                        <c:v>221.45599999999999</c:v>
                      </c:pt>
                      <c:pt idx="609">
                        <c:v>221.70400000000001</c:v>
                      </c:pt>
                      <c:pt idx="610">
                        <c:v>223.249</c:v>
                      </c:pt>
                      <c:pt idx="611">
                        <c:v>226.148</c:v>
                      </c:pt>
                      <c:pt idx="612">
                        <c:v>220.505</c:v>
                      </c:pt>
                      <c:pt idx="613">
                        <c:v>220.00800000000001</c:v>
                      </c:pt>
                      <c:pt idx="614">
                        <c:v>215.363</c:v>
                      </c:pt>
                      <c:pt idx="615">
                        <c:v>213.52600000000001</c:v>
                      </c:pt>
                      <c:pt idx="616">
                        <c:v>210.23400000000001</c:v>
                      </c:pt>
                      <c:pt idx="617">
                        <c:v>203.36500000000001</c:v>
                      </c:pt>
                      <c:pt idx="618">
                        <c:v>205.51400000000001</c:v>
                      </c:pt>
                      <c:pt idx="619">
                        <c:v>209.13900000000001</c:v>
                      </c:pt>
                      <c:pt idx="620">
                        <c:v>210.26400000000001</c:v>
                      </c:pt>
                      <c:pt idx="621">
                        <c:v>207.31399999999999</c:v>
                      </c:pt>
                      <c:pt idx="622">
                        <c:v>202.16900000000001</c:v>
                      </c:pt>
                      <c:pt idx="623">
                        <c:v>199.24299999999999</c:v>
                      </c:pt>
                      <c:pt idx="624">
                        <c:v>200.023</c:v>
                      </c:pt>
                      <c:pt idx="625">
                        <c:v>202.541</c:v>
                      </c:pt>
                      <c:pt idx="626">
                        <c:v>203.02500000000001</c:v>
                      </c:pt>
                      <c:pt idx="627">
                        <c:v>212.05600000000001</c:v>
                      </c:pt>
                      <c:pt idx="628">
                        <c:v>216.411</c:v>
                      </c:pt>
                      <c:pt idx="629">
                        <c:v>218.34200000000001</c:v>
                      </c:pt>
                      <c:pt idx="630">
                        <c:v>217.262</c:v>
                      </c:pt>
                      <c:pt idx="631">
                        <c:v>217.1</c:v>
                      </c:pt>
                      <c:pt idx="632">
                        <c:v>212.9</c:v>
                      </c:pt>
                      <c:pt idx="633">
                        <c:v>205.375</c:v>
                      </c:pt>
                      <c:pt idx="634">
                        <c:v>205.333</c:v>
                      </c:pt>
                      <c:pt idx="635">
                        <c:v>205.333</c:v>
                      </c:pt>
                      <c:pt idx="636">
                        <c:v>199.625</c:v>
                      </c:pt>
                      <c:pt idx="637">
                        <c:v>204.833</c:v>
                      </c:pt>
                      <c:pt idx="638">
                        <c:v>208.8</c:v>
                      </c:pt>
                      <c:pt idx="639">
                        <c:v>207.75</c:v>
                      </c:pt>
                      <c:pt idx="640">
                        <c:v>216.125</c:v>
                      </c:pt>
                      <c:pt idx="641">
                        <c:v>217.125</c:v>
                      </c:pt>
                      <c:pt idx="642">
                        <c:v>219.167</c:v>
                      </c:pt>
                      <c:pt idx="643">
                        <c:v>219.667</c:v>
                      </c:pt>
                      <c:pt idx="644">
                        <c:v>213.25</c:v>
                      </c:pt>
                      <c:pt idx="645">
                        <c:v>212.3</c:v>
                      </c:pt>
                      <c:pt idx="646">
                        <c:v>215</c:v>
                      </c:pt>
                      <c:pt idx="647">
                        <c:v>222.6</c:v>
                      </c:pt>
                      <c:pt idx="648">
                        <c:v>240.167</c:v>
                      </c:pt>
                      <c:pt idx="649">
                        <c:v>241.5</c:v>
                      </c:pt>
                      <c:pt idx="650">
                        <c:v>240.4</c:v>
                      </c:pt>
                      <c:pt idx="651">
                        <c:v>231.375</c:v>
                      </c:pt>
                      <c:pt idx="652">
                        <c:v>226.625</c:v>
                      </c:pt>
                      <c:pt idx="653">
                        <c:v>221.5</c:v>
                      </c:pt>
                      <c:pt idx="654">
                        <c:v>222.5</c:v>
                      </c:pt>
                      <c:pt idx="655">
                        <c:v>219.5</c:v>
                      </c:pt>
                      <c:pt idx="656">
                        <c:v>226.3</c:v>
                      </c:pt>
                      <c:pt idx="657">
                        <c:v>223</c:v>
                      </c:pt>
                      <c:pt idx="658">
                        <c:v>215.8</c:v>
                      </c:pt>
                      <c:pt idx="659">
                        <c:v>212.3</c:v>
                      </c:pt>
                      <c:pt idx="660">
                        <c:v>212.3</c:v>
                      </c:pt>
                      <c:pt idx="661">
                        <c:v>201.625</c:v>
                      </c:pt>
                      <c:pt idx="662">
                        <c:v>200.5</c:v>
                      </c:pt>
                      <c:pt idx="663">
                        <c:v>196.125</c:v>
                      </c:pt>
                      <c:pt idx="664">
                        <c:v>194.625</c:v>
                      </c:pt>
                      <c:pt idx="665">
                        <c:v>189.4</c:v>
                      </c:pt>
                      <c:pt idx="666">
                        <c:v>194.3</c:v>
                      </c:pt>
                      <c:pt idx="667">
                        <c:v>194.5</c:v>
                      </c:pt>
                      <c:pt idx="668">
                        <c:v>193.875</c:v>
                      </c:pt>
                      <c:pt idx="669">
                        <c:v>195</c:v>
                      </c:pt>
                      <c:pt idx="670">
                        <c:v>200.25</c:v>
                      </c:pt>
                      <c:pt idx="671">
                        <c:v>199.5</c:v>
                      </c:pt>
                      <c:pt idx="672">
                        <c:v>193.25</c:v>
                      </c:pt>
                      <c:pt idx="673">
                        <c:v>190.5</c:v>
                      </c:pt>
                      <c:pt idx="674">
                        <c:v>192.80799999999999</c:v>
                      </c:pt>
                      <c:pt idx="675">
                        <c:v>199.542</c:v>
                      </c:pt>
                      <c:pt idx="676">
                        <c:v>199.93100000000001</c:v>
                      </c:pt>
                      <c:pt idx="677">
                        <c:v>199.667</c:v>
                      </c:pt>
                      <c:pt idx="678">
                        <c:v>199.583</c:v>
                      </c:pt>
                      <c:pt idx="679">
                        <c:v>191.9</c:v>
                      </c:pt>
                      <c:pt idx="680">
                        <c:v>187</c:v>
                      </c:pt>
                      <c:pt idx="681">
                        <c:v>189.1</c:v>
                      </c:pt>
                      <c:pt idx="682">
                        <c:v>188.9</c:v>
                      </c:pt>
                      <c:pt idx="683">
                        <c:v>187.85</c:v>
                      </c:pt>
                      <c:pt idx="684">
                        <c:v>190.625</c:v>
                      </c:pt>
                      <c:pt idx="685">
                        <c:v>189.75</c:v>
                      </c:pt>
                      <c:pt idx="686">
                        <c:v>187.667</c:v>
                      </c:pt>
                      <c:pt idx="687">
                        <c:v>184.06200000000001</c:v>
                      </c:pt>
                      <c:pt idx="688">
                        <c:v>182</c:v>
                      </c:pt>
                      <c:pt idx="689">
                        <c:v>186.25</c:v>
                      </c:pt>
                      <c:pt idx="690">
                        <c:v>188.25</c:v>
                      </c:pt>
                      <c:pt idx="691">
                        <c:v>185.875</c:v>
                      </c:pt>
                      <c:pt idx="692">
                        <c:v>185.22</c:v>
                      </c:pt>
                      <c:pt idx="693">
                        <c:v>185.22</c:v>
                      </c:pt>
                      <c:pt idx="694">
                        <c:v>187.91499999999999</c:v>
                      </c:pt>
                      <c:pt idx="695">
                        <c:v>197</c:v>
                      </c:pt>
                      <c:pt idx="696">
                        <c:v>198.33199999999999</c:v>
                      </c:pt>
                      <c:pt idx="697">
                        <c:v>192.17</c:v>
                      </c:pt>
                      <c:pt idx="698">
                        <c:v>195.125</c:v>
                      </c:pt>
                      <c:pt idx="699">
                        <c:v>198.292</c:v>
                      </c:pt>
                      <c:pt idx="700">
                        <c:v>197.11</c:v>
                      </c:pt>
                      <c:pt idx="701">
                        <c:v>191.18799999999999</c:v>
                      </c:pt>
                      <c:pt idx="702">
                        <c:v>191.10499999999999</c:v>
                      </c:pt>
                      <c:pt idx="703">
                        <c:v>193.75</c:v>
                      </c:pt>
                      <c:pt idx="704">
                        <c:v>189.5</c:v>
                      </c:pt>
                      <c:pt idx="705">
                        <c:v>186.47499999999999</c:v>
                      </c:pt>
                      <c:pt idx="706">
                        <c:v>187.18799999999999</c:v>
                      </c:pt>
                      <c:pt idx="707">
                        <c:v>184.333</c:v>
                      </c:pt>
                      <c:pt idx="708">
                        <c:v>181.875</c:v>
                      </c:pt>
                      <c:pt idx="709">
                        <c:v>182.167</c:v>
                      </c:pt>
                      <c:pt idx="710">
                        <c:v>182.00200000000001</c:v>
                      </c:pt>
                      <c:pt idx="711">
                        <c:v>181.61099999999999</c:v>
                      </c:pt>
                      <c:pt idx="712">
                        <c:v>179.47399999999999</c:v>
                      </c:pt>
                      <c:pt idx="713">
                        <c:v>178.833</c:v>
                      </c:pt>
                      <c:pt idx="714">
                        <c:v>179.667</c:v>
                      </c:pt>
                      <c:pt idx="715">
                        <c:v>179.833</c:v>
                      </c:pt>
                      <c:pt idx="716">
                        <c:v>179</c:v>
                      </c:pt>
                      <c:pt idx="717">
                        <c:v>178</c:v>
                      </c:pt>
                      <c:pt idx="718">
                        <c:v>178</c:v>
                      </c:pt>
                      <c:pt idx="719">
                        <c:v>178</c:v>
                      </c:pt>
                      <c:pt idx="720">
                        <c:v>177.75</c:v>
                      </c:pt>
                      <c:pt idx="721">
                        <c:v>172.43899999999999</c:v>
                      </c:pt>
                      <c:pt idx="722">
                        <c:v>176.71899999999999</c:v>
                      </c:pt>
                      <c:pt idx="723">
                        <c:v>178.376</c:v>
                      </c:pt>
                      <c:pt idx="724">
                        <c:v>179.33500000000001</c:v>
                      </c:pt>
                      <c:pt idx="725">
                        <c:v>185.18799999999999</c:v>
                      </c:pt>
                      <c:pt idx="726">
                        <c:v>184.672</c:v>
                      </c:pt>
                      <c:pt idx="727">
                        <c:v>181.02099999999999</c:v>
                      </c:pt>
                      <c:pt idx="728">
                        <c:v>177.68799999999999</c:v>
                      </c:pt>
                      <c:pt idx="729">
                        <c:v>177.68799999999999</c:v>
                      </c:pt>
                      <c:pt idx="730">
                        <c:v>174.96899999999999</c:v>
                      </c:pt>
                      <c:pt idx="731">
                        <c:v>170.404</c:v>
                      </c:pt>
                      <c:pt idx="732">
                        <c:v>170.73500000000001</c:v>
                      </c:pt>
                      <c:pt idx="733">
                        <c:v>168</c:v>
                      </c:pt>
                      <c:pt idx="734">
                        <c:v>167.75299999999999</c:v>
                      </c:pt>
                      <c:pt idx="735">
                        <c:v>167.86699999999999</c:v>
                      </c:pt>
                      <c:pt idx="736">
                        <c:v>167.06200000000001</c:v>
                      </c:pt>
                      <c:pt idx="737">
                        <c:v>169.876</c:v>
                      </c:pt>
                      <c:pt idx="738">
                        <c:v>174.25</c:v>
                      </c:pt>
                      <c:pt idx="739">
                        <c:v>176.125</c:v>
                      </c:pt>
                      <c:pt idx="740">
                        <c:v>176.595</c:v>
                      </c:pt>
                      <c:pt idx="741">
                        <c:v>175.45400000000001</c:v>
                      </c:pt>
                      <c:pt idx="742">
                        <c:v>170</c:v>
                      </c:pt>
                      <c:pt idx="743">
                        <c:v>168.98500000000001</c:v>
                      </c:pt>
                      <c:pt idx="744">
                        <c:v>167.709</c:v>
                      </c:pt>
                      <c:pt idx="745">
                        <c:v>166.46899999999999</c:v>
                      </c:pt>
                      <c:pt idx="746">
                        <c:v>167.505</c:v>
                      </c:pt>
                      <c:pt idx="747">
                        <c:v>168</c:v>
                      </c:pt>
                      <c:pt idx="748">
                        <c:v>169.07499999999999</c:v>
                      </c:pt>
                      <c:pt idx="749">
                        <c:v>169.27099999999999</c:v>
                      </c:pt>
                      <c:pt idx="750">
                        <c:v>163.625</c:v>
                      </c:pt>
                      <c:pt idx="751">
                        <c:v>160.93799999999999</c:v>
                      </c:pt>
                      <c:pt idx="752">
                        <c:v>160.93799999999999</c:v>
                      </c:pt>
                      <c:pt idx="753">
                        <c:v>160.51599999999999</c:v>
                      </c:pt>
                      <c:pt idx="754">
                        <c:v>160.51599999999999</c:v>
                      </c:pt>
                      <c:pt idx="755">
                        <c:v>162.262</c:v>
                      </c:pt>
                      <c:pt idx="756">
                        <c:v>162.46199999999999</c:v>
                      </c:pt>
                      <c:pt idx="757">
                        <c:v>160.00200000000001</c:v>
                      </c:pt>
                      <c:pt idx="758">
                        <c:v>161.33600000000001</c:v>
                      </c:pt>
                      <c:pt idx="759">
                        <c:v>163.06399999999999</c:v>
                      </c:pt>
                      <c:pt idx="760">
                        <c:v>177.625</c:v>
                      </c:pt>
                      <c:pt idx="761">
                        <c:v>174.375</c:v>
                      </c:pt>
                      <c:pt idx="762">
                        <c:v>176.28100000000001</c:v>
                      </c:pt>
                      <c:pt idx="763">
                        <c:v>182.5</c:v>
                      </c:pt>
                      <c:pt idx="764">
                        <c:v>189.5</c:v>
                      </c:pt>
                      <c:pt idx="765">
                        <c:v>178.167</c:v>
                      </c:pt>
                      <c:pt idx="766">
                        <c:v>176.333</c:v>
                      </c:pt>
                      <c:pt idx="767">
                        <c:v>170.375</c:v>
                      </c:pt>
                      <c:pt idx="768">
                        <c:v>166.53100000000001</c:v>
                      </c:pt>
                      <c:pt idx="769">
                        <c:v>166.458</c:v>
                      </c:pt>
                      <c:pt idx="770">
                        <c:v>174.26400000000001</c:v>
                      </c:pt>
                      <c:pt idx="771">
                        <c:v>171.75</c:v>
                      </c:pt>
                      <c:pt idx="772">
                        <c:v>170.28800000000001</c:v>
                      </c:pt>
                      <c:pt idx="773">
                        <c:v>170.31200000000001</c:v>
                      </c:pt>
                      <c:pt idx="774">
                        <c:v>163.90600000000001</c:v>
                      </c:pt>
                      <c:pt idx="775">
                        <c:v>165.35</c:v>
                      </c:pt>
                      <c:pt idx="776">
                        <c:v>158</c:v>
                      </c:pt>
                      <c:pt idx="777">
                        <c:v>154.327</c:v>
                      </c:pt>
                      <c:pt idx="778">
                        <c:v>152.726</c:v>
                      </c:pt>
                      <c:pt idx="779">
                        <c:v>152.75</c:v>
                      </c:pt>
                      <c:pt idx="780">
                        <c:v>152.53100000000001</c:v>
                      </c:pt>
                      <c:pt idx="781">
                        <c:v>154.648</c:v>
                      </c:pt>
                      <c:pt idx="782">
                        <c:v>152.55000000000001</c:v>
                      </c:pt>
                      <c:pt idx="783">
                        <c:v>149.97300000000001</c:v>
                      </c:pt>
                      <c:pt idx="784">
                        <c:v>150.52000000000001</c:v>
                      </c:pt>
                      <c:pt idx="785">
                        <c:v>147.5</c:v>
                      </c:pt>
                      <c:pt idx="786">
                        <c:v>146.958</c:v>
                      </c:pt>
                      <c:pt idx="787">
                        <c:v>146.54400000000001</c:v>
                      </c:pt>
                      <c:pt idx="788">
                        <c:v>146.54400000000001</c:v>
                      </c:pt>
                      <c:pt idx="789">
                        <c:v>142.822</c:v>
                      </c:pt>
                      <c:pt idx="790">
                        <c:v>143.304</c:v>
                      </c:pt>
                      <c:pt idx="791">
                        <c:v>142.125</c:v>
                      </c:pt>
                      <c:pt idx="792">
                        <c:v>142.97900000000001</c:v>
                      </c:pt>
                      <c:pt idx="793">
                        <c:v>140.92599999999999</c:v>
                      </c:pt>
                      <c:pt idx="794">
                        <c:v>137.333</c:v>
                      </c:pt>
                      <c:pt idx="795">
                        <c:v>132.375</c:v>
                      </c:pt>
                      <c:pt idx="796">
                        <c:v>132.77099999999999</c:v>
                      </c:pt>
                      <c:pt idx="797">
                        <c:v>128.167</c:v>
                      </c:pt>
                      <c:pt idx="798">
                        <c:v>125.61</c:v>
                      </c:pt>
                      <c:pt idx="799">
                        <c:v>127.729</c:v>
                      </c:pt>
                      <c:pt idx="800">
                        <c:v>129.85599999999999</c:v>
                      </c:pt>
                      <c:pt idx="801">
                        <c:v>129.57499999999999</c:v>
                      </c:pt>
                      <c:pt idx="802">
                        <c:v>132.923</c:v>
                      </c:pt>
                      <c:pt idx="803">
                        <c:v>133.833</c:v>
                      </c:pt>
                      <c:pt idx="804">
                        <c:v>135.875</c:v>
                      </c:pt>
                      <c:pt idx="805">
                        <c:v>134.29900000000001</c:v>
                      </c:pt>
                      <c:pt idx="806">
                        <c:v>134.20099999999999</c:v>
                      </c:pt>
                      <c:pt idx="807">
                        <c:v>134.73400000000001</c:v>
                      </c:pt>
                      <c:pt idx="808">
                        <c:v>135.83699999999999</c:v>
                      </c:pt>
                      <c:pt idx="809">
                        <c:v>135.76900000000001</c:v>
                      </c:pt>
                      <c:pt idx="810">
                        <c:v>135.084</c:v>
                      </c:pt>
                      <c:pt idx="811">
                        <c:v>134.94999999999999</c:v>
                      </c:pt>
                      <c:pt idx="812">
                        <c:v>136.107</c:v>
                      </c:pt>
                      <c:pt idx="813">
                        <c:v>137.06800000000001</c:v>
                      </c:pt>
                      <c:pt idx="814">
                        <c:v>137.875</c:v>
                      </c:pt>
                      <c:pt idx="815">
                        <c:v>136.91300000000001</c:v>
                      </c:pt>
                      <c:pt idx="816">
                        <c:v>132.333</c:v>
                      </c:pt>
                      <c:pt idx="817">
                        <c:v>128.667</c:v>
                      </c:pt>
                      <c:pt idx="818">
                        <c:v>125.333</c:v>
                      </c:pt>
                      <c:pt idx="819">
                        <c:v>122.562</c:v>
                      </c:pt>
                      <c:pt idx="820">
                        <c:v>123.27500000000001</c:v>
                      </c:pt>
                      <c:pt idx="821">
                        <c:v>122.675</c:v>
                      </c:pt>
                      <c:pt idx="822">
                        <c:v>127.333</c:v>
                      </c:pt>
                      <c:pt idx="823">
                        <c:v>125.236</c:v>
                      </c:pt>
                      <c:pt idx="824">
                        <c:v>125.236</c:v>
                      </c:pt>
                      <c:pt idx="825">
                        <c:v>124.667</c:v>
                      </c:pt>
                      <c:pt idx="826">
                        <c:v>125.22499999999999</c:v>
                      </c:pt>
                      <c:pt idx="827">
                        <c:v>122.113</c:v>
                      </c:pt>
                      <c:pt idx="828">
                        <c:v>117.333</c:v>
                      </c:pt>
                      <c:pt idx="829">
                        <c:v>116.833</c:v>
                      </c:pt>
                      <c:pt idx="830">
                        <c:v>119.473</c:v>
                      </c:pt>
                      <c:pt idx="831">
                        <c:v>121.55</c:v>
                      </c:pt>
                      <c:pt idx="832">
                        <c:v>127.19</c:v>
                      </c:pt>
                      <c:pt idx="833">
                        <c:v>126.667</c:v>
                      </c:pt>
                      <c:pt idx="834">
                        <c:v>128.53700000000001</c:v>
                      </c:pt>
                      <c:pt idx="835">
                        <c:v>123.5</c:v>
                      </c:pt>
                      <c:pt idx="836">
                        <c:v>120.032</c:v>
                      </c:pt>
                      <c:pt idx="837">
                        <c:v>112.45099999999999</c:v>
                      </c:pt>
                      <c:pt idx="838">
                        <c:v>104.998</c:v>
                      </c:pt>
                      <c:pt idx="839">
                        <c:v>100.375</c:v>
                      </c:pt>
                      <c:pt idx="840">
                        <c:v>98.668000000000006</c:v>
                      </c:pt>
                      <c:pt idx="841">
                        <c:v>102.172</c:v>
                      </c:pt>
                      <c:pt idx="842">
                        <c:v>104.233</c:v>
                      </c:pt>
                      <c:pt idx="843">
                        <c:v>107.102</c:v>
                      </c:pt>
                      <c:pt idx="844">
                        <c:v>111.842</c:v>
                      </c:pt>
                      <c:pt idx="845">
                        <c:v>115.83799999999999</c:v>
                      </c:pt>
                      <c:pt idx="846">
                        <c:v>118.16200000000001</c:v>
                      </c:pt>
                      <c:pt idx="847">
                        <c:v>115.248</c:v>
                      </c:pt>
                      <c:pt idx="848">
                        <c:v>118.833</c:v>
                      </c:pt>
                      <c:pt idx="849">
                        <c:v>115.167</c:v>
                      </c:pt>
                      <c:pt idx="850">
                        <c:v>114.83199999999999</c:v>
                      </c:pt>
                      <c:pt idx="851">
                        <c:v>114.83199999999999</c:v>
                      </c:pt>
                      <c:pt idx="852">
                        <c:v>113.946</c:v>
                      </c:pt>
                      <c:pt idx="853">
                        <c:v>112.667</c:v>
                      </c:pt>
                      <c:pt idx="854">
                        <c:v>111.422</c:v>
                      </c:pt>
                      <c:pt idx="855">
                        <c:v>119.833</c:v>
                      </c:pt>
                      <c:pt idx="856">
                        <c:v>120.167</c:v>
                      </c:pt>
                      <c:pt idx="857">
                        <c:v>115.858</c:v>
                      </c:pt>
                      <c:pt idx="858">
                        <c:v>116.16800000000001</c:v>
                      </c:pt>
                      <c:pt idx="859">
                        <c:v>117.33499999999999</c:v>
                      </c:pt>
                      <c:pt idx="860">
                        <c:v>118.602</c:v>
                      </c:pt>
                      <c:pt idx="861">
                        <c:v>120.667</c:v>
                      </c:pt>
                      <c:pt idx="862">
                        <c:v>121.733</c:v>
                      </c:pt>
                      <c:pt idx="863">
                        <c:v>127.833</c:v>
                      </c:pt>
                      <c:pt idx="864">
                        <c:v>134.096</c:v>
                      </c:pt>
                      <c:pt idx="865">
                        <c:v>145.875</c:v>
                      </c:pt>
                      <c:pt idx="866">
                        <c:v>151.25</c:v>
                      </c:pt>
                      <c:pt idx="867">
                        <c:v>201.66900000000001</c:v>
                      </c:pt>
                      <c:pt idx="868">
                        <c:v>223.904</c:v>
                      </c:pt>
                      <c:pt idx="869">
                        <c:v>208.667</c:v>
                      </c:pt>
                      <c:pt idx="870">
                        <c:v>205.11699999999999</c:v>
                      </c:pt>
                      <c:pt idx="871">
                        <c:v>187.167</c:v>
                      </c:pt>
                      <c:pt idx="872">
                        <c:v>180.31200000000001</c:v>
                      </c:pt>
                      <c:pt idx="873">
                        <c:v>181.7</c:v>
                      </c:pt>
                      <c:pt idx="874">
                        <c:v>190.5</c:v>
                      </c:pt>
                      <c:pt idx="875">
                        <c:v>180.167</c:v>
                      </c:pt>
                      <c:pt idx="876">
                        <c:v>158.333</c:v>
                      </c:pt>
                      <c:pt idx="877">
                        <c:v>172.667</c:v>
                      </c:pt>
                      <c:pt idx="878">
                        <c:v>177.55099999999999</c:v>
                      </c:pt>
                      <c:pt idx="879">
                        <c:v>176.47399999999999</c:v>
                      </c:pt>
                      <c:pt idx="880">
                        <c:v>186.53800000000001</c:v>
                      </c:pt>
                      <c:pt idx="881">
                        <c:v>202.833</c:v>
                      </c:pt>
                      <c:pt idx="882">
                        <c:v>217.833</c:v>
                      </c:pt>
                      <c:pt idx="883">
                        <c:v>210.184</c:v>
                      </c:pt>
                      <c:pt idx="884">
                        <c:v>212.5</c:v>
                      </c:pt>
                      <c:pt idx="885">
                        <c:v>213.333</c:v>
                      </c:pt>
                      <c:pt idx="886">
                        <c:v>195.333</c:v>
                      </c:pt>
                      <c:pt idx="887">
                        <c:v>191.833</c:v>
                      </c:pt>
                      <c:pt idx="888">
                        <c:v>181.93</c:v>
                      </c:pt>
                      <c:pt idx="889">
                        <c:v>173.167</c:v>
                      </c:pt>
                      <c:pt idx="890">
                        <c:v>183.20500000000001</c:v>
                      </c:pt>
                      <c:pt idx="891">
                        <c:v>182.667</c:v>
                      </c:pt>
                      <c:pt idx="892">
                        <c:v>189.18199999999999</c:v>
                      </c:pt>
                      <c:pt idx="893">
                        <c:v>186.23099999999999</c:v>
                      </c:pt>
                      <c:pt idx="894">
                        <c:v>186.23099999999999</c:v>
                      </c:pt>
                      <c:pt idx="895">
                        <c:v>187.02799999999999</c:v>
                      </c:pt>
                      <c:pt idx="896">
                        <c:v>194</c:v>
                      </c:pt>
                      <c:pt idx="897">
                        <c:v>192.333</c:v>
                      </c:pt>
                      <c:pt idx="898">
                        <c:v>198.02</c:v>
                      </c:pt>
                      <c:pt idx="899">
                        <c:v>202.333</c:v>
                      </c:pt>
                      <c:pt idx="900">
                        <c:v>194.667</c:v>
                      </c:pt>
                      <c:pt idx="901">
                        <c:v>192.333</c:v>
                      </c:pt>
                      <c:pt idx="902">
                        <c:v>181.833</c:v>
                      </c:pt>
                      <c:pt idx="903">
                        <c:v>179.667</c:v>
                      </c:pt>
                      <c:pt idx="904">
                        <c:v>179.333</c:v>
                      </c:pt>
                      <c:pt idx="905">
                        <c:v>172.63499999999999</c:v>
                      </c:pt>
                      <c:pt idx="906">
                        <c:v>155.32</c:v>
                      </c:pt>
                      <c:pt idx="907">
                        <c:v>156.17500000000001</c:v>
                      </c:pt>
                      <c:pt idx="908">
                        <c:v>149.625</c:v>
                      </c:pt>
                      <c:pt idx="909">
                        <c:v>146.65199999999999</c:v>
                      </c:pt>
                      <c:pt idx="910">
                        <c:v>147.345</c:v>
                      </c:pt>
                      <c:pt idx="911">
                        <c:v>148.614</c:v>
                      </c:pt>
                      <c:pt idx="912">
                        <c:v>150.90600000000001</c:v>
                      </c:pt>
                      <c:pt idx="913">
                        <c:v>155.02000000000001</c:v>
                      </c:pt>
                      <c:pt idx="914">
                        <c:v>154.49</c:v>
                      </c:pt>
                      <c:pt idx="915">
                        <c:v>153.25899999999999</c:v>
                      </c:pt>
                      <c:pt idx="916">
                        <c:v>154.57599999999999</c:v>
                      </c:pt>
                      <c:pt idx="917">
                        <c:v>154.33500000000001</c:v>
                      </c:pt>
                      <c:pt idx="918">
                        <c:v>149.251</c:v>
                      </c:pt>
                      <c:pt idx="919">
                        <c:v>149.251</c:v>
                      </c:pt>
                      <c:pt idx="920">
                        <c:v>145.40100000000001</c:v>
                      </c:pt>
                      <c:pt idx="921">
                        <c:v>143.66999999999999</c:v>
                      </c:pt>
                      <c:pt idx="922">
                        <c:v>143.23599999999999</c:v>
                      </c:pt>
                      <c:pt idx="923">
                        <c:v>141.23099999999999</c:v>
                      </c:pt>
                      <c:pt idx="924">
                        <c:v>145.33500000000001</c:v>
                      </c:pt>
                      <c:pt idx="925">
                        <c:v>145.71299999999999</c:v>
                      </c:pt>
                      <c:pt idx="926">
                        <c:v>150.01499999999999</c:v>
                      </c:pt>
                      <c:pt idx="927">
                        <c:v>153.642</c:v>
                      </c:pt>
                      <c:pt idx="928">
                        <c:v>162.77600000000001</c:v>
                      </c:pt>
                      <c:pt idx="929">
                        <c:v>162.66200000000001</c:v>
                      </c:pt>
                      <c:pt idx="930">
                        <c:v>162.31200000000001</c:v>
                      </c:pt>
                      <c:pt idx="931">
                        <c:v>166.67</c:v>
                      </c:pt>
                      <c:pt idx="932">
                        <c:v>165.655</c:v>
                      </c:pt>
                      <c:pt idx="933">
                        <c:v>162.65</c:v>
                      </c:pt>
                      <c:pt idx="934">
                        <c:v>159.655</c:v>
                      </c:pt>
                      <c:pt idx="935">
                        <c:v>160.67500000000001</c:v>
                      </c:pt>
                      <c:pt idx="936">
                        <c:v>158.55600000000001</c:v>
                      </c:pt>
                      <c:pt idx="937">
                        <c:v>163.93600000000001</c:v>
                      </c:pt>
                      <c:pt idx="938">
                        <c:v>171</c:v>
                      </c:pt>
                      <c:pt idx="939">
                        <c:v>175.005</c:v>
                      </c:pt>
                      <c:pt idx="940">
                        <c:v>173.995</c:v>
                      </c:pt>
                      <c:pt idx="941">
                        <c:v>178.69499999999999</c:v>
                      </c:pt>
                      <c:pt idx="942">
                        <c:v>183.5</c:v>
                      </c:pt>
                      <c:pt idx="943">
                        <c:v>189.01</c:v>
                      </c:pt>
                      <c:pt idx="944">
                        <c:v>189.01</c:v>
                      </c:pt>
                      <c:pt idx="945">
                        <c:v>186.886</c:v>
                      </c:pt>
                      <c:pt idx="946">
                        <c:v>182.607</c:v>
                      </c:pt>
                      <c:pt idx="947">
                        <c:v>188.84200000000001</c:v>
                      </c:pt>
                      <c:pt idx="948">
                        <c:v>195.06100000000001</c:v>
                      </c:pt>
                      <c:pt idx="949">
                        <c:v>205.71299999999999</c:v>
                      </c:pt>
                      <c:pt idx="950">
                        <c:v>206.102</c:v>
                      </c:pt>
                      <c:pt idx="951">
                        <c:v>213.79400000000001</c:v>
                      </c:pt>
                      <c:pt idx="952">
                        <c:v>218.322</c:v>
                      </c:pt>
                      <c:pt idx="953">
                        <c:v>218.08500000000001</c:v>
                      </c:pt>
                      <c:pt idx="954">
                        <c:v>223.041</c:v>
                      </c:pt>
                      <c:pt idx="955">
                        <c:v>216.36600000000001</c:v>
                      </c:pt>
                      <c:pt idx="956">
                        <c:v>200.93199999999999</c:v>
                      </c:pt>
                      <c:pt idx="957">
                        <c:v>191.34</c:v>
                      </c:pt>
                      <c:pt idx="958">
                        <c:v>179.51</c:v>
                      </c:pt>
                      <c:pt idx="959">
                        <c:v>181.02799999999999</c:v>
                      </c:pt>
                      <c:pt idx="960">
                        <c:v>180.441</c:v>
                      </c:pt>
                      <c:pt idx="961">
                        <c:v>176.333</c:v>
                      </c:pt>
                      <c:pt idx="962">
                        <c:v>166.667</c:v>
                      </c:pt>
                      <c:pt idx="963">
                        <c:v>165.17</c:v>
                      </c:pt>
                      <c:pt idx="964">
                        <c:v>161.071</c:v>
                      </c:pt>
                      <c:pt idx="965">
                        <c:v>169.21</c:v>
                      </c:pt>
                      <c:pt idx="966">
                        <c:v>167.148</c:v>
                      </c:pt>
                      <c:pt idx="967">
                        <c:v>165.441</c:v>
                      </c:pt>
                      <c:pt idx="968">
                        <c:v>167.33500000000001</c:v>
                      </c:pt>
                      <c:pt idx="969">
                        <c:v>171.87299999999999</c:v>
                      </c:pt>
                      <c:pt idx="970">
                        <c:v>171.33500000000001</c:v>
                      </c:pt>
                      <c:pt idx="971">
                        <c:v>172.34</c:v>
                      </c:pt>
                      <c:pt idx="972">
                        <c:v>173.67</c:v>
                      </c:pt>
                      <c:pt idx="973">
                        <c:v>171.67</c:v>
                      </c:pt>
                      <c:pt idx="974">
                        <c:v>170.833</c:v>
                      </c:pt>
                      <c:pt idx="975">
                        <c:v>173.178</c:v>
                      </c:pt>
                      <c:pt idx="976">
                        <c:v>169.893</c:v>
                      </c:pt>
                      <c:pt idx="977">
                        <c:v>171.30500000000001</c:v>
                      </c:pt>
                      <c:pt idx="978">
                        <c:v>171.167</c:v>
                      </c:pt>
                      <c:pt idx="979">
                        <c:v>173.49700000000001</c:v>
                      </c:pt>
                      <c:pt idx="980">
                        <c:v>173.49700000000001</c:v>
                      </c:pt>
                      <c:pt idx="981">
                        <c:v>177.114</c:v>
                      </c:pt>
                      <c:pt idx="982">
                        <c:v>181.875</c:v>
                      </c:pt>
                      <c:pt idx="983">
                        <c:v>195.02</c:v>
                      </c:pt>
                      <c:pt idx="984">
                        <c:v>199.94399999999999</c:v>
                      </c:pt>
                      <c:pt idx="985">
                        <c:v>206.5</c:v>
                      </c:pt>
                      <c:pt idx="986">
                        <c:v>212.875</c:v>
                      </c:pt>
                      <c:pt idx="987">
                        <c:v>208.99</c:v>
                      </c:pt>
                      <c:pt idx="988">
                        <c:v>210.22300000000001</c:v>
                      </c:pt>
                      <c:pt idx="989">
                        <c:v>208.53100000000001</c:v>
                      </c:pt>
                      <c:pt idx="990">
                        <c:v>214.36</c:v>
                      </c:pt>
                      <c:pt idx="991">
                        <c:v>220.167</c:v>
                      </c:pt>
                      <c:pt idx="992">
                        <c:v>236.167</c:v>
                      </c:pt>
                      <c:pt idx="993">
                        <c:v>239.66499999999999</c:v>
                      </c:pt>
                      <c:pt idx="994">
                        <c:v>239.66499999999999</c:v>
                      </c:pt>
                      <c:pt idx="995">
                        <c:v>254.429</c:v>
                      </c:pt>
                      <c:pt idx="996">
                        <c:v>248.56399999999999</c:v>
                      </c:pt>
                      <c:pt idx="997">
                        <c:v>232</c:v>
                      </c:pt>
                      <c:pt idx="998">
                        <c:v>229.5</c:v>
                      </c:pt>
                      <c:pt idx="999">
                        <c:v>226.56100000000001</c:v>
                      </c:pt>
                      <c:pt idx="1000">
                        <c:v>225.33</c:v>
                      </c:pt>
                      <c:pt idx="1001">
                        <c:v>221.59399999999999</c:v>
                      </c:pt>
                      <c:pt idx="1002">
                        <c:v>225.90100000000001</c:v>
                      </c:pt>
                      <c:pt idx="1003">
                        <c:v>224.76599999999999</c:v>
                      </c:pt>
                      <c:pt idx="1004">
                        <c:v>225.47499999999999</c:v>
                      </c:pt>
                      <c:pt idx="1005">
                        <c:v>237.59399999999999</c:v>
                      </c:pt>
                      <c:pt idx="1006">
                        <c:v>239.375</c:v>
                      </c:pt>
                      <c:pt idx="1007">
                        <c:v>245.10900000000001</c:v>
                      </c:pt>
                      <c:pt idx="1008">
                        <c:v>259.04500000000002</c:v>
                      </c:pt>
                      <c:pt idx="1009">
                        <c:v>260.65800000000002</c:v>
                      </c:pt>
                      <c:pt idx="1010">
                        <c:v>254.7</c:v>
                      </c:pt>
                      <c:pt idx="1011">
                        <c:v>246.084</c:v>
                      </c:pt>
                      <c:pt idx="1012">
                        <c:v>241.76400000000001</c:v>
                      </c:pt>
                      <c:pt idx="1013">
                        <c:v>246.56100000000001</c:v>
                      </c:pt>
                      <c:pt idx="1014">
                        <c:v>246.56100000000001</c:v>
                      </c:pt>
                      <c:pt idx="1015">
                        <c:v>244.023</c:v>
                      </c:pt>
                      <c:pt idx="1016">
                        <c:v>244.92500000000001</c:v>
                      </c:pt>
                      <c:pt idx="1017">
                        <c:v>241.93899999999999</c:v>
                      </c:pt>
                      <c:pt idx="1018">
                        <c:v>238.571</c:v>
                      </c:pt>
                      <c:pt idx="1019">
                        <c:v>233.32</c:v>
                      </c:pt>
                      <c:pt idx="1020">
                        <c:v>221.17599999999999</c:v>
                      </c:pt>
                      <c:pt idx="1021">
                        <c:v>220.84200000000001</c:v>
                      </c:pt>
                      <c:pt idx="1022">
                        <c:v>226.102</c:v>
                      </c:pt>
                      <c:pt idx="1023">
                        <c:v>238.17500000000001</c:v>
                      </c:pt>
                      <c:pt idx="1024">
                        <c:v>255.125</c:v>
                      </c:pt>
                      <c:pt idx="1025">
                        <c:v>260.59899999999999</c:v>
                      </c:pt>
                      <c:pt idx="1026">
                        <c:v>256.49</c:v>
                      </c:pt>
                      <c:pt idx="1027">
                        <c:v>261.12400000000002</c:v>
                      </c:pt>
                      <c:pt idx="1028">
                        <c:v>268.12599999999998</c:v>
                      </c:pt>
                      <c:pt idx="1029">
                        <c:v>274.07499999999999</c:v>
                      </c:pt>
                      <c:pt idx="1030">
                        <c:v>268.52499999999998</c:v>
                      </c:pt>
                      <c:pt idx="1031">
                        <c:v>269.12400000000002</c:v>
                      </c:pt>
                      <c:pt idx="1032">
                        <c:v>275.17500000000001</c:v>
                      </c:pt>
                      <c:pt idx="1033">
                        <c:v>282.096</c:v>
                      </c:pt>
                      <c:pt idx="1034">
                        <c:v>290.40100000000001</c:v>
                      </c:pt>
                      <c:pt idx="1035">
                        <c:v>274.82100000000003</c:v>
                      </c:pt>
                      <c:pt idx="1036">
                        <c:v>259.78399999999999</c:v>
                      </c:pt>
                      <c:pt idx="1037">
                        <c:v>264.06900000000002</c:v>
                      </c:pt>
                      <c:pt idx="1038">
                        <c:v>262.97800000000001</c:v>
                      </c:pt>
                      <c:pt idx="1039">
                        <c:v>249.84</c:v>
                      </c:pt>
                      <c:pt idx="1040">
                        <c:v>245.23099999999999</c:v>
                      </c:pt>
                      <c:pt idx="1041">
                        <c:v>248.482</c:v>
                      </c:pt>
                      <c:pt idx="1042">
                        <c:v>249.49700000000001</c:v>
                      </c:pt>
                      <c:pt idx="1043">
                        <c:v>252.84800000000001</c:v>
                      </c:pt>
                      <c:pt idx="1044">
                        <c:v>264.495</c:v>
                      </c:pt>
                      <c:pt idx="1045">
                        <c:v>254.39400000000001</c:v>
                      </c:pt>
                      <c:pt idx="1046">
                        <c:v>241.66</c:v>
                      </c:pt>
                      <c:pt idx="1047">
                        <c:v>238.04599999999999</c:v>
                      </c:pt>
                      <c:pt idx="1048">
                        <c:v>233.58699999999999</c:v>
                      </c:pt>
                      <c:pt idx="1049">
                        <c:v>226.952</c:v>
                      </c:pt>
                      <c:pt idx="1050">
                        <c:v>227.52500000000001</c:v>
                      </c:pt>
                      <c:pt idx="1051">
                        <c:v>229.84</c:v>
                      </c:pt>
                      <c:pt idx="1052">
                        <c:v>227.726</c:v>
                      </c:pt>
                      <c:pt idx="1053">
                        <c:v>231.708</c:v>
                      </c:pt>
                      <c:pt idx="1054">
                        <c:v>229.262</c:v>
                      </c:pt>
                      <c:pt idx="1055">
                        <c:v>223.929</c:v>
                      </c:pt>
                      <c:pt idx="1056">
                        <c:v>212.93</c:v>
                      </c:pt>
                      <c:pt idx="1057">
                        <c:v>206.75</c:v>
                      </c:pt>
                      <c:pt idx="1058">
                        <c:v>197.34</c:v>
                      </c:pt>
                      <c:pt idx="1059">
                        <c:v>202.018</c:v>
                      </c:pt>
                      <c:pt idx="1060">
                        <c:v>202.36500000000001</c:v>
                      </c:pt>
                      <c:pt idx="1061">
                        <c:v>200.833</c:v>
                      </c:pt>
                      <c:pt idx="1062">
                        <c:v>195.57499999999999</c:v>
                      </c:pt>
                      <c:pt idx="1063">
                        <c:v>196.49700000000001</c:v>
                      </c:pt>
                      <c:pt idx="1064">
                        <c:v>198.50399999999999</c:v>
                      </c:pt>
                      <c:pt idx="1065">
                        <c:v>201.67500000000001</c:v>
                      </c:pt>
                      <c:pt idx="1066">
                        <c:v>198.42400000000001</c:v>
                      </c:pt>
                      <c:pt idx="1067">
                        <c:v>190.934</c:v>
                      </c:pt>
                      <c:pt idx="1068">
                        <c:v>181.73599999999999</c:v>
                      </c:pt>
                      <c:pt idx="1069">
                        <c:v>183.16300000000001</c:v>
                      </c:pt>
                      <c:pt idx="1070">
                        <c:v>178.46700000000001</c:v>
                      </c:pt>
                      <c:pt idx="1071">
                        <c:v>179.44900000000001</c:v>
                      </c:pt>
                      <c:pt idx="1072">
                        <c:v>182.904</c:v>
                      </c:pt>
                      <c:pt idx="1073">
                        <c:v>188.12700000000001</c:v>
                      </c:pt>
                      <c:pt idx="1074">
                        <c:v>188.833</c:v>
                      </c:pt>
                      <c:pt idx="1075">
                        <c:v>184.714</c:v>
                      </c:pt>
                      <c:pt idx="1076">
                        <c:v>182.5</c:v>
                      </c:pt>
                      <c:pt idx="1077">
                        <c:v>178.65</c:v>
                      </c:pt>
                      <c:pt idx="1078">
                        <c:v>174.04400000000001</c:v>
                      </c:pt>
                      <c:pt idx="1079">
                        <c:v>170.279</c:v>
                      </c:pt>
                      <c:pt idx="1080">
                        <c:v>169.8</c:v>
                      </c:pt>
                      <c:pt idx="1081">
                        <c:v>170.398</c:v>
                      </c:pt>
                      <c:pt idx="1082">
                        <c:v>169.99700000000001</c:v>
                      </c:pt>
                      <c:pt idx="1083">
                        <c:v>171.833</c:v>
                      </c:pt>
                      <c:pt idx="1084">
                        <c:v>171.833</c:v>
                      </c:pt>
                      <c:pt idx="1085">
                        <c:v>170.06399999999999</c:v>
                      </c:pt>
                      <c:pt idx="1086">
                        <c:v>165.358</c:v>
                      </c:pt>
                      <c:pt idx="1087">
                        <c:v>158.62799999999999</c:v>
                      </c:pt>
                      <c:pt idx="1088">
                        <c:v>153.76400000000001</c:v>
                      </c:pt>
                      <c:pt idx="1089">
                        <c:v>157.55600000000001</c:v>
                      </c:pt>
                      <c:pt idx="1090">
                        <c:v>156.66499999999999</c:v>
                      </c:pt>
                      <c:pt idx="1091">
                        <c:v>159.09399999999999</c:v>
                      </c:pt>
                      <c:pt idx="1092">
                        <c:v>157.33000000000001</c:v>
                      </c:pt>
                      <c:pt idx="1093">
                        <c:v>152</c:v>
                      </c:pt>
                      <c:pt idx="1094">
                        <c:v>164.434</c:v>
                      </c:pt>
                      <c:pt idx="1095">
                        <c:v>167.571</c:v>
                      </c:pt>
                      <c:pt idx="1096">
                        <c:v>169.18</c:v>
                      </c:pt>
                      <c:pt idx="1097">
                        <c:v>156.94499999999999</c:v>
                      </c:pt>
                      <c:pt idx="1098">
                        <c:v>168.06100000000001</c:v>
                      </c:pt>
                      <c:pt idx="1099">
                        <c:v>168.59399999999999</c:v>
                      </c:pt>
                      <c:pt idx="1100">
                        <c:v>167.934</c:v>
                      </c:pt>
                      <c:pt idx="1101">
                        <c:v>170.93899999999999</c:v>
                      </c:pt>
                      <c:pt idx="1102">
                        <c:v>167.315</c:v>
                      </c:pt>
                      <c:pt idx="1103">
                        <c:v>173.845</c:v>
                      </c:pt>
                      <c:pt idx="1104">
                        <c:v>173.67</c:v>
                      </c:pt>
                      <c:pt idx="1105">
                        <c:v>178.69499999999999</c:v>
                      </c:pt>
                      <c:pt idx="1106">
                        <c:v>180.16499999999999</c:v>
                      </c:pt>
                      <c:pt idx="1107">
                        <c:v>186.27099999999999</c:v>
                      </c:pt>
                      <c:pt idx="1108">
                        <c:v>198.69499999999999</c:v>
                      </c:pt>
                      <c:pt idx="1109">
                        <c:v>201.68</c:v>
                      </c:pt>
                      <c:pt idx="1110">
                        <c:v>211.297</c:v>
                      </c:pt>
                      <c:pt idx="1111">
                        <c:v>212.69</c:v>
                      </c:pt>
                      <c:pt idx="1112">
                        <c:v>209.83500000000001</c:v>
                      </c:pt>
                      <c:pt idx="1113">
                        <c:v>209.41900000000001</c:v>
                      </c:pt>
                      <c:pt idx="1114">
                        <c:v>207.67</c:v>
                      </c:pt>
                      <c:pt idx="1115">
                        <c:v>206.32499999999999</c:v>
                      </c:pt>
                      <c:pt idx="1116">
                        <c:v>205.44900000000001</c:v>
                      </c:pt>
                      <c:pt idx="1117">
                        <c:v>208.005</c:v>
                      </c:pt>
                      <c:pt idx="1118">
                        <c:v>211.07599999999999</c:v>
                      </c:pt>
                      <c:pt idx="1119">
                        <c:v>211.345</c:v>
                      </c:pt>
                      <c:pt idx="1120">
                        <c:v>212.98</c:v>
                      </c:pt>
                      <c:pt idx="1121">
                        <c:v>201.43899999999999</c:v>
                      </c:pt>
                      <c:pt idx="1122">
                        <c:v>198.64</c:v>
                      </c:pt>
                      <c:pt idx="1123">
                        <c:v>191.678</c:v>
                      </c:pt>
                      <c:pt idx="1124">
                        <c:v>188.947</c:v>
                      </c:pt>
                      <c:pt idx="1125">
                        <c:v>177.536</c:v>
                      </c:pt>
                      <c:pt idx="1126">
                        <c:v>178.52799999999999</c:v>
                      </c:pt>
                      <c:pt idx="1127">
                        <c:v>182.03</c:v>
                      </c:pt>
                      <c:pt idx="1128">
                        <c:v>183.33500000000001</c:v>
                      </c:pt>
                      <c:pt idx="1129">
                        <c:v>186.566</c:v>
                      </c:pt>
                      <c:pt idx="1130">
                        <c:v>183.995</c:v>
                      </c:pt>
                      <c:pt idx="1131">
                        <c:v>183.98500000000001</c:v>
                      </c:pt>
                      <c:pt idx="1132">
                        <c:v>187.45699999999999</c:v>
                      </c:pt>
                      <c:pt idx="1133">
                        <c:v>187.845</c:v>
                      </c:pt>
                      <c:pt idx="1134">
                        <c:v>193.67500000000001</c:v>
                      </c:pt>
                      <c:pt idx="1135">
                        <c:v>190.64699999999999</c:v>
                      </c:pt>
                      <c:pt idx="1136">
                        <c:v>189.845</c:v>
                      </c:pt>
                      <c:pt idx="1137">
                        <c:v>194.03</c:v>
                      </c:pt>
                      <c:pt idx="1138">
                        <c:v>198.02</c:v>
                      </c:pt>
                      <c:pt idx="1139">
                        <c:v>194.92599999999999</c:v>
                      </c:pt>
                      <c:pt idx="1140">
                        <c:v>198.477</c:v>
                      </c:pt>
                      <c:pt idx="1141">
                        <c:v>197.23099999999999</c:v>
                      </c:pt>
                      <c:pt idx="1142">
                        <c:v>197.66499999999999</c:v>
                      </c:pt>
                      <c:pt idx="1143">
                        <c:v>200.67</c:v>
                      </c:pt>
                      <c:pt idx="1144">
                        <c:v>203.43899999999999</c:v>
                      </c:pt>
                      <c:pt idx="1145">
                        <c:v>205.16</c:v>
                      </c:pt>
                      <c:pt idx="1146">
                        <c:v>206.34800000000001</c:v>
                      </c:pt>
                      <c:pt idx="1147">
                        <c:v>205.792</c:v>
                      </c:pt>
                      <c:pt idx="1148">
                        <c:v>203.655</c:v>
                      </c:pt>
                      <c:pt idx="1149">
                        <c:v>205.41900000000001</c:v>
                      </c:pt>
                      <c:pt idx="1150">
                        <c:v>204.66499999999999</c:v>
                      </c:pt>
                      <c:pt idx="1151">
                        <c:v>204</c:v>
                      </c:pt>
                      <c:pt idx="1152">
                        <c:v>201.32</c:v>
                      </c:pt>
                      <c:pt idx="1153">
                        <c:v>199.17</c:v>
                      </c:pt>
                      <c:pt idx="1154">
                        <c:v>201.10900000000001</c:v>
                      </c:pt>
                      <c:pt idx="1155">
                        <c:v>203.142</c:v>
                      </c:pt>
                      <c:pt idx="1156">
                        <c:v>208.05600000000001</c:v>
                      </c:pt>
                      <c:pt idx="1157">
                        <c:v>216.21</c:v>
                      </c:pt>
                      <c:pt idx="1158">
                        <c:v>225.345</c:v>
                      </c:pt>
                      <c:pt idx="1159">
                        <c:v>219.33500000000001</c:v>
                      </c:pt>
                      <c:pt idx="1160">
                        <c:v>230.04499999999999</c:v>
                      </c:pt>
                      <c:pt idx="1161">
                        <c:v>232.33</c:v>
                      </c:pt>
                      <c:pt idx="1162">
                        <c:v>235.16499999999999</c:v>
                      </c:pt>
                      <c:pt idx="1163">
                        <c:v>233.64500000000001</c:v>
                      </c:pt>
                      <c:pt idx="1164">
                        <c:v>264.68400000000003</c:v>
                      </c:pt>
                      <c:pt idx="1165">
                        <c:v>294.19</c:v>
                      </c:pt>
                      <c:pt idx="1166">
                        <c:v>326.35399999999998</c:v>
                      </c:pt>
                      <c:pt idx="1167">
                        <c:v>342.5</c:v>
                      </c:pt>
                      <c:pt idx="1168">
                        <c:v>265.435</c:v>
                      </c:pt>
                      <c:pt idx="1169">
                        <c:v>232.19200000000001</c:v>
                      </c:pt>
                      <c:pt idx="1170">
                        <c:v>229.41</c:v>
                      </c:pt>
                      <c:pt idx="1171">
                        <c:v>238.495</c:v>
                      </c:pt>
                      <c:pt idx="1172">
                        <c:v>234.42699999999999</c:v>
                      </c:pt>
                      <c:pt idx="1173">
                        <c:v>238.416</c:v>
                      </c:pt>
                      <c:pt idx="1174">
                        <c:v>267.51</c:v>
                      </c:pt>
                      <c:pt idx="1175">
                        <c:v>236.81899999999999</c:v>
                      </c:pt>
                      <c:pt idx="1176">
                        <c:v>244.04</c:v>
                      </c:pt>
                      <c:pt idx="1177">
                        <c:v>240.685</c:v>
                      </c:pt>
                      <c:pt idx="1178">
                        <c:v>246.07900000000001</c:v>
                      </c:pt>
                      <c:pt idx="1179">
                        <c:v>317.29899999999998</c:v>
                      </c:pt>
                      <c:pt idx="1180">
                        <c:v>324.89800000000002</c:v>
                      </c:pt>
                      <c:pt idx="1181">
                        <c:v>382.58300000000003</c:v>
                      </c:pt>
                      <c:pt idx="1182">
                        <c:v>382.35500000000002</c:v>
                      </c:pt>
                      <c:pt idx="1183">
                        <c:v>462.07799999999997</c:v>
                      </c:pt>
                      <c:pt idx="1184">
                        <c:v>461.40800000000002</c:v>
                      </c:pt>
                      <c:pt idx="1185">
                        <c:v>330.20299999999997</c:v>
                      </c:pt>
                      <c:pt idx="1186">
                        <c:v>365.48</c:v>
                      </c:pt>
                      <c:pt idx="1187">
                        <c:v>377.79500000000002</c:v>
                      </c:pt>
                      <c:pt idx="1188">
                        <c:v>374.779</c:v>
                      </c:pt>
                      <c:pt idx="1189">
                        <c:v>376.12</c:v>
                      </c:pt>
                      <c:pt idx="1190">
                        <c:v>375.65</c:v>
                      </c:pt>
                      <c:pt idx="1191">
                        <c:v>588.30600000000004</c:v>
                      </c:pt>
                      <c:pt idx="1192">
                        <c:v>635.57299999999998</c:v>
                      </c:pt>
                      <c:pt idx="1193">
                        <c:v>614.24199999999996</c:v>
                      </c:pt>
                      <c:pt idx="1194">
                        <c:v>569.08199999999999</c:v>
                      </c:pt>
                      <c:pt idx="1195">
                        <c:v>494.94099999999997</c:v>
                      </c:pt>
                      <c:pt idx="1196">
                        <c:v>419.85</c:v>
                      </c:pt>
                      <c:pt idx="1197">
                        <c:v>386.22899999999998</c:v>
                      </c:pt>
                      <c:pt idx="1198">
                        <c:v>345.47500000000002</c:v>
                      </c:pt>
                      <c:pt idx="1199">
                        <c:v>333.863</c:v>
                      </c:pt>
                      <c:pt idx="1200">
                        <c:v>303.85000000000002</c:v>
                      </c:pt>
                      <c:pt idx="1201">
                        <c:v>336.06099999999998</c:v>
                      </c:pt>
                      <c:pt idx="1202">
                        <c:v>363.69799999999998</c:v>
                      </c:pt>
                      <c:pt idx="1203">
                        <c:v>342.63299999999998</c:v>
                      </c:pt>
                      <c:pt idx="1204">
                        <c:v>330.33499999999998</c:v>
                      </c:pt>
                      <c:pt idx="1205">
                        <c:v>328.39600000000002</c:v>
                      </c:pt>
                      <c:pt idx="1206">
                        <c:v>383.96</c:v>
                      </c:pt>
                      <c:pt idx="1207">
                        <c:v>386.887</c:v>
                      </c:pt>
                      <c:pt idx="1208">
                        <c:v>380.36799999999999</c:v>
                      </c:pt>
                      <c:pt idx="1209">
                        <c:v>382.12</c:v>
                      </c:pt>
                      <c:pt idx="1210">
                        <c:v>396.98500000000001</c:v>
                      </c:pt>
                      <c:pt idx="1211">
                        <c:v>424.94499999999999</c:v>
                      </c:pt>
                      <c:pt idx="1212">
                        <c:v>471.66699999999997</c:v>
                      </c:pt>
                      <c:pt idx="1213">
                        <c:v>442.79500000000002</c:v>
                      </c:pt>
                      <c:pt idx="1214">
                        <c:v>397.46899999999999</c:v>
                      </c:pt>
                      <c:pt idx="1215">
                        <c:v>366.416</c:v>
                      </c:pt>
                      <c:pt idx="1216">
                        <c:v>360.83499999999998</c:v>
                      </c:pt>
                      <c:pt idx="1217">
                        <c:v>362.84800000000001</c:v>
                      </c:pt>
                      <c:pt idx="1218">
                        <c:v>362.84800000000001</c:v>
                      </c:pt>
                      <c:pt idx="1219">
                        <c:v>382.34500000000003</c:v>
                      </c:pt>
                      <c:pt idx="1220">
                        <c:v>375.02800000000002</c:v>
                      </c:pt>
                      <c:pt idx="1221">
                        <c:v>392.30200000000002</c:v>
                      </c:pt>
                      <c:pt idx="1222">
                        <c:v>411.40499999999997</c:v>
                      </c:pt>
                      <c:pt idx="1223">
                        <c:v>433.005</c:v>
                      </c:pt>
                      <c:pt idx="1224">
                        <c:v>395.233</c:v>
                      </c:pt>
                      <c:pt idx="1225">
                        <c:v>405.85500000000002</c:v>
                      </c:pt>
                      <c:pt idx="1226">
                        <c:v>397.233</c:v>
                      </c:pt>
                      <c:pt idx="1227">
                        <c:v>392.459</c:v>
                      </c:pt>
                      <c:pt idx="1228">
                        <c:v>409.57900000000001</c:v>
                      </c:pt>
                      <c:pt idx="1229">
                        <c:v>422.423</c:v>
                      </c:pt>
                      <c:pt idx="1230">
                        <c:v>393.27199999999999</c:v>
                      </c:pt>
                      <c:pt idx="1231">
                        <c:v>351.916</c:v>
                      </c:pt>
                      <c:pt idx="1232">
                        <c:v>337.75</c:v>
                      </c:pt>
                      <c:pt idx="1233">
                        <c:v>340.15499999999997</c:v>
                      </c:pt>
                      <c:pt idx="1234">
                        <c:v>334.74400000000003</c:v>
                      </c:pt>
                      <c:pt idx="1235">
                        <c:v>334.74400000000003</c:v>
                      </c:pt>
                      <c:pt idx="1236">
                        <c:v>334.74400000000003</c:v>
                      </c:pt>
                      <c:pt idx="1237">
                        <c:v>334.74400000000003</c:v>
                      </c:pt>
                      <c:pt idx="1238">
                        <c:v>331.505</c:v>
                      </c:pt>
                      <c:pt idx="1239">
                        <c:v>331.505</c:v>
                      </c:pt>
                      <c:pt idx="1240">
                        <c:v>331.66</c:v>
                      </c:pt>
                      <c:pt idx="1241">
                        <c:v>331.66</c:v>
                      </c:pt>
                      <c:pt idx="1242">
                        <c:v>331.66</c:v>
                      </c:pt>
                      <c:pt idx="1243">
                        <c:v>324.09899999999999</c:v>
                      </c:pt>
                      <c:pt idx="1244">
                        <c:v>321.35300000000001</c:v>
                      </c:pt>
                      <c:pt idx="1245">
                        <c:v>330.90600000000001</c:v>
                      </c:pt>
                      <c:pt idx="1246">
                        <c:v>340.18</c:v>
                      </c:pt>
                      <c:pt idx="1247">
                        <c:v>337.26600000000002</c:v>
                      </c:pt>
                      <c:pt idx="1248">
                        <c:v>352.09899999999999</c:v>
                      </c:pt>
                      <c:pt idx="1249">
                        <c:v>358.73599999999999</c:v>
                      </c:pt>
                      <c:pt idx="1250">
                        <c:v>367.40499999999997</c:v>
                      </c:pt>
                      <c:pt idx="1251">
                        <c:v>387.35500000000002</c:v>
                      </c:pt>
                      <c:pt idx="1252">
                        <c:v>359.70600000000002</c:v>
                      </c:pt>
                      <c:pt idx="1253">
                        <c:v>357.13200000000001</c:v>
                      </c:pt>
                      <c:pt idx="1254">
                        <c:v>388.755</c:v>
                      </c:pt>
                      <c:pt idx="1255">
                        <c:v>393.46499999999997</c:v>
                      </c:pt>
                      <c:pt idx="1256">
                        <c:v>388.7</c:v>
                      </c:pt>
                      <c:pt idx="1257">
                        <c:v>375.58600000000001</c:v>
                      </c:pt>
                      <c:pt idx="1258">
                        <c:v>367.041</c:v>
                      </c:pt>
                      <c:pt idx="1259">
                        <c:v>378.33300000000003</c:v>
                      </c:pt>
                      <c:pt idx="1260">
                        <c:v>362.27100000000002</c:v>
                      </c:pt>
                      <c:pt idx="1261">
                        <c:v>378</c:v>
                      </c:pt>
                      <c:pt idx="1262">
                        <c:v>385.75</c:v>
                      </c:pt>
                      <c:pt idx="1263">
                        <c:v>399.66699999999997</c:v>
                      </c:pt>
                      <c:pt idx="1264">
                        <c:v>402.68</c:v>
                      </c:pt>
                      <c:pt idx="1265">
                        <c:v>428.66699999999997</c:v>
                      </c:pt>
                      <c:pt idx="1266">
                        <c:v>427.43400000000003</c:v>
                      </c:pt>
                      <c:pt idx="1267">
                        <c:v>400.8</c:v>
                      </c:pt>
                      <c:pt idx="1268">
                        <c:v>396.66699999999997</c:v>
                      </c:pt>
                      <c:pt idx="1269">
                        <c:v>431.5</c:v>
                      </c:pt>
                      <c:pt idx="1270">
                        <c:v>437.25299999999999</c:v>
                      </c:pt>
                      <c:pt idx="1271">
                        <c:v>461.38600000000002</c:v>
                      </c:pt>
                      <c:pt idx="1272">
                        <c:v>450.30500000000001</c:v>
                      </c:pt>
                      <c:pt idx="1273">
                        <c:v>455.58499999999998</c:v>
                      </c:pt>
                      <c:pt idx="1274">
                        <c:v>480.767</c:v>
                      </c:pt>
                      <c:pt idx="1275">
                        <c:v>467</c:v>
                      </c:pt>
                      <c:pt idx="1276">
                        <c:v>468.25799999999998</c:v>
                      </c:pt>
                      <c:pt idx="1277">
                        <c:v>489.31200000000001</c:v>
                      </c:pt>
                      <c:pt idx="1278">
                        <c:v>505</c:v>
                      </c:pt>
                      <c:pt idx="1279">
                        <c:v>482.33300000000003</c:v>
                      </c:pt>
                      <c:pt idx="1280">
                        <c:v>481.03300000000002</c:v>
                      </c:pt>
                      <c:pt idx="1281">
                        <c:v>486</c:v>
                      </c:pt>
                      <c:pt idx="1282">
                        <c:v>492.09500000000003</c:v>
                      </c:pt>
                      <c:pt idx="1283">
                        <c:v>515.33299999999997</c:v>
                      </c:pt>
                      <c:pt idx="1284">
                        <c:v>508.947</c:v>
                      </c:pt>
                      <c:pt idx="1285">
                        <c:v>494.66699999999997</c:v>
                      </c:pt>
                      <c:pt idx="1286">
                        <c:v>513</c:v>
                      </c:pt>
                      <c:pt idx="1287">
                        <c:v>512.80399999999997</c:v>
                      </c:pt>
                      <c:pt idx="1288">
                        <c:v>519.82799999999997</c:v>
                      </c:pt>
                      <c:pt idx="1289">
                        <c:v>491.29399999999998</c:v>
                      </c:pt>
                      <c:pt idx="1290">
                        <c:v>484.66699999999997</c:v>
                      </c:pt>
                      <c:pt idx="1291">
                        <c:v>474.96</c:v>
                      </c:pt>
                      <c:pt idx="1292">
                        <c:v>463.63099999999997</c:v>
                      </c:pt>
                      <c:pt idx="1293">
                        <c:v>444.66699999999997</c:v>
                      </c:pt>
                      <c:pt idx="1294">
                        <c:v>446.64</c:v>
                      </c:pt>
                      <c:pt idx="1295">
                        <c:v>439.66699999999997</c:v>
                      </c:pt>
                      <c:pt idx="1296">
                        <c:v>431.875</c:v>
                      </c:pt>
                      <c:pt idx="1297">
                        <c:v>440.34</c:v>
                      </c:pt>
                      <c:pt idx="1298">
                        <c:v>417.51499999999999</c:v>
                      </c:pt>
                      <c:pt idx="1299">
                        <c:v>433.40199999999999</c:v>
                      </c:pt>
                      <c:pt idx="1300">
                        <c:v>423.47</c:v>
                      </c:pt>
                      <c:pt idx="1301">
                        <c:v>404.33300000000003</c:v>
                      </c:pt>
                      <c:pt idx="1302">
                        <c:v>408.274</c:v>
                      </c:pt>
                      <c:pt idx="1303">
                        <c:v>434</c:v>
                      </c:pt>
                      <c:pt idx="1304">
                        <c:v>421.06099999999998</c:v>
                      </c:pt>
                      <c:pt idx="1305">
                        <c:v>416.71300000000002</c:v>
                      </c:pt>
                      <c:pt idx="1306">
                        <c:v>391.24900000000002</c:v>
                      </c:pt>
                      <c:pt idx="1307">
                        <c:v>371</c:v>
                      </c:pt>
                      <c:pt idx="1308">
                        <c:v>373.56</c:v>
                      </c:pt>
                      <c:pt idx="1309">
                        <c:v>374.5</c:v>
                      </c:pt>
                      <c:pt idx="1310">
                        <c:v>360.33300000000003</c:v>
                      </c:pt>
                      <c:pt idx="1311">
                        <c:v>346.005</c:v>
                      </c:pt>
                      <c:pt idx="1312">
                        <c:v>347.68</c:v>
                      </c:pt>
                      <c:pt idx="1313">
                        <c:v>350.416</c:v>
                      </c:pt>
                      <c:pt idx="1314">
                        <c:v>338.06799999999998</c:v>
                      </c:pt>
                      <c:pt idx="1315">
                        <c:v>338.28899999999999</c:v>
                      </c:pt>
                      <c:pt idx="1316">
                        <c:v>334</c:v>
                      </c:pt>
                      <c:pt idx="1317">
                        <c:v>334.51</c:v>
                      </c:pt>
                      <c:pt idx="1318">
                        <c:v>354.33300000000003</c:v>
                      </c:pt>
                      <c:pt idx="1319">
                        <c:v>344.846</c:v>
                      </c:pt>
                      <c:pt idx="1320">
                        <c:v>347.61900000000003</c:v>
                      </c:pt>
                      <c:pt idx="1321">
                        <c:v>343.46499999999997</c:v>
                      </c:pt>
                      <c:pt idx="1322">
                        <c:v>334.32</c:v>
                      </c:pt>
                      <c:pt idx="1323">
                        <c:v>347.108</c:v>
                      </c:pt>
                      <c:pt idx="1324">
                        <c:v>342.91199999999998</c:v>
                      </c:pt>
                      <c:pt idx="1325">
                        <c:v>322.28199999999998</c:v>
                      </c:pt>
                      <c:pt idx="1326">
                        <c:v>324.37299999999999</c:v>
                      </c:pt>
                      <c:pt idx="1327">
                        <c:v>324.29000000000002</c:v>
                      </c:pt>
                      <c:pt idx="1328">
                        <c:v>312.16000000000003</c:v>
                      </c:pt>
                      <c:pt idx="1329">
                        <c:v>293.024</c:v>
                      </c:pt>
                      <c:pt idx="1330">
                        <c:v>270.33300000000003</c:v>
                      </c:pt>
                      <c:pt idx="1331">
                        <c:v>260.33300000000003</c:v>
                      </c:pt>
                      <c:pt idx="1332">
                        <c:v>262.57799999999997</c:v>
                      </c:pt>
                      <c:pt idx="1333">
                        <c:v>275.995</c:v>
                      </c:pt>
                      <c:pt idx="1334">
                        <c:v>277</c:v>
                      </c:pt>
                      <c:pt idx="1335">
                        <c:v>285.33300000000003</c:v>
                      </c:pt>
                      <c:pt idx="1336">
                        <c:v>282.125</c:v>
                      </c:pt>
                      <c:pt idx="1337">
                        <c:v>279.81299999999999</c:v>
                      </c:pt>
                      <c:pt idx="1338">
                        <c:v>267.33300000000003</c:v>
                      </c:pt>
                      <c:pt idx="1339">
                        <c:v>258.04899999999998</c:v>
                      </c:pt>
                      <c:pt idx="1340">
                        <c:v>249.90799999999999</c:v>
                      </c:pt>
                      <c:pt idx="1341">
                        <c:v>259</c:v>
                      </c:pt>
                      <c:pt idx="1342">
                        <c:v>260.66000000000003</c:v>
                      </c:pt>
                      <c:pt idx="1343">
                        <c:v>259.505</c:v>
                      </c:pt>
                      <c:pt idx="1344">
                        <c:v>251.667</c:v>
                      </c:pt>
                      <c:pt idx="1345">
                        <c:v>253.45699999999999</c:v>
                      </c:pt>
                      <c:pt idx="1346">
                        <c:v>250.065</c:v>
                      </c:pt>
                      <c:pt idx="1347">
                        <c:v>245.03</c:v>
                      </c:pt>
                      <c:pt idx="1348">
                        <c:v>231.37100000000001</c:v>
                      </c:pt>
                      <c:pt idx="1349">
                        <c:v>231.66300000000001</c:v>
                      </c:pt>
                      <c:pt idx="1350">
                        <c:v>237.35499999999999</c:v>
                      </c:pt>
                      <c:pt idx="1351">
                        <c:v>232.08099999999999</c:v>
                      </c:pt>
                      <c:pt idx="1352">
                        <c:v>227.251</c:v>
                      </c:pt>
                      <c:pt idx="1353">
                        <c:v>232.11699999999999</c:v>
                      </c:pt>
                      <c:pt idx="1354">
                        <c:v>226.94200000000001</c:v>
                      </c:pt>
                      <c:pt idx="1355">
                        <c:v>229.59399999999999</c:v>
                      </c:pt>
                      <c:pt idx="1356">
                        <c:v>229.95699999999999</c:v>
                      </c:pt>
                      <c:pt idx="1357">
                        <c:v>231.01499999999999</c:v>
                      </c:pt>
                      <c:pt idx="1358">
                        <c:v>234.54300000000001</c:v>
                      </c:pt>
                      <c:pt idx="1359">
                        <c:v>243.21899999999999</c:v>
                      </c:pt>
                      <c:pt idx="1360">
                        <c:v>250.99700000000001</c:v>
                      </c:pt>
                      <c:pt idx="1361">
                        <c:v>245.13200000000001</c:v>
                      </c:pt>
                      <c:pt idx="1362">
                        <c:v>246.673</c:v>
                      </c:pt>
                      <c:pt idx="1363">
                        <c:v>264.07499999999999</c:v>
                      </c:pt>
                      <c:pt idx="1364">
                        <c:v>259.93400000000003</c:v>
                      </c:pt>
                      <c:pt idx="1365">
                        <c:v>244.74199999999999</c:v>
                      </c:pt>
                      <c:pt idx="1366">
                        <c:v>239.946</c:v>
                      </c:pt>
                      <c:pt idx="1367">
                        <c:v>234.33799999999999</c:v>
                      </c:pt>
                      <c:pt idx="1368">
                        <c:v>225.76599999999999</c:v>
                      </c:pt>
                      <c:pt idx="1369">
                        <c:v>224.93600000000001</c:v>
                      </c:pt>
                      <c:pt idx="1370">
                        <c:v>222.82499999999999</c:v>
                      </c:pt>
                      <c:pt idx="1371">
                        <c:v>229.084</c:v>
                      </c:pt>
                      <c:pt idx="1372">
                        <c:v>228.92099999999999</c:v>
                      </c:pt>
                      <c:pt idx="1373">
                        <c:v>229.94900000000001</c:v>
                      </c:pt>
                      <c:pt idx="1374">
                        <c:v>235.875</c:v>
                      </c:pt>
                      <c:pt idx="1375">
                        <c:v>247.958</c:v>
                      </c:pt>
                      <c:pt idx="1376">
                        <c:v>244.505</c:v>
                      </c:pt>
                      <c:pt idx="1377">
                        <c:v>252.82</c:v>
                      </c:pt>
                      <c:pt idx="1378">
                        <c:v>245.5</c:v>
                      </c:pt>
                      <c:pt idx="1379">
                        <c:v>242.101</c:v>
                      </c:pt>
                      <c:pt idx="1380">
                        <c:v>236.73599999999999</c:v>
                      </c:pt>
                      <c:pt idx="1381">
                        <c:v>231.73400000000001</c:v>
                      </c:pt>
                      <c:pt idx="1382">
                        <c:v>228.97900000000001</c:v>
                      </c:pt>
                      <c:pt idx="1383">
                        <c:v>221.98500000000001</c:v>
                      </c:pt>
                      <c:pt idx="1384">
                        <c:v>212.90299999999999</c:v>
                      </c:pt>
                      <c:pt idx="1385">
                        <c:v>216.809</c:v>
                      </c:pt>
                      <c:pt idx="1386">
                        <c:v>201.56399999999999</c:v>
                      </c:pt>
                      <c:pt idx="1387">
                        <c:v>201.005</c:v>
                      </c:pt>
                      <c:pt idx="1388">
                        <c:v>190.58699999999999</c:v>
                      </c:pt>
                      <c:pt idx="1389">
                        <c:v>190.66</c:v>
                      </c:pt>
                      <c:pt idx="1390">
                        <c:v>198.18799999999999</c:v>
                      </c:pt>
                      <c:pt idx="1391">
                        <c:v>194.333</c:v>
                      </c:pt>
                      <c:pt idx="1392">
                        <c:v>191.071</c:v>
                      </c:pt>
                      <c:pt idx="1393">
                        <c:v>173.21100000000001</c:v>
                      </c:pt>
                      <c:pt idx="1394">
                        <c:v>170.53399999999999</c:v>
                      </c:pt>
                      <c:pt idx="1395">
                        <c:v>170.506</c:v>
                      </c:pt>
                      <c:pt idx="1396">
                        <c:v>177.126</c:v>
                      </c:pt>
                      <c:pt idx="1397">
                        <c:v>164.00800000000001</c:v>
                      </c:pt>
                      <c:pt idx="1398">
                        <c:v>167.001</c:v>
                      </c:pt>
                      <c:pt idx="1399">
                        <c:v>178.66200000000001</c:v>
                      </c:pt>
                      <c:pt idx="1400">
                        <c:v>177.023</c:v>
                      </c:pt>
                      <c:pt idx="1401">
                        <c:v>177.15299999999999</c:v>
                      </c:pt>
                      <c:pt idx="1402">
                        <c:v>180.745</c:v>
                      </c:pt>
                      <c:pt idx="1403">
                        <c:v>186.523</c:v>
                      </c:pt>
                      <c:pt idx="1404">
                        <c:v>181.375</c:v>
                      </c:pt>
                      <c:pt idx="1405">
                        <c:v>184.74700000000001</c:v>
                      </c:pt>
                      <c:pt idx="1406">
                        <c:v>183.42</c:v>
                      </c:pt>
                      <c:pt idx="1407">
                        <c:v>177.15</c:v>
                      </c:pt>
                      <c:pt idx="1408">
                        <c:v>175.333</c:v>
                      </c:pt>
                      <c:pt idx="1409">
                        <c:v>175.905</c:v>
                      </c:pt>
                      <c:pt idx="1410">
                        <c:v>182.524</c:v>
                      </c:pt>
                      <c:pt idx="1411">
                        <c:v>183</c:v>
                      </c:pt>
                      <c:pt idx="1412">
                        <c:v>184.98099999999999</c:v>
                      </c:pt>
                      <c:pt idx="1413">
                        <c:v>194.99199999999999</c:v>
                      </c:pt>
                      <c:pt idx="1414">
                        <c:v>202.77099999999999</c:v>
                      </c:pt>
                      <c:pt idx="1415">
                        <c:v>200.96199999999999</c:v>
                      </c:pt>
                      <c:pt idx="1416">
                        <c:v>191.20699999999999</c:v>
                      </c:pt>
                      <c:pt idx="1417">
                        <c:v>187.6</c:v>
                      </c:pt>
                      <c:pt idx="1418">
                        <c:v>184.934</c:v>
                      </c:pt>
                      <c:pt idx="1419">
                        <c:v>178.29599999999999</c:v>
                      </c:pt>
                      <c:pt idx="1420">
                        <c:v>178.73500000000001</c:v>
                      </c:pt>
                      <c:pt idx="1421">
                        <c:v>177.33600000000001</c:v>
                      </c:pt>
                      <c:pt idx="1422">
                        <c:v>176.26599999999999</c:v>
                      </c:pt>
                      <c:pt idx="1423">
                        <c:v>173.39500000000001</c:v>
                      </c:pt>
                      <c:pt idx="1424">
                        <c:v>169.857</c:v>
                      </c:pt>
                      <c:pt idx="1425">
                        <c:v>160.75</c:v>
                      </c:pt>
                      <c:pt idx="1426">
                        <c:v>162.75</c:v>
                      </c:pt>
                      <c:pt idx="1427">
                        <c:v>167.14500000000001</c:v>
                      </c:pt>
                      <c:pt idx="1428">
                        <c:v>173.79499999999999</c:v>
                      </c:pt>
                      <c:pt idx="1429">
                        <c:v>169.31399999999999</c:v>
                      </c:pt>
                      <c:pt idx="1430">
                        <c:v>172.25</c:v>
                      </c:pt>
                      <c:pt idx="1431">
                        <c:v>178.02500000000001</c:v>
                      </c:pt>
                      <c:pt idx="1432">
                        <c:v>183.21700000000001</c:v>
                      </c:pt>
                      <c:pt idx="1433">
                        <c:v>183.41200000000001</c:v>
                      </c:pt>
                      <c:pt idx="1434">
                        <c:v>181.089</c:v>
                      </c:pt>
                      <c:pt idx="1435">
                        <c:v>176.941</c:v>
                      </c:pt>
                      <c:pt idx="1436">
                        <c:v>184.625</c:v>
                      </c:pt>
                      <c:pt idx="1437">
                        <c:v>182.15</c:v>
                      </c:pt>
                      <c:pt idx="1438">
                        <c:v>173.38</c:v>
                      </c:pt>
                      <c:pt idx="1439">
                        <c:v>167.58</c:v>
                      </c:pt>
                      <c:pt idx="1440">
                        <c:v>171.369</c:v>
                      </c:pt>
                      <c:pt idx="1441">
                        <c:v>166.679</c:v>
                      </c:pt>
                      <c:pt idx="1442">
                        <c:v>161.32</c:v>
                      </c:pt>
                      <c:pt idx="1443">
                        <c:v>163.81299999999999</c:v>
                      </c:pt>
                      <c:pt idx="1444">
                        <c:v>164.63200000000001</c:v>
                      </c:pt>
                      <c:pt idx="1445">
                        <c:v>162.03</c:v>
                      </c:pt>
                      <c:pt idx="1446">
                        <c:v>165.197</c:v>
                      </c:pt>
                      <c:pt idx="1447">
                        <c:v>168.37700000000001</c:v>
                      </c:pt>
                      <c:pt idx="1448">
                        <c:v>166.38800000000001</c:v>
                      </c:pt>
                      <c:pt idx="1449">
                        <c:v>171.333</c:v>
                      </c:pt>
                      <c:pt idx="1450">
                        <c:v>179.47399999999999</c:v>
                      </c:pt>
                      <c:pt idx="1451">
                        <c:v>176.77500000000001</c:v>
                      </c:pt>
                      <c:pt idx="1452">
                        <c:v>182.012</c:v>
                      </c:pt>
                      <c:pt idx="1453">
                        <c:v>189.01</c:v>
                      </c:pt>
                      <c:pt idx="1454">
                        <c:v>191.69900000000001</c:v>
                      </c:pt>
                      <c:pt idx="1455">
                        <c:v>198.08099999999999</c:v>
                      </c:pt>
                      <c:pt idx="1456">
                        <c:v>186.50299999999999</c:v>
                      </c:pt>
                      <c:pt idx="1457">
                        <c:v>186.15600000000001</c:v>
                      </c:pt>
                      <c:pt idx="1458">
                        <c:v>185.464</c:v>
                      </c:pt>
                      <c:pt idx="1459">
                        <c:v>188.178</c:v>
                      </c:pt>
                      <c:pt idx="1460">
                        <c:v>184.559</c:v>
                      </c:pt>
                      <c:pt idx="1461">
                        <c:v>181.26599999999999</c:v>
                      </c:pt>
                      <c:pt idx="1462">
                        <c:v>176.73</c:v>
                      </c:pt>
                      <c:pt idx="1463">
                        <c:v>163.89</c:v>
                      </c:pt>
                      <c:pt idx="1464">
                        <c:v>163.709</c:v>
                      </c:pt>
                      <c:pt idx="1465">
                        <c:v>164.785</c:v>
                      </c:pt>
                      <c:pt idx="1466">
                        <c:v>168.744</c:v>
                      </c:pt>
                      <c:pt idx="1467">
                        <c:v>167.2</c:v>
                      </c:pt>
                      <c:pt idx="1468">
                        <c:v>163.12799999999999</c:v>
                      </c:pt>
                      <c:pt idx="1469">
                        <c:v>165.5</c:v>
                      </c:pt>
                      <c:pt idx="1470">
                        <c:v>164.70599999999999</c:v>
                      </c:pt>
                      <c:pt idx="1471">
                        <c:v>165.46299999999999</c:v>
                      </c:pt>
                      <c:pt idx="1472">
                        <c:v>168.21</c:v>
                      </c:pt>
                      <c:pt idx="1473">
                        <c:v>167.357</c:v>
                      </c:pt>
                      <c:pt idx="1474">
                        <c:v>166.69300000000001</c:v>
                      </c:pt>
                      <c:pt idx="1475">
                        <c:v>168.006</c:v>
                      </c:pt>
                      <c:pt idx="1476">
                        <c:v>166.21700000000001</c:v>
                      </c:pt>
                      <c:pt idx="1477">
                        <c:v>174.62100000000001</c:v>
                      </c:pt>
                      <c:pt idx="1478">
                        <c:v>173.72399999999999</c:v>
                      </c:pt>
                      <c:pt idx="1479">
                        <c:v>165.214</c:v>
                      </c:pt>
                      <c:pt idx="1480">
                        <c:v>162.29599999999999</c:v>
                      </c:pt>
                      <c:pt idx="1481">
                        <c:v>165.98500000000001</c:v>
                      </c:pt>
                      <c:pt idx="1482">
                        <c:v>163.523</c:v>
                      </c:pt>
                      <c:pt idx="1483">
                        <c:v>164.31700000000001</c:v>
                      </c:pt>
                      <c:pt idx="1484">
                        <c:v>166.79599999999999</c:v>
                      </c:pt>
                      <c:pt idx="1485">
                        <c:v>169.392</c:v>
                      </c:pt>
                      <c:pt idx="1486">
                        <c:v>168.059</c:v>
                      </c:pt>
                      <c:pt idx="1487">
                        <c:v>167.352</c:v>
                      </c:pt>
                      <c:pt idx="1488">
                        <c:v>164.05699999999999</c:v>
                      </c:pt>
                      <c:pt idx="1489">
                        <c:v>162.22999999999999</c:v>
                      </c:pt>
                      <c:pt idx="1490">
                        <c:v>163.65</c:v>
                      </c:pt>
                      <c:pt idx="1491">
                        <c:v>168.084</c:v>
                      </c:pt>
                      <c:pt idx="1492">
                        <c:v>165.161</c:v>
                      </c:pt>
                      <c:pt idx="1493">
                        <c:v>164.33500000000001</c:v>
                      </c:pt>
                      <c:pt idx="1494">
                        <c:v>160.60599999999999</c:v>
                      </c:pt>
                      <c:pt idx="1495">
                        <c:v>162.41300000000001</c:v>
                      </c:pt>
                      <c:pt idx="1496">
                        <c:v>162.50700000000001</c:v>
                      </c:pt>
                      <c:pt idx="1497">
                        <c:v>162.43700000000001</c:v>
                      </c:pt>
                      <c:pt idx="1498">
                        <c:v>160.87</c:v>
                      </c:pt>
                      <c:pt idx="1499">
                        <c:v>160.51499999999999</c:v>
                      </c:pt>
                      <c:pt idx="1500">
                        <c:v>159.77500000000001</c:v>
                      </c:pt>
                      <c:pt idx="1501">
                        <c:v>160.01900000000001</c:v>
                      </c:pt>
                      <c:pt idx="1502">
                        <c:v>160.33699999999999</c:v>
                      </c:pt>
                      <c:pt idx="1503">
                        <c:v>151.87</c:v>
                      </c:pt>
                      <c:pt idx="1504">
                        <c:v>152.08199999999999</c:v>
                      </c:pt>
                      <c:pt idx="1505">
                        <c:v>152.77500000000001</c:v>
                      </c:pt>
                      <c:pt idx="1506">
                        <c:v>151.22999999999999</c:v>
                      </c:pt>
                      <c:pt idx="1507">
                        <c:v>150.84700000000001</c:v>
                      </c:pt>
                      <c:pt idx="1508">
                        <c:v>151.255</c:v>
                      </c:pt>
                      <c:pt idx="1509">
                        <c:v>152.79400000000001</c:v>
                      </c:pt>
                      <c:pt idx="1510">
                        <c:v>152.476</c:v>
                      </c:pt>
                      <c:pt idx="1511">
                        <c:v>155.608</c:v>
                      </c:pt>
                      <c:pt idx="1512">
                        <c:v>163.07</c:v>
                      </c:pt>
                      <c:pt idx="1513">
                        <c:v>163.303</c:v>
                      </c:pt>
                      <c:pt idx="1514">
                        <c:v>160.739</c:v>
                      </c:pt>
                      <c:pt idx="1515">
                        <c:v>163.167</c:v>
                      </c:pt>
                      <c:pt idx="1516">
                        <c:v>173.01</c:v>
                      </c:pt>
                      <c:pt idx="1517">
                        <c:v>177.697</c:v>
                      </c:pt>
                      <c:pt idx="1518">
                        <c:v>171.03899999999999</c:v>
                      </c:pt>
                      <c:pt idx="1519">
                        <c:v>176.87799999999999</c:v>
                      </c:pt>
                      <c:pt idx="1520">
                        <c:v>181.018</c:v>
                      </c:pt>
                      <c:pt idx="1521">
                        <c:v>186.05</c:v>
                      </c:pt>
                      <c:pt idx="1522">
                        <c:v>187.76</c:v>
                      </c:pt>
                      <c:pt idx="1523">
                        <c:v>183.51599999999999</c:v>
                      </c:pt>
                      <c:pt idx="1524">
                        <c:v>183.00700000000001</c:v>
                      </c:pt>
                      <c:pt idx="1525">
                        <c:v>183.55600000000001</c:v>
                      </c:pt>
                      <c:pt idx="1526">
                        <c:v>192.02500000000001</c:v>
                      </c:pt>
                      <c:pt idx="1527">
                        <c:v>195.57499999999999</c:v>
                      </c:pt>
                      <c:pt idx="1528">
                        <c:v>202.113</c:v>
                      </c:pt>
                      <c:pt idx="1529">
                        <c:v>193.71</c:v>
                      </c:pt>
                      <c:pt idx="1530">
                        <c:v>187.97800000000001</c:v>
                      </c:pt>
                      <c:pt idx="1531">
                        <c:v>181.30699999999999</c:v>
                      </c:pt>
                      <c:pt idx="1532">
                        <c:v>185.24</c:v>
                      </c:pt>
                      <c:pt idx="1533">
                        <c:v>185.37799999999999</c:v>
                      </c:pt>
                      <c:pt idx="1534">
                        <c:v>180.69499999999999</c:v>
                      </c:pt>
                      <c:pt idx="1535">
                        <c:v>183.72</c:v>
                      </c:pt>
                      <c:pt idx="1536">
                        <c:v>181.31399999999999</c:v>
                      </c:pt>
                      <c:pt idx="1537">
                        <c:v>178.45500000000001</c:v>
                      </c:pt>
                      <c:pt idx="1538">
                        <c:v>175.07400000000001</c:v>
                      </c:pt>
                      <c:pt idx="1539">
                        <c:v>179.08099999999999</c:v>
                      </c:pt>
                      <c:pt idx="1540">
                        <c:v>178.34700000000001</c:v>
                      </c:pt>
                      <c:pt idx="1541">
                        <c:v>177.87200000000001</c:v>
                      </c:pt>
                      <c:pt idx="1542">
                        <c:v>175.88499999999999</c:v>
                      </c:pt>
                      <c:pt idx="1543">
                        <c:v>173.626</c:v>
                      </c:pt>
                      <c:pt idx="1544">
                        <c:v>173.11099999999999</c:v>
                      </c:pt>
                      <c:pt idx="1545">
                        <c:v>172.91200000000001</c:v>
                      </c:pt>
                      <c:pt idx="1546">
                        <c:v>172.2</c:v>
                      </c:pt>
                      <c:pt idx="1547">
                        <c:v>168.709</c:v>
                      </c:pt>
                      <c:pt idx="1548">
                        <c:v>163.25899999999999</c:v>
                      </c:pt>
                      <c:pt idx="1549">
                        <c:v>162.18899999999999</c:v>
                      </c:pt>
                      <c:pt idx="1550">
                        <c:v>162.839</c:v>
                      </c:pt>
                      <c:pt idx="1551">
                        <c:v>160.309</c:v>
                      </c:pt>
                      <c:pt idx="1552">
                        <c:v>159.15899999999999</c:v>
                      </c:pt>
                      <c:pt idx="1553">
                        <c:v>162.29599999999999</c:v>
                      </c:pt>
                      <c:pt idx="1554">
                        <c:v>160.87100000000001</c:v>
                      </c:pt>
                      <c:pt idx="1555">
                        <c:v>158.166</c:v>
                      </c:pt>
                      <c:pt idx="1556">
                        <c:v>157.923</c:v>
                      </c:pt>
                      <c:pt idx="1557">
                        <c:v>160.48099999999999</c:v>
                      </c:pt>
                      <c:pt idx="1558">
                        <c:v>167.017</c:v>
                      </c:pt>
                      <c:pt idx="1559">
                        <c:v>166.25</c:v>
                      </c:pt>
                      <c:pt idx="1560">
                        <c:v>169.226</c:v>
                      </c:pt>
                      <c:pt idx="1561">
                        <c:v>170.57</c:v>
                      </c:pt>
                      <c:pt idx="1562">
                        <c:v>173.364</c:v>
                      </c:pt>
                      <c:pt idx="1563">
                        <c:v>173.11799999999999</c:v>
                      </c:pt>
                      <c:pt idx="1564">
                        <c:v>170.179</c:v>
                      </c:pt>
                      <c:pt idx="1565">
                        <c:v>173.13200000000001</c:v>
                      </c:pt>
                      <c:pt idx="1566">
                        <c:v>166.61799999999999</c:v>
                      </c:pt>
                      <c:pt idx="1567">
                        <c:v>167.333</c:v>
                      </c:pt>
                      <c:pt idx="1568">
                        <c:v>160.25</c:v>
                      </c:pt>
                      <c:pt idx="1569">
                        <c:v>161.755</c:v>
                      </c:pt>
                      <c:pt idx="1570">
                        <c:v>165.27600000000001</c:v>
                      </c:pt>
                      <c:pt idx="1571">
                        <c:v>164.613</c:v>
                      </c:pt>
                      <c:pt idx="1572">
                        <c:v>164.642</c:v>
                      </c:pt>
                      <c:pt idx="1573">
                        <c:v>160.173</c:v>
                      </c:pt>
                      <c:pt idx="1574">
                        <c:v>158.13399999999999</c:v>
                      </c:pt>
                      <c:pt idx="1575">
                        <c:v>155.92599999999999</c:v>
                      </c:pt>
                      <c:pt idx="1576">
                        <c:v>150.37</c:v>
                      </c:pt>
                      <c:pt idx="1577">
                        <c:v>151.44200000000001</c:v>
                      </c:pt>
                      <c:pt idx="1578">
                        <c:v>151.97399999999999</c:v>
                      </c:pt>
                      <c:pt idx="1579">
                        <c:v>151.358</c:v>
                      </c:pt>
                      <c:pt idx="1580">
                        <c:v>153.56399999999999</c:v>
                      </c:pt>
                      <c:pt idx="1581">
                        <c:v>155.07599999999999</c:v>
                      </c:pt>
                      <c:pt idx="1582">
                        <c:v>156.34</c:v>
                      </c:pt>
                      <c:pt idx="1583">
                        <c:v>159.6</c:v>
                      </c:pt>
                      <c:pt idx="1584">
                        <c:v>173.333</c:v>
                      </c:pt>
                      <c:pt idx="1585">
                        <c:v>168.607</c:v>
                      </c:pt>
                      <c:pt idx="1586">
                        <c:v>166.19</c:v>
                      </c:pt>
                      <c:pt idx="1587">
                        <c:v>169.64500000000001</c:v>
                      </c:pt>
                      <c:pt idx="1588">
                        <c:v>164.31700000000001</c:v>
                      </c:pt>
                      <c:pt idx="1589">
                        <c:v>172.30699999999999</c:v>
                      </c:pt>
                      <c:pt idx="1590">
                        <c:v>187.68299999999999</c:v>
                      </c:pt>
                      <c:pt idx="1591">
                        <c:v>209.352</c:v>
                      </c:pt>
                      <c:pt idx="1592">
                        <c:v>206.054</c:v>
                      </c:pt>
                      <c:pt idx="1593">
                        <c:v>178.29499999999999</c:v>
                      </c:pt>
                      <c:pt idx="1594">
                        <c:v>177.619</c:v>
                      </c:pt>
                      <c:pt idx="1595">
                        <c:v>169.22399999999999</c:v>
                      </c:pt>
                      <c:pt idx="1596">
                        <c:v>168.661</c:v>
                      </c:pt>
                      <c:pt idx="1597">
                        <c:v>180.196</c:v>
                      </c:pt>
                      <c:pt idx="1598">
                        <c:v>182.416</c:v>
                      </c:pt>
                      <c:pt idx="1599">
                        <c:v>194.465</c:v>
                      </c:pt>
                      <c:pt idx="1600">
                        <c:v>195.833</c:v>
                      </c:pt>
                      <c:pt idx="1601">
                        <c:v>210.179</c:v>
                      </c:pt>
                      <c:pt idx="1602">
                        <c:v>205.61600000000001</c:v>
                      </c:pt>
                      <c:pt idx="1603">
                        <c:v>203.523</c:v>
                      </c:pt>
                      <c:pt idx="1604">
                        <c:v>203.376</c:v>
                      </c:pt>
                      <c:pt idx="1605">
                        <c:v>197.93</c:v>
                      </c:pt>
                      <c:pt idx="1606">
                        <c:v>184.64</c:v>
                      </c:pt>
                      <c:pt idx="1607">
                        <c:v>184.70400000000001</c:v>
                      </c:pt>
                      <c:pt idx="1608">
                        <c:v>187.32400000000001</c:v>
                      </c:pt>
                      <c:pt idx="1609">
                        <c:v>186.5</c:v>
                      </c:pt>
                      <c:pt idx="1610">
                        <c:v>182.87899999999999</c:v>
                      </c:pt>
                      <c:pt idx="1611">
                        <c:v>182.249</c:v>
                      </c:pt>
                      <c:pt idx="1612">
                        <c:v>193.43199999999999</c:v>
                      </c:pt>
                      <c:pt idx="1613">
                        <c:v>196.167</c:v>
                      </c:pt>
                      <c:pt idx="1614">
                        <c:v>195.10400000000001</c:v>
                      </c:pt>
                      <c:pt idx="1615">
                        <c:v>191.30500000000001</c:v>
                      </c:pt>
                      <c:pt idx="1616">
                        <c:v>187.333</c:v>
                      </c:pt>
                      <c:pt idx="1617">
                        <c:v>186.678</c:v>
                      </c:pt>
                      <c:pt idx="1618">
                        <c:v>181.816</c:v>
                      </c:pt>
                      <c:pt idx="1619">
                        <c:v>180.04</c:v>
                      </c:pt>
                      <c:pt idx="1620">
                        <c:v>180.14400000000001</c:v>
                      </c:pt>
                      <c:pt idx="1621">
                        <c:v>176.68</c:v>
                      </c:pt>
                      <c:pt idx="1622">
                        <c:v>171.08699999999999</c:v>
                      </c:pt>
                      <c:pt idx="1623">
                        <c:v>170.619</c:v>
                      </c:pt>
                      <c:pt idx="1624">
                        <c:v>172.64699999999999</c:v>
                      </c:pt>
                      <c:pt idx="1625">
                        <c:v>171.95599999999999</c:v>
                      </c:pt>
                      <c:pt idx="1626">
                        <c:v>175.46100000000001</c:v>
                      </c:pt>
                      <c:pt idx="1627">
                        <c:v>172.68199999999999</c:v>
                      </c:pt>
                      <c:pt idx="1628">
                        <c:v>169.33500000000001</c:v>
                      </c:pt>
                      <c:pt idx="1629">
                        <c:v>175.38300000000001</c:v>
                      </c:pt>
                      <c:pt idx="1630">
                        <c:v>177.476</c:v>
                      </c:pt>
                      <c:pt idx="1631">
                        <c:v>176.751</c:v>
                      </c:pt>
                      <c:pt idx="1632">
                        <c:v>177.304</c:v>
                      </c:pt>
                      <c:pt idx="1633">
                        <c:v>177.31899999999999</c:v>
                      </c:pt>
                      <c:pt idx="1634">
                        <c:v>173.26300000000001</c:v>
                      </c:pt>
                      <c:pt idx="1635">
                        <c:v>168.005</c:v>
                      </c:pt>
                      <c:pt idx="1636">
                        <c:v>165.07900000000001</c:v>
                      </c:pt>
                      <c:pt idx="1637">
                        <c:v>162.75399999999999</c:v>
                      </c:pt>
                      <c:pt idx="1638">
                        <c:v>159.863</c:v>
                      </c:pt>
                      <c:pt idx="1639">
                        <c:v>157.25899999999999</c:v>
                      </c:pt>
                      <c:pt idx="1640">
                        <c:v>157.214</c:v>
                      </c:pt>
                      <c:pt idx="1641">
                        <c:v>156.95699999999999</c:v>
                      </c:pt>
                      <c:pt idx="1642">
                        <c:v>159.28200000000001</c:v>
                      </c:pt>
                      <c:pt idx="1643">
                        <c:v>160.167</c:v>
                      </c:pt>
                      <c:pt idx="1644">
                        <c:v>156.69900000000001</c:v>
                      </c:pt>
                      <c:pt idx="1645">
                        <c:v>155.98699999999999</c:v>
                      </c:pt>
                      <c:pt idx="1646">
                        <c:v>152.71899999999999</c:v>
                      </c:pt>
                      <c:pt idx="1647">
                        <c:v>150.74799999999999</c:v>
                      </c:pt>
                      <c:pt idx="1648">
                        <c:v>147.04900000000001</c:v>
                      </c:pt>
                      <c:pt idx="1649">
                        <c:v>147.36000000000001</c:v>
                      </c:pt>
                      <c:pt idx="1650">
                        <c:v>149.57499999999999</c:v>
                      </c:pt>
                      <c:pt idx="1651">
                        <c:v>147.87</c:v>
                      </c:pt>
                      <c:pt idx="1652">
                        <c:v>147.06100000000001</c:v>
                      </c:pt>
                      <c:pt idx="1653">
                        <c:v>142.23400000000001</c:v>
                      </c:pt>
                      <c:pt idx="1654">
                        <c:v>142.965</c:v>
                      </c:pt>
                      <c:pt idx="1655">
                        <c:v>144.58000000000001</c:v>
                      </c:pt>
                      <c:pt idx="1656">
                        <c:v>143.53299999999999</c:v>
                      </c:pt>
                      <c:pt idx="1657">
                        <c:v>142.88300000000001</c:v>
                      </c:pt>
                      <c:pt idx="1658">
                        <c:v>140.57599999999999</c:v>
                      </c:pt>
                      <c:pt idx="1659">
                        <c:v>143.24700000000001</c:v>
                      </c:pt>
                      <c:pt idx="1660">
                        <c:v>142.22300000000001</c:v>
                      </c:pt>
                      <c:pt idx="1661">
                        <c:v>142.88300000000001</c:v>
                      </c:pt>
                      <c:pt idx="1662">
                        <c:v>145.589</c:v>
                      </c:pt>
                      <c:pt idx="1663">
                        <c:v>145.744</c:v>
                      </c:pt>
                      <c:pt idx="1664">
                        <c:v>143.328</c:v>
                      </c:pt>
                      <c:pt idx="1665">
                        <c:v>141.774</c:v>
                      </c:pt>
                      <c:pt idx="1666">
                        <c:v>142.83699999999999</c:v>
                      </c:pt>
                      <c:pt idx="1667">
                        <c:v>145.02000000000001</c:v>
                      </c:pt>
                      <c:pt idx="1668">
                        <c:v>144.066</c:v>
                      </c:pt>
                      <c:pt idx="1669">
                        <c:v>151.05500000000001</c:v>
                      </c:pt>
                      <c:pt idx="1670">
                        <c:v>151.29599999999999</c:v>
                      </c:pt>
                      <c:pt idx="1671">
                        <c:v>156.40899999999999</c:v>
                      </c:pt>
                      <c:pt idx="1672">
                        <c:v>155.82599999999999</c:v>
                      </c:pt>
                      <c:pt idx="1673">
                        <c:v>160.72300000000001</c:v>
                      </c:pt>
                      <c:pt idx="1674">
                        <c:v>161.816</c:v>
                      </c:pt>
                      <c:pt idx="1675">
                        <c:v>154.78800000000001</c:v>
                      </c:pt>
                      <c:pt idx="1676">
                        <c:v>149.61600000000001</c:v>
                      </c:pt>
                      <c:pt idx="1677">
                        <c:v>146.673</c:v>
                      </c:pt>
                      <c:pt idx="1678">
                        <c:v>148.18199999999999</c:v>
                      </c:pt>
                      <c:pt idx="1679">
                        <c:v>152.245</c:v>
                      </c:pt>
                      <c:pt idx="1680">
                        <c:v>158.333</c:v>
                      </c:pt>
                      <c:pt idx="1681">
                        <c:v>155.505</c:v>
                      </c:pt>
                      <c:pt idx="1682">
                        <c:v>154.124</c:v>
                      </c:pt>
                      <c:pt idx="1683">
                        <c:v>148.125</c:v>
                      </c:pt>
                      <c:pt idx="1684">
                        <c:v>149.429</c:v>
                      </c:pt>
                      <c:pt idx="1685">
                        <c:v>149.03299999999999</c:v>
                      </c:pt>
                      <c:pt idx="1686">
                        <c:v>145.953</c:v>
                      </c:pt>
                      <c:pt idx="1687">
                        <c:v>152.53100000000001</c:v>
                      </c:pt>
                      <c:pt idx="1688">
                        <c:v>153.84800000000001</c:v>
                      </c:pt>
                      <c:pt idx="1689">
                        <c:v>153.328</c:v>
                      </c:pt>
                      <c:pt idx="1690">
                        <c:v>151.46899999999999</c:v>
                      </c:pt>
                      <c:pt idx="1691">
                        <c:v>154.26499999999999</c:v>
                      </c:pt>
                      <c:pt idx="1692">
                        <c:v>149.13900000000001</c:v>
                      </c:pt>
                      <c:pt idx="1693">
                        <c:v>146.215</c:v>
                      </c:pt>
                      <c:pt idx="1694">
                        <c:v>144.005</c:v>
                      </c:pt>
                      <c:pt idx="1695">
                        <c:v>142.59899999999999</c:v>
                      </c:pt>
                      <c:pt idx="1696">
                        <c:v>144.333</c:v>
                      </c:pt>
                      <c:pt idx="1697">
                        <c:v>140.62200000000001</c:v>
                      </c:pt>
                      <c:pt idx="1698">
                        <c:v>140.42599999999999</c:v>
                      </c:pt>
                      <c:pt idx="1699">
                        <c:v>135.26</c:v>
                      </c:pt>
                      <c:pt idx="1700">
                        <c:v>133.27699999999999</c:v>
                      </c:pt>
                      <c:pt idx="1701">
                        <c:v>131.46799999999999</c:v>
                      </c:pt>
                      <c:pt idx="1702">
                        <c:v>127.005</c:v>
                      </c:pt>
                      <c:pt idx="1703">
                        <c:v>126.04</c:v>
                      </c:pt>
                      <c:pt idx="1704">
                        <c:v>121.444</c:v>
                      </c:pt>
                      <c:pt idx="1705">
                        <c:v>118.23099999999999</c:v>
                      </c:pt>
                      <c:pt idx="1706">
                        <c:v>120.5</c:v>
                      </c:pt>
                      <c:pt idx="1707">
                        <c:v>125.593</c:v>
                      </c:pt>
                      <c:pt idx="1708">
                        <c:v>125.95399999999999</c:v>
                      </c:pt>
                      <c:pt idx="1709">
                        <c:v>130.161</c:v>
                      </c:pt>
                      <c:pt idx="1710">
                        <c:v>131.17400000000001</c:v>
                      </c:pt>
                      <c:pt idx="1711">
                        <c:v>130.18199999999999</c:v>
                      </c:pt>
                      <c:pt idx="1712">
                        <c:v>129.005</c:v>
                      </c:pt>
                      <c:pt idx="1713">
                        <c:v>125.944</c:v>
                      </c:pt>
                      <c:pt idx="1714">
                        <c:v>127.155</c:v>
                      </c:pt>
                      <c:pt idx="1715">
                        <c:v>128.02000000000001</c:v>
                      </c:pt>
                      <c:pt idx="1716">
                        <c:v>126.852</c:v>
                      </c:pt>
                      <c:pt idx="1717">
                        <c:v>127.708</c:v>
                      </c:pt>
                      <c:pt idx="1718">
                        <c:v>127.003</c:v>
                      </c:pt>
                      <c:pt idx="1719">
                        <c:v>124.687</c:v>
                      </c:pt>
                      <c:pt idx="1720">
                        <c:v>123.80500000000001</c:v>
                      </c:pt>
                      <c:pt idx="1721">
                        <c:v>120.846</c:v>
                      </c:pt>
                      <c:pt idx="1722">
                        <c:v>121.95699999999999</c:v>
                      </c:pt>
                      <c:pt idx="1723">
                        <c:v>124.208</c:v>
                      </c:pt>
                      <c:pt idx="1724">
                        <c:v>125.9</c:v>
                      </c:pt>
                      <c:pt idx="1725">
                        <c:v>127.762</c:v>
                      </c:pt>
                      <c:pt idx="1726">
                        <c:v>128.684</c:v>
                      </c:pt>
                      <c:pt idx="1727">
                        <c:v>130.488</c:v>
                      </c:pt>
                      <c:pt idx="1728">
                        <c:v>132.37299999999999</c:v>
                      </c:pt>
                      <c:pt idx="1729">
                        <c:v>138.54300000000001</c:v>
                      </c:pt>
                      <c:pt idx="1730">
                        <c:v>138.13300000000001</c:v>
                      </c:pt>
                      <c:pt idx="1731">
                        <c:v>135.39599999999999</c:v>
                      </c:pt>
                      <c:pt idx="1732">
                        <c:v>135.13900000000001</c:v>
                      </c:pt>
                      <c:pt idx="1733">
                        <c:v>136.18600000000001</c:v>
                      </c:pt>
                      <c:pt idx="1734">
                        <c:v>141.31899999999999</c:v>
                      </c:pt>
                      <c:pt idx="1735">
                        <c:v>140.53299999999999</c:v>
                      </c:pt>
                      <c:pt idx="1736">
                        <c:v>140.774</c:v>
                      </c:pt>
                      <c:pt idx="1737">
                        <c:v>141.35499999999999</c:v>
                      </c:pt>
                      <c:pt idx="1738">
                        <c:v>147.773</c:v>
                      </c:pt>
                      <c:pt idx="1739">
                        <c:v>154.345</c:v>
                      </c:pt>
                      <c:pt idx="1740">
                        <c:v>146.03100000000001</c:v>
                      </c:pt>
                      <c:pt idx="1741">
                        <c:v>138.251</c:v>
                      </c:pt>
                      <c:pt idx="1742">
                        <c:v>135.18799999999999</c:v>
                      </c:pt>
                      <c:pt idx="1743">
                        <c:v>134.86699999999999</c:v>
                      </c:pt>
                      <c:pt idx="1744">
                        <c:v>138.25299999999999</c:v>
                      </c:pt>
                      <c:pt idx="1745">
                        <c:v>137.59399999999999</c:v>
                      </c:pt>
                      <c:pt idx="1746">
                        <c:v>140.09399999999999</c:v>
                      </c:pt>
                      <c:pt idx="1747">
                        <c:v>141.73099999999999</c:v>
                      </c:pt>
                      <c:pt idx="1748">
                        <c:v>140.66300000000001</c:v>
                      </c:pt>
                      <c:pt idx="1749">
                        <c:v>141.04499999999999</c:v>
                      </c:pt>
                      <c:pt idx="1750">
                        <c:v>145.29499999999999</c:v>
                      </c:pt>
                      <c:pt idx="1751">
                        <c:v>143.96100000000001</c:v>
                      </c:pt>
                      <c:pt idx="1752">
                        <c:v>143.5</c:v>
                      </c:pt>
                      <c:pt idx="1753">
                        <c:v>146.77500000000001</c:v>
                      </c:pt>
                      <c:pt idx="1754">
                        <c:v>146.09100000000001</c:v>
                      </c:pt>
                      <c:pt idx="1755">
                        <c:v>145.74700000000001</c:v>
                      </c:pt>
                      <c:pt idx="1756">
                        <c:v>145.309</c:v>
                      </c:pt>
                      <c:pt idx="1757">
                        <c:v>143.85300000000001</c:v>
                      </c:pt>
                      <c:pt idx="1758">
                        <c:v>145.19300000000001</c:v>
                      </c:pt>
                      <c:pt idx="1759">
                        <c:v>145.52799999999999</c:v>
                      </c:pt>
                      <c:pt idx="1760">
                        <c:v>143.55600000000001</c:v>
                      </c:pt>
                      <c:pt idx="1761">
                        <c:v>141.98400000000001</c:v>
                      </c:pt>
                      <c:pt idx="1762">
                        <c:v>141.08600000000001</c:v>
                      </c:pt>
                      <c:pt idx="1763">
                        <c:v>138.31200000000001</c:v>
                      </c:pt>
                      <c:pt idx="1764">
                        <c:v>133.89599999999999</c:v>
                      </c:pt>
                      <c:pt idx="1765">
                        <c:v>134.41499999999999</c:v>
                      </c:pt>
                      <c:pt idx="1766">
                        <c:v>136.351</c:v>
                      </c:pt>
                      <c:pt idx="1767">
                        <c:v>141.42699999999999</c:v>
                      </c:pt>
                      <c:pt idx="1768">
                        <c:v>141.268</c:v>
                      </c:pt>
                      <c:pt idx="1769">
                        <c:v>140.995</c:v>
                      </c:pt>
                      <c:pt idx="1770">
                        <c:v>137.33699999999999</c:v>
                      </c:pt>
                      <c:pt idx="1771">
                        <c:v>138.572</c:v>
                      </c:pt>
                      <c:pt idx="1772">
                        <c:v>136.667</c:v>
                      </c:pt>
                      <c:pt idx="1773">
                        <c:v>137.79400000000001</c:v>
                      </c:pt>
                      <c:pt idx="1774">
                        <c:v>136.49700000000001</c:v>
                      </c:pt>
                      <c:pt idx="1775">
                        <c:v>138.07499999999999</c:v>
                      </c:pt>
                      <c:pt idx="1776">
                        <c:v>139.404</c:v>
                      </c:pt>
                      <c:pt idx="1777">
                        <c:v>137.84100000000001</c:v>
                      </c:pt>
                      <c:pt idx="1778">
                        <c:v>137.58199999999999</c:v>
                      </c:pt>
                      <c:pt idx="1779">
                        <c:v>140.43899999999999</c:v>
                      </c:pt>
                      <c:pt idx="1780">
                        <c:v>140.399</c:v>
                      </c:pt>
                      <c:pt idx="1781">
                        <c:v>145.05600000000001</c:v>
                      </c:pt>
                      <c:pt idx="1782">
                        <c:v>153.24100000000001</c:v>
                      </c:pt>
                      <c:pt idx="1783">
                        <c:v>150.982</c:v>
                      </c:pt>
                      <c:pt idx="1784">
                        <c:v>148.08099999999999</c:v>
                      </c:pt>
                      <c:pt idx="1785">
                        <c:v>148.667</c:v>
                      </c:pt>
                      <c:pt idx="1786">
                        <c:v>146.49600000000001</c:v>
                      </c:pt>
                      <c:pt idx="1787">
                        <c:v>145.91900000000001</c:v>
                      </c:pt>
                      <c:pt idx="1788">
                        <c:v>148.88999999999999</c:v>
                      </c:pt>
                      <c:pt idx="1789">
                        <c:v>149.59200000000001</c:v>
                      </c:pt>
                      <c:pt idx="1790">
                        <c:v>151.553</c:v>
                      </c:pt>
                      <c:pt idx="1791">
                        <c:v>155.49</c:v>
                      </c:pt>
                      <c:pt idx="1792">
                        <c:v>154.69200000000001</c:v>
                      </c:pt>
                      <c:pt idx="1793">
                        <c:v>153.952</c:v>
                      </c:pt>
                      <c:pt idx="1794">
                        <c:v>152.04599999999999</c:v>
                      </c:pt>
                      <c:pt idx="1795">
                        <c:v>150.90100000000001</c:v>
                      </c:pt>
                      <c:pt idx="1796">
                        <c:v>148.53100000000001</c:v>
                      </c:pt>
                      <c:pt idx="1797">
                        <c:v>148.53100000000001</c:v>
                      </c:pt>
                      <c:pt idx="1798">
                        <c:v>150.97499999999999</c:v>
                      </c:pt>
                      <c:pt idx="1799">
                        <c:v>153.565</c:v>
                      </c:pt>
                      <c:pt idx="1800">
                        <c:v>155.40799999999999</c:v>
                      </c:pt>
                      <c:pt idx="1801">
                        <c:v>153.773</c:v>
                      </c:pt>
                      <c:pt idx="1802">
                        <c:v>151.63900000000001</c:v>
                      </c:pt>
                      <c:pt idx="1803">
                        <c:v>151.352</c:v>
                      </c:pt>
                      <c:pt idx="1804">
                        <c:v>153.566</c:v>
                      </c:pt>
                      <c:pt idx="1805">
                        <c:v>154.148</c:v>
                      </c:pt>
                      <c:pt idx="1806">
                        <c:v>147.589</c:v>
                      </c:pt>
                      <c:pt idx="1807">
                        <c:v>149.14699999999999</c:v>
                      </c:pt>
                      <c:pt idx="1808">
                        <c:v>146.286</c:v>
                      </c:pt>
                      <c:pt idx="1809">
                        <c:v>143.36600000000001</c:v>
                      </c:pt>
                      <c:pt idx="1810">
                        <c:v>145.245</c:v>
                      </c:pt>
                      <c:pt idx="1811">
                        <c:v>149.63200000000001</c:v>
                      </c:pt>
                      <c:pt idx="1812">
                        <c:v>146.26599999999999</c:v>
                      </c:pt>
                      <c:pt idx="1813">
                        <c:v>148.71700000000001</c:v>
                      </c:pt>
                      <c:pt idx="1814">
                        <c:v>152.995</c:v>
                      </c:pt>
                      <c:pt idx="1815">
                        <c:v>157.01</c:v>
                      </c:pt>
                      <c:pt idx="1816">
                        <c:v>154.233</c:v>
                      </c:pt>
                      <c:pt idx="1817">
                        <c:v>153.71</c:v>
                      </c:pt>
                      <c:pt idx="1818">
                        <c:v>152.67699999999999</c:v>
                      </c:pt>
                      <c:pt idx="1819">
                        <c:v>151.85900000000001</c:v>
                      </c:pt>
                      <c:pt idx="1820">
                        <c:v>151.255</c:v>
                      </c:pt>
                      <c:pt idx="1821">
                        <c:v>148.685</c:v>
                      </c:pt>
                      <c:pt idx="1822">
                        <c:v>148.05199999999999</c:v>
                      </c:pt>
                      <c:pt idx="1823">
                        <c:v>150.989</c:v>
                      </c:pt>
                      <c:pt idx="1824">
                        <c:v>154.01</c:v>
                      </c:pt>
                      <c:pt idx="1825">
                        <c:v>153.60400000000001</c:v>
                      </c:pt>
                      <c:pt idx="1826">
                        <c:v>149.917</c:v>
                      </c:pt>
                      <c:pt idx="1827">
                        <c:v>149.005</c:v>
                      </c:pt>
                      <c:pt idx="1828">
                        <c:v>148.10400000000001</c:v>
                      </c:pt>
                      <c:pt idx="1829">
                        <c:v>145.01</c:v>
                      </c:pt>
                      <c:pt idx="1830">
                        <c:v>146.17699999999999</c:v>
                      </c:pt>
                      <c:pt idx="1831">
                        <c:v>144.84299999999999</c:v>
                      </c:pt>
                      <c:pt idx="1832">
                        <c:v>142.47499999999999</c:v>
                      </c:pt>
                      <c:pt idx="1833">
                        <c:v>140.316</c:v>
                      </c:pt>
                      <c:pt idx="1834">
                        <c:v>140.80199999999999</c:v>
                      </c:pt>
                      <c:pt idx="1835">
                        <c:v>140.84299999999999</c:v>
                      </c:pt>
                      <c:pt idx="1836">
                        <c:v>140.53399999999999</c:v>
                      </c:pt>
                      <c:pt idx="1837">
                        <c:v>140.35300000000001</c:v>
                      </c:pt>
                      <c:pt idx="1838">
                        <c:v>143.267</c:v>
                      </c:pt>
                      <c:pt idx="1839">
                        <c:v>143.15</c:v>
                      </c:pt>
                      <c:pt idx="1840">
                        <c:v>142.852</c:v>
                      </c:pt>
                      <c:pt idx="1841">
                        <c:v>142.779</c:v>
                      </c:pt>
                      <c:pt idx="1842">
                        <c:v>141.80099999999999</c:v>
                      </c:pt>
                      <c:pt idx="1843">
                        <c:v>141.92400000000001</c:v>
                      </c:pt>
                      <c:pt idx="1844">
                        <c:v>141.93899999999999</c:v>
                      </c:pt>
                      <c:pt idx="1845">
                        <c:v>143.04900000000001</c:v>
                      </c:pt>
                      <c:pt idx="1846">
                        <c:v>141.86799999999999</c:v>
                      </c:pt>
                      <c:pt idx="1847">
                        <c:v>141.202</c:v>
                      </c:pt>
                      <c:pt idx="1848">
                        <c:v>140.69800000000001</c:v>
                      </c:pt>
                      <c:pt idx="1849">
                        <c:v>140.09100000000001</c:v>
                      </c:pt>
                      <c:pt idx="1850">
                        <c:v>139.71700000000001</c:v>
                      </c:pt>
                      <c:pt idx="1851">
                        <c:v>141.286</c:v>
                      </c:pt>
                      <c:pt idx="1852">
                        <c:v>142.44399999999999</c:v>
                      </c:pt>
                      <c:pt idx="1853">
                        <c:v>141.55000000000001</c:v>
                      </c:pt>
                      <c:pt idx="1854">
                        <c:v>141.68700000000001</c:v>
                      </c:pt>
                      <c:pt idx="1855">
                        <c:v>141.74600000000001</c:v>
                      </c:pt>
                      <c:pt idx="1856">
                        <c:v>142.56299999999999</c:v>
                      </c:pt>
                      <c:pt idx="1857">
                        <c:v>142.10400000000001</c:v>
                      </c:pt>
                      <c:pt idx="1858">
                        <c:v>142.56899999999999</c:v>
                      </c:pt>
                      <c:pt idx="1859">
                        <c:v>142.36099999999999</c:v>
                      </c:pt>
                      <c:pt idx="1860">
                        <c:v>138.13</c:v>
                      </c:pt>
                      <c:pt idx="1861">
                        <c:v>140.142</c:v>
                      </c:pt>
                      <c:pt idx="1862">
                        <c:v>140.38</c:v>
                      </c:pt>
                      <c:pt idx="1863">
                        <c:v>143.64400000000001</c:v>
                      </c:pt>
                      <c:pt idx="1864">
                        <c:v>144.06299999999999</c:v>
                      </c:pt>
                      <c:pt idx="1865">
                        <c:v>144.38300000000001</c:v>
                      </c:pt>
                      <c:pt idx="1866">
                        <c:v>146.35</c:v>
                      </c:pt>
                      <c:pt idx="1867">
                        <c:v>145.995</c:v>
                      </c:pt>
                      <c:pt idx="1868">
                        <c:v>145.673</c:v>
                      </c:pt>
                      <c:pt idx="1869">
                        <c:v>142.74700000000001</c:v>
                      </c:pt>
                      <c:pt idx="1870">
                        <c:v>142.50899999999999</c:v>
                      </c:pt>
                      <c:pt idx="1871">
                        <c:v>142.25899999999999</c:v>
                      </c:pt>
                      <c:pt idx="1872">
                        <c:v>144.66999999999999</c:v>
                      </c:pt>
                      <c:pt idx="1873">
                        <c:v>145.64400000000001</c:v>
                      </c:pt>
                      <c:pt idx="1874">
                        <c:v>143.584</c:v>
                      </c:pt>
                      <c:pt idx="1875">
                        <c:v>146.33500000000001</c:v>
                      </c:pt>
                      <c:pt idx="1876">
                        <c:v>146.01300000000001</c:v>
                      </c:pt>
                      <c:pt idx="1877">
                        <c:v>146.33000000000001</c:v>
                      </c:pt>
                      <c:pt idx="1878">
                        <c:v>147.827</c:v>
                      </c:pt>
                      <c:pt idx="1879">
                        <c:v>146.68899999999999</c:v>
                      </c:pt>
                      <c:pt idx="1880">
                        <c:v>147.83600000000001</c:v>
                      </c:pt>
                      <c:pt idx="1881">
                        <c:v>151.34</c:v>
                      </c:pt>
                      <c:pt idx="1882">
                        <c:v>151.66499999999999</c:v>
                      </c:pt>
                      <c:pt idx="1883">
                        <c:v>155.35300000000001</c:v>
                      </c:pt>
                      <c:pt idx="1884">
                        <c:v>152.88499999999999</c:v>
                      </c:pt>
                      <c:pt idx="1885">
                        <c:v>150.94</c:v>
                      </c:pt>
                      <c:pt idx="1886">
                        <c:v>153.125</c:v>
                      </c:pt>
                      <c:pt idx="1887">
                        <c:v>155.59899999999999</c:v>
                      </c:pt>
                      <c:pt idx="1888">
                        <c:v>156.798</c:v>
                      </c:pt>
                      <c:pt idx="1889">
                        <c:v>155.26300000000001</c:v>
                      </c:pt>
                      <c:pt idx="1890">
                        <c:v>154.75800000000001</c:v>
                      </c:pt>
                      <c:pt idx="1891">
                        <c:v>151.24</c:v>
                      </c:pt>
                      <c:pt idx="1892">
                        <c:v>149.32499999999999</c:v>
                      </c:pt>
                      <c:pt idx="1893">
                        <c:v>149.25399999999999</c:v>
                      </c:pt>
                      <c:pt idx="1894">
                        <c:v>150.30500000000001</c:v>
                      </c:pt>
                      <c:pt idx="1895">
                        <c:v>147.16300000000001</c:v>
                      </c:pt>
                      <c:pt idx="1896">
                        <c:v>144.684</c:v>
                      </c:pt>
                      <c:pt idx="1897">
                        <c:v>146.34200000000001</c:v>
                      </c:pt>
                      <c:pt idx="1898">
                        <c:v>150.95400000000001</c:v>
                      </c:pt>
                      <c:pt idx="1899">
                        <c:v>153.70400000000001</c:v>
                      </c:pt>
                      <c:pt idx="1900">
                        <c:v>153.68799999999999</c:v>
                      </c:pt>
                      <c:pt idx="1901">
                        <c:v>153.929</c:v>
                      </c:pt>
                      <c:pt idx="1902">
                        <c:v>155.15199999999999</c:v>
                      </c:pt>
                      <c:pt idx="1903">
                        <c:v>156.72800000000001</c:v>
                      </c:pt>
                      <c:pt idx="1904">
                        <c:v>156.32499999999999</c:v>
                      </c:pt>
                      <c:pt idx="1905">
                        <c:v>154.36799999999999</c:v>
                      </c:pt>
                      <c:pt idx="1906">
                        <c:v>149.80000000000001</c:v>
                      </c:pt>
                      <c:pt idx="1907">
                        <c:v>148.33500000000001</c:v>
                      </c:pt>
                      <c:pt idx="1908">
                        <c:v>150.71299999999999</c:v>
                      </c:pt>
                      <c:pt idx="1909">
                        <c:v>150.096</c:v>
                      </c:pt>
                      <c:pt idx="1910">
                        <c:v>150.773</c:v>
                      </c:pt>
                      <c:pt idx="1911">
                        <c:v>150.005</c:v>
                      </c:pt>
                      <c:pt idx="1912">
                        <c:v>150.005</c:v>
                      </c:pt>
                      <c:pt idx="1913">
                        <c:v>148.66999999999999</c:v>
                      </c:pt>
                      <c:pt idx="1914">
                        <c:v>148.60499999999999</c:v>
                      </c:pt>
                      <c:pt idx="1915">
                        <c:v>150.005</c:v>
                      </c:pt>
                      <c:pt idx="1916">
                        <c:v>156.63499999999999</c:v>
                      </c:pt>
                      <c:pt idx="1917">
                        <c:v>160.80699999999999</c:v>
                      </c:pt>
                      <c:pt idx="1918">
                        <c:v>197.01</c:v>
                      </c:pt>
                      <c:pt idx="1919">
                        <c:v>189.73099999999999</c:v>
                      </c:pt>
                      <c:pt idx="1920">
                        <c:v>200.91300000000001</c:v>
                      </c:pt>
                      <c:pt idx="1921">
                        <c:v>199.80099999999999</c:v>
                      </c:pt>
                      <c:pt idx="1922">
                        <c:v>192.45099999999999</c:v>
                      </c:pt>
                      <c:pt idx="1923">
                        <c:v>179.863</c:v>
                      </c:pt>
                      <c:pt idx="1924">
                        <c:v>177.50200000000001</c:v>
                      </c:pt>
                      <c:pt idx="1925">
                        <c:v>172.923</c:v>
                      </c:pt>
                      <c:pt idx="1926">
                        <c:v>178.45500000000001</c:v>
                      </c:pt>
                      <c:pt idx="1927">
                        <c:v>183.60499999999999</c:v>
                      </c:pt>
                      <c:pt idx="1928">
                        <c:v>185.51499999999999</c:v>
                      </c:pt>
                      <c:pt idx="1929">
                        <c:v>193.88</c:v>
                      </c:pt>
                      <c:pt idx="1930">
                        <c:v>199.53100000000001</c:v>
                      </c:pt>
                      <c:pt idx="1931">
                        <c:v>202.078</c:v>
                      </c:pt>
                      <c:pt idx="1932">
                        <c:v>201.876</c:v>
                      </c:pt>
                      <c:pt idx="1933">
                        <c:v>196.21100000000001</c:v>
                      </c:pt>
                      <c:pt idx="1934">
                        <c:v>192.101</c:v>
                      </c:pt>
                      <c:pt idx="1935">
                        <c:v>181.333</c:v>
                      </c:pt>
                      <c:pt idx="1936">
                        <c:v>179.15199999999999</c:v>
                      </c:pt>
                      <c:pt idx="1937">
                        <c:v>188.786</c:v>
                      </c:pt>
                      <c:pt idx="1938">
                        <c:v>192.869</c:v>
                      </c:pt>
                      <c:pt idx="1939">
                        <c:v>195.92</c:v>
                      </c:pt>
                      <c:pt idx="1940">
                        <c:v>190.00800000000001</c:v>
                      </c:pt>
                      <c:pt idx="1941">
                        <c:v>193.61099999999999</c:v>
                      </c:pt>
                      <c:pt idx="1942">
                        <c:v>203.95699999999999</c:v>
                      </c:pt>
                      <c:pt idx="1943">
                        <c:v>211.48</c:v>
                      </c:pt>
                      <c:pt idx="1944">
                        <c:v>210.119</c:v>
                      </c:pt>
                      <c:pt idx="1945">
                        <c:v>211.56800000000001</c:v>
                      </c:pt>
                      <c:pt idx="1946">
                        <c:v>201.71899999999999</c:v>
                      </c:pt>
                      <c:pt idx="1947">
                        <c:v>196.744</c:v>
                      </c:pt>
                      <c:pt idx="1948">
                        <c:v>203.86199999999999</c:v>
                      </c:pt>
                      <c:pt idx="1949">
                        <c:v>207.535</c:v>
                      </c:pt>
                      <c:pt idx="1950">
                        <c:v>232.47</c:v>
                      </c:pt>
                      <c:pt idx="1951">
                        <c:v>246.24299999999999</c:v>
                      </c:pt>
                      <c:pt idx="1952">
                        <c:v>251.57900000000001</c:v>
                      </c:pt>
                      <c:pt idx="1953">
                        <c:v>230.70400000000001</c:v>
                      </c:pt>
                      <c:pt idx="1954">
                        <c:v>221.24700000000001</c:v>
                      </c:pt>
                      <c:pt idx="1955">
                        <c:v>224.16200000000001</c:v>
                      </c:pt>
                      <c:pt idx="1956">
                        <c:v>224.90899999999999</c:v>
                      </c:pt>
                      <c:pt idx="1957">
                        <c:v>237.512</c:v>
                      </c:pt>
                      <c:pt idx="1958">
                        <c:v>249.15600000000001</c:v>
                      </c:pt>
                      <c:pt idx="1959">
                        <c:v>249.155</c:v>
                      </c:pt>
                      <c:pt idx="1960">
                        <c:v>235.16900000000001</c:v>
                      </c:pt>
                      <c:pt idx="1961">
                        <c:v>224.446</c:v>
                      </c:pt>
                      <c:pt idx="1962">
                        <c:v>221.29499999999999</c:v>
                      </c:pt>
                      <c:pt idx="1963">
                        <c:v>217.48</c:v>
                      </c:pt>
                      <c:pt idx="1964">
                        <c:v>206.95099999999999</c:v>
                      </c:pt>
                      <c:pt idx="1965">
                        <c:v>193.82599999999999</c:v>
                      </c:pt>
                      <c:pt idx="1966">
                        <c:v>191.071</c:v>
                      </c:pt>
                      <c:pt idx="1967">
                        <c:v>185.613</c:v>
                      </c:pt>
                      <c:pt idx="1968">
                        <c:v>190.09399999999999</c:v>
                      </c:pt>
                      <c:pt idx="1969">
                        <c:v>185.84</c:v>
                      </c:pt>
                      <c:pt idx="1970">
                        <c:v>188.124</c:v>
                      </c:pt>
                      <c:pt idx="1971">
                        <c:v>193.08799999999999</c:v>
                      </c:pt>
                      <c:pt idx="1972">
                        <c:v>196.54</c:v>
                      </c:pt>
                      <c:pt idx="1973">
                        <c:v>191.92699999999999</c:v>
                      </c:pt>
                      <c:pt idx="1974">
                        <c:v>194.102</c:v>
                      </c:pt>
                      <c:pt idx="1975">
                        <c:v>189.40700000000001</c:v>
                      </c:pt>
                      <c:pt idx="1976">
                        <c:v>164.25</c:v>
                      </c:pt>
                      <c:pt idx="1977">
                        <c:v>163.47499999999999</c:v>
                      </c:pt>
                      <c:pt idx="1978">
                        <c:v>170.333</c:v>
                      </c:pt>
                      <c:pt idx="1979">
                        <c:v>186.19399999999999</c:v>
                      </c:pt>
                      <c:pt idx="1980">
                        <c:v>184.22300000000001</c:v>
                      </c:pt>
                      <c:pt idx="1981">
                        <c:v>175.999</c:v>
                      </c:pt>
                      <c:pt idx="1982">
                        <c:v>175.08699999999999</c:v>
                      </c:pt>
                      <c:pt idx="1983">
                        <c:v>176.8</c:v>
                      </c:pt>
                      <c:pt idx="1984">
                        <c:v>176.447</c:v>
                      </c:pt>
                      <c:pt idx="1985">
                        <c:v>193.65</c:v>
                      </c:pt>
                      <c:pt idx="1986">
                        <c:v>193.09200000000001</c:v>
                      </c:pt>
                      <c:pt idx="1987">
                        <c:v>188.82400000000001</c:v>
                      </c:pt>
                      <c:pt idx="1988">
                        <c:v>190.386</c:v>
                      </c:pt>
                      <c:pt idx="1989">
                        <c:v>197.727</c:v>
                      </c:pt>
                      <c:pt idx="1990">
                        <c:v>204.69</c:v>
                      </c:pt>
                      <c:pt idx="1991">
                        <c:v>211.29300000000001</c:v>
                      </c:pt>
                      <c:pt idx="1992">
                        <c:v>211.05099999999999</c:v>
                      </c:pt>
                      <c:pt idx="1993">
                        <c:v>214.53100000000001</c:v>
                      </c:pt>
                      <c:pt idx="1994">
                        <c:v>214.167</c:v>
                      </c:pt>
                      <c:pt idx="1995">
                        <c:v>222.16</c:v>
                      </c:pt>
                      <c:pt idx="1996">
                        <c:v>221.72</c:v>
                      </c:pt>
                      <c:pt idx="1997">
                        <c:v>223.67400000000001</c:v>
                      </c:pt>
                      <c:pt idx="1998">
                        <c:v>217.78200000000001</c:v>
                      </c:pt>
                      <c:pt idx="1999">
                        <c:v>211.483</c:v>
                      </c:pt>
                      <c:pt idx="2000">
                        <c:v>200.453</c:v>
                      </c:pt>
                      <c:pt idx="2001">
                        <c:v>188.17599999999999</c:v>
                      </c:pt>
                      <c:pt idx="2002">
                        <c:v>186.69</c:v>
                      </c:pt>
                      <c:pt idx="2003">
                        <c:v>179.161</c:v>
                      </c:pt>
                      <c:pt idx="2004">
                        <c:v>173.10499999999999</c:v>
                      </c:pt>
                      <c:pt idx="2005">
                        <c:v>170.268</c:v>
                      </c:pt>
                      <c:pt idx="2006">
                        <c:v>181.42400000000001</c:v>
                      </c:pt>
                      <c:pt idx="2007">
                        <c:v>174.83600000000001</c:v>
                      </c:pt>
                      <c:pt idx="2008">
                        <c:v>181.01400000000001</c:v>
                      </c:pt>
                      <c:pt idx="2009">
                        <c:v>175.459</c:v>
                      </c:pt>
                      <c:pt idx="2010">
                        <c:v>183.44900000000001</c:v>
                      </c:pt>
                      <c:pt idx="2011">
                        <c:v>188.33199999999999</c:v>
                      </c:pt>
                      <c:pt idx="2012">
                        <c:v>186.02799999999999</c:v>
                      </c:pt>
                      <c:pt idx="2013">
                        <c:v>192.465</c:v>
                      </c:pt>
                      <c:pt idx="2014">
                        <c:v>188.21600000000001</c:v>
                      </c:pt>
                      <c:pt idx="2015">
                        <c:v>185.19200000000001</c:v>
                      </c:pt>
                      <c:pt idx="2016">
                        <c:v>188.4</c:v>
                      </c:pt>
                      <c:pt idx="2017">
                        <c:v>186.87299999999999</c:v>
                      </c:pt>
                      <c:pt idx="2018">
                        <c:v>184.68899999999999</c:v>
                      </c:pt>
                      <c:pt idx="2019">
                        <c:v>186.86699999999999</c:v>
                      </c:pt>
                      <c:pt idx="2020">
                        <c:v>185.56399999999999</c:v>
                      </c:pt>
                      <c:pt idx="2021">
                        <c:v>187.27099999999999</c:v>
                      </c:pt>
                      <c:pt idx="2022">
                        <c:v>185.964</c:v>
                      </c:pt>
                      <c:pt idx="2023">
                        <c:v>183.46</c:v>
                      </c:pt>
                      <c:pt idx="2024">
                        <c:v>180.245</c:v>
                      </c:pt>
                      <c:pt idx="2025">
                        <c:v>182.38900000000001</c:v>
                      </c:pt>
                      <c:pt idx="2026">
                        <c:v>184.46199999999999</c:v>
                      </c:pt>
                      <c:pt idx="2027">
                        <c:v>184.64699999999999</c:v>
                      </c:pt>
                      <c:pt idx="2028">
                        <c:v>184.09899999999999</c:v>
                      </c:pt>
                      <c:pt idx="2029">
                        <c:v>181.239</c:v>
                      </c:pt>
                      <c:pt idx="2030">
                        <c:v>183.042</c:v>
                      </c:pt>
                      <c:pt idx="2031">
                        <c:v>180.82499999999999</c:v>
                      </c:pt>
                      <c:pt idx="2032">
                        <c:v>186.18799999999999</c:v>
                      </c:pt>
                      <c:pt idx="2033">
                        <c:v>186.92500000000001</c:v>
                      </c:pt>
                      <c:pt idx="2034">
                        <c:v>184.869</c:v>
                      </c:pt>
                      <c:pt idx="2035">
                        <c:v>180.64500000000001</c:v>
                      </c:pt>
                      <c:pt idx="2036">
                        <c:v>178.06200000000001</c:v>
                      </c:pt>
                      <c:pt idx="2037">
                        <c:v>173.464</c:v>
                      </c:pt>
                      <c:pt idx="2038">
                        <c:v>171.66800000000001</c:v>
                      </c:pt>
                      <c:pt idx="2039">
                        <c:v>172.602</c:v>
                      </c:pt>
                      <c:pt idx="2040">
                        <c:v>171.98099999999999</c:v>
                      </c:pt>
                      <c:pt idx="2041">
                        <c:v>170.08</c:v>
                      </c:pt>
                      <c:pt idx="2042">
                        <c:v>167.90600000000001</c:v>
                      </c:pt>
                      <c:pt idx="2043">
                        <c:v>166.50899999999999</c:v>
                      </c:pt>
                      <c:pt idx="2044">
                        <c:v>166.32499999999999</c:v>
                      </c:pt>
                      <c:pt idx="2045">
                        <c:v>164.36099999999999</c:v>
                      </c:pt>
                      <c:pt idx="2046">
                        <c:v>165.18</c:v>
                      </c:pt>
                      <c:pt idx="2047">
                        <c:v>161.63</c:v>
                      </c:pt>
                      <c:pt idx="2048">
                        <c:v>162.06399999999999</c:v>
                      </c:pt>
                      <c:pt idx="2049">
                        <c:v>159.19900000000001</c:v>
                      </c:pt>
                      <c:pt idx="2050">
                        <c:v>157.90799999999999</c:v>
                      </c:pt>
                      <c:pt idx="2051">
                        <c:v>158.14500000000001</c:v>
                      </c:pt>
                      <c:pt idx="2052">
                        <c:v>161.19800000000001</c:v>
                      </c:pt>
                      <c:pt idx="2053">
                        <c:v>158.66</c:v>
                      </c:pt>
                      <c:pt idx="2054">
                        <c:v>158.411</c:v>
                      </c:pt>
                      <c:pt idx="2055">
                        <c:v>161.423</c:v>
                      </c:pt>
                      <c:pt idx="2056">
                        <c:v>159.18299999999999</c:v>
                      </c:pt>
                      <c:pt idx="2057">
                        <c:v>158.09</c:v>
                      </c:pt>
                      <c:pt idx="2058">
                        <c:v>157.02799999999999</c:v>
                      </c:pt>
                      <c:pt idx="2059">
                        <c:v>156.899</c:v>
                      </c:pt>
                      <c:pt idx="2060">
                        <c:v>157.006</c:v>
                      </c:pt>
                      <c:pt idx="2061">
                        <c:v>155.571</c:v>
                      </c:pt>
                      <c:pt idx="2062">
                        <c:v>156.21700000000001</c:v>
                      </c:pt>
                      <c:pt idx="2063">
                        <c:v>159.75700000000001</c:v>
                      </c:pt>
                      <c:pt idx="2064">
                        <c:v>158.08500000000001</c:v>
                      </c:pt>
                      <c:pt idx="2065">
                        <c:v>161.45599999999999</c:v>
                      </c:pt>
                      <c:pt idx="2066">
                        <c:v>153.625</c:v>
                      </c:pt>
                      <c:pt idx="2067">
                        <c:v>150.078</c:v>
                      </c:pt>
                      <c:pt idx="2068">
                        <c:v>151.20500000000001</c:v>
                      </c:pt>
                      <c:pt idx="2069">
                        <c:v>156.21100000000001</c:v>
                      </c:pt>
                      <c:pt idx="2070">
                        <c:v>152.96100000000001</c:v>
                      </c:pt>
                      <c:pt idx="2071">
                        <c:v>151.38300000000001</c:v>
                      </c:pt>
                      <c:pt idx="2072">
                        <c:v>146.43899999999999</c:v>
                      </c:pt>
                      <c:pt idx="2073">
                        <c:v>146.50899999999999</c:v>
                      </c:pt>
                      <c:pt idx="2074">
                        <c:v>145.50200000000001</c:v>
                      </c:pt>
                      <c:pt idx="2075">
                        <c:v>145.51300000000001</c:v>
                      </c:pt>
                      <c:pt idx="2076">
                        <c:v>140.01499999999999</c:v>
                      </c:pt>
                      <c:pt idx="2077">
                        <c:v>136.416</c:v>
                      </c:pt>
                      <c:pt idx="2078">
                        <c:v>137.024</c:v>
                      </c:pt>
                      <c:pt idx="2079">
                        <c:v>134.84700000000001</c:v>
                      </c:pt>
                      <c:pt idx="2080">
                        <c:v>136.47</c:v>
                      </c:pt>
                      <c:pt idx="2081">
                        <c:v>137.89400000000001</c:v>
                      </c:pt>
                      <c:pt idx="2082">
                        <c:v>137.71700000000001</c:v>
                      </c:pt>
                      <c:pt idx="2083">
                        <c:v>137.75700000000001</c:v>
                      </c:pt>
                      <c:pt idx="2084">
                        <c:v>138.59</c:v>
                      </c:pt>
                      <c:pt idx="2085">
                        <c:v>142.09200000000001</c:v>
                      </c:pt>
                      <c:pt idx="2086">
                        <c:v>143.00700000000001</c:v>
                      </c:pt>
                      <c:pt idx="2087">
                        <c:v>138.529</c:v>
                      </c:pt>
                      <c:pt idx="2088">
                        <c:v>137.64099999999999</c:v>
                      </c:pt>
                      <c:pt idx="2089">
                        <c:v>141.75700000000001</c:v>
                      </c:pt>
                      <c:pt idx="2090">
                        <c:v>144.34700000000001</c:v>
                      </c:pt>
                      <c:pt idx="2091">
                        <c:v>142.21299999999999</c:v>
                      </c:pt>
                      <c:pt idx="2092">
                        <c:v>142.97399999999999</c:v>
                      </c:pt>
                      <c:pt idx="2093">
                        <c:v>145.667</c:v>
                      </c:pt>
                      <c:pt idx="2094">
                        <c:v>151.16200000000001</c:v>
                      </c:pt>
                      <c:pt idx="2095">
                        <c:v>151.94200000000001</c:v>
                      </c:pt>
                      <c:pt idx="2096">
                        <c:v>147.423</c:v>
                      </c:pt>
                      <c:pt idx="2097">
                        <c:v>147.542</c:v>
                      </c:pt>
                      <c:pt idx="2098">
                        <c:v>149.05500000000001</c:v>
                      </c:pt>
                      <c:pt idx="2099">
                        <c:v>149.67400000000001</c:v>
                      </c:pt>
                      <c:pt idx="2100">
                        <c:v>148.77699999999999</c:v>
                      </c:pt>
                      <c:pt idx="2101">
                        <c:v>147.39500000000001</c:v>
                      </c:pt>
                      <c:pt idx="2102">
                        <c:v>146.28700000000001</c:v>
                      </c:pt>
                      <c:pt idx="2103">
                        <c:v>147.09200000000001</c:v>
                      </c:pt>
                      <c:pt idx="2104">
                        <c:v>144.523</c:v>
                      </c:pt>
                      <c:pt idx="2105">
                        <c:v>144.17099999999999</c:v>
                      </c:pt>
                      <c:pt idx="2106">
                        <c:v>144.92400000000001</c:v>
                      </c:pt>
                      <c:pt idx="2107">
                        <c:v>146.11600000000001</c:v>
                      </c:pt>
                      <c:pt idx="2108">
                        <c:v>144.703</c:v>
                      </c:pt>
                      <c:pt idx="2109">
                        <c:v>143.36099999999999</c:v>
                      </c:pt>
                      <c:pt idx="2110">
                        <c:v>142.97</c:v>
                      </c:pt>
                      <c:pt idx="2111">
                        <c:v>144.703</c:v>
                      </c:pt>
                      <c:pt idx="2112">
                        <c:v>142.494</c:v>
                      </c:pt>
                      <c:pt idx="2113">
                        <c:v>142.923</c:v>
                      </c:pt>
                      <c:pt idx="2114">
                        <c:v>148.63499999999999</c:v>
                      </c:pt>
                      <c:pt idx="2115">
                        <c:v>152.33799999999999</c:v>
                      </c:pt>
                      <c:pt idx="2116">
                        <c:v>152.18299999999999</c:v>
                      </c:pt>
                      <c:pt idx="2117">
                        <c:v>152.63399999999999</c:v>
                      </c:pt>
                      <c:pt idx="2118">
                        <c:v>160.93199999999999</c:v>
                      </c:pt>
                      <c:pt idx="2119">
                        <c:v>168.6</c:v>
                      </c:pt>
                      <c:pt idx="2120">
                        <c:v>177.51300000000001</c:v>
                      </c:pt>
                      <c:pt idx="2121">
                        <c:v>178.94200000000001</c:v>
                      </c:pt>
                      <c:pt idx="2122">
                        <c:v>179.79</c:v>
                      </c:pt>
                      <c:pt idx="2123">
                        <c:v>174.71</c:v>
                      </c:pt>
                      <c:pt idx="2124">
                        <c:v>179.84</c:v>
                      </c:pt>
                      <c:pt idx="2125">
                        <c:v>180.79400000000001</c:v>
                      </c:pt>
                      <c:pt idx="2126">
                        <c:v>183.02799999999999</c:v>
                      </c:pt>
                      <c:pt idx="2127">
                        <c:v>184.34200000000001</c:v>
                      </c:pt>
                      <c:pt idx="2128">
                        <c:v>186.93199999999999</c:v>
                      </c:pt>
                      <c:pt idx="2129">
                        <c:v>186.54900000000001</c:v>
                      </c:pt>
                      <c:pt idx="2130">
                        <c:v>188.66</c:v>
                      </c:pt>
                      <c:pt idx="2131">
                        <c:v>194.98</c:v>
                      </c:pt>
                      <c:pt idx="2132">
                        <c:v>200.363</c:v>
                      </c:pt>
                      <c:pt idx="2133">
                        <c:v>200.107</c:v>
                      </c:pt>
                      <c:pt idx="2134">
                        <c:v>195.56399999999999</c:v>
                      </c:pt>
                      <c:pt idx="2135">
                        <c:v>190.06399999999999</c:v>
                      </c:pt>
                      <c:pt idx="2136">
                        <c:v>189.73599999999999</c:v>
                      </c:pt>
                      <c:pt idx="2137">
                        <c:v>186.39599999999999</c:v>
                      </c:pt>
                      <c:pt idx="2138">
                        <c:v>188.661</c:v>
                      </c:pt>
                      <c:pt idx="2139">
                        <c:v>188.268</c:v>
                      </c:pt>
                      <c:pt idx="2140">
                        <c:v>181.40199999999999</c:v>
                      </c:pt>
                      <c:pt idx="2141">
                        <c:v>177.643</c:v>
                      </c:pt>
                      <c:pt idx="2142">
                        <c:v>173.21</c:v>
                      </c:pt>
                      <c:pt idx="2143">
                        <c:v>175.50700000000001</c:v>
                      </c:pt>
                      <c:pt idx="2144">
                        <c:v>175.517</c:v>
                      </c:pt>
                      <c:pt idx="2145">
                        <c:v>169.499</c:v>
                      </c:pt>
                      <c:pt idx="2146">
                        <c:v>172.929</c:v>
                      </c:pt>
                      <c:pt idx="2147">
                        <c:v>176.983</c:v>
                      </c:pt>
                      <c:pt idx="2148">
                        <c:v>184.47499999999999</c:v>
                      </c:pt>
                      <c:pt idx="2149">
                        <c:v>182.458</c:v>
                      </c:pt>
                      <c:pt idx="2150">
                        <c:v>183.709</c:v>
                      </c:pt>
                      <c:pt idx="2151">
                        <c:v>186.53800000000001</c:v>
                      </c:pt>
                      <c:pt idx="2152">
                        <c:v>178.56299999999999</c:v>
                      </c:pt>
                      <c:pt idx="2153">
                        <c:v>171.38</c:v>
                      </c:pt>
                      <c:pt idx="2154">
                        <c:v>167.11099999999999</c:v>
                      </c:pt>
                      <c:pt idx="2155">
                        <c:v>165.27199999999999</c:v>
                      </c:pt>
                      <c:pt idx="2156">
                        <c:v>167.691</c:v>
                      </c:pt>
                      <c:pt idx="2157">
                        <c:v>171.893</c:v>
                      </c:pt>
                      <c:pt idx="2158">
                        <c:v>174.452</c:v>
                      </c:pt>
                      <c:pt idx="2159">
                        <c:v>173.25800000000001</c:v>
                      </c:pt>
                      <c:pt idx="2160">
                        <c:v>168.81800000000001</c:v>
                      </c:pt>
                      <c:pt idx="2161">
                        <c:v>166.602</c:v>
                      </c:pt>
                      <c:pt idx="2162">
                        <c:v>159.73699999999999</c:v>
                      </c:pt>
                      <c:pt idx="2163">
                        <c:v>157.005</c:v>
                      </c:pt>
                      <c:pt idx="2164">
                        <c:v>157.09100000000001</c:v>
                      </c:pt>
                      <c:pt idx="2165">
                        <c:v>159.876</c:v>
                      </c:pt>
                      <c:pt idx="2166">
                        <c:v>162.69900000000001</c:v>
                      </c:pt>
                      <c:pt idx="2167">
                        <c:v>161.518</c:v>
                      </c:pt>
                      <c:pt idx="2168">
                        <c:v>165.30099999999999</c:v>
                      </c:pt>
                      <c:pt idx="2169">
                        <c:v>169.56299999999999</c:v>
                      </c:pt>
                      <c:pt idx="2170">
                        <c:v>170.47900000000001</c:v>
                      </c:pt>
                      <c:pt idx="2171">
                        <c:v>168.178</c:v>
                      </c:pt>
                      <c:pt idx="2172">
                        <c:v>158.72499999999999</c:v>
                      </c:pt>
                      <c:pt idx="2173">
                        <c:v>160.76</c:v>
                      </c:pt>
                      <c:pt idx="2174">
                        <c:v>157.28</c:v>
                      </c:pt>
                      <c:pt idx="2175">
                        <c:v>156.92400000000001</c:v>
                      </c:pt>
                      <c:pt idx="2176">
                        <c:v>158.995</c:v>
                      </c:pt>
                      <c:pt idx="2177">
                        <c:v>154.95400000000001</c:v>
                      </c:pt>
                      <c:pt idx="2178">
                        <c:v>152.17599999999999</c:v>
                      </c:pt>
                      <c:pt idx="2179">
                        <c:v>149.71</c:v>
                      </c:pt>
                      <c:pt idx="2180">
                        <c:v>152.94</c:v>
                      </c:pt>
                      <c:pt idx="2181">
                        <c:v>152.33099999999999</c:v>
                      </c:pt>
                      <c:pt idx="2182">
                        <c:v>153.29599999999999</c:v>
                      </c:pt>
                      <c:pt idx="2183">
                        <c:v>155.93700000000001</c:v>
                      </c:pt>
                      <c:pt idx="2184">
                        <c:v>152.619</c:v>
                      </c:pt>
                      <c:pt idx="2185">
                        <c:v>154.86500000000001</c:v>
                      </c:pt>
                      <c:pt idx="2186">
                        <c:v>154.71</c:v>
                      </c:pt>
                      <c:pt idx="2187">
                        <c:v>152.68799999999999</c:v>
                      </c:pt>
                      <c:pt idx="2188">
                        <c:v>154.83000000000001</c:v>
                      </c:pt>
                      <c:pt idx="2189">
                        <c:v>150.96199999999999</c:v>
                      </c:pt>
                      <c:pt idx="2190">
                        <c:v>152.39599999999999</c:v>
                      </c:pt>
                      <c:pt idx="2191">
                        <c:v>154.364</c:v>
                      </c:pt>
                      <c:pt idx="2192">
                        <c:v>155.90100000000001</c:v>
                      </c:pt>
                      <c:pt idx="2193">
                        <c:v>154.53100000000001</c:v>
                      </c:pt>
                      <c:pt idx="2194">
                        <c:v>152.56700000000001</c:v>
                      </c:pt>
                      <c:pt idx="2195">
                        <c:v>153.411</c:v>
                      </c:pt>
                      <c:pt idx="2196">
                        <c:v>154.31700000000001</c:v>
                      </c:pt>
                      <c:pt idx="2197">
                        <c:v>153.41200000000001</c:v>
                      </c:pt>
                      <c:pt idx="2198">
                        <c:v>156.08600000000001</c:v>
                      </c:pt>
                      <c:pt idx="2199">
                        <c:v>150.81200000000001</c:v>
                      </c:pt>
                      <c:pt idx="2200">
                        <c:v>150.464</c:v>
                      </c:pt>
                      <c:pt idx="2201">
                        <c:v>148.15299999999999</c:v>
                      </c:pt>
                      <c:pt idx="2202">
                        <c:v>145.27099999999999</c:v>
                      </c:pt>
                      <c:pt idx="2203">
                        <c:v>146.619</c:v>
                      </c:pt>
                      <c:pt idx="2204">
                        <c:v>141.85599999999999</c:v>
                      </c:pt>
                      <c:pt idx="2205">
                        <c:v>137.47</c:v>
                      </c:pt>
                      <c:pt idx="2206">
                        <c:v>134.452</c:v>
                      </c:pt>
                      <c:pt idx="2207">
                        <c:v>129.32400000000001</c:v>
                      </c:pt>
                      <c:pt idx="2208">
                        <c:v>126.251</c:v>
                      </c:pt>
                      <c:pt idx="2209">
                        <c:v>130.64500000000001</c:v>
                      </c:pt>
                      <c:pt idx="2210">
                        <c:v>132.298</c:v>
                      </c:pt>
                      <c:pt idx="2211">
                        <c:v>134.995</c:v>
                      </c:pt>
                      <c:pt idx="2212">
                        <c:v>136.036</c:v>
                      </c:pt>
                      <c:pt idx="2213">
                        <c:v>138.124</c:v>
                      </c:pt>
                      <c:pt idx="2214">
                        <c:v>141.881</c:v>
                      </c:pt>
                      <c:pt idx="2215">
                        <c:v>143.18700000000001</c:v>
                      </c:pt>
                      <c:pt idx="2216">
                        <c:v>143.803</c:v>
                      </c:pt>
                      <c:pt idx="2217">
                        <c:v>142.66999999999999</c:v>
                      </c:pt>
                      <c:pt idx="2218">
                        <c:v>143.44200000000001</c:v>
                      </c:pt>
                      <c:pt idx="2219">
                        <c:v>143.24600000000001</c:v>
                      </c:pt>
                      <c:pt idx="2220">
                        <c:v>143.86099999999999</c:v>
                      </c:pt>
                      <c:pt idx="2221">
                        <c:v>143.55199999999999</c:v>
                      </c:pt>
                      <c:pt idx="2222">
                        <c:v>142.01499999999999</c:v>
                      </c:pt>
                      <c:pt idx="2223">
                        <c:v>141.06700000000001</c:v>
                      </c:pt>
                      <c:pt idx="2224">
                        <c:v>143.124</c:v>
                      </c:pt>
                      <c:pt idx="2225">
                        <c:v>144.291</c:v>
                      </c:pt>
                      <c:pt idx="2226">
                        <c:v>145.42099999999999</c:v>
                      </c:pt>
                      <c:pt idx="2227">
                        <c:v>143.346</c:v>
                      </c:pt>
                      <c:pt idx="2228">
                        <c:v>143.49</c:v>
                      </c:pt>
                      <c:pt idx="2229">
                        <c:v>142.55799999999999</c:v>
                      </c:pt>
                      <c:pt idx="2230">
                        <c:v>139.90299999999999</c:v>
                      </c:pt>
                      <c:pt idx="2231">
                        <c:v>138.464</c:v>
                      </c:pt>
                      <c:pt idx="2232">
                        <c:v>142.03800000000001</c:v>
                      </c:pt>
                      <c:pt idx="2233">
                        <c:v>141.10499999999999</c:v>
                      </c:pt>
                      <c:pt idx="2234">
                        <c:v>140.50899999999999</c:v>
                      </c:pt>
                      <c:pt idx="2235">
                        <c:v>140.411</c:v>
                      </c:pt>
                      <c:pt idx="2236">
                        <c:v>139.54499999999999</c:v>
                      </c:pt>
                      <c:pt idx="2237">
                        <c:v>139.68799999999999</c:v>
                      </c:pt>
                      <c:pt idx="2238">
                        <c:v>142.60900000000001</c:v>
                      </c:pt>
                      <c:pt idx="2239">
                        <c:v>141.83500000000001</c:v>
                      </c:pt>
                      <c:pt idx="2240">
                        <c:v>143.52799999999999</c:v>
                      </c:pt>
                      <c:pt idx="2241">
                        <c:v>140.839</c:v>
                      </c:pt>
                      <c:pt idx="2242">
                        <c:v>139.63300000000001</c:v>
                      </c:pt>
                      <c:pt idx="2243">
                        <c:v>138.40299999999999</c:v>
                      </c:pt>
                      <c:pt idx="2244">
                        <c:v>134.309</c:v>
                      </c:pt>
                      <c:pt idx="2245">
                        <c:v>136.143</c:v>
                      </c:pt>
                      <c:pt idx="2246">
                        <c:v>137.87</c:v>
                      </c:pt>
                      <c:pt idx="2247">
                        <c:v>137.959</c:v>
                      </c:pt>
                      <c:pt idx="2248">
                        <c:v>139.011</c:v>
                      </c:pt>
                      <c:pt idx="2249">
                        <c:v>137.43899999999999</c:v>
                      </c:pt>
                      <c:pt idx="2250">
                        <c:v>140.85499999999999</c:v>
                      </c:pt>
                      <c:pt idx="2251">
                        <c:v>142.357</c:v>
                      </c:pt>
                      <c:pt idx="2252">
                        <c:v>144.30000000000001</c:v>
                      </c:pt>
                      <c:pt idx="2253">
                        <c:v>140.66399999999999</c:v>
                      </c:pt>
                      <c:pt idx="2254">
                        <c:v>139.27600000000001</c:v>
                      </c:pt>
                      <c:pt idx="2255">
                        <c:v>139.703</c:v>
                      </c:pt>
                      <c:pt idx="2256">
                        <c:v>139.67699999999999</c:v>
                      </c:pt>
                      <c:pt idx="2257">
                        <c:v>139.483</c:v>
                      </c:pt>
                      <c:pt idx="2258">
                        <c:v>141.20099999999999</c:v>
                      </c:pt>
                      <c:pt idx="2259">
                        <c:v>141.75</c:v>
                      </c:pt>
                      <c:pt idx="2260">
                        <c:v>142.012</c:v>
                      </c:pt>
                      <c:pt idx="2261">
                        <c:v>139.042</c:v>
                      </c:pt>
                      <c:pt idx="2262">
                        <c:v>137.577</c:v>
                      </c:pt>
                      <c:pt idx="2263">
                        <c:v>137.78399999999999</c:v>
                      </c:pt>
                      <c:pt idx="2264">
                        <c:v>137.934</c:v>
                      </c:pt>
                      <c:pt idx="2265">
                        <c:v>137.393</c:v>
                      </c:pt>
                      <c:pt idx="2266">
                        <c:v>136.511</c:v>
                      </c:pt>
                      <c:pt idx="2267">
                        <c:v>135.98699999999999</c:v>
                      </c:pt>
                      <c:pt idx="2268">
                        <c:v>136.452</c:v>
                      </c:pt>
                      <c:pt idx="2269">
                        <c:v>134.16300000000001</c:v>
                      </c:pt>
                      <c:pt idx="2270">
                        <c:v>132.63900000000001</c:v>
                      </c:pt>
                      <c:pt idx="2271">
                        <c:v>132.83199999999999</c:v>
                      </c:pt>
                      <c:pt idx="2272">
                        <c:v>133.27699999999999</c:v>
                      </c:pt>
                      <c:pt idx="2273">
                        <c:v>130.952</c:v>
                      </c:pt>
                      <c:pt idx="2274">
                        <c:v>128.047</c:v>
                      </c:pt>
                      <c:pt idx="2275">
                        <c:v>126.867</c:v>
                      </c:pt>
                      <c:pt idx="2276">
                        <c:v>130.727</c:v>
                      </c:pt>
                      <c:pt idx="2277">
                        <c:v>135.05699999999999</c:v>
                      </c:pt>
                      <c:pt idx="2278">
                        <c:v>135.697</c:v>
                      </c:pt>
                      <c:pt idx="2279">
                        <c:v>135.79900000000001</c:v>
                      </c:pt>
                      <c:pt idx="2280">
                        <c:v>135.76499999999999</c:v>
                      </c:pt>
                      <c:pt idx="2281">
                        <c:v>136.00700000000001</c:v>
                      </c:pt>
                      <c:pt idx="2282">
                        <c:v>136.57499999999999</c:v>
                      </c:pt>
                      <c:pt idx="2283">
                        <c:v>135.55500000000001</c:v>
                      </c:pt>
                      <c:pt idx="2284">
                        <c:v>135.22900000000001</c:v>
                      </c:pt>
                      <c:pt idx="2285">
                        <c:v>131.399</c:v>
                      </c:pt>
                      <c:pt idx="2286">
                        <c:v>129.68600000000001</c:v>
                      </c:pt>
                      <c:pt idx="2287">
                        <c:v>129.322</c:v>
                      </c:pt>
                      <c:pt idx="2288">
                        <c:v>130.423</c:v>
                      </c:pt>
                      <c:pt idx="2289">
                        <c:v>132.601</c:v>
                      </c:pt>
                      <c:pt idx="2290">
                        <c:v>133.404</c:v>
                      </c:pt>
                      <c:pt idx="2291">
                        <c:v>134.404</c:v>
                      </c:pt>
                      <c:pt idx="2292">
                        <c:v>135.667</c:v>
                      </c:pt>
                      <c:pt idx="2293">
                        <c:v>135.518</c:v>
                      </c:pt>
                      <c:pt idx="2294">
                        <c:v>133.68799999999999</c:v>
                      </c:pt>
                      <c:pt idx="2295">
                        <c:v>134.63800000000001</c:v>
                      </c:pt>
                      <c:pt idx="2296">
                        <c:v>132.126</c:v>
                      </c:pt>
                      <c:pt idx="2297">
                        <c:v>131.661</c:v>
                      </c:pt>
                      <c:pt idx="2298">
                        <c:v>131.30000000000001</c:v>
                      </c:pt>
                      <c:pt idx="2299">
                        <c:v>133.21899999999999</c:v>
                      </c:pt>
                      <c:pt idx="2300">
                        <c:v>130.26400000000001</c:v>
                      </c:pt>
                      <c:pt idx="2301">
                        <c:v>130.523</c:v>
                      </c:pt>
                      <c:pt idx="2302">
                        <c:v>129.56399999999999</c:v>
                      </c:pt>
                      <c:pt idx="2303">
                        <c:v>130.99</c:v>
                      </c:pt>
                      <c:pt idx="2304">
                        <c:v>130.97200000000001</c:v>
                      </c:pt>
                      <c:pt idx="2305">
                        <c:v>133.93100000000001</c:v>
                      </c:pt>
                      <c:pt idx="2306">
                        <c:v>137.02099999999999</c:v>
                      </c:pt>
                      <c:pt idx="2307">
                        <c:v>136.54900000000001</c:v>
                      </c:pt>
                      <c:pt idx="2308">
                        <c:v>137.636</c:v>
                      </c:pt>
                      <c:pt idx="2309">
                        <c:v>136.88800000000001</c:v>
                      </c:pt>
                      <c:pt idx="2310">
                        <c:v>137.99799999999999</c:v>
                      </c:pt>
                      <c:pt idx="2311">
                        <c:v>137.488</c:v>
                      </c:pt>
                      <c:pt idx="2312">
                        <c:v>137.916</c:v>
                      </c:pt>
                      <c:pt idx="2313">
                        <c:v>136.00299999999999</c:v>
                      </c:pt>
                      <c:pt idx="2314">
                        <c:v>136.54400000000001</c:v>
                      </c:pt>
                      <c:pt idx="2315">
                        <c:v>137.00399999999999</c:v>
                      </c:pt>
                      <c:pt idx="2316">
                        <c:v>137.39599999999999</c:v>
                      </c:pt>
                      <c:pt idx="2317">
                        <c:v>137.93600000000001</c:v>
                      </c:pt>
                      <c:pt idx="2318">
                        <c:v>138.523</c:v>
                      </c:pt>
                      <c:pt idx="2319">
                        <c:v>137.29</c:v>
                      </c:pt>
                      <c:pt idx="2320">
                        <c:v>139.946</c:v>
                      </c:pt>
                      <c:pt idx="2321">
                        <c:v>140.58799999999999</c:v>
                      </c:pt>
                      <c:pt idx="2322">
                        <c:v>140.03299999999999</c:v>
                      </c:pt>
                      <c:pt idx="2323">
                        <c:v>141.00899999999999</c:v>
                      </c:pt>
                      <c:pt idx="2324">
                        <c:v>142.88399999999999</c:v>
                      </c:pt>
                      <c:pt idx="2325">
                        <c:v>139.17400000000001</c:v>
                      </c:pt>
                      <c:pt idx="2326">
                        <c:v>140.15199999999999</c:v>
                      </c:pt>
                      <c:pt idx="2327">
                        <c:v>140.54</c:v>
                      </c:pt>
                      <c:pt idx="2328">
                        <c:v>139.40299999999999</c:v>
                      </c:pt>
                      <c:pt idx="2329">
                        <c:v>137.94399999999999</c:v>
                      </c:pt>
                      <c:pt idx="2330">
                        <c:v>135.52500000000001</c:v>
                      </c:pt>
                      <c:pt idx="2331">
                        <c:v>135.27099999999999</c:v>
                      </c:pt>
                      <c:pt idx="2332">
                        <c:v>130.52199999999999</c:v>
                      </c:pt>
                      <c:pt idx="2333">
                        <c:v>128.04599999999999</c:v>
                      </c:pt>
                      <c:pt idx="2334">
                        <c:v>127.85899999999999</c:v>
                      </c:pt>
                      <c:pt idx="2335">
                        <c:v>127.792</c:v>
                      </c:pt>
                      <c:pt idx="2336">
                        <c:v>128.15799999999999</c:v>
                      </c:pt>
                      <c:pt idx="2337">
                        <c:v>128.67099999999999</c:v>
                      </c:pt>
                      <c:pt idx="2338">
                        <c:v>129.852</c:v>
                      </c:pt>
                      <c:pt idx="2339">
                        <c:v>130.44900000000001</c:v>
                      </c:pt>
                      <c:pt idx="2340">
                        <c:v>131.76900000000001</c:v>
                      </c:pt>
                      <c:pt idx="2341">
                        <c:v>132.40899999999999</c:v>
                      </c:pt>
                      <c:pt idx="2342">
                        <c:v>134.749</c:v>
                      </c:pt>
                      <c:pt idx="2343">
                        <c:v>135.553</c:v>
                      </c:pt>
                      <c:pt idx="2344">
                        <c:v>136.566</c:v>
                      </c:pt>
                      <c:pt idx="2345">
                        <c:v>139.68</c:v>
                      </c:pt>
                      <c:pt idx="2346">
                        <c:v>138.75299999999999</c:v>
                      </c:pt>
                      <c:pt idx="2347">
                        <c:v>133.52799999999999</c:v>
                      </c:pt>
                      <c:pt idx="2348">
                        <c:v>140.28200000000001</c:v>
                      </c:pt>
                      <c:pt idx="2349">
                        <c:v>140.398</c:v>
                      </c:pt>
                      <c:pt idx="2350">
                        <c:v>142.714</c:v>
                      </c:pt>
                      <c:pt idx="2351">
                        <c:v>141.251</c:v>
                      </c:pt>
                      <c:pt idx="2352">
                        <c:v>142.91800000000001</c:v>
                      </c:pt>
                      <c:pt idx="2353">
                        <c:v>140.102</c:v>
                      </c:pt>
                      <c:pt idx="2354">
                        <c:v>136.321</c:v>
                      </c:pt>
                      <c:pt idx="2355">
                        <c:v>131.43799999999999</c:v>
                      </c:pt>
                      <c:pt idx="2356">
                        <c:v>126.884</c:v>
                      </c:pt>
                      <c:pt idx="2357">
                        <c:v>122.367</c:v>
                      </c:pt>
                      <c:pt idx="2358">
                        <c:v>129.435</c:v>
                      </c:pt>
                      <c:pt idx="2359">
                        <c:v>130.01499999999999</c:v>
                      </c:pt>
                      <c:pt idx="2360">
                        <c:v>131.27500000000001</c:v>
                      </c:pt>
                      <c:pt idx="2361">
                        <c:v>134.553</c:v>
                      </c:pt>
                      <c:pt idx="2362">
                        <c:v>135.238</c:v>
                      </c:pt>
                      <c:pt idx="2363">
                        <c:v>134.12200000000001</c:v>
                      </c:pt>
                      <c:pt idx="2364">
                        <c:v>132.19499999999999</c:v>
                      </c:pt>
                      <c:pt idx="2365">
                        <c:v>131.059</c:v>
                      </c:pt>
                      <c:pt idx="2366">
                        <c:v>128.155</c:v>
                      </c:pt>
                      <c:pt idx="2367">
                        <c:v>127.896</c:v>
                      </c:pt>
                      <c:pt idx="2368">
                        <c:v>127.56699999999999</c:v>
                      </c:pt>
                      <c:pt idx="2369">
                        <c:v>125.64700000000001</c:v>
                      </c:pt>
                      <c:pt idx="2370">
                        <c:v>125.04900000000001</c:v>
                      </c:pt>
                      <c:pt idx="2371">
                        <c:v>123.062</c:v>
                      </c:pt>
                      <c:pt idx="2372">
                        <c:v>120.584</c:v>
                      </c:pt>
                      <c:pt idx="2373">
                        <c:v>119.49</c:v>
                      </c:pt>
                      <c:pt idx="2374">
                        <c:v>119.414</c:v>
                      </c:pt>
                      <c:pt idx="2375">
                        <c:v>119.55200000000001</c:v>
                      </c:pt>
                      <c:pt idx="2376">
                        <c:v>119.867</c:v>
                      </c:pt>
                      <c:pt idx="2377">
                        <c:v>118.85</c:v>
                      </c:pt>
                      <c:pt idx="2378">
                        <c:v>121.80200000000001</c:v>
                      </c:pt>
                      <c:pt idx="2379">
                        <c:v>120.73399999999999</c:v>
                      </c:pt>
                      <c:pt idx="2380">
                        <c:v>122.876</c:v>
                      </c:pt>
                      <c:pt idx="2381">
                        <c:v>127.79</c:v>
                      </c:pt>
                      <c:pt idx="2382">
                        <c:v>129.054</c:v>
                      </c:pt>
                      <c:pt idx="2383">
                        <c:v>131.98400000000001</c:v>
                      </c:pt>
                      <c:pt idx="2384">
                        <c:v>133.9</c:v>
                      </c:pt>
                      <c:pt idx="2385">
                        <c:v>135.029</c:v>
                      </c:pt>
                      <c:pt idx="2386">
                        <c:v>138.52099999999999</c:v>
                      </c:pt>
                      <c:pt idx="2387">
                        <c:v>140.76900000000001</c:v>
                      </c:pt>
                      <c:pt idx="2388">
                        <c:v>141.96199999999999</c:v>
                      </c:pt>
                      <c:pt idx="2389">
                        <c:v>144.041</c:v>
                      </c:pt>
                      <c:pt idx="2390">
                        <c:v>146.05699999999999</c:v>
                      </c:pt>
                      <c:pt idx="2391">
                        <c:v>147.32499999999999</c:v>
                      </c:pt>
                      <c:pt idx="2392">
                        <c:v>151.81</c:v>
                      </c:pt>
                      <c:pt idx="2393">
                        <c:v>154.19300000000001</c:v>
                      </c:pt>
                      <c:pt idx="2394">
                        <c:v>157.75899999999999</c:v>
                      </c:pt>
                      <c:pt idx="2395">
                        <c:v>166.49299999999999</c:v>
                      </c:pt>
                      <c:pt idx="2396">
                        <c:v>172.934</c:v>
                      </c:pt>
                      <c:pt idx="2397">
                        <c:v>171.69499999999999</c:v>
                      </c:pt>
                      <c:pt idx="2398">
                        <c:v>176.53299999999999</c:v>
                      </c:pt>
                      <c:pt idx="2399">
                        <c:v>185.804</c:v>
                      </c:pt>
                      <c:pt idx="2400">
                        <c:v>189.23</c:v>
                      </c:pt>
                      <c:pt idx="2401">
                        <c:v>166.28899999999999</c:v>
                      </c:pt>
                      <c:pt idx="2402">
                        <c:v>167.53</c:v>
                      </c:pt>
                      <c:pt idx="2403">
                        <c:v>178.80500000000001</c:v>
                      </c:pt>
                      <c:pt idx="2404">
                        <c:v>184.14599999999999</c:v>
                      </c:pt>
                      <c:pt idx="2405">
                        <c:v>187.333</c:v>
                      </c:pt>
                      <c:pt idx="2406">
                        <c:v>198.333</c:v>
                      </c:pt>
                      <c:pt idx="2407">
                        <c:v>226.06100000000001</c:v>
                      </c:pt>
                      <c:pt idx="2408">
                        <c:v>211.78899999999999</c:v>
                      </c:pt>
                      <c:pt idx="2409">
                        <c:v>211.96700000000001</c:v>
                      </c:pt>
                      <c:pt idx="2410">
                        <c:v>192.001</c:v>
                      </c:pt>
                      <c:pt idx="2411">
                        <c:v>184.87100000000001</c:v>
                      </c:pt>
                      <c:pt idx="2412">
                        <c:v>188.40799999999999</c:v>
                      </c:pt>
                      <c:pt idx="2413">
                        <c:v>187.58600000000001</c:v>
                      </c:pt>
                      <c:pt idx="2414">
                        <c:v>189.42400000000001</c:v>
                      </c:pt>
                      <c:pt idx="2415">
                        <c:v>191.08500000000001</c:v>
                      </c:pt>
                      <c:pt idx="2416">
                        <c:v>199.88</c:v>
                      </c:pt>
                      <c:pt idx="2417">
                        <c:v>205.24700000000001</c:v>
                      </c:pt>
                      <c:pt idx="2418">
                        <c:v>202.09399999999999</c:v>
                      </c:pt>
                      <c:pt idx="2419">
                        <c:v>193.6</c:v>
                      </c:pt>
                      <c:pt idx="2420">
                        <c:v>194.38300000000001</c:v>
                      </c:pt>
                      <c:pt idx="2421">
                        <c:v>185.255</c:v>
                      </c:pt>
                      <c:pt idx="2422">
                        <c:v>183.613</c:v>
                      </c:pt>
                      <c:pt idx="2423">
                        <c:v>174.70500000000001</c:v>
                      </c:pt>
                      <c:pt idx="2424">
                        <c:v>173.21199999999999</c:v>
                      </c:pt>
                      <c:pt idx="2425">
                        <c:v>168.86199999999999</c:v>
                      </c:pt>
                      <c:pt idx="2426">
                        <c:v>163.298</c:v>
                      </c:pt>
                      <c:pt idx="2427">
                        <c:v>165.268</c:v>
                      </c:pt>
                      <c:pt idx="2428">
                        <c:v>164.154</c:v>
                      </c:pt>
                      <c:pt idx="2429">
                        <c:v>163.56299999999999</c:v>
                      </c:pt>
                      <c:pt idx="2430">
                        <c:v>169.929</c:v>
                      </c:pt>
                      <c:pt idx="2431">
                        <c:v>172.221</c:v>
                      </c:pt>
                      <c:pt idx="2432">
                        <c:v>175.83500000000001</c:v>
                      </c:pt>
                      <c:pt idx="2433">
                        <c:v>180.53399999999999</c:v>
                      </c:pt>
                      <c:pt idx="2434">
                        <c:v>180.89599999999999</c:v>
                      </c:pt>
                      <c:pt idx="2435">
                        <c:v>176.32900000000001</c:v>
                      </c:pt>
                      <c:pt idx="2436">
                        <c:v>175.31899999999999</c:v>
                      </c:pt>
                      <c:pt idx="2437">
                        <c:v>171.14699999999999</c:v>
                      </c:pt>
                      <c:pt idx="2438">
                        <c:v>171.244</c:v>
                      </c:pt>
                      <c:pt idx="2439">
                        <c:v>174.58099999999999</c:v>
                      </c:pt>
                      <c:pt idx="2440">
                        <c:v>176.476</c:v>
                      </c:pt>
                      <c:pt idx="2441">
                        <c:v>173.84399999999999</c:v>
                      </c:pt>
                      <c:pt idx="2442">
                        <c:v>171.352</c:v>
                      </c:pt>
                      <c:pt idx="2443">
                        <c:v>165.87799999999999</c:v>
                      </c:pt>
                      <c:pt idx="2444">
                        <c:v>162.38499999999999</c:v>
                      </c:pt>
                      <c:pt idx="2445">
                        <c:v>165.048</c:v>
                      </c:pt>
                      <c:pt idx="2446">
                        <c:v>173.44499999999999</c:v>
                      </c:pt>
                      <c:pt idx="2447">
                        <c:v>175.68199999999999</c:v>
                      </c:pt>
                      <c:pt idx="2448">
                        <c:v>185.965</c:v>
                      </c:pt>
                      <c:pt idx="2449">
                        <c:v>185.09100000000001</c:v>
                      </c:pt>
                      <c:pt idx="2450">
                        <c:v>193.30099999999999</c:v>
                      </c:pt>
                      <c:pt idx="2451">
                        <c:v>186.60599999999999</c:v>
                      </c:pt>
                      <c:pt idx="2452">
                        <c:v>175.33</c:v>
                      </c:pt>
                      <c:pt idx="2453">
                        <c:v>175.08</c:v>
                      </c:pt>
                      <c:pt idx="2454">
                        <c:v>179.47900000000001</c:v>
                      </c:pt>
                      <c:pt idx="2455">
                        <c:v>181.96</c:v>
                      </c:pt>
                      <c:pt idx="2456">
                        <c:v>180.989</c:v>
                      </c:pt>
                      <c:pt idx="2457">
                        <c:v>182.97900000000001</c:v>
                      </c:pt>
                      <c:pt idx="2458">
                        <c:v>183.92699999999999</c:v>
                      </c:pt>
                      <c:pt idx="2459">
                        <c:v>185.69399999999999</c:v>
                      </c:pt>
                      <c:pt idx="2460">
                        <c:v>186.11</c:v>
                      </c:pt>
                      <c:pt idx="2461">
                        <c:v>183.40100000000001</c:v>
                      </c:pt>
                      <c:pt idx="2462">
                        <c:v>176.78700000000001</c:v>
                      </c:pt>
                      <c:pt idx="2463">
                        <c:v>171.80199999999999</c:v>
                      </c:pt>
                      <c:pt idx="2464">
                        <c:v>170.185</c:v>
                      </c:pt>
                      <c:pt idx="2465">
                        <c:v>167.14500000000001</c:v>
                      </c:pt>
                      <c:pt idx="2466">
                        <c:v>166.44900000000001</c:v>
                      </c:pt>
                      <c:pt idx="2467">
                        <c:v>163.041</c:v>
                      </c:pt>
                      <c:pt idx="2468">
                        <c:v>160.501</c:v>
                      </c:pt>
                      <c:pt idx="2469">
                        <c:v>154.17699999999999</c:v>
                      </c:pt>
                      <c:pt idx="2470">
                        <c:v>149.24</c:v>
                      </c:pt>
                      <c:pt idx="2471">
                        <c:v>148.14099999999999</c:v>
                      </c:pt>
                      <c:pt idx="2472">
                        <c:v>154.84100000000001</c:v>
                      </c:pt>
                      <c:pt idx="2473">
                        <c:v>158.63300000000001</c:v>
                      </c:pt>
                      <c:pt idx="2474">
                        <c:v>161.773</c:v>
                      </c:pt>
                      <c:pt idx="2475">
                        <c:v>164.12299999999999</c:v>
                      </c:pt>
                      <c:pt idx="2476">
                        <c:v>168.29599999999999</c:v>
                      </c:pt>
                      <c:pt idx="2477">
                        <c:v>174.761</c:v>
                      </c:pt>
                      <c:pt idx="2478">
                        <c:v>177.61199999999999</c:v>
                      </c:pt>
                      <c:pt idx="2479">
                        <c:v>175.61500000000001</c:v>
                      </c:pt>
                      <c:pt idx="2480">
                        <c:v>176.52699999999999</c:v>
                      </c:pt>
                      <c:pt idx="2481">
                        <c:v>177.42599999999999</c:v>
                      </c:pt>
                      <c:pt idx="2482">
                        <c:v>173.72499999999999</c:v>
                      </c:pt>
                      <c:pt idx="2483">
                        <c:v>172.167</c:v>
                      </c:pt>
                      <c:pt idx="2484">
                        <c:v>170.62899999999999</c:v>
                      </c:pt>
                      <c:pt idx="2485">
                        <c:v>170.06</c:v>
                      </c:pt>
                      <c:pt idx="2486">
                        <c:v>166.11</c:v>
                      </c:pt>
                      <c:pt idx="2487">
                        <c:v>165.52699999999999</c:v>
                      </c:pt>
                      <c:pt idx="2488">
                        <c:v>163.416</c:v>
                      </c:pt>
                      <c:pt idx="2489">
                        <c:v>164.821</c:v>
                      </c:pt>
                      <c:pt idx="2490">
                        <c:v>161.78899999999999</c:v>
                      </c:pt>
                      <c:pt idx="2491">
                        <c:v>162.983</c:v>
                      </c:pt>
                      <c:pt idx="2492">
                        <c:v>164.31399999999999</c:v>
                      </c:pt>
                      <c:pt idx="2493">
                        <c:v>169.71899999999999</c:v>
                      </c:pt>
                      <c:pt idx="2494">
                        <c:v>165.226</c:v>
                      </c:pt>
                      <c:pt idx="2495">
                        <c:v>166.471</c:v>
                      </c:pt>
                      <c:pt idx="2496">
                        <c:v>167.61799999999999</c:v>
                      </c:pt>
                      <c:pt idx="2497">
                        <c:v>167.292</c:v>
                      </c:pt>
                      <c:pt idx="2498">
                        <c:v>166.077</c:v>
                      </c:pt>
                      <c:pt idx="2499">
                        <c:v>165.75800000000001</c:v>
                      </c:pt>
                      <c:pt idx="2500">
                        <c:v>166.46199999999999</c:v>
                      </c:pt>
                      <c:pt idx="2501">
                        <c:v>168.77600000000001</c:v>
                      </c:pt>
                      <c:pt idx="2502">
                        <c:v>170.69499999999999</c:v>
                      </c:pt>
                      <c:pt idx="2503">
                        <c:v>169.589</c:v>
                      </c:pt>
                      <c:pt idx="2504">
                        <c:v>176.29900000000001</c:v>
                      </c:pt>
                      <c:pt idx="2505">
                        <c:v>172.93299999999999</c:v>
                      </c:pt>
                      <c:pt idx="2506">
                        <c:v>171.38499999999999</c:v>
                      </c:pt>
                      <c:pt idx="2507">
                        <c:v>174.94</c:v>
                      </c:pt>
                      <c:pt idx="2508">
                        <c:v>176.07499999999999</c:v>
                      </c:pt>
                      <c:pt idx="2509">
                        <c:v>178.71</c:v>
                      </c:pt>
                      <c:pt idx="2510">
                        <c:v>176.81399999999999</c:v>
                      </c:pt>
                      <c:pt idx="2511">
                        <c:v>172.46600000000001</c:v>
                      </c:pt>
                      <c:pt idx="2512">
                        <c:v>167.905</c:v>
                      </c:pt>
                      <c:pt idx="2513">
                        <c:v>162.24</c:v>
                      </c:pt>
                      <c:pt idx="2514">
                        <c:v>168.57300000000001</c:v>
                      </c:pt>
                      <c:pt idx="2515">
                        <c:v>173.876</c:v>
                      </c:pt>
                      <c:pt idx="2516">
                        <c:v>171.70699999999999</c:v>
                      </c:pt>
                      <c:pt idx="2517">
                        <c:v>168.67099999999999</c:v>
                      </c:pt>
                      <c:pt idx="2518">
                        <c:v>169.69300000000001</c:v>
                      </c:pt>
                      <c:pt idx="2519">
                        <c:v>169.85400000000001</c:v>
                      </c:pt>
                      <c:pt idx="2520">
                        <c:v>171.12799999999999</c:v>
                      </c:pt>
                      <c:pt idx="2521">
                        <c:v>172.60900000000001</c:v>
                      </c:pt>
                      <c:pt idx="2522">
                        <c:v>172.60900000000001</c:v>
                      </c:pt>
                      <c:pt idx="2523">
                        <c:v>177.38</c:v>
                      </c:pt>
                      <c:pt idx="2524">
                        <c:v>177.98699999999999</c:v>
                      </c:pt>
                      <c:pt idx="2525">
                        <c:v>178.27099999999999</c:v>
                      </c:pt>
                      <c:pt idx="2526">
                        <c:v>175.19300000000001</c:v>
                      </c:pt>
                      <c:pt idx="2527">
                        <c:v>167.16800000000001</c:v>
                      </c:pt>
                      <c:pt idx="2528">
                        <c:v>165.15899999999999</c:v>
                      </c:pt>
                      <c:pt idx="2529">
                        <c:v>164.779</c:v>
                      </c:pt>
                      <c:pt idx="2530">
                        <c:v>166.541</c:v>
                      </c:pt>
                      <c:pt idx="2531">
                        <c:v>158.542</c:v>
                      </c:pt>
                      <c:pt idx="2532">
                        <c:v>160.03399999999999</c:v>
                      </c:pt>
                      <c:pt idx="2533">
                        <c:v>161.95699999999999</c:v>
                      </c:pt>
                      <c:pt idx="2534">
                        <c:v>161.53800000000001</c:v>
                      </c:pt>
                      <c:pt idx="2535">
                        <c:v>157.423</c:v>
                      </c:pt>
                      <c:pt idx="2536">
                        <c:v>155.83099999999999</c:v>
                      </c:pt>
                      <c:pt idx="2537">
                        <c:v>163.899</c:v>
                      </c:pt>
                      <c:pt idx="2538">
                        <c:v>163.84100000000001</c:v>
                      </c:pt>
                      <c:pt idx="2539">
                        <c:v>163.79</c:v>
                      </c:pt>
                      <c:pt idx="2540">
                        <c:v>162.35</c:v>
                      </c:pt>
                      <c:pt idx="2541">
                        <c:v>162.84</c:v>
                      </c:pt>
                      <c:pt idx="2542">
                        <c:v>162.54599999999999</c:v>
                      </c:pt>
                      <c:pt idx="2543">
                        <c:v>166.14500000000001</c:v>
                      </c:pt>
                      <c:pt idx="2544">
                        <c:v>166.50800000000001</c:v>
                      </c:pt>
                      <c:pt idx="2545">
                        <c:v>164.33500000000001</c:v>
                      </c:pt>
                      <c:pt idx="2546">
                        <c:v>169.41300000000001</c:v>
                      </c:pt>
                      <c:pt idx="2547">
                        <c:v>167.37</c:v>
                      </c:pt>
                      <c:pt idx="2548">
                        <c:v>169.62200000000001</c:v>
                      </c:pt>
                      <c:pt idx="2549">
                        <c:v>170.608</c:v>
                      </c:pt>
                      <c:pt idx="2550">
                        <c:v>173.20699999999999</c:v>
                      </c:pt>
                      <c:pt idx="2551">
                        <c:v>171.815</c:v>
                      </c:pt>
                      <c:pt idx="2552">
                        <c:v>170.86199999999999</c:v>
                      </c:pt>
                      <c:pt idx="2553">
                        <c:v>173.196</c:v>
                      </c:pt>
                      <c:pt idx="2554">
                        <c:v>170.30699999999999</c:v>
                      </c:pt>
                      <c:pt idx="2555">
                        <c:v>167.03899999999999</c:v>
                      </c:pt>
                      <c:pt idx="2556">
                        <c:v>167.35900000000001</c:v>
                      </c:pt>
                      <c:pt idx="2557">
                        <c:v>165.30600000000001</c:v>
                      </c:pt>
                      <c:pt idx="2558">
                        <c:v>165.60400000000001</c:v>
                      </c:pt>
                      <c:pt idx="2559">
                        <c:v>168.27699999999999</c:v>
                      </c:pt>
                      <c:pt idx="2560">
                        <c:v>171.96700000000001</c:v>
                      </c:pt>
                      <c:pt idx="2561">
                        <c:v>180.16200000000001</c:v>
                      </c:pt>
                      <c:pt idx="2562">
                        <c:v>187.649</c:v>
                      </c:pt>
                      <c:pt idx="2563">
                        <c:v>182.249</c:v>
                      </c:pt>
                      <c:pt idx="2564">
                        <c:v>175.34100000000001</c:v>
                      </c:pt>
                      <c:pt idx="2565">
                        <c:v>184.71799999999999</c:v>
                      </c:pt>
                      <c:pt idx="2566">
                        <c:v>184.99199999999999</c:v>
                      </c:pt>
                      <c:pt idx="2567">
                        <c:v>180.66300000000001</c:v>
                      </c:pt>
                      <c:pt idx="2568">
                        <c:v>184.97399999999999</c:v>
                      </c:pt>
                      <c:pt idx="2569">
                        <c:v>177.93600000000001</c:v>
                      </c:pt>
                      <c:pt idx="2570">
                        <c:v>175.01</c:v>
                      </c:pt>
                      <c:pt idx="2571">
                        <c:v>172.66499999999999</c:v>
                      </c:pt>
                      <c:pt idx="2572">
                        <c:v>169.42699999999999</c:v>
                      </c:pt>
                      <c:pt idx="2573">
                        <c:v>172.411</c:v>
                      </c:pt>
                      <c:pt idx="2574">
                        <c:v>170.17</c:v>
                      </c:pt>
                      <c:pt idx="2575">
                        <c:v>171.45099999999999</c:v>
                      </c:pt>
                      <c:pt idx="2576">
                        <c:v>172.60900000000001</c:v>
                      </c:pt>
                      <c:pt idx="2577">
                        <c:v>171.14699999999999</c:v>
                      </c:pt>
                      <c:pt idx="2578">
                        <c:v>169.19499999999999</c:v>
                      </c:pt>
                      <c:pt idx="2579">
                        <c:v>170.291</c:v>
                      </c:pt>
                      <c:pt idx="2580">
                        <c:v>172.60900000000001</c:v>
                      </c:pt>
                      <c:pt idx="2581">
                        <c:v>166.33799999999999</c:v>
                      </c:pt>
                      <c:pt idx="2582">
                        <c:v>165.99</c:v>
                      </c:pt>
                      <c:pt idx="2583">
                        <c:v>164.06800000000001</c:v>
                      </c:pt>
                      <c:pt idx="2584">
                        <c:v>158.768</c:v>
                      </c:pt>
                      <c:pt idx="2585">
                        <c:v>163.81200000000001</c:v>
                      </c:pt>
                      <c:pt idx="2586">
                        <c:v>163.74799999999999</c:v>
                      </c:pt>
                      <c:pt idx="2587">
                        <c:v>167.06200000000001</c:v>
                      </c:pt>
                      <c:pt idx="2588">
                        <c:v>168.71100000000001</c:v>
                      </c:pt>
                      <c:pt idx="2589">
                        <c:v>164.83699999999999</c:v>
                      </c:pt>
                      <c:pt idx="2590">
                        <c:v>162.25200000000001</c:v>
                      </c:pt>
                      <c:pt idx="2591">
                        <c:v>159.78899999999999</c:v>
                      </c:pt>
                      <c:pt idx="2592">
                        <c:v>160.60900000000001</c:v>
                      </c:pt>
                      <c:pt idx="2593">
                        <c:v>162.26599999999999</c:v>
                      </c:pt>
                      <c:pt idx="2594">
                        <c:v>164.696</c:v>
                      </c:pt>
                      <c:pt idx="2595">
                        <c:v>165.114</c:v>
                      </c:pt>
                      <c:pt idx="2596">
                        <c:v>167.80699999999999</c:v>
                      </c:pt>
                      <c:pt idx="2597">
                        <c:v>167.52500000000001</c:v>
                      </c:pt>
                      <c:pt idx="2598">
                        <c:v>166.69300000000001</c:v>
                      </c:pt>
                      <c:pt idx="2599">
                        <c:v>161.58799999999999</c:v>
                      </c:pt>
                      <c:pt idx="2600">
                        <c:v>160.63499999999999</c:v>
                      </c:pt>
                      <c:pt idx="2601">
                        <c:v>165.59700000000001</c:v>
                      </c:pt>
                      <c:pt idx="2602">
                        <c:v>163.42699999999999</c:v>
                      </c:pt>
                      <c:pt idx="2603">
                        <c:v>160.21</c:v>
                      </c:pt>
                      <c:pt idx="2604">
                        <c:v>157.19200000000001</c:v>
                      </c:pt>
                      <c:pt idx="2605">
                        <c:v>156.124</c:v>
                      </c:pt>
                      <c:pt idx="2606">
                        <c:v>154.93199999999999</c:v>
                      </c:pt>
                      <c:pt idx="2607">
                        <c:v>155.79400000000001</c:v>
                      </c:pt>
                      <c:pt idx="2608">
                        <c:v>158.14699999999999</c:v>
                      </c:pt>
                      <c:pt idx="2609">
                        <c:v>156.37</c:v>
                      </c:pt>
                      <c:pt idx="2610">
                        <c:v>154.536</c:v>
                      </c:pt>
                      <c:pt idx="2611">
                        <c:v>155.53299999999999</c:v>
                      </c:pt>
                      <c:pt idx="2612">
                        <c:v>152.982</c:v>
                      </c:pt>
                      <c:pt idx="2613">
                        <c:v>148.30799999999999</c:v>
                      </c:pt>
                      <c:pt idx="2614">
                        <c:v>150.00899999999999</c:v>
                      </c:pt>
                      <c:pt idx="2615">
                        <c:v>146.601</c:v>
                      </c:pt>
                      <c:pt idx="2616">
                        <c:v>147.81200000000001</c:v>
                      </c:pt>
                      <c:pt idx="2617">
                        <c:v>149.15899999999999</c:v>
                      </c:pt>
                      <c:pt idx="2618">
                        <c:v>148.02199999999999</c:v>
                      </c:pt>
                      <c:pt idx="2619">
                        <c:v>149.041</c:v>
                      </c:pt>
                      <c:pt idx="2620">
                        <c:v>148.452</c:v>
                      </c:pt>
                      <c:pt idx="2621">
                        <c:v>147.30699999999999</c:v>
                      </c:pt>
                      <c:pt idx="2622">
                        <c:v>147.154</c:v>
                      </c:pt>
                      <c:pt idx="2623">
                        <c:v>145.41399999999999</c:v>
                      </c:pt>
                      <c:pt idx="2624">
                        <c:v>145.19</c:v>
                      </c:pt>
                      <c:pt idx="2625">
                        <c:v>147.69800000000001</c:v>
                      </c:pt>
                      <c:pt idx="2626">
                        <c:v>146.72300000000001</c:v>
                      </c:pt>
                      <c:pt idx="2627">
                        <c:v>149.03</c:v>
                      </c:pt>
                      <c:pt idx="2628">
                        <c:v>148.898</c:v>
                      </c:pt>
                      <c:pt idx="2629">
                        <c:v>146.786</c:v>
                      </c:pt>
                      <c:pt idx="2630">
                        <c:v>143.51</c:v>
                      </c:pt>
                      <c:pt idx="2631">
                        <c:v>142.97999999999999</c:v>
                      </c:pt>
                      <c:pt idx="2632">
                        <c:v>141.88800000000001</c:v>
                      </c:pt>
                      <c:pt idx="2633">
                        <c:v>141.30099999999999</c:v>
                      </c:pt>
                      <c:pt idx="2634">
                        <c:v>141.45599999999999</c:v>
                      </c:pt>
                      <c:pt idx="2635">
                        <c:v>140.19900000000001</c:v>
                      </c:pt>
                      <c:pt idx="2636">
                        <c:v>137.88499999999999</c:v>
                      </c:pt>
                      <c:pt idx="2637">
                        <c:v>136.93</c:v>
                      </c:pt>
                      <c:pt idx="2638">
                        <c:v>136.88900000000001</c:v>
                      </c:pt>
                      <c:pt idx="2639">
                        <c:v>135.82900000000001</c:v>
                      </c:pt>
                      <c:pt idx="2640">
                        <c:v>137.155</c:v>
                      </c:pt>
                      <c:pt idx="2641">
                        <c:v>141.33699999999999</c:v>
                      </c:pt>
                      <c:pt idx="2642">
                        <c:v>140.50299999999999</c:v>
                      </c:pt>
                      <c:pt idx="2643">
                        <c:v>134.34399999999999</c:v>
                      </c:pt>
                      <c:pt idx="2644">
                        <c:v>139.00299999999999</c:v>
                      </c:pt>
                      <c:pt idx="2645">
                        <c:v>134.471</c:v>
                      </c:pt>
                      <c:pt idx="2646">
                        <c:v>137.50299999999999</c:v>
                      </c:pt>
                      <c:pt idx="2647">
                        <c:v>131.71799999999999</c:v>
                      </c:pt>
                      <c:pt idx="2648">
                        <c:v>131.45400000000001</c:v>
                      </c:pt>
                      <c:pt idx="2649">
                        <c:v>131.607</c:v>
                      </c:pt>
                      <c:pt idx="2650">
                        <c:v>131.32400000000001</c:v>
                      </c:pt>
                      <c:pt idx="2651">
                        <c:v>132.33699999999999</c:v>
                      </c:pt>
                      <c:pt idx="2652">
                        <c:v>131.328</c:v>
                      </c:pt>
                      <c:pt idx="2653">
                        <c:v>131.34800000000001</c:v>
                      </c:pt>
                      <c:pt idx="2654">
                        <c:v>132.33699999999999</c:v>
                      </c:pt>
                      <c:pt idx="2655">
                        <c:v>133.01</c:v>
                      </c:pt>
                      <c:pt idx="2656">
                        <c:v>131.40299999999999</c:v>
                      </c:pt>
                      <c:pt idx="2657">
                        <c:v>125.801</c:v>
                      </c:pt>
                      <c:pt idx="2658">
                        <c:v>126.67</c:v>
                      </c:pt>
                      <c:pt idx="2659">
                        <c:v>127.503</c:v>
                      </c:pt>
                      <c:pt idx="2660">
                        <c:v>126.67</c:v>
                      </c:pt>
                      <c:pt idx="2661">
                        <c:v>128.00299999999999</c:v>
                      </c:pt>
                      <c:pt idx="2662">
                        <c:v>126.538</c:v>
                      </c:pt>
                      <c:pt idx="2663">
                        <c:v>125.503</c:v>
                      </c:pt>
                      <c:pt idx="2664">
                        <c:v>124.837</c:v>
                      </c:pt>
                      <c:pt idx="2665">
                        <c:v>123.337</c:v>
                      </c:pt>
                      <c:pt idx="2666">
                        <c:v>122.91200000000001</c:v>
                      </c:pt>
                      <c:pt idx="2667">
                        <c:v>125.67</c:v>
                      </c:pt>
                      <c:pt idx="2668">
                        <c:v>126.67</c:v>
                      </c:pt>
                      <c:pt idx="2669">
                        <c:v>128.32</c:v>
                      </c:pt>
                      <c:pt idx="2670">
                        <c:v>125.95</c:v>
                      </c:pt>
                      <c:pt idx="2671">
                        <c:v>126.041</c:v>
                      </c:pt>
                      <c:pt idx="2672">
                        <c:v>126.407</c:v>
                      </c:pt>
                      <c:pt idx="2673">
                        <c:v>129.29599999999999</c:v>
                      </c:pt>
                      <c:pt idx="2674">
                        <c:v>127.003</c:v>
                      </c:pt>
                      <c:pt idx="2675">
                        <c:v>128.83699999999999</c:v>
                      </c:pt>
                      <c:pt idx="2676">
                        <c:v>130.05199999999999</c:v>
                      </c:pt>
                      <c:pt idx="2677">
                        <c:v>129.95599999999999</c:v>
                      </c:pt>
                      <c:pt idx="2678">
                        <c:v>129.393</c:v>
                      </c:pt>
                      <c:pt idx="2679">
                        <c:v>129.65100000000001</c:v>
                      </c:pt>
                      <c:pt idx="2680">
                        <c:v>128.83699999999999</c:v>
                      </c:pt>
                      <c:pt idx="2681">
                        <c:v>129.16999999999999</c:v>
                      </c:pt>
                      <c:pt idx="2682">
                        <c:v>130.83699999999999</c:v>
                      </c:pt>
                      <c:pt idx="2683">
                        <c:v>131.83699999999999</c:v>
                      </c:pt>
                      <c:pt idx="2684">
                        <c:v>133.83699999999999</c:v>
                      </c:pt>
                      <c:pt idx="2685">
                        <c:v>135.62799999999999</c:v>
                      </c:pt>
                      <c:pt idx="2686">
                        <c:v>137.83699999999999</c:v>
                      </c:pt>
                      <c:pt idx="2687">
                        <c:v>135.88399999999999</c:v>
                      </c:pt>
                      <c:pt idx="2688">
                        <c:v>135.50299999999999</c:v>
                      </c:pt>
                      <c:pt idx="2689">
                        <c:v>131.51599999999999</c:v>
                      </c:pt>
                      <c:pt idx="2690">
                        <c:v>129.89400000000001</c:v>
                      </c:pt>
                      <c:pt idx="2691">
                        <c:v>131.50299999999999</c:v>
                      </c:pt>
                      <c:pt idx="2692">
                        <c:v>132.83699999999999</c:v>
                      </c:pt>
                      <c:pt idx="2693">
                        <c:v>135.66999999999999</c:v>
                      </c:pt>
                      <c:pt idx="2694">
                        <c:v>137.50299999999999</c:v>
                      </c:pt>
                      <c:pt idx="2695">
                        <c:v>137.17599999999999</c:v>
                      </c:pt>
                      <c:pt idx="2696">
                        <c:v>140.22</c:v>
                      </c:pt>
                      <c:pt idx="2697">
                        <c:v>141.095</c:v>
                      </c:pt>
                      <c:pt idx="2698">
                        <c:v>139.50299999999999</c:v>
                      </c:pt>
                      <c:pt idx="2699">
                        <c:v>142.00299999999999</c:v>
                      </c:pt>
                      <c:pt idx="2700">
                        <c:v>141.96600000000001</c:v>
                      </c:pt>
                      <c:pt idx="2701">
                        <c:v>141.54900000000001</c:v>
                      </c:pt>
                      <c:pt idx="2702">
                        <c:v>141.917</c:v>
                      </c:pt>
                      <c:pt idx="2703">
                        <c:v>137.38200000000001</c:v>
                      </c:pt>
                      <c:pt idx="2704">
                        <c:v>133.435</c:v>
                      </c:pt>
                      <c:pt idx="2705">
                        <c:v>129.35400000000001</c:v>
                      </c:pt>
                      <c:pt idx="2706">
                        <c:v>126.81</c:v>
                      </c:pt>
                      <c:pt idx="2707">
                        <c:v>126.999</c:v>
                      </c:pt>
                      <c:pt idx="2708">
                        <c:v>125.117</c:v>
                      </c:pt>
                      <c:pt idx="2709">
                        <c:v>123.587</c:v>
                      </c:pt>
                      <c:pt idx="2710">
                        <c:v>124.358</c:v>
                      </c:pt>
                      <c:pt idx="2711">
                        <c:v>124.34</c:v>
                      </c:pt>
                      <c:pt idx="2712">
                        <c:v>125.411</c:v>
                      </c:pt>
                      <c:pt idx="2713">
                        <c:v>125.633</c:v>
                      </c:pt>
                      <c:pt idx="2714">
                        <c:v>123.34099999999999</c:v>
                      </c:pt>
                      <c:pt idx="2715">
                        <c:v>123.249</c:v>
                      </c:pt>
                      <c:pt idx="2716">
                        <c:v>126.003</c:v>
                      </c:pt>
                      <c:pt idx="2717">
                        <c:v>126.503</c:v>
                      </c:pt>
                      <c:pt idx="2718">
                        <c:v>123.739</c:v>
                      </c:pt>
                      <c:pt idx="2719">
                        <c:v>126.837</c:v>
                      </c:pt>
                      <c:pt idx="2720">
                        <c:v>125.837</c:v>
                      </c:pt>
                      <c:pt idx="2721">
                        <c:v>128.83699999999999</c:v>
                      </c:pt>
                      <c:pt idx="2722">
                        <c:v>124.983</c:v>
                      </c:pt>
                      <c:pt idx="2723">
                        <c:v>130.66999999999999</c:v>
                      </c:pt>
                      <c:pt idx="2724">
                        <c:v>136.37799999999999</c:v>
                      </c:pt>
                      <c:pt idx="2725">
                        <c:v>136.33699999999999</c:v>
                      </c:pt>
                      <c:pt idx="2726">
                        <c:v>132.79599999999999</c:v>
                      </c:pt>
                      <c:pt idx="2727">
                        <c:v>140.50299999999999</c:v>
                      </c:pt>
                      <c:pt idx="2728">
                        <c:v>141.83699999999999</c:v>
                      </c:pt>
                      <c:pt idx="2729">
                        <c:v>139.50299999999999</c:v>
                      </c:pt>
                      <c:pt idx="2730">
                        <c:v>137.00299999999999</c:v>
                      </c:pt>
                      <c:pt idx="2731">
                        <c:v>137.75299999999999</c:v>
                      </c:pt>
                      <c:pt idx="2732">
                        <c:v>135.16999999999999</c:v>
                      </c:pt>
                      <c:pt idx="2733">
                        <c:v>140.16999999999999</c:v>
                      </c:pt>
                      <c:pt idx="2734">
                        <c:v>141.87799999999999</c:v>
                      </c:pt>
                      <c:pt idx="2735">
                        <c:v>137.001</c:v>
                      </c:pt>
                      <c:pt idx="2736">
                        <c:v>142.643</c:v>
                      </c:pt>
                      <c:pt idx="2737">
                        <c:v>143.50299999999999</c:v>
                      </c:pt>
                      <c:pt idx="2738">
                        <c:v>148.83699999999999</c:v>
                      </c:pt>
                      <c:pt idx="2739">
                        <c:v>147.50299999999999</c:v>
                      </c:pt>
                      <c:pt idx="2740">
                        <c:v>147.83699999999999</c:v>
                      </c:pt>
                      <c:pt idx="2741">
                        <c:v>150.33699999999999</c:v>
                      </c:pt>
                      <c:pt idx="2742">
                        <c:v>150.084</c:v>
                      </c:pt>
                      <c:pt idx="2743">
                        <c:v>148.66999999999999</c:v>
                      </c:pt>
                      <c:pt idx="2744">
                        <c:v>148.50299999999999</c:v>
                      </c:pt>
                      <c:pt idx="2745">
                        <c:v>145.00299999999999</c:v>
                      </c:pt>
                      <c:pt idx="2746">
                        <c:v>147.66999999999999</c:v>
                      </c:pt>
                      <c:pt idx="2747">
                        <c:v>149.00299999999999</c:v>
                      </c:pt>
                      <c:pt idx="2748">
                        <c:v>148.62700000000001</c:v>
                      </c:pt>
                      <c:pt idx="2749">
                        <c:v>149.44200000000001</c:v>
                      </c:pt>
                      <c:pt idx="2750">
                        <c:v>153.96</c:v>
                      </c:pt>
                      <c:pt idx="2751">
                        <c:v>155.55099999999999</c:v>
                      </c:pt>
                      <c:pt idx="2752">
                        <c:v>148.97399999999999</c:v>
                      </c:pt>
                      <c:pt idx="2753">
                        <c:v>148.833</c:v>
                      </c:pt>
                      <c:pt idx="2754">
                        <c:v>145.875</c:v>
                      </c:pt>
                      <c:pt idx="2755">
                        <c:v>143.345</c:v>
                      </c:pt>
                      <c:pt idx="2756">
                        <c:v>144.667</c:v>
                      </c:pt>
                      <c:pt idx="2757">
                        <c:v>142.72499999999999</c:v>
                      </c:pt>
                      <c:pt idx="2758">
                        <c:v>142.089</c:v>
                      </c:pt>
                      <c:pt idx="2759">
                        <c:v>141.48699999999999</c:v>
                      </c:pt>
                      <c:pt idx="2760">
                        <c:v>139.82499999999999</c:v>
                      </c:pt>
                      <c:pt idx="2761">
                        <c:v>137.46199999999999</c:v>
                      </c:pt>
                      <c:pt idx="2762">
                        <c:v>139.15799999999999</c:v>
                      </c:pt>
                      <c:pt idx="2763">
                        <c:v>140.15799999999999</c:v>
                      </c:pt>
                      <c:pt idx="2764">
                        <c:v>141.506</c:v>
                      </c:pt>
                      <c:pt idx="2765">
                        <c:v>141.87299999999999</c:v>
                      </c:pt>
                      <c:pt idx="2766">
                        <c:v>143.15799999999999</c:v>
                      </c:pt>
                      <c:pt idx="2767">
                        <c:v>147.58699999999999</c:v>
                      </c:pt>
                      <c:pt idx="2768">
                        <c:v>145.11699999999999</c:v>
                      </c:pt>
                      <c:pt idx="2769">
                        <c:v>144.89400000000001</c:v>
                      </c:pt>
                      <c:pt idx="2770">
                        <c:v>147</c:v>
                      </c:pt>
                      <c:pt idx="2771">
                        <c:v>149.333</c:v>
                      </c:pt>
                      <c:pt idx="2772">
                        <c:v>153.87299999999999</c:v>
                      </c:pt>
                      <c:pt idx="2773">
                        <c:v>155.94900000000001</c:v>
                      </c:pt>
                      <c:pt idx="2774">
                        <c:v>155.011</c:v>
                      </c:pt>
                      <c:pt idx="2775">
                        <c:v>154.667</c:v>
                      </c:pt>
                      <c:pt idx="2776">
                        <c:v>155</c:v>
                      </c:pt>
                      <c:pt idx="2777">
                        <c:v>153.655</c:v>
                      </c:pt>
                      <c:pt idx="2778">
                        <c:v>152.333</c:v>
                      </c:pt>
                      <c:pt idx="2779">
                        <c:v>150.143</c:v>
                      </c:pt>
                      <c:pt idx="2780">
                        <c:v>149.09700000000001</c:v>
                      </c:pt>
                      <c:pt idx="2781">
                        <c:v>148.13800000000001</c:v>
                      </c:pt>
                      <c:pt idx="2782">
                        <c:v>149.18100000000001</c:v>
                      </c:pt>
                      <c:pt idx="2783">
                        <c:v>152.87100000000001</c:v>
                      </c:pt>
                      <c:pt idx="2784">
                        <c:v>158.92500000000001</c:v>
                      </c:pt>
                      <c:pt idx="2785">
                        <c:v>161.85599999999999</c:v>
                      </c:pt>
                      <c:pt idx="2786">
                        <c:v>162.755</c:v>
                      </c:pt>
                      <c:pt idx="2787">
                        <c:v>169.17099999999999</c:v>
                      </c:pt>
                      <c:pt idx="2788">
                        <c:v>181.61</c:v>
                      </c:pt>
                      <c:pt idx="2789">
                        <c:v>184.9</c:v>
                      </c:pt>
                      <c:pt idx="2790">
                        <c:v>203.429</c:v>
                      </c:pt>
                      <c:pt idx="2791">
                        <c:v>206.84800000000001</c:v>
                      </c:pt>
                      <c:pt idx="2792">
                        <c:v>222.863</c:v>
                      </c:pt>
                      <c:pt idx="2793">
                        <c:v>239.48599999999999</c:v>
                      </c:pt>
                      <c:pt idx="2794">
                        <c:v>250.62200000000001</c:v>
                      </c:pt>
                      <c:pt idx="2795">
                        <c:v>222.79499999999999</c:v>
                      </c:pt>
                      <c:pt idx="2796">
                        <c:v>204.39699999999999</c:v>
                      </c:pt>
                      <c:pt idx="2797">
                        <c:v>189.04300000000001</c:v>
                      </c:pt>
                      <c:pt idx="2798">
                        <c:v>182.245</c:v>
                      </c:pt>
                      <c:pt idx="2799">
                        <c:v>185.68199999999999</c:v>
                      </c:pt>
                      <c:pt idx="2800">
                        <c:v>186.91200000000001</c:v>
                      </c:pt>
                      <c:pt idx="2801">
                        <c:v>186.85900000000001</c:v>
                      </c:pt>
                      <c:pt idx="2802">
                        <c:v>186.69</c:v>
                      </c:pt>
                      <c:pt idx="2803">
                        <c:v>189.642</c:v>
                      </c:pt>
                      <c:pt idx="2804">
                        <c:v>194.68</c:v>
                      </c:pt>
                      <c:pt idx="2805">
                        <c:v>194.95599999999999</c:v>
                      </c:pt>
                      <c:pt idx="2806">
                        <c:v>195.41</c:v>
                      </c:pt>
                      <c:pt idx="2807">
                        <c:v>200.03700000000001</c:v>
                      </c:pt>
                      <c:pt idx="2808">
                        <c:v>223.61</c:v>
                      </c:pt>
                      <c:pt idx="2809">
                        <c:v>230.452</c:v>
                      </c:pt>
                      <c:pt idx="2810">
                        <c:v>223.77099999999999</c:v>
                      </c:pt>
                      <c:pt idx="2811">
                        <c:v>216.07900000000001</c:v>
                      </c:pt>
                      <c:pt idx="2812">
                        <c:v>218.798</c:v>
                      </c:pt>
                      <c:pt idx="2813">
                        <c:v>227.44499999999999</c:v>
                      </c:pt>
                      <c:pt idx="2814">
                        <c:v>232.87299999999999</c:v>
                      </c:pt>
                      <c:pt idx="2815">
                        <c:v>221.226</c:v>
                      </c:pt>
                      <c:pt idx="2816">
                        <c:v>228.875</c:v>
                      </c:pt>
                      <c:pt idx="2817">
                        <c:v>227.16399999999999</c:v>
                      </c:pt>
                      <c:pt idx="2818">
                        <c:v>226.93</c:v>
                      </c:pt>
                      <c:pt idx="2819">
                        <c:v>227.88499999999999</c:v>
                      </c:pt>
                      <c:pt idx="2820">
                        <c:v>232.60300000000001</c:v>
                      </c:pt>
                      <c:pt idx="2821">
                        <c:v>228.505</c:v>
                      </c:pt>
                      <c:pt idx="2822">
                        <c:v>226.43799999999999</c:v>
                      </c:pt>
                      <c:pt idx="2823">
                        <c:v>224.00200000000001</c:v>
                      </c:pt>
                      <c:pt idx="2824">
                        <c:v>223.702</c:v>
                      </c:pt>
                      <c:pt idx="2825">
                        <c:v>226.04</c:v>
                      </c:pt>
                      <c:pt idx="2826">
                        <c:v>220.941</c:v>
                      </c:pt>
                      <c:pt idx="2827">
                        <c:v>222.98099999999999</c:v>
                      </c:pt>
                      <c:pt idx="2828">
                        <c:v>219.946</c:v>
                      </c:pt>
                      <c:pt idx="2829">
                        <c:v>205.51</c:v>
                      </c:pt>
                      <c:pt idx="2830">
                        <c:v>207.91800000000001</c:v>
                      </c:pt>
                      <c:pt idx="2831">
                        <c:v>200.96299999999999</c:v>
                      </c:pt>
                      <c:pt idx="2832">
                        <c:v>199.297</c:v>
                      </c:pt>
                      <c:pt idx="2833">
                        <c:v>198.23099999999999</c:v>
                      </c:pt>
                      <c:pt idx="2834">
                        <c:v>203.958</c:v>
                      </c:pt>
                      <c:pt idx="2835">
                        <c:v>208.08500000000001</c:v>
                      </c:pt>
                      <c:pt idx="2836">
                        <c:v>203.35400000000001</c:v>
                      </c:pt>
                      <c:pt idx="2837">
                        <c:v>197.99299999999999</c:v>
                      </c:pt>
                      <c:pt idx="2838">
                        <c:v>198.18700000000001</c:v>
                      </c:pt>
                      <c:pt idx="2839">
                        <c:v>196.423</c:v>
                      </c:pt>
                      <c:pt idx="2840">
                        <c:v>193.89699999999999</c:v>
                      </c:pt>
                      <c:pt idx="2841">
                        <c:v>197.86799999999999</c:v>
                      </c:pt>
                      <c:pt idx="2842">
                        <c:v>198.20099999999999</c:v>
                      </c:pt>
                      <c:pt idx="2843">
                        <c:v>199.197</c:v>
                      </c:pt>
                      <c:pt idx="2844">
                        <c:v>195.255</c:v>
                      </c:pt>
                      <c:pt idx="2845">
                        <c:v>190.46199999999999</c:v>
                      </c:pt>
                      <c:pt idx="2846">
                        <c:v>190.852</c:v>
                      </c:pt>
                      <c:pt idx="2847">
                        <c:v>190.05699999999999</c:v>
                      </c:pt>
                      <c:pt idx="2848">
                        <c:v>189.00899999999999</c:v>
                      </c:pt>
                      <c:pt idx="2849">
                        <c:v>191.16200000000001</c:v>
                      </c:pt>
                      <c:pt idx="2850">
                        <c:v>196.376</c:v>
                      </c:pt>
                      <c:pt idx="2851">
                        <c:v>200.654</c:v>
                      </c:pt>
                      <c:pt idx="2852">
                        <c:v>206.80500000000001</c:v>
                      </c:pt>
                      <c:pt idx="2853">
                        <c:v>215.74700000000001</c:v>
                      </c:pt>
                      <c:pt idx="2854">
                        <c:v>226.827</c:v>
                      </c:pt>
                      <c:pt idx="2855">
                        <c:v>228.35900000000001</c:v>
                      </c:pt>
                      <c:pt idx="2856">
                        <c:v>221.87700000000001</c:v>
                      </c:pt>
                      <c:pt idx="2857">
                        <c:v>229.09200000000001</c:v>
                      </c:pt>
                      <c:pt idx="2858">
                        <c:v>229.02699999999999</c:v>
                      </c:pt>
                      <c:pt idx="2859">
                        <c:v>225.74700000000001</c:v>
                      </c:pt>
                      <c:pt idx="2860">
                        <c:v>220.58600000000001</c:v>
                      </c:pt>
                      <c:pt idx="2861">
                        <c:v>221.61699999999999</c:v>
                      </c:pt>
                      <c:pt idx="2862">
                        <c:v>218.678</c:v>
                      </c:pt>
                      <c:pt idx="2863">
                        <c:v>215.91399999999999</c:v>
                      </c:pt>
                      <c:pt idx="2864">
                        <c:v>214.381</c:v>
                      </c:pt>
                      <c:pt idx="2865">
                        <c:v>215.89599999999999</c:v>
                      </c:pt>
                      <c:pt idx="2866">
                        <c:v>215.72399999999999</c:v>
                      </c:pt>
                      <c:pt idx="2867">
                        <c:v>215.54</c:v>
                      </c:pt>
                      <c:pt idx="2868">
                        <c:v>214.226</c:v>
                      </c:pt>
                      <c:pt idx="2869">
                        <c:v>214.39599999999999</c:v>
                      </c:pt>
                      <c:pt idx="2870">
                        <c:v>211.11699999999999</c:v>
                      </c:pt>
                      <c:pt idx="2871">
                        <c:v>209.22300000000001</c:v>
                      </c:pt>
                      <c:pt idx="2872">
                        <c:v>208.88</c:v>
                      </c:pt>
                      <c:pt idx="2873">
                        <c:v>205.548</c:v>
                      </c:pt>
                      <c:pt idx="2874">
                        <c:v>203.6</c:v>
                      </c:pt>
                      <c:pt idx="2875">
                        <c:v>200.02500000000001</c:v>
                      </c:pt>
                      <c:pt idx="2876">
                        <c:v>200.32900000000001</c:v>
                      </c:pt>
                      <c:pt idx="2877">
                        <c:v>205.92099999999999</c:v>
                      </c:pt>
                      <c:pt idx="2878">
                        <c:v>205.27500000000001</c:v>
                      </c:pt>
                      <c:pt idx="2879">
                        <c:v>200.411</c:v>
                      </c:pt>
                      <c:pt idx="2880">
                        <c:v>195.809</c:v>
                      </c:pt>
                      <c:pt idx="2881">
                        <c:v>195.67599999999999</c:v>
                      </c:pt>
                      <c:pt idx="2882">
                        <c:v>199.58600000000001</c:v>
                      </c:pt>
                      <c:pt idx="2883">
                        <c:v>197.80500000000001</c:v>
                      </c:pt>
                      <c:pt idx="2884">
                        <c:v>197.87700000000001</c:v>
                      </c:pt>
                      <c:pt idx="2885">
                        <c:v>197.90100000000001</c:v>
                      </c:pt>
                      <c:pt idx="2886">
                        <c:v>192.018</c:v>
                      </c:pt>
                      <c:pt idx="2887">
                        <c:v>192.33799999999999</c:v>
                      </c:pt>
                      <c:pt idx="2888">
                        <c:v>192.227</c:v>
                      </c:pt>
                      <c:pt idx="2889">
                        <c:v>193.661</c:v>
                      </c:pt>
                      <c:pt idx="2890">
                        <c:v>195.57400000000001</c:v>
                      </c:pt>
                      <c:pt idx="2891">
                        <c:v>198.24700000000001</c:v>
                      </c:pt>
                      <c:pt idx="2892">
                        <c:v>202.46299999999999</c:v>
                      </c:pt>
                      <c:pt idx="2893">
                        <c:v>202.197</c:v>
                      </c:pt>
                      <c:pt idx="2894">
                        <c:v>198.131</c:v>
                      </c:pt>
                      <c:pt idx="2895">
                        <c:v>198.17400000000001</c:v>
                      </c:pt>
                      <c:pt idx="2896">
                        <c:v>200.41900000000001</c:v>
                      </c:pt>
                      <c:pt idx="2897">
                        <c:v>195.49</c:v>
                      </c:pt>
                      <c:pt idx="2898">
                        <c:v>196.03800000000001</c:v>
                      </c:pt>
                      <c:pt idx="2899">
                        <c:v>197.74199999999999</c:v>
                      </c:pt>
                      <c:pt idx="2900">
                        <c:v>198.785</c:v>
                      </c:pt>
                      <c:pt idx="2901">
                        <c:v>197.005</c:v>
                      </c:pt>
                      <c:pt idx="2902">
                        <c:v>196.72399999999999</c:v>
                      </c:pt>
                      <c:pt idx="2903">
                        <c:v>194.99100000000001</c:v>
                      </c:pt>
                      <c:pt idx="2904">
                        <c:v>200.07</c:v>
                      </c:pt>
                      <c:pt idx="2905">
                        <c:v>199.566</c:v>
                      </c:pt>
                      <c:pt idx="2906">
                        <c:v>198.15</c:v>
                      </c:pt>
                      <c:pt idx="2907">
                        <c:v>198.15899999999999</c:v>
                      </c:pt>
                      <c:pt idx="2908">
                        <c:v>198.75700000000001</c:v>
                      </c:pt>
                      <c:pt idx="2909">
                        <c:v>200.72200000000001</c:v>
                      </c:pt>
                      <c:pt idx="2910">
                        <c:v>201.18899999999999</c:v>
                      </c:pt>
                      <c:pt idx="2911">
                        <c:v>202.69</c:v>
                      </c:pt>
                      <c:pt idx="2912">
                        <c:v>202.94900000000001</c:v>
                      </c:pt>
                      <c:pt idx="2913">
                        <c:v>203.851</c:v>
                      </c:pt>
                      <c:pt idx="2914">
                        <c:v>202.822</c:v>
                      </c:pt>
                      <c:pt idx="2915">
                        <c:v>207.68600000000001</c:v>
                      </c:pt>
                      <c:pt idx="2916">
                        <c:v>213.602</c:v>
                      </c:pt>
                      <c:pt idx="2917">
                        <c:v>220.9</c:v>
                      </c:pt>
                      <c:pt idx="2918">
                        <c:v>223.48099999999999</c:v>
                      </c:pt>
                      <c:pt idx="2919">
                        <c:v>221.845</c:v>
                      </c:pt>
                      <c:pt idx="2920">
                        <c:v>220.77199999999999</c:v>
                      </c:pt>
                      <c:pt idx="2921">
                        <c:v>217.25299999999999</c:v>
                      </c:pt>
                      <c:pt idx="2922">
                        <c:v>215.56700000000001</c:v>
                      </c:pt>
                      <c:pt idx="2923">
                        <c:v>216.96199999999999</c:v>
                      </c:pt>
                      <c:pt idx="2924">
                        <c:v>219.107</c:v>
                      </c:pt>
                      <c:pt idx="2925">
                        <c:v>217.87100000000001</c:v>
                      </c:pt>
                      <c:pt idx="2926">
                        <c:v>213.89099999999999</c:v>
                      </c:pt>
                      <c:pt idx="2927">
                        <c:v>214.59</c:v>
                      </c:pt>
                      <c:pt idx="2928">
                        <c:v>217.96299999999999</c:v>
                      </c:pt>
                      <c:pt idx="2929">
                        <c:v>216.51400000000001</c:v>
                      </c:pt>
                      <c:pt idx="2930">
                        <c:v>220.46199999999999</c:v>
                      </c:pt>
                      <c:pt idx="2931">
                        <c:v>220.73500000000001</c:v>
                      </c:pt>
                      <c:pt idx="2932">
                        <c:v>221.42699999999999</c:v>
                      </c:pt>
                      <c:pt idx="2933">
                        <c:v>225.785</c:v>
                      </c:pt>
                      <c:pt idx="2934">
                        <c:v>224.33500000000001</c:v>
                      </c:pt>
                      <c:pt idx="2935">
                        <c:v>225.61</c:v>
                      </c:pt>
                      <c:pt idx="2936">
                        <c:v>223.167</c:v>
                      </c:pt>
                      <c:pt idx="2937">
                        <c:v>222.66399999999999</c:v>
                      </c:pt>
                      <c:pt idx="2938">
                        <c:v>227.62799999999999</c:v>
                      </c:pt>
                      <c:pt idx="2939">
                        <c:v>234.32</c:v>
                      </c:pt>
                      <c:pt idx="2940">
                        <c:v>235.732</c:v>
                      </c:pt>
                      <c:pt idx="2941">
                        <c:v>231.845</c:v>
                      </c:pt>
                      <c:pt idx="2942">
                        <c:v>226.76</c:v>
                      </c:pt>
                      <c:pt idx="2943">
                        <c:v>224.35</c:v>
                      </c:pt>
                      <c:pt idx="2944">
                        <c:v>223.84299999999999</c:v>
                      </c:pt>
                      <c:pt idx="2945">
                        <c:v>227.684</c:v>
                      </c:pt>
                      <c:pt idx="2946">
                        <c:v>225.78399999999999</c:v>
                      </c:pt>
                      <c:pt idx="2947">
                        <c:v>224.61500000000001</c:v>
                      </c:pt>
                      <c:pt idx="2948">
                        <c:v>226.46</c:v>
                      </c:pt>
                      <c:pt idx="2949">
                        <c:v>224.947</c:v>
                      </c:pt>
                      <c:pt idx="2950">
                        <c:v>227.096</c:v>
                      </c:pt>
                      <c:pt idx="2951">
                        <c:v>231.68799999999999</c:v>
                      </c:pt>
                      <c:pt idx="2952">
                        <c:v>236.953</c:v>
                      </c:pt>
                      <c:pt idx="2953">
                        <c:v>240.21700000000001</c:v>
                      </c:pt>
                      <c:pt idx="2954">
                        <c:v>238.15199999999999</c:v>
                      </c:pt>
                      <c:pt idx="2955">
                        <c:v>233.49600000000001</c:v>
                      </c:pt>
                      <c:pt idx="2956">
                        <c:v>234.49100000000001</c:v>
                      </c:pt>
                      <c:pt idx="2957">
                        <c:v>238.67699999999999</c:v>
                      </c:pt>
                      <c:pt idx="2958">
                        <c:v>243.11600000000001</c:v>
                      </c:pt>
                      <c:pt idx="2959">
                        <c:v>245.49700000000001</c:v>
                      </c:pt>
                      <c:pt idx="2960">
                        <c:v>245.20599999999999</c:v>
                      </c:pt>
                      <c:pt idx="2961">
                        <c:v>251.21</c:v>
                      </c:pt>
                      <c:pt idx="2962">
                        <c:v>252.64500000000001</c:v>
                      </c:pt>
                      <c:pt idx="2963">
                        <c:v>249.054</c:v>
                      </c:pt>
                      <c:pt idx="2964">
                        <c:v>250.31</c:v>
                      </c:pt>
                      <c:pt idx="2965">
                        <c:v>251.703</c:v>
                      </c:pt>
                      <c:pt idx="2966">
                        <c:v>255.67400000000001</c:v>
                      </c:pt>
                      <c:pt idx="2967">
                        <c:v>255.26900000000001</c:v>
                      </c:pt>
                      <c:pt idx="2968">
                        <c:v>255.39500000000001</c:v>
                      </c:pt>
                      <c:pt idx="2969">
                        <c:v>259.11599999999999</c:v>
                      </c:pt>
                      <c:pt idx="2970">
                        <c:v>262.84100000000001</c:v>
                      </c:pt>
                      <c:pt idx="2971">
                        <c:v>267.58100000000002</c:v>
                      </c:pt>
                      <c:pt idx="2972">
                        <c:v>274.75400000000002</c:v>
                      </c:pt>
                      <c:pt idx="2973">
                        <c:v>290.98899999999998</c:v>
                      </c:pt>
                      <c:pt idx="2974">
                        <c:v>289.233</c:v>
                      </c:pt>
                      <c:pt idx="2975">
                        <c:v>284.06</c:v>
                      </c:pt>
                      <c:pt idx="2976">
                        <c:v>275.88799999999998</c:v>
                      </c:pt>
                      <c:pt idx="2977">
                        <c:v>273.38499999999999</c:v>
                      </c:pt>
                      <c:pt idx="2978">
                        <c:v>278.40199999999999</c:v>
                      </c:pt>
                      <c:pt idx="2979">
                        <c:v>287.13099999999997</c:v>
                      </c:pt>
                      <c:pt idx="2980">
                        <c:v>287.38900000000001</c:v>
                      </c:pt>
                      <c:pt idx="2981">
                        <c:v>281.00900000000001</c:v>
                      </c:pt>
                      <c:pt idx="2982">
                        <c:v>283.72399999999999</c:v>
                      </c:pt>
                      <c:pt idx="2983">
                        <c:v>281.61399999999998</c:v>
                      </c:pt>
                      <c:pt idx="2984">
                        <c:v>279.59500000000003</c:v>
                      </c:pt>
                      <c:pt idx="2985">
                        <c:v>275.65300000000002</c:v>
                      </c:pt>
                      <c:pt idx="2986">
                        <c:v>274.08100000000002</c:v>
                      </c:pt>
                      <c:pt idx="2987">
                        <c:v>274.387</c:v>
                      </c:pt>
                      <c:pt idx="2988">
                        <c:v>273.27800000000002</c:v>
                      </c:pt>
                      <c:pt idx="2989">
                        <c:v>269.072</c:v>
                      </c:pt>
                      <c:pt idx="2990">
                        <c:v>262.65499999999997</c:v>
                      </c:pt>
                      <c:pt idx="2991">
                        <c:v>249.316</c:v>
                      </c:pt>
                      <c:pt idx="2992">
                        <c:v>257.03300000000002</c:v>
                      </c:pt>
                      <c:pt idx="2993">
                        <c:v>265.34899999999999</c:v>
                      </c:pt>
                      <c:pt idx="2994">
                        <c:v>282.52999999999997</c:v>
                      </c:pt>
                      <c:pt idx="2995">
                        <c:v>290.892</c:v>
                      </c:pt>
                      <c:pt idx="2996">
                        <c:v>294.64299999999997</c:v>
                      </c:pt>
                      <c:pt idx="2997">
                        <c:v>302.149</c:v>
                      </c:pt>
                      <c:pt idx="2998">
                        <c:v>316.02300000000002</c:v>
                      </c:pt>
                      <c:pt idx="2999">
                        <c:v>312.90699999999998</c:v>
                      </c:pt>
                      <c:pt idx="3000">
                        <c:v>305.92700000000002</c:v>
                      </c:pt>
                      <c:pt idx="3001">
                        <c:v>304.21199999999999</c:v>
                      </c:pt>
                      <c:pt idx="3002">
                        <c:v>298.76799999999997</c:v>
                      </c:pt>
                      <c:pt idx="3003">
                        <c:v>286.08100000000002</c:v>
                      </c:pt>
                      <c:pt idx="3004">
                        <c:v>281.964</c:v>
                      </c:pt>
                      <c:pt idx="3005">
                        <c:v>287.04399999999998</c:v>
                      </c:pt>
                      <c:pt idx="3006">
                        <c:v>279.63799999999998</c:v>
                      </c:pt>
                      <c:pt idx="3007">
                        <c:v>277.41500000000002</c:v>
                      </c:pt>
                      <c:pt idx="3008">
                        <c:v>270.81900000000002</c:v>
                      </c:pt>
                      <c:pt idx="3009">
                        <c:v>283.70999999999998</c:v>
                      </c:pt>
                      <c:pt idx="3010">
                        <c:v>286.61200000000002</c:v>
                      </c:pt>
                      <c:pt idx="3011">
                        <c:v>280.77999999999997</c:v>
                      </c:pt>
                      <c:pt idx="3012">
                        <c:v>275.11099999999999</c:v>
                      </c:pt>
                      <c:pt idx="3013">
                        <c:v>278.31400000000002</c:v>
                      </c:pt>
                      <c:pt idx="3014">
                        <c:v>282.32900000000001</c:v>
                      </c:pt>
                      <c:pt idx="3015">
                        <c:v>280.54599999999999</c:v>
                      </c:pt>
                      <c:pt idx="3016">
                        <c:v>277.29899999999998</c:v>
                      </c:pt>
                      <c:pt idx="3017">
                        <c:v>264.83600000000001</c:v>
                      </c:pt>
                      <c:pt idx="3018">
                        <c:v>262.46600000000001</c:v>
                      </c:pt>
                      <c:pt idx="3019">
                        <c:v>269.24099999999999</c:v>
                      </c:pt>
                      <c:pt idx="3020">
                        <c:v>264.279</c:v>
                      </c:pt>
                      <c:pt idx="3021">
                        <c:v>266.99599999999998</c:v>
                      </c:pt>
                      <c:pt idx="3022">
                        <c:v>266.24799999999999</c:v>
                      </c:pt>
                      <c:pt idx="3023">
                        <c:v>260.67700000000002</c:v>
                      </c:pt>
                      <c:pt idx="3024">
                        <c:v>248.126</c:v>
                      </c:pt>
                      <c:pt idx="3025">
                        <c:v>251.011</c:v>
                      </c:pt>
                      <c:pt idx="3026">
                        <c:v>256.82900000000001</c:v>
                      </c:pt>
                      <c:pt idx="3027">
                        <c:v>260.57799999999997</c:v>
                      </c:pt>
                      <c:pt idx="3028">
                        <c:v>265.63</c:v>
                      </c:pt>
                      <c:pt idx="3029">
                        <c:v>264.56</c:v>
                      </c:pt>
                      <c:pt idx="3030">
                        <c:v>262.78100000000001</c:v>
                      </c:pt>
                      <c:pt idx="3031">
                        <c:v>268.56799999999998</c:v>
                      </c:pt>
                      <c:pt idx="3032">
                        <c:v>281.32499999999999</c:v>
                      </c:pt>
                      <c:pt idx="3033">
                        <c:v>276.90800000000002</c:v>
                      </c:pt>
                      <c:pt idx="3034">
                        <c:v>276.56599999999997</c:v>
                      </c:pt>
                      <c:pt idx="3035">
                        <c:v>271.98</c:v>
                      </c:pt>
                      <c:pt idx="3036">
                        <c:v>271.185</c:v>
                      </c:pt>
                      <c:pt idx="3037">
                        <c:v>273.05700000000002</c:v>
                      </c:pt>
                      <c:pt idx="3038">
                        <c:v>275.34100000000001</c:v>
                      </c:pt>
                      <c:pt idx="3039">
                        <c:v>275.53899999999999</c:v>
                      </c:pt>
                      <c:pt idx="3040">
                        <c:v>280.18200000000002</c:v>
                      </c:pt>
                      <c:pt idx="3041">
                        <c:v>281.20299999999997</c:v>
                      </c:pt>
                      <c:pt idx="3042">
                        <c:v>280.80200000000002</c:v>
                      </c:pt>
                      <c:pt idx="3043">
                        <c:v>279.012</c:v>
                      </c:pt>
                      <c:pt idx="3044">
                        <c:v>278.17899999999997</c:v>
                      </c:pt>
                      <c:pt idx="3045">
                        <c:v>283.471</c:v>
                      </c:pt>
                      <c:pt idx="3046">
                        <c:v>288.81900000000002</c:v>
                      </c:pt>
                      <c:pt idx="3047">
                        <c:v>287.887</c:v>
                      </c:pt>
                      <c:pt idx="3048">
                        <c:v>295.52199999999999</c:v>
                      </c:pt>
                      <c:pt idx="3049">
                        <c:v>299.24200000000002</c:v>
                      </c:pt>
                      <c:pt idx="3050">
                        <c:v>300.34399999999999</c:v>
                      </c:pt>
                      <c:pt idx="3051">
                        <c:v>305.471</c:v>
                      </c:pt>
                      <c:pt idx="3052">
                        <c:v>313.97000000000003</c:v>
                      </c:pt>
                      <c:pt idx="3053">
                        <c:v>313.25099999999998</c:v>
                      </c:pt>
                      <c:pt idx="3054">
                        <c:v>302.63799999999998</c:v>
                      </c:pt>
                      <c:pt idx="3055">
                        <c:v>298.065</c:v>
                      </c:pt>
                      <c:pt idx="3056">
                        <c:v>297.375</c:v>
                      </c:pt>
                      <c:pt idx="3057">
                        <c:v>300.61599999999999</c:v>
                      </c:pt>
                      <c:pt idx="3058">
                        <c:v>302.57100000000003</c:v>
                      </c:pt>
                      <c:pt idx="3059">
                        <c:v>302.81900000000002</c:v>
                      </c:pt>
                      <c:pt idx="3060">
                        <c:v>298.68400000000003</c:v>
                      </c:pt>
                      <c:pt idx="3061">
                        <c:v>296.41000000000003</c:v>
                      </c:pt>
                      <c:pt idx="3062">
                        <c:v>295.81799999999998</c:v>
                      </c:pt>
                      <c:pt idx="3063">
                        <c:v>294.40699999999998</c:v>
                      </c:pt>
                      <c:pt idx="3064">
                        <c:v>292.81700000000001</c:v>
                      </c:pt>
                      <c:pt idx="3065">
                        <c:v>296.12400000000002</c:v>
                      </c:pt>
                      <c:pt idx="3066">
                        <c:v>297.66500000000002</c:v>
                      </c:pt>
                      <c:pt idx="3067">
                        <c:v>297.93299999999999</c:v>
                      </c:pt>
                      <c:pt idx="3068">
                        <c:v>301.61900000000003</c:v>
                      </c:pt>
                      <c:pt idx="3069">
                        <c:v>299.82299999999998</c:v>
                      </c:pt>
                      <c:pt idx="3070">
                        <c:v>309.13499999999999</c:v>
                      </c:pt>
                      <c:pt idx="3071">
                        <c:v>315.04899999999998</c:v>
                      </c:pt>
                      <c:pt idx="3072">
                        <c:v>321.37</c:v>
                      </c:pt>
                      <c:pt idx="3073">
                        <c:v>329.31799999999998</c:v>
                      </c:pt>
                      <c:pt idx="3074">
                        <c:v>331.43</c:v>
                      </c:pt>
                      <c:pt idx="3075">
                        <c:v>335.423</c:v>
                      </c:pt>
                      <c:pt idx="3076">
                        <c:v>331.07900000000001</c:v>
                      </c:pt>
                      <c:pt idx="3077">
                        <c:v>344.529</c:v>
                      </c:pt>
                      <c:pt idx="3078">
                        <c:v>356.12700000000001</c:v>
                      </c:pt>
                      <c:pt idx="3079">
                        <c:v>357.11900000000003</c:v>
                      </c:pt>
                      <c:pt idx="3080">
                        <c:v>363.48899999999998</c:v>
                      </c:pt>
                      <c:pt idx="3081">
                        <c:v>354.24700000000001</c:v>
                      </c:pt>
                      <c:pt idx="3082">
                        <c:v>343.76600000000002</c:v>
                      </c:pt>
                      <c:pt idx="3083">
                        <c:v>351.14100000000002</c:v>
                      </c:pt>
                      <c:pt idx="3084">
                        <c:v>344.88600000000002</c:v>
                      </c:pt>
                      <c:pt idx="3085">
                        <c:v>342.03</c:v>
                      </c:pt>
                      <c:pt idx="3086">
                        <c:v>327.57499999999999</c:v>
                      </c:pt>
                      <c:pt idx="3087">
                        <c:v>331</c:v>
                      </c:pt>
                      <c:pt idx="3088">
                        <c:v>330.62799999999999</c:v>
                      </c:pt>
                      <c:pt idx="3089">
                        <c:v>345.69299999999998</c:v>
                      </c:pt>
                      <c:pt idx="3090">
                        <c:v>341.44400000000002</c:v>
                      </c:pt>
                      <c:pt idx="3091">
                        <c:v>338.99599999999998</c:v>
                      </c:pt>
                      <c:pt idx="3092">
                        <c:v>340.053</c:v>
                      </c:pt>
                      <c:pt idx="3093">
                        <c:v>355.00099999999998</c:v>
                      </c:pt>
                      <c:pt idx="3094">
                        <c:v>365.846</c:v>
                      </c:pt>
                      <c:pt idx="3095">
                        <c:v>373.03199999999998</c:v>
                      </c:pt>
                      <c:pt idx="3096">
                        <c:v>386.68700000000001</c:v>
                      </c:pt>
                      <c:pt idx="3097">
                        <c:v>375.404</c:v>
                      </c:pt>
                      <c:pt idx="3098">
                        <c:v>369.72199999999998</c:v>
                      </c:pt>
                      <c:pt idx="3099">
                        <c:v>372.46899999999999</c:v>
                      </c:pt>
                      <c:pt idx="3100">
                        <c:v>359.11399999999998</c:v>
                      </c:pt>
                      <c:pt idx="3101">
                        <c:v>352.46499999999997</c:v>
                      </c:pt>
                      <c:pt idx="3102">
                        <c:v>348.19400000000002</c:v>
                      </c:pt>
                      <c:pt idx="3103">
                        <c:v>345.39400000000001</c:v>
                      </c:pt>
                      <c:pt idx="3104">
                        <c:v>337.12200000000001</c:v>
                      </c:pt>
                      <c:pt idx="3105">
                        <c:v>331.755</c:v>
                      </c:pt>
                      <c:pt idx="3106">
                        <c:v>334.36399999999998</c:v>
                      </c:pt>
                      <c:pt idx="3107">
                        <c:v>335.83199999999999</c:v>
                      </c:pt>
                      <c:pt idx="3108">
                        <c:v>344.27300000000002</c:v>
                      </c:pt>
                      <c:pt idx="3109">
                        <c:v>330.63900000000001</c:v>
                      </c:pt>
                      <c:pt idx="3110">
                        <c:v>325.94900000000001</c:v>
                      </c:pt>
                      <c:pt idx="3111">
                        <c:v>318.92599999999999</c:v>
                      </c:pt>
                      <c:pt idx="3112">
                        <c:v>317.87099999999998</c:v>
                      </c:pt>
                      <c:pt idx="3113">
                        <c:v>313.98200000000003</c:v>
                      </c:pt>
                      <c:pt idx="3114">
                        <c:v>314.94799999999998</c:v>
                      </c:pt>
                      <c:pt idx="3115">
                        <c:v>308.714</c:v>
                      </c:pt>
                      <c:pt idx="3116">
                        <c:v>305.94600000000003</c:v>
                      </c:pt>
                      <c:pt idx="3117">
                        <c:v>299.11700000000002</c:v>
                      </c:pt>
                      <c:pt idx="3118">
                        <c:v>297.68700000000001</c:v>
                      </c:pt>
                      <c:pt idx="3119">
                        <c:v>301.69799999999998</c:v>
                      </c:pt>
                      <c:pt idx="3120">
                        <c:v>295.78899999999999</c:v>
                      </c:pt>
                      <c:pt idx="3121">
                        <c:v>280.00200000000001</c:v>
                      </c:pt>
                      <c:pt idx="3122">
                        <c:v>273.322</c:v>
                      </c:pt>
                      <c:pt idx="3123">
                        <c:v>280.36</c:v>
                      </c:pt>
                      <c:pt idx="3124">
                        <c:v>275.83300000000003</c:v>
                      </c:pt>
                      <c:pt idx="3125">
                        <c:v>286.95</c:v>
                      </c:pt>
                      <c:pt idx="3126">
                        <c:v>295.084</c:v>
                      </c:pt>
                      <c:pt idx="3127">
                        <c:v>296.36200000000002</c:v>
                      </c:pt>
                      <c:pt idx="3128">
                        <c:v>292.327</c:v>
                      </c:pt>
                      <c:pt idx="3129">
                        <c:v>290.59399999999999</c:v>
                      </c:pt>
                      <c:pt idx="3130">
                        <c:v>286.84800000000001</c:v>
                      </c:pt>
                      <c:pt idx="3131">
                        <c:v>287.81</c:v>
                      </c:pt>
                      <c:pt idx="3132">
                        <c:v>293.38900000000001</c:v>
                      </c:pt>
                      <c:pt idx="3133">
                        <c:v>299.51299999999998</c:v>
                      </c:pt>
                      <c:pt idx="3134">
                        <c:v>305.17500000000001</c:v>
                      </c:pt>
                      <c:pt idx="3135">
                        <c:v>304.024</c:v>
                      </c:pt>
                      <c:pt idx="3136">
                        <c:v>311.52499999999998</c:v>
                      </c:pt>
                      <c:pt idx="3137">
                        <c:v>309.76900000000001</c:v>
                      </c:pt>
                      <c:pt idx="3138">
                        <c:v>306.476</c:v>
                      </c:pt>
                      <c:pt idx="3139">
                        <c:v>297.71199999999999</c:v>
                      </c:pt>
                      <c:pt idx="3140">
                        <c:v>291.46499999999997</c:v>
                      </c:pt>
                      <c:pt idx="3141">
                        <c:v>288.86</c:v>
                      </c:pt>
                      <c:pt idx="3142">
                        <c:v>291.43599999999998</c:v>
                      </c:pt>
                      <c:pt idx="3143">
                        <c:v>289.81</c:v>
                      </c:pt>
                      <c:pt idx="3144">
                        <c:v>280.76799999999997</c:v>
                      </c:pt>
                      <c:pt idx="3145">
                        <c:v>279.834</c:v>
                      </c:pt>
                      <c:pt idx="3146">
                        <c:v>287.94200000000001</c:v>
                      </c:pt>
                      <c:pt idx="3147">
                        <c:v>289.70999999999998</c:v>
                      </c:pt>
                      <c:pt idx="3148">
                        <c:v>291.59699999999998</c:v>
                      </c:pt>
                      <c:pt idx="3149">
                        <c:v>288.37099999999998</c:v>
                      </c:pt>
                      <c:pt idx="3150">
                        <c:v>281.27999999999997</c:v>
                      </c:pt>
                      <c:pt idx="3151">
                        <c:v>286.863</c:v>
                      </c:pt>
                      <c:pt idx="3152">
                        <c:v>292.60000000000002</c:v>
                      </c:pt>
                      <c:pt idx="3153">
                        <c:v>291.95400000000001</c:v>
                      </c:pt>
                      <c:pt idx="3154">
                        <c:v>297.84800000000001</c:v>
                      </c:pt>
                      <c:pt idx="3155">
                        <c:v>302.322</c:v>
                      </c:pt>
                      <c:pt idx="3156">
                        <c:v>303.392</c:v>
                      </c:pt>
                      <c:pt idx="3157">
                        <c:v>299.51799999999997</c:v>
                      </c:pt>
                      <c:pt idx="3158">
                        <c:v>303.30200000000002</c:v>
                      </c:pt>
                      <c:pt idx="3159">
                        <c:v>301.25099999999998</c:v>
                      </c:pt>
                      <c:pt idx="3160">
                        <c:v>298.67899999999997</c:v>
                      </c:pt>
                      <c:pt idx="3161">
                        <c:v>296.2</c:v>
                      </c:pt>
                      <c:pt idx="3162">
                        <c:v>299.07400000000001</c:v>
                      </c:pt>
                      <c:pt idx="3163">
                        <c:v>297.32600000000002</c:v>
                      </c:pt>
                      <c:pt idx="3164">
                        <c:v>299.01</c:v>
                      </c:pt>
                      <c:pt idx="3165">
                        <c:v>305.98099999999999</c:v>
                      </c:pt>
                      <c:pt idx="3166">
                        <c:v>307.99799999999999</c:v>
                      </c:pt>
                      <c:pt idx="3167">
                        <c:v>307.697</c:v>
                      </c:pt>
                      <c:pt idx="3168">
                        <c:v>312.56599999999997</c:v>
                      </c:pt>
                      <c:pt idx="3169">
                        <c:v>312.66500000000002</c:v>
                      </c:pt>
                      <c:pt idx="3170">
                        <c:v>308.06900000000002</c:v>
                      </c:pt>
                      <c:pt idx="3171">
                        <c:v>305.60899999999998</c:v>
                      </c:pt>
                      <c:pt idx="3172">
                        <c:v>304.767</c:v>
                      </c:pt>
                      <c:pt idx="3173">
                        <c:v>302.23899999999998</c:v>
                      </c:pt>
                      <c:pt idx="3174">
                        <c:v>306.39499999999998</c:v>
                      </c:pt>
                      <c:pt idx="3175">
                        <c:v>304.62299999999999</c:v>
                      </c:pt>
                      <c:pt idx="3176">
                        <c:v>301.63900000000001</c:v>
                      </c:pt>
                      <c:pt idx="3177">
                        <c:v>298.73</c:v>
                      </c:pt>
                      <c:pt idx="3178">
                        <c:v>290.67500000000001</c:v>
                      </c:pt>
                      <c:pt idx="3179">
                        <c:v>284.25400000000002</c:v>
                      </c:pt>
                      <c:pt idx="3180">
                        <c:v>281.55399999999997</c:v>
                      </c:pt>
                      <c:pt idx="3181">
                        <c:v>285.63099999999997</c:v>
                      </c:pt>
                      <c:pt idx="3182">
                        <c:v>291.14100000000002</c:v>
                      </c:pt>
                      <c:pt idx="3183">
                        <c:v>300.67</c:v>
                      </c:pt>
                      <c:pt idx="3184">
                        <c:v>307.709</c:v>
                      </c:pt>
                      <c:pt idx="3185">
                        <c:v>309.06099999999998</c:v>
                      </c:pt>
                      <c:pt idx="3186">
                        <c:v>311.24799999999999</c:v>
                      </c:pt>
                      <c:pt idx="3187">
                        <c:v>309.005</c:v>
                      </c:pt>
                      <c:pt idx="3188">
                        <c:v>301.56799999999998</c:v>
                      </c:pt>
                      <c:pt idx="3189">
                        <c:v>297.97300000000001</c:v>
                      </c:pt>
                      <c:pt idx="3190">
                        <c:v>293.87900000000002</c:v>
                      </c:pt>
                      <c:pt idx="3191">
                        <c:v>286.096</c:v>
                      </c:pt>
                      <c:pt idx="3192">
                        <c:v>302.57400000000001</c:v>
                      </c:pt>
                      <c:pt idx="3193">
                        <c:v>312.66500000000002</c:v>
                      </c:pt>
                      <c:pt idx="3194">
                        <c:v>303.10899999999998</c:v>
                      </c:pt>
                      <c:pt idx="3195">
                        <c:v>285.40699999999998</c:v>
                      </c:pt>
                      <c:pt idx="3196">
                        <c:v>277.33</c:v>
                      </c:pt>
                      <c:pt idx="3197">
                        <c:v>273.04700000000003</c:v>
                      </c:pt>
                      <c:pt idx="3198">
                        <c:v>271.41199999999998</c:v>
                      </c:pt>
                      <c:pt idx="3199">
                        <c:v>279.30599999999998</c:v>
                      </c:pt>
                      <c:pt idx="3200">
                        <c:v>277.303</c:v>
                      </c:pt>
                      <c:pt idx="3201">
                        <c:v>280.28199999999998</c:v>
                      </c:pt>
                      <c:pt idx="3202">
                        <c:v>269.93299999999999</c:v>
                      </c:pt>
                      <c:pt idx="3203">
                        <c:v>265.05599999999998</c:v>
                      </c:pt>
                      <c:pt idx="3204">
                        <c:v>257.91899999999998</c:v>
                      </c:pt>
                      <c:pt idx="3205">
                        <c:v>256.12400000000002</c:v>
                      </c:pt>
                      <c:pt idx="3206">
                        <c:v>260.58300000000003</c:v>
                      </c:pt>
                      <c:pt idx="3207">
                        <c:v>263.22000000000003</c:v>
                      </c:pt>
                      <c:pt idx="3208">
                        <c:v>261.62400000000002</c:v>
                      </c:pt>
                      <c:pt idx="3209">
                        <c:v>260.72300000000001</c:v>
                      </c:pt>
                      <c:pt idx="3210">
                        <c:v>255.58699999999999</c:v>
                      </c:pt>
                      <c:pt idx="3211">
                        <c:v>256.08</c:v>
                      </c:pt>
                      <c:pt idx="3212">
                        <c:v>254.279</c:v>
                      </c:pt>
                      <c:pt idx="3213">
                        <c:v>259.86399999999998</c:v>
                      </c:pt>
                      <c:pt idx="3214">
                        <c:v>267.61900000000003</c:v>
                      </c:pt>
                      <c:pt idx="3215">
                        <c:v>270.63900000000001</c:v>
                      </c:pt>
                      <c:pt idx="3216">
                        <c:v>274.79300000000001</c:v>
                      </c:pt>
                      <c:pt idx="3217">
                        <c:v>273.41899999999998</c:v>
                      </c:pt>
                      <c:pt idx="3218">
                        <c:v>276.98599999999999</c:v>
                      </c:pt>
                      <c:pt idx="3219">
                        <c:v>278.14299999999997</c:v>
                      </c:pt>
                      <c:pt idx="3220">
                        <c:v>273.84800000000001</c:v>
                      </c:pt>
                      <c:pt idx="3221">
                        <c:v>267.27300000000002</c:v>
                      </c:pt>
                      <c:pt idx="3222">
                        <c:v>260.31599999999997</c:v>
                      </c:pt>
                      <c:pt idx="3223">
                        <c:v>255.715</c:v>
                      </c:pt>
                      <c:pt idx="3224">
                        <c:v>251.75200000000001</c:v>
                      </c:pt>
                      <c:pt idx="3225">
                        <c:v>253.00899999999999</c:v>
                      </c:pt>
                      <c:pt idx="3226">
                        <c:v>250.12700000000001</c:v>
                      </c:pt>
                      <c:pt idx="3227">
                        <c:v>250.422</c:v>
                      </c:pt>
                      <c:pt idx="3228">
                        <c:v>247.11</c:v>
                      </c:pt>
                      <c:pt idx="3229">
                        <c:v>246.08799999999999</c:v>
                      </c:pt>
                      <c:pt idx="3230">
                        <c:v>245.59299999999999</c:v>
                      </c:pt>
                      <c:pt idx="3231">
                        <c:v>242.46899999999999</c:v>
                      </c:pt>
                      <c:pt idx="3232">
                        <c:v>242.84399999999999</c:v>
                      </c:pt>
                      <c:pt idx="3233">
                        <c:v>243.839</c:v>
                      </c:pt>
                      <c:pt idx="3234">
                        <c:v>243.642</c:v>
                      </c:pt>
                      <c:pt idx="3235">
                        <c:v>246.77099999999999</c:v>
                      </c:pt>
                      <c:pt idx="3236">
                        <c:v>249.44499999999999</c:v>
                      </c:pt>
                      <c:pt idx="3237">
                        <c:v>248.29599999999999</c:v>
                      </c:pt>
                      <c:pt idx="3238">
                        <c:v>243.28</c:v>
                      </c:pt>
                      <c:pt idx="3239">
                        <c:v>244.19499999999999</c:v>
                      </c:pt>
                      <c:pt idx="3240">
                        <c:v>248.67500000000001</c:v>
                      </c:pt>
                      <c:pt idx="3241">
                        <c:v>250.03399999999999</c:v>
                      </c:pt>
                      <c:pt idx="3242">
                        <c:v>246.512</c:v>
                      </c:pt>
                      <c:pt idx="3243">
                        <c:v>244.77099999999999</c:v>
                      </c:pt>
                      <c:pt idx="3244">
                        <c:v>241.90100000000001</c:v>
                      </c:pt>
                      <c:pt idx="3245">
                        <c:v>235.84899999999999</c:v>
                      </c:pt>
                      <c:pt idx="3246">
                        <c:v>234.96100000000001</c:v>
                      </c:pt>
                      <c:pt idx="3247">
                        <c:v>239.68299999999999</c:v>
                      </c:pt>
                      <c:pt idx="3248">
                        <c:v>239.45699999999999</c:v>
                      </c:pt>
                      <c:pt idx="3249">
                        <c:v>247.39500000000001</c:v>
                      </c:pt>
                      <c:pt idx="3250">
                        <c:v>253.029</c:v>
                      </c:pt>
                      <c:pt idx="3251">
                        <c:v>252.10599999999999</c:v>
                      </c:pt>
                      <c:pt idx="3252">
                        <c:v>255.488</c:v>
                      </c:pt>
                      <c:pt idx="3253">
                        <c:v>252.64</c:v>
                      </c:pt>
                      <c:pt idx="3254">
                        <c:v>260.005</c:v>
                      </c:pt>
                      <c:pt idx="3255">
                        <c:v>250.15199999999999</c:v>
                      </c:pt>
                      <c:pt idx="3256">
                        <c:v>245.76599999999999</c:v>
                      </c:pt>
                      <c:pt idx="3257">
                        <c:v>250.18799999999999</c:v>
                      </c:pt>
                      <c:pt idx="3258">
                        <c:v>256.62</c:v>
                      </c:pt>
                      <c:pt idx="3259">
                        <c:v>249.989</c:v>
                      </c:pt>
                      <c:pt idx="3260">
                        <c:v>239.99199999999999</c:v>
                      </c:pt>
                      <c:pt idx="3261">
                        <c:v>245.643</c:v>
                      </c:pt>
                      <c:pt idx="3262">
                        <c:v>243.52799999999999</c:v>
                      </c:pt>
                      <c:pt idx="3263">
                        <c:v>244.98500000000001</c:v>
                      </c:pt>
                      <c:pt idx="3264">
                        <c:v>254.12100000000001</c:v>
                      </c:pt>
                      <c:pt idx="3265">
                        <c:v>252.464</c:v>
                      </c:pt>
                      <c:pt idx="3266">
                        <c:v>253.27</c:v>
                      </c:pt>
                      <c:pt idx="3267">
                        <c:v>252.91900000000001</c:v>
                      </c:pt>
                      <c:pt idx="3268">
                        <c:v>252.863</c:v>
                      </c:pt>
                      <c:pt idx="3269">
                        <c:v>255.34</c:v>
                      </c:pt>
                      <c:pt idx="3270">
                        <c:v>250.98699999999999</c:v>
                      </c:pt>
                      <c:pt idx="3271">
                        <c:v>250.339</c:v>
                      </c:pt>
                      <c:pt idx="3272">
                        <c:v>253.32400000000001</c:v>
                      </c:pt>
                      <c:pt idx="3273">
                        <c:v>254.964</c:v>
                      </c:pt>
                      <c:pt idx="3274">
                        <c:v>253.56399999999999</c:v>
                      </c:pt>
                      <c:pt idx="3275">
                        <c:v>248.87299999999999</c:v>
                      </c:pt>
                      <c:pt idx="3276">
                        <c:v>242.74600000000001</c:v>
                      </c:pt>
                      <c:pt idx="3277">
                        <c:v>240.672</c:v>
                      </c:pt>
                      <c:pt idx="3278">
                        <c:v>238.99799999999999</c:v>
                      </c:pt>
                      <c:pt idx="3279">
                        <c:v>240.44</c:v>
                      </c:pt>
                      <c:pt idx="3280">
                        <c:v>244.73</c:v>
                      </c:pt>
                      <c:pt idx="3281">
                        <c:v>246.56700000000001</c:v>
                      </c:pt>
                      <c:pt idx="3282">
                        <c:v>249.07599999999999</c:v>
                      </c:pt>
                      <c:pt idx="3283">
                        <c:v>250.66399999999999</c:v>
                      </c:pt>
                      <c:pt idx="3284">
                        <c:v>255.06299999999999</c:v>
                      </c:pt>
                      <c:pt idx="3285">
                        <c:v>260.59199999999998</c:v>
                      </c:pt>
                      <c:pt idx="3286">
                        <c:v>261.94900000000001</c:v>
                      </c:pt>
                      <c:pt idx="3287">
                        <c:v>262.52100000000002</c:v>
                      </c:pt>
                      <c:pt idx="3288">
                        <c:v>253.56299999999999</c:v>
                      </c:pt>
                      <c:pt idx="3289">
                        <c:v>247.38399999999999</c:v>
                      </c:pt>
                      <c:pt idx="3290">
                        <c:v>254.363</c:v>
                      </c:pt>
                      <c:pt idx="3291">
                        <c:v>276.36200000000002</c:v>
                      </c:pt>
                      <c:pt idx="3292">
                        <c:v>281.81</c:v>
                      </c:pt>
                      <c:pt idx="3293">
                        <c:v>290.44</c:v>
                      </c:pt>
                      <c:pt idx="3294">
                        <c:v>269.75099999999998</c:v>
                      </c:pt>
                      <c:pt idx="3295">
                        <c:v>273.81200000000001</c:v>
                      </c:pt>
                      <c:pt idx="3296">
                        <c:v>283.14699999999999</c:v>
                      </c:pt>
                      <c:pt idx="3297">
                        <c:v>281.36500000000001</c:v>
                      </c:pt>
                      <c:pt idx="3298">
                        <c:v>279.75700000000001</c:v>
                      </c:pt>
                      <c:pt idx="3299">
                        <c:v>274.97000000000003</c:v>
                      </c:pt>
                      <c:pt idx="3300">
                        <c:v>275.49900000000002</c:v>
                      </c:pt>
                      <c:pt idx="3301">
                        <c:v>275.8</c:v>
                      </c:pt>
                      <c:pt idx="3302">
                        <c:v>276.46100000000001</c:v>
                      </c:pt>
                      <c:pt idx="3303">
                        <c:v>272.87299999999999</c:v>
                      </c:pt>
                      <c:pt idx="3304">
                        <c:v>273.89</c:v>
                      </c:pt>
                      <c:pt idx="3305">
                        <c:v>267.15800000000002</c:v>
                      </c:pt>
                      <c:pt idx="3306">
                        <c:v>270.74599999999998</c:v>
                      </c:pt>
                      <c:pt idx="3307">
                        <c:v>270.62</c:v>
                      </c:pt>
                      <c:pt idx="3308">
                        <c:v>265.07600000000002</c:v>
                      </c:pt>
                      <c:pt idx="3309">
                        <c:v>253.51</c:v>
                      </c:pt>
                      <c:pt idx="3310">
                        <c:v>250.827</c:v>
                      </c:pt>
                      <c:pt idx="3311">
                        <c:v>246.63200000000001</c:v>
                      </c:pt>
                      <c:pt idx="3312">
                        <c:v>247.291</c:v>
                      </c:pt>
                      <c:pt idx="3313">
                        <c:v>245.16900000000001</c:v>
                      </c:pt>
                      <c:pt idx="3314">
                        <c:v>244.12700000000001</c:v>
                      </c:pt>
                      <c:pt idx="3315">
                        <c:v>246.10900000000001</c:v>
                      </c:pt>
                      <c:pt idx="3316">
                        <c:v>244.91</c:v>
                      </c:pt>
                      <c:pt idx="3317">
                        <c:v>241.95099999999999</c:v>
                      </c:pt>
                      <c:pt idx="3318">
                        <c:v>242.76599999999999</c:v>
                      </c:pt>
                      <c:pt idx="3319">
                        <c:v>240.45699999999999</c:v>
                      </c:pt>
                      <c:pt idx="3320">
                        <c:v>240.65299999999999</c:v>
                      </c:pt>
                      <c:pt idx="3321">
                        <c:v>242.309</c:v>
                      </c:pt>
                      <c:pt idx="3322">
                        <c:v>242.58799999999999</c:v>
                      </c:pt>
                      <c:pt idx="3323">
                        <c:v>241.864</c:v>
                      </c:pt>
                      <c:pt idx="3324">
                        <c:v>242.40700000000001</c:v>
                      </c:pt>
                      <c:pt idx="3325">
                        <c:v>242.197</c:v>
                      </c:pt>
                      <c:pt idx="3326">
                        <c:v>241.64500000000001</c:v>
                      </c:pt>
                      <c:pt idx="3327">
                        <c:v>242.82499999999999</c:v>
                      </c:pt>
                      <c:pt idx="3328">
                        <c:v>241.88</c:v>
                      </c:pt>
                      <c:pt idx="3329">
                        <c:v>243.27099999999999</c:v>
                      </c:pt>
                      <c:pt idx="3330">
                        <c:v>237.815</c:v>
                      </c:pt>
                      <c:pt idx="3331">
                        <c:v>231.80500000000001</c:v>
                      </c:pt>
                      <c:pt idx="3332">
                        <c:v>232.65600000000001</c:v>
                      </c:pt>
                      <c:pt idx="3333">
                        <c:v>234.64699999999999</c:v>
                      </c:pt>
                      <c:pt idx="3334">
                        <c:v>237.30500000000001</c:v>
                      </c:pt>
                      <c:pt idx="3335">
                        <c:v>234.232</c:v>
                      </c:pt>
                      <c:pt idx="3336">
                        <c:v>232.214</c:v>
                      </c:pt>
                      <c:pt idx="3337">
                        <c:v>231.34700000000001</c:v>
                      </c:pt>
                      <c:pt idx="3338">
                        <c:v>230.13300000000001</c:v>
                      </c:pt>
                      <c:pt idx="3339">
                        <c:v>229.55</c:v>
                      </c:pt>
                      <c:pt idx="3340">
                        <c:v>234.042</c:v>
                      </c:pt>
                      <c:pt idx="3341">
                        <c:v>236.07</c:v>
                      </c:pt>
                      <c:pt idx="3342">
                        <c:v>234.73699999999999</c:v>
                      </c:pt>
                      <c:pt idx="3343">
                        <c:v>234.44399999999999</c:v>
                      </c:pt>
                      <c:pt idx="3344">
                        <c:v>235.24299999999999</c:v>
                      </c:pt>
                      <c:pt idx="3345">
                        <c:v>234.137</c:v>
                      </c:pt>
                      <c:pt idx="3346">
                        <c:v>236.02</c:v>
                      </c:pt>
                      <c:pt idx="3347">
                        <c:v>237.88200000000001</c:v>
                      </c:pt>
                      <c:pt idx="3348">
                        <c:v>241.267</c:v>
                      </c:pt>
                      <c:pt idx="3349">
                        <c:v>242.453</c:v>
                      </c:pt>
                      <c:pt idx="3350">
                        <c:v>240.49100000000001</c:v>
                      </c:pt>
                      <c:pt idx="3351">
                        <c:v>237.21199999999999</c:v>
                      </c:pt>
                      <c:pt idx="3352">
                        <c:v>233.994</c:v>
                      </c:pt>
                      <c:pt idx="3353">
                        <c:v>234.727</c:v>
                      </c:pt>
                      <c:pt idx="3354">
                        <c:v>235.92500000000001</c:v>
                      </c:pt>
                      <c:pt idx="3355">
                        <c:v>238.94499999999999</c:v>
                      </c:pt>
                      <c:pt idx="3356">
                        <c:v>238.29400000000001</c:v>
                      </c:pt>
                      <c:pt idx="3357">
                        <c:v>235</c:v>
                      </c:pt>
                      <c:pt idx="3358">
                        <c:v>229.077</c:v>
                      </c:pt>
                      <c:pt idx="3359">
                        <c:v>228.369</c:v>
                      </c:pt>
                      <c:pt idx="3360">
                        <c:v>232.54400000000001</c:v>
                      </c:pt>
                      <c:pt idx="3361">
                        <c:v>235.33500000000001</c:v>
                      </c:pt>
                      <c:pt idx="3362">
                        <c:v>236.482</c:v>
                      </c:pt>
                      <c:pt idx="3363">
                        <c:v>236.74700000000001</c:v>
                      </c:pt>
                      <c:pt idx="3364">
                        <c:v>232.28299999999999</c:v>
                      </c:pt>
                      <c:pt idx="3365">
                        <c:v>229.989</c:v>
                      </c:pt>
                      <c:pt idx="3366">
                        <c:v>226.417</c:v>
                      </c:pt>
                      <c:pt idx="3367">
                        <c:v>228.06700000000001</c:v>
                      </c:pt>
                      <c:pt idx="3368">
                        <c:v>228.042</c:v>
                      </c:pt>
                      <c:pt idx="3369">
                        <c:v>230.19499999999999</c:v>
                      </c:pt>
                      <c:pt idx="3370">
                        <c:v>225.238</c:v>
                      </c:pt>
                      <c:pt idx="3371">
                        <c:v>228.08</c:v>
                      </c:pt>
                      <c:pt idx="3372">
                        <c:v>223.678</c:v>
                      </c:pt>
                      <c:pt idx="3373">
                        <c:v>221.1</c:v>
                      </c:pt>
                      <c:pt idx="3374">
                        <c:v>222.27</c:v>
                      </c:pt>
                      <c:pt idx="3375">
                        <c:v>228.61199999999999</c:v>
                      </c:pt>
                      <c:pt idx="3376">
                        <c:v>231.30500000000001</c:v>
                      </c:pt>
                      <c:pt idx="3377">
                        <c:v>229.018</c:v>
                      </c:pt>
                      <c:pt idx="3378">
                        <c:v>228.77199999999999</c:v>
                      </c:pt>
                      <c:pt idx="3379">
                        <c:v>231.91</c:v>
                      </c:pt>
                      <c:pt idx="3380">
                        <c:v>223.95</c:v>
                      </c:pt>
                      <c:pt idx="3381">
                        <c:v>223.58500000000001</c:v>
                      </c:pt>
                      <c:pt idx="3382">
                        <c:v>220.857</c:v>
                      </c:pt>
                      <c:pt idx="3383">
                        <c:v>230.15</c:v>
                      </c:pt>
                      <c:pt idx="3384">
                        <c:v>236.00299999999999</c:v>
                      </c:pt>
                      <c:pt idx="3385">
                        <c:v>237.49299999999999</c:v>
                      </c:pt>
                      <c:pt idx="3386">
                        <c:v>233.50800000000001</c:v>
                      </c:pt>
                      <c:pt idx="3387">
                        <c:v>228.292</c:v>
                      </c:pt>
                      <c:pt idx="3388">
                        <c:v>226.726</c:v>
                      </c:pt>
                      <c:pt idx="3389">
                        <c:v>225.32499999999999</c:v>
                      </c:pt>
                      <c:pt idx="3390">
                        <c:v>223.61199999999999</c:v>
                      </c:pt>
                      <c:pt idx="3391">
                        <c:v>223.6</c:v>
                      </c:pt>
                      <c:pt idx="3392">
                        <c:v>224.166</c:v>
                      </c:pt>
                      <c:pt idx="3393">
                        <c:v>224.81299999999999</c:v>
                      </c:pt>
                      <c:pt idx="3394">
                        <c:v>224.654</c:v>
                      </c:pt>
                      <c:pt idx="3395">
                        <c:v>225.43100000000001</c:v>
                      </c:pt>
                      <c:pt idx="3396">
                        <c:v>225.41800000000001</c:v>
                      </c:pt>
                      <c:pt idx="3397">
                        <c:v>223.88499999999999</c:v>
                      </c:pt>
                      <c:pt idx="3398">
                        <c:v>221.63900000000001</c:v>
                      </c:pt>
                      <c:pt idx="3399">
                        <c:v>222.83799999999999</c:v>
                      </c:pt>
                      <c:pt idx="3400">
                        <c:v>226.66800000000001</c:v>
                      </c:pt>
                      <c:pt idx="3401">
                        <c:v>225.51599999999999</c:v>
                      </c:pt>
                      <c:pt idx="3402">
                        <c:v>225.27699999999999</c:v>
                      </c:pt>
                      <c:pt idx="3403">
                        <c:v>225.899</c:v>
                      </c:pt>
                      <c:pt idx="3404">
                        <c:v>228.012</c:v>
                      </c:pt>
                      <c:pt idx="3405">
                        <c:v>228.05699999999999</c:v>
                      </c:pt>
                      <c:pt idx="3406">
                        <c:v>226.46600000000001</c:v>
                      </c:pt>
                      <c:pt idx="3407">
                        <c:v>225.17599999999999</c:v>
                      </c:pt>
                      <c:pt idx="3408">
                        <c:v>220.26</c:v>
                      </c:pt>
                      <c:pt idx="3409">
                        <c:v>216.7</c:v>
                      </c:pt>
                      <c:pt idx="3410">
                        <c:v>220.57400000000001</c:v>
                      </c:pt>
                      <c:pt idx="3411">
                        <c:v>218.536</c:v>
                      </c:pt>
                      <c:pt idx="3412">
                        <c:v>217.167</c:v>
                      </c:pt>
                      <c:pt idx="3413">
                        <c:v>217.262</c:v>
                      </c:pt>
                      <c:pt idx="3414">
                        <c:v>213.685</c:v>
                      </c:pt>
                      <c:pt idx="3415">
                        <c:v>213.10900000000001</c:v>
                      </c:pt>
                      <c:pt idx="3416">
                        <c:v>219.52</c:v>
                      </c:pt>
                      <c:pt idx="3417">
                        <c:v>219.89699999999999</c:v>
                      </c:pt>
                      <c:pt idx="3418">
                        <c:v>222.26599999999999</c:v>
                      </c:pt>
                      <c:pt idx="3419">
                        <c:v>223.846</c:v>
                      </c:pt>
                      <c:pt idx="3420">
                        <c:v>220.261</c:v>
                      </c:pt>
                      <c:pt idx="3421">
                        <c:v>219.994</c:v>
                      </c:pt>
                      <c:pt idx="3422">
                        <c:v>219.79400000000001</c:v>
                      </c:pt>
                      <c:pt idx="3423">
                        <c:v>217.67</c:v>
                      </c:pt>
                      <c:pt idx="3424">
                        <c:v>215.61</c:v>
                      </c:pt>
                      <c:pt idx="3425">
                        <c:v>221.333</c:v>
                      </c:pt>
                      <c:pt idx="3426">
                        <c:v>223.239</c:v>
                      </c:pt>
                      <c:pt idx="3427">
                        <c:v>216.94300000000001</c:v>
                      </c:pt>
                      <c:pt idx="3428">
                        <c:v>216.29</c:v>
                      </c:pt>
                      <c:pt idx="3429">
                        <c:v>214.292</c:v>
                      </c:pt>
                      <c:pt idx="3430">
                        <c:v>212.423</c:v>
                      </c:pt>
                      <c:pt idx="3431">
                        <c:v>214.04599999999999</c:v>
                      </c:pt>
                      <c:pt idx="3432">
                        <c:v>215.15</c:v>
                      </c:pt>
                      <c:pt idx="3433">
                        <c:v>214.67500000000001</c:v>
                      </c:pt>
                      <c:pt idx="3434">
                        <c:v>215.99100000000001</c:v>
                      </c:pt>
                      <c:pt idx="3435">
                        <c:v>219.351</c:v>
                      </c:pt>
                      <c:pt idx="3436">
                        <c:v>218.452</c:v>
                      </c:pt>
                      <c:pt idx="3437">
                        <c:v>218.417</c:v>
                      </c:pt>
                      <c:pt idx="3438">
                        <c:v>216.708</c:v>
                      </c:pt>
                      <c:pt idx="3439">
                        <c:v>216.124</c:v>
                      </c:pt>
                      <c:pt idx="3440">
                        <c:v>218.71700000000001</c:v>
                      </c:pt>
                      <c:pt idx="3441">
                        <c:v>218.03899999999999</c:v>
                      </c:pt>
                      <c:pt idx="3442">
                        <c:v>218.16</c:v>
                      </c:pt>
                      <c:pt idx="3443">
                        <c:v>217.33799999999999</c:v>
                      </c:pt>
                      <c:pt idx="3444">
                        <c:v>213.553</c:v>
                      </c:pt>
                      <c:pt idx="3445">
                        <c:v>212.63900000000001</c:v>
                      </c:pt>
                      <c:pt idx="3446">
                        <c:v>216.90100000000001</c:v>
                      </c:pt>
                      <c:pt idx="3447">
                        <c:v>221.107</c:v>
                      </c:pt>
                      <c:pt idx="3448">
                        <c:v>224.17099999999999</c:v>
                      </c:pt>
                      <c:pt idx="3449">
                        <c:v>229.328</c:v>
                      </c:pt>
                      <c:pt idx="3450">
                        <c:v>234.35400000000001</c:v>
                      </c:pt>
                      <c:pt idx="3451">
                        <c:v>230.6</c:v>
                      </c:pt>
                      <c:pt idx="3452">
                        <c:v>228.315</c:v>
                      </c:pt>
                      <c:pt idx="3453">
                        <c:v>225.50800000000001</c:v>
                      </c:pt>
                      <c:pt idx="3454">
                        <c:v>224.95099999999999</c:v>
                      </c:pt>
                      <c:pt idx="3455">
                        <c:v>225.65199999999999</c:v>
                      </c:pt>
                      <c:pt idx="3456">
                        <c:v>230.43899999999999</c:v>
                      </c:pt>
                      <c:pt idx="3457">
                        <c:v>230.24100000000001</c:v>
                      </c:pt>
                      <c:pt idx="3458">
                        <c:v>229.208</c:v>
                      </c:pt>
                      <c:pt idx="3459">
                        <c:v>228.11199999999999</c:v>
                      </c:pt>
                      <c:pt idx="3460">
                        <c:v>233.93100000000001</c:v>
                      </c:pt>
                      <c:pt idx="3461">
                        <c:v>237.86</c:v>
                      </c:pt>
                      <c:pt idx="3462">
                        <c:v>237.423</c:v>
                      </c:pt>
                      <c:pt idx="3463">
                        <c:v>235.91900000000001</c:v>
                      </c:pt>
                      <c:pt idx="3464">
                        <c:v>236.64</c:v>
                      </c:pt>
                      <c:pt idx="3465">
                        <c:v>233.07</c:v>
                      </c:pt>
                      <c:pt idx="3466">
                        <c:v>231.92699999999999</c:v>
                      </c:pt>
                      <c:pt idx="3467">
                        <c:v>230.506</c:v>
                      </c:pt>
                      <c:pt idx="3468">
                        <c:v>229.38900000000001</c:v>
                      </c:pt>
                      <c:pt idx="3469">
                        <c:v>228.786</c:v>
                      </c:pt>
                      <c:pt idx="3470">
                        <c:v>227.489</c:v>
                      </c:pt>
                      <c:pt idx="3471">
                        <c:v>230.755</c:v>
                      </c:pt>
                      <c:pt idx="3472">
                        <c:v>230.76499999999999</c:v>
                      </c:pt>
                      <c:pt idx="3473">
                        <c:v>230.715</c:v>
                      </c:pt>
                      <c:pt idx="3474">
                        <c:v>236.346</c:v>
                      </c:pt>
                      <c:pt idx="3475">
                        <c:v>233.12299999999999</c:v>
                      </c:pt>
                      <c:pt idx="3476">
                        <c:v>233.495</c:v>
                      </c:pt>
                      <c:pt idx="3477">
                        <c:v>231.65700000000001</c:v>
                      </c:pt>
                      <c:pt idx="3478">
                        <c:v>228.208</c:v>
                      </c:pt>
                      <c:pt idx="3479">
                        <c:v>225.97200000000001</c:v>
                      </c:pt>
                      <c:pt idx="3480">
                        <c:v>224.482</c:v>
                      </c:pt>
                      <c:pt idx="3481">
                        <c:v>225.09299999999999</c:v>
                      </c:pt>
                      <c:pt idx="3482">
                        <c:v>226.03299999999999</c:v>
                      </c:pt>
                      <c:pt idx="3483">
                        <c:v>225.60499999999999</c:v>
                      </c:pt>
                      <c:pt idx="3484">
                        <c:v>229.02500000000001</c:v>
                      </c:pt>
                      <c:pt idx="3485">
                        <c:v>231.74799999999999</c:v>
                      </c:pt>
                      <c:pt idx="3486">
                        <c:v>235.191</c:v>
                      </c:pt>
                      <c:pt idx="3487">
                        <c:v>235.61099999999999</c:v>
                      </c:pt>
                      <c:pt idx="3488">
                        <c:v>233.18</c:v>
                      </c:pt>
                      <c:pt idx="3489">
                        <c:v>233.56200000000001</c:v>
                      </c:pt>
                      <c:pt idx="3490">
                        <c:v>235.09800000000001</c:v>
                      </c:pt>
                      <c:pt idx="3491">
                        <c:v>239.13800000000001</c:v>
                      </c:pt>
                      <c:pt idx="3492">
                        <c:v>236.59</c:v>
                      </c:pt>
                      <c:pt idx="3493">
                        <c:v>236.851</c:v>
                      </c:pt>
                      <c:pt idx="3494">
                        <c:v>234.56700000000001</c:v>
                      </c:pt>
                      <c:pt idx="3495">
                        <c:v>234.03</c:v>
                      </c:pt>
                      <c:pt idx="3496">
                        <c:v>233.65799999999999</c:v>
                      </c:pt>
                      <c:pt idx="3497">
                        <c:v>232.47300000000001</c:v>
                      </c:pt>
                      <c:pt idx="3498">
                        <c:v>234.24199999999999</c:v>
                      </c:pt>
                      <c:pt idx="3499">
                        <c:v>234.62799999999999</c:v>
                      </c:pt>
                      <c:pt idx="3500">
                        <c:v>232.67099999999999</c:v>
                      </c:pt>
                      <c:pt idx="3501">
                        <c:v>230.57599999999999</c:v>
                      </c:pt>
                      <c:pt idx="3502">
                        <c:v>228.446</c:v>
                      </c:pt>
                      <c:pt idx="3503">
                        <c:v>228.12799999999999</c:v>
                      </c:pt>
                      <c:pt idx="3504">
                        <c:v>224.15</c:v>
                      </c:pt>
                      <c:pt idx="3505">
                        <c:v>222.46700000000001</c:v>
                      </c:pt>
                      <c:pt idx="3506">
                        <c:v>222.25700000000001</c:v>
                      </c:pt>
                      <c:pt idx="3507">
                        <c:v>222.714</c:v>
                      </c:pt>
                      <c:pt idx="3508">
                        <c:v>221.39400000000001</c:v>
                      </c:pt>
                      <c:pt idx="3509">
                        <c:v>222.47300000000001</c:v>
                      </c:pt>
                      <c:pt idx="3510">
                        <c:v>221.40600000000001</c:v>
                      </c:pt>
                      <c:pt idx="3511">
                        <c:v>221.08600000000001</c:v>
                      </c:pt>
                      <c:pt idx="3512">
                        <c:v>219.03100000000001</c:v>
                      </c:pt>
                      <c:pt idx="3513">
                        <c:v>218.05099999999999</c:v>
                      </c:pt>
                      <c:pt idx="3514">
                        <c:v>220.405</c:v>
                      </c:pt>
                      <c:pt idx="3515">
                        <c:v>236.524</c:v>
                      </c:pt>
                      <c:pt idx="3516">
                        <c:v>238.21199999999999</c:v>
                      </c:pt>
                      <c:pt idx="3517">
                        <c:v>234.97300000000001</c:v>
                      </c:pt>
                      <c:pt idx="3518">
                        <c:v>237.357</c:v>
                      </c:pt>
                      <c:pt idx="3519">
                        <c:v>232.97900000000001</c:v>
                      </c:pt>
                      <c:pt idx="3520">
                        <c:v>230.767</c:v>
                      </c:pt>
                      <c:pt idx="3521">
                        <c:v>227.96899999999999</c:v>
                      </c:pt>
                      <c:pt idx="3522">
                        <c:v>227.22</c:v>
                      </c:pt>
                      <c:pt idx="3523">
                        <c:v>222.15799999999999</c:v>
                      </c:pt>
                      <c:pt idx="3524">
                        <c:v>215.41499999999999</c:v>
                      </c:pt>
                      <c:pt idx="3525">
                        <c:v>213.559</c:v>
                      </c:pt>
                      <c:pt idx="3526">
                        <c:v>213.09200000000001</c:v>
                      </c:pt>
                      <c:pt idx="3527">
                        <c:v>214.17</c:v>
                      </c:pt>
                      <c:pt idx="3528">
                        <c:v>213.86199999999999</c:v>
                      </c:pt>
                      <c:pt idx="3529">
                        <c:v>216.03800000000001</c:v>
                      </c:pt>
                      <c:pt idx="3530">
                        <c:v>215.91300000000001</c:v>
                      </c:pt>
                      <c:pt idx="3531">
                        <c:v>216.672</c:v>
                      </c:pt>
                      <c:pt idx="3532">
                        <c:v>217.25200000000001</c:v>
                      </c:pt>
                      <c:pt idx="3533">
                        <c:v>218.82300000000001</c:v>
                      </c:pt>
                      <c:pt idx="3534">
                        <c:v>215.477</c:v>
                      </c:pt>
                      <c:pt idx="3535">
                        <c:v>211.929</c:v>
                      </c:pt>
                      <c:pt idx="3536">
                        <c:v>210.82</c:v>
                      </c:pt>
                      <c:pt idx="3537">
                        <c:v>210.19900000000001</c:v>
                      </c:pt>
                      <c:pt idx="3538">
                        <c:v>210.536</c:v>
                      </c:pt>
                      <c:pt idx="3539">
                        <c:v>210.613</c:v>
                      </c:pt>
                      <c:pt idx="3540">
                        <c:v>211.767</c:v>
                      </c:pt>
                      <c:pt idx="3541">
                        <c:v>213.75700000000001</c:v>
                      </c:pt>
                      <c:pt idx="3542">
                        <c:v>209.78</c:v>
                      </c:pt>
                      <c:pt idx="3543">
                        <c:v>208.357</c:v>
                      </c:pt>
                      <c:pt idx="3544">
                        <c:v>208.41499999999999</c:v>
                      </c:pt>
                      <c:pt idx="3545">
                        <c:v>211.52</c:v>
                      </c:pt>
                      <c:pt idx="3546">
                        <c:v>210.88900000000001</c:v>
                      </c:pt>
                      <c:pt idx="3547">
                        <c:v>211.29499999999999</c:v>
                      </c:pt>
                      <c:pt idx="3548">
                        <c:v>209.39099999999999</c:v>
                      </c:pt>
                      <c:pt idx="3549">
                        <c:v>212.637</c:v>
                      </c:pt>
                      <c:pt idx="3550">
                        <c:v>213.155</c:v>
                      </c:pt>
                      <c:pt idx="3551">
                        <c:v>215.71600000000001</c:v>
                      </c:pt>
                      <c:pt idx="3552">
                        <c:v>216.78299999999999</c:v>
                      </c:pt>
                      <c:pt idx="3553">
                        <c:v>216.31399999999999</c:v>
                      </c:pt>
                      <c:pt idx="3554">
                        <c:v>217.27600000000001</c:v>
                      </c:pt>
                      <c:pt idx="3555">
                        <c:v>218.964</c:v>
                      </c:pt>
                      <c:pt idx="3556">
                        <c:v>215.006</c:v>
                      </c:pt>
                      <c:pt idx="3557">
                        <c:v>211.94800000000001</c:v>
                      </c:pt>
                      <c:pt idx="3558">
                        <c:v>210.96299999999999</c:v>
                      </c:pt>
                      <c:pt idx="3559">
                        <c:v>208.71199999999999</c:v>
                      </c:pt>
                      <c:pt idx="3560">
                        <c:v>207.72300000000001</c:v>
                      </c:pt>
                      <c:pt idx="3561">
                        <c:v>206.41800000000001</c:v>
                      </c:pt>
                      <c:pt idx="3562">
                        <c:v>205.85400000000001</c:v>
                      </c:pt>
                      <c:pt idx="3563">
                        <c:v>202.874</c:v>
                      </c:pt>
                      <c:pt idx="3564">
                        <c:v>201.167</c:v>
                      </c:pt>
                      <c:pt idx="3565">
                        <c:v>203.02600000000001</c:v>
                      </c:pt>
                      <c:pt idx="3566">
                        <c:v>203.661</c:v>
                      </c:pt>
                      <c:pt idx="3567">
                        <c:v>203.59399999999999</c:v>
                      </c:pt>
                      <c:pt idx="3568">
                        <c:v>199.815</c:v>
                      </c:pt>
                      <c:pt idx="3569">
                        <c:v>197.751</c:v>
                      </c:pt>
                      <c:pt idx="3570">
                        <c:v>200.434</c:v>
                      </c:pt>
                      <c:pt idx="3571">
                        <c:v>202.059</c:v>
                      </c:pt>
                      <c:pt idx="3572">
                        <c:v>201.14599999999999</c:v>
                      </c:pt>
                      <c:pt idx="3573">
                        <c:v>200.697</c:v>
                      </c:pt>
                      <c:pt idx="3574">
                        <c:v>202.70500000000001</c:v>
                      </c:pt>
                      <c:pt idx="3575">
                        <c:v>201.96899999999999</c:v>
                      </c:pt>
                      <c:pt idx="3576">
                        <c:v>201.036</c:v>
                      </c:pt>
                      <c:pt idx="3577">
                        <c:v>199.52099999999999</c:v>
                      </c:pt>
                      <c:pt idx="3578">
                        <c:v>198.126</c:v>
                      </c:pt>
                      <c:pt idx="3579">
                        <c:v>196.91399999999999</c:v>
                      </c:pt>
                      <c:pt idx="3580">
                        <c:v>195.80799999999999</c:v>
                      </c:pt>
                      <c:pt idx="3581">
                        <c:v>194.92400000000001</c:v>
                      </c:pt>
                      <c:pt idx="3582">
                        <c:v>194.441</c:v>
                      </c:pt>
                      <c:pt idx="3583">
                        <c:v>194.12799999999999</c:v>
                      </c:pt>
                      <c:pt idx="3584">
                        <c:v>194.39</c:v>
                      </c:pt>
                      <c:pt idx="3585">
                        <c:v>194.279</c:v>
                      </c:pt>
                      <c:pt idx="3586">
                        <c:v>182.07300000000001</c:v>
                      </c:pt>
                      <c:pt idx="3587">
                        <c:v>181.63900000000001</c:v>
                      </c:pt>
                      <c:pt idx="3588">
                        <c:v>184.119</c:v>
                      </c:pt>
                      <c:pt idx="3589">
                        <c:v>192.809</c:v>
                      </c:pt>
                      <c:pt idx="3590">
                        <c:v>189.34299999999999</c:v>
                      </c:pt>
                      <c:pt idx="3591">
                        <c:v>185.18899999999999</c:v>
                      </c:pt>
                      <c:pt idx="3592">
                        <c:v>184.267</c:v>
                      </c:pt>
                      <c:pt idx="3593">
                        <c:v>183.26900000000001</c:v>
                      </c:pt>
                      <c:pt idx="3594">
                        <c:v>181.511</c:v>
                      </c:pt>
                      <c:pt idx="3595">
                        <c:v>181.179</c:v>
                      </c:pt>
                      <c:pt idx="3596">
                        <c:v>180.43899999999999</c:v>
                      </c:pt>
                      <c:pt idx="3597">
                        <c:v>179.261</c:v>
                      </c:pt>
                      <c:pt idx="3598">
                        <c:v>179.00399999999999</c:v>
                      </c:pt>
                      <c:pt idx="3599">
                        <c:v>176.887</c:v>
                      </c:pt>
                      <c:pt idx="3600">
                        <c:v>175.54300000000001</c:v>
                      </c:pt>
                      <c:pt idx="3601">
                        <c:v>175.60300000000001</c:v>
                      </c:pt>
                      <c:pt idx="3602">
                        <c:v>175.755</c:v>
                      </c:pt>
                      <c:pt idx="3603">
                        <c:v>175.01599999999999</c:v>
                      </c:pt>
                      <c:pt idx="3604">
                        <c:v>176.14099999999999</c:v>
                      </c:pt>
                      <c:pt idx="3605">
                        <c:v>174.613</c:v>
                      </c:pt>
                      <c:pt idx="3606">
                        <c:v>173.90600000000001</c:v>
                      </c:pt>
                      <c:pt idx="3607">
                        <c:v>173.77699999999999</c:v>
                      </c:pt>
                      <c:pt idx="3608">
                        <c:v>175.18199999999999</c:v>
                      </c:pt>
                      <c:pt idx="3609">
                        <c:v>175.72900000000001</c:v>
                      </c:pt>
                      <c:pt idx="3610">
                        <c:v>174.334</c:v>
                      </c:pt>
                      <c:pt idx="3611">
                        <c:v>173.256</c:v>
                      </c:pt>
                      <c:pt idx="3612">
                        <c:v>177.42699999999999</c:v>
                      </c:pt>
                      <c:pt idx="3613">
                        <c:v>180.422</c:v>
                      </c:pt>
                      <c:pt idx="3614">
                        <c:v>178.69900000000001</c:v>
                      </c:pt>
                      <c:pt idx="3615">
                        <c:v>179.303</c:v>
                      </c:pt>
                      <c:pt idx="3616">
                        <c:v>186.76400000000001</c:v>
                      </c:pt>
                      <c:pt idx="3617">
                        <c:v>195.29300000000001</c:v>
                      </c:pt>
                      <c:pt idx="3618">
                        <c:v>192.06</c:v>
                      </c:pt>
                      <c:pt idx="3619">
                        <c:v>194.465</c:v>
                      </c:pt>
                      <c:pt idx="3620">
                        <c:v>190.94499999999999</c:v>
                      </c:pt>
                      <c:pt idx="3621">
                        <c:v>186.18799999999999</c:v>
                      </c:pt>
                      <c:pt idx="3622">
                        <c:v>180.76499999999999</c:v>
                      </c:pt>
                      <c:pt idx="3623">
                        <c:v>178.16399999999999</c:v>
                      </c:pt>
                      <c:pt idx="3624">
                        <c:v>182.691</c:v>
                      </c:pt>
                      <c:pt idx="3625">
                        <c:v>184.785</c:v>
                      </c:pt>
                      <c:pt idx="3626">
                        <c:v>185.429</c:v>
                      </c:pt>
                      <c:pt idx="3627">
                        <c:v>184.072</c:v>
                      </c:pt>
                      <c:pt idx="3628">
                        <c:v>180.12299999999999</c:v>
                      </c:pt>
                      <c:pt idx="3629">
                        <c:v>182.70400000000001</c:v>
                      </c:pt>
                      <c:pt idx="3630">
                        <c:v>185.63</c:v>
                      </c:pt>
                      <c:pt idx="3631">
                        <c:v>188.89699999999999</c:v>
                      </c:pt>
                      <c:pt idx="3632">
                        <c:v>190.43799999999999</c:v>
                      </c:pt>
                      <c:pt idx="3633">
                        <c:v>186.82499999999999</c:v>
                      </c:pt>
                      <c:pt idx="3634">
                        <c:v>184.029</c:v>
                      </c:pt>
                      <c:pt idx="3635">
                        <c:v>185.566</c:v>
                      </c:pt>
                      <c:pt idx="3636">
                        <c:v>185.279</c:v>
                      </c:pt>
                      <c:pt idx="3637">
                        <c:v>182.27799999999999</c:v>
                      </c:pt>
                      <c:pt idx="3638">
                        <c:v>179.739</c:v>
                      </c:pt>
                      <c:pt idx="3639">
                        <c:v>178.13300000000001</c:v>
                      </c:pt>
                      <c:pt idx="3640">
                        <c:v>178.03700000000001</c:v>
                      </c:pt>
                      <c:pt idx="3641">
                        <c:v>179.06399999999999</c:v>
                      </c:pt>
                      <c:pt idx="3642">
                        <c:v>178.61199999999999</c:v>
                      </c:pt>
                      <c:pt idx="3643">
                        <c:v>181.001</c:v>
                      </c:pt>
                      <c:pt idx="3644">
                        <c:v>192.09800000000001</c:v>
                      </c:pt>
                      <c:pt idx="3645">
                        <c:v>186.72499999999999</c:v>
                      </c:pt>
                      <c:pt idx="3646">
                        <c:v>187.41300000000001</c:v>
                      </c:pt>
                      <c:pt idx="3647">
                        <c:v>191.714</c:v>
                      </c:pt>
                      <c:pt idx="3648">
                        <c:v>192.29400000000001</c:v>
                      </c:pt>
                      <c:pt idx="3649">
                        <c:v>188.82900000000001</c:v>
                      </c:pt>
                      <c:pt idx="3650">
                        <c:v>189.21100000000001</c:v>
                      </c:pt>
                      <c:pt idx="3651">
                        <c:v>186.26900000000001</c:v>
                      </c:pt>
                      <c:pt idx="3652">
                        <c:v>184.672</c:v>
                      </c:pt>
                      <c:pt idx="3653">
                        <c:v>185.791</c:v>
                      </c:pt>
                      <c:pt idx="3654">
                        <c:v>184.05799999999999</c:v>
                      </c:pt>
                      <c:pt idx="3655">
                        <c:v>180.84899999999999</c:v>
                      </c:pt>
                      <c:pt idx="3656">
                        <c:v>179.24199999999999</c:v>
                      </c:pt>
                      <c:pt idx="3657">
                        <c:v>180.232</c:v>
                      </c:pt>
                      <c:pt idx="3658">
                        <c:v>180.143</c:v>
                      </c:pt>
                      <c:pt idx="3659">
                        <c:v>178.28800000000001</c:v>
                      </c:pt>
                      <c:pt idx="3660">
                        <c:v>176.72200000000001</c:v>
                      </c:pt>
                      <c:pt idx="3661">
                        <c:v>175.58</c:v>
                      </c:pt>
                      <c:pt idx="3662">
                        <c:v>176.76400000000001</c:v>
                      </c:pt>
                      <c:pt idx="3663">
                        <c:v>176.762</c:v>
                      </c:pt>
                      <c:pt idx="3664">
                        <c:v>177.04900000000001</c:v>
                      </c:pt>
                      <c:pt idx="3665">
                        <c:v>174.73400000000001</c:v>
                      </c:pt>
                      <c:pt idx="3666">
                        <c:v>175.98400000000001</c:v>
                      </c:pt>
                      <c:pt idx="3667">
                        <c:v>178.649</c:v>
                      </c:pt>
                      <c:pt idx="3668">
                        <c:v>179.846</c:v>
                      </c:pt>
                      <c:pt idx="3669">
                        <c:v>180.96799999999999</c:v>
                      </c:pt>
                      <c:pt idx="3670">
                        <c:v>183.96700000000001</c:v>
                      </c:pt>
                      <c:pt idx="3671">
                        <c:v>184.69900000000001</c:v>
                      </c:pt>
                      <c:pt idx="3672">
                        <c:v>184.238</c:v>
                      </c:pt>
                      <c:pt idx="3673">
                        <c:v>185.72300000000001</c:v>
                      </c:pt>
                      <c:pt idx="3674">
                        <c:v>184.827</c:v>
                      </c:pt>
                      <c:pt idx="3675">
                        <c:v>186.62100000000001</c:v>
                      </c:pt>
                      <c:pt idx="3676">
                        <c:v>193.22</c:v>
                      </c:pt>
                      <c:pt idx="3677">
                        <c:v>187.95400000000001</c:v>
                      </c:pt>
                      <c:pt idx="3678">
                        <c:v>189.86</c:v>
                      </c:pt>
                      <c:pt idx="3679">
                        <c:v>194.989</c:v>
                      </c:pt>
                      <c:pt idx="3680">
                        <c:v>194.697</c:v>
                      </c:pt>
                      <c:pt idx="3681">
                        <c:v>186.48099999999999</c:v>
                      </c:pt>
                      <c:pt idx="3682">
                        <c:v>185.88</c:v>
                      </c:pt>
                      <c:pt idx="3683">
                        <c:v>186.95</c:v>
                      </c:pt>
                      <c:pt idx="3684">
                        <c:v>188.51900000000001</c:v>
                      </c:pt>
                      <c:pt idx="3685">
                        <c:v>187.071</c:v>
                      </c:pt>
                      <c:pt idx="3686">
                        <c:v>191.23400000000001</c:v>
                      </c:pt>
                      <c:pt idx="3687">
                        <c:v>195.303</c:v>
                      </c:pt>
                      <c:pt idx="3688">
                        <c:v>193.33699999999999</c:v>
                      </c:pt>
                      <c:pt idx="3689">
                        <c:v>191.624</c:v>
                      </c:pt>
                      <c:pt idx="3690">
                        <c:v>190.04499999999999</c:v>
                      </c:pt>
                      <c:pt idx="3691">
                        <c:v>189.71</c:v>
                      </c:pt>
                      <c:pt idx="3692">
                        <c:v>192.386</c:v>
                      </c:pt>
                      <c:pt idx="3693">
                        <c:v>193.09700000000001</c:v>
                      </c:pt>
                      <c:pt idx="3694">
                        <c:v>199.81100000000001</c:v>
                      </c:pt>
                      <c:pt idx="3695">
                        <c:v>201.779</c:v>
                      </c:pt>
                      <c:pt idx="3696">
                        <c:v>205.441</c:v>
                      </c:pt>
                      <c:pt idx="3697">
                        <c:v>203.71299999999999</c:v>
                      </c:pt>
                      <c:pt idx="3698">
                        <c:v>199.36</c:v>
                      </c:pt>
                      <c:pt idx="3699">
                        <c:v>200.27099999999999</c:v>
                      </c:pt>
                      <c:pt idx="3700">
                        <c:v>199.02</c:v>
                      </c:pt>
                      <c:pt idx="3701">
                        <c:v>200.63399999999999</c:v>
                      </c:pt>
                      <c:pt idx="3702">
                        <c:v>202.46899999999999</c:v>
                      </c:pt>
                      <c:pt idx="3703">
                        <c:v>205.28</c:v>
                      </c:pt>
                      <c:pt idx="3704">
                        <c:v>205.77</c:v>
                      </c:pt>
                      <c:pt idx="3705">
                        <c:v>204.113</c:v>
                      </c:pt>
                      <c:pt idx="3706">
                        <c:v>208.679</c:v>
                      </c:pt>
                      <c:pt idx="3707">
                        <c:v>208.517</c:v>
                      </c:pt>
                      <c:pt idx="3708">
                        <c:v>209.95699999999999</c:v>
                      </c:pt>
                      <c:pt idx="3709">
                        <c:v>211.548</c:v>
                      </c:pt>
                      <c:pt idx="3710">
                        <c:v>210.11699999999999</c:v>
                      </c:pt>
                      <c:pt idx="3711">
                        <c:v>209.55799999999999</c:v>
                      </c:pt>
                      <c:pt idx="3712">
                        <c:v>206.6</c:v>
                      </c:pt>
                      <c:pt idx="3713">
                        <c:v>206.684</c:v>
                      </c:pt>
                      <c:pt idx="3714">
                        <c:v>204.85300000000001</c:v>
                      </c:pt>
                      <c:pt idx="3715">
                        <c:v>207.06299999999999</c:v>
                      </c:pt>
                      <c:pt idx="3716">
                        <c:v>207.869</c:v>
                      </c:pt>
                      <c:pt idx="3717">
                        <c:v>206.76599999999999</c:v>
                      </c:pt>
                      <c:pt idx="3718">
                        <c:v>205.24199999999999</c:v>
                      </c:pt>
                      <c:pt idx="3719">
                        <c:v>199.01300000000001</c:v>
                      </c:pt>
                      <c:pt idx="3720">
                        <c:v>197.26300000000001</c:v>
                      </c:pt>
                      <c:pt idx="3721">
                        <c:v>192.38800000000001</c:v>
                      </c:pt>
                      <c:pt idx="3722">
                        <c:v>189.036</c:v>
                      </c:pt>
                      <c:pt idx="3723">
                        <c:v>186.672</c:v>
                      </c:pt>
                      <c:pt idx="3724">
                        <c:v>184.89699999999999</c:v>
                      </c:pt>
                      <c:pt idx="3725">
                        <c:v>191.928</c:v>
                      </c:pt>
                      <c:pt idx="3726">
                        <c:v>192.786</c:v>
                      </c:pt>
                      <c:pt idx="3727">
                        <c:v>190.27799999999999</c:v>
                      </c:pt>
                      <c:pt idx="3728">
                        <c:v>192.02500000000001</c:v>
                      </c:pt>
                      <c:pt idx="3729">
                        <c:v>192.786</c:v>
                      </c:pt>
                      <c:pt idx="3730">
                        <c:v>192.30500000000001</c:v>
                      </c:pt>
                      <c:pt idx="3731">
                        <c:v>192.066</c:v>
                      </c:pt>
                      <c:pt idx="3732">
                        <c:v>191.399</c:v>
                      </c:pt>
                      <c:pt idx="3733">
                        <c:v>191.02199999999999</c:v>
                      </c:pt>
                      <c:pt idx="3734">
                        <c:v>191.05</c:v>
                      </c:pt>
                      <c:pt idx="3735">
                        <c:v>188.41499999999999</c:v>
                      </c:pt>
                      <c:pt idx="3736">
                        <c:v>186.63900000000001</c:v>
                      </c:pt>
                      <c:pt idx="3737">
                        <c:v>184.81200000000001</c:v>
                      </c:pt>
                      <c:pt idx="3738">
                        <c:v>184.965</c:v>
                      </c:pt>
                      <c:pt idx="3739">
                        <c:v>185.96700000000001</c:v>
                      </c:pt>
                      <c:pt idx="3740">
                        <c:v>186.608</c:v>
                      </c:pt>
                      <c:pt idx="3741">
                        <c:v>186.26</c:v>
                      </c:pt>
                      <c:pt idx="3742">
                        <c:v>184.74299999999999</c:v>
                      </c:pt>
                      <c:pt idx="3743">
                        <c:v>184.416</c:v>
                      </c:pt>
                      <c:pt idx="3744">
                        <c:v>184.31299999999999</c:v>
                      </c:pt>
                      <c:pt idx="3745">
                        <c:v>185.08500000000001</c:v>
                      </c:pt>
                      <c:pt idx="3746">
                        <c:v>187.54599999999999</c:v>
                      </c:pt>
                      <c:pt idx="3747">
                        <c:v>190.02799999999999</c:v>
                      </c:pt>
                      <c:pt idx="3748">
                        <c:v>196.93</c:v>
                      </c:pt>
                      <c:pt idx="3749">
                        <c:v>191.48599999999999</c:v>
                      </c:pt>
                      <c:pt idx="3750">
                        <c:v>190.75700000000001</c:v>
                      </c:pt>
                      <c:pt idx="3751">
                        <c:v>190.44800000000001</c:v>
                      </c:pt>
                      <c:pt idx="3752">
                        <c:v>191.53399999999999</c:v>
                      </c:pt>
                      <c:pt idx="3753">
                        <c:v>191.876</c:v>
                      </c:pt>
                      <c:pt idx="3754">
                        <c:v>190.982</c:v>
                      </c:pt>
                      <c:pt idx="3755">
                        <c:v>190.37899999999999</c:v>
                      </c:pt>
                      <c:pt idx="3756">
                        <c:v>192</c:v>
                      </c:pt>
                      <c:pt idx="3757">
                        <c:v>190.93799999999999</c:v>
                      </c:pt>
                      <c:pt idx="3758">
                        <c:v>189.51900000000001</c:v>
                      </c:pt>
                      <c:pt idx="3759">
                        <c:v>191.029</c:v>
                      </c:pt>
                      <c:pt idx="3760">
                        <c:v>190.59200000000001</c:v>
                      </c:pt>
                      <c:pt idx="3761">
                        <c:v>192.37</c:v>
                      </c:pt>
                      <c:pt idx="3762">
                        <c:v>193.06800000000001</c:v>
                      </c:pt>
                      <c:pt idx="3763">
                        <c:v>193.44399999999999</c:v>
                      </c:pt>
                      <c:pt idx="3764">
                        <c:v>195.09399999999999</c:v>
                      </c:pt>
                      <c:pt idx="3765">
                        <c:v>195.834</c:v>
                      </c:pt>
                      <c:pt idx="3766">
                        <c:v>194.90199999999999</c:v>
                      </c:pt>
                      <c:pt idx="3767">
                        <c:v>194.65799999999999</c:v>
                      </c:pt>
                      <c:pt idx="3768">
                        <c:v>195.66900000000001</c:v>
                      </c:pt>
                      <c:pt idx="3769">
                        <c:v>195.874</c:v>
                      </c:pt>
                      <c:pt idx="3770">
                        <c:v>192.12799999999999</c:v>
                      </c:pt>
                      <c:pt idx="3771">
                        <c:v>188.09399999999999</c:v>
                      </c:pt>
                      <c:pt idx="3772">
                        <c:v>186.04499999999999</c:v>
                      </c:pt>
                      <c:pt idx="3773">
                        <c:v>184.208</c:v>
                      </c:pt>
                      <c:pt idx="3774">
                        <c:v>184.446</c:v>
                      </c:pt>
                      <c:pt idx="3775">
                        <c:v>184.23599999999999</c:v>
                      </c:pt>
                      <c:pt idx="3776">
                        <c:v>191.18299999999999</c:v>
                      </c:pt>
                      <c:pt idx="3777">
                        <c:v>190.09</c:v>
                      </c:pt>
                      <c:pt idx="3778">
                        <c:v>191.33099999999999</c:v>
                      </c:pt>
                      <c:pt idx="3779">
                        <c:v>191.4</c:v>
                      </c:pt>
                      <c:pt idx="3780">
                        <c:v>190.28100000000001</c:v>
                      </c:pt>
                      <c:pt idx="3781">
                        <c:v>187.233</c:v>
                      </c:pt>
                      <c:pt idx="3782">
                        <c:v>187.35400000000001</c:v>
                      </c:pt>
                      <c:pt idx="3783">
                        <c:v>187.74199999999999</c:v>
                      </c:pt>
                      <c:pt idx="3784">
                        <c:v>185.40600000000001</c:v>
                      </c:pt>
                      <c:pt idx="3785">
                        <c:v>186.11699999999999</c:v>
                      </c:pt>
                      <c:pt idx="3786">
                        <c:v>191.441</c:v>
                      </c:pt>
                      <c:pt idx="3787">
                        <c:v>196.042</c:v>
                      </c:pt>
                      <c:pt idx="3788">
                        <c:v>197.011</c:v>
                      </c:pt>
                      <c:pt idx="3789">
                        <c:v>195.62100000000001</c:v>
                      </c:pt>
                      <c:pt idx="3790">
                        <c:v>199.1</c:v>
                      </c:pt>
                      <c:pt idx="3791">
                        <c:v>199.47399999999999</c:v>
                      </c:pt>
                      <c:pt idx="3792">
                        <c:v>198.06299999999999</c:v>
                      </c:pt>
                      <c:pt idx="3793">
                        <c:v>198.119</c:v>
                      </c:pt>
                      <c:pt idx="3794">
                        <c:v>193.38900000000001</c:v>
                      </c:pt>
                      <c:pt idx="3795">
                        <c:v>194.87200000000001</c:v>
                      </c:pt>
                      <c:pt idx="3796">
                        <c:v>200.25299999999999</c:v>
                      </c:pt>
                      <c:pt idx="3797">
                        <c:v>200.982</c:v>
                      </c:pt>
                      <c:pt idx="3798">
                        <c:v>201.369</c:v>
                      </c:pt>
                      <c:pt idx="3799">
                        <c:v>202.35900000000001</c:v>
                      </c:pt>
                      <c:pt idx="3800">
                        <c:v>204.762</c:v>
                      </c:pt>
                      <c:pt idx="3801">
                        <c:v>203.387</c:v>
                      </c:pt>
                      <c:pt idx="3802">
                        <c:v>204.55099999999999</c:v>
                      </c:pt>
                      <c:pt idx="3803">
                        <c:v>207.36500000000001</c:v>
                      </c:pt>
                      <c:pt idx="3804">
                        <c:v>205.72900000000001</c:v>
                      </c:pt>
                      <c:pt idx="3805">
                        <c:v>206.19300000000001</c:v>
                      </c:pt>
                      <c:pt idx="3806">
                        <c:v>204.33600000000001</c:v>
                      </c:pt>
                      <c:pt idx="3807">
                        <c:v>201.57900000000001</c:v>
                      </c:pt>
                      <c:pt idx="3808">
                        <c:v>199.482</c:v>
                      </c:pt>
                      <c:pt idx="3809">
                        <c:v>198.108</c:v>
                      </c:pt>
                      <c:pt idx="3810">
                        <c:v>195.34899999999999</c:v>
                      </c:pt>
                      <c:pt idx="3811">
                        <c:v>196.55199999999999</c:v>
                      </c:pt>
                      <c:pt idx="3812">
                        <c:v>195.71899999999999</c:v>
                      </c:pt>
                      <c:pt idx="3813">
                        <c:v>196.70500000000001</c:v>
                      </c:pt>
                      <c:pt idx="3814">
                        <c:v>200.37299999999999</c:v>
                      </c:pt>
                      <c:pt idx="3815">
                        <c:v>202.315</c:v>
                      </c:pt>
                      <c:pt idx="3816">
                        <c:v>203.589</c:v>
                      </c:pt>
                      <c:pt idx="3817">
                        <c:v>205.74299999999999</c:v>
                      </c:pt>
                      <c:pt idx="3818">
                        <c:v>211.15700000000001</c:v>
                      </c:pt>
                      <c:pt idx="3819">
                        <c:v>216.97800000000001</c:v>
                      </c:pt>
                      <c:pt idx="3820">
                        <c:v>220.03</c:v>
                      </c:pt>
                      <c:pt idx="3821">
                        <c:v>218.923</c:v>
                      </c:pt>
                      <c:pt idx="3822">
                        <c:v>224.672</c:v>
                      </c:pt>
                      <c:pt idx="3823">
                        <c:v>225.28899999999999</c:v>
                      </c:pt>
                      <c:pt idx="3824">
                        <c:v>227.131</c:v>
                      </c:pt>
                      <c:pt idx="3825">
                        <c:v>220.876</c:v>
                      </c:pt>
                      <c:pt idx="3826">
                        <c:v>217.376</c:v>
                      </c:pt>
                      <c:pt idx="3827">
                        <c:v>216.965</c:v>
                      </c:pt>
                      <c:pt idx="3828">
                        <c:v>211.81399999999999</c:v>
                      </c:pt>
                      <c:pt idx="3829">
                        <c:v>213.71899999999999</c:v>
                      </c:pt>
                      <c:pt idx="3830">
                        <c:v>214.405</c:v>
                      </c:pt>
                      <c:pt idx="3831">
                        <c:v>214.85499999999999</c:v>
                      </c:pt>
                      <c:pt idx="3832">
                        <c:v>213.47399999999999</c:v>
                      </c:pt>
                      <c:pt idx="3833">
                        <c:v>213.22499999999999</c:v>
                      </c:pt>
                      <c:pt idx="3834">
                        <c:v>212.012</c:v>
                      </c:pt>
                      <c:pt idx="3835">
                        <c:v>209.65799999999999</c:v>
                      </c:pt>
                      <c:pt idx="3836">
                        <c:v>206.155</c:v>
                      </c:pt>
                      <c:pt idx="3837">
                        <c:v>206.3</c:v>
                      </c:pt>
                      <c:pt idx="3838">
                        <c:v>205.89500000000001</c:v>
                      </c:pt>
                      <c:pt idx="3839">
                        <c:v>208.56200000000001</c:v>
                      </c:pt>
                      <c:pt idx="3840">
                        <c:v>213.238</c:v>
                      </c:pt>
                      <c:pt idx="3841">
                        <c:v>220.92</c:v>
                      </c:pt>
                      <c:pt idx="3842">
                        <c:v>226.51599999999999</c:v>
                      </c:pt>
                      <c:pt idx="3843">
                        <c:v>231.74199999999999</c:v>
                      </c:pt>
                      <c:pt idx="3844">
                        <c:v>231.64</c:v>
                      </c:pt>
                      <c:pt idx="3845">
                        <c:v>234.86500000000001</c:v>
                      </c:pt>
                      <c:pt idx="3846">
                        <c:v>235.31899999999999</c:v>
                      </c:pt>
                      <c:pt idx="3847">
                        <c:v>234.042</c:v>
                      </c:pt>
                      <c:pt idx="3848">
                        <c:v>232.64099999999999</c:v>
                      </c:pt>
                      <c:pt idx="3849">
                        <c:v>232.535</c:v>
                      </c:pt>
                      <c:pt idx="3850">
                        <c:v>232.512</c:v>
                      </c:pt>
                      <c:pt idx="3851">
                        <c:v>231.518</c:v>
                      </c:pt>
                      <c:pt idx="3852">
                        <c:v>223.376</c:v>
                      </c:pt>
                      <c:pt idx="3853">
                        <c:v>213.774</c:v>
                      </c:pt>
                      <c:pt idx="3854">
                        <c:v>211.089</c:v>
                      </c:pt>
                      <c:pt idx="3855">
                        <c:v>206.71</c:v>
                      </c:pt>
                      <c:pt idx="3856">
                        <c:v>207.75399999999999</c:v>
                      </c:pt>
                      <c:pt idx="3857">
                        <c:v>210.60300000000001</c:v>
                      </c:pt>
                      <c:pt idx="3858">
                        <c:v>211.023</c:v>
                      </c:pt>
                      <c:pt idx="3859">
                        <c:v>210.05099999999999</c:v>
                      </c:pt>
                      <c:pt idx="3860">
                        <c:v>207.52099999999999</c:v>
                      </c:pt>
                      <c:pt idx="3861">
                        <c:v>206.50299999999999</c:v>
                      </c:pt>
                      <c:pt idx="3862">
                        <c:v>203.316</c:v>
                      </c:pt>
                      <c:pt idx="3863">
                        <c:v>201.55799999999999</c:v>
                      </c:pt>
                      <c:pt idx="3864">
                        <c:v>204.749</c:v>
                      </c:pt>
                      <c:pt idx="3865">
                        <c:v>204.90700000000001</c:v>
                      </c:pt>
                      <c:pt idx="3866">
                        <c:v>205.76400000000001</c:v>
                      </c:pt>
                      <c:pt idx="3867">
                        <c:v>205.06399999999999</c:v>
                      </c:pt>
                      <c:pt idx="3868">
                        <c:v>207.625</c:v>
                      </c:pt>
                      <c:pt idx="3869">
                        <c:v>206.79</c:v>
                      </c:pt>
                      <c:pt idx="3870">
                        <c:v>203.279</c:v>
                      </c:pt>
                      <c:pt idx="3871">
                        <c:v>200.16800000000001</c:v>
                      </c:pt>
                      <c:pt idx="3872">
                        <c:v>199.14099999999999</c:v>
                      </c:pt>
                      <c:pt idx="3873">
                        <c:v>196.96899999999999</c:v>
                      </c:pt>
                      <c:pt idx="3874">
                        <c:v>194.49199999999999</c:v>
                      </c:pt>
                      <c:pt idx="3875">
                        <c:v>193.98699999999999</c:v>
                      </c:pt>
                      <c:pt idx="3876">
                        <c:v>196.51599999999999</c:v>
                      </c:pt>
                      <c:pt idx="3877">
                        <c:v>198.65600000000001</c:v>
                      </c:pt>
                      <c:pt idx="3878">
                        <c:v>201.52500000000001</c:v>
                      </c:pt>
                      <c:pt idx="3879">
                        <c:v>199.62299999999999</c:v>
                      </c:pt>
                      <c:pt idx="3880">
                        <c:v>197.47399999999999</c:v>
                      </c:pt>
                      <c:pt idx="3881">
                        <c:v>197.47200000000001</c:v>
                      </c:pt>
                      <c:pt idx="3882">
                        <c:v>196.41900000000001</c:v>
                      </c:pt>
                      <c:pt idx="3883">
                        <c:v>193.60300000000001</c:v>
                      </c:pt>
                      <c:pt idx="3884">
                        <c:v>192.67099999999999</c:v>
                      </c:pt>
                      <c:pt idx="3885">
                        <c:v>193.8</c:v>
                      </c:pt>
                      <c:pt idx="3886">
                        <c:v>193.369</c:v>
                      </c:pt>
                      <c:pt idx="3887">
                        <c:v>191.67</c:v>
                      </c:pt>
                      <c:pt idx="3888">
                        <c:v>189.28899999999999</c:v>
                      </c:pt>
                      <c:pt idx="3889">
                        <c:v>186.69200000000001</c:v>
                      </c:pt>
                      <c:pt idx="3890">
                        <c:v>185.25200000000001</c:v>
                      </c:pt>
                      <c:pt idx="3891">
                        <c:v>185.624</c:v>
                      </c:pt>
                      <c:pt idx="3892">
                        <c:v>187.69900000000001</c:v>
                      </c:pt>
                      <c:pt idx="3893">
                        <c:v>189.946</c:v>
                      </c:pt>
                      <c:pt idx="3894">
                        <c:v>190.03</c:v>
                      </c:pt>
                      <c:pt idx="3895">
                        <c:v>190.494</c:v>
                      </c:pt>
                      <c:pt idx="3896">
                        <c:v>191.797</c:v>
                      </c:pt>
                      <c:pt idx="3897">
                        <c:v>191.24799999999999</c:v>
                      </c:pt>
                      <c:pt idx="3898">
                        <c:v>186.697</c:v>
                      </c:pt>
                      <c:pt idx="3899">
                        <c:v>187.827</c:v>
                      </c:pt>
                      <c:pt idx="3900">
                        <c:v>189.672</c:v>
                      </c:pt>
                      <c:pt idx="3901">
                        <c:v>188.74100000000001</c:v>
                      </c:pt>
                      <c:pt idx="3902">
                        <c:v>188.126</c:v>
                      </c:pt>
                      <c:pt idx="3903">
                        <c:v>186.85</c:v>
                      </c:pt>
                      <c:pt idx="3904">
                        <c:v>185.58500000000001</c:v>
                      </c:pt>
                      <c:pt idx="3905">
                        <c:v>189.62</c:v>
                      </c:pt>
                      <c:pt idx="3906">
                        <c:v>186.547</c:v>
                      </c:pt>
                      <c:pt idx="3907">
                        <c:v>187.768</c:v>
                      </c:pt>
                      <c:pt idx="3908">
                        <c:v>188.136</c:v>
                      </c:pt>
                      <c:pt idx="3909">
                        <c:v>189.904</c:v>
                      </c:pt>
                      <c:pt idx="3910">
                        <c:v>192.566</c:v>
                      </c:pt>
                      <c:pt idx="3911">
                        <c:v>185.821</c:v>
                      </c:pt>
                      <c:pt idx="3912">
                        <c:v>183.22499999999999</c:v>
                      </c:pt>
                      <c:pt idx="3913">
                        <c:v>179.904</c:v>
                      </c:pt>
                      <c:pt idx="3914">
                        <c:v>180.13399999999999</c:v>
                      </c:pt>
                      <c:pt idx="3915">
                        <c:v>179.80699999999999</c:v>
                      </c:pt>
                      <c:pt idx="3916">
                        <c:v>179.55</c:v>
                      </c:pt>
                      <c:pt idx="3917">
                        <c:v>179.34700000000001</c:v>
                      </c:pt>
                      <c:pt idx="3918">
                        <c:v>179.577</c:v>
                      </c:pt>
                      <c:pt idx="3919">
                        <c:v>177.67599999999999</c:v>
                      </c:pt>
                      <c:pt idx="3920">
                        <c:v>177.24</c:v>
                      </c:pt>
                      <c:pt idx="3921">
                        <c:v>176.18199999999999</c:v>
                      </c:pt>
                      <c:pt idx="3922">
                        <c:v>173.804</c:v>
                      </c:pt>
                      <c:pt idx="3923">
                        <c:v>172.506</c:v>
                      </c:pt>
                      <c:pt idx="3924">
                        <c:v>170.12299999999999</c:v>
                      </c:pt>
                      <c:pt idx="3925">
                        <c:v>168.58199999999999</c:v>
                      </c:pt>
                      <c:pt idx="3926">
                        <c:v>168.613</c:v>
                      </c:pt>
                      <c:pt idx="3927">
                        <c:v>168.42099999999999</c:v>
                      </c:pt>
                      <c:pt idx="3928">
                        <c:v>168.88300000000001</c:v>
                      </c:pt>
                      <c:pt idx="3929">
                        <c:v>168.83199999999999</c:v>
                      </c:pt>
                      <c:pt idx="3930">
                        <c:v>172.607</c:v>
                      </c:pt>
                      <c:pt idx="3931">
                        <c:v>172.619</c:v>
                      </c:pt>
                      <c:pt idx="3932">
                        <c:v>171.733</c:v>
                      </c:pt>
                      <c:pt idx="3933">
                        <c:v>171.946</c:v>
                      </c:pt>
                      <c:pt idx="3934">
                        <c:v>171.85499999999999</c:v>
                      </c:pt>
                      <c:pt idx="3935">
                        <c:v>172.39500000000001</c:v>
                      </c:pt>
                      <c:pt idx="3936">
                        <c:v>175.36799999999999</c:v>
                      </c:pt>
                      <c:pt idx="3937">
                        <c:v>174.22900000000001</c:v>
                      </c:pt>
                      <c:pt idx="3938">
                        <c:v>175.93799999999999</c:v>
                      </c:pt>
                      <c:pt idx="3939">
                        <c:v>180.8</c:v>
                      </c:pt>
                      <c:pt idx="3940">
                        <c:v>180.56399999999999</c:v>
                      </c:pt>
                      <c:pt idx="3941">
                        <c:v>181.39500000000001</c:v>
                      </c:pt>
                      <c:pt idx="3942">
                        <c:v>182.125</c:v>
                      </c:pt>
                      <c:pt idx="3943">
                        <c:v>187.67099999999999</c:v>
                      </c:pt>
                      <c:pt idx="3944">
                        <c:v>185.92099999999999</c:v>
                      </c:pt>
                      <c:pt idx="3945">
                        <c:v>184.714</c:v>
                      </c:pt>
                      <c:pt idx="3946">
                        <c:v>184.68799999999999</c:v>
                      </c:pt>
                      <c:pt idx="3947">
                        <c:v>185.31899999999999</c:v>
                      </c:pt>
                      <c:pt idx="3948">
                        <c:v>186.74199999999999</c:v>
                      </c:pt>
                      <c:pt idx="3949">
                        <c:v>184.965</c:v>
                      </c:pt>
                      <c:pt idx="3950">
                        <c:v>185.95500000000001</c:v>
                      </c:pt>
                      <c:pt idx="3951">
                        <c:v>190.483</c:v>
                      </c:pt>
                      <c:pt idx="3952">
                        <c:v>191.06800000000001</c:v>
                      </c:pt>
                      <c:pt idx="3953">
                        <c:v>189.54</c:v>
                      </c:pt>
                      <c:pt idx="3954">
                        <c:v>190.166</c:v>
                      </c:pt>
                      <c:pt idx="3955">
                        <c:v>191.673</c:v>
                      </c:pt>
                      <c:pt idx="3956">
                        <c:v>190.816</c:v>
                      </c:pt>
                      <c:pt idx="3957">
                        <c:v>194.05199999999999</c:v>
                      </c:pt>
                      <c:pt idx="3958">
                        <c:v>193.61</c:v>
                      </c:pt>
                      <c:pt idx="3959">
                        <c:v>190.809</c:v>
                      </c:pt>
                      <c:pt idx="3960">
                        <c:v>189.994</c:v>
                      </c:pt>
                      <c:pt idx="3961">
                        <c:v>189.839</c:v>
                      </c:pt>
                      <c:pt idx="3962">
                        <c:v>189.02500000000001</c:v>
                      </c:pt>
                      <c:pt idx="3963">
                        <c:v>186.178</c:v>
                      </c:pt>
                      <c:pt idx="3964">
                        <c:v>183.48699999999999</c:v>
                      </c:pt>
                      <c:pt idx="3965">
                        <c:v>184.75299999999999</c:v>
                      </c:pt>
                      <c:pt idx="3966">
                        <c:v>185.24799999999999</c:v>
                      </c:pt>
                      <c:pt idx="3967">
                        <c:v>186.21899999999999</c:v>
                      </c:pt>
                      <c:pt idx="3968">
                        <c:v>186.696</c:v>
                      </c:pt>
                      <c:pt idx="3969">
                        <c:v>179.64400000000001</c:v>
                      </c:pt>
                      <c:pt idx="3970">
                        <c:v>173.90600000000001</c:v>
                      </c:pt>
                      <c:pt idx="3971">
                        <c:v>171.85</c:v>
                      </c:pt>
                      <c:pt idx="3972">
                        <c:v>170.148</c:v>
                      </c:pt>
                      <c:pt idx="3973">
                        <c:v>171.928</c:v>
                      </c:pt>
                      <c:pt idx="3974">
                        <c:v>173.37299999999999</c:v>
                      </c:pt>
                      <c:pt idx="3975">
                        <c:v>172.74</c:v>
                      </c:pt>
                      <c:pt idx="3976">
                        <c:v>171.05500000000001</c:v>
                      </c:pt>
                      <c:pt idx="3977">
                        <c:v>169.95400000000001</c:v>
                      </c:pt>
                      <c:pt idx="3978">
                        <c:v>166.62</c:v>
                      </c:pt>
                      <c:pt idx="3979">
                        <c:v>166.55500000000001</c:v>
                      </c:pt>
                      <c:pt idx="3980">
                        <c:v>166.959</c:v>
                      </c:pt>
                      <c:pt idx="3981">
                        <c:v>166.85</c:v>
                      </c:pt>
                      <c:pt idx="3982">
                        <c:v>166.697</c:v>
                      </c:pt>
                      <c:pt idx="3983">
                        <c:v>167.614</c:v>
                      </c:pt>
                      <c:pt idx="3984">
                        <c:v>166.846</c:v>
                      </c:pt>
                      <c:pt idx="3985">
                        <c:v>165.27600000000001</c:v>
                      </c:pt>
                      <c:pt idx="3986">
                        <c:v>163.822</c:v>
                      </c:pt>
                      <c:pt idx="3987">
                        <c:v>163.22999999999999</c:v>
                      </c:pt>
                      <c:pt idx="3988">
                        <c:v>160.62299999999999</c:v>
                      </c:pt>
                      <c:pt idx="3989">
                        <c:v>160.62299999999999</c:v>
                      </c:pt>
                      <c:pt idx="3990">
                        <c:v>160.322</c:v>
                      </c:pt>
                      <c:pt idx="3991">
                        <c:v>160.91499999999999</c:v>
                      </c:pt>
                      <c:pt idx="3992">
                        <c:v>160.4</c:v>
                      </c:pt>
                      <c:pt idx="3993">
                        <c:v>148.803</c:v>
                      </c:pt>
                      <c:pt idx="3994">
                        <c:v>148.01499999999999</c:v>
                      </c:pt>
                      <c:pt idx="3995">
                        <c:v>146.614</c:v>
                      </c:pt>
                      <c:pt idx="3996">
                        <c:v>158.10300000000001</c:v>
                      </c:pt>
                      <c:pt idx="3997">
                        <c:v>158.59200000000001</c:v>
                      </c:pt>
                      <c:pt idx="3998">
                        <c:v>146.49600000000001</c:v>
                      </c:pt>
                      <c:pt idx="3999">
                        <c:v>146.38300000000001</c:v>
                      </c:pt>
                      <c:pt idx="4000">
                        <c:v>148.56800000000001</c:v>
                      </c:pt>
                      <c:pt idx="4001">
                        <c:v>168.20400000000001</c:v>
                      </c:pt>
                      <c:pt idx="4002">
                        <c:v>172.83500000000001</c:v>
                      </c:pt>
                      <c:pt idx="4003">
                        <c:v>178.82</c:v>
                      </c:pt>
                      <c:pt idx="4004">
                        <c:v>180.251</c:v>
                      </c:pt>
                      <c:pt idx="4005">
                        <c:v>168.827</c:v>
                      </c:pt>
                      <c:pt idx="4006">
                        <c:v>163.095</c:v>
                      </c:pt>
                      <c:pt idx="4007">
                        <c:v>162.702</c:v>
                      </c:pt>
                      <c:pt idx="4008">
                        <c:v>169.00800000000001</c:v>
                      </c:pt>
                      <c:pt idx="4009">
                        <c:v>165.11699999999999</c:v>
                      </c:pt>
                      <c:pt idx="4010">
                        <c:v>167.76400000000001</c:v>
                      </c:pt>
                      <c:pt idx="4011">
                        <c:v>168.52699999999999</c:v>
                      </c:pt>
                      <c:pt idx="4012">
                        <c:v>166.72900000000001</c:v>
                      </c:pt>
                      <c:pt idx="4013">
                        <c:v>169.166</c:v>
                      </c:pt>
                      <c:pt idx="4014">
                        <c:v>177.446</c:v>
                      </c:pt>
                      <c:pt idx="4015">
                        <c:v>164.91</c:v>
                      </c:pt>
                      <c:pt idx="4016">
                        <c:v>164.17099999999999</c:v>
                      </c:pt>
                      <c:pt idx="4017">
                        <c:v>166.52</c:v>
                      </c:pt>
                      <c:pt idx="4018">
                        <c:v>166.67099999999999</c:v>
                      </c:pt>
                      <c:pt idx="4019">
                        <c:v>175.52099999999999</c:v>
                      </c:pt>
                      <c:pt idx="4020">
                        <c:v>174.113</c:v>
                      </c:pt>
                      <c:pt idx="4021">
                        <c:v>162.46299999999999</c:v>
                      </c:pt>
                      <c:pt idx="4022">
                        <c:v>171.077</c:v>
                      </c:pt>
                      <c:pt idx="4023">
                        <c:v>170.643</c:v>
                      </c:pt>
                      <c:pt idx="4024">
                        <c:v>169.386</c:v>
                      </c:pt>
                      <c:pt idx="4025">
                        <c:v>164.73500000000001</c:v>
                      </c:pt>
                      <c:pt idx="4026">
                        <c:v>151</c:v>
                      </c:pt>
                      <c:pt idx="4027">
                        <c:v>158.999</c:v>
                      </c:pt>
                      <c:pt idx="4028">
                        <c:v>147.81299999999999</c:v>
                      </c:pt>
                      <c:pt idx="4029">
                        <c:v>148.446</c:v>
                      </c:pt>
                      <c:pt idx="4030">
                        <c:v>148.304</c:v>
                      </c:pt>
                      <c:pt idx="4031">
                        <c:v>146.453</c:v>
                      </c:pt>
                      <c:pt idx="4032">
                        <c:v>155.78399999999999</c:v>
                      </c:pt>
                      <c:pt idx="4033">
                        <c:v>146.56299999999999</c:v>
                      </c:pt>
                      <c:pt idx="4034">
                        <c:v>145.804</c:v>
                      </c:pt>
                      <c:pt idx="4035">
                        <c:v>156.05699999999999</c:v>
                      </c:pt>
                      <c:pt idx="4036">
                        <c:v>155.15899999999999</c:v>
                      </c:pt>
                      <c:pt idx="4037">
                        <c:v>163.011</c:v>
                      </c:pt>
                      <c:pt idx="4038">
                        <c:v>155.80600000000001</c:v>
                      </c:pt>
                      <c:pt idx="4039">
                        <c:v>158.69300000000001</c:v>
                      </c:pt>
                      <c:pt idx="4040">
                        <c:v>158.68899999999999</c:v>
                      </c:pt>
                      <c:pt idx="4041">
                        <c:v>168.52099999999999</c:v>
                      </c:pt>
                      <c:pt idx="4042">
                        <c:v>158.84200000000001</c:v>
                      </c:pt>
                      <c:pt idx="4043">
                        <c:v>158.565</c:v>
                      </c:pt>
                      <c:pt idx="4044">
                        <c:v>158.893</c:v>
                      </c:pt>
                      <c:pt idx="4045">
                        <c:v>160.364</c:v>
                      </c:pt>
                      <c:pt idx="4046">
                        <c:v>160.86699999999999</c:v>
                      </c:pt>
                      <c:pt idx="4047">
                        <c:v>161.24</c:v>
                      </c:pt>
                      <c:pt idx="4048">
                        <c:v>169.41499999999999</c:v>
                      </c:pt>
                      <c:pt idx="4049">
                        <c:v>160.34100000000001</c:v>
                      </c:pt>
                      <c:pt idx="4050">
                        <c:v>159.977</c:v>
                      </c:pt>
                      <c:pt idx="4051">
                        <c:v>158.39699999999999</c:v>
                      </c:pt>
                      <c:pt idx="4052">
                        <c:v>156.03399999999999</c:v>
                      </c:pt>
                      <c:pt idx="4053">
                        <c:v>156.964</c:v>
                      </c:pt>
                      <c:pt idx="4054">
                        <c:v>153.60400000000001</c:v>
                      </c:pt>
                      <c:pt idx="4055">
                        <c:v>163.214</c:v>
                      </c:pt>
                      <c:pt idx="4056">
                        <c:v>161.63800000000001</c:v>
                      </c:pt>
                      <c:pt idx="4057">
                        <c:v>161.52199999999999</c:v>
                      </c:pt>
                      <c:pt idx="4058">
                        <c:v>155.93199999999999</c:v>
                      </c:pt>
                      <c:pt idx="4059">
                        <c:v>160.21199999999999</c:v>
                      </c:pt>
                      <c:pt idx="4060">
                        <c:v>157.489</c:v>
                      </c:pt>
                      <c:pt idx="4061">
                        <c:v>154.84200000000001</c:v>
                      </c:pt>
                      <c:pt idx="4062">
                        <c:v>151.05699999999999</c:v>
                      </c:pt>
                      <c:pt idx="4063">
                        <c:v>148.38800000000001</c:v>
                      </c:pt>
                      <c:pt idx="4064">
                        <c:v>147.87799999999999</c:v>
                      </c:pt>
                      <c:pt idx="4065">
                        <c:v>148.31800000000001</c:v>
                      </c:pt>
                      <c:pt idx="4066">
                        <c:v>142.49199999999999</c:v>
                      </c:pt>
                      <c:pt idx="4067">
                        <c:v>141.827</c:v>
                      </c:pt>
                      <c:pt idx="4068">
                        <c:v>137.62</c:v>
                      </c:pt>
                      <c:pt idx="4069">
                        <c:v>147.06100000000001</c:v>
                      </c:pt>
                      <c:pt idx="4070">
                        <c:v>138.4</c:v>
                      </c:pt>
                      <c:pt idx="4071">
                        <c:v>144.852</c:v>
                      </c:pt>
                      <c:pt idx="4072">
                        <c:v>144.44800000000001</c:v>
                      </c:pt>
                      <c:pt idx="4073">
                        <c:v>145.59800000000001</c:v>
                      </c:pt>
                      <c:pt idx="4074">
                        <c:v>148.64699999999999</c:v>
                      </c:pt>
                      <c:pt idx="4075">
                        <c:v>151.02099999999999</c:v>
                      </c:pt>
                      <c:pt idx="4076">
                        <c:v>153.38499999999999</c:v>
                      </c:pt>
                      <c:pt idx="4077">
                        <c:v>152.798</c:v>
                      </c:pt>
                      <c:pt idx="4078">
                        <c:v>154.67099999999999</c:v>
                      </c:pt>
                      <c:pt idx="4079">
                        <c:v>157.863</c:v>
                      </c:pt>
                      <c:pt idx="4080">
                        <c:v>161.26300000000001</c:v>
                      </c:pt>
                      <c:pt idx="4081">
                        <c:v>159.762</c:v>
                      </c:pt>
                      <c:pt idx="4082">
                        <c:v>158.036</c:v>
                      </c:pt>
                      <c:pt idx="4083">
                        <c:v>157.75800000000001</c:v>
                      </c:pt>
                      <c:pt idx="4084">
                        <c:v>158.167</c:v>
                      </c:pt>
                      <c:pt idx="4085">
                        <c:v>159.68700000000001</c:v>
                      </c:pt>
                      <c:pt idx="4086">
                        <c:v>160.01300000000001</c:v>
                      </c:pt>
                      <c:pt idx="4087">
                        <c:v>159.82300000000001</c:v>
                      </c:pt>
                      <c:pt idx="4088">
                        <c:v>159.441</c:v>
                      </c:pt>
                      <c:pt idx="4089">
                        <c:v>161.28200000000001</c:v>
                      </c:pt>
                      <c:pt idx="4090">
                        <c:v>149.441</c:v>
                      </c:pt>
                      <c:pt idx="4091">
                        <c:v>154.821</c:v>
                      </c:pt>
                      <c:pt idx="4092">
                        <c:v>151.61199999999999</c:v>
                      </c:pt>
                      <c:pt idx="4093">
                        <c:v>149.72999999999999</c:v>
                      </c:pt>
                      <c:pt idx="4094">
                        <c:v>140.64099999999999</c:v>
                      </c:pt>
                      <c:pt idx="4095">
                        <c:v>147.024</c:v>
                      </c:pt>
                      <c:pt idx="4096">
                        <c:v>135.22800000000001</c:v>
                      </c:pt>
                      <c:pt idx="4097">
                        <c:v>135.45699999999999</c:v>
                      </c:pt>
                      <c:pt idx="4098">
                        <c:v>136.60599999999999</c:v>
                      </c:pt>
                      <c:pt idx="4099">
                        <c:v>136.07900000000001</c:v>
                      </c:pt>
                      <c:pt idx="4100">
                        <c:v>137.13200000000001</c:v>
                      </c:pt>
                      <c:pt idx="4101">
                        <c:v>141.01400000000001</c:v>
                      </c:pt>
                      <c:pt idx="4102">
                        <c:v>141.15899999999999</c:v>
                      </c:pt>
                      <c:pt idx="4103">
                        <c:v>142.197</c:v>
                      </c:pt>
                      <c:pt idx="4104">
                        <c:v>142.30600000000001</c:v>
                      </c:pt>
                      <c:pt idx="4105">
                        <c:v>142.53100000000001</c:v>
                      </c:pt>
                      <c:pt idx="4106">
                        <c:v>144.172</c:v>
                      </c:pt>
                      <c:pt idx="4107">
                        <c:v>142.172</c:v>
                      </c:pt>
                      <c:pt idx="4108">
                        <c:v>141.80799999999999</c:v>
                      </c:pt>
                      <c:pt idx="4109">
                        <c:v>141.483</c:v>
                      </c:pt>
                      <c:pt idx="4110">
                        <c:v>141.48099999999999</c:v>
                      </c:pt>
                      <c:pt idx="4111">
                        <c:v>138.91200000000001</c:v>
                      </c:pt>
                      <c:pt idx="4112">
                        <c:v>139.792</c:v>
                      </c:pt>
                      <c:pt idx="4113">
                        <c:v>140.41300000000001</c:v>
                      </c:pt>
                      <c:pt idx="4114">
                        <c:v>138.44200000000001</c:v>
                      </c:pt>
                      <c:pt idx="4115">
                        <c:v>129.12</c:v>
                      </c:pt>
                      <c:pt idx="4116">
                        <c:v>136.88200000000001</c:v>
                      </c:pt>
                      <c:pt idx="4117">
                        <c:v>129.12700000000001</c:v>
                      </c:pt>
                      <c:pt idx="4118">
                        <c:v>138.977</c:v>
                      </c:pt>
                      <c:pt idx="4119">
                        <c:v>139.893</c:v>
                      </c:pt>
                      <c:pt idx="4120">
                        <c:v>140.23699999999999</c:v>
                      </c:pt>
                      <c:pt idx="4121">
                        <c:v>140.22</c:v>
                      </c:pt>
                      <c:pt idx="4122">
                        <c:v>141.066</c:v>
                      </c:pt>
                      <c:pt idx="4123">
                        <c:v>141.483</c:v>
                      </c:pt>
                      <c:pt idx="4124">
                        <c:v>143.16300000000001</c:v>
                      </c:pt>
                      <c:pt idx="4125">
                        <c:v>144.613</c:v>
                      </c:pt>
                      <c:pt idx="4126">
                        <c:v>148.05500000000001</c:v>
                      </c:pt>
                      <c:pt idx="4127">
                        <c:v>149.47999999999999</c:v>
                      </c:pt>
                      <c:pt idx="4128">
                        <c:v>153.66300000000001</c:v>
                      </c:pt>
                      <c:pt idx="4129">
                        <c:v>140.14400000000001</c:v>
                      </c:pt>
                      <c:pt idx="4130">
                        <c:v>135.334</c:v>
                      </c:pt>
                      <c:pt idx="4131">
                        <c:v>139.17099999999999</c:v>
                      </c:pt>
                      <c:pt idx="4132">
                        <c:v>140.137</c:v>
                      </c:pt>
                      <c:pt idx="4133">
                        <c:v>148.61000000000001</c:v>
                      </c:pt>
                      <c:pt idx="4134">
                        <c:v>144.9</c:v>
                      </c:pt>
                      <c:pt idx="4135">
                        <c:v>133.934</c:v>
                      </c:pt>
                      <c:pt idx="4136">
                        <c:v>133.679</c:v>
                      </c:pt>
                      <c:pt idx="4137">
                        <c:v>135.667</c:v>
                      </c:pt>
                      <c:pt idx="4138">
                        <c:v>134.00299999999999</c:v>
                      </c:pt>
                      <c:pt idx="4139">
                        <c:v>133.93199999999999</c:v>
                      </c:pt>
                      <c:pt idx="4140">
                        <c:v>134.05600000000001</c:v>
                      </c:pt>
                      <c:pt idx="4141">
                        <c:v>131.607</c:v>
                      </c:pt>
                      <c:pt idx="4142">
                        <c:v>130.809</c:v>
                      </c:pt>
                      <c:pt idx="4143">
                        <c:v>132.04</c:v>
                      </c:pt>
                      <c:pt idx="4144">
                        <c:v>129.655</c:v>
                      </c:pt>
                      <c:pt idx="4145">
                        <c:v>130.32900000000001</c:v>
                      </c:pt>
                      <c:pt idx="4146">
                        <c:v>131.107</c:v>
                      </c:pt>
                      <c:pt idx="4147">
                        <c:v>131.262</c:v>
                      </c:pt>
                      <c:pt idx="4148">
                        <c:v>134.03299999999999</c:v>
                      </c:pt>
                      <c:pt idx="4149">
                        <c:v>137.86099999999999</c:v>
                      </c:pt>
                      <c:pt idx="4150">
                        <c:v>141.542</c:v>
                      </c:pt>
                      <c:pt idx="4151">
                        <c:v>152.07599999999999</c:v>
                      </c:pt>
                      <c:pt idx="4152">
                        <c:v>170.86500000000001</c:v>
                      </c:pt>
                      <c:pt idx="4153">
                        <c:v>170.239</c:v>
                      </c:pt>
                      <c:pt idx="4154">
                        <c:v>165.56100000000001</c:v>
                      </c:pt>
                      <c:pt idx="4155">
                        <c:v>157.309</c:v>
                      </c:pt>
                      <c:pt idx="4156">
                        <c:v>166.58</c:v>
                      </c:pt>
                      <c:pt idx="4157">
                        <c:v>181.096</c:v>
                      </c:pt>
                      <c:pt idx="4158">
                        <c:v>244.12700000000001</c:v>
                      </c:pt>
                      <c:pt idx="4159">
                        <c:v>270.72000000000003</c:v>
                      </c:pt>
                      <c:pt idx="4160">
                        <c:v>290.87099999999998</c:v>
                      </c:pt>
                      <c:pt idx="4161">
                        <c:v>321.53500000000003</c:v>
                      </c:pt>
                      <c:pt idx="4162">
                        <c:v>298.68200000000002</c:v>
                      </c:pt>
                      <c:pt idx="4163">
                        <c:v>330.55500000000001</c:v>
                      </c:pt>
                      <c:pt idx="4164">
                        <c:v>347.101</c:v>
                      </c:pt>
                      <c:pt idx="4165">
                        <c:v>396.34199999999998</c:v>
                      </c:pt>
                      <c:pt idx="4166">
                        <c:v>415.38799999999998</c:v>
                      </c:pt>
                      <c:pt idx="4167">
                        <c:v>401.76400000000001</c:v>
                      </c:pt>
                      <c:pt idx="4168">
                        <c:v>420.78</c:v>
                      </c:pt>
                      <c:pt idx="4169">
                        <c:v>382.38900000000001</c:v>
                      </c:pt>
                      <c:pt idx="4170">
                        <c:v>299.73399999999998</c:v>
                      </c:pt>
                      <c:pt idx="4171">
                        <c:v>261.06799999999998</c:v>
                      </c:pt>
                      <c:pt idx="4172">
                        <c:v>285.46100000000001</c:v>
                      </c:pt>
                      <c:pt idx="4173">
                        <c:v>301.28300000000002</c:v>
                      </c:pt>
                      <c:pt idx="4174">
                        <c:v>297.79300000000001</c:v>
                      </c:pt>
                      <c:pt idx="4175">
                        <c:v>321.26900000000001</c:v>
                      </c:pt>
                      <c:pt idx="4176">
                        <c:v>330.16399999999999</c:v>
                      </c:pt>
                      <c:pt idx="4177">
                        <c:v>330.411</c:v>
                      </c:pt>
                      <c:pt idx="4178">
                        <c:v>318.41899999999998</c:v>
                      </c:pt>
                      <c:pt idx="4179">
                        <c:v>310.625</c:v>
                      </c:pt>
                      <c:pt idx="4180">
                        <c:v>308.46100000000001</c:v>
                      </c:pt>
                      <c:pt idx="4181">
                        <c:v>291.17700000000002</c:v>
                      </c:pt>
                      <c:pt idx="4182">
                        <c:v>282.26400000000001</c:v>
                      </c:pt>
                      <c:pt idx="4183">
                        <c:v>285.43299999999999</c:v>
                      </c:pt>
                      <c:pt idx="4184">
                        <c:v>287.69799999999998</c:v>
                      </c:pt>
                      <c:pt idx="4185">
                        <c:v>307.98700000000002</c:v>
                      </c:pt>
                      <c:pt idx="4186">
                        <c:v>316.01900000000001</c:v>
                      </c:pt>
                      <c:pt idx="4187">
                        <c:v>316.45</c:v>
                      </c:pt>
                      <c:pt idx="4188">
                        <c:v>320.43400000000003</c:v>
                      </c:pt>
                      <c:pt idx="4189">
                        <c:v>332.72399999999999</c:v>
                      </c:pt>
                      <c:pt idx="4190">
                        <c:v>336.553</c:v>
                      </c:pt>
                      <c:pt idx="4191">
                        <c:v>333.10399999999998</c:v>
                      </c:pt>
                      <c:pt idx="4192">
                        <c:v>334.52800000000002</c:v>
                      </c:pt>
                      <c:pt idx="4193">
                        <c:v>342.22199999999998</c:v>
                      </c:pt>
                      <c:pt idx="4194">
                        <c:v>342.59100000000001</c:v>
                      </c:pt>
                      <c:pt idx="4195">
                        <c:v>323.86500000000001</c:v>
                      </c:pt>
                      <c:pt idx="4196">
                        <c:v>308.42599999999999</c:v>
                      </c:pt>
                      <c:pt idx="4197">
                        <c:v>308.93799999999999</c:v>
                      </c:pt>
                      <c:pt idx="4198">
                        <c:v>310.34100000000001</c:v>
                      </c:pt>
                      <c:pt idx="4199">
                        <c:v>300.49</c:v>
                      </c:pt>
                      <c:pt idx="4200">
                        <c:v>298.93299999999999</c:v>
                      </c:pt>
                      <c:pt idx="4201">
                        <c:v>297.25400000000002</c:v>
                      </c:pt>
                      <c:pt idx="4202">
                        <c:v>288.80700000000002</c:v>
                      </c:pt>
                      <c:pt idx="4203">
                        <c:v>284.65899999999999</c:v>
                      </c:pt>
                      <c:pt idx="4204">
                        <c:v>286.322</c:v>
                      </c:pt>
                      <c:pt idx="4205">
                        <c:v>295.30200000000002</c:v>
                      </c:pt>
                      <c:pt idx="4206">
                        <c:v>303.89100000000002</c:v>
                      </c:pt>
                      <c:pt idx="4207">
                        <c:v>306.52699999999999</c:v>
                      </c:pt>
                      <c:pt idx="4208">
                        <c:v>292.971</c:v>
                      </c:pt>
                      <c:pt idx="4209">
                        <c:v>286.99299999999999</c:v>
                      </c:pt>
                      <c:pt idx="4210">
                        <c:v>274.72199999999998</c:v>
                      </c:pt>
                      <c:pt idx="4211">
                        <c:v>261.31400000000002</c:v>
                      </c:pt>
                      <c:pt idx="4212">
                        <c:v>256.96600000000001</c:v>
                      </c:pt>
                      <c:pt idx="4213">
                        <c:v>257.78699999999998</c:v>
                      </c:pt>
                      <c:pt idx="4214">
                        <c:v>242.18700000000001</c:v>
                      </c:pt>
                      <c:pt idx="4215">
                        <c:v>229.952</c:v>
                      </c:pt>
                      <c:pt idx="4216">
                        <c:v>232.178</c:v>
                      </c:pt>
                      <c:pt idx="4217">
                        <c:v>236.851</c:v>
                      </c:pt>
                      <c:pt idx="4218">
                        <c:v>234.06700000000001</c:v>
                      </c:pt>
                      <c:pt idx="4219">
                        <c:v>218.29</c:v>
                      </c:pt>
                      <c:pt idx="4220">
                        <c:v>203.25399999999999</c:v>
                      </c:pt>
                      <c:pt idx="4221">
                        <c:v>200.24199999999999</c:v>
                      </c:pt>
                      <c:pt idx="4222">
                        <c:v>190.49700000000001</c:v>
                      </c:pt>
                      <c:pt idx="4223">
                        <c:v>187.96</c:v>
                      </c:pt>
                      <c:pt idx="4224">
                        <c:v>198.85</c:v>
                      </c:pt>
                      <c:pt idx="4225">
                        <c:v>203.369</c:v>
                      </c:pt>
                      <c:pt idx="4226">
                        <c:v>229.566</c:v>
                      </c:pt>
                      <c:pt idx="4227">
                        <c:v>233.40700000000001</c:v>
                      </c:pt>
                      <c:pt idx="4228">
                        <c:v>226.96</c:v>
                      </c:pt>
                      <c:pt idx="4229">
                        <c:v>215.416</c:v>
                      </c:pt>
                      <c:pt idx="4230">
                        <c:v>216.476</c:v>
                      </c:pt>
                      <c:pt idx="4231">
                        <c:v>221.23400000000001</c:v>
                      </c:pt>
                      <c:pt idx="4232">
                        <c:v>220.82</c:v>
                      </c:pt>
                      <c:pt idx="4233">
                        <c:v>221.005</c:v>
                      </c:pt>
                      <c:pt idx="4234">
                        <c:v>217.114</c:v>
                      </c:pt>
                      <c:pt idx="4235">
                        <c:v>222.488</c:v>
                      </c:pt>
                      <c:pt idx="4236">
                        <c:v>224.815</c:v>
                      </c:pt>
                      <c:pt idx="4237">
                        <c:v>229.261</c:v>
                      </c:pt>
                      <c:pt idx="4238">
                        <c:v>232.131</c:v>
                      </c:pt>
                      <c:pt idx="4239">
                        <c:v>225.57499999999999</c:v>
                      </c:pt>
                      <c:pt idx="4240">
                        <c:v>219.93700000000001</c:v>
                      </c:pt>
                      <c:pt idx="4241">
                        <c:v>204.51</c:v>
                      </c:pt>
                      <c:pt idx="4242">
                        <c:v>202.05600000000001</c:v>
                      </c:pt>
                      <c:pt idx="4243">
                        <c:v>200.69900000000001</c:v>
                      </c:pt>
                      <c:pt idx="4244">
                        <c:v>202.14</c:v>
                      </c:pt>
                      <c:pt idx="4245">
                        <c:v>207.27</c:v>
                      </c:pt>
                      <c:pt idx="4246">
                        <c:v>201.59</c:v>
                      </c:pt>
                      <c:pt idx="4247">
                        <c:v>204.76900000000001</c:v>
                      </c:pt>
                      <c:pt idx="4248">
                        <c:v>214.71799999999999</c:v>
                      </c:pt>
                      <c:pt idx="4249">
                        <c:v>215.39099999999999</c:v>
                      </c:pt>
                      <c:pt idx="4250">
                        <c:v>214.04900000000001</c:v>
                      </c:pt>
                      <c:pt idx="4251">
                        <c:v>211.94399999999999</c:v>
                      </c:pt>
                      <c:pt idx="4252">
                        <c:v>208.47499999999999</c:v>
                      </c:pt>
                      <c:pt idx="4253">
                        <c:v>202.24</c:v>
                      </c:pt>
                      <c:pt idx="4254">
                        <c:v>182.94499999999999</c:v>
                      </c:pt>
                      <c:pt idx="4255">
                        <c:v>184.285</c:v>
                      </c:pt>
                      <c:pt idx="4256">
                        <c:v>188.465</c:v>
                      </c:pt>
                      <c:pt idx="4257">
                        <c:v>193.47399999999999</c:v>
                      </c:pt>
                      <c:pt idx="4258">
                        <c:v>185.57400000000001</c:v>
                      </c:pt>
                      <c:pt idx="4259">
                        <c:v>187.59299999999999</c:v>
                      </c:pt>
                      <c:pt idx="4260">
                        <c:v>188.66800000000001</c:v>
                      </c:pt>
                      <c:pt idx="4261">
                        <c:v>189.45099999999999</c:v>
                      </c:pt>
                      <c:pt idx="4262">
                        <c:v>187.59800000000001</c:v>
                      </c:pt>
                      <c:pt idx="4263">
                        <c:v>188.77500000000001</c:v>
                      </c:pt>
                      <c:pt idx="4264">
                        <c:v>187.804</c:v>
                      </c:pt>
                      <c:pt idx="4265">
                        <c:v>186.94399999999999</c:v>
                      </c:pt>
                      <c:pt idx="4266">
                        <c:v>185.55500000000001</c:v>
                      </c:pt>
                      <c:pt idx="4267">
                        <c:v>185.83699999999999</c:v>
                      </c:pt>
                      <c:pt idx="4268">
                        <c:v>186.50800000000001</c:v>
                      </c:pt>
                      <c:pt idx="4269">
                        <c:v>186.53700000000001</c:v>
                      </c:pt>
                      <c:pt idx="4270">
                        <c:v>188.92599999999999</c:v>
                      </c:pt>
                      <c:pt idx="4271">
                        <c:v>191.53399999999999</c:v>
                      </c:pt>
                      <c:pt idx="4272">
                        <c:v>195.69499999999999</c:v>
                      </c:pt>
                      <c:pt idx="4273">
                        <c:v>196.483</c:v>
                      </c:pt>
                      <c:pt idx="4274">
                        <c:v>196.72</c:v>
                      </c:pt>
                      <c:pt idx="4275">
                        <c:v>195.85400000000001</c:v>
                      </c:pt>
                      <c:pt idx="4276">
                        <c:v>196.93600000000001</c:v>
                      </c:pt>
                      <c:pt idx="4277">
                        <c:v>195.46899999999999</c:v>
                      </c:pt>
                      <c:pt idx="4278">
                        <c:v>190.86</c:v>
                      </c:pt>
                      <c:pt idx="4279">
                        <c:v>188.697</c:v>
                      </c:pt>
                      <c:pt idx="4280">
                        <c:v>189.191</c:v>
                      </c:pt>
                      <c:pt idx="4281">
                        <c:v>190.31200000000001</c:v>
                      </c:pt>
                      <c:pt idx="4282">
                        <c:v>186.161</c:v>
                      </c:pt>
                      <c:pt idx="4283">
                        <c:v>183.59399999999999</c:v>
                      </c:pt>
                      <c:pt idx="4284">
                        <c:v>177.285</c:v>
                      </c:pt>
                      <c:pt idx="4285">
                        <c:v>171.536</c:v>
                      </c:pt>
                      <c:pt idx="4286">
                        <c:v>176.09700000000001</c:v>
                      </c:pt>
                      <c:pt idx="4287">
                        <c:v>181.626</c:v>
                      </c:pt>
                      <c:pt idx="4288">
                        <c:v>183.834</c:v>
                      </c:pt>
                      <c:pt idx="4289">
                        <c:v>188.05</c:v>
                      </c:pt>
                      <c:pt idx="4290">
                        <c:v>188.21799999999999</c:v>
                      </c:pt>
                      <c:pt idx="4291">
                        <c:v>188.416</c:v>
                      </c:pt>
                      <c:pt idx="4292">
                        <c:v>190.346</c:v>
                      </c:pt>
                      <c:pt idx="4293">
                        <c:v>186.24100000000001</c:v>
                      </c:pt>
                      <c:pt idx="4294">
                        <c:v>178.35499999999999</c:v>
                      </c:pt>
                      <c:pt idx="4295">
                        <c:v>178.422</c:v>
                      </c:pt>
                      <c:pt idx="4296">
                        <c:v>180.27799999999999</c:v>
                      </c:pt>
                      <c:pt idx="4297">
                        <c:v>183.69</c:v>
                      </c:pt>
                      <c:pt idx="4298">
                        <c:v>203.97300000000001</c:v>
                      </c:pt>
                      <c:pt idx="4299">
                        <c:v>208.26900000000001</c:v>
                      </c:pt>
                      <c:pt idx="4300">
                        <c:v>219.70500000000001</c:v>
                      </c:pt>
                      <c:pt idx="4301">
                        <c:v>226.05099999999999</c:v>
                      </c:pt>
                      <c:pt idx="4302">
                        <c:v>224.411</c:v>
                      </c:pt>
                      <c:pt idx="4303">
                        <c:v>220.179</c:v>
                      </c:pt>
                      <c:pt idx="4304">
                        <c:v>221.62299999999999</c:v>
                      </c:pt>
                      <c:pt idx="4305">
                        <c:v>218.852</c:v>
                      </c:pt>
                      <c:pt idx="4306">
                        <c:v>212.947</c:v>
                      </c:pt>
                      <c:pt idx="4307">
                        <c:v>212.05600000000001</c:v>
                      </c:pt>
                      <c:pt idx="4308">
                        <c:v>207.404</c:v>
                      </c:pt>
                      <c:pt idx="4309">
                        <c:v>200.69499999999999</c:v>
                      </c:pt>
                      <c:pt idx="4310">
                        <c:v>193.072</c:v>
                      </c:pt>
                      <c:pt idx="4311">
                        <c:v>188.14500000000001</c:v>
                      </c:pt>
                      <c:pt idx="4312">
                        <c:v>183.203</c:v>
                      </c:pt>
                      <c:pt idx="4313">
                        <c:v>181.12200000000001</c:v>
                      </c:pt>
                      <c:pt idx="4314">
                        <c:v>183.624</c:v>
                      </c:pt>
                      <c:pt idx="4315">
                        <c:v>187.024</c:v>
                      </c:pt>
                      <c:pt idx="4316">
                        <c:v>188.78899999999999</c:v>
                      </c:pt>
                      <c:pt idx="4317">
                        <c:v>186.31399999999999</c:v>
                      </c:pt>
                      <c:pt idx="4318">
                        <c:v>185.35300000000001</c:v>
                      </c:pt>
                      <c:pt idx="4319">
                        <c:v>185.602</c:v>
                      </c:pt>
                      <c:pt idx="4320">
                        <c:v>185.09299999999999</c:v>
                      </c:pt>
                      <c:pt idx="4321">
                        <c:v>185.286</c:v>
                      </c:pt>
                      <c:pt idx="4322">
                        <c:v>186.10900000000001</c:v>
                      </c:pt>
                      <c:pt idx="4323">
                        <c:v>189.06100000000001</c:v>
                      </c:pt>
                      <c:pt idx="4324">
                        <c:v>187.798</c:v>
                      </c:pt>
                      <c:pt idx="4325">
                        <c:v>191.45599999999999</c:v>
                      </c:pt>
                      <c:pt idx="4326">
                        <c:v>192.899</c:v>
                      </c:pt>
                      <c:pt idx="4327">
                        <c:v>192.33199999999999</c:v>
                      </c:pt>
                      <c:pt idx="4328">
                        <c:v>193.393</c:v>
                      </c:pt>
                      <c:pt idx="4329">
                        <c:v>190.13300000000001</c:v>
                      </c:pt>
                      <c:pt idx="4330">
                        <c:v>186.197</c:v>
                      </c:pt>
                      <c:pt idx="4331">
                        <c:v>176.51900000000001</c:v>
                      </c:pt>
                      <c:pt idx="4332">
                        <c:v>170.892</c:v>
                      </c:pt>
                      <c:pt idx="4333">
                        <c:v>156.86199999999999</c:v>
                      </c:pt>
                      <c:pt idx="4334">
                        <c:v>151.459</c:v>
                      </c:pt>
                      <c:pt idx="4335">
                        <c:v>150.887</c:v>
                      </c:pt>
                      <c:pt idx="4336">
                        <c:v>156.96</c:v>
                      </c:pt>
                      <c:pt idx="4337">
                        <c:v>162.773</c:v>
                      </c:pt>
                      <c:pt idx="4338">
                        <c:v>160.66999999999999</c:v>
                      </c:pt>
                      <c:pt idx="4339">
                        <c:v>160.38200000000001</c:v>
                      </c:pt>
                      <c:pt idx="4340">
                        <c:v>159.78800000000001</c:v>
                      </c:pt>
                      <c:pt idx="4341">
                        <c:v>159.43899999999999</c:v>
                      </c:pt>
                      <c:pt idx="4342">
                        <c:v>158.52099999999999</c:v>
                      </c:pt>
                      <c:pt idx="4343">
                        <c:v>158.04300000000001</c:v>
                      </c:pt>
                      <c:pt idx="4344">
                        <c:v>154.292</c:v>
                      </c:pt>
                      <c:pt idx="4345">
                        <c:v>153.79400000000001</c:v>
                      </c:pt>
                      <c:pt idx="4346">
                        <c:v>154.89599999999999</c:v>
                      </c:pt>
                      <c:pt idx="4347">
                        <c:v>152.38800000000001</c:v>
                      </c:pt>
                      <c:pt idx="4348">
                        <c:v>153.036</c:v>
                      </c:pt>
                      <c:pt idx="4349">
                        <c:v>143.59</c:v>
                      </c:pt>
                      <c:pt idx="4350">
                        <c:v>143.059</c:v>
                      </c:pt>
                      <c:pt idx="4351">
                        <c:v>143.79400000000001</c:v>
                      </c:pt>
                      <c:pt idx="4352">
                        <c:v>143.94300000000001</c:v>
                      </c:pt>
                      <c:pt idx="4353">
                        <c:v>146.44300000000001</c:v>
                      </c:pt>
                      <c:pt idx="4354">
                        <c:v>147.17699999999999</c:v>
                      </c:pt>
                      <c:pt idx="4355">
                        <c:v>149.12200000000001</c:v>
                      </c:pt>
                      <c:pt idx="4356">
                        <c:v>149.94999999999999</c:v>
                      </c:pt>
                      <c:pt idx="4357">
                        <c:v>154.11699999999999</c:v>
                      </c:pt>
                      <c:pt idx="4358">
                        <c:v>155.721</c:v>
                      </c:pt>
                      <c:pt idx="4359">
                        <c:v>157.74</c:v>
                      </c:pt>
                      <c:pt idx="4360">
                        <c:v>156.69900000000001</c:v>
                      </c:pt>
                      <c:pt idx="4361">
                        <c:v>156.10400000000001</c:v>
                      </c:pt>
                      <c:pt idx="4362">
                        <c:v>157.07300000000001</c:v>
                      </c:pt>
                      <c:pt idx="4363">
                        <c:v>159.62700000000001</c:v>
                      </c:pt>
                      <c:pt idx="4364">
                        <c:v>159.77600000000001</c:v>
                      </c:pt>
                      <c:pt idx="4365">
                        <c:v>157.20699999999999</c:v>
                      </c:pt>
                      <c:pt idx="4366">
                        <c:v>155.51599999999999</c:v>
                      </c:pt>
                      <c:pt idx="4367">
                        <c:v>154.71</c:v>
                      </c:pt>
                      <c:pt idx="4368">
                        <c:v>154.11600000000001</c:v>
                      </c:pt>
                      <c:pt idx="4369">
                        <c:v>153.614</c:v>
                      </c:pt>
                      <c:pt idx="4370">
                        <c:v>152.66300000000001</c:v>
                      </c:pt>
                      <c:pt idx="4371">
                        <c:v>152.17599999999999</c:v>
                      </c:pt>
                      <c:pt idx="4372">
                        <c:v>152.15700000000001</c:v>
                      </c:pt>
                      <c:pt idx="4373">
                        <c:v>151.53299999999999</c:v>
                      </c:pt>
                      <c:pt idx="4374">
                        <c:v>152.97300000000001</c:v>
                      </c:pt>
                      <c:pt idx="4375">
                        <c:v>152.10499999999999</c:v>
                      </c:pt>
                      <c:pt idx="4376">
                        <c:v>151.91499999999999</c:v>
                      </c:pt>
                      <c:pt idx="4377">
                        <c:v>152.624</c:v>
                      </c:pt>
                      <c:pt idx="4378">
                        <c:v>156.84899999999999</c:v>
                      </c:pt>
                      <c:pt idx="4379">
                        <c:v>161.04499999999999</c:v>
                      </c:pt>
                      <c:pt idx="4380">
                        <c:v>162.36799999999999</c:v>
                      </c:pt>
                      <c:pt idx="4381">
                        <c:v>163.57</c:v>
                      </c:pt>
                      <c:pt idx="4382">
                        <c:v>168.74100000000001</c:v>
                      </c:pt>
                      <c:pt idx="4383">
                        <c:v>169.881</c:v>
                      </c:pt>
                      <c:pt idx="4384">
                        <c:v>169.571</c:v>
                      </c:pt>
                      <c:pt idx="4385">
                        <c:v>168.35</c:v>
                      </c:pt>
                      <c:pt idx="4386">
                        <c:v>168.71199999999999</c:v>
                      </c:pt>
                      <c:pt idx="4387">
                        <c:v>170.46199999999999</c:v>
                      </c:pt>
                      <c:pt idx="4388">
                        <c:v>173.50299999999999</c:v>
                      </c:pt>
                      <c:pt idx="4389">
                        <c:v>174.423</c:v>
                      </c:pt>
                      <c:pt idx="4390">
                        <c:v>176.74100000000001</c:v>
                      </c:pt>
                      <c:pt idx="4391">
                        <c:v>178.08099999999999</c:v>
                      </c:pt>
                      <c:pt idx="4392">
                        <c:v>177.756</c:v>
                      </c:pt>
                      <c:pt idx="4393">
                        <c:v>177.09700000000001</c:v>
                      </c:pt>
                      <c:pt idx="4394">
                        <c:v>174.792</c:v>
                      </c:pt>
                      <c:pt idx="4395">
                        <c:v>170.96899999999999</c:v>
                      </c:pt>
                      <c:pt idx="4396">
                        <c:v>166.482</c:v>
                      </c:pt>
                      <c:pt idx="4397">
                        <c:v>162.47</c:v>
                      </c:pt>
                      <c:pt idx="4398">
                        <c:v>161.44900000000001</c:v>
                      </c:pt>
                      <c:pt idx="4399">
                        <c:v>162.45400000000001</c:v>
                      </c:pt>
                      <c:pt idx="4400">
                        <c:v>162.59399999999999</c:v>
                      </c:pt>
                      <c:pt idx="4401">
                        <c:v>161.57599999999999</c:v>
                      </c:pt>
                      <c:pt idx="4402">
                        <c:v>160.72499999999999</c:v>
                      </c:pt>
                      <c:pt idx="4403">
                        <c:v>160.452</c:v>
                      </c:pt>
                      <c:pt idx="4404">
                        <c:v>161.643</c:v>
                      </c:pt>
                      <c:pt idx="4405">
                        <c:v>163.71799999999999</c:v>
                      </c:pt>
                      <c:pt idx="4406">
                        <c:v>168.21899999999999</c:v>
                      </c:pt>
                      <c:pt idx="4407">
                        <c:v>169.589</c:v>
                      </c:pt>
                      <c:pt idx="4408">
                        <c:v>176.20699999999999</c:v>
                      </c:pt>
                      <c:pt idx="4409">
                        <c:v>171.143</c:v>
                      </c:pt>
                      <c:pt idx="4410">
                        <c:v>167.77600000000001</c:v>
                      </c:pt>
                      <c:pt idx="4411">
                        <c:v>173.54400000000001</c:v>
                      </c:pt>
                      <c:pt idx="4412">
                        <c:v>180.167</c:v>
                      </c:pt>
                      <c:pt idx="4413">
                        <c:v>181.03800000000001</c:v>
                      </c:pt>
                      <c:pt idx="4414">
                        <c:v>180.887</c:v>
                      </c:pt>
                      <c:pt idx="4415">
                        <c:v>184.53100000000001</c:v>
                      </c:pt>
                      <c:pt idx="4416">
                        <c:v>188.41900000000001</c:v>
                      </c:pt>
                      <c:pt idx="4417">
                        <c:v>189.99799999999999</c:v>
                      </c:pt>
                      <c:pt idx="4418">
                        <c:v>196.31899999999999</c:v>
                      </c:pt>
                      <c:pt idx="4419">
                        <c:v>192.607</c:v>
                      </c:pt>
                      <c:pt idx="4420">
                        <c:v>191.93</c:v>
                      </c:pt>
                      <c:pt idx="4421">
                        <c:v>182.28700000000001</c:v>
                      </c:pt>
                      <c:pt idx="4422">
                        <c:v>180.85900000000001</c:v>
                      </c:pt>
                      <c:pt idx="4423">
                        <c:v>184.72300000000001</c:v>
                      </c:pt>
                      <c:pt idx="4424">
                        <c:v>183.73099999999999</c:v>
                      </c:pt>
                      <c:pt idx="4425">
                        <c:v>182.45599999999999</c:v>
                      </c:pt>
                      <c:pt idx="4426">
                        <c:v>180.929</c:v>
                      </c:pt>
                      <c:pt idx="4427">
                        <c:v>180.82599999999999</c:v>
                      </c:pt>
                      <c:pt idx="4428">
                        <c:v>184.70400000000001</c:v>
                      </c:pt>
                      <c:pt idx="4429">
                        <c:v>186.96899999999999</c:v>
                      </c:pt>
                      <c:pt idx="4430">
                        <c:v>189.57400000000001</c:v>
                      </c:pt>
                      <c:pt idx="4431">
                        <c:v>195.96600000000001</c:v>
                      </c:pt>
                      <c:pt idx="4432">
                        <c:v>196.36099999999999</c:v>
                      </c:pt>
                      <c:pt idx="4433">
                        <c:v>190.80699999999999</c:v>
                      </c:pt>
                      <c:pt idx="4434">
                        <c:v>193.93600000000001</c:v>
                      </c:pt>
                      <c:pt idx="4435">
                        <c:v>200.53899999999999</c:v>
                      </c:pt>
                      <c:pt idx="4436">
                        <c:v>196.542</c:v>
                      </c:pt>
                      <c:pt idx="4437">
                        <c:v>194.53</c:v>
                      </c:pt>
                      <c:pt idx="4438">
                        <c:v>192.654</c:v>
                      </c:pt>
                      <c:pt idx="4439">
                        <c:v>189.15700000000001</c:v>
                      </c:pt>
                      <c:pt idx="4440">
                        <c:v>191.18899999999999</c:v>
                      </c:pt>
                      <c:pt idx="4441">
                        <c:v>190.809</c:v>
                      </c:pt>
                      <c:pt idx="4442">
                        <c:v>191.167</c:v>
                      </c:pt>
                      <c:pt idx="4443">
                        <c:v>191.03</c:v>
                      </c:pt>
                      <c:pt idx="4444">
                        <c:v>188.72200000000001</c:v>
                      </c:pt>
                      <c:pt idx="4445">
                        <c:v>184.27699999999999</c:v>
                      </c:pt>
                      <c:pt idx="4446">
                        <c:v>180.01300000000001</c:v>
                      </c:pt>
                      <c:pt idx="4447">
                        <c:v>173.09</c:v>
                      </c:pt>
                      <c:pt idx="4448">
                        <c:v>171.994</c:v>
                      </c:pt>
                      <c:pt idx="4449">
                        <c:v>177.15799999999999</c:v>
                      </c:pt>
                      <c:pt idx="4450">
                        <c:v>178.26499999999999</c:v>
                      </c:pt>
                      <c:pt idx="4451">
                        <c:v>179.71700000000001</c:v>
                      </c:pt>
                      <c:pt idx="4452">
                        <c:v>179.864</c:v>
                      </c:pt>
                      <c:pt idx="4453">
                        <c:v>181.43700000000001</c:v>
                      </c:pt>
                      <c:pt idx="4454">
                        <c:v>182.90600000000001</c:v>
                      </c:pt>
                      <c:pt idx="4455">
                        <c:v>178.75399999999999</c:v>
                      </c:pt>
                      <c:pt idx="4456">
                        <c:v>178.70400000000001</c:v>
                      </c:pt>
                      <c:pt idx="4457">
                        <c:v>181.62299999999999</c:v>
                      </c:pt>
                      <c:pt idx="4458">
                        <c:v>193.09800000000001</c:v>
                      </c:pt>
                      <c:pt idx="4459">
                        <c:v>197.93600000000001</c:v>
                      </c:pt>
                      <c:pt idx="4460">
                        <c:v>198.15100000000001</c:v>
                      </c:pt>
                      <c:pt idx="4461">
                        <c:v>202.386</c:v>
                      </c:pt>
                      <c:pt idx="4462">
                        <c:v>195.18899999999999</c:v>
                      </c:pt>
                      <c:pt idx="4463">
                        <c:v>184.14400000000001</c:v>
                      </c:pt>
                      <c:pt idx="4464">
                        <c:v>193.43899999999999</c:v>
                      </c:pt>
                      <c:pt idx="4465">
                        <c:v>190.58</c:v>
                      </c:pt>
                      <c:pt idx="4466">
                        <c:v>190.74299999999999</c:v>
                      </c:pt>
                      <c:pt idx="4467">
                        <c:v>188.23599999999999</c:v>
                      </c:pt>
                      <c:pt idx="4468">
                        <c:v>190.9</c:v>
                      </c:pt>
                      <c:pt idx="4469">
                        <c:v>191.18199999999999</c:v>
                      </c:pt>
                      <c:pt idx="4470">
                        <c:v>194.06700000000001</c:v>
                      </c:pt>
                      <c:pt idx="4471">
                        <c:v>205.636</c:v>
                      </c:pt>
                      <c:pt idx="4472">
                        <c:v>198.404</c:v>
                      </c:pt>
                      <c:pt idx="4473">
                        <c:v>199.24</c:v>
                      </c:pt>
                      <c:pt idx="4474">
                        <c:v>202.84800000000001</c:v>
                      </c:pt>
                      <c:pt idx="4475">
                        <c:v>204.494</c:v>
                      </c:pt>
                      <c:pt idx="4476">
                        <c:v>204.51599999999999</c:v>
                      </c:pt>
                      <c:pt idx="4477">
                        <c:v>203.012</c:v>
                      </c:pt>
                      <c:pt idx="4478">
                        <c:v>204.125</c:v>
                      </c:pt>
                      <c:pt idx="4479">
                        <c:v>200.24199999999999</c:v>
                      </c:pt>
                      <c:pt idx="4480">
                        <c:v>198.68100000000001</c:v>
                      </c:pt>
                      <c:pt idx="4481">
                        <c:v>208.21299999999999</c:v>
                      </c:pt>
                      <c:pt idx="4482">
                        <c:v>206.46899999999999</c:v>
                      </c:pt>
                      <c:pt idx="4483">
                        <c:v>196.88800000000001</c:v>
                      </c:pt>
                      <c:pt idx="4484">
                        <c:v>194.38900000000001</c:v>
                      </c:pt>
                      <c:pt idx="4485">
                        <c:v>190.53</c:v>
                      </c:pt>
                      <c:pt idx="4486">
                        <c:v>189.38200000000001</c:v>
                      </c:pt>
                      <c:pt idx="4487">
                        <c:v>195.86699999999999</c:v>
                      </c:pt>
                      <c:pt idx="4488">
                        <c:v>197.21299999999999</c:v>
                      </c:pt>
                      <c:pt idx="4489">
                        <c:v>198.76900000000001</c:v>
                      </c:pt>
                      <c:pt idx="4490">
                        <c:v>192.05199999999999</c:v>
                      </c:pt>
                      <c:pt idx="4491">
                        <c:v>192.96600000000001</c:v>
                      </c:pt>
                      <c:pt idx="4492">
                        <c:v>204.64099999999999</c:v>
                      </c:pt>
                      <c:pt idx="4493">
                        <c:v>200.02600000000001</c:v>
                      </c:pt>
                      <c:pt idx="4494">
                        <c:v>209.58699999999999</c:v>
                      </c:pt>
                      <c:pt idx="4495">
                        <c:v>200.81200000000001</c:v>
                      </c:pt>
                      <c:pt idx="4496">
                        <c:v>199.35</c:v>
                      </c:pt>
                      <c:pt idx="4497">
                        <c:v>205.523</c:v>
                      </c:pt>
                      <c:pt idx="4498">
                        <c:v>203.96</c:v>
                      </c:pt>
                      <c:pt idx="4499">
                        <c:v>194.054</c:v>
                      </c:pt>
                      <c:pt idx="4500">
                        <c:v>205.136</c:v>
                      </c:pt>
                      <c:pt idx="4501">
                        <c:v>205.28800000000001</c:v>
                      </c:pt>
                      <c:pt idx="4502">
                        <c:v>207.23099999999999</c:v>
                      </c:pt>
                      <c:pt idx="4503">
                        <c:v>206.738</c:v>
                      </c:pt>
                      <c:pt idx="4504">
                        <c:v>199.465</c:v>
                      </c:pt>
                      <c:pt idx="4505">
                        <c:v>199.018</c:v>
                      </c:pt>
                      <c:pt idx="4506">
                        <c:v>200.001</c:v>
                      </c:pt>
                      <c:pt idx="4507">
                        <c:v>200.983</c:v>
                      </c:pt>
                      <c:pt idx="4508">
                        <c:v>202.95</c:v>
                      </c:pt>
                      <c:pt idx="4509">
                        <c:v>203.60400000000001</c:v>
                      </c:pt>
                      <c:pt idx="4510">
                        <c:v>205.34</c:v>
                      </c:pt>
                      <c:pt idx="4511">
                        <c:v>206.65700000000001</c:v>
                      </c:pt>
                      <c:pt idx="4512">
                        <c:v>205.81899999999999</c:v>
                      </c:pt>
                      <c:pt idx="4513">
                        <c:v>210.447</c:v>
                      </c:pt>
                      <c:pt idx="4514">
                        <c:v>211.404</c:v>
                      </c:pt>
                      <c:pt idx="4515">
                        <c:v>208.36099999999999</c:v>
                      </c:pt>
                      <c:pt idx="4516">
                        <c:v>208.41300000000001</c:v>
                      </c:pt>
                      <c:pt idx="4517">
                        <c:v>208.08699999999999</c:v>
                      </c:pt>
                      <c:pt idx="4518">
                        <c:v>211.33699999999999</c:v>
                      </c:pt>
                      <c:pt idx="4519">
                        <c:v>216.57</c:v>
                      </c:pt>
                      <c:pt idx="4520">
                        <c:v>218.529</c:v>
                      </c:pt>
                      <c:pt idx="4521">
                        <c:v>214.87</c:v>
                      </c:pt>
                      <c:pt idx="4522">
                        <c:v>213.45400000000001</c:v>
                      </c:pt>
                      <c:pt idx="4523">
                        <c:v>216.125</c:v>
                      </c:pt>
                      <c:pt idx="4524">
                        <c:v>214.839</c:v>
                      </c:pt>
                      <c:pt idx="4525">
                        <c:v>214.696</c:v>
                      </c:pt>
                      <c:pt idx="4526">
                        <c:v>205.46199999999999</c:v>
                      </c:pt>
                      <c:pt idx="4527">
                        <c:v>206.46</c:v>
                      </c:pt>
                      <c:pt idx="4528">
                        <c:v>205.95400000000001</c:v>
                      </c:pt>
                      <c:pt idx="4529">
                        <c:v>208.9</c:v>
                      </c:pt>
                      <c:pt idx="4530">
                        <c:v>209.73500000000001</c:v>
                      </c:pt>
                      <c:pt idx="4531">
                        <c:v>207.62</c:v>
                      </c:pt>
                      <c:pt idx="4532">
                        <c:v>205.917</c:v>
                      </c:pt>
                      <c:pt idx="4533">
                        <c:v>204.10900000000001</c:v>
                      </c:pt>
                      <c:pt idx="4534">
                        <c:v>204.41399999999999</c:v>
                      </c:pt>
                      <c:pt idx="4535">
                        <c:v>205.10400000000001</c:v>
                      </c:pt>
                      <c:pt idx="4536">
                        <c:v>216.04400000000001</c:v>
                      </c:pt>
                      <c:pt idx="4537">
                        <c:v>208.613</c:v>
                      </c:pt>
                      <c:pt idx="4538">
                        <c:v>206.226</c:v>
                      </c:pt>
                      <c:pt idx="4539">
                        <c:v>205.53800000000001</c:v>
                      </c:pt>
                      <c:pt idx="4540">
                        <c:v>204.12299999999999</c:v>
                      </c:pt>
                      <c:pt idx="4541">
                        <c:v>204.393</c:v>
                      </c:pt>
                      <c:pt idx="4542">
                        <c:v>201.91</c:v>
                      </c:pt>
                      <c:pt idx="4543">
                        <c:v>194.33199999999999</c:v>
                      </c:pt>
                      <c:pt idx="4544">
                        <c:v>194.67099999999999</c:v>
                      </c:pt>
                      <c:pt idx="4545">
                        <c:v>194.87700000000001</c:v>
                      </c:pt>
                      <c:pt idx="4546">
                        <c:v>193.61799999999999</c:v>
                      </c:pt>
                      <c:pt idx="4547">
                        <c:v>193.65700000000001</c:v>
                      </c:pt>
                      <c:pt idx="4548">
                        <c:v>195.268</c:v>
                      </c:pt>
                      <c:pt idx="4549">
                        <c:v>199.05199999999999</c:v>
                      </c:pt>
                      <c:pt idx="4550">
                        <c:v>201.35900000000001</c:v>
                      </c:pt>
                      <c:pt idx="4551">
                        <c:v>201.393</c:v>
                      </c:pt>
                      <c:pt idx="4552">
                        <c:v>202.01400000000001</c:v>
                      </c:pt>
                      <c:pt idx="4553">
                        <c:v>202.417</c:v>
                      </c:pt>
                      <c:pt idx="4554">
                        <c:v>204.00899999999999</c:v>
                      </c:pt>
                      <c:pt idx="4555">
                        <c:v>203.63800000000001</c:v>
                      </c:pt>
                      <c:pt idx="4556">
                        <c:v>205.12899999999999</c:v>
                      </c:pt>
                      <c:pt idx="4557">
                        <c:v>205.77799999999999</c:v>
                      </c:pt>
                      <c:pt idx="4558">
                        <c:v>213.851</c:v>
                      </c:pt>
                      <c:pt idx="4559">
                        <c:v>220.09299999999999</c:v>
                      </c:pt>
                      <c:pt idx="4560">
                        <c:v>219.376</c:v>
                      </c:pt>
                      <c:pt idx="4561">
                        <c:v>219.369</c:v>
                      </c:pt>
                      <c:pt idx="4562">
                        <c:v>222.67699999999999</c:v>
                      </c:pt>
                      <c:pt idx="4563">
                        <c:v>225.476</c:v>
                      </c:pt>
                      <c:pt idx="4564">
                        <c:v>230.91399999999999</c:v>
                      </c:pt>
                      <c:pt idx="4565">
                        <c:v>233.489</c:v>
                      </c:pt>
                      <c:pt idx="4566">
                        <c:v>237.465</c:v>
                      </c:pt>
                      <c:pt idx="4567">
                        <c:v>240.09299999999999</c:v>
                      </c:pt>
                      <c:pt idx="4568">
                        <c:v>241.398</c:v>
                      </c:pt>
                      <c:pt idx="4569">
                        <c:v>243.71100000000001</c:v>
                      </c:pt>
                      <c:pt idx="4570">
                        <c:v>244.3</c:v>
                      </c:pt>
                      <c:pt idx="4571">
                        <c:v>238.77</c:v>
                      </c:pt>
                      <c:pt idx="4572">
                        <c:v>236.00399999999999</c:v>
                      </c:pt>
                      <c:pt idx="4573">
                        <c:v>235.518</c:v>
                      </c:pt>
                      <c:pt idx="4574">
                        <c:v>238.84899999999999</c:v>
                      </c:pt>
                      <c:pt idx="4575">
                        <c:v>237.661</c:v>
                      </c:pt>
                      <c:pt idx="4576">
                        <c:v>233.577</c:v>
                      </c:pt>
                      <c:pt idx="4577">
                        <c:v>232.16399999999999</c:v>
                      </c:pt>
                      <c:pt idx="4578">
                        <c:v>233.48599999999999</c:v>
                      </c:pt>
                      <c:pt idx="4579">
                        <c:v>230.08699999999999</c:v>
                      </c:pt>
                      <c:pt idx="4580">
                        <c:v>226.673</c:v>
                      </c:pt>
                      <c:pt idx="4581">
                        <c:v>226.80500000000001</c:v>
                      </c:pt>
                      <c:pt idx="4582">
                        <c:v>228.52600000000001</c:v>
                      </c:pt>
                      <c:pt idx="4583">
                        <c:v>227.011</c:v>
                      </c:pt>
                      <c:pt idx="4584">
                        <c:v>224.24700000000001</c:v>
                      </c:pt>
                      <c:pt idx="4585">
                        <c:v>224.87</c:v>
                      </c:pt>
                      <c:pt idx="4586">
                        <c:v>226.91499999999999</c:v>
                      </c:pt>
                      <c:pt idx="4587">
                        <c:v>232.56</c:v>
                      </c:pt>
                      <c:pt idx="4588">
                        <c:v>237.21799999999999</c:v>
                      </c:pt>
                      <c:pt idx="4589">
                        <c:v>238.30500000000001</c:v>
                      </c:pt>
                      <c:pt idx="4590">
                        <c:v>236.768</c:v>
                      </c:pt>
                      <c:pt idx="4591">
                        <c:v>234.42599999999999</c:v>
                      </c:pt>
                      <c:pt idx="4592">
                        <c:v>233.36699999999999</c:v>
                      </c:pt>
                      <c:pt idx="4593">
                        <c:v>231.87100000000001</c:v>
                      </c:pt>
                      <c:pt idx="4594">
                        <c:v>235.221</c:v>
                      </c:pt>
                      <c:pt idx="4595">
                        <c:v>240.852</c:v>
                      </c:pt>
                      <c:pt idx="4596">
                        <c:v>242.55099999999999</c:v>
                      </c:pt>
                      <c:pt idx="4597">
                        <c:v>243.43899999999999</c:v>
                      </c:pt>
                      <c:pt idx="4598">
                        <c:v>244.70699999999999</c:v>
                      </c:pt>
                      <c:pt idx="4599">
                        <c:v>246.917</c:v>
                      </c:pt>
                      <c:pt idx="4600">
                        <c:v>250.50899999999999</c:v>
                      </c:pt>
                      <c:pt idx="4601">
                        <c:v>254.351</c:v>
                      </c:pt>
                      <c:pt idx="4602">
                        <c:v>255.01499999999999</c:v>
                      </c:pt>
                      <c:pt idx="4603">
                        <c:v>257.75799999999998</c:v>
                      </c:pt>
                      <c:pt idx="4604">
                        <c:v>264.166</c:v>
                      </c:pt>
                      <c:pt idx="4605">
                        <c:v>269.45499999999998</c:v>
                      </c:pt>
                      <c:pt idx="4606">
                        <c:v>269.34899999999999</c:v>
                      </c:pt>
                      <c:pt idx="4607">
                        <c:v>285.70800000000003</c:v>
                      </c:pt>
                      <c:pt idx="4608">
                        <c:v>292.83800000000002</c:v>
                      </c:pt>
                      <c:pt idx="4609">
                        <c:v>298.70800000000003</c:v>
                      </c:pt>
                      <c:pt idx="4610">
                        <c:v>291.82100000000003</c:v>
                      </c:pt>
                      <c:pt idx="4611">
                        <c:v>283.04500000000002</c:v>
                      </c:pt>
                      <c:pt idx="4612">
                        <c:v>280.72800000000001</c:v>
                      </c:pt>
                      <c:pt idx="4613">
                        <c:v>279.16300000000001</c:v>
                      </c:pt>
                      <c:pt idx="4614">
                        <c:v>272.92399999999998</c:v>
                      </c:pt>
                      <c:pt idx="4615">
                        <c:v>270.214</c:v>
                      </c:pt>
                      <c:pt idx="4616">
                        <c:v>273.63299999999998</c:v>
                      </c:pt>
                      <c:pt idx="4617">
                        <c:v>274.72899999999998</c:v>
                      </c:pt>
                      <c:pt idx="4618">
                        <c:v>276.16899999999998</c:v>
                      </c:pt>
                      <c:pt idx="4619">
                        <c:v>279.86399999999998</c:v>
                      </c:pt>
                      <c:pt idx="4620">
                        <c:v>281.71899999999999</c:v>
                      </c:pt>
                      <c:pt idx="4621">
                        <c:v>282.94900000000001</c:v>
                      </c:pt>
                      <c:pt idx="4622">
                        <c:v>284.53100000000001</c:v>
                      </c:pt>
                      <c:pt idx="4623">
                        <c:v>287.31200000000001</c:v>
                      </c:pt>
                      <c:pt idx="4624">
                        <c:v>286.43799999999999</c:v>
                      </c:pt>
                      <c:pt idx="4625">
                        <c:v>284.72800000000001</c:v>
                      </c:pt>
                      <c:pt idx="4626">
                        <c:v>283.42700000000002</c:v>
                      </c:pt>
                      <c:pt idx="4627">
                        <c:v>281.26</c:v>
                      </c:pt>
                      <c:pt idx="4628">
                        <c:v>282.33999999999997</c:v>
                      </c:pt>
                      <c:pt idx="4629">
                        <c:v>279.81799999999998</c:v>
                      </c:pt>
                      <c:pt idx="4630">
                        <c:v>279.17099999999999</c:v>
                      </c:pt>
                      <c:pt idx="4631">
                        <c:v>277.00099999999998</c:v>
                      </c:pt>
                      <c:pt idx="4632">
                        <c:v>277.95999999999998</c:v>
                      </c:pt>
                      <c:pt idx="4633">
                        <c:v>273.05799999999999</c:v>
                      </c:pt>
                      <c:pt idx="4634">
                        <c:v>272.548</c:v>
                      </c:pt>
                      <c:pt idx="4635">
                        <c:v>275.34300000000002</c:v>
                      </c:pt>
                      <c:pt idx="4636">
                        <c:v>273.79399999999998</c:v>
                      </c:pt>
                      <c:pt idx="4637">
                        <c:v>274.54500000000002</c:v>
                      </c:pt>
                      <c:pt idx="4638">
                        <c:v>274.97500000000002</c:v>
                      </c:pt>
                      <c:pt idx="4639">
                        <c:v>274.40199999999999</c:v>
                      </c:pt>
                      <c:pt idx="4640">
                        <c:v>273.27499999999998</c:v>
                      </c:pt>
                      <c:pt idx="4641">
                        <c:v>275.92599999999999</c:v>
                      </c:pt>
                      <c:pt idx="4642">
                        <c:v>276.916</c:v>
                      </c:pt>
                      <c:pt idx="4643">
                        <c:v>277.44900000000001</c:v>
                      </c:pt>
                      <c:pt idx="4644">
                        <c:v>278.21800000000002</c:v>
                      </c:pt>
                      <c:pt idx="4645">
                        <c:v>278.25599999999997</c:v>
                      </c:pt>
                      <c:pt idx="4646">
                        <c:v>277.88200000000001</c:v>
                      </c:pt>
                      <c:pt idx="4647">
                        <c:v>279.64400000000001</c:v>
                      </c:pt>
                      <c:pt idx="4648">
                        <c:v>281.66699999999997</c:v>
                      </c:pt>
                      <c:pt idx="4649">
                        <c:v>281.62</c:v>
                      </c:pt>
                      <c:pt idx="4650">
                        <c:v>282.56400000000002</c:v>
                      </c:pt>
                      <c:pt idx="4651">
                        <c:v>285.14800000000002</c:v>
                      </c:pt>
                      <c:pt idx="4652">
                        <c:v>289.60300000000001</c:v>
                      </c:pt>
                      <c:pt idx="4653">
                        <c:v>290.13099999999997</c:v>
                      </c:pt>
                      <c:pt idx="4654">
                        <c:v>289.62299999999999</c:v>
                      </c:pt>
                      <c:pt idx="4655">
                        <c:v>288.93299999999999</c:v>
                      </c:pt>
                      <c:pt idx="4656">
                        <c:v>291.72399999999999</c:v>
                      </c:pt>
                      <c:pt idx="4657">
                        <c:v>295.42899999999997</c:v>
                      </c:pt>
                      <c:pt idx="4658">
                        <c:v>297.88299999999998</c:v>
                      </c:pt>
                      <c:pt idx="4659">
                        <c:v>298.09500000000003</c:v>
                      </c:pt>
                      <c:pt idx="4660">
                        <c:v>295.43</c:v>
                      </c:pt>
                      <c:pt idx="4661">
                        <c:v>294.65699999999998</c:v>
                      </c:pt>
                      <c:pt idx="4662">
                        <c:v>296.64999999999998</c:v>
                      </c:pt>
                      <c:pt idx="4663">
                        <c:v>297.68700000000001</c:v>
                      </c:pt>
                      <c:pt idx="4664">
                        <c:v>293.72500000000002</c:v>
                      </c:pt>
                      <c:pt idx="4665">
                        <c:v>292.89</c:v>
                      </c:pt>
                      <c:pt idx="4666">
                        <c:v>296.7</c:v>
                      </c:pt>
                      <c:pt idx="4667">
                        <c:v>300.988</c:v>
                      </c:pt>
                      <c:pt idx="4668">
                        <c:v>301.774</c:v>
                      </c:pt>
                      <c:pt idx="4669">
                        <c:v>302.51499999999999</c:v>
                      </c:pt>
                      <c:pt idx="4670">
                        <c:v>306.31400000000002</c:v>
                      </c:pt>
                      <c:pt idx="4671">
                        <c:v>304.40300000000002</c:v>
                      </c:pt>
                      <c:pt idx="4672">
                        <c:v>298.52199999999999</c:v>
                      </c:pt>
                      <c:pt idx="4673">
                        <c:v>298.85300000000001</c:v>
                      </c:pt>
                      <c:pt idx="4674">
                        <c:v>299.84100000000001</c:v>
                      </c:pt>
                      <c:pt idx="4675">
                        <c:v>298.03399999999999</c:v>
                      </c:pt>
                      <c:pt idx="4676">
                        <c:v>295.69900000000001</c:v>
                      </c:pt>
                      <c:pt idx="4677">
                        <c:v>298.56400000000002</c:v>
                      </c:pt>
                      <c:pt idx="4678">
                        <c:v>302.95600000000002</c:v>
                      </c:pt>
                      <c:pt idx="4679">
                        <c:v>299.48399999999998</c:v>
                      </c:pt>
                      <c:pt idx="4680">
                        <c:v>286.99</c:v>
                      </c:pt>
                      <c:pt idx="4681">
                        <c:v>283.149</c:v>
                      </c:pt>
                      <c:pt idx="4682">
                        <c:v>288.101</c:v>
                      </c:pt>
                      <c:pt idx="4683">
                        <c:v>288.29599999999999</c:v>
                      </c:pt>
                      <c:pt idx="4684">
                        <c:v>277.697</c:v>
                      </c:pt>
                      <c:pt idx="4685">
                        <c:v>265.93900000000002</c:v>
                      </c:pt>
                      <c:pt idx="4686">
                        <c:v>253.25299999999999</c:v>
                      </c:pt>
                      <c:pt idx="4687">
                        <c:v>249.33500000000001</c:v>
                      </c:pt>
                      <c:pt idx="4688">
                        <c:v>259.66800000000001</c:v>
                      </c:pt>
                      <c:pt idx="4689">
                        <c:v>273.89</c:v>
                      </c:pt>
                      <c:pt idx="4690">
                        <c:v>276.18700000000001</c:v>
                      </c:pt>
                      <c:pt idx="4691">
                        <c:v>272.93099999999998</c:v>
                      </c:pt>
                      <c:pt idx="4692">
                        <c:v>268.52999999999997</c:v>
                      </c:pt>
                      <c:pt idx="4693">
                        <c:v>266.52600000000001</c:v>
                      </c:pt>
                      <c:pt idx="4694">
                        <c:v>257.20299999999997</c:v>
                      </c:pt>
                      <c:pt idx="4695">
                        <c:v>256.99200000000002</c:v>
                      </c:pt>
                      <c:pt idx="4696">
                        <c:v>263.10500000000002</c:v>
                      </c:pt>
                      <c:pt idx="4697">
                        <c:v>265.22899999999998</c:v>
                      </c:pt>
                      <c:pt idx="4698">
                        <c:v>256.31299999999999</c:v>
                      </c:pt>
                      <c:pt idx="4699">
                        <c:v>254.56399999999999</c:v>
                      </c:pt>
                      <c:pt idx="4700">
                        <c:v>258.08699999999999</c:v>
                      </c:pt>
                      <c:pt idx="4701">
                        <c:v>259.39600000000002</c:v>
                      </c:pt>
                      <c:pt idx="4702">
                        <c:v>262.23200000000003</c:v>
                      </c:pt>
                      <c:pt idx="4703">
                        <c:v>268.50099999999998</c:v>
                      </c:pt>
                      <c:pt idx="4704">
                        <c:v>272.24599999999998</c:v>
                      </c:pt>
                      <c:pt idx="4705">
                        <c:v>276.71600000000001</c:v>
                      </c:pt>
                      <c:pt idx="4706">
                        <c:v>282.39699999999999</c:v>
                      </c:pt>
                      <c:pt idx="4707">
                        <c:v>284.43099999999998</c:v>
                      </c:pt>
                      <c:pt idx="4708">
                        <c:v>284.39800000000002</c:v>
                      </c:pt>
                      <c:pt idx="4709">
                        <c:v>287.83800000000002</c:v>
                      </c:pt>
                      <c:pt idx="4710">
                        <c:v>287.827</c:v>
                      </c:pt>
                      <c:pt idx="4711">
                        <c:v>288.75700000000001</c:v>
                      </c:pt>
                      <c:pt idx="4712">
                        <c:v>300.77800000000002</c:v>
                      </c:pt>
                      <c:pt idx="4713">
                        <c:v>303.09100000000001</c:v>
                      </c:pt>
                      <c:pt idx="4714">
                        <c:v>304.94499999999999</c:v>
                      </c:pt>
                      <c:pt idx="4715">
                        <c:v>307.73700000000002</c:v>
                      </c:pt>
                      <c:pt idx="4716">
                        <c:v>304.66899999999998</c:v>
                      </c:pt>
                      <c:pt idx="4717">
                        <c:v>313.51100000000002</c:v>
                      </c:pt>
                      <c:pt idx="4718">
                        <c:v>322.43299999999999</c:v>
                      </c:pt>
                      <c:pt idx="4719">
                        <c:v>332.10899999999998</c:v>
                      </c:pt>
                      <c:pt idx="4720">
                        <c:v>327.53699999999998</c:v>
                      </c:pt>
                      <c:pt idx="4721">
                        <c:v>325.66899999999998</c:v>
                      </c:pt>
                      <c:pt idx="4722">
                        <c:v>332.50900000000001</c:v>
                      </c:pt>
                      <c:pt idx="4723">
                        <c:v>341.97</c:v>
                      </c:pt>
                      <c:pt idx="4724">
                        <c:v>343.72199999999998</c:v>
                      </c:pt>
                      <c:pt idx="4725">
                        <c:v>346.13900000000001</c:v>
                      </c:pt>
                      <c:pt idx="4726">
                        <c:v>346.69200000000001</c:v>
                      </c:pt>
                      <c:pt idx="4727">
                        <c:v>341.90300000000002</c:v>
                      </c:pt>
                      <c:pt idx="4728">
                        <c:v>345.78500000000003</c:v>
                      </c:pt>
                      <c:pt idx="4729">
                        <c:v>345.20499999999998</c:v>
                      </c:pt>
                      <c:pt idx="4730">
                        <c:v>350.85500000000002</c:v>
                      </c:pt>
                      <c:pt idx="4731">
                        <c:v>354.48700000000002</c:v>
                      </c:pt>
                      <c:pt idx="4732">
                        <c:v>352.89299999999997</c:v>
                      </c:pt>
                      <c:pt idx="4733">
                        <c:v>343.60899999999998</c:v>
                      </c:pt>
                      <c:pt idx="4734">
                        <c:v>337.69</c:v>
                      </c:pt>
                      <c:pt idx="4735">
                        <c:v>324.18</c:v>
                      </c:pt>
                      <c:pt idx="4736">
                        <c:v>318.33199999999999</c:v>
                      </c:pt>
                      <c:pt idx="4737">
                        <c:v>317.64400000000001</c:v>
                      </c:pt>
                      <c:pt idx="4738">
                        <c:v>317.601</c:v>
                      </c:pt>
                      <c:pt idx="4739">
                        <c:v>307.67200000000003</c:v>
                      </c:pt>
                      <c:pt idx="4740">
                        <c:v>299.33699999999999</c:v>
                      </c:pt>
                      <c:pt idx="4741">
                        <c:v>294.351</c:v>
                      </c:pt>
                      <c:pt idx="4742">
                        <c:v>293.07100000000003</c:v>
                      </c:pt>
                      <c:pt idx="4743">
                        <c:v>299.00200000000001</c:v>
                      </c:pt>
                      <c:pt idx="4744">
                        <c:v>308.72199999999998</c:v>
                      </c:pt>
                      <c:pt idx="4745">
                        <c:v>318.99200000000002</c:v>
                      </c:pt>
                      <c:pt idx="4746">
                        <c:v>333.786</c:v>
                      </c:pt>
                      <c:pt idx="4747">
                        <c:v>347.36200000000002</c:v>
                      </c:pt>
                      <c:pt idx="4748">
                        <c:v>362.33600000000001</c:v>
                      </c:pt>
                      <c:pt idx="4749">
                        <c:v>366.56700000000001</c:v>
                      </c:pt>
                      <c:pt idx="4750">
                        <c:v>354.65</c:v>
                      </c:pt>
                      <c:pt idx="4751">
                        <c:v>352.59500000000003</c:v>
                      </c:pt>
                      <c:pt idx="4752">
                        <c:v>354.077</c:v>
                      </c:pt>
                      <c:pt idx="4753">
                        <c:v>349.31799999999998</c:v>
                      </c:pt>
                      <c:pt idx="4754">
                        <c:v>351.22899999999998</c:v>
                      </c:pt>
                      <c:pt idx="4755">
                        <c:v>359.435</c:v>
                      </c:pt>
                      <c:pt idx="4756">
                        <c:v>369.63400000000001</c:v>
                      </c:pt>
                      <c:pt idx="4757">
                        <c:v>369.54599999999999</c:v>
                      </c:pt>
                      <c:pt idx="4758">
                        <c:v>368.33199999999999</c:v>
                      </c:pt>
                      <c:pt idx="4759">
                        <c:v>378.22199999999998</c:v>
                      </c:pt>
                      <c:pt idx="4760">
                        <c:v>387.84100000000001</c:v>
                      </c:pt>
                      <c:pt idx="4761">
                        <c:v>386.15699999999998</c:v>
                      </c:pt>
                      <c:pt idx="4762">
                        <c:v>386.15699999999998</c:v>
                      </c:pt>
                      <c:pt idx="4763">
                        <c:v>392.58800000000002</c:v>
                      </c:pt>
                      <c:pt idx="4764">
                        <c:v>393.47399999999999</c:v>
                      </c:pt>
                      <c:pt idx="4765">
                        <c:v>385.55</c:v>
                      </c:pt>
                      <c:pt idx="4766">
                        <c:v>378.43400000000003</c:v>
                      </c:pt>
                      <c:pt idx="4767">
                        <c:v>384.34199999999998</c:v>
                      </c:pt>
                      <c:pt idx="4768">
                        <c:v>395.94200000000001</c:v>
                      </c:pt>
                      <c:pt idx="4769">
                        <c:v>407.142</c:v>
                      </c:pt>
                      <c:pt idx="4770">
                        <c:v>420.50099999999998</c:v>
                      </c:pt>
                      <c:pt idx="4771">
                        <c:v>420.79</c:v>
                      </c:pt>
                      <c:pt idx="4772">
                        <c:v>416.26900000000001</c:v>
                      </c:pt>
                      <c:pt idx="4773">
                        <c:v>399.82600000000002</c:v>
                      </c:pt>
                      <c:pt idx="4774">
                        <c:v>383.30799999999999</c:v>
                      </c:pt>
                      <c:pt idx="4775">
                        <c:v>377.428</c:v>
                      </c:pt>
                      <c:pt idx="4776">
                        <c:v>380.34399999999999</c:v>
                      </c:pt>
                      <c:pt idx="4777">
                        <c:v>377.78199999999998</c:v>
                      </c:pt>
                      <c:pt idx="4778">
                        <c:v>382.173</c:v>
                      </c:pt>
                      <c:pt idx="4779">
                        <c:v>376.67599999999999</c:v>
                      </c:pt>
                      <c:pt idx="4780">
                        <c:v>361.887</c:v>
                      </c:pt>
                      <c:pt idx="4781">
                        <c:v>351.97699999999998</c:v>
                      </c:pt>
                      <c:pt idx="4782">
                        <c:v>353.07299999999998</c:v>
                      </c:pt>
                      <c:pt idx="4783">
                        <c:v>356.75299999999999</c:v>
                      </c:pt>
                      <c:pt idx="4784">
                        <c:v>357.428</c:v>
                      </c:pt>
                      <c:pt idx="4785">
                        <c:v>351.21199999999999</c:v>
                      </c:pt>
                      <c:pt idx="4786">
                        <c:v>350.82900000000001</c:v>
                      </c:pt>
                      <c:pt idx="4787">
                        <c:v>344.39</c:v>
                      </c:pt>
                      <c:pt idx="4788">
                        <c:v>345.59699999999998</c:v>
                      </c:pt>
                      <c:pt idx="4789">
                        <c:v>333.14</c:v>
                      </c:pt>
                      <c:pt idx="4790">
                        <c:v>323.053</c:v>
                      </c:pt>
                      <c:pt idx="4791">
                        <c:v>316.10199999999998</c:v>
                      </c:pt>
                      <c:pt idx="4792">
                        <c:v>312.56099999999998</c:v>
                      </c:pt>
                      <c:pt idx="4793">
                        <c:v>314.59899999999999</c:v>
                      </c:pt>
                      <c:pt idx="4794">
                        <c:v>320.95</c:v>
                      </c:pt>
                      <c:pt idx="4795">
                        <c:v>329.6</c:v>
                      </c:pt>
                      <c:pt idx="4796">
                        <c:v>349.11099999999999</c:v>
                      </c:pt>
                      <c:pt idx="4797">
                        <c:v>355.92200000000003</c:v>
                      </c:pt>
                      <c:pt idx="4798">
                        <c:v>355.62599999999998</c:v>
                      </c:pt>
                      <c:pt idx="4799">
                        <c:v>346.42399999999998</c:v>
                      </c:pt>
                      <c:pt idx="4800">
                        <c:v>342.91899999999998</c:v>
                      </c:pt>
                      <c:pt idx="4801">
                        <c:v>348.31299999999999</c:v>
                      </c:pt>
                      <c:pt idx="4802">
                        <c:v>353.26799999999997</c:v>
                      </c:pt>
                      <c:pt idx="4803">
                        <c:v>362.95100000000002</c:v>
                      </c:pt>
                      <c:pt idx="4804">
                        <c:v>369.13600000000002</c:v>
                      </c:pt>
                      <c:pt idx="4805">
                        <c:v>368.09500000000003</c:v>
                      </c:pt>
                      <c:pt idx="4806">
                        <c:v>362.21100000000001</c:v>
                      </c:pt>
                      <c:pt idx="4807">
                        <c:v>365.392</c:v>
                      </c:pt>
                      <c:pt idx="4808">
                        <c:v>358.98899999999998</c:v>
                      </c:pt>
                      <c:pt idx="4809">
                        <c:v>349.93200000000002</c:v>
                      </c:pt>
                      <c:pt idx="4810">
                        <c:v>342.79899999999998</c:v>
                      </c:pt>
                      <c:pt idx="4811">
                        <c:v>335.78800000000001</c:v>
                      </c:pt>
                      <c:pt idx="4812">
                        <c:v>329.03899999999999</c:v>
                      </c:pt>
                      <c:pt idx="4813">
                        <c:v>339.58199999999999</c:v>
                      </c:pt>
                      <c:pt idx="4814">
                        <c:v>343.65300000000002</c:v>
                      </c:pt>
                      <c:pt idx="4815">
                        <c:v>344.72899999999998</c:v>
                      </c:pt>
                      <c:pt idx="4816">
                        <c:v>350.26400000000001</c:v>
                      </c:pt>
                      <c:pt idx="4817">
                        <c:v>348.09</c:v>
                      </c:pt>
                      <c:pt idx="4818">
                        <c:v>370.03</c:v>
                      </c:pt>
                      <c:pt idx="4819">
                        <c:v>377.399</c:v>
                      </c:pt>
                      <c:pt idx="4820">
                        <c:v>383.37099999999998</c:v>
                      </c:pt>
                      <c:pt idx="4821">
                        <c:v>397.41699999999997</c:v>
                      </c:pt>
                      <c:pt idx="4822">
                        <c:v>409.84</c:v>
                      </c:pt>
                      <c:pt idx="4823">
                        <c:v>435.709</c:v>
                      </c:pt>
                      <c:pt idx="4824">
                        <c:v>426.51799999999997</c:v>
                      </c:pt>
                      <c:pt idx="4825">
                        <c:v>427.96600000000001</c:v>
                      </c:pt>
                      <c:pt idx="4826">
                        <c:v>429.01</c:v>
                      </c:pt>
                      <c:pt idx="4827">
                        <c:v>417.84199999999998</c:v>
                      </c:pt>
                      <c:pt idx="4828">
                        <c:v>403.26400000000001</c:v>
                      </c:pt>
                      <c:pt idx="4829">
                        <c:v>402.71600000000001</c:v>
                      </c:pt>
                      <c:pt idx="4830">
                        <c:v>407.721</c:v>
                      </c:pt>
                      <c:pt idx="4831">
                        <c:v>422.63200000000001</c:v>
                      </c:pt>
                      <c:pt idx="4832">
                        <c:v>432.322</c:v>
                      </c:pt>
                      <c:pt idx="4833">
                        <c:v>432.22500000000002</c:v>
                      </c:pt>
                      <c:pt idx="4834">
                        <c:v>436.64</c:v>
                      </c:pt>
                      <c:pt idx="4835">
                        <c:v>439.21699999999998</c:v>
                      </c:pt>
                      <c:pt idx="4836">
                        <c:v>454.125</c:v>
                      </c:pt>
                      <c:pt idx="4837">
                        <c:v>459.13499999999999</c:v>
                      </c:pt>
                      <c:pt idx="4838">
                        <c:v>456.28500000000003</c:v>
                      </c:pt>
                      <c:pt idx="4839">
                        <c:v>463.34199999999998</c:v>
                      </c:pt>
                      <c:pt idx="4840">
                        <c:v>471.42099999999999</c:v>
                      </c:pt>
                      <c:pt idx="4841">
                        <c:v>475.07799999999997</c:v>
                      </c:pt>
                      <c:pt idx="4842">
                        <c:v>471.57799999999997</c:v>
                      </c:pt>
                      <c:pt idx="4843">
                        <c:v>461.04</c:v>
                      </c:pt>
                      <c:pt idx="4844">
                        <c:v>449.44900000000001</c:v>
                      </c:pt>
                      <c:pt idx="4845">
                        <c:v>433.33600000000001</c:v>
                      </c:pt>
                      <c:pt idx="4846">
                        <c:v>427.428</c:v>
                      </c:pt>
                      <c:pt idx="4847">
                        <c:v>435.25299999999999</c:v>
                      </c:pt>
                      <c:pt idx="4848">
                        <c:v>441.71800000000002</c:v>
                      </c:pt>
                      <c:pt idx="4849">
                        <c:v>449.23399999999998</c:v>
                      </c:pt>
                      <c:pt idx="4850">
                        <c:v>462.60599999999999</c:v>
                      </c:pt>
                      <c:pt idx="4851">
                        <c:v>455.58800000000002</c:v>
                      </c:pt>
                      <c:pt idx="4852">
                        <c:v>440.19799999999998</c:v>
                      </c:pt>
                      <c:pt idx="4853">
                        <c:v>424.94200000000001</c:v>
                      </c:pt>
                      <c:pt idx="4854">
                        <c:v>423.22699999999998</c:v>
                      </c:pt>
                      <c:pt idx="4855">
                        <c:v>397.12599999999998</c:v>
                      </c:pt>
                      <c:pt idx="4856">
                        <c:v>382.048</c:v>
                      </c:pt>
                      <c:pt idx="4857">
                        <c:v>377.68</c:v>
                      </c:pt>
                      <c:pt idx="4858">
                        <c:v>372.476</c:v>
                      </c:pt>
                      <c:pt idx="4859">
                        <c:v>378.33800000000002</c:v>
                      </c:pt>
                      <c:pt idx="4860">
                        <c:v>385.85700000000003</c:v>
                      </c:pt>
                      <c:pt idx="4861">
                        <c:v>387.95800000000003</c:v>
                      </c:pt>
                      <c:pt idx="4862">
                        <c:v>389.524</c:v>
                      </c:pt>
                      <c:pt idx="4863">
                        <c:v>383.97399999999999</c:v>
                      </c:pt>
                      <c:pt idx="4864">
                        <c:v>375.99200000000002</c:v>
                      </c:pt>
                      <c:pt idx="4865">
                        <c:v>372.91</c:v>
                      </c:pt>
                      <c:pt idx="4866">
                        <c:v>371.63</c:v>
                      </c:pt>
                      <c:pt idx="4867">
                        <c:v>379.34899999999999</c:v>
                      </c:pt>
                      <c:pt idx="4868">
                        <c:v>380.61200000000002</c:v>
                      </c:pt>
                      <c:pt idx="4869">
                        <c:v>371.69299999999998</c:v>
                      </c:pt>
                      <c:pt idx="4870">
                        <c:v>364.83699999999999</c:v>
                      </c:pt>
                      <c:pt idx="4871">
                        <c:v>353.214</c:v>
                      </c:pt>
                      <c:pt idx="4872">
                        <c:v>357.72699999999998</c:v>
                      </c:pt>
                      <c:pt idx="4873">
                        <c:v>365.26299999999998</c:v>
                      </c:pt>
                      <c:pt idx="4874">
                        <c:v>366.28199999999998</c:v>
                      </c:pt>
                      <c:pt idx="4875">
                        <c:v>357.99700000000001</c:v>
                      </c:pt>
                      <c:pt idx="4876">
                        <c:v>353.63900000000001</c:v>
                      </c:pt>
                      <c:pt idx="4877">
                        <c:v>353.37400000000002</c:v>
                      </c:pt>
                      <c:pt idx="4878">
                        <c:v>351.06799999999998</c:v>
                      </c:pt>
                      <c:pt idx="4879">
                        <c:v>348.90600000000001</c:v>
                      </c:pt>
                      <c:pt idx="4880">
                        <c:v>352.541</c:v>
                      </c:pt>
                      <c:pt idx="4881">
                        <c:v>361.70600000000002</c:v>
                      </c:pt>
                      <c:pt idx="4882">
                        <c:v>365.74700000000001</c:v>
                      </c:pt>
                      <c:pt idx="4883">
                        <c:v>368.76499999999999</c:v>
                      </c:pt>
                      <c:pt idx="4884">
                        <c:v>364.20699999999999</c:v>
                      </c:pt>
                      <c:pt idx="4885">
                        <c:v>363.93799999999999</c:v>
                      </c:pt>
                      <c:pt idx="4886">
                        <c:v>364.07600000000002</c:v>
                      </c:pt>
                      <c:pt idx="4887">
                        <c:v>362.23500000000001</c:v>
                      </c:pt>
                      <c:pt idx="4888">
                        <c:v>363.74299999999999</c:v>
                      </c:pt>
                      <c:pt idx="4889">
                        <c:v>360.36599999999999</c:v>
                      </c:pt>
                      <c:pt idx="4890">
                        <c:v>358.70100000000002</c:v>
                      </c:pt>
                      <c:pt idx="4891">
                        <c:v>357.995</c:v>
                      </c:pt>
                      <c:pt idx="4892">
                        <c:v>358.935</c:v>
                      </c:pt>
                      <c:pt idx="4893">
                        <c:v>355.22800000000001</c:v>
                      </c:pt>
                      <c:pt idx="4894">
                        <c:v>350.30599999999998</c:v>
                      </c:pt>
                      <c:pt idx="4895">
                        <c:v>353.29599999999999</c:v>
                      </c:pt>
                      <c:pt idx="4896">
                        <c:v>354.815</c:v>
                      </c:pt>
                      <c:pt idx="4897">
                        <c:v>349.697</c:v>
                      </c:pt>
                      <c:pt idx="4898">
                        <c:v>355.96899999999999</c:v>
                      </c:pt>
                      <c:pt idx="4899">
                        <c:v>356.07799999999997</c:v>
                      </c:pt>
                      <c:pt idx="4900">
                        <c:v>351.935</c:v>
                      </c:pt>
                      <c:pt idx="4901">
                        <c:v>349.87799999999999</c:v>
                      </c:pt>
                      <c:pt idx="4902">
                        <c:v>350.04199999999997</c:v>
                      </c:pt>
                      <c:pt idx="4903">
                        <c:v>352.74299999999999</c:v>
                      </c:pt>
                      <c:pt idx="4904">
                        <c:v>350.13200000000001</c:v>
                      </c:pt>
                      <c:pt idx="4905">
                        <c:v>352.30099999999999</c:v>
                      </c:pt>
                      <c:pt idx="4906">
                        <c:v>352.61500000000001</c:v>
                      </c:pt>
                      <c:pt idx="4907">
                        <c:v>349.55099999999999</c:v>
                      </c:pt>
                      <c:pt idx="4908">
                        <c:v>347.36200000000002</c:v>
                      </c:pt>
                      <c:pt idx="4909">
                        <c:v>345.88099999999997</c:v>
                      </c:pt>
                      <c:pt idx="4910">
                        <c:v>345.24900000000002</c:v>
                      </c:pt>
                      <c:pt idx="4911">
                        <c:v>346.69099999999997</c:v>
                      </c:pt>
                      <c:pt idx="4912">
                        <c:v>353.67200000000003</c:v>
                      </c:pt>
                      <c:pt idx="4913">
                        <c:v>355.25</c:v>
                      </c:pt>
                      <c:pt idx="4914">
                        <c:v>351.01299999999998</c:v>
                      </c:pt>
                      <c:pt idx="4915">
                        <c:v>338.4</c:v>
                      </c:pt>
                      <c:pt idx="4916">
                        <c:v>341.63499999999999</c:v>
                      </c:pt>
                      <c:pt idx="4917">
                        <c:v>349.13600000000002</c:v>
                      </c:pt>
                      <c:pt idx="4918">
                        <c:v>349.39600000000002</c:v>
                      </c:pt>
                      <c:pt idx="4919">
                        <c:v>353.35199999999998</c:v>
                      </c:pt>
                      <c:pt idx="4920">
                        <c:v>355.072</c:v>
                      </c:pt>
                      <c:pt idx="4921">
                        <c:v>361.58199999999999</c:v>
                      </c:pt>
                      <c:pt idx="4922">
                        <c:v>362.46600000000001</c:v>
                      </c:pt>
                      <c:pt idx="4923">
                        <c:v>360.09500000000003</c:v>
                      </c:pt>
                      <c:pt idx="4924">
                        <c:v>361.00099999999998</c:v>
                      </c:pt>
                      <c:pt idx="4925">
                        <c:v>363.99</c:v>
                      </c:pt>
                      <c:pt idx="4926">
                        <c:v>378.29</c:v>
                      </c:pt>
                      <c:pt idx="4927">
                        <c:v>378.815</c:v>
                      </c:pt>
                      <c:pt idx="4928">
                        <c:v>387.75099999999998</c:v>
                      </c:pt>
                      <c:pt idx="4929">
                        <c:v>386.714</c:v>
                      </c:pt>
                      <c:pt idx="4930">
                        <c:v>379.73700000000002</c:v>
                      </c:pt>
                      <c:pt idx="4931">
                        <c:v>377.06900000000002</c:v>
                      </c:pt>
                      <c:pt idx="4932">
                        <c:v>376.71499999999997</c:v>
                      </c:pt>
                      <c:pt idx="4933">
                        <c:v>379.00400000000002</c:v>
                      </c:pt>
                      <c:pt idx="4934">
                        <c:v>376.851</c:v>
                      </c:pt>
                      <c:pt idx="4935">
                        <c:v>376.93400000000003</c:v>
                      </c:pt>
                      <c:pt idx="4936">
                        <c:v>365.18700000000001</c:v>
                      </c:pt>
                      <c:pt idx="4937">
                        <c:v>352.93599999999998</c:v>
                      </c:pt>
                      <c:pt idx="4938">
                        <c:v>357.678</c:v>
                      </c:pt>
                      <c:pt idx="4939">
                        <c:v>364.13600000000002</c:v>
                      </c:pt>
                      <c:pt idx="4940">
                        <c:v>371.83100000000002</c:v>
                      </c:pt>
                      <c:pt idx="4941">
                        <c:v>382.32499999999999</c:v>
                      </c:pt>
                      <c:pt idx="4942">
                        <c:v>399.55700000000002</c:v>
                      </c:pt>
                      <c:pt idx="4943">
                        <c:v>404.64699999999999</c:v>
                      </c:pt>
                      <c:pt idx="4944">
                        <c:v>417.23399999999998</c:v>
                      </c:pt>
                      <c:pt idx="4945">
                        <c:v>416.44900000000001</c:v>
                      </c:pt>
                      <c:pt idx="4946">
                        <c:v>422.77699999999999</c:v>
                      </c:pt>
                      <c:pt idx="4947">
                        <c:v>457.56599999999997</c:v>
                      </c:pt>
                      <c:pt idx="4948">
                        <c:v>438.82</c:v>
                      </c:pt>
                      <c:pt idx="4949">
                        <c:v>429.91300000000001</c:v>
                      </c:pt>
                      <c:pt idx="4950">
                        <c:v>426.18799999999999</c:v>
                      </c:pt>
                      <c:pt idx="4951">
                        <c:v>425.28300000000002</c:v>
                      </c:pt>
                      <c:pt idx="4952">
                        <c:v>416.8</c:v>
                      </c:pt>
                      <c:pt idx="4953">
                        <c:v>413.56900000000002</c:v>
                      </c:pt>
                      <c:pt idx="4954">
                        <c:v>403.94499999999999</c:v>
                      </c:pt>
                      <c:pt idx="4955">
                        <c:v>393.839</c:v>
                      </c:pt>
                      <c:pt idx="4956">
                        <c:v>386.10899999999998</c:v>
                      </c:pt>
                      <c:pt idx="4957">
                        <c:v>381.89299999999997</c:v>
                      </c:pt>
                      <c:pt idx="4958">
                        <c:v>385.66199999999998</c:v>
                      </c:pt>
                      <c:pt idx="4959">
                        <c:v>392.96499999999997</c:v>
                      </c:pt>
                      <c:pt idx="4960">
                        <c:v>395.79899999999998</c:v>
                      </c:pt>
                      <c:pt idx="4961">
                        <c:v>396.27300000000002</c:v>
                      </c:pt>
                      <c:pt idx="4962">
                        <c:v>397.745</c:v>
                      </c:pt>
                      <c:pt idx="4963">
                        <c:v>392.447</c:v>
                      </c:pt>
                      <c:pt idx="4964">
                        <c:v>387.42899999999997</c:v>
                      </c:pt>
                      <c:pt idx="4965">
                        <c:v>383.09800000000001</c:v>
                      </c:pt>
                      <c:pt idx="4966">
                        <c:v>379.54</c:v>
                      </c:pt>
                      <c:pt idx="4967">
                        <c:v>379.60399999999998</c:v>
                      </c:pt>
                      <c:pt idx="4968">
                        <c:v>380.24200000000002</c:v>
                      </c:pt>
                      <c:pt idx="4969">
                        <c:v>382.50400000000002</c:v>
                      </c:pt>
                      <c:pt idx="4970">
                        <c:v>385.57600000000002</c:v>
                      </c:pt>
                      <c:pt idx="4971">
                        <c:v>384.68400000000003</c:v>
                      </c:pt>
                      <c:pt idx="4972">
                        <c:v>382.52800000000002</c:v>
                      </c:pt>
                      <c:pt idx="4973">
                        <c:v>382.46</c:v>
                      </c:pt>
                      <c:pt idx="4974">
                        <c:v>390.83800000000002</c:v>
                      </c:pt>
                      <c:pt idx="4975">
                        <c:v>406.56700000000001</c:v>
                      </c:pt>
                      <c:pt idx="4976">
                        <c:v>398.613</c:v>
                      </c:pt>
                      <c:pt idx="4977">
                        <c:v>395.53699999999998</c:v>
                      </c:pt>
                      <c:pt idx="4978">
                        <c:v>398.43799999999999</c:v>
                      </c:pt>
                      <c:pt idx="4979">
                        <c:v>401.12799999999999</c:v>
                      </c:pt>
                      <c:pt idx="4980">
                        <c:v>408.221</c:v>
                      </c:pt>
                      <c:pt idx="4981">
                        <c:v>407.15499999999997</c:v>
                      </c:pt>
                      <c:pt idx="4982">
                        <c:v>405.923</c:v>
                      </c:pt>
                      <c:pt idx="4983">
                        <c:v>410.12</c:v>
                      </c:pt>
                      <c:pt idx="4984">
                        <c:v>408.32400000000001</c:v>
                      </c:pt>
                      <c:pt idx="4985">
                        <c:v>402.863</c:v>
                      </c:pt>
                      <c:pt idx="4986">
                        <c:v>401.75099999999998</c:v>
                      </c:pt>
                      <c:pt idx="4987">
                        <c:v>402.38400000000001</c:v>
                      </c:pt>
                      <c:pt idx="4988">
                        <c:v>403.76100000000002</c:v>
                      </c:pt>
                      <c:pt idx="4989">
                        <c:v>398.58100000000002</c:v>
                      </c:pt>
                      <c:pt idx="4990">
                        <c:v>389.91800000000001</c:v>
                      </c:pt>
                      <c:pt idx="4991">
                        <c:v>389.12900000000002</c:v>
                      </c:pt>
                      <c:pt idx="4992">
                        <c:v>387.10399999999998</c:v>
                      </c:pt>
                      <c:pt idx="4993">
                        <c:v>387.07</c:v>
                      </c:pt>
                      <c:pt idx="4994">
                        <c:v>388.702</c:v>
                      </c:pt>
                      <c:pt idx="4995">
                        <c:v>387.09699999999998</c:v>
                      </c:pt>
                      <c:pt idx="4996">
                        <c:v>382.25799999999998</c:v>
                      </c:pt>
                      <c:pt idx="4997">
                        <c:v>380.17</c:v>
                      </c:pt>
                      <c:pt idx="4998">
                        <c:v>382.036</c:v>
                      </c:pt>
                      <c:pt idx="4999">
                        <c:v>382.33800000000002</c:v>
                      </c:pt>
                      <c:pt idx="5000">
                        <c:v>380.23399999999998</c:v>
                      </c:pt>
                      <c:pt idx="5001">
                        <c:v>375.416</c:v>
                      </c:pt>
                      <c:pt idx="5002">
                        <c:v>370.30399999999997</c:v>
                      </c:pt>
                      <c:pt idx="5003">
                        <c:v>363.435</c:v>
                      </c:pt>
                      <c:pt idx="5004">
                        <c:v>363.56700000000001</c:v>
                      </c:pt>
                      <c:pt idx="5005">
                        <c:v>356.96300000000002</c:v>
                      </c:pt>
                      <c:pt idx="5006">
                        <c:v>354.19200000000001</c:v>
                      </c:pt>
                      <c:pt idx="5007">
                        <c:v>350.61200000000002</c:v>
                      </c:pt>
                      <c:pt idx="5008">
                        <c:v>345.70499999999998</c:v>
                      </c:pt>
                      <c:pt idx="5009">
                        <c:v>343.93400000000003</c:v>
                      </c:pt>
                      <c:pt idx="5010">
                        <c:v>345.97500000000002</c:v>
                      </c:pt>
                      <c:pt idx="5011">
                        <c:v>345.56200000000001</c:v>
                      </c:pt>
                      <c:pt idx="5012">
                        <c:v>344.90699999999998</c:v>
                      </c:pt>
                      <c:pt idx="5013">
                        <c:v>346.68599999999998</c:v>
                      </c:pt>
                      <c:pt idx="5014">
                        <c:v>343.89100000000002</c:v>
                      </c:pt>
                      <c:pt idx="5015">
                        <c:v>340.678</c:v>
                      </c:pt>
                      <c:pt idx="5016">
                        <c:v>340.97</c:v>
                      </c:pt>
                      <c:pt idx="5017">
                        <c:v>341.85700000000003</c:v>
                      </c:pt>
                      <c:pt idx="5018">
                        <c:v>341.80399999999997</c:v>
                      </c:pt>
                      <c:pt idx="5019">
                        <c:v>341.70699999999999</c:v>
                      </c:pt>
                      <c:pt idx="5020">
                        <c:v>344.63</c:v>
                      </c:pt>
                      <c:pt idx="5021">
                        <c:v>343.26299999999998</c:v>
                      </c:pt>
                      <c:pt idx="5022">
                        <c:v>342.24700000000001</c:v>
                      </c:pt>
                      <c:pt idx="5023">
                        <c:v>341.32299999999998</c:v>
                      </c:pt>
                      <c:pt idx="5024">
                        <c:v>345.024</c:v>
                      </c:pt>
                      <c:pt idx="5025">
                        <c:v>349.50299999999999</c:v>
                      </c:pt>
                      <c:pt idx="5026">
                        <c:v>352.93</c:v>
                      </c:pt>
                      <c:pt idx="5027">
                        <c:v>354.52199999999999</c:v>
                      </c:pt>
                      <c:pt idx="5028">
                        <c:v>353.71600000000001</c:v>
                      </c:pt>
                      <c:pt idx="5029">
                        <c:v>347.53899999999999</c:v>
                      </c:pt>
                      <c:pt idx="5030">
                        <c:v>335.70100000000002</c:v>
                      </c:pt>
                      <c:pt idx="5031">
                        <c:v>329.63200000000001</c:v>
                      </c:pt>
                      <c:pt idx="5032">
                        <c:v>328.66</c:v>
                      </c:pt>
                      <c:pt idx="5033">
                        <c:v>325.137</c:v>
                      </c:pt>
                      <c:pt idx="5034">
                        <c:v>323.22399999999999</c:v>
                      </c:pt>
                      <c:pt idx="5035">
                        <c:v>323.90100000000001</c:v>
                      </c:pt>
                      <c:pt idx="5036">
                        <c:v>322.33600000000001</c:v>
                      </c:pt>
                      <c:pt idx="5037">
                        <c:v>318.15499999999997</c:v>
                      </c:pt>
                      <c:pt idx="5038">
                        <c:v>314.29199999999997</c:v>
                      </c:pt>
                      <c:pt idx="5039">
                        <c:v>311.63600000000002</c:v>
                      </c:pt>
                      <c:pt idx="5040">
                        <c:v>309.233</c:v>
                      </c:pt>
                      <c:pt idx="5041">
                        <c:v>307.08300000000003</c:v>
                      </c:pt>
                      <c:pt idx="5042">
                        <c:v>305.42399999999998</c:v>
                      </c:pt>
                      <c:pt idx="5043">
                        <c:v>307.92899999999997</c:v>
                      </c:pt>
                      <c:pt idx="5044">
                        <c:v>314.83100000000002</c:v>
                      </c:pt>
                      <c:pt idx="5045">
                        <c:v>318.738</c:v>
                      </c:pt>
                      <c:pt idx="5046">
                        <c:v>316.67599999999999</c:v>
                      </c:pt>
                      <c:pt idx="5047">
                        <c:v>314.68799999999999</c:v>
                      </c:pt>
                      <c:pt idx="5048">
                        <c:v>314.26400000000001</c:v>
                      </c:pt>
                      <c:pt idx="5049">
                        <c:v>314.79199999999997</c:v>
                      </c:pt>
                      <c:pt idx="5050">
                        <c:v>313.65600000000001</c:v>
                      </c:pt>
                      <c:pt idx="5051">
                        <c:v>312.96300000000002</c:v>
                      </c:pt>
                      <c:pt idx="5052">
                        <c:v>316.39999999999998</c:v>
                      </c:pt>
                      <c:pt idx="5053">
                        <c:v>323.77699999999999</c:v>
                      </c:pt>
                      <c:pt idx="5054">
                        <c:v>327.93700000000001</c:v>
                      </c:pt>
                      <c:pt idx="5055">
                        <c:v>330.50799999999998</c:v>
                      </c:pt>
                      <c:pt idx="5056">
                        <c:v>334.46699999999998</c:v>
                      </c:pt>
                      <c:pt idx="5057">
                        <c:v>335.52100000000002</c:v>
                      </c:pt>
                      <c:pt idx="5058">
                        <c:v>335.44</c:v>
                      </c:pt>
                      <c:pt idx="5059">
                        <c:v>330.56599999999997</c:v>
                      </c:pt>
                      <c:pt idx="5060">
                        <c:v>330.71600000000001</c:v>
                      </c:pt>
                      <c:pt idx="5061">
                        <c:v>329.24400000000003</c:v>
                      </c:pt>
                      <c:pt idx="5062">
                        <c:v>320.721</c:v>
                      </c:pt>
                      <c:pt idx="5063">
                        <c:v>315.22199999999998</c:v>
                      </c:pt>
                      <c:pt idx="5064">
                        <c:v>314.17500000000001</c:v>
                      </c:pt>
                      <c:pt idx="5065">
                        <c:v>316.23700000000002</c:v>
                      </c:pt>
                      <c:pt idx="5066">
                        <c:v>316.339</c:v>
                      </c:pt>
                      <c:pt idx="5067">
                        <c:v>316.00099999999998</c:v>
                      </c:pt>
                      <c:pt idx="5068">
                        <c:v>319.904</c:v>
                      </c:pt>
                      <c:pt idx="5069">
                        <c:v>323.19900000000001</c:v>
                      </c:pt>
                      <c:pt idx="5070">
                        <c:v>322.84899999999999</c:v>
                      </c:pt>
                      <c:pt idx="5071">
                        <c:v>321.64999999999998</c:v>
                      </c:pt>
                      <c:pt idx="5072">
                        <c:v>323.19600000000003</c:v>
                      </c:pt>
                      <c:pt idx="5073">
                        <c:v>326.42700000000002</c:v>
                      </c:pt>
                      <c:pt idx="5074">
                        <c:v>324.298</c:v>
                      </c:pt>
                      <c:pt idx="5075">
                        <c:v>320.74799999999999</c:v>
                      </c:pt>
                      <c:pt idx="5076">
                        <c:v>319.238</c:v>
                      </c:pt>
                      <c:pt idx="5077">
                        <c:v>322.04599999999999</c:v>
                      </c:pt>
                      <c:pt idx="5078">
                        <c:v>319.82799999999997</c:v>
                      </c:pt>
                      <c:pt idx="5079">
                        <c:v>331.41500000000002</c:v>
                      </c:pt>
                      <c:pt idx="5080">
                        <c:v>340.25799999999998</c:v>
                      </c:pt>
                      <c:pt idx="5081">
                        <c:v>333.79199999999997</c:v>
                      </c:pt>
                      <c:pt idx="5082">
                        <c:v>332.44200000000001</c:v>
                      </c:pt>
                      <c:pt idx="5083">
                        <c:v>337.06700000000001</c:v>
                      </c:pt>
                      <c:pt idx="5084">
                        <c:v>346.36200000000002</c:v>
                      </c:pt>
                      <c:pt idx="5085">
                        <c:v>347.07100000000003</c:v>
                      </c:pt>
                      <c:pt idx="5086">
                        <c:v>349.21699999999998</c:v>
                      </c:pt>
                      <c:pt idx="5087">
                        <c:v>355.23500000000001</c:v>
                      </c:pt>
                      <c:pt idx="5088">
                        <c:v>366.84199999999998</c:v>
                      </c:pt>
                      <c:pt idx="5089">
                        <c:v>371.22199999999998</c:v>
                      </c:pt>
                      <c:pt idx="5090">
                        <c:v>374.34500000000003</c:v>
                      </c:pt>
                      <c:pt idx="5091">
                        <c:v>371.42</c:v>
                      </c:pt>
                      <c:pt idx="5092">
                        <c:v>370.14499999999998</c:v>
                      </c:pt>
                      <c:pt idx="5093">
                        <c:v>361.24700000000001</c:v>
                      </c:pt>
                      <c:pt idx="5094">
                        <c:v>356.76100000000002</c:v>
                      </c:pt>
                      <c:pt idx="5095">
                        <c:v>356.17</c:v>
                      </c:pt>
                      <c:pt idx="5096">
                        <c:v>355.02800000000002</c:v>
                      </c:pt>
                      <c:pt idx="5097">
                        <c:v>348.01600000000002</c:v>
                      </c:pt>
                      <c:pt idx="5098">
                        <c:v>342.69299999999998</c:v>
                      </c:pt>
                      <c:pt idx="5099">
                        <c:v>352.536</c:v>
                      </c:pt>
                      <c:pt idx="5100">
                        <c:v>355.14699999999999</c:v>
                      </c:pt>
                      <c:pt idx="5101">
                        <c:v>358.05399999999997</c:v>
                      </c:pt>
                      <c:pt idx="5102">
                        <c:v>355.036</c:v>
                      </c:pt>
                      <c:pt idx="5103">
                        <c:v>351.375</c:v>
                      </c:pt>
                      <c:pt idx="5104">
                        <c:v>350.95400000000001</c:v>
                      </c:pt>
                      <c:pt idx="5105">
                        <c:v>352.76799999999997</c:v>
                      </c:pt>
                      <c:pt idx="5106">
                        <c:v>352.41</c:v>
                      </c:pt>
                      <c:pt idx="5107">
                        <c:v>342.31</c:v>
                      </c:pt>
                      <c:pt idx="5108">
                        <c:v>334.30599999999998</c:v>
                      </c:pt>
                      <c:pt idx="5109">
                        <c:v>329.64499999999998</c:v>
                      </c:pt>
                      <c:pt idx="5110">
                        <c:v>318.91800000000001</c:v>
                      </c:pt>
                      <c:pt idx="5111">
                        <c:v>312.40699999999998</c:v>
                      </c:pt>
                      <c:pt idx="5112">
                        <c:v>321.39</c:v>
                      </c:pt>
                      <c:pt idx="5113">
                        <c:v>327.65699999999998</c:v>
                      </c:pt>
                      <c:pt idx="5114">
                        <c:v>330.11700000000002</c:v>
                      </c:pt>
                      <c:pt idx="5115">
                        <c:v>334.22</c:v>
                      </c:pt>
                      <c:pt idx="5116">
                        <c:v>330.54300000000001</c:v>
                      </c:pt>
                      <c:pt idx="5117">
                        <c:v>327.51900000000001</c:v>
                      </c:pt>
                      <c:pt idx="5118">
                        <c:v>320.012</c:v>
                      </c:pt>
                      <c:pt idx="5119">
                        <c:v>314.25700000000001</c:v>
                      </c:pt>
                      <c:pt idx="5120">
                        <c:v>317.74299999999999</c:v>
                      </c:pt>
                      <c:pt idx="5121">
                        <c:v>317.95400000000001</c:v>
                      </c:pt>
                      <c:pt idx="5122">
                        <c:v>312.80200000000002</c:v>
                      </c:pt>
                      <c:pt idx="5123">
                        <c:v>311.71199999999999</c:v>
                      </c:pt>
                      <c:pt idx="5124">
                        <c:v>311.70800000000003</c:v>
                      </c:pt>
                      <c:pt idx="5125">
                        <c:v>312.30799999999999</c:v>
                      </c:pt>
                      <c:pt idx="5126">
                        <c:v>310.92599999999999</c:v>
                      </c:pt>
                      <c:pt idx="5127">
                        <c:v>310.17500000000001</c:v>
                      </c:pt>
                      <c:pt idx="5128">
                        <c:v>309.03800000000001</c:v>
                      </c:pt>
                      <c:pt idx="5129">
                        <c:v>304.78800000000001</c:v>
                      </c:pt>
                      <c:pt idx="5130">
                        <c:v>302.91899999999998</c:v>
                      </c:pt>
                      <c:pt idx="5131">
                        <c:v>300.88200000000001</c:v>
                      </c:pt>
                      <c:pt idx="5132">
                        <c:v>291.98200000000003</c:v>
                      </c:pt>
                      <c:pt idx="5133">
                        <c:v>289.77600000000001</c:v>
                      </c:pt>
                      <c:pt idx="5134">
                        <c:v>291.245</c:v>
                      </c:pt>
                      <c:pt idx="5135">
                        <c:v>291.24200000000002</c:v>
                      </c:pt>
                      <c:pt idx="5136">
                        <c:v>289.32400000000001</c:v>
                      </c:pt>
                      <c:pt idx="5137">
                        <c:v>286.67099999999999</c:v>
                      </c:pt>
                      <c:pt idx="5138">
                        <c:v>285.16899999999998</c:v>
                      </c:pt>
                      <c:pt idx="5139">
                        <c:v>279.74200000000002</c:v>
                      </c:pt>
                      <c:pt idx="5140">
                        <c:v>274.54599999999999</c:v>
                      </c:pt>
                      <c:pt idx="5141">
                        <c:v>276.77499999999998</c:v>
                      </c:pt>
                      <c:pt idx="5142">
                        <c:v>275.20699999999999</c:v>
                      </c:pt>
                      <c:pt idx="5143">
                        <c:v>274.38400000000001</c:v>
                      </c:pt>
                      <c:pt idx="5144">
                        <c:v>272.76</c:v>
                      </c:pt>
                      <c:pt idx="5145">
                        <c:v>269.58999999999997</c:v>
                      </c:pt>
                      <c:pt idx="5146">
                        <c:v>267.48399999999998</c:v>
                      </c:pt>
                      <c:pt idx="5147">
                        <c:v>266.82799999999997</c:v>
                      </c:pt>
                      <c:pt idx="5148">
                        <c:v>267.15300000000002</c:v>
                      </c:pt>
                      <c:pt idx="5149">
                        <c:v>266.67899999999997</c:v>
                      </c:pt>
                      <c:pt idx="5150">
                        <c:v>265.92700000000002</c:v>
                      </c:pt>
                      <c:pt idx="5151">
                        <c:v>265.43099999999998</c:v>
                      </c:pt>
                      <c:pt idx="5152">
                        <c:v>265.82900000000001</c:v>
                      </c:pt>
                      <c:pt idx="5153">
                        <c:v>274.10500000000002</c:v>
                      </c:pt>
                      <c:pt idx="5154">
                        <c:v>281.16300000000001</c:v>
                      </c:pt>
                      <c:pt idx="5155">
                        <c:v>286.40199999999999</c:v>
                      </c:pt>
                      <c:pt idx="5156">
                        <c:v>286.42899999999997</c:v>
                      </c:pt>
                      <c:pt idx="5157">
                        <c:v>287.11799999999999</c:v>
                      </c:pt>
                      <c:pt idx="5158">
                        <c:v>290.45400000000001</c:v>
                      </c:pt>
                      <c:pt idx="5159">
                        <c:v>284.62200000000001</c:v>
                      </c:pt>
                      <c:pt idx="5160">
                        <c:v>281.709</c:v>
                      </c:pt>
                      <c:pt idx="5161">
                        <c:v>278.31900000000002</c:v>
                      </c:pt>
                      <c:pt idx="5162">
                        <c:v>278.65800000000002</c:v>
                      </c:pt>
                      <c:pt idx="5163">
                        <c:v>284.274</c:v>
                      </c:pt>
                      <c:pt idx="5164">
                        <c:v>287.45699999999999</c:v>
                      </c:pt>
                      <c:pt idx="5165">
                        <c:v>288.02800000000002</c:v>
                      </c:pt>
                      <c:pt idx="5166">
                        <c:v>291.03500000000003</c:v>
                      </c:pt>
                      <c:pt idx="5167">
                        <c:v>290.73200000000003</c:v>
                      </c:pt>
                      <c:pt idx="5168">
                        <c:v>292.803</c:v>
                      </c:pt>
                      <c:pt idx="5169">
                        <c:v>293.77699999999999</c:v>
                      </c:pt>
                      <c:pt idx="5170">
                        <c:v>292.17899999999997</c:v>
                      </c:pt>
                      <c:pt idx="5171">
                        <c:v>289.47300000000001</c:v>
                      </c:pt>
                      <c:pt idx="5172">
                        <c:v>287.779</c:v>
                      </c:pt>
                      <c:pt idx="5173">
                        <c:v>284.80900000000003</c:v>
                      </c:pt>
                      <c:pt idx="5174">
                        <c:v>286.03100000000001</c:v>
                      </c:pt>
                      <c:pt idx="5175">
                        <c:v>293.55099999999999</c:v>
                      </c:pt>
                      <c:pt idx="5176">
                        <c:v>295.07799999999997</c:v>
                      </c:pt>
                      <c:pt idx="5177">
                        <c:v>299.16800000000001</c:v>
                      </c:pt>
                      <c:pt idx="5178">
                        <c:v>302.78100000000001</c:v>
                      </c:pt>
                      <c:pt idx="5179">
                        <c:v>300.30900000000003</c:v>
                      </c:pt>
                      <c:pt idx="5180">
                        <c:v>302.39600000000002</c:v>
                      </c:pt>
                      <c:pt idx="5181">
                        <c:v>302.52199999999999</c:v>
                      </c:pt>
                      <c:pt idx="5182">
                        <c:v>302.68</c:v>
                      </c:pt>
                      <c:pt idx="5183">
                        <c:v>300.70100000000002</c:v>
                      </c:pt>
                      <c:pt idx="5184">
                        <c:v>297.86799999999999</c:v>
                      </c:pt>
                      <c:pt idx="5185">
                        <c:v>293.608</c:v>
                      </c:pt>
                      <c:pt idx="5186">
                        <c:v>290.54199999999997</c:v>
                      </c:pt>
                      <c:pt idx="5187">
                        <c:v>289.09100000000001</c:v>
                      </c:pt>
                      <c:pt idx="5188">
                        <c:v>295.60399999999998</c:v>
                      </c:pt>
                      <c:pt idx="5189">
                        <c:v>295.30200000000002</c:v>
                      </c:pt>
                      <c:pt idx="5190">
                        <c:v>286.54599999999999</c:v>
                      </c:pt>
                      <c:pt idx="5191">
                        <c:v>278.97300000000001</c:v>
                      </c:pt>
                      <c:pt idx="5192">
                        <c:v>278.86399999999998</c:v>
                      </c:pt>
                      <c:pt idx="5193">
                        <c:v>281.62299999999999</c:v>
                      </c:pt>
                      <c:pt idx="5194">
                        <c:v>282.49099999999999</c:v>
                      </c:pt>
                      <c:pt idx="5195">
                        <c:v>278.702</c:v>
                      </c:pt>
                      <c:pt idx="5196">
                        <c:v>272.10500000000002</c:v>
                      </c:pt>
                      <c:pt idx="5197">
                        <c:v>272.17500000000001</c:v>
                      </c:pt>
                      <c:pt idx="5198">
                        <c:v>275.43700000000001</c:v>
                      </c:pt>
                      <c:pt idx="5199">
                        <c:v>280.25900000000001</c:v>
                      </c:pt>
                      <c:pt idx="5200">
                        <c:v>282.30599999999998</c:v>
                      </c:pt>
                      <c:pt idx="5201">
                        <c:v>285.495</c:v>
                      </c:pt>
                      <c:pt idx="5202">
                        <c:v>284.63499999999999</c:v>
                      </c:pt>
                      <c:pt idx="5203">
                        <c:v>283.12099999999998</c:v>
                      </c:pt>
                      <c:pt idx="5204">
                        <c:v>277.71199999999999</c:v>
                      </c:pt>
                      <c:pt idx="5205">
                        <c:v>279.976</c:v>
                      </c:pt>
                      <c:pt idx="5206">
                        <c:v>283.28100000000001</c:v>
                      </c:pt>
                      <c:pt idx="5207">
                        <c:v>285.53399999999999</c:v>
                      </c:pt>
                      <c:pt idx="5208">
                        <c:v>285.92599999999999</c:v>
                      </c:pt>
                      <c:pt idx="5209">
                        <c:v>291.84100000000001</c:v>
                      </c:pt>
                      <c:pt idx="5210">
                        <c:v>288.822</c:v>
                      </c:pt>
                      <c:pt idx="5211">
                        <c:v>291.03899999999999</c:v>
                      </c:pt>
                      <c:pt idx="5212">
                        <c:v>290.815</c:v>
                      </c:pt>
                      <c:pt idx="5213">
                        <c:v>290.88200000000001</c:v>
                      </c:pt>
                      <c:pt idx="5214">
                        <c:v>290.702</c:v>
                      </c:pt>
                      <c:pt idx="5215">
                        <c:v>288.77600000000001</c:v>
                      </c:pt>
                      <c:pt idx="5216">
                        <c:v>288.47199999999998</c:v>
                      </c:pt>
                      <c:pt idx="5217">
                        <c:v>289.91199999999998</c:v>
                      </c:pt>
                      <c:pt idx="5218">
                        <c:v>290.21699999999998</c:v>
                      </c:pt>
                      <c:pt idx="5219">
                        <c:v>290.83999999999997</c:v>
                      </c:pt>
                      <c:pt idx="5220">
                        <c:v>293.89600000000002</c:v>
                      </c:pt>
                      <c:pt idx="5221">
                        <c:v>295.30599999999998</c:v>
                      </c:pt>
                      <c:pt idx="5222">
                        <c:v>290.30599999999998</c:v>
                      </c:pt>
                      <c:pt idx="5223">
                        <c:v>285.18700000000001</c:v>
                      </c:pt>
                      <c:pt idx="5224">
                        <c:v>289.976</c:v>
                      </c:pt>
                      <c:pt idx="5225">
                        <c:v>294.738</c:v>
                      </c:pt>
                      <c:pt idx="5226">
                        <c:v>301.22800000000001</c:v>
                      </c:pt>
                      <c:pt idx="5227">
                        <c:v>309.82299999999998</c:v>
                      </c:pt>
                      <c:pt idx="5228">
                        <c:v>316.23399999999998</c:v>
                      </c:pt>
                      <c:pt idx="5229">
                        <c:v>317.09199999999998</c:v>
                      </c:pt>
                      <c:pt idx="5230">
                        <c:v>317.23700000000002</c:v>
                      </c:pt>
                      <c:pt idx="5231">
                        <c:v>318.26600000000002</c:v>
                      </c:pt>
                      <c:pt idx="5232">
                        <c:v>315.21800000000002</c:v>
                      </c:pt>
                      <c:pt idx="5233">
                        <c:v>309.57299999999998</c:v>
                      </c:pt>
                      <c:pt idx="5234">
                        <c:v>309.44</c:v>
                      </c:pt>
                      <c:pt idx="5235">
                        <c:v>311.72000000000003</c:v>
                      </c:pt>
                      <c:pt idx="5236">
                        <c:v>311.28300000000002</c:v>
                      </c:pt>
                      <c:pt idx="5237">
                        <c:v>306.98399999999998</c:v>
                      </c:pt>
                      <c:pt idx="5238">
                        <c:v>310.12599999999998</c:v>
                      </c:pt>
                      <c:pt idx="5239">
                        <c:v>314.78699999999998</c:v>
                      </c:pt>
                      <c:pt idx="5240">
                        <c:v>311.46800000000002</c:v>
                      </c:pt>
                      <c:pt idx="5241">
                        <c:v>304.28500000000003</c:v>
                      </c:pt>
                      <c:pt idx="5242">
                        <c:v>296.66000000000003</c:v>
                      </c:pt>
                      <c:pt idx="5243">
                        <c:v>294.80900000000003</c:v>
                      </c:pt>
                      <c:pt idx="5244">
                        <c:v>296.589</c:v>
                      </c:pt>
                      <c:pt idx="5245">
                        <c:v>296.14800000000002</c:v>
                      </c:pt>
                      <c:pt idx="5246">
                        <c:v>294.49400000000003</c:v>
                      </c:pt>
                      <c:pt idx="5247">
                        <c:v>294.77</c:v>
                      </c:pt>
                      <c:pt idx="5248">
                        <c:v>296.11200000000002</c:v>
                      </c:pt>
                      <c:pt idx="5249">
                        <c:v>289.70999999999998</c:v>
                      </c:pt>
                      <c:pt idx="5250">
                        <c:v>290.27</c:v>
                      </c:pt>
                      <c:pt idx="5251">
                        <c:v>294.09199999999998</c:v>
                      </c:pt>
                      <c:pt idx="5252">
                        <c:v>293.226</c:v>
                      </c:pt>
                      <c:pt idx="5253">
                        <c:v>293.524</c:v>
                      </c:pt>
                      <c:pt idx="5254">
                        <c:v>297.51600000000002</c:v>
                      </c:pt>
                      <c:pt idx="5255">
                        <c:v>305.58300000000003</c:v>
                      </c:pt>
                      <c:pt idx="5256">
                        <c:v>312.74099999999999</c:v>
                      </c:pt>
                      <c:pt idx="5257">
                        <c:v>308.65699999999998</c:v>
                      </c:pt>
                      <c:pt idx="5258">
                        <c:v>309.75299999999999</c:v>
                      </c:pt>
                      <c:pt idx="5259">
                        <c:v>308.11900000000003</c:v>
                      </c:pt>
                      <c:pt idx="5260">
                        <c:v>306.209</c:v>
                      </c:pt>
                      <c:pt idx="5261">
                        <c:v>305.13099999999997</c:v>
                      </c:pt>
                      <c:pt idx="5262">
                        <c:v>302.88099999999997</c:v>
                      </c:pt>
                      <c:pt idx="5263">
                        <c:v>303.80099999999999</c:v>
                      </c:pt>
                      <c:pt idx="5264">
                        <c:v>301.70999999999998</c:v>
                      </c:pt>
                      <c:pt idx="5265">
                        <c:v>303.26299999999998</c:v>
                      </c:pt>
                      <c:pt idx="5266">
                        <c:v>299.07900000000001</c:v>
                      </c:pt>
                      <c:pt idx="5267">
                        <c:v>297.80500000000001</c:v>
                      </c:pt>
                      <c:pt idx="5268">
                        <c:v>297.23</c:v>
                      </c:pt>
                      <c:pt idx="5269">
                        <c:v>298.20299999999997</c:v>
                      </c:pt>
                      <c:pt idx="5270">
                        <c:v>304.65499999999997</c:v>
                      </c:pt>
                      <c:pt idx="5271">
                        <c:v>310.66800000000001</c:v>
                      </c:pt>
                      <c:pt idx="5272">
                        <c:v>315.363</c:v>
                      </c:pt>
                      <c:pt idx="5273">
                        <c:v>312.75200000000001</c:v>
                      </c:pt>
                      <c:pt idx="5274">
                        <c:v>310.89</c:v>
                      </c:pt>
                      <c:pt idx="5275">
                        <c:v>314.15300000000002</c:v>
                      </c:pt>
                      <c:pt idx="5276">
                        <c:v>318.18200000000002</c:v>
                      </c:pt>
                      <c:pt idx="5277">
                        <c:v>315.75299999999999</c:v>
                      </c:pt>
                      <c:pt idx="5278">
                        <c:v>310.185</c:v>
                      </c:pt>
                      <c:pt idx="5279">
                        <c:v>316.25700000000001</c:v>
                      </c:pt>
                      <c:pt idx="5280">
                        <c:v>316.43</c:v>
                      </c:pt>
                      <c:pt idx="5281">
                        <c:v>314.50700000000001</c:v>
                      </c:pt>
                      <c:pt idx="5282">
                        <c:v>313.89800000000002</c:v>
                      </c:pt>
                      <c:pt idx="5283">
                        <c:v>311.02699999999999</c:v>
                      </c:pt>
                      <c:pt idx="5284">
                        <c:v>306.02300000000002</c:v>
                      </c:pt>
                      <c:pt idx="5285">
                        <c:v>304.12299999999999</c:v>
                      </c:pt>
                      <c:pt idx="5286">
                        <c:v>300.94400000000002</c:v>
                      </c:pt>
                      <c:pt idx="5287">
                        <c:v>299.44</c:v>
                      </c:pt>
                      <c:pt idx="5288">
                        <c:v>299.411</c:v>
                      </c:pt>
                      <c:pt idx="5289">
                        <c:v>296.37</c:v>
                      </c:pt>
                      <c:pt idx="5290">
                        <c:v>295.30099999999999</c:v>
                      </c:pt>
                      <c:pt idx="5291">
                        <c:v>293.85199999999998</c:v>
                      </c:pt>
                      <c:pt idx="5292">
                        <c:v>293.358</c:v>
                      </c:pt>
                      <c:pt idx="5293">
                        <c:v>294.00299999999999</c:v>
                      </c:pt>
                      <c:pt idx="5294">
                        <c:v>296.59500000000003</c:v>
                      </c:pt>
                      <c:pt idx="5295">
                        <c:v>300.57499999999999</c:v>
                      </c:pt>
                      <c:pt idx="5296">
                        <c:v>304.05500000000001</c:v>
                      </c:pt>
                      <c:pt idx="5297">
                        <c:v>303.89400000000001</c:v>
                      </c:pt>
                      <c:pt idx="5298">
                        <c:v>301.79300000000001</c:v>
                      </c:pt>
                      <c:pt idx="5299">
                        <c:v>306.95999999999998</c:v>
                      </c:pt>
                      <c:pt idx="5300">
                        <c:v>304.798</c:v>
                      </c:pt>
                      <c:pt idx="5301">
                        <c:v>305.16899999999998</c:v>
                      </c:pt>
                      <c:pt idx="5302">
                        <c:v>303.66800000000001</c:v>
                      </c:pt>
                      <c:pt idx="5303">
                        <c:v>305.8</c:v>
                      </c:pt>
                      <c:pt idx="5304">
                        <c:v>306.29700000000003</c:v>
                      </c:pt>
                      <c:pt idx="5305">
                        <c:v>310.964</c:v>
                      </c:pt>
                      <c:pt idx="5306">
                        <c:v>320.80599999999998</c:v>
                      </c:pt>
                      <c:pt idx="5307">
                        <c:v>329.69400000000002</c:v>
                      </c:pt>
                      <c:pt idx="5308">
                        <c:v>327.17200000000003</c:v>
                      </c:pt>
                      <c:pt idx="5309">
                        <c:v>329.92399999999998</c:v>
                      </c:pt>
                      <c:pt idx="5310">
                        <c:v>324.87799999999999</c:v>
                      </c:pt>
                      <c:pt idx="5311">
                        <c:v>321.61799999999999</c:v>
                      </c:pt>
                      <c:pt idx="5312">
                        <c:v>321.93900000000002</c:v>
                      </c:pt>
                      <c:pt idx="5313">
                        <c:v>320.52</c:v>
                      </c:pt>
                      <c:pt idx="5314">
                        <c:v>316.38200000000001</c:v>
                      </c:pt>
                      <c:pt idx="5315">
                        <c:v>306.65499999999997</c:v>
                      </c:pt>
                      <c:pt idx="5316">
                        <c:v>303.01299999999998</c:v>
                      </c:pt>
                      <c:pt idx="5317">
                        <c:v>299.85500000000002</c:v>
                      </c:pt>
                      <c:pt idx="5318">
                        <c:v>299.69400000000002</c:v>
                      </c:pt>
                      <c:pt idx="5319">
                        <c:v>298.78800000000001</c:v>
                      </c:pt>
                      <c:pt idx="5320">
                        <c:v>299.45999999999998</c:v>
                      </c:pt>
                      <c:pt idx="5321">
                        <c:v>296.99599999999998</c:v>
                      </c:pt>
                      <c:pt idx="5322">
                        <c:v>290.88499999999999</c:v>
                      </c:pt>
                      <c:pt idx="5323">
                        <c:v>292.209</c:v>
                      </c:pt>
                      <c:pt idx="5324">
                        <c:v>295.06900000000002</c:v>
                      </c:pt>
                      <c:pt idx="5325">
                        <c:v>294.59100000000001</c:v>
                      </c:pt>
                      <c:pt idx="5326">
                        <c:v>297.73599999999999</c:v>
                      </c:pt>
                      <c:pt idx="5327">
                        <c:v>299.39100000000002</c:v>
                      </c:pt>
                      <c:pt idx="5328">
                        <c:v>302.94099999999997</c:v>
                      </c:pt>
                      <c:pt idx="5329">
                        <c:v>307.59899999999999</c:v>
                      </c:pt>
                      <c:pt idx="5330">
                        <c:v>309.68299999999999</c:v>
                      </c:pt>
                      <c:pt idx="5331">
                        <c:v>310.56200000000001</c:v>
                      </c:pt>
                      <c:pt idx="5332">
                        <c:v>309.24700000000001</c:v>
                      </c:pt>
                      <c:pt idx="5333">
                        <c:v>311.75200000000001</c:v>
                      </c:pt>
                      <c:pt idx="5334">
                        <c:v>311.89100000000002</c:v>
                      </c:pt>
                      <c:pt idx="5335">
                        <c:v>310.036</c:v>
                      </c:pt>
                      <c:pt idx="5336">
                        <c:v>309.60399999999998</c:v>
                      </c:pt>
                      <c:pt idx="5337">
                        <c:v>311.53300000000002</c:v>
                      </c:pt>
                      <c:pt idx="5338">
                        <c:v>310.25700000000001</c:v>
                      </c:pt>
                      <c:pt idx="5339">
                        <c:v>306.22199999999998</c:v>
                      </c:pt>
                      <c:pt idx="5340">
                        <c:v>301.214</c:v>
                      </c:pt>
                      <c:pt idx="5341">
                        <c:v>309.36599999999999</c:v>
                      </c:pt>
                      <c:pt idx="5342">
                        <c:v>313.36200000000002</c:v>
                      </c:pt>
                      <c:pt idx="5343">
                        <c:v>313.49900000000002</c:v>
                      </c:pt>
                      <c:pt idx="5344">
                        <c:v>317.66699999999997</c:v>
                      </c:pt>
                      <c:pt idx="5345">
                        <c:v>318.24200000000002</c:v>
                      </c:pt>
                      <c:pt idx="5346">
                        <c:v>319.01</c:v>
                      </c:pt>
                      <c:pt idx="5347">
                        <c:v>318.92200000000003</c:v>
                      </c:pt>
                      <c:pt idx="5348">
                        <c:v>316.24700000000001</c:v>
                      </c:pt>
                      <c:pt idx="5349">
                        <c:v>313.71199999999999</c:v>
                      </c:pt>
                      <c:pt idx="5350">
                        <c:v>309.96199999999999</c:v>
                      </c:pt>
                      <c:pt idx="5351">
                        <c:v>306.99700000000001</c:v>
                      </c:pt>
                      <c:pt idx="5352">
                        <c:v>305.315</c:v>
                      </c:pt>
                      <c:pt idx="5353">
                        <c:v>304.74400000000003</c:v>
                      </c:pt>
                      <c:pt idx="5354">
                        <c:v>306.495</c:v>
                      </c:pt>
                      <c:pt idx="5355">
                        <c:v>309.97899999999998</c:v>
                      </c:pt>
                      <c:pt idx="5356">
                        <c:v>307.97500000000002</c:v>
                      </c:pt>
                      <c:pt idx="5357">
                        <c:v>308.3</c:v>
                      </c:pt>
                      <c:pt idx="5358">
                        <c:v>304.96600000000001</c:v>
                      </c:pt>
                      <c:pt idx="5359">
                        <c:v>304.85000000000002</c:v>
                      </c:pt>
                      <c:pt idx="5360">
                        <c:v>304.767</c:v>
                      </c:pt>
                      <c:pt idx="5361">
                        <c:v>305.94200000000001</c:v>
                      </c:pt>
                      <c:pt idx="5362">
                        <c:v>308.01</c:v>
                      </c:pt>
                      <c:pt idx="5363">
                        <c:v>311.28899999999999</c:v>
                      </c:pt>
                      <c:pt idx="5364">
                        <c:v>318.62599999999998</c:v>
                      </c:pt>
                      <c:pt idx="5365">
                        <c:v>318.15699999999998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4-C1B3-4C79-A6CD-8AA4F54CE65E}"/>
                  </c:ext>
                </c:extLst>
              </c15:ser>
            </c15:filteredLineSeries>
          </c:ext>
        </c:extLst>
      </c:lineChart>
      <c:lineChart>
        <c:grouping val="standard"/>
        <c:varyColors val="0"/>
        <c:ser>
          <c:idx val="4"/>
          <c:order val="4"/>
          <c:tx>
            <c:strRef>
              <c:f>Hoja2!$G$2</c:f>
              <c:strCache>
                <c:ptCount val="1"/>
                <c:pt idx="0">
                  <c:v>Spread EMBI Colombia (eje der.)</c:v>
                </c:pt>
              </c:strCache>
            </c:strRef>
          </c:tx>
          <c:spPr>
            <a:ln w="12700" cap="rnd">
              <a:solidFill>
                <a:srgbClr val="00B050"/>
              </a:solidFill>
              <a:round/>
            </a:ln>
            <a:effectLst/>
          </c:spPr>
          <c:marker>
            <c:symbol val="none"/>
          </c:marker>
          <c:cat>
            <c:numRef>
              <c:f>Hoja2!$B$316:$B$5773</c:f>
              <c:numCache>
                <c:formatCode>m/d/yyyy</c:formatCode>
                <c:ptCount val="5458"/>
                <c:pt idx="0">
                  <c:v>38070</c:v>
                </c:pt>
                <c:pt idx="1">
                  <c:v>38071</c:v>
                </c:pt>
                <c:pt idx="2">
                  <c:v>38072</c:v>
                </c:pt>
                <c:pt idx="3">
                  <c:v>38075</c:v>
                </c:pt>
                <c:pt idx="4">
                  <c:v>38076</c:v>
                </c:pt>
                <c:pt idx="5">
                  <c:v>38077</c:v>
                </c:pt>
                <c:pt idx="6">
                  <c:v>38078</c:v>
                </c:pt>
                <c:pt idx="7">
                  <c:v>38079</c:v>
                </c:pt>
                <c:pt idx="8">
                  <c:v>38082</c:v>
                </c:pt>
                <c:pt idx="9">
                  <c:v>38083</c:v>
                </c:pt>
                <c:pt idx="10">
                  <c:v>38084</c:v>
                </c:pt>
                <c:pt idx="11">
                  <c:v>38085</c:v>
                </c:pt>
                <c:pt idx="12">
                  <c:v>38089</c:v>
                </c:pt>
                <c:pt idx="13">
                  <c:v>38090</c:v>
                </c:pt>
                <c:pt idx="14">
                  <c:v>38091</c:v>
                </c:pt>
                <c:pt idx="15">
                  <c:v>38092</c:v>
                </c:pt>
                <c:pt idx="16">
                  <c:v>38093</c:v>
                </c:pt>
                <c:pt idx="17">
                  <c:v>38096</c:v>
                </c:pt>
                <c:pt idx="18">
                  <c:v>38097</c:v>
                </c:pt>
                <c:pt idx="19">
                  <c:v>38098</c:v>
                </c:pt>
                <c:pt idx="20">
                  <c:v>38099</c:v>
                </c:pt>
                <c:pt idx="21">
                  <c:v>38100</c:v>
                </c:pt>
                <c:pt idx="22">
                  <c:v>38103</c:v>
                </c:pt>
                <c:pt idx="23">
                  <c:v>38104</c:v>
                </c:pt>
                <c:pt idx="24">
                  <c:v>38105</c:v>
                </c:pt>
                <c:pt idx="25">
                  <c:v>38106</c:v>
                </c:pt>
                <c:pt idx="26">
                  <c:v>38107</c:v>
                </c:pt>
                <c:pt idx="27">
                  <c:v>38110</c:v>
                </c:pt>
                <c:pt idx="28">
                  <c:v>38111</c:v>
                </c:pt>
                <c:pt idx="29">
                  <c:v>38112</c:v>
                </c:pt>
                <c:pt idx="30">
                  <c:v>38113</c:v>
                </c:pt>
                <c:pt idx="31">
                  <c:v>38114</c:v>
                </c:pt>
                <c:pt idx="32">
                  <c:v>38117</c:v>
                </c:pt>
                <c:pt idx="33">
                  <c:v>38118</c:v>
                </c:pt>
                <c:pt idx="34">
                  <c:v>38119</c:v>
                </c:pt>
                <c:pt idx="35">
                  <c:v>38120</c:v>
                </c:pt>
                <c:pt idx="36">
                  <c:v>38121</c:v>
                </c:pt>
                <c:pt idx="37">
                  <c:v>38124</c:v>
                </c:pt>
                <c:pt idx="38">
                  <c:v>38125</c:v>
                </c:pt>
                <c:pt idx="39">
                  <c:v>38126</c:v>
                </c:pt>
                <c:pt idx="40">
                  <c:v>38127</c:v>
                </c:pt>
                <c:pt idx="41">
                  <c:v>38128</c:v>
                </c:pt>
                <c:pt idx="42">
                  <c:v>38131</c:v>
                </c:pt>
                <c:pt idx="43">
                  <c:v>38132</c:v>
                </c:pt>
                <c:pt idx="44">
                  <c:v>38133</c:v>
                </c:pt>
                <c:pt idx="45">
                  <c:v>38134</c:v>
                </c:pt>
                <c:pt idx="46">
                  <c:v>38135</c:v>
                </c:pt>
                <c:pt idx="47">
                  <c:v>38138</c:v>
                </c:pt>
                <c:pt idx="48">
                  <c:v>38139</c:v>
                </c:pt>
                <c:pt idx="49">
                  <c:v>38140</c:v>
                </c:pt>
                <c:pt idx="50">
                  <c:v>38141</c:v>
                </c:pt>
                <c:pt idx="51">
                  <c:v>38142</c:v>
                </c:pt>
                <c:pt idx="52">
                  <c:v>38145</c:v>
                </c:pt>
                <c:pt idx="53">
                  <c:v>38146</c:v>
                </c:pt>
                <c:pt idx="54">
                  <c:v>38147</c:v>
                </c:pt>
                <c:pt idx="55">
                  <c:v>38148</c:v>
                </c:pt>
                <c:pt idx="56">
                  <c:v>38149</c:v>
                </c:pt>
                <c:pt idx="57">
                  <c:v>38152</c:v>
                </c:pt>
                <c:pt idx="58">
                  <c:v>38153</c:v>
                </c:pt>
                <c:pt idx="59">
                  <c:v>38154</c:v>
                </c:pt>
                <c:pt idx="60">
                  <c:v>38155</c:v>
                </c:pt>
                <c:pt idx="61">
                  <c:v>38156</c:v>
                </c:pt>
                <c:pt idx="62">
                  <c:v>38159</c:v>
                </c:pt>
                <c:pt idx="63">
                  <c:v>38160</c:v>
                </c:pt>
                <c:pt idx="64">
                  <c:v>38161</c:v>
                </c:pt>
                <c:pt idx="65">
                  <c:v>38162</c:v>
                </c:pt>
                <c:pt idx="66">
                  <c:v>38163</c:v>
                </c:pt>
                <c:pt idx="67">
                  <c:v>38166</c:v>
                </c:pt>
                <c:pt idx="68">
                  <c:v>38167</c:v>
                </c:pt>
                <c:pt idx="69">
                  <c:v>38168</c:v>
                </c:pt>
                <c:pt idx="70">
                  <c:v>38169</c:v>
                </c:pt>
                <c:pt idx="71">
                  <c:v>38170</c:v>
                </c:pt>
                <c:pt idx="72">
                  <c:v>38174</c:v>
                </c:pt>
                <c:pt idx="73">
                  <c:v>38175</c:v>
                </c:pt>
                <c:pt idx="74">
                  <c:v>38176</c:v>
                </c:pt>
                <c:pt idx="75">
                  <c:v>38177</c:v>
                </c:pt>
                <c:pt idx="76">
                  <c:v>38180</c:v>
                </c:pt>
                <c:pt idx="77">
                  <c:v>38181</c:v>
                </c:pt>
                <c:pt idx="78">
                  <c:v>38182</c:v>
                </c:pt>
                <c:pt idx="79">
                  <c:v>38183</c:v>
                </c:pt>
                <c:pt idx="80">
                  <c:v>38184</c:v>
                </c:pt>
                <c:pt idx="81">
                  <c:v>38187</c:v>
                </c:pt>
                <c:pt idx="82">
                  <c:v>38188</c:v>
                </c:pt>
                <c:pt idx="83">
                  <c:v>38189</c:v>
                </c:pt>
                <c:pt idx="84">
                  <c:v>38190</c:v>
                </c:pt>
                <c:pt idx="85">
                  <c:v>38191</c:v>
                </c:pt>
                <c:pt idx="86">
                  <c:v>38194</c:v>
                </c:pt>
                <c:pt idx="87">
                  <c:v>38195</c:v>
                </c:pt>
                <c:pt idx="88">
                  <c:v>38196</c:v>
                </c:pt>
                <c:pt idx="89">
                  <c:v>38197</c:v>
                </c:pt>
                <c:pt idx="90">
                  <c:v>38198</c:v>
                </c:pt>
                <c:pt idx="91">
                  <c:v>38201</c:v>
                </c:pt>
                <c:pt idx="92">
                  <c:v>38202</c:v>
                </c:pt>
                <c:pt idx="93">
                  <c:v>38203</c:v>
                </c:pt>
                <c:pt idx="94">
                  <c:v>38204</c:v>
                </c:pt>
                <c:pt idx="95">
                  <c:v>38205</c:v>
                </c:pt>
                <c:pt idx="96">
                  <c:v>38208</c:v>
                </c:pt>
                <c:pt idx="97">
                  <c:v>38209</c:v>
                </c:pt>
                <c:pt idx="98">
                  <c:v>38210</c:v>
                </c:pt>
                <c:pt idx="99">
                  <c:v>38211</c:v>
                </c:pt>
                <c:pt idx="100">
                  <c:v>38212</c:v>
                </c:pt>
                <c:pt idx="101">
                  <c:v>38215</c:v>
                </c:pt>
                <c:pt idx="102">
                  <c:v>38216</c:v>
                </c:pt>
                <c:pt idx="103">
                  <c:v>38217</c:v>
                </c:pt>
                <c:pt idx="104">
                  <c:v>38218</c:v>
                </c:pt>
                <c:pt idx="105">
                  <c:v>38219</c:v>
                </c:pt>
                <c:pt idx="106">
                  <c:v>38222</c:v>
                </c:pt>
                <c:pt idx="107">
                  <c:v>38223</c:v>
                </c:pt>
                <c:pt idx="108">
                  <c:v>38224</c:v>
                </c:pt>
                <c:pt idx="109">
                  <c:v>38225</c:v>
                </c:pt>
                <c:pt idx="110">
                  <c:v>38226</c:v>
                </c:pt>
                <c:pt idx="111">
                  <c:v>38229</c:v>
                </c:pt>
                <c:pt idx="112">
                  <c:v>38230</c:v>
                </c:pt>
                <c:pt idx="113">
                  <c:v>38231</c:v>
                </c:pt>
                <c:pt idx="114">
                  <c:v>38232</c:v>
                </c:pt>
                <c:pt idx="115">
                  <c:v>38233</c:v>
                </c:pt>
                <c:pt idx="116">
                  <c:v>38236</c:v>
                </c:pt>
                <c:pt idx="117">
                  <c:v>38237</c:v>
                </c:pt>
                <c:pt idx="118">
                  <c:v>38238</c:v>
                </c:pt>
                <c:pt idx="119">
                  <c:v>38239</c:v>
                </c:pt>
                <c:pt idx="120">
                  <c:v>38240</c:v>
                </c:pt>
                <c:pt idx="121">
                  <c:v>38243</c:v>
                </c:pt>
                <c:pt idx="122">
                  <c:v>38244</c:v>
                </c:pt>
                <c:pt idx="123">
                  <c:v>38245</c:v>
                </c:pt>
                <c:pt idx="124">
                  <c:v>38246</c:v>
                </c:pt>
                <c:pt idx="125">
                  <c:v>38247</c:v>
                </c:pt>
                <c:pt idx="126">
                  <c:v>38250</c:v>
                </c:pt>
                <c:pt idx="127">
                  <c:v>38251</c:v>
                </c:pt>
                <c:pt idx="128">
                  <c:v>38252</c:v>
                </c:pt>
                <c:pt idx="129">
                  <c:v>38253</c:v>
                </c:pt>
                <c:pt idx="130">
                  <c:v>38254</c:v>
                </c:pt>
                <c:pt idx="131">
                  <c:v>38257</c:v>
                </c:pt>
                <c:pt idx="132">
                  <c:v>38258</c:v>
                </c:pt>
                <c:pt idx="133">
                  <c:v>38259</c:v>
                </c:pt>
                <c:pt idx="134">
                  <c:v>38260</c:v>
                </c:pt>
                <c:pt idx="135">
                  <c:v>38261</c:v>
                </c:pt>
                <c:pt idx="136">
                  <c:v>38264</c:v>
                </c:pt>
                <c:pt idx="137">
                  <c:v>38265</c:v>
                </c:pt>
                <c:pt idx="138">
                  <c:v>38266</c:v>
                </c:pt>
                <c:pt idx="139">
                  <c:v>38267</c:v>
                </c:pt>
                <c:pt idx="140">
                  <c:v>38268</c:v>
                </c:pt>
                <c:pt idx="141">
                  <c:v>38271</c:v>
                </c:pt>
                <c:pt idx="142">
                  <c:v>38272</c:v>
                </c:pt>
                <c:pt idx="143">
                  <c:v>38273</c:v>
                </c:pt>
                <c:pt idx="144">
                  <c:v>38274</c:v>
                </c:pt>
                <c:pt idx="145">
                  <c:v>38275</c:v>
                </c:pt>
                <c:pt idx="146">
                  <c:v>38278</c:v>
                </c:pt>
                <c:pt idx="147">
                  <c:v>38279</c:v>
                </c:pt>
                <c:pt idx="148">
                  <c:v>38280</c:v>
                </c:pt>
                <c:pt idx="149">
                  <c:v>38281</c:v>
                </c:pt>
                <c:pt idx="150">
                  <c:v>38282</c:v>
                </c:pt>
                <c:pt idx="151">
                  <c:v>38285</c:v>
                </c:pt>
                <c:pt idx="152">
                  <c:v>38286</c:v>
                </c:pt>
                <c:pt idx="153">
                  <c:v>38287</c:v>
                </c:pt>
                <c:pt idx="154">
                  <c:v>38288</c:v>
                </c:pt>
                <c:pt idx="155">
                  <c:v>38289</c:v>
                </c:pt>
                <c:pt idx="156">
                  <c:v>38292</c:v>
                </c:pt>
                <c:pt idx="157">
                  <c:v>38293</c:v>
                </c:pt>
                <c:pt idx="158">
                  <c:v>38294</c:v>
                </c:pt>
                <c:pt idx="159">
                  <c:v>38295</c:v>
                </c:pt>
                <c:pt idx="160">
                  <c:v>38296</c:v>
                </c:pt>
                <c:pt idx="161">
                  <c:v>38299</c:v>
                </c:pt>
                <c:pt idx="162">
                  <c:v>38300</c:v>
                </c:pt>
                <c:pt idx="163">
                  <c:v>38301</c:v>
                </c:pt>
                <c:pt idx="164">
                  <c:v>38302</c:v>
                </c:pt>
                <c:pt idx="165">
                  <c:v>38303</c:v>
                </c:pt>
                <c:pt idx="166">
                  <c:v>38306</c:v>
                </c:pt>
                <c:pt idx="167">
                  <c:v>38307</c:v>
                </c:pt>
                <c:pt idx="168">
                  <c:v>38308</c:v>
                </c:pt>
                <c:pt idx="169">
                  <c:v>38309</c:v>
                </c:pt>
                <c:pt idx="170">
                  <c:v>38310</c:v>
                </c:pt>
                <c:pt idx="171">
                  <c:v>38313</c:v>
                </c:pt>
                <c:pt idx="172">
                  <c:v>38314</c:v>
                </c:pt>
                <c:pt idx="173">
                  <c:v>38315</c:v>
                </c:pt>
                <c:pt idx="174">
                  <c:v>38316</c:v>
                </c:pt>
                <c:pt idx="175">
                  <c:v>38317</c:v>
                </c:pt>
                <c:pt idx="176">
                  <c:v>38320</c:v>
                </c:pt>
                <c:pt idx="177">
                  <c:v>38321</c:v>
                </c:pt>
                <c:pt idx="178">
                  <c:v>38322</c:v>
                </c:pt>
                <c:pt idx="179">
                  <c:v>38323</c:v>
                </c:pt>
                <c:pt idx="180">
                  <c:v>38324</c:v>
                </c:pt>
                <c:pt idx="181">
                  <c:v>38327</c:v>
                </c:pt>
                <c:pt idx="182">
                  <c:v>38328</c:v>
                </c:pt>
                <c:pt idx="183">
                  <c:v>38329</c:v>
                </c:pt>
                <c:pt idx="184">
                  <c:v>38330</c:v>
                </c:pt>
                <c:pt idx="185">
                  <c:v>38331</c:v>
                </c:pt>
                <c:pt idx="186">
                  <c:v>38334</c:v>
                </c:pt>
                <c:pt idx="187">
                  <c:v>38335</c:v>
                </c:pt>
                <c:pt idx="188">
                  <c:v>38336</c:v>
                </c:pt>
                <c:pt idx="189">
                  <c:v>38337</c:v>
                </c:pt>
                <c:pt idx="190">
                  <c:v>38338</c:v>
                </c:pt>
                <c:pt idx="191">
                  <c:v>38341</c:v>
                </c:pt>
                <c:pt idx="192">
                  <c:v>38342</c:v>
                </c:pt>
                <c:pt idx="193">
                  <c:v>38343</c:v>
                </c:pt>
                <c:pt idx="194">
                  <c:v>38344</c:v>
                </c:pt>
                <c:pt idx="195">
                  <c:v>38345</c:v>
                </c:pt>
                <c:pt idx="196">
                  <c:v>38348</c:v>
                </c:pt>
                <c:pt idx="197">
                  <c:v>38349</c:v>
                </c:pt>
                <c:pt idx="198">
                  <c:v>38350</c:v>
                </c:pt>
                <c:pt idx="199">
                  <c:v>38351</c:v>
                </c:pt>
                <c:pt idx="200">
                  <c:v>38352</c:v>
                </c:pt>
                <c:pt idx="201">
                  <c:v>38355</c:v>
                </c:pt>
                <c:pt idx="202">
                  <c:v>38356</c:v>
                </c:pt>
                <c:pt idx="203">
                  <c:v>38357</c:v>
                </c:pt>
                <c:pt idx="204">
                  <c:v>38358</c:v>
                </c:pt>
                <c:pt idx="205">
                  <c:v>38359</c:v>
                </c:pt>
                <c:pt idx="206">
                  <c:v>38362</c:v>
                </c:pt>
                <c:pt idx="207">
                  <c:v>38363</c:v>
                </c:pt>
                <c:pt idx="208">
                  <c:v>38364</c:v>
                </c:pt>
                <c:pt idx="209">
                  <c:v>38365</c:v>
                </c:pt>
                <c:pt idx="210">
                  <c:v>38366</c:v>
                </c:pt>
                <c:pt idx="211">
                  <c:v>38369</c:v>
                </c:pt>
                <c:pt idx="212">
                  <c:v>38370</c:v>
                </c:pt>
                <c:pt idx="213">
                  <c:v>38371</c:v>
                </c:pt>
                <c:pt idx="214">
                  <c:v>38372</c:v>
                </c:pt>
                <c:pt idx="215">
                  <c:v>38373</c:v>
                </c:pt>
                <c:pt idx="216">
                  <c:v>38376</c:v>
                </c:pt>
                <c:pt idx="217">
                  <c:v>38377</c:v>
                </c:pt>
                <c:pt idx="218">
                  <c:v>38378</c:v>
                </c:pt>
                <c:pt idx="219">
                  <c:v>38379</c:v>
                </c:pt>
                <c:pt idx="220">
                  <c:v>38380</c:v>
                </c:pt>
                <c:pt idx="221">
                  <c:v>38383</c:v>
                </c:pt>
                <c:pt idx="222">
                  <c:v>38384</c:v>
                </c:pt>
                <c:pt idx="223">
                  <c:v>38385</c:v>
                </c:pt>
                <c:pt idx="224">
                  <c:v>38386</c:v>
                </c:pt>
                <c:pt idx="225">
                  <c:v>38387</c:v>
                </c:pt>
                <c:pt idx="226">
                  <c:v>38390</c:v>
                </c:pt>
                <c:pt idx="227">
                  <c:v>38391</c:v>
                </c:pt>
                <c:pt idx="228">
                  <c:v>38392</c:v>
                </c:pt>
                <c:pt idx="229">
                  <c:v>38393</c:v>
                </c:pt>
                <c:pt idx="230">
                  <c:v>38394</c:v>
                </c:pt>
                <c:pt idx="231">
                  <c:v>38397</c:v>
                </c:pt>
                <c:pt idx="232">
                  <c:v>38398</c:v>
                </c:pt>
                <c:pt idx="233">
                  <c:v>38399</c:v>
                </c:pt>
                <c:pt idx="234">
                  <c:v>38400</c:v>
                </c:pt>
                <c:pt idx="235">
                  <c:v>38401</c:v>
                </c:pt>
                <c:pt idx="236">
                  <c:v>38404</c:v>
                </c:pt>
                <c:pt idx="237">
                  <c:v>38405</c:v>
                </c:pt>
                <c:pt idx="238">
                  <c:v>38406</c:v>
                </c:pt>
                <c:pt idx="239">
                  <c:v>38407</c:v>
                </c:pt>
                <c:pt idx="240">
                  <c:v>38408</c:v>
                </c:pt>
                <c:pt idx="241">
                  <c:v>38411</c:v>
                </c:pt>
                <c:pt idx="242">
                  <c:v>38412</c:v>
                </c:pt>
                <c:pt idx="243">
                  <c:v>38413</c:v>
                </c:pt>
                <c:pt idx="244">
                  <c:v>38414</c:v>
                </c:pt>
                <c:pt idx="245">
                  <c:v>38415</c:v>
                </c:pt>
                <c:pt idx="246">
                  <c:v>38418</c:v>
                </c:pt>
                <c:pt idx="247">
                  <c:v>38419</c:v>
                </c:pt>
                <c:pt idx="248">
                  <c:v>38420</c:v>
                </c:pt>
                <c:pt idx="249">
                  <c:v>38421</c:v>
                </c:pt>
                <c:pt idx="250">
                  <c:v>38422</c:v>
                </c:pt>
                <c:pt idx="251">
                  <c:v>38425</c:v>
                </c:pt>
                <c:pt idx="252">
                  <c:v>38426</c:v>
                </c:pt>
                <c:pt idx="253">
                  <c:v>38427</c:v>
                </c:pt>
                <c:pt idx="254">
                  <c:v>38428</c:v>
                </c:pt>
                <c:pt idx="255">
                  <c:v>38429</c:v>
                </c:pt>
                <c:pt idx="256">
                  <c:v>38432</c:v>
                </c:pt>
                <c:pt idx="257">
                  <c:v>38433</c:v>
                </c:pt>
                <c:pt idx="258">
                  <c:v>38434</c:v>
                </c:pt>
                <c:pt idx="259">
                  <c:v>38435</c:v>
                </c:pt>
                <c:pt idx="260">
                  <c:v>38436</c:v>
                </c:pt>
                <c:pt idx="261">
                  <c:v>38439</c:v>
                </c:pt>
                <c:pt idx="262">
                  <c:v>38440</c:v>
                </c:pt>
                <c:pt idx="263">
                  <c:v>38441</c:v>
                </c:pt>
                <c:pt idx="264">
                  <c:v>38442</c:v>
                </c:pt>
                <c:pt idx="265">
                  <c:v>38443</c:v>
                </c:pt>
                <c:pt idx="266">
                  <c:v>38446</c:v>
                </c:pt>
                <c:pt idx="267">
                  <c:v>38447</c:v>
                </c:pt>
                <c:pt idx="268">
                  <c:v>38448</c:v>
                </c:pt>
                <c:pt idx="269">
                  <c:v>38449</c:v>
                </c:pt>
                <c:pt idx="270">
                  <c:v>38450</c:v>
                </c:pt>
                <c:pt idx="271">
                  <c:v>38453</c:v>
                </c:pt>
                <c:pt idx="272">
                  <c:v>38454</c:v>
                </c:pt>
                <c:pt idx="273">
                  <c:v>38455</c:v>
                </c:pt>
                <c:pt idx="274">
                  <c:v>38456</c:v>
                </c:pt>
                <c:pt idx="275">
                  <c:v>38457</c:v>
                </c:pt>
                <c:pt idx="276">
                  <c:v>38460</c:v>
                </c:pt>
                <c:pt idx="277">
                  <c:v>38461</c:v>
                </c:pt>
                <c:pt idx="278">
                  <c:v>38462</c:v>
                </c:pt>
                <c:pt idx="279">
                  <c:v>38463</c:v>
                </c:pt>
                <c:pt idx="280">
                  <c:v>38464</c:v>
                </c:pt>
                <c:pt idx="281">
                  <c:v>38467</c:v>
                </c:pt>
                <c:pt idx="282">
                  <c:v>38468</c:v>
                </c:pt>
                <c:pt idx="283">
                  <c:v>38469</c:v>
                </c:pt>
                <c:pt idx="284">
                  <c:v>38470</c:v>
                </c:pt>
                <c:pt idx="285">
                  <c:v>38471</c:v>
                </c:pt>
                <c:pt idx="286">
                  <c:v>38474</c:v>
                </c:pt>
                <c:pt idx="287">
                  <c:v>38475</c:v>
                </c:pt>
                <c:pt idx="288">
                  <c:v>38476</c:v>
                </c:pt>
                <c:pt idx="289">
                  <c:v>38477</c:v>
                </c:pt>
                <c:pt idx="290">
                  <c:v>38478</c:v>
                </c:pt>
                <c:pt idx="291">
                  <c:v>38481</c:v>
                </c:pt>
                <c:pt idx="292">
                  <c:v>38482</c:v>
                </c:pt>
                <c:pt idx="293">
                  <c:v>38483</c:v>
                </c:pt>
                <c:pt idx="294">
                  <c:v>38484</c:v>
                </c:pt>
                <c:pt idx="295">
                  <c:v>38485</c:v>
                </c:pt>
                <c:pt idx="296">
                  <c:v>38488</c:v>
                </c:pt>
                <c:pt idx="297">
                  <c:v>38489</c:v>
                </c:pt>
                <c:pt idx="298">
                  <c:v>38490</c:v>
                </c:pt>
                <c:pt idx="299">
                  <c:v>38491</c:v>
                </c:pt>
                <c:pt idx="300">
                  <c:v>38492</c:v>
                </c:pt>
                <c:pt idx="301">
                  <c:v>38495</c:v>
                </c:pt>
                <c:pt idx="302">
                  <c:v>38496</c:v>
                </c:pt>
                <c:pt idx="303">
                  <c:v>38497</c:v>
                </c:pt>
                <c:pt idx="304">
                  <c:v>38498</c:v>
                </c:pt>
                <c:pt idx="305">
                  <c:v>38499</c:v>
                </c:pt>
                <c:pt idx="306">
                  <c:v>38503</c:v>
                </c:pt>
                <c:pt idx="307">
                  <c:v>38504</c:v>
                </c:pt>
                <c:pt idx="308">
                  <c:v>38505</c:v>
                </c:pt>
                <c:pt idx="309">
                  <c:v>38506</c:v>
                </c:pt>
                <c:pt idx="310">
                  <c:v>38509</c:v>
                </c:pt>
                <c:pt idx="311">
                  <c:v>38510</c:v>
                </c:pt>
                <c:pt idx="312">
                  <c:v>38511</c:v>
                </c:pt>
                <c:pt idx="313">
                  <c:v>38512</c:v>
                </c:pt>
                <c:pt idx="314">
                  <c:v>38513</c:v>
                </c:pt>
                <c:pt idx="315">
                  <c:v>38516</c:v>
                </c:pt>
                <c:pt idx="316">
                  <c:v>38517</c:v>
                </c:pt>
                <c:pt idx="317">
                  <c:v>38518</c:v>
                </c:pt>
                <c:pt idx="318">
                  <c:v>38519</c:v>
                </c:pt>
                <c:pt idx="319">
                  <c:v>38520</c:v>
                </c:pt>
                <c:pt idx="320">
                  <c:v>38523</c:v>
                </c:pt>
                <c:pt idx="321">
                  <c:v>38524</c:v>
                </c:pt>
                <c:pt idx="322">
                  <c:v>38525</c:v>
                </c:pt>
                <c:pt idx="323">
                  <c:v>38526</c:v>
                </c:pt>
                <c:pt idx="324">
                  <c:v>38527</c:v>
                </c:pt>
                <c:pt idx="325">
                  <c:v>38530</c:v>
                </c:pt>
                <c:pt idx="326">
                  <c:v>38531</c:v>
                </c:pt>
                <c:pt idx="327">
                  <c:v>38532</c:v>
                </c:pt>
                <c:pt idx="328">
                  <c:v>38533</c:v>
                </c:pt>
                <c:pt idx="329">
                  <c:v>38534</c:v>
                </c:pt>
                <c:pt idx="330">
                  <c:v>38537</c:v>
                </c:pt>
                <c:pt idx="331">
                  <c:v>38538</c:v>
                </c:pt>
                <c:pt idx="332">
                  <c:v>38539</c:v>
                </c:pt>
                <c:pt idx="333">
                  <c:v>38540</c:v>
                </c:pt>
                <c:pt idx="334">
                  <c:v>38541</c:v>
                </c:pt>
                <c:pt idx="335">
                  <c:v>38544</c:v>
                </c:pt>
                <c:pt idx="336">
                  <c:v>38545</c:v>
                </c:pt>
                <c:pt idx="337">
                  <c:v>38546</c:v>
                </c:pt>
                <c:pt idx="338">
                  <c:v>38547</c:v>
                </c:pt>
                <c:pt idx="339">
                  <c:v>38548</c:v>
                </c:pt>
                <c:pt idx="340">
                  <c:v>38551</c:v>
                </c:pt>
                <c:pt idx="341">
                  <c:v>38552</c:v>
                </c:pt>
                <c:pt idx="342">
                  <c:v>38553</c:v>
                </c:pt>
                <c:pt idx="343">
                  <c:v>38554</c:v>
                </c:pt>
                <c:pt idx="344">
                  <c:v>38555</c:v>
                </c:pt>
                <c:pt idx="345">
                  <c:v>38558</c:v>
                </c:pt>
                <c:pt idx="346">
                  <c:v>38559</c:v>
                </c:pt>
                <c:pt idx="347">
                  <c:v>38560</c:v>
                </c:pt>
                <c:pt idx="348">
                  <c:v>38561</c:v>
                </c:pt>
                <c:pt idx="349">
                  <c:v>38562</c:v>
                </c:pt>
                <c:pt idx="350">
                  <c:v>38565</c:v>
                </c:pt>
                <c:pt idx="351">
                  <c:v>38566</c:v>
                </c:pt>
                <c:pt idx="352">
                  <c:v>38567</c:v>
                </c:pt>
                <c:pt idx="353">
                  <c:v>38568</c:v>
                </c:pt>
                <c:pt idx="354">
                  <c:v>38569</c:v>
                </c:pt>
                <c:pt idx="355">
                  <c:v>38572</c:v>
                </c:pt>
                <c:pt idx="356">
                  <c:v>38573</c:v>
                </c:pt>
                <c:pt idx="357">
                  <c:v>38574</c:v>
                </c:pt>
                <c:pt idx="358">
                  <c:v>38575</c:v>
                </c:pt>
                <c:pt idx="359">
                  <c:v>38576</c:v>
                </c:pt>
                <c:pt idx="360">
                  <c:v>38579</c:v>
                </c:pt>
                <c:pt idx="361">
                  <c:v>38580</c:v>
                </c:pt>
                <c:pt idx="362">
                  <c:v>38581</c:v>
                </c:pt>
                <c:pt idx="363">
                  <c:v>38582</c:v>
                </c:pt>
                <c:pt idx="364">
                  <c:v>38583</c:v>
                </c:pt>
                <c:pt idx="365">
                  <c:v>38586</c:v>
                </c:pt>
                <c:pt idx="366">
                  <c:v>38587</c:v>
                </c:pt>
                <c:pt idx="367">
                  <c:v>38588</c:v>
                </c:pt>
                <c:pt idx="368">
                  <c:v>38589</c:v>
                </c:pt>
                <c:pt idx="369">
                  <c:v>38590</c:v>
                </c:pt>
                <c:pt idx="370">
                  <c:v>38593</c:v>
                </c:pt>
                <c:pt idx="371">
                  <c:v>38594</c:v>
                </c:pt>
                <c:pt idx="372">
                  <c:v>38595</c:v>
                </c:pt>
                <c:pt idx="373">
                  <c:v>38596</c:v>
                </c:pt>
                <c:pt idx="374">
                  <c:v>38597</c:v>
                </c:pt>
                <c:pt idx="375">
                  <c:v>38600</c:v>
                </c:pt>
                <c:pt idx="376">
                  <c:v>38601</c:v>
                </c:pt>
                <c:pt idx="377">
                  <c:v>38602</c:v>
                </c:pt>
                <c:pt idx="378">
                  <c:v>38603</c:v>
                </c:pt>
                <c:pt idx="379">
                  <c:v>38604</c:v>
                </c:pt>
                <c:pt idx="380">
                  <c:v>38607</c:v>
                </c:pt>
                <c:pt idx="381">
                  <c:v>38608</c:v>
                </c:pt>
                <c:pt idx="382">
                  <c:v>38609</c:v>
                </c:pt>
                <c:pt idx="383">
                  <c:v>38610</c:v>
                </c:pt>
                <c:pt idx="384">
                  <c:v>38611</c:v>
                </c:pt>
                <c:pt idx="385">
                  <c:v>38614</c:v>
                </c:pt>
                <c:pt idx="386">
                  <c:v>38615</c:v>
                </c:pt>
                <c:pt idx="387">
                  <c:v>38616</c:v>
                </c:pt>
                <c:pt idx="388">
                  <c:v>38617</c:v>
                </c:pt>
                <c:pt idx="389">
                  <c:v>38618</c:v>
                </c:pt>
                <c:pt idx="390">
                  <c:v>38621</c:v>
                </c:pt>
                <c:pt idx="391">
                  <c:v>38622</c:v>
                </c:pt>
                <c:pt idx="392">
                  <c:v>38623</c:v>
                </c:pt>
                <c:pt idx="393">
                  <c:v>38624</c:v>
                </c:pt>
                <c:pt idx="394">
                  <c:v>38625</c:v>
                </c:pt>
                <c:pt idx="395">
                  <c:v>38628</c:v>
                </c:pt>
                <c:pt idx="396">
                  <c:v>38629</c:v>
                </c:pt>
                <c:pt idx="397">
                  <c:v>38630</c:v>
                </c:pt>
                <c:pt idx="398">
                  <c:v>38631</c:v>
                </c:pt>
                <c:pt idx="399">
                  <c:v>38632</c:v>
                </c:pt>
                <c:pt idx="400">
                  <c:v>38635</c:v>
                </c:pt>
                <c:pt idx="401">
                  <c:v>38636</c:v>
                </c:pt>
                <c:pt idx="402">
                  <c:v>38637</c:v>
                </c:pt>
                <c:pt idx="403">
                  <c:v>38638</c:v>
                </c:pt>
                <c:pt idx="404">
                  <c:v>38639</c:v>
                </c:pt>
                <c:pt idx="405">
                  <c:v>38642</c:v>
                </c:pt>
                <c:pt idx="406">
                  <c:v>38643</c:v>
                </c:pt>
                <c:pt idx="407">
                  <c:v>38644</c:v>
                </c:pt>
                <c:pt idx="408">
                  <c:v>38645</c:v>
                </c:pt>
                <c:pt idx="409">
                  <c:v>38646</c:v>
                </c:pt>
                <c:pt idx="410">
                  <c:v>38649</c:v>
                </c:pt>
                <c:pt idx="411">
                  <c:v>38650</c:v>
                </c:pt>
                <c:pt idx="412">
                  <c:v>38651</c:v>
                </c:pt>
                <c:pt idx="413">
                  <c:v>38652</c:v>
                </c:pt>
                <c:pt idx="414">
                  <c:v>38653</c:v>
                </c:pt>
                <c:pt idx="415">
                  <c:v>38656</c:v>
                </c:pt>
                <c:pt idx="416">
                  <c:v>38657</c:v>
                </c:pt>
                <c:pt idx="417">
                  <c:v>38658</c:v>
                </c:pt>
                <c:pt idx="418">
                  <c:v>38659</c:v>
                </c:pt>
                <c:pt idx="419">
                  <c:v>38660</c:v>
                </c:pt>
                <c:pt idx="420">
                  <c:v>38663</c:v>
                </c:pt>
                <c:pt idx="421">
                  <c:v>38664</c:v>
                </c:pt>
                <c:pt idx="422">
                  <c:v>38665</c:v>
                </c:pt>
                <c:pt idx="423">
                  <c:v>38666</c:v>
                </c:pt>
                <c:pt idx="424">
                  <c:v>38667</c:v>
                </c:pt>
                <c:pt idx="425">
                  <c:v>38670</c:v>
                </c:pt>
                <c:pt idx="426">
                  <c:v>38671</c:v>
                </c:pt>
                <c:pt idx="427">
                  <c:v>38672</c:v>
                </c:pt>
                <c:pt idx="428">
                  <c:v>38673</c:v>
                </c:pt>
                <c:pt idx="429">
                  <c:v>38674</c:v>
                </c:pt>
                <c:pt idx="430">
                  <c:v>38677</c:v>
                </c:pt>
                <c:pt idx="431">
                  <c:v>38678</c:v>
                </c:pt>
                <c:pt idx="432">
                  <c:v>38679</c:v>
                </c:pt>
                <c:pt idx="433">
                  <c:v>38680</c:v>
                </c:pt>
                <c:pt idx="434">
                  <c:v>38681</c:v>
                </c:pt>
                <c:pt idx="435">
                  <c:v>38684</c:v>
                </c:pt>
                <c:pt idx="436">
                  <c:v>38685</c:v>
                </c:pt>
                <c:pt idx="437">
                  <c:v>38686</c:v>
                </c:pt>
                <c:pt idx="438">
                  <c:v>38687</c:v>
                </c:pt>
                <c:pt idx="439">
                  <c:v>38688</c:v>
                </c:pt>
                <c:pt idx="440">
                  <c:v>38691</c:v>
                </c:pt>
                <c:pt idx="441">
                  <c:v>38692</c:v>
                </c:pt>
                <c:pt idx="442">
                  <c:v>38693</c:v>
                </c:pt>
                <c:pt idx="443">
                  <c:v>38694</c:v>
                </c:pt>
                <c:pt idx="444">
                  <c:v>38695</c:v>
                </c:pt>
                <c:pt idx="445">
                  <c:v>38698</c:v>
                </c:pt>
                <c:pt idx="446">
                  <c:v>38699</c:v>
                </c:pt>
                <c:pt idx="447">
                  <c:v>38700</c:v>
                </c:pt>
                <c:pt idx="448">
                  <c:v>38701</c:v>
                </c:pt>
                <c:pt idx="449">
                  <c:v>38702</c:v>
                </c:pt>
                <c:pt idx="450">
                  <c:v>38705</c:v>
                </c:pt>
                <c:pt idx="451">
                  <c:v>38706</c:v>
                </c:pt>
                <c:pt idx="452">
                  <c:v>38707</c:v>
                </c:pt>
                <c:pt idx="453">
                  <c:v>38708</c:v>
                </c:pt>
                <c:pt idx="454">
                  <c:v>38709</c:v>
                </c:pt>
                <c:pt idx="455">
                  <c:v>38712</c:v>
                </c:pt>
                <c:pt idx="456">
                  <c:v>38713</c:v>
                </c:pt>
                <c:pt idx="457">
                  <c:v>38714</c:v>
                </c:pt>
                <c:pt idx="458">
                  <c:v>38715</c:v>
                </c:pt>
                <c:pt idx="459">
                  <c:v>38716</c:v>
                </c:pt>
                <c:pt idx="460">
                  <c:v>38719</c:v>
                </c:pt>
                <c:pt idx="461">
                  <c:v>38720</c:v>
                </c:pt>
                <c:pt idx="462">
                  <c:v>38721</c:v>
                </c:pt>
                <c:pt idx="463">
                  <c:v>38722</c:v>
                </c:pt>
                <c:pt idx="464">
                  <c:v>38723</c:v>
                </c:pt>
                <c:pt idx="465">
                  <c:v>38726</c:v>
                </c:pt>
                <c:pt idx="466">
                  <c:v>38727</c:v>
                </c:pt>
                <c:pt idx="467">
                  <c:v>38728</c:v>
                </c:pt>
                <c:pt idx="468">
                  <c:v>38729</c:v>
                </c:pt>
                <c:pt idx="469">
                  <c:v>38730</c:v>
                </c:pt>
                <c:pt idx="470">
                  <c:v>38733</c:v>
                </c:pt>
                <c:pt idx="471">
                  <c:v>38734</c:v>
                </c:pt>
                <c:pt idx="472">
                  <c:v>38735</c:v>
                </c:pt>
                <c:pt idx="473">
                  <c:v>38736</c:v>
                </c:pt>
                <c:pt idx="474">
                  <c:v>38737</c:v>
                </c:pt>
                <c:pt idx="475">
                  <c:v>38740</c:v>
                </c:pt>
                <c:pt idx="476">
                  <c:v>38741</c:v>
                </c:pt>
                <c:pt idx="477">
                  <c:v>38742</c:v>
                </c:pt>
                <c:pt idx="478">
                  <c:v>38743</c:v>
                </c:pt>
                <c:pt idx="479">
                  <c:v>38744</c:v>
                </c:pt>
                <c:pt idx="480">
                  <c:v>38747</c:v>
                </c:pt>
                <c:pt idx="481">
                  <c:v>38748</c:v>
                </c:pt>
                <c:pt idx="482">
                  <c:v>38749</c:v>
                </c:pt>
                <c:pt idx="483">
                  <c:v>38750</c:v>
                </c:pt>
                <c:pt idx="484">
                  <c:v>38751</c:v>
                </c:pt>
                <c:pt idx="485">
                  <c:v>38754</c:v>
                </c:pt>
                <c:pt idx="486">
                  <c:v>38755</c:v>
                </c:pt>
                <c:pt idx="487">
                  <c:v>38756</c:v>
                </c:pt>
                <c:pt idx="488">
                  <c:v>38757</c:v>
                </c:pt>
                <c:pt idx="489">
                  <c:v>38758</c:v>
                </c:pt>
                <c:pt idx="490">
                  <c:v>38761</c:v>
                </c:pt>
                <c:pt idx="491">
                  <c:v>38762</c:v>
                </c:pt>
                <c:pt idx="492">
                  <c:v>38763</c:v>
                </c:pt>
                <c:pt idx="493">
                  <c:v>38764</c:v>
                </c:pt>
                <c:pt idx="494">
                  <c:v>38765</c:v>
                </c:pt>
                <c:pt idx="495">
                  <c:v>38768</c:v>
                </c:pt>
                <c:pt idx="496">
                  <c:v>38769</c:v>
                </c:pt>
                <c:pt idx="497">
                  <c:v>38770</c:v>
                </c:pt>
                <c:pt idx="498">
                  <c:v>38771</c:v>
                </c:pt>
                <c:pt idx="499">
                  <c:v>38772</c:v>
                </c:pt>
                <c:pt idx="500">
                  <c:v>38775</c:v>
                </c:pt>
                <c:pt idx="501">
                  <c:v>38776</c:v>
                </c:pt>
                <c:pt idx="502">
                  <c:v>38777</c:v>
                </c:pt>
                <c:pt idx="503">
                  <c:v>38778</c:v>
                </c:pt>
                <c:pt idx="504">
                  <c:v>38779</c:v>
                </c:pt>
                <c:pt idx="505">
                  <c:v>38782</c:v>
                </c:pt>
                <c:pt idx="506">
                  <c:v>38783</c:v>
                </c:pt>
                <c:pt idx="507">
                  <c:v>38784</c:v>
                </c:pt>
                <c:pt idx="508">
                  <c:v>38785</c:v>
                </c:pt>
                <c:pt idx="509">
                  <c:v>38786</c:v>
                </c:pt>
                <c:pt idx="510">
                  <c:v>38789</c:v>
                </c:pt>
                <c:pt idx="511">
                  <c:v>38790</c:v>
                </c:pt>
                <c:pt idx="512">
                  <c:v>38791</c:v>
                </c:pt>
                <c:pt idx="513">
                  <c:v>38792</c:v>
                </c:pt>
                <c:pt idx="514">
                  <c:v>38793</c:v>
                </c:pt>
                <c:pt idx="515">
                  <c:v>38796</c:v>
                </c:pt>
                <c:pt idx="516">
                  <c:v>38797</c:v>
                </c:pt>
                <c:pt idx="517">
                  <c:v>38798</c:v>
                </c:pt>
                <c:pt idx="518">
                  <c:v>38799</c:v>
                </c:pt>
                <c:pt idx="519">
                  <c:v>38800</c:v>
                </c:pt>
                <c:pt idx="520">
                  <c:v>38803</c:v>
                </c:pt>
                <c:pt idx="521">
                  <c:v>38804</c:v>
                </c:pt>
                <c:pt idx="522">
                  <c:v>38805</c:v>
                </c:pt>
                <c:pt idx="523">
                  <c:v>38806</c:v>
                </c:pt>
                <c:pt idx="524">
                  <c:v>38807</c:v>
                </c:pt>
                <c:pt idx="525">
                  <c:v>38810</c:v>
                </c:pt>
                <c:pt idx="526">
                  <c:v>38811</c:v>
                </c:pt>
                <c:pt idx="527">
                  <c:v>38812</c:v>
                </c:pt>
                <c:pt idx="528">
                  <c:v>38813</c:v>
                </c:pt>
                <c:pt idx="529">
                  <c:v>38814</c:v>
                </c:pt>
                <c:pt idx="530">
                  <c:v>38817</c:v>
                </c:pt>
                <c:pt idx="531">
                  <c:v>38818</c:v>
                </c:pt>
                <c:pt idx="532">
                  <c:v>38819</c:v>
                </c:pt>
                <c:pt idx="533">
                  <c:v>38820</c:v>
                </c:pt>
                <c:pt idx="534">
                  <c:v>38821</c:v>
                </c:pt>
                <c:pt idx="535">
                  <c:v>38824</c:v>
                </c:pt>
                <c:pt idx="536">
                  <c:v>38825</c:v>
                </c:pt>
                <c:pt idx="537">
                  <c:v>38826</c:v>
                </c:pt>
                <c:pt idx="538">
                  <c:v>38827</c:v>
                </c:pt>
                <c:pt idx="539">
                  <c:v>38828</c:v>
                </c:pt>
                <c:pt idx="540">
                  <c:v>38831</c:v>
                </c:pt>
                <c:pt idx="541">
                  <c:v>38832</c:v>
                </c:pt>
                <c:pt idx="542">
                  <c:v>38833</c:v>
                </c:pt>
                <c:pt idx="543">
                  <c:v>38834</c:v>
                </c:pt>
                <c:pt idx="544">
                  <c:v>38835</c:v>
                </c:pt>
                <c:pt idx="545">
                  <c:v>38838</c:v>
                </c:pt>
                <c:pt idx="546">
                  <c:v>38839</c:v>
                </c:pt>
                <c:pt idx="547">
                  <c:v>38840</c:v>
                </c:pt>
                <c:pt idx="548">
                  <c:v>38841</c:v>
                </c:pt>
                <c:pt idx="549">
                  <c:v>38842</c:v>
                </c:pt>
                <c:pt idx="550">
                  <c:v>38845</c:v>
                </c:pt>
                <c:pt idx="551">
                  <c:v>38846</c:v>
                </c:pt>
                <c:pt idx="552">
                  <c:v>38847</c:v>
                </c:pt>
                <c:pt idx="553">
                  <c:v>38848</c:v>
                </c:pt>
                <c:pt idx="554">
                  <c:v>38849</c:v>
                </c:pt>
                <c:pt idx="555">
                  <c:v>38852</c:v>
                </c:pt>
                <c:pt idx="556">
                  <c:v>38853</c:v>
                </c:pt>
                <c:pt idx="557">
                  <c:v>38854</c:v>
                </c:pt>
                <c:pt idx="558">
                  <c:v>38855</c:v>
                </c:pt>
                <c:pt idx="559">
                  <c:v>38856</c:v>
                </c:pt>
                <c:pt idx="560">
                  <c:v>38859</c:v>
                </c:pt>
                <c:pt idx="561">
                  <c:v>38860</c:v>
                </c:pt>
                <c:pt idx="562">
                  <c:v>38861</c:v>
                </c:pt>
                <c:pt idx="563">
                  <c:v>38862</c:v>
                </c:pt>
                <c:pt idx="564">
                  <c:v>38863</c:v>
                </c:pt>
                <c:pt idx="565">
                  <c:v>38866</c:v>
                </c:pt>
                <c:pt idx="566">
                  <c:v>38867</c:v>
                </c:pt>
                <c:pt idx="567">
                  <c:v>38868</c:v>
                </c:pt>
                <c:pt idx="568">
                  <c:v>38869</c:v>
                </c:pt>
                <c:pt idx="569">
                  <c:v>38870</c:v>
                </c:pt>
                <c:pt idx="570">
                  <c:v>38873</c:v>
                </c:pt>
                <c:pt idx="571">
                  <c:v>38874</c:v>
                </c:pt>
                <c:pt idx="572">
                  <c:v>38875</c:v>
                </c:pt>
                <c:pt idx="573">
                  <c:v>38876</c:v>
                </c:pt>
                <c:pt idx="574">
                  <c:v>38877</c:v>
                </c:pt>
                <c:pt idx="575">
                  <c:v>38880</c:v>
                </c:pt>
                <c:pt idx="576">
                  <c:v>38881</c:v>
                </c:pt>
                <c:pt idx="577">
                  <c:v>38882</c:v>
                </c:pt>
                <c:pt idx="578">
                  <c:v>38883</c:v>
                </c:pt>
                <c:pt idx="579">
                  <c:v>38884</c:v>
                </c:pt>
                <c:pt idx="580">
                  <c:v>38887</c:v>
                </c:pt>
                <c:pt idx="581">
                  <c:v>38888</c:v>
                </c:pt>
                <c:pt idx="582">
                  <c:v>38889</c:v>
                </c:pt>
                <c:pt idx="583">
                  <c:v>38890</c:v>
                </c:pt>
                <c:pt idx="584">
                  <c:v>38891</c:v>
                </c:pt>
                <c:pt idx="585">
                  <c:v>38894</c:v>
                </c:pt>
                <c:pt idx="586">
                  <c:v>38895</c:v>
                </c:pt>
                <c:pt idx="587">
                  <c:v>38896</c:v>
                </c:pt>
                <c:pt idx="588">
                  <c:v>38897</c:v>
                </c:pt>
                <c:pt idx="589">
                  <c:v>38898</c:v>
                </c:pt>
                <c:pt idx="590">
                  <c:v>38901</c:v>
                </c:pt>
                <c:pt idx="591">
                  <c:v>38902</c:v>
                </c:pt>
                <c:pt idx="592">
                  <c:v>38903</c:v>
                </c:pt>
                <c:pt idx="593">
                  <c:v>38904</c:v>
                </c:pt>
                <c:pt idx="594">
                  <c:v>38905</c:v>
                </c:pt>
                <c:pt idx="595">
                  <c:v>38908</c:v>
                </c:pt>
                <c:pt idx="596">
                  <c:v>38909</c:v>
                </c:pt>
                <c:pt idx="597">
                  <c:v>38910</c:v>
                </c:pt>
                <c:pt idx="598">
                  <c:v>38911</c:v>
                </c:pt>
                <c:pt idx="599">
                  <c:v>38912</c:v>
                </c:pt>
                <c:pt idx="600">
                  <c:v>38915</c:v>
                </c:pt>
                <c:pt idx="601">
                  <c:v>38916</c:v>
                </c:pt>
                <c:pt idx="602">
                  <c:v>38917</c:v>
                </c:pt>
                <c:pt idx="603">
                  <c:v>38918</c:v>
                </c:pt>
                <c:pt idx="604">
                  <c:v>38919</c:v>
                </c:pt>
                <c:pt idx="605">
                  <c:v>38922</c:v>
                </c:pt>
                <c:pt idx="606">
                  <c:v>38923</c:v>
                </c:pt>
                <c:pt idx="607">
                  <c:v>38924</c:v>
                </c:pt>
                <c:pt idx="608">
                  <c:v>38925</c:v>
                </c:pt>
                <c:pt idx="609">
                  <c:v>38926</c:v>
                </c:pt>
                <c:pt idx="610">
                  <c:v>38929</c:v>
                </c:pt>
                <c:pt idx="611">
                  <c:v>38930</c:v>
                </c:pt>
                <c:pt idx="612">
                  <c:v>38931</c:v>
                </c:pt>
                <c:pt idx="613">
                  <c:v>38932</c:v>
                </c:pt>
                <c:pt idx="614">
                  <c:v>38933</c:v>
                </c:pt>
                <c:pt idx="615">
                  <c:v>38936</c:v>
                </c:pt>
                <c:pt idx="616">
                  <c:v>38937</c:v>
                </c:pt>
                <c:pt idx="617">
                  <c:v>38938</c:v>
                </c:pt>
                <c:pt idx="618">
                  <c:v>38939</c:v>
                </c:pt>
                <c:pt idx="619">
                  <c:v>38940</c:v>
                </c:pt>
                <c:pt idx="620">
                  <c:v>38943</c:v>
                </c:pt>
                <c:pt idx="621">
                  <c:v>38944</c:v>
                </c:pt>
                <c:pt idx="622">
                  <c:v>38945</c:v>
                </c:pt>
                <c:pt idx="623">
                  <c:v>38946</c:v>
                </c:pt>
                <c:pt idx="624">
                  <c:v>38947</c:v>
                </c:pt>
                <c:pt idx="625">
                  <c:v>38950</c:v>
                </c:pt>
                <c:pt idx="626">
                  <c:v>38951</c:v>
                </c:pt>
                <c:pt idx="627">
                  <c:v>38952</c:v>
                </c:pt>
                <c:pt idx="628">
                  <c:v>38953</c:v>
                </c:pt>
                <c:pt idx="629">
                  <c:v>38954</c:v>
                </c:pt>
                <c:pt idx="630">
                  <c:v>38957</c:v>
                </c:pt>
                <c:pt idx="631">
                  <c:v>38958</c:v>
                </c:pt>
                <c:pt idx="632">
                  <c:v>38959</c:v>
                </c:pt>
                <c:pt idx="633">
                  <c:v>38960</c:v>
                </c:pt>
                <c:pt idx="634">
                  <c:v>38961</c:v>
                </c:pt>
                <c:pt idx="635">
                  <c:v>38964</c:v>
                </c:pt>
                <c:pt idx="636">
                  <c:v>38965</c:v>
                </c:pt>
                <c:pt idx="637">
                  <c:v>38966</c:v>
                </c:pt>
                <c:pt idx="638">
                  <c:v>38967</c:v>
                </c:pt>
                <c:pt idx="639">
                  <c:v>38968</c:v>
                </c:pt>
                <c:pt idx="640">
                  <c:v>38971</c:v>
                </c:pt>
                <c:pt idx="641">
                  <c:v>38972</c:v>
                </c:pt>
                <c:pt idx="642">
                  <c:v>38973</c:v>
                </c:pt>
                <c:pt idx="643">
                  <c:v>38974</c:v>
                </c:pt>
                <c:pt idx="644">
                  <c:v>38975</c:v>
                </c:pt>
                <c:pt idx="645">
                  <c:v>38978</c:v>
                </c:pt>
                <c:pt idx="646">
                  <c:v>38979</c:v>
                </c:pt>
                <c:pt idx="647">
                  <c:v>38980</c:v>
                </c:pt>
                <c:pt idx="648">
                  <c:v>38981</c:v>
                </c:pt>
                <c:pt idx="649">
                  <c:v>38982</c:v>
                </c:pt>
                <c:pt idx="650">
                  <c:v>38985</c:v>
                </c:pt>
                <c:pt idx="651">
                  <c:v>38986</c:v>
                </c:pt>
                <c:pt idx="652">
                  <c:v>38987</c:v>
                </c:pt>
                <c:pt idx="653">
                  <c:v>38988</c:v>
                </c:pt>
                <c:pt idx="654">
                  <c:v>38989</c:v>
                </c:pt>
                <c:pt idx="655">
                  <c:v>38992</c:v>
                </c:pt>
                <c:pt idx="656">
                  <c:v>38993</c:v>
                </c:pt>
                <c:pt idx="657">
                  <c:v>38994</c:v>
                </c:pt>
                <c:pt idx="658">
                  <c:v>38995</c:v>
                </c:pt>
                <c:pt idx="659">
                  <c:v>38996</c:v>
                </c:pt>
                <c:pt idx="660">
                  <c:v>38999</c:v>
                </c:pt>
                <c:pt idx="661">
                  <c:v>39000</c:v>
                </c:pt>
                <c:pt idx="662">
                  <c:v>39001</c:v>
                </c:pt>
                <c:pt idx="663">
                  <c:v>39002</c:v>
                </c:pt>
                <c:pt idx="664">
                  <c:v>39003</c:v>
                </c:pt>
                <c:pt idx="665">
                  <c:v>39006</c:v>
                </c:pt>
                <c:pt idx="666">
                  <c:v>39007</c:v>
                </c:pt>
                <c:pt idx="667">
                  <c:v>39008</c:v>
                </c:pt>
                <c:pt idx="668">
                  <c:v>39009</c:v>
                </c:pt>
                <c:pt idx="669">
                  <c:v>39010</c:v>
                </c:pt>
                <c:pt idx="670">
                  <c:v>39013</c:v>
                </c:pt>
                <c:pt idx="671">
                  <c:v>39014</c:v>
                </c:pt>
                <c:pt idx="672">
                  <c:v>39015</c:v>
                </c:pt>
                <c:pt idx="673">
                  <c:v>39016</c:v>
                </c:pt>
                <c:pt idx="674">
                  <c:v>39017</c:v>
                </c:pt>
                <c:pt idx="675">
                  <c:v>39020</c:v>
                </c:pt>
                <c:pt idx="676">
                  <c:v>39021</c:v>
                </c:pt>
                <c:pt idx="677">
                  <c:v>39022</c:v>
                </c:pt>
                <c:pt idx="678">
                  <c:v>39023</c:v>
                </c:pt>
                <c:pt idx="679">
                  <c:v>39024</c:v>
                </c:pt>
                <c:pt idx="680">
                  <c:v>39027</c:v>
                </c:pt>
                <c:pt idx="681">
                  <c:v>39028</c:v>
                </c:pt>
                <c:pt idx="682">
                  <c:v>39029</c:v>
                </c:pt>
                <c:pt idx="683">
                  <c:v>39030</c:v>
                </c:pt>
                <c:pt idx="684">
                  <c:v>39031</c:v>
                </c:pt>
                <c:pt idx="685">
                  <c:v>39034</c:v>
                </c:pt>
                <c:pt idx="686">
                  <c:v>39035</c:v>
                </c:pt>
                <c:pt idx="687">
                  <c:v>39036</c:v>
                </c:pt>
                <c:pt idx="688">
                  <c:v>39037</c:v>
                </c:pt>
                <c:pt idx="689">
                  <c:v>39038</c:v>
                </c:pt>
                <c:pt idx="690">
                  <c:v>39041</c:v>
                </c:pt>
                <c:pt idx="691">
                  <c:v>39042</c:v>
                </c:pt>
                <c:pt idx="692">
                  <c:v>39043</c:v>
                </c:pt>
                <c:pt idx="693">
                  <c:v>39044</c:v>
                </c:pt>
                <c:pt idx="694">
                  <c:v>39045</c:v>
                </c:pt>
                <c:pt idx="695">
                  <c:v>39048</c:v>
                </c:pt>
                <c:pt idx="696">
                  <c:v>39049</c:v>
                </c:pt>
                <c:pt idx="697">
                  <c:v>39050</c:v>
                </c:pt>
                <c:pt idx="698">
                  <c:v>39051</c:v>
                </c:pt>
                <c:pt idx="699">
                  <c:v>39052</c:v>
                </c:pt>
                <c:pt idx="700">
                  <c:v>39055</c:v>
                </c:pt>
                <c:pt idx="701">
                  <c:v>39056</c:v>
                </c:pt>
                <c:pt idx="702">
                  <c:v>39057</c:v>
                </c:pt>
                <c:pt idx="703">
                  <c:v>39058</c:v>
                </c:pt>
                <c:pt idx="704">
                  <c:v>39059</c:v>
                </c:pt>
                <c:pt idx="705">
                  <c:v>39062</c:v>
                </c:pt>
                <c:pt idx="706">
                  <c:v>39063</c:v>
                </c:pt>
                <c:pt idx="707">
                  <c:v>39064</c:v>
                </c:pt>
                <c:pt idx="708">
                  <c:v>39065</c:v>
                </c:pt>
                <c:pt idx="709">
                  <c:v>39066</c:v>
                </c:pt>
                <c:pt idx="710">
                  <c:v>39069</c:v>
                </c:pt>
                <c:pt idx="711">
                  <c:v>39070</c:v>
                </c:pt>
                <c:pt idx="712">
                  <c:v>39071</c:v>
                </c:pt>
                <c:pt idx="713">
                  <c:v>39072</c:v>
                </c:pt>
                <c:pt idx="714">
                  <c:v>39073</c:v>
                </c:pt>
                <c:pt idx="715">
                  <c:v>39077</c:v>
                </c:pt>
                <c:pt idx="716">
                  <c:v>39078</c:v>
                </c:pt>
                <c:pt idx="717">
                  <c:v>39079</c:v>
                </c:pt>
                <c:pt idx="718">
                  <c:v>39080</c:v>
                </c:pt>
                <c:pt idx="719">
                  <c:v>39083</c:v>
                </c:pt>
                <c:pt idx="720">
                  <c:v>39084</c:v>
                </c:pt>
                <c:pt idx="721">
                  <c:v>39085</c:v>
                </c:pt>
                <c:pt idx="722">
                  <c:v>39086</c:v>
                </c:pt>
                <c:pt idx="723">
                  <c:v>39087</c:v>
                </c:pt>
                <c:pt idx="724">
                  <c:v>39090</c:v>
                </c:pt>
                <c:pt idx="725">
                  <c:v>39091</c:v>
                </c:pt>
                <c:pt idx="726">
                  <c:v>39092</c:v>
                </c:pt>
                <c:pt idx="727">
                  <c:v>39093</c:v>
                </c:pt>
                <c:pt idx="728">
                  <c:v>39094</c:v>
                </c:pt>
                <c:pt idx="729">
                  <c:v>39097</c:v>
                </c:pt>
                <c:pt idx="730">
                  <c:v>39098</c:v>
                </c:pt>
                <c:pt idx="731">
                  <c:v>39099</c:v>
                </c:pt>
                <c:pt idx="732">
                  <c:v>39100</c:v>
                </c:pt>
                <c:pt idx="733">
                  <c:v>39101</c:v>
                </c:pt>
                <c:pt idx="734">
                  <c:v>39104</c:v>
                </c:pt>
                <c:pt idx="735">
                  <c:v>39105</c:v>
                </c:pt>
                <c:pt idx="736">
                  <c:v>39106</c:v>
                </c:pt>
                <c:pt idx="737">
                  <c:v>39107</c:v>
                </c:pt>
                <c:pt idx="738">
                  <c:v>39108</c:v>
                </c:pt>
                <c:pt idx="739">
                  <c:v>39111</c:v>
                </c:pt>
                <c:pt idx="740">
                  <c:v>39112</c:v>
                </c:pt>
                <c:pt idx="741">
                  <c:v>39113</c:v>
                </c:pt>
                <c:pt idx="742">
                  <c:v>39114</c:v>
                </c:pt>
                <c:pt idx="743">
                  <c:v>39115</c:v>
                </c:pt>
                <c:pt idx="744">
                  <c:v>39118</c:v>
                </c:pt>
                <c:pt idx="745">
                  <c:v>39119</c:v>
                </c:pt>
                <c:pt idx="746">
                  <c:v>39120</c:v>
                </c:pt>
                <c:pt idx="747">
                  <c:v>39121</c:v>
                </c:pt>
                <c:pt idx="748">
                  <c:v>39122</c:v>
                </c:pt>
                <c:pt idx="749">
                  <c:v>39125</c:v>
                </c:pt>
                <c:pt idx="750">
                  <c:v>39126</c:v>
                </c:pt>
                <c:pt idx="751">
                  <c:v>39127</c:v>
                </c:pt>
                <c:pt idx="752">
                  <c:v>39128</c:v>
                </c:pt>
                <c:pt idx="753">
                  <c:v>39129</c:v>
                </c:pt>
                <c:pt idx="754">
                  <c:v>39132</c:v>
                </c:pt>
                <c:pt idx="755">
                  <c:v>39133</c:v>
                </c:pt>
                <c:pt idx="756">
                  <c:v>39134</c:v>
                </c:pt>
                <c:pt idx="757">
                  <c:v>39135</c:v>
                </c:pt>
                <c:pt idx="758">
                  <c:v>39136</c:v>
                </c:pt>
                <c:pt idx="759">
                  <c:v>39139</c:v>
                </c:pt>
                <c:pt idx="760">
                  <c:v>39140</c:v>
                </c:pt>
                <c:pt idx="761">
                  <c:v>39141</c:v>
                </c:pt>
                <c:pt idx="762">
                  <c:v>39142</c:v>
                </c:pt>
                <c:pt idx="763">
                  <c:v>39143</c:v>
                </c:pt>
                <c:pt idx="764">
                  <c:v>39146</c:v>
                </c:pt>
                <c:pt idx="765">
                  <c:v>39147</c:v>
                </c:pt>
                <c:pt idx="766">
                  <c:v>39148</c:v>
                </c:pt>
                <c:pt idx="767">
                  <c:v>39149</c:v>
                </c:pt>
                <c:pt idx="768">
                  <c:v>39150</c:v>
                </c:pt>
                <c:pt idx="769">
                  <c:v>39153</c:v>
                </c:pt>
                <c:pt idx="770">
                  <c:v>39154</c:v>
                </c:pt>
                <c:pt idx="771">
                  <c:v>39155</c:v>
                </c:pt>
                <c:pt idx="772">
                  <c:v>39156</c:v>
                </c:pt>
                <c:pt idx="773">
                  <c:v>39157</c:v>
                </c:pt>
                <c:pt idx="774">
                  <c:v>39160</c:v>
                </c:pt>
                <c:pt idx="775">
                  <c:v>39161</c:v>
                </c:pt>
                <c:pt idx="776">
                  <c:v>39162</c:v>
                </c:pt>
                <c:pt idx="777">
                  <c:v>39163</c:v>
                </c:pt>
                <c:pt idx="778">
                  <c:v>39164</c:v>
                </c:pt>
                <c:pt idx="779">
                  <c:v>39167</c:v>
                </c:pt>
                <c:pt idx="780">
                  <c:v>39168</c:v>
                </c:pt>
                <c:pt idx="781">
                  <c:v>39169</c:v>
                </c:pt>
                <c:pt idx="782">
                  <c:v>39170</c:v>
                </c:pt>
                <c:pt idx="783">
                  <c:v>39171</c:v>
                </c:pt>
                <c:pt idx="784">
                  <c:v>39174</c:v>
                </c:pt>
                <c:pt idx="785">
                  <c:v>39175</c:v>
                </c:pt>
                <c:pt idx="786">
                  <c:v>39176</c:v>
                </c:pt>
                <c:pt idx="787">
                  <c:v>39177</c:v>
                </c:pt>
                <c:pt idx="788">
                  <c:v>39178</c:v>
                </c:pt>
                <c:pt idx="789">
                  <c:v>39181</c:v>
                </c:pt>
                <c:pt idx="790">
                  <c:v>39182</c:v>
                </c:pt>
                <c:pt idx="791">
                  <c:v>39183</c:v>
                </c:pt>
                <c:pt idx="792">
                  <c:v>39184</c:v>
                </c:pt>
                <c:pt idx="793">
                  <c:v>39185</c:v>
                </c:pt>
                <c:pt idx="794">
                  <c:v>39188</c:v>
                </c:pt>
                <c:pt idx="795">
                  <c:v>39189</c:v>
                </c:pt>
                <c:pt idx="796">
                  <c:v>39190</c:v>
                </c:pt>
                <c:pt idx="797">
                  <c:v>39191</c:v>
                </c:pt>
                <c:pt idx="798">
                  <c:v>39192</c:v>
                </c:pt>
                <c:pt idx="799">
                  <c:v>39195</c:v>
                </c:pt>
                <c:pt idx="800">
                  <c:v>39196</c:v>
                </c:pt>
                <c:pt idx="801">
                  <c:v>39197</c:v>
                </c:pt>
                <c:pt idx="802">
                  <c:v>39198</c:v>
                </c:pt>
                <c:pt idx="803">
                  <c:v>39199</c:v>
                </c:pt>
                <c:pt idx="804">
                  <c:v>39202</c:v>
                </c:pt>
                <c:pt idx="805">
                  <c:v>39203</c:v>
                </c:pt>
                <c:pt idx="806">
                  <c:v>39204</c:v>
                </c:pt>
                <c:pt idx="807">
                  <c:v>39205</c:v>
                </c:pt>
                <c:pt idx="808">
                  <c:v>39206</c:v>
                </c:pt>
                <c:pt idx="809">
                  <c:v>39209</c:v>
                </c:pt>
                <c:pt idx="810">
                  <c:v>39210</c:v>
                </c:pt>
                <c:pt idx="811">
                  <c:v>39211</c:v>
                </c:pt>
                <c:pt idx="812">
                  <c:v>39212</c:v>
                </c:pt>
                <c:pt idx="813">
                  <c:v>39213</c:v>
                </c:pt>
                <c:pt idx="814">
                  <c:v>39216</c:v>
                </c:pt>
                <c:pt idx="815">
                  <c:v>39217</c:v>
                </c:pt>
                <c:pt idx="816">
                  <c:v>39218</c:v>
                </c:pt>
                <c:pt idx="817">
                  <c:v>39219</c:v>
                </c:pt>
                <c:pt idx="818">
                  <c:v>39220</c:v>
                </c:pt>
                <c:pt idx="819">
                  <c:v>39223</c:v>
                </c:pt>
                <c:pt idx="820">
                  <c:v>39224</c:v>
                </c:pt>
                <c:pt idx="821">
                  <c:v>39225</c:v>
                </c:pt>
                <c:pt idx="822">
                  <c:v>39226</c:v>
                </c:pt>
                <c:pt idx="823">
                  <c:v>39227</c:v>
                </c:pt>
                <c:pt idx="824">
                  <c:v>39230</c:v>
                </c:pt>
                <c:pt idx="825">
                  <c:v>39231</c:v>
                </c:pt>
                <c:pt idx="826">
                  <c:v>39232</c:v>
                </c:pt>
                <c:pt idx="827">
                  <c:v>39233</c:v>
                </c:pt>
                <c:pt idx="828">
                  <c:v>39234</c:v>
                </c:pt>
                <c:pt idx="829">
                  <c:v>39237</c:v>
                </c:pt>
                <c:pt idx="830">
                  <c:v>39238</c:v>
                </c:pt>
                <c:pt idx="831">
                  <c:v>39239</c:v>
                </c:pt>
                <c:pt idx="832">
                  <c:v>39240</c:v>
                </c:pt>
                <c:pt idx="833">
                  <c:v>39241</c:v>
                </c:pt>
                <c:pt idx="834">
                  <c:v>39244</c:v>
                </c:pt>
                <c:pt idx="835">
                  <c:v>39245</c:v>
                </c:pt>
                <c:pt idx="836">
                  <c:v>39246</c:v>
                </c:pt>
                <c:pt idx="837">
                  <c:v>39247</c:v>
                </c:pt>
                <c:pt idx="838">
                  <c:v>39248</c:v>
                </c:pt>
                <c:pt idx="839">
                  <c:v>39251</c:v>
                </c:pt>
                <c:pt idx="840">
                  <c:v>39252</c:v>
                </c:pt>
                <c:pt idx="841">
                  <c:v>39253</c:v>
                </c:pt>
                <c:pt idx="842">
                  <c:v>39254</c:v>
                </c:pt>
                <c:pt idx="843">
                  <c:v>39255</c:v>
                </c:pt>
                <c:pt idx="844">
                  <c:v>39258</c:v>
                </c:pt>
                <c:pt idx="845">
                  <c:v>39259</c:v>
                </c:pt>
                <c:pt idx="846">
                  <c:v>39260</c:v>
                </c:pt>
                <c:pt idx="847">
                  <c:v>39261</c:v>
                </c:pt>
                <c:pt idx="848">
                  <c:v>39262</c:v>
                </c:pt>
                <c:pt idx="849">
                  <c:v>39265</c:v>
                </c:pt>
                <c:pt idx="850">
                  <c:v>39266</c:v>
                </c:pt>
                <c:pt idx="851">
                  <c:v>39267</c:v>
                </c:pt>
                <c:pt idx="852">
                  <c:v>39268</c:v>
                </c:pt>
                <c:pt idx="853">
                  <c:v>39269</c:v>
                </c:pt>
                <c:pt idx="854">
                  <c:v>39272</c:v>
                </c:pt>
                <c:pt idx="855">
                  <c:v>39273</c:v>
                </c:pt>
                <c:pt idx="856">
                  <c:v>39274</c:v>
                </c:pt>
                <c:pt idx="857">
                  <c:v>39275</c:v>
                </c:pt>
                <c:pt idx="858">
                  <c:v>39276</c:v>
                </c:pt>
                <c:pt idx="859">
                  <c:v>39279</c:v>
                </c:pt>
                <c:pt idx="860">
                  <c:v>39280</c:v>
                </c:pt>
                <c:pt idx="861">
                  <c:v>39281</c:v>
                </c:pt>
                <c:pt idx="862">
                  <c:v>39282</c:v>
                </c:pt>
                <c:pt idx="863">
                  <c:v>39283</c:v>
                </c:pt>
                <c:pt idx="864">
                  <c:v>39286</c:v>
                </c:pt>
                <c:pt idx="865">
                  <c:v>39287</c:v>
                </c:pt>
                <c:pt idx="866">
                  <c:v>39288</c:v>
                </c:pt>
                <c:pt idx="867">
                  <c:v>39289</c:v>
                </c:pt>
                <c:pt idx="868">
                  <c:v>39290</c:v>
                </c:pt>
                <c:pt idx="869">
                  <c:v>39293</c:v>
                </c:pt>
                <c:pt idx="870">
                  <c:v>39294</c:v>
                </c:pt>
                <c:pt idx="871">
                  <c:v>39295</c:v>
                </c:pt>
                <c:pt idx="872">
                  <c:v>39296</c:v>
                </c:pt>
                <c:pt idx="873">
                  <c:v>39297</c:v>
                </c:pt>
                <c:pt idx="874">
                  <c:v>39300</c:v>
                </c:pt>
                <c:pt idx="875">
                  <c:v>39301</c:v>
                </c:pt>
                <c:pt idx="876">
                  <c:v>39302</c:v>
                </c:pt>
                <c:pt idx="877">
                  <c:v>39303</c:v>
                </c:pt>
                <c:pt idx="878">
                  <c:v>39304</c:v>
                </c:pt>
                <c:pt idx="879">
                  <c:v>39307</c:v>
                </c:pt>
                <c:pt idx="880">
                  <c:v>39308</c:v>
                </c:pt>
                <c:pt idx="881">
                  <c:v>39309</c:v>
                </c:pt>
                <c:pt idx="882">
                  <c:v>39310</c:v>
                </c:pt>
                <c:pt idx="883">
                  <c:v>39311</c:v>
                </c:pt>
                <c:pt idx="884">
                  <c:v>39314</c:v>
                </c:pt>
                <c:pt idx="885">
                  <c:v>39315</c:v>
                </c:pt>
                <c:pt idx="886">
                  <c:v>39316</c:v>
                </c:pt>
                <c:pt idx="887">
                  <c:v>39317</c:v>
                </c:pt>
                <c:pt idx="888">
                  <c:v>39318</c:v>
                </c:pt>
                <c:pt idx="889">
                  <c:v>39321</c:v>
                </c:pt>
                <c:pt idx="890">
                  <c:v>39322</c:v>
                </c:pt>
                <c:pt idx="891">
                  <c:v>39323</c:v>
                </c:pt>
                <c:pt idx="892">
                  <c:v>39324</c:v>
                </c:pt>
                <c:pt idx="893">
                  <c:v>39325</c:v>
                </c:pt>
                <c:pt idx="894">
                  <c:v>39328</c:v>
                </c:pt>
                <c:pt idx="895">
                  <c:v>39329</c:v>
                </c:pt>
                <c:pt idx="896">
                  <c:v>39330</c:v>
                </c:pt>
                <c:pt idx="897">
                  <c:v>39331</c:v>
                </c:pt>
                <c:pt idx="898">
                  <c:v>39332</c:v>
                </c:pt>
                <c:pt idx="899">
                  <c:v>39335</c:v>
                </c:pt>
                <c:pt idx="900">
                  <c:v>39336</c:v>
                </c:pt>
                <c:pt idx="901">
                  <c:v>39337</c:v>
                </c:pt>
                <c:pt idx="902">
                  <c:v>39338</c:v>
                </c:pt>
                <c:pt idx="903">
                  <c:v>39339</c:v>
                </c:pt>
                <c:pt idx="904">
                  <c:v>39342</c:v>
                </c:pt>
                <c:pt idx="905">
                  <c:v>39343</c:v>
                </c:pt>
                <c:pt idx="906">
                  <c:v>39344</c:v>
                </c:pt>
                <c:pt idx="907">
                  <c:v>39345</c:v>
                </c:pt>
                <c:pt idx="908">
                  <c:v>39346</c:v>
                </c:pt>
                <c:pt idx="909">
                  <c:v>39349</c:v>
                </c:pt>
                <c:pt idx="910">
                  <c:v>39350</c:v>
                </c:pt>
                <c:pt idx="911">
                  <c:v>39351</c:v>
                </c:pt>
                <c:pt idx="912">
                  <c:v>39352</c:v>
                </c:pt>
                <c:pt idx="913">
                  <c:v>39353</c:v>
                </c:pt>
                <c:pt idx="914">
                  <c:v>39356</c:v>
                </c:pt>
                <c:pt idx="915">
                  <c:v>39357</c:v>
                </c:pt>
                <c:pt idx="916">
                  <c:v>39358</c:v>
                </c:pt>
                <c:pt idx="917">
                  <c:v>39359</c:v>
                </c:pt>
                <c:pt idx="918">
                  <c:v>39360</c:v>
                </c:pt>
                <c:pt idx="919">
                  <c:v>39363</c:v>
                </c:pt>
                <c:pt idx="920">
                  <c:v>39364</c:v>
                </c:pt>
                <c:pt idx="921">
                  <c:v>39365</c:v>
                </c:pt>
                <c:pt idx="922">
                  <c:v>39366</c:v>
                </c:pt>
                <c:pt idx="923">
                  <c:v>39367</c:v>
                </c:pt>
                <c:pt idx="924">
                  <c:v>39370</c:v>
                </c:pt>
                <c:pt idx="925">
                  <c:v>39371</c:v>
                </c:pt>
                <c:pt idx="926">
                  <c:v>39372</c:v>
                </c:pt>
                <c:pt idx="927">
                  <c:v>39373</c:v>
                </c:pt>
                <c:pt idx="928">
                  <c:v>39374</c:v>
                </c:pt>
                <c:pt idx="929">
                  <c:v>39377</c:v>
                </c:pt>
                <c:pt idx="930">
                  <c:v>39378</c:v>
                </c:pt>
                <c:pt idx="931">
                  <c:v>39379</c:v>
                </c:pt>
                <c:pt idx="932">
                  <c:v>39380</c:v>
                </c:pt>
                <c:pt idx="933">
                  <c:v>39381</c:v>
                </c:pt>
                <c:pt idx="934">
                  <c:v>39384</c:v>
                </c:pt>
                <c:pt idx="935">
                  <c:v>39385</c:v>
                </c:pt>
                <c:pt idx="936">
                  <c:v>39386</c:v>
                </c:pt>
                <c:pt idx="937">
                  <c:v>39387</c:v>
                </c:pt>
                <c:pt idx="938">
                  <c:v>39388</c:v>
                </c:pt>
                <c:pt idx="939">
                  <c:v>39391</c:v>
                </c:pt>
                <c:pt idx="940">
                  <c:v>39392</c:v>
                </c:pt>
                <c:pt idx="941">
                  <c:v>39393</c:v>
                </c:pt>
                <c:pt idx="942">
                  <c:v>39394</c:v>
                </c:pt>
                <c:pt idx="943">
                  <c:v>39395</c:v>
                </c:pt>
                <c:pt idx="944">
                  <c:v>39398</c:v>
                </c:pt>
                <c:pt idx="945">
                  <c:v>39399</c:v>
                </c:pt>
                <c:pt idx="946">
                  <c:v>39400</c:v>
                </c:pt>
                <c:pt idx="947">
                  <c:v>39401</c:v>
                </c:pt>
                <c:pt idx="948">
                  <c:v>39402</c:v>
                </c:pt>
                <c:pt idx="949">
                  <c:v>39405</c:v>
                </c:pt>
                <c:pt idx="950">
                  <c:v>39406</c:v>
                </c:pt>
                <c:pt idx="951">
                  <c:v>39407</c:v>
                </c:pt>
                <c:pt idx="952">
                  <c:v>39408</c:v>
                </c:pt>
                <c:pt idx="953">
                  <c:v>39409</c:v>
                </c:pt>
                <c:pt idx="954">
                  <c:v>39412</c:v>
                </c:pt>
                <c:pt idx="955">
                  <c:v>39413</c:v>
                </c:pt>
                <c:pt idx="956">
                  <c:v>39414</c:v>
                </c:pt>
                <c:pt idx="957">
                  <c:v>39415</c:v>
                </c:pt>
                <c:pt idx="958">
                  <c:v>39416</c:v>
                </c:pt>
                <c:pt idx="959">
                  <c:v>39419</c:v>
                </c:pt>
                <c:pt idx="960">
                  <c:v>39420</c:v>
                </c:pt>
                <c:pt idx="961">
                  <c:v>39421</c:v>
                </c:pt>
                <c:pt idx="962">
                  <c:v>39422</c:v>
                </c:pt>
                <c:pt idx="963">
                  <c:v>39423</c:v>
                </c:pt>
                <c:pt idx="964">
                  <c:v>39426</c:v>
                </c:pt>
                <c:pt idx="965">
                  <c:v>39427</c:v>
                </c:pt>
                <c:pt idx="966">
                  <c:v>39428</c:v>
                </c:pt>
                <c:pt idx="967">
                  <c:v>39429</c:v>
                </c:pt>
                <c:pt idx="968">
                  <c:v>39430</c:v>
                </c:pt>
                <c:pt idx="969">
                  <c:v>39433</c:v>
                </c:pt>
                <c:pt idx="970">
                  <c:v>39434</c:v>
                </c:pt>
                <c:pt idx="971">
                  <c:v>39435</c:v>
                </c:pt>
                <c:pt idx="972">
                  <c:v>39436</c:v>
                </c:pt>
                <c:pt idx="973">
                  <c:v>39437</c:v>
                </c:pt>
                <c:pt idx="974">
                  <c:v>39440</c:v>
                </c:pt>
                <c:pt idx="975">
                  <c:v>39441</c:v>
                </c:pt>
                <c:pt idx="976">
                  <c:v>39442</c:v>
                </c:pt>
                <c:pt idx="977">
                  <c:v>39443</c:v>
                </c:pt>
                <c:pt idx="978">
                  <c:v>39444</c:v>
                </c:pt>
                <c:pt idx="979">
                  <c:v>39447</c:v>
                </c:pt>
                <c:pt idx="980">
                  <c:v>39448</c:v>
                </c:pt>
                <c:pt idx="981">
                  <c:v>39449</c:v>
                </c:pt>
                <c:pt idx="982">
                  <c:v>39450</c:v>
                </c:pt>
                <c:pt idx="983">
                  <c:v>39451</c:v>
                </c:pt>
                <c:pt idx="984">
                  <c:v>39454</c:v>
                </c:pt>
                <c:pt idx="985">
                  <c:v>39455</c:v>
                </c:pt>
                <c:pt idx="986">
                  <c:v>39456</c:v>
                </c:pt>
                <c:pt idx="987">
                  <c:v>39457</c:v>
                </c:pt>
                <c:pt idx="988">
                  <c:v>39458</c:v>
                </c:pt>
                <c:pt idx="989">
                  <c:v>39461</c:v>
                </c:pt>
                <c:pt idx="990">
                  <c:v>39462</c:v>
                </c:pt>
                <c:pt idx="991">
                  <c:v>39463</c:v>
                </c:pt>
                <c:pt idx="992">
                  <c:v>39464</c:v>
                </c:pt>
                <c:pt idx="993">
                  <c:v>39465</c:v>
                </c:pt>
                <c:pt idx="994">
                  <c:v>39468</c:v>
                </c:pt>
                <c:pt idx="995">
                  <c:v>39469</c:v>
                </c:pt>
                <c:pt idx="996">
                  <c:v>39470</c:v>
                </c:pt>
                <c:pt idx="997">
                  <c:v>39471</c:v>
                </c:pt>
                <c:pt idx="998">
                  <c:v>39472</c:v>
                </c:pt>
                <c:pt idx="999">
                  <c:v>39475</c:v>
                </c:pt>
                <c:pt idx="1000">
                  <c:v>39476</c:v>
                </c:pt>
                <c:pt idx="1001">
                  <c:v>39477</c:v>
                </c:pt>
                <c:pt idx="1002">
                  <c:v>39478</c:v>
                </c:pt>
                <c:pt idx="1003">
                  <c:v>39479</c:v>
                </c:pt>
                <c:pt idx="1004">
                  <c:v>39482</c:v>
                </c:pt>
                <c:pt idx="1005">
                  <c:v>39483</c:v>
                </c:pt>
                <c:pt idx="1006">
                  <c:v>39484</c:v>
                </c:pt>
                <c:pt idx="1007">
                  <c:v>39485</c:v>
                </c:pt>
                <c:pt idx="1008">
                  <c:v>39486</c:v>
                </c:pt>
                <c:pt idx="1009">
                  <c:v>39489</c:v>
                </c:pt>
                <c:pt idx="1010">
                  <c:v>39490</c:v>
                </c:pt>
                <c:pt idx="1011">
                  <c:v>39491</c:v>
                </c:pt>
                <c:pt idx="1012">
                  <c:v>39492</c:v>
                </c:pt>
                <c:pt idx="1013">
                  <c:v>39493</c:v>
                </c:pt>
                <c:pt idx="1014">
                  <c:v>39496</c:v>
                </c:pt>
                <c:pt idx="1015">
                  <c:v>39497</c:v>
                </c:pt>
                <c:pt idx="1016">
                  <c:v>39498</c:v>
                </c:pt>
                <c:pt idx="1017">
                  <c:v>39499</c:v>
                </c:pt>
                <c:pt idx="1018">
                  <c:v>39500</c:v>
                </c:pt>
                <c:pt idx="1019">
                  <c:v>39503</c:v>
                </c:pt>
                <c:pt idx="1020">
                  <c:v>39504</c:v>
                </c:pt>
                <c:pt idx="1021">
                  <c:v>39505</c:v>
                </c:pt>
                <c:pt idx="1022">
                  <c:v>39506</c:v>
                </c:pt>
                <c:pt idx="1023">
                  <c:v>39507</c:v>
                </c:pt>
                <c:pt idx="1024">
                  <c:v>39510</c:v>
                </c:pt>
                <c:pt idx="1025">
                  <c:v>39511</c:v>
                </c:pt>
                <c:pt idx="1026">
                  <c:v>39512</c:v>
                </c:pt>
                <c:pt idx="1027">
                  <c:v>39513</c:v>
                </c:pt>
                <c:pt idx="1028">
                  <c:v>39514</c:v>
                </c:pt>
                <c:pt idx="1029">
                  <c:v>39517</c:v>
                </c:pt>
                <c:pt idx="1030">
                  <c:v>39518</c:v>
                </c:pt>
                <c:pt idx="1031">
                  <c:v>39519</c:v>
                </c:pt>
                <c:pt idx="1032">
                  <c:v>39520</c:v>
                </c:pt>
                <c:pt idx="1033">
                  <c:v>39521</c:v>
                </c:pt>
                <c:pt idx="1034">
                  <c:v>39524</c:v>
                </c:pt>
                <c:pt idx="1035">
                  <c:v>39525</c:v>
                </c:pt>
                <c:pt idx="1036">
                  <c:v>39526</c:v>
                </c:pt>
                <c:pt idx="1037">
                  <c:v>39527</c:v>
                </c:pt>
                <c:pt idx="1038">
                  <c:v>39528</c:v>
                </c:pt>
                <c:pt idx="1039">
                  <c:v>39531</c:v>
                </c:pt>
                <c:pt idx="1040">
                  <c:v>39532</c:v>
                </c:pt>
                <c:pt idx="1041">
                  <c:v>39533</c:v>
                </c:pt>
                <c:pt idx="1042">
                  <c:v>39534</c:v>
                </c:pt>
                <c:pt idx="1043">
                  <c:v>39535</c:v>
                </c:pt>
                <c:pt idx="1044">
                  <c:v>39538</c:v>
                </c:pt>
                <c:pt idx="1045">
                  <c:v>39539</c:v>
                </c:pt>
                <c:pt idx="1046">
                  <c:v>39540</c:v>
                </c:pt>
                <c:pt idx="1047">
                  <c:v>39541</c:v>
                </c:pt>
                <c:pt idx="1048">
                  <c:v>39542</c:v>
                </c:pt>
                <c:pt idx="1049">
                  <c:v>39545</c:v>
                </c:pt>
                <c:pt idx="1050">
                  <c:v>39546</c:v>
                </c:pt>
                <c:pt idx="1051">
                  <c:v>39547</c:v>
                </c:pt>
                <c:pt idx="1052">
                  <c:v>39548</c:v>
                </c:pt>
                <c:pt idx="1053">
                  <c:v>39549</c:v>
                </c:pt>
                <c:pt idx="1054">
                  <c:v>39552</c:v>
                </c:pt>
                <c:pt idx="1055">
                  <c:v>39553</c:v>
                </c:pt>
                <c:pt idx="1056">
                  <c:v>39554</c:v>
                </c:pt>
                <c:pt idx="1057">
                  <c:v>39555</c:v>
                </c:pt>
                <c:pt idx="1058">
                  <c:v>39556</c:v>
                </c:pt>
                <c:pt idx="1059">
                  <c:v>39559</c:v>
                </c:pt>
                <c:pt idx="1060">
                  <c:v>39560</c:v>
                </c:pt>
                <c:pt idx="1061">
                  <c:v>39561</c:v>
                </c:pt>
                <c:pt idx="1062">
                  <c:v>39562</c:v>
                </c:pt>
                <c:pt idx="1063">
                  <c:v>39563</c:v>
                </c:pt>
                <c:pt idx="1064">
                  <c:v>39566</c:v>
                </c:pt>
                <c:pt idx="1065">
                  <c:v>39567</c:v>
                </c:pt>
                <c:pt idx="1066">
                  <c:v>39568</c:v>
                </c:pt>
                <c:pt idx="1067">
                  <c:v>39569</c:v>
                </c:pt>
                <c:pt idx="1068">
                  <c:v>39570</c:v>
                </c:pt>
                <c:pt idx="1069">
                  <c:v>39573</c:v>
                </c:pt>
                <c:pt idx="1070">
                  <c:v>39574</c:v>
                </c:pt>
                <c:pt idx="1071">
                  <c:v>39575</c:v>
                </c:pt>
                <c:pt idx="1072">
                  <c:v>39576</c:v>
                </c:pt>
                <c:pt idx="1073">
                  <c:v>39577</c:v>
                </c:pt>
                <c:pt idx="1074">
                  <c:v>39580</c:v>
                </c:pt>
                <c:pt idx="1075">
                  <c:v>39581</c:v>
                </c:pt>
                <c:pt idx="1076">
                  <c:v>39582</c:v>
                </c:pt>
                <c:pt idx="1077">
                  <c:v>39583</c:v>
                </c:pt>
                <c:pt idx="1078">
                  <c:v>39584</c:v>
                </c:pt>
                <c:pt idx="1079">
                  <c:v>39587</c:v>
                </c:pt>
                <c:pt idx="1080">
                  <c:v>39588</c:v>
                </c:pt>
                <c:pt idx="1081">
                  <c:v>39589</c:v>
                </c:pt>
                <c:pt idx="1082">
                  <c:v>39590</c:v>
                </c:pt>
                <c:pt idx="1083">
                  <c:v>39591</c:v>
                </c:pt>
                <c:pt idx="1084">
                  <c:v>39594</c:v>
                </c:pt>
                <c:pt idx="1085">
                  <c:v>39595</c:v>
                </c:pt>
                <c:pt idx="1086">
                  <c:v>39596</c:v>
                </c:pt>
                <c:pt idx="1087">
                  <c:v>39597</c:v>
                </c:pt>
                <c:pt idx="1088">
                  <c:v>39598</c:v>
                </c:pt>
                <c:pt idx="1089">
                  <c:v>39601</c:v>
                </c:pt>
                <c:pt idx="1090">
                  <c:v>39602</c:v>
                </c:pt>
                <c:pt idx="1091">
                  <c:v>39603</c:v>
                </c:pt>
                <c:pt idx="1092">
                  <c:v>39604</c:v>
                </c:pt>
                <c:pt idx="1093">
                  <c:v>39605</c:v>
                </c:pt>
                <c:pt idx="1094">
                  <c:v>39608</c:v>
                </c:pt>
                <c:pt idx="1095">
                  <c:v>39609</c:v>
                </c:pt>
                <c:pt idx="1096">
                  <c:v>39610</c:v>
                </c:pt>
                <c:pt idx="1097">
                  <c:v>39611</c:v>
                </c:pt>
                <c:pt idx="1098">
                  <c:v>39612</c:v>
                </c:pt>
                <c:pt idx="1099">
                  <c:v>39615</c:v>
                </c:pt>
                <c:pt idx="1100">
                  <c:v>39616</c:v>
                </c:pt>
                <c:pt idx="1101">
                  <c:v>39617</c:v>
                </c:pt>
                <c:pt idx="1102">
                  <c:v>39618</c:v>
                </c:pt>
                <c:pt idx="1103">
                  <c:v>39619</c:v>
                </c:pt>
                <c:pt idx="1104">
                  <c:v>39622</c:v>
                </c:pt>
                <c:pt idx="1105">
                  <c:v>39623</c:v>
                </c:pt>
                <c:pt idx="1106">
                  <c:v>39624</c:v>
                </c:pt>
                <c:pt idx="1107">
                  <c:v>39625</c:v>
                </c:pt>
                <c:pt idx="1108">
                  <c:v>39626</c:v>
                </c:pt>
                <c:pt idx="1109">
                  <c:v>39629</c:v>
                </c:pt>
                <c:pt idx="1110">
                  <c:v>39630</c:v>
                </c:pt>
                <c:pt idx="1111">
                  <c:v>39631</c:v>
                </c:pt>
                <c:pt idx="1112">
                  <c:v>39632</c:v>
                </c:pt>
                <c:pt idx="1113">
                  <c:v>39633</c:v>
                </c:pt>
                <c:pt idx="1114">
                  <c:v>39636</c:v>
                </c:pt>
                <c:pt idx="1115">
                  <c:v>39637</c:v>
                </c:pt>
                <c:pt idx="1116">
                  <c:v>39638</c:v>
                </c:pt>
                <c:pt idx="1117">
                  <c:v>39639</c:v>
                </c:pt>
                <c:pt idx="1118">
                  <c:v>39640</c:v>
                </c:pt>
                <c:pt idx="1119">
                  <c:v>39643</c:v>
                </c:pt>
                <c:pt idx="1120">
                  <c:v>39644</c:v>
                </c:pt>
                <c:pt idx="1121">
                  <c:v>39645</c:v>
                </c:pt>
                <c:pt idx="1122">
                  <c:v>39646</c:v>
                </c:pt>
                <c:pt idx="1123">
                  <c:v>39647</c:v>
                </c:pt>
                <c:pt idx="1124">
                  <c:v>39650</c:v>
                </c:pt>
                <c:pt idx="1125">
                  <c:v>39651</c:v>
                </c:pt>
                <c:pt idx="1126">
                  <c:v>39652</c:v>
                </c:pt>
                <c:pt idx="1127">
                  <c:v>39653</c:v>
                </c:pt>
                <c:pt idx="1128">
                  <c:v>39654</c:v>
                </c:pt>
                <c:pt idx="1129">
                  <c:v>39657</c:v>
                </c:pt>
                <c:pt idx="1130">
                  <c:v>39658</c:v>
                </c:pt>
                <c:pt idx="1131">
                  <c:v>39659</c:v>
                </c:pt>
                <c:pt idx="1132">
                  <c:v>39660</c:v>
                </c:pt>
                <c:pt idx="1133">
                  <c:v>39661</c:v>
                </c:pt>
                <c:pt idx="1134">
                  <c:v>39664</c:v>
                </c:pt>
                <c:pt idx="1135">
                  <c:v>39665</c:v>
                </c:pt>
                <c:pt idx="1136">
                  <c:v>39666</c:v>
                </c:pt>
                <c:pt idx="1137">
                  <c:v>39667</c:v>
                </c:pt>
                <c:pt idx="1138">
                  <c:v>39668</c:v>
                </c:pt>
                <c:pt idx="1139">
                  <c:v>39671</c:v>
                </c:pt>
                <c:pt idx="1140">
                  <c:v>39672</c:v>
                </c:pt>
                <c:pt idx="1141">
                  <c:v>39673</c:v>
                </c:pt>
                <c:pt idx="1142">
                  <c:v>39674</c:v>
                </c:pt>
                <c:pt idx="1143">
                  <c:v>39675</c:v>
                </c:pt>
                <c:pt idx="1144">
                  <c:v>39678</c:v>
                </c:pt>
                <c:pt idx="1145">
                  <c:v>39679</c:v>
                </c:pt>
                <c:pt idx="1146">
                  <c:v>39680</c:v>
                </c:pt>
                <c:pt idx="1147">
                  <c:v>39681</c:v>
                </c:pt>
                <c:pt idx="1148">
                  <c:v>39682</c:v>
                </c:pt>
                <c:pt idx="1149">
                  <c:v>39685</c:v>
                </c:pt>
                <c:pt idx="1150">
                  <c:v>39686</c:v>
                </c:pt>
                <c:pt idx="1151">
                  <c:v>39687</c:v>
                </c:pt>
                <c:pt idx="1152">
                  <c:v>39688</c:v>
                </c:pt>
                <c:pt idx="1153">
                  <c:v>39689</c:v>
                </c:pt>
                <c:pt idx="1154">
                  <c:v>39692</c:v>
                </c:pt>
                <c:pt idx="1155">
                  <c:v>39693</c:v>
                </c:pt>
                <c:pt idx="1156">
                  <c:v>39694</c:v>
                </c:pt>
                <c:pt idx="1157">
                  <c:v>39695</c:v>
                </c:pt>
                <c:pt idx="1158">
                  <c:v>39696</c:v>
                </c:pt>
                <c:pt idx="1159">
                  <c:v>39699</c:v>
                </c:pt>
                <c:pt idx="1160">
                  <c:v>39700</c:v>
                </c:pt>
                <c:pt idx="1161">
                  <c:v>39701</c:v>
                </c:pt>
                <c:pt idx="1162">
                  <c:v>39702</c:v>
                </c:pt>
                <c:pt idx="1163">
                  <c:v>39703</c:v>
                </c:pt>
                <c:pt idx="1164">
                  <c:v>39706</c:v>
                </c:pt>
                <c:pt idx="1165">
                  <c:v>39707</c:v>
                </c:pt>
                <c:pt idx="1166">
                  <c:v>39708</c:v>
                </c:pt>
                <c:pt idx="1167">
                  <c:v>39709</c:v>
                </c:pt>
                <c:pt idx="1168">
                  <c:v>39710</c:v>
                </c:pt>
                <c:pt idx="1169">
                  <c:v>39713</c:v>
                </c:pt>
                <c:pt idx="1170">
                  <c:v>39714</c:v>
                </c:pt>
                <c:pt idx="1171">
                  <c:v>39715</c:v>
                </c:pt>
                <c:pt idx="1172">
                  <c:v>39716</c:v>
                </c:pt>
                <c:pt idx="1173">
                  <c:v>39717</c:v>
                </c:pt>
                <c:pt idx="1174">
                  <c:v>39720</c:v>
                </c:pt>
                <c:pt idx="1175">
                  <c:v>39721</c:v>
                </c:pt>
                <c:pt idx="1176">
                  <c:v>39722</c:v>
                </c:pt>
                <c:pt idx="1177">
                  <c:v>39723</c:v>
                </c:pt>
                <c:pt idx="1178">
                  <c:v>39724</c:v>
                </c:pt>
                <c:pt idx="1179">
                  <c:v>39727</c:v>
                </c:pt>
                <c:pt idx="1180">
                  <c:v>39728</c:v>
                </c:pt>
                <c:pt idx="1181">
                  <c:v>39729</c:v>
                </c:pt>
                <c:pt idx="1182">
                  <c:v>39730</c:v>
                </c:pt>
                <c:pt idx="1183">
                  <c:v>39731</c:v>
                </c:pt>
                <c:pt idx="1184">
                  <c:v>39734</c:v>
                </c:pt>
                <c:pt idx="1185">
                  <c:v>39735</c:v>
                </c:pt>
                <c:pt idx="1186">
                  <c:v>39736</c:v>
                </c:pt>
                <c:pt idx="1187">
                  <c:v>39737</c:v>
                </c:pt>
                <c:pt idx="1188">
                  <c:v>39738</c:v>
                </c:pt>
                <c:pt idx="1189">
                  <c:v>39741</c:v>
                </c:pt>
                <c:pt idx="1190">
                  <c:v>39742</c:v>
                </c:pt>
                <c:pt idx="1191">
                  <c:v>39743</c:v>
                </c:pt>
                <c:pt idx="1192">
                  <c:v>39744</c:v>
                </c:pt>
                <c:pt idx="1193">
                  <c:v>39745</c:v>
                </c:pt>
                <c:pt idx="1194">
                  <c:v>39748</c:v>
                </c:pt>
                <c:pt idx="1195">
                  <c:v>39749</c:v>
                </c:pt>
                <c:pt idx="1196">
                  <c:v>39750</c:v>
                </c:pt>
                <c:pt idx="1197">
                  <c:v>39751</c:v>
                </c:pt>
                <c:pt idx="1198">
                  <c:v>39752</c:v>
                </c:pt>
                <c:pt idx="1199">
                  <c:v>39755</c:v>
                </c:pt>
                <c:pt idx="1200">
                  <c:v>39756</c:v>
                </c:pt>
                <c:pt idx="1201">
                  <c:v>39757</c:v>
                </c:pt>
                <c:pt idx="1202">
                  <c:v>39758</c:v>
                </c:pt>
                <c:pt idx="1203">
                  <c:v>39759</c:v>
                </c:pt>
                <c:pt idx="1204">
                  <c:v>39762</c:v>
                </c:pt>
                <c:pt idx="1205">
                  <c:v>39763</c:v>
                </c:pt>
                <c:pt idx="1206">
                  <c:v>39764</c:v>
                </c:pt>
                <c:pt idx="1207">
                  <c:v>39765</c:v>
                </c:pt>
                <c:pt idx="1208">
                  <c:v>39766</c:v>
                </c:pt>
                <c:pt idx="1209">
                  <c:v>39769</c:v>
                </c:pt>
                <c:pt idx="1210">
                  <c:v>39770</c:v>
                </c:pt>
                <c:pt idx="1211">
                  <c:v>39771</c:v>
                </c:pt>
                <c:pt idx="1212">
                  <c:v>39772</c:v>
                </c:pt>
                <c:pt idx="1213">
                  <c:v>39773</c:v>
                </c:pt>
                <c:pt idx="1214">
                  <c:v>39776</c:v>
                </c:pt>
                <c:pt idx="1215">
                  <c:v>39777</c:v>
                </c:pt>
                <c:pt idx="1216">
                  <c:v>39778</c:v>
                </c:pt>
                <c:pt idx="1217">
                  <c:v>39779</c:v>
                </c:pt>
                <c:pt idx="1218">
                  <c:v>39780</c:v>
                </c:pt>
                <c:pt idx="1219">
                  <c:v>39783</c:v>
                </c:pt>
                <c:pt idx="1220">
                  <c:v>39784</c:v>
                </c:pt>
                <c:pt idx="1221">
                  <c:v>39785</c:v>
                </c:pt>
                <c:pt idx="1222">
                  <c:v>39786</c:v>
                </c:pt>
                <c:pt idx="1223">
                  <c:v>39787</c:v>
                </c:pt>
                <c:pt idx="1224">
                  <c:v>39790</c:v>
                </c:pt>
                <c:pt idx="1225">
                  <c:v>39791</c:v>
                </c:pt>
                <c:pt idx="1226">
                  <c:v>39792</c:v>
                </c:pt>
                <c:pt idx="1227">
                  <c:v>39793</c:v>
                </c:pt>
                <c:pt idx="1228">
                  <c:v>39794</c:v>
                </c:pt>
                <c:pt idx="1229">
                  <c:v>39797</c:v>
                </c:pt>
                <c:pt idx="1230">
                  <c:v>39798</c:v>
                </c:pt>
                <c:pt idx="1231">
                  <c:v>39799</c:v>
                </c:pt>
                <c:pt idx="1232">
                  <c:v>39800</c:v>
                </c:pt>
                <c:pt idx="1233">
                  <c:v>39801</c:v>
                </c:pt>
                <c:pt idx="1234">
                  <c:v>39804</c:v>
                </c:pt>
                <c:pt idx="1235">
                  <c:v>39805</c:v>
                </c:pt>
                <c:pt idx="1236">
                  <c:v>39806</c:v>
                </c:pt>
                <c:pt idx="1237">
                  <c:v>39808</c:v>
                </c:pt>
                <c:pt idx="1238">
                  <c:v>39811</c:v>
                </c:pt>
                <c:pt idx="1239">
                  <c:v>39812</c:v>
                </c:pt>
                <c:pt idx="1240">
                  <c:v>39813</c:v>
                </c:pt>
                <c:pt idx="1241">
                  <c:v>39814</c:v>
                </c:pt>
                <c:pt idx="1242">
                  <c:v>39815</c:v>
                </c:pt>
                <c:pt idx="1243">
                  <c:v>39818</c:v>
                </c:pt>
                <c:pt idx="1244">
                  <c:v>39819</c:v>
                </c:pt>
                <c:pt idx="1245">
                  <c:v>39820</c:v>
                </c:pt>
                <c:pt idx="1246">
                  <c:v>39821</c:v>
                </c:pt>
                <c:pt idx="1247">
                  <c:v>39822</c:v>
                </c:pt>
                <c:pt idx="1248">
                  <c:v>39825</c:v>
                </c:pt>
                <c:pt idx="1249">
                  <c:v>39826</c:v>
                </c:pt>
                <c:pt idx="1250">
                  <c:v>39827</c:v>
                </c:pt>
                <c:pt idx="1251">
                  <c:v>39828</c:v>
                </c:pt>
                <c:pt idx="1252">
                  <c:v>39829</c:v>
                </c:pt>
                <c:pt idx="1253">
                  <c:v>39832</c:v>
                </c:pt>
                <c:pt idx="1254">
                  <c:v>39833</c:v>
                </c:pt>
                <c:pt idx="1255">
                  <c:v>39834</c:v>
                </c:pt>
                <c:pt idx="1256">
                  <c:v>39835</c:v>
                </c:pt>
                <c:pt idx="1257">
                  <c:v>39836</c:v>
                </c:pt>
                <c:pt idx="1258">
                  <c:v>39839</c:v>
                </c:pt>
                <c:pt idx="1259">
                  <c:v>39840</c:v>
                </c:pt>
                <c:pt idx="1260">
                  <c:v>39841</c:v>
                </c:pt>
                <c:pt idx="1261">
                  <c:v>39842</c:v>
                </c:pt>
                <c:pt idx="1262">
                  <c:v>39843</c:v>
                </c:pt>
                <c:pt idx="1263">
                  <c:v>39846</c:v>
                </c:pt>
                <c:pt idx="1264">
                  <c:v>39847</c:v>
                </c:pt>
                <c:pt idx="1265">
                  <c:v>39848</c:v>
                </c:pt>
                <c:pt idx="1266">
                  <c:v>39849</c:v>
                </c:pt>
                <c:pt idx="1267">
                  <c:v>39850</c:v>
                </c:pt>
                <c:pt idx="1268">
                  <c:v>39853</c:v>
                </c:pt>
                <c:pt idx="1269">
                  <c:v>39854</c:v>
                </c:pt>
                <c:pt idx="1270">
                  <c:v>39855</c:v>
                </c:pt>
                <c:pt idx="1271">
                  <c:v>39856</c:v>
                </c:pt>
                <c:pt idx="1272">
                  <c:v>39857</c:v>
                </c:pt>
                <c:pt idx="1273">
                  <c:v>39860</c:v>
                </c:pt>
                <c:pt idx="1274">
                  <c:v>39861</c:v>
                </c:pt>
                <c:pt idx="1275">
                  <c:v>39862</c:v>
                </c:pt>
                <c:pt idx="1276">
                  <c:v>39863</c:v>
                </c:pt>
                <c:pt idx="1277">
                  <c:v>39864</c:v>
                </c:pt>
                <c:pt idx="1278">
                  <c:v>39867</c:v>
                </c:pt>
                <c:pt idx="1279">
                  <c:v>39868</c:v>
                </c:pt>
                <c:pt idx="1280">
                  <c:v>39869</c:v>
                </c:pt>
                <c:pt idx="1281">
                  <c:v>39870</c:v>
                </c:pt>
                <c:pt idx="1282">
                  <c:v>39871</c:v>
                </c:pt>
                <c:pt idx="1283">
                  <c:v>39874</c:v>
                </c:pt>
                <c:pt idx="1284">
                  <c:v>39875</c:v>
                </c:pt>
                <c:pt idx="1285">
                  <c:v>39876</c:v>
                </c:pt>
                <c:pt idx="1286">
                  <c:v>39877</c:v>
                </c:pt>
                <c:pt idx="1287">
                  <c:v>39878</c:v>
                </c:pt>
                <c:pt idx="1288">
                  <c:v>39881</c:v>
                </c:pt>
                <c:pt idx="1289">
                  <c:v>39882</c:v>
                </c:pt>
                <c:pt idx="1290">
                  <c:v>39883</c:v>
                </c:pt>
                <c:pt idx="1291">
                  <c:v>39884</c:v>
                </c:pt>
                <c:pt idx="1292">
                  <c:v>39885</c:v>
                </c:pt>
                <c:pt idx="1293">
                  <c:v>39888</c:v>
                </c:pt>
                <c:pt idx="1294">
                  <c:v>39889</c:v>
                </c:pt>
                <c:pt idx="1295">
                  <c:v>39890</c:v>
                </c:pt>
                <c:pt idx="1296">
                  <c:v>39891</c:v>
                </c:pt>
                <c:pt idx="1297">
                  <c:v>39892</c:v>
                </c:pt>
                <c:pt idx="1298">
                  <c:v>39895</c:v>
                </c:pt>
                <c:pt idx="1299">
                  <c:v>39896</c:v>
                </c:pt>
                <c:pt idx="1300">
                  <c:v>39897</c:v>
                </c:pt>
                <c:pt idx="1301">
                  <c:v>39898</c:v>
                </c:pt>
                <c:pt idx="1302">
                  <c:v>39899</c:v>
                </c:pt>
                <c:pt idx="1303">
                  <c:v>39902</c:v>
                </c:pt>
                <c:pt idx="1304">
                  <c:v>39903</c:v>
                </c:pt>
                <c:pt idx="1305">
                  <c:v>39904</c:v>
                </c:pt>
                <c:pt idx="1306">
                  <c:v>39905</c:v>
                </c:pt>
                <c:pt idx="1307">
                  <c:v>39906</c:v>
                </c:pt>
                <c:pt idx="1308">
                  <c:v>39909</c:v>
                </c:pt>
                <c:pt idx="1309">
                  <c:v>39910</c:v>
                </c:pt>
                <c:pt idx="1310">
                  <c:v>39911</c:v>
                </c:pt>
                <c:pt idx="1311">
                  <c:v>39912</c:v>
                </c:pt>
                <c:pt idx="1312">
                  <c:v>39913</c:v>
                </c:pt>
                <c:pt idx="1313">
                  <c:v>39916</c:v>
                </c:pt>
                <c:pt idx="1314">
                  <c:v>39917</c:v>
                </c:pt>
                <c:pt idx="1315">
                  <c:v>39918</c:v>
                </c:pt>
                <c:pt idx="1316">
                  <c:v>39919</c:v>
                </c:pt>
                <c:pt idx="1317">
                  <c:v>39920</c:v>
                </c:pt>
                <c:pt idx="1318">
                  <c:v>39923</c:v>
                </c:pt>
                <c:pt idx="1319">
                  <c:v>39924</c:v>
                </c:pt>
                <c:pt idx="1320">
                  <c:v>39925</c:v>
                </c:pt>
                <c:pt idx="1321">
                  <c:v>39926</c:v>
                </c:pt>
                <c:pt idx="1322">
                  <c:v>39927</c:v>
                </c:pt>
                <c:pt idx="1323">
                  <c:v>39930</c:v>
                </c:pt>
                <c:pt idx="1324">
                  <c:v>39931</c:v>
                </c:pt>
                <c:pt idx="1325">
                  <c:v>39932</c:v>
                </c:pt>
                <c:pt idx="1326">
                  <c:v>39933</c:v>
                </c:pt>
                <c:pt idx="1327">
                  <c:v>39934</c:v>
                </c:pt>
                <c:pt idx="1328">
                  <c:v>39937</c:v>
                </c:pt>
                <c:pt idx="1329">
                  <c:v>39938</c:v>
                </c:pt>
                <c:pt idx="1330">
                  <c:v>39939</c:v>
                </c:pt>
                <c:pt idx="1331">
                  <c:v>39940</c:v>
                </c:pt>
                <c:pt idx="1332">
                  <c:v>39941</c:v>
                </c:pt>
                <c:pt idx="1333">
                  <c:v>39944</c:v>
                </c:pt>
                <c:pt idx="1334">
                  <c:v>39945</c:v>
                </c:pt>
                <c:pt idx="1335">
                  <c:v>39946</c:v>
                </c:pt>
                <c:pt idx="1336">
                  <c:v>39947</c:v>
                </c:pt>
                <c:pt idx="1337">
                  <c:v>39948</c:v>
                </c:pt>
                <c:pt idx="1338">
                  <c:v>39951</c:v>
                </c:pt>
                <c:pt idx="1339">
                  <c:v>39952</c:v>
                </c:pt>
                <c:pt idx="1340">
                  <c:v>39953</c:v>
                </c:pt>
                <c:pt idx="1341">
                  <c:v>39954</c:v>
                </c:pt>
                <c:pt idx="1342">
                  <c:v>39955</c:v>
                </c:pt>
                <c:pt idx="1343">
                  <c:v>39958</c:v>
                </c:pt>
                <c:pt idx="1344">
                  <c:v>39959</c:v>
                </c:pt>
                <c:pt idx="1345">
                  <c:v>39960</c:v>
                </c:pt>
                <c:pt idx="1346">
                  <c:v>39961</c:v>
                </c:pt>
                <c:pt idx="1347">
                  <c:v>39962</c:v>
                </c:pt>
                <c:pt idx="1348">
                  <c:v>39965</c:v>
                </c:pt>
                <c:pt idx="1349">
                  <c:v>39966</c:v>
                </c:pt>
                <c:pt idx="1350">
                  <c:v>39967</c:v>
                </c:pt>
                <c:pt idx="1351">
                  <c:v>39968</c:v>
                </c:pt>
                <c:pt idx="1352">
                  <c:v>39969</c:v>
                </c:pt>
                <c:pt idx="1353">
                  <c:v>39972</c:v>
                </c:pt>
                <c:pt idx="1354">
                  <c:v>39973</c:v>
                </c:pt>
                <c:pt idx="1355">
                  <c:v>39974</c:v>
                </c:pt>
                <c:pt idx="1356">
                  <c:v>39975</c:v>
                </c:pt>
                <c:pt idx="1357">
                  <c:v>39976</c:v>
                </c:pt>
                <c:pt idx="1358">
                  <c:v>39979</c:v>
                </c:pt>
                <c:pt idx="1359">
                  <c:v>39980</c:v>
                </c:pt>
                <c:pt idx="1360">
                  <c:v>39981</c:v>
                </c:pt>
                <c:pt idx="1361">
                  <c:v>39982</c:v>
                </c:pt>
                <c:pt idx="1362">
                  <c:v>39983</c:v>
                </c:pt>
                <c:pt idx="1363">
                  <c:v>39986</c:v>
                </c:pt>
                <c:pt idx="1364">
                  <c:v>39987</c:v>
                </c:pt>
                <c:pt idx="1365">
                  <c:v>39988</c:v>
                </c:pt>
                <c:pt idx="1366">
                  <c:v>39989</c:v>
                </c:pt>
                <c:pt idx="1367">
                  <c:v>39990</c:v>
                </c:pt>
                <c:pt idx="1368">
                  <c:v>39993</c:v>
                </c:pt>
                <c:pt idx="1369">
                  <c:v>39994</c:v>
                </c:pt>
                <c:pt idx="1370">
                  <c:v>39995</c:v>
                </c:pt>
                <c:pt idx="1371">
                  <c:v>39996</c:v>
                </c:pt>
                <c:pt idx="1372">
                  <c:v>39997</c:v>
                </c:pt>
                <c:pt idx="1373">
                  <c:v>40000</c:v>
                </c:pt>
                <c:pt idx="1374">
                  <c:v>40001</c:v>
                </c:pt>
                <c:pt idx="1375">
                  <c:v>40002</c:v>
                </c:pt>
                <c:pt idx="1376">
                  <c:v>40003</c:v>
                </c:pt>
                <c:pt idx="1377">
                  <c:v>40004</c:v>
                </c:pt>
                <c:pt idx="1378">
                  <c:v>40007</c:v>
                </c:pt>
                <c:pt idx="1379">
                  <c:v>40008</c:v>
                </c:pt>
                <c:pt idx="1380">
                  <c:v>40009</c:v>
                </c:pt>
                <c:pt idx="1381">
                  <c:v>40010</c:v>
                </c:pt>
                <c:pt idx="1382">
                  <c:v>40011</c:v>
                </c:pt>
                <c:pt idx="1383">
                  <c:v>40014</c:v>
                </c:pt>
                <c:pt idx="1384">
                  <c:v>40015</c:v>
                </c:pt>
                <c:pt idx="1385">
                  <c:v>40016</c:v>
                </c:pt>
                <c:pt idx="1386">
                  <c:v>40017</c:v>
                </c:pt>
                <c:pt idx="1387">
                  <c:v>40018</c:v>
                </c:pt>
                <c:pt idx="1388">
                  <c:v>40021</c:v>
                </c:pt>
                <c:pt idx="1389">
                  <c:v>40022</c:v>
                </c:pt>
                <c:pt idx="1390">
                  <c:v>40023</c:v>
                </c:pt>
                <c:pt idx="1391">
                  <c:v>40024</c:v>
                </c:pt>
                <c:pt idx="1392">
                  <c:v>40025</c:v>
                </c:pt>
                <c:pt idx="1393">
                  <c:v>40028</c:v>
                </c:pt>
                <c:pt idx="1394">
                  <c:v>40029</c:v>
                </c:pt>
                <c:pt idx="1395">
                  <c:v>40030</c:v>
                </c:pt>
                <c:pt idx="1396">
                  <c:v>40031</c:v>
                </c:pt>
                <c:pt idx="1397">
                  <c:v>40032</c:v>
                </c:pt>
                <c:pt idx="1398">
                  <c:v>40035</c:v>
                </c:pt>
                <c:pt idx="1399">
                  <c:v>40036</c:v>
                </c:pt>
                <c:pt idx="1400">
                  <c:v>40037</c:v>
                </c:pt>
                <c:pt idx="1401">
                  <c:v>40038</c:v>
                </c:pt>
                <c:pt idx="1402">
                  <c:v>40039</c:v>
                </c:pt>
                <c:pt idx="1403">
                  <c:v>40042</c:v>
                </c:pt>
                <c:pt idx="1404">
                  <c:v>40043</c:v>
                </c:pt>
                <c:pt idx="1405">
                  <c:v>40044</c:v>
                </c:pt>
                <c:pt idx="1406">
                  <c:v>40045</c:v>
                </c:pt>
                <c:pt idx="1407">
                  <c:v>40046</c:v>
                </c:pt>
                <c:pt idx="1408">
                  <c:v>40049</c:v>
                </c:pt>
                <c:pt idx="1409">
                  <c:v>40050</c:v>
                </c:pt>
                <c:pt idx="1410">
                  <c:v>40051</c:v>
                </c:pt>
                <c:pt idx="1411">
                  <c:v>40052</c:v>
                </c:pt>
                <c:pt idx="1412">
                  <c:v>40053</c:v>
                </c:pt>
                <c:pt idx="1413">
                  <c:v>40056</c:v>
                </c:pt>
                <c:pt idx="1414">
                  <c:v>40057</c:v>
                </c:pt>
                <c:pt idx="1415">
                  <c:v>40058</c:v>
                </c:pt>
                <c:pt idx="1416">
                  <c:v>40059</c:v>
                </c:pt>
                <c:pt idx="1417">
                  <c:v>40060</c:v>
                </c:pt>
                <c:pt idx="1418">
                  <c:v>40063</c:v>
                </c:pt>
                <c:pt idx="1419">
                  <c:v>40064</c:v>
                </c:pt>
                <c:pt idx="1420">
                  <c:v>40065</c:v>
                </c:pt>
                <c:pt idx="1421">
                  <c:v>40066</c:v>
                </c:pt>
                <c:pt idx="1422">
                  <c:v>40067</c:v>
                </c:pt>
                <c:pt idx="1423">
                  <c:v>40070</c:v>
                </c:pt>
                <c:pt idx="1424">
                  <c:v>40071</c:v>
                </c:pt>
                <c:pt idx="1425">
                  <c:v>40072</c:v>
                </c:pt>
                <c:pt idx="1426">
                  <c:v>40073</c:v>
                </c:pt>
                <c:pt idx="1427">
                  <c:v>40074</c:v>
                </c:pt>
                <c:pt idx="1428">
                  <c:v>40077</c:v>
                </c:pt>
                <c:pt idx="1429">
                  <c:v>40078</c:v>
                </c:pt>
                <c:pt idx="1430">
                  <c:v>40079</c:v>
                </c:pt>
                <c:pt idx="1431">
                  <c:v>40080</c:v>
                </c:pt>
                <c:pt idx="1432">
                  <c:v>40081</c:v>
                </c:pt>
                <c:pt idx="1433">
                  <c:v>40084</c:v>
                </c:pt>
                <c:pt idx="1434">
                  <c:v>40085</c:v>
                </c:pt>
                <c:pt idx="1435">
                  <c:v>40086</c:v>
                </c:pt>
                <c:pt idx="1436">
                  <c:v>40087</c:v>
                </c:pt>
                <c:pt idx="1437">
                  <c:v>40088</c:v>
                </c:pt>
                <c:pt idx="1438">
                  <c:v>40091</c:v>
                </c:pt>
                <c:pt idx="1439">
                  <c:v>40092</c:v>
                </c:pt>
                <c:pt idx="1440">
                  <c:v>40093</c:v>
                </c:pt>
                <c:pt idx="1441">
                  <c:v>40094</c:v>
                </c:pt>
                <c:pt idx="1442">
                  <c:v>40095</c:v>
                </c:pt>
                <c:pt idx="1443">
                  <c:v>40098</c:v>
                </c:pt>
                <c:pt idx="1444">
                  <c:v>40099</c:v>
                </c:pt>
                <c:pt idx="1445">
                  <c:v>40100</c:v>
                </c:pt>
                <c:pt idx="1446">
                  <c:v>40101</c:v>
                </c:pt>
                <c:pt idx="1447">
                  <c:v>40102</c:v>
                </c:pt>
                <c:pt idx="1448">
                  <c:v>40105</c:v>
                </c:pt>
                <c:pt idx="1449">
                  <c:v>40106</c:v>
                </c:pt>
                <c:pt idx="1450">
                  <c:v>40107</c:v>
                </c:pt>
                <c:pt idx="1451">
                  <c:v>40108</c:v>
                </c:pt>
                <c:pt idx="1452">
                  <c:v>40109</c:v>
                </c:pt>
                <c:pt idx="1453">
                  <c:v>40112</c:v>
                </c:pt>
                <c:pt idx="1454">
                  <c:v>40113</c:v>
                </c:pt>
                <c:pt idx="1455">
                  <c:v>40114</c:v>
                </c:pt>
                <c:pt idx="1456">
                  <c:v>40115</c:v>
                </c:pt>
                <c:pt idx="1457">
                  <c:v>40116</c:v>
                </c:pt>
                <c:pt idx="1458">
                  <c:v>40119</c:v>
                </c:pt>
                <c:pt idx="1459">
                  <c:v>40120</c:v>
                </c:pt>
                <c:pt idx="1460">
                  <c:v>40121</c:v>
                </c:pt>
                <c:pt idx="1461">
                  <c:v>40122</c:v>
                </c:pt>
                <c:pt idx="1462">
                  <c:v>40123</c:v>
                </c:pt>
                <c:pt idx="1463">
                  <c:v>40126</c:v>
                </c:pt>
                <c:pt idx="1464">
                  <c:v>40127</c:v>
                </c:pt>
                <c:pt idx="1465">
                  <c:v>40128</c:v>
                </c:pt>
                <c:pt idx="1466">
                  <c:v>40129</c:v>
                </c:pt>
                <c:pt idx="1467">
                  <c:v>40130</c:v>
                </c:pt>
                <c:pt idx="1468">
                  <c:v>40133</c:v>
                </c:pt>
                <c:pt idx="1469">
                  <c:v>40134</c:v>
                </c:pt>
                <c:pt idx="1470">
                  <c:v>40135</c:v>
                </c:pt>
                <c:pt idx="1471">
                  <c:v>40136</c:v>
                </c:pt>
                <c:pt idx="1472">
                  <c:v>40137</c:v>
                </c:pt>
                <c:pt idx="1473">
                  <c:v>40140</c:v>
                </c:pt>
                <c:pt idx="1474">
                  <c:v>40141</c:v>
                </c:pt>
                <c:pt idx="1475">
                  <c:v>40142</c:v>
                </c:pt>
                <c:pt idx="1476">
                  <c:v>40143</c:v>
                </c:pt>
                <c:pt idx="1477">
                  <c:v>40144</c:v>
                </c:pt>
                <c:pt idx="1478">
                  <c:v>40147</c:v>
                </c:pt>
                <c:pt idx="1479">
                  <c:v>40148</c:v>
                </c:pt>
                <c:pt idx="1480">
                  <c:v>40149</c:v>
                </c:pt>
                <c:pt idx="1481">
                  <c:v>40150</c:v>
                </c:pt>
                <c:pt idx="1482">
                  <c:v>40151</c:v>
                </c:pt>
                <c:pt idx="1483">
                  <c:v>40154</c:v>
                </c:pt>
                <c:pt idx="1484">
                  <c:v>40155</c:v>
                </c:pt>
                <c:pt idx="1485">
                  <c:v>40156</c:v>
                </c:pt>
                <c:pt idx="1486">
                  <c:v>40157</c:v>
                </c:pt>
                <c:pt idx="1487">
                  <c:v>40158</c:v>
                </c:pt>
                <c:pt idx="1488">
                  <c:v>40161</c:v>
                </c:pt>
                <c:pt idx="1489">
                  <c:v>40162</c:v>
                </c:pt>
                <c:pt idx="1490">
                  <c:v>40163</c:v>
                </c:pt>
                <c:pt idx="1491">
                  <c:v>40164</c:v>
                </c:pt>
                <c:pt idx="1492">
                  <c:v>40165</c:v>
                </c:pt>
                <c:pt idx="1493">
                  <c:v>40168</c:v>
                </c:pt>
                <c:pt idx="1494">
                  <c:v>40169</c:v>
                </c:pt>
                <c:pt idx="1495">
                  <c:v>40170</c:v>
                </c:pt>
                <c:pt idx="1496">
                  <c:v>40171</c:v>
                </c:pt>
                <c:pt idx="1497">
                  <c:v>40172</c:v>
                </c:pt>
                <c:pt idx="1498">
                  <c:v>40175</c:v>
                </c:pt>
                <c:pt idx="1499">
                  <c:v>40176</c:v>
                </c:pt>
                <c:pt idx="1500">
                  <c:v>40177</c:v>
                </c:pt>
                <c:pt idx="1501">
                  <c:v>40178</c:v>
                </c:pt>
                <c:pt idx="1502">
                  <c:v>40179</c:v>
                </c:pt>
                <c:pt idx="1503">
                  <c:v>40182</c:v>
                </c:pt>
                <c:pt idx="1504">
                  <c:v>40183</c:v>
                </c:pt>
                <c:pt idx="1505">
                  <c:v>40184</c:v>
                </c:pt>
                <c:pt idx="1506">
                  <c:v>40185</c:v>
                </c:pt>
                <c:pt idx="1507">
                  <c:v>40186</c:v>
                </c:pt>
                <c:pt idx="1508">
                  <c:v>40189</c:v>
                </c:pt>
                <c:pt idx="1509">
                  <c:v>40190</c:v>
                </c:pt>
                <c:pt idx="1510">
                  <c:v>40191</c:v>
                </c:pt>
                <c:pt idx="1511">
                  <c:v>40192</c:v>
                </c:pt>
                <c:pt idx="1512">
                  <c:v>40193</c:v>
                </c:pt>
                <c:pt idx="1513">
                  <c:v>40196</c:v>
                </c:pt>
                <c:pt idx="1514">
                  <c:v>40197</c:v>
                </c:pt>
                <c:pt idx="1515">
                  <c:v>40198</c:v>
                </c:pt>
                <c:pt idx="1516">
                  <c:v>40199</c:v>
                </c:pt>
                <c:pt idx="1517">
                  <c:v>40200</c:v>
                </c:pt>
                <c:pt idx="1518">
                  <c:v>40203</c:v>
                </c:pt>
                <c:pt idx="1519">
                  <c:v>40204</c:v>
                </c:pt>
                <c:pt idx="1520">
                  <c:v>40205</c:v>
                </c:pt>
                <c:pt idx="1521">
                  <c:v>40206</c:v>
                </c:pt>
                <c:pt idx="1522">
                  <c:v>40207</c:v>
                </c:pt>
                <c:pt idx="1523">
                  <c:v>40210</c:v>
                </c:pt>
                <c:pt idx="1524">
                  <c:v>40211</c:v>
                </c:pt>
                <c:pt idx="1525">
                  <c:v>40212</c:v>
                </c:pt>
                <c:pt idx="1526">
                  <c:v>40213</c:v>
                </c:pt>
                <c:pt idx="1527">
                  <c:v>40214</c:v>
                </c:pt>
                <c:pt idx="1528">
                  <c:v>40217</c:v>
                </c:pt>
                <c:pt idx="1529">
                  <c:v>40218</c:v>
                </c:pt>
                <c:pt idx="1530">
                  <c:v>40219</c:v>
                </c:pt>
                <c:pt idx="1531">
                  <c:v>40220</c:v>
                </c:pt>
                <c:pt idx="1532">
                  <c:v>40221</c:v>
                </c:pt>
                <c:pt idx="1533">
                  <c:v>40224</c:v>
                </c:pt>
                <c:pt idx="1534">
                  <c:v>40225</c:v>
                </c:pt>
                <c:pt idx="1535">
                  <c:v>40226</c:v>
                </c:pt>
                <c:pt idx="1536">
                  <c:v>40227</c:v>
                </c:pt>
                <c:pt idx="1537">
                  <c:v>40228</c:v>
                </c:pt>
                <c:pt idx="1538">
                  <c:v>40231</c:v>
                </c:pt>
                <c:pt idx="1539">
                  <c:v>40232</c:v>
                </c:pt>
                <c:pt idx="1540">
                  <c:v>40233</c:v>
                </c:pt>
                <c:pt idx="1541">
                  <c:v>40234</c:v>
                </c:pt>
                <c:pt idx="1542">
                  <c:v>40235</c:v>
                </c:pt>
                <c:pt idx="1543">
                  <c:v>40238</c:v>
                </c:pt>
                <c:pt idx="1544">
                  <c:v>40239</c:v>
                </c:pt>
                <c:pt idx="1545">
                  <c:v>40240</c:v>
                </c:pt>
                <c:pt idx="1546">
                  <c:v>40241</c:v>
                </c:pt>
                <c:pt idx="1547">
                  <c:v>40242</c:v>
                </c:pt>
                <c:pt idx="1548">
                  <c:v>40245</c:v>
                </c:pt>
                <c:pt idx="1549">
                  <c:v>40246</c:v>
                </c:pt>
                <c:pt idx="1550">
                  <c:v>40247</c:v>
                </c:pt>
                <c:pt idx="1551">
                  <c:v>40248</c:v>
                </c:pt>
                <c:pt idx="1552">
                  <c:v>40249</c:v>
                </c:pt>
                <c:pt idx="1553">
                  <c:v>40252</c:v>
                </c:pt>
                <c:pt idx="1554">
                  <c:v>40253</c:v>
                </c:pt>
                <c:pt idx="1555">
                  <c:v>40254</c:v>
                </c:pt>
                <c:pt idx="1556">
                  <c:v>40255</c:v>
                </c:pt>
                <c:pt idx="1557">
                  <c:v>40256</c:v>
                </c:pt>
                <c:pt idx="1558">
                  <c:v>40259</c:v>
                </c:pt>
                <c:pt idx="1559">
                  <c:v>40260</c:v>
                </c:pt>
                <c:pt idx="1560">
                  <c:v>40261</c:v>
                </c:pt>
                <c:pt idx="1561">
                  <c:v>40262</c:v>
                </c:pt>
                <c:pt idx="1562">
                  <c:v>40263</c:v>
                </c:pt>
                <c:pt idx="1563">
                  <c:v>40266</c:v>
                </c:pt>
                <c:pt idx="1564">
                  <c:v>40267</c:v>
                </c:pt>
                <c:pt idx="1565">
                  <c:v>40268</c:v>
                </c:pt>
                <c:pt idx="1566">
                  <c:v>40269</c:v>
                </c:pt>
                <c:pt idx="1567">
                  <c:v>40270</c:v>
                </c:pt>
                <c:pt idx="1568">
                  <c:v>40273</c:v>
                </c:pt>
                <c:pt idx="1569">
                  <c:v>40274</c:v>
                </c:pt>
                <c:pt idx="1570">
                  <c:v>40275</c:v>
                </c:pt>
                <c:pt idx="1571">
                  <c:v>40276</c:v>
                </c:pt>
                <c:pt idx="1572">
                  <c:v>40277</c:v>
                </c:pt>
                <c:pt idx="1573">
                  <c:v>40280</c:v>
                </c:pt>
                <c:pt idx="1574">
                  <c:v>40281</c:v>
                </c:pt>
                <c:pt idx="1575">
                  <c:v>40282</c:v>
                </c:pt>
                <c:pt idx="1576">
                  <c:v>40283</c:v>
                </c:pt>
                <c:pt idx="1577">
                  <c:v>40284</c:v>
                </c:pt>
                <c:pt idx="1578">
                  <c:v>40287</c:v>
                </c:pt>
                <c:pt idx="1579">
                  <c:v>40288</c:v>
                </c:pt>
                <c:pt idx="1580">
                  <c:v>40289</c:v>
                </c:pt>
                <c:pt idx="1581">
                  <c:v>40290</c:v>
                </c:pt>
                <c:pt idx="1582">
                  <c:v>40291</c:v>
                </c:pt>
                <c:pt idx="1583">
                  <c:v>40294</c:v>
                </c:pt>
                <c:pt idx="1584">
                  <c:v>40295</c:v>
                </c:pt>
                <c:pt idx="1585">
                  <c:v>40296</c:v>
                </c:pt>
                <c:pt idx="1586">
                  <c:v>40297</c:v>
                </c:pt>
                <c:pt idx="1587">
                  <c:v>40298</c:v>
                </c:pt>
                <c:pt idx="1588">
                  <c:v>40301</c:v>
                </c:pt>
                <c:pt idx="1589">
                  <c:v>40302</c:v>
                </c:pt>
                <c:pt idx="1590">
                  <c:v>40303</c:v>
                </c:pt>
                <c:pt idx="1591">
                  <c:v>40304</c:v>
                </c:pt>
                <c:pt idx="1592">
                  <c:v>40305</c:v>
                </c:pt>
                <c:pt idx="1593">
                  <c:v>40308</c:v>
                </c:pt>
                <c:pt idx="1594">
                  <c:v>40309</c:v>
                </c:pt>
                <c:pt idx="1595">
                  <c:v>40310</c:v>
                </c:pt>
                <c:pt idx="1596">
                  <c:v>40311</c:v>
                </c:pt>
                <c:pt idx="1597">
                  <c:v>40312</c:v>
                </c:pt>
                <c:pt idx="1598">
                  <c:v>40315</c:v>
                </c:pt>
                <c:pt idx="1599">
                  <c:v>40316</c:v>
                </c:pt>
                <c:pt idx="1600">
                  <c:v>40317</c:v>
                </c:pt>
                <c:pt idx="1601">
                  <c:v>40318</c:v>
                </c:pt>
                <c:pt idx="1602">
                  <c:v>40319</c:v>
                </c:pt>
                <c:pt idx="1603">
                  <c:v>40322</c:v>
                </c:pt>
                <c:pt idx="1604">
                  <c:v>40323</c:v>
                </c:pt>
                <c:pt idx="1605">
                  <c:v>40324</c:v>
                </c:pt>
                <c:pt idx="1606">
                  <c:v>40325</c:v>
                </c:pt>
                <c:pt idx="1607">
                  <c:v>40326</c:v>
                </c:pt>
                <c:pt idx="1608">
                  <c:v>40329</c:v>
                </c:pt>
                <c:pt idx="1609">
                  <c:v>40330</c:v>
                </c:pt>
                <c:pt idx="1610">
                  <c:v>40331</c:v>
                </c:pt>
                <c:pt idx="1611">
                  <c:v>40332</c:v>
                </c:pt>
                <c:pt idx="1612">
                  <c:v>40333</c:v>
                </c:pt>
                <c:pt idx="1613">
                  <c:v>40336</c:v>
                </c:pt>
                <c:pt idx="1614">
                  <c:v>40337</c:v>
                </c:pt>
                <c:pt idx="1615">
                  <c:v>40338</c:v>
                </c:pt>
                <c:pt idx="1616">
                  <c:v>40339</c:v>
                </c:pt>
                <c:pt idx="1617">
                  <c:v>40340</c:v>
                </c:pt>
                <c:pt idx="1618">
                  <c:v>40343</c:v>
                </c:pt>
                <c:pt idx="1619">
                  <c:v>40344</c:v>
                </c:pt>
                <c:pt idx="1620">
                  <c:v>40345</c:v>
                </c:pt>
                <c:pt idx="1621">
                  <c:v>40346</c:v>
                </c:pt>
                <c:pt idx="1622">
                  <c:v>40347</c:v>
                </c:pt>
                <c:pt idx="1623">
                  <c:v>40350</c:v>
                </c:pt>
                <c:pt idx="1624">
                  <c:v>40351</c:v>
                </c:pt>
                <c:pt idx="1625">
                  <c:v>40352</c:v>
                </c:pt>
                <c:pt idx="1626">
                  <c:v>40353</c:v>
                </c:pt>
                <c:pt idx="1627">
                  <c:v>40354</c:v>
                </c:pt>
                <c:pt idx="1628">
                  <c:v>40357</c:v>
                </c:pt>
                <c:pt idx="1629">
                  <c:v>40358</c:v>
                </c:pt>
                <c:pt idx="1630">
                  <c:v>40359</c:v>
                </c:pt>
                <c:pt idx="1631">
                  <c:v>40360</c:v>
                </c:pt>
                <c:pt idx="1632">
                  <c:v>40361</c:v>
                </c:pt>
                <c:pt idx="1633">
                  <c:v>40364</c:v>
                </c:pt>
                <c:pt idx="1634">
                  <c:v>40365</c:v>
                </c:pt>
                <c:pt idx="1635">
                  <c:v>40366</c:v>
                </c:pt>
                <c:pt idx="1636">
                  <c:v>40367</c:v>
                </c:pt>
                <c:pt idx="1637">
                  <c:v>40368</c:v>
                </c:pt>
                <c:pt idx="1638">
                  <c:v>40371</c:v>
                </c:pt>
                <c:pt idx="1639">
                  <c:v>40372</c:v>
                </c:pt>
                <c:pt idx="1640">
                  <c:v>40373</c:v>
                </c:pt>
                <c:pt idx="1641">
                  <c:v>40374</c:v>
                </c:pt>
                <c:pt idx="1642">
                  <c:v>40375</c:v>
                </c:pt>
                <c:pt idx="1643">
                  <c:v>40378</c:v>
                </c:pt>
                <c:pt idx="1644">
                  <c:v>40379</c:v>
                </c:pt>
                <c:pt idx="1645">
                  <c:v>40380</c:v>
                </c:pt>
                <c:pt idx="1646">
                  <c:v>40381</c:v>
                </c:pt>
                <c:pt idx="1647">
                  <c:v>40382</c:v>
                </c:pt>
                <c:pt idx="1648">
                  <c:v>40385</c:v>
                </c:pt>
                <c:pt idx="1649">
                  <c:v>40386</c:v>
                </c:pt>
                <c:pt idx="1650">
                  <c:v>40387</c:v>
                </c:pt>
                <c:pt idx="1651">
                  <c:v>40388</c:v>
                </c:pt>
                <c:pt idx="1652">
                  <c:v>40389</c:v>
                </c:pt>
                <c:pt idx="1653">
                  <c:v>40392</c:v>
                </c:pt>
                <c:pt idx="1654">
                  <c:v>40393</c:v>
                </c:pt>
                <c:pt idx="1655">
                  <c:v>40394</c:v>
                </c:pt>
                <c:pt idx="1656">
                  <c:v>40395</c:v>
                </c:pt>
                <c:pt idx="1657">
                  <c:v>40396</c:v>
                </c:pt>
                <c:pt idx="1658">
                  <c:v>40399</c:v>
                </c:pt>
                <c:pt idx="1659">
                  <c:v>40400</c:v>
                </c:pt>
                <c:pt idx="1660">
                  <c:v>40401</c:v>
                </c:pt>
                <c:pt idx="1661">
                  <c:v>40402</c:v>
                </c:pt>
                <c:pt idx="1662">
                  <c:v>40403</c:v>
                </c:pt>
                <c:pt idx="1663">
                  <c:v>40406</c:v>
                </c:pt>
                <c:pt idx="1664">
                  <c:v>40407</c:v>
                </c:pt>
                <c:pt idx="1665">
                  <c:v>40408</c:v>
                </c:pt>
                <c:pt idx="1666">
                  <c:v>40409</c:v>
                </c:pt>
                <c:pt idx="1667">
                  <c:v>40410</c:v>
                </c:pt>
                <c:pt idx="1668">
                  <c:v>40413</c:v>
                </c:pt>
                <c:pt idx="1669">
                  <c:v>40414</c:v>
                </c:pt>
                <c:pt idx="1670">
                  <c:v>40415</c:v>
                </c:pt>
                <c:pt idx="1671">
                  <c:v>40416</c:v>
                </c:pt>
                <c:pt idx="1672">
                  <c:v>40417</c:v>
                </c:pt>
                <c:pt idx="1673">
                  <c:v>40420</c:v>
                </c:pt>
                <c:pt idx="1674">
                  <c:v>40421</c:v>
                </c:pt>
                <c:pt idx="1675">
                  <c:v>40422</c:v>
                </c:pt>
                <c:pt idx="1676">
                  <c:v>40423</c:v>
                </c:pt>
                <c:pt idx="1677">
                  <c:v>40424</c:v>
                </c:pt>
                <c:pt idx="1678">
                  <c:v>40427</c:v>
                </c:pt>
                <c:pt idx="1679">
                  <c:v>40428</c:v>
                </c:pt>
                <c:pt idx="1680">
                  <c:v>40429</c:v>
                </c:pt>
                <c:pt idx="1681">
                  <c:v>40430</c:v>
                </c:pt>
                <c:pt idx="1682">
                  <c:v>40431</c:v>
                </c:pt>
                <c:pt idx="1683">
                  <c:v>40434</c:v>
                </c:pt>
                <c:pt idx="1684">
                  <c:v>40435</c:v>
                </c:pt>
                <c:pt idx="1685">
                  <c:v>40436</c:v>
                </c:pt>
                <c:pt idx="1686">
                  <c:v>40437</c:v>
                </c:pt>
                <c:pt idx="1687">
                  <c:v>40438</c:v>
                </c:pt>
                <c:pt idx="1688">
                  <c:v>40441</c:v>
                </c:pt>
                <c:pt idx="1689">
                  <c:v>40442</c:v>
                </c:pt>
                <c:pt idx="1690">
                  <c:v>40443</c:v>
                </c:pt>
                <c:pt idx="1691">
                  <c:v>40444</c:v>
                </c:pt>
                <c:pt idx="1692">
                  <c:v>40445</c:v>
                </c:pt>
                <c:pt idx="1693">
                  <c:v>40448</c:v>
                </c:pt>
                <c:pt idx="1694">
                  <c:v>40449</c:v>
                </c:pt>
                <c:pt idx="1695">
                  <c:v>40450</c:v>
                </c:pt>
                <c:pt idx="1696">
                  <c:v>40451</c:v>
                </c:pt>
                <c:pt idx="1697">
                  <c:v>40452</c:v>
                </c:pt>
                <c:pt idx="1698">
                  <c:v>40455</c:v>
                </c:pt>
                <c:pt idx="1699">
                  <c:v>40456</c:v>
                </c:pt>
                <c:pt idx="1700">
                  <c:v>40457</c:v>
                </c:pt>
                <c:pt idx="1701">
                  <c:v>40458</c:v>
                </c:pt>
                <c:pt idx="1702">
                  <c:v>40459</c:v>
                </c:pt>
                <c:pt idx="1703">
                  <c:v>40462</c:v>
                </c:pt>
                <c:pt idx="1704">
                  <c:v>40463</c:v>
                </c:pt>
                <c:pt idx="1705">
                  <c:v>40464</c:v>
                </c:pt>
                <c:pt idx="1706">
                  <c:v>40465</c:v>
                </c:pt>
                <c:pt idx="1707">
                  <c:v>40466</c:v>
                </c:pt>
                <c:pt idx="1708">
                  <c:v>40469</c:v>
                </c:pt>
                <c:pt idx="1709">
                  <c:v>40470</c:v>
                </c:pt>
                <c:pt idx="1710">
                  <c:v>40471</c:v>
                </c:pt>
                <c:pt idx="1711">
                  <c:v>40472</c:v>
                </c:pt>
                <c:pt idx="1712">
                  <c:v>40473</c:v>
                </c:pt>
                <c:pt idx="1713">
                  <c:v>40476</c:v>
                </c:pt>
                <c:pt idx="1714">
                  <c:v>40477</c:v>
                </c:pt>
                <c:pt idx="1715">
                  <c:v>40478</c:v>
                </c:pt>
                <c:pt idx="1716">
                  <c:v>40479</c:v>
                </c:pt>
                <c:pt idx="1717">
                  <c:v>40480</c:v>
                </c:pt>
                <c:pt idx="1718">
                  <c:v>40483</c:v>
                </c:pt>
                <c:pt idx="1719">
                  <c:v>40484</c:v>
                </c:pt>
                <c:pt idx="1720">
                  <c:v>40485</c:v>
                </c:pt>
                <c:pt idx="1721">
                  <c:v>40486</c:v>
                </c:pt>
                <c:pt idx="1722">
                  <c:v>40487</c:v>
                </c:pt>
                <c:pt idx="1723">
                  <c:v>40490</c:v>
                </c:pt>
                <c:pt idx="1724">
                  <c:v>40491</c:v>
                </c:pt>
                <c:pt idx="1725">
                  <c:v>40492</c:v>
                </c:pt>
                <c:pt idx="1726">
                  <c:v>40493</c:v>
                </c:pt>
                <c:pt idx="1727">
                  <c:v>40494</c:v>
                </c:pt>
                <c:pt idx="1728">
                  <c:v>40497</c:v>
                </c:pt>
                <c:pt idx="1729">
                  <c:v>40498</c:v>
                </c:pt>
                <c:pt idx="1730">
                  <c:v>40499</c:v>
                </c:pt>
                <c:pt idx="1731">
                  <c:v>40500</c:v>
                </c:pt>
                <c:pt idx="1732">
                  <c:v>40501</c:v>
                </c:pt>
                <c:pt idx="1733">
                  <c:v>40504</c:v>
                </c:pt>
                <c:pt idx="1734">
                  <c:v>40505</c:v>
                </c:pt>
                <c:pt idx="1735">
                  <c:v>40506</c:v>
                </c:pt>
                <c:pt idx="1736">
                  <c:v>40507</c:v>
                </c:pt>
                <c:pt idx="1737">
                  <c:v>40508</c:v>
                </c:pt>
                <c:pt idx="1738">
                  <c:v>40511</c:v>
                </c:pt>
                <c:pt idx="1739">
                  <c:v>40512</c:v>
                </c:pt>
                <c:pt idx="1740">
                  <c:v>40513</c:v>
                </c:pt>
                <c:pt idx="1741">
                  <c:v>40514</c:v>
                </c:pt>
                <c:pt idx="1742">
                  <c:v>40515</c:v>
                </c:pt>
                <c:pt idx="1743">
                  <c:v>40518</c:v>
                </c:pt>
                <c:pt idx="1744">
                  <c:v>40519</c:v>
                </c:pt>
                <c:pt idx="1745">
                  <c:v>40520</c:v>
                </c:pt>
                <c:pt idx="1746">
                  <c:v>40521</c:v>
                </c:pt>
                <c:pt idx="1747">
                  <c:v>40522</c:v>
                </c:pt>
                <c:pt idx="1748">
                  <c:v>40525</c:v>
                </c:pt>
                <c:pt idx="1749">
                  <c:v>40526</c:v>
                </c:pt>
                <c:pt idx="1750">
                  <c:v>40527</c:v>
                </c:pt>
                <c:pt idx="1751">
                  <c:v>40528</c:v>
                </c:pt>
                <c:pt idx="1752">
                  <c:v>40529</c:v>
                </c:pt>
                <c:pt idx="1753">
                  <c:v>40532</c:v>
                </c:pt>
                <c:pt idx="1754">
                  <c:v>40533</c:v>
                </c:pt>
                <c:pt idx="1755">
                  <c:v>40534</c:v>
                </c:pt>
                <c:pt idx="1756">
                  <c:v>40535</c:v>
                </c:pt>
                <c:pt idx="1757">
                  <c:v>40536</c:v>
                </c:pt>
                <c:pt idx="1758">
                  <c:v>40539</c:v>
                </c:pt>
                <c:pt idx="1759">
                  <c:v>40540</c:v>
                </c:pt>
                <c:pt idx="1760">
                  <c:v>40541</c:v>
                </c:pt>
                <c:pt idx="1761">
                  <c:v>40542</c:v>
                </c:pt>
                <c:pt idx="1762">
                  <c:v>40543</c:v>
                </c:pt>
                <c:pt idx="1763">
                  <c:v>40546</c:v>
                </c:pt>
                <c:pt idx="1764">
                  <c:v>40547</c:v>
                </c:pt>
                <c:pt idx="1765">
                  <c:v>40548</c:v>
                </c:pt>
                <c:pt idx="1766">
                  <c:v>40549</c:v>
                </c:pt>
                <c:pt idx="1767">
                  <c:v>40550</c:v>
                </c:pt>
                <c:pt idx="1768">
                  <c:v>40553</c:v>
                </c:pt>
                <c:pt idx="1769">
                  <c:v>40554</c:v>
                </c:pt>
                <c:pt idx="1770">
                  <c:v>40555</c:v>
                </c:pt>
                <c:pt idx="1771">
                  <c:v>40556</c:v>
                </c:pt>
                <c:pt idx="1772">
                  <c:v>40557</c:v>
                </c:pt>
                <c:pt idx="1773">
                  <c:v>40560</c:v>
                </c:pt>
                <c:pt idx="1774">
                  <c:v>40561</c:v>
                </c:pt>
                <c:pt idx="1775">
                  <c:v>40562</c:v>
                </c:pt>
                <c:pt idx="1776">
                  <c:v>40563</c:v>
                </c:pt>
                <c:pt idx="1777">
                  <c:v>40564</c:v>
                </c:pt>
                <c:pt idx="1778">
                  <c:v>40567</c:v>
                </c:pt>
                <c:pt idx="1779">
                  <c:v>40568</c:v>
                </c:pt>
                <c:pt idx="1780">
                  <c:v>40569</c:v>
                </c:pt>
                <c:pt idx="1781">
                  <c:v>40570</c:v>
                </c:pt>
                <c:pt idx="1782">
                  <c:v>40571</c:v>
                </c:pt>
                <c:pt idx="1783">
                  <c:v>40574</c:v>
                </c:pt>
                <c:pt idx="1784">
                  <c:v>40575</c:v>
                </c:pt>
                <c:pt idx="1785">
                  <c:v>40576</c:v>
                </c:pt>
                <c:pt idx="1786">
                  <c:v>40577</c:v>
                </c:pt>
                <c:pt idx="1787">
                  <c:v>40578</c:v>
                </c:pt>
                <c:pt idx="1788">
                  <c:v>40581</c:v>
                </c:pt>
                <c:pt idx="1789">
                  <c:v>40582</c:v>
                </c:pt>
                <c:pt idx="1790">
                  <c:v>40583</c:v>
                </c:pt>
                <c:pt idx="1791">
                  <c:v>40584</c:v>
                </c:pt>
                <c:pt idx="1792">
                  <c:v>40585</c:v>
                </c:pt>
                <c:pt idx="1793">
                  <c:v>40588</c:v>
                </c:pt>
                <c:pt idx="1794">
                  <c:v>40589</c:v>
                </c:pt>
                <c:pt idx="1795">
                  <c:v>40590</c:v>
                </c:pt>
                <c:pt idx="1796">
                  <c:v>40591</c:v>
                </c:pt>
                <c:pt idx="1797">
                  <c:v>40592</c:v>
                </c:pt>
                <c:pt idx="1798">
                  <c:v>40595</c:v>
                </c:pt>
                <c:pt idx="1799">
                  <c:v>40596</c:v>
                </c:pt>
                <c:pt idx="1800">
                  <c:v>40597</c:v>
                </c:pt>
                <c:pt idx="1801">
                  <c:v>40598</c:v>
                </c:pt>
                <c:pt idx="1802">
                  <c:v>40599</c:v>
                </c:pt>
                <c:pt idx="1803">
                  <c:v>40602</c:v>
                </c:pt>
                <c:pt idx="1804">
                  <c:v>40603</c:v>
                </c:pt>
                <c:pt idx="1805">
                  <c:v>40604</c:v>
                </c:pt>
                <c:pt idx="1806">
                  <c:v>40605</c:v>
                </c:pt>
                <c:pt idx="1807">
                  <c:v>40606</c:v>
                </c:pt>
                <c:pt idx="1808">
                  <c:v>40609</c:v>
                </c:pt>
                <c:pt idx="1809">
                  <c:v>40610</c:v>
                </c:pt>
                <c:pt idx="1810">
                  <c:v>40611</c:v>
                </c:pt>
                <c:pt idx="1811">
                  <c:v>40612</c:v>
                </c:pt>
                <c:pt idx="1812">
                  <c:v>40613</c:v>
                </c:pt>
                <c:pt idx="1813">
                  <c:v>40616</c:v>
                </c:pt>
                <c:pt idx="1814">
                  <c:v>40617</c:v>
                </c:pt>
                <c:pt idx="1815">
                  <c:v>40618</c:v>
                </c:pt>
                <c:pt idx="1816">
                  <c:v>40619</c:v>
                </c:pt>
                <c:pt idx="1817">
                  <c:v>40620</c:v>
                </c:pt>
                <c:pt idx="1818">
                  <c:v>40623</c:v>
                </c:pt>
                <c:pt idx="1819">
                  <c:v>40624</c:v>
                </c:pt>
                <c:pt idx="1820">
                  <c:v>40625</c:v>
                </c:pt>
                <c:pt idx="1821">
                  <c:v>40626</c:v>
                </c:pt>
                <c:pt idx="1822">
                  <c:v>40627</c:v>
                </c:pt>
                <c:pt idx="1823">
                  <c:v>40630</c:v>
                </c:pt>
                <c:pt idx="1824">
                  <c:v>40631</c:v>
                </c:pt>
                <c:pt idx="1825">
                  <c:v>40632</c:v>
                </c:pt>
                <c:pt idx="1826">
                  <c:v>40633</c:v>
                </c:pt>
                <c:pt idx="1827">
                  <c:v>40634</c:v>
                </c:pt>
                <c:pt idx="1828">
                  <c:v>40637</c:v>
                </c:pt>
                <c:pt idx="1829">
                  <c:v>40638</c:v>
                </c:pt>
                <c:pt idx="1830">
                  <c:v>40639</c:v>
                </c:pt>
                <c:pt idx="1831">
                  <c:v>40640</c:v>
                </c:pt>
                <c:pt idx="1832">
                  <c:v>40641</c:v>
                </c:pt>
                <c:pt idx="1833">
                  <c:v>40644</c:v>
                </c:pt>
                <c:pt idx="1834">
                  <c:v>40645</c:v>
                </c:pt>
                <c:pt idx="1835">
                  <c:v>40646</c:v>
                </c:pt>
                <c:pt idx="1836">
                  <c:v>40647</c:v>
                </c:pt>
                <c:pt idx="1837">
                  <c:v>40648</c:v>
                </c:pt>
                <c:pt idx="1838">
                  <c:v>40651</c:v>
                </c:pt>
                <c:pt idx="1839">
                  <c:v>40652</c:v>
                </c:pt>
                <c:pt idx="1840">
                  <c:v>40653</c:v>
                </c:pt>
                <c:pt idx="1841">
                  <c:v>40654</c:v>
                </c:pt>
                <c:pt idx="1842">
                  <c:v>40655</c:v>
                </c:pt>
                <c:pt idx="1843">
                  <c:v>40658</c:v>
                </c:pt>
                <c:pt idx="1844">
                  <c:v>40659</c:v>
                </c:pt>
                <c:pt idx="1845">
                  <c:v>40660</c:v>
                </c:pt>
                <c:pt idx="1846">
                  <c:v>40661</c:v>
                </c:pt>
                <c:pt idx="1847">
                  <c:v>40662</c:v>
                </c:pt>
                <c:pt idx="1848">
                  <c:v>40665</c:v>
                </c:pt>
                <c:pt idx="1849">
                  <c:v>40666</c:v>
                </c:pt>
                <c:pt idx="1850">
                  <c:v>40667</c:v>
                </c:pt>
                <c:pt idx="1851">
                  <c:v>40668</c:v>
                </c:pt>
                <c:pt idx="1852">
                  <c:v>40669</c:v>
                </c:pt>
                <c:pt idx="1853">
                  <c:v>40672</c:v>
                </c:pt>
                <c:pt idx="1854">
                  <c:v>40673</c:v>
                </c:pt>
                <c:pt idx="1855">
                  <c:v>40674</c:v>
                </c:pt>
                <c:pt idx="1856">
                  <c:v>40675</c:v>
                </c:pt>
                <c:pt idx="1857">
                  <c:v>40676</c:v>
                </c:pt>
                <c:pt idx="1858">
                  <c:v>40679</c:v>
                </c:pt>
                <c:pt idx="1859">
                  <c:v>40680</c:v>
                </c:pt>
                <c:pt idx="1860">
                  <c:v>40681</c:v>
                </c:pt>
                <c:pt idx="1861">
                  <c:v>40682</c:v>
                </c:pt>
                <c:pt idx="1862">
                  <c:v>40683</c:v>
                </c:pt>
                <c:pt idx="1863">
                  <c:v>40686</c:v>
                </c:pt>
                <c:pt idx="1864">
                  <c:v>40687</c:v>
                </c:pt>
                <c:pt idx="1865">
                  <c:v>40688</c:v>
                </c:pt>
                <c:pt idx="1866">
                  <c:v>40689</c:v>
                </c:pt>
                <c:pt idx="1867">
                  <c:v>40690</c:v>
                </c:pt>
                <c:pt idx="1868">
                  <c:v>40693</c:v>
                </c:pt>
                <c:pt idx="1869">
                  <c:v>40694</c:v>
                </c:pt>
                <c:pt idx="1870">
                  <c:v>40695</c:v>
                </c:pt>
                <c:pt idx="1871">
                  <c:v>40696</c:v>
                </c:pt>
                <c:pt idx="1872">
                  <c:v>40697</c:v>
                </c:pt>
                <c:pt idx="1873">
                  <c:v>40700</c:v>
                </c:pt>
                <c:pt idx="1874">
                  <c:v>40701</c:v>
                </c:pt>
                <c:pt idx="1875">
                  <c:v>40702</c:v>
                </c:pt>
                <c:pt idx="1876">
                  <c:v>40703</c:v>
                </c:pt>
                <c:pt idx="1877">
                  <c:v>40704</c:v>
                </c:pt>
                <c:pt idx="1878">
                  <c:v>40707</c:v>
                </c:pt>
                <c:pt idx="1879">
                  <c:v>40708</c:v>
                </c:pt>
                <c:pt idx="1880">
                  <c:v>40709</c:v>
                </c:pt>
                <c:pt idx="1881">
                  <c:v>40710</c:v>
                </c:pt>
                <c:pt idx="1882">
                  <c:v>40711</c:v>
                </c:pt>
                <c:pt idx="1883">
                  <c:v>40714</c:v>
                </c:pt>
                <c:pt idx="1884">
                  <c:v>40715</c:v>
                </c:pt>
                <c:pt idx="1885">
                  <c:v>40716</c:v>
                </c:pt>
                <c:pt idx="1886">
                  <c:v>40717</c:v>
                </c:pt>
                <c:pt idx="1887">
                  <c:v>40718</c:v>
                </c:pt>
                <c:pt idx="1888">
                  <c:v>40721</c:v>
                </c:pt>
                <c:pt idx="1889">
                  <c:v>40722</c:v>
                </c:pt>
                <c:pt idx="1890">
                  <c:v>40723</c:v>
                </c:pt>
                <c:pt idx="1891">
                  <c:v>40724</c:v>
                </c:pt>
                <c:pt idx="1892">
                  <c:v>40725</c:v>
                </c:pt>
                <c:pt idx="1893">
                  <c:v>40728</c:v>
                </c:pt>
                <c:pt idx="1894">
                  <c:v>40729</c:v>
                </c:pt>
                <c:pt idx="1895">
                  <c:v>40730</c:v>
                </c:pt>
                <c:pt idx="1896">
                  <c:v>40731</c:v>
                </c:pt>
                <c:pt idx="1897">
                  <c:v>40732</c:v>
                </c:pt>
                <c:pt idx="1898">
                  <c:v>40735</c:v>
                </c:pt>
                <c:pt idx="1899">
                  <c:v>40736</c:v>
                </c:pt>
                <c:pt idx="1900">
                  <c:v>40737</c:v>
                </c:pt>
                <c:pt idx="1901">
                  <c:v>40738</c:v>
                </c:pt>
                <c:pt idx="1902">
                  <c:v>40739</c:v>
                </c:pt>
                <c:pt idx="1903">
                  <c:v>40742</c:v>
                </c:pt>
                <c:pt idx="1904">
                  <c:v>40743</c:v>
                </c:pt>
                <c:pt idx="1905">
                  <c:v>40744</c:v>
                </c:pt>
                <c:pt idx="1906">
                  <c:v>40745</c:v>
                </c:pt>
                <c:pt idx="1907">
                  <c:v>40746</c:v>
                </c:pt>
                <c:pt idx="1908">
                  <c:v>40749</c:v>
                </c:pt>
                <c:pt idx="1909">
                  <c:v>40750</c:v>
                </c:pt>
                <c:pt idx="1910">
                  <c:v>40751</c:v>
                </c:pt>
                <c:pt idx="1911">
                  <c:v>40752</c:v>
                </c:pt>
                <c:pt idx="1912">
                  <c:v>40753</c:v>
                </c:pt>
                <c:pt idx="1913">
                  <c:v>40756</c:v>
                </c:pt>
                <c:pt idx="1914">
                  <c:v>40757</c:v>
                </c:pt>
                <c:pt idx="1915">
                  <c:v>40758</c:v>
                </c:pt>
                <c:pt idx="1916">
                  <c:v>40759</c:v>
                </c:pt>
                <c:pt idx="1917">
                  <c:v>40760</c:v>
                </c:pt>
                <c:pt idx="1918">
                  <c:v>40763</c:v>
                </c:pt>
                <c:pt idx="1919">
                  <c:v>40764</c:v>
                </c:pt>
                <c:pt idx="1920">
                  <c:v>40765</c:v>
                </c:pt>
                <c:pt idx="1921">
                  <c:v>40766</c:v>
                </c:pt>
                <c:pt idx="1922">
                  <c:v>40767</c:v>
                </c:pt>
                <c:pt idx="1923">
                  <c:v>40770</c:v>
                </c:pt>
                <c:pt idx="1924">
                  <c:v>40771</c:v>
                </c:pt>
                <c:pt idx="1925">
                  <c:v>40772</c:v>
                </c:pt>
                <c:pt idx="1926">
                  <c:v>40773</c:v>
                </c:pt>
                <c:pt idx="1927">
                  <c:v>40774</c:v>
                </c:pt>
                <c:pt idx="1928">
                  <c:v>40777</c:v>
                </c:pt>
                <c:pt idx="1929">
                  <c:v>40778</c:v>
                </c:pt>
                <c:pt idx="1930">
                  <c:v>40779</c:v>
                </c:pt>
                <c:pt idx="1931">
                  <c:v>40780</c:v>
                </c:pt>
                <c:pt idx="1932">
                  <c:v>40781</c:v>
                </c:pt>
                <c:pt idx="1933">
                  <c:v>40784</c:v>
                </c:pt>
                <c:pt idx="1934">
                  <c:v>40785</c:v>
                </c:pt>
                <c:pt idx="1935">
                  <c:v>40786</c:v>
                </c:pt>
                <c:pt idx="1936">
                  <c:v>40787</c:v>
                </c:pt>
                <c:pt idx="1937">
                  <c:v>40788</c:v>
                </c:pt>
                <c:pt idx="1938">
                  <c:v>40791</c:v>
                </c:pt>
                <c:pt idx="1939">
                  <c:v>40792</c:v>
                </c:pt>
                <c:pt idx="1940">
                  <c:v>40793</c:v>
                </c:pt>
                <c:pt idx="1941">
                  <c:v>40794</c:v>
                </c:pt>
                <c:pt idx="1942">
                  <c:v>40795</c:v>
                </c:pt>
                <c:pt idx="1943">
                  <c:v>40798</c:v>
                </c:pt>
                <c:pt idx="1944">
                  <c:v>40799</c:v>
                </c:pt>
                <c:pt idx="1945">
                  <c:v>40800</c:v>
                </c:pt>
                <c:pt idx="1946">
                  <c:v>40801</c:v>
                </c:pt>
                <c:pt idx="1947">
                  <c:v>40802</c:v>
                </c:pt>
                <c:pt idx="1948">
                  <c:v>40805</c:v>
                </c:pt>
                <c:pt idx="1949">
                  <c:v>40806</c:v>
                </c:pt>
                <c:pt idx="1950">
                  <c:v>40807</c:v>
                </c:pt>
                <c:pt idx="1951">
                  <c:v>40808</c:v>
                </c:pt>
                <c:pt idx="1952">
                  <c:v>40809</c:v>
                </c:pt>
                <c:pt idx="1953">
                  <c:v>40812</c:v>
                </c:pt>
                <c:pt idx="1954">
                  <c:v>40813</c:v>
                </c:pt>
                <c:pt idx="1955">
                  <c:v>40814</c:v>
                </c:pt>
                <c:pt idx="1956">
                  <c:v>40815</c:v>
                </c:pt>
                <c:pt idx="1957">
                  <c:v>40816</c:v>
                </c:pt>
                <c:pt idx="1958">
                  <c:v>40819</c:v>
                </c:pt>
                <c:pt idx="1959">
                  <c:v>40820</c:v>
                </c:pt>
                <c:pt idx="1960">
                  <c:v>40821</c:v>
                </c:pt>
                <c:pt idx="1961">
                  <c:v>40822</c:v>
                </c:pt>
                <c:pt idx="1962">
                  <c:v>40823</c:v>
                </c:pt>
                <c:pt idx="1963">
                  <c:v>40826</c:v>
                </c:pt>
                <c:pt idx="1964">
                  <c:v>40827</c:v>
                </c:pt>
                <c:pt idx="1965">
                  <c:v>40828</c:v>
                </c:pt>
                <c:pt idx="1966">
                  <c:v>40829</c:v>
                </c:pt>
                <c:pt idx="1967">
                  <c:v>40830</c:v>
                </c:pt>
                <c:pt idx="1968">
                  <c:v>40833</c:v>
                </c:pt>
                <c:pt idx="1969">
                  <c:v>40834</c:v>
                </c:pt>
                <c:pt idx="1970">
                  <c:v>40835</c:v>
                </c:pt>
                <c:pt idx="1971">
                  <c:v>40836</c:v>
                </c:pt>
                <c:pt idx="1972">
                  <c:v>40837</c:v>
                </c:pt>
                <c:pt idx="1973">
                  <c:v>40840</c:v>
                </c:pt>
                <c:pt idx="1974">
                  <c:v>40841</c:v>
                </c:pt>
                <c:pt idx="1975">
                  <c:v>40842</c:v>
                </c:pt>
                <c:pt idx="1976">
                  <c:v>40843</c:v>
                </c:pt>
                <c:pt idx="1977">
                  <c:v>40844</c:v>
                </c:pt>
                <c:pt idx="1978">
                  <c:v>40847</c:v>
                </c:pt>
                <c:pt idx="1979">
                  <c:v>40848</c:v>
                </c:pt>
                <c:pt idx="1980">
                  <c:v>40849</c:v>
                </c:pt>
                <c:pt idx="1981">
                  <c:v>40850</c:v>
                </c:pt>
                <c:pt idx="1982">
                  <c:v>40851</c:v>
                </c:pt>
                <c:pt idx="1983">
                  <c:v>40854</c:v>
                </c:pt>
                <c:pt idx="1984">
                  <c:v>40855</c:v>
                </c:pt>
                <c:pt idx="1985">
                  <c:v>40856</c:v>
                </c:pt>
                <c:pt idx="1986">
                  <c:v>40857</c:v>
                </c:pt>
                <c:pt idx="1987">
                  <c:v>40858</c:v>
                </c:pt>
                <c:pt idx="1988">
                  <c:v>40861</c:v>
                </c:pt>
                <c:pt idx="1989">
                  <c:v>40862</c:v>
                </c:pt>
                <c:pt idx="1990">
                  <c:v>40863</c:v>
                </c:pt>
                <c:pt idx="1991">
                  <c:v>40864</c:v>
                </c:pt>
                <c:pt idx="1992">
                  <c:v>40865</c:v>
                </c:pt>
                <c:pt idx="1993">
                  <c:v>40868</c:v>
                </c:pt>
                <c:pt idx="1994">
                  <c:v>40869</c:v>
                </c:pt>
                <c:pt idx="1995">
                  <c:v>40870</c:v>
                </c:pt>
                <c:pt idx="1996">
                  <c:v>40871</c:v>
                </c:pt>
                <c:pt idx="1997">
                  <c:v>40872</c:v>
                </c:pt>
                <c:pt idx="1998">
                  <c:v>40875</c:v>
                </c:pt>
                <c:pt idx="1999">
                  <c:v>40876</c:v>
                </c:pt>
                <c:pt idx="2000">
                  <c:v>40877</c:v>
                </c:pt>
                <c:pt idx="2001">
                  <c:v>40878</c:v>
                </c:pt>
                <c:pt idx="2002">
                  <c:v>40879</c:v>
                </c:pt>
                <c:pt idx="2003">
                  <c:v>40882</c:v>
                </c:pt>
                <c:pt idx="2004">
                  <c:v>40883</c:v>
                </c:pt>
                <c:pt idx="2005">
                  <c:v>40884</c:v>
                </c:pt>
                <c:pt idx="2006">
                  <c:v>40885</c:v>
                </c:pt>
                <c:pt idx="2007">
                  <c:v>40886</c:v>
                </c:pt>
                <c:pt idx="2008">
                  <c:v>40889</c:v>
                </c:pt>
                <c:pt idx="2009">
                  <c:v>40890</c:v>
                </c:pt>
                <c:pt idx="2010">
                  <c:v>40891</c:v>
                </c:pt>
                <c:pt idx="2011">
                  <c:v>40892</c:v>
                </c:pt>
                <c:pt idx="2012">
                  <c:v>40893</c:v>
                </c:pt>
                <c:pt idx="2013">
                  <c:v>40896</c:v>
                </c:pt>
                <c:pt idx="2014">
                  <c:v>40897</c:v>
                </c:pt>
                <c:pt idx="2015">
                  <c:v>40898</c:v>
                </c:pt>
                <c:pt idx="2016">
                  <c:v>40899</c:v>
                </c:pt>
                <c:pt idx="2017">
                  <c:v>40900</c:v>
                </c:pt>
                <c:pt idx="2018">
                  <c:v>40903</c:v>
                </c:pt>
                <c:pt idx="2019">
                  <c:v>40904</c:v>
                </c:pt>
                <c:pt idx="2020">
                  <c:v>40905</c:v>
                </c:pt>
                <c:pt idx="2021">
                  <c:v>40906</c:v>
                </c:pt>
                <c:pt idx="2022">
                  <c:v>40907</c:v>
                </c:pt>
                <c:pt idx="2023">
                  <c:v>40910</c:v>
                </c:pt>
                <c:pt idx="2024">
                  <c:v>40911</c:v>
                </c:pt>
                <c:pt idx="2025">
                  <c:v>40912</c:v>
                </c:pt>
                <c:pt idx="2026">
                  <c:v>40913</c:v>
                </c:pt>
                <c:pt idx="2027">
                  <c:v>40914</c:v>
                </c:pt>
                <c:pt idx="2028">
                  <c:v>40917</c:v>
                </c:pt>
                <c:pt idx="2029">
                  <c:v>40918</c:v>
                </c:pt>
                <c:pt idx="2030">
                  <c:v>40919</c:v>
                </c:pt>
                <c:pt idx="2031">
                  <c:v>40920</c:v>
                </c:pt>
                <c:pt idx="2032">
                  <c:v>40921</c:v>
                </c:pt>
                <c:pt idx="2033">
                  <c:v>40924</c:v>
                </c:pt>
                <c:pt idx="2034">
                  <c:v>40925</c:v>
                </c:pt>
                <c:pt idx="2035">
                  <c:v>40926</c:v>
                </c:pt>
                <c:pt idx="2036">
                  <c:v>40927</c:v>
                </c:pt>
                <c:pt idx="2037">
                  <c:v>40928</c:v>
                </c:pt>
                <c:pt idx="2038">
                  <c:v>40931</c:v>
                </c:pt>
                <c:pt idx="2039">
                  <c:v>40932</c:v>
                </c:pt>
                <c:pt idx="2040">
                  <c:v>40933</c:v>
                </c:pt>
                <c:pt idx="2041">
                  <c:v>40934</c:v>
                </c:pt>
                <c:pt idx="2042">
                  <c:v>40935</c:v>
                </c:pt>
                <c:pt idx="2043">
                  <c:v>40938</c:v>
                </c:pt>
                <c:pt idx="2044">
                  <c:v>40939</c:v>
                </c:pt>
                <c:pt idx="2045">
                  <c:v>40940</c:v>
                </c:pt>
                <c:pt idx="2046">
                  <c:v>40941</c:v>
                </c:pt>
                <c:pt idx="2047">
                  <c:v>40942</c:v>
                </c:pt>
                <c:pt idx="2048">
                  <c:v>40945</c:v>
                </c:pt>
                <c:pt idx="2049">
                  <c:v>40946</c:v>
                </c:pt>
                <c:pt idx="2050">
                  <c:v>40947</c:v>
                </c:pt>
                <c:pt idx="2051">
                  <c:v>40948</c:v>
                </c:pt>
                <c:pt idx="2052">
                  <c:v>40949</c:v>
                </c:pt>
                <c:pt idx="2053">
                  <c:v>40952</c:v>
                </c:pt>
                <c:pt idx="2054">
                  <c:v>40953</c:v>
                </c:pt>
                <c:pt idx="2055">
                  <c:v>40954</c:v>
                </c:pt>
                <c:pt idx="2056">
                  <c:v>40955</c:v>
                </c:pt>
                <c:pt idx="2057">
                  <c:v>40956</c:v>
                </c:pt>
                <c:pt idx="2058">
                  <c:v>40959</c:v>
                </c:pt>
                <c:pt idx="2059">
                  <c:v>40960</c:v>
                </c:pt>
                <c:pt idx="2060">
                  <c:v>40961</c:v>
                </c:pt>
                <c:pt idx="2061">
                  <c:v>40962</c:v>
                </c:pt>
                <c:pt idx="2062">
                  <c:v>40963</c:v>
                </c:pt>
                <c:pt idx="2063">
                  <c:v>40966</c:v>
                </c:pt>
                <c:pt idx="2064">
                  <c:v>40967</c:v>
                </c:pt>
                <c:pt idx="2065">
                  <c:v>40968</c:v>
                </c:pt>
                <c:pt idx="2066">
                  <c:v>40969</c:v>
                </c:pt>
                <c:pt idx="2067">
                  <c:v>40970</c:v>
                </c:pt>
                <c:pt idx="2068">
                  <c:v>40973</c:v>
                </c:pt>
                <c:pt idx="2069">
                  <c:v>40974</c:v>
                </c:pt>
                <c:pt idx="2070">
                  <c:v>40975</c:v>
                </c:pt>
                <c:pt idx="2071">
                  <c:v>40976</c:v>
                </c:pt>
                <c:pt idx="2072">
                  <c:v>40977</c:v>
                </c:pt>
                <c:pt idx="2073">
                  <c:v>40980</c:v>
                </c:pt>
                <c:pt idx="2074">
                  <c:v>40981</c:v>
                </c:pt>
                <c:pt idx="2075">
                  <c:v>40982</c:v>
                </c:pt>
                <c:pt idx="2076">
                  <c:v>40983</c:v>
                </c:pt>
                <c:pt idx="2077">
                  <c:v>40984</c:v>
                </c:pt>
                <c:pt idx="2078">
                  <c:v>40987</c:v>
                </c:pt>
                <c:pt idx="2079">
                  <c:v>40988</c:v>
                </c:pt>
                <c:pt idx="2080">
                  <c:v>40989</c:v>
                </c:pt>
                <c:pt idx="2081">
                  <c:v>40990</c:v>
                </c:pt>
                <c:pt idx="2082">
                  <c:v>40991</c:v>
                </c:pt>
                <c:pt idx="2083">
                  <c:v>40994</c:v>
                </c:pt>
                <c:pt idx="2084">
                  <c:v>40995</c:v>
                </c:pt>
                <c:pt idx="2085">
                  <c:v>40996</c:v>
                </c:pt>
                <c:pt idx="2086">
                  <c:v>40997</c:v>
                </c:pt>
                <c:pt idx="2087">
                  <c:v>40998</c:v>
                </c:pt>
                <c:pt idx="2088">
                  <c:v>41001</c:v>
                </c:pt>
                <c:pt idx="2089">
                  <c:v>41002</c:v>
                </c:pt>
                <c:pt idx="2090">
                  <c:v>41003</c:v>
                </c:pt>
                <c:pt idx="2091">
                  <c:v>41004</c:v>
                </c:pt>
                <c:pt idx="2092">
                  <c:v>41005</c:v>
                </c:pt>
                <c:pt idx="2093">
                  <c:v>41008</c:v>
                </c:pt>
                <c:pt idx="2094">
                  <c:v>41009</c:v>
                </c:pt>
                <c:pt idx="2095">
                  <c:v>41010</c:v>
                </c:pt>
                <c:pt idx="2096">
                  <c:v>41011</c:v>
                </c:pt>
                <c:pt idx="2097">
                  <c:v>41012</c:v>
                </c:pt>
                <c:pt idx="2098">
                  <c:v>41015</c:v>
                </c:pt>
                <c:pt idx="2099">
                  <c:v>41016</c:v>
                </c:pt>
                <c:pt idx="2100">
                  <c:v>41017</c:v>
                </c:pt>
                <c:pt idx="2101">
                  <c:v>41018</c:v>
                </c:pt>
                <c:pt idx="2102">
                  <c:v>41019</c:v>
                </c:pt>
                <c:pt idx="2103">
                  <c:v>41022</c:v>
                </c:pt>
                <c:pt idx="2104">
                  <c:v>41023</c:v>
                </c:pt>
                <c:pt idx="2105">
                  <c:v>41024</c:v>
                </c:pt>
                <c:pt idx="2106">
                  <c:v>41025</c:v>
                </c:pt>
                <c:pt idx="2107">
                  <c:v>41026</c:v>
                </c:pt>
                <c:pt idx="2108">
                  <c:v>41029</c:v>
                </c:pt>
                <c:pt idx="2109">
                  <c:v>41030</c:v>
                </c:pt>
                <c:pt idx="2110">
                  <c:v>41031</c:v>
                </c:pt>
                <c:pt idx="2111">
                  <c:v>41032</c:v>
                </c:pt>
                <c:pt idx="2112">
                  <c:v>41033</c:v>
                </c:pt>
                <c:pt idx="2113">
                  <c:v>41036</c:v>
                </c:pt>
                <c:pt idx="2114">
                  <c:v>41037</c:v>
                </c:pt>
                <c:pt idx="2115">
                  <c:v>41038</c:v>
                </c:pt>
                <c:pt idx="2116">
                  <c:v>41039</c:v>
                </c:pt>
                <c:pt idx="2117">
                  <c:v>41040</c:v>
                </c:pt>
                <c:pt idx="2118">
                  <c:v>41043</c:v>
                </c:pt>
                <c:pt idx="2119">
                  <c:v>41044</c:v>
                </c:pt>
                <c:pt idx="2120">
                  <c:v>41045</c:v>
                </c:pt>
                <c:pt idx="2121">
                  <c:v>41046</c:v>
                </c:pt>
                <c:pt idx="2122">
                  <c:v>41047</c:v>
                </c:pt>
                <c:pt idx="2123">
                  <c:v>41050</c:v>
                </c:pt>
                <c:pt idx="2124">
                  <c:v>41051</c:v>
                </c:pt>
                <c:pt idx="2125">
                  <c:v>41052</c:v>
                </c:pt>
                <c:pt idx="2126">
                  <c:v>41053</c:v>
                </c:pt>
                <c:pt idx="2127">
                  <c:v>41054</c:v>
                </c:pt>
                <c:pt idx="2128">
                  <c:v>41057</c:v>
                </c:pt>
                <c:pt idx="2129">
                  <c:v>41058</c:v>
                </c:pt>
                <c:pt idx="2130">
                  <c:v>41059</c:v>
                </c:pt>
                <c:pt idx="2131">
                  <c:v>41060</c:v>
                </c:pt>
                <c:pt idx="2132">
                  <c:v>41061</c:v>
                </c:pt>
                <c:pt idx="2133">
                  <c:v>41064</c:v>
                </c:pt>
                <c:pt idx="2134">
                  <c:v>41065</c:v>
                </c:pt>
                <c:pt idx="2135">
                  <c:v>41066</c:v>
                </c:pt>
                <c:pt idx="2136">
                  <c:v>41067</c:v>
                </c:pt>
                <c:pt idx="2137">
                  <c:v>41068</c:v>
                </c:pt>
                <c:pt idx="2138">
                  <c:v>41071</c:v>
                </c:pt>
                <c:pt idx="2139">
                  <c:v>41072</c:v>
                </c:pt>
                <c:pt idx="2140">
                  <c:v>41073</c:v>
                </c:pt>
                <c:pt idx="2141">
                  <c:v>41074</c:v>
                </c:pt>
                <c:pt idx="2142">
                  <c:v>41075</c:v>
                </c:pt>
                <c:pt idx="2143">
                  <c:v>41078</c:v>
                </c:pt>
                <c:pt idx="2144">
                  <c:v>41079</c:v>
                </c:pt>
                <c:pt idx="2145">
                  <c:v>41080</c:v>
                </c:pt>
                <c:pt idx="2146">
                  <c:v>41081</c:v>
                </c:pt>
                <c:pt idx="2147">
                  <c:v>41082</c:v>
                </c:pt>
                <c:pt idx="2148">
                  <c:v>41085</c:v>
                </c:pt>
                <c:pt idx="2149">
                  <c:v>41086</c:v>
                </c:pt>
                <c:pt idx="2150">
                  <c:v>41087</c:v>
                </c:pt>
                <c:pt idx="2151">
                  <c:v>41088</c:v>
                </c:pt>
                <c:pt idx="2152">
                  <c:v>41089</c:v>
                </c:pt>
                <c:pt idx="2153">
                  <c:v>41092</c:v>
                </c:pt>
                <c:pt idx="2154">
                  <c:v>41093</c:v>
                </c:pt>
                <c:pt idx="2155">
                  <c:v>41094</c:v>
                </c:pt>
                <c:pt idx="2156">
                  <c:v>41095</c:v>
                </c:pt>
                <c:pt idx="2157">
                  <c:v>41096</c:v>
                </c:pt>
                <c:pt idx="2158">
                  <c:v>41099</c:v>
                </c:pt>
                <c:pt idx="2159">
                  <c:v>41100</c:v>
                </c:pt>
                <c:pt idx="2160">
                  <c:v>41101</c:v>
                </c:pt>
                <c:pt idx="2161">
                  <c:v>41102</c:v>
                </c:pt>
                <c:pt idx="2162">
                  <c:v>41103</c:v>
                </c:pt>
                <c:pt idx="2163">
                  <c:v>41106</c:v>
                </c:pt>
                <c:pt idx="2164">
                  <c:v>41107</c:v>
                </c:pt>
                <c:pt idx="2165">
                  <c:v>41108</c:v>
                </c:pt>
                <c:pt idx="2166">
                  <c:v>41109</c:v>
                </c:pt>
                <c:pt idx="2167">
                  <c:v>41110</c:v>
                </c:pt>
                <c:pt idx="2168">
                  <c:v>41113</c:v>
                </c:pt>
                <c:pt idx="2169">
                  <c:v>41114</c:v>
                </c:pt>
                <c:pt idx="2170">
                  <c:v>41115</c:v>
                </c:pt>
                <c:pt idx="2171">
                  <c:v>41116</c:v>
                </c:pt>
                <c:pt idx="2172">
                  <c:v>41117</c:v>
                </c:pt>
                <c:pt idx="2173">
                  <c:v>41120</c:v>
                </c:pt>
                <c:pt idx="2174">
                  <c:v>41121</c:v>
                </c:pt>
                <c:pt idx="2175">
                  <c:v>41122</c:v>
                </c:pt>
                <c:pt idx="2176">
                  <c:v>41123</c:v>
                </c:pt>
                <c:pt idx="2177">
                  <c:v>41124</c:v>
                </c:pt>
                <c:pt idx="2178">
                  <c:v>41127</c:v>
                </c:pt>
                <c:pt idx="2179">
                  <c:v>41128</c:v>
                </c:pt>
                <c:pt idx="2180">
                  <c:v>41129</c:v>
                </c:pt>
                <c:pt idx="2181">
                  <c:v>41130</c:v>
                </c:pt>
                <c:pt idx="2182">
                  <c:v>41131</c:v>
                </c:pt>
                <c:pt idx="2183">
                  <c:v>41134</c:v>
                </c:pt>
                <c:pt idx="2184">
                  <c:v>41135</c:v>
                </c:pt>
                <c:pt idx="2185">
                  <c:v>41136</c:v>
                </c:pt>
                <c:pt idx="2186">
                  <c:v>41137</c:v>
                </c:pt>
                <c:pt idx="2187">
                  <c:v>41138</c:v>
                </c:pt>
                <c:pt idx="2188">
                  <c:v>41141</c:v>
                </c:pt>
                <c:pt idx="2189">
                  <c:v>41142</c:v>
                </c:pt>
                <c:pt idx="2190">
                  <c:v>41143</c:v>
                </c:pt>
                <c:pt idx="2191">
                  <c:v>41144</c:v>
                </c:pt>
                <c:pt idx="2192">
                  <c:v>41145</c:v>
                </c:pt>
                <c:pt idx="2193">
                  <c:v>41148</c:v>
                </c:pt>
                <c:pt idx="2194">
                  <c:v>41149</c:v>
                </c:pt>
                <c:pt idx="2195">
                  <c:v>41150</c:v>
                </c:pt>
                <c:pt idx="2196">
                  <c:v>41151</c:v>
                </c:pt>
                <c:pt idx="2197">
                  <c:v>41152</c:v>
                </c:pt>
                <c:pt idx="2198">
                  <c:v>41155</c:v>
                </c:pt>
                <c:pt idx="2199">
                  <c:v>41156</c:v>
                </c:pt>
                <c:pt idx="2200">
                  <c:v>41157</c:v>
                </c:pt>
                <c:pt idx="2201">
                  <c:v>41158</c:v>
                </c:pt>
                <c:pt idx="2202">
                  <c:v>41159</c:v>
                </c:pt>
                <c:pt idx="2203">
                  <c:v>41162</c:v>
                </c:pt>
                <c:pt idx="2204">
                  <c:v>41163</c:v>
                </c:pt>
                <c:pt idx="2205">
                  <c:v>41164</c:v>
                </c:pt>
                <c:pt idx="2206">
                  <c:v>41165</c:v>
                </c:pt>
                <c:pt idx="2207">
                  <c:v>41166</c:v>
                </c:pt>
                <c:pt idx="2208">
                  <c:v>41169</c:v>
                </c:pt>
                <c:pt idx="2209">
                  <c:v>41170</c:v>
                </c:pt>
                <c:pt idx="2210">
                  <c:v>41171</c:v>
                </c:pt>
                <c:pt idx="2211">
                  <c:v>41172</c:v>
                </c:pt>
                <c:pt idx="2212">
                  <c:v>41173</c:v>
                </c:pt>
                <c:pt idx="2213">
                  <c:v>41176</c:v>
                </c:pt>
                <c:pt idx="2214">
                  <c:v>41177</c:v>
                </c:pt>
                <c:pt idx="2215">
                  <c:v>41178</c:v>
                </c:pt>
                <c:pt idx="2216">
                  <c:v>41179</c:v>
                </c:pt>
                <c:pt idx="2217">
                  <c:v>41180</c:v>
                </c:pt>
                <c:pt idx="2218">
                  <c:v>41183</c:v>
                </c:pt>
                <c:pt idx="2219">
                  <c:v>41184</c:v>
                </c:pt>
                <c:pt idx="2220">
                  <c:v>41185</c:v>
                </c:pt>
                <c:pt idx="2221">
                  <c:v>41186</c:v>
                </c:pt>
                <c:pt idx="2222">
                  <c:v>41187</c:v>
                </c:pt>
                <c:pt idx="2223">
                  <c:v>41190</c:v>
                </c:pt>
                <c:pt idx="2224">
                  <c:v>41191</c:v>
                </c:pt>
                <c:pt idx="2225">
                  <c:v>41192</c:v>
                </c:pt>
                <c:pt idx="2226">
                  <c:v>41193</c:v>
                </c:pt>
                <c:pt idx="2227">
                  <c:v>41194</c:v>
                </c:pt>
                <c:pt idx="2228">
                  <c:v>41197</c:v>
                </c:pt>
                <c:pt idx="2229">
                  <c:v>41198</c:v>
                </c:pt>
                <c:pt idx="2230">
                  <c:v>41199</c:v>
                </c:pt>
                <c:pt idx="2231">
                  <c:v>41200</c:v>
                </c:pt>
                <c:pt idx="2232">
                  <c:v>41201</c:v>
                </c:pt>
                <c:pt idx="2233">
                  <c:v>41204</c:v>
                </c:pt>
                <c:pt idx="2234">
                  <c:v>41205</c:v>
                </c:pt>
                <c:pt idx="2235">
                  <c:v>41206</c:v>
                </c:pt>
                <c:pt idx="2236">
                  <c:v>41207</c:v>
                </c:pt>
                <c:pt idx="2237">
                  <c:v>41208</c:v>
                </c:pt>
                <c:pt idx="2238">
                  <c:v>41211</c:v>
                </c:pt>
                <c:pt idx="2239">
                  <c:v>41212</c:v>
                </c:pt>
                <c:pt idx="2240">
                  <c:v>41213</c:v>
                </c:pt>
                <c:pt idx="2241">
                  <c:v>41214</c:v>
                </c:pt>
                <c:pt idx="2242">
                  <c:v>41215</c:v>
                </c:pt>
                <c:pt idx="2243">
                  <c:v>41218</c:v>
                </c:pt>
                <c:pt idx="2244">
                  <c:v>41219</c:v>
                </c:pt>
                <c:pt idx="2245">
                  <c:v>41220</c:v>
                </c:pt>
                <c:pt idx="2246">
                  <c:v>41221</c:v>
                </c:pt>
                <c:pt idx="2247">
                  <c:v>41222</c:v>
                </c:pt>
                <c:pt idx="2248">
                  <c:v>41225</c:v>
                </c:pt>
                <c:pt idx="2249">
                  <c:v>41226</c:v>
                </c:pt>
                <c:pt idx="2250">
                  <c:v>41227</c:v>
                </c:pt>
                <c:pt idx="2251">
                  <c:v>41228</c:v>
                </c:pt>
                <c:pt idx="2252">
                  <c:v>41229</c:v>
                </c:pt>
                <c:pt idx="2253">
                  <c:v>41232</c:v>
                </c:pt>
                <c:pt idx="2254">
                  <c:v>41233</c:v>
                </c:pt>
                <c:pt idx="2255">
                  <c:v>41234</c:v>
                </c:pt>
                <c:pt idx="2256">
                  <c:v>41235</c:v>
                </c:pt>
                <c:pt idx="2257">
                  <c:v>41236</c:v>
                </c:pt>
                <c:pt idx="2258">
                  <c:v>41239</c:v>
                </c:pt>
                <c:pt idx="2259">
                  <c:v>41240</c:v>
                </c:pt>
                <c:pt idx="2260">
                  <c:v>41241</c:v>
                </c:pt>
                <c:pt idx="2261">
                  <c:v>41242</c:v>
                </c:pt>
                <c:pt idx="2262">
                  <c:v>41243</c:v>
                </c:pt>
                <c:pt idx="2263">
                  <c:v>41246</c:v>
                </c:pt>
                <c:pt idx="2264">
                  <c:v>41247</c:v>
                </c:pt>
                <c:pt idx="2265">
                  <c:v>41248</c:v>
                </c:pt>
                <c:pt idx="2266">
                  <c:v>41249</c:v>
                </c:pt>
                <c:pt idx="2267">
                  <c:v>41250</c:v>
                </c:pt>
                <c:pt idx="2268">
                  <c:v>41253</c:v>
                </c:pt>
                <c:pt idx="2269">
                  <c:v>41254</c:v>
                </c:pt>
                <c:pt idx="2270">
                  <c:v>41255</c:v>
                </c:pt>
                <c:pt idx="2271">
                  <c:v>41256</c:v>
                </c:pt>
                <c:pt idx="2272">
                  <c:v>41257</c:v>
                </c:pt>
                <c:pt idx="2273">
                  <c:v>41260</c:v>
                </c:pt>
                <c:pt idx="2274">
                  <c:v>41261</c:v>
                </c:pt>
                <c:pt idx="2275">
                  <c:v>41262</c:v>
                </c:pt>
                <c:pt idx="2276">
                  <c:v>41263</c:v>
                </c:pt>
                <c:pt idx="2277">
                  <c:v>41264</c:v>
                </c:pt>
                <c:pt idx="2278">
                  <c:v>41267</c:v>
                </c:pt>
                <c:pt idx="2279">
                  <c:v>41268</c:v>
                </c:pt>
                <c:pt idx="2280">
                  <c:v>41269</c:v>
                </c:pt>
                <c:pt idx="2281">
                  <c:v>41270</c:v>
                </c:pt>
                <c:pt idx="2282">
                  <c:v>41271</c:v>
                </c:pt>
                <c:pt idx="2283">
                  <c:v>41274</c:v>
                </c:pt>
                <c:pt idx="2284">
                  <c:v>41275</c:v>
                </c:pt>
                <c:pt idx="2285">
                  <c:v>41276</c:v>
                </c:pt>
                <c:pt idx="2286">
                  <c:v>41277</c:v>
                </c:pt>
                <c:pt idx="2287">
                  <c:v>41278</c:v>
                </c:pt>
                <c:pt idx="2288">
                  <c:v>41281</c:v>
                </c:pt>
                <c:pt idx="2289">
                  <c:v>41282</c:v>
                </c:pt>
                <c:pt idx="2290">
                  <c:v>41283</c:v>
                </c:pt>
                <c:pt idx="2291">
                  <c:v>41284</c:v>
                </c:pt>
                <c:pt idx="2292">
                  <c:v>41285</c:v>
                </c:pt>
                <c:pt idx="2293">
                  <c:v>41288</c:v>
                </c:pt>
                <c:pt idx="2294">
                  <c:v>41289</c:v>
                </c:pt>
                <c:pt idx="2295">
                  <c:v>41290</c:v>
                </c:pt>
                <c:pt idx="2296">
                  <c:v>41291</c:v>
                </c:pt>
                <c:pt idx="2297">
                  <c:v>41292</c:v>
                </c:pt>
                <c:pt idx="2298">
                  <c:v>41295</c:v>
                </c:pt>
                <c:pt idx="2299">
                  <c:v>41296</c:v>
                </c:pt>
                <c:pt idx="2300">
                  <c:v>41297</c:v>
                </c:pt>
                <c:pt idx="2301">
                  <c:v>41298</c:v>
                </c:pt>
                <c:pt idx="2302">
                  <c:v>41299</c:v>
                </c:pt>
                <c:pt idx="2303">
                  <c:v>41302</c:v>
                </c:pt>
                <c:pt idx="2304">
                  <c:v>41303</c:v>
                </c:pt>
                <c:pt idx="2305">
                  <c:v>41304</c:v>
                </c:pt>
                <c:pt idx="2306">
                  <c:v>41305</c:v>
                </c:pt>
                <c:pt idx="2307">
                  <c:v>41306</c:v>
                </c:pt>
                <c:pt idx="2308">
                  <c:v>41309</c:v>
                </c:pt>
                <c:pt idx="2309">
                  <c:v>41310</c:v>
                </c:pt>
                <c:pt idx="2310">
                  <c:v>41311</c:v>
                </c:pt>
                <c:pt idx="2311">
                  <c:v>41312</c:v>
                </c:pt>
                <c:pt idx="2312">
                  <c:v>41313</c:v>
                </c:pt>
                <c:pt idx="2313">
                  <c:v>41316</c:v>
                </c:pt>
                <c:pt idx="2314">
                  <c:v>41317</c:v>
                </c:pt>
                <c:pt idx="2315">
                  <c:v>41318</c:v>
                </c:pt>
                <c:pt idx="2316">
                  <c:v>41319</c:v>
                </c:pt>
                <c:pt idx="2317">
                  <c:v>41320</c:v>
                </c:pt>
                <c:pt idx="2318">
                  <c:v>41323</c:v>
                </c:pt>
                <c:pt idx="2319">
                  <c:v>41324</c:v>
                </c:pt>
                <c:pt idx="2320">
                  <c:v>41325</c:v>
                </c:pt>
                <c:pt idx="2321">
                  <c:v>41326</c:v>
                </c:pt>
                <c:pt idx="2322">
                  <c:v>41327</c:v>
                </c:pt>
                <c:pt idx="2323">
                  <c:v>41330</c:v>
                </c:pt>
                <c:pt idx="2324">
                  <c:v>41331</c:v>
                </c:pt>
                <c:pt idx="2325">
                  <c:v>41332</c:v>
                </c:pt>
                <c:pt idx="2326">
                  <c:v>41333</c:v>
                </c:pt>
                <c:pt idx="2327">
                  <c:v>41334</c:v>
                </c:pt>
                <c:pt idx="2328">
                  <c:v>41337</c:v>
                </c:pt>
                <c:pt idx="2329">
                  <c:v>41338</c:v>
                </c:pt>
                <c:pt idx="2330">
                  <c:v>41339</c:v>
                </c:pt>
                <c:pt idx="2331">
                  <c:v>41340</c:v>
                </c:pt>
                <c:pt idx="2332">
                  <c:v>41341</c:v>
                </c:pt>
                <c:pt idx="2333">
                  <c:v>41344</c:v>
                </c:pt>
                <c:pt idx="2334">
                  <c:v>41345</c:v>
                </c:pt>
                <c:pt idx="2335">
                  <c:v>41346</c:v>
                </c:pt>
                <c:pt idx="2336">
                  <c:v>41347</c:v>
                </c:pt>
                <c:pt idx="2337">
                  <c:v>41348</c:v>
                </c:pt>
                <c:pt idx="2338">
                  <c:v>41351</c:v>
                </c:pt>
                <c:pt idx="2339">
                  <c:v>41352</c:v>
                </c:pt>
                <c:pt idx="2340">
                  <c:v>41353</c:v>
                </c:pt>
                <c:pt idx="2341">
                  <c:v>41354</c:v>
                </c:pt>
                <c:pt idx="2342">
                  <c:v>41355</c:v>
                </c:pt>
                <c:pt idx="2343">
                  <c:v>41358</c:v>
                </c:pt>
                <c:pt idx="2344">
                  <c:v>41359</c:v>
                </c:pt>
                <c:pt idx="2345">
                  <c:v>41360</c:v>
                </c:pt>
                <c:pt idx="2346">
                  <c:v>41361</c:v>
                </c:pt>
                <c:pt idx="2347">
                  <c:v>41362</c:v>
                </c:pt>
                <c:pt idx="2348">
                  <c:v>41365</c:v>
                </c:pt>
                <c:pt idx="2349">
                  <c:v>41366</c:v>
                </c:pt>
                <c:pt idx="2350">
                  <c:v>41367</c:v>
                </c:pt>
                <c:pt idx="2351">
                  <c:v>41368</c:v>
                </c:pt>
                <c:pt idx="2352">
                  <c:v>41369</c:v>
                </c:pt>
                <c:pt idx="2353">
                  <c:v>41372</c:v>
                </c:pt>
                <c:pt idx="2354">
                  <c:v>41373</c:v>
                </c:pt>
                <c:pt idx="2355">
                  <c:v>41374</c:v>
                </c:pt>
                <c:pt idx="2356">
                  <c:v>41375</c:v>
                </c:pt>
                <c:pt idx="2357">
                  <c:v>41376</c:v>
                </c:pt>
                <c:pt idx="2358">
                  <c:v>41379</c:v>
                </c:pt>
                <c:pt idx="2359">
                  <c:v>41380</c:v>
                </c:pt>
                <c:pt idx="2360">
                  <c:v>41381</c:v>
                </c:pt>
                <c:pt idx="2361">
                  <c:v>41382</c:v>
                </c:pt>
                <c:pt idx="2362">
                  <c:v>41383</c:v>
                </c:pt>
                <c:pt idx="2363">
                  <c:v>41386</c:v>
                </c:pt>
                <c:pt idx="2364">
                  <c:v>41387</c:v>
                </c:pt>
                <c:pt idx="2365">
                  <c:v>41388</c:v>
                </c:pt>
                <c:pt idx="2366">
                  <c:v>41389</c:v>
                </c:pt>
                <c:pt idx="2367">
                  <c:v>41390</c:v>
                </c:pt>
                <c:pt idx="2368">
                  <c:v>41393</c:v>
                </c:pt>
                <c:pt idx="2369">
                  <c:v>41394</c:v>
                </c:pt>
                <c:pt idx="2370">
                  <c:v>41395</c:v>
                </c:pt>
                <c:pt idx="2371">
                  <c:v>41396</c:v>
                </c:pt>
                <c:pt idx="2372">
                  <c:v>41397</c:v>
                </c:pt>
                <c:pt idx="2373">
                  <c:v>41400</c:v>
                </c:pt>
                <c:pt idx="2374">
                  <c:v>41401</c:v>
                </c:pt>
                <c:pt idx="2375">
                  <c:v>41402</c:v>
                </c:pt>
                <c:pt idx="2376">
                  <c:v>41403</c:v>
                </c:pt>
                <c:pt idx="2377">
                  <c:v>41404</c:v>
                </c:pt>
                <c:pt idx="2378">
                  <c:v>41407</c:v>
                </c:pt>
                <c:pt idx="2379">
                  <c:v>41408</c:v>
                </c:pt>
                <c:pt idx="2380">
                  <c:v>41409</c:v>
                </c:pt>
                <c:pt idx="2381">
                  <c:v>41410</c:v>
                </c:pt>
                <c:pt idx="2382">
                  <c:v>41411</c:v>
                </c:pt>
                <c:pt idx="2383">
                  <c:v>41414</c:v>
                </c:pt>
                <c:pt idx="2384">
                  <c:v>41415</c:v>
                </c:pt>
                <c:pt idx="2385">
                  <c:v>41416</c:v>
                </c:pt>
                <c:pt idx="2386">
                  <c:v>41417</c:v>
                </c:pt>
                <c:pt idx="2387">
                  <c:v>41418</c:v>
                </c:pt>
                <c:pt idx="2388">
                  <c:v>41421</c:v>
                </c:pt>
                <c:pt idx="2389">
                  <c:v>41422</c:v>
                </c:pt>
                <c:pt idx="2390">
                  <c:v>41423</c:v>
                </c:pt>
                <c:pt idx="2391">
                  <c:v>41424</c:v>
                </c:pt>
                <c:pt idx="2392">
                  <c:v>41425</c:v>
                </c:pt>
                <c:pt idx="2393">
                  <c:v>41428</c:v>
                </c:pt>
                <c:pt idx="2394">
                  <c:v>41429</c:v>
                </c:pt>
                <c:pt idx="2395">
                  <c:v>41430</c:v>
                </c:pt>
                <c:pt idx="2396">
                  <c:v>41431</c:v>
                </c:pt>
                <c:pt idx="2397">
                  <c:v>41432</c:v>
                </c:pt>
                <c:pt idx="2398">
                  <c:v>41435</c:v>
                </c:pt>
                <c:pt idx="2399">
                  <c:v>41436</c:v>
                </c:pt>
                <c:pt idx="2400">
                  <c:v>41437</c:v>
                </c:pt>
                <c:pt idx="2401">
                  <c:v>41438</c:v>
                </c:pt>
                <c:pt idx="2402">
                  <c:v>41439</c:v>
                </c:pt>
                <c:pt idx="2403">
                  <c:v>41442</c:v>
                </c:pt>
                <c:pt idx="2404">
                  <c:v>41443</c:v>
                </c:pt>
                <c:pt idx="2405">
                  <c:v>41444</c:v>
                </c:pt>
                <c:pt idx="2406">
                  <c:v>41445</c:v>
                </c:pt>
                <c:pt idx="2407">
                  <c:v>41446</c:v>
                </c:pt>
                <c:pt idx="2408">
                  <c:v>41449</c:v>
                </c:pt>
                <c:pt idx="2409">
                  <c:v>41450</c:v>
                </c:pt>
                <c:pt idx="2410">
                  <c:v>41451</c:v>
                </c:pt>
                <c:pt idx="2411">
                  <c:v>41452</c:v>
                </c:pt>
                <c:pt idx="2412">
                  <c:v>41453</c:v>
                </c:pt>
                <c:pt idx="2413">
                  <c:v>41456</c:v>
                </c:pt>
                <c:pt idx="2414">
                  <c:v>41457</c:v>
                </c:pt>
                <c:pt idx="2415">
                  <c:v>41458</c:v>
                </c:pt>
                <c:pt idx="2416">
                  <c:v>41459</c:v>
                </c:pt>
                <c:pt idx="2417">
                  <c:v>41460</c:v>
                </c:pt>
                <c:pt idx="2418">
                  <c:v>41463</c:v>
                </c:pt>
                <c:pt idx="2419">
                  <c:v>41464</c:v>
                </c:pt>
                <c:pt idx="2420">
                  <c:v>41465</c:v>
                </c:pt>
                <c:pt idx="2421">
                  <c:v>41466</c:v>
                </c:pt>
                <c:pt idx="2422">
                  <c:v>41467</c:v>
                </c:pt>
                <c:pt idx="2423">
                  <c:v>41470</c:v>
                </c:pt>
                <c:pt idx="2424">
                  <c:v>41471</c:v>
                </c:pt>
                <c:pt idx="2425">
                  <c:v>41472</c:v>
                </c:pt>
                <c:pt idx="2426">
                  <c:v>41473</c:v>
                </c:pt>
                <c:pt idx="2427">
                  <c:v>41474</c:v>
                </c:pt>
                <c:pt idx="2428">
                  <c:v>41477</c:v>
                </c:pt>
                <c:pt idx="2429">
                  <c:v>41478</c:v>
                </c:pt>
                <c:pt idx="2430">
                  <c:v>41479</c:v>
                </c:pt>
                <c:pt idx="2431">
                  <c:v>41480</c:v>
                </c:pt>
                <c:pt idx="2432">
                  <c:v>41481</c:v>
                </c:pt>
                <c:pt idx="2433">
                  <c:v>41484</c:v>
                </c:pt>
                <c:pt idx="2434">
                  <c:v>41485</c:v>
                </c:pt>
                <c:pt idx="2435">
                  <c:v>41486</c:v>
                </c:pt>
                <c:pt idx="2436">
                  <c:v>41487</c:v>
                </c:pt>
                <c:pt idx="2437">
                  <c:v>41488</c:v>
                </c:pt>
                <c:pt idx="2438">
                  <c:v>41491</c:v>
                </c:pt>
                <c:pt idx="2439">
                  <c:v>41492</c:v>
                </c:pt>
                <c:pt idx="2440">
                  <c:v>41493</c:v>
                </c:pt>
                <c:pt idx="2441">
                  <c:v>41494</c:v>
                </c:pt>
                <c:pt idx="2442">
                  <c:v>41495</c:v>
                </c:pt>
                <c:pt idx="2443">
                  <c:v>41498</c:v>
                </c:pt>
                <c:pt idx="2444">
                  <c:v>41499</c:v>
                </c:pt>
                <c:pt idx="2445">
                  <c:v>41500</c:v>
                </c:pt>
                <c:pt idx="2446">
                  <c:v>41501</c:v>
                </c:pt>
                <c:pt idx="2447">
                  <c:v>41502</c:v>
                </c:pt>
                <c:pt idx="2448">
                  <c:v>41505</c:v>
                </c:pt>
                <c:pt idx="2449">
                  <c:v>41506</c:v>
                </c:pt>
                <c:pt idx="2450">
                  <c:v>41507</c:v>
                </c:pt>
                <c:pt idx="2451">
                  <c:v>41508</c:v>
                </c:pt>
                <c:pt idx="2452">
                  <c:v>41509</c:v>
                </c:pt>
                <c:pt idx="2453">
                  <c:v>41512</c:v>
                </c:pt>
                <c:pt idx="2454">
                  <c:v>41513</c:v>
                </c:pt>
                <c:pt idx="2455">
                  <c:v>41514</c:v>
                </c:pt>
                <c:pt idx="2456">
                  <c:v>41515</c:v>
                </c:pt>
                <c:pt idx="2457">
                  <c:v>41516</c:v>
                </c:pt>
                <c:pt idx="2458">
                  <c:v>41519</c:v>
                </c:pt>
                <c:pt idx="2459">
                  <c:v>41520</c:v>
                </c:pt>
                <c:pt idx="2460">
                  <c:v>41521</c:v>
                </c:pt>
                <c:pt idx="2461">
                  <c:v>41522</c:v>
                </c:pt>
                <c:pt idx="2462">
                  <c:v>41523</c:v>
                </c:pt>
                <c:pt idx="2463">
                  <c:v>41526</c:v>
                </c:pt>
                <c:pt idx="2464">
                  <c:v>41527</c:v>
                </c:pt>
                <c:pt idx="2465">
                  <c:v>41528</c:v>
                </c:pt>
                <c:pt idx="2466">
                  <c:v>41529</c:v>
                </c:pt>
                <c:pt idx="2467">
                  <c:v>41530</c:v>
                </c:pt>
                <c:pt idx="2468">
                  <c:v>41533</c:v>
                </c:pt>
                <c:pt idx="2469">
                  <c:v>41534</c:v>
                </c:pt>
                <c:pt idx="2470">
                  <c:v>41535</c:v>
                </c:pt>
                <c:pt idx="2471">
                  <c:v>41536</c:v>
                </c:pt>
                <c:pt idx="2472">
                  <c:v>41537</c:v>
                </c:pt>
                <c:pt idx="2473">
                  <c:v>41540</c:v>
                </c:pt>
                <c:pt idx="2474">
                  <c:v>41541</c:v>
                </c:pt>
                <c:pt idx="2475">
                  <c:v>41542</c:v>
                </c:pt>
                <c:pt idx="2476">
                  <c:v>41543</c:v>
                </c:pt>
                <c:pt idx="2477">
                  <c:v>41544</c:v>
                </c:pt>
                <c:pt idx="2478">
                  <c:v>41547</c:v>
                </c:pt>
                <c:pt idx="2479">
                  <c:v>41548</c:v>
                </c:pt>
                <c:pt idx="2480">
                  <c:v>41549</c:v>
                </c:pt>
                <c:pt idx="2481">
                  <c:v>41550</c:v>
                </c:pt>
                <c:pt idx="2482">
                  <c:v>41551</c:v>
                </c:pt>
                <c:pt idx="2483">
                  <c:v>41554</c:v>
                </c:pt>
                <c:pt idx="2484">
                  <c:v>41555</c:v>
                </c:pt>
                <c:pt idx="2485">
                  <c:v>41556</c:v>
                </c:pt>
                <c:pt idx="2486">
                  <c:v>41557</c:v>
                </c:pt>
                <c:pt idx="2487">
                  <c:v>41558</c:v>
                </c:pt>
                <c:pt idx="2488">
                  <c:v>41561</c:v>
                </c:pt>
                <c:pt idx="2489">
                  <c:v>41562</c:v>
                </c:pt>
                <c:pt idx="2490">
                  <c:v>41563</c:v>
                </c:pt>
                <c:pt idx="2491">
                  <c:v>41564</c:v>
                </c:pt>
                <c:pt idx="2492">
                  <c:v>41565</c:v>
                </c:pt>
                <c:pt idx="2493">
                  <c:v>41568</c:v>
                </c:pt>
                <c:pt idx="2494">
                  <c:v>41569</c:v>
                </c:pt>
                <c:pt idx="2495">
                  <c:v>41570</c:v>
                </c:pt>
                <c:pt idx="2496">
                  <c:v>41571</c:v>
                </c:pt>
                <c:pt idx="2497">
                  <c:v>41572</c:v>
                </c:pt>
                <c:pt idx="2498">
                  <c:v>41575</c:v>
                </c:pt>
                <c:pt idx="2499">
                  <c:v>41576</c:v>
                </c:pt>
                <c:pt idx="2500">
                  <c:v>41577</c:v>
                </c:pt>
                <c:pt idx="2501">
                  <c:v>41578</c:v>
                </c:pt>
                <c:pt idx="2502">
                  <c:v>41579</c:v>
                </c:pt>
                <c:pt idx="2503">
                  <c:v>41582</c:v>
                </c:pt>
                <c:pt idx="2504">
                  <c:v>41583</c:v>
                </c:pt>
                <c:pt idx="2505">
                  <c:v>41584</c:v>
                </c:pt>
                <c:pt idx="2506">
                  <c:v>41585</c:v>
                </c:pt>
                <c:pt idx="2507">
                  <c:v>41586</c:v>
                </c:pt>
                <c:pt idx="2508">
                  <c:v>41589</c:v>
                </c:pt>
                <c:pt idx="2509">
                  <c:v>41590</c:v>
                </c:pt>
                <c:pt idx="2510">
                  <c:v>41591</c:v>
                </c:pt>
                <c:pt idx="2511">
                  <c:v>41592</c:v>
                </c:pt>
                <c:pt idx="2512">
                  <c:v>41593</c:v>
                </c:pt>
                <c:pt idx="2513">
                  <c:v>41596</c:v>
                </c:pt>
                <c:pt idx="2514">
                  <c:v>41597</c:v>
                </c:pt>
                <c:pt idx="2515">
                  <c:v>41598</c:v>
                </c:pt>
                <c:pt idx="2516">
                  <c:v>41599</c:v>
                </c:pt>
                <c:pt idx="2517">
                  <c:v>41600</c:v>
                </c:pt>
                <c:pt idx="2518">
                  <c:v>41603</c:v>
                </c:pt>
                <c:pt idx="2519">
                  <c:v>41604</c:v>
                </c:pt>
                <c:pt idx="2520">
                  <c:v>41605</c:v>
                </c:pt>
                <c:pt idx="2521">
                  <c:v>41606</c:v>
                </c:pt>
                <c:pt idx="2522">
                  <c:v>41607</c:v>
                </c:pt>
                <c:pt idx="2523">
                  <c:v>41610</c:v>
                </c:pt>
                <c:pt idx="2524">
                  <c:v>41611</c:v>
                </c:pt>
                <c:pt idx="2525">
                  <c:v>41612</c:v>
                </c:pt>
                <c:pt idx="2526">
                  <c:v>41613</c:v>
                </c:pt>
                <c:pt idx="2527">
                  <c:v>41614</c:v>
                </c:pt>
                <c:pt idx="2528">
                  <c:v>41617</c:v>
                </c:pt>
                <c:pt idx="2529">
                  <c:v>41618</c:v>
                </c:pt>
                <c:pt idx="2530">
                  <c:v>41619</c:v>
                </c:pt>
                <c:pt idx="2531">
                  <c:v>41620</c:v>
                </c:pt>
                <c:pt idx="2532">
                  <c:v>41621</c:v>
                </c:pt>
                <c:pt idx="2533">
                  <c:v>41624</c:v>
                </c:pt>
                <c:pt idx="2534">
                  <c:v>41625</c:v>
                </c:pt>
                <c:pt idx="2535">
                  <c:v>41626</c:v>
                </c:pt>
                <c:pt idx="2536">
                  <c:v>41627</c:v>
                </c:pt>
                <c:pt idx="2537">
                  <c:v>41628</c:v>
                </c:pt>
                <c:pt idx="2538">
                  <c:v>41631</c:v>
                </c:pt>
                <c:pt idx="2539">
                  <c:v>41632</c:v>
                </c:pt>
                <c:pt idx="2540">
                  <c:v>41633</c:v>
                </c:pt>
                <c:pt idx="2541">
                  <c:v>41634</c:v>
                </c:pt>
                <c:pt idx="2542">
                  <c:v>41635</c:v>
                </c:pt>
                <c:pt idx="2543">
                  <c:v>41638</c:v>
                </c:pt>
                <c:pt idx="2544">
                  <c:v>41639</c:v>
                </c:pt>
                <c:pt idx="2545">
                  <c:v>41640</c:v>
                </c:pt>
                <c:pt idx="2546">
                  <c:v>41641</c:v>
                </c:pt>
                <c:pt idx="2547">
                  <c:v>41642</c:v>
                </c:pt>
                <c:pt idx="2548">
                  <c:v>41645</c:v>
                </c:pt>
                <c:pt idx="2549">
                  <c:v>41646</c:v>
                </c:pt>
                <c:pt idx="2550">
                  <c:v>41647</c:v>
                </c:pt>
                <c:pt idx="2551">
                  <c:v>41648</c:v>
                </c:pt>
                <c:pt idx="2552">
                  <c:v>41649</c:v>
                </c:pt>
                <c:pt idx="2553">
                  <c:v>41652</c:v>
                </c:pt>
                <c:pt idx="2554">
                  <c:v>41653</c:v>
                </c:pt>
                <c:pt idx="2555">
                  <c:v>41654</c:v>
                </c:pt>
                <c:pt idx="2556">
                  <c:v>41655</c:v>
                </c:pt>
                <c:pt idx="2557">
                  <c:v>41656</c:v>
                </c:pt>
                <c:pt idx="2558">
                  <c:v>41659</c:v>
                </c:pt>
                <c:pt idx="2559">
                  <c:v>41660</c:v>
                </c:pt>
                <c:pt idx="2560">
                  <c:v>41661</c:v>
                </c:pt>
                <c:pt idx="2561">
                  <c:v>41662</c:v>
                </c:pt>
                <c:pt idx="2562">
                  <c:v>41663</c:v>
                </c:pt>
                <c:pt idx="2563">
                  <c:v>41666</c:v>
                </c:pt>
                <c:pt idx="2564">
                  <c:v>41667</c:v>
                </c:pt>
                <c:pt idx="2565">
                  <c:v>41668</c:v>
                </c:pt>
                <c:pt idx="2566">
                  <c:v>41669</c:v>
                </c:pt>
                <c:pt idx="2567">
                  <c:v>41670</c:v>
                </c:pt>
                <c:pt idx="2568">
                  <c:v>41673</c:v>
                </c:pt>
                <c:pt idx="2569">
                  <c:v>41674</c:v>
                </c:pt>
                <c:pt idx="2570">
                  <c:v>41675</c:v>
                </c:pt>
                <c:pt idx="2571">
                  <c:v>41676</c:v>
                </c:pt>
                <c:pt idx="2572">
                  <c:v>41677</c:v>
                </c:pt>
                <c:pt idx="2573">
                  <c:v>41680</c:v>
                </c:pt>
                <c:pt idx="2574">
                  <c:v>41681</c:v>
                </c:pt>
                <c:pt idx="2575">
                  <c:v>41682</c:v>
                </c:pt>
                <c:pt idx="2576">
                  <c:v>41683</c:v>
                </c:pt>
                <c:pt idx="2577">
                  <c:v>41684</c:v>
                </c:pt>
                <c:pt idx="2578">
                  <c:v>41687</c:v>
                </c:pt>
                <c:pt idx="2579">
                  <c:v>41688</c:v>
                </c:pt>
                <c:pt idx="2580">
                  <c:v>41689</c:v>
                </c:pt>
                <c:pt idx="2581">
                  <c:v>41690</c:v>
                </c:pt>
                <c:pt idx="2582">
                  <c:v>41691</c:v>
                </c:pt>
                <c:pt idx="2583">
                  <c:v>41694</c:v>
                </c:pt>
                <c:pt idx="2584">
                  <c:v>41695</c:v>
                </c:pt>
                <c:pt idx="2585">
                  <c:v>41696</c:v>
                </c:pt>
                <c:pt idx="2586">
                  <c:v>41697</c:v>
                </c:pt>
                <c:pt idx="2587">
                  <c:v>41698</c:v>
                </c:pt>
                <c:pt idx="2588">
                  <c:v>41701</c:v>
                </c:pt>
                <c:pt idx="2589">
                  <c:v>41702</c:v>
                </c:pt>
                <c:pt idx="2590">
                  <c:v>41703</c:v>
                </c:pt>
                <c:pt idx="2591">
                  <c:v>41704</c:v>
                </c:pt>
                <c:pt idx="2592">
                  <c:v>41705</c:v>
                </c:pt>
                <c:pt idx="2593">
                  <c:v>41708</c:v>
                </c:pt>
                <c:pt idx="2594">
                  <c:v>41709</c:v>
                </c:pt>
                <c:pt idx="2595">
                  <c:v>41710</c:v>
                </c:pt>
                <c:pt idx="2596">
                  <c:v>41711</c:v>
                </c:pt>
                <c:pt idx="2597">
                  <c:v>41712</c:v>
                </c:pt>
                <c:pt idx="2598">
                  <c:v>41715</c:v>
                </c:pt>
                <c:pt idx="2599">
                  <c:v>41716</c:v>
                </c:pt>
                <c:pt idx="2600">
                  <c:v>41717</c:v>
                </c:pt>
                <c:pt idx="2601">
                  <c:v>41718</c:v>
                </c:pt>
                <c:pt idx="2602">
                  <c:v>41719</c:v>
                </c:pt>
                <c:pt idx="2603">
                  <c:v>41722</c:v>
                </c:pt>
                <c:pt idx="2604">
                  <c:v>41723</c:v>
                </c:pt>
                <c:pt idx="2605">
                  <c:v>41724</c:v>
                </c:pt>
                <c:pt idx="2606">
                  <c:v>41725</c:v>
                </c:pt>
                <c:pt idx="2607">
                  <c:v>41726</c:v>
                </c:pt>
                <c:pt idx="2608">
                  <c:v>41729</c:v>
                </c:pt>
                <c:pt idx="2609">
                  <c:v>41730</c:v>
                </c:pt>
                <c:pt idx="2610">
                  <c:v>41731</c:v>
                </c:pt>
                <c:pt idx="2611">
                  <c:v>41732</c:v>
                </c:pt>
                <c:pt idx="2612">
                  <c:v>41733</c:v>
                </c:pt>
                <c:pt idx="2613">
                  <c:v>41736</c:v>
                </c:pt>
                <c:pt idx="2614">
                  <c:v>41737</c:v>
                </c:pt>
                <c:pt idx="2615">
                  <c:v>41738</c:v>
                </c:pt>
                <c:pt idx="2616">
                  <c:v>41739</c:v>
                </c:pt>
                <c:pt idx="2617">
                  <c:v>41740</c:v>
                </c:pt>
                <c:pt idx="2618">
                  <c:v>41743</c:v>
                </c:pt>
                <c:pt idx="2619">
                  <c:v>41744</c:v>
                </c:pt>
                <c:pt idx="2620">
                  <c:v>41745</c:v>
                </c:pt>
                <c:pt idx="2621">
                  <c:v>41746</c:v>
                </c:pt>
                <c:pt idx="2622">
                  <c:v>41747</c:v>
                </c:pt>
                <c:pt idx="2623">
                  <c:v>41750</c:v>
                </c:pt>
                <c:pt idx="2624">
                  <c:v>41751</c:v>
                </c:pt>
                <c:pt idx="2625">
                  <c:v>41752</c:v>
                </c:pt>
                <c:pt idx="2626">
                  <c:v>41753</c:v>
                </c:pt>
                <c:pt idx="2627">
                  <c:v>41754</c:v>
                </c:pt>
                <c:pt idx="2628">
                  <c:v>41757</c:v>
                </c:pt>
                <c:pt idx="2629">
                  <c:v>41758</c:v>
                </c:pt>
                <c:pt idx="2630">
                  <c:v>41759</c:v>
                </c:pt>
                <c:pt idx="2631">
                  <c:v>41760</c:v>
                </c:pt>
                <c:pt idx="2632">
                  <c:v>41761</c:v>
                </c:pt>
                <c:pt idx="2633">
                  <c:v>41764</c:v>
                </c:pt>
                <c:pt idx="2634">
                  <c:v>41765</c:v>
                </c:pt>
                <c:pt idx="2635">
                  <c:v>41766</c:v>
                </c:pt>
                <c:pt idx="2636">
                  <c:v>41767</c:v>
                </c:pt>
                <c:pt idx="2637">
                  <c:v>41768</c:v>
                </c:pt>
                <c:pt idx="2638">
                  <c:v>41771</c:v>
                </c:pt>
                <c:pt idx="2639">
                  <c:v>41772</c:v>
                </c:pt>
                <c:pt idx="2640">
                  <c:v>41773</c:v>
                </c:pt>
                <c:pt idx="2641">
                  <c:v>41774</c:v>
                </c:pt>
                <c:pt idx="2642">
                  <c:v>41775</c:v>
                </c:pt>
                <c:pt idx="2643">
                  <c:v>41778</c:v>
                </c:pt>
                <c:pt idx="2644">
                  <c:v>41779</c:v>
                </c:pt>
                <c:pt idx="2645">
                  <c:v>41780</c:v>
                </c:pt>
                <c:pt idx="2646">
                  <c:v>41781</c:v>
                </c:pt>
                <c:pt idx="2647">
                  <c:v>41782</c:v>
                </c:pt>
                <c:pt idx="2648">
                  <c:v>41785</c:v>
                </c:pt>
                <c:pt idx="2649">
                  <c:v>41786</c:v>
                </c:pt>
                <c:pt idx="2650">
                  <c:v>41787</c:v>
                </c:pt>
                <c:pt idx="2651">
                  <c:v>41788</c:v>
                </c:pt>
                <c:pt idx="2652">
                  <c:v>41789</c:v>
                </c:pt>
                <c:pt idx="2653">
                  <c:v>41792</c:v>
                </c:pt>
                <c:pt idx="2654">
                  <c:v>41793</c:v>
                </c:pt>
                <c:pt idx="2655">
                  <c:v>41794</c:v>
                </c:pt>
                <c:pt idx="2656">
                  <c:v>41795</c:v>
                </c:pt>
                <c:pt idx="2657">
                  <c:v>41796</c:v>
                </c:pt>
                <c:pt idx="2658">
                  <c:v>41799</c:v>
                </c:pt>
                <c:pt idx="2659">
                  <c:v>41800</c:v>
                </c:pt>
                <c:pt idx="2660">
                  <c:v>41801</c:v>
                </c:pt>
                <c:pt idx="2661">
                  <c:v>41802</c:v>
                </c:pt>
                <c:pt idx="2662">
                  <c:v>41803</c:v>
                </c:pt>
                <c:pt idx="2663">
                  <c:v>41806</c:v>
                </c:pt>
                <c:pt idx="2664">
                  <c:v>41807</c:v>
                </c:pt>
                <c:pt idx="2665">
                  <c:v>41808</c:v>
                </c:pt>
                <c:pt idx="2666">
                  <c:v>41809</c:v>
                </c:pt>
                <c:pt idx="2667">
                  <c:v>41810</c:v>
                </c:pt>
                <c:pt idx="2668">
                  <c:v>41813</c:v>
                </c:pt>
                <c:pt idx="2669">
                  <c:v>41814</c:v>
                </c:pt>
                <c:pt idx="2670">
                  <c:v>41815</c:v>
                </c:pt>
                <c:pt idx="2671">
                  <c:v>41816</c:v>
                </c:pt>
                <c:pt idx="2672">
                  <c:v>41817</c:v>
                </c:pt>
                <c:pt idx="2673">
                  <c:v>41820</c:v>
                </c:pt>
                <c:pt idx="2674">
                  <c:v>41821</c:v>
                </c:pt>
                <c:pt idx="2675">
                  <c:v>41822</c:v>
                </c:pt>
                <c:pt idx="2676">
                  <c:v>41823</c:v>
                </c:pt>
                <c:pt idx="2677">
                  <c:v>41824</c:v>
                </c:pt>
                <c:pt idx="2678">
                  <c:v>41827</c:v>
                </c:pt>
                <c:pt idx="2679">
                  <c:v>41828</c:v>
                </c:pt>
                <c:pt idx="2680">
                  <c:v>41829</c:v>
                </c:pt>
                <c:pt idx="2681">
                  <c:v>41830</c:v>
                </c:pt>
                <c:pt idx="2682">
                  <c:v>41831</c:v>
                </c:pt>
                <c:pt idx="2683">
                  <c:v>41834</c:v>
                </c:pt>
                <c:pt idx="2684">
                  <c:v>41835</c:v>
                </c:pt>
                <c:pt idx="2685">
                  <c:v>41836</c:v>
                </c:pt>
                <c:pt idx="2686">
                  <c:v>41837</c:v>
                </c:pt>
                <c:pt idx="2687">
                  <c:v>41838</c:v>
                </c:pt>
                <c:pt idx="2688">
                  <c:v>41841</c:v>
                </c:pt>
                <c:pt idx="2689">
                  <c:v>41842</c:v>
                </c:pt>
                <c:pt idx="2690">
                  <c:v>41843</c:v>
                </c:pt>
                <c:pt idx="2691">
                  <c:v>41844</c:v>
                </c:pt>
                <c:pt idx="2692">
                  <c:v>41845</c:v>
                </c:pt>
                <c:pt idx="2693">
                  <c:v>41848</c:v>
                </c:pt>
                <c:pt idx="2694">
                  <c:v>41849</c:v>
                </c:pt>
                <c:pt idx="2695">
                  <c:v>41850</c:v>
                </c:pt>
                <c:pt idx="2696">
                  <c:v>41851</c:v>
                </c:pt>
                <c:pt idx="2697">
                  <c:v>41852</c:v>
                </c:pt>
                <c:pt idx="2698">
                  <c:v>41855</c:v>
                </c:pt>
                <c:pt idx="2699">
                  <c:v>41856</c:v>
                </c:pt>
                <c:pt idx="2700">
                  <c:v>41857</c:v>
                </c:pt>
                <c:pt idx="2701">
                  <c:v>41858</c:v>
                </c:pt>
                <c:pt idx="2702">
                  <c:v>41859</c:v>
                </c:pt>
                <c:pt idx="2703">
                  <c:v>41862</c:v>
                </c:pt>
                <c:pt idx="2704">
                  <c:v>41863</c:v>
                </c:pt>
                <c:pt idx="2705">
                  <c:v>41864</c:v>
                </c:pt>
                <c:pt idx="2706">
                  <c:v>41865</c:v>
                </c:pt>
                <c:pt idx="2707">
                  <c:v>41866</c:v>
                </c:pt>
                <c:pt idx="2708">
                  <c:v>41869</c:v>
                </c:pt>
                <c:pt idx="2709">
                  <c:v>41870</c:v>
                </c:pt>
                <c:pt idx="2710">
                  <c:v>41871</c:v>
                </c:pt>
                <c:pt idx="2711">
                  <c:v>41872</c:v>
                </c:pt>
                <c:pt idx="2712">
                  <c:v>41873</c:v>
                </c:pt>
                <c:pt idx="2713">
                  <c:v>41876</c:v>
                </c:pt>
                <c:pt idx="2714">
                  <c:v>41877</c:v>
                </c:pt>
                <c:pt idx="2715">
                  <c:v>41878</c:v>
                </c:pt>
                <c:pt idx="2716">
                  <c:v>41879</c:v>
                </c:pt>
                <c:pt idx="2717">
                  <c:v>41880</c:v>
                </c:pt>
                <c:pt idx="2718">
                  <c:v>41883</c:v>
                </c:pt>
                <c:pt idx="2719">
                  <c:v>41884</c:v>
                </c:pt>
                <c:pt idx="2720">
                  <c:v>41885</c:v>
                </c:pt>
                <c:pt idx="2721">
                  <c:v>41886</c:v>
                </c:pt>
                <c:pt idx="2722">
                  <c:v>41887</c:v>
                </c:pt>
                <c:pt idx="2723">
                  <c:v>41890</c:v>
                </c:pt>
                <c:pt idx="2724">
                  <c:v>41891</c:v>
                </c:pt>
                <c:pt idx="2725">
                  <c:v>41892</c:v>
                </c:pt>
                <c:pt idx="2726">
                  <c:v>41893</c:v>
                </c:pt>
                <c:pt idx="2727">
                  <c:v>41894</c:v>
                </c:pt>
                <c:pt idx="2728">
                  <c:v>41897</c:v>
                </c:pt>
                <c:pt idx="2729">
                  <c:v>41898</c:v>
                </c:pt>
                <c:pt idx="2730">
                  <c:v>41899</c:v>
                </c:pt>
                <c:pt idx="2731">
                  <c:v>41900</c:v>
                </c:pt>
                <c:pt idx="2732">
                  <c:v>41901</c:v>
                </c:pt>
                <c:pt idx="2733">
                  <c:v>41904</c:v>
                </c:pt>
                <c:pt idx="2734">
                  <c:v>41905</c:v>
                </c:pt>
                <c:pt idx="2735">
                  <c:v>41906</c:v>
                </c:pt>
                <c:pt idx="2736">
                  <c:v>41907</c:v>
                </c:pt>
                <c:pt idx="2737">
                  <c:v>41908</c:v>
                </c:pt>
                <c:pt idx="2738">
                  <c:v>41911</c:v>
                </c:pt>
                <c:pt idx="2739">
                  <c:v>41912</c:v>
                </c:pt>
                <c:pt idx="2740">
                  <c:v>41913</c:v>
                </c:pt>
                <c:pt idx="2741">
                  <c:v>41914</c:v>
                </c:pt>
                <c:pt idx="2742">
                  <c:v>41915</c:v>
                </c:pt>
                <c:pt idx="2743">
                  <c:v>41918</c:v>
                </c:pt>
                <c:pt idx="2744">
                  <c:v>41919</c:v>
                </c:pt>
                <c:pt idx="2745">
                  <c:v>41920</c:v>
                </c:pt>
                <c:pt idx="2746">
                  <c:v>41921</c:v>
                </c:pt>
                <c:pt idx="2747">
                  <c:v>41922</c:v>
                </c:pt>
                <c:pt idx="2748">
                  <c:v>41925</c:v>
                </c:pt>
                <c:pt idx="2749">
                  <c:v>41926</c:v>
                </c:pt>
                <c:pt idx="2750">
                  <c:v>41927</c:v>
                </c:pt>
                <c:pt idx="2751">
                  <c:v>41928</c:v>
                </c:pt>
                <c:pt idx="2752">
                  <c:v>41929</c:v>
                </c:pt>
                <c:pt idx="2753">
                  <c:v>41932</c:v>
                </c:pt>
                <c:pt idx="2754">
                  <c:v>41933</c:v>
                </c:pt>
                <c:pt idx="2755">
                  <c:v>41934</c:v>
                </c:pt>
                <c:pt idx="2756">
                  <c:v>41935</c:v>
                </c:pt>
                <c:pt idx="2757">
                  <c:v>41936</c:v>
                </c:pt>
                <c:pt idx="2758">
                  <c:v>41939</c:v>
                </c:pt>
                <c:pt idx="2759">
                  <c:v>41940</c:v>
                </c:pt>
                <c:pt idx="2760">
                  <c:v>41941</c:v>
                </c:pt>
                <c:pt idx="2761">
                  <c:v>41942</c:v>
                </c:pt>
                <c:pt idx="2762">
                  <c:v>41943</c:v>
                </c:pt>
                <c:pt idx="2763">
                  <c:v>41946</c:v>
                </c:pt>
                <c:pt idx="2764">
                  <c:v>41947</c:v>
                </c:pt>
                <c:pt idx="2765">
                  <c:v>41948</c:v>
                </c:pt>
                <c:pt idx="2766">
                  <c:v>41949</c:v>
                </c:pt>
                <c:pt idx="2767">
                  <c:v>41950</c:v>
                </c:pt>
                <c:pt idx="2768">
                  <c:v>41953</c:v>
                </c:pt>
                <c:pt idx="2769">
                  <c:v>41954</c:v>
                </c:pt>
                <c:pt idx="2770">
                  <c:v>41955</c:v>
                </c:pt>
                <c:pt idx="2771">
                  <c:v>41956</c:v>
                </c:pt>
                <c:pt idx="2772">
                  <c:v>41957</c:v>
                </c:pt>
                <c:pt idx="2773">
                  <c:v>41960</c:v>
                </c:pt>
                <c:pt idx="2774">
                  <c:v>41961</c:v>
                </c:pt>
                <c:pt idx="2775">
                  <c:v>41962</c:v>
                </c:pt>
                <c:pt idx="2776">
                  <c:v>41963</c:v>
                </c:pt>
                <c:pt idx="2777">
                  <c:v>41964</c:v>
                </c:pt>
                <c:pt idx="2778">
                  <c:v>41967</c:v>
                </c:pt>
                <c:pt idx="2779">
                  <c:v>41968</c:v>
                </c:pt>
                <c:pt idx="2780">
                  <c:v>41969</c:v>
                </c:pt>
                <c:pt idx="2781">
                  <c:v>41970</c:v>
                </c:pt>
                <c:pt idx="2782">
                  <c:v>41971</c:v>
                </c:pt>
                <c:pt idx="2783">
                  <c:v>41974</c:v>
                </c:pt>
                <c:pt idx="2784">
                  <c:v>41975</c:v>
                </c:pt>
                <c:pt idx="2785">
                  <c:v>41976</c:v>
                </c:pt>
                <c:pt idx="2786">
                  <c:v>41977</c:v>
                </c:pt>
                <c:pt idx="2787">
                  <c:v>41978</c:v>
                </c:pt>
                <c:pt idx="2788">
                  <c:v>41981</c:v>
                </c:pt>
                <c:pt idx="2789">
                  <c:v>41982</c:v>
                </c:pt>
                <c:pt idx="2790">
                  <c:v>41983</c:v>
                </c:pt>
                <c:pt idx="2791">
                  <c:v>41984</c:v>
                </c:pt>
                <c:pt idx="2792">
                  <c:v>41985</c:v>
                </c:pt>
                <c:pt idx="2793">
                  <c:v>41988</c:v>
                </c:pt>
                <c:pt idx="2794">
                  <c:v>41989</c:v>
                </c:pt>
                <c:pt idx="2795">
                  <c:v>41990</c:v>
                </c:pt>
                <c:pt idx="2796">
                  <c:v>41991</c:v>
                </c:pt>
                <c:pt idx="2797">
                  <c:v>41992</c:v>
                </c:pt>
                <c:pt idx="2798">
                  <c:v>41995</c:v>
                </c:pt>
                <c:pt idx="2799">
                  <c:v>41996</c:v>
                </c:pt>
                <c:pt idx="2800">
                  <c:v>41997</c:v>
                </c:pt>
                <c:pt idx="2801">
                  <c:v>41998</c:v>
                </c:pt>
                <c:pt idx="2802">
                  <c:v>41999</c:v>
                </c:pt>
                <c:pt idx="2803">
                  <c:v>42002</c:v>
                </c:pt>
                <c:pt idx="2804">
                  <c:v>42003</c:v>
                </c:pt>
                <c:pt idx="2805">
                  <c:v>42004</c:v>
                </c:pt>
                <c:pt idx="2806">
                  <c:v>42005</c:v>
                </c:pt>
                <c:pt idx="2807">
                  <c:v>42006</c:v>
                </c:pt>
                <c:pt idx="2808">
                  <c:v>42009</c:v>
                </c:pt>
                <c:pt idx="2809">
                  <c:v>42010</c:v>
                </c:pt>
                <c:pt idx="2810">
                  <c:v>42011</c:v>
                </c:pt>
                <c:pt idx="2811">
                  <c:v>42012</c:v>
                </c:pt>
                <c:pt idx="2812">
                  <c:v>42013</c:v>
                </c:pt>
                <c:pt idx="2813">
                  <c:v>42016</c:v>
                </c:pt>
                <c:pt idx="2814">
                  <c:v>42017</c:v>
                </c:pt>
                <c:pt idx="2815">
                  <c:v>42018</c:v>
                </c:pt>
                <c:pt idx="2816">
                  <c:v>42019</c:v>
                </c:pt>
                <c:pt idx="2817">
                  <c:v>42020</c:v>
                </c:pt>
                <c:pt idx="2818">
                  <c:v>42023</c:v>
                </c:pt>
                <c:pt idx="2819">
                  <c:v>42024</c:v>
                </c:pt>
                <c:pt idx="2820">
                  <c:v>42025</c:v>
                </c:pt>
                <c:pt idx="2821">
                  <c:v>42026</c:v>
                </c:pt>
                <c:pt idx="2822">
                  <c:v>42027</c:v>
                </c:pt>
                <c:pt idx="2823">
                  <c:v>42030</c:v>
                </c:pt>
                <c:pt idx="2824">
                  <c:v>42031</c:v>
                </c:pt>
                <c:pt idx="2825">
                  <c:v>42032</c:v>
                </c:pt>
                <c:pt idx="2826">
                  <c:v>42033</c:v>
                </c:pt>
                <c:pt idx="2827">
                  <c:v>42034</c:v>
                </c:pt>
                <c:pt idx="2828">
                  <c:v>42037</c:v>
                </c:pt>
                <c:pt idx="2829">
                  <c:v>42038</c:v>
                </c:pt>
                <c:pt idx="2830">
                  <c:v>42039</c:v>
                </c:pt>
                <c:pt idx="2831">
                  <c:v>42040</c:v>
                </c:pt>
                <c:pt idx="2832">
                  <c:v>42041</c:v>
                </c:pt>
                <c:pt idx="2833">
                  <c:v>42044</c:v>
                </c:pt>
                <c:pt idx="2834">
                  <c:v>42045</c:v>
                </c:pt>
                <c:pt idx="2835">
                  <c:v>42046</c:v>
                </c:pt>
                <c:pt idx="2836">
                  <c:v>42047</c:v>
                </c:pt>
                <c:pt idx="2837">
                  <c:v>42048</c:v>
                </c:pt>
                <c:pt idx="2838">
                  <c:v>42051</c:v>
                </c:pt>
                <c:pt idx="2839">
                  <c:v>42052</c:v>
                </c:pt>
                <c:pt idx="2840">
                  <c:v>42053</c:v>
                </c:pt>
                <c:pt idx="2841">
                  <c:v>42054</c:v>
                </c:pt>
                <c:pt idx="2842">
                  <c:v>42055</c:v>
                </c:pt>
                <c:pt idx="2843">
                  <c:v>42058</c:v>
                </c:pt>
                <c:pt idx="2844">
                  <c:v>42059</c:v>
                </c:pt>
                <c:pt idx="2845">
                  <c:v>42060</c:v>
                </c:pt>
                <c:pt idx="2846">
                  <c:v>42061</c:v>
                </c:pt>
                <c:pt idx="2847">
                  <c:v>42062</c:v>
                </c:pt>
                <c:pt idx="2848">
                  <c:v>42065</c:v>
                </c:pt>
                <c:pt idx="2849">
                  <c:v>42066</c:v>
                </c:pt>
                <c:pt idx="2850">
                  <c:v>42067</c:v>
                </c:pt>
                <c:pt idx="2851">
                  <c:v>42068</c:v>
                </c:pt>
                <c:pt idx="2852">
                  <c:v>42069</c:v>
                </c:pt>
                <c:pt idx="2853">
                  <c:v>42072</c:v>
                </c:pt>
                <c:pt idx="2854">
                  <c:v>42073</c:v>
                </c:pt>
                <c:pt idx="2855">
                  <c:v>42074</c:v>
                </c:pt>
                <c:pt idx="2856">
                  <c:v>42075</c:v>
                </c:pt>
                <c:pt idx="2857">
                  <c:v>42076</c:v>
                </c:pt>
                <c:pt idx="2858">
                  <c:v>42079</c:v>
                </c:pt>
                <c:pt idx="2859">
                  <c:v>42080</c:v>
                </c:pt>
                <c:pt idx="2860">
                  <c:v>42081</c:v>
                </c:pt>
                <c:pt idx="2861">
                  <c:v>42082</c:v>
                </c:pt>
                <c:pt idx="2862">
                  <c:v>42083</c:v>
                </c:pt>
                <c:pt idx="2863">
                  <c:v>42086</c:v>
                </c:pt>
                <c:pt idx="2864">
                  <c:v>42087</c:v>
                </c:pt>
                <c:pt idx="2865">
                  <c:v>42088</c:v>
                </c:pt>
                <c:pt idx="2866">
                  <c:v>42089</c:v>
                </c:pt>
                <c:pt idx="2867">
                  <c:v>42090</c:v>
                </c:pt>
                <c:pt idx="2868">
                  <c:v>42093</c:v>
                </c:pt>
                <c:pt idx="2869">
                  <c:v>42094</c:v>
                </c:pt>
                <c:pt idx="2870">
                  <c:v>42095</c:v>
                </c:pt>
                <c:pt idx="2871">
                  <c:v>42096</c:v>
                </c:pt>
                <c:pt idx="2872">
                  <c:v>42097</c:v>
                </c:pt>
                <c:pt idx="2873">
                  <c:v>42100</c:v>
                </c:pt>
                <c:pt idx="2874">
                  <c:v>42101</c:v>
                </c:pt>
                <c:pt idx="2875">
                  <c:v>42102</c:v>
                </c:pt>
                <c:pt idx="2876">
                  <c:v>42103</c:v>
                </c:pt>
                <c:pt idx="2877">
                  <c:v>42104</c:v>
                </c:pt>
                <c:pt idx="2878">
                  <c:v>42107</c:v>
                </c:pt>
                <c:pt idx="2879">
                  <c:v>42108</c:v>
                </c:pt>
                <c:pt idx="2880">
                  <c:v>42109</c:v>
                </c:pt>
                <c:pt idx="2881">
                  <c:v>42110</c:v>
                </c:pt>
                <c:pt idx="2882">
                  <c:v>42111</c:v>
                </c:pt>
                <c:pt idx="2883">
                  <c:v>42114</c:v>
                </c:pt>
                <c:pt idx="2884">
                  <c:v>42115</c:v>
                </c:pt>
                <c:pt idx="2885">
                  <c:v>42116</c:v>
                </c:pt>
                <c:pt idx="2886">
                  <c:v>42117</c:v>
                </c:pt>
                <c:pt idx="2887">
                  <c:v>42118</c:v>
                </c:pt>
                <c:pt idx="2888">
                  <c:v>42121</c:v>
                </c:pt>
                <c:pt idx="2889">
                  <c:v>42122</c:v>
                </c:pt>
                <c:pt idx="2890">
                  <c:v>42123</c:v>
                </c:pt>
                <c:pt idx="2891">
                  <c:v>42124</c:v>
                </c:pt>
                <c:pt idx="2892">
                  <c:v>42125</c:v>
                </c:pt>
                <c:pt idx="2893">
                  <c:v>42128</c:v>
                </c:pt>
                <c:pt idx="2894">
                  <c:v>42129</c:v>
                </c:pt>
                <c:pt idx="2895">
                  <c:v>42130</c:v>
                </c:pt>
                <c:pt idx="2896">
                  <c:v>42131</c:v>
                </c:pt>
                <c:pt idx="2897">
                  <c:v>42132</c:v>
                </c:pt>
                <c:pt idx="2898">
                  <c:v>42135</c:v>
                </c:pt>
                <c:pt idx="2899">
                  <c:v>42136</c:v>
                </c:pt>
                <c:pt idx="2900">
                  <c:v>42137</c:v>
                </c:pt>
                <c:pt idx="2901">
                  <c:v>42138</c:v>
                </c:pt>
                <c:pt idx="2902">
                  <c:v>42139</c:v>
                </c:pt>
                <c:pt idx="2903">
                  <c:v>42142</c:v>
                </c:pt>
                <c:pt idx="2904">
                  <c:v>42143</c:v>
                </c:pt>
                <c:pt idx="2905">
                  <c:v>42144</c:v>
                </c:pt>
                <c:pt idx="2906">
                  <c:v>42145</c:v>
                </c:pt>
                <c:pt idx="2907">
                  <c:v>42146</c:v>
                </c:pt>
                <c:pt idx="2908">
                  <c:v>42149</c:v>
                </c:pt>
                <c:pt idx="2909">
                  <c:v>42150</c:v>
                </c:pt>
                <c:pt idx="2910">
                  <c:v>42151</c:v>
                </c:pt>
                <c:pt idx="2911">
                  <c:v>42152</c:v>
                </c:pt>
                <c:pt idx="2912">
                  <c:v>42153</c:v>
                </c:pt>
                <c:pt idx="2913">
                  <c:v>42156</c:v>
                </c:pt>
                <c:pt idx="2914">
                  <c:v>42157</c:v>
                </c:pt>
                <c:pt idx="2915">
                  <c:v>42158</c:v>
                </c:pt>
                <c:pt idx="2916">
                  <c:v>42159</c:v>
                </c:pt>
                <c:pt idx="2917">
                  <c:v>42160</c:v>
                </c:pt>
                <c:pt idx="2918">
                  <c:v>42163</c:v>
                </c:pt>
                <c:pt idx="2919">
                  <c:v>42164</c:v>
                </c:pt>
                <c:pt idx="2920">
                  <c:v>42165</c:v>
                </c:pt>
                <c:pt idx="2921">
                  <c:v>42166</c:v>
                </c:pt>
                <c:pt idx="2922">
                  <c:v>42167</c:v>
                </c:pt>
                <c:pt idx="2923">
                  <c:v>42170</c:v>
                </c:pt>
                <c:pt idx="2924">
                  <c:v>42171</c:v>
                </c:pt>
                <c:pt idx="2925">
                  <c:v>42172</c:v>
                </c:pt>
                <c:pt idx="2926">
                  <c:v>42173</c:v>
                </c:pt>
                <c:pt idx="2927">
                  <c:v>42174</c:v>
                </c:pt>
                <c:pt idx="2928">
                  <c:v>42177</c:v>
                </c:pt>
                <c:pt idx="2929">
                  <c:v>42178</c:v>
                </c:pt>
                <c:pt idx="2930">
                  <c:v>42179</c:v>
                </c:pt>
                <c:pt idx="2931">
                  <c:v>42180</c:v>
                </c:pt>
                <c:pt idx="2932">
                  <c:v>42181</c:v>
                </c:pt>
                <c:pt idx="2933">
                  <c:v>42184</c:v>
                </c:pt>
                <c:pt idx="2934">
                  <c:v>42185</c:v>
                </c:pt>
                <c:pt idx="2935">
                  <c:v>42186</c:v>
                </c:pt>
                <c:pt idx="2936">
                  <c:v>42187</c:v>
                </c:pt>
                <c:pt idx="2937">
                  <c:v>42188</c:v>
                </c:pt>
                <c:pt idx="2938">
                  <c:v>42191</c:v>
                </c:pt>
                <c:pt idx="2939">
                  <c:v>42192</c:v>
                </c:pt>
                <c:pt idx="2940">
                  <c:v>42193</c:v>
                </c:pt>
                <c:pt idx="2941">
                  <c:v>42194</c:v>
                </c:pt>
                <c:pt idx="2942">
                  <c:v>42195</c:v>
                </c:pt>
                <c:pt idx="2943">
                  <c:v>42198</c:v>
                </c:pt>
                <c:pt idx="2944">
                  <c:v>42199</c:v>
                </c:pt>
                <c:pt idx="2945">
                  <c:v>42200</c:v>
                </c:pt>
                <c:pt idx="2946">
                  <c:v>42201</c:v>
                </c:pt>
                <c:pt idx="2947">
                  <c:v>42202</c:v>
                </c:pt>
                <c:pt idx="2948">
                  <c:v>42205</c:v>
                </c:pt>
                <c:pt idx="2949">
                  <c:v>42206</c:v>
                </c:pt>
                <c:pt idx="2950">
                  <c:v>42207</c:v>
                </c:pt>
                <c:pt idx="2951">
                  <c:v>42208</c:v>
                </c:pt>
                <c:pt idx="2952">
                  <c:v>42209</c:v>
                </c:pt>
                <c:pt idx="2953">
                  <c:v>42212</c:v>
                </c:pt>
                <c:pt idx="2954">
                  <c:v>42213</c:v>
                </c:pt>
                <c:pt idx="2955">
                  <c:v>42214</c:v>
                </c:pt>
                <c:pt idx="2956">
                  <c:v>42215</c:v>
                </c:pt>
                <c:pt idx="2957">
                  <c:v>42216</c:v>
                </c:pt>
                <c:pt idx="2958">
                  <c:v>42219</c:v>
                </c:pt>
                <c:pt idx="2959">
                  <c:v>42220</c:v>
                </c:pt>
                <c:pt idx="2960">
                  <c:v>42221</c:v>
                </c:pt>
                <c:pt idx="2961">
                  <c:v>42222</c:v>
                </c:pt>
                <c:pt idx="2962">
                  <c:v>42223</c:v>
                </c:pt>
                <c:pt idx="2963">
                  <c:v>42226</c:v>
                </c:pt>
                <c:pt idx="2964">
                  <c:v>42227</c:v>
                </c:pt>
                <c:pt idx="2965">
                  <c:v>42228</c:v>
                </c:pt>
                <c:pt idx="2966">
                  <c:v>42229</c:v>
                </c:pt>
                <c:pt idx="2967">
                  <c:v>42230</c:v>
                </c:pt>
                <c:pt idx="2968">
                  <c:v>42233</c:v>
                </c:pt>
                <c:pt idx="2969">
                  <c:v>42234</c:v>
                </c:pt>
                <c:pt idx="2970">
                  <c:v>42235</c:v>
                </c:pt>
                <c:pt idx="2971">
                  <c:v>42236</c:v>
                </c:pt>
                <c:pt idx="2972">
                  <c:v>42237</c:v>
                </c:pt>
                <c:pt idx="2973">
                  <c:v>42240</c:v>
                </c:pt>
                <c:pt idx="2974">
                  <c:v>42241</c:v>
                </c:pt>
                <c:pt idx="2975">
                  <c:v>42242</c:v>
                </c:pt>
                <c:pt idx="2976">
                  <c:v>42243</c:v>
                </c:pt>
                <c:pt idx="2977">
                  <c:v>42244</c:v>
                </c:pt>
                <c:pt idx="2978">
                  <c:v>42247</c:v>
                </c:pt>
                <c:pt idx="2979">
                  <c:v>42248</c:v>
                </c:pt>
                <c:pt idx="2980">
                  <c:v>42249</c:v>
                </c:pt>
                <c:pt idx="2981">
                  <c:v>42250</c:v>
                </c:pt>
                <c:pt idx="2982">
                  <c:v>42251</c:v>
                </c:pt>
                <c:pt idx="2983">
                  <c:v>42254</c:v>
                </c:pt>
                <c:pt idx="2984">
                  <c:v>42255</c:v>
                </c:pt>
                <c:pt idx="2985">
                  <c:v>42256</c:v>
                </c:pt>
                <c:pt idx="2986">
                  <c:v>42257</c:v>
                </c:pt>
                <c:pt idx="2987">
                  <c:v>42258</c:v>
                </c:pt>
                <c:pt idx="2988">
                  <c:v>42261</c:v>
                </c:pt>
                <c:pt idx="2989">
                  <c:v>42262</c:v>
                </c:pt>
                <c:pt idx="2990">
                  <c:v>42263</c:v>
                </c:pt>
                <c:pt idx="2991">
                  <c:v>42264</c:v>
                </c:pt>
                <c:pt idx="2992">
                  <c:v>42265</c:v>
                </c:pt>
                <c:pt idx="2993">
                  <c:v>42268</c:v>
                </c:pt>
                <c:pt idx="2994">
                  <c:v>42269</c:v>
                </c:pt>
                <c:pt idx="2995">
                  <c:v>42270</c:v>
                </c:pt>
                <c:pt idx="2996">
                  <c:v>42271</c:v>
                </c:pt>
                <c:pt idx="2997">
                  <c:v>42272</c:v>
                </c:pt>
                <c:pt idx="2998">
                  <c:v>42275</c:v>
                </c:pt>
                <c:pt idx="2999">
                  <c:v>42276</c:v>
                </c:pt>
                <c:pt idx="3000">
                  <c:v>42277</c:v>
                </c:pt>
                <c:pt idx="3001">
                  <c:v>42278</c:v>
                </c:pt>
                <c:pt idx="3002">
                  <c:v>42279</c:v>
                </c:pt>
                <c:pt idx="3003">
                  <c:v>42282</c:v>
                </c:pt>
                <c:pt idx="3004">
                  <c:v>42283</c:v>
                </c:pt>
                <c:pt idx="3005">
                  <c:v>42284</c:v>
                </c:pt>
                <c:pt idx="3006">
                  <c:v>42285</c:v>
                </c:pt>
                <c:pt idx="3007">
                  <c:v>42286</c:v>
                </c:pt>
                <c:pt idx="3008">
                  <c:v>42289</c:v>
                </c:pt>
                <c:pt idx="3009">
                  <c:v>42290</c:v>
                </c:pt>
                <c:pt idx="3010">
                  <c:v>42291</c:v>
                </c:pt>
                <c:pt idx="3011">
                  <c:v>42292</c:v>
                </c:pt>
                <c:pt idx="3012">
                  <c:v>42293</c:v>
                </c:pt>
                <c:pt idx="3013">
                  <c:v>42296</c:v>
                </c:pt>
                <c:pt idx="3014">
                  <c:v>42297</c:v>
                </c:pt>
                <c:pt idx="3015">
                  <c:v>42298</c:v>
                </c:pt>
                <c:pt idx="3016">
                  <c:v>42299</c:v>
                </c:pt>
                <c:pt idx="3017">
                  <c:v>42300</c:v>
                </c:pt>
                <c:pt idx="3018">
                  <c:v>42303</c:v>
                </c:pt>
                <c:pt idx="3019">
                  <c:v>42304</c:v>
                </c:pt>
                <c:pt idx="3020">
                  <c:v>42305</c:v>
                </c:pt>
                <c:pt idx="3021">
                  <c:v>42306</c:v>
                </c:pt>
                <c:pt idx="3022">
                  <c:v>42307</c:v>
                </c:pt>
                <c:pt idx="3023">
                  <c:v>42310</c:v>
                </c:pt>
                <c:pt idx="3024">
                  <c:v>42311</c:v>
                </c:pt>
                <c:pt idx="3025">
                  <c:v>42312</c:v>
                </c:pt>
                <c:pt idx="3026">
                  <c:v>42313</c:v>
                </c:pt>
                <c:pt idx="3027">
                  <c:v>42314</c:v>
                </c:pt>
                <c:pt idx="3028">
                  <c:v>42317</c:v>
                </c:pt>
                <c:pt idx="3029">
                  <c:v>42318</c:v>
                </c:pt>
                <c:pt idx="3030">
                  <c:v>42319</c:v>
                </c:pt>
                <c:pt idx="3031">
                  <c:v>42320</c:v>
                </c:pt>
                <c:pt idx="3032">
                  <c:v>42321</c:v>
                </c:pt>
                <c:pt idx="3033">
                  <c:v>42324</c:v>
                </c:pt>
                <c:pt idx="3034">
                  <c:v>42325</c:v>
                </c:pt>
                <c:pt idx="3035">
                  <c:v>42326</c:v>
                </c:pt>
                <c:pt idx="3036">
                  <c:v>42327</c:v>
                </c:pt>
                <c:pt idx="3037">
                  <c:v>42328</c:v>
                </c:pt>
                <c:pt idx="3038">
                  <c:v>42331</c:v>
                </c:pt>
                <c:pt idx="3039">
                  <c:v>42332</c:v>
                </c:pt>
                <c:pt idx="3040">
                  <c:v>42333</c:v>
                </c:pt>
                <c:pt idx="3041">
                  <c:v>42334</c:v>
                </c:pt>
                <c:pt idx="3042">
                  <c:v>42335</c:v>
                </c:pt>
                <c:pt idx="3043">
                  <c:v>42338</c:v>
                </c:pt>
                <c:pt idx="3044">
                  <c:v>42339</c:v>
                </c:pt>
                <c:pt idx="3045">
                  <c:v>42340</c:v>
                </c:pt>
                <c:pt idx="3046">
                  <c:v>42341</c:v>
                </c:pt>
                <c:pt idx="3047">
                  <c:v>42342</c:v>
                </c:pt>
                <c:pt idx="3048">
                  <c:v>42345</c:v>
                </c:pt>
                <c:pt idx="3049">
                  <c:v>42346</c:v>
                </c:pt>
                <c:pt idx="3050">
                  <c:v>42347</c:v>
                </c:pt>
                <c:pt idx="3051">
                  <c:v>42348</c:v>
                </c:pt>
                <c:pt idx="3052">
                  <c:v>42349</c:v>
                </c:pt>
                <c:pt idx="3053">
                  <c:v>42352</c:v>
                </c:pt>
                <c:pt idx="3054">
                  <c:v>42353</c:v>
                </c:pt>
                <c:pt idx="3055">
                  <c:v>42354</c:v>
                </c:pt>
                <c:pt idx="3056">
                  <c:v>42355</c:v>
                </c:pt>
                <c:pt idx="3057">
                  <c:v>42356</c:v>
                </c:pt>
                <c:pt idx="3058">
                  <c:v>42359</c:v>
                </c:pt>
                <c:pt idx="3059">
                  <c:v>42360</c:v>
                </c:pt>
                <c:pt idx="3060">
                  <c:v>42361</c:v>
                </c:pt>
                <c:pt idx="3061">
                  <c:v>42362</c:v>
                </c:pt>
                <c:pt idx="3062">
                  <c:v>42363</c:v>
                </c:pt>
                <c:pt idx="3063">
                  <c:v>42366</c:v>
                </c:pt>
                <c:pt idx="3064">
                  <c:v>42367</c:v>
                </c:pt>
                <c:pt idx="3065">
                  <c:v>42368</c:v>
                </c:pt>
                <c:pt idx="3066">
                  <c:v>42369</c:v>
                </c:pt>
                <c:pt idx="3067">
                  <c:v>42370</c:v>
                </c:pt>
                <c:pt idx="3068">
                  <c:v>42373</c:v>
                </c:pt>
                <c:pt idx="3069">
                  <c:v>42374</c:v>
                </c:pt>
                <c:pt idx="3070">
                  <c:v>42375</c:v>
                </c:pt>
                <c:pt idx="3071">
                  <c:v>42376</c:v>
                </c:pt>
                <c:pt idx="3072">
                  <c:v>42377</c:v>
                </c:pt>
                <c:pt idx="3073">
                  <c:v>42380</c:v>
                </c:pt>
                <c:pt idx="3074">
                  <c:v>42381</c:v>
                </c:pt>
                <c:pt idx="3075">
                  <c:v>42382</c:v>
                </c:pt>
                <c:pt idx="3076">
                  <c:v>42383</c:v>
                </c:pt>
                <c:pt idx="3077">
                  <c:v>42384</c:v>
                </c:pt>
                <c:pt idx="3078">
                  <c:v>42387</c:v>
                </c:pt>
                <c:pt idx="3079">
                  <c:v>42388</c:v>
                </c:pt>
                <c:pt idx="3080">
                  <c:v>42389</c:v>
                </c:pt>
                <c:pt idx="3081">
                  <c:v>42390</c:v>
                </c:pt>
                <c:pt idx="3082">
                  <c:v>42391</c:v>
                </c:pt>
                <c:pt idx="3083">
                  <c:v>42394</c:v>
                </c:pt>
                <c:pt idx="3084">
                  <c:v>42395</c:v>
                </c:pt>
                <c:pt idx="3085">
                  <c:v>42396</c:v>
                </c:pt>
                <c:pt idx="3086">
                  <c:v>42397</c:v>
                </c:pt>
                <c:pt idx="3087">
                  <c:v>42398</c:v>
                </c:pt>
                <c:pt idx="3088">
                  <c:v>42401</c:v>
                </c:pt>
                <c:pt idx="3089">
                  <c:v>42402</c:v>
                </c:pt>
                <c:pt idx="3090">
                  <c:v>42403</c:v>
                </c:pt>
                <c:pt idx="3091">
                  <c:v>42404</c:v>
                </c:pt>
                <c:pt idx="3092">
                  <c:v>42405</c:v>
                </c:pt>
                <c:pt idx="3093">
                  <c:v>42408</c:v>
                </c:pt>
                <c:pt idx="3094">
                  <c:v>42409</c:v>
                </c:pt>
                <c:pt idx="3095">
                  <c:v>42410</c:v>
                </c:pt>
                <c:pt idx="3096">
                  <c:v>42411</c:v>
                </c:pt>
                <c:pt idx="3097">
                  <c:v>42412</c:v>
                </c:pt>
                <c:pt idx="3098">
                  <c:v>42415</c:v>
                </c:pt>
                <c:pt idx="3099">
                  <c:v>42416</c:v>
                </c:pt>
                <c:pt idx="3100">
                  <c:v>42417</c:v>
                </c:pt>
                <c:pt idx="3101">
                  <c:v>42418</c:v>
                </c:pt>
                <c:pt idx="3102">
                  <c:v>42419</c:v>
                </c:pt>
                <c:pt idx="3103">
                  <c:v>42422</c:v>
                </c:pt>
                <c:pt idx="3104">
                  <c:v>42423</c:v>
                </c:pt>
                <c:pt idx="3105">
                  <c:v>42424</c:v>
                </c:pt>
                <c:pt idx="3106">
                  <c:v>42425</c:v>
                </c:pt>
                <c:pt idx="3107">
                  <c:v>42426</c:v>
                </c:pt>
                <c:pt idx="3108">
                  <c:v>42429</c:v>
                </c:pt>
                <c:pt idx="3109">
                  <c:v>42430</c:v>
                </c:pt>
                <c:pt idx="3110">
                  <c:v>42431</c:v>
                </c:pt>
                <c:pt idx="3111">
                  <c:v>42432</c:v>
                </c:pt>
                <c:pt idx="3112">
                  <c:v>42433</c:v>
                </c:pt>
                <c:pt idx="3113">
                  <c:v>42436</c:v>
                </c:pt>
                <c:pt idx="3114">
                  <c:v>42437</c:v>
                </c:pt>
                <c:pt idx="3115">
                  <c:v>42438</c:v>
                </c:pt>
                <c:pt idx="3116">
                  <c:v>42439</c:v>
                </c:pt>
                <c:pt idx="3117">
                  <c:v>42440</c:v>
                </c:pt>
                <c:pt idx="3118">
                  <c:v>42443</c:v>
                </c:pt>
                <c:pt idx="3119">
                  <c:v>42444</c:v>
                </c:pt>
                <c:pt idx="3120">
                  <c:v>42445</c:v>
                </c:pt>
                <c:pt idx="3121">
                  <c:v>42446</c:v>
                </c:pt>
                <c:pt idx="3122">
                  <c:v>42447</c:v>
                </c:pt>
                <c:pt idx="3123">
                  <c:v>42450</c:v>
                </c:pt>
                <c:pt idx="3124">
                  <c:v>42451</c:v>
                </c:pt>
                <c:pt idx="3125">
                  <c:v>42452</c:v>
                </c:pt>
                <c:pt idx="3126">
                  <c:v>42453</c:v>
                </c:pt>
                <c:pt idx="3127">
                  <c:v>42454</c:v>
                </c:pt>
                <c:pt idx="3128">
                  <c:v>42457</c:v>
                </c:pt>
                <c:pt idx="3129">
                  <c:v>42458</c:v>
                </c:pt>
                <c:pt idx="3130">
                  <c:v>42459</c:v>
                </c:pt>
                <c:pt idx="3131">
                  <c:v>42460</c:v>
                </c:pt>
                <c:pt idx="3132">
                  <c:v>42461</c:v>
                </c:pt>
                <c:pt idx="3133">
                  <c:v>42464</c:v>
                </c:pt>
                <c:pt idx="3134">
                  <c:v>42465</c:v>
                </c:pt>
                <c:pt idx="3135">
                  <c:v>42466</c:v>
                </c:pt>
                <c:pt idx="3136">
                  <c:v>42467</c:v>
                </c:pt>
                <c:pt idx="3137">
                  <c:v>42468</c:v>
                </c:pt>
                <c:pt idx="3138">
                  <c:v>42471</c:v>
                </c:pt>
                <c:pt idx="3139">
                  <c:v>42472</c:v>
                </c:pt>
                <c:pt idx="3140">
                  <c:v>42473</c:v>
                </c:pt>
                <c:pt idx="3141">
                  <c:v>42474</c:v>
                </c:pt>
                <c:pt idx="3142">
                  <c:v>42475</c:v>
                </c:pt>
                <c:pt idx="3143">
                  <c:v>42478</c:v>
                </c:pt>
                <c:pt idx="3144">
                  <c:v>42479</c:v>
                </c:pt>
                <c:pt idx="3145">
                  <c:v>42480</c:v>
                </c:pt>
                <c:pt idx="3146">
                  <c:v>42481</c:v>
                </c:pt>
                <c:pt idx="3147">
                  <c:v>42482</c:v>
                </c:pt>
                <c:pt idx="3148">
                  <c:v>42485</c:v>
                </c:pt>
                <c:pt idx="3149">
                  <c:v>42486</c:v>
                </c:pt>
                <c:pt idx="3150">
                  <c:v>42487</c:v>
                </c:pt>
                <c:pt idx="3151">
                  <c:v>42488</c:v>
                </c:pt>
                <c:pt idx="3152">
                  <c:v>42489</c:v>
                </c:pt>
                <c:pt idx="3153">
                  <c:v>42492</c:v>
                </c:pt>
                <c:pt idx="3154">
                  <c:v>42493</c:v>
                </c:pt>
                <c:pt idx="3155">
                  <c:v>42494</c:v>
                </c:pt>
                <c:pt idx="3156">
                  <c:v>42495</c:v>
                </c:pt>
                <c:pt idx="3157">
                  <c:v>42496</c:v>
                </c:pt>
                <c:pt idx="3158">
                  <c:v>42499</c:v>
                </c:pt>
                <c:pt idx="3159">
                  <c:v>42500</c:v>
                </c:pt>
                <c:pt idx="3160">
                  <c:v>42501</c:v>
                </c:pt>
                <c:pt idx="3161">
                  <c:v>42502</c:v>
                </c:pt>
                <c:pt idx="3162">
                  <c:v>42503</c:v>
                </c:pt>
                <c:pt idx="3163">
                  <c:v>42506</c:v>
                </c:pt>
                <c:pt idx="3164">
                  <c:v>42507</c:v>
                </c:pt>
                <c:pt idx="3165">
                  <c:v>42508</c:v>
                </c:pt>
                <c:pt idx="3166">
                  <c:v>42509</c:v>
                </c:pt>
                <c:pt idx="3167">
                  <c:v>42510</c:v>
                </c:pt>
                <c:pt idx="3168">
                  <c:v>42513</c:v>
                </c:pt>
                <c:pt idx="3169">
                  <c:v>42514</c:v>
                </c:pt>
                <c:pt idx="3170">
                  <c:v>42515</c:v>
                </c:pt>
                <c:pt idx="3171">
                  <c:v>42516</c:v>
                </c:pt>
                <c:pt idx="3172">
                  <c:v>42517</c:v>
                </c:pt>
                <c:pt idx="3173">
                  <c:v>42520</c:v>
                </c:pt>
                <c:pt idx="3174">
                  <c:v>42521</c:v>
                </c:pt>
                <c:pt idx="3175">
                  <c:v>42522</c:v>
                </c:pt>
                <c:pt idx="3176">
                  <c:v>42523</c:v>
                </c:pt>
                <c:pt idx="3177">
                  <c:v>42524</c:v>
                </c:pt>
                <c:pt idx="3178">
                  <c:v>42527</c:v>
                </c:pt>
                <c:pt idx="3179">
                  <c:v>42528</c:v>
                </c:pt>
                <c:pt idx="3180">
                  <c:v>42529</c:v>
                </c:pt>
                <c:pt idx="3181">
                  <c:v>42530</c:v>
                </c:pt>
                <c:pt idx="3182">
                  <c:v>42531</c:v>
                </c:pt>
                <c:pt idx="3183">
                  <c:v>42534</c:v>
                </c:pt>
                <c:pt idx="3184">
                  <c:v>42535</c:v>
                </c:pt>
                <c:pt idx="3185">
                  <c:v>42536</c:v>
                </c:pt>
                <c:pt idx="3186">
                  <c:v>42537</c:v>
                </c:pt>
                <c:pt idx="3187">
                  <c:v>42538</c:v>
                </c:pt>
                <c:pt idx="3188">
                  <c:v>42541</c:v>
                </c:pt>
                <c:pt idx="3189">
                  <c:v>42542</c:v>
                </c:pt>
                <c:pt idx="3190">
                  <c:v>42543</c:v>
                </c:pt>
                <c:pt idx="3191">
                  <c:v>42544</c:v>
                </c:pt>
                <c:pt idx="3192">
                  <c:v>42545</c:v>
                </c:pt>
                <c:pt idx="3193">
                  <c:v>42548</c:v>
                </c:pt>
                <c:pt idx="3194">
                  <c:v>42549</c:v>
                </c:pt>
                <c:pt idx="3195">
                  <c:v>42550</c:v>
                </c:pt>
                <c:pt idx="3196">
                  <c:v>42551</c:v>
                </c:pt>
                <c:pt idx="3197">
                  <c:v>42552</c:v>
                </c:pt>
                <c:pt idx="3198">
                  <c:v>42555</c:v>
                </c:pt>
                <c:pt idx="3199">
                  <c:v>42556</c:v>
                </c:pt>
                <c:pt idx="3200">
                  <c:v>42557</c:v>
                </c:pt>
                <c:pt idx="3201">
                  <c:v>42558</c:v>
                </c:pt>
                <c:pt idx="3202">
                  <c:v>42559</c:v>
                </c:pt>
                <c:pt idx="3203">
                  <c:v>42562</c:v>
                </c:pt>
                <c:pt idx="3204">
                  <c:v>42563</c:v>
                </c:pt>
                <c:pt idx="3205">
                  <c:v>42564</c:v>
                </c:pt>
                <c:pt idx="3206">
                  <c:v>42565</c:v>
                </c:pt>
                <c:pt idx="3207">
                  <c:v>42566</c:v>
                </c:pt>
                <c:pt idx="3208">
                  <c:v>42569</c:v>
                </c:pt>
                <c:pt idx="3209">
                  <c:v>42570</c:v>
                </c:pt>
                <c:pt idx="3210">
                  <c:v>42571</c:v>
                </c:pt>
                <c:pt idx="3211">
                  <c:v>42572</c:v>
                </c:pt>
                <c:pt idx="3212">
                  <c:v>42573</c:v>
                </c:pt>
                <c:pt idx="3213">
                  <c:v>42576</c:v>
                </c:pt>
                <c:pt idx="3214">
                  <c:v>42577</c:v>
                </c:pt>
                <c:pt idx="3215">
                  <c:v>42578</c:v>
                </c:pt>
                <c:pt idx="3216">
                  <c:v>42579</c:v>
                </c:pt>
                <c:pt idx="3217">
                  <c:v>42580</c:v>
                </c:pt>
                <c:pt idx="3218">
                  <c:v>42583</c:v>
                </c:pt>
                <c:pt idx="3219">
                  <c:v>42584</c:v>
                </c:pt>
                <c:pt idx="3220">
                  <c:v>42585</c:v>
                </c:pt>
                <c:pt idx="3221">
                  <c:v>42586</c:v>
                </c:pt>
                <c:pt idx="3222">
                  <c:v>42587</c:v>
                </c:pt>
                <c:pt idx="3223">
                  <c:v>42590</c:v>
                </c:pt>
                <c:pt idx="3224">
                  <c:v>42591</c:v>
                </c:pt>
                <c:pt idx="3225">
                  <c:v>42592</c:v>
                </c:pt>
                <c:pt idx="3226">
                  <c:v>42593</c:v>
                </c:pt>
                <c:pt idx="3227">
                  <c:v>42594</c:v>
                </c:pt>
                <c:pt idx="3228">
                  <c:v>42597</c:v>
                </c:pt>
                <c:pt idx="3229">
                  <c:v>42598</c:v>
                </c:pt>
                <c:pt idx="3230">
                  <c:v>42599</c:v>
                </c:pt>
                <c:pt idx="3231">
                  <c:v>42600</c:v>
                </c:pt>
                <c:pt idx="3232">
                  <c:v>42601</c:v>
                </c:pt>
                <c:pt idx="3233">
                  <c:v>42604</c:v>
                </c:pt>
                <c:pt idx="3234">
                  <c:v>42605</c:v>
                </c:pt>
                <c:pt idx="3235">
                  <c:v>42606</c:v>
                </c:pt>
                <c:pt idx="3236">
                  <c:v>42607</c:v>
                </c:pt>
                <c:pt idx="3237">
                  <c:v>42608</c:v>
                </c:pt>
                <c:pt idx="3238">
                  <c:v>42611</c:v>
                </c:pt>
                <c:pt idx="3239">
                  <c:v>42612</c:v>
                </c:pt>
                <c:pt idx="3240">
                  <c:v>42613</c:v>
                </c:pt>
                <c:pt idx="3241">
                  <c:v>42614</c:v>
                </c:pt>
                <c:pt idx="3242">
                  <c:v>42615</c:v>
                </c:pt>
                <c:pt idx="3243">
                  <c:v>42618</c:v>
                </c:pt>
                <c:pt idx="3244">
                  <c:v>42619</c:v>
                </c:pt>
                <c:pt idx="3245">
                  <c:v>42620</c:v>
                </c:pt>
                <c:pt idx="3246">
                  <c:v>42621</c:v>
                </c:pt>
                <c:pt idx="3247">
                  <c:v>42622</c:v>
                </c:pt>
                <c:pt idx="3248">
                  <c:v>42625</c:v>
                </c:pt>
                <c:pt idx="3249">
                  <c:v>42626</c:v>
                </c:pt>
                <c:pt idx="3250">
                  <c:v>42627</c:v>
                </c:pt>
                <c:pt idx="3251">
                  <c:v>42628</c:v>
                </c:pt>
                <c:pt idx="3252">
                  <c:v>42629</c:v>
                </c:pt>
                <c:pt idx="3253">
                  <c:v>42632</c:v>
                </c:pt>
                <c:pt idx="3254">
                  <c:v>42633</c:v>
                </c:pt>
                <c:pt idx="3255">
                  <c:v>42634</c:v>
                </c:pt>
                <c:pt idx="3256">
                  <c:v>42635</c:v>
                </c:pt>
                <c:pt idx="3257">
                  <c:v>42636</c:v>
                </c:pt>
                <c:pt idx="3258">
                  <c:v>42639</c:v>
                </c:pt>
                <c:pt idx="3259">
                  <c:v>42640</c:v>
                </c:pt>
                <c:pt idx="3260">
                  <c:v>42641</c:v>
                </c:pt>
                <c:pt idx="3261">
                  <c:v>42642</c:v>
                </c:pt>
                <c:pt idx="3262">
                  <c:v>42643</c:v>
                </c:pt>
                <c:pt idx="3263">
                  <c:v>42646</c:v>
                </c:pt>
                <c:pt idx="3264">
                  <c:v>42647</c:v>
                </c:pt>
                <c:pt idx="3265">
                  <c:v>42648</c:v>
                </c:pt>
                <c:pt idx="3266">
                  <c:v>42649</c:v>
                </c:pt>
                <c:pt idx="3267">
                  <c:v>42650</c:v>
                </c:pt>
                <c:pt idx="3268">
                  <c:v>42653</c:v>
                </c:pt>
                <c:pt idx="3269">
                  <c:v>42654</c:v>
                </c:pt>
                <c:pt idx="3270">
                  <c:v>42655</c:v>
                </c:pt>
                <c:pt idx="3271">
                  <c:v>42656</c:v>
                </c:pt>
                <c:pt idx="3272">
                  <c:v>42657</c:v>
                </c:pt>
                <c:pt idx="3273">
                  <c:v>42660</c:v>
                </c:pt>
                <c:pt idx="3274">
                  <c:v>42661</c:v>
                </c:pt>
                <c:pt idx="3275">
                  <c:v>42662</c:v>
                </c:pt>
                <c:pt idx="3276">
                  <c:v>42663</c:v>
                </c:pt>
                <c:pt idx="3277">
                  <c:v>42664</c:v>
                </c:pt>
                <c:pt idx="3278">
                  <c:v>42667</c:v>
                </c:pt>
                <c:pt idx="3279">
                  <c:v>42668</c:v>
                </c:pt>
                <c:pt idx="3280">
                  <c:v>42669</c:v>
                </c:pt>
                <c:pt idx="3281">
                  <c:v>42670</c:v>
                </c:pt>
                <c:pt idx="3282">
                  <c:v>42671</c:v>
                </c:pt>
                <c:pt idx="3283">
                  <c:v>42674</c:v>
                </c:pt>
                <c:pt idx="3284">
                  <c:v>42675</c:v>
                </c:pt>
                <c:pt idx="3285">
                  <c:v>42676</c:v>
                </c:pt>
                <c:pt idx="3286">
                  <c:v>42677</c:v>
                </c:pt>
                <c:pt idx="3287">
                  <c:v>42678</c:v>
                </c:pt>
                <c:pt idx="3288">
                  <c:v>42681</c:v>
                </c:pt>
                <c:pt idx="3289">
                  <c:v>42682</c:v>
                </c:pt>
                <c:pt idx="3290">
                  <c:v>42683</c:v>
                </c:pt>
                <c:pt idx="3291">
                  <c:v>42684</c:v>
                </c:pt>
                <c:pt idx="3292">
                  <c:v>42685</c:v>
                </c:pt>
                <c:pt idx="3293">
                  <c:v>42688</c:v>
                </c:pt>
                <c:pt idx="3294">
                  <c:v>42689</c:v>
                </c:pt>
                <c:pt idx="3295">
                  <c:v>42690</c:v>
                </c:pt>
                <c:pt idx="3296">
                  <c:v>42691</c:v>
                </c:pt>
                <c:pt idx="3297">
                  <c:v>42692</c:v>
                </c:pt>
                <c:pt idx="3298">
                  <c:v>42695</c:v>
                </c:pt>
                <c:pt idx="3299">
                  <c:v>42696</c:v>
                </c:pt>
                <c:pt idx="3300">
                  <c:v>42697</c:v>
                </c:pt>
                <c:pt idx="3301">
                  <c:v>42698</c:v>
                </c:pt>
                <c:pt idx="3302">
                  <c:v>42699</c:v>
                </c:pt>
                <c:pt idx="3303">
                  <c:v>42702</c:v>
                </c:pt>
                <c:pt idx="3304">
                  <c:v>42703</c:v>
                </c:pt>
                <c:pt idx="3305">
                  <c:v>42704</c:v>
                </c:pt>
                <c:pt idx="3306">
                  <c:v>42705</c:v>
                </c:pt>
                <c:pt idx="3307">
                  <c:v>42706</c:v>
                </c:pt>
                <c:pt idx="3308">
                  <c:v>42709</c:v>
                </c:pt>
                <c:pt idx="3309">
                  <c:v>42710</c:v>
                </c:pt>
                <c:pt idx="3310">
                  <c:v>42711</c:v>
                </c:pt>
                <c:pt idx="3311">
                  <c:v>42712</c:v>
                </c:pt>
                <c:pt idx="3312">
                  <c:v>42713</c:v>
                </c:pt>
                <c:pt idx="3313">
                  <c:v>42716</c:v>
                </c:pt>
                <c:pt idx="3314">
                  <c:v>42717</c:v>
                </c:pt>
                <c:pt idx="3315">
                  <c:v>42718</c:v>
                </c:pt>
                <c:pt idx="3316">
                  <c:v>42719</c:v>
                </c:pt>
                <c:pt idx="3317">
                  <c:v>42720</c:v>
                </c:pt>
                <c:pt idx="3318">
                  <c:v>42723</c:v>
                </c:pt>
                <c:pt idx="3319">
                  <c:v>42724</c:v>
                </c:pt>
                <c:pt idx="3320">
                  <c:v>42725</c:v>
                </c:pt>
                <c:pt idx="3321">
                  <c:v>42726</c:v>
                </c:pt>
                <c:pt idx="3322">
                  <c:v>42727</c:v>
                </c:pt>
                <c:pt idx="3323">
                  <c:v>42730</c:v>
                </c:pt>
                <c:pt idx="3324">
                  <c:v>42731</c:v>
                </c:pt>
                <c:pt idx="3325">
                  <c:v>42732</c:v>
                </c:pt>
                <c:pt idx="3326">
                  <c:v>42733</c:v>
                </c:pt>
                <c:pt idx="3327">
                  <c:v>42734</c:v>
                </c:pt>
                <c:pt idx="3328">
                  <c:v>42737</c:v>
                </c:pt>
                <c:pt idx="3329">
                  <c:v>42738</c:v>
                </c:pt>
                <c:pt idx="3330">
                  <c:v>42739</c:v>
                </c:pt>
                <c:pt idx="3331">
                  <c:v>42740</c:v>
                </c:pt>
                <c:pt idx="3332">
                  <c:v>42741</c:v>
                </c:pt>
                <c:pt idx="3333">
                  <c:v>42744</c:v>
                </c:pt>
                <c:pt idx="3334">
                  <c:v>42745</c:v>
                </c:pt>
                <c:pt idx="3335">
                  <c:v>42746</c:v>
                </c:pt>
                <c:pt idx="3336">
                  <c:v>42747</c:v>
                </c:pt>
                <c:pt idx="3337">
                  <c:v>42748</c:v>
                </c:pt>
                <c:pt idx="3338">
                  <c:v>42751</c:v>
                </c:pt>
                <c:pt idx="3339">
                  <c:v>42752</c:v>
                </c:pt>
                <c:pt idx="3340">
                  <c:v>42753</c:v>
                </c:pt>
                <c:pt idx="3341">
                  <c:v>42754</c:v>
                </c:pt>
                <c:pt idx="3342">
                  <c:v>42755</c:v>
                </c:pt>
                <c:pt idx="3343">
                  <c:v>42758</c:v>
                </c:pt>
                <c:pt idx="3344">
                  <c:v>42759</c:v>
                </c:pt>
                <c:pt idx="3345">
                  <c:v>42760</c:v>
                </c:pt>
                <c:pt idx="3346">
                  <c:v>42761</c:v>
                </c:pt>
                <c:pt idx="3347">
                  <c:v>42762</c:v>
                </c:pt>
                <c:pt idx="3348">
                  <c:v>42765</c:v>
                </c:pt>
                <c:pt idx="3349">
                  <c:v>42766</c:v>
                </c:pt>
                <c:pt idx="3350">
                  <c:v>42767</c:v>
                </c:pt>
                <c:pt idx="3351">
                  <c:v>42768</c:v>
                </c:pt>
                <c:pt idx="3352">
                  <c:v>42769</c:v>
                </c:pt>
                <c:pt idx="3353">
                  <c:v>42772</c:v>
                </c:pt>
                <c:pt idx="3354">
                  <c:v>42773</c:v>
                </c:pt>
                <c:pt idx="3355">
                  <c:v>42774</c:v>
                </c:pt>
                <c:pt idx="3356">
                  <c:v>42775</c:v>
                </c:pt>
                <c:pt idx="3357">
                  <c:v>42776</c:v>
                </c:pt>
                <c:pt idx="3358">
                  <c:v>42779</c:v>
                </c:pt>
                <c:pt idx="3359">
                  <c:v>42780</c:v>
                </c:pt>
                <c:pt idx="3360">
                  <c:v>42781</c:v>
                </c:pt>
                <c:pt idx="3361">
                  <c:v>42782</c:v>
                </c:pt>
                <c:pt idx="3362">
                  <c:v>42783</c:v>
                </c:pt>
                <c:pt idx="3363">
                  <c:v>42786</c:v>
                </c:pt>
                <c:pt idx="3364">
                  <c:v>42787</c:v>
                </c:pt>
                <c:pt idx="3365">
                  <c:v>42788</c:v>
                </c:pt>
                <c:pt idx="3366">
                  <c:v>42789</c:v>
                </c:pt>
                <c:pt idx="3367">
                  <c:v>42790</c:v>
                </c:pt>
                <c:pt idx="3368">
                  <c:v>42793</c:v>
                </c:pt>
                <c:pt idx="3369">
                  <c:v>42794</c:v>
                </c:pt>
                <c:pt idx="3370">
                  <c:v>42795</c:v>
                </c:pt>
                <c:pt idx="3371">
                  <c:v>42796</c:v>
                </c:pt>
                <c:pt idx="3372">
                  <c:v>42797</c:v>
                </c:pt>
                <c:pt idx="3373">
                  <c:v>42800</c:v>
                </c:pt>
                <c:pt idx="3374">
                  <c:v>42801</c:v>
                </c:pt>
                <c:pt idx="3375">
                  <c:v>42802</c:v>
                </c:pt>
                <c:pt idx="3376">
                  <c:v>42803</c:v>
                </c:pt>
                <c:pt idx="3377">
                  <c:v>42804</c:v>
                </c:pt>
                <c:pt idx="3378">
                  <c:v>42807</c:v>
                </c:pt>
                <c:pt idx="3379">
                  <c:v>42808</c:v>
                </c:pt>
                <c:pt idx="3380">
                  <c:v>42809</c:v>
                </c:pt>
                <c:pt idx="3381">
                  <c:v>42810</c:v>
                </c:pt>
                <c:pt idx="3382">
                  <c:v>42811</c:v>
                </c:pt>
                <c:pt idx="3383">
                  <c:v>42814</c:v>
                </c:pt>
                <c:pt idx="3384">
                  <c:v>42815</c:v>
                </c:pt>
                <c:pt idx="3385">
                  <c:v>42816</c:v>
                </c:pt>
                <c:pt idx="3386">
                  <c:v>42817</c:v>
                </c:pt>
                <c:pt idx="3387">
                  <c:v>42818</c:v>
                </c:pt>
                <c:pt idx="3388">
                  <c:v>42821</c:v>
                </c:pt>
                <c:pt idx="3389">
                  <c:v>42822</c:v>
                </c:pt>
                <c:pt idx="3390">
                  <c:v>42823</c:v>
                </c:pt>
                <c:pt idx="3391">
                  <c:v>42824</c:v>
                </c:pt>
                <c:pt idx="3392">
                  <c:v>42825</c:v>
                </c:pt>
                <c:pt idx="3393">
                  <c:v>42828</c:v>
                </c:pt>
                <c:pt idx="3394">
                  <c:v>42829</c:v>
                </c:pt>
                <c:pt idx="3395">
                  <c:v>42830</c:v>
                </c:pt>
                <c:pt idx="3396">
                  <c:v>42831</c:v>
                </c:pt>
                <c:pt idx="3397">
                  <c:v>42832</c:v>
                </c:pt>
                <c:pt idx="3398">
                  <c:v>42835</c:v>
                </c:pt>
                <c:pt idx="3399">
                  <c:v>42836</c:v>
                </c:pt>
                <c:pt idx="3400">
                  <c:v>42837</c:v>
                </c:pt>
                <c:pt idx="3401">
                  <c:v>42838</c:v>
                </c:pt>
                <c:pt idx="3402">
                  <c:v>42839</c:v>
                </c:pt>
                <c:pt idx="3403">
                  <c:v>42842</c:v>
                </c:pt>
                <c:pt idx="3404">
                  <c:v>42843</c:v>
                </c:pt>
                <c:pt idx="3405">
                  <c:v>42844</c:v>
                </c:pt>
                <c:pt idx="3406">
                  <c:v>42845</c:v>
                </c:pt>
                <c:pt idx="3407">
                  <c:v>42846</c:v>
                </c:pt>
                <c:pt idx="3408">
                  <c:v>42849</c:v>
                </c:pt>
                <c:pt idx="3409">
                  <c:v>42850</c:v>
                </c:pt>
                <c:pt idx="3410">
                  <c:v>42851</c:v>
                </c:pt>
                <c:pt idx="3411">
                  <c:v>42852</c:v>
                </c:pt>
                <c:pt idx="3412">
                  <c:v>42853</c:v>
                </c:pt>
                <c:pt idx="3413">
                  <c:v>42856</c:v>
                </c:pt>
                <c:pt idx="3414">
                  <c:v>42857</c:v>
                </c:pt>
                <c:pt idx="3415">
                  <c:v>42858</c:v>
                </c:pt>
                <c:pt idx="3416">
                  <c:v>42859</c:v>
                </c:pt>
                <c:pt idx="3417">
                  <c:v>42860</c:v>
                </c:pt>
                <c:pt idx="3418">
                  <c:v>42863</c:v>
                </c:pt>
                <c:pt idx="3419">
                  <c:v>42864</c:v>
                </c:pt>
                <c:pt idx="3420">
                  <c:v>42865</c:v>
                </c:pt>
                <c:pt idx="3421">
                  <c:v>42866</c:v>
                </c:pt>
                <c:pt idx="3422">
                  <c:v>42867</c:v>
                </c:pt>
                <c:pt idx="3423">
                  <c:v>42870</c:v>
                </c:pt>
                <c:pt idx="3424">
                  <c:v>42871</c:v>
                </c:pt>
                <c:pt idx="3425">
                  <c:v>42872</c:v>
                </c:pt>
                <c:pt idx="3426">
                  <c:v>42873</c:v>
                </c:pt>
                <c:pt idx="3427">
                  <c:v>42874</c:v>
                </c:pt>
                <c:pt idx="3428">
                  <c:v>42877</c:v>
                </c:pt>
                <c:pt idx="3429">
                  <c:v>42878</c:v>
                </c:pt>
                <c:pt idx="3430">
                  <c:v>42879</c:v>
                </c:pt>
                <c:pt idx="3431">
                  <c:v>42880</c:v>
                </c:pt>
                <c:pt idx="3432">
                  <c:v>42881</c:v>
                </c:pt>
                <c:pt idx="3433">
                  <c:v>42884</c:v>
                </c:pt>
                <c:pt idx="3434">
                  <c:v>42885</c:v>
                </c:pt>
                <c:pt idx="3435">
                  <c:v>42886</c:v>
                </c:pt>
                <c:pt idx="3436">
                  <c:v>42887</c:v>
                </c:pt>
                <c:pt idx="3437">
                  <c:v>42888</c:v>
                </c:pt>
                <c:pt idx="3438">
                  <c:v>42891</c:v>
                </c:pt>
                <c:pt idx="3439">
                  <c:v>42892</c:v>
                </c:pt>
                <c:pt idx="3440">
                  <c:v>42893</c:v>
                </c:pt>
                <c:pt idx="3441">
                  <c:v>42894</c:v>
                </c:pt>
                <c:pt idx="3442">
                  <c:v>42895</c:v>
                </c:pt>
                <c:pt idx="3443">
                  <c:v>42898</c:v>
                </c:pt>
                <c:pt idx="3444">
                  <c:v>42899</c:v>
                </c:pt>
                <c:pt idx="3445">
                  <c:v>42900</c:v>
                </c:pt>
                <c:pt idx="3446">
                  <c:v>42901</c:v>
                </c:pt>
                <c:pt idx="3447">
                  <c:v>42902</c:v>
                </c:pt>
                <c:pt idx="3448">
                  <c:v>42905</c:v>
                </c:pt>
                <c:pt idx="3449">
                  <c:v>42906</c:v>
                </c:pt>
                <c:pt idx="3450">
                  <c:v>42907</c:v>
                </c:pt>
                <c:pt idx="3451">
                  <c:v>42908</c:v>
                </c:pt>
                <c:pt idx="3452">
                  <c:v>42909</c:v>
                </c:pt>
                <c:pt idx="3453">
                  <c:v>42912</c:v>
                </c:pt>
                <c:pt idx="3454">
                  <c:v>42913</c:v>
                </c:pt>
                <c:pt idx="3455">
                  <c:v>42914</c:v>
                </c:pt>
                <c:pt idx="3456">
                  <c:v>42915</c:v>
                </c:pt>
                <c:pt idx="3457">
                  <c:v>42916</c:v>
                </c:pt>
                <c:pt idx="3458">
                  <c:v>42919</c:v>
                </c:pt>
                <c:pt idx="3459">
                  <c:v>42920</c:v>
                </c:pt>
                <c:pt idx="3460">
                  <c:v>42921</c:v>
                </c:pt>
                <c:pt idx="3461">
                  <c:v>42922</c:v>
                </c:pt>
                <c:pt idx="3462">
                  <c:v>42923</c:v>
                </c:pt>
                <c:pt idx="3463">
                  <c:v>42926</c:v>
                </c:pt>
                <c:pt idx="3464">
                  <c:v>42927</c:v>
                </c:pt>
                <c:pt idx="3465">
                  <c:v>42928</c:v>
                </c:pt>
                <c:pt idx="3466">
                  <c:v>42929</c:v>
                </c:pt>
                <c:pt idx="3467">
                  <c:v>42930</c:v>
                </c:pt>
                <c:pt idx="3468">
                  <c:v>42933</c:v>
                </c:pt>
                <c:pt idx="3469">
                  <c:v>42934</c:v>
                </c:pt>
                <c:pt idx="3470">
                  <c:v>42935</c:v>
                </c:pt>
                <c:pt idx="3471">
                  <c:v>42936</c:v>
                </c:pt>
                <c:pt idx="3472">
                  <c:v>42937</c:v>
                </c:pt>
                <c:pt idx="3473">
                  <c:v>42940</c:v>
                </c:pt>
                <c:pt idx="3474">
                  <c:v>42941</c:v>
                </c:pt>
                <c:pt idx="3475">
                  <c:v>42942</c:v>
                </c:pt>
                <c:pt idx="3476">
                  <c:v>42943</c:v>
                </c:pt>
                <c:pt idx="3477">
                  <c:v>42944</c:v>
                </c:pt>
                <c:pt idx="3478">
                  <c:v>42947</c:v>
                </c:pt>
                <c:pt idx="3479">
                  <c:v>42948</c:v>
                </c:pt>
                <c:pt idx="3480">
                  <c:v>42949</c:v>
                </c:pt>
                <c:pt idx="3481">
                  <c:v>42950</c:v>
                </c:pt>
                <c:pt idx="3482">
                  <c:v>42951</c:v>
                </c:pt>
                <c:pt idx="3483">
                  <c:v>42954</c:v>
                </c:pt>
                <c:pt idx="3484">
                  <c:v>42955</c:v>
                </c:pt>
                <c:pt idx="3485">
                  <c:v>42956</c:v>
                </c:pt>
                <c:pt idx="3486">
                  <c:v>42957</c:v>
                </c:pt>
                <c:pt idx="3487">
                  <c:v>42958</c:v>
                </c:pt>
                <c:pt idx="3488">
                  <c:v>42961</c:v>
                </c:pt>
                <c:pt idx="3489">
                  <c:v>42962</c:v>
                </c:pt>
                <c:pt idx="3490">
                  <c:v>42963</c:v>
                </c:pt>
                <c:pt idx="3491">
                  <c:v>42964</c:v>
                </c:pt>
                <c:pt idx="3492">
                  <c:v>42965</c:v>
                </c:pt>
                <c:pt idx="3493">
                  <c:v>42968</c:v>
                </c:pt>
                <c:pt idx="3494">
                  <c:v>42969</c:v>
                </c:pt>
                <c:pt idx="3495">
                  <c:v>42970</c:v>
                </c:pt>
                <c:pt idx="3496">
                  <c:v>42971</c:v>
                </c:pt>
                <c:pt idx="3497">
                  <c:v>42972</c:v>
                </c:pt>
                <c:pt idx="3498">
                  <c:v>42975</c:v>
                </c:pt>
                <c:pt idx="3499">
                  <c:v>42976</c:v>
                </c:pt>
                <c:pt idx="3500">
                  <c:v>42977</c:v>
                </c:pt>
                <c:pt idx="3501">
                  <c:v>42978</c:v>
                </c:pt>
                <c:pt idx="3502">
                  <c:v>42979</c:v>
                </c:pt>
                <c:pt idx="3503">
                  <c:v>42982</c:v>
                </c:pt>
                <c:pt idx="3504">
                  <c:v>42983</c:v>
                </c:pt>
                <c:pt idx="3505">
                  <c:v>42984</c:v>
                </c:pt>
                <c:pt idx="3506">
                  <c:v>42985</c:v>
                </c:pt>
                <c:pt idx="3507">
                  <c:v>42986</c:v>
                </c:pt>
                <c:pt idx="3508">
                  <c:v>42989</c:v>
                </c:pt>
                <c:pt idx="3509">
                  <c:v>42990</c:v>
                </c:pt>
                <c:pt idx="3510">
                  <c:v>42991</c:v>
                </c:pt>
                <c:pt idx="3511">
                  <c:v>42992</c:v>
                </c:pt>
                <c:pt idx="3512">
                  <c:v>42993</c:v>
                </c:pt>
                <c:pt idx="3513">
                  <c:v>42996</c:v>
                </c:pt>
                <c:pt idx="3514">
                  <c:v>42997</c:v>
                </c:pt>
                <c:pt idx="3515">
                  <c:v>42998</c:v>
                </c:pt>
                <c:pt idx="3516">
                  <c:v>42999</c:v>
                </c:pt>
                <c:pt idx="3517">
                  <c:v>43000</c:v>
                </c:pt>
                <c:pt idx="3518">
                  <c:v>43003</c:v>
                </c:pt>
                <c:pt idx="3519">
                  <c:v>43004</c:v>
                </c:pt>
                <c:pt idx="3520">
                  <c:v>43005</c:v>
                </c:pt>
                <c:pt idx="3521">
                  <c:v>43006</c:v>
                </c:pt>
                <c:pt idx="3522">
                  <c:v>43007</c:v>
                </c:pt>
                <c:pt idx="3523">
                  <c:v>43010</c:v>
                </c:pt>
                <c:pt idx="3524">
                  <c:v>43011</c:v>
                </c:pt>
                <c:pt idx="3525">
                  <c:v>43012</c:v>
                </c:pt>
                <c:pt idx="3526">
                  <c:v>43013</c:v>
                </c:pt>
                <c:pt idx="3527">
                  <c:v>43014</c:v>
                </c:pt>
                <c:pt idx="3528">
                  <c:v>43017</c:v>
                </c:pt>
                <c:pt idx="3529">
                  <c:v>43018</c:v>
                </c:pt>
                <c:pt idx="3530">
                  <c:v>43019</c:v>
                </c:pt>
                <c:pt idx="3531">
                  <c:v>43020</c:v>
                </c:pt>
                <c:pt idx="3532">
                  <c:v>43021</c:v>
                </c:pt>
                <c:pt idx="3533">
                  <c:v>43024</c:v>
                </c:pt>
                <c:pt idx="3534">
                  <c:v>43025</c:v>
                </c:pt>
                <c:pt idx="3535">
                  <c:v>43026</c:v>
                </c:pt>
                <c:pt idx="3536">
                  <c:v>43027</c:v>
                </c:pt>
                <c:pt idx="3537">
                  <c:v>43028</c:v>
                </c:pt>
                <c:pt idx="3538">
                  <c:v>43031</c:v>
                </c:pt>
                <c:pt idx="3539">
                  <c:v>43032</c:v>
                </c:pt>
                <c:pt idx="3540">
                  <c:v>43033</c:v>
                </c:pt>
                <c:pt idx="3541">
                  <c:v>43034</c:v>
                </c:pt>
                <c:pt idx="3542">
                  <c:v>43035</c:v>
                </c:pt>
                <c:pt idx="3543">
                  <c:v>43038</c:v>
                </c:pt>
                <c:pt idx="3544">
                  <c:v>43039</c:v>
                </c:pt>
                <c:pt idx="3545">
                  <c:v>43040</c:v>
                </c:pt>
                <c:pt idx="3546">
                  <c:v>43041</c:v>
                </c:pt>
                <c:pt idx="3547">
                  <c:v>43042</c:v>
                </c:pt>
                <c:pt idx="3548">
                  <c:v>43045</c:v>
                </c:pt>
                <c:pt idx="3549">
                  <c:v>43046</c:v>
                </c:pt>
                <c:pt idx="3550">
                  <c:v>43047</c:v>
                </c:pt>
                <c:pt idx="3551">
                  <c:v>43048</c:v>
                </c:pt>
                <c:pt idx="3552">
                  <c:v>43049</c:v>
                </c:pt>
                <c:pt idx="3553">
                  <c:v>43052</c:v>
                </c:pt>
                <c:pt idx="3554">
                  <c:v>43053</c:v>
                </c:pt>
                <c:pt idx="3555">
                  <c:v>43054</c:v>
                </c:pt>
                <c:pt idx="3556">
                  <c:v>43055</c:v>
                </c:pt>
                <c:pt idx="3557">
                  <c:v>43056</c:v>
                </c:pt>
                <c:pt idx="3558">
                  <c:v>43059</c:v>
                </c:pt>
                <c:pt idx="3559">
                  <c:v>43060</c:v>
                </c:pt>
                <c:pt idx="3560">
                  <c:v>43061</c:v>
                </c:pt>
                <c:pt idx="3561">
                  <c:v>43062</c:v>
                </c:pt>
                <c:pt idx="3562">
                  <c:v>43063</c:v>
                </c:pt>
                <c:pt idx="3563">
                  <c:v>43066</c:v>
                </c:pt>
                <c:pt idx="3564">
                  <c:v>43067</c:v>
                </c:pt>
                <c:pt idx="3565">
                  <c:v>43068</c:v>
                </c:pt>
                <c:pt idx="3566">
                  <c:v>43069</c:v>
                </c:pt>
                <c:pt idx="3567">
                  <c:v>43070</c:v>
                </c:pt>
                <c:pt idx="3568">
                  <c:v>43073</c:v>
                </c:pt>
                <c:pt idx="3569">
                  <c:v>43074</c:v>
                </c:pt>
                <c:pt idx="3570">
                  <c:v>43075</c:v>
                </c:pt>
                <c:pt idx="3571">
                  <c:v>43076</c:v>
                </c:pt>
                <c:pt idx="3572">
                  <c:v>43077</c:v>
                </c:pt>
                <c:pt idx="3573">
                  <c:v>43080</c:v>
                </c:pt>
                <c:pt idx="3574">
                  <c:v>43081</c:v>
                </c:pt>
                <c:pt idx="3575">
                  <c:v>43082</c:v>
                </c:pt>
                <c:pt idx="3576">
                  <c:v>43083</c:v>
                </c:pt>
                <c:pt idx="3577">
                  <c:v>43084</c:v>
                </c:pt>
                <c:pt idx="3578">
                  <c:v>43087</c:v>
                </c:pt>
                <c:pt idx="3579">
                  <c:v>43088</c:v>
                </c:pt>
                <c:pt idx="3580">
                  <c:v>43089</c:v>
                </c:pt>
                <c:pt idx="3581">
                  <c:v>43090</c:v>
                </c:pt>
                <c:pt idx="3582">
                  <c:v>43091</c:v>
                </c:pt>
                <c:pt idx="3583">
                  <c:v>43094</c:v>
                </c:pt>
                <c:pt idx="3584">
                  <c:v>43095</c:v>
                </c:pt>
                <c:pt idx="3585">
                  <c:v>43096</c:v>
                </c:pt>
                <c:pt idx="3586">
                  <c:v>43097</c:v>
                </c:pt>
                <c:pt idx="3587">
                  <c:v>43098</c:v>
                </c:pt>
                <c:pt idx="3588">
                  <c:v>43101</c:v>
                </c:pt>
                <c:pt idx="3589">
                  <c:v>43102</c:v>
                </c:pt>
                <c:pt idx="3590">
                  <c:v>43103</c:v>
                </c:pt>
                <c:pt idx="3591">
                  <c:v>43104</c:v>
                </c:pt>
                <c:pt idx="3592">
                  <c:v>43105</c:v>
                </c:pt>
                <c:pt idx="3593">
                  <c:v>43108</c:v>
                </c:pt>
                <c:pt idx="3594">
                  <c:v>43109</c:v>
                </c:pt>
                <c:pt idx="3595">
                  <c:v>43110</c:v>
                </c:pt>
                <c:pt idx="3596">
                  <c:v>43111</c:v>
                </c:pt>
                <c:pt idx="3597">
                  <c:v>43112</c:v>
                </c:pt>
                <c:pt idx="3598">
                  <c:v>43115</c:v>
                </c:pt>
                <c:pt idx="3599">
                  <c:v>43116</c:v>
                </c:pt>
                <c:pt idx="3600">
                  <c:v>43117</c:v>
                </c:pt>
                <c:pt idx="3601">
                  <c:v>43118</c:v>
                </c:pt>
                <c:pt idx="3602">
                  <c:v>43119</c:v>
                </c:pt>
                <c:pt idx="3603">
                  <c:v>43122</c:v>
                </c:pt>
                <c:pt idx="3604">
                  <c:v>43123</c:v>
                </c:pt>
                <c:pt idx="3605">
                  <c:v>43124</c:v>
                </c:pt>
                <c:pt idx="3606">
                  <c:v>43125</c:v>
                </c:pt>
                <c:pt idx="3607">
                  <c:v>43126</c:v>
                </c:pt>
                <c:pt idx="3608">
                  <c:v>43129</c:v>
                </c:pt>
                <c:pt idx="3609">
                  <c:v>43130</c:v>
                </c:pt>
                <c:pt idx="3610">
                  <c:v>43131</c:v>
                </c:pt>
                <c:pt idx="3611">
                  <c:v>43132</c:v>
                </c:pt>
                <c:pt idx="3612">
                  <c:v>43133</c:v>
                </c:pt>
                <c:pt idx="3613">
                  <c:v>43136</c:v>
                </c:pt>
                <c:pt idx="3614">
                  <c:v>43137</c:v>
                </c:pt>
                <c:pt idx="3615">
                  <c:v>43138</c:v>
                </c:pt>
                <c:pt idx="3616">
                  <c:v>43139</c:v>
                </c:pt>
                <c:pt idx="3617">
                  <c:v>43140</c:v>
                </c:pt>
                <c:pt idx="3618">
                  <c:v>43143</c:v>
                </c:pt>
                <c:pt idx="3619">
                  <c:v>43144</c:v>
                </c:pt>
                <c:pt idx="3620">
                  <c:v>43145</c:v>
                </c:pt>
                <c:pt idx="3621">
                  <c:v>43146</c:v>
                </c:pt>
                <c:pt idx="3622">
                  <c:v>43147</c:v>
                </c:pt>
                <c:pt idx="3623">
                  <c:v>43150</c:v>
                </c:pt>
                <c:pt idx="3624">
                  <c:v>43151</c:v>
                </c:pt>
                <c:pt idx="3625">
                  <c:v>43152</c:v>
                </c:pt>
                <c:pt idx="3626">
                  <c:v>43153</c:v>
                </c:pt>
                <c:pt idx="3627">
                  <c:v>43154</c:v>
                </c:pt>
                <c:pt idx="3628">
                  <c:v>43157</c:v>
                </c:pt>
                <c:pt idx="3629">
                  <c:v>43158</c:v>
                </c:pt>
                <c:pt idx="3630">
                  <c:v>43159</c:v>
                </c:pt>
                <c:pt idx="3631">
                  <c:v>43160</c:v>
                </c:pt>
                <c:pt idx="3632">
                  <c:v>43161</c:v>
                </c:pt>
                <c:pt idx="3633">
                  <c:v>43164</c:v>
                </c:pt>
                <c:pt idx="3634">
                  <c:v>43165</c:v>
                </c:pt>
                <c:pt idx="3635">
                  <c:v>43166</c:v>
                </c:pt>
                <c:pt idx="3636">
                  <c:v>43167</c:v>
                </c:pt>
                <c:pt idx="3637">
                  <c:v>43168</c:v>
                </c:pt>
                <c:pt idx="3638">
                  <c:v>43171</c:v>
                </c:pt>
                <c:pt idx="3639">
                  <c:v>43172</c:v>
                </c:pt>
                <c:pt idx="3640">
                  <c:v>43173</c:v>
                </c:pt>
                <c:pt idx="3641">
                  <c:v>43174</c:v>
                </c:pt>
                <c:pt idx="3642">
                  <c:v>43175</c:v>
                </c:pt>
                <c:pt idx="3643">
                  <c:v>43178</c:v>
                </c:pt>
                <c:pt idx="3644">
                  <c:v>43179</c:v>
                </c:pt>
                <c:pt idx="3645">
                  <c:v>43180</c:v>
                </c:pt>
                <c:pt idx="3646">
                  <c:v>43181</c:v>
                </c:pt>
                <c:pt idx="3647">
                  <c:v>43182</c:v>
                </c:pt>
                <c:pt idx="3648">
                  <c:v>43185</c:v>
                </c:pt>
                <c:pt idx="3649">
                  <c:v>43186</c:v>
                </c:pt>
                <c:pt idx="3650">
                  <c:v>43187</c:v>
                </c:pt>
                <c:pt idx="3651">
                  <c:v>43188</c:v>
                </c:pt>
                <c:pt idx="3652">
                  <c:v>43189</c:v>
                </c:pt>
                <c:pt idx="3653">
                  <c:v>43192</c:v>
                </c:pt>
                <c:pt idx="3654">
                  <c:v>43193</c:v>
                </c:pt>
                <c:pt idx="3655">
                  <c:v>43194</c:v>
                </c:pt>
                <c:pt idx="3656">
                  <c:v>43195</c:v>
                </c:pt>
                <c:pt idx="3657">
                  <c:v>43196</c:v>
                </c:pt>
                <c:pt idx="3658">
                  <c:v>43199</c:v>
                </c:pt>
                <c:pt idx="3659">
                  <c:v>43200</c:v>
                </c:pt>
                <c:pt idx="3660">
                  <c:v>43201</c:v>
                </c:pt>
                <c:pt idx="3661">
                  <c:v>43202</c:v>
                </c:pt>
                <c:pt idx="3662">
                  <c:v>43203</c:v>
                </c:pt>
                <c:pt idx="3663">
                  <c:v>43206</c:v>
                </c:pt>
                <c:pt idx="3664">
                  <c:v>43207</c:v>
                </c:pt>
                <c:pt idx="3665">
                  <c:v>43208</c:v>
                </c:pt>
                <c:pt idx="3666">
                  <c:v>43209</c:v>
                </c:pt>
                <c:pt idx="3667">
                  <c:v>43210</c:v>
                </c:pt>
                <c:pt idx="3668">
                  <c:v>43213</c:v>
                </c:pt>
                <c:pt idx="3669">
                  <c:v>43214</c:v>
                </c:pt>
                <c:pt idx="3670">
                  <c:v>43215</c:v>
                </c:pt>
                <c:pt idx="3671">
                  <c:v>43216</c:v>
                </c:pt>
                <c:pt idx="3672">
                  <c:v>43217</c:v>
                </c:pt>
                <c:pt idx="3673">
                  <c:v>43220</c:v>
                </c:pt>
                <c:pt idx="3674">
                  <c:v>43221</c:v>
                </c:pt>
                <c:pt idx="3675">
                  <c:v>43222</c:v>
                </c:pt>
                <c:pt idx="3676">
                  <c:v>43223</c:v>
                </c:pt>
                <c:pt idx="3677">
                  <c:v>43224</c:v>
                </c:pt>
                <c:pt idx="3678">
                  <c:v>43227</c:v>
                </c:pt>
                <c:pt idx="3679">
                  <c:v>43228</c:v>
                </c:pt>
                <c:pt idx="3680">
                  <c:v>43229</c:v>
                </c:pt>
                <c:pt idx="3681">
                  <c:v>43230</c:v>
                </c:pt>
                <c:pt idx="3682">
                  <c:v>43231</c:v>
                </c:pt>
                <c:pt idx="3683">
                  <c:v>43234</c:v>
                </c:pt>
                <c:pt idx="3684">
                  <c:v>43235</c:v>
                </c:pt>
                <c:pt idx="3685">
                  <c:v>43236</c:v>
                </c:pt>
                <c:pt idx="3686">
                  <c:v>43237</c:v>
                </c:pt>
                <c:pt idx="3687">
                  <c:v>43238</c:v>
                </c:pt>
                <c:pt idx="3688">
                  <c:v>43241</c:v>
                </c:pt>
                <c:pt idx="3689">
                  <c:v>43242</c:v>
                </c:pt>
                <c:pt idx="3690">
                  <c:v>43243</c:v>
                </c:pt>
                <c:pt idx="3691">
                  <c:v>43244</c:v>
                </c:pt>
                <c:pt idx="3692">
                  <c:v>43245</c:v>
                </c:pt>
                <c:pt idx="3693">
                  <c:v>43248</c:v>
                </c:pt>
                <c:pt idx="3694">
                  <c:v>43249</c:v>
                </c:pt>
                <c:pt idx="3695">
                  <c:v>43250</c:v>
                </c:pt>
                <c:pt idx="3696">
                  <c:v>43251</c:v>
                </c:pt>
                <c:pt idx="3697">
                  <c:v>43252</c:v>
                </c:pt>
                <c:pt idx="3698">
                  <c:v>43255</c:v>
                </c:pt>
                <c:pt idx="3699">
                  <c:v>43256</c:v>
                </c:pt>
                <c:pt idx="3700">
                  <c:v>43257</c:v>
                </c:pt>
                <c:pt idx="3701">
                  <c:v>43258</c:v>
                </c:pt>
                <c:pt idx="3702">
                  <c:v>43259</c:v>
                </c:pt>
                <c:pt idx="3703">
                  <c:v>43262</c:v>
                </c:pt>
                <c:pt idx="3704">
                  <c:v>43263</c:v>
                </c:pt>
                <c:pt idx="3705">
                  <c:v>43264</c:v>
                </c:pt>
                <c:pt idx="3706">
                  <c:v>43265</c:v>
                </c:pt>
                <c:pt idx="3707">
                  <c:v>43266</c:v>
                </c:pt>
                <c:pt idx="3708">
                  <c:v>43269</c:v>
                </c:pt>
                <c:pt idx="3709">
                  <c:v>43270</c:v>
                </c:pt>
                <c:pt idx="3710">
                  <c:v>43271</c:v>
                </c:pt>
                <c:pt idx="3711">
                  <c:v>43272</c:v>
                </c:pt>
                <c:pt idx="3712">
                  <c:v>43273</c:v>
                </c:pt>
                <c:pt idx="3713">
                  <c:v>43276</c:v>
                </c:pt>
                <c:pt idx="3714">
                  <c:v>43277</c:v>
                </c:pt>
                <c:pt idx="3715">
                  <c:v>43278</c:v>
                </c:pt>
                <c:pt idx="3716">
                  <c:v>43279</c:v>
                </c:pt>
                <c:pt idx="3717">
                  <c:v>43280</c:v>
                </c:pt>
                <c:pt idx="3718">
                  <c:v>43283</c:v>
                </c:pt>
                <c:pt idx="3719">
                  <c:v>43284</c:v>
                </c:pt>
                <c:pt idx="3720">
                  <c:v>43285</c:v>
                </c:pt>
                <c:pt idx="3721">
                  <c:v>43286</c:v>
                </c:pt>
                <c:pt idx="3722">
                  <c:v>43287</c:v>
                </c:pt>
                <c:pt idx="3723">
                  <c:v>43290</c:v>
                </c:pt>
                <c:pt idx="3724">
                  <c:v>43291</c:v>
                </c:pt>
                <c:pt idx="3725">
                  <c:v>43292</c:v>
                </c:pt>
                <c:pt idx="3726">
                  <c:v>43293</c:v>
                </c:pt>
                <c:pt idx="3727">
                  <c:v>43294</c:v>
                </c:pt>
                <c:pt idx="3728">
                  <c:v>43297</c:v>
                </c:pt>
                <c:pt idx="3729">
                  <c:v>43298</c:v>
                </c:pt>
                <c:pt idx="3730">
                  <c:v>43299</c:v>
                </c:pt>
                <c:pt idx="3731">
                  <c:v>43300</c:v>
                </c:pt>
                <c:pt idx="3732">
                  <c:v>43301</c:v>
                </c:pt>
                <c:pt idx="3733">
                  <c:v>43304</c:v>
                </c:pt>
                <c:pt idx="3734">
                  <c:v>43305</c:v>
                </c:pt>
                <c:pt idx="3735">
                  <c:v>43306</c:v>
                </c:pt>
                <c:pt idx="3736">
                  <c:v>43307</c:v>
                </c:pt>
                <c:pt idx="3737">
                  <c:v>43308</c:v>
                </c:pt>
                <c:pt idx="3738">
                  <c:v>43311</c:v>
                </c:pt>
                <c:pt idx="3739">
                  <c:v>43312</c:v>
                </c:pt>
                <c:pt idx="3740">
                  <c:v>43313</c:v>
                </c:pt>
                <c:pt idx="3741">
                  <c:v>43314</c:v>
                </c:pt>
                <c:pt idx="3742">
                  <c:v>43315</c:v>
                </c:pt>
                <c:pt idx="3743">
                  <c:v>43318</c:v>
                </c:pt>
                <c:pt idx="3744">
                  <c:v>43319</c:v>
                </c:pt>
                <c:pt idx="3745">
                  <c:v>43320</c:v>
                </c:pt>
                <c:pt idx="3746">
                  <c:v>43321</c:v>
                </c:pt>
                <c:pt idx="3747">
                  <c:v>43322</c:v>
                </c:pt>
                <c:pt idx="3748">
                  <c:v>43325</c:v>
                </c:pt>
                <c:pt idx="3749">
                  <c:v>43326</c:v>
                </c:pt>
                <c:pt idx="3750">
                  <c:v>43327</c:v>
                </c:pt>
                <c:pt idx="3751">
                  <c:v>43328</c:v>
                </c:pt>
                <c:pt idx="3752">
                  <c:v>43329</c:v>
                </c:pt>
                <c:pt idx="3753">
                  <c:v>43332</c:v>
                </c:pt>
                <c:pt idx="3754">
                  <c:v>43333</c:v>
                </c:pt>
                <c:pt idx="3755">
                  <c:v>43334</c:v>
                </c:pt>
                <c:pt idx="3756">
                  <c:v>43335</c:v>
                </c:pt>
                <c:pt idx="3757">
                  <c:v>43336</c:v>
                </c:pt>
                <c:pt idx="3758">
                  <c:v>43339</c:v>
                </c:pt>
                <c:pt idx="3759">
                  <c:v>43340</c:v>
                </c:pt>
                <c:pt idx="3760">
                  <c:v>43341</c:v>
                </c:pt>
                <c:pt idx="3761">
                  <c:v>43342</c:v>
                </c:pt>
                <c:pt idx="3762">
                  <c:v>43343</c:v>
                </c:pt>
                <c:pt idx="3763">
                  <c:v>43346</c:v>
                </c:pt>
                <c:pt idx="3764">
                  <c:v>43347</c:v>
                </c:pt>
                <c:pt idx="3765">
                  <c:v>43348</c:v>
                </c:pt>
                <c:pt idx="3766">
                  <c:v>43349</c:v>
                </c:pt>
                <c:pt idx="3767">
                  <c:v>43350</c:v>
                </c:pt>
                <c:pt idx="3768">
                  <c:v>43353</c:v>
                </c:pt>
                <c:pt idx="3769">
                  <c:v>43354</c:v>
                </c:pt>
                <c:pt idx="3770">
                  <c:v>43355</c:v>
                </c:pt>
                <c:pt idx="3771">
                  <c:v>43356</c:v>
                </c:pt>
                <c:pt idx="3772">
                  <c:v>43357</c:v>
                </c:pt>
                <c:pt idx="3773">
                  <c:v>43360</c:v>
                </c:pt>
                <c:pt idx="3774">
                  <c:v>43361</c:v>
                </c:pt>
                <c:pt idx="3775">
                  <c:v>43362</c:v>
                </c:pt>
                <c:pt idx="3776">
                  <c:v>43363</c:v>
                </c:pt>
                <c:pt idx="3777">
                  <c:v>43364</c:v>
                </c:pt>
                <c:pt idx="3778">
                  <c:v>43367</c:v>
                </c:pt>
                <c:pt idx="3779">
                  <c:v>43368</c:v>
                </c:pt>
                <c:pt idx="3780">
                  <c:v>43369</c:v>
                </c:pt>
                <c:pt idx="3781">
                  <c:v>43370</c:v>
                </c:pt>
                <c:pt idx="3782">
                  <c:v>43371</c:v>
                </c:pt>
                <c:pt idx="3783">
                  <c:v>43374</c:v>
                </c:pt>
                <c:pt idx="3784">
                  <c:v>43375</c:v>
                </c:pt>
                <c:pt idx="3785">
                  <c:v>43376</c:v>
                </c:pt>
                <c:pt idx="3786">
                  <c:v>43377</c:v>
                </c:pt>
                <c:pt idx="3787">
                  <c:v>43378</c:v>
                </c:pt>
                <c:pt idx="3788">
                  <c:v>43381</c:v>
                </c:pt>
                <c:pt idx="3789">
                  <c:v>43382</c:v>
                </c:pt>
                <c:pt idx="3790">
                  <c:v>43383</c:v>
                </c:pt>
                <c:pt idx="3791">
                  <c:v>43384</c:v>
                </c:pt>
                <c:pt idx="3792">
                  <c:v>43385</c:v>
                </c:pt>
                <c:pt idx="3793">
                  <c:v>43388</c:v>
                </c:pt>
                <c:pt idx="3794">
                  <c:v>43389</c:v>
                </c:pt>
                <c:pt idx="3795">
                  <c:v>43390</c:v>
                </c:pt>
                <c:pt idx="3796">
                  <c:v>43391</c:v>
                </c:pt>
                <c:pt idx="3797">
                  <c:v>43392</c:v>
                </c:pt>
                <c:pt idx="3798">
                  <c:v>43395</c:v>
                </c:pt>
                <c:pt idx="3799">
                  <c:v>43396</c:v>
                </c:pt>
                <c:pt idx="3800">
                  <c:v>43397</c:v>
                </c:pt>
                <c:pt idx="3801">
                  <c:v>43398</c:v>
                </c:pt>
                <c:pt idx="3802">
                  <c:v>43399</c:v>
                </c:pt>
                <c:pt idx="3803">
                  <c:v>43402</c:v>
                </c:pt>
                <c:pt idx="3804">
                  <c:v>43403</c:v>
                </c:pt>
                <c:pt idx="3805">
                  <c:v>43404</c:v>
                </c:pt>
                <c:pt idx="3806">
                  <c:v>43405</c:v>
                </c:pt>
                <c:pt idx="3807">
                  <c:v>43406</c:v>
                </c:pt>
                <c:pt idx="3808">
                  <c:v>43409</c:v>
                </c:pt>
                <c:pt idx="3809">
                  <c:v>43410</c:v>
                </c:pt>
                <c:pt idx="3810">
                  <c:v>43411</c:v>
                </c:pt>
                <c:pt idx="3811">
                  <c:v>43412</c:v>
                </c:pt>
                <c:pt idx="3812">
                  <c:v>43413</c:v>
                </c:pt>
                <c:pt idx="3813">
                  <c:v>43416</c:v>
                </c:pt>
                <c:pt idx="3814">
                  <c:v>43417</c:v>
                </c:pt>
                <c:pt idx="3815">
                  <c:v>43418</c:v>
                </c:pt>
                <c:pt idx="3816">
                  <c:v>43419</c:v>
                </c:pt>
                <c:pt idx="3817">
                  <c:v>43420</c:v>
                </c:pt>
                <c:pt idx="3818">
                  <c:v>43423</c:v>
                </c:pt>
                <c:pt idx="3819">
                  <c:v>43424</c:v>
                </c:pt>
                <c:pt idx="3820">
                  <c:v>43425</c:v>
                </c:pt>
                <c:pt idx="3821">
                  <c:v>43426</c:v>
                </c:pt>
                <c:pt idx="3822">
                  <c:v>43427</c:v>
                </c:pt>
                <c:pt idx="3823">
                  <c:v>43430</c:v>
                </c:pt>
                <c:pt idx="3824">
                  <c:v>43431</c:v>
                </c:pt>
                <c:pt idx="3825">
                  <c:v>43432</c:v>
                </c:pt>
                <c:pt idx="3826">
                  <c:v>43433</c:v>
                </c:pt>
                <c:pt idx="3827">
                  <c:v>43434</c:v>
                </c:pt>
                <c:pt idx="3828">
                  <c:v>43437</c:v>
                </c:pt>
                <c:pt idx="3829">
                  <c:v>43438</c:v>
                </c:pt>
                <c:pt idx="3830">
                  <c:v>43439</c:v>
                </c:pt>
                <c:pt idx="3831">
                  <c:v>43440</c:v>
                </c:pt>
                <c:pt idx="3832">
                  <c:v>43441</c:v>
                </c:pt>
                <c:pt idx="3833">
                  <c:v>43444</c:v>
                </c:pt>
                <c:pt idx="3834">
                  <c:v>43445</c:v>
                </c:pt>
                <c:pt idx="3835">
                  <c:v>43446</c:v>
                </c:pt>
                <c:pt idx="3836">
                  <c:v>43447</c:v>
                </c:pt>
                <c:pt idx="3837">
                  <c:v>43448</c:v>
                </c:pt>
                <c:pt idx="3838">
                  <c:v>43451</c:v>
                </c:pt>
                <c:pt idx="3839">
                  <c:v>43452</c:v>
                </c:pt>
                <c:pt idx="3840">
                  <c:v>43453</c:v>
                </c:pt>
                <c:pt idx="3841">
                  <c:v>43454</c:v>
                </c:pt>
                <c:pt idx="3842">
                  <c:v>43455</c:v>
                </c:pt>
                <c:pt idx="3843">
                  <c:v>43458</c:v>
                </c:pt>
                <c:pt idx="3844">
                  <c:v>43459</c:v>
                </c:pt>
                <c:pt idx="3845">
                  <c:v>43460</c:v>
                </c:pt>
                <c:pt idx="3846">
                  <c:v>43461</c:v>
                </c:pt>
                <c:pt idx="3847">
                  <c:v>43462</c:v>
                </c:pt>
                <c:pt idx="3848">
                  <c:v>43465</c:v>
                </c:pt>
                <c:pt idx="3849">
                  <c:v>43466</c:v>
                </c:pt>
                <c:pt idx="3850">
                  <c:v>43467</c:v>
                </c:pt>
                <c:pt idx="3851">
                  <c:v>43468</c:v>
                </c:pt>
                <c:pt idx="3852">
                  <c:v>43469</c:v>
                </c:pt>
                <c:pt idx="3853">
                  <c:v>43472</c:v>
                </c:pt>
                <c:pt idx="3854">
                  <c:v>43473</c:v>
                </c:pt>
                <c:pt idx="3855">
                  <c:v>43474</c:v>
                </c:pt>
                <c:pt idx="3856">
                  <c:v>43475</c:v>
                </c:pt>
                <c:pt idx="3857">
                  <c:v>43476</c:v>
                </c:pt>
                <c:pt idx="3858">
                  <c:v>43479</c:v>
                </c:pt>
                <c:pt idx="3859">
                  <c:v>43480</c:v>
                </c:pt>
                <c:pt idx="3860">
                  <c:v>43481</c:v>
                </c:pt>
                <c:pt idx="3861">
                  <c:v>43482</c:v>
                </c:pt>
                <c:pt idx="3862">
                  <c:v>43483</c:v>
                </c:pt>
                <c:pt idx="3863">
                  <c:v>43486</c:v>
                </c:pt>
                <c:pt idx="3864">
                  <c:v>43487</c:v>
                </c:pt>
                <c:pt idx="3865">
                  <c:v>43488</c:v>
                </c:pt>
                <c:pt idx="3866">
                  <c:v>43489</c:v>
                </c:pt>
                <c:pt idx="3867">
                  <c:v>43490</c:v>
                </c:pt>
                <c:pt idx="3868">
                  <c:v>43493</c:v>
                </c:pt>
                <c:pt idx="3869">
                  <c:v>43494</c:v>
                </c:pt>
                <c:pt idx="3870">
                  <c:v>43495</c:v>
                </c:pt>
                <c:pt idx="3871">
                  <c:v>43496</c:v>
                </c:pt>
                <c:pt idx="3872">
                  <c:v>43497</c:v>
                </c:pt>
                <c:pt idx="3873">
                  <c:v>43500</c:v>
                </c:pt>
                <c:pt idx="3874">
                  <c:v>43501</c:v>
                </c:pt>
                <c:pt idx="3875">
                  <c:v>43502</c:v>
                </c:pt>
                <c:pt idx="3876">
                  <c:v>43503</c:v>
                </c:pt>
                <c:pt idx="3877">
                  <c:v>43504</c:v>
                </c:pt>
                <c:pt idx="3878">
                  <c:v>43507</c:v>
                </c:pt>
                <c:pt idx="3879">
                  <c:v>43508</c:v>
                </c:pt>
                <c:pt idx="3880">
                  <c:v>43509</c:v>
                </c:pt>
                <c:pt idx="3881">
                  <c:v>43510</c:v>
                </c:pt>
                <c:pt idx="3882">
                  <c:v>43511</c:v>
                </c:pt>
                <c:pt idx="3883">
                  <c:v>43514</c:v>
                </c:pt>
                <c:pt idx="3884">
                  <c:v>43515</c:v>
                </c:pt>
                <c:pt idx="3885">
                  <c:v>43516</c:v>
                </c:pt>
                <c:pt idx="3886">
                  <c:v>43517</c:v>
                </c:pt>
                <c:pt idx="3887">
                  <c:v>43518</c:v>
                </c:pt>
                <c:pt idx="3888">
                  <c:v>43521</c:v>
                </c:pt>
                <c:pt idx="3889">
                  <c:v>43522</c:v>
                </c:pt>
                <c:pt idx="3890">
                  <c:v>43523</c:v>
                </c:pt>
                <c:pt idx="3891">
                  <c:v>43524</c:v>
                </c:pt>
                <c:pt idx="3892">
                  <c:v>43525</c:v>
                </c:pt>
                <c:pt idx="3893">
                  <c:v>43528</c:v>
                </c:pt>
                <c:pt idx="3894">
                  <c:v>43529</c:v>
                </c:pt>
                <c:pt idx="3895">
                  <c:v>43530</c:v>
                </c:pt>
                <c:pt idx="3896">
                  <c:v>43531</c:v>
                </c:pt>
                <c:pt idx="3897">
                  <c:v>43532</c:v>
                </c:pt>
                <c:pt idx="3898">
                  <c:v>43535</c:v>
                </c:pt>
                <c:pt idx="3899">
                  <c:v>43536</c:v>
                </c:pt>
                <c:pt idx="3900">
                  <c:v>43537</c:v>
                </c:pt>
                <c:pt idx="3901">
                  <c:v>43538</c:v>
                </c:pt>
                <c:pt idx="3902">
                  <c:v>43539</c:v>
                </c:pt>
                <c:pt idx="3903">
                  <c:v>43542</c:v>
                </c:pt>
                <c:pt idx="3904">
                  <c:v>43543</c:v>
                </c:pt>
                <c:pt idx="3905">
                  <c:v>43544</c:v>
                </c:pt>
                <c:pt idx="3906">
                  <c:v>43545</c:v>
                </c:pt>
                <c:pt idx="3907">
                  <c:v>43546</c:v>
                </c:pt>
                <c:pt idx="3908">
                  <c:v>43549</c:v>
                </c:pt>
                <c:pt idx="3909">
                  <c:v>43550</c:v>
                </c:pt>
                <c:pt idx="3910">
                  <c:v>43551</c:v>
                </c:pt>
                <c:pt idx="3911">
                  <c:v>43552</c:v>
                </c:pt>
                <c:pt idx="3912">
                  <c:v>43553</c:v>
                </c:pt>
                <c:pt idx="3913">
                  <c:v>43556</c:v>
                </c:pt>
                <c:pt idx="3914">
                  <c:v>43557</c:v>
                </c:pt>
                <c:pt idx="3915">
                  <c:v>43558</c:v>
                </c:pt>
                <c:pt idx="3916">
                  <c:v>43559</c:v>
                </c:pt>
                <c:pt idx="3917">
                  <c:v>43560</c:v>
                </c:pt>
                <c:pt idx="3918">
                  <c:v>43563</c:v>
                </c:pt>
                <c:pt idx="3919">
                  <c:v>43564</c:v>
                </c:pt>
                <c:pt idx="3920">
                  <c:v>43565</c:v>
                </c:pt>
                <c:pt idx="3921">
                  <c:v>43566</c:v>
                </c:pt>
                <c:pt idx="3922">
                  <c:v>43567</c:v>
                </c:pt>
                <c:pt idx="3923">
                  <c:v>43570</c:v>
                </c:pt>
                <c:pt idx="3924">
                  <c:v>43571</c:v>
                </c:pt>
                <c:pt idx="3925">
                  <c:v>43572</c:v>
                </c:pt>
                <c:pt idx="3926">
                  <c:v>43573</c:v>
                </c:pt>
                <c:pt idx="3927">
                  <c:v>43574</c:v>
                </c:pt>
                <c:pt idx="3928">
                  <c:v>43577</c:v>
                </c:pt>
                <c:pt idx="3929">
                  <c:v>43578</c:v>
                </c:pt>
                <c:pt idx="3930">
                  <c:v>43579</c:v>
                </c:pt>
                <c:pt idx="3931">
                  <c:v>43580</c:v>
                </c:pt>
                <c:pt idx="3932">
                  <c:v>43581</c:v>
                </c:pt>
                <c:pt idx="3933">
                  <c:v>43584</c:v>
                </c:pt>
                <c:pt idx="3934">
                  <c:v>43585</c:v>
                </c:pt>
                <c:pt idx="3935">
                  <c:v>43586</c:v>
                </c:pt>
                <c:pt idx="3936">
                  <c:v>43587</c:v>
                </c:pt>
                <c:pt idx="3937">
                  <c:v>43588</c:v>
                </c:pt>
                <c:pt idx="3938">
                  <c:v>43591</c:v>
                </c:pt>
                <c:pt idx="3939">
                  <c:v>43592</c:v>
                </c:pt>
                <c:pt idx="3940">
                  <c:v>43593</c:v>
                </c:pt>
                <c:pt idx="3941">
                  <c:v>43594</c:v>
                </c:pt>
                <c:pt idx="3942">
                  <c:v>43595</c:v>
                </c:pt>
                <c:pt idx="3943">
                  <c:v>43598</c:v>
                </c:pt>
                <c:pt idx="3944">
                  <c:v>43599</c:v>
                </c:pt>
                <c:pt idx="3945">
                  <c:v>43600</c:v>
                </c:pt>
                <c:pt idx="3946">
                  <c:v>43601</c:v>
                </c:pt>
                <c:pt idx="3947">
                  <c:v>43602</c:v>
                </c:pt>
                <c:pt idx="3948">
                  <c:v>43605</c:v>
                </c:pt>
                <c:pt idx="3949">
                  <c:v>43606</c:v>
                </c:pt>
                <c:pt idx="3950">
                  <c:v>43607</c:v>
                </c:pt>
                <c:pt idx="3951">
                  <c:v>43608</c:v>
                </c:pt>
                <c:pt idx="3952">
                  <c:v>43609</c:v>
                </c:pt>
                <c:pt idx="3953">
                  <c:v>43612</c:v>
                </c:pt>
                <c:pt idx="3954">
                  <c:v>43613</c:v>
                </c:pt>
                <c:pt idx="3955">
                  <c:v>43614</c:v>
                </c:pt>
                <c:pt idx="3956">
                  <c:v>43615</c:v>
                </c:pt>
                <c:pt idx="3957">
                  <c:v>43616</c:v>
                </c:pt>
                <c:pt idx="3958">
                  <c:v>43619</c:v>
                </c:pt>
                <c:pt idx="3959">
                  <c:v>43620</c:v>
                </c:pt>
                <c:pt idx="3960">
                  <c:v>43621</c:v>
                </c:pt>
                <c:pt idx="3961">
                  <c:v>43622</c:v>
                </c:pt>
                <c:pt idx="3962">
                  <c:v>43623</c:v>
                </c:pt>
                <c:pt idx="3963">
                  <c:v>43626</c:v>
                </c:pt>
                <c:pt idx="3964">
                  <c:v>43627</c:v>
                </c:pt>
                <c:pt idx="3965">
                  <c:v>43628</c:v>
                </c:pt>
                <c:pt idx="3966">
                  <c:v>43629</c:v>
                </c:pt>
                <c:pt idx="3967">
                  <c:v>43630</c:v>
                </c:pt>
                <c:pt idx="3968">
                  <c:v>43633</c:v>
                </c:pt>
                <c:pt idx="3969">
                  <c:v>43634</c:v>
                </c:pt>
                <c:pt idx="3970">
                  <c:v>43635</c:v>
                </c:pt>
                <c:pt idx="3971">
                  <c:v>43636</c:v>
                </c:pt>
                <c:pt idx="3972">
                  <c:v>43637</c:v>
                </c:pt>
                <c:pt idx="3973">
                  <c:v>43640</c:v>
                </c:pt>
                <c:pt idx="3974">
                  <c:v>43641</c:v>
                </c:pt>
                <c:pt idx="3975">
                  <c:v>43642</c:v>
                </c:pt>
                <c:pt idx="3976">
                  <c:v>43643</c:v>
                </c:pt>
                <c:pt idx="3977">
                  <c:v>43644</c:v>
                </c:pt>
                <c:pt idx="3978">
                  <c:v>43647</c:v>
                </c:pt>
                <c:pt idx="3979">
                  <c:v>43648</c:v>
                </c:pt>
                <c:pt idx="3980">
                  <c:v>43649</c:v>
                </c:pt>
                <c:pt idx="3981">
                  <c:v>43650</c:v>
                </c:pt>
                <c:pt idx="3982">
                  <c:v>43651</c:v>
                </c:pt>
                <c:pt idx="3983">
                  <c:v>43654</c:v>
                </c:pt>
                <c:pt idx="3984">
                  <c:v>43655</c:v>
                </c:pt>
                <c:pt idx="3985">
                  <c:v>43656</c:v>
                </c:pt>
                <c:pt idx="3986">
                  <c:v>43657</c:v>
                </c:pt>
                <c:pt idx="3987">
                  <c:v>43658</c:v>
                </c:pt>
                <c:pt idx="3988">
                  <c:v>43661</c:v>
                </c:pt>
                <c:pt idx="3989">
                  <c:v>43662</c:v>
                </c:pt>
                <c:pt idx="3990">
                  <c:v>43663</c:v>
                </c:pt>
                <c:pt idx="3991">
                  <c:v>43664</c:v>
                </c:pt>
                <c:pt idx="3992">
                  <c:v>43665</c:v>
                </c:pt>
                <c:pt idx="3993">
                  <c:v>43668</c:v>
                </c:pt>
                <c:pt idx="3994">
                  <c:v>43669</c:v>
                </c:pt>
                <c:pt idx="3995">
                  <c:v>43670</c:v>
                </c:pt>
                <c:pt idx="3996">
                  <c:v>43671</c:v>
                </c:pt>
                <c:pt idx="3997">
                  <c:v>43672</c:v>
                </c:pt>
                <c:pt idx="3998">
                  <c:v>43675</c:v>
                </c:pt>
                <c:pt idx="3999">
                  <c:v>43676</c:v>
                </c:pt>
                <c:pt idx="4000">
                  <c:v>43677</c:v>
                </c:pt>
                <c:pt idx="4001">
                  <c:v>43678</c:v>
                </c:pt>
                <c:pt idx="4002">
                  <c:v>43679</c:v>
                </c:pt>
                <c:pt idx="4003">
                  <c:v>43682</c:v>
                </c:pt>
                <c:pt idx="4004">
                  <c:v>43683</c:v>
                </c:pt>
                <c:pt idx="4005">
                  <c:v>43684</c:v>
                </c:pt>
                <c:pt idx="4006">
                  <c:v>43685</c:v>
                </c:pt>
                <c:pt idx="4007">
                  <c:v>43686</c:v>
                </c:pt>
                <c:pt idx="4008">
                  <c:v>43689</c:v>
                </c:pt>
                <c:pt idx="4009">
                  <c:v>43690</c:v>
                </c:pt>
                <c:pt idx="4010">
                  <c:v>43691</c:v>
                </c:pt>
                <c:pt idx="4011">
                  <c:v>43692</c:v>
                </c:pt>
                <c:pt idx="4012">
                  <c:v>43693</c:v>
                </c:pt>
                <c:pt idx="4013">
                  <c:v>43696</c:v>
                </c:pt>
                <c:pt idx="4014">
                  <c:v>43697</c:v>
                </c:pt>
                <c:pt idx="4015">
                  <c:v>43698</c:v>
                </c:pt>
                <c:pt idx="4016">
                  <c:v>43699</c:v>
                </c:pt>
                <c:pt idx="4017">
                  <c:v>43700</c:v>
                </c:pt>
                <c:pt idx="4018">
                  <c:v>43703</c:v>
                </c:pt>
                <c:pt idx="4019">
                  <c:v>43704</c:v>
                </c:pt>
                <c:pt idx="4020">
                  <c:v>43705</c:v>
                </c:pt>
                <c:pt idx="4021">
                  <c:v>43706</c:v>
                </c:pt>
                <c:pt idx="4022">
                  <c:v>43707</c:v>
                </c:pt>
                <c:pt idx="4023">
                  <c:v>43710</c:v>
                </c:pt>
                <c:pt idx="4024">
                  <c:v>43711</c:v>
                </c:pt>
                <c:pt idx="4025">
                  <c:v>43712</c:v>
                </c:pt>
                <c:pt idx="4026">
                  <c:v>43713</c:v>
                </c:pt>
                <c:pt idx="4027">
                  <c:v>43714</c:v>
                </c:pt>
                <c:pt idx="4028">
                  <c:v>43717</c:v>
                </c:pt>
                <c:pt idx="4029">
                  <c:v>43718</c:v>
                </c:pt>
                <c:pt idx="4030">
                  <c:v>43719</c:v>
                </c:pt>
                <c:pt idx="4031">
                  <c:v>43720</c:v>
                </c:pt>
                <c:pt idx="4032">
                  <c:v>43721</c:v>
                </c:pt>
                <c:pt idx="4033">
                  <c:v>43724</c:v>
                </c:pt>
                <c:pt idx="4034">
                  <c:v>43725</c:v>
                </c:pt>
                <c:pt idx="4035">
                  <c:v>43726</c:v>
                </c:pt>
                <c:pt idx="4036">
                  <c:v>43727</c:v>
                </c:pt>
                <c:pt idx="4037">
                  <c:v>43728</c:v>
                </c:pt>
                <c:pt idx="4038">
                  <c:v>43731</c:v>
                </c:pt>
                <c:pt idx="4039">
                  <c:v>43732</c:v>
                </c:pt>
                <c:pt idx="4040">
                  <c:v>43733</c:v>
                </c:pt>
                <c:pt idx="4041">
                  <c:v>43734</c:v>
                </c:pt>
                <c:pt idx="4042">
                  <c:v>43735</c:v>
                </c:pt>
                <c:pt idx="4043">
                  <c:v>43738</c:v>
                </c:pt>
                <c:pt idx="4044">
                  <c:v>43739</c:v>
                </c:pt>
                <c:pt idx="4045">
                  <c:v>43740</c:v>
                </c:pt>
                <c:pt idx="4046">
                  <c:v>43741</c:v>
                </c:pt>
                <c:pt idx="4047">
                  <c:v>43742</c:v>
                </c:pt>
                <c:pt idx="4048">
                  <c:v>43745</c:v>
                </c:pt>
                <c:pt idx="4049">
                  <c:v>43746</c:v>
                </c:pt>
                <c:pt idx="4050">
                  <c:v>43747</c:v>
                </c:pt>
                <c:pt idx="4051">
                  <c:v>43748</c:v>
                </c:pt>
                <c:pt idx="4052">
                  <c:v>43749</c:v>
                </c:pt>
                <c:pt idx="4053">
                  <c:v>43752</c:v>
                </c:pt>
                <c:pt idx="4054">
                  <c:v>43753</c:v>
                </c:pt>
                <c:pt idx="4055">
                  <c:v>43754</c:v>
                </c:pt>
                <c:pt idx="4056">
                  <c:v>43755</c:v>
                </c:pt>
                <c:pt idx="4057">
                  <c:v>43756</c:v>
                </c:pt>
                <c:pt idx="4058">
                  <c:v>43759</c:v>
                </c:pt>
                <c:pt idx="4059">
                  <c:v>43760</c:v>
                </c:pt>
                <c:pt idx="4060">
                  <c:v>43761</c:v>
                </c:pt>
                <c:pt idx="4061">
                  <c:v>43762</c:v>
                </c:pt>
                <c:pt idx="4062">
                  <c:v>43763</c:v>
                </c:pt>
                <c:pt idx="4063">
                  <c:v>43766</c:v>
                </c:pt>
                <c:pt idx="4064">
                  <c:v>43767</c:v>
                </c:pt>
                <c:pt idx="4065">
                  <c:v>43768</c:v>
                </c:pt>
                <c:pt idx="4066">
                  <c:v>43769</c:v>
                </c:pt>
                <c:pt idx="4067">
                  <c:v>43770</c:v>
                </c:pt>
                <c:pt idx="4068">
                  <c:v>43773</c:v>
                </c:pt>
                <c:pt idx="4069">
                  <c:v>43774</c:v>
                </c:pt>
                <c:pt idx="4070">
                  <c:v>43775</c:v>
                </c:pt>
                <c:pt idx="4071">
                  <c:v>43776</c:v>
                </c:pt>
                <c:pt idx="4072">
                  <c:v>43777</c:v>
                </c:pt>
                <c:pt idx="4073">
                  <c:v>43780</c:v>
                </c:pt>
                <c:pt idx="4074">
                  <c:v>43781</c:v>
                </c:pt>
                <c:pt idx="4075">
                  <c:v>43782</c:v>
                </c:pt>
                <c:pt idx="4076">
                  <c:v>43783</c:v>
                </c:pt>
                <c:pt idx="4077">
                  <c:v>43784</c:v>
                </c:pt>
                <c:pt idx="4078">
                  <c:v>43787</c:v>
                </c:pt>
                <c:pt idx="4079">
                  <c:v>43788</c:v>
                </c:pt>
                <c:pt idx="4080">
                  <c:v>43789</c:v>
                </c:pt>
                <c:pt idx="4081">
                  <c:v>43790</c:v>
                </c:pt>
                <c:pt idx="4082">
                  <c:v>43791</c:v>
                </c:pt>
                <c:pt idx="4083">
                  <c:v>43794</c:v>
                </c:pt>
                <c:pt idx="4084">
                  <c:v>43795</c:v>
                </c:pt>
                <c:pt idx="4085">
                  <c:v>43796</c:v>
                </c:pt>
                <c:pt idx="4086">
                  <c:v>43797</c:v>
                </c:pt>
                <c:pt idx="4087">
                  <c:v>43798</c:v>
                </c:pt>
                <c:pt idx="4088">
                  <c:v>43801</c:v>
                </c:pt>
                <c:pt idx="4089">
                  <c:v>43802</c:v>
                </c:pt>
                <c:pt idx="4090">
                  <c:v>43803</c:v>
                </c:pt>
                <c:pt idx="4091">
                  <c:v>43804</c:v>
                </c:pt>
                <c:pt idx="4092">
                  <c:v>43805</c:v>
                </c:pt>
                <c:pt idx="4093">
                  <c:v>43808</c:v>
                </c:pt>
                <c:pt idx="4094">
                  <c:v>43809</c:v>
                </c:pt>
                <c:pt idx="4095">
                  <c:v>43810</c:v>
                </c:pt>
                <c:pt idx="4096">
                  <c:v>43811</c:v>
                </c:pt>
                <c:pt idx="4097">
                  <c:v>43812</c:v>
                </c:pt>
                <c:pt idx="4098">
                  <c:v>43815</c:v>
                </c:pt>
                <c:pt idx="4099">
                  <c:v>43816</c:v>
                </c:pt>
                <c:pt idx="4100">
                  <c:v>43817</c:v>
                </c:pt>
                <c:pt idx="4101">
                  <c:v>43818</c:v>
                </c:pt>
                <c:pt idx="4102">
                  <c:v>43819</c:v>
                </c:pt>
                <c:pt idx="4103">
                  <c:v>43822</c:v>
                </c:pt>
                <c:pt idx="4104">
                  <c:v>43823</c:v>
                </c:pt>
                <c:pt idx="4105">
                  <c:v>43824</c:v>
                </c:pt>
                <c:pt idx="4106">
                  <c:v>43825</c:v>
                </c:pt>
                <c:pt idx="4107">
                  <c:v>43826</c:v>
                </c:pt>
                <c:pt idx="4108">
                  <c:v>43829</c:v>
                </c:pt>
                <c:pt idx="4109">
                  <c:v>43830</c:v>
                </c:pt>
                <c:pt idx="4110">
                  <c:v>43831</c:v>
                </c:pt>
                <c:pt idx="4111">
                  <c:v>43832</c:v>
                </c:pt>
                <c:pt idx="4112">
                  <c:v>43833</c:v>
                </c:pt>
                <c:pt idx="4113">
                  <c:v>43836</c:v>
                </c:pt>
                <c:pt idx="4114">
                  <c:v>43837</c:v>
                </c:pt>
                <c:pt idx="4115">
                  <c:v>43838</c:v>
                </c:pt>
                <c:pt idx="4116">
                  <c:v>43839</c:v>
                </c:pt>
                <c:pt idx="4117">
                  <c:v>43840</c:v>
                </c:pt>
                <c:pt idx="4118">
                  <c:v>43843</c:v>
                </c:pt>
                <c:pt idx="4119">
                  <c:v>43844</c:v>
                </c:pt>
                <c:pt idx="4120">
                  <c:v>43845</c:v>
                </c:pt>
                <c:pt idx="4121">
                  <c:v>43846</c:v>
                </c:pt>
                <c:pt idx="4122">
                  <c:v>43847</c:v>
                </c:pt>
                <c:pt idx="4123">
                  <c:v>43850</c:v>
                </c:pt>
                <c:pt idx="4124">
                  <c:v>43851</c:v>
                </c:pt>
                <c:pt idx="4125">
                  <c:v>43852</c:v>
                </c:pt>
                <c:pt idx="4126">
                  <c:v>43853</c:v>
                </c:pt>
                <c:pt idx="4127">
                  <c:v>43854</c:v>
                </c:pt>
                <c:pt idx="4128">
                  <c:v>43857</c:v>
                </c:pt>
                <c:pt idx="4129">
                  <c:v>43858</c:v>
                </c:pt>
                <c:pt idx="4130">
                  <c:v>43859</c:v>
                </c:pt>
                <c:pt idx="4131">
                  <c:v>43860</c:v>
                </c:pt>
                <c:pt idx="4132">
                  <c:v>43861</c:v>
                </c:pt>
                <c:pt idx="4133">
                  <c:v>43864</c:v>
                </c:pt>
                <c:pt idx="4134">
                  <c:v>43865</c:v>
                </c:pt>
                <c:pt idx="4135">
                  <c:v>43866</c:v>
                </c:pt>
                <c:pt idx="4136">
                  <c:v>43867</c:v>
                </c:pt>
                <c:pt idx="4137">
                  <c:v>43868</c:v>
                </c:pt>
                <c:pt idx="4138">
                  <c:v>43871</c:v>
                </c:pt>
                <c:pt idx="4139">
                  <c:v>43872</c:v>
                </c:pt>
                <c:pt idx="4140">
                  <c:v>43873</c:v>
                </c:pt>
                <c:pt idx="4141">
                  <c:v>43874</c:v>
                </c:pt>
                <c:pt idx="4142">
                  <c:v>43875</c:v>
                </c:pt>
                <c:pt idx="4143">
                  <c:v>43878</c:v>
                </c:pt>
                <c:pt idx="4144">
                  <c:v>43879</c:v>
                </c:pt>
                <c:pt idx="4145">
                  <c:v>43880</c:v>
                </c:pt>
                <c:pt idx="4146">
                  <c:v>43881</c:v>
                </c:pt>
                <c:pt idx="4147">
                  <c:v>43882</c:v>
                </c:pt>
                <c:pt idx="4148">
                  <c:v>43885</c:v>
                </c:pt>
                <c:pt idx="4149">
                  <c:v>43886</c:v>
                </c:pt>
                <c:pt idx="4150">
                  <c:v>43887</c:v>
                </c:pt>
                <c:pt idx="4151">
                  <c:v>43888</c:v>
                </c:pt>
                <c:pt idx="4152">
                  <c:v>43889</c:v>
                </c:pt>
                <c:pt idx="4153">
                  <c:v>43892</c:v>
                </c:pt>
                <c:pt idx="4154">
                  <c:v>43893</c:v>
                </c:pt>
                <c:pt idx="4155">
                  <c:v>43894</c:v>
                </c:pt>
                <c:pt idx="4156">
                  <c:v>43895</c:v>
                </c:pt>
                <c:pt idx="4157">
                  <c:v>43896</c:v>
                </c:pt>
                <c:pt idx="4158">
                  <c:v>43899</c:v>
                </c:pt>
                <c:pt idx="4159">
                  <c:v>43900</c:v>
                </c:pt>
                <c:pt idx="4160">
                  <c:v>43901</c:v>
                </c:pt>
                <c:pt idx="4161">
                  <c:v>43902</c:v>
                </c:pt>
                <c:pt idx="4162">
                  <c:v>43903</c:v>
                </c:pt>
                <c:pt idx="4163">
                  <c:v>43906</c:v>
                </c:pt>
                <c:pt idx="4164">
                  <c:v>43907</c:v>
                </c:pt>
                <c:pt idx="4165">
                  <c:v>43908</c:v>
                </c:pt>
                <c:pt idx="4166">
                  <c:v>43909</c:v>
                </c:pt>
                <c:pt idx="4167">
                  <c:v>43910</c:v>
                </c:pt>
                <c:pt idx="4168">
                  <c:v>43913</c:v>
                </c:pt>
                <c:pt idx="4169">
                  <c:v>43914</c:v>
                </c:pt>
                <c:pt idx="4170">
                  <c:v>43915</c:v>
                </c:pt>
                <c:pt idx="4171">
                  <c:v>43916</c:v>
                </c:pt>
                <c:pt idx="4172">
                  <c:v>43917</c:v>
                </c:pt>
                <c:pt idx="4173">
                  <c:v>43920</c:v>
                </c:pt>
                <c:pt idx="4174">
                  <c:v>43921</c:v>
                </c:pt>
                <c:pt idx="4175">
                  <c:v>43922</c:v>
                </c:pt>
                <c:pt idx="4176">
                  <c:v>43923</c:v>
                </c:pt>
                <c:pt idx="4177">
                  <c:v>43924</c:v>
                </c:pt>
                <c:pt idx="4178">
                  <c:v>43927</c:v>
                </c:pt>
                <c:pt idx="4179">
                  <c:v>43928</c:v>
                </c:pt>
                <c:pt idx="4180">
                  <c:v>43929</c:v>
                </c:pt>
                <c:pt idx="4181">
                  <c:v>43930</c:v>
                </c:pt>
                <c:pt idx="4182">
                  <c:v>43931</c:v>
                </c:pt>
                <c:pt idx="4183">
                  <c:v>43934</c:v>
                </c:pt>
                <c:pt idx="4184">
                  <c:v>43935</c:v>
                </c:pt>
                <c:pt idx="4185">
                  <c:v>43936</c:v>
                </c:pt>
                <c:pt idx="4186">
                  <c:v>43937</c:v>
                </c:pt>
                <c:pt idx="4187">
                  <c:v>43938</c:v>
                </c:pt>
                <c:pt idx="4188">
                  <c:v>43941</c:v>
                </c:pt>
                <c:pt idx="4189">
                  <c:v>43942</c:v>
                </c:pt>
                <c:pt idx="4190">
                  <c:v>43943</c:v>
                </c:pt>
                <c:pt idx="4191">
                  <c:v>43944</c:v>
                </c:pt>
                <c:pt idx="4192">
                  <c:v>43945</c:v>
                </c:pt>
                <c:pt idx="4193">
                  <c:v>43948</c:v>
                </c:pt>
                <c:pt idx="4194">
                  <c:v>43949</c:v>
                </c:pt>
                <c:pt idx="4195">
                  <c:v>43950</c:v>
                </c:pt>
                <c:pt idx="4196">
                  <c:v>43951</c:v>
                </c:pt>
                <c:pt idx="4197">
                  <c:v>43952</c:v>
                </c:pt>
                <c:pt idx="4198">
                  <c:v>43955</c:v>
                </c:pt>
                <c:pt idx="4199">
                  <c:v>43956</c:v>
                </c:pt>
                <c:pt idx="4200">
                  <c:v>43957</c:v>
                </c:pt>
                <c:pt idx="4201">
                  <c:v>43958</c:v>
                </c:pt>
                <c:pt idx="4202">
                  <c:v>43959</c:v>
                </c:pt>
                <c:pt idx="4203">
                  <c:v>43962</c:v>
                </c:pt>
                <c:pt idx="4204">
                  <c:v>43963</c:v>
                </c:pt>
                <c:pt idx="4205">
                  <c:v>43964</c:v>
                </c:pt>
                <c:pt idx="4206">
                  <c:v>43965</c:v>
                </c:pt>
                <c:pt idx="4207">
                  <c:v>43966</c:v>
                </c:pt>
                <c:pt idx="4208">
                  <c:v>43969</c:v>
                </c:pt>
                <c:pt idx="4209">
                  <c:v>43970</c:v>
                </c:pt>
                <c:pt idx="4210">
                  <c:v>43971</c:v>
                </c:pt>
                <c:pt idx="4211">
                  <c:v>43972</c:v>
                </c:pt>
                <c:pt idx="4212">
                  <c:v>43973</c:v>
                </c:pt>
                <c:pt idx="4213">
                  <c:v>43976</c:v>
                </c:pt>
                <c:pt idx="4214">
                  <c:v>43977</c:v>
                </c:pt>
                <c:pt idx="4215">
                  <c:v>43978</c:v>
                </c:pt>
                <c:pt idx="4216">
                  <c:v>43979</c:v>
                </c:pt>
                <c:pt idx="4217">
                  <c:v>43980</c:v>
                </c:pt>
                <c:pt idx="4218">
                  <c:v>43983</c:v>
                </c:pt>
                <c:pt idx="4219">
                  <c:v>43984</c:v>
                </c:pt>
                <c:pt idx="4220">
                  <c:v>43985</c:v>
                </c:pt>
                <c:pt idx="4221">
                  <c:v>43986</c:v>
                </c:pt>
                <c:pt idx="4222">
                  <c:v>43987</c:v>
                </c:pt>
                <c:pt idx="4223">
                  <c:v>43990</c:v>
                </c:pt>
                <c:pt idx="4224">
                  <c:v>43991</c:v>
                </c:pt>
                <c:pt idx="4225">
                  <c:v>43992</c:v>
                </c:pt>
                <c:pt idx="4226">
                  <c:v>43993</c:v>
                </c:pt>
                <c:pt idx="4227">
                  <c:v>43994</c:v>
                </c:pt>
                <c:pt idx="4228">
                  <c:v>43997</c:v>
                </c:pt>
                <c:pt idx="4229">
                  <c:v>43998</c:v>
                </c:pt>
                <c:pt idx="4230">
                  <c:v>43999</c:v>
                </c:pt>
                <c:pt idx="4231">
                  <c:v>44000</c:v>
                </c:pt>
                <c:pt idx="4232">
                  <c:v>44001</c:v>
                </c:pt>
                <c:pt idx="4233">
                  <c:v>44004</c:v>
                </c:pt>
                <c:pt idx="4234">
                  <c:v>44005</c:v>
                </c:pt>
                <c:pt idx="4235">
                  <c:v>44006</c:v>
                </c:pt>
                <c:pt idx="4236">
                  <c:v>44007</c:v>
                </c:pt>
                <c:pt idx="4237">
                  <c:v>44008</c:v>
                </c:pt>
                <c:pt idx="4238">
                  <c:v>44011</c:v>
                </c:pt>
                <c:pt idx="4239">
                  <c:v>44012</c:v>
                </c:pt>
                <c:pt idx="4240">
                  <c:v>44013</c:v>
                </c:pt>
                <c:pt idx="4241">
                  <c:v>44014</c:v>
                </c:pt>
                <c:pt idx="4242">
                  <c:v>44015</c:v>
                </c:pt>
                <c:pt idx="4243">
                  <c:v>44018</c:v>
                </c:pt>
                <c:pt idx="4244">
                  <c:v>44019</c:v>
                </c:pt>
                <c:pt idx="4245">
                  <c:v>44020</c:v>
                </c:pt>
                <c:pt idx="4246">
                  <c:v>44021</c:v>
                </c:pt>
                <c:pt idx="4247">
                  <c:v>44022</c:v>
                </c:pt>
                <c:pt idx="4248">
                  <c:v>44025</c:v>
                </c:pt>
                <c:pt idx="4249">
                  <c:v>44026</c:v>
                </c:pt>
                <c:pt idx="4250">
                  <c:v>44027</c:v>
                </c:pt>
                <c:pt idx="4251">
                  <c:v>44028</c:v>
                </c:pt>
                <c:pt idx="4252">
                  <c:v>44029</c:v>
                </c:pt>
                <c:pt idx="4253">
                  <c:v>44032</c:v>
                </c:pt>
                <c:pt idx="4254">
                  <c:v>44033</c:v>
                </c:pt>
                <c:pt idx="4255">
                  <c:v>44034</c:v>
                </c:pt>
                <c:pt idx="4256">
                  <c:v>44035</c:v>
                </c:pt>
                <c:pt idx="4257">
                  <c:v>44036</c:v>
                </c:pt>
                <c:pt idx="4258">
                  <c:v>44039</c:v>
                </c:pt>
                <c:pt idx="4259">
                  <c:v>44040</c:v>
                </c:pt>
                <c:pt idx="4260">
                  <c:v>44041</c:v>
                </c:pt>
                <c:pt idx="4261">
                  <c:v>44042</c:v>
                </c:pt>
                <c:pt idx="4262">
                  <c:v>44043</c:v>
                </c:pt>
                <c:pt idx="4263">
                  <c:v>44046</c:v>
                </c:pt>
                <c:pt idx="4264">
                  <c:v>44047</c:v>
                </c:pt>
                <c:pt idx="4265">
                  <c:v>44048</c:v>
                </c:pt>
                <c:pt idx="4266">
                  <c:v>44049</c:v>
                </c:pt>
                <c:pt idx="4267">
                  <c:v>44050</c:v>
                </c:pt>
                <c:pt idx="4268">
                  <c:v>44053</c:v>
                </c:pt>
                <c:pt idx="4269">
                  <c:v>44054</c:v>
                </c:pt>
                <c:pt idx="4270">
                  <c:v>44055</c:v>
                </c:pt>
                <c:pt idx="4271">
                  <c:v>44056</c:v>
                </c:pt>
                <c:pt idx="4272">
                  <c:v>44057</c:v>
                </c:pt>
                <c:pt idx="4273">
                  <c:v>44060</c:v>
                </c:pt>
                <c:pt idx="4274">
                  <c:v>44061</c:v>
                </c:pt>
                <c:pt idx="4275">
                  <c:v>44062</c:v>
                </c:pt>
                <c:pt idx="4276">
                  <c:v>44063</c:v>
                </c:pt>
                <c:pt idx="4277">
                  <c:v>44064</c:v>
                </c:pt>
                <c:pt idx="4278">
                  <c:v>44067</c:v>
                </c:pt>
                <c:pt idx="4279">
                  <c:v>44068</c:v>
                </c:pt>
                <c:pt idx="4280">
                  <c:v>44069</c:v>
                </c:pt>
                <c:pt idx="4281">
                  <c:v>44070</c:v>
                </c:pt>
                <c:pt idx="4282">
                  <c:v>44071</c:v>
                </c:pt>
                <c:pt idx="4283">
                  <c:v>44074</c:v>
                </c:pt>
                <c:pt idx="4284">
                  <c:v>44075</c:v>
                </c:pt>
                <c:pt idx="4285">
                  <c:v>44076</c:v>
                </c:pt>
                <c:pt idx="4286">
                  <c:v>44077</c:v>
                </c:pt>
                <c:pt idx="4287">
                  <c:v>44078</c:v>
                </c:pt>
                <c:pt idx="4288">
                  <c:v>44081</c:v>
                </c:pt>
                <c:pt idx="4289">
                  <c:v>44082</c:v>
                </c:pt>
                <c:pt idx="4290">
                  <c:v>44083</c:v>
                </c:pt>
                <c:pt idx="4291">
                  <c:v>44084</c:v>
                </c:pt>
                <c:pt idx="4292">
                  <c:v>44085</c:v>
                </c:pt>
                <c:pt idx="4293">
                  <c:v>44088</c:v>
                </c:pt>
                <c:pt idx="4294">
                  <c:v>44089</c:v>
                </c:pt>
                <c:pt idx="4295">
                  <c:v>44090</c:v>
                </c:pt>
                <c:pt idx="4296">
                  <c:v>44091</c:v>
                </c:pt>
                <c:pt idx="4297">
                  <c:v>44092</c:v>
                </c:pt>
                <c:pt idx="4298">
                  <c:v>44095</c:v>
                </c:pt>
                <c:pt idx="4299">
                  <c:v>44096</c:v>
                </c:pt>
                <c:pt idx="4300">
                  <c:v>44097</c:v>
                </c:pt>
                <c:pt idx="4301">
                  <c:v>44098</c:v>
                </c:pt>
                <c:pt idx="4302">
                  <c:v>44099</c:v>
                </c:pt>
                <c:pt idx="4303">
                  <c:v>44102</c:v>
                </c:pt>
                <c:pt idx="4304">
                  <c:v>44103</c:v>
                </c:pt>
                <c:pt idx="4305">
                  <c:v>44104</c:v>
                </c:pt>
                <c:pt idx="4306">
                  <c:v>44105</c:v>
                </c:pt>
                <c:pt idx="4307">
                  <c:v>44106</c:v>
                </c:pt>
                <c:pt idx="4308">
                  <c:v>44109</c:v>
                </c:pt>
                <c:pt idx="4309">
                  <c:v>44110</c:v>
                </c:pt>
                <c:pt idx="4310">
                  <c:v>44111</c:v>
                </c:pt>
                <c:pt idx="4311">
                  <c:v>44112</c:v>
                </c:pt>
                <c:pt idx="4312">
                  <c:v>44113</c:v>
                </c:pt>
                <c:pt idx="4313">
                  <c:v>44116</c:v>
                </c:pt>
                <c:pt idx="4314">
                  <c:v>44117</c:v>
                </c:pt>
                <c:pt idx="4315">
                  <c:v>44118</c:v>
                </c:pt>
                <c:pt idx="4316">
                  <c:v>44119</c:v>
                </c:pt>
                <c:pt idx="4317">
                  <c:v>44120</c:v>
                </c:pt>
                <c:pt idx="4318">
                  <c:v>44123</c:v>
                </c:pt>
                <c:pt idx="4319">
                  <c:v>44124</c:v>
                </c:pt>
                <c:pt idx="4320">
                  <c:v>44125</c:v>
                </c:pt>
                <c:pt idx="4321">
                  <c:v>44126</c:v>
                </c:pt>
                <c:pt idx="4322">
                  <c:v>44127</c:v>
                </c:pt>
                <c:pt idx="4323">
                  <c:v>44130</c:v>
                </c:pt>
                <c:pt idx="4324">
                  <c:v>44131</c:v>
                </c:pt>
                <c:pt idx="4325">
                  <c:v>44132</c:v>
                </c:pt>
                <c:pt idx="4326">
                  <c:v>44133</c:v>
                </c:pt>
                <c:pt idx="4327">
                  <c:v>44134</c:v>
                </c:pt>
                <c:pt idx="4328">
                  <c:v>44137</c:v>
                </c:pt>
                <c:pt idx="4329">
                  <c:v>44138</c:v>
                </c:pt>
                <c:pt idx="4330">
                  <c:v>44139</c:v>
                </c:pt>
                <c:pt idx="4331">
                  <c:v>44140</c:v>
                </c:pt>
                <c:pt idx="4332">
                  <c:v>44141</c:v>
                </c:pt>
                <c:pt idx="4333">
                  <c:v>44144</c:v>
                </c:pt>
                <c:pt idx="4334">
                  <c:v>44145</c:v>
                </c:pt>
                <c:pt idx="4335">
                  <c:v>44146</c:v>
                </c:pt>
                <c:pt idx="4336">
                  <c:v>44147</c:v>
                </c:pt>
                <c:pt idx="4337">
                  <c:v>44148</c:v>
                </c:pt>
                <c:pt idx="4338">
                  <c:v>44151</c:v>
                </c:pt>
                <c:pt idx="4339">
                  <c:v>44152</c:v>
                </c:pt>
                <c:pt idx="4340">
                  <c:v>44153</c:v>
                </c:pt>
                <c:pt idx="4341">
                  <c:v>44154</c:v>
                </c:pt>
                <c:pt idx="4342">
                  <c:v>44155</c:v>
                </c:pt>
                <c:pt idx="4343">
                  <c:v>44158</c:v>
                </c:pt>
                <c:pt idx="4344">
                  <c:v>44159</c:v>
                </c:pt>
                <c:pt idx="4345">
                  <c:v>44160</c:v>
                </c:pt>
                <c:pt idx="4346">
                  <c:v>44161</c:v>
                </c:pt>
                <c:pt idx="4347">
                  <c:v>44162</c:v>
                </c:pt>
                <c:pt idx="4348">
                  <c:v>44165</c:v>
                </c:pt>
                <c:pt idx="4349">
                  <c:v>44166</c:v>
                </c:pt>
                <c:pt idx="4350">
                  <c:v>44167</c:v>
                </c:pt>
                <c:pt idx="4351">
                  <c:v>44168</c:v>
                </c:pt>
                <c:pt idx="4352">
                  <c:v>44169</c:v>
                </c:pt>
                <c:pt idx="4353">
                  <c:v>44172</c:v>
                </c:pt>
                <c:pt idx="4354">
                  <c:v>44173</c:v>
                </c:pt>
                <c:pt idx="4355">
                  <c:v>44174</c:v>
                </c:pt>
                <c:pt idx="4356">
                  <c:v>44175</c:v>
                </c:pt>
                <c:pt idx="4357">
                  <c:v>44176</c:v>
                </c:pt>
                <c:pt idx="4358">
                  <c:v>44179</c:v>
                </c:pt>
                <c:pt idx="4359">
                  <c:v>44180</c:v>
                </c:pt>
                <c:pt idx="4360">
                  <c:v>44181</c:v>
                </c:pt>
                <c:pt idx="4361">
                  <c:v>44182</c:v>
                </c:pt>
                <c:pt idx="4362">
                  <c:v>44183</c:v>
                </c:pt>
                <c:pt idx="4363">
                  <c:v>44186</c:v>
                </c:pt>
                <c:pt idx="4364">
                  <c:v>44187</c:v>
                </c:pt>
                <c:pt idx="4365">
                  <c:v>44188</c:v>
                </c:pt>
                <c:pt idx="4366">
                  <c:v>44189</c:v>
                </c:pt>
                <c:pt idx="4367">
                  <c:v>44190</c:v>
                </c:pt>
                <c:pt idx="4368">
                  <c:v>44193</c:v>
                </c:pt>
                <c:pt idx="4369">
                  <c:v>44194</c:v>
                </c:pt>
                <c:pt idx="4370">
                  <c:v>44195</c:v>
                </c:pt>
                <c:pt idx="4371">
                  <c:v>44196</c:v>
                </c:pt>
                <c:pt idx="4372">
                  <c:v>44197</c:v>
                </c:pt>
                <c:pt idx="4373">
                  <c:v>44200</c:v>
                </c:pt>
                <c:pt idx="4374">
                  <c:v>44201</c:v>
                </c:pt>
                <c:pt idx="4375">
                  <c:v>44202</c:v>
                </c:pt>
                <c:pt idx="4376">
                  <c:v>44203</c:v>
                </c:pt>
                <c:pt idx="4377">
                  <c:v>44204</c:v>
                </c:pt>
                <c:pt idx="4378">
                  <c:v>44207</c:v>
                </c:pt>
                <c:pt idx="4379">
                  <c:v>44208</c:v>
                </c:pt>
                <c:pt idx="4380">
                  <c:v>44209</c:v>
                </c:pt>
                <c:pt idx="4381">
                  <c:v>44210</c:v>
                </c:pt>
                <c:pt idx="4382">
                  <c:v>44211</c:v>
                </c:pt>
                <c:pt idx="4383">
                  <c:v>44214</c:v>
                </c:pt>
                <c:pt idx="4384">
                  <c:v>44215</c:v>
                </c:pt>
                <c:pt idx="4385">
                  <c:v>44216</c:v>
                </c:pt>
                <c:pt idx="4386">
                  <c:v>44217</c:v>
                </c:pt>
                <c:pt idx="4387">
                  <c:v>44218</c:v>
                </c:pt>
                <c:pt idx="4388">
                  <c:v>44221</c:v>
                </c:pt>
                <c:pt idx="4389">
                  <c:v>44222</c:v>
                </c:pt>
                <c:pt idx="4390">
                  <c:v>44223</c:v>
                </c:pt>
                <c:pt idx="4391">
                  <c:v>44224</c:v>
                </c:pt>
                <c:pt idx="4392">
                  <c:v>44225</c:v>
                </c:pt>
                <c:pt idx="4393">
                  <c:v>44228</c:v>
                </c:pt>
                <c:pt idx="4394">
                  <c:v>44229</c:v>
                </c:pt>
                <c:pt idx="4395">
                  <c:v>44230</c:v>
                </c:pt>
                <c:pt idx="4396">
                  <c:v>44231</c:v>
                </c:pt>
                <c:pt idx="4397">
                  <c:v>44232</c:v>
                </c:pt>
                <c:pt idx="4398">
                  <c:v>44235</c:v>
                </c:pt>
                <c:pt idx="4399">
                  <c:v>44236</c:v>
                </c:pt>
                <c:pt idx="4400">
                  <c:v>44237</c:v>
                </c:pt>
                <c:pt idx="4401">
                  <c:v>44238</c:v>
                </c:pt>
                <c:pt idx="4402">
                  <c:v>44239</c:v>
                </c:pt>
                <c:pt idx="4403">
                  <c:v>44242</c:v>
                </c:pt>
                <c:pt idx="4404">
                  <c:v>44243</c:v>
                </c:pt>
                <c:pt idx="4405">
                  <c:v>44244</c:v>
                </c:pt>
                <c:pt idx="4406">
                  <c:v>44245</c:v>
                </c:pt>
                <c:pt idx="4407">
                  <c:v>44246</c:v>
                </c:pt>
                <c:pt idx="4408">
                  <c:v>44249</c:v>
                </c:pt>
                <c:pt idx="4409">
                  <c:v>44250</c:v>
                </c:pt>
                <c:pt idx="4410">
                  <c:v>44251</c:v>
                </c:pt>
                <c:pt idx="4411">
                  <c:v>44252</c:v>
                </c:pt>
                <c:pt idx="4412">
                  <c:v>44253</c:v>
                </c:pt>
                <c:pt idx="4413">
                  <c:v>44256</c:v>
                </c:pt>
                <c:pt idx="4414">
                  <c:v>44257</c:v>
                </c:pt>
                <c:pt idx="4415">
                  <c:v>44258</c:v>
                </c:pt>
                <c:pt idx="4416">
                  <c:v>44259</c:v>
                </c:pt>
                <c:pt idx="4417">
                  <c:v>44260</c:v>
                </c:pt>
                <c:pt idx="4418">
                  <c:v>44263</c:v>
                </c:pt>
                <c:pt idx="4419">
                  <c:v>44264</c:v>
                </c:pt>
                <c:pt idx="4420">
                  <c:v>44265</c:v>
                </c:pt>
                <c:pt idx="4421">
                  <c:v>44266</c:v>
                </c:pt>
                <c:pt idx="4422">
                  <c:v>44267</c:v>
                </c:pt>
                <c:pt idx="4423">
                  <c:v>44270</c:v>
                </c:pt>
                <c:pt idx="4424">
                  <c:v>44271</c:v>
                </c:pt>
                <c:pt idx="4425">
                  <c:v>44272</c:v>
                </c:pt>
                <c:pt idx="4426">
                  <c:v>44273</c:v>
                </c:pt>
                <c:pt idx="4427">
                  <c:v>44274</c:v>
                </c:pt>
                <c:pt idx="4428">
                  <c:v>44277</c:v>
                </c:pt>
                <c:pt idx="4429">
                  <c:v>44278</c:v>
                </c:pt>
                <c:pt idx="4430">
                  <c:v>44279</c:v>
                </c:pt>
                <c:pt idx="4431">
                  <c:v>44280</c:v>
                </c:pt>
                <c:pt idx="4432">
                  <c:v>44281</c:v>
                </c:pt>
                <c:pt idx="4433">
                  <c:v>44284</c:v>
                </c:pt>
                <c:pt idx="4434">
                  <c:v>44285</c:v>
                </c:pt>
                <c:pt idx="4435">
                  <c:v>44286</c:v>
                </c:pt>
                <c:pt idx="4436">
                  <c:v>44287</c:v>
                </c:pt>
                <c:pt idx="4437">
                  <c:v>44288</c:v>
                </c:pt>
                <c:pt idx="4438">
                  <c:v>44291</c:v>
                </c:pt>
                <c:pt idx="4439">
                  <c:v>44292</c:v>
                </c:pt>
                <c:pt idx="4440">
                  <c:v>44293</c:v>
                </c:pt>
                <c:pt idx="4441">
                  <c:v>44294</c:v>
                </c:pt>
                <c:pt idx="4442">
                  <c:v>44295</c:v>
                </c:pt>
                <c:pt idx="4443">
                  <c:v>44298</c:v>
                </c:pt>
                <c:pt idx="4444">
                  <c:v>44299</c:v>
                </c:pt>
                <c:pt idx="4445">
                  <c:v>44300</c:v>
                </c:pt>
                <c:pt idx="4446">
                  <c:v>44301</c:v>
                </c:pt>
                <c:pt idx="4447">
                  <c:v>44302</c:v>
                </c:pt>
                <c:pt idx="4448">
                  <c:v>44305</c:v>
                </c:pt>
                <c:pt idx="4449">
                  <c:v>44306</c:v>
                </c:pt>
                <c:pt idx="4450">
                  <c:v>44307</c:v>
                </c:pt>
                <c:pt idx="4451">
                  <c:v>44308</c:v>
                </c:pt>
                <c:pt idx="4452">
                  <c:v>44309</c:v>
                </c:pt>
                <c:pt idx="4453">
                  <c:v>44312</c:v>
                </c:pt>
                <c:pt idx="4454">
                  <c:v>44313</c:v>
                </c:pt>
                <c:pt idx="4455">
                  <c:v>44314</c:v>
                </c:pt>
                <c:pt idx="4456">
                  <c:v>44315</c:v>
                </c:pt>
                <c:pt idx="4457">
                  <c:v>44316</c:v>
                </c:pt>
                <c:pt idx="4458">
                  <c:v>44319</c:v>
                </c:pt>
                <c:pt idx="4459">
                  <c:v>44320</c:v>
                </c:pt>
                <c:pt idx="4460">
                  <c:v>44321</c:v>
                </c:pt>
                <c:pt idx="4461">
                  <c:v>44322</c:v>
                </c:pt>
                <c:pt idx="4462">
                  <c:v>44323</c:v>
                </c:pt>
                <c:pt idx="4463">
                  <c:v>44326</c:v>
                </c:pt>
                <c:pt idx="4464">
                  <c:v>44327</c:v>
                </c:pt>
                <c:pt idx="4465">
                  <c:v>44328</c:v>
                </c:pt>
                <c:pt idx="4466">
                  <c:v>44329</c:v>
                </c:pt>
                <c:pt idx="4467">
                  <c:v>44330</c:v>
                </c:pt>
                <c:pt idx="4468">
                  <c:v>44333</c:v>
                </c:pt>
                <c:pt idx="4469">
                  <c:v>44334</c:v>
                </c:pt>
                <c:pt idx="4470">
                  <c:v>44335</c:v>
                </c:pt>
                <c:pt idx="4471">
                  <c:v>44336</c:v>
                </c:pt>
                <c:pt idx="4472">
                  <c:v>44337</c:v>
                </c:pt>
                <c:pt idx="4473">
                  <c:v>44340</c:v>
                </c:pt>
                <c:pt idx="4474">
                  <c:v>44341</c:v>
                </c:pt>
                <c:pt idx="4475">
                  <c:v>44342</c:v>
                </c:pt>
                <c:pt idx="4476">
                  <c:v>44343</c:v>
                </c:pt>
                <c:pt idx="4477">
                  <c:v>44344</c:v>
                </c:pt>
                <c:pt idx="4478">
                  <c:v>44347</c:v>
                </c:pt>
                <c:pt idx="4479">
                  <c:v>44348</c:v>
                </c:pt>
                <c:pt idx="4480">
                  <c:v>44349</c:v>
                </c:pt>
                <c:pt idx="4481">
                  <c:v>44350</c:v>
                </c:pt>
                <c:pt idx="4482">
                  <c:v>44351</c:v>
                </c:pt>
                <c:pt idx="4483">
                  <c:v>44354</c:v>
                </c:pt>
                <c:pt idx="4484">
                  <c:v>44355</c:v>
                </c:pt>
                <c:pt idx="4485">
                  <c:v>44356</c:v>
                </c:pt>
                <c:pt idx="4486">
                  <c:v>44357</c:v>
                </c:pt>
                <c:pt idx="4487">
                  <c:v>44358</c:v>
                </c:pt>
                <c:pt idx="4488">
                  <c:v>44361</c:v>
                </c:pt>
                <c:pt idx="4489">
                  <c:v>44362</c:v>
                </c:pt>
                <c:pt idx="4490">
                  <c:v>44363</c:v>
                </c:pt>
                <c:pt idx="4491">
                  <c:v>44364</c:v>
                </c:pt>
                <c:pt idx="4492">
                  <c:v>44365</c:v>
                </c:pt>
                <c:pt idx="4493">
                  <c:v>44368</c:v>
                </c:pt>
                <c:pt idx="4494">
                  <c:v>44369</c:v>
                </c:pt>
                <c:pt idx="4495">
                  <c:v>44370</c:v>
                </c:pt>
                <c:pt idx="4496">
                  <c:v>44371</c:v>
                </c:pt>
                <c:pt idx="4497">
                  <c:v>44372</c:v>
                </c:pt>
                <c:pt idx="4498">
                  <c:v>44375</c:v>
                </c:pt>
                <c:pt idx="4499">
                  <c:v>44376</c:v>
                </c:pt>
                <c:pt idx="4500">
                  <c:v>44377</c:v>
                </c:pt>
                <c:pt idx="4501">
                  <c:v>44378</c:v>
                </c:pt>
                <c:pt idx="4502">
                  <c:v>44379</c:v>
                </c:pt>
                <c:pt idx="4503">
                  <c:v>44382</c:v>
                </c:pt>
                <c:pt idx="4504">
                  <c:v>44383</c:v>
                </c:pt>
                <c:pt idx="4505">
                  <c:v>44384</c:v>
                </c:pt>
                <c:pt idx="4506">
                  <c:v>44385</c:v>
                </c:pt>
                <c:pt idx="4507">
                  <c:v>44386</c:v>
                </c:pt>
                <c:pt idx="4508">
                  <c:v>44389</c:v>
                </c:pt>
                <c:pt idx="4509">
                  <c:v>44390</c:v>
                </c:pt>
                <c:pt idx="4510">
                  <c:v>44391</c:v>
                </c:pt>
                <c:pt idx="4511">
                  <c:v>44392</c:v>
                </c:pt>
                <c:pt idx="4512">
                  <c:v>44393</c:v>
                </c:pt>
                <c:pt idx="4513">
                  <c:v>44396</c:v>
                </c:pt>
                <c:pt idx="4514">
                  <c:v>44397</c:v>
                </c:pt>
                <c:pt idx="4515">
                  <c:v>44398</c:v>
                </c:pt>
                <c:pt idx="4516">
                  <c:v>44399</c:v>
                </c:pt>
                <c:pt idx="4517">
                  <c:v>44400</c:v>
                </c:pt>
                <c:pt idx="4518">
                  <c:v>44403</c:v>
                </c:pt>
                <c:pt idx="4519">
                  <c:v>44404</c:v>
                </c:pt>
                <c:pt idx="4520">
                  <c:v>44405</c:v>
                </c:pt>
                <c:pt idx="4521">
                  <c:v>44406</c:v>
                </c:pt>
                <c:pt idx="4522">
                  <c:v>44407</c:v>
                </c:pt>
                <c:pt idx="4523">
                  <c:v>44410</c:v>
                </c:pt>
                <c:pt idx="4524">
                  <c:v>44411</c:v>
                </c:pt>
                <c:pt idx="4525">
                  <c:v>44412</c:v>
                </c:pt>
                <c:pt idx="4526">
                  <c:v>44413</c:v>
                </c:pt>
                <c:pt idx="4527">
                  <c:v>44414</c:v>
                </c:pt>
                <c:pt idx="4528">
                  <c:v>44417</c:v>
                </c:pt>
                <c:pt idx="4529">
                  <c:v>44418</c:v>
                </c:pt>
                <c:pt idx="4530">
                  <c:v>44419</c:v>
                </c:pt>
                <c:pt idx="4531">
                  <c:v>44420</c:v>
                </c:pt>
                <c:pt idx="4532">
                  <c:v>44421</c:v>
                </c:pt>
                <c:pt idx="4533">
                  <c:v>44424</c:v>
                </c:pt>
                <c:pt idx="4534">
                  <c:v>44425</c:v>
                </c:pt>
                <c:pt idx="4535">
                  <c:v>44426</c:v>
                </c:pt>
                <c:pt idx="4536">
                  <c:v>44427</c:v>
                </c:pt>
                <c:pt idx="4537">
                  <c:v>44428</c:v>
                </c:pt>
                <c:pt idx="4538">
                  <c:v>44431</c:v>
                </c:pt>
                <c:pt idx="4539">
                  <c:v>44432</c:v>
                </c:pt>
                <c:pt idx="4540">
                  <c:v>44433</c:v>
                </c:pt>
                <c:pt idx="4541">
                  <c:v>44434</c:v>
                </c:pt>
                <c:pt idx="4542">
                  <c:v>44435</c:v>
                </c:pt>
                <c:pt idx="4543">
                  <c:v>44438</c:v>
                </c:pt>
                <c:pt idx="4544">
                  <c:v>44439</c:v>
                </c:pt>
                <c:pt idx="4545">
                  <c:v>44440</c:v>
                </c:pt>
                <c:pt idx="4546">
                  <c:v>44441</c:v>
                </c:pt>
                <c:pt idx="4547">
                  <c:v>44442</c:v>
                </c:pt>
                <c:pt idx="4548">
                  <c:v>44445</c:v>
                </c:pt>
                <c:pt idx="4549">
                  <c:v>44446</c:v>
                </c:pt>
                <c:pt idx="4550">
                  <c:v>44447</c:v>
                </c:pt>
                <c:pt idx="4551">
                  <c:v>44448</c:v>
                </c:pt>
                <c:pt idx="4552">
                  <c:v>44449</c:v>
                </c:pt>
                <c:pt idx="4553">
                  <c:v>44452</c:v>
                </c:pt>
                <c:pt idx="4554">
                  <c:v>44453</c:v>
                </c:pt>
                <c:pt idx="4555">
                  <c:v>44454</c:v>
                </c:pt>
                <c:pt idx="4556">
                  <c:v>44455</c:v>
                </c:pt>
                <c:pt idx="4557">
                  <c:v>44456</c:v>
                </c:pt>
                <c:pt idx="4558">
                  <c:v>44459</c:v>
                </c:pt>
                <c:pt idx="4559">
                  <c:v>44460</c:v>
                </c:pt>
                <c:pt idx="4560">
                  <c:v>44461</c:v>
                </c:pt>
                <c:pt idx="4561">
                  <c:v>44462</c:v>
                </c:pt>
                <c:pt idx="4562">
                  <c:v>44463</c:v>
                </c:pt>
                <c:pt idx="4563">
                  <c:v>44466</c:v>
                </c:pt>
                <c:pt idx="4564">
                  <c:v>44467</c:v>
                </c:pt>
                <c:pt idx="4565">
                  <c:v>44468</c:v>
                </c:pt>
                <c:pt idx="4566">
                  <c:v>44469</c:v>
                </c:pt>
                <c:pt idx="4567">
                  <c:v>44470</c:v>
                </c:pt>
                <c:pt idx="4568">
                  <c:v>44473</c:v>
                </c:pt>
                <c:pt idx="4569">
                  <c:v>44474</c:v>
                </c:pt>
                <c:pt idx="4570">
                  <c:v>44475</c:v>
                </c:pt>
                <c:pt idx="4571">
                  <c:v>44476</c:v>
                </c:pt>
                <c:pt idx="4572">
                  <c:v>44477</c:v>
                </c:pt>
                <c:pt idx="4573">
                  <c:v>44480</c:v>
                </c:pt>
                <c:pt idx="4574">
                  <c:v>44481</c:v>
                </c:pt>
                <c:pt idx="4575">
                  <c:v>44482</c:v>
                </c:pt>
                <c:pt idx="4576">
                  <c:v>44483</c:v>
                </c:pt>
                <c:pt idx="4577">
                  <c:v>44484</c:v>
                </c:pt>
                <c:pt idx="4578">
                  <c:v>44487</c:v>
                </c:pt>
                <c:pt idx="4579">
                  <c:v>44488</c:v>
                </c:pt>
                <c:pt idx="4580">
                  <c:v>44489</c:v>
                </c:pt>
                <c:pt idx="4581">
                  <c:v>44490</c:v>
                </c:pt>
                <c:pt idx="4582">
                  <c:v>44491</c:v>
                </c:pt>
                <c:pt idx="4583">
                  <c:v>44494</c:v>
                </c:pt>
                <c:pt idx="4584">
                  <c:v>44495</c:v>
                </c:pt>
                <c:pt idx="4585">
                  <c:v>44496</c:v>
                </c:pt>
                <c:pt idx="4586">
                  <c:v>44497</c:v>
                </c:pt>
                <c:pt idx="4587">
                  <c:v>44498</c:v>
                </c:pt>
                <c:pt idx="4588">
                  <c:v>44501</c:v>
                </c:pt>
                <c:pt idx="4589">
                  <c:v>44502</c:v>
                </c:pt>
                <c:pt idx="4590">
                  <c:v>44503</c:v>
                </c:pt>
                <c:pt idx="4591">
                  <c:v>44504</c:v>
                </c:pt>
                <c:pt idx="4592">
                  <c:v>44505</c:v>
                </c:pt>
                <c:pt idx="4593">
                  <c:v>44508</c:v>
                </c:pt>
                <c:pt idx="4594">
                  <c:v>44509</c:v>
                </c:pt>
                <c:pt idx="4595">
                  <c:v>44510</c:v>
                </c:pt>
                <c:pt idx="4596">
                  <c:v>44511</c:v>
                </c:pt>
                <c:pt idx="4597">
                  <c:v>44512</c:v>
                </c:pt>
                <c:pt idx="4598">
                  <c:v>44515</c:v>
                </c:pt>
                <c:pt idx="4599">
                  <c:v>44516</c:v>
                </c:pt>
                <c:pt idx="4600">
                  <c:v>44517</c:v>
                </c:pt>
                <c:pt idx="4601">
                  <c:v>44518</c:v>
                </c:pt>
                <c:pt idx="4602">
                  <c:v>44519</c:v>
                </c:pt>
                <c:pt idx="4603">
                  <c:v>44522</c:v>
                </c:pt>
                <c:pt idx="4604">
                  <c:v>44523</c:v>
                </c:pt>
                <c:pt idx="4605">
                  <c:v>44524</c:v>
                </c:pt>
                <c:pt idx="4606">
                  <c:v>44525</c:v>
                </c:pt>
                <c:pt idx="4607">
                  <c:v>44526</c:v>
                </c:pt>
                <c:pt idx="4608">
                  <c:v>44529</c:v>
                </c:pt>
                <c:pt idx="4609">
                  <c:v>44530</c:v>
                </c:pt>
                <c:pt idx="4610">
                  <c:v>44531</c:v>
                </c:pt>
                <c:pt idx="4611">
                  <c:v>44532</c:v>
                </c:pt>
                <c:pt idx="4612">
                  <c:v>44533</c:v>
                </c:pt>
                <c:pt idx="4613">
                  <c:v>44536</c:v>
                </c:pt>
                <c:pt idx="4614">
                  <c:v>44537</c:v>
                </c:pt>
                <c:pt idx="4615">
                  <c:v>44538</c:v>
                </c:pt>
                <c:pt idx="4616">
                  <c:v>44539</c:v>
                </c:pt>
                <c:pt idx="4617">
                  <c:v>44540</c:v>
                </c:pt>
                <c:pt idx="4618">
                  <c:v>44543</c:v>
                </c:pt>
                <c:pt idx="4619">
                  <c:v>44544</c:v>
                </c:pt>
                <c:pt idx="4620">
                  <c:v>44545</c:v>
                </c:pt>
                <c:pt idx="4621">
                  <c:v>44546</c:v>
                </c:pt>
                <c:pt idx="4622">
                  <c:v>44547</c:v>
                </c:pt>
                <c:pt idx="4623">
                  <c:v>44550</c:v>
                </c:pt>
                <c:pt idx="4624">
                  <c:v>44551</c:v>
                </c:pt>
                <c:pt idx="4625">
                  <c:v>44552</c:v>
                </c:pt>
                <c:pt idx="4626">
                  <c:v>44553</c:v>
                </c:pt>
                <c:pt idx="4627">
                  <c:v>44554</c:v>
                </c:pt>
                <c:pt idx="4628">
                  <c:v>44557</c:v>
                </c:pt>
                <c:pt idx="4629">
                  <c:v>44558</c:v>
                </c:pt>
                <c:pt idx="4630">
                  <c:v>44559</c:v>
                </c:pt>
                <c:pt idx="4631">
                  <c:v>44560</c:v>
                </c:pt>
                <c:pt idx="4632">
                  <c:v>44561</c:v>
                </c:pt>
                <c:pt idx="4633">
                  <c:v>44564</c:v>
                </c:pt>
                <c:pt idx="4634">
                  <c:v>44565</c:v>
                </c:pt>
                <c:pt idx="4635">
                  <c:v>44566</c:v>
                </c:pt>
                <c:pt idx="4636">
                  <c:v>44567</c:v>
                </c:pt>
                <c:pt idx="4637">
                  <c:v>44568</c:v>
                </c:pt>
                <c:pt idx="4638">
                  <c:v>44571</c:v>
                </c:pt>
                <c:pt idx="4639">
                  <c:v>44572</c:v>
                </c:pt>
                <c:pt idx="4640">
                  <c:v>44573</c:v>
                </c:pt>
                <c:pt idx="4641">
                  <c:v>44574</c:v>
                </c:pt>
                <c:pt idx="4642">
                  <c:v>44575</c:v>
                </c:pt>
                <c:pt idx="4643">
                  <c:v>44578</c:v>
                </c:pt>
                <c:pt idx="4644">
                  <c:v>44579</c:v>
                </c:pt>
                <c:pt idx="4645">
                  <c:v>44580</c:v>
                </c:pt>
                <c:pt idx="4646">
                  <c:v>44581</c:v>
                </c:pt>
                <c:pt idx="4647">
                  <c:v>44582</c:v>
                </c:pt>
                <c:pt idx="4648">
                  <c:v>44585</c:v>
                </c:pt>
                <c:pt idx="4649">
                  <c:v>44586</c:v>
                </c:pt>
                <c:pt idx="4650">
                  <c:v>44587</c:v>
                </c:pt>
                <c:pt idx="4651">
                  <c:v>44588</c:v>
                </c:pt>
                <c:pt idx="4652">
                  <c:v>44589</c:v>
                </c:pt>
                <c:pt idx="4653">
                  <c:v>44592</c:v>
                </c:pt>
                <c:pt idx="4654">
                  <c:v>44593</c:v>
                </c:pt>
                <c:pt idx="4655">
                  <c:v>44594</c:v>
                </c:pt>
                <c:pt idx="4656">
                  <c:v>44595</c:v>
                </c:pt>
                <c:pt idx="4657">
                  <c:v>44596</c:v>
                </c:pt>
                <c:pt idx="4658">
                  <c:v>44599</c:v>
                </c:pt>
                <c:pt idx="4659">
                  <c:v>44600</c:v>
                </c:pt>
                <c:pt idx="4660">
                  <c:v>44601</c:v>
                </c:pt>
                <c:pt idx="4661">
                  <c:v>44602</c:v>
                </c:pt>
                <c:pt idx="4662">
                  <c:v>44603</c:v>
                </c:pt>
                <c:pt idx="4663">
                  <c:v>44606</c:v>
                </c:pt>
                <c:pt idx="4664">
                  <c:v>44607</c:v>
                </c:pt>
                <c:pt idx="4665">
                  <c:v>44608</c:v>
                </c:pt>
                <c:pt idx="4666">
                  <c:v>44609</c:v>
                </c:pt>
                <c:pt idx="4667">
                  <c:v>44610</c:v>
                </c:pt>
                <c:pt idx="4668">
                  <c:v>44613</c:v>
                </c:pt>
                <c:pt idx="4669">
                  <c:v>44614</c:v>
                </c:pt>
                <c:pt idx="4670">
                  <c:v>44615</c:v>
                </c:pt>
                <c:pt idx="4671">
                  <c:v>44616</c:v>
                </c:pt>
                <c:pt idx="4672">
                  <c:v>44617</c:v>
                </c:pt>
                <c:pt idx="4673">
                  <c:v>44620</c:v>
                </c:pt>
                <c:pt idx="4674">
                  <c:v>44621</c:v>
                </c:pt>
                <c:pt idx="4675">
                  <c:v>44622</c:v>
                </c:pt>
                <c:pt idx="4676">
                  <c:v>44623</c:v>
                </c:pt>
                <c:pt idx="4677">
                  <c:v>44624</c:v>
                </c:pt>
                <c:pt idx="4678">
                  <c:v>44627</c:v>
                </c:pt>
                <c:pt idx="4679">
                  <c:v>44628</c:v>
                </c:pt>
                <c:pt idx="4680">
                  <c:v>44629</c:v>
                </c:pt>
                <c:pt idx="4681">
                  <c:v>44630</c:v>
                </c:pt>
                <c:pt idx="4682">
                  <c:v>44631</c:v>
                </c:pt>
                <c:pt idx="4683">
                  <c:v>44634</c:v>
                </c:pt>
                <c:pt idx="4684">
                  <c:v>44635</c:v>
                </c:pt>
                <c:pt idx="4685">
                  <c:v>44636</c:v>
                </c:pt>
                <c:pt idx="4686">
                  <c:v>44637</c:v>
                </c:pt>
                <c:pt idx="4687">
                  <c:v>44638</c:v>
                </c:pt>
                <c:pt idx="4688">
                  <c:v>44641</c:v>
                </c:pt>
                <c:pt idx="4689">
                  <c:v>44642</c:v>
                </c:pt>
                <c:pt idx="4690">
                  <c:v>44643</c:v>
                </c:pt>
                <c:pt idx="4691">
                  <c:v>44644</c:v>
                </c:pt>
                <c:pt idx="4692">
                  <c:v>44645</c:v>
                </c:pt>
                <c:pt idx="4693">
                  <c:v>44648</c:v>
                </c:pt>
                <c:pt idx="4694">
                  <c:v>44649</c:v>
                </c:pt>
                <c:pt idx="4695">
                  <c:v>44650</c:v>
                </c:pt>
                <c:pt idx="4696">
                  <c:v>44651</c:v>
                </c:pt>
                <c:pt idx="4697">
                  <c:v>44652</c:v>
                </c:pt>
                <c:pt idx="4698">
                  <c:v>44655</c:v>
                </c:pt>
                <c:pt idx="4699">
                  <c:v>44656</c:v>
                </c:pt>
                <c:pt idx="4700">
                  <c:v>44657</c:v>
                </c:pt>
                <c:pt idx="4701">
                  <c:v>44658</c:v>
                </c:pt>
                <c:pt idx="4702">
                  <c:v>44659</c:v>
                </c:pt>
                <c:pt idx="4703">
                  <c:v>44662</c:v>
                </c:pt>
                <c:pt idx="4704">
                  <c:v>44663</c:v>
                </c:pt>
                <c:pt idx="4705">
                  <c:v>44664</c:v>
                </c:pt>
                <c:pt idx="4706">
                  <c:v>44665</c:v>
                </c:pt>
                <c:pt idx="4707">
                  <c:v>44666</c:v>
                </c:pt>
                <c:pt idx="4708">
                  <c:v>44669</c:v>
                </c:pt>
                <c:pt idx="4709">
                  <c:v>44670</c:v>
                </c:pt>
                <c:pt idx="4710">
                  <c:v>44671</c:v>
                </c:pt>
                <c:pt idx="4711">
                  <c:v>44672</c:v>
                </c:pt>
                <c:pt idx="4712">
                  <c:v>44673</c:v>
                </c:pt>
                <c:pt idx="4713">
                  <c:v>44676</c:v>
                </c:pt>
                <c:pt idx="4714">
                  <c:v>44677</c:v>
                </c:pt>
                <c:pt idx="4715">
                  <c:v>44678</c:v>
                </c:pt>
                <c:pt idx="4716">
                  <c:v>44679</c:v>
                </c:pt>
                <c:pt idx="4717">
                  <c:v>44680</c:v>
                </c:pt>
                <c:pt idx="4718">
                  <c:v>44683</c:v>
                </c:pt>
                <c:pt idx="4719">
                  <c:v>44684</c:v>
                </c:pt>
                <c:pt idx="4720">
                  <c:v>44685</c:v>
                </c:pt>
                <c:pt idx="4721">
                  <c:v>44686</c:v>
                </c:pt>
                <c:pt idx="4722">
                  <c:v>44687</c:v>
                </c:pt>
                <c:pt idx="4723">
                  <c:v>44690</c:v>
                </c:pt>
                <c:pt idx="4724">
                  <c:v>44691</c:v>
                </c:pt>
                <c:pt idx="4725">
                  <c:v>44692</c:v>
                </c:pt>
                <c:pt idx="4726">
                  <c:v>44693</c:v>
                </c:pt>
                <c:pt idx="4727">
                  <c:v>44694</c:v>
                </c:pt>
                <c:pt idx="4728">
                  <c:v>44697</c:v>
                </c:pt>
                <c:pt idx="4729">
                  <c:v>44698</c:v>
                </c:pt>
                <c:pt idx="4730">
                  <c:v>44699</c:v>
                </c:pt>
                <c:pt idx="4731">
                  <c:v>44700</c:v>
                </c:pt>
                <c:pt idx="4732">
                  <c:v>44701</c:v>
                </c:pt>
                <c:pt idx="4733">
                  <c:v>44704</c:v>
                </c:pt>
                <c:pt idx="4734">
                  <c:v>44705</c:v>
                </c:pt>
                <c:pt idx="4735">
                  <c:v>44706</c:v>
                </c:pt>
                <c:pt idx="4736">
                  <c:v>44707</c:v>
                </c:pt>
                <c:pt idx="4737">
                  <c:v>44708</c:v>
                </c:pt>
                <c:pt idx="4738">
                  <c:v>44711</c:v>
                </c:pt>
                <c:pt idx="4739">
                  <c:v>44712</c:v>
                </c:pt>
                <c:pt idx="4740">
                  <c:v>44713</c:v>
                </c:pt>
                <c:pt idx="4741">
                  <c:v>44714</c:v>
                </c:pt>
                <c:pt idx="4742">
                  <c:v>44715</c:v>
                </c:pt>
                <c:pt idx="4743">
                  <c:v>44718</c:v>
                </c:pt>
                <c:pt idx="4744">
                  <c:v>44719</c:v>
                </c:pt>
                <c:pt idx="4745">
                  <c:v>44720</c:v>
                </c:pt>
                <c:pt idx="4746">
                  <c:v>44721</c:v>
                </c:pt>
                <c:pt idx="4747">
                  <c:v>44722</c:v>
                </c:pt>
                <c:pt idx="4748">
                  <c:v>44725</c:v>
                </c:pt>
                <c:pt idx="4749">
                  <c:v>44726</c:v>
                </c:pt>
                <c:pt idx="4750">
                  <c:v>44727</c:v>
                </c:pt>
                <c:pt idx="4751">
                  <c:v>44728</c:v>
                </c:pt>
                <c:pt idx="4752">
                  <c:v>44729</c:v>
                </c:pt>
                <c:pt idx="4753">
                  <c:v>44732</c:v>
                </c:pt>
                <c:pt idx="4754">
                  <c:v>44733</c:v>
                </c:pt>
                <c:pt idx="4755">
                  <c:v>44734</c:v>
                </c:pt>
                <c:pt idx="4756">
                  <c:v>44735</c:v>
                </c:pt>
                <c:pt idx="4757">
                  <c:v>44736</c:v>
                </c:pt>
                <c:pt idx="4758">
                  <c:v>44739</c:v>
                </c:pt>
                <c:pt idx="4759">
                  <c:v>44740</c:v>
                </c:pt>
                <c:pt idx="4760">
                  <c:v>44741</c:v>
                </c:pt>
                <c:pt idx="4761">
                  <c:v>44742</c:v>
                </c:pt>
                <c:pt idx="4762">
                  <c:v>44743</c:v>
                </c:pt>
                <c:pt idx="4763">
                  <c:v>44747</c:v>
                </c:pt>
                <c:pt idx="4764">
                  <c:v>44748</c:v>
                </c:pt>
                <c:pt idx="4765">
                  <c:v>44749</c:v>
                </c:pt>
                <c:pt idx="4766">
                  <c:v>44750</c:v>
                </c:pt>
                <c:pt idx="4767">
                  <c:v>44753</c:v>
                </c:pt>
                <c:pt idx="4768">
                  <c:v>44754</c:v>
                </c:pt>
                <c:pt idx="4769">
                  <c:v>44755</c:v>
                </c:pt>
                <c:pt idx="4770">
                  <c:v>44756</c:v>
                </c:pt>
                <c:pt idx="4771">
                  <c:v>44757</c:v>
                </c:pt>
                <c:pt idx="4772">
                  <c:v>44760</c:v>
                </c:pt>
                <c:pt idx="4773">
                  <c:v>44761</c:v>
                </c:pt>
                <c:pt idx="4774">
                  <c:v>44762</c:v>
                </c:pt>
                <c:pt idx="4775">
                  <c:v>44763</c:v>
                </c:pt>
                <c:pt idx="4776">
                  <c:v>44764</c:v>
                </c:pt>
                <c:pt idx="4777">
                  <c:v>44767</c:v>
                </c:pt>
                <c:pt idx="4778">
                  <c:v>44768</c:v>
                </c:pt>
                <c:pt idx="4779">
                  <c:v>44769</c:v>
                </c:pt>
                <c:pt idx="4780">
                  <c:v>44770</c:v>
                </c:pt>
                <c:pt idx="4781">
                  <c:v>44771</c:v>
                </c:pt>
                <c:pt idx="4782">
                  <c:v>44774</c:v>
                </c:pt>
                <c:pt idx="4783">
                  <c:v>44775</c:v>
                </c:pt>
                <c:pt idx="4784">
                  <c:v>44776</c:v>
                </c:pt>
                <c:pt idx="4785">
                  <c:v>44777</c:v>
                </c:pt>
                <c:pt idx="4786">
                  <c:v>44778</c:v>
                </c:pt>
                <c:pt idx="4787">
                  <c:v>44781</c:v>
                </c:pt>
                <c:pt idx="4788">
                  <c:v>44782</c:v>
                </c:pt>
                <c:pt idx="4789">
                  <c:v>44783</c:v>
                </c:pt>
                <c:pt idx="4790">
                  <c:v>44784</c:v>
                </c:pt>
                <c:pt idx="4791">
                  <c:v>44785</c:v>
                </c:pt>
                <c:pt idx="4792">
                  <c:v>44788</c:v>
                </c:pt>
                <c:pt idx="4793">
                  <c:v>44789</c:v>
                </c:pt>
                <c:pt idx="4794">
                  <c:v>44790</c:v>
                </c:pt>
                <c:pt idx="4795">
                  <c:v>44791</c:v>
                </c:pt>
                <c:pt idx="4796">
                  <c:v>44792</c:v>
                </c:pt>
                <c:pt idx="4797">
                  <c:v>44795</c:v>
                </c:pt>
                <c:pt idx="4798">
                  <c:v>44796</c:v>
                </c:pt>
                <c:pt idx="4799">
                  <c:v>44797</c:v>
                </c:pt>
                <c:pt idx="4800">
                  <c:v>44798</c:v>
                </c:pt>
                <c:pt idx="4801">
                  <c:v>44799</c:v>
                </c:pt>
                <c:pt idx="4802">
                  <c:v>44802</c:v>
                </c:pt>
                <c:pt idx="4803">
                  <c:v>44803</c:v>
                </c:pt>
                <c:pt idx="4804">
                  <c:v>44804</c:v>
                </c:pt>
                <c:pt idx="4805">
                  <c:v>44805</c:v>
                </c:pt>
                <c:pt idx="4806">
                  <c:v>44806</c:v>
                </c:pt>
                <c:pt idx="4807">
                  <c:v>44809</c:v>
                </c:pt>
                <c:pt idx="4808">
                  <c:v>44810</c:v>
                </c:pt>
                <c:pt idx="4809">
                  <c:v>44811</c:v>
                </c:pt>
                <c:pt idx="4810">
                  <c:v>44812</c:v>
                </c:pt>
                <c:pt idx="4811">
                  <c:v>44813</c:v>
                </c:pt>
                <c:pt idx="4812">
                  <c:v>44816</c:v>
                </c:pt>
                <c:pt idx="4813">
                  <c:v>44817</c:v>
                </c:pt>
                <c:pt idx="4814">
                  <c:v>44818</c:v>
                </c:pt>
                <c:pt idx="4815">
                  <c:v>44819</c:v>
                </c:pt>
                <c:pt idx="4816">
                  <c:v>44820</c:v>
                </c:pt>
                <c:pt idx="4817">
                  <c:v>44823</c:v>
                </c:pt>
                <c:pt idx="4818">
                  <c:v>44824</c:v>
                </c:pt>
                <c:pt idx="4819">
                  <c:v>44825</c:v>
                </c:pt>
                <c:pt idx="4820">
                  <c:v>44826</c:v>
                </c:pt>
                <c:pt idx="4821">
                  <c:v>44827</c:v>
                </c:pt>
                <c:pt idx="4822">
                  <c:v>44830</c:v>
                </c:pt>
                <c:pt idx="4823">
                  <c:v>44831</c:v>
                </c:pt>
                <c:pt idx="4824">
                  <c:v>44832</c:v>
                </c:pt>
                <c:pt idx="4825">
                  <c:v>44833</c:v>
                </c:pt>
                <c:pt idx="4826">
                  <c:v>44834</c:v>
                </c:pt>
                <c:pt idx="4827">
                  <c:v>44837</c:v>
                </c:pt>
                <c:pt idx="4828">
                  <c:v>44838</c:v>
                </c:pt>
                <c:pt idx="4829">
                  <c:v>44839</c:v>
                </c:pt>
                <c:pt idx="4830">
                  <c:v>44840</c:v>
                </c:pt>
                <c:pt idx="4831">
                  <c:v>44841</c:v>
                </c:pt>
                <c:pt idx="4832">
                  <c:v>44844</c:v>
                </c:pt>
                <c:pt idx="4833">
                  <c:v>44845</c:v>
                </c:pt>
                <c:pt idx="4834">
                  <c:v>44846</c:v>
                </c:pt>
                <c:pt idx="4835">
                  <c:v>44847</c:v>
                </c:pt>
                <c:pt idx="4836">
                  <c:v>44848</c:v>
                </c:pt>
                <c:pt idx="4837">
                  <c:v>44851</c:v>
                </c:pt>
                <c:pt idx="4838">
                  <c:v>44852</c:v>
                </c:pt>
                <c:pt idx="4839">
                  <c:v>44853</c:v>
                </c:pt>
                <c:pt idx="4840">
                  <c:v>44854</c:v>
                </c:pt>
                <c:pt idx="4841">
                  <c:v>44855</c:v>
                </c:pt>
                <c:pt idx="4842">
                  <c:v>44858</c:v>
                </c:pt>
                <c:pt idx="4843">
                  <c:v>44859</c:v>
                </c:pt>
                <c:pt idx="4844">
                  <c:v>44860</c:v>
                </c:pt>
                <c:pt idx="4845">
                  <c:v>44861</c:v>
                </c:pt>
                <c:pt idx="4846">
                  <c:v>44862</c:v>
                </c:pt>
                <c:pt idx="4847">
                  <c:v>44865</c:v>
                </c:pt>
                <c:pt idx="4848">
                  <c:v>44866</c:v>
                </c:pt>
                <c:pt idx="4849">
                  <c:v>44867</c:v>
                </c:pt>
                <c:pt idx="4850">
                  <c:v>44868</c:v>
                </c:pt>
                <c:pt idx="4851">
                  <c:v>44869</c:v>
                </c:pt>
                <c:pt idx="4852">
                  <c:v>44872</c:v>
                </c:pt>
                <c:pt idx="4853">
                  <c:v>44873</c:v>
                </c:pt>
                <c:pt idx="4854">
                  <c:v>44874</c:v>
                </c:pt>
                <c:pt idx="4855">
                  <c:v>44875</c:v>
                </c:pt>
                <c:pt idx="4856">
                  <c:v>44876</c:v>
                </c:pt>
                <c:pt idx="4857">
                  <c:v>44879</c:v>
                </c:pt>
                <c:pt idx="4858">
                  <c:v>44880</c:v>
                </c:pt>
                <c:pt idx="4859">
                  <c:v>44881</c:v>
                </c:pt>
                <c:pt idx="4860">
                  <c:v>44882</c:v>
                </c:pt>
                <c:pt idx="4861">
                  <c:v>44883</c:v>
                </c:pt>
                <c:pt idx="4862">
                  <c:v>44886</c:v>
                </c:pt>
                <c:pt idx="4863">
                  <c:v>44887</c:v>
                </c:pt>
                <c:pt idx="4864">
                  <c:v>44888</c:v>
                </c:pt>
                <c:pt idx="4865">
                  <c:v>44889</c:v>
                </c:pt>
                <c:pt idx="4866">
                  <c:v>44890</c:v>
                </c:pt>
                <c:pt idx="4867">
                  <c:v>44893</c:v>
                </c:pt>
                <c:pt idx="4868">
                  <c:v>44894</c:v>
                </c:pt>
                <c:pt idx="4869">
                  <c:v>44895</c:v>
                </c:pt>
                <c:pt idx="4870">
                  <c:v>44896</c:v>
                </c:pt>
                <c:pt idx="4871">
                  <c:v>44897</c:v>
                </c:pt>
                <c:pt idx="4872">
                  <c:v>44900</c:v>
                </c:pt>
                <c:pt idx="4873">
                  <c:v>44901</c:v>
                </c:pt>
                <c:pt idx="4874">
                  <c:v>44902</c:v>
                </c:pt>
                <c:pt idx="4875">
                  <c:v>44903</c:v>
                </c:pt>
                <c:pt idx="4876">
                  <c:v>44904</c:v>
                </c:pt>
                <c:pt idx="4877">
                  <c:v>44907</c:v>
                </c:pt>
                <c:pt idx="4878">
                  <c:v>44908</c:v>
                </c:pt>
                <c:pt idx="4879">
                  <c:v>44909</c:v>
                </c:pt>
                <c:pt idx="4880">
                  <c:v>44910</c:v>
                </c:pt>
                <c:pt idx="4881">
                  <c:v>44911</c:v>
                </c:pt>
                <c:pt idx="4882">
                  <c:v>44914</c:v>
                </c:pt>
                <c:pt idx="4883">
                  <c:v>44915</c:v>
                </c:pt>
                <c:pt idx="4884">
                  <c:v>44916</c:v>
                </c:pt>
                <c:pt idx="4885">
                  <c:v>44917</c:v>
                </c:pt>
                <c:pt idx="4886">
                  <c:v>44918</c:v>
                </c:pt>
                <c:pt idx="4887">
                  <c:v>44921</c:v>
                </c:pt>
                <c:pt idx="4888">
                  <c:v>44922</c:v>
                </c:pt>
                <c:pt idx="4889">
                  <c:v>44923</c:v>
                </c:pt>
                <c:pt idx="4890">
                  <c:v>44924</c:v>
                </c:pt>
                <c:pt idx="4891">
                  <c:v>44925</c:v>
                </c:pt>
                <c:pt idx="4892">
                  <c:v>44928</c:v>
                </c:pt>
                <c:pt idx="4893">
                  <c:v>44929</c:v>
                </c:pt>
                <c:pt idx="4894">
                  <c:v>44930</c:v>
                </c:pt>
                <c:pt idx="4895">
                  <c:v>44931</c:v>
                </c:pt>
                <c:pt idx="4896">
                  <c:v>44932</c:v>
                </c:pt>
                <c:pt idx="4897">
                  <c:v>44935</c:v>
                </c:pt>
                <c:pt idx="4898">
                  <c:v>44936</c:v>
                </c:pt>
                <c:pt idx="4899">
                  <c:v>44937</c:v>
                </c:pt>
                <c:pt idx="4900">
                  <c:v>44938</c:v>
                </c:pt>
                <c:pt idx="4901">
                  <c:v>44939</c:v>
                </c:pt>
                <c:pt idx="4902">
                  <c:v>44942</c:v>
                </c:pt>
                <c:pt idx="4903">
                  <c:v>44943</c:v>
                </c:pt>
                <c:pt idx="4904">
                  <c:v>44944</c:v>
                </c:pt>
                <c:pt idx="4905">
                  <c:v>44945</c:v>
                </c:pt>
                <c:pt idx="4906">
                  <c:v>44946</c:v>
                </c:pt>
                <c:pt idx="4907">
                  <c:v>44949</c:v>
                </c:pt>
                <c:pt idx="4908">
                  <c:v>44950</c:v>
                </c:pt>
                <c:pt idx="4909">
                  <c:v>44951</c:v>
                </c:pt>
                <c:pt idx="4910">
                  <c:v>44952</c:v>
                </c:pt>
                <c:pt idx="4911">
                  <c:v>44953</c:v>
                </c:pt>
                <c:pt idx="4912">
                  <c:v>44956</c:v>
                </c:pt>
                <c:pt idx="4913">
                  <c:v>44957</c:v>
                </c:pt>
                <c:pt idx="4914">
                  <c:v>44958</c:v>
                </c:pt>
                <c:pt idx="4915">
                  <c:v>44959</c:v>
                </c:pt>
                <c:pt idx="4916">
                  <c:v>44960</c:v>
                </c:pt>
                <c:pt idx="4917">
                  <c:v>44963</c:v>
                </c:pt>
                <c:pt idx="4918">
                  <c:v>44964</c:v>
                </c:pt>
                <c:pt idx="4919">
                  <c:v>44965</c:v>
                </c:pt>
                <c:pt idx="4920">
                  <c:v>44966</c:v>
                </c:pt>
                <c:pt idx="4921">
                  <c:v>44967</c:v>
                </c:pt>
                <c:pt idx="4922">
                  <c:v>44970</c:v>
                </c:pt>
                <c:pt idx="4923">
                  <c:v>44971</c:v>
                </c:pt>
                <c:pt idx="4924">
                  <c:v>44972</c:v>
                </c:pt>
                <c:pt idx="4925">
                  <c:v>44973</c:v>
                </c:pt>
                <c:pt idx="4926">
                  <c:v>44974</c:v>
                </c:pt>
                <c:pt idx="4927">
                  <c:v>44977</c:v>
                </c:pt>
                <c:pt idx="4928">
                  <c:v>44978</c:v>
                </c:pt>
                <c:pt idx="4929">
                  <c:v>44979</c:v>
                </c:pt>
                <c:pt idx="4930">
                  <c:v>44980</c:v>
                </c:pt>
                <c:pt idx="4931">
                  <c:v>44981</c:v>
                </c:pt>
                <c:pt idx="4932">
                  <c:v>44984</c:v>
                </c:pt>
                <c:pt idx="4933">
                  <c:v>44985</c:v>
                </c:pt>
                <c:pt idx="4934">
                  <c:v>44986</c:v>
                </c:pt>
                <c:pt idx="4935">
                  <c:v>44987</c:v>
                </c:pt>
                <c:pt idx="4936">
                  <c:v>44988</c:v>
                </c:pt>
                <c:pt idx="4937">
                  <c:v>44991</c:v>
                </c:pt>
                <c:pt idx="4938">
                  <c:v>44992</c:v>
                </c:pt>
                <c:pt idx="4939">
                  <c:v>44993</c:v>
                </c:pt>
                <c:pt idx="4940">
                  <c:v>44994</c:v>
                </c:pt>
                <c:pt idx="4941">
                  <c:v>44995</c:v>
                </c:pt>
                <c:pt idx="4942">
                  <c:v>44998</c:v>
                </c:pt>
                <c:pt idx="4943">
                  <c:v>44999</c:v>
                </c:pt>
                <c:pt idx="4944">
                  <c:v>45000</c:v>
                </c:pt>
                <c:pt idx="4945">
                  <c:v>45001</c:v>
                </c:pt>
                <c:pt idx="4946">
                  <c:v>45002</c:v>
                </c:pt>
                <c:pt idx="4947">
                  <c:v>45005</c:v>
                </c:pt>
                <c:pt idx="4948">
                  <c:v>45006</c:v>
                </c:pt>
                <c:pt idx="4949">
                  <c:v>45007</c:v>
                </c:pt>
                <c:pt idx="4950">
                  <c:v>45008</c:v>
                </c:pt>
                <c:pt idx="4951">
                  <c:v>45009</c:v>
                </c:pt>
                <c:pt idx="4952">
                  <c:v>45012</c:v>
                </c:pt>
                <c:pt idx="4953">
                  <c:v>45013</c:v>
                </c:pt>
                <c:pt idx="4954">
                  <c:v>45014</c:v>
                </c:pt>
                <c:pt idx="4955">
                  <c:v>45015</c:v>
                </c:pt>
                <c:pt idx="4956">
                  <c:v>45016</c:v>
                </c:pt>
                <c:pt idx="4957">
                  <c:v>45019</c:v>
                </c:pt>
                <c:pt idx="4958">
                  <c:v>45020</c:v>
                </c:pt>
                <c:pt idx="4959">
                  <c:v>45021</c:v>
                </c:pt>
                <c:pt idx="4960">
                  <c:v>45022</c:v>
                </c:pt>
                <c:pt idx="4961">
                  <c:v>45023</c:v>
                </c:pt>
                <c:pt idx="4962">
                  <c:v>45026</c:v>
                </c:pt>
                <c:pt idx="4963">
                  <c:v>45027</c:v>
                </c:pt>
                <c:pt idx="4964">
                  <c:v>45028</c:v>
                </c:pt>
                <c:pt idx="4965">
                  <c:v>45029</c:v>
                </c:pt>
                <c:pt idx="4966">
                  <c:v>45030</c:v>
                </c:pt>
                <c:pt idx="4967">
                  <c:v>45033</c:v>
                </c:pt>
                <c:pt idx="4968">
                  <c:v>45034</c:v>
                </c:pt>
                <c:pt idx="4969">
                  <c:v>45035</c:v>
                </c:pt>
                <c:pt idx="4970">
                  <c:v>45036</c:v>
                </c:pt>
                <c:pt idx="4971">
                  <c:v>45037</c:v>
                </c:pt>
                <c:pt idx="4972">
                  <c:v>45040</c:v>
                </c:pt>
                <c:pt idx="4973">
                  <c:v>45041</c:v>
                </c:pt>
                <c:pt idx="4974">
                  <c:v>45042</c:v>
                </c:pt>
                <c:pt idx="4975">
                  <c:v>45043</c:v>
                </c:pt>
                <c:pt idx="4976">
                  <c:v>45044</c:v>
                </c:pt>
                <c:pt idx="4977">
                  <c:v>45047</c:v>
                </c:pt>
                <c:pt idx="4978">
                  <c:v>45048</c:v>
                </c:pt>
                <c:pt idx="4979">
                  <c:v>45049</c:v>
                </c:pt>
                <c:pt idx="4980">
                  <c:v>45050</c:v>
                </c:pt>
                <c:pt idx="4981">
                  <c:v>45051</c:v>
                </c:pt>
                <c:pt idx="4982">
                  <c:v>45054</c:v>
                </c:pt>
                <c:pt idx="4983">
                  <c:v>45055</c:v>
                </c:pt>
                <c:pt idx="4984">
                  <c:v>45056</c:v>
                </c:pt>
                <c:pt idx="4985">
                  <c:v>45057</c:v>
                </c:pt>
                <c:pt idx="4986">
                  <c:v>45058</c:v>
                </c:pt>
                <c:pt idx="4987">
                  <c:v>45061</c:v>
                </c:pt>
                <c:pt idx="4988">
                  <c:v>45062</c:v>
                </c:pt>
                <c:pt idx="4989">
                  <c:v>45063</c:v>
                </c:pt>
                <c:pt idx="4990">
                  <c:v>45064</c:v>
                </c:pt>
                <c:pt idx="4991">
                  <c:v>45065</c:v>
                </c:pt>
                <c:pt idx="4992">
                  <c:v>45068</c:v>
                </c:pt>
                <c:pt idx="4993">
                  <c:v>45069</c:v>
                </c:pt>
                <c:pt idx="4994">
                  <c:v>45070</c:v>
                </c:pt>
                <c:pt idx="4995">
                  <c:v>45071</c:v>
                </c:pt>
                <c:pt idx="4996">
                  <c:v>45072</c:v>
                </c:pt>
                <c:pt idx="4997">
                  <c:v>45075</c:v>
                </c:pt>
                <c:pt idx="4998">
                  <c:v>45076</c:v>
                </c:pt>
                <c:pt idx="4999">
                  <c:v>45077</c:v>
                </c:pt>
                <c:pt idx="5000">
                  <c:v>45078</c:v>
                </c:pt>
                <c:pt idx="5001">
                  <c:v>45079</c:v>
                </c:pt>
                <c:pt idx="5002">
                  <c:v>45082</c:v>
                </c:pt>
                <c:pt idx="5003">
                  <c:v>45083</c:v>
                </c:pt>
                <c:pt idx="5004">
                  <c:v>45084</c:v>
                </c:pt>
                <c:pt idx="5005">
                  <c:v>45085</c:v>
                </c:pt>
                <c:pt idx="5006">
                  <c:v>45086</c:v>
                </c:pt>
                <c:pt idx="5007">
                  <c:v>45089</c:v>
                </c:pt>
                <c:pt idx="5008">
                  <c:v>45090</c:v>
                </c:pt>
                <c:pt idx="5009">
                  <c:v>45091</c:v>
                </c:pt>
                <c:pt idx="5010">
                  <c:v>45092</c:v>
                </c:pt>
                <c:pt idx="5011">
                  <c:v>45093</c:v>
                </c:pt>
                <c:pt idx="5012">
                  <c:v>45096</c:v>
                </c:pt>
                <c:pt idx="5013">
                  <c:v>45097</c:v>
                </c:pt>
                <c:pt idx="5014">
                  <c:v>45098</c:v>
                </c:pt>
                <c:pt idx="5015">
                  <c:v>45099</c:v>
                </c:pt>
                <c:pt idx="5016">
                  <c:v>45100</c:v>
                </c:pt>
                <c:pt idx="5017">
                  <c:v>45103</c:v>
                </c:pt>
                <c:pt idx="5018">
                  <c:v>45104</c:v>
                </c:pt>
                <c:pt idx="5019">
                  <c:v>45105</c:v>
                </c:pt>
                <c:pt idx="5020">
                  <c:v>45106</c:v>
                </c:pt>
                <c:pt idx="5021">
                  <c:v>45107</c:v>
                </c:pt>
                <c:pt idx="5022">
                  <c:v>45110</c:v>
                </c:pt>
                <c:pt idx="5023">
                  <c:v>45111</c:v>
                </c:pt>
                <c:pt idx="5024">
                  <c:v>45112</c:v>
                </c:pt>
                <c:pt idx="5025">
                  <c:v>45113</c:v>
                </c:pt>
                <c:pt idx="5026">
                  <c:v>45114</c:v>
                </c:pt>
                <c:pt idx="5027">
                  <c:v>45117</c:v>
                </c:pt>
                <c:pt idx="5028">
                  <c:v>45118</c:v>
                </c:pt>
                <c:pt idx="5029">
                  <c:v>45119</c:v>
                </c:pt>
                <c:pt idx="5030">
                  <c:v>45120</c:v>
                </c:pt>
                <c:pt idx="5031">
                  <c:v>45121</c:v>
                </c:pt>
                <c:pt idx="5032">
                  <c:v>45124</c:v>
                </c:pt>
                <c:pt idx="5033">
                  <c:v>45125</c:v>
                </c:pt>
                <c:pt idx="5034">
                  <c:v>45126</c:v>
                </c:pt>
                <c:pt idx="5035">
                  <c:v>45127</c:v>
                </c:pt>
                <c:pt idx="5036">
                  <c:v>45128</c:v>
                </c:pt>
                <c:pt idx="5037">
                  <c:v>45131</c:v>
                </c:pt>
                <c:pt idx="5038">
                  <c:v>45132</c:v>
                </c:pt>
                <c:pt idx="5039">
                  <c:v>45133</c:v>
                </c:pt>
                <c:pt idx="5040">
                  <c:v>45134</c:v>
                </c:pt>
                <c:pt idx="5041">
                  <c:v>45135</c:v>
                </c:pt>
                <c:pt idx="5042">
                  <c:v>45138</c:v>
                </c:pt>
                <c:pt idx="5043">
                  <c:v>45139</c:v>
                </c:pt>
                <c:pt idx="5044">
                  <c:v>45140</c:v>
                </c:pt>
                <c:pt idx="5045">
                  <c:v>45141</c:v>
                </c:pt>
                <c:pt idx="5046">
                  <c:v>45142</c:v>
                </c:pt>
                <c:pt idx="5047">
                  <c:v>45145</c:v>
                </c:pt>
                <c:pt idx="5048">
                  <c:v>45146</c:v>
                </c:pt>
                <c:pt idx="5049">
                  <c:v>45147</c:v>
                </c:pt>
                <c:pt idx="5050">
                  <c:v>45148</c:v>
                </c:pt>
                <c:pt idx="5051">
                  <c:v>45149</c:v>
                </c:pt>
                <c:pt idx="5052">
                  <c:v>45152</c:v>
                </c:pt>
                <c:pt idx="5053">
                  <c:v>45153</c:v>
                </c:pt>
                <c:pt idx="5054">
                  <c:v>45154</c:v>
                </c:pt>
                <c:pt idx="5055">
                  <c:v>45155</c:v>
                </c:pt>
                <c:pt idx="5056">
                  <c:v>45156</c:v>
                </c:pt>
                <c:pt idx="5057">
                  <c:v>45159</c:v>
                </c:pt>
                <c:pt idx="5058">
                  <c:v>45160</c:v>
                </c:pt>
                <c:pt idx="5059">
                  <c:v>45161</c:v>
                </c:pt>
                <c:pt idx="5060">
                  <c:v>45162</c:v>
                </c:pt>
                <c:pt idx="5061">
                  <c:v>45163</c:v>
                </c:pt>
                <c:pt idx="5062">
                  <c:v>45166</c:v>
                </c:pt>
                <c:pt idx="5063">
                  <c:v>45167</c:v>
                </c:pt>
                <c:pt idx="5064">
                  <c:v>45168</c:v>
                </c:pt>
                <c:pt idx="5065">
                  <c:v>45169</c:v>
                </c:pt>
                <c:pt idx="5066">
                  <c:v>45170</c:v>
                </c:pt>
                <c:pt idx="5067">
                  <c:v>45173</c:v>
                </c:pt>
                <c:pt idx="5068">
                  <c:v>45174</c:v>
                </c:pt>
                <c:pt idx="5069">
                  <c:v>45175</c:v>
                </c:pt>
                <c:pt idx="5070">
                  <c:v>45176</c:v>
                </c:pt>
                <c:pt idx="5071">
                  <c:v>45177</c:v>
                </c:pt>
                <c:pt idx="5072">
                  <c:v>45180</c:v>
                </c:pt>
                <c:pt idx="5073">
                  <c:v>45181</c:v>
                </c:pt>
                <c:pt idx="5074">
                  <c:v>45182</c:v>
                </c:pt>
                <c:pt idx="5075">
                  <c:v>45183</c:v>
                </c:pt>
                <c:pt idx="5076">
                  <c:v>45184</c:v>
                </c:pt>
                <c:pt idx="5077">
                  <c:v>45187</c:v>
                </c:pt>
                <c:pt idx="5078">
                  <c:v>45188</c:v>
                </c:pt>
                <c:pt idx="5079">
                  <c:v>45189</c:v>
                </c:pt>
                <c:pt idx="5080">
                  <c:v>45190</c:v>
                </c:pt>
                <c:pt idx="5081">
                  <c:v>45191</c:v>
                </c:pt>
                <c:pt idx="5082">
                  <c:v>45194</c:v>
                </c:pt>
                <c:pt idx="5083">
                  <c:v>45195</c:v>
                </c:pt>
                <c:pt idx="5084">
                  <c:v>45196</c:v>
                </c:pt>
                <c:pt idx="5085">
                  <c:v>45197</c:v>
                </c:pt>
                <c:pt idx="5086">
                  <c:v>45198</c:v>
                </c:pt>
                <c:pt idx="5087">
                  <c:v>45201</c:v>
                </c:pt>
                <c:pt idx="5088">
                  <c:v>45202</c:v>
                </c:pt>
                <c:pt idx="5089">
                  <c:v>45203</c:v>
                </c:pt>
                <c:pt idx="5090">
                  <c:v>45204</c:v>
                </c:pt>
                <c:pt idx="5091">
                  <c:v>45205</c:v>
                </c:pt>
                <c:pt idx="5092">
                  <c:v>45208</c:v>
                </c:pt>
                <c:pt idx="5093">
                  <c:v>45209</c:v>
                </c:pt>
                <c:pt idx="5094">
                  <c:v>45210</c:v>
                </c:pt>
                <c:pt idx="5095">
                  <c:v>45211</c:v>
                </c:pt>
                <c:pt idx="5096">
                  <c:v>45212</c:v>
                </c:pt>
                <c:pt idx="5097">
                  <c:v>45215</c:v>
                </c:pt>
                <c:pt idx="5098">
                  <c:v>45216</c:v>
                </c:pt>
                <c:pt idx="5099">
                  <c:v>45217</c:v>
                </c:pt>
                <c:pt idx="5100">
                  <c:v>45218</c:v>
                </c:pt>
                <c:pt idx="5101">
                  <c:v>45219</c:v>
                </c:pt>
                <c:pt idx="5102">
                  <c:v>45222</c:v>
                </c:pt>
                <c:pt idx="5103">
                  <c:v>45223</c:v>
                </c:pt>
                <c:pt idx="5104">
                  <c:v>45224</c:v>
                </c:pt>
                <c:pt idx="5105">
                  <c:v>45225</c:v>
                </c:pt>
                <c:pt idx="5106">
                  <c:v>45226</c:v>
                </c:pt>
                <c:pt idx="5107">
                  <c:v>45229</c:v>
                </c:pt>
                <c:pt idx="5108">
                  <c:v>45230</c:v>
                </c:pt>
                <c:pt idx="5109">
                  <c:v>45231</c:v>
                </c:pt>
                <c:pt idx="5110">
                  <c:v>45232</c:v>
                </c:pt>
                <c:pt idx="5111">
                  <c:v>45233</c:v>
                </c:pt>
                <c:pt idx="5112">
                  <c:v>45236</c:v>
                </c:pt>
                <c:pt idx="5113">
                  <c:v>45237</c:v>
                </c:pt>
                <c:pt idx="5114">
                  <c:v>45238</c:v>
                </c:pt>
                <c:pt idx="5115">
                  <c:v>45239</c:v>
                </c:pt>
                <c:pt idx="5116">
                  <c:v>45240</c:v>
                </c:pt>
                <c:pt idx="5117">
                  <c:v>45243</c:v>
                </c:pt>
                <c:pt idx="5118">
                  <c:v>45244</c:v>
                </c:pt>
                <c:pt idx="5119">
                  <c:v>45245</c:v>
                </c:pt>
                <c:pt idx="5120">
                  <c:v>45246</c:v>
                </c:pt>
                <c:pt idx="5121">
                  <c:v>45247</c:v>
                </c:pt>
                <c:pt idx="5122">
                  <c:v>45250</c:v>
                </c:pt>
                <c:pt idx="5123">
                  <c:v>45251</c:v>
                </c:pt>
                <c:pt idx="5124">
                  <c:v>45252</c:v>
                </c:pt>
                <c:pt idx="5125">
                  <c:v>45253</c:v>
                </c:pt>
                <c:pt idx="5126">
                  <c:v>45254</c:v>
                </c:pt>
                <c:pt idx="5127">
                  <c:v>45257</c:v>
                </c:pt>
                <c:pt idx="5128">
                  <c:v>45258</c:v>
                </c:pt>
                <c:pt idx="5129">
                  <c:v>45259</c:v>
                </c:pt>
                <c:pt idx="5130">
                  <c:v>45260</c:v>
                </c:pt>
                <c:pt idx="5131">
                  <c:v>45261</c:v>
                </c:pt>
                <c:pt idx="5132">
                  <c:v>45264</c:v>
                </c:pt>
                <c:pt idx="5133">
                  <c:v>45265</c:v>
                </c:pt>
                <c:pt idx="5134">
                  <c:v>45266</c:v>
                </c:pt>
                <c:pt idx="5135">
                  <c:v>45267</c:v>
                </c:pt>
                <c:pt idx="5136">
                  <c:v>45268</c:v>
                </c:pt>
                <c:pt idx="5137">
                  <c:v>45271</c:v>
                </c:pt>
                <c:pt idx="5138">
                  <c:v>45272</c:v>
                </c:pt>
                <c:pt idx="5139">
                  <c:v>45273</c:v>
                </c:pt>
                <c:pt idx="5140">
                  <c:v>45274</c:v>
                </c:pt>
                <c:pt idx="5141">
                  <c:v>45275</c:v>
                </c:pt>
                <c:pt idx="5142">
                  <c:v>45278</c:v>
                </c:pt>
                <c:pt idx="5143">
                  <c:v>45279</c:v>
                </c:pt>
                <c:pt idx="5144">
                  <c:v>45280</c:v>
                </c:pt>
                <c:pt idx="5145">
                  <c:v>45281</c:v>
                </c:pt>
                <c:pt idx="5146">
                  <c:v>45282</c:v>
                </c:pt>
                <c:pt idx="5147">
                  <c:v>45285</c:v>
                </c:pt>
                <c:pt idx="5148">
                  <c:v>45286</c:v>
                </c:pt>
                <c:pt idx="5149">
                  <c:v>45287</c:v>
                </c:pt>
                <c:pt idx="5150">
                  <c:v>45288</c:v>
                </c:pt>
                <c:pt idx="5151">
                  <c:v>45289</c:v>
                </c:pt>
                <c:pt idx="5152">
                  <c:v>45292</c:v>
                </c:pt>
                <c:pt idx="5153">
                  <c:v>45293</c:v>
                </c:pt>
                <c:pt idx="5154">
                  <c:v>45294</c:v>
                </c:pt>
                <c:pt idx="5155">
                  <c:v>45295</c:v>
                </c:pt>
                <c:pt idx="5156">
                  <c:v>45296</c:v>
                </c:pt>
                <c:pt idx="5157">
                  <c:v>45299</c:v>
                </c:pt>
                <c:pt idx="5158">
                  <c:v>45300</c:v>
                </c:pt>
                <c:pt idx="5159">
                  <c:v>45301</c:v>
                </c:pt>
                <c:pt idx="5160">
                  <c:v>45302</c:v>
                </c:pt>
                <c:pt idx="5161">
                  <c:v>45303</c:v>
                </c:pt>
                <c:pt idx="5162">
                  <c:v>45306</c:v>
                </c:pt>
                <c:pt idx="5163">
                  <c:v>45307</c:v>
                </c:pt>
                <c:pt idx="5164">
                  <c:v>45308</c:v>
                </c:pt>
                <c:pt idx="5165">
                  <c:v>45309</c:v>
                </c:pt>
                <c:pt idx="5166">
                  <c:v>45310</c:v>
                </c:pt>
                <c:pt idx="5167">
                  <c:v>45313</c:v>
                </c:pt>
                <c:pt idx="5168">
                  <c:v>45314</c:v>
                </c:pt>
                <c:pt idx="5169">
                  <c:v>45315</c:v>
                </c:pt>
                <c:pt idx="5170">
                  <c:v>45316</c:v>
                </c:pt>
                <c:pt idx="5171">
                  <c:v>45317</c:v>
                </c:pt>
                <c:pt idx="5172">
                  <c:v>45320</c:v>
                </c:pt>
                <c:pt idx="5173">
                  <c:v>45321</c:v>
                </c:pt>
                <c:pt idx="5174">
                  <c:v>45322</c:v>
                </c:pt>
                <c:pt idx="5175">
                  <c:v>45323</c:v>
                </c:pt>
                <c:pt idx="5176">
                  <c:v>45324</c:v>
                </c:pt>
                <c:pt idx="5177">
                  <c:v>45327</c:v>
                </c:pt>
                <c:pt idx="5178">
                  <c:v>45328</c:v>
                </c:pt>
                <c:pt idx="5179">
                  <c:v>45329</c:v>
                </c:pt>
                <c:pt idx="5180">
                  <c:v>45330</c:v>
                </c:pt>
                <c:pt idx="5181">
                  <c:v>45331</c:v>
                </c:pt>
                <c:pt idx="5182">
                  <c:v>45334</c:v>
                </c:pt>
                <c:pt idx="5183">
                  <c:v>45335</c:v>
                </c:pt>
                <c:pt idx="5184">
                  <c:v>45336</c:v>
                </c:pt>
                <c:pt idx="5185">
                  <c:v>45337</c:v>
                </c:pt>
                <c:pt idx="5186">
                  <c:v>45338</c:v>
                </c:pt>
                <c:pt idx="5187">
                  <c:v>45341</c:v>
                </c:pt>
                <c:pt idx="5188">
                  <c:v>45342</c:v>
                </c:pt>
                <c:pt idx="5189">
                  <c:v>45343</c:v>
                </c:pt>
                <c:pt idx="5190">
                  <c:v>45344</c:v>
                </c:pt>
                <c:pt idx="5191">
                  <c:v>45345</c:v>
                </c:pt>
                <c:pt idx="5192">
                  <c:v>45348</c:v>
                </c:pt>
                <c:pt idx="5193">
                  <c:v>45349</c:v>
                </c:pt>
                <c:pt idx="5194">
                  <c:v>45350</c:v>
                </c:pt>
                <c:pt idx="5195">
                  <c:v>45351</c:v>
                </c:pt>
                <c:pt idx="5196">
                  <c:v>45352</c:v>
                </c:pt>
                <c:pt idx="5197">
                  <c:v>45355</c:v>
                </c:pt>
                <c:pt idx="5198">
                  <c:v>45356</c:v>
                </c:pt>
                <c:pt idx="5199">
                  <c:v>45357</c:v>
                </c:pt>
                <c:pt idx="5200">
                  <c:v>45358</c:v>
                </c:pt>
                <c:pt idx="5201">
                  <c:v>45359</c:v>
                </c:pt>
                <c:pt idx="5202">
                  <c:v>45362</c:v>
                </c:pt>
                <c:pt idx="5203">
                  <c:v>45363</c:v>
                </c:pt>
                <c:pt idx="5204">
                  <c:v>45364</c:v>
                </c:pt>
                <c:pt idx="5205">
                  <c:v>45365</c:v>
                </c:pt>
                <c:pt idx="5206">
                  <c:v>45366</c:v>
                </c:pt>
                <c:pt idx="5207">
                  <c:v>45369</c:v>
                </c:pt>
                <c:pt idx="5208">
                  <c:v>45370</c:v>
                </c:pt>
                <c:pt idx="5209">
                  <c:v>45371</c:v>
                </c:pt>
                <c:pt idx="5210">
                  <c:v>45372</c:v>
                </c:pt>
                <c:pt idx="5211">
                  <c:v>45373</c:v>
                </c:pt>
                <c:pt idx="5212">
                  <c:v>45376</c:v>
                </c:pt>
                <c:pt idx="5213">
                  <c:v>45377</c:v>
                </c:pt>
                <c:pt idx="5214">
                  <c:v>45378</c:v>
                </c:pt>
                <c:pt idx="5215">
                  <c:v>45379</c:v>
                </c:pt>
                <c:pt idx="5216">
                  <c:v>45380</c:v>
                </c:pt>
                <c:pt idx="5217">
                  <c:v>45383</c:v>
                </c:pt>
                <c:pt idx="5218">
                  <c:v>45384</c:v>
                </c:pt>
                <c:pt idx="5219">
                  <c:v>45385</c:v>
                </c:pt>
                <c:pt idx="5220">
                  <c:v>45386</c:v>
                </c:pt>
                <c:pt idx="5221">
                  <c:v>45387</c:v>
                </c:pt>
                <c:pt idx="5222">
                  <c:v>45390</c:v>
                </c:pt>
                <c:pt idx="5223">
                  <c:v>45391</c:v>
                </c:pt>
                <c:pt idx="5224">
                  <c:v>45392</c:v>
                </c:pt>
                <c:pt idx="5225">
                  <c:v>45393</c:v>
                </c:pt>
                <c:pt idx="5226">
                  <c:v>45394</c:v>
                </c:pt>
                <c:pt idx="5227">
                  <c:v>45397</c:v>
                </c:pt>
                <c:pt idx="5228">
                  <c:v>45398</c:v>
                </c:pt>
                <c:pt idx="5229">
                  <c:v>45399</c:v>
                </c:pt>
                <c:pt idx="5230">
                  <c:v>45400</c:v>
                </c:pt>
                <c:pt idx="5231">
                  <c:v>45401</c:v>
                </c:pt>
                <c:pt idx="5232">
                  <c:v>45404</c:v>
                </c:pt>
                <c:pt idx="5233">
                  <c:v>45405</c:v>
                </c:pt>
                <c:pt idx="5234">
                  <c:v>45406</c:v>
                </c:pt>
                <c:pt idx="5235">
                  <c:v>45407</c:v>
                </c:pt>
                <c:pt idx="5236">
                  <c:v>45408</c:v>
                </c:pt>
                <c:pt idx="5237">
                  <c:v>45411</c:v>
                </c:pt>
                <c:pt idx="5238">
                  <c:v>45412</c:v>
                </c:pt>
                <c:pt idx="5239">
                  <c:v>45413</c:v>
                </c:pt>
                <c:pt idx="5240">
                  <c:v>45414</c:v>
                </c:pt>
                <c:pt idx="5241">
                  <c:v>45415</c:v>
                </c:pt>
                <c:pt idx="5242">
                  <c:v>45418</c:v>
                </c:pt>
                <c:pt idx="5243">
                  <c:v>45419</c:v>
                </c:pt>
                <c:pt idx="5244">
                  <c:v>45420</c:v>
                </c:pt>
                <c:pt idx="5245">
                  <c:v>45421</c:v>
                </c:pt>
                <c:pt idx="5246">
                  <c:v>45422</c:v>
                </c:pt>
                <c:pt idx="5247">
                  <c:v>45425</c:v>
                </c:pt>
                <c:pt idx="5248">
                  <c:v>45426</c:v>
                </c:pt>
                <c:pt idx="5249">
                  <c:v>45427</c:v>
                </c:pt>
                <c:pt idx="5250">
                  <c:v>45428</c:v>
                </c:pt>
                <c:pt idx="5251">
                  <c:v>45429</c:v>
                </c:pt>
                <c:pt idx="5252">
                  <c:v>45432</c:v>
                </c:pt>
                <c:pt idx="5253">
                  <c:v>45433</c:v>
                </c:pt>
                <c:pt idx="5254">
                  <c:v>45434</c:v>
                </c:pt>
                <c:pt idx="5255">
                  <c:v>45435</c:v>
                </c:pt>
                <c:pt idx="5256">
                  <c:v>45436</c:v>
                </c:pt>
                <c:pt idx="5257">
                  <c:v>45439</c:v>
                </c:pt>
                <c:pt idx="5258">
                  <c:v>45440</c:v>
                </c:pt>
                <c:pt idx="5259">
                  <c:v>45441</c:v>
                </c:pt>
                <c:pt idx="5260">
                  <c:v>45442</c:v>
                </c:pt>
                <c:pt idx="5261">
                  <c:v>45443</c:v>
                </c:pt>
                <c:pt idx="5262">
                  <c:v>45446</c:v>
                </c:pt>
                <c:pt idx="5263">
                  <c:v>45447</c:v>
                </c:pt>
                <c:pt idx="5264">
                  <c:v>45448</c:v>
                </c:pt>
                <c:pt idx="5265">
                  <c:v>45449</c:v>
                </c:pt>
                <c:pt idx="5266">
                  <c:v>45450</c:v>
                </c:pt>
                <c:pt idx="5267">
                  <c:v>45453</c:v>
                </c:pt>
                <c:pt idx="5268">
                  <c:v>45454</c:v>
                </c:pt>
                <c:pt idx="5269">
                  <c:v>45455</c:v>
                </c:pt>
                <c:pt idx="5270">
                  <c:v>45456</c:v>
                </c:pt>
                <c:pt idx="5271">
                  <c:v>45457</c:v>
                </c:pt>
                <c:pt idx="5272">
                  <c:v>45460</c:v>
                </c:pt>
                <c:pt idx="5273">
                  <c:v>45461</c:v>
                </c:pt>
                <c:pt idx="5274">
                  <c:v>45462</c:v>
                </c:pt>
                <c:pt idx="5275">
                  <c:v>45463</c:v>
                </c:pt>
                <c:pt idx="5276">
                  <c:v>45464</c:v>
                </c:pt>
                <c:pt idx="5277">
                  <c:v>45467</c:v>
                </c:pt>
                <c:pt idx="5278">
                  <c:v>45468</c:v>
                </c:pt>
                <c:pt idx="5279">
                  <c:v>45469</c:v>
                </c:pt>
                <c:pt idx="5280">
                  <c:v>45470</c:v>
                </c:pt>
                <c:pt idx="5281">
                  <c:v>45471</c:v>
                </c:pt>
                <c:pt idx="5282">
                  <c:v>45474</c:v>
                </c:pt>
                <c:pt idx="5283">
                  <c:v>45475</c:v>
                </c:pt>
                <c:pt idx="5284">
                  <c:v>45476</c:v>
                </c:pt>
                <c:pt idx="5285">
                  <c:v>45477</c:v>
                </c:pt>
                <c:pt idx="5286">
                  <c:v>45478</c:v>
                </c:pt>
                <c:pt idx="5287">
                  <c:v>45481</c:v>
                </c:pt>
                <c:pt idx="5288">
                  <c:v>45482</c:v>
                </c:pt>
                <c:pt idx="5289">
                  <c:v>45483</c:v>
                </c:pt>
                <c:pt idx="5290">
                  <c:v>45484</c:v>
                </c:pt>
                <c:pt idx="5291">
                  <c:v>45485</c:v>
                </c:pt>
                <c:pt idx="5292">
                  <c:v>45488</c:v>
                </c:pt>
                <c:pt idx="5293">
                  <c:v>45489</c:v>
                </c:pt>
                <c:pt idx="5294">
                  <c:v>45490</c:v>
                </c:pt>
                <c:pt idx="5295">
                  <c:v>45491</c:v>
                </c:pt>
                <c:pt idx="5296">
                  <c:v>45492</c:v>
                </c:pt>
                <c:pt idx="5297">
                  <c:v>45495</c:v>
                </c:pt>
                <c:pt idx="5298">
                  <c:v>45496</c:v>
                </c:pt>
                <c:pt idx="5299">
                  <c:v>45497</c:v>
                </c:pt>
                <c:pt idx="5300">
                  <c:v>45498</c:v>
                </c:pt>
                <c:pt idx="5301">
                  <c:v>45499</c:v>
                </c:pt>
                <c:pt idx="5302">
                  <c:v>45502</c:v>
                </c:pt>
                <c:pt idx="5303">
                  <c:v>45503</c:v>
                </c:pt>
                <c:pt idx="5304">
                  <c:v>45504</c:v>
                </c:pt>
                <c:pt idx="5305">
                  <c:v>45505</c:v>
                </c:pt>
                <c:pt idx="5306">
                  <c:v>45506</c:v>
                </c:pt>
                <c:pt idx="5307">
                  <c:v>45509</c:v>
                </c:pt>
                <c:pt idx="5308">
                  <c:v>45510</c:v>
                </c:pt>
                <c:pt idx="5309">
                  <c:v>45511</c:v>
                </c:pt>
                <c:pt idx="5310">
                  <c:v>45512</c:v>
                </c:pt>
                <c:pt idx="5311">
                  <c:v>45513</c:v>
                </c:pt>
                <c:pt idx="5312">
                  <c:v>45516</c:v>
                </c:pt>
                <c:pt idx="5313">
                  <c:v>45517</c:v>
                </c:pt>
                <c:pt idx="5314">
                  <c:v>45518</c:v>
                </c:pt>
                <c:pt idx="5315">
                  <c:v>45519</c:v>
                </c:pt>
                <c:pt idx="5316">
                  <c:v>45520</c:v>
                </c:pt>
                <c:pt idx="5317">
                  <c:v>45523</c:v>
                </c:pt>
                <c:pt idx="5318">
                  <c:v>45524</c:v>
                </c:pt>
                <c:pt idx="5319">
                  <c:v>45525</c:v>
                </c:pt>
                <c:pt idx="5320">
                  <c:v>45526</c:v>
                </c:pt>
                <c:pt idx="5321">
                  <c:v>45527</c:v>
                </c:pt>
                <c:pt idx="5322">
                  <c:v>45530</c:v>
                </c:pt>
                <c:pt idx="5323">
                  <c:v>45531</c:v>
                </c:pt>
                <c:pt idx="5324">
                  <c:v>45532</c:v>
                </c:pt>
                <c:pt idx="5325">
                  <c:v>45533</c:v>
                </c:pt>
                <c:pt idx="5326">
                  <c:v>45534</c:v>
                </c:pt>
                <c:pt idx="5327">
                  <c:v>45537</c:v>
                </c:pt>
                <c:pt idx="5328">
                  <c:v>45538</c:v>
                </c:pt>
                <c:pt idx="5329">
                  <c:v>45539</c:v>
                </c:pt>
                <c:pt idx="5330">
                  <c:v>45540</c:v>
                </c:pt>
                <c:pt idx="5331">
                  <c:v>45541</c:v>
                </c:pt>
                <c:pt idx="5332">
                  <c:v>45544</c:v>
                </c:pt>
                <c:pt idx="5333">
                  <c:v>45545</c:v>
                </c:pt>
                <c:pt idx="5334">
                  <c:v>45546</c:v>
                </c:pt>
                <c:pt idx="5335">
                  <c:v>45547</c:v>
                </c:pt>
                <c:pt idx="5336">
                  <c:v>45548</c:v>
                </c:pt>
                <c:pt idx="5337">
                  <c:v>45551</c:v>
                </c:pt>
                <c:pt idx="5338">
                  <c:v>45552</c:v>
                </c:pt>
                <c:pt idx="5339">
                  <c:v>45553</c:v>
                </c:pt>
                <c:pt idx="5340">
                  <c:v>45554</c:v>
                </c:pt>
                <c:pt idx="5341">
                  <c:v>45555</c:v>
                </c:pt>
                <c:pt idx="5342">
                  <c:v>45558</c:v>
                </c:pt>
                <c:pt idx="5343">
                  <c:v>45559</c:v>
                </c:pt>
                <c:pt idx="5344">
                  <c:v>45560</c:v>
                </c:pt>
                <c:pt idx="5345">
                  <c:v>45561</c:v>
                </c:pt>
                <c:pt idx="5346">
                  <c:v>45562</c:v>
                </c:pt>
                <c:pt idx="5347">
                  <c:v>45565</c:v>
                </c:pt>
                <c:pt idx="5348">
                  <c:v>45566</c:v>
                </c:pt>
                <c:pt idx="5349">
                  <c:v>45567</c:v>
                </c:pt>
                <c:pt idx="5350">
                  <c:v>45568</c:v>
                </c:pt>
                <c:pt idx="5351">
                  <c:v>45569</c:v>
                </c:pt>
                <c:pt idx="5352">
                  <c:v>45572</c:v>
                </c:pt>
                <c:pt idx="5353">
                  <c:v>45573</c:v>
                </c:pt>
                <c:pt idx="5354">
                  <c:v>45574</c:v>
                </c:pt>
                <c:pt idx="5355">
                  <c:v>45575</c:v>
                </c:pt>
                <c:pt idx="5356">
                  <c:v>45576</c:v>
                </c:pt>
                <c:pt idx="5357">
                  <c:v>45579</c:v>
                </c:pt>
                <c:pt idx="5358">
                  <c:v>45580</c:v>
                </c:pt>
                <c:pt idx="5359">
                  <c:v>45581</c:v>
                </c:pt>
                <c:pt idx="5360">
                  <c:v>45582</c:v>
                </c:pt>
                <c:pt idx="5361">
                  <c:v>45583</c:v>
                </c:pt>
                <c:pt idx="5362">
                  <c:v>45586</c:v>
                </c:pt>
                <c:pt idx="5363">
                  <c:v>45587</c:v>
                </c:pt>
                <c:pt idx="5364">
                  <c:v>45588</c:v>
                </c:pt>
                <c:pt idx="5365">
                  <c:v>45589</c:v>
                </c:pt>
                <c:pt idx="5366">
                  <c:v>45590</c:v>
                </c:pt>
                <c:pt idx="5367">
                  <c:v>45593</c:v>
                </c:pt>
                <c:pt idx="5368">
                  <c:v>45594</c:v>
                </c:pt>
                <c:pt idx="5369">
                  <c:v>45595</c:v>
                </c:pt>
                <c:pt idx="5370">
                  <c:v>45596</c:v>
                </c:pt>
                <c:pt idx="5371">
                  <c:v>45597</c:v>
                </c:pt>
                <c:pt idx="5372">
                  <c:v>45601</c:v>
                </c:pt>
                <c:pt idx="5373">
                  <c:v>45602</c:v>
                </c:pt>
                <c:pt idx="5374">
                  <c:v>45603</c:v>
                </c:pt>
                <c:pt idx="5375">
                  <c:v>45604</c:v>
                </c:pt>
                <c:pt idx="5376">
                  <c:v>45608</c:v>
                </c:pt>
                <c:pt idx="5377">
                  <c:v>45609</c:v>
                </c:pt>
                <c:pt idx="5378">
                  <c:v>45610</c:v>
                </c:pt>
                <c:pt idx="5379">
                  <c:v>45611</c:v>
                </c:pt>
                <c:pt idx="5380">
                  <c:v>45614</c:v>
                </c:pt>
                <c:pt idx="5381">
                  <c:v>45615</c:v>
                </c:pt>
                <c:pt idx="5382">
                  <c:v>45616</c:v>
                </c:pt>
                <c:pt idx="5383">
                  <c:v>45617</c:v>
                </c:pt>
                <c:pt idx="5384">
                  <c:v>45618</c:v>
                </c:pt>
                <c:pt idx="5385">
                  <c:v>45621</c:v>
                </c:pt>
                <c:pt idx="5386">
                  <c:v>45622</c:v>
                </c:pt>
                <c:pt idx="5387">
                  <c:v>45623</c:v>
                </c:pt>
                <c:pt idx="5388">
                  <c:v>45624</c:v>
                </c:pt>
                <c:pt idx="5389">
                  <c:v>45625</c:v>
                </c:pt>
                <c:pt idx="5390">
                  <c:v>45628</c:v>
                </c:pt>
                <c:pt idx="5391">
                  <c:v>45629</c:v>
                </c:pt>
                <c:pt idx="5392">
                  <c:v>45630</c:v>
                </c:pt>
                <c:pt idx="5393">
                  <c:v>45631</c:v>
                </c:pt>
                <c:pt idx="5394">
                  <c:v>45632</c:v>
                </c:pt>
                <c:pt idx="5395">
                  <c:v>45635</c:v>
                </c:pt>
                <c:pt idx="5396">
                  <c:v>45636</c:v>
                </c:pt>
                <c:pt idx="5397">
                  <c:v>45637</c:v>
                </c:pt>
                <c:pt idx="5398">
                  <c:v>45638</c:v>
                </c:pt>
                <c:pt idx="5399">
                  <c:v>45639</c:v>
                </c:pt>
                <c:pt idx="5400">
                  <c:v>45642</c:v>
                </c:pt>
                <c:pt idx="5401">
                  <c:v>45643</c:v>
                </c:pt>
                <c:pt idx="5402">
                  <c:v>45644</c:v>
                </c:pt>
                <c:pt idx="5403">
                  <c:v>45645</c:v>
                </c:pt>
                <c:pt idx="5404">
                  <c:v>45646</c:v>
                </c:pt>
                <c:pt idx="5405">
                  <c:v>45649</c:v>
                </c:pt>
                <c:pt idx="5406">
                  <c:v>45650</c:v>
                </c:pt>
                <c:pt idx="5407">
                  <c:v>45652</c:v>
                </c:pt>
                <c:pt idx="5408">
                  <c:v>45653</c:v>
                </c:pt>
                <c:pt idx="5409">
                  <c:v>45656</c:v>
                </c:pt>
                <c:pt idx="5410">
                  <c:v>45657</c:v>
                </c:pt>
                <c:pt idx="5411">
                  <c:v>45659</c:v>
                </c:pt>
                <c:pt idx="5412">
                  <c:v>45660</c:v>
                </c:pt>
                <c:pt idx="5413">
                  <c:v>45663</c:v>
                </c:pt>
                <c:pt idx="5414">
                  <c:v>45664</c:v>
                </c:pt>
                <c:pt idx="5415">
                  <c:v>45665</c:v>
                </c:pt>
                <c:pt idx="5416">
                  <c:v>45666</c:v>
                </c:pt>
                <c:pt idx="5417">
                  <c:v>45667</c:v>
                </c:pt>
                <c:pt idx="5418">
                  <c:v>45670</c:v>
                </c:pt>
                <c:pt idx="5419">
                  <c:v>45671</c:v>
                </c:pt>
                <c:pt idx="5420">
                  <c:v>45672</c:v>
                </c:pt>
                <c:pt idx="5421">
                  <c:v>45673</c:v>
                </c:pt>
                <c:pt idx="5422">
                  <c:v>45674</c:v>
                </c:pt>
                <c:pt idx="5423">
                  <c:v>45677</c:v>
                </c:pt>
                <c:pt idx="5424">
                  <c:v>45678</c:v>
                </c:pt>
                <c:pt idx="5425">
                  <c:v>45679</c:v>
                </c:pt>
                <c:pt idx="5426">
                  <c:v>45680</c:v>
                </c:pt>
                <c:pt idx="5427">
                  <c:v>45681</c:v>
                </c:pt>
                <c:pt idx="5428">
                  <c:v>45684</c:v>
                </c:pt>
                <c:pt idx="5429">
                  <c:v>45685</c:v>
                </c:pt>
                <c:pt idx="5430">
                  <c:v>45686</c:v>
                </c:pt>
                <c:pt idx="5431">
                  <c:v>45687</c:v>
                </c:pt>
                <c:pt idx="5432">
                  <c:v>45688</c:v>
                </c:pt>
                <c:pt idx="5433">
                  <c:v>45691</c:v>
                </c:pt>
                <c:pt idx="5434">
                  <c:v>45692</c:v>
                </c:pt>
                <c:pt idx="5435">
                  <c:v>45693</c:v>
                </c:pt>
                <c:pt idx="5436">
                  <c:v>45694</c:v>
                </c:pt>
                <c:pt idx="5437">
                  <c:v>45695</c:v>
                </c:pt>
                <c:pt idx="5438">
                  <c:v>45698</c:v>
                </c:pt>
                <c:pt idx="5439">
                  <c:v>45699</c:v>
                </c:pt>
                <c:pt idx="5440">
                  <c:v>45700</c:v>
                </c:pt>
                <c:pt idx="5441">
                  <c:v>45701</c:v>
                </c:pt>
                <c:pt idx="5442">
                  <c:v>45702</c:v>
                </c:pt>
                <c:pt idx="5443">
                  <c:v>45706</c:v>
                </c:pt>
                <c:pt idx="5444">
                  <c:v>45707</c:v>
                </c:pt>
                <c:pt idx="5445">
                  <c:v>45708</c:v>
                </c:pt>
                <c:pt idx="5446">
                  <c:v>45709</c:v>
                </c:pt>
                <c:pt idx="5447">
                  <c:v>45712</c:v>
                </c:pt>
                <c:pt idx="5448">
                  <c:v>45713</c:v>
                </c:pt>
                <c:pt idx="5449">
                  <c:v>45714</c:v>
                </c:pt>
                <c:pt idx="5450">
                  <c:v>45715</c:v>
                </c:pt>
                <c:pt idx="5451">
                  <c:v>45716</c:v>
                </c:pt>
                <c:pt idx="5452">
                  <c:v>45719</c:v>
                </c:pt>
                <c:pt idx="5453">
                  <c:v>45720</c:v>
                </c:pt>
                <c:pt idx="5454">
                  <c:v>45721</c:v>
                </c:pt>
                <c:pt idx="5455">
                  <c:v>45722</c:v>
                </c:pt>
                <c:pt idx="5456">
                  <c:v>45723</c:v>
                </c:pt>
                <c:pt idx="5457">
                  <c:v>45726</c:v>
                </c:pt>
              </c:numCache>
            </c:numRef>
          </c:cat>
          <c:val>
            <c:numRef>
              <c:f>Hoja2!$G$316:$G$5773</c:f>
              <c:numCache>
                <c:formatCode>General</c:formatCode>
                <c:ptCount val="5458"/>
                <c:pt idx="933">
                  <c:v>1.6012</c:v>
                </c:pt>
                <c:pt idx="934">
                  <c:v>1.57447</c:v>
                </c:pt>
                <c:pt idx="935">
                  <c:v>1.4785299999999999</c:v>
                </c:pt>
                <c:pt idx="936">
                  <c:v>1.6069899999999999</c:v>
                </c:pt>
                <c:pt idx="937">
                  <c:v>1.68363</c:v>
                </c:pt>
                <c:pt idx="938">
                  <c:v>1.6622300000000001</c:v>
                </c:pt>
                <c:pt idx="939">
                  <c:v>1.6515200000000001</c:v>
                </c:pt>
                <c:pt idx="940">
                  <c:v>1.75928</c:v>
                </c:pt>
                <c:pt idx="941">
                  <c:v>1.84754</c:v>
                </c:pt>
                <c:pt idx="942">
                  <c:v>1.8789499999999999</c:v>
                </c:pt>
                <c:pt idx="943">
                  <c:v>1.8789499999999999</c:v>
                </c:pt>
                <c:pt idx="944">
                  <c:v>1.8655600000000001</c:v>
                </c:pt>
                <c:pt idx="945">
                  <c:v>1.8346800000000001</c:v>
                </c:pt>
                <c:pt idx="946">
                  <c:v>1.9368099999999999</c:v>
                </c:pt>
                <c:pt idx="947">
                  <c:v>2.0092099999999999</c:v>
                </c:pt>
                <c:pt idx="948">
                  <c:v>2.09422</c:v>
                </c:pt>
                <c:pt idx="949">
                  <c:v>2.0990600000000001</c:v>
                </c:pt>
                <c:pt idx="950">
                  <c:v>2.1927400000000001</c:v>
                </c:pt>
                <c:pt idx="951">
                  <c:v>2.1927400000000001</c:v>
                </c:pt>
                <c:pt idx="952">
                  <c:v>2.1776499999999999</c:v>
                </c:pt>
                <c:pt idx="953">
                  <c:v>2.40632</c:v>
                </c:pt>
                <c:pt idx="954">
                  <c:v>2.2840699999999998</c:v>
                </c:pt>
                <c:pt idx="955">
                  <c:v>2.0979700000000001</c:v>
                </c:pt>
                <c:pt idx="956">
                  <c:v>2.1457299999999999</c:v>
                </c:pt>
                <c:pt idx="957">
                  <c:v>2.0039899999999999</c:v>
                </c:pt>
                <c:pt idx="958">
                  <c:v>2.0766800000000001</c:v>
                </c:pt>
                <c:pt idx="959">
                  <c:v>2.10853</c:v>
                </c:pt>
                <c:pt idx="960">
                  <c:v>2.0513499999999998</c:v>
                </c:pt>
                <c:pt idx="961">
                  <c:v>1.94191</c:v>
                </c:pt>
                <c:pt idx="962">
                  <c:v>1.8527899999999999</c:v>
                </c:pt>
                <c:pt idx="963">
                  <c:v>1.7708200000000001</c:v>
                </c:pt>
                <c:pt idx="964">
                  <c:v>1.8970800000000001</c:v>
                </c:pt>
                <c:pt idx="965">
                  <c:v>1.87991</c:v>
                </c:pt>
                <c:pt idx="966">
                  <c:v>1.7676400000000001</c:v>
                </c:pt>
                <c:pt idx="967">
                  <c:v>1.70885</c:v>
                </c:pt>
                <c:pt idx="968">
                  <c:v>1.8035000000000001</c:v>
                </c:pt>
                <c:pt idx="969">
                  <c:v>1.8499399999999999</c:v>
                </c:pt>
                <c:pt idx="970">
                  <c:v>1.9165300000000001</c:v>
                </c:pt>
                <c:pt idx="971">
                  <c:v>1.9774400000000001</c:v>
                </c:pt>
                <c:pt idx="972">
                  <c:v>1.87019</c:v>
                </c:pt>
                <c:pt idx="973">
                  <c:v>1.7996399999999999</c:v>
                </c:pt>
                <c:pt idx="974">
                  <c:v>1.7996399999999999</c:v>
                </c:pt>
                <c:pt idx="975">
                  <c:v>1.76772</c:v>
                </c:pt>
                <c:pt idx="976">
                  <c:v>1.77458</c:v>
                </c:pt>
                <c:pt idx="977">
                  <c:v>1.85527</c:v>
                </c:pt>
                <c:pt idx="978">
                  <c:v>1.9529700000000001</c:v>
                </c:pt>
                <c:pt idx="979">
                  <c:v>1.9529700000000001</c:v>
                </c:pt>
                <c:pt idx="980">
                  <c:v>2.0790199999999999</c:v>
                </c:pt>
                <c:pt idx="981">
                  <c:v>2.0996999999999999</c:v>
                </c:pt>
                <c:pt idx="982">
                  <c:v>2.20275</c:v>
                </c:pt>
                <c:pt idx="983">
                  <c:v>2.1917300000000002</c:v>
                </c:pt>
                <c:pt idx="984">
                  <c:v>2.2027399999999999</c:v>
                </c:pt>
                <c:pt idx="985">
                  <c:v>2.3489800000000001</c:v>
                </c:pt>
                <c:pt idx="986">
                  <c:v>2.2128100000000002</c:v>
                </c:pt>
                <c:pt idx="987">
                  <c:v>2.2596599999999998</c:v>
                </c:pt>
                <c:pt idx="988">
                  <c:v>2.2941099999999999</c:v>
                </c:pt>
                <c:pt idx="989">
                  <c:v>2.4096500000000001</c:v>
                </c:pt>
                <c:pt idx="990">
                  <c:v>2.3794300000000002</c:v>
                </c:pt>
                <c:pt idx="991">
                  <c:v>2.50292</c:v>
                </c:pt>
                <c:pt idx="992">
                  <c:v>2.5882299999999998</c:v>
                </c:pt>
                <c:pt idx="993">
                  <c:v>#N/A</c:v>
                </c:pt>
                <c:pt idx="994">
                  <c:v>2.79874</c:v>
                </c:pt>
                <c:pt idx="995">
                  <c:v>2.8489399999999998</c:v>
                </c:pt>
                <c:pt idx="996">
                  <c:v>2.5149699999999999</c:v>
                </c:pt>
                <c:pt idx="997">
                  <c:v>2.5697700000000001</c:v>
                </c:pt>
                <c:pt idx="998">
                  <c:v>2.5860799999999999</c:v>
                </c:pt>
                <c:pt idx="999">
                  <c:v>2.52827</c:v>
                </c:pt>
                <c:pt idx="1000">
                  <c:v>2.3908499999999999</c:v>
                </c:pt>
                <c:pt idx="1001">
                  <c:v>2.5633499999999998</c:v>
                </c:pt>
                <c:pt idx="1002">
                  <c:v>2.5678899999999998</c:v>
                </c:pt>
                <c:pt idx="1003">
                  <c:v>2.5094799999999999</c:v>
                </c:pt>
                <c:pt idx="1004">
                  <c:v>2.6288399999999998</c:v>
                </c:pt>
                <c:pt idx="1005">
                  <c:v>2.6178300000000001</c:v>
                </c:pt>
                <c:pt idx="1006">
                  <c:v>2.4727399999999999</c:v>
                </c:pt>
                <c:pt idx="1007">
                  <c:v>2.6247699999999998</c:v>
                </c:pt>
                <c:pt idx="1008">
                  <c:v>2.6165600000000002</c:v>
                </c:pt>
                <c:pt idx="1009">
                  <c:v>2.5213399999999999</c:v>
                </c:pt>
                <c:pt idx="1010">
                  <c:v>2.4621300000000002</c:v>
                </c:pt>
                <c:pt idx="1011">
                  <c:v>2.4653399999999999</c:v>
                </c:pt>
                <c:pt idx="1012">
                  <c:v>2.5481699999999998</c:v>
                </c:pt>
                <c:pt idx="1013">
                  <c:v>#N/A</c:v>
                </c:pt>
                <c:pt idx="1014">
                  <c:v>2.51729</c:v>
                </c:pt>
                <c:pt idx="1015">
                  <c:v>2.40584</c:v>
                </c:pt>
                <c:pt idx="1016">
                  <c:v>2.5143499999999999</c:v>
                </c:pt>
                <c:pt idx="1017">
                  <c:v>2.44055</c:v>
                </c:pt>
                <c:pt idx="1018">
                  <c:v>2.2884799999999998</c:v>
                </c:pt>
                <c:pt idx="1019">
                  <c:v>2.2896100000000001</c:v>
                </c:pt>
                <c:pt idx="1020">
                  <c:v>2.31602</c:v>
                </c:pt>
                <c:pt idx="1021">
                  <c:v>2.4787499999999998</c:v>
                </c:pt>
                <c:pt idx="1022">
                  <c:v>2.5768300000000002</c:v>
                </c:pt>
                <c:pt idx="1023">
                  <c:v>2.7019700000000002</c:v>
                </c:pt>
                <c:pt idx="1024">
                  <c:v>2.5958999999999999</c:v>
                </c:pt>
                <c:pt idx="1025">
                  <c:v>2.4739499999999999</c:v>
                </c:pt>
                <c:pt idx="1026">
                  <c:v>2.51939</c:v>
                </c:pt>
                <c:pt idx="1027">
                  <c:v>2.6510899999999999</c:v>
                </c:pt>
                <c:pt idx="1028">
                  <c:v>2.73116</c:v>
                </c:pt>
                <c:pt idx="1029">
                  <c:v>2.50881</c:v>
                </c:pt>
                <c:pt idx="1030">
                  <c:v>2.5912999999999999</c:v>
                </c:pt>
                <c:pt idx="1031">
                  <c:v>2.58751</c:v>
                </c:pt>
                <c:pt idx="1032">
                  <c:v>2.69469</c:v>
                </c:pt>
                <c:pt idx="1033">
                  <c:v>2.8589699999999998</c:v>
                </c:pt>
                <c:pt idx="1034">
                  <c:v>2.70783</c:v>
                </c:pt>
                <c:pt idx="1035">
                  <c:v>2.77067</c:v>
                </c:pt>
                <c:pt idx="1036">
                  <c:v>2.7733699999999999</c:v>
                </c:pt>
                <c:pt idx="1037">
                  <c:v>#N/A</c:v>
                </c:pt>
                <c:pt idx="1038">
                  <c:v>2.5711200000000001</c:v>
                </c:pt>
                <c:pt idx="1039">
                  <c:v>2.5883099999999999</c:v>
                </c:pt>
                <c:pt idx="1040">
                  <c:v>2.61713</c:v>
                </c:pt>
                <c:pt idx="1041">
                  <c:v>2.5417200000000002</c:v>
                </c:pt>
                <c:pt idx="1042">
                  <c:v>2.5510000000000002</c:v>
                </c:pt>
                <c:pt idx="1043">
                  <c:v>2.5801400000000001</c:v>
                </c:pt>
                <c:pt idx="1044">
                  <c:v>2.4441700000000002</c:v>
                </c:pt>
                <c:pt idx="1045">
                  <c:v>2.36124</c:v>
                </c:pt>
                <c:pt idx="1046">
                  <c:v>2.2923300000000002</c:v>
                </c:pt>
                <c:pt idx="1047">
                  <c:v>2.3078500000000002</c:v>
                </c:pt>
                <c:pt idx="1048">
                  <c:v>2.21991</c:v>
                </c:pt>
                <c:pt idx="1049">
                  <c:v>2.2288199999999998</c:v>
                </c:pt>
                <c:pt idx="1050">
                  <c:v>2.3243800000000001</c:v>
                </c:pt>
                <c:pt idx="1051">
                  <c:v>2.2230699999999999</c:v>
                </c:pt>
                <c:pt idx="1052">
                  <c:v>2.2805399999999998</c:v>
                </c:pt>
                <c:pt idx="1053">
                  <c:v>2.2434500000000002</c:v>
                </c:pt>
                <c:pt idx="1054">
                  <c:v>2.1889599999999998</c:v>
                </c:pt>
                <c:pt idx="1055">
                  <c:v>2.0076900000000002</c:v>
                </c:pt>
                <c:pt idx="1056">
                  <c:v>2.00454</c:v>
                </c:pt>
                <c:pt idx="1057">
                  <c:v>2.0055900000000002</c:v>
                </c:pt>
                <c:pt idx="1058">
                  <c:v>2.04494</c:v>
                </c:pt>
                <c:pt idx="1059">
                  <c:v>2.0829200000000001</c:v>
                </c:pt>
                <c:pt idx="1060">
                  <c:v>2.09009</c:v>
                </c:pt>
                <c:pt idx="1061">
                  <c:v>2.0312000000000001</c:v>
                </c:pt>
                <c:pt idx="1062">
                  <c:v>2.0230000000000001</c:v>
                </c:pt>
                <c:pt idx="1063">
                  <c:v>2.0247199999999999</c:v>
                </c:pt>
                <c:pt idx="1064">
                  <c:v>2.04514</c:v>
                </c:pt>
                <c:pt idx="1065">
                  <c:v>2.02075</c:v>
                </c:pt>
                <c:pt idx="1066">
                  <c:v>1.8918900000000001</c:v>
                </c:pt>
                <c:pt idx="1067">
                  <c:v>1.8519099999999999</c:v>
                </c:pt>
                <c:pt idx="1068">
                  <c:v>1.8292999999999999</c:v>
                </c:pt>
                <c:pt idx="1069">
                  <c:v>1.7368300000000001</c:v>
                </c:pt>
                <c:pt idx="1070">
                  <c:v>1.8347599999999999</c:v>
                </c:pt>
                <c:pt idx="1071">
                  <c:v>1.9293800000000001</c:v>
                </c:pt>
                <c:pt idx="1072">
                  <c:v>1.98584</c:v>
                </c:pt>
                <c:pt idx="1073">
                  <c:v>1.9568000000000001</c:v>
                </c:pt>
                <c:pt idx="1074">
                  <c:v>1.84578</c:v>
                </c:pt>
                <c:pt idx="1075">
                  <c:v>1.8004599999999999</c:v>
                </c:pt>
                <c:pt idx="1076">
                  <c:v>1.7875700000000001</c:v>
                </c:pt>
                <c:pt idx="1077">
                  <c:v>1.6875500000000001</c:v>
                </c:pt>
                <c:pt idx="1078">
                  <c:v>1.7174400000000001</c:v>
                </c:pt>
                <c:pt idx="1079">
                  <c:v>1.8409899999999999</c:v>
                </c:pt>
                <c:pt idx="1080">
                  <c:v>1.7977000000000001</c:v>
                </c:pt>
                <c:pt idx="1081">
                  <c:v>1.68323</c:v>
                </c:pt>
                <c:pt idx="1082">
                  <c:v>1.77817</c:v>
                </c:pt>
                <c:pt idx="1083">
                  <c:v>#N/A</c:v>
                </c:pt>
                <c:pt idx="1084">
                  <c:v>1.7217899999999999</c:v>
                </c:pt>
                <c:pt idx="1085">
                  <c:v>1.72681</c:v>
                </c:pt>
                <c:pt idx="1086">
                  <c:v>1.6279999999999999</c:v>
                </c:pt>
                <c:pt idx="1087">
                  <c:v>1.5552600000000001</c:v>
                </c:pt>
                <c:pt idx="1088">
                  <c:v>1.61476</c:v>
                </c:pt>
                <c:pt idx="1089">
                  <c:v>1.69736</c:v>
                </c:pt>
                <c:pt idx="1090">
                  <c:v>1.659</c:v>
                </c:pt>
                <c:pt idx="1091">
                  <c:v>1.62805</c:v>
                </c:pt>
                <c:pt idx="1092">
                  <c:v>1.73441</c:v>
                </c:pt>
                <c:pt idx="1093">
                  <c:v>1.7344999999999999</c:v>
                </c:pt>
                <c:pt idx="1094">
                  <c:v>1.6659299999999999</c:v>
                </c:pt>
                <c:pt idx="1095">
                  <c:v>1.75858</c:v>
                </c:pt>
                <c:pt idx="1096">
                  <c:v>1.7011400000000001</c:v>
                </c:pt>
                <c:pt idx="1097">
                  <c:v>1.66231</c:v>
                </c:pt>
                <c:pt idx="1098">
                  <c:v>1.69574</c:v>
                </c:pt>
                <c:pt idx="1099">
                  <c:v>1.71773</c:v>
                </c:pt>
                <c:pt idx="1100">
                  <c:v>1.82663</c:v>
                </c:pt>
                <c:pt idx="1101">
                  <c:v>1.79897</c:v>
                </c:pt>
                <c:pt idx="1102">
                  <c:v>1.8149</c:v>
                </c:pt>
                <c:pt idx="1103">
                  <c:v>1.8122</c:v>
                </c:pt>
                <c:pt idx="1104">
                  <c:v>1.8900699999999999</c:v>
                </c:pt>
                <c:pt idx="1105">
                  <c:v>1.9584699999999999</c:v>
                </c:pt>
                <c:pt idx="1106">
                  <c:v>2.1621199999999998</c:v>
                </c:pt>
                <c:pt idx="1107">
                  <c:v>2.1926800000000002</c:v>
                </c:pt>
                <c:pt idx="1108">
                  <c:v>2.2138300000000002</c:v>
                </c:pt>
                <c:pt idx="1109">
                  <c:v>2.2806999999999999</c:v>
                </c:pt>
                <c:pt idx="1110">
                  <c:v>2.2821099999999999</c:v>
                </c:pt>
                <c:pt idx="1111">
                  <c:v>2.2336399999999998</c:v>
                </c:pt>
                <c:pt idx="1112">
                  <c:v>#N/A</c:v>
                </c:pt>
                <c:pt idx="1113">
                  <c:v>2.2585299999999999</c:v>
                </c:pt>
                <c:pt idx="1114">
                  <c:v>2.2763300000000002</c:v>
                </c:pt>
                <c:pt idx="1115">
                  <c:v>2.2709800000000002</c:v>
                </c:pt>
                <c:pt idx="1116">
                  <c:v>2.30993</c:v>
                </c:pt>
                <c:pt idx="1117">
                  <c:v>2.3010799999999998</c:v>
                </c:pt>
                <c:pt idx="1118">
                  <c:v>2.3621099999999999</c:v>
                </c:pt>
                <c:pt idx="1119">
                  <c:v>2.3657599999999999</c:v>
                </c:pt>
                <c:pt idx="1120">
                  <c:v>2.27895</c:v>
                </c:pt>
                <c:pt idx="1121">
                  <c:v>2.12426</c:v>
                </c:pt>
                <c:pt idx="1122">
                  <c:v>2.0935800000000002</c:v>
                </c:pt>
                <c:pt idx="1123">
                  <c:v>2.0958399999999999</c:v>
                </c:pt>
                <c:pt idx="1124">
                  <c:v>2.0297000000000001</c:v>
                </c:pt>
                <c:pt idx="1125">
                  <c:v>1.97902</c:v>
                </c:pt>
                <c:pt idx="1126">
                  <c:v>2.0764300000000002</c:v>
                </c:pt>
                <c:pt idx="1127">
                  <c:v>1.98672</c:v>
                </c:pt>
                <c:pt idx="1128">
                  <c:v>2.06975</c:v>
                </c:pt>
                <c:pt idx="1129">
                  <c:v>2.0125899999999999</c:v>
                </c:pt>
                <c:pt idx="1130">
                  <c:v>2.0213999999999999</c:v>
                </c:pt>
                <c:pt idx="1131">
                  <c:v>2.0885500000000001</c:v>
                </c:pt>
                <c:pt idx="1132">
                  <c:v>2.1202700000000001</c:v>
                </c:pt>
                <c:pt idx="1133">
                  <c:v>2.1111</c:v>
                </c:pt>
                <c:pt idx="1134">
                  <c:v>2.0845199999999999</c:v>
                </c:pt>
                <c:pt idx="1135">
                  <c:v>2.0769000000000002</c:v>
                </c:pt>
                <c:pt idx="1136">
                  <c:v>2.1626500000000002</c:v>
                </c:pt>
                <c:pt idx="1137">
                  <c:v>2.1734399999999998</c:v>
                </c:pt>
                <c:pt idx="1138">
                  <c:v>2.15646</c:v>
                </c:pt>
                <c:pt idx="1139">
                  <c:v>2.2034500000000001</c:v>
                </c:pt>
                <c:pt idx="1140">
                  <c:v>2.1658900000000001</c:v>
                </c:pt>
                <c:pt idx="1141">
                  <c:v>2.2103799999999998</c:v>
                </c:pt>
                <c:pt idx="1142">
                  <c:v>2.2465199999999999</c:v>
                </c:pt>
                <c:pt idx="1143">
                  <c:v>2.2885</c:v>
                </c:pt>
                <c:pt idx="1144">
                  <c:v>2.27949</c:v>
                </c:pt>
                <c:pt idx="1145">
                  <c:v>2.3317700000000001</c:v>
                </c:pt>
                <c:pt idx="1146">
                  <c:v>2.2836799999999999</c:v>
                </c:pt>
                <c:pt idx="1147">
                  <c:v>2.2591600000000001</c:v>
                </c:pt>
                <c:pt idx="1148">
                  <c:v>2.3328700000000002</c:v>
                </c:pt>
                <c:pt idx="1149">
                  <c:v>2.3152599999999999</c:v>
                </c:pt>
                <c:pt idx="1150">
                  <c:v>2.3101500000000001</c:v>
                </c:pt>
                <c:pt idx="1151">
                  <c:v>2.26891</c:v>
                </c:pt>
                <c:pt idx="1152">
                  <c:v>2.2349399999999999</c:v>
                </c:pt>
                <c:pt idx="1153">
                  <c:v>#N/A</c:v>
                </c:pt>
                <c:pt idx="1154">
                  <c:v>2.3006600000000001</c:v>
                </c:pt>
                <c:pt idx="1155">
                  <c:v>2.35243</c:v>
                </c:pt>
                <c:pt idx="1156">
                  <c:v>2.42014</c:v>
                </c:pt>
                <c:pt idx="1157">
                  <c:v>2.419</c:v>
                </c:pt>
                <c:pt idx="1158">
                  <c:v>2.35127</c:v>
                </c:pt>
                <c:pt idx="1159">
                  <c:v>2.4826700000000002</c:v>
                </c:pt>
                <c:pt idx="1160">
                  <c:v>2.4960599999999999</c:v>
                </c:pt>
                <c:pt idx="1161">
                  <c:v>2.5029699999999999</c:v>
                </c:pt>
                <c:pt idx="1162">
                  <c:v>2.48448</c:v>
                </c:pt>
                <c:pt idx="1163">
                  <c:v>2.9129200000000002</c:v>
                </c:pt>
                <c:pt idx="1164">
                  <c:v>3.2631100000000002</c:v>
                </c:pt>
                <c:pt idx="1165">
                  <c:v>3.44123</c:v>
                </c:pt>
                <c:pt idx="1166">
                  <c:v>3.1711399999999998</c:v>
                </c:pt>
                <c:pt idx="1167">
                  <c:v>2.5956399999999999</c:v>
                </c:pt>
                <c:pt idx="1168">
                  <c:v>2.53525</c:v>
                </c:pt>
                <c:pt idx="1169">
                  <c:v>2.6618200000000001</c:v>
                </c:pt>
                <c:pt idx="1170">
                  <c:v>2.7593899999999998</c:v>
                </c:pt>
                <c:pt idx="1171">
                  <c:v>2.71312</c:v>
                </c:pt>
                <c:pt idx="1172">
                  <c:v>2.9130099999999999</c:v>
                </c:pt>
                <c:pt idx="1173">
                  <c:v>3.3261799999999999</c:v>
                </c:pt>
                <c:pt idx="1174">
                  <c:v>3.1759200000000001</c:v>
                </c:pt>
                <c:pt idx="1175">
                  <c:v>3.2417500000000001</c:v>
                </c:pt>
                <c:pt idx="1176">
                  <c:v>3.4995799999999999</c:v>
                </c:pt>
                <c:pt idx="1177">
                  <c:v>3.4691000000000001</c:v>
                </c:pt>
                <c:pt idx="1178">
                  <c:v>4.2118200000000003</c:v>
                </c:pt>
                <c:pt idx="1179">
                  <c:v>4.3509700000000002</c:v>
                </c:pt>
                <c:pt idx="1180">
                  <c:v>4.78728</c:v>
                </c:pt>
                <c:pt idx="1181">
                  <c:v>4.7907299999999999</c:v>
                </c:pt>
                <c:pt idx="1182">
                  <c:v>5.6379000000000001</c:v>
                </c:pt>
                <c:pt idx="1183">
                  <c:v>#N/A</c:v>
                </c:pt>
                <c:pt idx="1184">
                  <c:v>4.7795300000000003</c:v>
                </c:pt>
                <c:pt idx="1185">
                  <c:v>5.0132500000000002</c:v>
                </c:pt>
                <c:pt idx="1186">
                  <c:v>5.39771</c:v>
                </c:pt>
                <c:pt idx="1187">
                  <c:v>5.2147500000000004</c:v>
                </c:pt>
                <c:pt idx="1188">
                  <c:v>5.2984</c:v>
                </c:pt>
                <c:pt idx="1189">
                  <c:v>5.85466</c:v>
                </c:pt>
                <c:pt idx="1190">
                  <c:v>6.9904400000000004</c:v>
                </c:pt>
                <c:pt idx="1191">
                  <c:v>7.4120600000000003</c:v>
                </c:pt>
                <c:pt idx="1192">
                  <c:v>7.0934100000000004</c:v>
                </c:pt>
                <c:pt idx="1193">
                  <c:v>6.7214299999999998</c:v>
                </c:pt>
                <c:pt idx="1194">
                  <c:v>6.4005400000000003</c:v>
                </c:pt>
                <c:pt idx="1195">
                  <c:v>6.1129800000000003</c:v>
                </c:pt>
                <c:pt idx="1196">
                  <c:v>5.68581</c:v>
                </c:pt>
                <c:pt idx="1197">
                  <c:v>5.3090099999999998</c:v>
                </c:pt>
                <c:pt idx="1198">
                  <c:v>5.13957</c:v>
                </c:pt>
                <c:pt idx="1199">
                  <c:v>4.6782899999999996</c:v>
                </c:pt>
                <c:pt idx="1200">
                  <c:v>4.9292600000000002</c:v>
                </c:pt>
                <c:pt idx="1201">
                  <c:v>5.0642899999999997</c:v>
                </c:pt>
                <c:pt idx="1202">
                  <c:v>5.04453</c:v>
                </c:pt>
                <c:pt idx="1203">
                  <c:v>4.9768699999999999</c:v>
                </c:pt>
                <c:pt idx="1204">
                  <c:v>#N/A</c:v>
                </c:pt>
                <c:pt idx="1205">
                  <c:v>5.2608100000000002</c:v>
                </c:pt>
                <c:pt idx="1206">
                  <c:v>5.4804599999999999</c:v>
                </c:pt>
                <c:pt idx="1207">
                  <c:v>5.3723799999999997</c:v>
                </c:pt>
                <c:pt idx="1208">
                  <c:v>5.3917999999999999</c:v>
                </c:pt>
                <c:pt idx="1209">
                  <c:v>5.65001</c:v>
                </c:pt>
                <c:pt idx="1210">
                  <c:v>6.0115999999999996</c:v>
                </c:pt>
                <c:pt idx="1211">
                  <c:v>6.45974</c:v>
                </c:pt>
                <c:pt idx="1212">
                  <c:v>6.4558099999999996</c:v>
                </c:pt>
                <c:pt idx="1213">
                  <c:v>6.0289999999999999</c:v>
                </c:pt>
                <c:pt idx="1214">
                  <c:v>5.7655599999999998</c:v>
                </c:pt>
                <c:pt idx="1215">
                  <c:v>5.7426399999999997</c:v>
                </c:pt>
                <c:pt idx="1216">
                  <c:v>#N/A</c:v>
                </c:pt>
                <c:pt idx="1217">
                  <c:v>5.7542900000000001</c:v>
                </c:pt>
                <c:pt idx="1218">
                  <c:v>6.0964400000000003</c:v>
                </c:pt>
                <c:pt idx="1219">
                  <c:v>5.9834199999999997</c:v>
                </c:pt>
                <c:pt idx="1220">
                  <c:v>5.9528499999999998</c:v>
                </c:pt>
                <c:pt idx="1221">
                  <c:v>5.9240899999999996</c:v>
                </c:pt>
                <c:pt idx="1222">
                  <c:v>5.8273799999999998</c:v>
                </c:pt>
                <c:pt idx="1223">
                  <c:v>5.6965899999999996</c:v>
                </c:pt>
                <c:pt idx="1224">
                  <c:v>5.63415</c:v>
                </c:pt>
                <c:pt idx="1225">
                  <c:v>5.4649700000000001</c:v>
                </c:pt>
                <c:pt idx="1226">
                  <c:v>5.3944799999999997</c:v>
                </c:pt>
                <c:pt idx="1227">
                  <c:v>5.3384499999999999</c:v>
                </c:pt>
                <c:pt idx="1228">
                  <c:v>5.3964600000000003</c:v>
                </c:pt>
                <c:pt idx="1229">
                  <c:v>5.4202500000000002</c:v>
                </c:pt>
                <c:pt idx="1230">
                  <c:v>5.1207700000000003</c:v>
                </c:pt>
                <c:pt idx="1231">
                  <c:v>5.0648600000000004</c:v>
                </c:pt>
                <c:pt idx="1232">
                  <c:v>5.0282</c:v>
                </c:pt>
                <c:pt idx="1233">
                  <c:v>5.0566800000000001</c:v>
                </c:pt>
                <c:pt idx="1234">
                  <c:v>4.9856299999999996</c:v>
                </c:pt>
                <c:pt idx="1235">
                  <c:v>4.9742499999999996</c:v>
                </c:pt>
                <c:pt idx="1236">
                  <c:v>4.9765100000000002</c:v>
                </c:pt>
                <c:pt idx="1237">
                  <c:v>5.0587499999999999</c:v>
                </c:pt>
                <c:pt idx="1238">
                  <c:v>4.9961500000000001</c:v>
                </c:pt>
                <c:pt idx="1239">
                  <c:v>4.9755799999999999</c:v>
                </c:pt>
                <c:pt idx="1240">
                  <c:v>#N/A</c:v>
                </c:pt>
                <c:pt idx="1241">
                  <c:v>4.7414399999999999</c:v>
                </c:pt>
                <c:pt idx="1242">
                  <c:v>4.6007999999999996</c:v>
                </c:pt>
                <c:pt idx="1243">
                  <c:v>4.6995500000000003</c:v>
                </c:pt>
                <c:pt idx="1244">
                  <c:v>4.8604200000000004</c:v>
                </c:pt>
                <c:pt idx="1245">
                  <c:v>5.0173100000000002</c:v>
                </c:pt>
                <c:pt idx="1246">
                  <c:v>5.0493199999999998</c:v>
                </c:pt>
                <c:pt idx="1247">
                  <c:v>5.1493900000000004</c:v>
                </c:pt>
                <c:pt idx="1248">
                  <c:v>5.21767</c:v>
                </c:pt>
                <c:pt idx="1249">
                  <c:v>5.3239599999999996</c:v>
                </c:pt>
                <c:pt idx="1250">
                  <c:v>5.4032</c:v>
                </c:pt>
                <c:pt idx="1251">
                  <c:v>5.2062600000000003</c:v>
                </c:pt>
                <c:pt idx="1252">
                  <c:v>#N/A</c:v>
                </c:pt>
                <c:pt idx="1253">
                  <c:v>5.3192599999999999</c:v>
                </c:pt>
                <c:pt idx="1254">
                  <c:v>5.21774</c:v>
                </c:pt>
                <c:pt idx="1255">
                  <c:v>5.1682300000000003</c:v>
                </c:pt>
                <c:pt idx="1256">
                  <c:v>5.1390700000000002</c:v>
                </c:pt>
                <c:pt idx="1257">
                  <c:v>5.0370400000000002</c:v>
                </c:pt>
                <c:pt idx="1258">
                  <c:v>4.9980000000000002</c:v>
                </c:pt>
                <c:pt idx="1259">
                  <c:v>4.80253</c:v>
                </c:pt>
                <c:pt idx="1260">
                  <c:v>4.77738</c:v>
                </c:pt>
                <c:pt idx="1261">
                  <c:v>4.7183099999999998</c:v>
                </c:pt>
                <c:pt idx="1262">
                  <c:v>4.8902400000000004</c:v>
                </c:pt>
                <c:pt idx="1263">
                  <c:v>4.76051</c:v>
                </c:pt>
                <c:pt idx="1264">
                  <c:v>4.7570499999999996</c:v>
                </c:pt>
                <c:pt idx="1265">
                  <c:v>4.7930900000000003</c:v>
                </c:pt>
                <c:pt idx="1266">
                  <c:v>4.6362899999999998</c:v>
                </c:pt>
                <c:pt idx="1267">
                  <c:v>4.5657399999999999</c:v>
                </c:pt>
                <c:pt idx="1268">
                  <c:v>4.7466699999999999</c:v>
                </c:pt>
                <c:pt idx="1269">
                  <c:v>4.8863599999999998</c:v>
                </c:pt>
                <c:pt idx="1270">
                  <c:v>4.9728000000000003</c:v>
                </c:pt>
                <c:pt idx="1271">
                  <c:v>4.7702299999999997</c:v>
                </c:pt>
                <c:pt idx="1272">
                  <c:v>#N/A</c:v>
                </c:pt>
                <c:pt idx="1273">
                  <c:v>5.0044899999999997</c:v>
                </c:pt>
                <c:pt idx="1274">
                  <c:v>4.9052300000000004</c:v>
                </c:pt>
                <c:pt idx="1275">
                  <c:v>4.7114799999999999</c:v>
                </c:pt>
                <c:pt idx="1276">
                  <c:v>4.7746599999999999</c:v>
                </c:pt>
                <c:pt idx="1277">
                  <c:v>4.87737</c:v>
                </c:pt>
                <c:pt idx="1278">
                  <c:v>4.8141400000000001</c:v>
                </c:pt>
                <c:pt idx="1279">
                  <c:v>4.6778399999999998</c:v>
                </c:pt>
                <c:pt idx="1280">
                  <c:v>4.6288</c:v>
                </c:pt>
                <c:pt idx="1281">
                  <c:v>4.5951300000000002</c:v>
                </c:pt>
                <c:pt idx="1282">
                  <c:v>4.7961799999999997</c:v>
                </c:pt>
                <c:pt idx="1283">
                  <c:v>4.8192899999999996</c:v>
                </c:pt>
                <c:pt idx="1284">
                  <c:v>4.7246499999999996</c:v>
                </c:pt>
                <c:pt idx="1285">
                  <c:v>4.9870900000000002</c:v>
                </c:pt>
                <c:pt idx="1286">
                  <c:v>5.0566000000000004</c:v>
                </c:pt>
                <c:pt idx="1287">
                  <c:v>4.9823399999999998</c:v>
                </c:pt>
                <c:pt idx="1288">
                  <c:v>4.8631000000000002</c:v>
                </c:pt>
                <c:pt idx="1289">
                  <c:v>4.9620600000000001</c:v>
                </c:pt>
                <c:pt idx="1290">
                  <c:v>4.9541199999999996</c:v>
                </c:pt>
                <c:pt idx="1291">
                  <c:v>4.8748899999999997</c:v>
                </c:pt>
                <c:pt idx="1292">
                  <c:v>4.8086000000000002</c:v>
                </c:pt>
                <c:pt idx="1293">
                  <c:v>4.7390699999999999</c:v>
                </c:pt>
                <c:pt idx="1294">
                  <c:v>4.9827899999999996</c:v>
                </c:pt>
                <c:pt idx="1295">
                  <c:v>4.7854999999999999</c:v>
                </c:pt>
                <c:pt idx="1296">
                  <c:v>4.7837399999999999</c:v>
                </c:pt>
                <c:pt idx="1297">
                  <c:v>4.7483300000000002</c:v>
                </c:pt>
                <c:pt idx="1298">
                  <c:v>4.7527600000000003</c:v>
                </c:pt>
                <c:pt idx="1299">
                  <c:v>4.6642999999999999</c:v>
                </c:pt>
                <c:pt idx="1300">
                  <c:v>4.7045399999999997</c:v>
                </c:pt>
                <c:pt idx="1301">
                  <c:v>4.6837799999999996</c:v>
                </c:pt>
                <c:pt idx="1302">
                  <c:v>4.8441999999999998</c:v>
                </c:pt>
                <c:pt idx="1303">
                  <c:v>4.8571</c:v>
                </c:pt>
                <c:pt idx="1304">
                  <c:v>4.9253999999999998</c:v>
                </c:pt>
                <c:pt idx="1305">
                  <c:v>4.7492000000000001</c:v>
                </c:pt>
                <c:pt idx="1306">
                  <c:v>4.45214</c:v>
                </c:pt>
                <c:pt idx="1307">
                  <c:v>4.4210900000000004</c:v>
                </c:pt>
                <c:pt idx="1308">
                  <c:v>4.4264200000000002</c:v>
                </c:pt>
                <c:pt idx="1309">
                  <c:v>4.3746499999999999</c:v>
                </c:pt>
                <c:pt idx="1310">
                  <c:v>4.2418100000000001</c:v>
                </c:pt>
                <c:pt idx="1311">
                  <c:v>#N/A</c:v>
                </c:pt>
                <c:pt idx="1312">
                  <c:v>4.2239800000000001</c:v>
                </c:pt>
                <c:pt idx="1313">
                  <c:v>4.3540200000000002</c:v>
                </c:pt>
                <c:pt idx="1314">
                  <c:v>4.3117999999999999</c:v>
                </c:pt>
                <c:pt idx="1315">
                  <c:v>4.1326799999999997</c:v>
                </c:pt>
                <c:pt idx="1316">
                  <c:v>4.0016499999999997</c:v>
                </c:pt>
                <c:pt idx="1317">
                  <c:v>4.2336499999999999</c:v>
                </c:pt>
                <c:pt idx="1318">
                  <c:v>4.0585000000000004</c:v>
                </c:pt>
                <c:pt idx="1319">
                  <c:v>3.9849199999999998</c:v>
                </c:pt>
                <c:pt idx="1320">
                  <c:v>4.06365</c:v>
                </c:pt>
                <c:pt idx="1321">
                  <c:v>3.90395</c:v>
                </c:pt>
                <c:pt idx="1322">
                  <c:v>3.9580700000000002</c:v>
                </c:pt>
                <c:pt idx="1323">
                  <c:v>3.7855099999999999</c:v>
                </c:pt>
                <c:pt idx="1324">
                  <c:v>3.5062799999999998</c:v>
                </c:pt>
                <c:pt idx="1325">
                  <c:v>3.5307400000000002</c:v>
                </c:pt>
                <c:pt idx="1326">
                  <c:v>3.4862700000000002</c:v>
                </c:pt>
                <c:pt idx="1327">
                  <c:v>3.4093200000000001</c:v>
                </c:pt>
                <c:pt idx="1328">
                  <c:v>3.3002500000000001</c:v>
                </c:pt>
                <c:pt idx="1329">
                  <c:v>3.2220200000000001</c:v>
                </c:pt>
                <c:pt idx="1330">
                  <c:v>3.16317</c:v>
                </c:pt>
                <c:pt idx="1331">
                  <c:v>3.1567799999999999</c:v>
                </c:pt>
                <c:pt idx="1332">
                  <c:v>3.3238500000000002</c:v>
                </c:pt>
                <c:pt idx="1333">
                  <c:v>3.3440300000000001</c:v>
                </c:pt>
                <c:pt idx="1334">
                  <c:v>3.5276800000000001</c:v>
                </c:pt>
                <c:pt idx="1335">
                  <c:v>3.48224</c:v>
                </c:pt>
                <c:pt idx="1336">
                  <c:v>3.4498099999999998</c:v>
                </c:pt>
                <c:pt idx="1337">
                  <c:v>3.2890600000000001</c:v>
                </c:pt>
                <c:pt idx="1338">
                  <c:v>3.20892</c:v>
                </c:pt>
                <c:pt idx="1339">
                  <c:v>3.1750500000000001</c:v>
                </c:pt>
                <c:pt idx="1340">
                  <c:v>3.1325099999999999</c:v>
                </c:pt>
                <c:pt idx="1341">
                  <c:v>3.0736599999999998</c:v>
                </c:pt>
                <c:pt idx="1342">
                  <c:v>#N/A</c:v>
                </c:pt>
                <c:pt idx="1343">
                  <c:v>2.99885</c:v>
                </c:pt>
                <c:pt idx="1344">
                  <c:v>2.8400500000000002</c:v>
                </c:pt>
                <c:pt idx="1345">
                  <c:v>2.96028</c:v>
                </c:pt>
                <c:pt idx="1346">
                  <c:v>3.11171</c:v>
                </c:pt>
                <c:pt idx="1347">
                  <c:v>2.8390200000000001</c:v>
                </c:pt>
                <c:pt idx="1348">
                  <c:v>2.95479</c:v>
                </c:pt>
                <c:pt idx="1349">
                  <c:v>3.0929600000000002</c:v>
                </c:pt>
                <c:pt idx="1350">
                  <c:v>2.98116</c:v>
                </c:pt>
                <c:pt idx="1351">
                  <c:v>2.8636900000000001</c:v>
                </c:pt>
                <c:pt idx="1352">
                  <c:v>2.8277000000000001</c:v>
                </c:pt>
                <c:pt idx="1353">
                  <c:v>2.7642600000000002</c:v>
                </c:pt>
                <c:pt idx="1354">
                  <c:v>2.8008999999999999</c:v>
                </c:pt>
                <c:pt idx="1355">
                  <c:v>2.7819400000000001</c:v>
                </c:pt>
                <c:pt idx="1356">
                  <c:v>2.81793</c:v>
                </c:pt>
                <c:pt idx="1357">
                  <c:v>2.9051800000000001</c:v>
                </c:pt>
                <c:pt idx="1358">
                  <c:v>2.99153</c:v>
                </c:pt>
                <c:pt idx="1359">
                  <c:v>3.08162</c:v>
                </c:pt>
                <c:pt idx="1360">
                  <c:v>2.9846599999999999</c:v>
                </c:pt>
                <c:pt idx="1361">
                  <c:v>3.0570200000000001</c:v>
                </c:pt>
                <c:pt idx="1362">
                  <c:v>3.1868400000000001</c:v>
                </c:pt>
                <c:pt idx="1363">
                  <c:v>3.1972499999999999</c:v>
                </c:pt>
                <c:pt idx="1364">
                  <c:v>3.0774400000000002</c:v>
                </c:pt>
                <c:pt idx="1365">
                  <c:v>3.1190600000000002</c:v>
                </c:pt>
                <c:pt idx="1366">
                  <c:v>3.11103</c:v>
                </c:pt>
                <c:pt idx="1367">
                  <c:v>3.0178799999999999</c:v>
                </c:pt>
                <c:pt idx="1368">
                  <c:v>3.0093299999999998</c:v>
                </c:pt>
                <c:pt idx="1369">
                  <c:v>2.9093499999999999</c:v>
                </c:pt>
                <c:pt idx="1370">
                  <c:v>3.0537100000000001</c:v>
                </c:pt>
                <c:pt idx="1371">
                  <c:v>#N/A</c:v>
                </c:pt>
                <c:pt idx="1372">
                  <c:v>3.06304</c:v>
                </c:pt>
                <c:pt idx="1373">
                  <c:v>3.1678700000000002</c:v>
                </c:pt>
                <c:pt idx="1374">
                  <c:v>3.3555000000000001</c:v>
                </c:pt>
                <c:pt idx="1375">
                  <c:v>3.19835</c:v>
                </c:pt>
                <c:pt idx="1376">
                  <c:v>3.3281399999999999</c:v>
                </c:pt>
                <c:pt idx="1377">
                  <c:v>3.32158</c:v>
                </c:pt>
                <c:pt idx="1378">
                  <c:v>3.24282</c:v>
                </c:pt>
                <c:pt idx="1379">
                  <c:v>3.08812</c:v>
                </c:pt>
                <c:pt idx="1380">
                  <c:v>2.95363</c:v>
                </c:pt>
                <c:pt idx="1381">
                  <c:v>2.85364</c:v>
                </c:pt>
                <c:pt idx="1382">
                  <c:v>2.8985799999999999</c:v>
                </c:pt>
                <c:pt idx="1383">
                  <c:v>3.02475</c:v>
                </c:pt>
                <c:pt idx="1384">
                  <c:v>2.93127</c:v>
                </c:pt>
                <c:pt idx="1385">
                  <c:v>2.6738</c:v>
                </c:pt>
                <c:pt idx="1386">
                  <c:v>2.7070699999999999</c:v>
                </c:pt>
                <c:pt idx="1387">
                  <c:v>2.63923</c:v>
                </c:pt>
                <c:pt idx="1388">
                  <c:v>2.6990099999999999</c:v>
                </c:pt>
                <c:pt idx="1389">
                  <c:v>2.7342399999999998</c:v>
                </c:pt>
                <c:pt idx="1390">
                  <c:v>2.72776</c:v>
                </c:pt>
                <c:pt idx="1391">
                  <c:v>2.8435000000000001</c:v>
                </c:pt>
                <c:pt idx="1392">
                  <c:v>2.5491899999999998</c:v>
                </c:pt>
                <c:pt idx="1393">
                  <c:v>2.4344399999999999</c:v>
                </c:pt>
                <c:pt idx="1394">
                  <c:v>2.3199100000000001</c:v>
                </c:pt>
                <c:pt idx="1395">
                  <c:v>2.39832</c:v>
                </c:pt>
                <c:pt idx="1396">
                  <c:v>2.2614200000000002</c:v>
                </c:pt>
                <c:pt idx="1397">
                  <c:v>2.3979200000000001</c:v>
                </c:pt>
                <c:pt idx="1398">
                  <c:v>2.55524</c:v>
                </c:pt>
                <c:pt idx="1399">
                  <c:v>2.6174499999999998</c:v>
                </c:pt>
                <c:pt idx="1400">
                  <c:v>2.6800799999999998</c:v>
                </c:pt>
                <c:pt idx="1401">
                  <c:v>2.7232400000000001</c:v>
                </c:pt>
                <c:pt idx="1402">
                  <c:v>2.7711600000000001</c:v>
                </c:pt>
                <c:pt idx="1403">
                  <c:v>2.6573000000000002</c:v>
                </c:pt>
                <c:pt idx="1404">
                  <c:v>2.71888</c:v>
                </c:pt>
                <c:pt idx="1405">
                  <c:v>2.7461899999999999</c:v>
                </c:pt>
                <c:pt idx="1406">
                  <c:v>2.6037300000000001</c:v>
                </c:pt>
                <c:pt idx="1407">
                  <c:v>2.64594</c:v>
                </c:pt>
                <c:pt idx="1408">
                  <c:v>2.6606700000000001</c:v>
                </c:pt>
                <c:pt idx="1409">
                  <c:v>2.7286899999999998</c:v>
                </c:pt>
                <c:pt idx="1410">
                  <c:v>2.7192500000000002</c:v>
                </c:pt>
                <c:pt idx="1411">
                  <c:v>2.7607699999999999</c:v>
                </c:pt>
                <c:pt idx="1412">
                  <c:v>2.87507</c:v>
                </c:pt>
                <c:pt idx="1413">
                  <c:v>2.8661300000000001</c:v>
                </c:pt>
                <c:pt idx="1414">
                  <c:v>2.9066999999999998</c:v>
                </c:pt>
                <c:pt idx="1415">
                  <c:v>2.7580200000000001</c:v>
                </c:pt>
                <c:pt idx="1416">
                  <c:v>2.6938800000000001</c:v>
                </c:pt>
                <c:pt idx="1417">
                  <c:v>#N/A</c:v>
                </c:pt>
                <c:pt idx="1418">
                  <c:v>2.4628100000000002</c:v>
                </c:pt>
                <c:pt idx="1419">
                  <c:v>2.5239500000000001</c:v>
                </c:pt>
                <c:pt idx="1420">
                  <c:v>2.6088900000000002</c:v>
                </c:pt>
                <c:pt idx="1421">
                  <c:v>2.5677300000000001</c:v>
                </c:pt>
                <c:pt idx="1422">
                  <c:v>2.5213899999999998</c:v>
                </c:pt>
                <c:pt idx="1423">
                  <c:v>2.4307400000000001</c:v>
                </c:pt>
                <c:pt idx="1424">
                  <c:v>2.2937599999999998</c:v>
                </c:pt>
                <c:pt idx="1425">
                  <c:v>2.3705099999999999</c:v>
                </c:pt>
                <c:pt idx="1426">
                  <c:v>2.26993</c:v>
                </c:pt>
                <c:pt idx="1427">
                  <c:v>2.31508</c:v>
                </c:pt>
                <c:pt idx="1428">
                  <c:v>2.3365</c:v>
                </c:pt>
                <c:pt idx="1429">
                  <c:v>2.37696</c:v>
                </c:pt>
                <c:pt idx="1430">
                  <c:v>2.4613399999999999</c:v>
                </c:pt>
                <c:pt idx="1431">
                  <c:v>2.5037699999999998</c:v>
                </c:pt>
                <c:pt idx="1432">
                  <c:v>2.4474900000000002</c:v>
                </c:pt>
                <c:pt idx="1433">
                  <c:v>2.4277500000000001</c:v>
                </c:pt>
                <c:pt idx="1434">
                  <c:v>2.2340200000000001</c:v>
                </c:pt>
                <c:pt idx="1435">
                  <c:v>2.3543699999999999</c:v>
                </c:pt>
                <c:pt idx="1436">
                  <c:v>2.29691</c:v>
                </c:pt>
                <c:pt idx="1437">
                  <c:v>2.2009099999999999</c:v>
                </c:pt>
                <c:pt idx="1438">
                  <c:v>2.11775</c:v>
                </c:pt>
                <c:pt idx="1439">
                  <c:v>2.1652999999999998</c:v>
                </c:pt>
                <c:pt idx="1440">
                  <c:v>1.97512</c:v>
                </c:pt>
                <c:pt idx="1441">
                  <c:v>1.7595000000000001</c:v>
                </c:pt>
                <c:pt idx="1442">
                  <c:v>#N/A</c:v>
                </c:pt>
                <c:pt idx="1443">
                  <c:v>2.00658</c:v>
                </c:pt>
                <c:pt idx="1444">
                  <c:v>1.9815100000000001</c:v>
                </c:pt>
                <c:pt idx="1445">
                  <c:v>2.00813</c:v>
                </c:pt>
                <c:pt idx="1446">
                  <c:v>2.0880100000000001</c:v>
                </c:pt>
                <c:pt idx="1447">
                  <c:v>2.1660900000000001</c:v>
                </c:pt>
                <c:pt idx="1448">
                  <c:v>2.2769200000000001</c:v>
                </c:pt>
                <c:pt idx="1449">
                  <c:v>2.2741899999999999</c:v>
                </c:pt>
                <c:pt idx="1450">
                  <c:v>2.2808899999999999</c:v>
                </c:pt>
                <c:pt idx="1451">
                  <c:v>2.2450299999999999</c:v>
                </c:pt>
                <c:pt idx="1452">
                  <c:v>2.2286700000000002</c:v>
                </c:pt>
                <c:pt idx="1453">
                  <c:v>2.5226299999999999</c:v>
                </c:pt>
                <c:pt idx="1454">
                  <c:v>2.6307</c:v>
                </c:pt>
                <c:pt idx="1455">
                  <c:v>2.3064800000000001</c:v>
                </c:pt>
                <c:pt idx="1456">
                  <c:v>2.3660399999999999</c:v>
                </c:pt>
                <c:pt idx="1457">
                  <c:v>2.2972000000000001</c:v>
                </c:pt>
                <c:pt idx="1458">
                  <c:v>2.30158</c:v>
                </c:pt>
                <c:pt idx="1459">
                  <c:v>2.2103299999999999</c:v>
                </c:pt>
                <c:pt idx="1460">
                  <c:v>2.2242099999999998</c:v>
                </c:pt>
                <c:pt idx="1461">
                  <c:v>2.2040099999999998</c:v>
                </c:pt>
                <c:pt idx="1462">
                  <c:v>2.0759699999999999</c:v>
                </c:pt>
                <c:pt idx="1463">
                  <c:v>2.0032800000000002</c:v>
                </c:pt>
                <c:pt idx="1464">
                  <c:v>#N/A</c:v>
                </c:pt>
                <c:pt idx="1465">
                  <c:v>2.0603099999999999</c:v>
                </c:pt>
                <c:pt idx="1466">
                  <c:v>2.0824799999999999</c:v>
                </c:pt>
                <c:pt idx="1467">
                  <c:v>2.1237400000000002</c:v>
                </c:pt>
                <c:pt idx="1468">
                  <c:v>2.1684199999999998</c:v>
                </c:pt>
                <c:pt idx="1469">
                  <c:v>2.14798</c:v>
                </c:pt>
                <c:pt idx="1470">
                  <c:v>2.2009099999999999</c:v>
                </c:pt>
                <c:pt idx="1471">
                  <c:v>2.16465</c:v>
                </c:pt>
                <c:pt idx="1472">
                  <c:v>2.11042</c:v>
                </c:pt>
                <c:pt idx="1473">
                  <c:v>2.0623399999999998</c:v>
                </c:pt>
                <c:pt idx="1474">
                  <c:v>2.00393</c:v>
                </c:pt>
                <c:pt idx="1475">
                  <c:v>#N/A</c:v>
                </c:pt>
                <c:pt idx="1476">
                  <c:v>2.1522700000000001</c:v>
                </c:pt>
                <c:pt idx="1477">
                  <c:v>2.2342</c:v>
                </c:pt>
                <c:pt idx="1478">
                  <c:v>2.1204499999999999</c:v>
                </c:pt>
                <c:pt idx="1479">
                  <c:v>2.1081300000000001</c:v>
                </c:pt>
                <c:pt idx="1480">
                  <c:v>2.0442300000000002</c:v>
                </c:pt>
                <c:pt idx="1481">
                  <c:v>1.97431</c:v>
                </c:pt>
                <c:pt idx="1482">
                  <c:v>2.0243199999999999</c:v>
                </c:pt>
                <c:pt idx="1483">
                  <c:v>2.1126</c:v>
                </c:pt>
                <c:pt idx="1484">
                  <c:v>2.1366999999999998</c:v>
                </c:pt>
                <c:pt idx="1485">
                  <c:v>2.09734</c:v>
                </c:pt>
                <c:pt idx="1486">
                  <c:v>2.0669200000000001</c:v>
                </c:pt>
                <c:pt idx="1487">
                  <c:v>2.0534599999999998</c:v>
                </c:pt>
                <c:pt idx="1488">
                  <c:v>2.0672799999999998</c:v>
                </c:pt>
                <c:pt idx="1489">
                  <c:v>2.1551499999999999</c:v>
                </c:pt>
                <c:pt idx="1490">
                  <c:v>2.2787299999999999</c:v>
                </c:pt>
                <c:pt idx="1491">
                  <c:v>2.1463999999999999</c:v>
                </c:pt>
                <c:pt idx="1492">
                  <c:v>2.0374500000000002</c:v>
                </c:pt>
                <c:pt idx="1493">
                  <c:v>2.1115300000000001</c:v>
                </c:pt>
                <c:pt idx="1494">
                  <c:v>2.1240899999999998</c:v>
                </c:pt>
                <c:pt idx="1495">
                  <c:v>2.0803600000000002</c:v>
                </c:pt>
                <c:pt idx="1496">
                  <c:v>#N/A</c:v>
                </c:pt>
                <c:pt idx="1497">
                  <c:v>2.0104099999999998</c:v>
                </c:pt>
                <c:pt idx="1498">
                  <c:v>2.0274200000000002</c:v>
                </c:pt>
                <c:pt idx="1499">
                  <c:v>2.0288200000000001</c:v>
                </c:pt>
                <c:pt idx="1500">
                  <c:v>1.9821299999999999</c:v>
                </c:pt>
                <c:pt idx="1501">
                  <c:v>#N/A</c:v>
                </c:pt>
                <c:pt idx="1502">
                  <c:v>1.9082399999999999</c:v>
                </c:pt>
                <c:pt idx="1503">
                  <c:v>1.89547</c:v>
                </c:pt>
                <c:pt idx="1504">
                  <c:v>1.8851500000000001</c:v>
                </c:pt>
                <c:pt idx="1505">
                  <c:v>1.9351100000000001</c:v>
                </c:pt>
                <c:pt idx="1506">
                  <c:v>1.89934</c:v>
                </c:pt>
                <c:pt idx="1507">
                  <c:v>1.8572500000000001</c:v>
                </c:pt>
                <c:pt idx="1508">
                  <c:v>1.98678</c:v>
                </c:pt>
                <c:pt idx="1509">
                  <c:v>1.9611499999999999</c:v>
                </c:pt>
                <c:pt idx="1510">
                  <c:v>2.0926399999999998</c:v>
                </c:pt>
                <c:pt idx="1511">
                  <c:v>2.1441699999999999</c:v>
                </c:pt>
                <c:pt idx="1512">
                  <c:v>#N/A</c:v>
                </c:pt>
                <c:pt idx="1513">
                  <c:v>2.1100300000000001</c:v>
                </c:pt>
                <c:pt idx="1514">
                  <c:v>2.2066699999999999</c:v>
                </c:pt>
                <c:pt idx="1515">
                  <c:v>2.3014700000000001</c:v>
                </c:pt>
                <c:pt idx="1516">
                  <c:v>2.3220999999999998</c:v>
                </c:pt>
                <c:pt idx="1517">
                  <c:v>2.2427199999999998</c:v>
                </c:pt>
                <c:pt idx="1518">
                  <c:v>2.1938200000000001</c:v>
                </c:pt>
                <c:pt idx="1519">
                  <c:v>2.3281999999999998</c:v>
                </c:pt>
                <c:pt idx="1520">
                  <c:v>2.33405</c:v>
                </c:pt>
                <c:pt idx="1521">
                  <c:v>2.4070299999999998</c:v>
                </c:pt>
                <c:pt idx="1522">
                  <c:v>2.36694</c:v>
                </c:pt>
                <c:pt idx="1523">
                  <c:v>2.4291900000000002</c:v>
                </c:pt>
                <c:pt idx="1524">
                  <c:v>2.39486</c:v>
                </c:pt>
                <c:pt idx="1525">
                  <c:v>2.6032700000000002</c:v>
                </c:pt>
                <c:pt idx="1526">
                  <c:v>2.7077599999999999</c:v>
                </c:pt>
                <c:pt idx="1527">
                  <c:v>2.65639</c:v>
                </c:pt>
                <c:pt idx="1528">
                  <c:v>2.5150000000000001</c:v>
                </c:pt>
                <c:pt idx="1529">
                  <c:v>2.3835099999999998</c:v>
                </c:pt>
                <c:pt idx="1530">
                  <c:v>2.2535799999999999</c:v>
                </c:pt>
                <c:pt idx="1531">
                  <c:v>2.2907999999999999</c:v>
                </c:pt>
                <c:pt idx="1532">
                  <c:v>#N/A</c:v>
                </c:pt>
                <c:pt idx="1533">
                  <c:v>2.2789199999999998</c:v>
                </c:pt>
                <c:pt idx="1534">
                  <c:v>2.2501899999999999</c:v>
                </c:pt>
                <c:pt idx="1535">
                  <c:v>2.1915399999999998</c:v>
                </c:pt>
                <c:pt idx="1536">
                  <c:v>2.24065</c:v>
                </c:pt>
                <c:pt idx="1537">
                  <c:v>2.2194400000000001</c:v>
                </c:pt>
                <c:pt idx="1538">
                  <c:v>2.3994200000000001</c:v>
                </c:pt>
                <c:pt idx="1539">
                  <c:v>2.2420399999999998</c:v>
                </c:pt>
                <c:pt idx="1540">
                  <c:v>2.2019799999999998</c:v>
                </c:pt>
                <c:pt idx="1541">
                  <c:v>2.1099700000000001</c:v>
                </c:pt>
                <c:pt idx="1542">
                  <c:v>1.9964599999999999</c:v>
                </c:pt>
                <c:pt idx="1543">
                  <c:v>2.0152000000000001</c:v>
                </c:pt>
                <c:pt idx="1544">
                  <c:v>2.0819200000000002</c:v>
                </c:pt>
                <c:pt idx="1545">
                  <c:v>2.0464500000000001</c:v>
                </c:pt>
                <c:pt idx="1546">
                  <c:v>1.9067400000000001</c:v>
                </c:pt>
                <c:pt idx="1547">
                  <c:v>1.87294</c:v>
                </c:pt>
                <c:pt idx="1548">
                  <c:v>1.8553200000000001</c:v>
                </c:pt>
                <c:pt idx="1549">
                  <c:v>1.8567800000000001</c:v>
                </c:pt>
                <c:pt idx="1550">
                  <c:v>1.85432</c:v>
                </c:pt>
                <c:pt idx="1551">
                  <c:v>1.88053</c:v>
                </c:pt>
                <c:pt idx="1552">
                  <c:v>1.9269000000000001</c:v>
                </c:pt>
                <c:pt idx="1553">
                  <c:v>1.94506</c:v>
                </c:pt>
                <c:pt idx="1554">
                  <c:v>1.91936</c:v>
                </c:pt>
                <c:pt idx="1555">
                  <c:v>1.9200299999999999</c:v>
                </c:pt>
                <c:pt idx="1556">
                  <c:v>1.92462</c:v>
                </c:pt>
                <c:pt idx="1557">
                  <c:v>1.9476100000000001</c:v>
                </c:pt>
                <c:pt idx="1558">
                  <c:v>1.88747</c:v>
                </c:pt>
                <c:pt idx="1559">
                  <c:v>1.80884</c:v>
                </c:pt>
                <c:pt idx="1560">
                  <c:v>1.8122400000000001</c:v>
                </c:pt>
                <c:pt idx="1561">
                  <c:v>1.7861899999999999</c:v>
                </c:pt>
                <c:pt idx="1562">
                  <c:v>1.7454499999999999</c:v>
                </c:pt>
                <c:pt idx="1563">
                  <c:v>1.7239800000000001</c:v>
                </c:pt>
                <c:pt idx="1564">
                  <c:v>1.726</c:v>
                </c:pt>
                <c:pt idx="1565">
                  <c:v>1.70892</c:v>
                </c:pt>
                <c:pt idx="1566">
                  <c:v>#N/A</c:v>
                </c:pt>
                <c:pt idx="1567">
                  <c:v>1.57565</c:v>
                </c:pt>
                <c:pt idx="1568">
                  <c:v>1.5920000000000001</c:v>
                </c:pt>
                <c:pt idx="1569">
                  <c:v>1.7065900000000001</c:v>
                </c:pt>
                <c:pt idx="1570">
                  <c:v>1.66056</c:v>
                </c:pt>
                <c:pt idx="1571">
                  <c:v>1.6676899999999999</c:v>
                </c:pt>
                <c:pt idx="1572">
                  <c:v>1.7407300000000001</c:v>
                </c:pt>
                <c:pt idx="1573">
                  <c:v>1.7319199999999999</c:v>
                </c:pt>
                <c:pt idx="1574">
                  <c:v>1.6655500000000001</c:v>
                </c:pt>
                <c:pt idx="1575">
                  <c:v>1.62449</c:v>
                </c:pt>
                <c:pt idx="1576">
                  <c:v>1.7327600000000001</c:v>
                </c:pt>
                <c:pt idx="1577">
                  <c:v>1.7251399999999999</c:v>
                </c:pt>
                <c:pt idx="1578">
                  <c:v>1.7325900000000001</c:v>
                </c:pt>
                <c:pt idx="1579">
                  <c:v>1.7872600000000001</c:v>
                </c:pt>
                <c:pt idx="1580">
                  <c:v>1.7506600000000001</c:v>
                </c:pt>
                <c:pt idx="1581">
                  <c:v>1.69784</c:v>
                </c:pt>
                <c:pt idx="1582">
                  <c:v>1.69537</c:v>
                </c:pt>
                <c:pt idx="1583">
                  <c:v>1.88035</c:v>
                </c:pt>
                <c:pt idx="1584">
                  <c:v>1.8026199999999999</c:v>
                </c:pt>
                <c:pt idx="1585">
                  <c:v>1.8709199999999999</c:v>
                </c:pt>
                <c:pt idx="1586">
                  <c:v>1.9219299999999999</c:v>
                </c:pt>
                <c:pt idx="1587">
                  <c:v>1.85887</c:v>
                </c:pt>
                <c:pt idx="1588">
                  <c:v>2.0147599999999999</c:v>
                </c:pt>
                <c:pt idx="1589">
                  <c:v>2.19638</c:v>
                </c:pt>
                <c:pt idx="1590">
                  <c:v>2.5282800000000001</c:v>
                </c:pt>
                <c:pt idx="1591">
                  <c:v>2.4737399999999998</c:v>
                </c:pt>
                <c:pt idx="1592">
                  <c:v>2.1469200000000002</c:v>
                </c:pt>
                <c:pt idx="1593">
                  <c:v>2.1076700000000002</c:v>
                </c:pt>
                <c:pt idx="1594">
                  <c:v>2.0242800000000001</c:v>
                </c:pt>
                <c:pt idx="1595">
                  <c:v>2.0364200000000001</c:v>
                </c:pt>
                <c:pt idx="1596">
                  <c:v>2.1870099999999999</c:v>
                </c:pt>
                <c:pt idx="1597">
                  <c:v>2.1780400000000002</c:v>
                </c:pt>
                <c:pt idx="1598">
                  <c:v>2.3434599999999999</c:v>
                </c:pt>
                <c:pt idx="1599">
                  <c:v>2.4281600000000001</c:v>
                </c:pt>
                <c:pt idx="1600">
                  <c:v>2.6160700000000001</c:v>
                </c:pt>
                <c:pt idx="1601">
                  <c:v>2.61571</c:v>
                </c:pt>
                <c:pt idx="1602">
                  <c:v>2.5056400000000001</c:v>
                </c:pt>
                <c:pt idx="1603">
                  <c:v>2.60162</c:v>
                </c:pt>
                <c:pt idx="1604">
                  <c:v>2.4807199999999998</c:v>
                </c:pt>
                <c:pt idx="1605">
                  <c:v>2.3434300000000001</c:v>
                </c:pt>
                <c:pt idx="1606">
                  <c:v>2.4136500000000001</c:v>
                </c:pt>
                <c:pt idx="1607">
                  <c:v>#N/A</c:v>
                </c:pt>
                <c:pt idx="1608">
                  <c:v>2.3370199999999999</c:v>
                </c:pt>
                <c:pt idx="1609">
                  <c:v>2.2526700000000002</c:v>
                </c:pt>
                <c:pt idx="1610">
                  <c:v>2.1659799999999998</c:v>
                </c:pt>
                <c:pt idx="1611">
                  <c:v>2.38191</c:v>
                </c:pt>
                <c:pt idx="1612">
                  <c:v>2.3619599999999998</c:v>
                </c:pt>
                <c:pt idx="1613">
                  <c:v>2.42374</c:v>
                </c:pt>
                <c:pt idx="1614">
                  <c:v>2.3664000000000001</c:v>
                </c:pt>
                <c:pt idx="1615">
                  <c:v>2.20479</c:v>
                </c:pt>
                <c:pt idx="1616">
                  <c:v>2.3150599999999999</c:v>
                </c:pt>
                <c:pt idx="1617">
                  <c:v>2.2219199999999999</c:v>
                </c:pt>
                <c:pt idx="1618">
                  <c:v>2.1015299999999999</c:v>
                </c:pt>
                <c:pt idx="1619">
                  <c:v>2.09545</c:v>
                </c:pt>
                <c:pt idx="1620">
                  <c:v>2.17334</c:v>
                </c:pt>
                <c:pt idx="1621">
                  <c:v>2.1208200000000001</c:v>
                </c:pt>
                <c:pt idx="1622">
                  <c:v>2.09531</c:v>
                </c:pt>
                <c:pt idx="1623">
                  <c:v>2.1615600000000001</c:v>
                </c:pt>
                <c:pt idx="1624">
                  <c:v>2.1719900000000001</c:v>
                </c:pt>
                <c:pt idx="1625">
                  <c:v>2.1693899999999999</c:v>
                </c:pt>
                <c:pt idx="1626">
                  <c:v>2.1862300000000001</c:v>
                </c:pt>
                <c:pt idx="1627">
                  <c:v>2.1721599999999999</c:v>
                </c:pt>
                <c:pt idx="1628">
                  <c:v>2.2974600000000001</c:v>
                </c:pt>
                <c:pt idx="1629">
                  <c:v>2.29311</c:v>
                </c:pt>
                <c:pt idx="1630">
                  <c:v>2.3142100000000001</c:v>
                </c:pt>
                <c:pt idx="1631">
                  <c:v>2.2815300000000001</c:v>
                </c:pt>
                <c:pt idx="1632">
                  <c:v>#N/A</c:v>
                </c:pt>
                <c:pt idx="1633">
                  <c:v>2.2761399999999998</c:v>
                </c:pt>
                <c:pt idx="1634">
                  <c:v>2.1938200000000001</c:v>
                </c:pt>
                <c:pt idx="1635">
                  <c:v>2.1590400000000001</c:v>
                </c:pt>
                <c:pt idx="1636">
                  <c:v>2.0564499999999999</c:v>
                </c:pt>
                <c:pt idx="1637">
                  <c:v>2.0487600000000001</c:v>
                </c:pt>
                <c:pt idx="1638">
                  <c:v>1.9117200000000001</c:v>
                </c:pt>
                <c:pt idx="1639">
                  <c:v>1.9052500000000001</c:v>
                </c:pt>
                <c:pt idx="1640">
                  <c:v>1.9521900000000001</c:v>
                </c:pt>
                <c:pt idx="1641">
                  <c:v>1.99597</c:v>
                </c:pt>
                <c:pt idx="1642">
                  <c:v>1.9607399999999999</c:v>
                </c:pt>
                <c:pt idx="1643">
                  <c:v>1.97061</c:v>
                </c:pt>
                <c:pt idx="1644">
                  <c:v>2.02339</c:v>
                </c:pt>
                <c:pt idx="1645">
                  <c:v>1.91662</c:v>
                </c:pt>
                <c:pt idx="1646">
                  <c:v>1.81416</c:v>
                </c:pt>
                <c:pt idx="1647">
                  <c:v>1.6974199999999999</c:v>
                </c:pt>
                <c:pt idx="1648">
                  <c:v>1.6921999999999999</c:v>
                </c:pt>
                <c:pt idx="1649">
                  <c:v>1.7549300000000001</c:v>
                </c:pt>
                <c:pt idx="1650">
                  <c:v>1.7556400000000001</c:v>
                </c:pt>
                <c:pt idx="1651">
                  <c:v>1.8256699999999999</c:v>
                </c:pt>
                <c:pt idx="1652">
                  <c:v>1.7301299999999999</c:v>
                </c:pt>
                <c:pt idx="1653">
                  <c:v>1.7476</c:v>
                </c:pt>
                <c:pt idx="1654">
                  <c:v>1.6733100000000001</c:v>
                </c:pt>
                <c:pt idx="1655">
                  <c:v>1.70082</c:v>
                </c:pt>
                <c:pt idx="1656">
                  <c:v>1.7378100000000001</c:v>
                </c:pt>
                <c:pt idx="1657">
                  <c:v>1.53776</c:v>
                </c:pt>
                <c:pt idx="1658">
                  <c:v>1.5589999999999999</c:v>
                </c:pt>
                <c:pt idx="1659">
                  <c:v>1.5091300000000001</c:v>
                </c:pt>
                <c:pt idx="1660">
                  <c:v>1.5185299999999999</c:v>
                </c:pt>
                <c:pt idx="1661">
                  <c:v>1.62748</c:v>
                </c:pt>
                <c:pt idx="1662">
                  <c:v>1.69506</c:v>
                </c:pt>
                <c:pt idx="1663">
                  <c:v>1.4969300000000001</c:v>
                </c:pt>
                <c:pt idx="1664">
                  <c:v>1.4237299999999999</c:v>
                </c:pt>
                <c:pt idx="1665">
                  <c:v>1.49719</c:v>
                </c:pt>
                <c:pt idx="1666">
                  <c:v>1.5341499999999999</c:v>
                </c:pt>
                <c:pt idx="1667">
                  <c:v>1.53599</c:v>
                </c:pt>
                <c:pt idx="1668">
                  <c:v>1.70791</c:v>
                </c:pt>
                <c:pt idx="1669">
                  <c:v>1.7314000000000001</c:v>
                </c:pt>
                <c:pt idx="1670">
                  <c:v>1.8141700000000001</c:v>
                </c:pt>
                <c:pt idx="1671">
                  <c:v>1.7786599999999999</c:v>
                </c:pt>
                <c:pt idx="1672">
                  <c:v>1.93381</c:v>
                </c:pt>
                <c:pt idx="1673">
                  <c:v>1.97217</c:v>
                </c:pt>
                <c:pt idx="1674">
                  <c:v>1.87571</c:v>
                </c:pt>
                <c:pt idx="1675">
                  <c:v>1.7569699999999999</c:v>
                </c:pt>
                <c:pt idx="1676">
                  <c:v>1.72458</c:v>
                </c:pt>
                <c:pt idx="1677">
                  <c:v>#N/A</c:v>
                </c:pt>
                <c:pt idx="1678">
                  <c:v>1.8441799999999999</c:v>
                </c:pt>
                <c:pt idx="1679">
                  <c:v>1.8964000000000001</c:v>
                </c:pt>
                <c:pt idx="1680">
                  <c:v>1.8082100000000001</c:v>
                </c:pt>
                <c:pt idx="1681">
                  <c:v>1.7116499999999999</c:v>
                </c:pt>
                <c:pt idx="1682">
                  <c:v>1.77092</c:v>
                </c:pt>
                <c:pt idx="1683">
                  <c:v>1.7691300000000001</c:v>
                </c:pt>
                <c:pt idx="1684">
                  <c:v>1.6613199999999999</c:v>
                </c:pt>
                <c:pt idx="1685">
                  <c:v>1.6161000000000001</c:v>
                </c:pt>
                <c:pt idx="1686">
                  <c:v>1.6387</c:v>
                </c:pt>
                <c:pt idx="1687">
                  <c:v>1.73875</c:v>
                </c:pt>
                <c:pt idx="1688">
                  <c:v>1.8608100000000001</c:v>
                </c:pt>
                <c:pt idx="1689">
                  <c:v>1.8102</c:v>
                </c:pt>
                <c:pt idx="1690">
                  <c:v>1.81972</c:v>
                </c:pt>
                <c:pt idx="1691">
                  <c:v>1.73742</c:v>
                </c:pt>
                <c:pt idx="1692">
                  <c:v>1.7486299999999999</c:v>
                </c:pt>
                <c:pt idx="1693">
                  <c:v>1.77972</c:v>
                </c:pt>
                <c:pt idx="1694">
                  <c:v>1.6832400000000001</c:v>
                </c:pt>
                <c:pt idx="1695">
                  <c:v>1.68662</c:v>
                </c:pt>
                <c:pt idx="1696">
                  <c:v>1.65683</c:v>
                </c:pt>
                <c:pt idx="1697">
                  <c:v>1.6935800000000001</c:v>
                </c:pt>
                <c:pt idx="1698">
                  <c:v>1.72786</c:v>
                </c:pt>
                <c:pt idx="1699">
                  <c:v>1.7665200000000001</c:v>
                </c:pt>
                <c:pt idx="1700">
                  <c:v>1.7475400000000001</c:v>
                </c:pt>
                <c:pt idx="1701">
                  <c:v>1.71224</c:v>
                </c:pt>
                <c:pt idx="1702">
                  <c:v>#N/A</c:v>
                </c:pt>
                <c:pt idx="1703">
                  <c:v>1.5781099999999999</c:v>
                </c:pt>
                <c:pt idx="1704">
                  <c:v>1.56795</c:v>
                </c:pt>
                <c:pt idx="1705">
                  <c:v>1.5146500000000001</c:v>
                </c:pt>
                <c:pt idx="1706">
                  <c:v>1.5105200000000001</c:v>
                </c:pt>
                <c:pt idx="1707">
                  <c:v>1.60534</c:v>
                </c:pt>
                <c:pt idx="1708">
                  <c:v>1.64656</c:v>
                </c:pt>
                <c:pt idx="1709">
                  <c:v>1.6213</c:v>
                </c:pt>
                <c:pt idx="1710">
                  <c:v>1.6369</c:v>
                </c:pt>
                <c:pt idx="1711">
                  <c:v>1.51153</c:v>
                </c:pt>
                <c:pt idx="1712">
                  <c:v>1.4495400000000001</c:v>
                </c:pt>
                <c:pt idx="1713">
                  <c:v>1.4369700000000001</c:v>
                </c:pt>
                <c:pt idx="1714">
                  <c:v>1.3595699999999999</c:v>
                </c:pt>
                <c:pt idx="1715">
                  <c:v>1.35758</c:v>
                </c:pt>
                <c:pt idx="1716">
                  <c:v>1.3802700000000001</c:v>
                </c:pt>
                <c:pt idx="1717">
                  <c:v>1.32159</c:v>
                </c:pt>
                <c:pt idx="1718">
                  <c:v>1.36277</c:v>
                </c:pt>
                <c:pt idx="1719">
                  <c:v>1.34996</c:v>
                </c:pt>
                <c:pt idx="1720">
                  <c:v>1.3660600000000001</c:v>
                </c:pt>
                <c:pt idx="1721">
                  <c:v>1.3523000000000001</c:v>
                </c:pt>
                <c:pt idx="1722">
                  <c:v>1.4723200000000001</c:v>
                </c:pt>
                <c:pt idx="1723">
                  <c:v>1.43428</c:v>
                </c:pt>
                <c:pt idx="1724">
                  <c:v>1.46608</c:v>
                </c:pt>
                <c:pt idx="1725">
                  <c:v>#N/A</c:v>
                </c:pt>
                <c:pt idx="1726">
                  <c:v>1.51312</c:v>
                </c:pt>
                <c:pt idx="1727">
                  <c:v>1.44686</c:v>
                </c:pt>
                <c:pt idx="1728">
                  <c:v>1.6823600000000001</c:v>
                </c:pt>
                <c:pt idx="1729">
                  <c:v>1.5774600000000001</c:v>
                </c:pt>
                <c:pt idx="1730">
                  <c:v>1.57125</c:v>
                </c:pt>
                <c:pt idx="1731">
                  <c:v>1.58569</c:v>
                </c:pt>
                <c:pt idx="1732">
                  <c:v>1.62998</c:v>
                </c:pt>
                <c:pt idx="1733">
                  <c:v>1.6842900000000001</c:v>
                </c:pt>
                <c:pt idx="1734">
                  <c:v>1.52878</c:v>
                </c:pt>
                <c:pt idx="1735">
                  <c:v>#N/A</c:v>
                </c:pt>
                <c:pt idx="1736">
                  <c:v>1.52878</c:v>
                </c:pt>
                <c:pt idx="1737">
                  <c:v>1.6879299999999999</c:v>
                </c:pt>
                <c:pt idx="1738">
                  <c:v>1.8049500000000001</c:v>
                </c:pt>
                <c:pt idx="1739">
                  <c:v>1.6556299999999999</c:v>
                </c:pt>
                <c:pt idx="1740">
                  <c:v>1.6102700000000001</c:v>
                </c:pt>
                <c:pt idx="1741">
                  <c:v>1.5630900000000001</c:v>
                </c:pt>
                <c:pt idx="1742">
                  <c:v>1.5819399999999999</c:v>
                </c:pt>
                <c:pt idx="1743">
                  <c:v>1.48038</c:v>
                </c:pt>
                <c:pt idx="1744">
                  <c:v>1.5023599999999999</c:v>
                </c:pt>
                <c:pt idx="1745">
                  <c:v>1.4803299999999999</c:v>
                </c:pt>
                <c:pt idx="1746">
                  <c:v>1.4480900000000001</c:v>
                </c:pt>
                <c:pt idx="1747">
                  <c:v>1.5376099999999999</c:v>
                </c:pt>
                <c:pt idx="1748">
                  <c:v>1.4845699999999999</c:v>
                </c:pt>
                <c:pt idx="1749">
                  <c:v>1.55393</c:v>
                </c:pt>
                <c:pt idx="1750">
                  <c:v>1.6452800000000001</c:v>
                </c:pt>
                <c:pt idx="1751">
                  <c:v>1.8008</c:v>
                </c:pt>
                <c:pt idx="1752">
                  <c:v>1.70004</c:v>
                </c:pt>
                <c:pt idx="1753">
                  <c:v>1.7177500000000001</c:v>
                </c:pt>
                <c:pt idx="1754">
                  <c:v>1.6742900000000001</c:v>
                </c:pt>
                <c:pt idx="1755">
                  <c:v>1.6493100000000001</c:v>
                </c:pt>
                <c:pt idx="1756">
                  <c:v>#N/A</c:v>
                </c:pt>
                <c:pt idx="1757">
                  <c:v>1.6288</c:v>
                </c:pt>
                <c:pt idx="1758">
                  <c:v>1.61435</c:v>
                </c:pt>
                <c:pt idx="1759">
                  <c:v>1.66354</c:v>
                </c:pt>
                <c:pt idx="1760">
                  <c:v>1.62409</c:v>
                </c:pt>
                <c:pt idx="1761">
                  <c:v>1.7195800000000001</c:v>
                </c:pt>
                <c:pt idx="1762">
                  <c:v>1.63208</c:v>
                </c:pt>
                <c:pt idx="1763">
                  <c:v>1.4149499999999999</c:v>
                </c:pt>
                <c:pt idx="1764">
                  <c:v>1.3713599999999999</c:v>
                </c:pt>
                <c:pt idx="1765">
                  <c:v>1.41466</c:v>
                </c:pt>
                <c:pt idx="1766">
                  <c:v>1.47106</c:v>
                </c:pt>
                <c:pt idx="1767">
                  <c:v>1.51555</c:v>
                </c:pt>
                <c:pt idx="1768">
                  <c:v>1.43512</c:v>
                </c:pt>
                <c:pt idx="1769">
                  <c:v>1.38341</c:v>
                </c:pt>
                <c:pt idx="1770">
                  <c:v>1.43083</c:v>
                </c:pt>
                <c:pt idx="1771">
                  <c:v>1.42309</c:v>
                </c:pt>
                <c:pt idx="1772">
                  <c:v>#N/A</c:v>
                </c:pt>
                <c:pt idx="1773">
                  <c:v>1.40185</c:v>
                </c:pt>
                <c:pt idx="1774">
                  <c:v>1.4821500000000001</c:v>
                </c:pt>
                <c:pt idx="1775">
                  <c:v>1.47312</c:v>
                </c:pt>
                <c:pt idx="1776">
                  <c:v>1.47078</c:v>
                </c:pt>
                <c:pt idx="1777">
                  <c:v>1.41774</c:v>
                </c:pt>
                <c:pt idx="1778">
                  <c:v>1.51586</c:v>
                </c:pt>
                <c:pt idx="1779">
                  <c:v>1.4152100000000001</c:v>
                </c:pt>
                <c:pt idx="1780">
                  <c:v>1.4561900000000001</c:v>
                </c:pt>
                <c:pt idx="1781">
                  <c:v>1.5656300000000001</c:v>
                </c:pt>
                <c:pt idx="1782">
                  <c:v>1.49949</c:v>
                </c:pt>
                <c:pt idx="1783">
                  <c:v>1.40551</c:v>
                </c:pt>
                <c:pt idx="1784">
                  <c:v>1.3565799999999999</c:v>
                </c:pt>
                <c:pt idx="1785">
                  <c:v>1.4008799999999999</c:v>
                </c:pt>
                <c:pt idx="1786">
                  <c:v>1.34819</c:v>
                </c:pt>
                <c:pt idx="1787">
                  <c:v>1.4035200000000001</c:v>
                </c:pt>
                <c:pt idx="1788">
                  <c:v>1.3871</c:v>
                </c:pt>
                <c:pt idx="1789">
                  <c:v>1.46916</c:v>
                </c:pt>
                <c:pt idx="1790">
                  <c:v>1.50996</c:v>
                </c:pt>
                <c:pt idx="1791">
                  <c:v>1.54436</c:v>
                </c:pt>
                <c:pt idx="1792">
                  <c:v>1.5721700000000001</c:v>
                </c:pt>
                <c:pt idx="1793">
                  <c:v>1.60686</c:v>
                </c:pt>
                <c:pt idx="1794">
                  <c:v>1.53067</c:v>
                </c:pt>
                <c:pt idx="1795">
                  <c:v>1.5126299999999999</c:v>
                </c:pt>
                <c:pt idx="1796">
                  <c:v>1.5032399999999999</c:v>
                </c:pt>
                <c:pt idx="1797">
                  <c:v>#N/A</c:v>
                </c:pt>
                <c:pt idx="1798">
                  <c:v>1.60581</c:v>
                </c:pt>
                <c:pt idx="1799">
                  <c:v>1.6179399999999999</c:v>
                </c:pt>
                <c:pt idx="1800">
                  <c:v>1.6472599999999999</c:v>
                </c:pt>
                <c:pt idx="1801">
                  <c:v>1.6630100000000001</c:v>
                </c:pt>
                <c:pt idx="1802">
                  <c:v>1.60097</c:v>
                </c:pt>
                <c:pt idx="1803">
                  <c:v>1.5932299999999999</c:v>
                </c:pt>
                <c:pt idx="1804">
                  <c:v>1.5460700000000001</c:v>
                </c:pt>
                <c:pt idx="1805">
                  <c:v>1.4427000000000001</c:v>
                </c:pt>
                <c:pt idx="1806">
                  <c:v>1.50911</c:v>
                </c:pt>
                <c:pt idx="1807">
                  <c:v>1.498</c:v>
                </c:pt>
                <c:pt idx="1808">
                  <c:v>1.4292800000000001</c:v>
                </c:pt>
                <c:pt idx="1809">
                  <c:v>1.46522</c:v>
                </c:pt>
                <c:pt idx="1810">
                  <c:v>1.56911</c:v>
                </c:pt>
                <c:pt idx="1811">
                  <c:v>1.4917199999999999</c:v>
                </c:pt>
                <c:pt idx="1812">
                  <c:v>1.5495099999999999</c:v>
                </c:pt>
                <c:pt idx="1813">
                  <c:v>1.5848599999999999</c:v>
                </c:pt>
                <c:pt idx="1814">
                  <c:v>1.6812800000000001</c:v>
                </c:pt>
                <c:pt idx="1815">
                  <c:v>1.64022</c:v>
                </c:pt>
                <c:pt idx="1816">
                  <c:v>1.61602</c:v>
                </c:pt>
                <c:pt idx="1817">
                  <c:v>1.6041000000000001</c:v>
                </c:pt>
                <c:pt idx="1818">
                  <c:v>1.6364399999999999</c:v>
                </c:pt>
                <c:pt idx="1819">
                  <c:v>1.60206</c:v>
                </c:pt>
                <c:pt idx="1820">
                  <c:v>1.5576700000000001</c:v>
                </c:pt>
                <c:pt idx="1821">
                  <c:v>1.5220899999999999</c:v>
                </c:pt>
                <c:pt idx="1822">
                  <c:v>1.5183199999999999</c:v>
                </c:pt>
                <c:pt idx="1823">
                  <c:v>1.5587599999999999</c:v>
                </c:pt>
                <c:pt idx="1824">
                  <c:v>1.53498</c:v>
                </c:pt>
                <c:pt idx="1825">
                  <c:v>1.53389</c:v>
                </c:pt>
                <c:pt idx="1826">
                  <c:v>1.5380499999999999</c:v>
                </c:pt>
                <c:pt idx="1827">
                  <c:v>1.5579099999999999</c:v>
                </c:pt>
                <c:pt idx="1828">
                  <c:v>1.51799</c:v>
                </c:pt>
                <c:pt idx="1829">
                  <c:v>1.47214</c:v>
                </c:pt>
                <c:pt idx="1830">
                  <c:v>1.4696199999999999</c:v>
                </c:pt>
                <c:pt idx="1831">
                  <c:v>1.4577</c:v>
                </c:pt>
                <c:pt idx="1832">
                  <c:v>1.4648099999999999</c:v>
                </c:pt>
                <c:pt idx="1833">
                  <c:v>1.5382199999999999</c:v>
                </c:pt>
                <c:pt idx="1834">
                  <c:v>1.5503199999999999</c:v>
                </c:pt>
                <c:pt idx="1835">
                  <c:v>1.5277400000000001</c:v>
                </c:pt>
                <c:pt idx="1836">
                  <c:v>1.5538400000000001</c:v>
                </c:pt>
                <c:pt idx="1837">
                  <c:v>1.5929</c:v>
                </c:pt>
                <c:pt idx="1838">
                  <c:v>1.59033</c:v>
                </c:pt>
                <c:pt idx="1839">
                  <c:v>1.50336</c:v>
                </c:pt>
                <c:pt idx="1840">
                  <c:v>1.4997799999999999</c:v>
                </c:pt>
                <c:pt idx="1841">
                  <c:v>#N/A</c:v>
                </c:pt>
                <c:pt idx="1842">
                  <c:v>1.5351900000000001</c:v>
                </c:pt>
                <c:pt idx="1843">
                  <c:v>1.53128</c:v>
                </c:pt>
                <c:pt idx="1844">
                  <c:v>1.48543</c:v>
                </c:pt>
                <c:pt idx="1845">
                  <c:v>1.4631799999999999</c:v>
                </c:pt>
                <c:pt idx="1846">
                  <c:v>1.47296</c:v>
                </c:pt>
                <c:pt idx="1847">
                  <c:v>1.4217599999999999</c:v>
                </c:pt>
                <c:pt idx="1848">
                  <c:v>1.4277899999999999</c:v>
                </c:pt>
                <c:pt idx="1849">
                  <c:v>1.4567699999999999</c:v>
                </c:pt>
                <c:pt idx="1850">
                  <c:v>1.46031</c:v>
                </c:pt>
                <c:pt idx="1851">
                  <c:v>1.4533799999999999</c:v>
                </c:pt>
                <c:pt idx="1852">
                  <c:v>1.45384</c:v>
                </c:pt>
                <c:pt idx="1853">
                  <c:v>1.41856</c:v>
                </c:pt>
                <c:pt idx="1854">
                  <c:v>1.46177</c:v>
                </c:pt>
                <c:pt idx="1855">
                  <c:v>1.44922</c:v>
                </c:pt>
                <c:pt idx="1856">
                  <c:v>1.47821</c:v>
                </c:pt>
                <c:pt idx="1857">
                  <c:v>1.51888</c:v>
                </c:pt>
                <c:pt idx="1858">
                  <c:v>1.5442899999999999</c:v>
                </c:pt>
                <c:pt idx="1859">
                  <c:v>1.4972700000000001</c:v>
                </c:pt>
                <c:pt idx="1860">
                  <c:v>1.48706</c:v>
                </c:pt>
                <c:pt idx="1861">
                  <c:v>1.45825</c:v>
                </c:pt>
                <c:pt idx="1862">
                  <c:v>1.4698199999999999</c:v>
                </c:pt>
                <c:pt idx="1863">
                  <c:v>1.48078</c:v>
                </c:pt>
                <c:pt idx="1864">
                  <c:v>1.4735100000000001</c:v>
                </c:pt>
                <c:pt idx="1865">
                  <c:v>1.5368200000000001</c:v>
                </c:pt>
                <c:pt idx="1866">
                  <c:v>1.5350900000000001</c:v>
                </c:pt>
                <c:pt idx="1867">
                  <c:v>#N/A</c:v>
                </c:pt>
                <c:pt idx="1868">
                  <c:v>1.4410799999999999</c:v>
                </c:pt>
                <c:pt idx="1869">
                  <c:v>1.4155899999999999</c:v>
                </c:pt>
                <c:pt idx="1870">
                  <c:v>1.39463</c:v>
                </c:pt>
                <c:pt idx="1871">
                  <c:v>1.4175500000000001</c:v>
                </c:pt>
                <c:pt idx="1872">
                  <c:v>1.44496</c:v>
                </c:pt>
                <c:pt idx="1873">
                  <c:v>1.4484699999999999</c:v>
                </c:pt>
                <c:pt idx="1874">
                  <c:v>1.51712</c:v>
                </c:pt>
                <c:pt idx="1875">
                  <c:v>1.50021</c:v>
                </c:pt>
                <c:pt idx="1876">
                  <c:v>1.5019100000000001</c:v>
                </c:pt>
                <c:pt idx="1877">
                  <c:v>1.51179</c:v>
                </c:pt>
                <c:pt idx="1878">
                  <c:v>1.41029</c:v>
                </c:pt>
                <c:pt idx="1879">
                  <c:v>1.4859199999999999</c:v>
                </c:pt>
                <c:pt idx="1880">
                  <c:v>1.56623</c:v>
                </c:pt>
                <c:pt idx="1881">
                  <c:v>1.5145299999999999</c:v>
                </c:pt>
                <c:pt idx="1882">
                  <c:v>1.4936199999999999</c:v>
                </c:pt>
                <c:pt idx="1883">
                  <c:v>1.4735</c:v>
                </c:pt>
                <c:pt idx="1884">
                  <c:v>1.4139299999999999</c:v>
                </c:pt>
                <c:pt idx="1885">
                  <c:v>1.4896199999999999</c:v>
                </c:pt>
                <c:pt idx="1886">
                  <c:v>1.51807</c:v>
                </c:pt>
                <c:pt idx="1887">
                  <c:v>1.4446000000000001</c:v>
                </c:pt>
                <c:pt idx="1888">
                  <c:v>1.3568199999999999</c:v>
                </c:pt>
                <c:pt idx="1889">
                  <c:v>1.3012300000000001</c:v>
                </c:pt>
                <c:pt idx="1890">
                  <c:v>1.21407</c:v>
                </c:pt>
                <c:pt idx="1891">
                  <c:v>1.1936500000000001</c:v>
                </c:pt>
                <c:pt idx="1892">
                  <c:v>#N/A</c:v>
                </c:pt>
                <c:pt idx="1893">
                  <c:v>1.3165500000000001</c:v>
                </c:pt>
                <c:pt idx="1894">
                  <c:v>1.3491500000000001</c:v>
                </c:pt>
                <c:pt idx="1895">
                  <c:v>1.3209299999999999</c:v>
                </c:pt>
                <c:pt idx="1896">
                  <c:v>1.4345300000000001</c:v>
                </c:pt>
                <c:pt idx="1897">
                  <c:v>1.5591200000000001</c:v>
                </c:pt>
                <c:pt idx="1898">
                  <c:v>1.5738700000000001</c:v>
                </c:pt>
                <c:pt idx="1899">
                  <c:v>1.57342</c:v>
                </c:pt>
                <c:pt idx="1900">
                  <c:v>1.4871700000000001</c:v>
                </c:pt>
                <c:pt idx="1901">
                  <c:v>1.52007</c:v>
                </c:pt>
                <c:pt idx="1902">
                  <c:v>1.48515</c:v>
                </c:pt>
                <c:pt idx="1903">
                  <c:v>1.5096700000000001</c:v>
                </c:pt>
                <c:pt idx="1904">
                  <c:v>1.44547</c:v>
                </c:pt>
                <c:pt idx="1905">
                  <c:v>1.3946400000000001</c:v>
                </c:pt>
                <c:pt idx="1906">
                  <c:v>1.42319</c:v>
                </c:pt>
                <c:pt idx="1907">
                  <c:v>1.3837900000000001</c:v>
                </c:pt>
                <c:pt idx="1908">
                  <c:v>1.41307</c:v>
                </c:pt>
                <c:pt idx="1909">
                  <c:v>1.3496600000000001</c:v>
                </c:pt>
                <c:pt idx="1910">
                  <c:v>1.3243100000000001</c:v>
                </c:pt>
                <c:pt idx="1911">
                  <c:v>1.3190500000000001</c:v>
                </c:pt>
                <c:pt idx="1912">
                  <c:v>1.23858</c:v>
                </c:pt>
                <c:pt idx="1913">
                  <c:v>1.2705200000000001</c:v>
                </c:pt>
                <c:pt idx="1914">
                  <c:v>1.3112299999999999</c:v>
                </c:pt>
                <c:pt idx="1915">
                  <c:v>1.4729099999999999</c:v>
                </c:pt>
                <c:pt idx="1916">
                  <c:v>1.4581599999999999</c:v>
                </c:pt>
                <c:pt idx="1917">
                  <c:v>1.76979</c:v>
                </c:pt>
                <c:pt idx="1918">
                  <c:v>1.8643400000000001</c:v>
                </c:pt>
                <c:pt idx="1919">
                  <c:v>1.9621200000000001</c:v>
                </c:pt>
                <c:pt idx="1920">
                  <c:v>1.9511499999999999</c:v>
                </c:pt>
                <c:pt idx="1921">
                  <c:v>1.91123</c:v>
                </c:pt>
                <c:pt idx="1922">
                  <c:v>1.8055000000000001</c:v>
                </c:pt>
                <c:pt idx="1923">
                  <c:v>1.85561</c:v>
                </c:pt>
                <c:pt idx="1924">
                  <c:v>1.72021</c:v>
                </c:pt>
                <c:pt idx="1925">
                  <c:v>1.8278300000000001</c:v>
                </c:pt>
                <c:pt idx="1926">
                  <c:v>1.82694</c:v>
                </c:pt>
                <c:pt idx="1927">
                  <c:v>1.79925</c:v>
                </c:pt>
                <c:pt idx="1928">
                  <c:v>1.7807500000000001</c:v>
                </c:pt>
                <c:pt idx="1929">
                  <c:v>1.7076800000000001</c:v>
                </c:pt>
                <c:pt idx="1930">
                  <c:v>1.77542</c:v>
                </c:pt>
                <c:pt idx="1931">
                  <c:v>1.8251299999999999</c:v>
                </c:pt>
                <c:pt idx="1932">
                  <c:v>1.73567</c:v>
                </c:pt>
                <c:pt idx="1933">
                  <c:v>1.7501100000000001</c:v>
                </c:pt>
                <c:pt idx="1934">
                  <c:v>1.6475500000000001</c:v>
                </c:pt>
                <c:pt idx="1935">
                  <c:v>1.7460199999999999</c:v>
                </c:pt>
                <c:pt idx="1936">
                  <c:v>1.8531</c:v>
                </c:pt>
                <c:pt idx="1937">
                  <c:v>#N/A</c:v>
                </c:pt>
                <c:pt idx="1938">
                  <c:v>1.87846</c:v>
                </c:pt>
                <c:pt idx="1939">
                  <c:v>1.8656600000000001</c:v>
                </c:pt>
                <c:pt idx="1940">
                  <c:v>1.9332</c:v>
                </c:pt>
                <c:pt idx="1941">
                  <c:v>2.0540799999999999</c:v>
                </c:pt>
                <c:pt idx="1942">
                  <c:v>2.1104599999999998</c:v>
                </c:pt>
                <c:pt idx="1943">
                  <c:v>2.0609600000000001</c:v>
                </c:pt>
                <c:pt idx="1944">
                  <c:v>2.08616</c:v>
                </c:pt>
                <c:pt idx="1945">
                  <c:v>2.0245700000000002</c:v>
                </c:pt>
                <c:pt idx="1946">
                  <c:v>2.03823</c:v>
                </c:pt>
                <c:pt idx="1947">
                  <c:v>2.2061999999999999</c:v>
                </c:pt>
                <c:pt idx="1948">
                  <c:v>2.1405500000000002</c:v>
                </c:pt>
                <c:pt idx="1949">
                  <c:v>2.2383299999999999</c:v>
                </c:pt>
                <c:pt idx="1950">
                  <c:v>2.5304099999999998</c:v>
                </c:pt>
                <c:pt idx="1951">
                  <c:v>2.4977800000000001</c:v>
                </c:pt>
                <c:pt idx="1952">
                  <c:v>2.5487799999999998</c:v>
                </c:pt>
                <c:pt idx="1953">
                  <c:v>2.3999899999999998</c:v>
                </c:pt>
                <c:pt idx="1954">
                  <c:v>2.4061400000000002</c:v>
                </c:pt>
                <c:pt idx="1955">
                  <c:v>2.3824700000000001</c:v>
                </c:pt>
                <c:pt idx="1956">
                  <c:v>2.4047700000000001</c:v>
                </c:pt>
                <c:pt idx="1957">
                  <c:v>2.5414400000000001</c:v>
                </c:pt>
                <c:pt idx="1958">
                  <c:v>2.5484499999999999</c:v>
                </c:pt>
                <c:pt idx="1959">
                  <c:v>2.4770699999999999</c:v>
                </c:pt>
                <c:pt idx="1960">
                  <c:v>2.3410299999999999</c:v>
                </c:pt>
                <c:pt idx="1961">
                  <c:v>2.2879800000000001</c:v>
                </c:pt>
                <c:pt idx="1962">
                  <c:v>#N/A</c:v>
                </c:pt>
                <c:pt idx="1963">
                  <c:v>2.0603199999999999</c:v>
                </c:pt>
                <c:pt idx="1964">
                  <c:v>1.9126700000000001</c:v>
                </c:pt>
                <c:pt idx="1965">
                  <c:v>1.9841599999999999</c:v>
                </c:pt>
                <c:pt idx="1966">
                  <c:v>1.8886799999999999</c:v>
                </c:pt>
                <c:pt idx="1967">
                  <c:v>1.9560500000000001</c:v>
                </c:pt>
                <c:pt idx="1968">
                  <c:v>1.9577100000000001</c:v>
                </c:pt>
                <c:pt idx="1969">
                  <c:v>1.9811700000000001</c:v>
                </c:pt>
                <c:pt idx="1970">
                  <c:v>2.0042200000000001</c:v>
                </c:pt>
                <c:pt idx="1971">
                  <c:v>1.9598500000000001</c:v>
                </c:pt>
                <c:pt idx="1972">
                  <c:v>1.94716</c:v>
                </c:pt>
                <c:pt idx="1973">
                  <c:v>2.03355</c:v>
                </c:pt>
                <c:pt idx="1974">
                  <c:v>1.9374800000000001</c:v>
                </c:pt>
                <c:pt idx="1975">
                  <c:v>1.70442</c:v>
                </c:pt>
                <c:pt idx="1976">
                  <c:v>1.8043400000000001</c:v>
                </c:pt>
                <c:pt idx="1977">
                  <c:v>1.8821099999999999</c:v>
                </c:pt>
                <c:pt idx="1978">
                  <c:v>1.9591400000000001</c:v>
                </c:pt>
                <c:pt idx="1979">
                  <c:v>1.9389000000000001</c:v>
                </c:pt>
                <c:pt idx="1980">
                  <c:v>1.78728</c:v>
                </c:pt>
                <c:pt idx="1981">
                  <c:v>1.80762</c:v>
                </c:pt>
                <c:pt idx="1982">
                  <c:v>1.8683799999999999</c:v>
                </c:pt>
                <c:pt idx="1983">
                  <c:v>1.80921</c:v>
                </c:pt>
                <c:pt idx="1984">
                  <c:v>1.9647600000000001</c:v>
                </c:pt>
                <c:pt idx="1985">
                  <c:v>1.8668800000000001</c:v>
                </c:pt>
                <c:pt idx="1986">
                  <c:v>#N/A</c:v>
                </c:pt>
                <c:pt idx="1987">
                  <c:v>1.8900399999999999</c:v>
                </c:pt>
                <c:pt idx="1988">
                  <c:v>1.8775500000000001</c:v>
                </c:pt>
                <c:pt idx="1989">
                  <c:v>1.9035</c:v>
                </c:pt>
                <c:pt idx="1990">
                  <c:v>1.99987</c:v>
                </c:pt>
                <c:pt idx="1991">
                  <c:v>1.9749399999999999</c:v>
                </c:pt>
                <c:pt idx="1992">
                  <c:v>2.0510000000000002</c:v>
                </c:pt>
                <c:pt idx="1993">
                  <c:v>2.09354</c:v>
                </c:pt>
                <c:pt idx="1994">
                  <c:v>2.1709999999999998</c:v>
                </c:pt>
                <c:pt idx="1995">
                  <c:v>#N/A</c:v>
                </c:pt>
                <c:pt idx="1996">
                  <c:v>2.1709999999999998</c:v>
                </c:pt>
                <c:pt idx="1997">
                  <c:v>2.1014499999999998</c:v>
                </c:pt>
                <c:pt idx="1998">
                  <c:v>2.0907800000000001</c:v>
                </c:pt>
                <c:pt idx="1999">
                  <c:v>1.9912099999999999</c:v>
                </c:pt>
                <c:pt idx="2000">
                  <c:v>1.8949100000000001</c:v>
                </c:pt>
                <c:pt idx="2001">
                  <c:v>1.9147400000000001</c:v>
                </c:pt>
                <c:pt idx="2002">
                  <c:v>1.8685</c:v>
                </c:pt>
                <c:pt idx="2003">
                  <c:v>1.7972999999999999</c:v>
                </c:pt>
                <c:pt idx="2004">
                  <c:v>1.8666</c:v>
                </c:pt>
                <c:pt idx="2005">
                  <c:v>1.9016900000000001</c:v>
                </c:pt>
                <c:pt idx="2006">
                  <c:v>1.7925199999999999</c:v>
                </c:pt>
                <c:pt idx="2007">
                  <c:v>1.8254600000000001</c:v>
                </c:pt>
                <c:pt idx="2008">
                  <c:v>1.82396</c:v>
                </c:pt>
                <c:pt idx="2009">
                  <c:v>1.8909400000000001</c:v>
                </c:pt>
                <c:pt idx="2010">
                  <c:v>1.8989499999999999</c:v>
                </c:pt>
                <c:pt idx="2011">
                  <c:v>1.972</c:v>
                </c:pt>
                <c:pt idx="2012">
                  <c:v>2.0096799999999999</c:v>
                </c:pt>
                <c:pt idx="2013">
                  <c:v>1.9089799999999999</c:v>
                </c:pt>
                <c:pt idx="2014">
                  <c:v>1.8584499999999999</c:v>
                </c:pt>
                <c:pt idx="2015">
                  <c:v>1.86877</c:v>
                </c:pt>
                <c:pt idx="2016">
                  <c:v>1.78325</c:v>
                </c:pt>
                <c:pt idx="2017">
                  <c:v>#N/A</c:v>
                </c:pt>
                <c:pt idx="2018">
                  <c:v>1.8014300000000001</c:v>
                </c:pt>
                <c:pt idx="2019">
                  <c:v>1.90252</c:v>
                </c:pt>
                <c:pt idx="2020">
                  <c:v>1.9074500000000001</c:v>
                </c:pt>
                <c:pt idx="2021">
                  <c:v>1.9096200000000001</c:v>
                </c:pt>
                <c:pt idx="2022">
                  <c:v>#N/A</c:v>
                </c:pt>
                <c:pt idx="2023">
                  <c:v>1.8410599999999999</c:v>
                </c:pt>
                <c:pt idx="2024">
                  <c:v>1.8444400000000001</c:v>
                </c:pt>
                <c:pt idx="2025">
                  <c:v>1.8680099999999999</c:v>
                </c:pt>
                <c:pt idx="2026">
                  <c:v>1.89893</c:v>
                </c:pt>
                <c:pt idx="2027">
                  <c:v>1.9148400000000001</c:v>
                </c:pt>
                <c:pt idx="2028">
                  <c:v>1.9940899999999999</c:v>
                </c:pt>
                <c:pt idx="2029">
                  <c:v>2.0885600000000002</c:v>
                </c:pt>
                <c:pt idx="2030">
                  <c:v>2.06081</c:v>
                </c:pt>
                <c:pt idx="2031">
                  <c:v>2.13185</c:v>
                </c:pt>
                <c:pt idx="2032">
                  <c:v>#N/A</c:v>
                </c:pt>
                <c:pt idx="2033">
                  <c:v>2.1137800000000002</c:v>
                </c:pt>
                <c:pt idx="2034">
                  <c:v>2.0619999999999998</c:v>
                </c:pt>
                <c:pt idx="2035">
                  <c:v>1.9729699999999999</c:v>
                </c:pt>
                <c:pt idx="2036">
                  <c:v>1.9111100000000001</c:v>
                </c:pt>
                <c:pt idx="2037">
                  <c:v>1.9037999999999999</c:v>
                </c:pt>
                <c:pt idx="2038">
                  <c:v>1.93102</c:v>
                </c:pt>
                <c:pt idx="2039">
                  <c:v>1.9092</c:v>
                </c:pt>
                <c:pt idx="2040">
                  <c:v>1.95496</c:v>
                </c:pt>
                <c:pt idx="2041">
                  <c:v>1.96289</c:v>
                </c:pt>
                <c:pt idx="2042">
                  <c:v>1.99657</c:v>
                </c:pt>
                <c:pt idx="2043">
                  <c:v>2.0022500000000001</c:v>
                </c:pt>
                <c:pt idx="2044">
                  <c:v>1.88916</c:v>
                </c:pt>
                <c:pt idx="2045">
                  <c:v>1.9063699999999999</c:v>
                </c:pt>
                <c:pt idx="2046">
                  <c:v>1.7968500000000001</c:v>
                </c:pt>
                <c:pt idx="2047">
                  <c:v>1.8396399999999999</c:v>
                </c:pt>
                <c:pt idx="2048">
                  <c:v>1.7714000000000001</c:v>
                </c:pt>
                <c:pt idx="2049">
                  <c:v>1.7700499999999999</c:v>
                </c:pt>
                <c:pt idx="2050">
                  <c:v>1.7076199999999999</c:v>
                </c:pt>
                <c:pt idx="2051">
                  <c:v>1.77817</c:v>
                </c:pt>
                <c:pt idx="2052">
                  <c:v>1.7008399999999999</c:v>
                </c:pt>
                <c:pt idx="2053">
                  <c:v>1.7355799999999999</c:v>
                </c:pt>
                <c:pt idx="2054">
                  <c:v>1.7500899999999999</c:v>
                </c:pt>
                <c:pt idx="2055">
                  <c:v>1.7239100000000001</c:v>
                </c:pt>
                <c:pt idx="2056">
                  <c:v>1.6825600000000001</c:v>
                </c:pt>
                <c:pt idx="2057">
                  <c:v>#N/A</c:v>
                </c:pt>
                <c:pt idx="2058">
                  <c:v>1.6793199999999999</c:v>
                </c:pt>
                <c:pt idx="2059">
                  <c:v>1.6834800000000001</c:v>
                </c:pt>
                <c:pt idx="2060">
                  <c:v>1.7578199999999999</c:v>
                </c:pt>
                <c:pt idx="2061">
                  <c:v>1.75989</c:v>
                </c:pt>
                <c:pt idx="2062">
                  <c:v>1.7837000000000001</c:v>
                </c:pt>
                <c:pt idx="2063">
                  <c:v>1.7597</c:v>
                </c:pt>
                <c:pt idx="2064">
                  <c:v>1.70974</c:v>
                </c:pt>
                <c:pt idx="2065">
                  <c:v>1.6432199999999999</c:v>
                </c:pt>
                <c:pt idx="2066">
                  <c:v>1.59439</c:v>
                </c:pt>
                <c:pt idx="2067">
                  <c:v>1.63819</c:v>
                </c:pt>
                <c:pt idx="2068">
                  <c:v>1.7174400000000001</c:v>
                </c:pt>
                <c:pt idx="2069">
                  <c:v>1.6398999999999999</c:v>
                </c:pt>
                <c:pt idx="2070">
                  <c:v>1.56847</c:v>
                </c:pt>
                <c:pt idx="2071">
                  <c:v>1.54661</c:v>
                </c:pt>
                <c:pt idx="2072">
                  <c:v>1.4581999999999999</c:v>
                </c:pt>
                <c:pt idx="2073">
                  <c:v>1.4273100000000001</c:v>
                </c:pt>
                <c:pt idx="2074">
                  <c:v>1.3733500000000001</c:v>
                </c:pt>
                <c:pt idx="2075">
                  <c:v>1.4160699999999999</c:v>
                </c:pt>
                <c:pt idx="2076">
                  <c:v>1.43194</c:v>
                </c:pt>
                <c:pt idx="2077">
                  <c:v>1.3771</c:v>
                </c:pt>
                <c:pt idx="2078">
                  <c:v>1.39598</c:v>
                </c:pt>
                <c:pt idx="2079">
                  <c:v>1.3948400000000001</c:v>
                </c:pt>
                <c:pt idx="2080">
                  <c:v>1.42496</c:v>
                </c:pt>
                <c:pt idx="2081">
                  <c:v>1.4393899999999999</c:v>
                </c:pt>
                <c:pt idx="2082">
                  <c:v>1.4571000000000001</c:v>
                </c:pt>
                <c:pt idx="2083">
                  <c:v>1.48234</c:v>
                </c:pt>
                <c:pt idx="2084">
                  <c:v>1.46424</c:v>
                </c:pt>
                <c:pt idx="2085">
                  <c:v>1.5030300000000001</c:v>
                </c:pt>
                <c:pt idx="2086">
                  <c:v>1.41093</c:v>
                </c:pt>
                <c:pt idx="2087">
                  <c:v>1.4343399999999999</c:v>
                </c:pt>
                <c:pt idx="2088">
                  <c:v>1.3593200000000001</c:v>
                </c:pt>
                <c:pt idx="2089">
                  <c:v>1.42245</c:v>
                </c:pt>
                <c:pt idx="2090">
                  <c:v>1.4915700000000001</c:v>
                </c:pt>
                <c:pt idx="2091">
                  <c:v>#N/A</c:v>
                </c:pt>
                <c:pt idx="2092">
                  <c:v>1.58504</c:v>
                </c:pt>
                <c:pt idx="2093">
                  <c:v>1.5867199999999999</c:v>
                </c:pt>
                <c:pt idx="2094">
                  <c:v>1.5004200000000001</c:v>
                </c:pt>
                <c:pt idx="2095">
                  <c:v>1.43055</c:v>
                </c:pt>
                <c:pt idx="2096">
                  <c:v>1.50678</c:v>
                </c:pt>
                <c:pt idx="2097">
                  <c:v>1.4922299999999999</c:v>
                </c:pt>
                <c:pt idx="2098">
                  <c:v>1.4280900000000001</c:v>
                </c:pt>
                <c:pt idx="2099">
                  <c:v>1.4454400000000001</c:v>
                </c:pt>
                <c:pt idx="2100">
                  <c:v>1.3726100000000001</c:v>
                </c:pt>
                <c:pt idx="2101">
                  <c:v>1.4071100000000001</c:v>
                </c:pt>
                <c:pt idx="2102">
                  <c:v>1.4791300000000001</c:v>
                </c:pt>
                <c:pt idx="2103">
                  <c:v>1.4712400000000001</c:v>
                </c:pt>
                <c:pt idx="2104">
                  <c:v>1.4979499999999999</c:v>
                </c:pt>
                <c:pt idx="2105">
                  <c:v>1.5164200000000001</c:v>
                </c:pt>
                <c:pt idx="2106">
                  <c:v>1.52016</c:v>
                </c:pt>
                <c:pt idx="2107">
                  <c:v>1.5194700000000001</c:v>
                </c:pt>
                <c:pt idx="2108">
                  <c:v>1.48228</c:v>
                </c:pt>
                <c:pt idx="2109">
                  <c:v>1.4717800000000001</c:v>
                </c:pt>
                <c:pt idx="2110">
                  <c:v>1.42763</c:v>
                </c:pt>
                <c:pt idx="2111">
                  <c:v>1.4461900000000001</c:v>
                </c:pt>
                <c:pt idx="2112">
                  <c:v>1.4636400000000001</c:v>
                </c:pt>
                <c:pt idx="2113">
                  <c:v>1.50038</c:v>
                </c:pt>
                <c:pt idx="2114">
                  <c:v>1.5488299999999999</c:v>
                </c:pt>
                <c:pt idx="2115">
                  <c:v>1.5434699999999999</c:v>
                </c:pt>
                <c:pt idx="2116">
                  <c:v>1.6215999999999999</c:v>
                </c:pt>
                <c:pt idx="2117">
                  <c:v>1.6957500000000001</c:v>
                </c:pt>
                <c:pt idx="2118">
                  <c:v>1.75105</c:v>
                </c:pt>
                <c:pt idx="2119">
                  <c:v>1.7741499999999999</c:v>
                </c:pt>
                <c:pt idx="2120">
                  <c:v>1.8915999999999999</c:v>
                </c:pt>
                <c:pt idx="2121">
                  <c:v>1.9045399999999999</c:v>
                </c:pt>
                <c:pt idx="2122">
                  <c:v>1.8913899999999999</c:v>
                </c:pt>
                <c:pt idx="2123">
                  <c:v>1.87812</c:v>
                </c:pt>
                <c:pt idx="2124">
                  <c:v>1.952</c:v>
                </c:pt>
                <c:pt idx="2125">
                  <c:v>1.9293199999999999</c:v>
                </c:pt>
                <c:pt idx="2126">
                  <c:v>1.9402999999999999</c:v>
                </c:pt>
                <c:pt idx="2127">
                  <c:v>#N/A</c:v>
                </c:pt>
                <c:pt idx="2128">
                  <c:v>1.9579599999999999</c:v>
                </c:pt>
                <c:pt idx="2129">
                  <c:v>2.0178799999999999</c:v>
                </c:pt>
                <c:pt idx="2130">
                  <c:v>2.0749300000000002</c:v>
                </c:pt>
                <c:pt idx="2131">
                  <c:v>2.10745</c:v>
                </c:pt>
                <c:pt idx="2132">
                  <c:v>2.0581</c:v>
                </c:pt>
                <c:pt idx="2133">
                  <c:v>1.91116</c:v>
                </c:pt>
                <c:pt idx="2134">
                  <c:v>1.76552</c:v>
                </c:pt>
                <c:pt idx="2135">
                  <c:v>1.7965599999999999</c:v>
                </c:pt>
                <c:pt idx="2136">
                  <c:v>1.76739</c:v>
                </c:pt>
                <c:pt idx="2137">
                  <c:v>1.8247</c:v>
                </c:pt>
                <c:pt idx="2138">
                  <c:v>1.70312</c:v>
                </c:pt>
                <c:pt idx="2139">
                  <c:v>1.64724</c:v>
                </c:pt>
                <c:pt idx="2140">
                  <c:v>1.63652</c:v>
                </c:pt>
                <c:pt idx="2141">
                  <c:v>1.5502400000000001</c:v>
                </c:pt>
                <c:pt idx="2142">
                  <c:v>1.62673</c:v>
                </c:pt>
                <c:pt idx="2143">
                  <c:v>1.62921</c:v>
                </c:pt>
                <c:pt idx="2144">
                  <c:v>1.6449</c:v>
                </c:pt>
                <c:pt idx="2145">
                  <c:v>1.66862</c:v>
                </c:pt>
                <c:pt idx="2146">
                  <c:v>1.61781</c:v>
                </c:pt>
                <c:pt idx="2147">
                  <c:v>1.69343</c:v>
                </c:pt>
                <c:pt idx="2148">
                  <c:v>1.6908000000000001</c:v>
                </c:pt>
                <c:pt idx="2149">
                  <c:v>1.6712800000000001</c:v>
                </c:pt>
                <c:pt idx="2150">
                  <c:v>1.6812100000000001</c:v>
                </c:pt>
                <c:pt idx="2151">
                  <c:v>1.58205</c:v>
                </c:pt>
                <c:pt idx="2152">
                  <c:v>1.65465</c:v>
                </c:pt>
                <c:pt idx="2153">
                  <c:v>1.5761099999999999</c:v>
                </c:pt>
                <c:pt idx="2154">
                  <c:v>#N/A</c:v>
                </c:pt>
                <c:pt idx="2155">
                  <c:v>1.5668599999999999</c:v>
                </c:pt>
                <c:pt idx="2156">
                  <c:v>1.6005799999999999</c:v>
                </c:pt>
                <c:pt idx="2157">
                  <c:v>1.57904</c:v>
                </c:pt>
                <c:pt idx="2158">
                  <c:v>1.5521199999999999</c:v>
                </c:pt>
                <c:pt idx="2159">
                  <c:v>1.5086299999999999</c:v>
                </c:pt>
                <c:pt idx="2160">
                  <c:v>1.51074</c:v>
                </c:pt>
                <c:pt idx="2161">
                  <c:v>1.4677800000000001</c:v>
                </c:pt>
                <c:pt idx="2162">
                  <c:v>1.4279299999999999</c:v>
                </c:pt>
                <c:pt idx="2163">
                  <c:v>1.38906</c:v>
                </c:pt>
                <c:pt idx="2164">
                  <c:v>1.4273400000000001</c:v>
                </c:pt>
                <c:pt idx="2165">
                  <c:v>1.4017900000000001</c:v>
                </c:pt>
                <c:pt idx="2166">
                  <c:v>1.4532799999999999</c:v>
                </c:pt>
                <c:pt idx="2167">
                  <c:v>1.5070399999999999</c:v>
                </c:pt>
                <c:pt idx="2168">
                  <c:v>1.59026</c:v>
                </c:pt>
                <c:pt idx="2169">
                  <c:v>1.5995600000000001</c:v>
                </c:pt>
                <c:pt idx="2170">
                  <c:v>1.5622100000000001</c:v>
                </c:pt>
                <c:pt idx="2171">
                  <c:v>1.42666</c:v>
                </c:pt>
                <c:pt idx="2172">
                  <c:v>1.4234599999999999</c:v>
                </c:pt>
                <c:pt idx="2173">
                  <c:v>1.3954800000000001</c:v>
                </c:pt>
                <c:pt idx="2174">
                  <c:v>1.27922</c:v>
                </c:pt>
                <c:pt idx="2175">
                  <c:v>1.36185</c:v>
                </c:pt>
                <c:pt idx="2176">
                  <c:v>1.2892399999999999</c:v>
                </c:pt>
                <c:pt idx="2177">
                  <c:v>1.28925</c:v>
                </c:pt>
                <c:pt idx="2178">
                  <c:v>1.24481</c:v>
                </c:pt>
                <c:pt idx="2179">
                  <c:v>1.21949</c:v>
                </c:pt>
                <c:pt idx="2180">
                  <c:v>1.23099</c:v>
                </c:pt>
                <c:pt idx="2181">
                  <c:v>1.2647900000000001</c:v>
                </c:pt>
                <c:pt idx="2182">
                  <c:v>1.2589600000000001</c:v>
                </c:pt>
                <c:pt idx="2183">
                  <c:v>1.2470699999999999</c:v>
                </c:pt>
                <c:pt idx="2184">
                  <c:v>1.2424200000000001</c:v>
                </c:pt>
                <c:pt idx="2185">
                  <c:v>1.2729299999999999</c:v>
                </c:pt>
                <c:pt idx="2186">
                  <c:v>1.2917099999999999</c:v>
                </c:pt>
                <c:pt idx="2187">
                  <c:v>1.29322</c:v>
                </c:pt>
                <c:pt idx="2188">
                  <c:v>1.2803100000000001</c:v>
                </c:pt>
                <c:pt idx="2189">
                  <c:v>1.2821199999999999</c:v>
                </c:pt>
                <c:pt idx="2190">
                  <c:v>1.3088500000000001</c:v>
                </c:pt>
                <c:pt idx="2191">
                  <c:v>1.3076399999999999</c:v>
                </c:pt>
                <c:pt idx="2192">
                  <c:v>1.3517999999999999</c:v>
                </c:pt>
                <c:pt idx="2193">
                  <c:v>1.3176699999999999</c:v>
                </c:pt>
                <c:pt idx="2194">
                  <c:v>1.3349599999999999</c:v>
                </c:pt>
                <c:pt idx="2195">
                  <c:v>1.3001199999999999</c:v>
                </c:pt>
                <c:pt idx="2196">
                  <c:v>1.3699399999999999</c:v>
                </c:pt>
                <c:pt idx="2197">
                  <c:v>#N/A</c:v>
                </c:pt>
                <c:pt idx="2198">
                  <c:v>1.33996</c:v>
                </c:pt>
                <c:pt idx="2199">
                  <c:v>1.3335699999999999</c:v>
                </c:pt>
                <c:pt idx="2200">
                  <c:v>1.2825599999999999</c:v>
                </c:pt>
                <c:pt idx="2201">
                  <c:v>1.2774099999999999</c:v>
                </c:pt>
                <c:pt idx="2202">
                  <c:v>1.2602199999999999</c:v>
                </c:pt>
                <c:pt idx="2203">
                  <c:v>1.2497400000000001</c:v>
                </c:pt>
                <c:pt idx="2204">
                  <c:v>1.20486</c:v>
                </c:pt>
                <c:pt idx="2205">
                  <c:v>1.21716</c:v>
                </c:pt>
                <c:pt idx="2206">
                  <c:v>1.18859</c:v>
                </c:pt>
                <c:pt idx="2207">
                  <c:v>1.1937199999999999</c:v>
                </c:pt>
                <c:pt idx="2208">
                  <c:v>1.20059</c:v>
                </c:pt>
                <c:pt idx="2209">
                  <c:v>1.2246300000000001</c:v>
                </c:pt>
                <c:pt idx="2210">
                  <c:v>1.2236499999999999</c:v>
                </c:pt>
                <c:pt idx="2211">
                  <c:v>1.21583</c:v>
                </c:pt>
                <c:pt idx="2212">
                  <c:v>1.25458</c:v>
                </c:pt>
                <c:pt idx="2213">
                  <c:v>1.31016</c:v>
                </c:pt>
                <c:pt idx="2214">
                  <c:v>1.3409800000000001</c:v>
                </c:pt>
                <c:pt idx="2215">
                  <c:v>1.3080099999999999</c:v>
                </c:pt>
                <c:pt idx="2216">
                  <c:v>1.3159700000000001</c:v>
                </c:pt>
                <c:pt idx="2217">
                  <c:v>1.2880499999999999</c:v>
                </c:pt>
                <c:pt idx="2218">
                  <c:v>1.2448300000000001</c:v>
                </c:pt>
                <c:pt idx="2219">
                  <c:v>1.1885300000000001</c:v>
                </c:pt>
                <c:pt idx="2220">
                  <c:v>1.14489</c:v>
                </c:pt>
                <c:pt idx="2221">
                  <c:v>1.0643100000000001</c:v>
                </c:pt>
                <c:pt idx="2222">
                  <c:v>#N/A</c:v>
                </c:pt>
                <c:pt idx="2223">
                  <c:v>1.0774600000000001</c:v>
                </c:pt>
                <c:pt idx="2224">
                  <c:v>1.1315299999999999</c:v>
                </c:pt>
                <c:pt idx="2225">
                  <c:v>1.1237200000000001</c:v>
                </c:pt>
                <c:pt idx="2226">
                  <c:v>1.0983700000000001</c:v>
                </c:pt>
                <c:pt idx="2227">
                  <c:v>1.0689299999999999</c:v>
                </c:pt>
                <c:pt idx="2228">
                  <c:v>1.0157700000000001</c:v>
                </c:pt>
                <c:pt idx="2229">
                  <c:v>0.97797000000000001</c:v>
                </c:pt>
                <c:pt idx="2230">
                  <c:v>0.95557000000000003</c:v>
                </c:pt>
                <c:pt idx="2231">
                  <c:v>1.02763</c:v>
                </c:pt>
                <c:pt idx="2232">
                  <c:v>1.0435000000000001</c:v>
                </c:pt>
                <c:pt idx="2233">
                  <c:v>1.0594399999999999</c:v>
                </c:pt>
                <c:pt idx="2234">
                  <c:v>1.06891</c:v>
                </c:pt>
                <c:pt idx="2235">
                  <c:v>1.0637799999999999</c:v>
                </c:pt>
                <c:pt idx="2236">
                  <c:v>1.1502399999999999</c:v>
                </c:pt>
                <c:pt idx="2237">
                  <c:v>1.18686</c:v>
                </c:pt>
                <c:pt idx="2238">
                  <c:v>#N/A</c:v>
                </c:pt>
                <c:pt idx="2239">
                  <c:v>1.2204200000000001</c:v>
                </c:pt>
                <c:pt idx="2240">
                  <c:v>1.1737200000000001</c:v>
                </c:pt>
                <c:pt idx="2241">
                  <c:v>1.17109</c:v>
                </c:pt>
                <c:pt idx="2242">
                  <c:v>1.1543399999999999</c:v>
                </c:pt>
                <c:pt idx="2243">
                  <c:v>1.0902499999999999</c:v>
                </c:pt>
                <c:pt idx="2244">
                  <c:v>1.1641699999999999</c:v>
                </c:pt>
                <c:pt idx="2245">
                  <c:v>1.19947</c:v>
                </c:pt>
                <c:pt idx="2246">
                  <c:v>1.2181900000000001</c:v>
                </c:pt>
                <c:pt idx="2247">
                  <c:v>#N/A</c:v>
                </c:pt>
                <c:pt idx="2248">
                  <c:v>1.26329</c:v>
                </c:pt>
                <c:pt idx="2249">
                  <c:v>1.2928200000000001</c:v>
                </c:pt>
                <c:pt idx="2250">
                  <c:v>1.2964100000000001</c:v>
                </c:pt>
                <c:pt idx="2251">
                  <c:v>1.2932600000000001</c:v>
                </c:pt>
                <c:pt idx="2252">
                  <c:v>1.3025199999999999</c:v>
                </c:pt>
                <c:pt idx="2253">
                  <c:v>1.26738</c:v>
                </c:pt>
                <c:pt idx="2254">
                  <c:v>1.2531300000000001</c:v>
                </c:pt>
                <c:pt idx="2255">
                  <c:v>#N/A</c:v>
                </c:pt>
                <c:pt idx="2256">
                  <c:v>1.2531300000000001</c:v>
                </c:pt>
                <c:pt idx="2257">
                  <c:v>1.2641500000000001</c:v>
                </c:pt>
                <c:pt idx="2258">
                  <c:v>1.2466200000000001</c:v>
                </c:pt>
                <c:pt idx="2259">
                  <c:v>1.22342</c:v>
                </c:pt>
                <c:pt idx="2260">
                  <c:v>1.2059200000000001</c:v>
                </c:pt>
                <c:pt idx="2261">
                  <c:v>1.2404299999999999</c:v>
                </c:pt>
                <c:pt idx="2262">
                  <c:v>1.23394</c:v>
                </c:pt>
                <c:pt idx="2263">
                  <c:v>1.21587</c:v>
                </c:pt>
                <c:pt idx="2264">
                  <c:v>1.24</c:v>
                </c:pt>
                <c:pt idx="2265">
                  <c:v>1.2463900000000001</c:v>
                </c:pt>
                <c:pt idx="2266">
                  <c:v>1.22526</c:v>
                </c:pt>
                <c:pt idx="2267">
                  <c:v>1.2238199999999999</c:v>
                </c:pt>
                <c:pt idx="2268">
                  <c:v>1.21173</c:v>
                </c:pt>
                <c:pt idx="2269">
                  <c:v>1.1787000000000001</c:v>
                </c:pt>
                <c:pt idx="2270">
                  <c:v>1.1606700000000001</c:v>
                </c:pt>
                <c:pt idx="2271">
                  <c:v>1.1645799999999999</c:v>
                </c:pt>
                <c:pt idx="2272">
                  <c:v>1.1098300000000001</c:v>
                </c:pt>
                <c:pt idx="2273">
                  <c:v>1.07605</c:v>
                </c:pt>
                <c:pt idx="2274">
                  <c:v>1.08569</c:v>
                </c:pt>
                <c:pt idx="2275">
                  <c:v>1.08877</c:v>
                </c:pt>
                <c:pt idx="2276">
                  <c:v>1.1290899999999999</c:v>
                </c:pt>
                <c:pt idx="2277">
                  <c:v>1.11314</c:v>
                </c:pt>
                <c:pt idx="2278">
                  <c:v>#N/A</c:v>
                </c:pt>
                <c:pt idx="2279">
                  <c:v>1.1227799999999999</c:v>
                </c:pt>
                <c:pt idx="2280">
                  <c:v>1.16048</c:v>
                </c:pt>
                <c:pt idx="2281">
                  <c:v>1.17483</c:v>
                </c:pt>
                <c:pt idx="2282">
                  <c:v>1.1201000000000001</c:v>
                </c:pt>
                <c:pt idx="2283">
                  <c:v>#N/A</c:v>
                </c:pt>
                <c:pt idx="2284">
                  <c:v>1.05139</c:v>
                </c:pt>
                <c:pt idx="2285">
                  <c:v>1.0157499999999999</c:v>
                </c:pt>
                <c:pt idx="2286">
                  <c:v>1.0448999999999999</c:v>
                </c:pt>
                <c:pt idx="2287">
                  <c:v>1.0841400000000001</c:v>
                </c:pt>
                <c:pt idx="2288">
                  <c:v>1.15496</c:v>
                </c:pt>
                <c:pt idx="2289">
                  <c:v>1.16852</c:v>
                </c:pt>
                <c:pt idx="2290">
                  <c:v>1.1468799999999999</c:v>
                </c:pt>
                <c:pt idx="2291">
                  <c:v>1.1775</c:v>
                </c:pt>
                <c:pt idx="2292">
                  <c:v>1.1440399999999999</c:v>
                </c:pt>
                <c:pt idx="2293">
                  <c:v>1.1332800000000001</c:v>
                </c:pt>
                <c:pt idx="2294">
                  <c:v>1.1156200000000001</c:v>
                </c:pt>
                <c:pt idx="2295">
                  <c:v>1.07168</c:v>
                </c:pt>
                <c:pt idx="2296">
                  <c:v>1.07372</c:v>
                </c:pt>
                <c:pt idx="2297">
                  <c:v>#N/A</c:v>
                </c:pt>
                <c:pt idx="2298">
                  <c:v>1.0930200000000001</c:v>
                </c:pt>
                <c:pt idx="2299">
                  <c:v>1.13124</c:v>
                </c:pt>
                <c:pt idx="2300">
                  <c:v>1.1285700000000001</c:v>
                </c:pt>
                <c:pt idx="2301">
                  <c:v>1.0905100000000001</c:v>
                </c:pt>
                <c:pt idx="2302">
                  <c:v>1.1273500000000001</c:v>
                </c:pt>
                <c:pt idx="2303">
                  <c:v>1.1718500000000001</c:v>
                </c:pt>
                <c:pt idx="2304">
                  <c:v>1.2416100000000001</c:v>
                </c:pt>
                <c:pt idx="2305">
                  <c:v>1.3187</c:v>
                </c:pt>
                <c:pt idx="2306">
                  <c:v>1.2864599999999999</c:v>
                </c:pt>
                <c:pt idx="2307">
                  <c:v>1.32636</c:v>
                </c:pt>
                <c:pt idx="2308">
                  <c:v>1.2706900000000001</c:v>
                </c:pt>
                <c:pt idx="2309">
                  <c:v>1.28908</c:v>
                </c:pt>
                <c:pt idx="2310">
                  <c:v>1.2488999999999999</c:v>
                </c:pt>
                <c:pt idx="2311">
                  <c:v>1.2239100000000001</c:v>
                </c:pt>
                <c:pt idx="2312">
                  <c:v>1.2344599999999999</c:v>
                </c:pt>
                <c:pt idx="2313">
                  <c:v>1.2349399999999999</c:v>
                </c:pt>
                <c:pt idx="2314">
                  <c:v>1.2360500000000001</c:v>
                </c:pt>
                <c:pt idx="2315">
                  <c:v>1.2680499999999999</c:v>
                </c:pt>
                <c:pt idx="2316">
                  <c:v>1.2799100000000001</c:v>
                </c:pt>
                <c:pt idx="2317">
                  <c:v>#N/A</c:v>
                </c:pt>
                <c:pt idx="2318">
                  <c:v>1.2823899999999999</c:v>
                </c:pt>
                <c:pt idx="2319">
                  <c:v>1.33697</c:v>
                </c:pt>
                <c:pt idx="2320">
                  <c:v>1.3765799999999999</c:v>
                </c:pt>
                <c:pt idx="2321">
                  <c:v>1.40333</c:v>
                </c:pt>
                <c:pt idx="2322">
                  <c:v>1.4286700000000001</c:v>
                </c:pt>
                <c:pt idx="2323">
                  <c:v>1.4283699999999999</c:v>
                </c:pt>
                <c:pt idx="2324">
                  <c:v>1.4105000000000001</c:v>
                </c:pt>
                <c:pt idx="2325">
                  <c:v>1.41333</c:v>
                </c:pt>
                <c:pt idx="2326">
                  <c:v>1.4342999999999999</c:v>
                </c:pt>
                <c:pt idx="2327">
                  <c:v>1.39601</c:v>
                </c:pt>
                <c:pt idx="2328">
                  <c:v>1.3453900000000001</c:v>
                </c:pt>
                <c:pt idx="2329">
                  <c:v>1.28583</c:v>
                </c:pt>
                <c:pt idx="2330">
                  <c:v>1.2605</c:v>
                </c:pt>
                <c:pt idx="2331">
                  <c:v>1.28165</c:v>
                </c:pt>
                <c:pt idx="2332">
                  <c:v>1.3115399999999999</c:v>
                </c:pt>
                <c:pt idx="2333">
                  <c:v>1.3212699999999999</c:v>
                </c:pt>
                <c:pt idx="2334">
                  <c:v>1.3622399999999999</c:v>
                </c:pt>
                <c:pt idx="2335">
                  <c:v>1.35643</c:v>
                </c:pt>
                <c:pt idx="2336">
                  <c:v>1.44431</c:v>
                </c:pt>
                <c:pt idx="2337">
                  <c:v>1.4700299999999999</c:v>
                </c:pt>
                <c:pt idx="2338">
                  <c:v>1.5187900000000001</c:v>
                </c:pt>
                <c:pt idx="2339">
                  <c:v>1.4957800000000001</c:v>
                </c:pt>
                <c:pt idx="2340">
                  <c:v>1.5047200000000001</c:v>
                </c:pt>
                <c:pt idx="2341">
                  <c:v>1.5315300000000001</c:v>
                </c:pt>
                <c:pt idx="2342">
                  <c:v>1.51715</c:v>
                </c:pt>
                <c:pt idx="2343">
                  <c:v>1.4978199999999999</c:v>
                </c:pt>
                <c:pt idx="2344">
                  <c:v>1.50021</c:v>
                </c:pt>
                <c:pt idx="2345">
                  <c:v>1.4675100000000001</c:v>
                </c:pt>
                <c:pt idx="2346">
                  <c:v>#N/A</c:v>
                </c:pt>
                <c:pt idx="2347">
                  <c:v>1.4768699999999999</c:v>
                </c:pt>
                <c:pt idx="2348">
                  <c:v>1.4120200000000001</c:v>
                </c:pt>
                <c:pt idx="2349">
                  <c:v>1.38002</c:v>
                </c:pt>
                <c:pt idx="2350">
                  <c:v>1.32996</c:v>
                </c:pt>
                <c:pt idx="2351">
                  <c:v>1.33345</c:v>
                </c:pt>
                <c:pt idx="2352">
                  <c:v>1.26939</c:v>
                </c:pt>
                <c:pt idx="2353">
                  <c:v>1.2562599999999999</c:v>
                </c:pt>
                <c:pt idx="2354">
                  <c:v>1.23268</c:v>
                </c:pt>
                <c:pt idx="2355">
                  <c:v>1.24394</c:v>
                </c:pt>
                <c:pt idx="2356">
                  <c:v>1.2699400000000001</c:v>
                </c:pt>
                <c:pt idx="2357">
                  <c:v>1.30471</c:v>
                </c:pt>
                <c:pt idx="2358">
                  <c:v>1.2696000000000001</c:v>
                </c:pt>
                <c:pt idx="2359">
                  <c:v>1.2704599999999999</c:v>
                </c:pt>
                <c:pt idx="2360">
                  <c:v>1.30901</c:v>
                </c:pt>
                <c:pt idx="2361">
                  <c:v>1.3208599999999999</c:v>
                </c:pt>
                <c:pt idx="2362">
                  <c:v>1.34378</c:v>
                </c:pt>
                <c:pt idx="2363">
                  <c:v>1.32704</c:v>
                </c:pt>
                <c:pt idx="2364">
                  <c:v>1.3469599999999999</c:v>
                </c:pt>
                <c:pt idx="2365">
                  <c:v>1.3470500000000001</c:v>
                </c:pt>
                <c:pt idx="2366">
                  <c:v>1.36486</c:v>
                </c:pt>
                <c:pt idx="2367">
                  <c:v>1.3169</c:v>
                </c:pt>
                <c:pt idx="2368">
                  <c:v>1.30572</c:v>
                </c:pt>
                <c:pt idx="2369">
                  <c:v>1.2634399999999999</c:v>
                </c:pt>
                <c:pt idx="2370">
                  <c:v>1.2107300000000001</c:v>
                </c:pt>
                <c:pt idx="2371">
                  <c:v>1.2085600000000001</c:v>
                </c:pt>
                <c:pt idx="2372">
                  <c:v>1.2200899999999999</c:v>
                </c:pt>
                <c:pt idx="2373">
                  <c:v>1.2140899999999999</c:v>
                </c:pt>
                <c:pt idx="2374">
                  <c:v>1.2400199999999999</c:v>
                </c:pt>
                <c:pt idx="2375">
                  <c:v>1.2067099999999999</c:v>
                </c:pt>
                <c:pt idx="2376">
                  <c:v>1.1841200000000001</c:v>
                </c:pt>
                <c:pt idx="2377">
                  <c:v>1.24309</c:v>
                </c:pt>
                <c:pt idx="2378">
                  <c:v>1.2186900000000001</c:v>
                </c:pt>
                <c:pt idx="2379">
                  <c:v>1.2801199999999999</c:v>
                </c:pt>
                <c:pt idx="2380">
                  <c:v>1.3547800000000001</c:v>
                </c:pt>
                <c:pt idx="2381">
                  <c:v>1.3207899999999999</c:v>
                </c:pt>
                <c:pt idx="2382">
                  <c:v>1.3414900000000001</c:v>
                </c:pt>
                <c:pt idx="2383">
                  <c:v>1.38792</c:v>
                </c:pt>
                <c:pt idx="2384">
                  <c:v>1.3581799999999999</c:v>
                </c:pt>
                <c:pt idx="2385">
                  <c:v>1.45302</c:v>
                </c:pt>
                <c:pt idx="2386">
                  <c:v>1.4753799999999999</c:v>
                </c:pt>
                <c:pt idx="2387">
                  <c:v>#N/A</c:v>
                </c:pt>
                <c:pt idx="2388">
                  <c:v>1.50789</c:v>
                </c:pt>
                <c:pt idx="2389">
                  <c:v>1.6771</c:v>
                </c:pt>
                <c:pt idx="2390">
                  <c:v>1.63463</c:v>
                </c:pt>
                <c:pt idx="2391">
                  <c:v>1.66788</c:v>
                </c:pt>
                <c:pt idx="2392">
                  <c:v>1.7017100000000001</c:v>
                </c:pt>
                <c:pt idx="2393">
                  <c:v>1.6495</c:v>
                </c:pt>
                <c:pt idx="2394">
                  <c:v>1.6937599999999999</c:v>
                </c:pt>
                <c:pt idx="2395">
                  <c:v>1.73498</c:v>
                </c:pt>
                <c:pt idx="2396">
                  <c:v>1.63995</c:v>
                </c:pt>
                <c:pt idx="2397">
                  <c:v>1.7042299999999999</c:v>
                </c:pt>
                <c:pt idx="2398">
                  <c:v>1.8754900000000001</c:v>
                </c:pt>
                <c:pt idx="2399">
                  <c:v>1.7355</c:v>
                </c:pt>
                <c:pt idx="2400">
                  <c:v>1.5942099999999999</c:v>
                </c:pt>
                <c:pt idx="2401">
                  <c:v>1.64334</c:v>
                </c:pt>
                <c:pt idx="2402">
                  <c:v>1.6163000000000001</c:v>
                </c:pt>
                <c:pt idx="2403">
                  <c:v>1.70319</c:v>
                </c:pt>
                <c:pt idx="2404">
                  <c:v>1.78247</c:v>
                </c:pt>
                <c:pt idx="2405">
                  <c:v>1.93163</c:v>
                </c:pt>
                <c:pt idx="2406">
                  <c:v>1.9501299999999999</c:v>
                </c:pt>
                <c:pt idx="2407">
                  <c:v>2.0765099999999999</c:v>
                </c:pt>
                <c:pt idx="2408">
                  <c:v>2.0417800000000002</c:v>
                </c:pt>
                <c:pt idx="2409">
                  <c:v>2.01755</c:v>
                </c:pt>
                <c:pt idx="2410">
                  <c:v>1.9946200000000001</c:v>
                </c:pt>
                <c:pt idx="2411">
                  <c:v>1.927</c:v>
                </c:pt>
                <c:pt idx="2412">
                  <c:v>1.8282499999999999</c:v>
                </c:pt>
                <c:pt idx="2413">
                  <c:v>1.77885</c:v>
                </c:pt>
                <c:pt idx="2414">
                  <c:v>1.8341099999999999</c:v>
                </c:pt>
                <c:pt idx="2415">
                  <c:v>#N/A</c:v>
                </c:pt>
                <c:pt idx="2416">
                  <c:v>1.80019</c:v>
                </c:pt>
                <c:pt idx="2417">
                  <c:v>1.8888100000000001</c:v>
                </c:pt>
                <c:pt idx="2418">
                  <c:v>1.8892800000000001</c:v>
                </c:pt>
                <c:pt idx="2419">
                  <c:v>1.8221000000000001</c:v>
                </c:pt>
                <c:pt idx="2420">
                  <c:v>1.8450899999999999</c:v>
                </c:pt>
                <c:pt idx="2421">
                  <c:v>1.76698</c:v>
                </c:pt>
                <c:pt idx="2422">
                  <c:v>1.6209</c:v>
                </c:pt>
                <c:pt idx="2423">
                  <c:v>1.5728599999999999</c:v>
                </c:pt>
                <c:pt idx="2424">
                  <c:v>1.5051000000000001</c:v>
                </c:pt>
                <c:pt idx="2425">
                  <c:v>1.43537</c:v>
                </c:pt>
                <c:pt idx="2426">
                  <c:v>1.47054</c:v>
                </c:pt>
                <c:pt idx="2427">
                  <c:v>1.47746</c:v>
                </c:pt>
                <c:pt idx="2428">
                  <c:v>1.4814700000000001</c:v>
                </c:pt>
                <c:pt idx="2429">
                  <c:v>1.54681</c:v>
                </c:pt>
                <c:pt idx="2430">
                  <c:v>1.5886899999999999</c:v>
                </c:pt>
                <c:pt idx="2431">
                  <c:v>1.68171</c:v>
                </c:pt>
                <c:pt idx="2432">
                  <c:v>1.73339</c:v>
                </c:pt>
                <c:pt idx="2433">
                  <c:v>1.7715700000000001</c:v>
                </c:pt>
                <c:pt idx="2434">
                  <c:v>1.8064199999999999</c:v>
                </c:pt>
                <c:pt idx="2435">
                  <c:v>1.8089900000000001</c:v>
                </c:pt>
                <c:pt idx="2436">
                  <c:v>1.82711</c:v>
                </c:pt>
                <c:pt idx="2437">
                  <c:v>1.7755300000000001</c:v>
                </c:pt>
                <c:pt idx="2438">
                  <c:v>1.7158599999999999</c:v>
                </c:pt>
                <c:pt idx="2439">
                  <c:v>1.76003</c:v>
                </c:pt>
                <c:pt idx="2440">
                  <c:v>1.76345</c:v>
                </c:pt>
                <c:pt idx="2441">
                  <c:v>1.7596499999999999</c:v>
                </c:pt>
                <c:pt idx="2442">
                  <c:v>1.72865</c:v>
                </c:pt>
                <c:pt idx="2443">
                  <c:v>1.69478</c:v>
                </c:pt>
                <c:pt idx="2444">
                  <c:v>1.71421</c:v>
                </c:pt>
                <c:pt idx="2445">
                  <c:v>1.75779</c:v>
                </c:pt>
                <c:pt idx="2446">
                  <c:v>1.77386</c:v>
                </c:pt>
                <c:pt idx="2447">
                  <c:v>1.8524099999999999</c:v>
                </c:pt>
                <c:pt idx="2448">
                  <c:v>1.87382</c:v>
                </c:pt>
                <c:pt idx="2449">
                  <c:v>1.91709</c:v>
                </c:pt>
                <c:pt idx="2450">
                  <c:v>1.8768800000000001</c:v>
                </c:pt>
                <c:pt idx="2451">
                  <c:v>1.8932199999999999</c:v>
                </c:pt>
                <c:pt idx="2452">
                  <c:v>1.87923</c:v>
                </c:pt>
                <c:pt idx="2453">
                  <c:v>1.9486000000000001</c:v>
                </c:pt>
                <c:pt idx="2454">
                  <c:v>1.94747</c:v>
                </c:pt>
                <c:pt idx="2455">
                  <c:v>1.9953799999999999</c:v>
                </c:pt>
                <c:pt idx="2456">
                  <c:v>1.9766900000000001</c:v>
                </c:pt>
                <c:pt idx="2457">
                  <c:v>#N/A</c:v>
                </c:pt>
                <c:pt idx="2458">
                  <c:v>1.9393499999999999</c:v>
                </c:pt>
                <c:pt idx="2459">
                  <c:v>1.95885</c:v>
                </c:pt>
                <c:pt idx="2460">
                  <c:v>1.94285</c:v>
                </c:pt>
                <c:pt idx="2461">
                  <c:v>1.89035</c:v>
                </c:pt>
                <c:pt idx="2462">
                  <c:v>1.8339099999999999</c:v>
                </c:pt>
                <c:pt idx="2463">
                  <c:v>1.9296</c:v>
                </c:pt>
                <c:pt idx="2464">
                  <c:v>1.86676</c:v>
                </c:pt>
                <c:pt idx="2465">
                  <c:v>1.8822300000000001</c:v>
                </c:pt>
                <c:pt idx="2466">
                  <c:v>1.84755</c:v>
                </c:pt>
                <c:pt idx="2467">
                  <c:v>1.7526200000000001</c:v>
                </c:pt>
                <c:pt idx="2468">
                  <c:v>1.68859</c:v>
                </c:pt>
                <c:pt idx="2469">
                  <c:v>1.5502499999999999</c:v>
                </c:pt>
                <c:pt idx="2470">
                  <c:v>1.6145</c:v>
                </c:pt>
                <c:pt idx="2471">
                  <c:v>1.6614199999999999</c:v>
                </c:pt>
                <c:pt idx="2472">
                  <c:v>1.69085</c:v>
                </c:pt>
                <c:pt idx="2473">
                  <c:v>1.76007</c:v>
                </c:pt>
                <c:pt idx="2474">
                  <c:v>1.77484</c:v>
                </c:pt>
                <c:pt idx="2475">
                  <c:v>1.8259399999999999</c:v>
                </c:pt>
                <c:pt idx="2476">
                  <c:v>1.8368800000000001</c:v>
                </c:pt>
                <c:pt idx="2477">
                  <c:v>1.86619</c:v>
                </c:pt>
                <c:pt idx="2478">
                  <c:v>1.8506899999999999</c:v>
                </c:pt>
                <c:pt idx="2479">
                  <c:v>1.8668</c:v>
                </c:pt>
                <c:pt idx="2480">
                  <c:v>1.8505199999999999</c:v>
                </c:pt>
                <c:pt idx="2481">
                  <c:v>1.80138</c:v>
                </c:pt>
                <c:pt idx="2482">
                  <c:v>1.7879499999999999</c:v>
                </c:pt>
                <c:pt idx="2483">
                  <c:v>1.76048</c:v>
                </c:pt>
                <c:pt idx="2484">
                  <c:v>1.7363599999999999</c:v>
                </c:pt>
                <c:pt idx="2485">
                  <c:v>1.6958800000000001</c:v>
                </c:pt>
                <c:pt idx="2486">
                  <c:v>1.6598900000000001</c:v>
                </c:pt>
                <c:pt idx="2487">
                  <c:v>#N/A</c:v>
                </c:pt>
                <c:pt idx="2488">
                  <c:v>1.6151500000000001</c:v>
                </c:pt>
                <c:pt idx="2489">
                  <c:v>1.6559600000000001</c:v>
                </c:pt>
                <c:pt idx="2490">
                  <c:v>1.6747700000000001</c:v>
                </c:pt>
                <c:pt idx="2491">
                  <c:v>1.60625</c:v>
                </c:pt>
                <c:pt idx="2492">
                  <c:v>1.6001700000000001</c:v>
                </c:pt>
                <c:pt idx="2493">
                  <c:v>1.64289</c:v>
                </c:pt>
                <c:pt idx="2494">
                  <c:v>1.65811</c:v>
                </c:pt>
                <c:pt idx="2495">
                  <c:v>1.6883699999999999</c:v>
                </c:pt>
                <c:pt idx="2496">
                  <c:v>1.7269099999999999</c:v>
                </c:pt>
                <c:pt idx="2497">
                  <c:v>1.7299899999999999</c:v>
                </c:pt>
                <c:pt idx="2498">
                  <c:v>1.73377</c:v>
                </c:pt>
                <c:pt idx="2499">
                  <c:v>1.6771499999999999</c:v>
                </c:pt>
                <c:pt idx="2500">
                  <c:v>1.6968700000000001</c:v>
                </c:pt>
                <c:pt idx="2501">
                  <c:v>1.7110099999999999</c:v>
                </c:pt>
                <c:pt idx="2502">
                  <c:v>1.7132000000000001</c:v>
                </c:pt>
                <c:pt idx="2503">
                  <c:v>1.7430099999999999</c:v>
                </c:pt>
                <c:pt idx="2504">
                  <c:v>1.7754799999999999</c:v>
                </c:pt>
                <c:pt idx="2505">
                  <c:v>1.83969</c:v>
                </c:pt>
                <c:pt idx="2506">
                  <c:v>1.85145</c:v>
                </c:pt>
                <c:pt idx="2507">
                  <c:v>#N/A</c:v>
                </c:pt>
                <c:pt idx="2508">
                  <c:v>1.8984000000000001</c:v>
                </c:pt>
                <c:pt idx="2509">
                  <c:v>1.9040900000000001</c:v>
                </c:pt>
                <c:pt idx="2510">
                  <c:v>1.8394999999999999</c:v>
                </c:pt>
                <c:pt idx="2511">
                  <c:v>1.79941</c:v>
                </c:pt>
                <c:pt idx="2512">
                  <c:v>1.7873399999999999</c:v>
                </c:pt>
                <c:pt idx="2513">
                  <c:v>1.79426</c:v>
                </c:pt>
                <c:pt idx="2514">
                  <c:v>1.7977300000000001</c:v>
                </c:pt>
                <c:pt idx="2515">
                  <c:v>1.8295699999999999</c:v>
                </c:pt>
                <c:pt idx="2516">
                  <c:v>1.84964</c:v>
                </c:pt>
                <c:pt idx="2517">
                  <c:v>1.87551</c:v>
                </c:pt>
                <c:pt idx="2518">
                  <c:v>1.8971800000000001</c:v>
                </c:pt>
                <c:pt idx="2519">
                  <c:v>1.9016200000000001</c:v>
                </c:pt>
                <c:pt idx="2520">
                  <c:v>#N/A</c:v>
                </c:pt>
                <c:pt idx="2521">
                  <c:v>1.9016200000000001</c:v>
                </c:pt>
                <c:pt idx="2522">
                  <c:v>1.90252</c:v>
                </c:pt>
                <c:pt idx="2523">
                  <c:v>1.9282600000000001</c:v>
                </c:pt>
                <c:pt idx="2524">
                  <c:v>1.9311700000000001</c:v>
                </c:pt>
                <c:pt idx="2525">
                  <c:v>1.9255</c:v>
                </c:pt>
                <c:pt idx="2526">
                  <c:v>1.8774500000000001</c:v>
                </c:pt>
                <c:pt idx="2527">
                  <c:v>1.8863399999999999</c:v>
                </c:pt>
                <c:pt idx="2528">
                  <c:v>1.86758</c:v>
                </c:pt>
                <c:pt idx="2529">
                  <c:v>1.83653</c:v>
                </c:pt>
                <c:pt idx="2530">
                  <c:v>1.76546</c:v>
                </c:pt>
                <c:pt idx="2531">
                  <c:v>1.7364200000000001</c:v>
                </c:pt>
                <c:pt idx="2532">
                  <c:v>1.7235100000000001</c:v>
                </c:pt>
                <c:pt idx="2533">
                  <c:v>1.7754300000000001</c:v>
                </c:pt>
                <c:pt idx="2534">
                  <c:v>1.7573799999999999</c:v>
                </c:pt>
                <c:pt idx="2535">
                  <c:v>1.7372399999999999</c:v>
                </c:pt>
                <c:pt idx="2536">
                  <c:v>1.7256199999999999</c:v>
                </c:pt>
                <c:pt idx="2537">
                  <c:v>1.7018800000000001</c:v>
                </c:pt>
                <c:pt idx="2538">
                  <c:v>1.6410800000000001</c:v>
                </c:pt>
                <c:pt idx="2539">
                  <c:v>#N/A</c:v>
                </c:pt>
                <c:pt idx="2540">
                  <c:v>1.631</c:v>
                </c:pt>
                <c:pt idx="2541">
                  <c:v>1.63642</c:v>
                </c:pt>
                <c:pt idx="2542">
                  <c:v>1.6719299999999999</c:v>
                </c:pt>
                <c:pt idx="2543">
                  <c:v>1.6319600000000001</c:v>
                </c:pt>
                <c:pt idx="2544">
                  <c:v>#N/A</c:v>
                </c:pt>
                <c:pt idx="2545">
                  <c:v>1.6896100000000001</c:v>
                </c:pt>
                <c:pt idx="2546">
                  <c:v>1.6731</c:v>
                </c:pt>
                <c:pt idx="2547">
                  <c:v>1.70312</c:v>
                </c:pt>
                <c:pt idx="2548">
                  <c:v>1.7238599999999999</c:v>
                </c:pt>
                <c:pt idx="2549">
                  <c:v>1.71061</c:v>
                </c:pt>
                <c:pt idx="2550">
                  <c:v>1.71207</c:v>
                </c:pt>
                <c:pt idx="2551">
                  <c:v>1.7653799999999999</c:v>
                </c:pt>
                <c:pt idx="2552">
                  <c:v>1.7779499999999999</c:v>
                </c:pt>
                <c:pt idx="2553">
                  <c:v>1.7374700000000001</c:v>
                </c:pt>
                <c:pt idx="2554">
                  <c:v>1.6775800000000001</c:v>
                </c:pt>
                <c:pt idx="2555">
                  <c:v>1.7174199999999999</c:v>
                </c:pt>
                <c:pt idx="2556">
                  <c:v>1.7444299999999999</c:v>
                </c:pt>
                <c:pt idx="2557">
                  <c:v>#N/A</c:v>
                </c:pt>
                <c:pt idx="2558">
                  <c:v>1.7736799999999999</c:v>
                </c:pt>
                <c:pt idx="2559">
                  <c:v>1.83684</c:v>
                </c:pt>
                <c:pt idx="2560">
                  <c:v>1.9570099999999999</c:v>
                </c:pt>
                <c:pt idx="2561">
                  <c:v>2.0179800000000001</c:v>
                </c:pt>
                <c:pt idx="2562">
                  <c:v>2.0217999999999998</c:v>
                </c:pt>
                <c:pt idx="2563">
                  <c:v>2.01084</c:v>
                </c:pt>
                <c:pt idx="2564">
                  <c:v>2.0879500000000002</c:v>
                </c:pt>
                <c:pt idx="2565">
                  <c:v>2.0931799999999998</c:v>
                </c:pt>
                <c:pt idx="2566">
                  <c:v>2.0809799999999998</c:v>
                </c:pt>
                <c:pt idx="2567">
                  <c:v>2.14303</c:v>
                </c:pt>
                <c:pt idx="2568">
                  <c:v>2.0410300000000001</c:v>
                </c:pt>
                <c:pt idx="2569">
                  <c:v>1.9697199999999999</c:v>
                </c:pt>
                <c:pt idx="2570">
                  <c:v>1.92008</c:v>
                </c:pt>
                <c:pt idx="2571">
                  <c:v>1.8842300000000001</c:v>
                </c:pt>
                <c:pt idx="2572">
                  <c:v>1.92038</c:v>
                </c:pt>
                <c:pt idx="2573">
                  <c:v>1.8984300000000001</c:v>
                </c:pt>
                <c:pt idx="2574">
                  <c:v>1.8705099999999999</c:v>
                </c:pt>
                <c:pt idx="2575">
                  <c:v>1.8430500000000001</c:v>
                </c:pt>
                <c:pt idx="2576">
                  <c:v>1.8287100000000001</c:v>
                </c:pt>
                <c:pt idx="2577">
                  <c:v>#N/A</c:v>
                </c:pt>
                <c:pt idx="2578">
                  <c:v>1.8612899999999999</c:v>
                </c:pt>
                <c:pt idx="2579">
                  <c:v>1.8336300000000001</c:v>
                </c:pt>
                <c:pt idx="2580">
                  <c:v>1.84789</c:v>
                </c:pt>
                <c:pt idx="2581">
                  <c:v>1.86252</c:v>
                </c:pt>
                <c:pt idx="2582">
                  <c:v>1.77948</c:v>
                </c:pt>
                <c:pt idx="2583">
                  <c:v>1.8121799999999999</c:v>
                </c:pt>
                <c:pt idx="2584">
                  <c:v>1.8565400000000001</c:v>
                </c:pt>
                <c:pt idx="2585">
                  <c:v>1.8205800000000001</c:v>
                </c:pt>
                <c:pt idx="2586">
                  <c:v>1.83948</c:v>
                </c:pt>
                <c:pt idx="2587">
                  <c:v>1.9077599999999999</c:v>
                </c:pt>
                <c:pt idx="2588">
                  <c:v>1.7749900000000001</c:v>
                </c:pt>
                <c:pt idx="2589">
                  <c:v>1.7179199999999999</c:v>
                </c:pt>
                <c:pt idx="2590">
                  <c:v>1.7003299999999999</c:v>
                </c:pt>
                <c:pt idx="2591">
                  <c:v>1.7023299999999999</c:v>
                </c:pt>
                <c:pt idx="2592">
                  <c:v>1.72498</c:v>
                </c:pt>
                <c:pt idx="2593">
                  <c:v>1.7542899999999999</c:v>
                </c:pt>
                <c:pt idx="2594">
                  <c:v>1.7325900000000001</c:v>
                </c:pt>
                <c:pt idx="2595">
                  <c:v>1.8162400000000001</c:v>
                </c:pt>
                <c:pt idx="2596">
                  <c:v>1.8340799999999999</c:v>
                </c:pt>
                <c:pt idx="2597">
                  <c:v>1.8109200000000001</c:v>
                </c:pt>
                <c:pt idx="2598">
                  <c:v>1.78122</c:v>
                </c:pt>
                <c:pt idx="2599">
                  <c:v>1.77264</c:v>
                </c:pt>
                <c:pt idx="2600">
                  <c:v>1.81934</c:v>
                </c:pt>
                <c:pt idx="2601">
                  <c:v>1.8064100000000001</c:v>
                </c:pt>
                <c:pt idx="2602">
                  <c:v>1.8480099999999999</c:v>
                </c:pt>
                <c:pt idx="2603">
                  <c:v>1.7885800000000001</c:v>
                </c:pt>
                <c:pt idx="2604">
                  <c:v>1.7426600000000001</c:v>
                </c:pt>
                <c:pt idx="2605">
                  <c:v>1.7112000000000001</c:v>
                </c:pt>
                <c:pt idx="2606">
                  <c:v>1.7055499999999999</c:v>
                </c:pt>
                <c:pt idx="2607">
                  <c:v>1.68493</c:v>
                </c:pt>
                <c:pt idx="2608">
                  <c:v>1.59613</c:v>
                </c:pt>
                <c:pt idx="2609">
                  <c:v>1.6051</c:v>
                </c:pt>
                <c:pt idx="2610">
                  <c:v>1.6149100000000001</c:v>
                </c:pt>
                <c:pt idx="2611">
                  <c:v>1.6071899999999999</c:v>
                </c:pt>
                <c:pt idx="2612">
                  <c:v>1.58168</c:v>
                </c:pt>
                <c:pt idx="2613">
                  <c:v>1.5990800000000001</c:v>
                </c:pt>
                <c:pt idx="2614">
                  <c:v>1.59667</c:v>
                </c:pt>
                <c:pt idx="2615">
                  <c:v>1.5987</c:v>
                </c:pt>
                <c:pt idx="2616">
                  <c:v>1.62436</c:v>
                </c:pt>
                <c:pt idx="2617">
                  <c:v>1.6434</c:v>
                </c:pt>
                <c:pt idx="2618">
                  <c:v>1.67984</c:v>
                </c:pt>
                <c:pt idx="2619">
                  <c:v>1.6691</c:v>
                </c:pt>
                <c:pt idx="2620">
                  <c:v>1.58185</c:v>
                </c:pt>
                <c:pt idx="2621">
                  <c:v>#N/A</c:v>
                </c:pt>
                <c:pt idx="2622">
                  <c:v>1.5854600000000001</c:v>
                </c:pt>
                <c:pt idx="2623">
                  <c:v>1.6115699999999999</c:v>
                </c:pt>
                <c:pt idx="2624">
                  <c:v>1.6444000000000001</c:v>
                </c:pt>
                <c:pt idx="2625">
                  <c:v>1.6469499999999999</c:v>
                </c:pt>
                <c:pt idx="2626">
                  <c:v>1.66473</c:v>
                </c:pt>
                <c:pt idx="2627">
                  <c:v>1.6387700000000001</c:v>
                </c:pt>
                <c:pt idx="2628">
                  <c:v>1.60494</c:v>
                </c:pt>
                <c:pt idx="2629">
                  <c:v>1.5658799999999999</c:v>
                </c:pt>
                <c:pt idx="2630">
                  <c:v>1.5873600000000001</c:v>
                </c:pt>
                <c:pt idx="2631">
                  <c:v>1.5855999999999999</c:v>
                </c:pt>
                <c:pt idx="2632">
                  <c:v>1.59765</c:v>
                </c:pt>
                <c:pt idx="2633">
                  <c:v>1.5620400000000001</c:v>
                </c:pt>
                <c:pt idx="2634">
                  <c:v>1.5303500000000001</c:v>
                </c:pt>
                <c:pt idx="2635">
                  <c:v>1.4721200000000001</c:v>
                </c:pt>
                <c:pt idx="2636">
                  <c:v>1.4924200000000001</c:v>
                </c:pt>
                <c:pt idx="2637">
                  <c:v>1.48569</c:v>
                </c:pt>
                <c:pt idx="2638">
                  <c:v>1.4875100000000001</c:v>
                </c:pt>
                <c:pt idx="2639">
                  <c:v>1.50274</c:v>
                </c:pt>
                <c:pt idx="2640">
                  <c:v>1.54776</c:v>
                </c:pt>
                <c:pt idx="2641">
                  <c:v>1.55925</c:v>
                </c:pt>
                <c:pt idx="2642">
                  <c:v>1.53443</c:v>
                </c:pt>
                <c:pt idx="2643">
                  <c:v>1.6160300000000001</c:v>
                </c:pt>
                <c:pt idx="2644">
                  <c:v>1.56494</c:v>
                </c:pt>
                <c:pt idx="2645">
                  <c:v>1.56589</c:v>
                </c:pt>
                <c:pt idx="2646">
                  <c:v>1.57605</c:v>
                </c:pt>
                <c:pt idx="2647">
                  <c:v>#N/A</c:v>
                </c:pt>
                <c:pt idx="2648">
                  <c:v>1.56402</c:v>
                </c:pt>
                <c:pt idx="2649">
                  <c:v>1.5387200000000001</c:v>
                </c:pt>
                <c:pt idx="2650">
                  <c:v>1.4539899999999999</c:v>
                </c:pt>
                <c:pt idx="2651">
                  <c:v>1.4714799999999999</c:v>
                </c:pt>
                <c:pt idx="2652">
                  <c:v>1.44286</c:v>
                </c:pt>
                <c:pt idx="2653">
                  <c:v>1.4361600000000001</c:v>
                </c:pt>
                <c:pt idx="2654">
                  <c:v>1.44754</c:v>
                </c:pt>
                <c:pt idx="2655">
                  <c:v>1.4220299999999999</c:v>
                </c:pt>
                <c:pt idx="2656">
                  <c:v>1.3328</c:v>
                </c:pt>
                <c:pt idx="2657">
                  <c:v>1.3295399999999999</c:v>
                </c:pt>
                <c:pt idx="2658">
                  <c:v>1.36117</c:v>
                </c:pt>
                <c:pt idx="2659">
                  <c:v>1.4596</c:v>
                </c:pt>
                <c:pt idx="2660">
                  <c:v>1.5038400000000001</c:v>
                </c:pt>
                <c:pt idx="2661">
                  <c:v>1.4580900000000001</c:v>
                </c:pt>
                <c:pt idx="2662">
                  <c:v>1.4991099999999999</c:v>
                </c:pt>
                <c:pt idx="2663">
                  <c:v>1.4891300000000001</c:v>
                </c:pt>
                <c:pt idx="2664">
                  <c:v>1.4785900000000001</c:v>
                </c:pt>
                <c:pt idx="2665">
                  <c:v>1.48614</c:v>
                </c:pt>
                <c:pt idx="2666">
                  <c:v>1.4916499999999999</c:v>
                </c:pt>
                <c:pt idx="2667">
                  <c:v>1.4691099999999999</c:v>
                </c:pt>
                <c:pt idx="2668">
                  <c:v>1.4612700000000001</c:v>
                </c:pt>
                <c:pt idx="2669">
                  <c:v>1.4303600000000001</c:v>
                </c:pt>
                <c:pt idx="2670">
                  <c:v>1.4239299999999999</c:v>
                </c:pt>
                <c:pt idx="2671">
                  <c:v>1.4347300000000001</c:v>
                </c:pt>
                <c:pt idx="2672">
                  <c:v>1.43506</c:v>
                </c:pt>
                <c:pt idx="2673">
                  <c:v>1.4092499999999999</c:v>
                </c:pt>
                <c:pt idx="2674">
                  <c:v>1.3986499999999999</c:v>
                </c:pt>
                <c:pt idx="2675">
                  <c:v>1.40743</c:v>
                </c:pt>
                <c:pt idx="2676">
                  <c:v>#N/A</c:v>
                </c:pt>
                <c:pt idx="2677">
                  <c:v>1.41578</c:v>
                </c:pt>
                <c:pt idx="2678">
                  <c:v>1.44408</c:v>
                </c:pt>
                <c:pt idx="2679">
                  <c:v>1.4779599999999999</c:v>
                </c:pt>
                <c:pt idx="2680">
                  <c:v>1.48926</c:v>
                </c:pt>
                <c:pt idx="2681">
                  <c:v>1.50573</c:v>
                </c:pt>
                <c:pt idx="2682">
                  <c:v>1.5140199999999999</c:v>
                </c:pt>
                <c:pt idx="2683">
                  <c:v>1.5166999999999999</c:v>
                </c:pt>
                <c:pt idx="2684">
                  <c:v>1.51553</c:v>
                </c:pt>
                <c:pt idx="2685">
                  <c:v>1.55427</c:v>
                </c:pt>
                <c:pt idx="2686">
                  <c:v>1.4737100000000001</c:v>
                </c:pt>
                <c:pt idx="2687">
                  <c:v>1.4654499999999999</c:v>
                </c:pt>
                <c:pt idx="2688">
                  <c:v>1.42153</c:v>
                </c:pt>
                <c:pt idx="2689">
                  <c:v>1.37093</c:v>
                </c:pt>
                <c:pt idx="2690">
                  <c:v>1.3797999999999999</c:v>
                </c:pt>
                <c:pt idx="2691">
                  <c:v>1.4452400000000001</c:v>
                </c:pt>
                <c:pt idx="2692">
                  <c:v>1.4520900000000001</c:v>
                </c:pt>
                <c:pt idx="2693">
                  <c:v>1.50892</c:v>
                </c:pt>
                <c:pt idx="2694">
                  <c:v>1.4154</c:v>
                </c:pt>
                <c:pt idx="2695">
                  <c:v>1.4521500000000001</c:v>
                </c:pt>
                <c:pt idx="2696">
                  <c:v>1.5891</c:v>
                </c:pt>
                <c:pt idx="2697">
                  <c:v>1.5749299999999999</c:v>
                </c:pt>
                <c:pt idx="2698">
                  <c:v>1.62398</c:v>
                </c:pt>
                <c:pt idx="2699">
                  <c:v>1.60595</c:v>
                </c:pt>
                <c:pt idx="2700">
                  <c:v>1.65794</c:v>
                </c:pt>
                <c:pt idx="2701">
                  <c:v>1.6588099999999999</c:v>
                </c:pt>
                <c:pt idx="2702">
                  <c:v>1.6263700000000001</c:v>
                </c:pt>
                <c:pt idx="2703">
                  <c:v>1.58948</c:v>
                </c:pt>
                <c:pt idx="2704">
                  <c:v>1.5807800000000001</c:v>
                </c:pt>
                <c:pt idx="2705">
                  <c:v>1.5183800000000001</c:v>
                </c:pt>
                <c:pt idx="2706">
                  <c:v>1.53176</c:v>
                </c:pt>
                <c:pt idx="2707">
                  <c:v>1.5153300000000001</c:v>
                </c:pt>
                <c:pt idx="2708">
                  <c:v>1.47523</c:v>
                </c:pt>
                <c:pt idx="2709">
                  <c:v>1.45041</c:v>
                </c:pt>
                <c:pt idx="2710">
                  <c:v>1.45594</c:v>
                </c:pt>
                <c:pt idx="2711">
                  <c:v>1.47095</c:v>
                </c:pt>
                <c:pt idx="2712">
                  <c:v>1.4604600000000001</c:v>
                </c:pt>
                <c:pt idx="2713">
                  <c:v>1.4694400000000001</c:v>
                </c:pt>
                <c:pt idx="2714">
                  <c:v>1.4536800000000001</c:v>
                </c:pt>
                <c:pt idx="2715">
                  <c:v>1.46736</c:v>
                </c:pt>
                <c:pt idx="2716">
                  <c:v>1.46315</c:v>
                </c:pt>
                <c:pt idx="2717">
                  <c:v>#N/A</c:v>
                </c:pt>
                <c:pt idx="2718">
                  <c:v>1.44123</c:v>
                </c:pt>
                <c:pt idx="2719">
                  <c:v>1.4263300000000001</c:v>
                </c:pt>
                <c:pt idx="2720">
                  <c:v>1.43103</c:v>
                </c:pt>
                <c:pt idx="2721">
                  <c:v>1.41381</c:v>
                </c:pt>
                <c:pt idx="2722">
                  <c:v>1.4296199999999999</c:v>
                </c:pt>
                <c:pt idx="2723">
                  <c:v>1.5062500000000001</c:v>
                </c:pt>
                <c:pt idx="2724">
                  <c:v>1.5070699999999999</c:v>
                </c:pt>
                <c:pt idx="2725">
                  <c:v>1.5016499999999999</c:v>
                </c:pt>
                <c:pt idx="2726">
                  <c:v>1.51387</c:v>
                </c:pt>
                <c:pt idx="2727">
                  <c:v>1.5465</c:v>
                </c:pt>
                <c:pt idx="2728">
                  <c:v>1.56134</c:v>
                </c:pt>
                <c:pt idx="2729">
                  <c:v>1.4963</c:v>
                </c:pt>
                <c:pt idx="2730">
                  <c:v>1.5074099999999999</c:v>
                </c:pt>
                <c:pt idx="2731">
                  <c:v>1.50132</c:v>
                </c:pt>
                <c:pt idx="2732">
                  <c:v>1.5285200000000001</c:v>
                </c:pt>
                <c:pt idx="2733">
                  <c:v>1.53538</c:v>
                </c:pt>
                <c:pt idx="2734">
                  <c:v>1.5052000000000001</c:v>
                </c:pt>
                <c:pt idx="2735">
                  <c:v>1.58623</c:v>
                </c:pt>
                <c:pt idx="2736">
                  <c:v>1.6135200000000001</c:v>
                </c:pt>
                <c:pt idx="2737">
                  <c:v>1.7031400000000001</c:v>
                </c:pt>
                <c:pt idx="2738">
                  <c:v>1.6899500000000001</c:v>
                </c:pt>
                <c:pt idx="2739">
                  <c:v>1.7644899999999999</c:v>
                </c:pt>
                <c:pt idx="2740">
                  <c:v>1.6852199999999999</c:v>
                </c:pt>
                <c:pt idx="2741">
                  <c:v>1.68408</c:v>
                </c:pt>
                <c:pt idx="2742">
                  <c:v>1.69825</c:v>
                </c:pt>
                <c:pt idx="2743">
                  <c:v>1.7601199999999999</c:v>
                </c:pt>
                <c:pt idx="2744">
                  <c:v>1.75614</c:v>
                </c:pt>
                <c:pt idx="2745">
                  <c:v>1.7265699999999999</c:v>
                </c:pt>
                <c:pt idx="2746">
                  <c:v>1.7578</c:v>
                </c:pt>
                <c:pt idx="2747">
                  <c:v>#N/A</c:v>
                </c:pt>
                <c:pt idx="2748">
                  <c:v>1.8487499999999999</c:v>
                </c:pt>
                <c:pt idx="2749">
                  <c:v>1.8407899999999999</c:v>
                </c:pt>
                <c:pt idx="2750">
                  <c:v>1.79338</c:v>
                </c:pt>
                <c:pt idx="2751">
                  <c:v>1.7331300000000001</c:v>
                </c:pt>
                <c:pt idx="2752">
                  <c:v>1.75084</c:v>
                </c:pt>
                <c:pt idx="2753">
                  <c:v>1.7550600000000001</c:v>
                </c:pt>
                <c:pt idx="2754">
                  <c:v>1.7268399999999999</c:v>
                </c:pt>
                <c:pt idx="2755">
                  <c:v>1.68448</c:v>
                </c:pt>
                <c:pt idx="2756">
                  <c:v>1.7265200000000001</c:v>
                </c:pt>
                <c:pt idx="2757">
                  <c:v>1.7585599999999999</c:v>
                </c:pt>
                <c:pt idx="2758">
                  <c:v>1.71262</c:v>
                </c:pt>
                <c:pt idx="2759">
                  <c:v>1.6823699999999999</c:v>
                </c:pt>
                <c:pt idx="2760">
                  <c:v>1.72834</c:v>
                </c:pt>
                <c:pt idx="2761">
                  <c:v>1.71556</c:v>
                </c:pt>
                <c:pt idx="2762">
                  <c:v>1.7199199999999999</c:v>
                </c:pt>
                <c:pt idx="2763">
                  <c:v>1.7408399999999999</c:v>
                </c:pt>
                <c:pt idx="2764">
                  <c:v>1.72628</c:v>
                </c:pt>
                <c:pt idx="2765">
                  <c:v>1.6931499999999999</c:v>
                </c:pt>
                <c:pt idx="2766">
                  <c:v>1.7348300000000001</c:v>
                </c:pt>
                <c:pt idx="2767">
                  <c:v>1.6975</c:v>
                </c:pt>
                <c:pt idx="2768">
                  <c:v>#N/A</c:v>
                </c:pt>
                <c:pt idx="2769">
                  <c:v>1.69241</c:v>
                </c:pt>
                <c:pt idx="2770">
                  <c:v>1.67659</c:v>
                </c:pt>
                <c:pt idx="2771">
                  <c:v>1.7173099999999999</c:v>
                </c:pt>
                <c:pt idx="2772">
                  <c:v>1.7324900000000001</c:v>
                </c:pt>
                <c:pt idx="2773">
                  <c:v>1.74823</c:v>
                </c:pt>
                <c:pt idx="2774">
                  <c:v>1.72943</c:v>
                </c:pt>
                <c:pt idx="2775">
                  <c:v>1.76363</c:v>
                </c:pt>
                <c:pt idx="2776">
                  <c:v>1.7302599999999999</c:v>
                </c:pt>
                <c:pt idx="2777">
                  <c:v>1.7269300000000001</c:v>
                </c:pt>
                <c:pt idx="2778">
                  <c:v>1.7761100000000001</c:v>
                </c:pt>
                <c:pt idx="2779">
                  <c:v>1.75376</c:v>
                </c:pt>
                <c:pt idx="2780">
                  <c:v>#N/A</c:v>
                </c:pt>
                <c:pt idx="2781">
                  <c:v>1.75376</c:v>
                </c:pt>
                <c:pt idx="2782">
                  <c:v>1.8110299999999999</c:v>
                </c:pt>
                <c:pt idx="2783">
                  <c:v>1.74841</c:v>
                </c:pt>
                <c:pt idx="2784">
                  <c:v>1.7458199999999999</c:v>
                </c:pt>
                <c:pt idx="2785">
                  <c:v>1.7775700000000001</c:v>
                </c:pt>
                <c:pt idx="2786">
                  <c:v>1.81029</c:v>
                </c:pt>
                <c:pt idx="2787">
                  <c:v>1.9432799999999999</c:v>
                </c:pt>
                <c:pt idx="2788">
                  <c:v>1.9914099999999999</c:v>
                </c:pt>
                <c:pt idx="2789">
                  <c:v>2.11863</c:v>
                </c:pt>
                <c:pt idx="2790">
                  <c:v>2.1801699999999999</c:v>
                </c:pt>
                <c:pt idx="2791">
                  <c:v>2.29528</c:v>
                </c:pt>
                <c:pt idx="2792">
                  <c:v>2.38584</c:v>
                </c:pt>
                <c:pt idx="2793">
                  <c:v>2.53416</c:v>
                </c:pt>
                <c:pt idx="2794">
                  <c:v>2.34524</c:v>
                </c:pt>
                <c:pt idx="2795">
                  <c:v>2.06758</c:v>
                </c:pt>
                <c:pt idx="2796">
                  <c:v>1.96757</c:v>
                </c:pt>
                <c:pt idx="2797">
                  <c:v>1.9437800000000001</c:v>
                </c:pt>
                <c:pt idx="2798">
                  <c:v>1.8704099999999999</c:v>
                </c:pt>
                <c:pt idx="2799">
                  <c:v>1.88384</c:v>
                </c:pt>
                <c:pt idx="2800">
                  <c:v>#N/A</c:v>
                </c:pt>
                <c:pt idx="2801">
                  <c:v>1.86737</c:v>
                </c:pt>
                <c:pt idx="2802">
                  <c:v>1.89341</c:v>
                </c:pt>
                <c:pt idx="2803">
                  <c:v>1.9068099999999999</c:v>
                </c:pt>
                <c:pt idx="2804">
                  <c:v>1.9614400000000001</c:v>
                </c:pt>
                <c:pt idx="2805">
                  <c:v>#N/A</c:v>
                </c:pt>
                <c:pt idx="2806">
                  <c:v>2.02311</c:v>
                </c:pt>
                <c:pt idx="2807">
                  <c:v>2.2136</c:v>
                </c:pt>
                <c:pt idx="2808">
                  <c:v>2.2722500000000001</c:v>
                </c:pt>
                <c:pt idx="2809">
                  <c:v>2.20702</c:v>
                </c:pt>
                <c:pt idx="2810">
                  <c:v>2.1534</c:v>
                </c:pt>
                <c:pt idx="2811">
                  <c:v>2.2002700000000002</c:v>
                </c:pt>
                <c:pt idx="2812">
                  <c:v>2.3100800000000001</c:v>
                </c:pt>
                <c:pt idx="2813">
                  <c:v>2.3495200000000001</c:v>
                </c:pt>
                <c:pt idx="2814">
                  <c:v>2.3998200000000001</c:v>
                </c:pt>
                <c:pt idx="2815">
                  <c:v>2.4511400000000001</c:v>
                </c:pt>
                <c:pt idx="2816">
                  <c:v>2.4197099999999998</c:v>
                </c:pt>
                <c:pt idx="2817">
                  <c:v>#N/A</c:v>
                </c:pt>
                <c:pt idx="2818">
                  <c:v>2.4142100000000002</c:v>
                </c:pt>
                <c:pt idx="2819">
                  <c:v>2.41513</c:v>
                </c:pt>
                <c:pt idx="2820">
                  <c:v>2.37751</c:v>
                </c:pt>
                <c:pt idx="2821">
                  <c:v>2.3043</c:v>
                </c:pt>
                <c:pt idx="2822">
                  <c:v>2.3142499999999999</c:v>
                </c:pt>
                <c:pt idx="2823">
                  <c:v>2.3052700000000002</c:v>
                </c:pt>
                <c:pt idx="2824">
                  <c:v>2.3829799999999999</c:v>
                </c:pt>
                <c:pt idx="2825">
                  <c:v>2.3188</c:v>
                </c:pt>
                <c:pt idx="2826">
                  <c:v>2.2898100000000001</c:v>
                </c:pt>
                <c:pt idx="2827">
                  <c:v>2.1869499999999999</c:v>
                </c:pt>
                <c:pt idx="2828">
                  <c:v>2.1158800000000002</c:v>
                </c:pt>
                <c:pt idx="2829">
                  <c:v>2.18296</c:v>
                </c:pt>
                <c:pt idx="2830">
                  <c:v>2.1423299999999998</c:v>
                </c:pt>
                <c:pt idx="2831">
                  <c:v>2.1164000000000001</c:v>
                </c:pt>
                <c:pt idx="2832">
                  <c:v>2.12046</c:v>
                </c:pt>
                <c:pt idx="2833">
                  <c:v>2.1766999999999999</c:v>
                </c:pt>
                <c:pt idx="2834">
                  <c:v>2.16967</c:v>
                </c:pt>
                <c:pt idx="2835">
                  <c:v>2.1430699999999998</c:v>
                </c:pt>
                <c:pt idx="2836">
                  <c:v>2.06969</c:v>
                </c:pt>
                <c:pt idx="2837">
                  <c:v>#N/A</c:v>
                </c:pt>
                <c:pt idx="2838">
                  <c:v>1.98838</c:v>
                </c:pt>
                <c:pt idx="2839">
                  <c:v>2.0588000000000002</c:v>
                </c:pt>
                <c:pt idx="2840">
                  <c:v>2.0138500000000001</c:v>
                </c:pt>
                <c:pt idx="2841">
                  <c:v>1.97038</c:v>
                </c:pt>
                <c:pt idx="2842">
                  <c:v>2.0169999999999999</c:v>
                </c:pt>
                <c:pt idx="2843">
                  <c:v>2.0412499999999998</c:v>
                </c:pt>
                <c:pt idx="2844">
                  <c:v>2.00732</c:v>
                </c:pt>
                <c:pt idx="2845">
                  <c:v>1.9571400000000001</c:v>
                </c:pt>
                <c:pt idx="2846">
                  <c:v>1.98786</c:v>
                </c:pt>
                <c:pt idx="2847">
                  <c:v>1.93988</c:v>
                </c:pt>
                <c:pt idx="2848">
                  <c:v>1.9706699999999999</c:v>
                </c:pt>
                <c:pt idx="2849">
                  <c:v>2.0127299999999999</c:v>
                </c:pt>
                <c:pt idx="2850">
                  <c:v>2.0747</c:v>
                </c:pt>
                <c:pt idx="2851">
                  <c:v>2.0881699999999999</c:v>
                </c:pt>
                <c:pt idx="2852">
                  <c:v>2.1445599999999998</c:v>
                </c:pt>
                <c:pt idx="2853">
                  <c:v>2.2597399999999999</c:v>
                </c:pt>
                <c:pt idx="2854">
                  <c:v>2.2583600000000001</c:v>
                </c:pt>
                <c:pt idx="2855">
                  <c:v>2.19767</c:v>
                </c:pt>
                <c:pt idx="2856">
                  <c:v>2.27597</c:v>
                </c:pt>
                <c:pt idx="2857">
                  <c:v>2.3463699999999998</c:v>
                </c:pt>
                <c:pt idx="2858">
                  <c:v>2.37927</c:v>
                </c:pt>
                <c:pt idx="2859">
                  <c:v>2.3823799999999999</c:v>
                </c:pt>
                <c:pt idx="2860">
                  <c:v>2.3454600000000001</c:v>
                </c:pt>
                <c:pt idx="2861">
                  <c:v>2.32185</c:v>
                </c:pt>
                <c:pt idx="2862">
                  <c:v>2.3217599999999998</c:v>
                </c:pt>
                <c:pt idx="2863">
                  <c:v>2.3138899999999998</c:v>
                </c:pt>
                <c:pt idx="2864">
                  <c:v>2.2753100000000002</c:v>
                </c:pt>
                <c:pt idx="2865">
                  <c:v>2.2258</c:v>
                </c:pt>
                <c:pt idx="2866">
                  <c:v>2.24864</c:v>
                </c:pt>
                <c:pt idx="2867">
                  <c:v>2.20302</c:v>
                </c:pt>
                <c:pt idx="2868">
                  <c:v>2.2170800000000002</c:v>
                </c:pt>
                <c:pt idx="2869">
                  <c:v>2.2462900000000001</c:v>
                </c:pt>
                <c:pt idx="2870">
                  <c:v>2.1818200000000001</c:v>
                </c:pt>
                <c:pt idx="2871">
                  <c:v>2.2054200000000002</c:v>
                </c:pt>
                <c:pt idx="2872">
                  <c:v>2.1318600000000001</c:v>
                </c:pt>
                <c:pt idx="2873">
                  <c:v>2.1706699999999999</c:v>
                </c:pt>
                <c:pt idx="2874">
                  <c:v>2.1667999999999998</c:v>
                </c:pt>
                <c:pt idx="2875">
                  <c:v>2.1363599999999998</c:v>
                </c:pt>
                <c:pt idx="2876">
                  <c:v>2.1544300000000001</c:v>
                </c:pt>
                <c:pt idx="2877">
                  <c:v>2.1503199999999998</c:v>
                </c:pt>
                <c:pt idx="2878">
                  <c:v>2.1734100000000001</c:v>
                </c:pt>
                <c:pt idx="2879">
                  <c:v>2.1652399999999998</c:v>
                </c:pt>
                <c:pt idx="2880">
                  <c:v>2.19373</c:v>
                </c:pt>
                <c:pt idx="2881">
                  <c:v>2.2524600000000001</c:v>
                </c:pt>
                <c:pt idx="2882">
                  <c:v>2.2282099999999998</c:v>
                </c:pt>
                <c:pt idx="2883">
                  <c:v>2.1659999999999999</c:v>
                </c:pt>
                <c:pt idx="2884">
                  <c:v>2.1024099999999999</c:v>
                </c:pt>
                <c:pt idx="2885">
                  <c:v>2.12086</c:v>
                </c:pt>
                <c:pt idx="2886">
                  <c:v>2.1078700000000001</c:v>
                </c:pt>
                <c:pt idx="2887">
                  <c:v>2.1206200000000002</c:v>
                </c:pt>
                <c:pt idx="2888">
                  <c:v>2.0701000000000001</c:v>
                </c:pt>
                <c:pt idx="2889">
                  <c:v>2.0797699999999999</c:v>
                </c:pt>
                <c:pt idx="2890">
                  <c:v>2.12798</c:v>
                </c:pt>
                <c:pt idx="2891">
                  <c:v>2.1221899999999998</c:v>
                </c:pt>
                <c:pt idx="2892">
                  <c:v>2.0756899999999998</c:v>
                </c:pt>
                <c:pt idx="2893">
                  <c:v>2.06088</c:v>
                </c:pt>
                <c:pt idx="2894">
                  <c:v>1.9980500000000001</c:v>
                </c:pt>
                <c:pt idx="2895">
                  <c:v>2.08649</c:v>
                </c:pt>
                <c:pt idx="2896">
                  <c:v>2.0479799999999999</c:v>
                </c:pt>
                <c:pt idx="2897">
                  <c:v>2.0045999999999999</c:v>
                </c:pt>
                <c:pt idx="2898">
                  <c:v>2.0886999999999998</c:v>
                </c:pt>
                <c:pt idx="2899">
                  <c:v>2.0613999999999999</c:v>
                </c:pt>
                <c:pt idx="2900">
                  <c:v>2.09022</c:v>
                </c:pt>
                <c:pt idx="2901">
                  <c:v>2.1204399999999999</c:v>
                </c:pt>
                <c:pt idx="2902">
                  <c:v>2.0561199999999999</c:v>
                </c:pt>
                <c:pt idx="2903">
                  <c:v>2.0868799999999998</c:v>
                </c:pt>
                <c:pt idx="2904">
                  <c:v>2.0750799999999998</c:v>
                </c:pt>
                <c:pt idx="2905">
                  <c:v>2.0672100000000002</c:v>
                </c:pt>
                <c:pt idx="2906">
                  <c:v>2.0614699999999999</c:v>
                </c:pt>
                <c:pt idx="2907">
                  <c:v>#N/A</c:v>
                </c:pt>
                <c:pt idx="2908">
                  <c:v>2.1302599999999998</c:v>
                </c:pt>
                <c:pt idx="2909">
                  <c:v>2.1608800000000001</c:v>
                </c:pt>
                <c:pt idx="2910">
                  <c:v>2.18885</c:v>
                </c:pt>
                <c:pt idx="2911">
                  <c:v>2.20282</c:v>
                </c:pt>
                <c:pt idx="2912">
                  <c:v>2.1741999999999999</c:v>
                </c:pt>
                <c:pt idx="2913">
                  <c:v>2.1311300000000002</c:v>
                </c:pt>
                <c:pt idx="2914">
                  <c:v>2.1219000000000001</c:v>
                </c:pt>
                <c:pt idx="2915">
                  <c:v>2.22641</c:v>
                </c:pt>
                <c:pt idx="2916">
                  <c:v>2.1979500000000001</c:v>
                </c:pt>
                <c:pt idx="2917">
                  <c:v>2.2498499999999999</c:v>
                </c:pt>
                <c:pt idx="2918">
                  <c:v>2.2761200000000001</c:v>
                </c:pt>
                <c:pt idx="2919">
                  <c:v>2.28932</c:v>
                </c:pt>
                <c:pt idx="2920">
                  <c:v>2.2699199999999999</c:v>
                </c:pt>
                <c:pt idx="2921">
                  <c:v>2.2685499999999998</c:v>
                </c:pt>
                <c:pt idx="2922">
                  <c:v>2.3023099999999999</c:v>
                </c:pt>
                <c:pt idx="2923">
                  <c:v>2.3469000000000002</c:v>
                </c:pt>
                <c:pt idx="2924">
                  <c:v>2.3626800000000001</c:v>
                </c:pt>
                <c:pt idx="2925">
                  <c:v>2.2286000000000001</c:v>
                </c:pt>
                <c:pt idx="2926">
                  <c:v>2.2653699999999999</c:v>
                </c:pt>
                <c:pt idx="2927">
                  <c:v>2.2296200000000002</c:v>
                </c:pt>
                <c:pt idx="2928">
                  <c:v>2.1722800000000002</c:v>
                </c:pt>
                <c:pt idx="2929">
                  <c:v>2.2130000000000001</c:v>
                </c:pt>
                <c:pt idx="2930">
                  <c:v>2.24431</c:v>
                </c:pt>
                <c:pt idx="2931">
                  <c:v>2.2165599999999999</c:v>
                </c:pt>
                <c:pt idx="2932">
                  <c:v>2.35365</c:v>
                </c:pt>
                <c:pt idx="2933">
                  <c:v>2.3298700000000001</c:v>
                </c:pt>
                <c:pt idx="2934">
                  <c:v>2.2444899999999999</c:v>
                </c:pt>
                <c:pt idx="2935">
                  <c:v>2.2315999999999998</c:v>
                </c:pt>
                <c:pt idx="2936">
                  <c:v>#N/A</c:v>
                </c:pt>
                <c:pt idx="2937">
                  <c:v>2.3505400000000001</c:v>
                </c:pt>
                <c:pt idx="2938">
                  <c:v>2.4129900000000002</c:v>
                </c:pt>
                <c:pt idx="2939">
                  <c:v>2.4661599999999999</c:v>
                </c:pt>
                <c:pt idx="2940">
                  <c:v>2.40164</c:v>
                </c:pt>
                <c:pt idx="2941">
                  <c:v>2.31976</c:v>
                </c:pt>
                <c:pt idx="2942">
                  <c:v>2.2995399999999999</c:v>
                </c:pt>
                <c:pt idx="2943">
                  <c:v>2.3080400000000001</c:v>
                </c:pt>
                <c:pt idx="2944">
                  <c:v>2.3794400000000002</c:v>
                </c:pt>
                <c:pt idx="2945">
                  <c:v>2.36422</c:v>
                </c:pt>
                <c:pt idx="2946">
                  <c:v>2.3748800000000001</c:v>
                </c:pt>
                <c:pt idx="2947">
                  <c:v>2.3792300000000002</c:v>
                </c:pt>
                <c:pt idx="2948">
                  <c:v>2.41778</c:v>
                </c:pt>
                <c:pt idx="2949">
                  <c:v>2.472</c:v>
                </c:pt>
                <c:pt idx="2950">
                  <c:v>2.5772499999999998</c:v>
                </c:pt>
                <c:pt idx="2951">
                  <c:v>2.5991599999999999</c:v>
                </c:pt>
                <c:pt idx="2952">
                  <c:v>2.6871399999999999</c:v>
                </c:pt>
                <c:pt idx="2953">
                  <c:v>2.6460900000000001</c:v>
                </c:pt>
                <c:pt idx="2954">
                  <c:v>2.5356900000000002</c:v>
                </c:pt>
                <c:pt idx="2955">
                  <c:v>2.4605399999999999</c:v>
                </c:pt>
                <c:pt idx="2956">
                  <c:v>2.4962900000000001</c:v>
                </c:pt>
                <c:pt idx="2957">
                  <c:v>2.5875900000000001</c:v>
                </c:pt>
                <c:pt idx="2958">
                  <c:v>2.5633599999999999</c:v>
                </c:pt>
                <c:pt idx="2959">
                  <c:v>2.49044</c:v>
                </c:pt>
                <c:pt idx="2960">
                  <c:v>2.5932200000000001</c:v>
                </c:pt>
                <c:pt idx="2961">
                  <c:v>2.6455000000000002</c:v>
                </c:pt>
                <c:pt idx="2962">
                  <c:v>2.6255500000000001</c:v>
                </c:pt>
                <c:pt idx="2963">
                  <c:v>2.7603399999999998</c:v>
                </c:pt>
                <c:pt idx="2964">
                  <c:v>2.6867299999999998</c:v>
                </c:pt>
                <c:pt idx="2965">
                  <c:v>2.6544099999999999</c:v>
                </c:pt>
                <c:pt idx="2966">
                  <c:v>2.6600999999999999</c:v>
                </c:pt>
                <c:pt idx="2967">
                  <c:v>2.6995399999999998</c:v>
                </c:pt>
                <c:pt idx="2968">
                  <c:v>2.6873</c:v>
                </c:pt>
                <c:pt idx="2969">
                  <c:v>2.80688</c:v>
                </c:pt>
                <c:pt idx="2970">
                  <c:v>2.87188</c:v>
                </c:pt>
                <c:pt idx="2971">
                  <c:v>2.9586700000000001</c:v>
                </c:pt>
                <c:pt idx="2972">
                  <c:v>3.09937</c:v>
                </c:pt>
                <c:pt idx="2973">
                  <c:v>2.9936400000000001</c:v>
                </c:pt>
                <c:pt idx="2974">
                  <c:v>3.0172099999999999</c:v>
                </c:pt>
                <c:pt idx="2975">
                  <c:v>2.8858299999999999</c:v>
                </c:pt>
                <c:pt idx="2976">
                  <c:v>2.8288899999999999</c:v>
                </c:pt>
                <c:pt idx="2977">
                  <c:v>2.7729200000000001</c:v>
                </c:pt>
                <c:pt idx="2978">
                  <c:v>2.8715999999999999</c:v>
                </c:pt>
                <c:pt idx="2979">
                  <c:v>2.8625500000000001</c:v>
                </c:pt>
                <c:pt idx="2980">
                  <c:v>2.8881199999999998</c:v>
                </c:pt>
                <c:pt idx="2981">
                  <c:v>2.9070399999999998</c:v>
                </c:pt>
                <c:pt idx="2982">
                  <c:v>#N/A</c:v>
                </c:pt>
                <c:pt idx="2983">
                  <c:v>2.8405200000000002</c:v>
                </c:pt>
                <c:pt idx="2984">
                  <c:v>2.7931900000000001</c:v>
                </c:pt>
                <c:pt idx="2985">
                  <c:v>2.8080799999999999</c:v>
                </c:pt>
                <c:pt idx="2986">
                  <c:v>2.8530600000000002</c:v>
                </c:pt>
                <c:pt idx="2987">
                  <c:v>2.8393799999999998</c:v>
                </c:pt>
                <c:pt idx="2988">
                  <c:v>2.7136</c:v>
                </c:pt>
                <c:pt idx="2989">
                  <c:v>2.6514899999999999</c:v>
                </c:pt>
                <c:pt idx="2990">
                  <c:v>2.6612100000000001</c:v>
                </c:pt>
                <c:pt idx="2991">
                  <c:v>2.6760299999999999</c:v>
                </c:pt>
                <c:pt idx="2992">
                  <c:v>2.75414</c:v>
                </c:pt>
                <c:pt idx="2993">
                  <c:v>2.94374</c:v>
                </c:pt>
                <c:pt idx="2994">
                  <c:v>2.9842599999999999</c:v>
                </c:pt>
                <c:pt idx="2995">
                  <c:v>3.11741</c:v>
                </c:pt>
                <c:pt idx="2996">
                  <c:v>3.1457999999999999</c:v>
                </c:pt>
                <c:pt idx="2997">
                  <c:v>3.2832699999999999</c:v>
                </c:pt>
                <c:pt idx="2998">
                  <c:v>3.2912599999999999</c:v>
                </c:pt>
                <c:pt idx="2999">
                  <c:v>3.17882</c:v>
                </c:pt>
                <c:pt idx="3000">
                  <c:v>3.1034199999999998</c:v>
                </c:pt>
                <c:pt idx="3001">
                  <c:v>3.0992899999999999</c:v>
                </c:pt>
                <c:pt idx="3002">
                  <c:v>2.9056600000000001</c:v>
                </c:pt>
                <c:pt idx="3003">
                  <c:v>2.8902299999999999</c:v>
                </c:pt>
                <c:pt idx="3004">
                  <c:v>2.8379500000000002</c:v>
                </c:pt>
                <c:pt idx="3005">
                  <c:v>2.72424</c:v>
                </c:pt>
                <c:pt idx="3006">
                  <c:v>2.6909700000000001</c:v>
                </c:pt>
                <c:pt idx="3007">
                  <c:v>#N/A</c:v>
                </c:pt>
                <c:pt idx="3008">
                  <c:v>2.8106300000000002</c:v>
                </c:pt>
                <c:pt idx="3009">
                  <c:v>2.8162799999999999</c:v>
                </c:pt>
                <c:pt idx="3010">
                  <c:v>2.7432400000000001</c:v>
                </c:pt>
                <c:pt idx="3011">
                  <c:v>2.6810399999999999</c:v>
                </c:pt>
                <c:pt idx="3012">
                  <c:v>2.7322500000000001</c:v>
                </c:pt>
                <c:pt idx="3013">
                  <c:v>2.7814800000000002</c:v>
                </c:pt>
                <c:pt idx="3014">
                  <c:v>2.8972600000000002</c:v>
                </c:pt>
                <c:pt idx="3015">
                  <c:v>2.9029099999999999</c:v>
                </c:pt>
                <c:pt idx="3016">
                  <c:v>2.7924500000000001</c:v>
                </c:pt>
                <c:pt idx="3017">
                  <c:v>2.7765399999999998</c:v>
                </c:pt>
                <c:pt idx="3018">
                  <c:v>2.8400500000000002</c:v>
                </c:pt>
                <c:pt idx="3019">
                  <c:v>2.7852800000000002</c:v>
                </c:pt>
                <c:pt idx="3020">
                  <c:v>2.8087900000000001</c:v>
                </c:pt>
                <c:pt idx="3021">
                  <c:v>2.8268499999999999</c:v>
                </c:pt>
                <c:pt idx="3022">
                  <c:v>2.80959</c:v>
                </c:pt>
                <c:pt idx="3023">
                  <c:v>2.7027800000000002</c:v>
                </c:pt>
                <c:pt idx="3024">
                  <c:v>2.7201599999999999</c:v>
                </c:pt>
                <c:pt idx="3025">
                  <c:v>2.7002899999999999</c:v>
                </c:pt>
                <c:pt idx="3026">
                  <c:v>2.7071000000000001</c:v>
                </c:pt>
                <c:pt idx="3027">
                  <c:v>2.7721200000000001</c:v>
                </c:pt>
                <c:pt idx="3028">
                  <c:v>2.7596400000000001</c:v>
                </c:pt>
                <c:pt idx="3029">
                  <c:v>#N/A</c:v>
                </c:pt>
                <c:pt idx="3030">
                  <c:v>2.7962799999999999</c:v>
                </c:pt>
                <c:pt idx="3031">
                  <c:v>2.8871799999999999</c:v>
                </c:pt>
                <c:pt idx="3032">
                  <c:v>2.85033</c:v>
                </c:pt>
                <c:pt idx="3033">
                  <c:v>2.8559199999999998</c:v>
                </c:pt>
                <c:pt idx="3034">
                  <c:v>2.8816600000000001</c:v>
                </c:pt>
                <c:pt idx="3035">
                  <c:v>2.8603499999999999</c:v>
                </c:pt>
                <c:pt idx="3036">
                  <c:v>2.8329200000000001</c:v>
                </c:pt>
                <c:pt idx="3037">
                  <c:v>2.8188499999999999</c:v>
                </c:pt>
                <c:pt idx="3038">
                  <c:v>2.80091</c:v>
                </c:pt>
                <c:pt idx="3039">
                  <c:v>2.8311500000000001</c:v>
                </c:pt>
                <c:pt idx="3040">
                  <c:v>#N/A</c:v>
                </c:pt>
                <c:pt idx="3041">
                  <c:v>2.83643</c:v>
                </c:pt>
                <c:pt idx="3042">
                  <c:v>2.8580299999999998</c:v>
                </c:pt>
                <c:pt idx="3043">
                  <c:v>2.90158</c:v>
                </c:pt>
                <c:pt idx="3044">
                  <c:v>2.8965999999999998</c:v>
                </c:pt>
                <c:pt idx="3045">
                  <c:v>2.8860100000000002</c:v>
                </c:pt>
                <c:pt idx="3046">
                  <c:v>2.9033899999999999</c:v>
                </c:pt>
                <c:pt idx="3047">
                  <c:v>3.0358800000000001</c:v>
                </c:pt>
                <c:pt idx="3048">
                  <c:v>3.0834999999999999</c:v>
                </c:pt>
                <c:pt idx="3049">
                  <c:v>3.0825200000000001</c:v>
                </c:pt>
                <c:pt idx="3050">
                  <c:v>3.15334</c:v>
                </c:pt>
                <c:pt idx="3051">
                  <c:v>3.3866399999999999</c:v>
                </c:pt>
                <c:pt idx="3052">
                  <c:v>3.34565</c:v>
                </c:pt>
                <c:pt idx="3053">
                  <c:v>3.2219000000000002</c:v>
                </c:pt>
                <c:pt idx="3054">
                  <c:v>3.2233700000000001</c:v>
                </c:pt>
                <c:pt idx="3055">
                  <c:v>3.18024</c:v>
                </c:pt>
                <c:pt idx="3056">
                  <c:v>3.2642000000000002</c:v>
                </c:pt>
                <c:pt idx="3057">
                  <c:v>3.2553000000000001</c:v>
                </c:pt>
                <c:pt idx="3058">
                  <c:v>3.2125599999999999</c:v>
                </c:pt>
                <c:pt idx="3059">
                  <c:v>3.1724600000000001</c:v>
                </c:pt>
                <c:pt idx="3060">
                  <c:v>3.1945999999999999</c:v>
                </c:pt>
                <c:pt idx="3061">
                  <c:v>#N/A</c:v>
                </c:pt>
                <c:pt idx="3062">
                  <c:v>3.2105899999999998</c:v>
                </c:pt>
                <c:pt idx="3063">
                  <c:v>3.0842100000000001</c:v>
                </c:pt>
                <c:pt idx="3064">
                  <c:v>3.1235200000000001</c:v>
                </c:pt>
                <c:pt idx="3065">
                  <c:v>3.1718099999999998</c:v>
                </c:pt>
                <c:pt idx="3066">
                  <c:v>#N/A</c:v>
                </c:pt>
                <c:pt idx="3067">
                  <c:v>3.2232799999999999</c:v>
                </c:pt>
                <c:pt idx="3068">
                  <c:v>3.1641699999999999</c:v>
                </c:pt>
                <c:pt idx="3069">
                  <c:v>3.28993</c:v>
                </c:pt>
                <c:pt idx="3070">
                  <c:v>3.4222899999999998</c:v>
                </c:pt>
                <c:pt idx="3071">
                  <c:v>3.51756</c:v>
                </c:pt>
                <c:pt idx="3072">
                  <c:v>3.5078399999999998</c:v>
                </c:pt>
                <c:pt idx="3073">
                  <c:v>3.6195200000000001</c:v>
                </c:pt>
                <c:pt idx="3074">
                  <c:v>3.7796699999999999</c:v>
                </c:pt>
                <c:pt idx="3075">
                  <c:v>3.7366199999999998</c:v>
                </c:pt>
                <c:pt idx="3076">
                  <c:v>3.9756800000000001</c:v>
                </c:pt>
                <c:pt idx="3077">
                  <c:v>#N/A</c:v>
                </c:pt>
                <c:pt idx="3078">
                  <c:v>4.01999</c:v>
                </c:pt>
                <c:pt idx="3079">
                  <c:v>4.1764200000000002</c:v>
                </c:pt>
                <c:pt idx="3080">
                  <c:v>4.0750099999999998</c:v>
                </c:pt>
                <c:pt idx="3081">
                  <c:v>3.7738999999999998</c:v>
                </c:pt>
                <c:pt idx="3082">
                  <c:v>3.8245</c:v>
                </c:pt>
                <c:pt idx="3083">
                  <c:v>3.7353900000000002</c:v>
                </c:pt>
                <c:pt idx="3084">
                  <c:v>3.6900400000000002</c:v>
                </c:pt>
                <c:pt idx="3085">
                  <c:v>3.6916000000000002</c:v>
                </c:pt>
                <c:pt idx="3086">
                  <c:v>3.7757000000000001</c:v>
                </c:pt>
                <c:pt idx="3087">
                  <c:v>3.8207100000000001</c:v>
                </c:pt>
                <c:pt idx="3088">
                  <c:v>4.0236799999999997</c:v>
                </c:pt>
                <c:pt idx="3089">
                  <c:v>3.95533</c:v>
                </c:pt>
                <c:pt idx="3090">
                  <c:v>3.9656799999999999</c:v>
                </c:pt>
                <c:pt idx="3091">
                  <c:v>3.9697900000000002</c:v>
                </c:pt>
                <c:pt idx="3092">
                  <c:v>4.2456300000000002</c:v>
                </c:pt>
                <c:pt idx="3093">
                  <c:v>4.2661499999999997</c:v>
                </c:pt>
                <c:pt idx="3094">
                  <c:v>4.1911199999999997</c:v>
                </c:pt>
                <c:pt idx="3095">
                  <c:v>4.3346999999999998</c:v>
                </c:pt>
                <c:pt idx="3096">
                  <c:v>4.1135599999999997</c:v>
                </c:pt>
                <c:pt idx="3097">
                  <c:v>#N/A</c:v>
                </c:pt>
                <c:pt idx="3098">
                  <c:v>4.0444599999999999</c:v>
                </c:pt>
                <c:pt idx="3099">
                  <c:v>3.8214700000000001</c:v>
                </c:pt>
                <c:pt idx="3100">
                  <c:v>3.8188499999999999</c:v>
                </c:pt>
                <c:pt idx="3101">
                  <c:v>3.77501</c:v>
                </c:pt>
                <c:pt idx="3102">
                  <c:v>3.7002799999999998</c:v>
                </c:pt>
                <c:pt idx="3103">
                  <c:v>3.7502</c:v>
                </c:pt>
                <c:pt idx="3104">
                  <c:v>3.65625</c:v>
                </c:pt>
                <c:pt idx="3105">
                  <c:v>3.6613699999999998</c:v>
                </c:pt>
                <c:pt idx="3106">
                  <c:v>3.66133</c:v>
                </c:pt>
                <c:pt idx="3107">
                  <c:v>3.6784500000000002</c:v>
                </c:pt>
                <c:pt idx="3108">
                  <c:v>3.5028999999999999</c:v>
                </c:pt>
                <c:pt idx="3109">
                  <c:v>3.48061</c:v>
                </c:pt>
                <c:pt idx="3110">
                  <c:v>3.3365999999999998</c:v>
                </c:pt>
                <c:pt idx="3111">
                  <c:v>3.2738499999999999</c:v>
                </c:pt>
                <c:pt idx="3112">
                  <c:v>3.25352</c:v>
                </c:pt>
                <c:pt idx="3113">
                  <c:v>3.3148</c:v>
                </c:pt>
                <c:pt idx="3114">
                  <c:v>3.2068599999999998</c:v>
                </c:pt>
                <c:pt idx="3115">
                  <c:v>3.1619000000000002</c:v>
                </c:pt>
                <c:pt idx="3116">
                  <c:v>3.08277</c:v>
                </c:pt>
                <c:pt idx="3117">
                  <c:v>3.1192299999999999</c:v>
                </c:pt>
                <c:pt idx="3118">
                  <c:v>3.2018900000000001</c:v>
                </c:pt>
                <c:pt idx="3119">
                  <c:v>3.0710000000000002</c:v>
                </c:pt>
                <c:pt idx="3120">
                  <c:v>2.8980399999999999</c:v>
                </c:pt>
                <c:pt idx="3121">
                  <c:v>2.8237100000000002</c:v>
                </c:pt>
                <c:pt idx="3122">
                  <c:v>2.7921100000000001</c:v>
                </c:pt>
                <c:pt idx="3123">
                  <c:v>2.7933400000000002</c:v>
                </c:pt>
                <c:pt idx="3124">
                  <c:v>2.9148700000000001</c:v>
                </c:pt>
                <c:pt idx="3125">
                  <c:v>2.9912999999999998</c:v>
                </c:pt>
                <c:pt idx="3126">
                  <c:v>#N/A</c:v>
                </c:pt>
                <c:pt idx="3127">
                  <c:v>2.9889199999999998</c:v>
                </c:pt>
                <c:pt idx="3128">
                  <c:v>3.0497399999999999</c:v>
                </c:pt>
                <c:pt idx="3129">
                  <c:v>2.9708100000000002</c:v>
                </c:pt>
                <c:pt idx="3130">
                  <c:v>2.95322</c:v>
                </c:pt>
                <c:pt idx="3131">
                  <c:v>2.91534</c:v>
                </c:pt>
                <c:pt idx="3132">
                  <c:v>2.95295</c:v>
                </c:pt>
                <c:pt idx="3133">
                  <c:v>3.0732900000000001</c:v>
                </c:pt>
                <c:pt idx="3134">
                  <c:v>3.00332</c:v>
                </c:pt>
                <c:pt idx="3135">
                  <c:v>3.1602899999999998</c:v>
                </c:pt>
                <c:pt idx="3136">
                  <c:v>3.11334</c:v>
                </c:pt>
                <c:pt idx="3137">
                  <c:v>3.0365799999999998</c:v>
                </c:pt>
                <c:pt idx="3138">
                  <c:v>2.94042</c:v>
                </c:pt>
                <c:pt idx="3139">
                  <c:v>2.86477</c:v>
                </c:pt>
                <c:pt idx="3140">
                  <c:v>2.81352</c:v>
                </c:pt>
                <c:pt idx="3141">
                  <c:v>2.8748100000000001</c:v>
                </c:pt>
                <c:pt idx="3142">
                  <c:v>2.86076</c:v>
                </c:pt>
                <c:pt idx="3143">
                  <c:v>2.7348499999999998</c:v>
                </c:pt>
                <c:pt idx="3144">
                  <c:v>2.6522100000000002</c:v>
                </c:pt>
                <c:pt idx="3145">
                  <c:v>2.6709299999999998</c:v>
                </c:pt>
                <c:pt idx="3146">
                  <c:v>2.7499099999999999</c:v>
                </c:pt>
                <c:pt idx="3147">
                  <c:v>2.7696700000000001</c:v>
                </c:pt>
                <c:pt idx="3148">
                  <c:v>2.77088</c:v>
                </c:pt>
                <c:pt idx="3149">
                  <c:v>2.7635200000000002</c:v>
                </c:pt>
                <c:pt idx="3150">
                  <c:v>2.7639800000000001</c:v>
                </c:pt>
                <c:pt idx="3151">
                  <c:v>2.7816100000000001</c:v>
                </c:pt>
                <c:pt idx="3152">
                  <c:v>2.7513700000000001</c:v>
                </c:pt>
                <c:pt idx="3153">
                  <c:v>2.8485800000000001</c:v>
                </c:pt>
                <c:pt idx="3154">
                  <c:v>2.9358499999999998</c:v>
                </c:pt>
                <c:pt idx="3155">
                  <c:v>2.96034</c:v>
                </c:pt>
                <c:pt idx="3156">
                  <c:v>2.9162599999999999</c:v>
                </c:pt>
                <c:pt idx="3157">
                  <c:v>2.9546100000000002</c:v>
                </c:pt>
                <c:pt idx="3158">
                  <c:v>2.90387</c:v>
                </c:pt>
                <c:pt idx="3159">
                  <c:v>2.8645200000000002</c:v>
                </c:pt>
                <c:pt idx="3160">
                  <c:v>2.8196400000000001</c:v>
                </c:pt>
                <c:pt idx="3161">
                  <c:v>2.8851100000000001</c:v>
                </c:pt>
                <c:pt idx="3162">
                  <c:v>2.80959</c:v>
                </c:pt>
                <c:pt idx="3163">
                  <c:v>2.8001200000000002</c:v>
                </c:pt>
                <c:pt idx="3164">
                  <c:v>2.80783</c:v>
                </c:pt>
                <c:pt idx="3165">
                  <c:v>2.9888300000000001</c:v>
                </c:pt>
                <c:pt idx="3166">
                  <c:v>3.01498</c:v>
                </c:pt>
                <c:pt idx="3167">
                  <c:v>3.0376400000000001</c:v>
                </c:pt>
                <c:pt idx="3168">
                  <c:v>3.0163799999999998</c:v>
                </c:pt>
                <c:pt idx="3169">
                  <c:v>2.9626299999999999</c:v>
                </c:pt>
                <c:pt idx="3170">
                  <c:v>2.9574699999999998</c:v>
                </c:pt>
                <c:pt idx="3171">
                  <c:v>2.9327899999999998</c:v>
                </c:pt>
                <c:pt idx="3172">
                  <c:v>#N/A</c:v>
                </c:pt>
                <c:pt idx="3173">
                  <c:v>2.9652099999999999</c:v>
                </c:pt>
                <c:pt idx="3174">
                  <c:v>2.9200599999999999</c:v>
                </c:pt>
                <c:pt idx="3175">
                  <c:v>2.86259</c:v>
                </c:pt>
                <c:pt idx="3176">
                  <c:v>2.8441000000000001</c:v>
                </c:pt>
                <c:pt idx="3177">
                  <c:v>2.7799</c:v>
                </c:pt>
                <c:pt idx="3178">
                  <c:v>2.7014499999999999</c:v>
                </c:pt>
                <c:pt idx="3179">
                  <c:v>2.6613500000000001</c:v>
                </c:pt>
                <c:pt idx="3180">
                  <c:v>2.7140499999999999</c:v>
                </c:pt>
                <c:pt idx="3181">
                  <c:v>2.8168299999999999</c:v>
                </c:pt>
                <c:pt idx="3182">
                  <c:v>2.8989799999999999</c:v>
                </c:pt>
                <c:pt idx="3183">
                  <c:v>3.0043199999999999</c:v>
                </c:pt>
                <c:pt idx="3184">
                  <c:v>2.96713</c:v>
                </c:pt>
                <c:pt idx="3185">
                  <c:v>3.0118499999999999</c:v>
                </c:pt>
                <c:pt idx="3186">
                  <c:v>2.9459499999999998</c:v>
                </c:pt>
                <c:pt idx="3187">
                  <c:v>2.8111700000000002</c:v>
                </c:pt>
                <c:pt idx="3188">
                  <c:v>2.7730600000000001</c:v>
                </c:pt>
                <c:pt idx="3189">
                  <c:v>2.7335799999999999</c:v>
                </c:pt>
                <c:pt idx="3190">
                  <c:v>2.6319599999999999</c:v>
                </c:pt>
                <c:pt idx="3191">
                  <c:v>2.79549</c:v>
                </c:pt>
                <c:pt idx="3192">
                  <c:v>2.90341</c:v>
                </c:pt>
                <c:pt idx="3193">
                  <c:v>2.81168</c:v>
                </c:pt>
                <c:pt idx="3194">
                  <c:v>2.6261399999999999</c:v>
                </c:pt>
                <c:pt idx="3195">
                  <c:v>2.57437</c:v>
                </c:pt>
                <c:pt idx="3196">
                  <c:v>2.5610599999999999</c:v>
                </c:pt>
                <c:pt idx="3197">
                  <c:v>#N/A</c:v>
                </c:pt>
                <c:pt idx="3198">
                  <c:v>2.5845199999999999</c:v>
                </c:pt>
                <c:pt idx="3199">
                  <c:v>2.5773600000000001</c:v>
                </c:pt>
                <c:pt idx="3200">
                  <c:v>2.5941399999999999</c:v>
                </c:pt>
                <c:pt idx="3201">
                  <c:v>2.54548</c:v>
                </c:pt>
                <c:pt idx="3202">
                  <c:v>2.4646400000000002</c:v>
                </c:pt>
                <c:pt idx="3203">
                  <c:v>2.3997299999999999</c:v>
                </c:pt>
                <c:pt idx="3204">
                  <c:v>2.4374199999999999</c:v>
                </c:pt>
                <c:pt idx="3205">
                  <c:v>2.4136700000000002</c:v>
                </c:pt>
                <c:pt idx="3206">
                  <c:v>2.3908399999999999</c:v>
                </c:pt>
                <c:pt idx="3207">
                  <c:v>2.4056700000000002</c:v>
                </c:pt>
                <c:pt idx="3208">
                  <c:v>2.39852</c:v>
                </c:pt>
                <c:pt idx="3209">
                  <c:v>2.33466</c:v>
                </c:pt>
                <c:pt idx="3210">
                  <c:v>2.3925000000000001</c:v>
                </c:pt>
                <c:pt idx="3211">
                  <c:v>2.39378</c:v>
                </c:pt>
                <c:pt idx="3212">
                  <c:v>2.47099</c:v>
                </c:pt>
                <c:pt idx="3213">
                  <c:v>2.5369799999999998</c:v>
                </c:pt>
                <c:pt idx="3214">
                  <c:v>2.6350500000000001</c:v>
                </c:pt>
                <c:pt idx="3215">
                  <c:v>2.6715399999999998</c:v>
                </c:pt>
                <c:pt idx="3216">
                  <c:v>2.7000299999999999</c:v>
                </c:pt>
                <c:pt idx="3217">
                  <c:v>2.6702699999999999</c:v>
                </c:pt>
                <c:pt idx="3218">
                  <c:v>2.66079</c:v>
                </c:pt>
                <c:pt idx="3219">
                  <c:v>2.61721</c:v>
                </c:pt>
                <c:pt idx="3220">
                  <c:v>2.5246900000000001</c:v>
                </c:pt>
                <c:pt idx="3221">
                  <c:v>2.4142999999999999</c:v>
                </c:pt>
                <c:pt idx="3222">
                  <c:v>2.3821599999999998</c:v>
                </c:pt>
                <c:pt idx="3223">
                  <c:v>2.4182600000000001</c:v>
                </c:pt>
                <c:pt idx="3224">
                  <c:v>2.3855400000000002</c:v>
                </c:pt>
                <c:pt idx="3225">
                  <c:v>2.3123399999999998</c:v>
                </c:pt>
                <c:pt idx="3226">
                  <c:v>2.3048700000000002</c:v>
                </c:pt>
                <c:pt idx="3227">
                  <c:v>2.2378900000000002</c:v>
                </c:pt>
                <c:pt idx="3228">
                  <c:v>2.1856100000000001</c:v>
                </c:pt>
                <c:pt idx="3229">
                  <c:v>2.2100300000000002</c:v>
                </c:pt>
                <c:pt idx="3230">
                  <c:v>2.1907299999999998</c:v>
                </c:pt>
                <c:pt idx="3231">
                  <c:v>2.1896900000000001</c:v>
                </c:pt>
                <c:pt idx="3232">
                  <c:v>2.2509299999999999</c:v>
                </c:pt>
                <c:pt idx="3233">
                  <c:v>2.2254800000000001</c:v>
                </c:pt>
                <c:pt idx="3234">
                  <c:v>2.2782900000000001</c:v>
                </c:pt>
                <c:pt idx="3235">
                  <c:v>2.3030400000000002</c:v>
                </c:pt>
                <c:pt idx="3236">
                  <c:v>2.2287699999999999</c:v>
                </c:pt>
                <c:pt idx="3237">
                  <c:v>2.2730800000000002</c:v>
                </c:pt>
                <c:pt idx="3238">
                  <c:v>2.2700300000000002</c:v>
                </c:pt>
                <c:pt idx="3239">
                  <c:v>2.31941</c:v>
                </c:pt>
                <c:pt idx="3240">
                  <c:v>2.3670100000000001</c:v>
                </c:pt>
                <c:pt idx="3241">
                  <c:v>2.32158</c:v>
                </c:pt>
                <c:pt idx="3242">
                  <c:v>#N/A</c:v>
                </c:pt>
                <c:pt idx="3243">
                  <c:v>2.2766500000000001</c:v>
                </c:pt>
                <c:pt idx="3244">
                  <c:v>2.22234</c:v>
                </c:pt>
                <c:pt idx="3245">
                  <c:v>2.1718899999999999</c:v>
                </c:pt>
                <c:pt idx="3246">
                  <c:v>2.2674799999999999</c:v>
                </c:pt>
                <c:pt idx="3247">
                  <c:v>2.2701799999999999</c:v>
                </c:pt>
                <c:pt idx="3248">
                  <c:v>2.34097</c:v>
                </c:pt>
                <c:pt idx="3249">
                  <c:v>2.43004</c:v>
                </c:pt>
                <c:pt idx="3250">
                  <c:v>2.4335599999999999</c:v>
                </c:pt>
                <c:pt idx="3251">
                  <c:v>2.53165</c:v>
                </c:pt>
                <c:pt idx="3252">
                  <c:v>2.4662799999999998</c:v>
                </c:pt>
                <c:pt idx="3253">
                  <c:v>2.42096</c:v>
                </c:pt>
                <c:pt idx="3254">
                  <c:v>2.2592699999999999</c:v>
                </c:pt>
                <c:pt idx="3255">
                  <c:v>2.22201</c:v>
                </c:pt>
                <c:pt idx="3256">
                  <c:v>2.29325</c:v>
                </c:pt>
                <c:pt idx="3257">
                  <c:v>2.3573200000000001</c:v>
                </c:pt>
                <c:pt idx="3258">
                  <c:v>2.3101400000000001</c:v>
                </c:pt>
                <c:pt idx="3259">
                  <c:v>2.18513</c:v>
                </c:pt>
                <c:pt idx="3260">
                  <c:v>2.2390099999999999</c:v>
                </c:pt>
                <c:pt idx="3261">
                  <c:v>2.2101899999999999</c:v>
                </c:pt>
                <c:pt idx="3262">
                  <c:v>2.2789000000000001</c:v>
                </c:pt>
                <c:pt idx="3263">
                  <c:v>2.34246</c:v>
                </c:pt>
                <c:pt idx="3264">
                  <c:v>2.3237299999999999</c:v>
                </c:pt>
                <c:pt idx="3265">
                  <c:v>2.3166699999999998</c:v>
                </c:pt>
                <c:pt idx="3266">
                  <c:v>2.2995800000000002</c:v>
                </c:pt>
                <c:pt idx="3267">
                  <c:v>#N/A</c:v>
                </c:pt>
                <c:pt idx="3268">
                  <c:v>2.32267</c:v>
                </c:pt>
                <c:pt idx="3269">
                  <c:v>2.3086099999999998</c:v>
                </c:pt>
                <c:pt idx="3270">
                  <c:v>2.28491</c:v>
                </c:pt>
                <c:pt idx="3271">
                  <c:v>2.2716699999999999</c:v>
                </c:pt>
                <c:pt idx="3272">
                  <c:v>2.31413</c:v>
                </c:pt>
                <c:pt idx="3273">
                  <c:v>2.30965</c:v>
                </c:pt>
                <c:pt idx="3274">
                  <c:v>2.2411300000000001</c:v>
                </c:pt>
                <c:pt idx="3275">
                  <c:v>2.2320199999999999</c:v>
                </c:pt>
                <c:pt idx="3276">
                  <c:v>2.23366</c:v>
                </c:pt>
                <c:pt idx="3277">
                  <c:v>2.2329699999999999</c:v>
                </c:pt>
                <c:pt idx="3278">
                  <c:v>2.27948</c:v>
                </c:pt>
                <c:pt idx="3279">
                  <c:v>2.2771499999999998</c:v>
                </c:pt>
                <c:pt idx="3280">
                  <c:v>2.3019400000000001</c:v>
                </c:pt>
                <c:pt idx="3281">
                  <c:v>2.31169</c:v>
                </c:pt>
                <c:pt idx="3282">
                  <c:v>2.3720599999999998</c:v>
                </c:pt>
                <c:pt idx="3283">
                  <c:v>2.47715</c:v>
                </c:pt>
                <c:pt idx="3284">
                  <c:v>2.4666000000000001</c:v>
                </c:pt>
                <c:pt idx="3285">
                  <c:v>2.4228200000000002</c:v>
                </c:pt>
                <c:pt idx="3286">
                  <c:v>2.45228</c:v>
                </c:pt>
                <c:pt idx="3287">
                  <c:v>2.3105099999999998</c:v>
                </c:pt>
                <c:pt idx="3288">
                  <c:v>2.2191900000000002</c:v>
                </c:pt>
                <c:pt idx="3289">
                  <c:v>2.25142</c:v>
                </c:pt>
                <c:pt idx="3290">
                  <c:v>2.5050400000000002</c:v>
                </c:pt>
                <c:pt idx="3291">
                  <c:v>#N/A</c:v>
                </c:pt>
                <c:pt idx="3292">
                  <c:v>2.6395</c:v>
                </c:pt>
                <c:pt idx="3293">
                  <c:v>2.4830000000000001</c:v>
                </c:pt>
                <c:pt idx="3294">
                  <c:v>2.5691899999999999</c:v>
                </c:pt>
                <c:pt idx="3295">
                  <c:v>2.6014499999999998</c:v>
                </c:pt>
                <c:pt idx="3296">
                  <c:v>2.6959499999999998</c:v>
                </c:pt>
                <c:pt idx="3297">
                  <c:v>2.6718999999999999</c:v>
                </c:pt>
                <c:pt idx="3298">
                  <c:v>2.6017600000000001</c:v>
                </c:pt>
                <c:pt idx="3299">
                  <c:v>2.6078700000000001</c:v>
                </c:pt>
                <c:pt idx="3300">
                  <c:v>#N/A</c:v>
                </c:pt>
                <c:pt idx="3301">
                  <c:v>2.6408299999999998</c:v>
                </c:pt>
                <c:pt idx="3302">
                  <c:v>2.5562999999999998</c:v>
                </c:pt>
                <c:pt idx="3303">
                  <c:v>2.5664199999999999</c:v>
                </c:pt>
                <c:pt idx="3304">
                  <c:v>2.5217399999999999</c:v>
                </c:pt>
                <c:pt idx="3305">
                  <c:v>2.5516200000000002</c:v>
                </c:pt>
                <c:pt idx="3306">
                  <c:v>2.5052099999999999</c:v>
                </c:pt>
                <c:pt idx="3307">
                  <c:v>2.4184100000000002</c:v>
                </c:pt>
                <c:pt idx="3308">
                  <c:v>2.3408699999999998</c:v>
                </c:pt>
                <c:pt idx="3309">
                  <c:v>2.3267699999999998</c:v>
                </c:pt>
                <c:pt idx="3310">
                  <c:v>2.3307600000000002</c:v>
                </c:pt>
                <c:pt idx="3311">
                  <c:v>2.3109099999999998</c:v>
                </c:pt>
                <c:pt idx="3312">
                  <c:v>2.3298899999999998</c:v>
                </c:pt>
                <c:pt idx="3313">
                  <c:v>2.2915899999999998</c:v>
                </c:pt>
                <c:pt idx="3314">
                  <c:v>2.21888</c:v>
                </c:pt>
                <c:pt idx="3315">
                  <c:v>2.2206100000000002</c:v>
                </c:pt>
                <c:pt idx="3316">
                  <c:v>2.1795800000000001</c:v>
                </c:pt>
                <c:pt idx="3317">
                  <c:v>2.19469</c:v>
                </c:pt>
                <c:pt idx="3318">
                  <c:v>2.1741999999999999</c:v>
                </c:pt>
                <c:pt idx="3319">
                  <c:v>2.1788799999999999</c:v>
                </c:pt>
                <c:pt idx="3320">
                  <c:v>2.1960899999999999</c:v>
                </c:pt>
                <c:pt idx="3321">
                  <c:v>2.2062300000000001</c:v>
                </c:pt>
                <c:pt idx="3322">
                  <c:v>#N/A</c:v>
                </c:pt>
                <c:pt idx="3323">
                  <c:v>2.1783700000000001</c:v>
                </c:pt>
                <c:pt idx="3324">
                  <c:v>2.2236500000000001</c:v>
                </c:pt>
                <c:pt idx="3325">
                  <c:v>2.2387600000000001</c:v>
                </c:pt>
                <c:pt idx="3326">
                  <c:v>2.2487400000000002</c:v>
                </c:pt>
                <c:pt idx="3327">
                  <c:v>#N/A</c:v>
                </c:pt>
                <c:pt idx="3328">
                  <c:v>2.2470699999999999</c:v>
                </c:pt>
                <c:pt idx="3329">
                  <c:v>2.1850700000000001</c:v>
                </c:pt>
                <c:pt idx="3330">
                  <c:v>2.1313</c:v>
                </c:pt>
                <c:pt idx="3331">
                  <c:v>2.0973099999999998</c:v>
                </c:pt>
                <c:pt idx="3332">
                  <c:v>2.10114</c:v>
                </c:pt>
                <c:pt idx="3333">
                  <c:v>2.1381899999999998</c:v>
                </c:pt>
                <c:pt idx="3334">
                  <c:v>2.1438799999999998</c:v>
                </c:pt>
                <c:pt idx="3335">
                  <c:v>2.0876000000000001</c:v>
                </c:pt>
                <c:pt idx="3336">
                  <c:v>2.0644800000000001</c:v>
                </c:pt>
                <c:pt idx="3337">
                  <c:v>#N/A</c:v>
                </c:pt>
                <c:pt idx="3338">
                  <c:v>2.0486800000000001</c:v>
                </c:pt>
                <c:pt idx="3339">
                  <c:v>2.0598900000000002</c:v>
                </c:pt>
                <c:pt idx="3340">
                  <c:v>2.10859</c:v>
                </c:pt>
                <c:pt idx="3341">
                  <c:v>2.1046999999999998</c:v>
                </c:pt>
                <c:pt idx="3342">
                  <c:v>2.09497</c:v>
                </c:pt>
                <c:pt idx="3343">
                  <c:v>2.1014900000000001</c:v>
                </c:pt>
                <c:pt idx="3344">
                  <c:v>2.06874</c:v>
                </c:pt>
                <c:pt idx="3345">
                  <c:v>2.1244900000000002</c:v>
                </c:pt>
                <c:pt idx="3346">
                  <c:v>2.09382</c:v>
                </c:pt>
                <c:pt idx="3347">
                  <c:v>2.1070099999999998</c:v>
                </c:pt>
                <c:pt idx="3348">
                  <c:v>2.09192</c:v>
                </c:pt>
                <c:pt idx="3349">
                  <c:v>2.03322</c:v>
                </c:pt>
                <c:pt idx="3350">
                  <c:v>1.97095</c:v>
                </c:pt>
                <c:pt idx="3351">
                  <c:v>1.9049700000000001</c:v>
                </c:pt>
                <c:pt idx="3352">
                  <c:v>1.9273100000000001</c:v>
                </c:pt>
                <c:pt idx="3353">
                  <c:v>1.96522</c:v>
                </c:pt>
                <c:pt idx="3354">
                  <c:v>2.0523699999999998</c:v>
                </c:pt>
                <c:pt idx="3355">
                  <c:v>2.0011899999999998</c:v>
                </c:pt>
                <c:pt idx="3356">
                  <c:v>1.9761899999999999</c:v>
                </c:pt>
                <c:pt idx="3357">
                  <c:v>1.94676</c:v>
                </c:pt>
                <c:pt idx="3358">
                  <c:v>1.9280200000000001</c:v>
                </c:pt>
                <c:pt idx="3359">
                  <c:v>1.9755799999999999</c:v>
                </c:pt>
                <c:pt idx="3360">
                  <c:v>2.0052400000000001</c:v>
                </c:pt>
                <c:pt idx="3361">
                  <c:v>2.0222899999999999</c:v>
                </c:pt>
                <c:pt idx="3362">
                  <c:v>#N/A</c:v>
                </c:pt>
                <c:pt idx="3363">
                  <c:v>1.99129</c:v>
                </c:pt>
                <c:pt idx="3364">
                  <c:v>1.99159</c:v>
                </c:pt>
                <c:pt idx="3365">
                  <c:v>1.9900800000000001</c:v>
                </c:pt>
                <c:pt idx="3366">
                  <c:v>2.0569999999999999</c:v>
                </c:pt>
                <c:pt idx="3367">
                  <c:v>2.0448200000000001</c:v>
                </c:pt>
                <c:pt idx="3368">
                  <c:v>2.02468</c:v>
                </c:pt>
                <c:pt idx="3369">
                  <c:v>1.95295</c:v>
                </c:pt>
                <c:pt idx="3370">
                  <c:v>1.9570799999999999</c:v>
                </c:pt>
                <c:pt idx="3371">
                  <c:v>1.94333</c:v>
                </c:pt>
                <c:pt idx="3372">
                  <c:v>1.9240200000000001</c:v>
                </c:pt>
                <c:pt idx="3373">
                  <c:v>1.93868</c:v>
                </c:pt>
                <c:pt idx="3374">
                  <c:v>2.0381100000000001</c:v>
                </c:pt>
                <c:pt idx="3375">
                  <c:v>2.0782500000000002</c:v>
                </c:pt>
                <c:pt idx="3376">
                  <c:v>2.00474</c:v>
                </c:pt>
                <c:pt idx="3377">
                  <c:v>2.00976</c:v>
                </c:pt>
                <c:pt idx="3378">
                  <c:v>2.0907300000000002</c:v>
                </c:pt>
                <c:pt idx="3379">
                  <c:v>2.0546799999999998</c:v>
                </c:pt>
                <c:pt idx="3380">
                  <c:v>1.9645900000000001</c:v>
                </c:pt>
                <c:pt idx="3381">
                  <c:v>1.9172499999999999</c:v>
                </c:pt>
                <c:pt idx="3382">
                  <c:v>1.92333</c:v>
                </c:pt>
                <c:pt idx="3383">
                  <c:v>1.9463999999999999</c:v>
                </c:pt>
                <c:pt idx="3384">
                  <c:v>1.9846299999999999</c:v>
                </c:pt>
                <c:pt idx="3385">
                  <c:v>1.93605</c:v>
                </c:pt>
                <c:pt idx="3386">
                  <c:v>1.8906499999999999</c:v>
                </c:pt>
                <c:pt idx="3387">
                  <c:v>1.8641300000000001</c:v>
                </c:pt>
                <c:pt idx="3388">
                  <c:v>1.8256300000000001</c:v>
                </c:pt>
                <c:pt idx="3389">
                  <c:v>1.8448500000000001</c:v>
                </c:pt>
                <c:pt idx="3390">
                  <c:v>1.88442</c:v>
                </c:pt>
                <c:pt idx="3391">
                  <c:v>1.9214</c:v>
                </c:pt>
                <c:pt idx="3392">
                  <c:v>1.9643600000000001</c:v>
                </c:pt>
                <c:pt idx="3393">
                  <c:v>1.9470400000000001</c:v>
                </c:pt>
                <c:pt idx="3394">
                  <c:v>1.94163</c:v>
                </c:pt>
                <c:pt idx="3395">
                  <c:v>1.9569099999999999</c:v>
                </c:pt>
                <c:pt idx="3396">
                  <c:v>1.9395100000000001</c:v>
                </c:pt>
                <c:pt idx="3397">
                  <c:v>1.96719</c:v>
                </c:pt>
                <c:pt idx="3398">
                  <c:v>2.01105</c:v>
                </c:pt>
                <c:pt idx="3399">
                  <c:v>2.0095499999999999</c:v>
                </c:pt>
                <c:pt idx="3400">
                  <c:v>2.0120800000000001</c:v>
                </c:pt>
                <c:pt idx="3401">
                  <c:v>#N/A</c:v>
                </c:pt>
                <c:pt idx="3402">
                  <c:v>1.98437</c:v>
                </c:pt>
                <c:pt idx="3403">
                  <c:v>2.0335399999999999</c:v>
                </c:pt>
                <c:pt idx="3404">
                  <c:v>1.9838899999999999</c:v>
                </c:pt>
                <c:pt idx="3405">
                  <c:v>1.9816</c:v>
                </c:pt>
                <c:pt idx="3406">
                  <c:v>1.9522900000000001</c:v>
                </c:pt>
                <c:pt idx="3407">
                  <c:v>1.9152</c:v>
                </c:pt>
                <c:pt idx="3408">
                  <c:v>1.90425</c:v>
                </c:pt>
                <c:pt idx="3409">
                  <c:v>1.93889</c:v>
                </c:pt>
                <c:pt idx="3410">
                  <c:v>1.94665</c:v>
                </c:pt>
                <c:pt idx="3411">
                  <c:v>1.9463200000000001</c:v>
                </c:pt>
                <c:pt idx="3412">
                  <c:v>1.9101399999999999</c:v>
                </c:pt>
                <c:pt idx="3413">
                  <c:v>1.91151</c:v>
                </c:pt>
                <c:pt idx="3414">
                  <c:v>1.8980900000000001</c:v>
                </c:pt>
                <c:pt idx="3415">
                  <c:v>1.94221</c:v>
                </c:pt>
                <c:pt idx="3416">
                  <c:v>1.95347</c:v>
                </c:pt>
                <c:pt idx="3417">
                  <c:v>1.9388399999999999</c:v>
                </c:pt>
                <c:pt idx="3418">
                  <c:v>1.9443699999999999</c:v>
                </c:pt>
                <c:pt idx="3419">
                  <c:v>1.9065799999999999</c:v>
                </c:pt>
                <c:pt idx="3420">
                  <c:v>1.8953100000000001</c:v>
                </c:pt>
                <c:pt idx="3421">
                  <c:v>1.92666</c:v>
                </c:pt>
                <c:pt idx="3422">
                  <c:v>1.89717</c:v>
                </c:pt>
                <c:pt idx="3423">
                  <c:v>1.88887</c:v>
                </c:pt>
                <c:pt idx="3424">
                  <c:v>1.97638</c:v>
                </c:pt>
                <c:pt idx="3425">
                  <c:v>2.0085999999999999</c:v>
                </c:pt>
                <c:pt idx="3426">
                  <c:v>1.9834099999999999</c:v>
                </c:pt>
                <c:pt idx="3427">
                  <c:v>1.9648699999999999</c:v>
                </c:pt>
                <c:pt idx="3428">
                  <c:v>1.9335</c:v>
                </c:pt>
                <c:pt idx="3429">
                  <c:v>1.9288099999999999</c:v>
                </c:pt>
                <c:pt idx="3430">
                  <c:v>1.9568099999999999</c:v>
                </c:pt>
                <c:pt idx="3431">
                  <c:v>1.98187</c:v>
                </c:pt>
                <c:pt idx="3432">
                  <c:v>#N/A</c:v>
                </c:pt>
                <c:pt idx="3433">
                  <c:v>1.9914799999999999</c:v>
                </c:pt>
                <c:pt idx="3434">
                  <c:v>2.0280800000000001</c:v>
                </c:pt>
                <c:pt idx="3435">
                  <c:v>2.0144799999999998</c:v>
                </c:pt>
                <c:pt idx="3436">
                  <c:v>2.0139800000000001</c:v>
                </c:pt>
                <c:pt idx="3437">
                  <c:v>1.9536500000000001</c:v>
                </c:pt>
                <c:pt idx="3438">
                  <c:v>1.94272</c:v>
                </c:pt>
                <c:pt idx="3439">
                  <c:v>1.8811800000000001</c:v>
                </c:pt>
                <c:pt idx="3440">
                  <c:v>1.9027499999999999</c:v>
                </c:pt>
                <c:pt idx="3441">
                  <c:v>1.8711199999999999</c:v>
                </c:pt>
                <c:pt idx="3442">
                  <c:v>1.8466100000000001</c:v>
                </c:pt>
                <c:pt idx="3443">
                  <c:v>1.827</c:v>
                </c:pt>
                <c:pt idx="3444">
                  <c:v>1.8626199999999999</c:v>
                </c:pt>
                <c:pt idx="3445">
                  <c:v>1.91269</c:v>
                </c:pt>
                <c:pt idx="3446">
                  <c:v>1.9486000000000001</c:v>
                </c:pt>
                <c:pt idx="3447">
                  <c:v>1.9737100000000001</c:v>
                </c:pt>
                <c:pt idx="3448">
                  <c:v>2.0691799999999998</c:v>
                </c:pt>
                <c:pt idx="3449">
                  <c:v>2.09484</c:v>
                </c:pt>
                <c:pt idx="3450">
                  <c:v>2.0662799999999999</c:v>
                </c:pt>
                <c:pt idx="3451">
                  <c:v>2.0180400000000001</c:v>
                </c:pt>
                <c:pt idx="3452">
                  <c:v>2.0056099999999999</c:v>
                </c:pt>
                <c:pt idx="3453">
                  <c:v>2.00346</c:v>
                </c:pt>
                <c:pt idx="3454">
                  <c:v>1.9905200000000001</c:v>
                </c:pt>
                <c:pt idx="3455">
                  <c:v>2.0161799999999999</c:v>
                </c:pt>
                <c:pt idx="3456">
                  <c:v>1.99909</c:v>
                </c:pt>
                <c:pt idx="3457">
                  <c:v>1.9672000000000001</c:v>
                </c:pt>
                <c:pt idx="3458">
                  <c:v>#N/A</c:v>
                </c:pt>
                <c:pt idx="3459">
                  <c:v>2.0218699999999998</c:v>
                </c:pt>
                <c:pt idx="3460">
                  <c:v>2.06792</c:v>
                </c:pt>
                <c:pt idx="3461">
                  <c:v>2.0574400000000002</c:v>
                </c:pt>
                <c:pt idx="3462">
                  <c:v>2.0382799999999999</c:v>
                </c:pt>
                <c:pt idx="3463">
                  <c:v>2.0133000000000001</c:v>
                </c:pt>
                <c:pt idx="3464">
                  <c:v>2.0171000000000001</c:v>
                </c:pt>
                <c:pt idx="3465">
                  <c:v>2.0272199999999998</c:v>
                </c:pt>
                <c:pt idx="3466">
                  <c:v>2.0372699999999999</c:v>
                </c:pt>
                <c:pt idx="3467">
                  <c:v>2.0384199999999999</c:v>
                </c:pt>
                <c:pt idx="3468">
                  <c:v>2.0304700000000002</c:v>
                </c:pt>
                <c:pt idx="3469">
                  <c:v>2.0080200000000001</c:v>
                </c:pt>
                <c:pt idx="3470">
                  <c:v>1.9835</c:v>
                </c:pt>
                <c:pt idx="3471">
                  <c:v>1.97688</c:v>
                </c:pt>
                <c:pt idx="3472">
                  <c:v>2.0120300000000002</c:v>
                </c:pt>
                <c:pt idx="3473">
                  <c:v>1.97167</c:v>
                </c:pt>
                <c:pt idx="3474">
                  <c:v>1.95261</c:v>
                </c:pt>
                <c:pt idx="3475">
                  <c:v>1.9333499999999999</c:v>
                </c:pt>
                <c:pt idx="3476">
                  <c:v>1.9500299999999999</c:v>
                </c:pt>
                <c:pt idx="3477">
                  <c:v>1.9421999999999999</c:v>
                </c:pt>
                <c:pt idx="3478">
                  <c:v>1.95644</c:v>
                </c:pt>
                <c:pt idx="3479">
                  <c:v>1.9686900000000001</c:v>
                </c:pt>
                <c:pt idx="3480">
                  <c:v>2.0137</c:v>
                </c:pt>
                <c:pt idx="3481">
                  <c:v>1.9966600000000001</c:v>
                </c:pt>
                <c:pt idx="3482">
                  <c:v>1.9723299999999999</c:v>
                </c:pt>
                <c:pt idx="3483">
                  <c:v>1.95279</c:v>
                </c:pt>
                <c:pt idx="3484">
                  <c:v>2.0187900000000001</c:v>
                </c:pt>
                <c:pt idx="3485">
                  <c:v>2.0982500000000002</c:v>
                </c:pt>
                <c:pt idx="3486">
                  <c:v>2.0785900000000002</c:v>
                </c:pt>
                <c:pt idx="3487">
                  <c:v>2.0260400000000001</c:v>
                </c:pt>
                <c:pt idx="3488">
                  <c:v>1.9833400000000001</c:v>
                </c:pt>
                <c:pt idx="3489">
                  <c:v>1.9943500000000001</c:v>
                </c:pt>
                <c:pt idx="3490">
                  <c:v>2.0407299999999999</c:v>
                </c:pt>
                <c:pt idx="3491">
                  <c:v>2.0310299999999999</c:v>
                </c:pt>
                <c:pt idx="3492">
                  <c:v>2.0325099999999998</c:v>
                </c:pt>
                <c:pt idx="3493">
                  <c:v>2.0162800000000001</c:v>
                </c:pt>
                <c:pt idx="3494">
                  <c:v>2.0400700000000001</c:v>
                </c:pt>
                <c:pt idx="3495">
                  <c:v>1.9916799999999999</c:v>
                </c:pt>
                <c:pt idx="3496">
                  <c:v>1.99915</c:v>
                </c:pt>
                <c:pt idx="3497">
                  <c:v>1.9966299999999999</c:v>
                </c:pt>
                <c:pt idx="3498">
                  <c:v>2.0125600000000001</c:v>
                </c:pt>
                <c:pt idx="3499">
                  <c:v>1.98946</c:v>
                </c:pt>
                <c:pt idx="3500">
                  <c:v>1.94963</c:v>
                </c:pt>
                <c:pt idx="3501">
                  <c:v>1.91323</c:v>
                </c:pt>
                <c:pt idx="3502">
                  <c:v>#N/A</c:v>
                </c:pt>
                <c:pt idx="3503">
                  <c:v>1.94499</c:v>
                </c:pt>
                <c:pt idx="3504">
                  <c:v>1.9367799999999999</c:v>
                </c:pt>
                <c:pt idx="3505">
                  <c:v>1.9278200000000001</c:v>
                </c:pt>
                <c:pt idx="3506">
                  <c:v>1.92153</c:v>
                </c:pt>
                <c:pt idx="3507">
                  <c:v>1.8766</c:v>
                </c:pt>
                <c:pt idx="3508">
                  <c:v>1.8744400000000001</c:v>
                </c:pt>
                <c:pt idx="3509">
                  <c:v>1.83992</c:v>
                </c:pt>
                <c:pt idx="3510">
                  <c:v>1.8543000000000001</c:v>
                </c:pt>
                <c:pt idx="3511">
                  <c:v>1.8597900000000001</c:v>
                </c:pt>
                <c:pt idx="3512">
                  <c:v>1.8521399999999999</c:v>
                </c:pt>
                <c:pt idx="3513">
                  <c:v>1.8616699999999999</c:v>
                </c:pt>
                <c:pt idx="3514">
                  <c:v>1.8827400000000001</c:v>
                </c:pt>
                <c:pt idx="3515">
                  <c:v>1.90974</c:v>
                </c:pt>
                <c:pt idx="3516">
                  <c:v>1.8911</c:v>
                </c:pt>
                <c:pt idx="3517">
                  <c:v>1.9314899999999999</c:v>
                </c:pt>
                <c:pt idx="3518">
                  <c:v>1.9290499999999999</c:v>
                </c:pt>
                <c:pt idx="3519">
                  <c:v>1.9068000000000001</c:v>
                </c:pt>
                <c:pt idx="3520">
                  <c:v>1.8717200000000001</c:v>
                </c:pt>
                <c:pt idx="3521">
                  <c:v>1.8450599999999999</c:v>
                </c:pt>
                <c:pt idx="3522">
                  <c:v>1.84595</c:v>
                </c:pt>
                <c:pt idx="3523">
                  <c:v>1.8299399999999999</c:v>
                </c:pt>
                <c:pt idx="3524">
                  <c:v>1.83795</c:v>
                </c:pt>
                <c:pt idx="3525">
                  <c:v>1.83907</c:v>
                </c:pt>
                <c:pt idx="3526">
                  <c:v>1.86398</c:v>
                </c:pt>
                <c:pt idx="3527">
                  <c:v>#N/A</c:v>
                </c:pt>
                <c:pt idx="3528">
                  <c:v>1.89422</c:v>
                </c:pt>
                <c:pt idx="3529">
                  <c:v>1.9004300000000001</c:v>
                </c:pt>
                <c:pt idx="3530">
                  <c:v>1.8868</c:v>
                </c:pt>
                <c:pt idx="3531">
                  <c:v>1.89811</c:v>
                </c:pt>
                <c:pt idx="3532">
                  <c:v>1.8715299999999999</c:v>
                </c:pt>
                <c:pt idx="3533">
                  <c:v>1.8512200000000001</c:v>
                </c:pt>
                <c:pt idx="3534">
                  <c:v>1.8340000000000001</c:v>
                </c:pt>
                <c:pt idx="3535">
                  <c:v>1.8443400000000001</c:v>
                </c:pt>
                <c:pt idx="3536">
                  <c:v>1.83768</c:v>
                </c:pt>
                <c:pt idx="3537">
                  <c:v>1.8298000000000001</c:v>
                </c:pt>
                <c:pt idx="3538">
                  <c:v>1.8393600000000001</c:v>
                </c:pt>
                <c:pt idx="3539">
                  <c:v>1.84918</c:v>
                </c:pt>
                <c:pt idx="3540">
                  <c:v>1.85619</c:v>
                </c:pt>
                <c:pt idx="3541">
                  <c:v>1.8425199999999999</c:v>
                </c:pt>
                <c:pt idx="3542">
                  <c:v>1.8398600000000001</c:v>
                </c:pt>
                <c:pt idx="3543">
                  <c:v>1.8338399999999999</c:v>
                </c:pt>
                <c:pt idx="3544">
                  <c:v>1.8475299999999999</c:v>
                </c:pt>
                <c:pt idx="3545">
                  <c:v>1.8378699999999999</c:v>
                </c:pt>
                <c:pt idx="3546">
                  <c:v>1.8627</c:v>
                </c:pt>
                <c:pt idx="3547">
                  <c:v>1.8717299999999999</c:v>
                </c:pt>
                <c:pt idx="3548">
                  <c:v>1.92083</c:v>
                </c:pt>
                <c:pt idx="3549">
                  <c:v>1.8974899999999999</c:v>
                </c:pt>
                <c:pt idx="3550">
                  <c:v>1.9137299999999999</c:v>
                </c:pt>
                <c:pt idx="3551">
                  <c:v>1.883</c:v>
                </c:pt>
                <c:pt idx="3552">
                  <c:v>1.88619</c:v>
                </c:pt>
                <c:pt idx="3553">
                  <c:v>1.89896</c:v>
                </c:pt>
                <c:pt idx="3554">
                  <c:v>1.96014</c:v>
                </c:pt>
                <c:pt idx="3555">
                  <c:v>1.8829800000000001</c:v>
                </c:pt>
                <c:pt idx="3556">
                  <c:v>1.88357</c:v>
                </c:pt>
                <c:pt idx="3557">
                  <c:v>1.87662</c:v>
                </c:pt>
                <c:pt idx="3558">
                  <c:v>1.8729800000000001</c:v>
                </c:pt>
                <c:pt idx="3559">
                  <c:v>1.85799</c:v>
                </c:pt>
                <c:pt idx="3560">
                  <c:v>#N/A</c:v>
                </c:pt>
                <c:pt idx="3561">
                  <c:v>1.83446</c:v>
                </c:pt>
                <c:pt idx="3562">
                  <c:v>1.8085800000000001</c:v>
                </c:pt>
                <c:pt idx="3563">
                  <c:v>1.7740499999999999</c:v>
                </c:pt>
                <c:pt idx="3564">
                  <c:v>1.7724599999999999</c:v>
                </c:pt>
                <c:pt idx="3565">
                  <c:v>1.7552399999999999</c:v>
                </c:pt>
                <c:pt idx="3566">
                  <c:v>1.7786</c:v>
                </c:pt>
                <c:pt idx="3567">
                  <c:v>1.75308</c:v>
                </c:pt>
                <c:pt idx="3568">
                  <c:v>1.74434</c:v>
                </c:pt>
                <c:pt idx="3569">
                  <c:v>1.7723100000000001</c:v>
                </c:pt>
                <c:pt idx="3570">
                  <c:v>1.7714000000000001</c:v>
                </c:pt>
                <c:pt idx="3571">
                  <c:v>1.7541199999999999</c:v>
                </c:pt>
                <c:pt idx="3572">
                  <c:v>1.7607900000000001</c:v>
                </c:pt>
                <c:pt idx="3573">
                  <c:v>1.77318</c:v>
                </c:pt>
                <c:pt idx="3574">
                  <c:v>1.7898099999999999</c:v>
                </c:pt>
                <c:pt idx="3575">
                  <c:v>1.7720899999999999</c:v>
                </c:pt>
                <c:pt idx="3576">
                  <c:v>1.75553</c:v>
                </c:pt>
                <c:pt idx="3577">
                  <c:v>1.7085900000000001</c:v>
                </c:pt>
                <c:pt idx="3578">
                  <c:v>1.6707700000000001</c:v>
                </c:pt>
                <c:pt idx="3579">
                  <c:v>1.64849</c:v>
                </c:pt>
                <c:pt idx="3580">
                  <c:v>1.67133</c:v>
                </c:pt>
                <c:pt idx="3581">
                  <c:v>1.6869499999999999</c:v>
                </c:pt>
                <c:pt idx="3582">
                  <c:v>#N/A</c:v>
                </c:pt>
                <c:pt idx="3583">
                  <c:v>1.7021500000000001</c:v>
                </c:pt>
                <c:pt idx="3584">
                  <c:v>1.7469300000000001</c:v>
                </c:pt>
                <c:pt idx="3585">
                  <c:v>1.71638</c:v>
                </c:pt>
                <c:pt idx="3586">
                  <c:v>1.72512</c:v>
                </c:pt>
                <c:pt idx="3587">
                  <c:v>#N/A</c:v>
                </c:pt>
                <c:pt idx="3588">
                  <c:v>1.6784699999999999</c:v>
                </c:pt>
                <c:pt idx="3589">
                  <c:v>1.65846</c:v>
                </c:pt>
                <c:pt idx="3590">
                  <c:v>1.65333</c:v>
                </c:pt>
                <c:pt idx="3591">
                  <c:v>1.62805</c:v>
                </c:pt>
                <c:pt idx="3592">
                  <c:v>1.6325000000000001</c:v>
                </c:pt>
                <c:pt idx="3593">
                  <c:v>1.6130199999999999</c:v>
                </c:pt>
                <c:pt idx="3594">
                  <c:v>1.6378200000000001</c:v>
                </c:pt>
                <c:pt idx="3595">
                  <c:v>1.64446</c:v>
                </c:pt>
                <c:pt idx="3596">
                  <c:v>1.63771</c:v>
                </c:pt>
                <c:pt idx="3597">
                  <c:v>#N/A</c:v>
                </c:pt>
                <c:pt idx="3598">
                  <c:v>1.6206</c:v>
                </c:pt>
                <c:pt idx="3599">
                  <c:v>1.5722700000000001</c:v>
                </c:pt>
                <c:pt idx="3600">
                  <c:v>1.5738700000000001</c:v>
                </c:pt>
                <c:pt idx="3601">
                  <c:v>1.5636699999999999</c:v>
                </c:pt>
                <c:pt idx="3602">
                  <c:v>1.5511200000000001</c:v>
                </c:pt>
                <c:pt idx="3603">
                  <c:v>1.5491900000000001</c:v>
                </c:pt>
                <c:pt idx="3604">
                  <c:v>1.5421800000000001</c:v>
                </c:pt>
                <c:pt idx="3605">
                  <c:v>1.5480400000000001</c:v>
                </c:pt>
                <c:pt idx="3606">
                  <c:v>1.5244800000000001</c:v>
                </c:pt>
                <c:pt idx="3607">
                  <c:v>1.5362899999999999</c:v>
                </c:pt>
                <c:pt idx="3608">
                  <c:v>1.5307599999999999</c:v>
                </c:pt>
                <c:pt idx="3609">
                  <c:v>1.5279700000000001</c:v>
                </c:pt>
                <c:pt idx="3610">
                  <c:v>1.52942</c:v>
                </c:pt>
                <c:pt idx="3611">
                  <c:v>1.5763400000000001</c:v>
                </c:pt>
                <c:pt idx="3612">
                  <c:v>1.7117500000000001</c:v>
                </c:pt>
                <c:pt idx="3613">
                  <c:v>1.66587</c:v>
                </c:pt>
                <c:pt idx="3614">
                  <c:v>1.5907100000000001</c:v>
                </c:pt>
                <c:pt idx="3615">
                  <c:v>1.7655000000000001</c:v>
                </c:pt>
                <c:pt idx="3616">
                  <c:v>1.89466</c:v>
                </c:pt>
                <c:pt idx="3617">
                  <c:v>1.8196399999999999</c:v>
                </c:pt>
                <c:pt idx="3618">
                  <c:v>1.87079</c:v>
                </c:pt>
                <c:pt idx="3619">
                  <c:v>1.8374200000000001</c:v>
                </c:pt>
                <c:pt idx="3620">
                  <c:v>1.7518</c:v>
                </c:pt>
                <c:pt idx="3621">
                  <c:v>1.6657299999999999</c:v>
                </c:pt>
                <c:pt idx="3622">
                  <c:v>#N/A</c:v>
                </c:pt>
                <c:pt idx="3623">
                  <c:v>1.7325200000000001</c:v>
                </c:pt>
                <c:pt idx="3624">
                  <c:v>1.7281299999999999</c:v>
                </c:pt>
                <c:pt idx="3625">
                  <c:v>1.7642500000000001</c:v>
                </c:pt>
                <c:pt idx="3626">
                  <c:v>1.7930699999999999</c:v>
                </c:pt>
                <c:pt idx="3627">
                  <c:v>1.7364999999999999</c:v>
                </c:pt>
                <c:pt idx="3628">
                  <c:v>1.69428</c:v>
                </c:pt>
                <c:pt idx="3629">
                  <c:v>1.7806900000000001</c:v>
                </c:pt>
                <c:pt idx="3630">
                  <c:v>1.85042</c:v>
                </c:pt>
                <c:pt idx="3631">
                  <c:v>1.79817</c:v>
                </c:pt>
                <c:pt idx="3632">
                  <c:v>1.7625900000000001</c:v>
                </c:pt>
                <c:pt idx="3633">
                  <c:v>1.75871</c:v>
                </c:pt>
                <c:pt idx="3634">
                  <c:v>1.78257</c:v>
                </c:pt>
                <c:pt idx="3635">
                  <c:v>1.78512</c:v>
                </c:pt>
                <c:pt idx="3636">
                  <c:v>1.72624</c:v>
                </c:pt>
                <c:pt idx="3637">
                  <c:v>1.7371399999999999</c:v>
                </c:pt>
                <c:pt idx="3638">
                  <c:v>1.78251</c:v>
                </c:pt>
                <c:pt idx="3639">
                  <c:v>1.7926500000000001</c:v>
                </c:pt>
                <c:pt idx="3640">
                  <c:v>1.7817499999999999</c:v>
                </c:pt>
                <c:pt idx="3641">
                  <c:v>1.77383</c:v>
                </c:pt>
                <c:pt idx="3642">
                  <c:v>1.80271</c:v>
                </c:pt>
                <c:pt idx="3643">
                  <c:v>1.7975000000000001</c:v>
                </c:pt>
                <c:pt idx="3644">
                  <c:v>1.7591399999999999</c:v>
                </c:pt>
                <c:pt idx="3645">
                  <c:v>1.8067599999999999</c:v>
                </c:pt>
                <c:pt idx="3646">
                  <c:v>1.8435600000000001</c:v>
                </c:pt>
                <c:pt idx="3647">
                  <c:v>1.8048299999999999</c:v>
                </c:pt>
                <c:pt idx="3648">
                  <c:v>1.80776</c:v>
                </c:pt>
                <c:pt idx="3649">
                  <c:v>1.8087599999999999</c:v>
                </c:pt>
                <c:pt idx="3650">
                  <c:v>1.80494</c:v>
                </c:pt>
                <c:pt idx="3651">
                  <c:v>#N/A</c:v>
                </c:pt>
                <c:pt idx="3652">
                  <c:v>1.81856</c:v>
                </c:pt>
                <c:pt idx="3653">
                  <c:v>1.7438100000000001</c:v>
                </c:pt>
                <c:pt idx="3654">
                  <c:v>1.7395499999999999</c:v>
                </c:pt>
                <c:pt idx="3655">
                  <c:v>1.69347</c:v>
                </c:pt>
                <c:pt idx="3656">
                  <c:v>1.73864</c:v>
                </c:pt>
                <c:pt idx="3657">
                  <c:v>1.74318</c:v>
                </c:pt>
                <c:pt idx="3658">
                  <c:v>1.7381599999999999</c:v>
                </c:pt>
                <c:pt idx="3659">
                  <c:v>1.7161200000000001</c:v>
                </c:pt>
                <c:pt idx="3660">
                  <c:v>1.6868099999999999</c:v>
                </c:pt>
                <c:pt idx="3661">
                  <c:v>1.7090000000000001</c:v>
                </c:pt>
                <c:pt idx="3662">
                  <c:v>1.72844</c:v>
                </c:pt>
                <c:pt idx="3663">
                  <c:v>1.74569</c:v>
                </c:pt>
                <c:pt idx="3664">
                  <c:v>1.70198</c:v>
                </c:pt>
                <c:pt idx="3665">
                  <c:v>1.6991099999999999</c:v>
                </c:pt>
                <c:pt idx="3666">
                  <c:v>1.6949000000000001</c:v>
                </c:pt>
                <c:pt idx="3667">
                  <c:v>1.7048300000000001</c:v>
                </c:pt>
                <c:pt idx="3668">
                  <c:v>1.7095100000000001</c:v>
                </c:pt>
                <c:pt idx="3669">
                  <c:v>1.7123600000000001</c:v>
                </c:pt>
                <c:pt idx="3670">
                  <c:v>1.7552099999999999</c:v>
                </c:pt>
                <c:pt idx="3671">
                  <c:v>1.7869200000000001</c:v>
                </c:pt>
                <c:pt idx="3672">
                  <c:v>1.8154999999999999</c:v>
                </c:pt>
                <c:pt idx="3673">
                  <c:v>1.81718</c:v>
                </c:pt>
                <c:pt idx="3674">
                  <c:v>1.8791</c:v>
                </c:pt>
                <c:pt idx="3675">
                  <c:v>1.97523</c:v>
                </c:pt>
                <c:pt idx="3676">
                  <c:v>1.9482200000000001</c:v>
                </c:pt>
                <c:pt idx="3677">
                  <c:v>1.9068799999999999</c:v>
                </c:pt>
                <c:pt idx="3678">
                  <c:v>1.9504300000000001</c:v>
                </c:pt>
                <c:pt idx="3679">
                  <c:v>1.9053100000000001</c:v>
                </c:pt>
                <c:pt idx="3680">
                  <c:v>1.8138099999999999</c:v>
                </c:pt>
                <c:pt idx="3681">
                  <c:v>1.7748200000000001</c:v>
                </c:pt>
                <c:pt idx="3682">
                  <c:v>1.77</c:v>
                </c:pt>
                <c:pt idx="3683">
                  <c:v>1.8025800000000001</c:v>
                </c:pt>
                <c:pt idx="3684">
                  <c:v>1.77691</c:v>
                </c:pt>
                <c:pt idx="3685">
                  <c:v>1.8581399999999999</c:v>
                </c:pt>
                <c:pt idx="3686">
                  <c:v>1.9272100000000001</c:v>
                </c:pt>
                <c:pt idx="3687">
                  <c:v>1.93798</c:v>
                </c:pt>
                <c:pt idx="3688">
                  <c:v>1.8873</c:v>
                </c:pt>
                <c:pt idx="3689">
                  <c:v>1.89202</c:v>
                </c:pt>
                <c:pt idx="3690">
                  <c:v>1.8913899999999999</c:v>
                </c:pt>
                <c:pt idx="3691">
                  <c:v>1.91879</c:v>
                </c:pt>
                <c:pt idx="3692">
                  <c:v>#N/A</c:v>
                </c:pt>
                <c:pt idx="3693">
                  <c:v>2.0495299999999999</c:v>
                </c:pt>
                <c:pt idx="3694">
                  <c:v>2.00745</c:v>
                </c:pt>
                <c:pt idx="3695">
                  <c:v>2.0500099999999999</c:v>
                </c:pt>
                <c:pt idx="3696">
                  <c:v>1.9926600000000001</c:v>
                </c:pt>
                <c:pt idx="3697">
                  <c:v>1.9239200000000001</c:v>
                </c:pt>
                <c:pt idx="3698">
                  <c:v>1.9426699999999999</c:v>
                </c:pt>
                <c:pt idx="3699">
                  <c:v>1.9265000000000001</c:v>
                </c:pt>
                <c:pt idx="3700">
                  <c:v>2.02434</c:v>
                </c:pt>
                <c:pt idx="3701">
                  <c:v>2.0359600000000002</c:v>
                </c:pt>
                <c:pt idx="3702">
                  <c:v>2.0529999999999999</c:v>
                </c:pt>
                <c:pt idx="3703">
                  <c:v>2.0432100000000002</c:v>
                </c:pt>
                <c:pt idx="3704">
                  <c:v>2.00685</c:v>
                </c:pt>
                <c:pt idx="3705">
                  <c:v>2.0172699999999999</c:v>
                </c:pt>
                <c:pt idx="3706">
                  <c:v>1.99166</c:v>
                </c:pt>
                <c:pt idx="3707">
                  <c:v>2.0247899999999999</c:v>
                </c:pt>
                <c:pt idx="3708">
                  <c:v>2.0625900000000001</c:v>
                </c:pt>
                <c:pt idx="3709">
                  <c:v>2.0103200000000001</c:v>
                </c:pt>
                <c:pt idx="3710">
                  <c:v>1.9886699999999999</c:v>
                </c:pt>
                <c:pt idx="3711">
                  <c:v>1.9478800000000001</c:v>
                </c:pt>
                <c:pt idx="3712">
                  <c:v>1.9845200000000001</c:v>
                </c:pt>
                <c:pt idx="3713">
                  <c:v>1.98211</c:v>
                </c:pt>
                <c:pt idx="3714">
                  <c:v>2.0332300000000001</c:v>
                </c:pt>
                <c:pt idx="3715">
                  <c:v>1.99613</c:v>
                </c:pt>
                <c:pt idx="3716">
                  <c:v>1.9687300000000001</c:v>
                </c:pt>
                <c:pt idx="3717">
                  <c:v>1.9573400000000001</c:v>
                </c:pt>
                <c:pt idx="3718">
                  <c:v>1.9218299999999999</c:v>
                </c:pt>
                <c:pt idx="3719">
                  <c:v>#N/A</c:v>
                </c:pt>
                <c:pt idx="3720">
                  <c:v>1.8671899999999999</c:v>
                </c:pt>
                <c:pt idx="3721">
                  <c:v>1.8156600000000001</c:v>
                </c:pt>
                <c:pt idx="3722">
                  <c:v>1.7554399999999999</c:v>
                </c:pt>
                <c:pt idx="3723">
                  <c:v>1.73674</c:v>
                </c:pt>
                <c:pt idx="3724">
                  <c:v>1.81748</c:v>
                </c:pt>
                <c:pt idx="3725">
                  <c:v>1.82637</c:v>
                </c:pt>
                <c:pt idx="3726">
                  <c:v>1.78661</c:v>
                </c:pt>
                <c:pt idx="3727">
                  <c:v>1.80328</c:v>
                </c:pt>
                <c:pt idx="3728">
                  <c:v>1.7914699999999999</c:v>
                </c:pt>
                <c:pt idx="3729">
                  <c:v>1.78179</c:v>
                </c:pt>
                <c:pt idx="3730">
                  <c:v>1.8151900000000001</c:v>
                </c:pt>
                <c:pt idx="3731">
                  <c:v>1.7971699999999999</c:v>
                </c:pt>
                <c:pt idx="3732">
                  <c:v>1.7908500000000001</c:v>
                </c:pt>
                <c:pt idx="3733">
                  <c:v>1.81328</c:v>
                </c:pt>
                <c:pt idx="3734">
                  <c:v>1.7949299999999999</c:v>
                </c:pt>
                <c:pt idx="3735">
                  <c:v>1.73353</c:v>
                </c:pt>
                <c:pt idx="3736">
                  <c:v>1.72879</c:v>
                </c:pt>
                <c:pt idx="3737">
                  <c:v>1.7328600000000001</c:v>
                </c:pt>
                <c:pt idx="3738">
                  <c:v>1.77254</c:v>
                </c:pt>
                <c:pt idx="3739">
                  <c:v>1.8001400000000001</c:v>
                </c:pt>
                <c:pt idx="3740">
                  <c:v>1.7959099999999999</c:v>
                </c:pt>
                <c:pt idx="3741">
                  <c:v>1.7829600000000001</c:v>
                </c:pt>
                <c:pt idx="3742">
                  <c:v>1.7802800000000001</c:v>
                </c:pt>
                <c:pt idx="3743">
                  <c:v>1.7786599999999999</c:v>
                </c:pt>
                <c:pt idx="3744">
                  <c:v>1.8023199999999999</c:v>
                </c:pt>
                <c:pt idx="3745">
                  <c:v>1.84765</c:v>
                </c:pt>
                <c:pt idx="3746">
                  <c:v>1.93431</c:v>
                </c:pt>
                <c:pt idx="3747">
                  <c:v>1.9369700000000001</c:v>
                </c:pt>
                <c:pt idx="3748">
                  <c:v>1.88283</c:v>
                </c:pt>
                <c:pt idx="3749">
                  <c:v>1.9044399999999999</c:v>
                </c:pt>
                <c:pt idx="3750">
                  <c:v>1.86748</c:v>
                </c:pt>
                <c:pt idx="3751">
                  <c:v>1.8262499999999999</c:v>
                </c:pt>
                <c:pt idx="3752">
                  <c:v>1.8333200000000001</c:v>
                </c:pt>
                <c:pt idx="3753">
                  <c:v>1.8216300000000001</c:v>
                </c:pt>
                <c:pt idx="3754">
                  <c:v>1.8169200000000001</c:v>
                </c:pt>
                <c:pt idx="3755">
                  <c:v>1.81481</c:v>
                </c:pt>
                <c:pt idx="3756">
                  <c:v>1.8140099999999999</c:v>
                </c:pt>
                <c:pt idx="3757">
                  <c:v>1.7854699999999999</c:v>
                </c:pt>
                <c:pt idx="3758">
                  <c:v>1.7396100000000001</c:v>
                </c:pt>
                <c:pt idx="3759">
                  <c:v>1.7513700000000001</c:v>
                </c:pt>
                <c:pt idx="3760">
                  <c:v>1.8006599999999999</c:v>
                </c:pt>
                <c:pt idx="3761">
                  <c:v>1.83863</c:v>
                </c:pt>
                <c:pt idx="3762">
                  <c:v>#N/A</c:v>
                </c:pt>
                <c:pt idx="3763">
                  <c:v>1.83632</c:v>
                </c:pt>
                <c:pt idx="3764">
                  <c:v>1.81247</c:v>
                </c:pt>
                <c:pt idx="3765">
                  <c:v>1.82908</c:v>
                </c:pt>
                <c:pt idx="3766">
                  <c:v>1.8170299999999999</c:v>
                </c:pt>
                <c:pt idx="3767">
                  <c:v>1.8538600000000001</c:v>
                </c:pt>
                <c:pt idx="3768">
                  <c:v>1.84674</c:v>
                </c:pt>
                <c:pt idx="3769">
                  <c:v>1.83209</c:v>
                </c:pt>
                <c:pt idx="3770">
                  <c:v>1.7722899999999999</c:v>
                </c:pt>
                <c:pt idx="3771">
                  <c:v>1.7409600000000001</c:v>
                </c:pt>
                <c:pt idx="3772">
                  <c:v>1.75996</c:v>
                </c:pt>
                <c:pt idx="3773">
                  <c:v>1.74864</c:v>
                </c:pt>
                <c:pt idx="3774">
                  <c:v>1.7235499999999999</c:v>
                </c:pt>
                <c:pt idx="3775">
                  <c:v>1.7335799999999999</c:v>
                </c:pt>
                <c:pt idx="3776">
                  <c:v>1.72543</c:v>
                </c:pt>
                <c:pt idx="3777">
                  <c:v>1.7173099999999999</c:v>
                </c:pt>
                <c:pt idx="3778">
                  <c:v>1.7153</c:v>
                </c:pt>
                <c:pt idx="3779">
                  <c:v>1.7305699999999999</c:v>
                </c:pt>
                <c:pt idx="3780">
                  <c:v>1.6935</c:v>
                </c:pt>
                <c:pt idx="3781">
                  <c:v>1.6783300000000001</c:v>
                </c:pt>
                <c:pt idx="3782">
                  <c:v>1.68519</c:v>
                </c:pt>
                <c:pt idx="3783">
                  <c:v>1.6932799999999999</c:v>
                </c:pt>
                <c:pt idx="3784">
                  <c:v>1.65828</c:v>
                </c:pt>
                <c:pt idx="3785">
                  <c:v>1.68215</c:v>
                </c:pt>
                <c:pt idx="3786">
                  <c:v>1.6871499999999999</c:v>
                </c:pt>
                <c:pt idx="3787">
                  <c:v>#N/A</c:v>
                </c:pt>
                <c:pt idx="3788">
                  <c:v>1.7097199999999999</c:v>
                </c:pt>
                <c:pt idx="3789">
                  <c:v>1.7233799999999999</c:v>
                </c:pt>
                <c:pt idx="3790">
                  <c:v>1.81762</c:v>
                </c:pt>
                <c:pt idx="3791">
                  <c:v>1.79738</c:v>
                </c:pt>
                <c:pt idx="3792">
                  <c:v>1.7954399999999999</c:v>
                </c:pt>
                <c:pt idx="3793">
                  <c:v>1.7812699999999999</c:v>
                </c:pt>
                <c:pt idx="3794">
                  <c:v>1.77014</c:v>
                </c:pt>
                <c:pt idx="3795">
                  <c:v>1.8338399999999999</c:v>
                </c:pt>
                <c:pt idx="3796">
                  <c:v>1.84304</c:v>
                </c:pt>
                <c:pt idx="3797">
                  <c:v>1.86073</c:v>
                </c:pt>
                <c:pt idx="3798">
                  <c:v>1.83839</c:v>
                </c:pt>
                <c:pt idx="3799">
                  <c:v>1.86846</c:v>
                </c:pt>
                <c:pt idx="3800">
                  <c:v>1.8411299999999999</c:v>
                </c:pt>
                <c:pt idx="3801">
                  <c:v>1.90612</c:v>
                </c:pt>
                <c:pt idx="3802">
                  <c:v>1.9421299999999999</c:v>
                </c:pt>
                <c:pt idx="3803">
                  <c:v>1.90293</c:v>
                </c:pt>
                <c:pt idx="3804">
                  <c:v>1.8567800000000001</c:v>
                </c:pt>
                <c:pt idx="3805">
                  <c:v>1.8573500000000001</c:v>
                </c:pt>
                <c:pt idx="3806">
                  <c:v>1.81674</c:v>
                </c:pt>
                <c:pt idx="3807">
                  <c:v>1.8329299999999999</c:v>
                </c:pt>
                <c:pt idx="3808">
                  <c:v>1.84717</c:v>
                </c:pt>
                <c:pt idx="3809">
                  <c:v>1.8208899999999999</c:v>
                </c:pt>
                <c:pt idx="3810">
                  <c:v>1.87155</c:v>
                </c:pt>
                <c:pt idx="3811">
                  <c:v>1.9040600000000001</c:v>
                </c:pt>
                <c:pt idx="3812">
                  <c:v>#N/A</c:v>
                </c:pt>
                <c:pt idx="3813">
                  <c:v>1.99109</c:v>
                </c:pt>
                <c:pt idx="3814">
                  <c:v>2.0219399999999998</c:v>
                </c:pt>
                <c:pt idx="3815">
                  <c:v>2.05396</c:v>
                </c:pt>
                <c:pt idx="3816">
                  <c:v>2.0608</c:v>
                </c:pt>
                <c:pt idx="3817">
                  <c:v>2.1209600000000002</c:v>
                </c:pt>
                <c:pt idx="3818">
                  <c:v>2.1749399999999999</c:v>
                </c:pt>
                <c:pt idx="3819">
                  <c:v>2.1362299999999999</c:v>
                </c:pt>
                <c:pt idx="3820">
                  <c:v>#N/A</c:v>
                </c:pt>
                <c:pt idx="3821">
                  <c:v>2.14086</c:v>
                </c:pt>
                <c:pt idx="3822">
                  <c:v>2.1683300000000001</c:v>
                </c:pt>
                <c:pt idx="3823">
                  <c:v>2.1986699999999999</c:v>
                </c:pt>
                <c:pt idx="3824">
                  <c:v>2.1305000000000001</c:v>
                </c:pt>
                <c:pt idx="3825">
                  <c:v>2.10704</c:v>
                </c:pt>
                <c:pt idx="3826">
                  <c:v>2.0962999999999998</c:v>
                </c:pt>
                <c:pt idx="3827">
                  <c:v>2.0689299999999999</c:v>
                </c:pt>
                <c:pt idx="3828">
                  <c:v>2.1345700000000001</c:v>
                </c:pt>
                <c:pt idx="3829">
                  <c:v>#N/A</c:v>
                </c:pt>
                <c:pt idx="3830">
                  <c:v>2.1398899999999998</c:v>
                </c:pt>
                <c:pt idx="3831">
                  <c:v>2.08575</c:v>
                </c:pt>
                <c:pt idx="3832">
                  <c:v>2.0785999999999998</c:v>
                </c:pt>
                <c:pt idx="3833">
                  <c:v>2.02277</c:v>
                </c:pt>
                <c:pt idx="3834">
                  <c:v>1.9612700000000001</c:v>
                </c:pt>
                <c:pt idx="3835">
                  <c:v>1.9661299999999999</c:v>
                </c:pt>
                <c:pt idx="3836">
                  <c:v>1.9815100000000001</c:v>
                </c:pt>
                <c:pt idx="3837">
                  <c:v>2.0072100000000002</c:v>
                </c:pt>
                <c:pt idx="3838">
                  <c:v>2.05572</c:v>
                </c:pt>
                <c:pt idx="3839">
                  <c:v>2.1402299999999999</c:v>
                </c:pt>
                <c:pt idx="3840">
                  <c:v>2.1416900000000001</c:v>
                </c:pt>
                <c:pt idx="3841">
                  <c:v>2.1854399999999998</c:v>
                </c:pt>
                <c:pt idx="3842">
                  <c:v>2.22993</c:v>
                </c:pt>
                <c:pt idx="3843">
                  <c:v>#N/A</c:v>
                </c:pt>
                <c:pt idx="3844">
                  <c:v>2.1941899999999999</c:v>
                </c:pt>
                <c:pt idx="3845">
                  <c:v>2.2093699999999998</c:v>
                </c:pt>
                <c:pt idx="3846">
                  <c:v>2.2319900000000001</c:v>
                </c:pt>
                <c:pt idx="3847">
                  <c:v>2.2768700000000002</c:v>
                </c:pt>
                <c:pt idx="3848">
                  <c:v>#N/A</c:v>
                </c:pt>
                <c:pt idx="3849">
                  <c:v>2.2804099999999998</c:v>
                </c:pt>
                <c:pt idx="3850">
                  <c:v>2.3211300000000001</c:v>
                </c:pt>
                <c:pt idx="3851">
                  <c:v>2.1322700000000001</c:v>
                </c:pt>
                <c:pt idx="3852">
                  <c:v>2.03288</c:v>
                </c:pt>
                <c:pt idx="3853">
                  <c:v>2.0064099999999998</c:v>
                </c:pt>
                <c:pt idx="3854">
                  <c:v>#N/A</c:v>
                </c:pt>
                <c:pt idx="3855">
                  <c:v>#N/A</c:v>
                </c:pt>
                <c:pt idx="3856">
                  <c:v>#N/A</c:v>
                </c:pt>
                <c:pt idx="3857">
                  <c:v>#N/A</c:v>
                </c:pt>
                <c:pt idx="3858">
                  <c:v>#N/A</c:v>
                </c:pt>
                <c:pt idx="3859">
                  <c:v>1.96956</c:v>
                </c:pt>
                <c:pt idx="3860">
                  <c:v>#N/A</c:v>
                </c:pt>
                <c:pt idx="3861">
                  <c:v>#N/A</c:v>
                </c:pt>
                <c:pt idx="3862">
                  <c:v>#N/A</c:v>
                </c:pt>
                <c:pt idx="3863">
                  <c:v>#N/A</c:v>
                </c:pt>
                <c:pt idx="3864">
                  <c:v>#N/A</c:v>
                </c:pt>
                <c:pt idx="3865">
                  <c:v>#N/A</c:v>
                </c:pt>
                <c:pt idx="3866">
                  <c:v>1.9402999999999999</c:v>
                </c:pt>
                <c:pt idx="3867">
                  <c:v>#N/A</c:v>
                </c:pt>
                <c:pt idx="3868">
                  <c:v>1.9899500000000001</c:v>
                </c:pt>
                <c:pt idx="3869">
                  <c:v>1.94845</c:v>
                </c:pt>
                <c:pt idx="3870">
                  <c:v>1.90865</c:v>
                </c:pt>
                <c:pt idx="3871">
                  <c:v>1.8552</c:v>
                </c:pt>
                <c:pt idx="3872">
                  <c:v>1.82297</c:v>
                </c:pt>
                <c:pt idx="3873">
                  <c:v>1.8227599999999999</c:v>
                </c:pt>
                <c:pt idx="3874">
                  <c:v>1.8573200000000001</c:v>
                </c:pt>
                <c:pt idx="3875">
                  <c:v>1.9333100000000001</c:v>
                </c:pt>
                <c:pt idx="3876">
                  <c:v>1.9401600000000001</c:v>
                </c:pt>
                <c:pt idx="3877">
                  <c:v>1.97695</c:v>
                </c:pt>
                <c:pt idx="3878">
                  <c:v>1.9428099999999999</c:v>
                </c:pt>
                <c:pt idx="3879">
                  <c:v>1.91187</c:v>
                </c:pt>
                <c:pt idx="3880">
                  <c:v>1.9555199999999999</c:v>
                </c:pt>
                <c:pt idx="3881">
                  <c:v>1.9587000000000001</c:v>
                </c:pt>
                <c:pt idx="3882">
                  <c:v>#N/A</c:v>
                </c:pt>
                <c:pt idx="3883">
                  <c:v>1.9495499999999999</c:v>
                </c:pt>
                <c:pt idx="3884">
                  <c:v>1.9291400000000001</c:v>
                </c:pt>
                <c:pt idx="3885">
                  <c:v>1.9173899999999999</c:v>
                </c:pt>
                <c:pt idx="3886">
                  <c:v>1.9171199999999999</c:v>
                </c:pt>
                <c:pt idx="3887">
                  <c:v>1.90696</c:v>
                </c:pt>
                <c:pt idx="3888">
                  <c:v>1.9119999999999999</c:v>
                </c:pt>
                <c:pt idx="3889">
                  <c:v>1.86276</c:v>
                </c:pt>
                <c:pt idx="3890">
                  <c:v>1.85612</c:v>
                </c:pt>
                <c:pt idx="3891">
                  <c:v>1.85361</c:v>
                </c:pt>
                <c:pt idx="3892">
                  <c:v>1.89286</c:v>
                </c:pt>
                <c:pt idx="3893">
                  <c:v>1.8942600000000001</c:v>
                </c:pt>
                <c:pt idx="3894">
                  <c:v>1.8898999999999999</c:v>
                </c:pt>
                <c:pt idx="3895">
                  <c:v>1.92533</c:v>
                </c:pt>
                <c:pt idx="3896">
                  <c:v>1.94533</c:v>
                </c:pt>
                <c:pt idx="3897">
                  <c:v>1.8999200000000001</c:v>
                </c:pt>
                <c:pt idx="3898">
                  <c:v>1.92441</c:v>
                </c:pt>
                <c:pt idx="3899">
                  <c:v>1.91282</c:v>
                </c:pt>
                <c:pt idx="3900">
                  <c:v>1.8675999999999999</c:v>
                </c:pt>
                <c:pt idx="3901">
                  <c:v>1.8807799999999999</c:v>
                </c:pt>
                <c:pt idx="3902">
                  <c:v>1.8631</c:v>
                </c:pt>
                <c:pt idx="3903">
                  <c:v>1.84043</c:v>
                </c:pt>
                <c:pt idx="3904">
                  <c:v>1.86917</c:v>
                </c:pt>
                <c:pt idx="3905">
                  <c:v>1.82877</c:v>
                </c:pt>
                <c:pt idx="3906">
                  <c:v>1.87622</c:v>
                </c:pt>
                <c:pt idx="3907">
                  <c:v>1.9081900000000001</c:v>
                </c:pt>
                <c:pt idx="3908">
                  <c:v>1.8565400000000001</c:v>
                </c:pt>
                <c:pt idx="3909">
                  <c:v>1.8697900000000001</c:v>
                </c:pt>
                <c:pt idx="3910">
                  <c:v>1.86978</c:v>
                </c:pt>
                <c:pt idx="3911">
                  <c:v>1.83894</c:v>
                </c:pt>
                <c:pt idx="3912">
                  <c:v>1.7884599999999999</c:v>
                </c:pt>
                <c:pt idx="3913">
                  <c:v>1.84809</c:v>
                </c:pt>
                <c:pt idx="3914">
                  <c:v>#N/A</c:v>
                </c:pt>
                <c:pt idx="3915">
                  <c:v>1.79382</c:v>
                </c:pt>
                <c:pt idx="3916">
                  <c:v>1.79562</c:v>
                </c:pt>
                <c:pt idx="3917">
                  <c:v>1.7901100000000001</c:v>
                </c:pt>
                <c:pt idx="3918">
                  <c:v>1.7841899999999999</c:v>
                </c:pt>
                <c:pt idx="3919">
                  <c:v>1.8047899999999999</c:v>
                </c:pt>
                <c:pt idx="3920">
                  <c:v>1.7792300000000001</c:v>
                </c:pt>
                <c:pt idx="3921">
                  <c:v>#N/A</c:v>
                </c:pt>
                <c:pt idx="3922">
                  <c:v>#N/A</c:v>
                </c:pt>
                <c:pt idx="3923">
                  <c:v>#N/A</c:v>
                </c:pt>
                <c:pt idx="3924">
                  <c:v>#N/A</c:v>
                </c:pt>
                <c:pt idx="3925">
                  <c:v>#N/A</c:v>
                </c:pt>
                <c:pt idx="3926">
                  <c:v>#N/A</c:v>
                </c:pt>
                <c:pt idx="3927">
                  <c:v>1.7461599999999999</c:v>
                </c:pt>
                <c:pt idx="3928">
                  <c:v>1.72221</c:v>
                </c:pt>
                <c:pt idx="3929">
                  <c:v>1.7393400000000001</c:v>
                </c:pt>
                <c:pt idx="3930">
                  <c:v>1.7503599999999999</c:v>
                </c:pt>
                <c:pt idx="3931">
                  <c:v>1.7307699999999999</c:v>
                </c:pt>
                <c:pt idx="3932">
                  <c:v>1.7189099999999999</c:v>
                </c:pt>
                <c:pt idx="3933">
                  <c:v>1.75606</c:v>
                </c:pt>
                <c:pt idx="3934">
                  <c:v>1.7355700000000001</c:v>
                </c:pt>
                <c:pt idx="3935">
                  <c:v>1.7512399999999999</c:v>
                </c:pt>
                <c:pt idx="3936">
                  <c:v>1.7474400000000001</c:v>
                </c:pt>
                <c:pt idx="3937">
                  <c:v>1.7705500000000001</c:v>
                </c:pt>
                <c:pt idx="3938">
                  <c:v>1.8533299999999999</c:v>
                </c:pt>
                <c:pt idx="3939">
                  <c:v>1.82535</c:v>
                </c:pt>
                <c:pt idx="3940">
                  <c:v>1.88415</c:v>
                </c:pt>
                <c:pt idx="3941">
                  <c:v>1.87355</c:v>
                </c:pt>
                <c:pt idx="3942">
                  <c:v>1.95353</c:v>
                </c:pt>
                <c:pt idx="3943">
                  <c:v>1.88612</c:v>
                </c:pt>
                <c:pt idx="3944">
                  <c:v>1.89849</c:v>
                </c:pt>
                <c:pt idx="3945">
                  <c:v>1.88568</c:v>
                </c:pt>
                <c:pt idx="3946">
                  <c:v>1.9047799999999999</c:v>
                </c:pt>
                <c:pt idx="3947">
                  <c:v>1.90588</c:v>
                </c:pt>
                <c:pt idx="3948">
                  <c:v>1.8869400000000001</c:v>
                </c:pt>
                <c:pt idx="3949">
                  <c:v>1.91658</c:v>
                </c:pt>
                <c:pt idx="3950">
                  <c:v>2.0118200000000002</c:v>
                </c:pt>
                <c:pt idx="3951">
                  <c:v>1.96959</c:v>
                </c:pt>
                <c:pt idx="3952">
                  <c:v>#N/A</c:v>
                </c:pt>
                <c:pt idx="3953">
                  <c:v>2.0068100000000002</c:v>
                </c:pt>
                <c:pt idx="3954">
                  <c:v>2.0208499999999998</c:v>
                </c:pt>
                <c:pt idx="3955">
                  <c:v>2.0475300000000001</c:v>
                </c:pt>
                <c:pt idx="3956">
                  <c:v>2.1177800000000002</c:v>
                </c:pt>
                <c:pt idx="3957">
                  <c:v>2.1373099999999998</c:v>
                </c:pt>
                <c:pt idx="3958">
                  <c:v>2.0295999999999998</c:v>
                </c:pt>
                <c:pt idx="3959">
                  <c:v>1.98346</c:v>
                </c:pt>
                <c:pt idx="3960">
                  <c:v>1.9657199999999999</c:v>
                </c:pt>
                <c:pt idx="3961">
                  <c:v>1.9663999999999999</c:v>
                </c:pt>
                <c:pt idx="3962">
                  <c:v>1.9098200000000001</c:v>
                </c:pt>
                <c:pt idx="3963">
                  <c:v>1.86582</c:v>
                </c:pt>
                <c:pt idx="3964">
                  <c:v>1.8771199999999999</c:v>
                </c:pt>
                <c:pt idx="3965">
                  <c:v>1.92865</c:v>
                </c:pt>
                <c:pt idx="3966">
                  <c:v>1.91448</c:v>
                </c:pt>
                <c:pt idx="3967">
                  <c:v>1.92611</c:v>
                </c:pt>
                <c:pt idx="3968">
                  <c:v>1.8762700000000001</c:v>
                </c:pt>
                <c:pt idx="3969">
                  <c:v>1.8695600000000001</c:v>
                </c:pt>
                <c:pt idx="3970">
                  <c:v>1.7900100000000001</c:v>
                </c:pt>
                <c:pt idx="3971">
                  <c:v>1.74203</c:v>
                </c:pt>
                <c:pt idx="3972">
                  <c:v>1.7919799999999999</c:v>
                </c:pt>
                <c:pt idx="3973">
                  <c:v>1.8454200000000001</c:v>
                </c:pt>
                <c:pt idx="3974">
                  <c:v>1.8442000000000001</c:v>
                </c:pt>
                <c:pt idx="3975">
                  <c:v>1.8332599999999999</c:v>
                </c:pt>
                <c:pt idx="3976">
                  <c:v>1.8149599999999999</c:v>
                </c:pt>
                <c:pt idx="3977">
                  <c:v>1.7426999999999999</c:v>
                </c:pt>
                <c:pt idx="3978">
                  <c:v>1.7726299999999999</c:v>
                </c:pt>
                <c:pt idx="3979">
                  <c:v>1.7817000000000001</c:v>
                </c:pt>
                <c:pt idx="3980">
                  <c:v>#N/A</c:v>
                </c:pt>
                <c:pt idx="3981">
                  <c:v>1.7448399999999999</c:v>
                </c:pt>
                <c:pt idx="3982">
                  <c:v>1.7181</c:v>
                </c:pt>
                <c:pt idx="3983">
                  <c:v>1.72316</c:v>
                </c:pt>
                <c:pt idx="3984">
                  <c:v>1.7131700000000001</c:v>
                </c:pt>
                <c:pt idx="3985">
                  <c:v>1.6872400000000001</c:v>
                </c:pt>
                <c:pt idx="3986">
                  <c:v>1.7069799999999999</c:v>
                </c:pt>
                <c:pt idx="3987">
                  <c:v>1.7112700000000001</c:v>
                </c:pt>
                <c:pt idx="3988">
                  <c:v>1.70549</c:v>
                </c:pt>
                <c:pt idx="3989">
                  <c:v>1.7579400000000001</c:v>
                </c:pt>
                <c:pt idx="3990">
                  <c:v>1.76986</c:v>
                </c:pt>
                <c:pt idx="3991">
                  <c:v>1.74979</c:v>
                </c:pt>
                <c:pt idx="3992">
                  <c:v>1.71713</c:v>
                </c:pt>
                <c:pt idx="3993">
                  <c:v>1.6760999999999999</c:v>
                </c:pt>
                <c:pt idx="3994">
                  <c:v>1.6918599999999999</c:v>
                </c:pt>
                <c:pt idx="3995">
                  <c:v>1.6754</c:v>
                </c:pt>
                <c:pt idx="3996">
                  <c:v>1.6873100000000001</c:v>
                </c:pt>
                <c:pt idx="3997">
                  <c:v>1.68218</c:v>
                </c:pt>
                <c:pt idx="3998">
                  <c:v>1.7249099999999999</c:v>
                </c:pt>
                <c:pt idx="3999">
                  <c:v>1.7534000000000001</c:v>
                </c:pt>
                <c:pt idx="4000">
                  <c:v>1.8593299999999999</c:v>
                </c:pt>
                <c:pt idx="4001">
                  <c:v>1.8786700000000001</c:v>
                </c:pt>
                <c:pt idx="4002">
                  <c:v>1.9564900000000001</c:v>
                </c:pt>
                <c:pt idx="4003">
                  <c:v>1.9459900000000001</c:v>
                </c:pt>
                <c:pt idx="4004">
                  <c:v>1.87616</c:v>
                </c:pt>
                <c:pt idx="4005">
                  <c:v>1.82056</c:v>
                </c:pt>
                <c:pt idx="4006">
                  <c:v>1.7841499999999999</c:v>
                </c:pt>
                <c:pt idx="4007">
                  <c:v>1.89564</c:v>
                </c:pt>
                <c:pt idx="4008">
                  <c:v>1.83914</c:v>
                </c:pt>
                <c:pt idx="4009">
                  <c:v>1.8941600000000001</c:v>
                </c:pt>
                <c:pt idx="4010">
                  <c:v>1.9449399999999999</c:v>
                </c:pt>
                <c:pt idx="4011">
                  <c:v>1.9198500000000001</c:v>
                </c:pt>
                <c:pt idx="4012">
                  <c:v>1.8766099999999999</c:v>
                </c:pt>
                <c:pt idx="4013">
                  <c:v>1.91414</c:v>
                </c:pt>
                <c:pt idx="4014">
                  <c:v>1.8754599999999999</c:v>
                </c:pt>
                <c:pt idx="4015">
                  <c:v>1.8345400000000001</c:v>
                </c:pt>
                <c:pt idx="4016">
                  <c:v>1.89394</c:v>
                </c:pt>
                <c:pt idx="4017">
                  <c:v>1.87609</c:v>
                </c:pt>
                <c:pt idx="4018">
                  <c:v>1.8956900000000001</c:v>
                </c:pt>
                <c:pt idx="4019">
                  <c:v>1.8468800000000001</c:v>
                </c:pt>
                <c:pt idx="4020">
                  <c:v>1.78637</c:v>
                </c:pt>
                <c:pt idx="4021">
                  <c:v>1.78624</c:v>
                </c:pt>
                <c:pt idx="4022">
                  <c:v>#N/A</c:v>
                </c:pt>
                <c:pt idx="4023">
                  <c:v>1.79311</c:v>
                </c:pt>
                <c:pt idx="4024">
                  <c:v>1.7737099999999999</c:v>
                </c:pt>
                <c:pt idx="4025">
                  <c:v>1.7128099999999999</c:v>
                </c:pt>
                <c:pt idx="4026">
                  <c:v>1.76254</c:v>
                </c:pt>
                <c:pt idx="4027">
                  <c:v>1.7377899999999999</c:v>
                </c:pt>
                <c:pt idx="4028">
                  <c:v>1.7436199999999999</c:v>
                </c:pt>
                <c:pt idx="4029">
                  <c:v>1.7198199999999999</c:v>
                </c:pt>
                <c:pt idx="4030">
                  <c:v>1.6833199999999999</c:v>
                </c:pt>
                <c:pt idx="4031">
                  <c:v>1.70068</c:v>
                </c:pt>
                <c:pt idx="4032">
                  <c:v>1.7531099999999999</c:v>
                </c:pt>
                <c:pt idx="4033">
                  <c:v>1.7589600000000001</c:v>
                </c:pt>
                <c:pt idx="4034">
                  <c:v>1.7423299999999999</c:v>
                </c:pt>
                <c:pt idx="4035">
                  <c:v>1.72488</c:v>
                </c:pt>
                <c:pt idx="4036">
                  <c:v>1.7433700000000001</c:v>
                </c:pt>
                <c:pt idx="4037">
                  <c:v>1.73068</c:v>
                </c:pt>
                <c:pt idx="4038">
                  <c:v>1.8210200000000001</c:v>
                </c:pt>
                <c:pt idx="4039">
                  <c:v>1.79515</c:v>
                </c:pt>
                <c:pt idx="4040">
                  <c:v>1.8061499999999999</c:v>
                </c:pt>
                <c:pt idx="4041">
                  <c:v>1.83832</c:v>
                </c:pt>
                <c:pt idx="4042">
                  <c:v>1.82514</c:v>
                </c:pt>
                <c:pt idx="4043">
                  <c:v>1.85626</c:v>
                </c:pt>
                <c:pt idx="4044">
                  <c:v>1.9165300000000001</c:v>
                </c:pt>
                <c:pt idx="4045">
                  <c:v>1.9391</c:v>
                </c:pt>
                <c:pt idx="4046">
                  <c:v>1.8870499999999999</c:v>
                </c:pt>
                <c:pt idx="4047">
                  <c:v>1.83494</c:v>
                </c:pt>
                <c:pt idx="4048">
                  <c:v>1.8544499999999999</c:v>
                </c:pt>
                <c:pt idx="4049">
                  <c:v>1.8295699999999999</c:v>
                </c:pt>
                <c:pt idx="4050">
                  <c:v>1.7991600000000001</c:v>
                </c:pt>
                <c:pt idx="4051">
                  <c:v>1.7376400000000001</c:v>
                </c:pt>
                <c:pt idx="4052">
                  <c:v>#N/A</c:v>
                </c:pt>
                <c:pt idx="4053">
                  <c:v>1.73803</c:v>
                </c:pt>
                <c:pt idx="4054">
                  <c:v>1.74929</c:v>
                </c:pt>
                <c:pt idx="4055">
                  <c:v>1.7738499999999999</c:v>
                </c:pt>
                <c:pt idx="4056">
                  <c:v>1.75942</c:v>
                </c:pt>
                <c:pt idx="4057">
                  <c:v>1.7234400000000001</c:v>
                </c:pt>
                <c:pt idx="4058">
                  <c:v>1.7321599999999999</c:v>
                </c:pt>
                <c:pt idx="4059">
                  <c:v>1.73929</c:v>
                </c:pt>
                <c:pt idx="4060">
                  <c:v>1.7301200000000001</c:v>
                </c:pt>
                <c:pt idx="4061">
                  <c:v>1.69414</c:v>
                </c:pt>
                <c:pt idx="4062">
                  <c:v>1.69024</c:v>
                </c:pt>
                <c:pt idx="4063">
                  <c:v>1.7284299999999999</c:v>
                </c:pt>
                <c:pt idx="4064">
                  <c:v>1.80609</c:v>
                </c:pt>
                <c:pt idx="4065">
                  <c:v>1.8186199999999999</c:v>
                </c:pt>
                <c:pt idx="4066">
                  <c:v>1.7862100000000001</c:v>
                </c:pt>
                <c:pt idx="4067">
                  <c:v>1.7597700000000001</c:v>
                </c:pt>
                <c:pt idx="4068">
                  <c:v>1.76478</c:v>
                </c:pt>
                <c:pt idx="4069">
                  <c:v>1.7887500000000001</c:v>
                </c:pt>
                <c:pt idx="4070">
                  <c:v>1.7296400000000001</c:v>
                </c:pt>
                <c:pt idx="4071">
                  <c:v>1.7145300000000001</c:v>
                </c:pt>
                <c:pt idx="4072">
                  <c:v>#N/A</c:v>
                </c:pt>
                <c:pt idx="4073">
                  <c:v>1.74458</c:v>
                </c:pt>
                <c:pt idx="4074">
                  <c:v>1.77542</c:v>
                </c:pt>
                <c:pt idx="4075">
                  <c:v>1.8106</c:v>
                </c:pt>
                <c:pt idx="4076">
                  <c:v>1.80714</c:v>
                </c:pt>
                <c:pt idx="4077">
                  <c:v>1.8547400000000001</c:v>
                </c:pt>
                <c:pt idx="4078">
                  <c:v>1.9173800000000001</c:v>
                </c:pt>
                <c:pt idx="4079">
                  <c:v>1.9276899999999999</c:v>
                </c:pt>
                <c:pt idx="4080">
                  <c:v>1.8774999999999999</c:v>
                </c:pt>
                <c:pt idx="4081">
                  <c:v>1.8349599999999999</c:v>
                </c:pt>
                <c:pt idx="4082">
                  <c:v>1.8404</c:v>
                </c:pt>
                <c:pt idx="4083">
                  <c:v>1.88995</c:v>
                </c:pt>
                <c:pt idx="4084">
                  <c:v>1.89</c:v>
                </c:pt>
                <c:pt idx="4085">
                  <c:v>#N/A</c:v>
                </c:pt>
                <c:pt idx="4086">
                  <c:v>1.8750599999999999</c:v>
                </c:pt>
                <c:pt idx="4087">
                  <c:v>1.8802399999999999</c:v>
                </c:pt>
                <c:pt idx="4088">
                  <c:v>1.97553</c:v>
                </c:pt>
                <c:pt idx="4089">
                  <c:v>1.8885099999999999</c:v>
                </c:pt>
                <c:pt idx="4090">
                  <c:v>1.8456900000000001</c:v>
                </c:pt>
                <c:pt idx="4091">
                  <c:v>1.77729</c:v>
                </c:pt>
                <c:pt idx="4092">
                  <c:v>1.7779100000000001</c:v>
                </c:pt>
                <c:pt idx="4093">
                  <c:v>1.75536</c:v>
                </c:pt>
                <c:pt idx="4094">
                  <c:v>1.7722899999999999</c:v>
                </c:pt>
                <c:pt idx="4095">
                  <c:v>1.67415</c:v>
                </c:pt>
                <c:pt idx="4096">
                  <c:v>1.7023699999999999</c:v>
                </c:pt>
                <c:pt idx="4097">
                  <c:v>1.61931</c:v>
                </c:pt>
                <c:pt idx="4098">
                  <c:v>1.6246700000000001</c:v>
                </c:pt>
                <c:pt idx="4099">
                  <c:v>1.58799</c:v>
                </c:pt>
                <c:pt idx="4100">
                  <c:v>1.62839</c:v>
                </c:pt>
                <c:pt idx="4101">
                  <c:v>1.6326400000000001</c:v>
                </c:pt>
                <c:pt idx="4102">
                  <c:v>1.61951</c:v>
                </c:pt>
                <c:pt idx="4103">
                  <c:v>1.6400999999999999</c:v>
                </c:pt>
                <c:pt idx="4104">
                  <c:v>#N/A</c:v>
                </c:pt>
                <c:pt idx="4105">
                  <c:v>1.6478200000000001</c:v>
                </c:pt>
                <c:pt idx="4106">
                  <c:v>1.65934</c:v>
                </c:pt>
                <c:pt idx="4107">
                  <c:v>#N/A</c:v>
                </c:pt>
                <c:pt idx="4108">
                  <c:v>#N/A</c:v>
                </c:pt>
                <c:pt idx="4109">
                  <c:v>#N/A</c:v>
                </c:pt>
                <c:pt idx="4110">
                  <c:v>1.6501300000000001</c:v>
                </c:pt>
                <c:pt idx="4111">
                  <c:v>1.7145300000000001</c:v>
                </c:pt>
                <c:pt idx="4112">
                  <c:v>1.66588</c:v>
                </c:pt>
                <c:pt idx="4113">
                  <c:v>1.6724399999999999</c:v>
                </c:pt>
                <c:pt idx="4114">
                  <c:v>1.6306400000000001</c:v>
                </c:pt>
                <c:pt idx="4115">
                  <c:v>1.6656299999999999</c:v>
                </c:pt>
                <c:pt idx="4116">
                  <c:v>1.68459</c:v>
                </c:pt>
                <c:pt idx="4117">
                  <c:v>1.66998</c:v>
                </c:pt>
                <c:pt idx="4118">
                  <c:v>1.6809700000000001</c:v>
                </c:pt>
                <c:pt idx="4119">
                  <c:v>1.68848</c:v>
                </c:pt>
                <c:pt idx="4120">
                  <c:v>1.68221</c:v>
                </c:pt>
                <c:pt idx="4121">
                  <c:v>1.65072</c:v>
                </c:pt>
                <c:pt idx="4122">
                  <c:v>#N/A</c:v>
                </c:pt>
                <c:pt idx="4123">
                  <c:v>#N/A</c:v>
                </c:pt>
                <c:pt idx="4124">
                  <c:v>1.7032700000000001</c:v>
                </c:pt>
                <c:pt idx="4125">
                  <c:v>1.73817</c:v>
                </c:pt>
                <c:pt idx="4126">
                  <c:v>#N/A</c:v>
                </c:pt>
                <c:pt idx="4127">
                  <c:v>#N/A</c:v>
                </c:pt>
                <c:pt idx="4128">
                  <c:v>1.7666999999999999</c:v>
                </c:pt>
                <c:pt idx="4129">
                  <c:v>1.7775000000000001</c:v>
                </c:pt>
                <c:pt idx="4130">
                  <c:v>1.7493099999999999</c:v>
                </c:pt>
                <c:pt idx="4131">
                  <c:v>1.7567900000000001</c:v>
                </c:pt>
                <c:pt idx="4132">
                  <c:v>1.7631300000000001</c:v>
                </c:pt>
                <c:pt idx="4133">
                  <c:v>1.7251300000000001</c:v>
                </c:pt>
                <c:pt idx="4134">
                  <c:v>1.67363</c:v>
                </c:pt>
                <c:pt idx="4135">
                  <c:v>1.6764600000000001</c:v>
                </c:pt>
                <c:pt idx="4136">
                  <c:v>1.7061900000000001</c:v>
                </c:pt>
                <c:pt idx="4137">
                  <c:v>1.7272099999999999</c:v>
                </c:pt>
                <c:pt idx="4138">
                  <c:v>1.6834800000000001</c:v>
                </c:pt>
                <c:pt idx="4139">
                  <c:v>1.65099</c:v>
                </c:pt>
                <c:pt idx="4140">
                  <c:v>1.65452</c:v>
                </c:pt>
                <c:pt idx="4141">
                  <c:v>1.6462699999999999</c:v>
                </c:pt>
                <c:pt idx="4142">
                  <c:v>#N/A</c:v>
                </c:pt>
                <c:pt idx="4143">
                  <c:v>1.6575299999999999</c:v>
                </c:pt>
                <c:pt idx="4144">
                  <c:v>1.61886</c:v>
                </c:pt>
                <c:pt idx="4145">
                  <c:v>1.6526700000000001</c:v>
                </c:pt>
                <c:pt idx="4146">
                  <c:v>1.67353</c:v>
                </c:pt>
                <c:pt idx="4147">
                  <c:v>1.7234799999999999</c:v>
                </c:pt>
                <c:pt idx="4148">
                  <c:v>1.7977300000000001</c:v>
                </c:pt>
                <c:pt idx="4149">
                  <c:v>1.81846</c:v>
                </c:pt>
                <c:pt idx="4150">
                  <c:v>1.92364</c:v>
                </c:pt>
                <c:pt idx="4151">
                  <c:v>2.1215600000000001</c:v>
                </c:pt>
                <c:pt idx="4152">
                  <c:v>2.05098</c:v>
                </c:pt>
                <c:pt idx="4153">
                  <c:v>1.9974799999999999</c:v>
                </c:pt>
                <c:pt idx="4154">
                  <c:v>1.88931</c:v>
                </c:pt>
                <c:pt idx="4155">
                  <c:v>2.0085500000000001</c:v>
                </c:pt>
                <c:pt idx="4156">
                  <c:v>2.2009400000000001</c:v>
                </c:pt>
                <c:pt idx="4157">
                  <c:v>2.8438099999999999</c:v>
                </c:pt>
                <c:pt idx="4158">
                  <c:v>2.6402999999999999</c:v>
                </c:pt>
                <c:pt idx="4159">
                  <c:v>2.9329000000000001</c:v>
                </c:pt>
                <c:pt idx="4160">
                  <c:v>3.5977999999999999</c:v>
                </c:pt>
                <c:pt idx="4161">
                  <c:v>3.3614299999999999</c:v>
                </c:pt>
                <c:pt idx="4162">
                  <c:v>4.04847</c:v>
                </c:pt>
                <c:pt idx="4163">
                  <c:v>3.8249</c:v>
                </c:pt>
                <c:pt idx="4164">
                  <c:v>4.6856200000000001</c:v>
                </c:pt>
                <c:pt idx="4165">
                  <c:v>4.9337900000000001</c:v>
                </c:pt>
                <c:pt idx="4166">
                  <c:v>4.6483999999999996</c:v>
                </c:pt>
                <c:pt idx="4167">
                  <c:v>4.8776999999999999</c:v>
                </c:pt>
                <c:pt idx="4168">
                  <c:v>4.5697900000000002</c:v>
                </c:pt>
                <c:pt idx="4169">
                  <c:v>3.79589</c:v>
                </c:pt>
                <c:pt idx="4170">
                  <c:v>3.4558200000000001</c:v>
                </c:pt>
                <c:pt idx="4171">
                  <c:v>3.89547</c:v>
                </c:pt>
                <c:pt idx="4172">
                  <c:v>3.9076900000000001</c:v>
                </c:pt>
                <c:pt idx="4173">
                  <c:v>3.7639800000000001</c:v>
                </c:pt>
                <c:pt idx="4174">
                  <c:v>4.0472999999999999</c:v>
                </c:pt>
                <c:pt idx="4175">
                  <c:v>4.09192</c:v>
                </c:pt>
                <c:pt idx="4176">
                  <c:v>4.1741700000000002</c:v>
                </c:pt>
                <c:pt idx="4177">
                  <c:v>3.9965199999999999</c:v>
                </c:pt>
                <c:pt idx="4178">
                  <c:v>3.8525399999999999</c:v>
                </c:pt>
                <c:pt idx="4179">
                  <c:v>3.7954599999999998</c:v>
                </c:pt>
                <c:pt idx="4180">
                  <c:v>3.5452300000000001</c:v>
                </c:pt>
                <c:pt idx="4181">
                  <c:v>#N/A</c:v>
                </c:pt>
                <c:pt idx="4182">
                  <c:v>3.3992100000000001</c:v>
                </c:pt>
                <c:pt idx="4183">
                  <c:v>3.30952</c:v>
                </c:pt>
                <c:pt idx="4184">
                  <c:v>3.5872099999999998</c:v>
                </c:pt>
                <c:pt idx="4185">
                  <c:v>3.7414000000000001</c:v>
                </c:pt>
                <c:pt idx="4186">
                  <c:v>3.6823299999999999</c:v>
                </c:pt>
                <c:pt idx="4187">
                  <c:v>3.7810899999999998</c:v>
                </c:pt>
                <c:pt idx="4188">
                  <c:v>3.9775</c:v>
                </c:pt>
                <c:pt idx="4189">
                  <c:v>4.0458699999999999</c:v>
                </c:pt>
                <c:pt idx="4190">
                  <c:v>4.0899900000000002</c:v>
                </c:pt>
                <c:pt idx="4191">
                  <c:v>4.2016</c:v>
                </c:pt>
                <c:pt idx="4192">
                  <c:v>4.2671299999999999</c:v>
                </c:pt>
                <c:pt idx="4193">
                  <c:v>4.29901</c:v>
                </c:pt>
                <c:pt idx="4194">
                  <c:v>4.1783299999999999</c:v>
                </c:pt>
                <c:pt idx="4195">
                  <c:v>3.9238</c:v>
                </c:pt>
                <c:pt idx="4196">
                  <c:v>3.8742000000000001</c:v>
                </c:pt>
                <c:pt idx="4197">
                  <c:v>3.84355</c:v>
                </c:pt>
                <c:pt idx="4198">
                  <c:v>3.6633</c:v>
                </c:pt>
                <c:pt idx="4199">
                  <c:v>3.6556299999999999</c:v>
                </c:pt>
                <c:pt idx="4200">
                  <c:v>3.6687699999999999</c:v>
                </c:pt>
                <c:pt idx="4201">
                  <c:v>3.51193</c:v>
                </c:pt>
                <c:pt idx="4202">
                  <c:v>3.4571800000000001</c:v>
                </c:pt>
                <c:pt idx="4203">
                  <c:v>3.4663400000000002</c:v>
                </c:pt>
                <c:pt idx="4204">
                  <c:v>3.60188</c:v>
                </c:pt>
                <c:pt idx="4205">
                  <c:v>3.68493</c:v>
                </c:pt>
                <c:pt idx="4206">
                  <c:v>3.6067</c:v>
                </c:pt>
                <c:pt idx="4207">
                  <c:v>3.3771599999999999</c:v>
                </c:pt>
                <c:pt idx="4208">
                  <c:v>3.3516400000000002</c:v>
                </c:pt>
                <c:pt idx="4209">
                  <c:v>3.2079800000000001</c:v>
                </c:pt>
                <c:pt idx="4210">
                  <c:v>3.0249999999999999</c:v>
                </c:pt>
                <c:pt idx="4211">
                  <c:v>2.9821200000000001</c:v>
                </c:pt>
                <c:pt idx="4212">
                  <c:v>#N/A</c:v>
                </c:pt>
                <c:pt idx="4213">
                  <c:v>2.8568899999999999</c:v>
                </c:pt>
                <c:pt idx="4214">
                  <c:v>2.88009</c:v>
                </c:pt>
                <c:pt idx="4215">
                  <c:v>2.8352499999999998</c:v>
                </c:pt>
                <c:pt idx="4216">
                  <c:v>2.8848400000000001</c:v>
                </c:pt>
                <c:pt idx="4217">
                  <c:v>2.8749400000000001</c:v>
                </c:pt>
                <c:pt idx="4218">
                  <c:v>2.7728000000000002</c:v>
                </c:pt>
                <c:pt idx="4219">
                  <c:v>2.6580900000000001</c:v>
                </c:pt>
                <c:pt idx="4220">
                  <c:v>2.7021299999999999</c:v>
                </c:pt>
                <c:pt idx="4221">
                  <c:v>2.6598799999999998</c:v>
                </c:pt>
                <c:pt idx="4222">
                  <c:v>2.6362100000000002</c:v>
                </c:pt>
                <c:pt idx="4223">
                  <c:v>2.67767</c:v>
                </c:pt>
                <c:pt idx="4224">
                  <c:v>2.7640500000000001</c:v>
                </c:pt>
                <c:pt idx="4225">
                  <c:v>3.0107400000000002</c:v>
                </c:pt>
                <c:pt idx="4226">
                  <c:v>2.9705900000000001</c:v>
                </c:pt>
                <c:pt idx="4227">
                  <c:v>2.9679899999999999</c:v>
                </c:pt>
                <c:pt idx="4228">
                  <c:v>2.7991299999999999</c:v>
                </c:pt>
                <c:pt idx="4229">
                  <c:v>2.9275099999999998</c:v>
                </c:pt>
                <c:pt idx="4230">
                  <c:v>2.95763</c:v>
                </c:pt>
                <c:pt idx="4231">
                  <c:v>2.9252600000000002</c:v>
                </c:pt>
                <c:pt idx="4232">
                  <c:v>2.9581599999999999</c:v>
                </c:pt>
                <c:pt idx="4233">
                  <c:v>2.9456500000000001</c:v>
                </c:pt>
                <c:pt idx="4234">
                  <c:v>2.99335</c:v>
                </c:pt>
                <c:pt idx="4235">
                  <c:v>2.9859599999999999</c:v>
                </c:pt>
                <c:pt idx="4236">
                  <c:v>3.0408300000000001</c:v>
                </c:pt>
                <c:pt idx="4237">
                  <c:v>3.0438800000000001</c:v>
                </c:pt>
                <c:pt idx="4238">
                  <c:v>2.9290500000000002</c:v>
                </c:pt>
                <c:pt idx="4239">
                  <c:v>2.8535200000000001</c:v>
                </c:pt>
                <c:pt idx="4240">
                  <c:v>2.7920400000000001</c:v>
                </c:pt>
                <c:pt idx="4241">
                  <c:v>#N/A</c:v>
                </c:pt>
                <c:pt idx="4242">
                  <c:v>2.7301099999999998</c:v>
                </c:pt>
                <c:pt idx="4243">
                  <c:v>2.8008199999999999</c:v>
                </c:pt>
                <c:pt idx="4244">
                  <c:v>2.8019699999999998</c:v>
                </c:pt>
                <c:pt idx="4245">
                  <c:v>2.9102800000000002</c:v>
                </c:pt>
                <c:pt idx="4246">
                  <c:v>2.91614</c:v>
                </c:pt>
                <c:pt idx="4247">
                  <c:v>2.8861400000000001</c:v>
                </c:pt>
                <c:pt idx="4248">
                  <c:v>2.9273400000000001</c:v>
                </c:pt>
                <c:pt idx="4249">
                  <c:v>2.84449</c:v>
                </c:pt>
                <c:pt idx="4250">
                  <c:v>2.7955999999999999</c:v>
                </c:pt>
                <c:pt idx="4251">
                  <c:v>2.72377</c:v>
                </c:pt>
                <c:pt idx="4252">
                  <c:v>2.6329899999999999</c:v>
                </c:pt>
                <c:pt idx="4253">
                  <c:v>2.53193</c:v>
                </c:pt>
                <c:pt idx="4254">
                  <c:v>2.5132300000000001</c:v>
                </c:pt>
                <c:pt idx="4255">
                  <c:v>2.5868600000000002</c:v>
                </c:pt>
                <c:pt idx="4256">
                  <c:v>2.6407699999999998</c:v>
                </c:pt>
                <c:pt idx="4257">
                  <c:v>2.5988799999999999</c:v>
                </c:pt>
                <c:pt idx="4258">
                  <c:v>2.6347200000000002</c:v>
                </c:pt>
                <c:pt idx="4259">
                  <c:v>2.5708600000000001</c:v>
                </c:pt>
                <c:pt idx="4260">
                  <c:v>2.59768</c:v>
                </c:pt>
                <c:pt idx="4261">
                  <c:v>2.5317500000000002</c:v>
                </c:pt>
                <c:pt idx="4262">
                  <c:v>2.4764200000000001</c:v>
                </c:pt>
                <c:pt idx="4263">
                  <c:v>2.48943</c:v>
                </c:pt>
                <c:pt idx="4264">
                  <c:v>2.39208</c:v>
                </c:pt>
                <c:pt idx="4265">
                  <c:v>2.3134600000000001</c:v>
                </c:pt>
                <c:pt idx="4266">
                  <c:v>2.3084600000000002</c:v>
                </c:pt>
                <c:pt idx="4267">
                  <c:v>2.2773500000000002</c:v>
                </c:pt>
                <c:pt idx="4268">
                  <c:v>2.2323300000000001</c:v>
                </c:pt>
                <c:pt idx="4269">
                  <c:v>2.2536200000000002</c:v>
                </c:pt>
                <c:pt idx="4270">
                  <c:v>2.2726199999999999</c:v>
                </c:pt>
                <c:pt idx="4271">
                  <c:v>2.35039</c:v>
                </c:pt>
                <c:pt idx="4272">
                  <c:v>2.38056</c:v>
                </c:pt>
                <c:pt idx="4273">
                  <c:v>2.4128599999999998</c:v>
                </c:pt>
                <c:pt idx="4274">
                  <c:v>2.4262000000000001</c:v>
                </c:pt>
                <c:pt idx="4275">
                  <c:v>2.48698</c:v>
                </c:pt>
                <c:pt idx="4276">
                  <c:v>#N/A</c:v>
                </c:pt>
                <c:pt idx="4277">
                  <c:v>#N/A</c:v>
                </c:pt>
                <c:pt idx="4278">
                  <c:v>#N/A</c:v>
                </c:pt>
                <c:pt idx="4279">
                  <c:v>#N/A</c:v>
                </c:pt>
                <c:pt idx="4280">
                  <c:v>#N/A</c:v>
                </c:pt>
                <c:pt idx="4281">
                  <c:v>#N/A</c:v>
                </c:pt>
                <c:pt idx="4282">
                  <c:v>#N/A</c:v>
                </c:pt>
                <c:pt idx="4283">
                  <c:v>2.4344600000000001</c:v>
                </c:pt>
                <c:pt idx="4284">
                  <c:v>2.4070999999999998</c:v>
                </c:pt>
                <c:pt idx="4285">
                  <c:v>2.4851700000000001</c:v>
                </c:pt>
                <c:pt idx="4286">
                  <c:v>2.4438399999999998</c:v>
                </c:pt>
                <c:pt idx="4287">
                  <c:v>#N/A</c:v>
                </c:pt>
                <c:pt idx="4288">
                  <c:v>2.5044400000000002</c:v>
                </c:pt>
                <c:pt idx="4289">
                  <c:v>2.4575999999999998</c:v>
                </c:pt>
                <c:pt idx="4290">
                  <c:v>2.4861499999999999</c:v>
                </c:pt>
                <c:pt idx="4291">
                  <c:v>2.5141900000000001</c:v>
                </c:pt>
                <c:pt idx="4292">
                  <c:v>2.5122</c:v>
                </c:pt>
                <c:pt idx="4293">
                  <c:v>2.4488599999999998</c:v>
                </c:pt>
                <c:pt idx="4294">
                  <c:v>2.4237199999999999</c:v>
                </c:pt>
                <c:pt idx="4295">
                  <c:v>2.4599600000000001</c:v>
                </c:pt>
                <c:pt idx="4296">
                  <c:v>2.4788999999999999</c:v>
                </c:pt>
                <c:pt idx="4297">
                  <c:v>2.5791900000000001</c:v>
                </c:pt>
                <c:pt idx="4298">
                  <c:v>2.6059800000000002</c:v>
                </c:pt>
                <c:pt idx="4299">
                  <c:v>2.7258499999999999</c:v>
                </c:pt>
                <c:pt idx="4300">
                  <c:v>2.7323</c:v>
                </c:pt>
                <c:pt idx="4301">
                  <c:v>2.6945399999999999</c:v>
                </c:pt>
                <c:pt idx="4302">
                  <c:v>2.65178</c:v>
                </c:pt>
                <c:pt idx="4303">
                  <c:v>2.6855699999999998</c:v>
                </c:pt>
                <c:pt idx="4304">
                  <c:v>2.6245099999999999</c:v>
                </c:pt>
                <c:pt idx="4305">
                  <c:v>2.6382500000000002</c:v>
                </c:pt>
                <c:pt idx="4306">
                  <c:v>2.6020099999999999</c:v>
                </c:pt>
                <c:pt idx="4307">
                  <c:v>2.50969</c:v>
                </c:pt>
                <c:pt idx="4308">
                  <c:v>2.5118100000000001</c:v>
                </c:pt>
                <c:pt idx="4309">
                  <c:v>2.4540299999999999</c:v>
                </c:pt>
                <c:pt idx="4310">
                  <c:v>2.37636</c:v>
                </c:pt>
                <c:pt idx="4311">
                  <c:v>2.33663</c:v>
                </c:pt>
                <c:pt idx="4312">
                  <c:v>#N/A</c:v>
                </c:pt>
                <c:pt idx="4313">
                  <c:v>2.3517399999999999</c:v>
                </c:pt>
                <c:pt idx="4314">
                  <c:v>2.32172</c:v>
                </c:pt>
                <c:pt idx="4315">
                  <c:v>2.3043499999999999</c:v>
                </c:pt>
                <c:pt idx="4316">
                  <c:v>2.2776700000000001</c:v>
                </c:pt>
                <c:pt idx="4317">
                  <c:v>2.28437</c:v>
                </c:pt>
                <c:pt idx="4318">
                  <c:v>2.2901199999999999</c:v>
                </c:pt>
                <c:pt idx="4319">
                  <c:v>2.3403299999999998</c:v>
                </c:pt>
                <c:pt idx="4320">
                  <c:v>2.3499099999999999</c:v>
                </c:pt>
                <c:pt idx="4321">
                  <c:v>2.4047900000000002</c:v>
                </c:pt>
                <c:pt idx="4322">
                  <c:v>2.42448</c:v>
                </c:pt>
                <c:pt idx="4323">
                  <c:v>2.4186000000000001</c:v>
                </c:pt>
                <c:pt idx="4324">
                  <c:v>2.4730799999999999</c:v>
                </c:pt>
                <c:pt idx="4325">
                  <c:v>2.4603199999999998</c:v>
                </c:pt>
                <c:pt idx="4326">
                  <c:v>2.4403100000000002</c:v>
                </c:pt>
                <c:pt idx="4327">
                  <c:v>2.44842</c:v>
                </c:pt>
                <c:pt idx="4328">
                  <c:v>2.4032100000000001</c:v>
                </c:pt>
                <c:pt idx="4329">
                  <c:v>2.2960400000000001</c:v>
                </c:pt>
                <c:pt idx="4330">
                  <c:v>2.2366899999999998</c:v>
                </c:pt>
                <c:pt idx="4331">
                  <c:v>2.20668</c:v>
                </c:pt>
                <c:pt idx="4332">
                  <c:v>2.03694</c:v>
                </c:pt>
                <c:pt idx="4333">
                  <c:v>2.03281</c:v>
                </c:pt>
                <c:pt idx="4334">
                  <c:v>#N/A</c:v>
                </c:pt>
                <c:pt idx="4335">
                  <c:v>2.06473</c:v>
                </c:pt>
                <c:pt idx="4336">
                  <c:v>2.0695800000000002</c:v>
                </c:pt>
                <c:pt idx="4337">
                  <c:v>2.0672199999999998</c:v>
                </c:pt>
                <c:pt idx="4338">
                  <c:v>2.1203099999999999</c:v>
                </c:pt>
                <c:pt idx="4339">
                  <c:v>2.12033</c:v>
                </c:pt>
                <c:pt idx="4340">
                  <c:v>2.1551</c:v>
                </c:pt>
                <c:pt idx="4341">
                  <c:v>2.1534</c:v>
                </c:pt>
                <c:pt idx="4342">
                  <c:v>2.1523400000000001</c:v>
                </c:pt>
                <c:pt idx="4343">
                  <c:v>2.1767400000000001</c:v>
                </c:pt>
                <c:pt idx="4344">
                  <c:v>2.2082099999999998</c:v>
                </c:pt>
                <c:pt idx="4345">
                  <c:v>#N/A</c:v>
                </c:pt>
                <c:pt idx="4346">
                  <c:v>2.2370399999999999</c:v>
                </c:pt>
                <c:pt idx="4347">
                  <c:v>2.2754099999999999</c:v>
                </c:pt>
                <c:pt idx="4348">
                  <c:v>2.18018</c:v>
                </c:pt>
                <c:pt idx="4349">
                  <c:v>2.1499000000000001</c:v>
                </c:pt>
                <c:pt idx="4350">
                  <c:v>2.12384</c:v>
                </c:pt>
                <c:pt idx="4351">
                  <c:v>2.0861900000000002</c:v>
                </c:pt>
                <c:pt idx="4352">
                  <c:v>2.12426</c:v>
                </c:pt>
                <c:pt idx="4353">
                  <c:v>2.16092</c:v>
                </c:pt>
                <c:pt idx="4354">
                  <c:v>2.1611099999999999</c:v>
                </c:pt>
                <c:pt idx="4355">
                  <c:v>2.16404</c:v>
                </c:pt>
                <c:pt idx="4356">
                  <c:v>2.15246</c:v>
                </c:pt>
                <c:pt idx="4357">
                  <c:v>2.1429900000000002</c:v>
                </c:pt>
                <c:pt idx="4358">
                  <c:v>2.0983000000000001</c:v>
                </c:pt>
                <c:pt idx="4359">
                  <c:v>2.0826600000000002</c:v>
                </c:pt>
                <c:pt idx="4360">
                  <c:v>2.0576699999999999</c:v>
                </c:pt>
                <c:pt idx="4361">
                  <c:v>2.0537800000000002</c:v>
                </c:pt>
                <c:pt idx="4362">
                  <c:v>2.0722</c:v>
                </c:pt>
                <c:pt idx="4363">
                  <c:v>2.0774400000000002</c:v>
                </c:pt>
                <c:pt idx="4364">
                  <c:v>2.0374500000000002</c:v>
                </c:pt>
                <c:pt idx="4365">
                  <c:v>2.0661100000000001</c:v>
                </c:pt>
                <c:pt idx="4366">
                  <c:v>#N/A</c:v>
                </c:pt>
                <c:pt idx="4367">
                  <c:v>2.0665200000000001</c:v>
                </c:pt>
                <c:pt idx="4368">
                  <c:v>2.0506000000000002</c:v>
                </c:pt>
                <c:pt idx="4369">
                  <c:v>2.05626</c:v>
                </c:pt>
                <c:pt idx="4370">
                  <c:v>2.0555599999999998</c:v>
                </c:pt>
                <c:pt idx="4371">
                  <c:v>#N/A</c:v>
                </c:pt>
                <c:pt idx="4372">
                  <c:v>2.08053</c:v>
                </c:pt>
                <c:pt idx="4373">
                  <c:v>2.0891500000000001</c:v>
                </c:pt>
                <c:pt idx="4374">
                  <c:v>2.0940099999999999</c:v>
                </c:pt>
                <c:pt idx="4375">
                  <c:v>2.0996999999999999</c:v>
                </c:pt>
                <c:pt idx="4376">
                  <c:v>2.0604200000000001</c:v>
                </c:pt>
                <c:pt idx="4377">
                  <c:v>2.09911</c:v>
                </c:pt>
                <c:pt idx="4378">
                  <c:v>2.16838</c:v>
                </c:pt>
                <c:pt idx="4379">
                  <c:v>2.1926600000000001</c:v>
                </c:pt>
                <c:pt idx="4380">
                  <c:v>2.1575299999999999</c:v>
                </c:pt>
                <c:pt idx="4381">
                  <c:v>2.2042099999999998</c:v>
                </c:pt>
                <c:pt idx="4382">
                  <c:v>#N/A</c:v>
                </c:pt>
                <c:pt idx="4383">
                  <c:v>2.2129300000000001</c:v>
                </c:pt>
                <c:pt idx="4384">
                  <c:v>2.2141899999999999</c:v>
                </c:pt>
                <c:pt idx="4385">
                  <c:v>2.19625</c:v>
                </c:pt>
                <c:pt idx="4386">
                  <c:v>2.2064300000000001</c:v>
                </c:pt>
                <c:pt idx="4387">
                  <c:v>2.2280799999999998</c:v>
                </c:pt>
                <c:pt idx="4388">
                  <c:v>2.2170999999999998</c:v>
                </c:pt>
                <c:pt idx="4389">
                  <c:v>2.2487900000000001</c:v>
                </c:pt>
                <c:pt idx="4390">
                  <c:v>2.2292299999999998</c:v>
                </c:pt>
                <c:pt idx="4391">
                  <c:v>2.1869100000000001</c:v>
                </c:pt>
                <c:pt idx="4392">
                  <c:v>2.1945999999999999</c:v>
                </c:pt>
                <c:pt idx="4393">
                  <c:v>2.1522399999999999</c:v>
                </c:pt>
                <c:pt idx="4394">
                  <c:v>2.1557499999999998</c:v>
                </c:pt>
                <c:pt idx="4395">
                  <c:v>2.1492200000000001</c:v>
                </c:pt>
                <c:pt idx="4396">
                  <c:v>2.1065100000000001</c:v>
                </c:pt>
                <c:pt idx="4397">
                  <c:v>2.1128999999999998</c:v>
                </c:pt>
                <c:pt idx="4398">
                  <c:v>2.1079699999999999</c:v>
                </c:pt>
                <c:pt idx="4399">
                  <c:v>2.1150000000000002</c:v>
                </c:pt>
                <c:pt idx="4400">
                  <c:v>2.0845400000000001</c:v>
                </c:pt>
                <c:pt idx="4401">
                  <c:v>2.06941</c:v>
                </c:pt>
                <c:pt idx="4402">
                  <c:v>#N/A</c:v>
                </c:pt>
                <c:pt idx="4403">
                  <c:v>2.0810499999999998</c:v>
                </c:pt>
                <c:pt idx="4404">
                  <c:v>2.0977199999999998</c:v>
                </c:pt>
                <c:pt idx="4405">
                  <c:v>2.0982599999999998</c:v>
                </c:pt>
                <c:pt idx="4406">
                  <c:v>2.10487</c:v>
                </c:pt>
                <c:pt idx="4407">
                  <c:v>2.15578</c:v>
                </c:pt>
                <c:pt idx="4408">
                  <c:v>2.1884199999999998</c:v>
                </c:pt>
                <c:pt idx="4409">
                  <c:v>2.1587499999999999</c:v>
                </c:pt>
                <c:pt idx="4410">
                  <c:v>2.2307800000000002</c:v>
                </c:pt>
                <c:pt idx="4411">
                  <c:v>2.3226800000000001</c:v>
                </c:pt>
                <c:pt idx="4412">
                  <c:v>2.2507299999999999</c:v>
                </c:pt>
                <c:pt idx="4413">
                  <c:v>2.2584900000000001</c:v>
                </c:pt>
                <c:pt idx="4414">
                  <c:v>2.2361800000000001</c:v>
                </c:pt>
                <c:pt idx="4415">
                  <c:v>2.2315999999999998</c:v>
                </c:pt>
                <c:pt idx="4416">
                  <c:v>2.37846</c:v>
                </c:pt>
                <c:pt idx="4417">
                  <c:v>2.50047</c:v>
                </c:pt>
                <c:pt idx="4418">
                  <c:v>2.4684400000000002</c:v>
                </c:pt>
                <c:pt idx="4419">
                  <c:v>2.3409499999999999</c:v>
                </c:pt>
                <c:pt idx="4420">
                  <c:v>2.2768600000000001</c:v>
                </c:pt>
                <c:pt idx="4421">
                  <c:v>2.2240500000000001</c:v>
                </c:pt>
                <c:pt idx="4422">
                  <c:v>2.2181899999999999</c:v>
                </c:pt>
                <c:pt idx="4423">
                  <c:v>2.1519499999999998</c:v>
                </c:pt>
                <c:pt idx="4424">
                  <c:v>2.1386699999999998</c:v>
                </c:pt>
                <c:pt idx="4425">
                  <c:v>2.1268799999999999</c:v>
                </c:pt>
                <c:pt idx="4426">
                  <c:v>2.1114600000000001</c:v>
                </c:pt>
                <c:pt idx="4427">
                  <c:v>2.1356799999999998</c:v>
                </c:pt>
                <c:pt idx="4428">
                  <c:v>2.12907</c:v>
                </c:pt>
                <c:pt idx="4429">
                  <c:v>2.1680600000000001</c:v>
                </c:pt>
                <c:pt idx="4430">
                  <c:v>2.2147899999999998</c:v>
                </c:pt>
                <c:pt idx="4431">
                  <c:v>2.2273700000000001</c:v>
                </c:pt>
                <c:pt idx="4432">
                  <c:v>2.2030400000000001</c:v>
                </c:pt>
                <c:pt idx="4433">
                  <c:v>2.2429100000000002</c:v>
                </c:pt>
                <c:pt idx="4434">
                  <c:v>2.1630400000000001</c:v>
                </c:pt>
                <c:pt idx="4435">
                  <c:v>2.1149300000000002</c:v>
                </c:pt>
                <c:pt idx="4436">
                  <c:v>#N/A</c:v>
                </c:pt>
                <c:pt idx="4437">
                  <c:v>2.0823100000000001</c:v>
                </c:pt>
                <c:pt idx="4438">
                  <c:v>2.0937000000000001</c:v>
                </c:pt>
                <c:pt idx="4439">
                  <c:v>2.1278199999999998</c:v>
                </c:pt>
                <c:pt idx="4440">
                  <c:v>2.16208</c:v>
                </c:pt>
                <c:pt idx="4441">
                  <c:v>2.1332100000000001</c:v>
                </c:pt>
                <c:pt idx="4442">
                  <c:v>2.1535700000000002</c:v>
                </c:pt>
                <c:pt idx="4443">
                  <c:v>2.18737</c:v>
                </c:pt>
                <c:pt idx="4444">
                  <c:v>2.1490200000000002</c:v>
                </c:pt>
                <c:pt idx="4445">
                  <c:v>2.1513800000000001</c:v>
                </c:pt>
                <c:pt idx="4446">
                  <c:v>2.1167400000000001</c:v>
                </c:pt>
                <c:pt idx="4447">
                  <c:v>2.1620699999999999</c:v>
                </c:pt>
                <c:pt idx="4448">
                  <c:v>2.2527400000000002</c:v>
                </c:pt>
                <c:pt idx="4449">
                  <c:v>2.2394500000000002</c:v>
                </c:pt>
                <c:pt idx="4450">
                  <c:v>2.2907299999999999</c:v>
                </c:pt>
                <c:pt idx="4451">
                  <c:v>2.2837000000000001</c:v>
                </c:pt>
                <c:pt idx="4452">
                  <c:v>2.32863</c:v>
                </c:pt>
                <c:pt idx="4453">
                  <c:v>2.3732799999999998</c:v>
                </c:pt>
                <c:pt idx="4454">
                  <c:v>2.3595700000000002</c:v>
                </c:pt>
                <c:pt idx="4455">
                  <c:v>2.3193800000000002</c:v>
                </c:pt>
                <c:pt idx="4456">
                  <c:v>2.25983</c:v>
                </c:pt>
                <c:pt idx="4457">
                  <c:v>2.3661500000000002</c:v>
                </c:pt>
                <c:pt idx="4458">
                  <c:v>2.39459</c:v>
                </c:pt>
                <c:pt idx="4459">
                  <c:v>2.42028</c:v>
                </c:pt>
                <c:pt idx="4460">
                  <c:v>2.3657599999999999</c:v>
                </c:pt>
                <c:pt idx="4461">
                  <c:v>2.24526</c:v>
                </c:pt>
                <c:pt idx="4462">
                  <c:v>2.1951000000000001</c:v>
                </c:pt>
                <c:pt idx="4463">
                  <c:v>2.23291</c:v>
                </c:pt>
                <c:pt idx="4464">
                  <c:v>2.2631800000000002</c:v>
                </c:pt>
                <c:pt idx="4465">
                  <c:v>2.27156</c:v>
                </c:pt>
                <c:pt idx="4466">
                  <c:v>2.29833</c:v>
                </c:pt>
                <c:pt idx="4467">
                  <c:v>2.3101400000000001</c:v>
                </c:pt>
                <c:pt idx="4468">
                  <c:v>2.28749</c:v>
                </c:pt>
                <c:pt idx="4469">
                  <c:v>2.3012700000000001</c:v>
                </c:pt>
                <c:pt idx="4470">
                  <c:v>2.4029799999999999</c:v>
                </c:pt>
                <c:pt idx="4471">
                  <c:v>2.4107099999999999</c:v>
                </c:pt>
                <c:pt idx="4472">
                  <c:v>2.4458099999999998</c:v>
                </c:pt>
                <c:pt idx="4473">
                  <c:v>2.5418099999999999</c:v>
                </c:pt>
                <c:pt idx="4474">
                  <c:v>2.51858</c:v>
                </c:pt>
                <c:pt idx="4475">
                  <c:v>2.5044900000000001</c:v>
                </c:pt>
                <c:pt idx="4476">
                  <c:v>2.4764200000000001</c:v>
                </c:pt>
                <c:pt idx="4477">
                  <c:v>#N/A</c:v>
                </c:pt>
                <c:pt idx="4478">
                  <c:v>2.4603100000000002</c:v>
                </c:pt>
                <c:pt idx="4479">
                  <c:v>2.4518300000000002</c:v>
                </c:pt>
                <c:pt idx="4480">
                  <c:v>2.44767</c:v>
                </c:pt>
                <c:pt idx="4481">
                  <c:v>2.4327200000000002</c:v>
                </c:pt>
                <c:pt idx="4482">
                  <c:v>2.3940100000000002</c:v>
                </c:pt>
                <c:pt idx="4483">
                  <c:v>2.37642</c:v>
                </c:pt>
                <c:pt idx="4484">
                  <c:v>2.3482599999999998</c:v>
                </c:pt>
                <c:pt idx="4485">
                  <c:v>2.3523800000000001</c:v>
                </c:pt>
                <c:pt idx="4486">
                  <c:v>2.3352499999999998</c:v>
                </c:pt>
                <c:pt idx="4487">
                  <c:v>2.36964</c:v>
                </c:pt>
                <c:pt idx="4488">
                  <c:v>2.4029199999999999</c:v>
                </c:pt>
                <c:pt idx="4489">
                  <c:v>2.3973100000000001</c:v>
                </c:pt>
                <c:pt idx="4490">
                  <c:v>2.4277600000000001</c:v>
                </c:pt>
                <c:pt idx="4491">
                  <c:v>2.52285</c:v>
                </c:pt>
                <c:pt idx="4492">
                  <c:v>2.5020699999999998</c:v>
                </c:pt>
                <c:pt idx="4493">
                  <c:v>2.53152</c:v>
                </c:pt>
                <c:pt idx="4494">
                  <c:v>2.51444</c:v>
                </c:pt>
                <c:pt idx="4495">
                  <c:v>2.49857</c:v>
                </c:pt>
                <c:pt idx="4496">
                  <c:v>2.4405000000000001</c:v>
                </c:pt>
                <c:pt idx="4497">
                  <c:v>2.4441099999999998</c:v>
                </c:pt>
                <c:pt idx="4498">
                  <c:v>2.4529200000000002</c:v>
                </c:pt>
                <c:pt idx="4499">
                  <c:v>2.4704799999999998</c:v>
                </c:pt>
                <c:pt idx="4500">
                  <c:v>2.4901800000000001</c:v>
                </c:pt>
                <c:pt idx="4501">
                  <c:v>2.5560499999999999</c:v>
                </c:pt>
                <c:pt idx="4502">
                  <c:v>#N/A</c:v>
                </c:pt>
                <c:pt idx="4503">
                  <c:v>2.5870500000000001</c:v>
                </c:pt>
                <c:pt idx="4504">
                  <c:v>2.5950099999999998</c:v>
                </c:pt>
                <c:pt idx="4505">
                  <c:v>2.6171899999999999</c:v>
                </c:pt>
                <c:pt idx="4506">
                  <c:v>2.6086</c:v>
                </c:pt>
                <c:pt idx="4507">
                  <c:v>2.6415000000000002</c:v>
                </c:pt>
                <c:pt idx="4508">
                  <c:v>2.6662300000000001</c:v>
                </c:pt>
                <c:pt idx="4509">
                  <c:v>2.6804700000000001</c:v>
                </c:pt>
                <c:pt idx="4510">
                  <c:v>2.68512</c:v>
                </c:pt>
                <c:pt idx="4511">
                  <c:v>2.6294300000000002</c:v>
                </c:pt>
                <c:pt idx="4512">
                  <c:v>2.6961499999999998</c:v>
                </c:pt>
                <c:pt idx="4513">
                  <c:v>2.6798099999999998</c:v>
                </c:pt>
                <c:pt idx="4514">
                  <c:v>2.6819000000000002</c:v>
                </c:pt>
                <c:pt idx="4515">
                  <c:v>2.7269800000000002</c:v>
                </c:pt>
                <c:pt idx="4516">
                  <c:v>2.7251400000000001</c:v>
                </c:pt>
                <c:pt idx="4517">
                  <c:v>2.7625199999999999</c:v>
                </c:pt>
                <c:pt idx="4518">
                  <c:v>2.8266300000000002</c:v>
                </c:pt>
                <c:pt idx="4519">
                  <c:v>2.8339699999999999</c:v>
                </c:pt>
                <c:pt idx="4520">
                  <c:v>2.7671399999999999</c:v>
                </c:pt>
                <c:pt idx="4521">
                  <c:v>2.7589800000000002</c:v>
                </c:pt>
                <c:pt idx="4522">
                  <c:v>2.7585999999999999</c:v>
                </c:pt>
                <c:pt idx="4523">
                  <c:v>2.7648899999999998</c:v>
                </c:pt>
                <c:pt idx="4524">
                  <c:v>2.7748499999999998</c:v>
                </c:pt>
                <c:pt idx="4525">
                  <c:v>2.75983</c:v>
                </c:pt>
                <c:pt idx="4526">
                  <c:v>2.73597</c:v>
                </c:pt>
                <c:pt idx="4527">
                  <c:v>2.75312</c:v>
                </c:pt>
                <c:pt idx="4528">
                  <c:v>2.7672400000000001</c:v>
                </c:pt>
                <c:pt idx="4529">
                  <c:v>2.7877100000000001</c:v>
                </c:pt>
                <c:pt idx="4530">
                  <c:v>2.7721</c:v>
                </c:pt>
                <c:pt idx="4531">
                  <c:v>2.79053</c:v>
                </c:pt>
                <c:pt idx="4532">
                  <c:v>2.8063899999999999</c:v>
                </c:pt>
                <c:pt idx="4533">
                  <c:v>2.8026599999999999</c:v>
                </c:pt>
                <c:pt idx="4534">
                  <c:v>2.8025799999999998</c:v>
                </c:pt>
                <c:pt idx="4535">
                  <c:v>2.8535300000000001</c:v>
                </c:pt>
                <c:pt idx="4536">
                  <c:v>2.85608</c:v>
                </c:pt>
                <c:pt idx="4537">
                  <c:v>2.8551099999999998</c:v>
                </c:pt>
                <c:pt idx="4538">
                  <c:v>2.8143699999999998</c:v>
                </c:pt>
                <c:pt idx="4539">
                  <c:v>2.72682</c:v>
                </c:pt>
                <c:pt idx="4540">
                  <c:v>2.7261500000000001</c:v>
                </c:pt>
                <c:pt idx="4541">
                  <c:v>2.7079599999999999</c:v>
                </c:pt>
                <c:pt idx="4542">
                  <c:v>2.6895500000000001</c:v>
                </c:pt>
                <c:pt idx="4543">
                  <c:v>2.7239</c:v>
                </c:pt>
                <c:pt idx="4544">
                  <c:v>2.71265</c:v>
                </c:pt>
                <c:pt idx="4545">
                  <c:v>2.7051099999999999</c:v>
                </c:pt>
                <c:pt idx="4546">
                  <c:v>2.7013099999999999</c:v>
                </c:pt>
                <c:pt idx="4547">
                  <c:v>#N/A</c:v>
                </c:pt>
                <c:pt idx="4548">
                  <c:v>2.6947199999999998</c:v>
                </c:pt>
                <c:pt idx="4549">
                  <c:v>2.72214</c:v>
                </c:pt>
                <c:pt idx="4550">
                  <c:v>2.7446700000000002</c:v>
                </c:pt>
                <c:pt idx="4551">
                  <c:v>2.72804</c:v>
                </c:pt>
                <c:pt idx="4552">
                  <c:v>2.7762699999999998</c:v>
                </c:pt>
                <c:pt idx="4553">
                  <c:v>2.8088700000000002</c:v>
                </c:pt>
                <c:pt idx="4554">
                  <c:v>2.7717499999999999</c:v>
                </c:pt>
                <c:pt idx="4555">
                  <c:v>2.7878500000000002</c:v>
                </c:pt>
                <c:pt idx="4556">
                  <c:v>2.7880400000000001</c:v>
                </c:pt>
                <c:pt idx="4557">
                  <c:v>2.91188</c:v>
                </c:pt>
                <c:pt idx="4558">
                  <c:v>2.8825599999999998</c:v>
                </c:pt>
                <c:pt idx="4559">
                  <c:v>2.8978899999999999</c:v>
                </c:pt>
                <c:pt idx="4560">
                  <c:v>2.8552</c:v>
                </c:pt>
                <c:pt idx="4561">
                  <c:v>2.8933900000000001</c:v>
                </c:pt>
                <c:pt idx="4562">
                  <c:v>2.9336099999999998</c:v>
                </c:pt>
                <c:pt idx="4563">
                  <c:v>2.98386</c:v>
                </c:pt>
                <c:pt idx="4564">
                  <c:v>2.9914999999999998</c:v>
                </c:pt>
                <c:pt idx="4565">
                  <c:v>3.0137100000000001</c:v>
                </c:pt>
                <c:pt idx="4566">
                  <c:v>3.0184600000000001</c:v>
                </c:pt>
                <c:pt idx="4567">
                  <c:v>3.0148899999999998</c:v>
                </c:pt>
                <c:pt idx="4568">
                  <c:v>2.9718900000000001</c:v>
                </c:pt>
                <c:pt idx="4569">
                  <c:v>2.9804900000000001</c:v>
                </c:pt>
                <c:pt idx="4570">
                  <c:v>2.8887700000000001</c:v>
                </c:pt>
                <c:pt idx="4571">
                  <c:v>2.8608500000000001</c:v>
                </c:pt>
                <c:pt idx="4572">
                  <c:v>#N/A</c:v>
                </c:pt>
                <c:pt idx="4573">
                  <c:v>2.88741</c:v>
                </c:pt>
                <c:pt idx="4574">
                  <c:v>2.8797000000000001</c:v>
                </c:pt>
                <c:pt idx="4575">
                  <c:v>2.8753600000000001</c:v>
                </c:pt>
                <c:pt idx="4576">
                  <c:v>2.8681999999999999</c:v>
                </c:pt>
                <c:pt idx="4577">
                  <c:v>2.9051100000000001</c:v>
                </c:pt>
                <c:pt idx="4578">
                  <c:v>2.8448099999999998</c:v>
                </c:pt>
                <c:pt idx="4579">
                  <c:v>2.8446099999999999</c:v>
                </c:pt>
                <c:pt idx="4580">
                  <c:v>2.8349500000000001</c:v>
                </c:pt>
                <c:pt idx="4581">
                  <c:v>2.8711099999999998</c:v>
                </c:pt>
                <c:pt idx="4582">
                  <c:v>2.8841999999999999</c:v>
                </c:pt>
                <c:pt idx="4583">
                  <c:v>2.87798</c:v>
                </c:pt>
                <c:pt idx="4584">
                  <c:v>2.9124400000000001</c:v>
                </c:pt>
                <c:pt idx="4585">
                  <c:v>2.9392499999999999</c:v>
                </c:pt>
                <c:pt idx="4586">
                  <c:v>3.0186500000000001</c:v>
                </c:pt>
                <c:pt idx="4587">
                  <c:v>3.0321400000000001</c:v>
                </c:pt>
                <c:pt idx="4588">
                  <c:v>3.0775999999999999</c:v>
                </c:pt>
                <c:pt idx="4589">
                  <c:v>3.05932</c:v>
                </c:pt>
                <c:pt idx="4590">
                  <c:v>3.0992799999999998</c:v>
                </c:pt>
                <c:pt idx="4591">
                  <c:v>3.12947</c:v>
                </c:pt>
                <c:pt idx="4592">
                  <c:v>3.0030600000000001</c:v>
                </c:pt>
                <c:pt idx="4593">
                  <c:v>3.0726900000000001</c:v>
                </c:pt>
                <c:pt idx="4594">
                  <c:v>3.0720800000000001</c:v>
                </c:pt>
                <c:pt idx="4595">
                  <c:v>#N/A</c:v>
                </c:pt>
                <c:pt idx="4596">
                  <c:v>3.0907100000000001</c:v>
                </c:pt>
                <c:pt idx="4597">
                  <c:v>3.0657999999999999</c:v>
                </c:pt>
                <c:pt idx="4598">
                  <c:v>3.09728</c:v>
                </c:pt>
                <c:pt idx="4599">
                  <c:v>3.11795</c:v>
                </c:pt>
                <c:pt idx="4600">
                  <c:v>3.1546799999999999</c:v>
                </c:pt>
                <c:pt idx="4601">
                  <c:v>3.1625999999999999</c:v>
                </c:pt>
                <c:pt idx="4602">
                  <c:v>3.1423299999999998</c:v>
                </c:pt>
                <c:pt idx="4603">
                  <c:v>3.2224499999999998</c:v>
                </c:pt>
                <c:pt idx="4604">
                  <c:v>3.30064</c:v>
                </c:pt>
                <c:pt idx="4605">
                  <c:v>#N/A</c:v>
                </c:pt>
                <c:pt idx="4606">
                  <c:v>3.5847600000000002</c:v>
                </c:pt>
                <c:pt idx="4607">
                  <c:v>3.56758</c:v>
                </c:pt>
                <c:pt idx="4608">
                  <c:v>3.5919699999999999</c:v>
                </c:pt>
                <c:pt idx="4609">
                  <c:v>3.4580000000000002</c:v>
                </c:pt>
                <c:pt idx="4610">
                  <c:v>3.3894899999999999</c:v>
                </c:pt>
                <c:pt idx="4611">
                  <c:v>3.4134000000000002</c:v>
                </c:pt>
                <c:pt idx="4612">
                  <c:v>3.37547</c:v>
                </c:pt>
                <c:pt idx="4613">
                  <c:v>3.32023</c:v>
                </c:pt>
                <c:pt idx="4614">
                  <c:v>3.2972600000000001</c:v>
                </c:pt>
                <c:pt idx="4615">
                  <c:v>3.2850000000000001</c:v>
                </c:pt>
                <c:pt idx="4616">
                  <c:v>3.34023</c:v>
                </c:pt>
                <c:pt idx="4617">
                  <c:v>3.4208599999999998</c:v>
                </c:pt>
                <c:pt idx="4618">
                  <c:v>3.4323800000000002</c:v>
                </c:pt>
                <c:pt idx="4619">
                  <c:v>3.4657300000000002</c:v>
                </c:pt>
                <c:pt idx="4620">
                  <c:v>3.4937</c:v>
                </c:pt>
                <c:pt idx="4621">
                  <c:v>3.52616</c:v>
                </c:pt>
                <c:pt idx="4622">
                  <c:v>3.5799400000000001</c:v>
                </c:pt>
                <c:pt idx="4623">
                  <c:v>3.5691099999999998</c:v>
                </c:pt>
                <c:pt idx="4624">
                  <c:v>3.5864799999999999</c:v>
                </c:pt>
                <c:pt idx="4625">
                  <c:v>3.5429499999999998</c:v>
                </c:pt>
                <c:pt idx="4626">
                  <c:v>#N/A</c:v>
                </c:pt>
                <c:pt idx="4627">
                  <c:v>3.5615999999999999</c:v>
                </c:pt>
                <c:pt idx="4628">
                  <c:v>3.5461499999999999</c:v>
                </c:pt>
                <c:pt idx="4629">
                  <c:v>3.4926900000000001</c:v>
                </c:pt>
                <c:pt idx="4630">
                  <c:v>3.52441</c:v>
                </c:pt>
                <c:pt idx="4631">
                  <c:v>3.52963</c:v>
                </c:pt>
                <c:pt idx="4632">
                  <c:v>3.4519199999999999</c:v>
                </c:pt>
                <c:pt idx="4633">
                  <c:v>3.4531399999999999</c:v>
                </c:pt>
                <c:pt idx="4634">
                  <c:v>3.4197799999999998</c:v>
                </c:pt>
                <c:pt idx="4635">
                  <c:v>3.4765999999999999</c:v>
                </c:pt>
                <c:pt idx="4636">
                  <c:v>3.4895900000000002</c:v>
                </c:pt>
                <c:pt idx="4637">
                  <c:v>3.5295100000000001</c:v>
                </c:pt>
                <c:pt idx="4638">
                  <c:v>3.5245799999999998</c:v>
                </c:pt>
                <c:pt idx="4639">
                  <c:v>3.49125</c:v>
                </c:pt>
                <c:pt idx="4640">
                  <c:v>3.5129199999999998</c:v>
                </c:pt>
                <c:pt idx="4641">
                  <c:v>3.4925299999999999</c:v>
                </c:pt>
                <c:pt idx="4642">
                  <c:v>#N/A</c:v>
                </c:pt>
                <c:pt idx="4643">
                  <c:v>3.5180099999999999</c:v>
                </c:pt>
                <c:pt idx="4644">
                  <c:v>3.4881199999999999</c:v>
                </c:pt>
                <c:pt idx="4645">
                  <c:v>3.4801799999999998</c:v>
                </c:pt>
                <c:pt idx="4646">
                  <c:v>3.5918000000000001</c:v>
                </c:pt>
                <c:pt idx="4647">
                  <c:v>3.63944</c:v>
                </c:pt>
                <c:pt idx="4648">
                  <c:v>3.6660599999999999</c:v>
                </c:pt>
                <c:pt idx="4649">
                  <c:v>3.6190899999999999</c:v>
                </c:pt>
                <c:pt idx="4650">
                  <c:v>3.7301299999999999</c:v>
                </c:pt>
                <c:pt idx="4651">
                  <c:v>3.77081</c:v>
                </c:pt>
                <c:pt idx="4652">
                  <c:v>3.7354500000000002</c:v>
                </c:pt>
                <c:pt idx="4653">
                  <c:v>3.70505</c:v>
                </c:pt>
                <c:pt idx="4654">
                  <c:v>3.6568800000000001</c:v>
                </c:pt>
                <c:pt idx="4655">
                  <c:v>3.6310500000000001</c:v>
                </c:pt>
                <c:pt idx="4656">
                  <c:v>3.64114</c:v>
                </c:pt>
                <c:pt idx="4657">
                  <c:v>3.6661700000000002</c:v>
                </c:pt>
                <c:pt idx="4658">
                  <c:v>3.60772</c:v>
                </c:pt>
                <c:pt idx="4659">
                  <c:v>3.5266099999999998</c:v>
                </c:pt>
                <c:pt idx="4660">
                  <c:v>3.5026000000000002</c:v>
                </c:pt>
                <c:pt idx="4661">
                  <c:v>3.6506500000000002</c:v>
                </c:pt>
                <c:pt idx="4662">
                  <c:v>3.6599699999999999</c:v>
                </c:pt>
                <c:pt idx="4663">
                  <c:v>3.6034000000000002</c:v>
                </c:pt>
                <c:pt idx="4664">
                  <c:v>3.6692200000000001</c:v>
                </c:pt>
                <c:pt idx="4665">
                  <c:v>3.7433900000000002</c:v>
                </c:pt>
                <c:pt idx="4666">
                  <c:v>3.8073899999999998</c:v>
                </c:pt>
                <c:pt idx="4667">
                  <c:v>#N/A</c:v>
                </c:pt>
                <c:pt idx="4668">
                  <c:v>3.87846</c:v>
                </c:pt>
                <c:pt idx="4669">
                  <c:v>3.9462999999999999</c:v>
                </c:pt>
                <c:pt idx="4670">
                  <c:v>3.93344</c:v>
                </c:pt>
                <c:pt idx="4671">
                  <c:v>3.8008899999999999</c:v>
                </c:pt>
                <c:pt idx="4672">
                  <c:v>3.8549199999999999</c:v>
                </c:pt>
                <c:pt idx="4673">
                  <c:v>3.9078400000000002</c:v>
                </c:pt>
                <c:pt idx="4674">
                  <c:v>3.8460800000000002</c:v>
                </c:pt>
                <c:pt idx="4675">
                  <c:v>3.9131100000000001</c:v>
                </c:pt>
                <c:pt idx="4676">
                  <c:v>4.1159400000000002</c:v>
                </c:pt>
                <c:pt idx="4677">
                  <c:v>4.14093</c:v>
                </c:pt>
                <c:pt idx="4678">
                  <c:v>4.0842599999999996</c:v>
                </c:pt>
                <c:pt idx="4679">
                  <c:v>3.8708499999999999</c:v>
                </c:pt>
                <c:pt idx="4680">
                  <c:v>3.8140999999999998</c:v>
                </c:pt>
                <c:pt idx="4681">
                  <c:v>3.7976200000000002</c:v>
                </c:pt>
                <c:pt idx="4682">
                  <c:v>3.7401</c:v>
                </c:pt>
                <c:pt idx="4683">
                  <c:v>3.6256300000000001</c:v>
                </c:pt>
                <c:pt idx="4684">
                  <c:v>3.5327000000000002</c:v>
                </c:pt>
                <c:pt idx="4685">
                  <c:v>3.3557199999999998</c:v>
                </c:pt>
                <c:pt idx="4686">
                  <c:v>3.3868800000000001</c:v>
                </c:pt>
                <c:pt idx="4687">
                  <c:v>3.4641799999999998</c:v>
                </c:pt>
                <c:pt idx="4688">
                  <c:v>3.4739</c:v>
                </c:pt>
                <c:pt idx="4689">
                  <c:v>3.5997599999999998</c:v>
                </c:pt>
                <c:pt idx="4690">
                  <c:v>3.48427</c:v>
                </c:pt>
                <c:pt idx="4691">
                  <c:v>3.3816700000000002</c:v>
                </c:pt>
                <c:pt idx="4692">
                  <c:v>3.3365900000000002</c:v>
                </c:pt>
                <c:pt idx="4693">
                  <c:v>3.2886700000000002</c:v>
                </c:pt>
                <c:pt idx="4694">
                  <c:v>3.2884799999999998</c:v>
                </c:pt>
                <c:pt idx="4695">
                  <c:v>3.3786499999999999</c:v>
                </c:pt>
                <c:pt idx="4696">
                  <c:v>3.45533</c:v>
                </c:pt>
                <c:pt idx="4697">
                  <c:v>3.2340900000000001</c:v>
                </c:pt>
                <c:pt idx="4698">
                  <c:v>3.17415</c:v>
                </c:pt>
                <c:pt idx="4699">
                  <c:v>3.2240799999999998</c:v>
                </c:pt>
                <c:pt idx="4700">
                  <c:v>3.2200099999999998</c:v>
                </c:pt>
                <c:pt idx="4701">
                  <c:v>3.27522</c:v>
                </c:pt>
                <c:pt idx="4702">
                  <c:v>3.3910499999999999</c:v>
                </c:pt>
                <c:pt idx="4703">
                  <c:v>3.4512700000000001</c:v>
                </c:pt>
                <c:pt idx="4704">
                  <c:v>3.50047</c:v>
                </c:pt>
                <c:pt idx="4705">
                  <c:v>3.45092</c:v>
                </c:pt>
                <c:pt idx="4706">
                  <c:v>#N/A</c:v>
                </c:pt>
                <c:pt idx="4707">
                  <c:v>3.4668700000000001</c:v>
                </c:pt>
                <c:pt idx="4708">
                  <c:v>3.4742799999999998</c:v>
                </c:pt>
                <c:pt idx="4709">
                  <c:v>3.4593699999999998</c:v>
                </c:pt>
                <c:pt idx="4710">
                  <c:v>3.4447899999999998</c:v>
                </c:pt>
                <c:pt idx="4711">
                  <c:v>3.5357799999999999</c:v>
                </c:pt>
                <c:pt idx="4712">
                  <c:v>3.5765699999999998</c:v>
                </c:pt>
                <c:pt idx="4713">
                  <c:v>3.60745</c:v>
                </c:pt>
                <c:pt idx="4714">
                  <c:v>3.5855700000000001</c:v>
                </c:pt>
                <c:pt idx="4715">
                  <c:v>3.6589299999999998</c:v>
                </c:pt>
                <c:pt idx="4716">
                  <c:v>3.7454900000000002</c:v>
                </c:pt>
                <c:pt idx="4717">
                  <c:v>3.8730600000000002</c:v>
                </c:pt>
                <c:pt idx="4718">
                  <c:v>3.8664999999999998</c:v>
                </c:pt>
                <c:pt idx="4719">
                  <c:v>3.8279999999999998</c:v>
                </c:pt>
                <c:pt idx="4720">
                  <c:v>3.7875399999999999</c:v>
                </c:pt>
                <c:pt idx="4721">
                  <c:v>3.8091900000000001</c:v>
                </c:pt>
                <c:pt idx="4722">
                  <c:v>4.0782600000000002</c:v>
                </c:pt>
                <c:pt idx="4723">
                  <c:v>3.9614799999999999</c:v>
                </c:pt>
                <c:pt idx="4724">
                  <c:v>3.8904399999999999</c:v>
                </c:pt>
                <c:pt idx="4725">
                  <c:v>3.9281000000000001</c:v>
                </c:pt>
                <c:pt idx="4726">
                  <c:v>3.8641000000000001</c:v>
                </c:pt>
                <c:pt idx="4727">
                  <c:v>3.9047499999999999</c:v>
                </c:pt>
                <c:pt idx="4728">
                  <c:v>3.8870800000000001</c:v>
                </c:pt>
                <c:pt idx="4729">
                  <c:v>4.06942</c:v>
                </c:pt>
                <c:pt idx="4730">
                  <c:v>4.0701799999999997</c:v>
                </c:pt>
                <c:pt idx="4731">
                  <c:v>4.0700099999999999</c:v>
                </c:pt>
                <c:pt idx="4732">
                  <c:v>3.8877000000000002</c:v>
                </c:pt>
                <c:pt idx="4733">
                  <c:v>3.8346300000000002</c:v>
                </c:pt>
                <c:pt idx="4734">
                  <c:v>3.6148099999999999</c:v>
                </c:pt>
                <c:pt idx="4735">
                  <c:v>3.5764900000000002</c:v>
                </c:pt>
                <c:pt idx="4736">
                  <c:v>3.5450300000000001</c:v>
                </c:pt>
                <c:pt idx="4737">
                  <c:v>#N/A</c:v>
                </c:pt>
                <c:pt idx="4738">
                  <c:v>3.3697699999999999</c:v>
                </c:pt>
                <c:pt idx="4739">
                  <c:v>3.34091</c:v>
                </c:pt>
                <c:pt idx="4740">
                  <c:v>3.34816</c:v>
                </c:pt>
                <c:pt idx="4741">
                  <c:v>3.3455900000000001</c:v>
                </c:pt>
                <c:pt idx="4742">
                  <c:v>3.3643700000000001</c:v>
                </c:pt>
                <c:pt idx="4743">
                  <c:v>3.45804</c:v>
                </c:pt>
                <c:pt idx="4744">
                  <c:v>3.4948999999999999</c:v>
                </c:pt>
                <c:pt idx="4745">
                  <c:v>3.7861500000000001</c:v>
                </c:pt>
                <c:pt idx="4746">
                  <c:v>3.8167300000000002</c:v>
                </c:pt>
                <c:pt idx="4747">
                  <c:v>3.9628299999999999</c:v>
                </c:pt>
                <c:pt idx="4748">
                  <c:v>3.9832200000000002</c:v>
                </c:pt>
                <c:pt idx="4749">
                  <c:v>3.8046199999999999</c:v>
                </c:pt>
                <c:pt idx="4750">
                  <c:v>3.8664700000000001</c:v>
                </c:pt>
                <c:pt idx="4751">
                  <c:v>3.8660299999999999</c:v>
                </c:pt>
                <c:pt idx="4752">
                  <c:v>#N/A</c:v>
                </c:pt>
                <c:pt idx="4753">
                  <c:v>3.9659800000000001</c:v>
                </c:pt>
                <c:pt idx="4754">
                  <c:v>4.1300800000000004</c:v>
                </c:pt>
                <c:pt idx="4755">
                  <c:v>4.1931599999999998</c:v>
                </c:pt>
                <c:pt idx="4756">
                  <c:v>4.1910100000000003</c:v>
                </c:pt>
                <c:pt idx="4757">
                  <c:v>4.2228700000000003</c:v>
                </c:pt>
                <c:pt idx="4758">
                  <c:v>4.4688400000000001</c:v>
                </c:pt>
                <c:pt idx="4759">
                  <c:v>4.5794499999999996</c:v>
                </c:pt>
                <c:pt idx="4760">
                  <c:v>4.4620300000000004</c:v>
                </c:pt>
                <c:pt idx="4761">
                  <c:v>4.4080199999999996</c:v>
                </c:pt>
                <c:pt idx="4762">
                  <c:v>4.4497099999999996</c:v>
                </c:pt>
                <c:pt idx="4763">
                  <c:v>4.3478199999999996</c:v>
                </c:pt>
                <c:pt idx="4764">
                  <c:v>4.3020399999999999</c:v>
                </c:pt>
                <c:pt idx="4765">
                  <c:v>4.2423299999999999</c:v>
                </c:pt>
                <c:pt idx="4766">
                  <c:v>4.3730099999999998</c:v>
                </c:pt>
                <c:pt idx="4767">
                  <c:v>4.4776199999999999</c:v>
                </c:pt>
                <c:pt idx="4768">
                  <c:v>4.6101900000000002</c:v>
                </c:pt>
                <c:pt idx="4769">
                  <c:v>4.6964399999999999</c:v>
                </c:pt>
                <c:pt idx="4770">
                  <c:v>4.7361399999999998</c:v>
                </c:pt>
                <c:pt idx="4771">
                  <c:v>4.6006900000000002</c:v>
                </c:pt>
                <c:pt idx="4772">
                  <c:v>4.4724500000000003</c:v>
                </c:pt>
                <c:pt idx="4773">
                  <c:v>4.2335700000000003</c:v>
                </c:pt>
                <c:pt idx="4774">
                  <c:v>4.3664699999999996</c:v>
                </c:pt>
                <c:pt idx="4775">
                  <c:v>4.3484999999999996</c:v>
                </c:pt>
                <c:pt idx="4776">
                  <c:v>4.2549599999999996</c:v>
                </c:pt>
                <c:pt idx="4777">
                  <c:v>4.2677500000000004</c:v>
                </c:pt>
                <c:pt idx="4778">
                  <c:v>4.1791900000000002</c:v>
                </c:pt>
                <c:pt idx="4779">
                  <c:v>4.1380400000000002</c:v>
                </c:pt>
                <c:pt idx="4780">
                  <c:v>4.0270700000000001</c:v>
                </c:pt>
                <c:pt idx="4781">
                  <c:v>4.1264500000000002</c:v>
                </c:pt>
                <c:pt idx="4782">
                  <c:v>4.0887599999999997</c:v>
                </c:pt>
                <c:pt idx="4783">
                  <c:v>4.14602</c:v>
                </c:pt>
                <c:pt idx="4784">
                  <c:v>4.0361900000000004</c:v>
                </c:pt>
                <c:pt idx="4785">
                  <c:v>3.9831400000000001</c:v>
                </c:pt>
                <c:pt idx="4786">
                  <c:v>3.9657300000000002</c:v>
                </c:pt>
                <c:pt idx="4787">
                  <c:v>4.0593300000000001</c:v>
                </c:pt>
                <c:pt idx="4788">
                  <c:v>3.8609900000000001</c:v>
                </c:pt>
                <c:pt idx="4789">
                  <c:v>3.6939299999999999</c:v>
                </c:pt>
                <c:pt idx="4790">
                  <c:v>3.7724000000000002</c:v>
                </c:pt>
                <c:pt idx="4791">
                  <c:v>3.7785899999999999</c:v>
                </c:pt>
                <c:pt idx="4792">
                  <c:v>3.84816</c:v>
                </c:pt>
                <c:pt idx="4793">
                  <c:v>3.9144100000000002</c:v>
                </c:pt>
                <c:pt idx="4794">
                  <c:v>3.93858</c:v>
                </c:pt>
                <c:pt idx="4795">
                  <c:v>4.0112300000000003</c:v>
                </c:pt>
                <c:pt idx="4796">
                  <c:v>4.1161700000000003</c:v>
                </c:pt>
                <c:pt idx="4797">
                  <c:v>4.0826500000000001</c:v>
                </c:pt>
                <c:pt idx="4798">
                  <c:v>3.9962399999999998</c:v>
                </c:pt>
                <c:pt idx="4799">
                  <c:v>3.9876100000000001</c:v>
                </c:pt>
                <c:pt idx="4800">
                  <c:v>4.0289099999999998</c:v>
                </c:pt>
                <c:pt idx="4801">
                  <c:v>4.1638099999999998</c:v>
                </c:pt>
                <c:pt idx="4802">
                  <c:v>4.2100400000000002</c:v>
                </c:pt>
                <c:pt idx="4803">
                  <c:v>4.2446200000000003</c:v>
                </c:pt>
                <c:pt idx="4804">
                  <c:v>4.2510700000000003</c:v>
                </c:pt>
                <c:pt idx="4805">
                  <c:v>4.2939999999999996</c:v>
                </c:pt>
                <c:pt idx="4806">
                  <c:v>#N/A</c:v>
                </c:pt>
                <c:pt idx="4807">
                  <c:v>4.2682599999999997</c:v>
                </c:pt>
                <c:pt idx="4808">
                  <c:v>4.2430599999999998</c:v>
                </c:pt>
                <c:pt idx="4809">
                  <c:v>4.1140999999999996</c:v>
                </c:pt>
                <c:pt idx="4810">
                  <c:v>4.0032100000000002</c:v>
                </c:pt>
                <c:pt idx="4811">
                  <c:v>3.7848000000000002</c:v>
                </c:pt>
                <c:pt idx="4812">
                  <c:v>3.91174</c:v>
                </c:pt>
                <c:pt idx="4813">
                  <c:v>3.9903</c:v>
                </c:pt>
                <c:pt idx="4814">
                  <c:v>3.9653700000000001</c:v>
                </c:pt>
                <c:pt idx="4815">
                  <c:v>4.1337999999999999</c:v>
                </c:pt>
                <c:pt idx="4816">
                  <c:v>4.1357499999999998</c:v>
                </c:pt>
                <c:pt idx="4817">
                  <c:v>4.2138799999999996</c:v>
                </c:pt>
                <c:pt idx="4818">
                  <c:v>4.1711299999999998</c:v>
                </c:pt>
                <c:pt idx="4819">
                  <c:v>4.1648399999999999</c:v>
                </c:pt>
                <c:pt idx="4820">
                  <c:v>4.3168800000000003</c:v>
                </c:pt>
                <c:pt idx="4821">
                  <c:v>4.5010199999999996</c:v>
                </c:pt>
                <c:pt idx="4822">
                  <c:v>4.60419</c:v>
                </c:pt>
                <c:pt idx="4823">
                  <c:v>4.6112900000000003</c:v>
                </c:pt>
                <c:pt idx="4824">
                  <c:v>4.6968300000000003</c:v>
                </c:pt>
                <c:pt idx="4825">
                  <c:v>4.5971799999999998</c:v>
                </c:pt>
                <c:pt idx="4826">
                  <c:v>4.5110900000000003</c:v>
                </c:pt>
                <c:pt idx="4827">
                  <c:v>4.2157999999999998</c:v>
                </c:pt>
                <c:pt idx="4828">
                  <c:v>4.3612799999999998</c:v>
                </c:pt>
                <c:pt idx="4829">
                  <c:v>4.40618</c:v>
                </c:pt>
                <c:pt idx="4830">
                  <c:v>4.5921900000000004</c:v>
                </c:pt>
                <c:pt idx="4831">
                  <c:v>#N/A</c:v>
                </c:pt>
                <c:pt idx="4832">
                  <c:v>4.78796</c:v>
                </c:pt>
                <c:pt idx="4833">
                  <c:v>4.8208599999999997</c:v>
                </c:pt>
                <c:pt idx="4834">
                  <c:v>4.7965900000000001</c:v>
                </c:pt>
                <c:pt idx="4835">
                  <c:v>4.8538800000000002</c:v>
                </c:pt>
                <c:pt idx="4836">
                  <c:v>4.8534499999999996</c:v>
                </c:pt>
                <c:pt idx="4837">
                  <c:v>4.8335299999999997</c:v>
                </c:pt>
                <c:pt idx="4838">
                  <c:v>5.0068700000000002</c:v>
                </c:pt>
                <c:pt idx="4839">
                  <c:v>5.2170899999999998</c:v>
                </c:pt>
                <c:pt idx="4840">
                  <c:v>5.1400699999999997</c:v>
                </c:pt>
                <c:pt idx="4841">
                  <c:v>5.0164799999999996</c:v>
                </c:pt>
                <c:pt idx="4842">
                  <c:v>4.7748799999999996</c:v>
                </c:pt>
                <c:pt idx="4843">
                  <c:v>4.7076099999999999</c:v>
                </c:pt>
                <c:pt idx="4844">
                  <c:v>4.4540800000000003</c:v>
                </c:pt>
                <c:pt idx="4845">
                  <c:v>4.3792099999999996</c:v>
                </c:pt>
                <c:pt idx="4846">
                  <c:v>4.5589399999999998</c:v>
                </c:pt>
                <c:pt idx="4847">
                  <c:v>4.5273000000000003</c:v>
                </c:pt>
                <c:pt idx="4848">
                  <c:v>4.6302700000000003</c:v>
                </c:pt>
                <c:pt idx="4849">
                  <c:v>4.6448400000000003</c:v>
                </c:pt>
                <c:pt idx="4850">
                  <c:v>4.5074899999999998</c:v>
                </c:pt>
                <c:pt idx="4851">
                  <c:v>4.31189</c:v>
                </c:pt>
                <c:pt idx="4852">
                  <c:v>4.2865700000000002</c:v>
                </c:pt>
                <c:pt idx="4853">
                  <c:v>4.38727</c:v>
                </c:pt>
                <c:pt idx="4854">
                  <c:v>4.2034500000000001</c:v>
                </c:pt>
                <c:pt idx="4855">
                  <c:v>#N/A</c:v>
                </c:pt>
                <c:pt idx="4856">
                  <c:v>3.9829300000000001</c:v>
                </c:pt>
                <c:pt idx="4857">
                  <c:v>3.91046</c:v>
                </c:pt>
                <c:pt idx="4858">
                  <c:v>3.9411900000000002</c:v>
                </c:pt>
                <c:pt idx="4859">
                  <c:v>4.0316000000000001</c:v>
                </c:pt>
                <c:pt idx="4860">
                  <c:v>4.0336499999999997</c:v>
                </c:pt>
                <c:pt idx="4861">
                  <c:v>3.9819900000000001</c:v>
                </c:pt>
                <c:pt idx="4862">
                  <c:v>3.9641500000000001</c:v>
                </c:pt>
                <c:pt idx="4863">
                  <c:v>4.0069100000000004</c:v>
                </c:pt>
                <c:pt idx="4864">
                  <c:v>#N/A</c:v>
                </c:pt>
                <c:pt idx="4865">
                  <c:v>4.01614</c:v>
                </c:pt>
                <c:pt idx="4866">
                  <c:v>4.0376500000000002</c:v>
                </c:pt>
                <c:pt idx="4867">
                  <c:v>4.0335000000000001</c:v>
                </c:pt>
                <c:pt idx="4868">
                  <c:v>4.0442200000000001</c:v>
                </c:pt>
                <c:pt idx="4869">
                  <c:v>3.9283199999999998</c:v>
                </c:pt>
                <c:pt idx="4870">
                  <c:v>3.8341500000000002</c:v>
                </c:pt>
                <c:pt idx="4871">
                  <c:v>3.8315899999999998</c:v>
                </c:pt>
                <c:pt idx="4872">
                  <c:v>3.9828199999999998</c:v>
                </c:pt>
                <c:pt idx="4873">
                  <c:v>4.0208500000000003</c:v>
                </c:pt>
                <c:pt idx="4874">
                  <c:v>3.9022000000000001</c:v>
                </c:pt>
                <c:pt idx="4875">
                  <c:v>3.7817599999999998</c:v>
                </c:pt>
                <c:pt idx="4876">
                  <c:v>3.7916099999999999</c:v>
                </c:pt>
                <c:pt idx="4877">
                  <c:v>3.7185600000000001</c:v>
                </c:pt>
                <c:pt idx="4878">
                  <c:v>3.80145</c:v>
                </c:pt>
                <c:pt idx="4879">
                  <c:v>3.8393600000000001</c:v>
                </c:pt>
                <c:pt idx="4880">
                  <c:v>3.9118400000000002</c:v>
                </c:pt>
                <c:pt idx="4881">
                  <c:v>3.9521500000000001</c:v>
                </c:pt>
                <c:pt idx="4882">
                  <c:v>3.9633699999999998</c:v>
                </c:pt>
                <c:pt idx="4883">
                  <c:v>3.78687</c:v>
                </c:pt>
                <c:pt idx="4884">
                  <c:v>3.7592599999999998</c:v>
                </c:pt>
                <c:pt idx="4885">
                  <c:v>3.7232099999999999</c:v>
                </c:pt>
                <c:pt idx="4886">
                  <c:v>#N/A</c:v>
                </c:pt>
                <c:pt idx="4887">
                  <c:v>3.6972499999999999</c:v>
                </c:pt>
                <c:pt idx="4888">
                  <c:v>3.6749800000000001</c:v>
                </c:pt>
                <c:pt idx="4889">
                  <c:v>3.70174</c:v>
                </c:pt>
                <c:pt idx="4890">
                  <c:v>3.6923900000000001</c:v>
                </c:pt>
                <c:pt idx="4891">
                  <c:v>#N/A</c:v>
                </c:pt>
                <c:pt idx="4892">
                  <c:v>3.67997</c:v>
                </c:pt>
                <c:pt idx="4893">
                  <c:v>3.66337</c:v>
                </c:pt>
                <c:pt idx="4894">
                  <c:v>3.7551100000000002</c:v>
                </c:pt>
                <c:pt idx="4895">
                  <c:v>3.8161</c:v>
                </c:pt>
                <c:pt idx="4896">
                  <c:v>3.8211599999999999</c:v>
                </c:pt>
                <c:pt idx="4897">
                  <c:v>3.8468499999999999</c:v>
                </c:pt>
                <c:pt idx="4898">
                  <c:v>3.8025000000000002</c:v>
                </c:pt>
                <c:pt idx="4899">
                  <c:v>3.76593</c:v>
                </c:pt>
                <c:pt idx="4900">
                  <c:v>3.6980200000000001</c:v>
                </c:pt>
                <c:pt idx="4901">
                  <c:v>#N/A</c:v>
                </c:pt>
                <c:pt idx="4902">
                  <c:v>3.6755</c:v>
                </c:pt>
                <c:pt idx="4903">
                  <c:v>3.6579899999999999</c:v>
                </c:pt>
                <c:pt idx="4904">
                  <c:v>3.65503</c:v>
                </c:pt>
                <c:pt idx="4905">
                  <c:v>3.6117300000000001</c:v>
                </c:pt>
                <c:pt idx="4906">
                  <c:v>#N/A</c:v>
                </c:pt>
                <c:pt idx="4907">
                  <c:v>3.6181800000000002</c:v>
                </c:pt>
                <c:pt idx="4908">
                  <c:v>3.62216</c:v>
                </c:pt>
                <c:pt idx="4909">
                  <c:v>3.5834700000000002</c:v>
                </c:pt>
                <c:pt idx="4910">
                  <c:v>3.66411</c:v>
                </c:pt>
                <c:pt idx="4911">
                  <c:v>3.7584</c:v>
                </c:pt>
                <c:pt idx="4912">
                  <c:v>3.7567499999999998</c:v>
                </c:pt>
                <c:pt idx="4913">
                  <c:v>3.7102599999999999</c:v>
                </c:pt>
                <c:pt idx="4914">
                  <c:v>3.60432</c:v>
                </c:pt>
                <c:pt idx="4915">
                  <c:v>3.5902099999999999</c:v>
                </c:pt>
                <c:pt idx="4916">
                  <c:v>3.61409</c:v>
                </c:pt>
                <c:pt idx="4917">
                  <c:v>3.62182</c:v>
                </c:pt>
                <c:pt idx="4918">
                  <c:v>3.6778900000000001</c:v>
                </c:pt>
                <c:pt idx="4919">
                  <c:v>3.7087400000000001</c:v>
                </c:pt>
                <c:pt idx="4920">
                  <c:v>3.79148</c:v>
                </c:pt>
                <c:pt idx="4921">
                  <c:v>3.79393</c:v>
                </c:pt>
                <c:pt idx="4922">
                  <c:v>3.7908300000000001</c:v>
                </c:pt>
                <c:pt idx="4923">
                  <c:v>3.8801100000000002</c:v>
                </c:pt>
                <c:pt idx="4924">
                  <c:v>3.8884500000000002</c:v>
                </c:pt>
                <c:pt idx="4925">
                  <c:v>4.1097299999999999</c:v>
                </c:pt>
                <c:pt idx="4926">
                  <c:v>#N/A</c:v>
                </c:pt>
                <c:pt idx="4927">
                  <c:v>4.1711099999999997</c:v>
                </c:pt>
                <c:pt idx="4928">
                  <c:v>4.1600900000000003</c:v>
                </c:pt>
                <c:pt idx="4929">
                  <c:v>3.9476</c:v>
                </c:pt>
                <c:pt idx="4930">
                  <c:v>3.9104199999999998</c:v>
                </c:pt>
                <c:pt idx="4931">
                  <c:v>3.86666</c:v>
                </c:pt>
                <c:pt idx="4932">
                  <c:v>3.9318900000000001</c:v>
                </c:pt>
                <c:pt idx="4933">
                  <c:v>3.9537599999999999</c:v>
                </c:pt>
                <c:pt idx="4934">
                  <c:v>3.9894400000000001</c:v>
                </c:pt>
                <c:pt idx="4935">
                  <c:v>3.9157299999999999</c:v>
                </c:pt>
                <c:pt idx="4936">
                  <c:v>3.84897</c:v>
                </c:pt>
                <c:pt idx="4937">
                  <c:v>3.8830499999999999</c:v>
                </c:pt>
                <c:pt idx="4938">
                  <c:v>3.9291299999999998</c:v>
                </c:pt>
                <c:pt idx="4939">
                  <c:v>4.0510999999999999</c:v>
                </c:pt>
                <c:pt idx="4940">
                  <c:v>4.1714099999999998</c:v>
                </c:pt>
                <c:pt idx="4941">
                  <c:v>4.2958999999999996</c:v>
                </c:pt>
                <c:pt idx="4942">
                  <c:v>4.2210200000000002</c:v>
                </c:pt>
                <c:pt idx="4943">
                  <c:v>4.4806999999999997</c:v>
                </c:pt>
                <c:pt idx="4944">
                  <c:v>4.3468600000000004</c:v>
                </c:pt>
                <c:pt idx="4945">
                  <c:v>4.4733000000000001</c:v>
                </c:pt>
                <c:pt idx="4946">
                  <c:v>4.4157799999999998</c:v>
                </c:pt>
                <c:pt idx="4947">
                  <c:v>4.2193100000000001</c:v>
                </c:pt>
                <c:pt idx="4948">
                  <c:v>4.2574899999999998</c:v>
                </c:pt>
                <c:pt idx="4949">
                  <c:v>4.2055999999999996</c:v>
                </c:pt>
                <c:pt idx="4950">
                  <c:v>4.1939099999999998</c:v>
                </c:pt>
                <c:pt idx="4951">
                  <c:v>4.0718500000000004</c:v>
                </c:pt>
                <c:pt idx="4952">
                  <c:v>4.0771300000000004</c:v>
                </c:pt>
                <c:pt idx="4953">
                  <c:v>3.9297499999999999</c:v>
                </c:pt>
                <c:pt idx="4954">
                  <c:v>3.91093</c:v>
                </c:pt>
                <c:pt idx="4955">
                  <c:v>3.8203100000000001</c:v>
                </c:pt>
                <c:pt idx="4956">
                  <c:v>3.7521</c:v>
                </c:pt>
                <c:pt idx="4957">
                  <c:v>3.8820700000000001</c:v>
                </c:pt>
                <c:pt idx="4958">
                  <c:v>#N/A</c:v>
                </c:pt>
                <c:pt idx="4959">
                  <c:v>4.0362</c:v>
                </c:pt>
                <c:pt idx="4960">
                  <c:v>3.9731700000000001</c:v>
                </c:pt>
                <c:pt idx="4961">
                  <c:v>4.0089399999999999</c:v>
                </c:pt>
                <c:pt idx="4962">
                  <c:v>4.0282400000000003</c:v>
                </c:pt>
                <c:pt idx="4963">
                  <c:v>4.0377200000000002</c:v>
                </c:pt>
                <c:pt idx="4964">
                  <c:v>3.99133</c:v>
                </c:pt>
                <c:pt idx="4965">
                  <c:v>3.9580500000000001</c:v>
                </c:pt>
                <c:pt idx="4966">
                  <c:v>3.9597500000000001</c:v>
                </c:pt>
                <c:pt idx="4967">
                  <c:v>3.9625599999999999</c:v>
                </c:pt>
                <c:pt idx="4968">
                  <c:v>3.9802</c:v>
                </c:pt>
                <c:pt idx="4969">
                  <c:v>4.0554300000000003</c:v>
                </c:pt>
                <c:pt idx="4970">
                  <c:v>4.0060700000000002</c:v>
                </c:pt>
                <c:pt idx="4971">
                  <c:v>4.01614</c:v>
                </c:pt>
                <c:pt idx="4972">
                  <c:v>4.0064700000000002</c:v>
                </c:pt>
                <c:pt idx="4973">
                  <c:v>4.3209400000000002</c:v>
                </c:pt>
                <c:pt idx="4974">
                  <c:v>4.25244</c:v>
                </c:pt>
                <c:pt idx="4975">
                  <c:v>4.22112</c:v>
                </c:pt>
                <c:pt idx="4976">
                  <c:v>4.1379299999999999</c:v>
                </c:pt>
                <c:pt idx="4977">
                  <c:v>4.2526299999999999</c:v>
                </c:pt>
                <c:pt idx="4978">
                  <c:v>4.2511999999999999</c:v>
                </c:pt>
                <c:pt idx="4979">
                  <c:v>4.2749699999999997</c:v>
                </c:pt>
                <c:pt idx="4980">
                  <c:v>4.2453500000000002</c:v>
                </c:pt>
                <c:pt idx="4981">
                  <c:v>4.2086399999999999</c:v>
                </c:pt>
                <c:pt idx="4982">
                  <c:v>4.1963699999999999</c:v>
                </c:pt>
                <c:pt idx="4983">
                  <c:v>4.18893</c:v>
                </c:pt>
                <c:pt idx="4984">
                  <c:v>4.1629100000000001</c:v>
                </c:pt>
                <c:pt idx="4985">
                  <c:v>4.1832399999999996</c:v>
                </c:pt>
                <c:pt idx="4986">
                  <c:v>4.2103999999999999</c:v>
                </c:pt>
                <c:pt idx="4987">
                  <c:v>4.1532499999999999</c:v>
                </c:pt>
                <c:pt idx="4988">
                  <c:v>4.1125400000000001</c:v>
                </c:pt>
                <c:pt idx="4989">
                  <c:v>4.0439100000000003</c:v>
                </c:pt>
                <c:pt idx="4990">
                  <c:v>4.0279999999999996</c:v>
                </c:pt>
                <c:pt idx="4991">
                  <c:v>4.0287899999999999</c:v>
                </c:pt>
                <c:pt idx="4992">
                  <c:v>4.0625200000000001</c:v>
                </c:pt>
                <c:pt idx="4993">
                  <c:v>4.05959</c:v>
                </c:pt>
                <c:pt idx="4994">
                  <c:v>4.0114799999999997</c:v>
                </c:pt>
                <c:pt idx="4995">
                  <c:v>4.0254599999999998</c:v>
                </c:pt>
                <c:pt idx="4996">
                  <c:v>#N/A</c:v>
                </c:pt>
                <c:pt idx="4997">
                  <c:v>4.00624</c:v>
                </c:pt>
                <c:pt idx="4998">
                  <c:v>4.0606499999999999</c:v>
                </c:pt>
                <c:pt idx="4999">
                  <c:v>4.0766799999999996</c:v>
                </c:pt>
                <c:pt idx="5000">
                  <c:v>3.9211800000000001</c:v>
                </c:pt>
                <c:pt idx="5001">
                  <c:v>3.7970999999999999</c:v>
                </c:pt>
                <c:pt idx="5002">
                  <c:v>3.6776800000000001</c:v>
                </c:pt>
                <c:pt idx="5003">
                  <c:v>3.64208</c:v>
                </c:pt>
                <c:pt idx="5004">
                  <c:v>3.6777000000000002</c:v>
                </c:pt>
                <c:pt idx="5005">
                  <c:v>3.6325799999999999</c:v>
                </c:pt>
                <c:pt idx="5006">
                  <c:v>3.6068099999999998</c:v>
                </c:pt>
                <c:pt idx="5007">
                  <c:v>3.4908800000000002</c:v>
                </c:pt>
                <c:pt idx="5008">
                  <c:v>3.4799199999999999</c:v>
                </c:pt>
                <c:pt idx="5009">
                  <c:v>3.5869800000000001</c:v>
                </c:pt>
                <c:pt idx="5010">
                  <c:v>3.5590899999999999</c:v>
                </c:pt>
                <c:pt idx="5011">
                  <c:v>#N/A</c:v>
                </c:pt>
                <c:pt idx="5012">
                  <c:v>3.6240600000000001</c:v>
                </c:pt>
                <c:pt idx="5013">
                  <c:v>3.6502300000000001</c:v>
                </c:pt>
                <c:pt idx="5014">
                  <c:v>3.6073200000000001</c:v>
                </c:pt>
                <c:pt idx="5015">
                  <c:v>3.6539999999999999</c:v>
                </c:pt>
                <c:pt idx="5016">
                  <c:v>3.6705299999999998</c:v>
                </c:pt>
                <c:pt idx="5017">
                  <c:v>3.64195</c:v>
                </c:pt>
                <c:pt idx="5018">
                  <c:v>3.73177</c:v>
                </c:pt>
                <c:pt idx="5019">
                  <c:v>3.70018</c:v>
                </c:pt>
                <c:pt idx="5020">
                  <c:v>#N/A</c:v>
                </c:pt>
                <c:pt idx="5021">
                  <c:v>3.6144799999999999</c:v>
                </c:pt>
                <c:pt idx="5022">
                  <c:v>#N/A</c:v>
                </c:pt>
                <c:pt idx="5023">
                  <c:v>3.5680499999999999</c:v>
                </c:pt>
                <c:pt idx="5024">
                  <c:v>3.6270199999999999</c:v>
                </c:pt>
                <c:pt idx="5025">
                  <c:v>3.64737</c:v>
                </c:pt>
                <c:pt idx="5026">
                  <c:v>3.6764999999999999</c:v>
                </c:pt>
                <c:pt idx="5027">
                  <c:v>3.6193</c:v>
                </c:pt>
                <c:pt idx="5028">
                  <c:v>3.5766</c:v>
                </c:pt>
                <c:pt idx="5029">
                  <c:v>3.3952499999999999</c:v>
                </c:pt>
                <c:pt idx="5030">
                  <c:v>3.32023</c:v>
                </c:pt>
                <c:pt idx="5031">
                  <c:v>3.3432400000000002</c:v>
                </c:pt>
                <c:pt idx="5032">
                  <c:v>3.2802600000000002</c:v>
                </c:pt>
                <c:pt idx="5033">
                  <c:v>3.29941</c:v>
                </c:pt>
                <c:pt idx="5034">
                  <c:v>3.2838799999999999</c:v>
                </c:pt>
                <c:pt idx="5035">
                  <c:v>3.2804099999999998</c:v>
                </c:pt>
                <c:pt idx="5036">
                  <c:v>3.2477</c:v>
                </c:pt>
                <c:pt idx="5037">
                  <c:v>3.2724000000000002</c:v>
                </c:pt>
                <c:pt idx="5038">
                  <c:v>3.26356</c:v>
                </c:pt>
                <c:pt idx="5039">
                  <c:v>3.16269</c:v>
                </c:pt>
                <c:pt idx="5040">
                  <c:v>3.17828</c:v>
                </c:pt>
                <c:pt idx="5041">
                  <c:v>3.1314299999999999</c:v>
                </c:pt>
                <c:pt idx="5042">
                  <c:v>3.1342599999999998</c:v>
                </c:pt>
                <c:pt idx="5043">
                  <c:v>3.1675200000000001</c:v>
                </c:pt>
                <c:pt idx="5044">
                  <c:v>3.1754099999999998</c:v>
                </c:pt>
                <c:pt idx="5045">
                  <c:v>3.1817799999999998</c:v>
                </c:pt>
                <c:pt idx="5046">
                  <c:v>3.1675800000000001</c:v>
                </c:pt>
                <c:pt idx="5047">
                  <c:v>3.1777299999999999</c:v>
                </c:pt>
                <c:pt idx="5048">
                  <c:v>3.1804800000000002</c:v>
                </c:pt>
                <c:pt idx="5049">
                  <c:v>3.0978400000000001</c:v>
                </c:pt>
                <c:pt idx="5050">
                  <c:v>3.0889700000000002</c:v>
                </c:pt>
                <c:pt idx="5051">
                  <c:v>3.1280299999999999</c:v>
                </c:pt>
                <c:pt idx="5052">
                  <c:v>#N/A</c:v>
                </c:pt>
                <c:pt idx="5053">
                  <c:v>3.2157800000000001</c:v>
                </c:pt>
                <c:pt idx="5054">
                  <c:v>3.27434</c:v>
                </c:pt>
                <c:pt idx="5055">
                  <c:v>3.3115899999999998</c:v>
                </c:pt>
                <c:pt idx="5056">
                  <c:v>3.3134700000000001</c:v>
                </c:pt>
                <c:pt idx="5057">
                  <c:v>#N/A</c:v>
                </c:pt>
                <c:pt idx="5058">
                  <c:v>3.3173300000000001</c:v>
                </c:pt>
                <c:pt idx="5059">
                  <c:v>3.3517999999999999</c:v>
                </c:pt>
                <c:pt idx="5060">
                  <c:v>3.4203700000000001</c:v>
                </c:pt>
                <c:pt idx="5061">
                  <c:v>3.3966799999999999</c:v>
                </c:pt>
                <c:pt idx="5062">
                  <c:v>3.3588</c:v>
                </c:pt>
                <c:pt idx="5063">
                  <c:v>3.2439100000000001</c:v>
                </c:pt>
                <c:pt idx="5064">
                  <c:v>3.2129099999999999</c:v>
                </c:pt>
                <c:pt idx="5065">
                  <c:v>3.1967099999999999</c:v>
                </c:pt>
                <c:pt idx="5066">
                  <c:v>#N/A</c:v>
                </c:pt>
                <c:pt idx="5067">
                  <c:v>3.2284700000000002</c:v>
                </c:pt>
                <c:pt idx="5068">
                  <c:v>3.33595</c:v>
                </c:pt>
                <c:pt idx="5069">
                  <c:v>3.3690500000000001</c:v>
                </c:pt>
                <c:pt idx="5070">
                  <c:v>3.3635600000000001</c:v>
                </c:pt>
                <c:pt idx="5071">
                  <c:v>3.4043299999999999</c:v>
                </c:pt>
                <c:pt idx="5072">
                  <c:v>3.4524599999999999</c:v>
                </c:pt>
                <c:pt idx="5073">
                  <c:v>3.4119600000000001</c:v>
                </c:pt>
                <c:pt idx="5074">
                  <c:v>3.2967499999999998</c:v>
                </c:pt>
                <c:pt idx="5075">
                  <c:v>3.2860999999999998</c:v>
                </c:pt>
                <c:pt idx="5076">
                  <c:v>3.2962400000000001</c:v>
                </c:pt>
                <c:pt idx="5077">
                  <c:v>3.2300300000000002</c:v>
                </c:pt>
                <c:pt idx="5078">
                  <c:v>3.1480000000000001</c:v>
                </c:pt>
                <c:pt idx="5079">
                  <c:v>3.1802600000000001</c:v>
                </c:pt>
                <c:pt idx="5080">
                  <c:v>3.21529</c:v>
                </c:pt>
                <c:pt idx="5081">
                  <c:v>3.18547</c:v>
                </c:pt>
                <c:pt idx="5082">
                  <c:v>3.25183</c:v>
                </c:pt>
                <c:pt idx="5083">
                  <c:v>3.30132</c:v>
                </c:pt>
                <c:pt idx="5084">
                  <c:v>3.3621300000000001</c:v>
                </c:pt>
                <c:pt idx="5085">
                  <c:v>3.35317</c:v>
                </c:pt>
                <c:pt idx="5086">
                  <c:v>3.38964</c:v>
                </c:pt>
                <c:pt idx="5087">
                  <c:v>3.5138600000000002</c:v>
                </c:pt>
                <c:pt idx="5088">
                  <c:v>3.5767500000000001</c:v>
                </c:pt>
                <c:pt idx="5089">
                  <c:v>3.6206700000000001</c:v>
                </c:pt>
                <c:pt idx="5090">
                  <c:v>3.5963799999999999</c:v>
                </c:pt>
                <c:pt idx="5091">
                  <c:v>#N/A</c:v>
                </c:pt>
                <c:pt idx="5092">
                  <c:v>3.5886499999999999</c:v>
                </c:pt>
                <c:pt idx="5093">
                  <c:v>3.5531600000000001</c:v>
                </c:pt>
                <c:pt idx="5094">
                  <c:v>3.5410499999999998</c:v>
                </c:pt>
                <c:pt idx="5095">
                  <c:v>3.5037799999999999</c:v>
                </c:pt>
                <c:pt idx="5096">
                  <c:v>3.4602900000000001</c:v>
                </c:pt>
                <c:pt idx="5097">
                  <c:v>3.4297399999999998</c:v>
                </c:pt>
                <c:pt idx="5098">
                  <c:v>3.43865</c:v>
                </c:pt>
                <c:pt idx="5099">
                  <c:v>3.4171100000000001</c:v>
                </c:pt>
                <c:pt idx="5100">
                  <c:v>3.4969100000000002</c:v>
                </c:pt>
                <c:pt idx="5101">
                  <c:v>3.4329200000000002</c:v>
                </c:pt>
                <c:pt idx="5102">
                  <c:v>3.41492</c:v>
                </c:pt>
                <c:pt idx="5103">
                  <c:v>3.3811599999999999</c:v>
                </c:pt>
                <c:pt idx="5104">
                  <c:v>3.42462</c:v>
                </c:pt>
                <c:pt idx="5105">
                  <c:v>3.4327899999999998</c:v>
                </c:pt>
                <c:pt idx="5106">
                  <c:v>3.294</c:v>
                </c:pt>
                <c:pt idx="5107">
                  <c:v>3.2340599999999999</c:v>
                </c:pt>
                <c:pt idx="5108">
                  <c:v>3.20885</c:v>
                </c:pt>
                <c:pt idx="5109">
                  <c:v>3.02983</c:v>
                </c:pt>
                <c:pt idx="5110">
                  <c:v>2.9880900000000001</c:v>
                </c:pt>
                <c:pt idx="5111">
                  <c:v>3.1213000000000002</c:v>
                </c:pt>
                <c:pt idx="5112">
                  <c:v>3.1663800000000002</c:v>
                </c:pt>
                <c:pt idx="5113">
                  <c:v>3.18723</c:v>
                </c:pt>
                <c:pt idx="5114">
                  <c:v>3.16567</c:v>
                </c:pt>
                <c:pt idx="5115">
                  <c:v>3.14133</c:v>
                </c:pt>
                <c:pt idx="5116">
                  <c:v>3.19163</c:v>
                </c:pt>
                <c:pt idx="5117">
                  <c:v>3.1122399999999999</c:v>
                </c:pt>
                <c:pt idx="5118">
                  <c:v>3.11565</c:v>
                </c:pt>
                <c:pt idx="5119">
                  <c:v>3.2337799999999999</c:v>
                </c:pt>
                <c:pt idx="5120">
                  <c:v>3.2254999999999998</c:v>
                </c:pt>
                <c:pt idx="5121">
                  <c:v>3.2118099999999998</c:v>
                </c:pt>
                <c:pt idx="5122">
                  <c:v>3.18126</c:v>
                </c:pt>
                <c:pt idx="5123">
                  <c:v>3.1501700000000001</c:v>
                </c:pt>
                <c:pt idx="5124">
                  <c:v>#N/A</c:v>
                </c:pt>
                <c:pt idx="5125">
                  <c:v>3.0896300000000001</c:v>
                </c:pt>
                <c:pt idx="5126">
                  <c:v>3.1283099999999999</c:v>
                </c:pt>
                <c:pt idx="5127">
                  <c:v>3.0947100000000001</c:v>
                </c:pt>
                <c:pt idx="5128">
                  <c:v>3.0089299999999999</c:v>
                </c:pt>
                <c:pt idx="5129">
                  <c:v>3.0380500000000001</c:v>
                </c:pt>
                <c:pt idx="5130">
                  <c:v>2.9961099999999998</c:v>
                </c:pt>
                <c:pt idx="5131">
                  <c:v>2.96468</c:v>
                </c:pt>
                <c:pt idx="5132">
                  <c:v>2.9849199999999998</c:v>
                </c:pt>
                <c:pt idx="5133">
                  <c:v>2.9964599999999999</c:v>
                </c:pt>
                <c:pt idx="5134">
                  <c:v>2.99594</c:v>
                </c:pt>
                <c:pt idx="5135">
                  <c:v>2.9906000000000001</c:v>
                </c:pt>
                <c:pt idx="5136">
                  <c:v>2.97458</c:v>
                </c:pt>
                <c:pt idx="5137">
                  <c:v>3.0096500000000002</c:v>
                </c:pt>
                <c:pt idx="5138">
                  <c:v>3.0768900000000001</c:v>
                </c:pt>
                <c:pt idx="5139">
                  <c:v>2.9441000000000002</c:v>
                </c:pt>
                <c:pt idx="5140">
                  <c:v>2.94224</c:v>
                </c:pt>
                <c:pt idx="5141">
                  <c:v>2.9480900000000001</c:v>
                </c:pt>
                <c:pt idx="5142">
                  <c:v>2.8935200000000001</c:v>
                </c:pt>
                <c:pt idx="5143">
                  <c:v>2.86267</c:v>
                </c:pt>
                <c:pt idx="5144">
                  <c:v>2.8041299999999998</c:v>
                </c:pt>
                <c:pt idx="5145">
                  <c:v>2.77624</c:v>
                </c:pt>
                <c:pt idx="5146">
                  <c:v>#N/A</c:v>
                </c:pt>
                <c:pt idx="5147">
                  <c:v>2.7819699999999998</c:v>
                </c:pt>
                <c:pt idx="5148">
                  <c:v>2.83765</c:v>
                </c:pt>
                <c:pt idx="5149">
                  <c:v>2.7518899999999999</c:v>
                </c:pt>
                <c:pt idx="5150">
                  <c:v>2.7189700000000001</c:v>
                </c:pt>
                <c:pt idx="5151">
                  <c:v>#N/A</c:v>
                </c:pt>
                <c:pt idx="5152">
                  <c:v>2.8319399999999999</c:v>
                </c:pt>
                <c:pt idx="5153">
                  <c:v>2.8319399999999999</c:v>
                </c:pt>
                <c:pt idx="5154">
                  <c:v>3.0074900000000002</c:v>
                </c:pt>
                <c:pt idx="5155">
                  <c:v>2.96922</c:v>
                </c:pt>
                <c:pt idx="5156">
                  <c:v>2.9447399999999999</c:v>
                </c:pt>
                <c:pt idx="5157">
                  <c:v>3.0800399999999999</c:v>
                </c:pt>
                <c:pt idx="5158">
                  <c:v>3.1177600000000001</c:v>
                </c:pt>
                <c:pt idx="5159">
                  <c:v>3.0381499999999999</c:v>
                </c:pt>
                <c:pt idx="5160">
                  <c:v>3.0092500000000002</c:v>
                </c:pt>
                <c:pt idx="5161">
                  <c:v>2.9546299999999999</c:v>
                </c:pt>
                <c:pt idx="5162">
                  <c:v>2.9204300000000001</c:v>
                </c:pt>
                <c:pt idx="5163">
                  <c:v>2.98624</c:v>
                </c:pt>
                <c:pt idx="5164">
                  <c:v>3.0221499999999999</c:v>
                </c:pt>
                <c:pt idx="5165">
                  <c:v>3.0969000000000002</c:v>
                </c:pt>
                <c:pt idx="5166">
                  <c:v>3.1241699999999999</c:v>
                </c:pt>
                <c:pt idx="5167">
                  <c:v>3.1759400000000002</c:v>
                </c:pt>
                <c:pt idx="5168">
                  <c:v>3.1155200000000001</c:v>
                </c:pt>
                <c:pt idx="5169">
                  <c:v>3.09904</c:v>
                </c:pt>
                <c:pt idx="5170">
                  <c:v>3.0550799999999998</c:v>
                </c:pt>
                <c:pt idx="5171">
                  <c:v>3.0045999999999999</c:v>
                </c:pt>
                <c:pt idx="5172">
                  <c:v>3.0072000000000001</c:v>
                </c:pt>
                <c:pt idx="5173">
                  <c:v>3.09612</c:v>
                </c:pt>
                <c:pt idx="5174">
                  <c:v>3.09612</c:v>
                </c:pt>
                <c:pt idx="5175">
                  <c:v>3.2063600000000001</c:v>
                </c:pt>
                <c:pt idx="5176">
                  <c:v>3.2440600000000002</c:v>
                </c:pt>
                <c:pt idx="5177">
                  <c:v>3.2295600000000002</c:v>
                </c:pt>
                <c:pt idx="5178">
                  <c:v>3.1853199999999999</c:v>
                </c:pt>
                <c:pt idx="5179">
                  <c:v>3.21095</c:v>
                </c:pt>
                <c:pt idx="5180">
                  <c:v>3.2231100000000001</c:v>
                </c:pt>
                <c:pt idx="5181">
                  <c:v>3.1810999999999998</c:v>
                </c:pt>
                <c:pt idx="5182">
                  <c:v>3.1265399999999999</c:v>
                </c:pt>
                <c:pt idx="5183">
                  <c:v>3.1038299999999999</c:v>
                </c:pt>
                <c:pt idx="5184">
                  <c:v>3.0214400000000001</c:v>
                </c:pt>
                <c:pt idx="5185">
                  <c:v>3.0182799999999999</c:v>
                </c:pt>
                <c:pt idx="5186">
                  <c:v>3.0408499999999998</c:v>
                </c:pt>
                <c:pt idx="5187">
                  <c:v>3.0322200000000001</c:v>
                </c:pt>
                <c:pt idx="5188">
                  <c:v>2.98007</c:v>
                </c:pt>
                <c:pt idx="5189">
                  <c:v>2.9700799999999998</c:v>
                </c:pt>
                <c:pt idx="5190">
                  <c:v>2.9743499999999998</c:v>
                </c:pt>
                <c:pt idx="5191">
                  <c:v>2.9935200000000002</c:v>
                </c:pt>
                <c:pt idx="5192">
                  <c:v>2.9932500000000002</c:v>
                </c:pt>
                <c:pt idx="5193">
                  <c:v>3.0104799999999998</c:v>
                </c:pt>
                <c:pt idx="5194">
                  <c:v>3.0242</c:v>
                </c:pt>
                <c:pt idx="5195">
                  <c:v>3.0681600000000002</c:v>
                </c:pt>
                <c:pt idx="5196">
                  <c:v>3.0530900000000001</c:v>
                </c:pt>
                <c:pt idx="5197">
                  <c:v>3.08053</c:v>
                </c:pt>
                <c:pt idx="5198">
                  <c:v>3.0675699999999999</c:v>
                </c:pt>
                <c:pt idx="5199">
                  <c:v>3.05206</c:v>
                </c:pt>
                <c:pt idx="5200">
                  <c:v>3.00834</c:v>
                </c:pt>
                <c:pt idx="5201">
                  <c:v>2.9191199999999999</c:v>
                </c:pt>
                <c:pt idx="5202">
                  <c:v>2.9098199999999999</c:v>
                </c:pt>
                <c:pt idx="5203">
                  <c:v>2.9219599999999999</c:v>
                </c:pt>
                <c:pt idx="5204">
                  <c:v>2.9280599999999999</c:v>
                </c:pt>
                <c:pt idx="5205">
                  <c:v>2.94394</c:v>
                </c:pt>
                <c:pt idx="5206">
                  <c:v>2.87608</c:v>
                </c:pt>
                <c:pt idx="5207">
                  <c:v>2.7944100000000001</c:v>
                </c:pt>
                <c:pt idx="5208">
                  <c:v>2.8706700000000001</c:v>
                </c:pt>
                <c:pt idx="5209">
                  <c:v>2.8802599999999998</c:v>
                </c:pt>
                <c:pt idx="5210">
                  <c:v>2.91859</c:v>
                </c:pt>
                <c:pt idx="5211">
                  <c:v>2.9206099999999999</c:v>
                </c:pt>
                <c:pt idx="5212">
                  <c:v>2.90218</c:v>
                </c:pt>
                <c:pt idx="5213">
                  <c:v>2.9120900000000001</c:v>
                </c:pt>
                <c:pt idx="5214">
                  <c:v>2.8532600000000001</c:v>
                </c:pt>
                <c:pt idx="5215">
                  <c:v>2.8750499999999999</c:v>
                </c:pt>
                <c:pt idx="5216">
                  <c:v>2.8118099999999999</c:v>
                </c:pt>
                <c:pt idx="5217">
                  <c:v>2.78145</c:v>
                </c:pt>
                <c:pt idx="5218">
                  <c:v>2.7706200000000001</c:v>
                </c:pt>
                <c:pt idx="5219">
                  <c:v>2.7494800000000001</c:v>
                </c:pt>
                <c:pt idx="5220">
                  <c:v>2.7658200000000002</c:v>
                </c:pt>
                <c:pt idx="5221">
                  <c:v>2.8607200000000002</c:v>
                </c:pt>
                <c:pt idx="5222">
                  <c:v>2.9569000000000001</c:v>
                </c:pt>
                <c:pt idx="5223">
                  <c:v>2.9649999999999999</c:v>
                </c:pt>
                <c:pt idx="5224">
                  <c:v>3.0048400000000002</c:v>
                </c:pt>
                <c:pt idx="5225">
                  <c:v>3.0217900000000002</c:v>
                </c:pt>
                <c:pt idx="5226">
                  <c:v>3.0464699999999998</c:v>
                </c:pt>
                <c:pt idx="5227">
                  <c:v>2.9849800000000002</c:v>
                </c:pt>
                <c:pt idx="5228">
                  <c:v>2.9737900000000002</c:v>
                </c:pt>
                <c:pt idx="5229">
                  <c:v>2.99647</c:v>
                </c:pt>
                <c:pt idx="5230">
                  <c:v>2.93512</c:v>
                </c:pt>
                <c:pt idx="5231">
                  <c:v>3.0293800000000002</c:v>
                </c:pt>
                <c:pt idx="5232">
                  <c:v>3.04176</c:v>
                </c:pt>
                <c:pt idx="5233">
                  <c:v>2.9941900000000001</c:v>
                </c:pt>
                <c:pt idx="5234">
                  <c:v>2.9352499999999999</c:v>
                </c:pt>
                <c:pt idx="5235">
                  <c:v>2.8292899999999999</c:v>
                </c:pt>
                <c:pt idx="5236">
                  <c:v>2.86856</c:v>
                </c:pt>
                <c:pt idx="5237">
                  <c:v>2.9002599999999998</c:v>
                </c:pt>
                <c:pt idx="5238">
                  <c:v>2.8886500000000002</c:v>
                </c:pt>
                <c:pt idx="5239">
                  <c:v>2.87534</c:v>
                </c:pt>
                <c:pt idx="5240">
                  <c:v>2.8953000000000002</c:v>
                </c:pt>
                <c:pt idx="5241">
                  <c:v>2.94218</c:v>
                </c:pt>
                <c:pt idx="5242">
                  <c:v>2.9067500000000002</c:v>
                </c:pt>
                <c:pt idx="5243">
                  <c:v>2.9190399999999999</c:v>
                </c:pt>
                <c:pt idx="5244">
                  <c:v>2.9420199999999999</c:v>
                </c:pt>
                <c:pt idx="5245">
                  <c:v>2.9081800000000002</c:v>
                </c:pt>
                <c:pt idx="5246">
                  <c:v>2.9501499999999998</c:v>
                </c:pt>
                <c:pt idx="5247">
                  <c:v>3.0076399999999999</c:v>
                </c:pt>
                <c:pt idx="5248">
                  <c:v>3.06135</c:v>
                </c:pt>
                <c:pt idx="5249">
                  <c:v>3.1061100000000001</c:v>
                </c:pt>
                <c:pt idx="5250">
                  <c:v>3.1730200000000002</c:v>
                </c:pt>
                <c:pt idx="5251">
                  <c:v>3.03146</c:v>
                </c:pt>
                <c:pt idx="5252">
                  <c:v>3.0217000000000001</c:v>
                </c:pt>
                <c:pt idx="5253">
                  <c:v>3.0573800000000002</c:v>
                </c:pt>
                <c:pt idx="5254">
                  <c:v>3.0999300000000001</c:v>
                </c:pt>
                <c:pt idx="5255">
                  <c:v>3.1243099999999999</c:v>
                </c:pt>
                <c:pt idx="5256">
                  <c:v>3.1175199999999998</c:v>
                </c:pt>
                <c:pt idx="5257">
                  <c:v>2.99403</c:v>
                </c:pt>
                <c:pt idx="5258">
                  <c:v>2.9982600000000001</c:v>
                </c:pt>
                <c:pt idx="5259">
                  <c:v>3.0528400000000002</c:v>
                </c:pt>
                <c:pt idx="5260">
                  <c:v>3.0276100000000001</c:v>
                </c:pt>
                <c:pt idx="5261">
                  <c:v>3.14968</c:v>
                </c:pt>
                <c:pt idx="5262">
                  <c:v>3.23563</c:v>
                </c:pt>
                <c:pt idx="5263">
                  <c:v>3.2898499999999999</c:v>
                </c:pt>
                <c:pt idx="5264">
                  <c:v>3.20601</c:v>
                </c:pt>
                <c:pt idx="5265">
                  <c:v>3.2313000000000001</c:v>
                </c:pt>
                <c:pt idx="5266">
                  <c:v>3.2230300000000001</c:v>
                </c:pt>
                <c:pt idx="5267">
                  <c:v>3.1883499999999998</c:v>
                </c:pt>
                <c:pt idx="5268">
                  <c:v>3.12757</c:v>
                </c:pt>
                <c:pt idx="5269">
                  <c:v>3.11131</c:v>
                </c:pt>
                <c:pt idx="5270">
                  <c:v>3.1092499999999998</c:v>
                </c:pt>
                <c:pt idx="5271">
                  <c:v>3.0539399999999999</c:v>
                </c:pt>
                <c:pt idx="5272">
                  <c:v>3.1610499999999999</c:v>
                </c:pt>
                <c:pt idx="5273">
                  <c:v>3.1477200000000001</c:v>
                </c:pt>
                <c:pt idx="5274">
                  <c:v>3.0618099999999999</c:v>
                </c:pt>
                <c:pt idx="5275">
                  <c:v>3.0555099999999999</c:v>
                </c:pt>
                <c:pt idx="5276">
                  <c:v>3.0200100000000001</c:v>
                </c:pt>
                <c:pt idx="5277">
                  <c:v>3.06819</c:v>
                </c:pt>
                <c:pt idx="5278">
                  <c:v>3.0365199999999999</c:v>
                </c:pt>
                <c:pt idx="5279">
                  <c:v>3.0413800000000002</c:v>
                </c:pt>
                <c:pt idx="5280">
                  <c:v>3.01688</c:v>
                </c:pt>
                <c:pt idx="5281">
                  <c:v>3.03891</c:v>
                </c:pt>
                <c:pt idx="5282">
                  <c:v>3.0245299999999999</c:v>
                </c:pt>
                <c:pt idx="5283">
                  <c:v>3.1252499999999999</c:v>
                </c:pt>
                <c:pt idx="5284">
                  <c:v>3.12799</c:v>
                </c:pt>
                <c:pt idx="5285">
                  <c:v>3.1637400000000002</c:v>
                </c:pt>
                <c:pt idx="5286">
                  <c:v>3.1141999999999999</c:v>
                </c:pt>
                <c:pt idx="5287">
                  <c:v>3.06019</c:v>
                </c:pt>
                <c:pt idx="5288">
                  <c:v>3.0931700000000002</c:v>
                </c:pt>
                <c:pt idx="5289">
                  <c:v>3.0791499999999998</c:v>
                </c:pt>
                <c:pt idx="5290">
                  <c:v>3.0778099999999999</c:v>
                </c:pt>
                <c:pt idx="5291">
                  <c:v>3.1129899999999999</c:v>
                </c:pt>
                <c:pt idx="5292">
                  <c:v>3.1326800000000001</c:v>
                </c:pt>
                <c:pt idx="5293">
                  <c:v>3.15164</c:v>
                </c:pt>
                <c:pt idx="5294">
                  <c:v>3.2745299999999999</c:v>
                </c:pt>
                <c:pt idx="5295">
                  <c:v>3.3649200000000001</c:v>
                </c:pt>
                <c:pt idx="5296">
                  <c:v>3.3915600000000001</c:v>
                </c:pt>
                <c:pt idx="5297">
                  <c:v>3.3876599999999999</c:v>
                </c:pt>
                <c:pt idx="5298">
                  <c:v>3.31291</c:v>
                </c:pt>
                <c:pt idx="5299">
                  <c:v>3.29006</c:v>
                </c:pt>
                <c:pt idx="5300">
                  <c:v>3.26444</c:v>
                </c:pt>
                <c:pt idx="5301">
                  <c:v>3.2835800000000002</c:v>
                </c:pt>
                <c:pt idx="5302">
                  <c:v>3.2414999999999998</c:v>
                </c:pt>
                <c:pt idx="5303">
                  <c:v>3.23787</c:v>
                </c:pt>
                <c:pt idx="5304">
                  <c:v>3.2140300000000002</c:v>
                </c:pt>
                <c:pt idx="5305">
                  <c:v>3.1976100000000001</c:v>
                </c:pt>
                <c:pt idx="5306">
                  <c:v>3.1553499999999999</c:v>
                </c:pt>
                <c:pt idx="5307">
                  <c:v>3.1518999999999999</c:v>
                </c:pt>
                <c:pt idx="5308">
                  <c:v>3.1269100000000001</c:v>
                </c:pt>
                <c:pt idx="5309">
                  <c:v>3.1261800000000002</c:v>
                </c:pt>
                <c:pt idx="5310">
                  <c:v>3.1450399999999998</c:v>
                </c:pt>
                <c:pt idx="5311">
                  <c:v>3.1145</c:v>
                </c:pt>
                <c:pt idx="5312">
                  <c:v>3.11795</c:v>
                </c:pt>
                <c:pt idx="5313">
                  <c:v>3.1721400000000002</c:v>
                </c:pt>
                <c:pt idx="5314">
                  <c:v>3.1815699999999998</c:v>
                </c:pt>
                <c:pt idx="5315">
                  <c:v>3.1345100000000001</c:v>
                </c:pt>
                <c:pt idx="5316">
                  <c:v>3.2448399999999999</c:v>
                </c:pt>
                <c:pt idx="5317">
                  <c:v>3.29941</c:v>
                </c:pt>
                <c:pt idx="5318">
                  <c:v>3.2886099999999998</c:v>
                </c:pt>
                <c:pt idx="5319">
                  <c:v>3.3345600000000002</c:v>
                </c:pt>
                <c:pt idx="5320">
                  <c:v>3.3607100000000001</c:v>
                </c:pt>
                <c:pt idx="5321">
                  <c:v>3.4049299999999998</c:v>
                </c:pt>
                <c:pt idx="5322">
                  <c:v>3.37669</c:v>
                </c:pt>
                <c:pt idx="5323">
                  <c:v>3.3352300000000001</c:v>
                </c:pt>
                <c:pt idx="5324">
                  <c:v>3.3085200000000001</c:v>
                </c:pt>
                <c:pt idx="5325">
                  <c:v>3.27657</c:v>
                </c:pt>
                <c:pt idx="5326">
                  <c:v>3.21088</c:v>
                </c:pt>
                <c:pt idx="5327">
                  <c:v>3.1665700000000001</c:v>
                </c:pt>
                <c:pt idx="5328">
                  <c:v>3.1743600000000001</c:v>
                </c:pt>
                <c:pt idx="5329">
                  <c:v>3.1293500000000001</c:v>
                </c:pt>
                <c:pt idx="5330">
                  <c:v>3.14818</c:v>
                </c:pt>
                <c:pt idx="5331">
                  <c:v>3.1418499999999998</c:v>
                </c:pt>
                <c:pt idx="5332">
                  <c:v>3.1646800000000002</c:v>
                </c:pt>
                <c:pt idx="5333">
                  <c:v>3.1941899999999999</c:v>
                </c:pt>
                <c:pt idx="5334">
                  <c:v>3.2073800000000001</c:v>
                </c:pt>
                <c:pt idx="5335">
                  <c:v>3.1715100000000001</c:v>
                </c:pt>
                <c:pt idx="5336">
                  <c:v>3.27657</c:v>
                </c:pt>
                <c:pt idx="5337">
                  <c:v>3.21088</c:v>
                </c:pt>
                <c:pt idx="5338">
                  <c:v>3.1665700000000001</c:v>
                </c:pt>
                <c:pt idx="5339">
                  <c:v>3.1743600000000001</c:v>
                </c:pt>
                <c:pt idx="5340">
                  <c:v>3.1293500000000001</c:v>
                </c:pt>
                <c:pt idx="5341">
                  <c:v>3.14818</c:v>
                </c:pt>
                <c:pt idx="5342">
                  <c:v>3.1418499999999998</c:v>
                </c:pt>
                <c:pt idx="5343">
                  <c:v>3.1646800000000002</c:v>
                </c:pt>
                <c:pt idx="5344">
                  <c:v>3.1941899999999999</c:v>
                </c:pt>
                <c:pt idx="5345">
                  <c:v>3.2073800000000001</c:v>
                </c:pt>
                <c:pt idx="5346">
                  <c:v>3.1715100000000001</c:v>
                </c:pt>
                <c:pt idx="5347">
                  <c:v>3.1577299999999999</c:v>
                </c:pt>
                <c:pt idx="5348">
                  <c:v>3.1577299999999999</c:v>
                </c:pt>
                <c:pt idx="5349">
                  <c:v>3.1213700000000002</c:v>
                </c:pt>
                <c:pt idx="5350">
                  <c:v>3.0797599999999998</c:v>
                </c:pt>
                <c:pt idx="5351">
                  <c:v>3.0246599999999999</c:v>
                </c:pt>
                <c:pt idx="5352">
                  <c:v>3.0392999999999999</c:v>
                </c:pt>
                <c:pt idx="5353">
                  <c:v>3.0693000000000001</c:v>
                </c:pt>
                <c:pt idx="5354">
                  <c:v>3.0752600000000001</c:v>
                </c:pt>
                <c:pt idx="5355">
                  <c:v>3.1138499999999998</c:v>
                </c:pt>
                <c:pt idx="5356">
                  <c:v>3.1040700000000001</c:v>
                </c:pt>
                <c:pt idx="5357">
                  <c:v>3.0871</c:v>
                </c:pt>
                <c:pt idx="5358">
                  <c:v>3.0584600000000002</c:v>
                </c:pt>
                <c:pt idx="5359">
                  <c:v>3.01173</c:v>
                </c:pt>
                <c:pt idx="5360">
                  <c:v>3.03071</c:v>
                </c:pt>
                <c:pt idx="5361">
                  <c:v>3.04623</c:v>
                </c:pt>
                <c:pt idx="5362">
                  <c:v>3.13415</c:v>
                </c:pt>
                <c:pt idx="5363">
                  <c:v>3.13767</c:v>
                </c:pt>
                <c:pt idx="5364">
                  <c:v>3.1827000000000001</c:v>
                </c:pt>
                <c:pt idx="5365">
                  <c:v>3.19625</c:v>
                </c:pt>
                <c:pt idx="5366">
                  <c:v>3.19625</c:v>
                </c:pt>
                <c:pt idx="5367">
                  <c:v>3.20689</c:v>
                </c:pt>
                <c:pt idx="5368">
                  <c:v>3.2608100000000002</c:v>
                </c:pt>
                <c:pt idx="5369">
                  <c:v>3.3679999999999999</c:v>
                </c:pt>
                <c:pt idx="5370">
                  <c:v>3.3679999999999999</c:v>
                </c:pt>
                <c:pt idx="5371">
                  <c:v>3.3392499999999998</c:v>
                </c:pt>
                <c:pt idx="5372">
                  <c:v>3.4256899999999999</c:v>
                </c:pt>
                <c:pt idx="5373">
                  <c:v>3.4619200000000001</c:v>
                </c:pt>
                <c:pt idx="5374">
                  <c:v>3.3845200000000002</c:v>
                </c:pt>
                <c:pt idx="5375">
                  <c:v>3.16554</c:v>
                </c:pt>
                <c:pt idx="5376">
                  <c:v>3.1824599999999998</c:v>
                </c:pt>
                <c:pt idx="5377">
                  <c:v>3.1158700000000001</c:v>
                </c:pt>
                <c:pt idx="5378">
                  <c:v>3.1140500000000002</c:v>
                </c:pt>
                <c:pt idx="5379">
                  <c:v>3.1936300000000002</c:v>
                </c:pt>
                <c:pt idx="5380">
                  <c:v>3.2785700000000002</c:v>
                </c:pt>
                <c:pt idx="5381">
                  <c:v>3.2829600000000001</c:v>
                </c:pt>
                <c:pt idx="5382">
                  <c:v>3.2164799999999998</c:v>
                </c:pt>
                <c:pt idx="5383">
                  <c:v>3.1259600000000001</c:v>
                </c:pt>
                <c:pt idx="5384">
                  <c:v>3.12439</c:v>
                </c:pt>
                <c:pt idx="5385">
                  <c:v>3.1602600000000001</c:v>
                </c:pt>
                <c:pt idx="5386">
                  <c:v>3.23434</c:v>
                </c:pt>
                <c:pt idx="5387">
                  <c:v>3.2176100000000001</c:v>
                </c:pt>
                <c:pt idx="5388">
                  <c:v>3.2082899999999999</c:v>
                </c:pt>
                <c:pt idx="5389">
                  <c:v>3.3</c:v>
                </c:pt>
                <c:pt idx="5390">
                  <c:v>3.32</c:v>
                </c:pt>
                <c:pt idx="5391">
                  <c:v>3.26</c:v>
                </c:pt>
                <c:pt idx="5392">
                  <c:v>3.31</c:v>
                </c:pt>
                <c:pt idx="5393">
                  <c:v>3.29</c:v>
                </c:pt>
                <c:pt idx="5394">
                  <c:v>3.26058</c:v>
                </c:pt>
                <c:pt idx="5395">
                  <c:v>3.2318500000000001</c:v>
                </c:pt>
                <c:pt idx="5396">
                  <c:v>3.2271200000000002</c:v>
                </c:pt>
                <c:pt idx="5397">
                  <c:v>3.1587499999999999</c:v>
                </c:pt>
                <c:pt idx="5398">
                  <c:v>3.0537200000000002</c:v>
                </c:pt>
                <c:pt idx="5399">
                  <c:v>3.0877599999999998</c:v>
                </c:pt>
                <c:pt idx="5400">
                  <c:v>3.1596299999999999</c:v>
                </c:pt>
                <c:pt idx="5401">
                  <c:v>3.1939000000000002</c:v>
                </c:pt>
                <c:pt idx="5402">
                  <c:v>3.1425100000000001</c:v>
                </c:pt>
                <c:pt idx="5403">
                  <c:v>3.2858800000000001</c:v>
                </c:pt>
                <c:pt idx="5404">
                  <c:v>3.2516500000000002</c:v>
                </c:pt>
                <c:pt idx="5405">
                  <c:v>3.2158199999999999</c:v>
                </c:pt>
                <c:pt idx="5406">
                  <c:v>3.2515800000000001</c:v>
                </c:pt>
                <c:pt idx="5407">
                  <c:v>3.2677700000000001</c:v>
                </c:pt>
                <c:pt idx="5408">
                  <c:v>3.2263999999999999</c:v>
                </c:pt>
                <c:pt idx="5409">
                  <c:v>3.3123</c:v>
                </c:pt>
                <c:pt idx="5410">
                  <c:v>3.29908</c:v>
                </c:pt>
                <c:pt idx="5411">
                  <c:v>3.32</c:v>
                </c:pt>
                <c:pt idx="5412">
                  <c:v>3.25</c:v>
                </c:pt>
                <c:pt idx="5413">
                  <c:v>3.23</c:v>
                </c:pt>
                <c:pt idx="5414">
                  <c:v>3.21</c:v>
                </c:pt>
                <c:pt idx="5415">
                  <c:v>3.29</c:v>
                </c:pt>
                <c:pt idx="5416">
                  <c:v>3.28</c:v>
                </c:pt>
                <c:pt idx="5417">
                  <c:v>3.27</c:v>
                </c:pt>
                <c:pt idx="5418">
                  <c:v>3.27</c:v>
                </c:pt>
                <c:pt idx="5419">
                  <c:v>3.24</c:v>
                </c:pt>
                <c:pt idx="5420">
                  <c:v>3.17</c:v>
                </c:pt>
                <c:pt idx="5421">
                  <c:v>3.14</c:v>
                </c:pt>
                <c:pt idx="5422">
                  <c:v>3.15</c:v>
                </c:pt>
                <c:pt idx="5423">
                  <c:v>3.15</c:v>
                </c:pt>
                <c:pt idx="5424">
                  <c:v>3.19</c:v>
                </c:pt>
                <c:pt idx="5425">
                  <c:v>3.13</c:v>
                </c:pt>
                <c:pt idx="5426">
                  <c:v>3.15</c:v>
                </c:pt>
                <c:pt idx="5427">
                  <c:v>3.13</c:v>
                </c:pt>
                <c:pt idx="5428" formatCode="0.00">
                  <c:v>3.21</c:v>
                </c:pt>
                <c:pt idx="5429" formatCode="0.00">
                  <c:v>3.23</c:v>
                </c:pt>
                <c:pt idx="5430" formatCode="0.00">
                  <c:v>3.26</c:v>
                </c:pt>
                <c:pt idx="5431" formatCode="0.00">
                  <c:v>3.2</c:v>
                </c:pt>
                <c:pt idx="5432" formatCode="0.00">
                  <c:v>3.27</c:v>
                </c:pt>
                <c:pt idx="5433">
                  <c:v>3.26</c:v>
                </c:pt>
                <c:pt idx="5434">
                  <c:v>3.3</c:v>
                </c:pt>
                <c:pt idx="5435">
                  <c:v>3.31</c:v>
                </c:pt>
                <c:pt idx="5436">
                  <c:v>3.32</c:v>
                </c:pt>
                <c:pt idx="5437">
                  <c:v>3.28</c:v>
                </c:pt>
                <c:pt idx="5438">
                  <c:v>3.26</c:v>
                </c:pt>
                <c:pt idx="5439">
                  <c:v>3.26</c:v>
                </c:pt>
                <c:pt idx="5440">
                  <c:v>3.21</c:v>
                </c:pt>
                <c:pt idx="5441">
                  <c:v>3.22</c:v>
                </c:pt>
                <c:pt idx="5442">
                  <c:v>3.16</c:v>
                </c:pt>
                <c:pt idx="5443">
                  <c:v>3.14</c:v>
                </c:pt>
                <c:pt idx="5444">
                  <c:v>3.16</c:v>
                </c:pt>
                <c:pt idx="5445">
                  <c:v>3.19</c:v>
                </c:pt>
                <c:pt idx="5446">
                  <c:v>3.26</c:v>
                </c:pt>
                <c:pt idx="5447">
                  <c:v>3.28</c:v>
                </c:pt>
                <c:pt idx="5448">
                  <c:v>3.32</c:v>
                </c:pt>
                <c:pt idx="5449">
                  <c:v>3.3</c:v>
                </c:pt>
                <c:pt idx="5450">
                  <c:v>3.32</c:v>
                </c:pt>
                <c:pt idx="5451">
                  <c:v>3.36</c:v>
                </c:pt>
                <c:pt idx="5452">
                  <c:v>3.38</c:v>
                </c:pt>
                <c:pt idx="5453">
                  <c:v>3.34</c:v>
                </c:pt>
                <c:pt idx="5454">
                  <c:v>3.25</c:v>
                </c:pt>
                <c:pt idx="5455">
                  <c:v>3.33</c:v>
                </c:pt>
                <c:pt idx="5456">
                  <c:v>3.3</c:v>
                </c:pt>
                <c:pt idx="5457">
                  <c:v>3.35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1B3-4C79-A6CD-8AA4F54CE6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63472816"/>
        <c:axId val="1763461776"/>
      </c:lineChart>
      <c:dateAx>
        <c:axId val="1763444016"/>
        <c:scaling>
          <c:orientation val="minMax"/>
          <c:min val="4536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/d/yyyy" sourceLinked="1"/>
        <c:majorTickMark val="none"/>
        <c:minorTickMark val="none"/>
        <c:tickLblPos val="nextTo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763457936"/>
        <c:crosses val="autoZero"/>
        <c:auto val="1"/>
        <c:lblOffset val="100"/>
        <c:baseTimeUnit val="days"/>
      </c:dateAx>
      <c:valAx>
        <c:axId val="1763457936"/>
        <c:scaling>
          <c:orientation val="minMax"/>
          <c:max val="12.5"/>
          <c:min val="8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763444016"/>
        <c:crosses val="autoZero"/>
        <c:crossBetween val="between"/>
        <c:majorUnit val="1"/>
      </c:valAx>
      <c:valAx>
        <c:axId val="1763461776"/>
        <c:scaling>
          <c:orientation val="minMax"/>
          <c:max val="3.7"/>
          <c:min val="2.7"/>
        </c:scaling>
        <c:delete val="0"/>
        <c:axPos val="r"/>
        <c:numFmt formatCode="0.0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763472816"/>
        <c:crosses val="max"/>
        <c:crossBetween val="between"/>
        <c:majorUnit val="0.2"/>
      </c:valAx>
      <c:dateAx>
        <c:axId val="1763472816"/>
        <c:scaling>
          <c:orientation val="minMax"/>
        </c:scaling>
        <c:delete val="1"/>
        <c:axPos val="b"/>
        <c:numFmt formatCode="m/d/yyyy" sourceLinked="1"/>
        <c:majorTickMark val="out"/>
        <c:minorTickMark val="none"/>
        <c:tickLblPos val="nextTo"/>
        <c:crossAx val="1763461776"/>
        <c:crosses val="autoZero"/>
        <c:auto val="1"/>
        <c:lblOffset val="100"/>
        <c:baseTimeUnit val="days"/>
      </c:date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1"/>
          <c:order val="1"/>
          <c:tx>
            <c:strRef>
              <c:f>Hoja2!$D$2</c:f>
              <c:strCache>
                <c:ptCount val="1"/>
                <c:pt idx="0">
                  <c:v>TES 10 años</c:v>
                </c:pt>
              </c:strCache>
            </c:strRef>
          </c:tx>
          <c:spPr>
            <a:ln w="12700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cat>
            <c:numRef>
              <c:f>Hoja2!$B$316:$B$5735</c:f>
              <c:numCache>
                <c:formatCode>m/d/yyyy</c:formatCode>
                <c:ptCount val="5420"/>
                <c:pt idx="0">
                  <c:v>38070</c:v>
                </c:pt>
                <c:pt idx="1">
                  <c:v>38071</c:v>
                </c:pt>
                <c:pt idx="2">
                  <c:v>38072</c:v>
                </c:pt>
                <c:pt idx="3">
                  <c:v>38075</c:v>
                </c:pt>
                <c:pt idx="4">
                  <c:v>38076</c:v>
                </c:pt>
                <c:pt idx="5">
                  <c:v>38077</c:v>
                </c:pt>
                <c:pt idx="6">
                  <c:v>38078</c:v>
                </c:pt>
                <c:pt idx="7">
                  <c:v>38079</c:v>
                </c:pt>
                <c:pt idx="8">
                  <c:v>38082</c:v>
                </c:pt>
                <c:pt idx="9">
                  <c:v>38083</c:v>
                </c:pt>
                <c:pt idx="10">
                  <c:v>38084</c:v>
                </c:pt>
                <c:pt idx="11">
                  <c:v>38085</c:v>
                </c:pt>
                <c:pt idx="12">
                  <c:v>38089</c:v>
                </c:pt>
                <c:pt idx="13">
                  <c:v>38090</c:v>
                </c:pt>
                <c:pt idx="14">
                  <c:v>38091</c:v>
                </c:pt>
                <c:pt idx="15">
                  <c:v>38092</c:v>
                </c:pt>
                <c:pt idx="16">
                  <c:v>38093</c:v>
                </c:pt>
                <c:pt idx="17">
                  <c:v>38096</c:v>
                </c:pt>
                <c:pt idx="18">
                  <c:v>38097</c:v>
                </c:pt>
                <c:pt idx="19">
                  <c:v>38098</c:v>
                </c:pt>
                <c:pt idx="20">
                  <c:v>38099</c:v>
                </c:pt>
                <c:pt idx="21">
                  <c:v>38100</c:v>
                </c:pt>
                <c:pt idx="22">
                  <c:v>38103</c:v>
                </c:pt>
                <c:pt idx="23">
                  <c:v>38104</c:v>
                </c:pt>
                <c:pt idx="24">
                  <c:v>38105</c:v>
                </c:pt>
                <c:pt idx="25">
                  <c:v>38106</c:v>
                </c:pt>
                <c:pt idx="26">
                  <c:v>38107</c:v>
                </c:pt>
                <c:pt idx="27">
                  <c:v>38110</c:v>
                </c:pt>
                <c:pt idx="28">
                  <c:v>38111</c:v>
                </c:pt>
                <c:pt idx="29">
                  <c:v>38112</c:v>
                </c:pt>
                <c:pt idx="30">
                  <c:v>38113</c:v>
                </c:pt>
                <c:pt idx="31">
                  <c:v>38114</c:v>
                </c:pt>
                <c:pt idx="32">
                  <c:v>38117</c:v>
                </c:pt>
                <c:pt idx="33">
                  <c:v>38118</c:v>
                </c:pt>
                <c:pt idx="34">
                  <c:v>38119</c:v>
                </c:pt>
                <c:pt idx="35">
                  <c:v>38120</c:v>
                </c:pt>
                <c:pt idx="36">
                  <c:v>38121</c:v>
                </c:pt>
                <c:pt idx="37">
                  <c:v>38124</c:v>
                </c:pt>
                <c:pt idx="38">
                  <c:v>38125</c:v>
                </c:pt>
                <c:pt idx="39">
                  <c:v>38126</c:v>
                </c:pt>
                <c:pt idx="40">
                  <c:v>38127</c:v>
                </c:pt>
                <c:pt idx="41">
                  <c:v>38128</c:v>
                </c:pt>
                <c:pt idx="42">
                  <c:v>38131</c:v>
                </c:pt>
                <c:pt idx="43">
                  <c:v>38132</c:v>
                </c:pt>
                <c:pt idx="44">
                  <c:v>38133</c:v>
                </c:pt>
                <c:pt idx="45">
                  <c:v>38134</c:v>
                </c:pt>
                <c:pt idx="46">
                  <c:v>38135</c:v>
                </c:pt>
                <c:pt idx="47">
                  <c:v>38138</c:v>
                </c:pt>
                <c:pt idx="48">
                  <c:v>38139</c:v>
                </c:pt>
                <c:pt idx="49">
                  <c:v>38140</c:v>
                </c:pt>
                <c:pt idx="50">
                  <c:v>38141</c:v>
                </c:pt>
                <c:pt idx="51">
                  <c:v>38142</c:v>
                </c:pt>
                <c:pt idx="52">
                  <c:v>38145</c:v>
                </c:pt>
                <c:pt idx="53">
                  <c:v>38146</c:v>
                </c:pt>
                <c:pt idx="54">
                  <c:v>38147</c:v>
                </c:pt>
                <c:pt idx="55">
                  <c:v>38148</c:v>
                </c:pt>
                <c:pt idx="56">
                  <c:v>38149</c:v>
                </c:pt>
                <c:pt idx="57">
                  <c:v>38152</c:v>
                </c:pt>
                <c:pt idx="58">
                  <c:v>38153</c:v>
                </c:pt>
                <c:pt idx="59">
                  <c:v>38154</c:v>
                </c:pt>
                <c:pt idx="60">
                  <c:v>38155</c:v>
                </c:pt>
                <c:pt idx="61">
                  <c:v>38156</c:v>
                </c:pt>
                <c:pt idx="62">
                  <c:v>38159</c:v>
                </c:pt>
                <c:pt idx="63">
                  <c:v>38160</c:v>
                </c:pt>
                <c:pt idx="64">
                  <c:v>38161</c:v>
                </c:pt>
                <c:pt idx="65">
                  <c:v>38162</c:v>
                </c:pt>
                <c:pt idx="66">
                  <c:v>38163</c:v>
                </c:pt>
                <c:pt idx="67">
                  <c:v>38166</c:v>
                </c:pt>
                <c:pt idx="68">
                  <c:v>38167</c:v>
                </c:pt>
                <c:pt idx="69">
                  <c:v>38168</c:v>
                </c:pt>
                <c:pt idx="70">
                  <c:v>38169</c:v>
                </c:pt>
                <c:pt idx="71">
                  <c:v>38170</c:v>
                </c:pt>
                <c:pt idx="72">
                  <c:v>38174</c:v>
                </c:pt>
                <c:pt idx="73">
                  <c:v>38175</c:v>
                </c:pt>
                <c:pt idx="74">
                  <c:v>38176</c:v>
                </c:pt>
                <c:pt idx="75">
                  <c:v>38177</c:v>
                </c:pt>
                <c:pt idx="76">
                  <c:v>38180</c:v>
                </c:pt>
                <c:pt idx="77">
                  <c:v>38181</c:v>
                </c:pt>
                <c:pt idx="78">
                  <c:v>38182</c:v>
                </c:pt>
                <c:pt idx="79">
                  <c:v>38183</c:v>
                </c:pt>
                <c:pt idx="80">
                  <c:v>38184</c:v>
                </c:pt>
                <c:pt idx="81">
                  <c:v>38187</c:v>
                </c:pt>
                <c:pt idx="82">
                  <c:v>38188</c:v>
                </c:pt>
                <c:pt idx="83">
                  <c:v>38189</c:v>
                </c:pt>
                <c:pt idx="84">
                  <c:v>38190</c:v>
                </c:pt>
                <c:pt idx="85">
                  <c:v>38191</c:v>
                </c:pt>
                <c:pt idx="86">
                  <c:v>38194</c:v>
                </c:pt>
                <c:pt idx="87">
                  <c:v>38195</c:v>
                </c:pt>
                <c:pt idx="88">
                  <c:v>38196</c:v>
                </c:pt>
                <c:pt idx="89">
                  <c:v>38197</c:v>
                </c:pt>
                <c:pt idx="90">
                  <c:v>38198</c:v>
                </c:pt>
                <c:pt idx="91">
                  <c:v>38201</c:v>
                </c:pt>
                <c:pt idx="92">
                  <c:v>38202</c:v>
                </c:pt>
                <c:pt idx="93">
                  <c:v>38203</c:v>
                </c:pt>
                <c:pt idx="94">
                  <c:v>38204</c:v>
                </c:pt>
                <c:pt idx="95">
                  <c:v>38205</c:v>
                </c:pt>
                <c:pt idx="96">
                  <c:v>38208</c:v>
                </c:pt>
                <c:pt idx="97">
                  <c:v>38209</c:v>
                </c:pt>
                <c:pt idx="98">
                  <c:v>38210</c:v>
                </c:pt>
                <c:pt idx="99">
                  <c:v>38211</c:v>
                </c:pt>
                <c:pt idx="100">
                  <c:v>38212</c:v>
                </c:pt>
                <c:pt idx="101">
                  <c:v>38215</c:v>
                </c:pt>
                <c:pt idx="102">
                  <c:v>38216</c:v>
                </c:pt>
                <c:pt idx="103">
                  <c:v>38217</c:v>
                </c:pt>
                <c:pt idx="104">
                  <c:v>38218</c:v>
                </c:pt>
                <c:pt idx="105">
                  <c:v>38219</c:v>
                </c:pt>
                <c:pt idx="106">
                  <c:v>38222</c:v>
                </c:pt>
                <c:pt idx="107">
                  <c:v>38223</c:v>
                </c:pt>
                <c:pt idx="108">
                  <c:v>38224</c:v>
                </c:pt>
                <c:pt idx="109">
                  <c:v>38225</c:v>
                </c:pt>
                <c:pt idx="110">
                  <c:v>38226</c:v>
                </c:pt>
                <c:pt idx="111">
                  <c:v>38229</c:v>
                </c:pt>
                <c:pt idx="112">
                  <c:v>38230</c:v>
                </c:pt>
                <c:pt idx="113">
                  <c:v>38231</c:v>
                </c:pt>
                <c:pt idx="114">
                  <c:v>38232</c:v>
                </c:pt>
                <c:pt idx="115">
                  <c:v>38233</c:v>
                </c:pt>
                <c:pt idx="116">
                  <c:v>38236</c:v>
                </c:pt>
                <c:pt idx="117">
                  <c:v>38237</c:v>
                </c:pt>
                <c:pt idx="118">
                  <c:v>38238</c:v>
                </c:pt>
                <c:pt idx="119">
                  <c:v>38239</c:v>
                </c:pt>
                <c:pt idx="120">
                  <c:v>38240</c:v>
                </c:pt>
                <c:pt idx="121">
                  <c:v>38243</c:v>
                </c:pt>
                <c:pt idx="122">
                  <c:v>38244</c:v>
                </c:pt>
                <c:pt idx="123">
                  <c:v>38245</c:v>
                </c:pt>
                <c:pt idx="124">
                  <c:v>38246</c:v>
                </c:pt>
                <c:pt idx="125">
                  <c:v>38247</c:v>
                </c:pt>
                <c:pt idx="126">
                  <c:v>38250</c:v>
                </c:pt>
                <c:pt idx="127">
                  <c:v>38251</c:v>
                </c:pt>
                <c:pt idx="128">
                  <c:v>38252</c:v>
                </c:pt>
                <c:pt idx="129">
                  <c:v>38253</c:v>
                </c:pt>
                <c:pt idx="130">
                  <c:v>38254</c:v>
                </c:pt>
                <c:pt idx="131">
                  <c:v>38257</c:v>
                </c:pt>
                <c:pt idx="132">
                  <c:v>38258</c:v>
                </c:pt>
                <c:pt idx="133">
                  <c:v>38259</c:v>
                </c:pt>
                <c:pt idx="134">
                  <c:v>38260</c:v>
                </c:pt>
                <c:pt idx="135">
                  <c:v>38261</c:v>
                </c:pt>
                <c:pt idx="136">
                  <c:v>38264</c:v>
                </c:pt>
                <c:pt idx="137">
                  <c:v>38265</c:v>
                </c:pt>
                <c:pt idx="138">
                  <c:v>38266</c:v>
                </c:pt>
                <c:pt idx="139">
                  <c:v>38267</c:v>
                </c:pt>
                <c:pt idx="140">
                  <c:v>38268</c:v>
                </c:pt>
                <c:pt idx="141">
                  <c:v>38271</c:v>
                </c:pt>
                <c:pt idx="142">
                  <c:v>38272</c:v>
                </c:pt>
                <c:pt idx="143">
                  <c:v>38273</c:v>
                </c:pt>
                <c:pt idx="144">
                  <c:v>38274</c:v>
                </c:pt>
                <c:pt idx="145">
                  <c:v>38275</c:v>
                </c:pt>
                <c:pt idx="146">
                  <c:v>38278</c:v>
                </c:pt>
                <c:pt idx="147">
                  <c:v>38279</c:v>
                </c:pt>
                <c:pt idx="148">
                  <c:v>38280</c:v>
                </c:pt>
                <c:pt idx="149">
                  <c:v>38281</c:v>
                </c:pt>
                <c:pt idx="150">
                  <c:v>38282</c:v>
                </c:pt>
                <c:pt idx="151">
                  <c:v>38285</c:v>
                </c:pt>
                <c:pt idx="152">
                  <c:v>38286</c:v>
                </c:pt>
                <c:pt idx="153">
                  <c:v>38287</c:v>
                </c:pt>
                <c:pt idx="154">
                  <c:v>38288</c:v>
                </c:pt>
                <c:pt idx="155">
                  <c:v>38289</c:v>
                </c:pt>
                <c:pt idx="156">
                  <c:v>38292</c:v>
                </c:pt>
                <c:pt idx="157">
                  <c:v>38293</c:v>
                </c:pt>
                <c:pt idx="158">
                  <c:v>38294</c:v>
                </c:pt>
                <c:pt idx="159">
                  <c:v>38295</c:v>
                </c:pt>
                <c:pt idx="160">
                  <c:v>38296</c:v>
                </c:pt>
                <c:pt idx="161">
                  <c:v>38299</c:v>
                </c:pt>
                <c:pt idx="162">
                  <c:v>38300</c:v>
                </c:pt>
                <c:pt idx="163">
                  <c:v>38301</c:v>
                </c:pt>
                <c:pt idx="164">
                  <c:v>38302</c:v>
                </c:pt>
                <c:pt idx="165">
                  <c:v>38303</c:v>
                </c:pt>
                <c:pt idx="166">
                  <c:v>38306</c:v>
                </c:pt>
                <c:pt idx="167">
                  <c:v>38307</c:v>
                </c:pt>
                <c:pt idx="168">
                  <c:v>38308</c:v>
                </c:pt>
                <c:pt idx="169">
                  <c:v>38309</c:v>
                </c:pt>
                <c:pt idx="170">
                  <c:v>38310</c:v>
                </c:pt>
                <c:pt idx="171">
                  <c:v>38313</c:v>
                </c:pt>
                <c:pt idx="172">
                  <c:v>38314</c:v>
                </c:pt>
                <c:pt idx="173">
                  <c:v>38315</c:v>
                </c:pt>
                <c:pt idx="174">
                  <c:v>38316</c:v>
                </c:pt>
                <c:pt idx="175">
                  <c:v>38317</c:v>
                </c:pt>
                <c:pt idx="176">
                  <c:v>38320</c:v>
                </c:pt>
                <c:pt idx="177">
                  <c:v>38321</c:v>
                </c:pt>
                <c:pt idx="178">
                  <c:v>38322</c:v>
                </c:pt>
                <c:pt idx="179">
                  <c:v>38323</c:v>
                </c:pt>
                <c:pt idx="180">
                  <c:v>38324</c:v>
                </c:pt>
                <c:pt idx="181">
                  <c:v>38327</c:v>
                </c:pt>
                <c:pt idx="182">
                  <c:v>38328</c:v>
                </c:pt>
                <c:pt idx="183">
                  <c:v>38329</c:v>
                </c:pt>
                <c:pt idx="184">
                  <c:v>38330</c:v>
                </c:pt>
                <c:pt idx="185">
                  <c:v>38331</c:v>
                </c:pt>
                <c:pt idx="186">
                  <c:v>38334</c:v>
                </c:pt>
                <c:pt idx="187">
                  <c:v>38335</c:v>
                </c:pt>
                <c:pt idx="188">
                  <c:v>38336</c:v>
                </c:pt>
                <c:pt idx="189">
                  <c:v>38337</c:v>
                </c:pt>
                <c:pt idx="190">
                  <c:v>38338</c:v>
                </c:pt>
                <c:pt idx="191">
                  <c:v>38341</c:v>
                </c:pt>
                <c:pt idx="192">
                  <c:v>38342</c:v>
                </c:pt>
                <c:pt idx="193">
                  <c:v>38343</c:v>
                </c:pt>
                <c:pt idx="194">
                  <c:v>38344</c:v>
                </c:pt>
                <c:pt idx="195">
                  <c:v>38345</c:v>
                </c:pt>
                <c:pt idx="196">
                  <c:v>38348</c:v>
                </c:pt>
                <c:pt idx="197">
                  <c:v>38349</c:v>
                </c:pt>
                <c:pt idx="198">
                  <c:v>38350</c:v>
                </c:pt>
                <c:pt idx="199">
                  <c:v>38351</c:v>
                </c:pt>
                <c:pt idx="200">
                  <c:v>38352</c:v>
                </c:pt>
                <c:pt idx="201">
                  <c:v>38355</c:v>
                </c:pt>
                <c:pt idx="202">
                  <c:v>38356</c:v>
                </c:pt>
                <c:pt idx="203">
                  <c:v>38357</c:v>
                </c:pt>
                <c:pt idx="204">
                  <c:v>38358</c:v>
                </c:pt>
                <c:pt idx="205">
                  <c:v>38359</c:v>
                </c:pt>
                <c:pt idx="206">
                  <c:v>38362</c:v>
                </c:pt>
                <c:pt idx="207">
                  <c:v>38363</c:v>
                </c:pt>
                <c:pt idx="208">
                  <c:v>38364</c:v>
                </c:pt>
                <c:pt idx="209">
                  <c:v>38365</c:v>
                </c:pt>
                <c:pt idx="210">
                  <c:v>38366</c:v>
                </c:pt>
                <c:pt idx="211">
                  <c:v>38369</c:v>
                </c:pt>
                <c:pt idx="212">
                  <c:v>38370</c:v>
                </c:pt>
                <c:pt idx="213">
                  <c:v>38371</c:v>
                </c:pt>
                <c:pt idx="214">
                  <c:v>38372</c:v>
                </c:pt>
                <c:pt idx="215">
                  <c:v>38373</c:v>
                </c:pt>
                <c:pt idx="216">
                  <c:v>38376</c:v>
                </c:pt>
                <c:pt idx="217">
                  <c:v>38377</c:v>
                </c:pt>
                <c:pt idx="218">
                  <c:v>38378</c:v>
                </c:pt>
                <c:pt idx="219">
                  <c:v>38379</c:v>
                </c:pt>
                <c:pt idx="220">
                  <c:v>38380</c:v>
                </c:pt>
                <c:pt idx="221">
                  <c:v>38383</c:v>
                </c:pt>
                <c:pt idx="222">
                  <c:v>38384</c:v>
                </c:pt>
                <c:pt idx="223">
                  <c:v>38385</c:v>
                </c:pt>
                <c:pt idx="224">
                  <c:v>38386</c:v>
                </c:pt>
                <c:pt idx="225">
                  <c:v>38387</c:v>
                </c:pt>
                <c:pt idx="226">
                  <c:v>38390</c:v>
                </c:pt>
                <c:pt idx="227">
                  <c:v>38391</c:v>
                </c:pt>
                <c:pt idx="228">
                  <c:v>38392</c:v>
                </c:pt>
                <c:pt idx="229">
                  <c:v>38393</c:v>
                </c:pt>
                <c:pt idx="230">
                  <c:v>38394</c:v>
                </c:pt>
                <c:pt idx="231">
                  <c:v>38397</c:v>
                </c:pt>
                <c:pt idx="232">
                  <c:v>38398</c:v>
                </c:pt>
                <c:pt idx="233">
                  <c:v>38399</c:v>
                </c:pt>
                <c:pt idx="234">
                  <c:v>38400</c:v>
                </c:pt>
                <c:pt idx="235">
                  <c:v>38401</c:v>
                </c:pt>
                <c:pt idx="236">
                  <c:v>38404</c:v>
                </c:pt>
                <c:pt idx="237">
                  <c:v>38405</c:v>
                </c:pt>
                <c:pt idx="238">
                  <c:v>38406</c:v>
                </c:pt>
                <c:pt idx="239">
                  <c:v>38407</c:v>
                </c:pt>
                <c:pt idx="240">
                  <c:v>38408</c:v>
                </c:pt>
                <c:pt idx="241">
                  <c:v>38411</c:v>
                </c:pt>
                <c:pt idx="242">
                  <c:v>38412</c:v>
                </c:pt>
                <c:pt idx="243">
                  <c:v>38413</c:v>
                </c:pt>
                <c:pt idx="244">
                  <c:v>38414</c:v>
                </c:pt>
                <c:pt idx="245">
                  <c:v>38415</c:v>
                </c:pt>
                <c:pt idx="246">
                  <c:v>38418</c:v>
                </c:pt>
                <c:pt idx="247">
                  <c:v>38419</c:v>
                </c:pt>
                <c:pt idx="248">
                  <c:v>38420</c:v>
                </c:pt>
                <c:pt idx="249">
                  <c:v>38421</c:v>
                </c:pt>
                <c:pt idx="250">
                  <c:v>38422</c:v>
                </c:pt>
                <c:pt idx="251">
                  <c:v>38425</c:v>
                </c:pt>
                <c:pt idx="252">
                  <c:v>38426</c:v>
                </c:pt>
                <c:pt idx="253">
                  <c:v>38427</c:v>
                </c:pt>
                <c:pt idx="254">
                  <c:v>38428</c:v>
                </c:pt>
                <c:pt idx="255">
                  <c:v>38429</c:v>
                </c:pt>
                <c:pt idx="256">
                  <c:v>38432</c:v>
                </c:pt>
                <c:pt idx="257">
                  <c:v>38433</c:v>
                </c:pt>
                <c:pt idx="258">
                  <c:v>38434</c:v>
                </c:pt>
                <c:pt idx="259">
                  <c:v>38435</c:v>
                </c:pt>
                <c:pt idx="260">
                  <c:v>38436</c:v>
                </c:pt>
                <c:pt idx="261">
                  <c:v>38439</c:v>
                </c:pt>
                <c:pt idx="262">
                  <c:v>38440</c:v>
                </c:pt>
                <c:pt idx="263">
                  <c:v>38441</c:v>
                </c:pt>
                <c:pt idx="264">
                  <c:v>38442</c:v>
                </c:pt>
                <c:pt idx="265">
                  <c:v>38443</c:v>
                </c:pt>
                <c:pt idx="266">
                  <c:v>38446</c:v>
                </c:pt>
                <c:pt idx="267">
                  <c:v>38447</c:v>
                </c:pt>
                <c:pt idx="268">
                  <c:v>38448</c:v>
                </c:pt>
                <c:pt idx="269">
                  <c:v>38449</c:v>
                </c:pt>
                <c:pt idx="270">
                  <c:v>38450</c:v>
                </c:pt>
                <c:pt idx="271">
                  <c:v>38453</c:v>
                </c:pt>
                <c:pt idx="272">
                  <c:v>38454</c:v>
                </c:pt>
                <c:pt idx="273">
                  <c:v>38455</c:v>
                </c:pt>
                <c:pt idx="274">
                  <c:v>38456</c:v>
                </c:pt>
                <c:pt idx="275">
                  <c:v>38457</c:v>
                </c:pt>
                <c:pt idx="276">
                  <c:v>38460</c:v>
                </c:pt>
                <c:pt idx="277">
                  <c:v>38461</c:v>
                </c:pt>
                <c:pt idx="278">
                  <c:v>38462</c:v>
                </c:pt>
                <c:pt idx="279">
                  <c:v>38463</c:v>
                </c:pt>
                <c:pt idx="280">
                  <c:v>38464</c:v>
                </c:pt>
                <c:pt idx="281">
                  <c:v>38467</c:v>
                </c:pt>
                <c:pt idx="282">
                  <c:v>38468</c:v>
                </c:pt>
                <c:pt idx="283">
                  <c:v>38469</c:v>
                </c:pt>
                <c:pt idx="284">
                  <c:v>38470</c:v>
                </c:pt>
                <c:pt idx="285">
                  <c:v>38471</c:v>
                </c:pt>
                <c:pt idx="286">
                  <c:v>38474</c:v>
                </c:pt>
                <c:pt idx="287">
                  <c:v>38475</c:v>
                </c:pt>
                <c:pt idx="288">
                  <c:v>38476</c:v>
                </c:pt>
                <c:pt idx="289">
                  <c:v>38477</c:v>
                </c:pt>
                <c:pt idx="290">
                  <c:v>38478</c:v>
                </c:pt>
                <c:pt idx="291">
                  <c:v>38481</c:v>
                </c:pt>
                <c:pt idx="292">
                  <c:v>38482</c:v>
                </c:pt>
                <c:pt idx="293">
                  <c:v>38483</c:v>
                </c:pt>
                <c:pt idx="294">
                  <c:v>38484</c:v>
                </c:pt>
                <c:pt idx="295">
                  <c:v>38485</c:v>
                </c:pt>
                <c:pt idx="296">
                  <c:v>38488</c:v>
                </c:pt>
                <c:pt idx="297">
                  <c:v>38489</c:v>
                </c:pt>
                <c:pt idx="298">
                  <c:v>38490</c:v>
                </c:pt>
                <c:pt idx="299">
                  <c:v>38491</c:v>
                </c:pt>
                <c:pt idx="300">
                  <c:v>38492</c:v>
                </c:pt>
                <c:pt idx="301">
                  <c:v>38495</c:v>
                </c:pt>
                <c:pt idx="302">
                  <c:v>38496</c:v>
                </c:pt>
                <c:pt idx="303">
                  <c:v>38497</c:v>
                </c:pt>
                <c:pt idx="304">
                  <c:v>38498</c:v>
                </c:pt>
                <c:pt idx="305">
                  <c:v>38499</c:v>
                </c:pt>
                <c:pt idx="306">
                  <c:v>38503</c:v>
                </c:pt>
                <c:pt idx="307">
                  <c:v>38504</c:v>
                </c:pt>
                <c:pt idx="308">
                  <c:v>38505</c:v>
                </c:pt>
                <c:pt idx="309">
                  <c:v>38506</c:v>
                </c:pt>
                <c:pt idx="310">
                  <c:v>38509</c:v>
                </c:pt>
                <c:pt idx="311">
                  <c:v>38510</c:v>
                </c:pt>
                <c:pt idx="312">
                  <c:v>38511</c:v>
                </c:pt>
                <c:pt idx="313">
                  <c:v>38512</c:v>
                </c:pt>
                <c:pt idx="314">
                  <c:v>38513</c:v>
                </c:pt>
                <c:pt idx="315">
                  <c:v>38516</c:v>
                </c:pt>
                <c:pt idx="316">
                  <c:v>38517</c:v>
                </c:pt>
                <c:pt idx="317">
                  <c:v>38518</c:v>
                </c:pt>
                <c:pt idx="318">
                  <c:v>38519</c:v>
                </c:pt>
                <c:pt idx="319">
                  <c:v>38520</c:v>
                </c:pt>
                <c:pt idx="320">
                  <c:v>38523</c:v>
                </c:pt>
                <c:pt idx="321">
                  <c:v>38524</c:v>
                </c:pt>
                <c:pt idx="322">
                  <c:v>38525</c:v>
                </c:pt>
                <c:pt idx="323">
                  <c:v>38526</c:v>
                </c:pt>
                <c:pt idx="324">
                  <c:v>38527</c:v>
                </c:pt>
                <c:pt idx="325">
                  <c:v>38530</c:v>
                </c:pt>
                <c:pt idx="326">
                  <c:v>38531</c:v>
                </c:pt>
                <c:pt idx="327">
                  <c:v>38532</c:v>
                </c:pt>
                <c:pt idx="328">
                  <c:v>38533</c:v>
                </c:pt>
                <c:pt idx="329">
                  <c:v>38534</c:v>
                </c:pt>
                <c:pt idx="330">
                  <c:v>38537</c:v>
                </c:pt>
                <c:pt idx="331">
                  <c:v>38538</c:v>
                </c:pt>
                <c:pt idx="332">
                  <c:v>38539</c:v>
                </c:pt>
                <c:pt idx="333">
                  <c:v>38540</c:v>
                </c:pt>
                <c:pt idx="334">
                  <c:v>38541</c:v>
                </c:pt>
                <c:pt idx="335">
                  <c:v>38544</c:v>
                </c:pt>
                <c:pt idx="336">
                  <c:v>38545</c:v>
                </c:pt>
                <c:pt idx="337">
                  <c:v>38546</c:v>
                </c:pt>
                <c:pt idx="338">
                  <c:v>38547</c:v>
                </c:pt>
                <c:pt idx="339">
                  <c:v>38548</c:v>
                </c:pt>
                <c:pt idx="340">
                  <c:v>38551</c:v>
                </c:pt>
                <c:pt idx="341">
                  <c:v>38552</c:v>
                </c:pt>
                <c:pt idx="342">
                  <c:v>38553</c:v>
                </c:pt>
                <c:pt idx="343">
                  <c:v>38554</c:v>
                </c:pt>
                <c:pt idx="344">
                  <c:v>38555</c:v>
                </c:pt>
                <c:pt idx="345">
                  <c:v>38558</c:v>
                </c:pt>
                <c:pt idx="346">
                  <c:v>38559</c:v>
                </c:pt>
                <c:pt idx="347">
                  <c:v>38560</c:v>
                </c:pt>
                <c:pt idx="348">
                  <c:v>38561</c:v>
                </c:pt>
                <c:pt idx="349">
                  <c:v>38562</c:v>
                </c:pt>
                <c:pt idx="350">
                  <c:v>38565</c:v>
                </c:pt>
                <c:pt idx="351">
                  <c:v>38566</c:v>
                </c:pt>
                <c:pt idx="352">
                  <c:v>38567</c:v>
                </c:pt>
                <c:pt idx="353">
                  <c:v>38568</c:v>
                </c:pt>
                <c:pt idx="354">
                  <c:v>38569</c:v>
                </c:pt>
                <c:pt idx="355">
                  <c:v>38572</c:v>
                </c:pt>
                <c:pt idx="356">
                  <c:v>38573</c:v>
                </c:pt>
                <c:pt idx="357">
                  <c:v>38574</c:v>
                </c:pt>
                <c:pt idx="358">
                  <c:v>38575</c:v>
                </c:pt>
                <c:pt idx="359">
                  <c:v>38576</c:v>
                </c:pt>
                <c:pt idx="360">
                  <c:v>38579</c:v>
                </c:pt>
                <c:pt idx="361">
                  <c:v>38580</c:v>
                </c:pt>
                <c:pt idx="362">
                  <c:v>38581</c:v>
                </c:pt>
                <c:pt idx="363">
                  <c:v>38582</c:v>
                </c:pt>
                <c:pt idx="364">
                  <c:v>38583</c:v>
                </c:pt>
                <c:pt idx="365">
                  <c:v>38586</c:v>
                </c:pt>
                <c:pt idx="366">
                  <c:v>38587</c:v>
                </c:pt>
                <c:pt idx="367">
                  <c:v>38588</c:v>
                </c:pt>
                <c:pt idx="368">
                  <c:v>38589</c:v>
                </c:pt>
                <c:pt idx="369">
                  <c:v>38590</c:v>
                </c:pt>
                <c:pt idx="370">
                  <c:v>38593</c:v>
                </c:pt>
                <c:pt idx="371">
                  <c:v>38594</c:v>
                </c:pt>
                <c:pt idx="372">
                  <c:v>38595</c:v>
                </c:pt>
                <c:pt idx="373">
                  <c:v>38596</c:v>
                </c:pt>
                <c:pt idx="374">
                  <c:v>38597</c:v>
                </c:pt>
                <c:pt idx="375">
                  <c:v>38600</c:v>
                </c:pt>
                <c:pt idx="376">
                  <c:v>38601</c:v>
                </c:pt>
                <c:pt idx="377">
                  <c:v>38602</c:v>
                </c:pt>
                <c:pt idx="378">
                  <c:v>38603</c:v>
                </c:pt>
                <c:pt idx="379">
                  <c:v>38604</c:v>
                </c:pt>
                <c:pt idx="380">
                  <c:v>38607</c:v>
                </c:pt>
                <c:pt idx="381">
                  <c:v>38608</c:v>
                </c:pt>
                <c:pt idx="382">
                  <c:v>38609</c:v>
                </c:pt>
                <c:pt idx="383">
                  <c:v>38610</c:v>
                </c:pt>
                <c:pt idx="384">
                  <c:v>38611</c:v>
                </c:pt>
                <c:pt idx="385">
                  <c:v>38614</c:v>
                </c:pt>
                <c:pt idx="386">
                  <c:v>38615</c:v>
                </c:pt>
                <c:pt idx="387">
                  <c:v>38616</c:v>
                </c:pt>
                <c:pt idx="388">
                  <c:v>38617</c:v>
                </c:pt>
                <c:pt idx="389">
                  <c:v>38618</c:v>
                </c:pt>
                <c:pt idx="390">
                  <c:v>38621</c:v>
                </c:pt>
                <c:pt idx="391">
                  <c:v>38622</c:v>
                </c:pt>
                <c:pt idx="392">
                  <c:v>38623</c:v>
                </c:pt>
                <c:pt idx="393">
                  <c:v>38624</c:v>
                </c:pt>
                <c:pt idx="394">
                  <c:v>38625</c:v>
                </c:pt>
                <c:pt idx="395">
                  <c:v>38628</c:v>
                </c:pt>
                <c:pt idx="396">
                  <c:v>38629</c:v>
                </c:pt>
                <c:pt idx="397">
                  <c:v>38630</c:v>
                </c:pt>
                <c:pt idx="398">
                  <c:v>38631</c:v>
                </c:pt>
                <c:pt idx="399">
                  <c:v>38632</c:v>
                </c:pt>
                <c:pt idx="400">
                  <c:v>38635</c:v>
                </c:pt>
                <c:pt idx="401">
                  <c:v>38636</c:v>
                </c:pt>
                <c:pt idx="402">
                  <c:v>38637</c:v>
                </c:pt>
                <c:pt idx="403">
                  <c:v>38638</c:v>
                </c:pt>
                <c:pt idx="404">
                  <c:v>38639</c:v>
                </c:pt>
                <c:pt idx="405">
                  <c:v>38642</c:v>
                </c:pt>
                <c:pt idx="406">
                  <c:v>38643</c:v>
                </c:pt>
                <c:pt idx="407">
                  <c:v>38644</c:v>
                </c:pt>
                <c:pt idx="408">
                  <c:v>38645</c:v>
                </c:pt>
                <c:pt idx="409">
                  <c:v>38646</c:v>
                </c:pt>
                <c:pt idx="410">
                  <c:v>38649</c:v>
                </c:pt>
                <c:pt idx="411">
                  <c:v>38650</c:v>
                </c:pt>
                <c:pt idx="412">
                  <c:v>38651</c:v>
                </c:pt>
                <c:pt idx="413">
                  <c:v>38652</c:v>
                </c:pt>
                <c:pt idx="414">
                  <c:v>38653</c:v>
                </c:pt>
                <c:pt idx="415">
                  <c:v>38656</c:v>
                </c:pt>
                <c:pt idx="416">
                  <c:v>38657</c:v>
                </c:pt>
                <c:pt idx="417">
                  <c:v>38658</c:v>
                </c:pt>
                <c:pt idx="418">
                  <c:v>38659</c:v>
                </c:pt>
                <c:pt idx="419">
                  <c:v>38660</c:v>
                </c:pt>
                <c:pt idx="420">
                  <c:v>38663</c:v>
                </c:pt>
                <c:pt idx="421">
                  <c:v>38664</c:v>
                </c:pt>
                <c:pt idx="422">
                  <c:v>38665</c:v>
                </c:pt>
                <c:pt idx="423">
                  <c:v>38666</c:v>
                </c:pt>
                <c:pt idx="424">
                  <c:v>38667</c:v>
                </c:pt>
                <c:pt idx="425">
                  <c:v>38670</c:v>
                </c:pt>
                <c:pt idx="426">
                  <c:v>38671</c:v>
                </c:pt>
                <c:pt idx="427">
                  <c:v>38672</c:v>
                </c:pt>
                <c:pt idx="428">
                  <c:v>38673</c:v>
                </c:pt>
                <c:pt idx="429">
                  <c:v>38674</c:v>
                </c:pt>
                <c:pt idx="430">
                  <c:v>38677</c:v>
                </c:pt>
                <c:pt idx="431">
                  <c:v>38678</c:v>
                </c:pt>
                <c:pt idx="432">
                  <c:v>38679</c:v>
                </c:pt>
                <c:pt idx="433">
                  <c:v>38680</c:v>
                </c:pt>
                <c:pt idx="434">
                  <c:v>38681</c:v>
                </c:pt>
                <c:pt idx="435">
                  <c:v>38684</c:v>
                </c:pt>
                <c:pt idx="436">
                  <c:v>38685</c:v>
                </c:pt>
                <c:pt idx="437">
                  <c:v>38686</c:v>
                </c:pt>
                <c:pt idx="438">
                  <c:v>38687</c:v>
                </c:pt>
                <c:pt idx="439">
                  <c:v>38688</c:v>
                </c:pt>
                <c:pt idx="440">
                  <c:v>38691</c:v>
                </c:pt>
                <c:pt idx="441">
                  <c:v>38692</c:v>
                </c:pt>
                <c:pt idx="442">
                  <c:v>38693</c:v>
                </c:pt>
                <c:pt idx="443">
                  <c:v>38694</c:v>
                </c:pt>
                <c:pt idx="444">
                  <c:v>38695</c:v>
                </c:pt>
                <c:pt idx="445">
                  <c:v>38698</c:v>
                </c:pt>
                <c:pt idx="446">
                  <c:v>38699</c:v>
                </c:pt>
                <c:pt idx="447">
                  <c:v>38700</c:v>
                </c:pt>
                <c:pt idx="448">
                  <c:v>38701</c:v>
                </c:pt>
                <c:pt idx="449">
                  <c:v>38702</c:v>
                </c:pt>
                <c:pt idx="450">
                  <c:v>38705</c:v>
                </c:pt>
                <c:pt idx="451">
                  <c:v>38706</c:v>
                </c:pt>
                <c:pt idx="452">
                  <c:v>38707</c:v>
                </c:pt>
                <c:pt idx="453">
                  <c:v>38708</c:v>
                </c:pt>
                <c:pt idx="454">
                  <c:v>38709</c:v>
                </c:pt>
                <c:pt idx="455">
                  <c:v>38712</c:v>
                </c:pt>
                <c:pt idx="456">
                  <c:v>38713</c:v>
                </c:pt>
                <c:pt idx="457">
                  <c:v>38714</c:v>
                </c:pt>
                <c:pt idx="458">
                  <c:v>38715</c:v>
                </c:pt>
                <c:pt idx="459">
                  <c:v>38716</c:v>
                </c:pt>
                <c:pt idx="460">
                  <c:v>38719</c:v>
                </c:pt>
                <c:pt idx="461">
                  <c:v>38720</c:v>
                </c:pt>
                <c:pt idx="462">
                  <c:v>38721</c:v>
                </c:pt>
                <c:pt idx="463">
                  <c:v>38722</c:v>
                </c:pt>
                <c:pt idx="464">
                  <c:v>38723</c:v>
                </c:pt>
                <c:pt idx="465">
                  <c:v>38726</c:v>
                </c:pt>
                <c:pt idx="466">
                  <c:v>38727</c:v>
                </c:pt>
                <c:pt idx="467">
                  <c:v>38728</c:v>
                </c:pt>
                <c:pt idx="468">
                  <c:v>38729</c:v>
                </c:pt>
                <c:pt idx="469">
                  <c:v>38730</c:v>
                </c:pt>
                <c:pt idx="470">
                  <c:v>38733</c:v>
                </c:pt>
                <c:pt idx="471">
                  <c:v>38734</c:v>
                </c:pt>
                <c:pt idx="472">
                  <c:v>38735</c:v>
                </c:pt>
                <c:pt idx="473">
                  <c:v>38736</c:v>
                </c:pt>
                <c:pt idx="474">
                  <c:v>38737</c:v>
                </c:pt>
                <c:pt idx="475">
                  <c:v>38740</c:v>
                </c:pt>
                <c:pt idx="476">
                  <c:v>38741</c:v>
                </c:pt>
                <c:pt idx="477">
                  <c:v>38742</c:v>
                </c:pt>
                <c:pt idx="478">
                  <c:v>38743</c:v>
                </c:pt>
                <c:pt idx="479">
                  <c:v>38744</c:v>
                </c:pt>
                <c:pt idx="480">
                  <c:v>38747</c:v>
                </c:pt>
                <c:pt idx="481">
                  <c:v>38748</c:v>
                </c:pt>
                <c:pt idx="482">
                  <c:v>38749</c:v>
                </c:pt>
                <c:pt idx="483">
                  <c:v>38750</c:v>
                </c:pt>
                <c:pt idx="484">
                  <c:v>38751</c:v>
                </c:pt>
                <c:pt idx="485">
                  <c:v>38754</c:v>
                </c:pt>
                <c:pt idx="486">
                  <c:v>38755</c:v>
                </c:pt>
                <c:pt idx="487">
                  <c:v>38756</c:v>
                </c:pt>
                <c:pt idx="488">
                  <c:v>38757</c:v>
                </c:pt>
                <c:pt idx="489">
                  <c:v>38758</c:v>
                </c:pt>
                <c:pt idx="490">
                  <c:v>38761</c:v>
                </c:pt>
                <c:pt idx="491">
                  <c:v>38762</c:v>
                </c:pt>
                <c:pt idx="492">
                  <c:v>38763</c:v>
                </c:pt>
                <c:pt idx="493">
                  <c:v>38764</c:v>
                </c:pt>
                <c:pt idx="494">
                  <c:v>38765</c:v>
                </c:pt>
                <c:pt idx="495">
                  <c:v>38768</c:v>
                </c:pt>
                <c:pt idx="496">
                  <c:v>38769</c:v>
                </c:pt>
                <c:pt idx="497">
                  <c:v>38770</c:v>
                </c:pt>
                <c:pt idx="498">
                  <c:v>38771</c:v>
                </c:pt>
                <c:pt idx="499">
                  <c:v>38772</c:v>
                </c:pt>
                <c:pt idx="500">
                  <c:v>38775</c:v>
                </c:pt>
                <c:pt idx="501">
                  <c:v>38776</c:v>
                </c:pt>
                <c:pt idx="502">
                  <c:v>38777</c:v>
                </c:pt>
                <c:pt idx="503">
                  <c:v>38778</c:v>
                </c:pt>
                <c:pt idx="504">
                  <c:v>38779</c:v>
                </c:pt>
                <c:pt idx="505">
                  <c:v>38782</c:v>
                </c:pt>
                <c:pt idx="506">
                  <c:v>38783</c:v>
                </c:pt>
                <c:pt idx="507">
                  <c:v>38784</c:v>
                </c:pt>
                <c:pt idx="508">
                  <c:v>38785</c:v>
                </c:pt>
                <c:pt idx="509">
                  <c:v>38786</c:v>
                </c:pt>
                <c:pt idx="510">
                  <c:v>38789</c:v>
                </c:pt>
                <c:pt idx="511">
                  <c:v>38790</c:v>
                </c:pt>
                <c:pt idx="512">
                  <c:v>38791</c:v>
                </c:pt>
                <c:pt idx="513">
                  <c:v>38792</c:v>
                </c:pt>
                <c:pt idx="514">
                  <c:v>38793</c:v>
                </c:pt>
                <c:pt idx="515">
                  <c:v>38796</c:v>
                </c:pt>
                <c:pt idx="516">
                  <c:v>38797</c:v>
                </c:pt>
                <c:pt idx="517">
                  <c:v>38798</c:v>
                </c:pt>
                <c:pt idx="518">
                  <c:v>38799</c:v>
                </c:pt>
                <c:pt idx="519">
                  <c:v>38800</c:v>
                </c:pt>
                <c:pt idx="520">
                  <c:v>38803</c:v>
                </c:pt>
                <c:pt idx="521">
                  <c:v>38804</c:v>
                </c:pt>
                <c:pt idx="522">
                  <c:v>38805</c:v>
                </c:pt>
                <c:pt idx="523">
                  <c:v>38806</c:v>
                </c:pt>
                <c:pt idx="524">
                  <c:v>38807</c:v>
                </c:pt>
                <c:pt idx="525">
                  <c:v>38810</c:v>
                </c:pt>
                <c:pt idx="526">
                  <c:v>38811</c:v>
                </c:pt>
                <c:pt idx="527">
                  <c:v>38812</c:v>
                </c:pt>
                <c:pt idx="528">
                  <c:v>38813</c:v>
                </c:pt>
                <c:pt idx="529">
                  <c:v>38814</c:v>
                </c:pt>
                <c:pt idx="530">
                  <c:v>38817</c:v>
                </c:pt>
                <c:pt idx="531">
                  <c:v>38818</c:v>
                </c:pt>
                <c:pt idx="532">
                  <c:v>38819</c:v>
                </c:pt>
                <c:pt idx="533">
                  <c:v>38820</c:v>
                </c:pt>
                <c:pt idx="534">
                  <c:v>38821</c:v>
                </c:pt>
                <c:pt idx="535">
                  <c:v>38824</c:v>
                </c:pt>
                <c:pt idx="536">
                  <c:v>38825</c:v>
                </c:pt>
                <c:pt idx="537">
                  <c:v>38826</c:v>
                </c:pt>
                <c:pt idx="538">
                  <c:v>38827</c:v>
                </c:pt>
                <c:pt idx="539">
                  <c:v>38828</c:v>
                </c:pt>
                <c:pt idx="540">
                  <c:v>38831</c:v>
                </c:pt>
                <c:pt idx="541">
                  <c:v>38832</c:v>
                </c:pt>
                <c:pt idx="542">
                  <c:v>38833</c:v>
                </c:pt>
                <c:pt idx="543">
                  <c:v>38834</c:v>
                </c:pt>
                <c:pt idx="544">
                  <c:v>38835</c:v>
                </c:pt>
                <c:pt idx="545">
                  <c:v>38838</c:v>
                </c:pt>
                <c:pt idx="546">
                  <c:v>38839</c:v>
                </c:pt>
                <c:pt idx="547">
                  <c:v>38840</c:v>
                </c:pt>
                <c:pt idx="548">
                  <c:v>38841</c:v>
                </c:pt>
                <c:pt idx="549">
                  <c:v>38842</c:v>
                </c:pt>
                <c:pt idx="550">
                  <c:v>38845</c:v>
                </c:pt>
                <c:pt idx="551">
                  <c:v>38846</c:v>
                </c:pt>
                <c:pt idx="552">
                  <c:v>38847</c:v>
                </c:pt>
                <c:pt idx="553">
                  <c:v>38848</c:v>
                </c:pt>
                <c:pt idx="554">
                  <c:v>38849</c:v>
                </c:pt>
                <c:pt idx="555">
                  <c:v>38852</c:v>
                </c:pt>
                <c:pt idx="556">
                  <c:v>38853</c:v>
                </c:pt>
                <c:pt idx="557">
                  <c:v>38854</c:v>
                </c:pt>
                <c:pt idx="558">
                  <c:v>38855</c:v>
                </c:pt>
                <c:pt idx="559">
                  <c:v>38856</c:v>
                </c:pt>
                <c:pt idx="560">
                  <c:v>38859</c:v>
                </c:pt>
                <c:pt idx="561">
                  <c:v>38860</c:v>
                </c:pt>
                <c:pt idx="562">
                  <c:v>38861</c:v>
                </c:pt>
                <c:pt idx="563">
                  <c:v>38862</c:v>
                </c:pt>
                <c:pt idx="564">
                  <c:v>38863</c:v>
                </c:pt>
                <c:pt idx="565">
                  <c:v>38866</c:v>
                </c:pt>
                <c:pt idx="566">
                  <c:v>38867</c:v>
                </c:pt>
                <c:pt idx="567">
                  <c:v>38868</c:v>
                </c:pt>
                <c:pt idx="568">
                  <c:v>38869</c:v>
                </c:pt>
                <c:pt idx="569">
                  <c:v>38870</c:v>
                </c:pt>
                <c:pt idx="570">
                  <c:v>38873</c:v>
                </c:pt>
                <c:pt idx="571">
                  <c:v>38874</c:v>
                </c:pt>
                <c:pt idx="572">
                  <c:v>38875</c:v>
                </c:pt>
                <c:pt idx="573">
                  <c:v>38876</c:v>
                </c:pt>
                <c:pt idx="574">
                  <c:v>38877</c:v>
                </c:pt>
                <c:pt idx="575">
                  <c:v>38880</c:v>
                </c:pt>
                <c:pt idx="576">
                  <c:v>38881</c:v>
                </c:pt>
                <c:pt idx="577">
                  <c:v>38882</c:v>
                </c:pt>
                <c:pt idx="578">
                  <c:v>38883</c:v>
                </c:pt>
                <c:pt idx="579">
                  <c:v>38884</c:v>
                </c:pt>
                <c:pt idx="580">
                  <c:v>38887</c:v>
                </c:pt>
                <c:pt idx="581">
                  <c:v>38888</c:v>
                </c:pt>
                <c:pt idx="582">
                  <c:v>38889</c:v>
                </c:pt>
                <c:pt idx="583">
                  <c:v>38890</c:v>
                </c:pt>
                <c:pt idx="584">
                  <c:v>38891</c:v>
                </c:pt>
                <c:pt idx="585">
                  <c:v>38894</c:v>
                </c:pt>
                <c:pt idx="586">
                  <c:v>38895</c:v>
                </c:pt>
                <c:pt idx="587">
                  <c:v>38896</c:v>
                </c:pt>
                <c:pt idx="588">
                  <c:v>38897</c:v>
                </c:pt>
                <c:pt idx="589">
                  <c:v>38898</c:v>
                </c:pt>
                <c:pt idx="590">
                  <c:v>38901</c:v>
                </c:pt>
                <c:pt idx="591">
                  <c:v>38902</c:v>
                </c:pt>
                <c:pt idx="592">
                  <c:v>38903</c:v>
                </c:pt>
                <c:pt idx="593">
                  <c:v>38904</c:v>
                </c:pt>
                <c:pt idx="594">
                  <c:v>38905</c:v>
                </c:pt>
                <c:pt idx="595">
                  <c:v>38908</c:v>
                </c:pt>
                <c:pt idx="596">
                  <c:v>38909</c:v>
                </c:pt>
                <c:pt idx="597">
                  <c:v>38910</c:v>
                </c:pt>
                <c:pt idx="598">
                  <c:v>38911</c:v>
                </c:pt>
                <c:pt idx="599">
                  <c:v>38912</c:v>
                </c:pt>
                <c:pt idx="600">
                  <c:v>38915</c:v>
                </c:pt>
                <c:pt idx="601">
                  <c:v>38916</c:v>
                </c:pt>
                <c:pt idx="602">
                  <c:v>38917</c:v>
                </c:pt>
                <c:pt idx="603">
                  <c:v>38918</c:v>
                </c:pt>
                <c:pt idx="604">
                  <c:v>38919</c:v>
                </c:pt>
                <c:pt idx="605">
                  <c:v>38922</c:v>
                </c:pt>
                <c:pt idx="606">
                  <c:v>38923</c:v>
                </c:pt>
                <c:pt idx="607">
                  <c:v>38924</c:v>
                </c:pt>
                <c:pt idx="608">
                  <c:v>38925</c:v>
                </c:pt>
                <c:pt idx="609">
                  <c:v>38926</c:v>
                </c:pt>
                <c:pt idx="610">
                  <c:v>38929</c:v>
                </c:pt>
                <c:pt idx="611">
                  <c:v>38930</c:v>
                </c:pt>
                <c:pt idx="612">
                  <c:v>38931</c:v>
                </c:pt>
                <c:pt idx="613">
                  <c:v>38932</c:v>
                </c:pt>
                <c:pt idx="614">
                  <c:v>38933</c:v>
                </c:pt>
                <c:pt idx="615">
                  <c:v>38936</c:v>
                </c:pt>
                <c:pt idx="616">
                  <c:v>38937</c:v>
                </c:pt>
                <c:pt idx="617">
                  <c:v>38938</c:v>
                </c:pt>
                <c:pt idx="618">
                  <c:v>38939</c:v>
                </c:pt>
                <c:pt idx="619">
                  <c:v>38940</c:v>
                </c:pt>
                <c:pt idx="620">
                  <c:v>38943</c:v>
                </c:pt>
                <c:pt idx="621">
                  <c:v>38944</c:v>
                </c:pt>
                <c:pt idx="622">
                  <c:v>38945</c:v>
                </c:pt>
                <c:pt idx="623">
                  <c:v>38946</c:v>
                </c:pt>
                <c:pt idx="624">
                  <c:v>38947</c:v>
                </c:pt>
                <c:pt idx="625">
                  <c:v>38950</c:v>
                </c:pt>
                <c:pt idx="626">
                  <c:v>38951</c:v>
                </c:pt>
                <c:pt idx="627">
                  <c:v>38952</c:v>
                </c:pt>
                <c:pt idx="628">
                  <c:v>38953</c:v>
                </c:pt>
                <c:pt idx="629">
                  <c:v>38954</c:v>
                </c:pt>
                <c:pt idx="630">
                  <c:v>38957</c:v>
                </c:pt>
                <c:pt idx="631">
                  <c:v>38958</c:v>
                </c:pt>
                <c:pt idx="632">
                  <c:v>38959</c:v>
                </c:pt>
                <c:pt idx="633">
                  <c:v>38960</c:v>
                </c:pt>
                <c:pt idx="634">
                  <c:v>38961</c:v>
                </c:pt>
                <c:pt idx="635">
                  <c:v>38964</c:v>
                </c:pt>
                <c:pt idx="636">
                  <c:v>38965</c:v>
                </c:pt>
                <c:pt idx="637">
                  <c:v>38966</c:v>
                </c:pt>
                <c:pt idx="638">
                  <c:v>38967</c:v>
                </c:pt>
                <c:pt idx="639">
                  <c:v>38968</c:v>
                </c:pt>
                <c:pt idx="640">
                  <c:v>38971</c:v>
                </c:pt>
                <c:pt idx="641">
                  <c:v>38972</c:v>
                </c:pt>
                <c:pt idx="642">
                  <c:v>38973</c:v>
                </c:pt>
                <c:pt idx="643">
                  <c:v>38974</c:v>
                </c:pt>
                <c:pt idx="644">
                  <c:v>38975</c:v>
                </c:pt>
                <c:pt idx="645">
                  <c:v>38978</c:v>
                </c:pt>
                <c:pt idx="646">
                  <c:v>38979</c:v>
                </c:pt>
                <c:pt idx="647">
                  <c:v>38980</c:v>
                </c:pt>
                <c:pt idx="648">
                  <c:v>38981</c:v>
                </c:pt>
                <c:pt idx="649">
                  <c:v>38982</c:v>
                </c:pt>
                <c:pt idx="650">
                  <c:v>38985</c:v>
                </c:pt>
                <c:pt idx="651">
                  <c:v>38986</c:v>
                </c:pt>
                <c:pt idx="652">
                  <c:v>38987</c:v>
                </c:pt>
                <c:pt idx="653">
                  <c:v>38988</c:v>
                </c:pt>
                <c:pt idx="654">
                  <c:v>38989</c:v>
                </c:pt>
                <c:pt idx="655">
                  <c:v>38992</c:v>
                </c:pt>
                <c:pt idx="656">
                  <c:v>38993</c:v>
                </c:pt>
                <c:pt idx="657">
                  <c:v>38994</c:v>
                </c:pt>
                <c:pt idx="658">
                  <c:v>38995</c:v>
                </c:pt>
                <c:pt idx="659">
                  <c:v>38996</c:v>
                </c:pt>
                <c:pt idx="660">
                  <c:v>38999</c:v>
                </c:pt>
                <c:pt idx="661">
                  <c:v>39000</c:v>
                </c:pt>
                <c:pt idx="662">
                  <c:v>39001</c:v>
                </c:pt>
                <c:pt idx="663">
                  <c:v>39002</c:v>
                </c:pt>
                <c:pt idx="664">
                  <c:v>39003</c:v>
                </c:pt>
                <c:pt idx="665">
                  <c:v>39006</c:v>
                </c:pt>
                <c:pt idx="666">
                  <c:v>39007</c:v>
                </c:pt>
                <c:pt idx="667">
                  <c:v>39008</c:v>
                </c:pt>
                <c:pt idx="668">
                  <c:v>39009</c:v>
                </c:pt>
                <c:pt idx="669">
                  <c:v>39010</c:v>
                </c:pt>
                <c:pt idx="670">
                  <c:v>39013</c:v>
                </c:pt>
                <c:pt idx="671">
                  <c:v>39014</c:v>
                </c:pt>
                <c:pt idx="672">
                  <c:v>39015</c:v>
                </c:pt>
                <c:pt idx="673">
                  <c:v>39016</c:v>
                </c:pt>
                <c:pt idx="674">
                  <c:v>39017</c:v>
                </c:pt>
                <c:pt idx="675">
                  <c:v>39020</c:v>
                </c:pt>
                <c:pt idx="676">
                  <c:v>39021</c:v>
                </c:pt>
                <c:pt idx="677">
                  <c:v>39022</c:v>
                </c:pt>
                <c:pt idx="678">
                  <c:v>39023</c:v>
                </c:pt>
                <c:pt idx="679">
                  <c:v>39024</c:v>
                </c:pt>
                <c:pt idx="680">
                  <c:v>39027</c:v>
                </c:pt>
                <c:pt idx="681">
                  <c:v>39028</c:v>
                </c:pt>
                <c:pt idx="682">
                  <c:v>39029</c:v>
                </c:pt>
                <c:pt idx="683">
                  <c:v>39030</c:v>
                </c:pt>
                <c:pt idx="684">
                  <c:v>39031</c:v>
                </c:pt>
                <c:pt idx="685">
                  <c:v>39034</c:v>
                </c:pt>
                <c:pt idx="686">
                  <c:v>39035</c:v>
                </c:pt>
                <c:pt idx="687">
                  <c:v>39036</c:v>
                </c:pt>
                <c:pt idx="688">
                  <c:v>39037</c:v>
                </c:pt>
                <c:pt idx="689">
                  <c:v>39038</c:v>
                </c:pt>
                <c:pt idx="690">
                  <c:v>39041</c:v>
                </c:pt>
                <c:pt idx="691">
                  <c:v>39042</c:v>
                </c:pt>
                <c:pt idx="692">
                  <c:v>39043</c:v>
                </c:pt>
                <c:pt idx="693">
                  <c:v>39044</c:v>
                </c:pt>
                <c:pt idx="694">
                  <c:v>39045</c:v>
                </c:pt>
                <c:pt idx="695">
                  <c:v>39048</c:v>
                </c:pt>
                <c:pt idx="696">
                  <c:v>39049</c:v>
                </c:pt>
                <c:pt idx="697">
                  <c:v>39050</c:v>
                </c:pt>
                <c:pt idx="698">
                  <c:v>39051</c:v>
                </c:pt>
                <c:pt idx="699">
                  <c:v>39052</c:v>
                </c:pt>
                <c:pt idx="700">
                  <c:v>39055</c:v>
                </c:pt>
                <c:pt idx="701">
                  <c:v>39056</c:v>
                </c:pt>
                <c:pt idx="702">
                  <c:v>39057</c:v>
                </c:pt>
                <c:pt idx="703">
                  <c:v>39058</c:v>
                </c:pt>
                <c:pt idx="704">
                  <c:v>39059</c:v>
                </c:pt>
                <c:pt idx="705">
                  <c:v>39062</c:v>
                </c:pt>
                <c:pt idx="706">
                  <c:v>39063</c:v>
                </c:pt>
                <c:pt idx="707">
                  <c:v>39064</c:v>
                </c:pt>
                <c:pt idx="708">
                  <c:v>39065</c:v>
                </c:pt>
                <c:pt idx="709">
                  <c:v>39066</c:v>
                </c:pt>
                <c:pt idx="710">
                  <c:v>39069</c:v>
                </c:pt>
                <c:pt idx="711">
                  <c:v>39070</c:v>
                </c:pt>
                <c:pt idx="712">
                  <c:v>39071</c:v>
                </c:pt>
                <c:pt idx="713">
                  <c:v>39072</c:v>
                </c:pt>
                <c:pt idx="714">
                  <c:v>39073</c:v>
                </c:pt>
                <c:pt idx="715">
                  <c:v>39077</c:v>
                </c:pt>
                <c:pt idx="716">
                  <c:v>39078</c:v>
                </c:pt>
                <c:pt idx="717">
                  <c:v>39079</c:v>
                </c:pt>
                <c:pt idx="718">
                  <c:v>39080</c:v>
                </c:pt>
                <c:pt idx="719">
                  <c:v>39083</c:v>
                </c:pt>
                <c:pt idx="720">
                  <c:v>39084</c:v>
                </c:pt>
                <c:pt idx="721">
                  <c:v>39085</c:v>
                </c:pt>
                <c:pt idx="722">
                  <c:v>39086</c:v>
                </c:pt>
                <c:pt idx="723">
                  <c:v>39087</c:v>
                </c:pt>
                <c:pt idx="724">
                  <c:v>39090</c:v>
                </c:pt>
                <c:pt idx="725">
                  <c:v>39091</c:v>
                </c:pt>
                <c:pt idx="726">
                  <c:v>39092</c:v>
                </c:pt>
                <c:pt idx="727">
                  <c:v>39093</c:v>
                </c:pt>
                <c:pt idx="728">
                  <c:v>39094</c:v>
                </c:pt>
                <c:pt idx="729">
                  <c:v>39097</c:v>
                </c:pt>
                <c:pt idx="730">
                  <c:v>39098</c:v>
                </c:pt>
                <c:pt idx="731">
                  <c:v>39099</c:v>
                </c:pt>
                <c:pt idx="732">
                  <c:v>39100</c:v>
                </c:pt>
                <c:pt idx="733">
                  <c:v>39101</c:v>
                </c:pt>
                <c:pt idx="734">
                  <c:v>39104</c:v>
                </c:pt>
                <c:pt idx="735">
                  <c:v>39105</c:v>
                </c:pt>
                <c:pt idx="736">
                  <c:v>39106</c:v>
                </c:pt>
                <c:pt idx="737">
                  <c:v>39107</c:v>
                </c:pt>
                <c:pt idx="738">
                  <c:v>39108</c:v>
                </c:pt>
                <c:pt idx="739">
                  <c:v>39111</c:v>
                </c:pt>
                <c:pt idx="740">
                  <c:v>39112</c:v>
                </c:pt>
                <c:pt idx="741">
                  <c:v>39113</c:v>
                </c:pt>
                <c:pt idx="742">
                  <c:v>39114</c:v>
                </c:pt>
                <c:pt idx="743">
                  <c:v>39115</c:v>
                </c:pt>
                <c:pt idx="744">
                  <c:v>39118</c:v>
                </c:pt>
                <c:pt idx="745">
                  <c:v>39119</c:v>
                </c:pt>
                <c:pt idx="746">
                  <c:v>39120</c:v>
                </c:pt>
                <c:pt idx="747">
                  <c:v>39121</c:v>
                </c:pt>
                <c:pt idx="748">
                  <c:v>39122</c:v>
                </c:pt>
                <c:pt idx="749">
                  <c:v>39125</c:v>
                </c:pt>
                <c:pt idx="750">
                  <c:v>39126</c:v>
                </c:pt>
                <c:pt idx="751">
                  <c:v>39127</c:v>
                </c:pt>
                <c:pt idx="752">
                  <c:v>39128</c:v>
                </c:pt>
                <c:pt idx="753">
                  <c:v>39129</c:v>
                </c:pt>
                <c:pt idx="754">
                  <c:v>39132</c:v>
                </c:pt>
                <c:pt idx="755">
                  <c:v>39133</c:v>
                </c:pt>
                <c:pt idx="756">
                  <c:v>39134</c:v>
                </c:pt>
                <c:pt idx="757">
                  <c:v>39135</c:v>
                </c:pt>
                <c:pt idx="758">
                  <c:v>39136</c:v>
                </c:pt>
                <c:pt idx="759">
                  <c:v>39139</c:v>
                </c:pt>
                <c:pt idx="760">
                  <c:v>39140</c:v>
                </c:pt>
                <c:pt idx="761">
                  <c:v>39141</c:v>
                </c:pt>
                <c:pt idx="762">
                  <c:v>39142</c:v>
                </c:pt>
                <c:pt idx="763">
                  <c:v>39143</c:v>
                </c:pt>
                <c:pt idx="764">
                  <c:v>39146</c:v>
                </c:pt>
                <c:pt idx="765">
                  <c:v>39147</c:v>
                </c:pt>
                <c:pt idx="766">
                  <c:v>39148</c:v>
                </c:pt>
                <c:pt idx="767">
                  <c:v>39149</c:v>
                </c:pt>
                <c:pt idx="768">
                  <c:v>39150</c:v>
                </c:pt>
                <c:pt idx="769">
                  <c:v>39153</c:v>
                </c:pt>
                <c:pt idx="770">
                  <c:v>39154</c:v>
                </c:pt>
                <c:pt idx="771">
                  <c:v>39155</c:v>
                </c:pt>
                <c:pt idx="772">
                  <c:v>39156</c:v>
                </c:pt>
                <c:pt idx="773">
                  <c:v>39157</c:v>
                </c:pt>
                <c:pt idx="774">
                  <c:v>39160</c:v>
                </c:pt>
                <c:pt idx="775">
                  <c:v>39161</c:v>
                </c:pt>
                <c:pt idx="776">
                  <c:v>39162</c:v>
                </c:pt>
                <c:pt idx="777">
                  <c:v>39163</c:v>
                </c:pt>
                <c:pt idx="778">
                  <c:v>39164</c:v>
                </c:pt>
                <c:pt idx="779">
                  <c:v>39167</c:v>
                </c:pt>
                <c:pt idx="780">
                  <c:v>39168</c:v>
                </c:pt>
                <c:pt idx="781">
                  <c:v>39169</c:v>
                </c:pt>
                <c:pt idx="782">
                  <c:v>39170</c:v>
                </c:pt>
                <c:pt idx="783">
                  <c:v>39171</c:v>
                </c:pt>
                <c:pt idx="784">
                  <c:v>39174</c:v>
                </c:pt>
                <c:pt idx="785">
                  <c:v>39175</c:v>
                </c:pt>
                <c:pt idx="786">
                  <c:v>39176</c:v>
                </c:pt>
                <c:pt idx="787">
                  <c:v>39177</c:v>
                </c:pt>
                <c:pt idx="788">
                  <c:v>39178</c:v>
                </c:pt>
                <c:pt idx="789">
                  <c:v>39181</c:v>
                </c:pt>
                <c:pt idx="790">
                  <c:v>39182</c:v>
                </c:pt>
                <c:pt idx="791">
                  <c:v>39183</c:v>
                </c:pt>
                <c:pt idx="792">
                  <c:v>39184</c:v>
                </c:pt>
                <c:pt idx="793">
                  <c:v>39185</c:v>
                </c:pt>
                <c:pt idx="794">
                  <c:v>39188</c:v>
                </c:pt>
                <c:pt idx="795">
                  <c:v>39189</c:v>
                </c:pt>
                <c:pt idx="796">
                  <c:v>39190</c:v>
                </c:pt>
                <c:pt idx="797">
                  <c:v>39191</c:v>
                </c:pt>
                <c:pt idx="798">
                  <c:v>39192</c:v>
                </c:pt>
                <c:pt idx="799">
                  <c:v>39195</c:v>
                </c:pt>
                <c:pt idx="800">
                  <c:v>39196</c:v>
                </c:pt>
                <c:pt idx="801">
                  <c:v>39197</c:v>
                </c:pt>
                <c:pt idx="802">
                  <c:v>39198</c:v>
                </c:pt>
                <c:pt idx="803">
                  <c:v>39199</c:v>
                </c:pt>
                <c:pt idx="804">
                  <c:v>39202</c:v>
                </c:pt>
                <c:pt idx="805">
                  <c:v>39203</c:v>
                </c:pt>
                <c:pt idx="806">
                  <c:v>39204</c:v>
                </c:pt>
                <c:pt idx="807">
                  <c:v>39205</c:v>
                </c:pt>
                <c:pt idx="808">
                  <c:v>39206</c:v>
                </c:pt>
                <c:pt idx="809">
                  <c:v>39209</c:v>
                </c:pt>
                <c:pt idx="810">
                  <c:v>39210</c:v>
                </c:pt>
                <c:pt idx="811">
                  <c:v>39211</c:v>
                </c:pt>
                <c:pt idx="812">
                  <c:v>39212</c:v>
                </c:pt>
                <c:pt idx="813">
                  <c:v>39213</c:v>
                </c:pt>
                <c:pt idx="814">
                  <c:v>39216</c:v>
                </c:pt>
                <c:pt idx="815">
                  <c:v>39217</c:v>
                </c:pt>
                <c:pt idx="816">
                  <c:v>39218</c:v>
                </c:pt>
                <c:pt idx="817">
                  <c:v>39219</c:v>
                </c:pt>
                <c:pt idx="818">
                  <c:v>39220</c:v>
                </c:pt>
                <c:pt idx="819">
                  <c:v>39223</c:v>
                </c:pt>
                <c:pt idx="820">
                  <c:v>39224</c:v>
                </c:pt>
                <c:pt idx="821">
                  <c:v>39225</c:v>
                </c:pt>
                <c:pt idx="822">
                  <c:v>39226</c:v>
                </c:pt>
                <c:pt idx="823">
                  <c:v>39227</c:v>
                </c:pt>
                <c:pt idx="824">
                  <c:v>39230</c:v>
                </c:pt>
                <c:pt idx="825">
                  <c:v>39231</c:v>
                </c:pt>
                <c:pt idx="826">
                  <c:v>39232</c:v>
                </c:pt>
                <c:pt idx="827">
                  <c:v>39233</c:v>
                </c:pt>
                <c:pt idx="828">
                  <c:v>39234</c:v>
                </c:pt>
                <c:pt idx="829">
                  <c:v>39237</c:v>
                </c:pt>
                <c:pt idx="830">
                  <c:v>39238</c:v>
                </c:pt>
                <c:pt idx="831">
                  <c:v>39239</c:v>
                </c:pt>
                <c:pt idx="832">
                  <c:v>39240</c:v>
                </c:pt>
                <c:pt idx="833">
                  <c:v>39241</c:v>
                </c:pt>
                <c:pt idx="834">
                  <c:v>39244</c:v>
                </c:pt>
                <c:pt idx="835">
                  <c:v>39245</c:v>
                </c:pt>
                <c:pt idx="836">
                  <c:v>39246</c:v>
                </c:pt>
                <c:pt idx="837">
                  <c:v>39247</c:v>
                </c:pt>
                <c:pt idx="838">
                  <c:v>39248</c:v>
                </c:pt>
                <c:pt idx="839">
                  <c:v>39251</c:v>
                </c:pt>
                <c:pt idx="840">
                  <c:v>39252</c:v>
                </c:pt>
                <c:pt idx="841">
                  <c:v>39253</c:v>
                </c:pt>
                <c:pt idx="842">
                  <c:v>39254</c:v>
                </c:pt>
                <c:pt idx="843">
                  <c:v>39255</c:v>
                </c:pt>
                <c:pt idx="844">
                  <c:v>39258</c:v>
                </c:pt>
                <c:pt idx="845">
                  <c:v>39259</c:v>
                </c:pt>
                <c:pt idx="846">
                  <c:v>39260</c:v>
                </c:pt>
                <c:pt idx="847">
                  <c:v>39261</c:v>
                </c:pt>
                <c:pt idx="848">
                  <c:v>39262</c:v>
                </c:pt>
                <c:pt idx="849">
                  <c:v>39265</c:v>
                </c:pt>
                <c:pt idx="850">
                  <c:v>39266</c:v>
                </c:pt>
                <c:pt idx="851">
                  <c:v>39267</c:v>
                </c:pt>
                <c:pt idx="852">
                  <c:v>39268</c:v>
                </c:pt>
                <c:pt idx="853">
                  <c:v>39269</c:v>
                </c:pt>
                <c:pt idx="854">
                  <c:v>39272</c:v>
                </c:pt>
                <c:pt idx="855">
                  <c:v>39273</c:v>
                </c:pt>
                <c:pt idx="856">
                  <c:v>39274</c:v>
                </c:pt>
                <c:pt idx="857">
                  <c:v>39275</c:v>
                </c:pt>
                <c:pt idx="858">
                  <c:v>39276</c:v>
                </c:pt>
                <c:pt idx="859">
                  <c:v>39279</c:v>
                </c:pt>
                <c:pt idx="860">
                  <c:v>39280</c:v>
                </c:pt>
                <c:pt idx="861">
                  <c:v>39281</c:v>
                </c:pt>
                <c:pt idx="862">
                  <c:v>39282</c:v>
                </c:pt>
                <c:pt idx="863">
                  <c:v>39283</c:v>
                </c:pt>
                <c:pt idx="864">
                  <c:v>39286</c:v>
                </c:pt>
                <c:pt idx="865">
                  <c:v>39287</c:v>
                </c:pt>
                <c:pt idx="866">
                  <c:v>39288</c:v>
                </c:pt>
                <c:pt idx="867">
                  <c:v>39289</c:v>
                </c:pt>
                <c:pt idx="868">
                  <c:v>39290</c:v>
                </c:pt>
                <c:pt idx="869">
                  <c:v>39293</c:v>
                </c:pt>
                <c:pt idx="870">
                  <c:v>39294</c:v>
                </c:pt>
                <c:pt idx="871">
                  <c:v>39295</c:v>
                </c:pt>
                <c:pt idx="872">
                  <c:v>39296</c:v>
                </c:pt>
                <c:pt idx="873">
                  <c:v>39297</c:v>
                </c:pt>
                <c:pt idx="874">
                  <c:v>39300</c:v>
                </c:pt>
                <c:pt idx="875">
                  <c:v>39301</c:v>
                </c:pt>
                <c:pt idx="876">
                  <c:v>39302</c:v>
                </c:pt>
                <c:pt idx="877">
                  <c:v>39303</c:v>
                </c:pt>
                <c:pt idx="878">
                  <c:v>39304</c:v>
                </c:pt>
                <c:pt idx="879">
                  <c:v>39307</c:v>
                </c:pt>
                <c:pt idx="880">
                  <c:v>39308</c:v>
                </c:pt>
                <c:pt idx="881">
                  <c:v>39309</c:v>
                </c:pt>
                <c:pt idx="882">
                  <c:v>39310</c:v>
                </c:pt>
                <c:pt idx="883">
                  <c:v>39311</c:v>
                </c:pt>
                <c:pt idx="884">
                  <c:v>39314</c:v>
                </c:pt>
                <c:pt idx="885">
                  <c:v>39315</c:v>
                </c:pt>
                <c:pt idx="886">
                  <c:v>39316</c:v>
                </c:pt>
                <c:pt idx="887">
                  <c:v>39317</c:v>
                </c:pt>
                <c:pt idx="888">
                  <c:v>39318</c:v>
                </c:pt>
                <c:pt idx="889">
                  <c:v>39321</c:v>
                </c:pt>
                <c:pt idx="890">
                  <c:v>39322</c:v>
                </c:pt>
                <c:pt idx="891">
                  <c:v>39323</c:v>
                </c:pt>
                <c:pt idx="892">
                  <c:v>39324</c:v>
                </c:pt>
                <c:pt idx="893">
                  <c:v>39325</c:v>
                </c:pt>
                <c:pt idx="894">
                  <c:v>39328</c:v>
                </c:pt>
                <c:pt idx="895">
                  <c:v>39329</c:v>
                </c:pt>
                <c:pt idx="896">
                  <c:v>39330</c:v>
                </c:pt>
                <c:pt idx="897">
                  <c:v>39331</c:v>
                </c:pt>
                <c:pt idx="898">
                  <c:v>39332</c:v>
                </c:pt>
                <c:pt idx="899">
                  <c:v>39335</c:v>
                </c:pt>
                <c:pt idx="900">
                  <c:v>39336</c:v>
                </c:pt>
                <c:pt idx="901">
                  <c:v>39337</c:v>
                </c:pt>
                <c:pt idx="902">
                  <c:v>39338</c:v>
                </c:pt>
                <c:pt idx="903">
                  <c:v>39339</c:v>
                </c:pt>
                <c:pt idx="904">
                  <c:v>39342</c:v>
                </c:pt>
                <c:pt idx="905">
                  <c:v>39343</c:v>
                </c:pt>
                <c:pt idx="906">
                  <c:v>39344</c:v>
                </c:pt>
                <c:pt idx="907">
                  <c:v>39345</c:v>
                </c:pt>
                <c:pt idx="908">
                  <c:v>39346</c:v>
                </c:pt>
                <c:pt idx="909">
                  <c:v>39349</c:v>
                </c:pt>
                <c:pt idx="910">
                  <c:v>39350</c:v>
                </c:pt>
                <c:pt idx="911">
                  <c:v>39351</c:v>
                </c:pt>
                <c:pt idx="912">
                  <c:v>39352</c:v>
                </c:pt>
                <c:pt idx="913">
                  <c:v>39353</c:v>
                </c:pt>
                <c:pt idx="914">
                  <c:v>39356</c:v>
                </c:pt>
                <c:pt idx="915">
                  <c:v>39357</c:v>
                </c:pt>
                <c:pt idx="916">
                  <c:v>39358</c:v>
                </c:pt>
                <c:pt idx="917">
                  <c:v>39359</c:v>
                </c:pt>
                <c:pt idx="918">
                  <c:v>39360</c:v>
                </c:pt>
                <c:pt idx="919">
                  <c:v>39363</c:v>
                </c:pt>
                <c:pt idx="920">
                  <c:v>39364</c:v>
                </c:pt>
                <c:pt idx="921">
                  <c:v>39365</c:v>
                </c:pt>
                <c:pt idx="922">
                  <c:v>39366</c:v>
                </c:pt>
                <c:pt idx="923">
                  <c:v>39367</c:v>
                </c:pt>
                <c:pt idx="924">
                  <c:v>39370</c:v>
                </c:pt>
                <c:pt idx="925">
                  <c:v>39371</c:v>
                </c:pt>
                <c:pt idx="926">
                  <c:v>39372</c:v>
                </c:pt>
                <c:pt idx="927">
                  <c:v>39373</c:v>
                </c:pt>
                <c:pt idx="928">
                  <c:v>39374</c:v>
                </c:pt>
                <c:pt idx="929">
                  <c:v>39377</c:v>
                </c:pt>
                <c:pt idx="930">
                  <c:v>39378</c:v>
                </c:pt>
                <c:pt idx="931">
                  <c:v>39379</c:v>
                </c:pt>
                <c:pt idx="932">
                  <c:v>39380</c:v>
                </c:pt>
                <c:pt idx="933">
                  <c:v>39381</c:v>
                </c:pt>
                <c:pt idx="934">
                  <c:v>39384</c:v>
                </c:pt>
                <c:pt idx="935">
                  <c:v>39385</c:v>
                </c:pt>
                <c:pt idx="936">
                  <c:v>39386</c:v>
                </c:pt>
                <c:pt idx="937">
                  <c:v>39387</c:v>
                </c:pt>
                <c:pt idx="938">
                  <c:v>39388</c:v>
                </c:pt>
                <c:pt idx="939">
                  <c:v>39391</c:v>
                </c:pt>
                <c:pt idx="940">
                  <c:v>39392</c:v>
                </c:pt>
                <c:pt idx="941">
                  <c:v>39393</c:v>
                </c:pt>
                <c:pt idx="942">
                  <c:v>39394</c:v>
                </c:pt>
                <c:pt idx="943">
                  <c:v>39395</c:v>
                </c:pt>
                <c:pt idx="944">
                  <c:v>39398</c:v>
                </c:pt>
                <c:pt idx="945">
                  <c:v>39399</c:v>
                </c:pt>
                <c:pt idx="946">
                  <c:v>39400</c:v>
                </c:pt>
                <c:pt idx="947">
                  <c:v>39401</c:v>
                </c:pt>
                <c:pt idx="948">
                  <c:v>39402</c:v>
                </c:pt>
                <c:pt idx="949">
                  <c:v>39405</c:v>
                </c:pt>
                <c:pt idx="950">
                  <c:v>39406</c:v>
                </c:pt>
                <c:pt idx="951">
                  <c:v>39407</c:v>
                </c:pt>
                <c:pt idx="952">
                  <c:v>39408</c:v>
                </c:pt>
                <c:pt idx="953">
                  <c:v>39409</c:v>
                </c:pt>
                <c:pt idx="954">
                  <c:v>39412</c:v>
                </c:pt>
                <c:pt idx="955">
                  <c:v>39413</c:v>
                </c:pt>
                <c:pt idx="956">
                  <c:v>39414</c:v>
                </c:pt>
                <c:pt idx="957">
                  <c:v>39415</c:v>
                </c:pt>
                <c:pt idx="958">
                  <c:v>39416</c:v>
                </c:pt>
                <c:pt idx="959">
                  <c:v>39419</c:v>
                </c:pt>
                <c:pt idx="960">
                  <c:v>39420</c:v>
                </c:pt>
                <c:pt idx="961">
                  <c:v>39421</c:v>
                </c:pt>
                <c:pt idx="962">
                  <c:v>39422</c:v>
                </c:pt>
                <c:pt idx="963">
                  <c:v>39423</c:v>
                </c:pt>
                <c:pt idx="964">
                  <c:v>39426</c:v>
                </c:pt>
                <c:pt idx="965">
                  <c:v>39427</c:v>
                </c:pt>
                <c:pt idx="966">
                  <c:v>39428</c:v>
                </c:pt>
                <c:pt idx="967">
                  <c:v>39429</c:v>
                </c:pt>
                <c:pt idx="968">
                  <c:v>39430</c:v>
                </c:pt>
                <c:pt idx="969">
                  <c:v>39433</c:v>
                </c:pt>
                <c:pt idx="970">
                  <c:v>39434</c:v>
                </c:pt>
                <c:pt idx="971">
                  <c:v>39435</c:v>
                </c:pt>
                <c:pt idx="972">
                  <c:v>39436</c:v>
                </c:pt>
                <c:pt idx="973">
                  <c:v>39437</c:v>
                </c:pt>
                <c:pt idx="974">
                  <c:v>39440</c:v>
                </c:pt>
                <c:pt idx="975">
                  <c:v>39441</c:v>
                </c:pt>
                <c:pt idx="976">
                  <c:v>39442</c:v>
                </c:pt>
                <c:pt idx="977">
                  <c:v>39443</c:v>
                </c:pt>
                <c:pt idx="978">
                  <c:v>39444</c:v>
                </c:pt>
                <c:pt idx="979">
                  <c:v>39447</c:v>
                </c:pt>
                <c:pt idx="980">
                  <c:v>39448</c:v>
                </c:pt>
                <c:pt idx="981">
                  <c:v>39449</c:v>
                </c:pt>
                <c:pt idx="982">
                  <c:v>39450</c:v>
                </c:pt>
                <c:pt idx="983">
                  <c:v>39451</c:v>
                </c:pt>
                <c:pt idx="984">
                  <c:v>39454</c:v>
                </c:pt>
                <c:pt idx="985">
                  <c:v>39455</c:v>
                </c:pt>
                <c:pt idx="986">
                  <c:v>39456</c:v>
                </c:pt>
                <c:pt idx="987">
                  <c:v>39457</c:v>
                </c:pt>
                <c:pt idx="988">
                  <c:v>39458</c:v>
                </c:pt>
                <c:pt idx="989">
                  <c:v>39461</c:v>
                </c:pt>
                <c:pt idx="990">
                  <c:v>39462</c:v>
                </c:pt>
                <c:pt idx="991">
                  <c:v>39463</c:v>
                </c:pt>
                <c:pt idx="992">
                  <c:v>39464</c:v>
                </c:pt>
                <c:pt idx="993">
                  <c:v>39465</c:v>
                </c:pt>
                <c:pt idx="994">
                  <c:v>39468</c:v>
                </c:pt>
                <c:pt idx="995">
                  <c:v>39469</c:v>
                </c:pt>
                <c:pt idx="996">
                  <c:v>39470</c:v>
                </c:pt>
                <c:pt idx="997">
                  <c:v>39471</c:v>
                </c:pt>
                <c:pt idx="998">
                  <c:v>39472</c:v>
                </c:pt>
                <c:pt idx="999">
                  <c:v>39475</c:v>
                </c:pt>
                <c:pt idx="1000">
                  <c:v>39476</c:v>
                </c:pt>
                <c:pt idx="1001">
                  <c:v>39477</c:v>
                </c:pt>
                <c:pt idx="1002">
                  <c:v>39478</c:v>
                </c:pt>
                <c:pt idx="1003">
                  <c:v>39479</c:v>
                </c:pt>
                <c:pt idx="1004">
                  <c:v>39482</c:v>
                </c:pt>
                <c:pt idx="1005">
                  <c:v>39483</c:v>
                </c:pt>
                <c:pt idx="1006">
                  <c:v>39484</c:v>
                </c:pt>
                <c:pt idx="1007">
                  <c:v>39485</c:v>
                </c:pt>
                <c:pt idx="1008">
                  <c:v>39486</c:v>
                </c:pt>
                <c:pt idx="1009">
                  <c:v>39489</c:v>
                </c:pt>
                <c:pt idx="1010">
                  <c:v>39490</c:v>
                </c:pt>
                <c:pt idx="1011">
                  <c:v>39491</c:v>
                </c:pt>
                <c:pt idx="1012">
                  <c:v>39492</c:v>
                </c:pt>
                <c:pt idx="1013">
                  <c:v>39493</c:v>
                </c:pt>
                <c:pt idx="1014">
                  <c:v>39496</c:v>
                </c:pt>
                <c:pt idx="1015">
                  <c:v>39497</c:v>
                </c:pt>
                <c:pt idx="1016">
                  <c:v>39498</c:v>
                </c:pt>
                <c:pt idx="1017">
                  <c:v>39499</c:v>
                </c:pt>
                <c:pt idx="1018">
                  <c:v>39500</c:v>
                </c:pt>
                <c:pt idx="1019">
                  <c:v>39503</c:v>
                </c:pt>
                <c:pt idx="1020">
                  <c:v>39504</c:v>
                </c:pt>
                <c:pt idx="1021">
                  <c:v>39505</c:v>
                </c:pt>
                <c:pt idx="1022">
                  <c:v>39506</c:v>
                </c:pt>
                <c:pt idx="1023">
                  <c:v>39507</c:v>
                </c:pt>
                <c:pt idx="1024">
                  <c:v>39510</c:v>
                </c:pt>
                <c:pt idx="1025">
                  <c:v>39511</c:v>
                </c:pt>
                <c:pt idx="1026">
                  <c:v>39512</c:v>
                </c:pt>
                <c:pt idx="1027">
                  <c:v>39513</c:v>
                </c:pt>
                <c:pt idx="1028">
                  <c:v>39514</c:v>
                </c:pt>
                <c:pt idx="1029">
                  <c:v>39517</c:v>
                </c:pt>
                <c:pt idx="1030">
                  <c:v>39518</c:v>
                </c:pt>
                <c:pt idx="1031">
                  <c:v>39519</c:v>
                </c:pt>
                <c:pt idx="1032">
                  <c:v>39520</c:v>
                </c:pt>
                <c:pt idx="1033">
                  <c:v>39521</c:v>
                </c:pt>
                <c:pt idx="1034">
                  <c:v>39524</c:v>
                </c:pt>
                <c:pt idx="1035">
                  <c:v>39525</c:v>
                </c:pt>
                <c:pt idx="1036">
                  <c:v>39526</c:v>
                </c:pt>
                <c:pt idx="1037">
                  <c:v>39527</c:v>
                </c:pt>
                <c:pt idx="1038">
                  <c:v>39528</c:v>
                </c:pt>
                <c:pt idx="1039">
                  <c:v>39531</c:v>
                </c:pt>
                <c:pt idx="1040">
                  <c:v>39532</c:v>
                </c:pt>
                <c:pt idx="1041">
                  <c:v>39533</c:v>
                </c:pt>
                <c:pt idx="1042">
                  <c:v>39534</c:v>
                </c:pt>
                <c:pt idx="1043">
                  <c:v>39535</c:v>
                </c:pt>
                <c:pt idx="1044">
                  <c:v>39538</c:v>
                </c:pt>
                <c:pt idx="1045">
                  <c:v>39539</c:v>
                </c:pt>
                <c:pt idx="1046">
                  <c:v>39540</c:v>
                </c:pt>
                <c:pt idx="1047">
                  <c:v>39541</c:v>
                </c:pt>
                <c:pt idx="1048">
                  <c:v>39542</c:v>
                </c:pt>
                <c:pt idx="1049">
                  <c:v>39545</c:v>
                </c:pt>
                <c:pt idx="1050">
                  <c:v>39546</c:v>
                </c:pt>
                <c:pt idx="1051">
                  <c:v>39547</c:v>
                </c:pt>
                <c:pt idx="1052">
                  <c:v>39548</c:v>
                </c:pt>
                <c:pt idx="1053">
                  <c:v>39549</c:v>
                </c:pt>
                <c:pt idx="1054">
                  <c:v>39552</c:v>
                </c:pt>
                <c:pt idx="1055">
                  <c:v>39553</c:v>
                </c:pt>
                <c:pt idx="1056">
                  <c:v>39554</c:v>
                </c:pt>
                <c:pt idx="1057">
                  <c:v>39555</c:v>
                </c:pt>
                <c:pt idx="1058">
                  <c:v>39556</c:v>
                </c:pt>
                <c:pt idx="1059">
                  <c:v>39559</c:v>
                </c:pt>
                <c:pt idx="1060">
                  <c:v>39560</c:v>
                </c:pt>
                <c:pt idx="1061">
                  <c:v>39561</c:v>
                </c:pt>
                <c:pt idx="1062">
                  <c:v>39562</c:v>
                </c:pt>
                <c:pt idx="1063">
                  <c:v>39563</c:v>
                </c:pt>
                <c:pt idx="1064">
                  <c:v>39566</c:v>
                </c:pt>
                <c:pt idx="1065">
                  <c:v>39567</c:v>
                </c:pt>
                <c:pt idx="1066">
                  <c:v>39568</c:v>
                </c:pt>
                <c:pt idx="1067">
                  <c:v>39569</c:v>
                </c:pt>
                <c:pt idx="1068">
                  <c:v>39570</c:v>
                </c:pt>
                <c:pt idx="1069">
                  <c:v>39573</c:v>
                </c:pt>
                <c:pt idx="1070">
                  <c:v>39574</c:v>
                </c:pt>
                <c:pt idx="1071">
                  <c:v>39575</c:v>
                </c:pt>
                <c:pt idx="1072">
                  <c:v>39576</c:v>
                </c:pt>
                <c:pt idx="1073">
                  <c:v>39577</c:v>
                </c:pt>
                <c:pt idx="1074">
                  <c:v>39580</c:v>
                </c:pt>
                <c:pt idx="1075">
                  <c:v>39581</c:v>
                </c:pt>
                <c:pt idx="1076">
                  <c:v>39582</c:v>
                </c:pt>
                <c:pt idx="1077">
                  <c:v>39583</c:v>
                </c:pt>
                <c:pt idx="1078">
                  <c:v>39584</c:v>
                </c:pt>
                <c:pt idx="1079">
                  <c:v>39587</c:v>
                </c:pt>
                <c:pt idx="1080">
                  <c:v>39588</c:v>
                </c:pt>
                <c:pt idx="1081">
                  <c:v>39589</c:v>
                </c:pt>
                <c:pt idx="1082">
                  <c:v>39590</c:v>
                </c:pt>
                <c:pt idx="1083">
                  <c:v>39591</c:v>
                </c:pt>
                <c:pt idx="1084">
                  <c:v>39594</c:v>
                </c:pt>
                <c:pt idx="1085">
                  <c:v>39595</c:v>
                </c:pt>
                <c:pt idx="1086">
                  <c:v>39596</c:v>
                </c:pt>
                <c:pt idx="1087">
                  <c:v>39597</c:v>
                </c:pt>
                <c:pt idx="1088">
                  <c:v>39598</c:v>
                </c:pt>
                <c:pt idx="1089">
                  <c:v>39601</c:v>
                </c:pt>
                <c:pt idx="1090">
                  <c:v>39602</c:v>
                </c:pt>
                <c:pt idx="1091">
                  <c:v>39603</c:v>
                </c:pt>
                <c:pt idx="1092">
                  <c:v>39604</c:v>
                </c:pt>
                <c:pt idx="1093">
                  <c:v>39605</c:v>
                </c:pt>
                <c:pt idx="1094">
                  <c:v>39608</c:v>
                </c:pt>
                <c:pt idx="1095">
                  <c:v>39609</c:v>
                </c:pt>
                <c:pt idx="1096">
                  <c:v>39610</c:v>
                </c:pt>
                <c:pt idx="1097">
                  <c:v>39611</c:v>
                </c:pt>
                <c:pt idx="1098">
                  <c:v>39612</c:v>
                </c:pt>
                <c:pt idx="1099">
                  <c:v>39615</c:v>
                </c:pt>
                <c:pt idx="1100">
                  <c:v>39616</c:v>
                </c:pt>
                <c:pt idx="1101">
                  <c:v>39617</c:v>
                </c:pt>
                <c:pt idx="1102">
                  <c:v>39618</c:v>
                </c:pt>
                <c:pt idx="1103">
                  <c:v>39619</c:v>
                </c:pt>
                <c:pt idx="1104">
                  <c:v>39622</c:v>
                </c:pt>
                <c:pt idx="1105">
                  <c:v>39623</c:v>
                </c:pt>
                <c:pt idx="1106">
                  <c:v>39624</c:v>
                </c:pt>
                <c:pt idx="1107">
                  <c:v>39625</c:v>
                </c:pt>
                <c:pt idx="1108">
                  <c:v>39626</c:v>
                </c:pt>
                <c:pt idx="1109">
                  <c:v>39629</c:v>
                </c:pt>
                <c:pt idx="1110">
                  <c:v>39630</c:v>
                </c:pt>
                <c:pt idx="1111">
                  <c:v>39631</c:v>
                </c:pt>
                <c:pt idx="1112">
                  <c:v>39632</c:v>
                </c:pt>
                <c:pt idx="1113">
                  <c:v>39633</c:v>
                </c:pt>
                <c:pt idx="1114">
                  <c:v>39636</c:v>
                </c:pt>
                <c:pt idx="1115">
                  <c:v>39637</c:v>
                </c:pt>
                <c:pt idx="1116">
                  <c:v>39638</c:v>
                </c:pt>
                <c:pt idx="1117">
                  <c:v>39639</c:v>
                </c:pt>
                <c:pt idx="1118">
                  <c:v>39640</c:v>
                </c:pt>
                <c:pt idx="1119">
                  <c:v>39643</c:v>
                </c:pt>
                <c:pt idx="1120">
                  <c:v>39644</c:v>
                </c:pt>
                <c:pt idx="1121">
                  <c:v>39645</c:v>
                </c:pt>
                <c:pt idx="1122">
                  <c:v>39646</c:v>
                </c:pt>
                <c:pt idx="1123">
                  <c:v>39647</c:v>
                </c:pt>
                <c:pt idx="1124">
                  <c:v>39650</c:v>
                </c:pt>
                <c:pt idx="1125">
                  <c:v>39651</c:v>
                </c:pt>
                <c:pt idx="1126">
                  <c:v>39652</c:v>
                </c:pt>
                <c:pt idx="1127">
                  <c:v>39653</c:v>
                </c:pt>
                <c:pt idx="1128">
                  <c:v>39654</c:v>
                </c:pt>
                <c:pt idx="1129">
                  <c:v>39657</c:v>
                </c:pt>
                <c:pt idx="1130">
                  <c:v>39658</c:v>
                </c:pt>
                <c:pt idx="1131">
                  <c:v>39659</c:v>
                </c:pt>
                <c:pt idx="1132">
                  <c:v>39660</c:v>
                </c:pt>
                <c:pt idx="1133">
                  <c:v>39661</c:v>
                </c:pt>
                <c:pt idx="1134">
                  <c:v>39664</c:v>
                </c:pt>
                <c:pt idx="1135">
                  <c:v>39665</c:v>
                </c:pt>
                <c:pt idx="1136">
                  <c:v>39666</c:v>
                </c:pt>
                <c:pt idx="1137">
                  <c:v>39667</c:v>
                </c:pt>
                <c:pt idx="1138">
                  <c:v>39668</c:v>
                </c:pt>
                <c:pt idx="1139">
                  <c:v>39671</c:v>
                </c:pt>
                <c:pt idx="1140">
                  <c:v>39672</c:v>
                </c:pt>
                <c:pt idx="1141">
                  <c:v>39673</c:v>
                </c:pt>
                <c:pt idx="1142">
                  <c:v>39674</c:v>
                </c:pt>
                <c:pt idx="1143">
                  <c:v>39675</c:v>
                </c:pt>
                <c:pt idx="1144">
                  <c:v>39678</c:v>
                </c:pt>
                <c:pt idx="1145">
                  <c:v>39679</c:v>
                </c:pt>
                <c:pt idx="1146">
                  <c:v>39680</c:v>
                </c:pt>
                <c:pt idx="1147">
                  <c:v>39681</c:v>
                </c:pt>
                <c:pt idx="1148">
                  <c:v>39682</c:v>
                </c:pt>
                <c:pt idx="1149">
                  <c:v>39685</c:v>
                </c:pt>
                <c:pt idx="1150">
                  <c:v>39686</c:v>
                </c:pt>
                <c:pt idx="1151">
                  <c:v>39687</c:v>
                </c:pt>
                <c:pt idx="1152">
                  <c:v>39688</c:v>
                </c:pt>
                <c:pt idx="1153">
                  <c:v>39689</c:v>
                </c:pt>
                <c:pt idx="1154">
                  <c:v>39692</c:v>
                </c:pt>
                <c:pt idx="1155">
                  <c:v>39693</c:v>
                </c:pt>
                <c:pt idx="1156">
                  <c:v>39694</c:v>
                </c:pt>
                <c:pt idx="1157">
                  <c:v>39695</c:v>
                </c:pt>
                <c:pt idx="1158">
                  <c:v>39696</c:v>
                </c:pt>
                <c:pt idx="1159">
                  <c:v>39699</c:v>
                </c:pt>
                <c:pt idx="1160">
                  <c:v>39700</c:v>
                </c:pt>
                <c:pt idx="1161">
                  <c:v>39701</c:v>
                </c:pt>
                <c:pt idx="1162">
                  <c:v>39702</c:v>
                </c:pt>
                <c:pt idx="1163">
                  <c:v>39703</c:v>
                </c:pt>
                <c:pt idx="1164">
                  <c:v>39706</c:v>
                </c:pt>
                <c:pt idx="1165">
                  <c:v>39707</c:v>
                </c:pt>
                <c:pt idx="1166">
                  <c:v>39708</c:v>
                </c:pt>
                <c:pt idx="1167">
                  <c:v>39709</c:v>
                </c:pt>
                <c:pt idx="1168">
                  <c:v>39710</c:v>
                </c:pt>
                <c:pt idx="1169">
                  <c:v>39713</c:v>
                </c:pt>
                <c:pt idx="1170">
                  <c:v>39714</c:v>
                </c:pt>
                <c:pt idx="1171">
                  <c:v>39715</c:v>
                </c:pt>
                <c:pt idx="1172">
                  <c:v>39716</c:v>
                </c:pt>
                <c:pt idx="1173">
                  <c:v>39717</c:v>
                </c:pt>
                <c:pt idx="1174">
                  <c:v>39720</c:v>
                </c:pt>
                <c:pt idx="1175">
                  <c:v>39721</c:v>
                </c:pt>
                <c:pt idx="1176">
                  <c:v>39722</c:v>
                </c:pt>
                <c:pt idx="1177">
                  <c:v>39723</c:v>
                </c:pt>
                <c:pt idx="1178">
                  <c:v>39724</c:v>
                </c:pt>
                <c:pt idx="1179">
                  <c:v>39727</c:v>
                </c:pt>
                <c:pt idx="1180">
                  <c:v>39728</c:v>
                </c:pt>
                <c:pt idx="1181">
                  <c:v>39729</c:v>
                </c:pt>
                <c:pt idx="1182">
                  <c:v>39730</c:v>
                </c:pt>
                <c:pt idx="1183">
                  <c:v>39731</c:v>
                </c:pt>
                <c:pt idx="1184">
                  <c:v>39734</c:v>
                </c:pt>
                <c:pt idx="1185">
                  <c:v>39735</c:v>
                </c:pt>
                <c:pt idx="1186">
                  <c:v>39736</c:v>
                </c:pt>
                <c:pt idx="1187">
                  <c:v>39737</c:v>
                </c:pt>
                <c:pt idx="1188">
                  <c:v>39738</c:v>
                </c:pt>
                <c:pt idx="1189">
                  <c:v>39741</c:v>
                </c:pt>
                <c:pt idx="1190">
                  <c:v>39742</c:v>
                </c:pt>
                <c:pt idx="1191">
                  <c:v>39743</c:v>
                </c:pt>
                <c:pt idx="1192">
                  <c:v>39744</c:v>
                </c:pt>
                <c:pt idx="1193">
                  <c:v>39745</c:v>
                </c:pt>
                <c:pt idx="1194">
                  <c:v>39748</c:v>
                </c:pt>
                <c:pt idx="1195">
                  <c:v>39749</c:v>
                </c:pt>
                <c:pt idx="1196">
                  <c:v>39750</c:v>
                </c:pt>
                <c:pt idx="1197">
                  <c:v>39751</c:v>
                </c:pt>
                <c:pt idx="1198">
                  <c:v>39752</c:v>
                </c:pt>
                <c:pt idx="1199">
                  <c:v>39755</c:v>
                </c:pt>
                <c:pt idx="1200">
                  <c:v>39756</c:v>
                </c:pt>
                <c:pt idx="1201">
                  <c:v>39757</c:v>
                </c:pt>
                <c:pt idx="1202">
                  <c:v>39758</c:v>
                </c:pt>
                <c:pt idx="1203">
                  <c:v>39759</c:v>
                </c:pt>
                <c:pt idx="1204">
                  <c:v>39762</c:v>
                </c:pt>
                <c:pt idx="1205">
                  <c:v>39763</c:v>
                </c:pt>
                <c:pt idx="1206">
                  <c:v>39764</c:v>
                </c:pt>
                <c:pt idx="1207">
                  <c:v>39765</c:v>
                </c:pt>
                <c:pt idx="1208">
                  <c:v>39766</c:v>
                </c:pt>
                <c:pt idx="1209">
                  <c:v>39769</c:v>
                </c:pt>
                <c:pt idx="1210">
                  <c:v>39770</c:v>
                </c:pt>
                <c:pt idx="1211">
                  <c:v>39771</c:v>
                </c:pt>
                <c:pt idx="1212">
                  <c:v>39772</c:v>
                </c:pt>
                <c:pt idx="1213">
                  <c:v>39773</c:v>
                </c:pt>
                <c:pt idx="1214">
                  <c:v>39776</c:v>
                </c:pt>
                <c:pt idx="1215">
                  <c:v>39777</c:v>
                </c:pt>
                <c:pt idx="1216">
                  <c:v>39778</c:v>
                </c:pt>
                <c:pt idx="1217">
                  <c:v>39779</c:v>
                </c:pt>
                <c:pt idx="1218">
                  <c:v>39780</c:v>
                </c:pt>
                <c:pt idx="1219">
                  <c:v>39783</c:v>
                </c:pt>
                <c:pt idx="1220">
                  <c:v>39784</c:v>
                </c:pt>
                <c:pt idx="1221">
                  <c:v>39785</c:v>
                </c:pt>
                <c:pt idx="1222">
                  <c:v>39786</c:v>
                </c:pt>
                <c:pt idx="1223">
                  <c:v>39787</c:v>
                </c:pt>
                <c:pt idx="1224">
                  <c:v>39790</c:v>
                </c:pt>
                <c:pt idx="1225">
                  <c:v>39791</c:v>
                </c:pt>
                <c:pt idx="1226">
                  <c:v>39792</c:v>
                </c:pt>
                <c:pt idx="1227">
                  <c:v>39793</c:v>
                </c:pt>
                <c:pt idx="1228">
                  <c:v>39794</c:v>
                </c:pt>
                <c:pt idx="1229">
                  <c:v>39797</c:v>
                </c:pt>
                <c:pt idx="1230">
                  <c:v>39798</c:v>
                </c:pt>
                <c:pt idx="1231">
                  <c:v>39799</c:v>
                </c:pt>
                <c:pt idx="1232">
                  <c:v>39800</c:v>
                </c:pt>
                <c:pt idx="1233">
                  <c:v>39801</c:v>
                </c:pt>
                <c:pt idx="1234">
                  <c:v>39804</c:v>
                </c:pt>
                <c:pt idx="1235">
                  <c:v>39805</c:v>
                </c:pt>
                <c:pt idx="1236">
                  <c:v>39806</c:v>
                </c:pt>
                <c:pt idx="1237">
                  <c:v>39808</c:v>
                </c:pt>
                <c:pt idx="1238">
                  <c:v>39811</c:v>
                </c:pt>
                <c:pt idx="1239">
                  <c:v>39812</c:v>
                </c:pt>
                <c:pt idx="1240">
                  <c:v>39813</c:v>
                </c:pt>
                <c:pt idx="1241">
                  <c:v>39814</c:v>
                </c:pt>
                <c:pt idx="1242">
                  <c:v>39815</c:v>
                </c:pt>
                <c:pt idx="1243">
                  <c:v>39818</c:v>
                </c:pt>
                <c:pt idx="1244">
                  <c:v>39819</c:v>
                </c:pt>
                <c:pt idx="1245">
                  <c:v>39820</c:v>
                </c:pt>
                <c:pt idx="1246">
                  <c:v>39821</c:v>
                </c:pt>
                <c:pt idx="1247">
                  <c:v>39822</c:v>
                </c:pt>
                <c:pt idx="1248">
                  <c:v>39825</c:v>
                </c:pt>
                <c:pt idx="1249">
                  <c:v>39826</c:v>
                </c:pt>
                <c:pt idx="1250">
                  <c:v>39827</c:v>
                </c:pt>
                <c:pt idx="1251">
                  <c:v>39828</c:v>
                </c:pt>
                <c:pt idx="1252">
                  <c:v>39829</c:v>
                </c:pt>
                <c:pt idx="1253">
                  <c:v>39832</c:v>
                </c:pt>
                <c:pt idx="1254">
                  <c:v>39833</c:v>
                </c:pt>
                <c:pt idx="1255">
                  <c:v>39834</c:v>
                </c:pt>
                <c:pt idx="1256">
                  <c:v>39835</c:v>
                </c:pt>
                <c:pt idx="1257">
                  <c:v>39836</c:v>
                </c:pt>
                <c:pt idx="1258">
                  <c:v>39839</c:v>
                </c:pt>
                <c:pt idx="1259">
                  <c:v>39840</c:v>
                </c:pt>
                <c:pt idx="1260">
                  <c:v>39841</c:v>
                </c:pt>
                <c:pt idx="1261">
                  <c:v>39842</c:v>
                </c:pt>
                <c:pt idx="1262">
                  <c:v>39843</c:v>
                </c:pt>
                <c:pt idx="1263">
                  <c:v>39846</c:v>
                </c:pt>
                <c:pt idx="1264">
                  <c:v>39847</c:v>
                </c:pt>
                <c:pt idx="1265">
                  <c:v>39848</c:v>
                </c:pt>
                <c:pt idx="1266">
                  <c:v>39849</c:v>
                </c:pt>
                <c:pt idx="1267">
                  <c:v>39850</c:v>
                </c:pt>
                <c:pt idx="1268">
                  <c:v>39853</c:v>
                </c:pt>
                <c:pt idx="1269">
                  <c:v>39854</c:v>
                </c:pt>
                <c:pt idx="1270">
                  <c:v>39855</c:v>
                </c:pt>
                <c:pt idx="1271">
                  <c:v>39856</c:v>
                </c:pt>
                <c:pt idx="1272">
                  <c:v>39857</c:v>
                </c:pt>
                <c:pt idx="1273">
                  <c:v>39860</c:v>
                </c:pt>
                <c:pt idx="1274">
                  <c:v>39861</c:v>
                </c:pt>
                <c:pt idx="1275">
                  <c:v>39862</c:v>
                </c:pt>
                <c:pt idx="1276">
                  <c:v>39863</c:v>
                </c:pt>
                <c:pt idx="1277">
                  <c:v>39864</c:v>
                </c:pt>
                <c:pt idx="1278">
                  <c:v>39867</c:v>
                </c:pt>
                <c:pt idx="1279">
                  <c:v>39868</c:v>
                </c:pt>
                <c:pt idx="1280">
                  <c:v>39869</c:v>
                </c:pt>
                <c:pt idx="1281">
                  <c:v>39870</c:v>
                </c:pt>
                <c:pt idx="1282">
                  <c:v>39871</c:v>
                </c:pt>
                <c:pt idx="1283">
                  <c:v>39874</c:v>
                </c:pt>
                <c:pt idx="1284">
                  <c:v>39875</c:v>
                </c:pt>
                <c:pt idx="1285">
                  <c:v>39876</c:v>
                </c:pt>
                <c:pt idx="1286">
                  <c:v>39877</c:v>
                </c:pt>
                <c:pt idx="1287">
                  <c:v>39878</c:v>
                </c:pt>
                <c:pt idx="1288">
                  <c:v>39881</c:v>
                </c:pt>
                <c:pt idx="1289">
                  <c:v>39882</c:v>
                </c:pt>
                <c:pt idx="1290">
                  <c:v>39883</c:v>
                </c:pt>
                <c:pt idx="1291">
                  <c:v>39884</c:v>
                </c:pt>
                <c:pt idx="1292">
                  <c:v>39885</c:v>
                </c:pt>
                <c:pt idx="1293">
                  <c:v>39888</c:v>
                </c:pt>
                <c:pt idx="1294">
                  <c:v>39889</c:v>
                </c:pt>
                <c:pt idx="1295">
                  <c:v>39890</c:v>
                </c:pt>
                <c:pt idx="1296">
                  <c:v>39891</c:v>
                </c:pt>
                <c:pt idx="1297">
                  <c:v>39892</c:v>
                </c:pt>
                <c:pt idx="1298">
                  <c:v>39895</c:v>
                </c:pt>
                <c:pt idx="1299">
                  <c:v>39896</c:v>
                </c:pt>
                <c:pt idx="1300">
                  <c:v>39897</c:v>
                </c:pt>
                <c:pt idx="1301">
                  <c:v>39898</c:v>
                </c:pt>
                <c:pt idx="1302">
                  <c:v>39899</c:v>
                </c:pt>
                <c:pt idx="1303">
                  <c:v>39902</c:v>
                </c:pt>
                <c:pt idx="1304">
                  <c:v>39903</c:v>
                </c:pt>
                <c:pt idx="1305">
                  <c:v>39904</c:v>
                </c:pt>
                <c:pt idx="1306">
                  <c:v>39905</c:v>
                </c:pt>
                <c:pt idx="1307">
                  <c:v>39906</c:v>
                </c:pt>
                <c:pt idx="1308">
                  <c:v>39909</c:v>
                </c:pt>
                <c:pt idx="1309">
                  <c:v>39910</c:v>
                </c:pt>
                <c:pt idx="1310">
                  <c:v>39911</c:v>
                </c:pt>
                <c:pt idx="1311">
                  <c:v>39912</c:v>
                </c:pt>
                <c:pt idx="1312">
                  <c:v>39913</c:v>
                </c:pt>
                <c:pt idx="1313">
                  <c:v>39916</c:v>
                </c:pt>
                <c:pt idx="1314">
                  <c:v>39917</c:v>
                </c:pt>
                <c:pt idx="1315">
                  <c:v>39918</c:v>
                </c:pt>
                <c:pt idx="1316">
                  <c:v>39919</c:v>
                </c:pt>
                <c:pt idx="1317">
                  <c:v>39920</c:v>
                </c:pt>
                <c:pt idx="1318">
                  <c:v>39923</c:v>
                </c:pt>
                <c:pt idx="1319">
                  <c:v>39924</c:v>
                </c:pt>
                <c:pt idx="1320">
                  <c:v>39925</c:v>
                </c:pt>
                <c:pt idx="1321">
                  <c:v>39926</c:v>
                </c:pt>
                <c:pt idx="1322">
                  <c:v>39927</c:v>
                </c:pt>
                <c:pt idx="1323">
                  <c:v>39930</c:v>
                </c:pt>
                <c:pt idx="1324">
                  <c:v>39931</c:v>
                </c:pt>
                <c:pt idx="1325">
                  <c:v>39932</c:v>
                </c:pt>
                <c:pt idx="1326">
                  <c:v>39933</c:v>
                </c:pt>
                <c:pt idx="1327">
                  <c:v>39934</c:v>
                </c:pt>
                <c:pt idx="1328">
                  <c:v>39937</c:v>
                </c:pt>
                <c:pt idx="1329">
                  <c:v>39938</c:v>
                </c:pt>
                <c:pt idx="1330">
                  <c:v>39939</c:v>
                </c:pt>
                <c:pt idx="1331">
                  <c:v>39940</c:v>
                </c:pt>
                <c:pt idx="1332">
                  <c:v>39941</c:v>
                </c:pt>
                <c:pt idx="1333">
                  <c:v>39944</c:v>
                </c:pt>
                <c:pt idx="1334">
                  <c:v>39945</c:v>
                </c:pt>
                <c:pt idx="1335">
                  <c:v>39946</c:v>
                </c:pt>
                <c:pt idx="1336">
                  <c:v>39947</c:v>
                </c:pt>
                <c:pt idx="1337">
                  <c:v>39948</c:v>
                </c:pt>
                <c:pt idx="1338">
                  <c:v>39951</c:v>
                </c:pt>
                <c:pt idx="1339">
                  <c:v>39952</c:v>
                </c:pt>
                <c:pt idx="1340">
                  <c:v>39953</c:v>
                </c:pt>
                <c:pt idx="1341">
                  <c:v>39954</c:v>
                </c:pt>
                <c:pt idx="1342">
                  <c:v>39955</c:v>
                </c:pt>
                <c:pt idx="1343">
                  <c:v>39958</c:v>
                </c:pt>
                <c:pt idx="1344">
                  <c:v>39959</c:v>
                </c:pt>
                <c:pt idx="1345">
                  <c:v>39960</c:v>
                </c:pt>
                <c:pt idx="1346">
                  <c:v>39961</c:v>
                </c:pt>
                <c:pt idx="1347">
                  <c:v>39962</c:v>
                </c:pt>
                <c:pt idx="1348">
                  <c:v>39965</c:v>
                </c:pt>
                <c:pt idx="1349">
                  <c:v>39966</c:v>
                </c:pt>
                <c:pt idx="1350">
                  <c:v>39967</c:v>
                </c:pt>
                <c:pt idx="1351">
                  <c:v>39968</c:v>
                </c:pt>
                <c:pt idx="1352">
                  <c:v>39969</c:v>
                </c:pt>
                <c:pt idx="1353">
                  <c:v>39972</c:v>
                </c:pt>
                <c:pt idx="1354">
                  <c:v>39973</c:v>
                </c:pt>
                <c:pt idx="1355">
                  <c:v>39974</c:v>
                </c:pt>
                <c:pt idx="1356">
                  <c:v>39975</c:v>
                </c:pt>
                <c:pt idx="1357">
                  <c:v>39976</c:v>
                </c:pt>
                <c:pt idx="1358">
                  <c:v>39979</c:v>
                </c:pt>
                <c:pt idx="1359">
                  <c:v>39980</c:v>
                </c:pt>
                <c:pt idx="1360">
                  <c:v>39981</c:v>
                </c:pt>
                <c:pt idx="1361">
                  <c:v>39982</c:v>
                </c:pt>
                <c:pt idx="1362">
                  <c:v>39983</c:v>
                </c:pt>
                <c:pt idx="1363">
                  <c:v>39986</c:v>
                </c:pt>
                <c:pt idx="1364">
                  <c:v>39987</c:v>
                </c:pt>
                <c:pt idx="1365">
                  <c:v>39988</c:v>
                </c:pt>
                <c:pt idx="1366">
                  <c:v>39989</c:v>
                </c:pt>
                <c:pt idx="1367">
                  <c:v>39990</c:v>
                </c:pt>
                <c:pt idx="1368">
                  <c:v>39993</c:v>
                </c:pt>
                <c:pt idx="1369">
                  <c:v>39994</c:v>
                </c:pt>
                <c:pt idx="1370">
                  <c:v>39995</c:v>
                </c:pt>
                <c:pt idx="1371">
                  <c:v>39996</c:v>
                </c:pt>
                <c:pt idx="1372">
                  <c:v>39997</c:v>
                </c:pt>
                <c:pt idx="1373">
                  <c:v>40000</c:v>
                </c:pt>
                <c:pt idx="1374">
                  <c:v>40001</c:v>
                </c:pt>
                <c:pt idx="1375">
                  <c:v>40002</c:v>
                </c:pt>
                <c:pt idx="1376">
                  <c:v>40003</c:v>
                </c:pt>
                <c:pt idx="1377">
                  <c:v>40004</c:v>
                </c:pt>
                <c:pt idx="1378">
                  <c:v>40007</c:v>
                </c:pt>
                <c:pt idx="1379">
                  <c:v>40008</c:v>
                </c:pt>
                <c:pt idx="1380">
                  <c:v>40009</c:v>
                </c:pt>
                <c:pt idx="1381">
                  <c:v>40010</c:v>
                </c:pt>
                <c:pt idx="1382">
                  <c:v>40011</c:v>
                </c:pt>
                <c:pt idx="1383">
                  <c:v>40014</c:v>
                </c:pt>
                <c:pt idx="1384">
                  <c:v>40015</c:v>
                </c:pt>
                <c:pt idx="1385">
                  <c:v>40016</c:v>
                </c:pt>
                <c:pt idx="1386">
                  <c:v>40017</c:v>
                </c:pt>
                <c:pt idx="1387">
                  <c:v>40018</c:v>
                </c:pt>
                <c:pt idx="1388">
                  <c:v>40021</c:v>
                </c:pt>
                <c:pt idx="1389">
                  <c:v>40022</c:v>
                </c:pt>
                <c:pt idx="1390">
                  <c:v>40023</c:v>
                </c:pt>
                <c:pt idx="1391">
                  <c:v>40024</c:v>
                </c:pt>
                <c:pt idx="1392">
                  <c:v>40025</c:v>
                </c:pt>
                <c:pt idx="1393">
                  <c:v>40028</c:v>
                </c:pt>
                <c:pt idx="1394">
                  <c:v>40029</c:v>
                </c:pt>
                <c:pt idx="1395">
                  <c:v>40030</c:v>
                </c:pt>
                <c:pt idx="1396">
                  <c:v>40031</c:v>
                </c:pt>
                <c:pt idx="1397">
                  <c:v>40032</c:v>
                </c:pt>
                <c:pt idx="1398">
                  <c:v>40035</c:v>
                </c:pt>
                <c:pt idx="1399">
                  <c:v>40036</c:v>
                </c:pt>
                <c:pt idx="1400">
                  <c:v>40037</c:v>
                </c:pt>
                <c:pt idx="1401">
                  <c:v>40038</c:v>
                </c:pt>
                <c:pt idx="1402">
                  <c:v>40039</c:v>
                </c:pt>
                <c:pt idx="1403">
                  <c:v>40042</c:v>
                </c:pt>
                <c:pt idx="1404">
                  <c:v>40043</c:v>
                </c:pt>
                <c:pt idx="1405">
                  <c:v>40044</c:v>
                </c:pt>
                <c:pt idx="1406">
                  <c:v>40045</c:v>
                </c:pt>
                <c:pt idx="1407">
                  <c:v>40046</c:v>
                </c:pt>
                <c:pt idx="1408">
                  <c:v>40049</c:v>
                </c:pt>
                <c:pt idx="1409">
                  <c:v>40050</c:v>
                </c:pt>
                <c:pt idx="1410">
                  <c:v>40051</c:v>
                </c:pt>
                <c:pt idx="1411">
                  <c:v>40052</c:v>
                </c:pt>
                <c:pt idx="1412">
                  <c:v>40053</c:v>
                </c:pt>
                <c:pt idx="1413">
                  <c:v>40056</c:v>
                </c:pt>
                <c:pt idx="1414">
                  <c:v>40057</c:v>
                </c:pt>
                <c:pt idx="1415">
                  <c:v>40058</c:v>
                </c:pt>
                <c:pt idx="1416">
                  <c:v>40059</c:v>
                </c:pt>
                <c:pt idx="1417">
                  <c:v>40060</c:v>
                </c:pt>
                <c:pt idx="1418">
                  <c:v>40063</c:v>
                </c:pt>
                <c:pt idx="1419">
                  <c:v>40064</c:v>
                </c:pt>
                <c:pt idx="1420">
                  <c:v>40065</c:v>
                </c:pt>
                <c:pt idx="1421">
                  <c:v>40066</c:v>
                </c:pt>
                <c:pt idx="1422">
                  <c:v>40067</c:v>
                </c:pt>
                <c:pt idx="1423">
                  <c:v>40070</c:v>
                </c:pt>
                <c:pt idx="1424">
                  <c:v>40071</c:v>
                </c:pt>
                <c:pt idx="1425">
                  <c:v>40072</c:v>
                </c:pt>
                <c:pt idx="1426">
                  <c:v>40073</c:v>
                </c:pt>
                <c:pt idx="1427">
                  <c:v>40074</c:v>
                </c:pt>
                <c:pt idx="1428">
                  <c:v>40077</c:v>
                </c:pt>
                <c:pt idx="1429">
                  <c:v>40078</c:v>
                </c:pt>
                <c:pt idx="1430">
                  <c:v>40079</c:v>
                </c:pt>
                <c:pt idx="1431">
                  <c:v>40080</c:v>
                </c:pt>
                <c:pt idx="1432">
                  <c:v>40081</c:v>
                </c:pt>
                <c:pt idx="1433">
                  <c:v>40084</c:v>
                </c:pt>
                <c:pt idx="1434">
                  <c:v>40085</c:v>
                </c:pt>
                <c:pt idx="1435">
                  <c:v>40086</c:v>
                </c:pt>
                <c:pt idx="1436">
                  <c:v>40087</c:v>
                </c:pt>
                <c:pt idx="1437">
                  <c:v>40088</c:v>
                </c:pt>
                <c:pt idx="1438">
                  <c:v>40091</c:v>
                </c:pt>
                <c:pt idx="1439">
                  <c:v>40092</c:v>
                </c:pt>
                <c:pt idx="1440">
                  <c:v>40093</c:v>
                </c:pt>
                <c:pt idx="1441">
                  <c:v>40094</c:v>
                </c:pt>
                <c:pt idx="1442">
                  <c:v>40095</c:v>
                </c:pt>
                <c:pt idx="1443">
                  <c:v>40098</c:v>
                </c:pt>
                <c:pt idx="1444">
                  <c:v>40099</c:v>
                </c:pt>
                <c:pt idx="1445">
                  <c:v>40100</c:v>
                </c:pt>
                <c:pt idx="1446">
                  <c:v>40101</c:v>
                </c:pt>
                <c:pt idx="1447">
                  <c:v>40102</c:v>
                </c:pt>
                <c:pt idx="1448">
                  <c:v>40105</c:v>
                </c:pt>
                <c:pt idx="1449">
                  <c:v>40106</c:v>
                </c:pt>
                <c:pt idx="1450">
                  <c:v>40107</c:v>
                </c:pt>
                <c:pt idx="1451">
                  <c:v>40108</c:v>
                </c:pt>
                <c:pt idx="1452">
                  <c:v>40109</c:v>
                </c:pt>
                <c:pt idx="1453">
                  <c:v>40112</c:v>
                </c:pt>
                <c:pt idx="1454">
                  <c:v>40113</c:v>
                </c:pt>
                <c:pt idx="1455">
                  <c:v>40114</c:v>
                </c:pt>
                <c:pt idx="1456">
                  <c:v>40115</c:v>
                </c:pt>
                <c:pt idx="1457">
                  <c:v>40116</c:v>
                </c:pt>
                <c:pt idx="1458">
                  <c:v>40119</c:v>
                </c:pt>
                <c:pt idx="1459">
                  <c:v>40120</c:v>
                </c:pt>
                <c:pt idx="1460">
                  <c:v>40121</c:v>
                </c:pt>
                <c:pt idx="1461">
                  <c:v>40122</c:v>
                </c:pt>
                <c:pt idx="1462">
                  <c:v>40123</c:v>
                </c:pt>
                <c:pt idx="1463">
                  <c:v>40126</c:v>
                </c:pt>
                <c:pt idx="1464">
                  <c:v>40127</c:v>
                </c:pt>
                <c:pt idx="1465">
                  <c:v>40128</c:v>
                </c:pt>
                <c:pt idx="1466">
                  <c:v>40129</c:v>
                </c:pt>
                <c:pt idx="1467">
                  <c:v>40130</c:v>
                </c:pt>
                <c:pt idx="1468">
                  <c:v>40133</c:v>
                </c:pt>
                <c:pt idx="1469">
                  <c:v>40134</c:v>
                </c:pt>
                <c:pt idx="1470">
                  <c:v>40135</c:v>
                </c:pt>
                <c:pt idx="1471">
                  <c:v>40136</c:v>
                </c:pt>
                <c:pt idx="1472">
                  <c:v>40137</c:v>
                </c:pt>
                <c:pt idx="1473">
                  <c:v>40140</c:v>
                </c:pt>
                <c:pt idx="1474">
                  <c:v>40141</c:v>
                </c:pt>
                <c:pt idx="1475">
                  <c:v>40142</c:v>
                </c:pt>
                <c:pt idx="1476">
                  <c:v>40143</c:v>
                </c:pt>
                <c:pt idx="1477">
                  <c:v>40144</c:v>
                </c:pt>
                <c:pt idx="1478">
                  <c:v>40147</c:v>
                </c:pt>
                <c:pt idx="1479">
                  <c:v>40148</c:v>
                </c:pt>
                <c:pt idx="1480">
                  <c:v>40149</c:v>
                </c:pt>
                <c:pt idx="1481">
                  <c:v>40150</c:v>
                </c:pt>
                <c:pt idx="1482">
                  <c:v>40151</c:v>
                </c:pt>
                <c:pt idx="1483">
                  <c:v>40154</c:v>
                </c:pt>
                <c:pt idx="1484">
                  <c:v>40155</c:v>
                </c:pt>
                <c:pt idx="1485">
                  <c:v>40156</c:v>
                </c:pt>
                <c:pt idx="1486">
                  <c:v>40157</c:v>
                </c:pt>
                <c:pt idx="1487">
                  <c:v>40158</c:v>
                </c:pt>
                <c:pt idx="1488">
                  <c:v>40161</c:v>
                </c:pt>
                <c:pt idx="1489">
                  <c:v>40162</c:v>
                </c:pt>
                <c:pt idx="1490">
                  <c:v>40163</c:v>
                </c:pt>
                <c:pt idx="1491">
                  <c:v>40164</c:v>
                </c:pt>
                <c:pt idx="1492">
                  <c:v>40165</c:v>
                </c:pt>
                <c:pt idx="1493">
                  <c:v>40168</c:v>
                </c:pt>
                <c:pt idx="1494">
                  <c:v>40169</c:v>
                </c:pt>
                <c:pt idx="1495">
                  <c:v>40170</c:v>
                </c:pt>
                <c:pt idx="1496">
                  <c:v>40171</c:v>
                </c:pt>
                <c:pt idx="1497">
                  <c:v>40172</c:v>
                </c:pt>
                <c:pt idx="1498">
                  <c:v>40175</c:v>
                </c:pt>
                <c:pt idx="1499">
                  <c:v>40176</c:v>
                </c:pt>
                <c:pt idx="1500">
                  <c:v>40177</c:v>
                </c:pt>
                <c:pt idx="1501">
                  <c:v>40178</c:v>
                </c:pt>
                <c:pt idx="1502">
                  <c:v>40179</c:v>
                </c:pt>
                <c:pt idx="1503">
                  <c:v>40182</c:v>
                </c:pt>
                <c:pt idx="1504">
                  <c:v>40183</c:v>
                </c:pt>
                <c:pt idx="1505">
                  <c:v>40184</c:v>
                </c:pt>
                <c:pt idx="1506">
                  <c:v>40185</c:v>
                </c:pt>
                <c:pt idx="1507">
                  <c:v>40186</c:v>
                </c:pt>
                <c:pt idx="1508">
                  <c:v>40189</c:v>
                </c:pt>
                <c:pt idx="1509">
                  <c:v>40190</c:v>
                </c:pt>
                <c:pt idx="1510">
                  <c:v>40191</c:v>
                </c:pt>
                <c:pt idx="1511">
                  <c:v>40192</c:v>
                </c:pt>
                <c:pt idx="1512">
                  <c:v>40193</c:v>
                </c:pt>
                <c:pt idx="1513">
                  <c:v>40196</c:v>
                </c:pt>
                <c:pt idx="1514">
                  <c:v>40197</c:v>
                </c:pt>
                <c:pt idx="1515">
                  <c:v>40198</c:v>
                </c:pt>
                <c:pt idx="1516">
                  <c:v>40199</c:v>
                </c:pt>
                <c:pt idx="1517">
                  <c:v>40200</c:v>
                </c:pt>
                <c:pt idx="1518">
                  <c:v>40203</c:v>
                </c:pt>
                <c:pt idx="1519">
                  <c:v>40204</c:v>
                </c:pt>
                <c:pt idx="1520">
                  <c:v>40205</c:v>
                </c:pt>
                <c:pt idx="1521">
                  <c:v>40206</c:v>
                </c:pt>
                <c:pt idx="1522">
                  <c:v>40207</c:v>
                </c:pt>
                <c:pt idx="1523">
                  <c:v>40210</c:v>
                </c:pt>
                <c:pt idx="1524">
                  <c:v>40211</c:v>
                </c:pt>
                <c:pt idx="1525">
                  <c:v>40212</c:v>
                </c:pt>
                <c:pt idx="1526">
                  <c:v>40213</c:v>
                </c:pt>
                <c:pt idx="1527">
                  <c:v>40214</c:v>
                </c:pt>
                <c:pt idx="1528">
                  <c:v>40217</c:v>
                </c:pt>
                <c:pt idx="1529">
                  <c:v>40218</c:v>
                </c:pt>
                <c:pt idx="1530">
                  <c:v>40219</c:v>
                </c:pt>
                <c:pt idx="1531">
                  <c:v>40220</c:v>
                </c:pt>
                <c:pt idx="1532">
                  <c:v>40221</c:v>
                </c:pt>
                <c:pt idx="1533">
                  <c:v>40224</c:v>
                </c:pt>
                <c:pt idx="1534">
                  <c:v>40225</c:v>
                </c:pt>
                <c:pt idx="1535">
                  <c:v>40226</c:v>
                </c:pt>
                <c:pt idx="1536">
                  <c:v>40227</c:v>
                </c:pt>
                <c:pt idx="1537">
                  <c:v>40228</c:v>
                </c:pt>
                <c:pt idx="1538">
                  <c:v>40231</c:v>
                </c:pt>
                <c:pt idx="1539">
                  <c:v>40232</c:v>
                </c:pt>
                <c:pt idx="1540">
                  <c:v>40233</c:v>
                </c:pt>
                <c:pt idx="1541">
                  <c:v>40234</c:v>
                </c:pt>
                <c:pt idx="1542">
                  <c:v>40235</c:v>
                </c:pt>
                <c:pt idx="1543">
                  <c:v>40238</c:v>
                </c:pt>
                <c:pt idx="1544">
                  <c:v>40239</c:v>
                </c:pt>
                <c:pt idx="1545">
                  <c:v>40240</c:v>
                </c:pt>
                <c:pt idx="1546">
                  <c:v>40241</c:v>
                </c:pt>
                <c:pt idx="1547">
                  <c:v>40242</c:v>
                </c:pt>
                <c:pt idx="1548">
                  <c:v>40245</c:v>
                </c:pt>
                <c:pt idx="1549">
                  <c:v>40246</c:v>
                </c:pt>
                <c:pt idx="1550">
                  <c:v>40247</c:v>
                </c:pt>
                <c:pt idx="1551">
                  <c:v>40248</c:v>
                </c:pt>
                <c:pt idx="1552">
                  <c:v>40249</c:v>
                </c:pt>
                <c:pt idx="1553">
                  <c:v>40252</c:v>
                </c:pt>
                <c:pt idx="1554">
                  <c:v>40253</c:v>
                </c:pt>
                <c:pt idx="1555">
                  <c:v>40254</c:v>
                </c:pt>
                <c:pt idx="1556">
                  <c:v>40255</c:v>
                </c:pt>
                <c:pt idx="1557">
                  <c:v>40256</c:v>
                </c:pt>
                <c:pt idx="1558">
                  <c:v>40259</c:v>
                </c:pt>
                <c:pt idx="1559">
                  <c:v>40260</c:v>
                </c:pt>
                <c:pt idx="1560">
                  <c:v>40261</c:v>
                </c:pt>
                <c:pt idx="1561">
                  <c:v>40262</c:v>
                </c:pt>
                <c:pt idx="1562">
                  <c:v>40263</c:v>
                </c:pt>
                <c:pt idx="1563">
                  <c:v>40266</c:v>
                </c:pt>
                <c:pt idx="1564">
                  <c:v>40267</c:v>
                </c:pt>
                <c:pt idx="1565">
                  <c:v>40268</c:v>
                </c:pt>
                <c:pt idx="1566">
                  <c:v>40269</c:v>
                </c:pt>
                <c:pt idx="1567">
                  <c:v>40270</c:v>
                </c:pt>
                <c:pt idx="1568">
                  <c:v>40273</c:v>
                </c:pt>
                <c:pt idx="1569">
                  <c:v>40274</c:v>
                </c:pt>
                <c:pt idx="1570">
                  <c:v>40275</c:v>
                </c:pt>
                <c:pt idx="1571">
                  <c:v>40276</c:v>
                </c:pt>
                <c:pt idx="1572">
                  <c:v>40277</c:v>
                </c:pt>
                <c:pt idx="1573">
                  <c:v>40280</c:v>
                </c:pt>
                <c:pt idx="1574">
                  <c:v>40281</c:v>
                </c:pt>
                <c:pt idx="1575">
                  <c:v>40282</c:v>
                </c:pt>
                <c:pt idx="1576">
                  <c:v>40283</c:v>
                </c:pt>
                <c:pt idx="1577">
                  <c:v>40284</c:v>
                </c:pt>
                <c:pt idx="1578">
                  <c:v>40287</c:v>
                </c:pt>
                <c:pt idx="1579">
                  <c:v>40288</c:v>
                </c:pt>
                <c:pt idx="1580">
                  <c:v>40289</c:v>
                </c:pt>
                <c:pt idx="1581">
                  <c:v>40290</c:v>
                </c:pt>
                <c:pt idx="1582">
                  <c:v>40291</c:v>
                </c:pt>
                <c:pt idx="1583">
                  <c:v>40294</c:v>
                </c:pt>
                <c:pt idx="1584">
                  <c:v>40295</c:v>
                </c:pt>
                <c:pt idx="1585">
                  <c:v>40296</c:v>
                </c:pt>
                <c:pt idx="1586">
                  <c:v>40297</c:v>
                </c:pt>
                <c:pt idx="1587">
                  <c:v>40298</c:v>
                </c:pt>
                <c:pt idx="1588">
                  <c:v>40301</c:v>
                </c:pt>
                <c:pt idx="1589">
                  <c:v>40302</c:v>
                </c:pt>
                <c:pt idx="1590">
                  <c:v>40303</c:v>
                </c:pt>
                <c:pt idx="1591">
                  <c:v>40304</c:v>
                </c:pt>
                <c:pt idx="1592">
                  <c:v>40305</c:v>
                </c:pt>
                <c:pt idx="1593">
                  <c:v>40308</c:v>
                </c:pt>
                <c:pt idx="1594">
                  <c:v>40309</c:v>
                </c:pt>
                <c:pt idx="1595">
                  <c:v>40310</c:v>
                </c:pt>
                <c:pt idx="1596">
                  <c:v>40311</c:v>
                </c:pt>
                <c:pt idx="1597">
                  <c:v>40312</c:v>
                </c:pt>
                <c:pt idx="1598">
                  <c:v>40315</c:v>
                </c:pt>
                <c:pt idx="1599">
                  <c:v>40316</c:v>
                </c:pt>
                <c:pt idx="1600">
                  <c:v>40317</c:v>
                </c:pt>
                <c:pt idx="1601">
                  <c:v>40318</c:v>
                </c:pt>
                <c:pt idx="1602">
                  <c:v>40319</c:v>
                </c:pt>
                <c:pt idx="1603">
                  <c:v>40322</c:v>
                </c:pt>
                <c:pt idx="1604">
                  <c:v>40323</c:v>
                </c:pt>
                <c:pt idx="1605">
                  <c:v>40324</c:v>
                </c:pt>
                <c:pt idx="1606">
                  <c:v>40325</c:v>
                </c:pt>
                <c:pt idx="1607">
                  <c:v>40326</c:v>
                </c:pt>
                <c:pt idx="1608">
                  <c:v>40329</c:v>
                </c:pt>
                <c:pt idx="1609">
                  <c:v>40330</c:v>
                </c:pt>
                <c:pt idx="1610">
                  <c:v>40331</c:v>
                </c:pt>
                <c:pt idx="1611">
                  <c:v>40332</c:v>
                </c:pt>
                <c:pt idx="1612">
                  <c:v>40333</c:v>
                </c:pt>
                <c:pt idx="1613">
                  <c:v>40336</c:v>
                </c:pt>
                <c:pt idx="1614">
                  <c:v>40337</c:v>
                </c:pt>
                <c:pt idx="1615">
                  <c:v>40338</c:v>
                </c:pt>
                <c:pt idx="1616">
                  <c:v>40339</c:v>
                </c:pt>
                <c:pt idx="1617">
                  <c:v>40340</c:v>
                </c:pt>
                <c:pt idx="1618">
                  <c:v>40343</c:v>
                </c:pt>
                <c:pt idx="1619">
                  <c:v>40344</c:v>
                </c:pt>
                <c:pt idx="1620">
                  <c:v>40345</c:v>
                </c:pt>
                <c:pt idx="1621">
                  <c:v>40346</c:v>
                </c:pt>
                <c:pt idx="1622">
                  <c:v>40347</c:v>
                </c:pt>
                <c:pt idx="1623">
                  <c:v>40350</c:v>
                </c:pt>
                <c:pt idx="1624">
                  <c:v>40351</c:v>
                </c:pt>
                <c:pt idx="1625">
                  <c:v>40352</c:v>
                </c:pt>
                <c:pt idx="1626">
                  <c:v>40353</c:v>
                </c:pt>
                <c:pt idx="1627">
                  <c:v>40354</c:v>
                </c:pt>
                <c:pt idx="1628">
                  <c:v>40357</c:v>
                </c:pt>
                <c:pt idx="1629">
                  <c:v>40358</c:v>
                </c:pt>
                <c:pt idx="1630">
                  <c:v>40359</c:v>
                </c:pt>
                <c:pt idx="1631">
                  <c:v>40360</c:v>
                </c:pt>
                <c:pt idx="1632">
                  <c:v>40361</c:v>
                </c:pt>
                <c:pt idx="1633">
                  <c:v>40364</c:v>
                </c:pt>
                <c:pt idx="1634">
                  <c:v>40365</c:v>
                </c:pt>
                <c:pt idx="1635">
                  <c:v>40366</c:v>
                </c:pt>
                <c:pt idx="1636">
                  <c:v>40367</c:v>
                </c:pt>
                <c:pt idx="1637">
                  <c:v>40368</c:v>
                </c:pt>
                <c:pt idx="1638">
                  <c:v>40371</c:v>
                </c:pt>
                <c:pt idx="1639">
                  <c:v>40372</c:v>
                </c:pt>
                <c:pt idx="1640">
                  <c:v>40373</c:v>
                </c:pt>
                <c:pt idx="1641">
                  <c:v>40374</c:v>
                </c:pt>
                <c:pt idx="1642">
                  <c:v>40375</c:v>
                </c:pt>
                <c:pt idx="1643">
                  <c:v>40378</c:v>
                </c:pt>
                <c:pt idx="1644">
                  <c:v>40379</c:v>
                </c:pt>
                <c:pt idx="1645">
                  <c:v>40380</c:v>
                </c:pt>
                <c:pt idx="1646">
                  <c:v>40381</c:v>
                </c:pt>
                <c:pt idx="1647">
                  <c:v>40382</c:v>
                </c:pt>
                <c:pt idx="1648">
                  <c:v>40385</c:v>
                </c:pt>
                <c:pt idx="1649">
                  <c:v>40386</c:v>
                </c:pt>
                <c:pt idx="1650">
                  <c:v>40387</c:v>
                </c:pt>
                <c:pt idx="1651">
                  <c:v>40388</c:v>
                </c:pt>
                <c:pt idx="1652">
                  <c:v>40389</c:v>
                </c:pt>
                <c:pt idx="1653">
                  <c:v>40392</c:v>
                </c:pt>
                <c:pt idx="1654">
                  <c:v>40393</c:v>
                </c:pt>
                <c:pt idx="1655">
                  <c:v>40394</c:v>
                </c:pt>
                <c:pt idx="1656">
                  <c:v>40395</c:v>
                </c:pt>
                <c:pt idx="1657">
                  <c:v>40396</c:v>
                </c:pt>
                <c:pt idx="1658">
                  <c:v>40399</c:v>
                </c:pt>
                <c:pt idx="1659">
                  <c:v>40400</c:v>
                </c:pt>
                <c:pt idx="1660">
                  <c:v>40401</c:v>
                </c:pt>
                <c:pt idx="1661">
                  <c:v>40402</c:v>
                </c:pt>
                <c:pt idx="1662">
                  <c:v>40403</c:v>
                </c:pt>
                <c:pt idx="1663">
                  <c:v>40406</c:v>
                </c:pt>
                <c:pt idx="1664">
                  <c:v>40407</c:v>
                </c:pt>
                <c:pt idx="1665">
                  <c:v>40408</c:v>
                </c:pt>
                <c:pt idx="1666">
                  <c:v>40409</c:v>
                </c:pt>
                <c:pt idx="1667">
                  <c:v>40410</c:v>
                </c:pt>
                <c:pt idx="1668">
                  <c:v>40413</c:v>
                </c:pt>
                <c:pt idx="1669">
                  <c:v>40414</c:v>
                </c:pt>
                <c:pt idx="1670">
                  <c:v>40415</c:v>
                </c:pt>
                <c:pt idx="1671">
                  <c:v>40416</c:v>
                </c:pt>
                <c:pt idx="1672">
                  <c:v>40417</c:v>
                </c:pt>
                <c:pt idx="1673">
                  <c:v>40420</c:v>
                </c:pt>
                <c:pt idx="1674">
                  <c:v>40421</c:v>
                </c:pt>
                <c:pt idx="1675">
                  <c:v>40422</c:v>
                </c:pt>
                <c:pt idx="1676">
                  <c:v>40423</c:v>
                </c:pt>
                <c:pt idx="1677">
                  <c:v>40424</c:v>
                </c:pt>
                <c:pt idx="1678">
                  <c:v>40427</c:v>
                </c:pt>
                <c:pt idx="1679">
                  <c:v>40428</c:v>
                </c:pt>
                <c:pt idx="1680">
                  <c:v>40429</c:v>
                </c:pt>
                <c:pt idx="1681">
                  <c:v>40430</c:v>
                </c:pt>
                <c:pt idx="1682">
                  <c:v>40431</c:v>
                </c:pt>
                <c:pt idx="1683">
                  <c:v>40434</c:v>
                </c:pt>
                <c:pt idx="1684">
                  <c:v>40435</c:v>
                </c:pt>
                <c:pt idx="1685">
                  <c:v>40436</c:v>
                </c:pt>
                <c:pt idx="1686">
                  <c:v>40437</c:v>
                </c:pt>
                <c:pt idx="1687">
                  <c:v>40438</c:v>
                </c:pt>
                <c:pt idx="1688">
                  <c:v>40441</c:v>
                </c:pt>
                <c:pt idx="1689">
                  <c:v>40442</c:v>
                </c:pt>
                <c:pt idx="1690">
                  <c:v>40443</c:v>
                </c:pt>
                <c:pt idx="1691">
                  <c:v>40444</c:v>
                </c:pt>
                <c:pt idx="1692">
                  <c:v>40445</c:v>
                </c:pt>
                <c:pt idx="1693">
                  <c:v>40448</c:v>
                </c:pt>
                <c:pt idx="1694">
                  <c:v>40449</c:v>
                </c:pt>
                <c:pt idx="1695">
                  <c:v>40450</c:v>
                </c:pt>
                <c:pt idx="1696">
                  <c:v>40451</c:v>
                </c:pt>
                <c:pt idx="1697">
                  <c:v>40452</c:v>
                </c:pt>
                <c:pt idx="1698">
                  <c:v>40455</c:v>
                </c:pt>
                <c:pt idx="1699">
                  <c:v>40456</c:v>
                </c:pt>
                <c:pt idx="1700">
                  <c:v>40457</c:v>
                </c:pt>
                <c:pt idx="1701">
                  <c:v>40458</c:v>
                </c:pt>
                <c:pt idx="1702">
                  <c:v>40459</c:v>
                </c:pt>
                <c:pt idx="1703">
                  <c:v>40462</c:v>
                </c:pt>
                <c:pt idx="1704">
                  <c:v>40463</c:v>
                </c:pt>
                <c:pt idx="1705">
                  <c:v>40464</c:v>
                </c:pt>
                <c:pt idx="1706">
                  <c:v>40465</c:v>
                </c:pt>
                <c:pt idx="1707">
                  <c:v>40466</c:v>
                </c:pt>
                <c:pt idx="1708">
                  <c:v>40469</c:v>
                </c:pt>
                <c:pt idx="1709">
                  <c:v>40470</c:v>
                </c:pt>
                <c:pt idx="1710">
                  <c:v>40471</c:v>
                </c:pt>
                <c:pt idx="1711">
                  <c:v>40472</c:v>
                </c:pt>
                <c:pt idx="1712">
                  <c:v>40473</c:v>
                </c:pt>
                <c:pt idx="1713">
                  <c:v>40476</c:v>
                </c:pt>
                <c:pt idx="1714">
                  <c:v>40477</c:v>
                </c:pt>
                <c:pt idx="1715">
                  <c:v>40478</c:v>
                </c:pt>
                <c:pt idx="1716">
                  <c:v>40479</c:v>
                </c:pt>
                <c:pt idx="1717">
                  <c:v>40480</c:v>
                </c:pt>
                <c:pt idx="1718">
                  <c:v>40483</c:v>
                </c:pt>
                <c:pt idx="1719">
                  <c:v>40484</c:v>
                </c:pt>
                <c:pt idx="1720">
                  <c:v>40485</c:v>
                </c:pt>
                <c:pt idx="1721">
                  <c:v>40486</c:v>
                </c:pt>
                <c:pt idx="1722">
                  <c:v>40487</c:v>
                </c:pt>
                <c:pt idx="1723">
                  <c:v>40490</c:v>
                </c:pt>
                <c:pt idx="1724">
                  <c:v>40491</c:v>
                </c:pt>
                <c:pt idx="1725">
                  <c:v>40492</c:v>
                </c:pt>
                <c:pt idx="1726">
                  <c:v>40493</c:v>
                </c:pt>
                <c:pt idx="1727">
                  <c:v>40494</c:v>
                </c:pt>
                <c:pt idx="1728">
                  <c:v>40497</c:v>
                </c:pt>
                <c:pt idx="1729">
                  <c:v>40498</c:v>
                </c:pt>
                <c:pt idx="1730">
                  <c:v>40499</c:v>
                </c:pt>
                <c:pt idx="1731">
                  <c:v>40500</c:v>
                </c:pt>
                <c:pt idx="1732">
                  <c:v>40501</c:v>
                </c:pt>
                <c:pt idx="1733">
                  <c:v>40504</c:v>
                </c:pt>
                <c:pt idx="1734">
                  <c:v>40505</c:v>
                </c:pt>
                <c:pt idx="1735">
                  <c:v>40506</c:v>
                </c:pt>
                <c:pt idx="1736">
                  <c:v>40507</c:v>
                </c:pt>
                <c:pt idx="1737">
                  <c:v>40508</c:v>
                </c:pt>
                <c:pt idx="1738">
                  <c:v>40511</c:v>
                </c:pt>
                <c:pt idx="1739">
                  <c:v>40512</c:v>
                </c:pt>
                <c:pt idx="1740">
                  <c:v>40513</c:v>
                </c:pt>
                <c:pt idx="1741">
                  <c:v>40514</c:v>
                </c:pt>
                <c:pt idx="1742">
                  <c:v>40515</c:v>
                </c:pt>
                <c:pt idx="1743">
                  <c:v>40518</c:v>
                </c:pt>
                <c:pt idx="1744">
                  <c:v>40519</c:v>
                </c:pt>
                <c:pt idx="1745">
                  <c:v>40520</c:v>
                </c:pt>
                <c:pt idx="1746">
                  <c:v>40521</c:v>
                </c:pt>
                <c:pt idx="1747">
                  <c:v>40522</c:v>
                </c:pt>
                <c:pt idx="1748">
                  <c:v>40525</c:v>
                </c:pt>
                <c:pt idx="1749">
                  <c:v>40526</c:v>
                </c:pt>
                <c:pt idx="1750">
                  <c:v>40527</c:v>
                </c:pt>
                <c:pt idx="1751">
                  <c:v>40528</c:v>
                </c:pt>
                <c:pt idx="1752">
                  <c:v>40529</c:v>
                </c:pt>
                <c:pt idx="1753">
                  <c:v>40532</c:v>
                </c:pt>
                <c:pt idx="1754">
                  <c:v>40533</c:v>
                </c:pt>
                <c:pt idx="1755">
                  <c:v>40534</c:v>
                </c:pt>
                <c:pt idx="1756">
                  <c:v>40535</c:v>
                </c:pt>
                <c:pt idx="1757">
                  <c:v>40536</c:v>
                </c:pt>
                <c:pt idx="1758">
                  <c:v>40539</c:v>
                </c:pt>
                <c:pt idx="1759">
                  <c:v>40540</c:v>
                </c:pt>
                <c:pt idx="1760">
                  <c:v>40541</c:v>
                </c:pt>
                <c:pt idx="1761">
                  <c:v>40542</c:v>
                </c:pt>
                <c:pt idx="1762">
                  <c:v>40543</c:v>
                </c:pt>
                <c:pt idx="1763">
                  <c:v>40546</c:v>
                </c:pt>
                <c:pt idx="1764">
                  <c:v>40547</c:v>
                </c:pt>
                <c:pt idx="1765">
                  <c:v>40548</c:v>
                </c:pt>
                <c:pt idx="1766">
                  <c:v>40549</c:v>
                </c:pt>
                <c:pt idx="1767">
                  <c:v>40550</c:v>
                </c:pt>
                <c:pt idx="1768">
                  <c:v>40553</c:v>
                </c:pt>
                <c:pt idx="1769">
                  <c:v>40554</c:v>
                </c:pt>
                <c:pt idx="1770">
                  <c:v>40555</c:v>
                </c:pt>
                <c:pt idx="1771">
                  <c:v>40556</c:v>
                </c:pt>
                <c:pt idx="1772">
                  <c:v>40557</c:v>
                </c:pt>
                <c:pt idx="1773">
                  <c:v>40560</c:v>
                </c:pt>
                <c:pt idx="1774">
                  <c:v>40561</c:v>
                </c:pt>
                <c:pt idx="1775">
                  <c:v>40562</c:v>
                </c:pt>
                <c:pt idx="1776">
                  <c:v>40563</c:v>
                </c:pt>
                <c:pt idx="1777">
                  <c:v>40564</c:v>
                </c:pt>
                <c:pt idx="1778">
                  <c:v>40567</c:v>
                </c:pt>
                <c:pt idx="1779">
                  <c:v>40568</c:v>
                </c:pt>
                <c:pt idx="1780">
                  <c:v>40569</c:v>
                </c:pt>
                <c:pt idx="1781">
                  <c:v>40570</c:v>
                </c:pt>
                <c:pt idx="1782">
                  <c:v>40571</c:v>
                </c:pt>
                <c:pt idx="1783">
                  <c:v>40574</c:v>
                </c:pt>
                <c:pt idx="1784">
                  <c:v>40575</c:v>
                </c:pt>
                <c:pt idx="1785">
                  <c:v>40576</c:v>
                </c:pt>
                <c:pt idx="1786">
                  <c:v>40577</c:v>
                </c:pt>
                <c:pt idx="1787">
                  <c:v>40578</c:v>
                </c:pt>
                <c:pt idx="1788">
                  <c:v>40581</c:v>
                </c:pt>
                <c:pt idx="1789">
                  <c:v>40582</c:v>
                </c:pt>
                <c:pt idx="1790">
                  <c:v>40583</c:v>
                </c:pt>
                <c:pt idx="1791">
                  <c:v>40584</c:v>
                </c:pt>
                <c:pt idx="1792">
                  <c:v>40585</c:v>
                </c:pt>
                <c:pt idx="1793">
                  <c:v>40588</c:v>
                </c:pt>
                <c:pt idx="1794">
                  <c:v>40589</c:v>
                </c:pt>
                <c:pt idx="1795">
                  <c:v>40590</c:v>
                </c:pt>
                <c:pt idx="1796">
                  <c:v>40591</c:v>
                </c:pt>
                <c:pt idx="1797">
                  <c:v>40592</c:v>
                </c:pt>
                <c:pt idx="1798">
                  <c:v>40595</c:v>
                </c:pt>
                <c:pt idx="1799">
                  <c:v>40596</c:v>
                </c:pt>
                <c:pt idx="1800">
                  <c:v>40597</c:v>
                </c:pt>
                <c:pt idx="1801">
                  <c:v>40598</c:v>
                </c:pt>
                <c:pt idx="1802">
                  <c:v>40599</c:v>
                </c:pt>
                <c:pt idx="1803">
                  <c:v>40602</c:v>
                </c:pt>
                <c:pt idx="1804">
                  <c:v>40603</c:v>
                </c:pt>
                <c:pt idx="1805">
                  <c:v>40604</c:v>
                </c:pt>
                <c:pt idx="1806">
                  <c:v>40605</c:v>
                </c:pt>
                <c:pt idx="1807">
                  <c:v>40606</c:v>
                </c:pt>
                <c:pt idx="1808">
                  <c:v>40609</c:v>
                </c:pt>
                <c:pt idx="1809">
                  <c:v>40610</c:v>
                </c:pt>
                <c:pt idx="1810">
                  <c:v>40611</c:v>
                </c:pt>
                <c:pt idx="1811">
                  <c:v>40612</c:v>
                </c:pt>
                <c:pt idx="1812">
                  <c:v>40613</c:v>
                </c:pt>
                <c:pt idx="1813">
                  <c:v>40616</c:v>
                </c:pt>
                <c:pt idx="1814">
                  <c:v>40617</c:v>
                </c:pt>
                <c:pt idx="1815">
                  <c:v>40618</c:v>
                </c:pt>
                <c:pt idx="1816">
                  <c:v>40619</c:v>
                </c:pt>
                <c:pt idx="1817">
                  <c:v>40620</c:v>
                </c:pt>
                <c:pt idx="1818">
                  <c:v>40623</c:v>
                </c:pt>
                <c:pt idx="1819">
                  <c:v>40624</c:v>
                </c:pt>
                <c:pt idx="1820">
                  <c:v>40625</c:v>
                </c:pt>
                <c:pt idx="1821">
                  <c:v>40626</c:v>
                </c:pt>
                <c:pt idx="1822">
                  <c:v>40627</c:v>
                </c:pt>
                <c:pt idx="1823">
                  <c:v>40630</c:v>
                </c:pt>
                <c:pt idx="1824">
                  <c:v>40631</c:v>
                </c:pt>
                <c:pt idx="1825">
                  <c:v>40632</c:v>
                </c:pt>
                <c:pt idx="1826">
                  <c:v>40633</c:v>
                </c:pt>
                <c:pt idx="1827">
                  <c:v>40634</c:v>
                </c:pt>
                <c:pt idx="1828">
                  <c:v>40637</c:v>
                </c:pt>
                <c:pt idx="1829">
                  <c:v>40638</c:v>
                </c:pt>
                <c:pt idx="1830">
                  <c:v>40639</c:v>
                </c:pt>
                <c:pt idx="1831">
                  <c:v>40640</c:v>
                </c:pt>
                <c:pt idx="1832">
                  <c:v>40641</c:v>
                </c:pt>
                <c:pt idx="1833">
                  <c:v>40644</c:v>
                </c:pt>
                <c:pt idx="1834">
                  <c:v>40645</c:v>
                </c:pt>
                <c:pt idx="1835">
                  <c:v>40646</c:v>
                </c:pt>
                <c:pt idx="1836">
                  <c:v>40647</c:v>
                </c:pt>
                <c:pt idx="1837">
                  <c:v>40648</c:v>
                </c:pt>
                <c:pt idx="1838">
                  <c:v>40651</c:v>
                </c:pt>
                <c:pt idx="1839">
                  <c:v>40652</c:v>
                </c:pt>
                <c:pt idx="1840">
                  <c:v>40653</c:v>
                </c:pt>
                <c:pt idx="1841">
                  <c:v>40654</c:v>
                </c:pt>
                <c:pt idx="1842">
                  <c:v>40655</c:v>
                </c:pt>
                <c:pt idx="1843">
                  <c:v>40658</c:v>
                </c:pt>
                <c:pt idx="1844">
                  <c:v>40659</c:v>
                </c:pt>
                <c:pt idx="1845">
                  <c:v>40660</c:v>
                </c:pt>
                <c:pt idx="1846">
                  <c:v>40661</c:v>
                </c:pt>
                <c:pt idx="1847">
                  <c:v>40662</c:v>
                </c:pt>
                <c:pt idx="1848">
                  <c:v>40665</c:v>
                </c:pt>
                <c:pt idx="1849">
                  <c:v>40666</c:v>
                </c:pt>
                <c:pt idx="1850">
                  <c:v>40667</c:v>
                </c:pt>
                <c:pt idx="1851">
                  <c:v>40668</c:v>
                </c:pt>
                <c:pt idx="1852">
                  <c:v>40669</c:v>
                </c:pt>
                <c:pt idx="1853">
                  <c:v>40672</c:v>
                </c:pt>
                <c:pt idx="1854">
                  <c:v>40673</c:v>
                </c:pt>
                <c:pt idx="1855">
                  <c:v>40674</c:v>
                </c:pt>
                <c:pt idx="1856">
                  <c:v>40675</c:v>
                </c:pt>
                <c:pt idx="1857">
                  <c:v>40676</c:v>
                </c:pt>
                <c:pt idx="1858">
                  <c:v>40679</c:v>
                </c:pt>
                <c:pt idx="1859">
                  <c:v>40680</c:v>
                </c:pt>
                <c:pt idx="1860">
                  <c:v>40681</c:v>
                </c:pt>
                <c:pt idx="1861">
                  <c:v>40682</c:v>
                </c:pt>
                <c:pt idx="1862">
                  <c:v>40683</c:v>
                </c:pt>
                <c:pt idx="1863">
                  <c:v>40686</c:v>
                </c:pt>
                <c:pt idx="1864">
                  <c:v>40687</c:v>
                </c:pt>
                <c:pt idx="1865">
                  <c:v>40688</c:v>
                </c:pt>
                <c:pt idx="1866">
                  <c:v>40689</c:v>
                </c:pt>
                <c:pt idx="1867">
                  <c:v>40690</c:v>
                </c:pt>
                <c:pt idx="1868">
                  <c:v>40693</c:v>
                </c:pt>
                <c:pt idx="1869">
                  <c:v>40694</c:v>
                </c:pt>
                <c:pt idx="1870">
                  <c:v>40695</c:v>
                </c:pt>
                <c:pt idx="1871">
                  <c:v>40696</c:v>
                </c:pt>
                <c:pt idx="1872">
                  <c:v>40697</c:v>
                </c:pt>
                <c:pt idx="1873">
                  <c:v>40700</c:v>
                </c:pt>
                <c:pt idx="1874">
                  <c:v>40701</c:v>
                </c:pt>
                <c:pt idx="1875">
                  <c:v>40702</c:v>
                </c:pt>
                <c:pt idx="1876">
                  <c:v>40703</c:v>
                </c:pt>
                <c:pt idx="1877">
                  <c:v>40704</c:v>
                </c:pt>
                <c:pt idx="1878">
                  <c:v>40707</c:v>
                </c:pt>
                <c:pt idx="1879">
                  <c:v>40708</c:v>
                </c:pt>
                <c:pt idx="1880">
                  <c:v>40709</c:v>
                </c:pt>
                <c:pt idx="1881">
                  <c:v>40710</c:v>
                </c:pt>
                <c:pt idx="1882">
                  <c:v>40711</c:v>
                </c:pt>
                <c:pt idx="1883">
                  <c:v>40714</c:v>
                </c:pt>
                <c:pt idx="1884">
                  <c:v>40715</c:v>
                </c:pt>
                <c:pt idx="1885">
                  <c:v>40716</c:v>
                </c:pt>
                <c:pt idx="1886">
                  <c:v>40717</c:v>
                </c:pt>
                <c:pt idx="1887">
                  <c:v>40718</c:v>
                </c:pt>
                <c:pt idx="1888">
                  <c:v>40721</c:v>
                </c:pt>
                <c:pt idx="1889">
                  <c:v>40722</c:v>
                </c:pt>
                <c:pt idx="1890">
                  <c:v>40723</c:v>
                </c:pt>
                <c:pt idx="1891">
                  <c:v>40724</c:v>
                </c:pt>
                <c:pt idx="1892">
                  <c:v>40725</c:v>
                </c:pt>
                <c:pt idx="1893">
                  <c:v>40728</c:v>
                </c:pt>
                <c:pt idx="1894">
                  <c:v>40729</c:v>
                </c:pt>
                <c:pt idx="1895">
                  <c:v>40730</c:v>
                </c:pt>
                <c:pt idx="1896">
                  <c:v>40731</c:v>
                </c:pt>
                <c:pt idx="1897">
                  <c:v>40732</c:v>
                </c:pt>
                <c:pt idx="1898">
                  <c:v>40735</c:v>
                </c:pt>
                <c:pt idx="1899">
                  <c:v>40736</c:v>
                </c:pt>
                <c:pt idx="1900">
                  <c:v>40737</c:v>
                </c:pt>
                <c:pt idx="1901">
                  <c:v>40738</c:v>
                </c:pt>
                <c:pt idx="1902">
                  <c:v>40739</c:v>
                </c:pt>
                <c:pt idx="1903">
                  <c:v>40742</c:v>
                </c:pt>
                <c:pt idx="1904">
                  <c:v>40743</c:v>
                </c:pt>
                <c:pt idx="1905">
                  <c:v>40744</c:v>
                </c:pt>
                <c:pt idx="1906">
                  <c:v>40745</c:v>
                </c:pt>
                <c:pt idx="1907">
                  <c:v>40746</c:v>
                </c:pt>
                <c:pt idx="1908">
                  <c:v>40749</c:v>
                </c:pt>
                <c:pt idx="1909">
                  <c:v>40750</c:v>
                </c:pt>
                <c:pt idx="1910">
                  <c:v>40751</c:v>
                </c:pt>
                <c:pt idx="1911">
                  <c:v>40752</c:v>
                </c:pt>
                <c:pt idx="1912">
                  <c:v>40753</c:v>
                </c:pt>
                <c:pt idx="1913">
                  <c:v>40756</c:v>
                </c:pt>
                <c:pt idx="1914">
                  <c:v>40757</c:v>
                </c:pt>
                <c:pt idx="1915">
                  <c:v>40758</c:v>
                </c:pt>
                <c:pt idx="1916">
                  <c:v>40759</c:v>
                </c:pt>
                <c:pt idx="1917">
                  <c:v>40760</c:v>
                </c:pt>
                <c:pt idx="1918">
                  <c:v>40763</c:v>
                </c:pt>
                <c:pt idx="1919">
                  <c:v>40764</c:v>
                </c:pt>
                <c:pt idx="1920">
                  <c:v>40765</c:v>
                </c:pt>
                <c:pt idx="1921">
                  <c:v>40766</c:v>
                </c:pt>
                <c:pt idx="1922">
                  <c:v>40767</c:v>
                </c:pt>
                <c:pt idx="1923">
                  <c:v>40770</c:v>
                </c:pt>
                <c:pt idx="1924">
                  <c:v>40771</c:v>
                </c:pt>
                <c:pt idx="1925">
                  <c:v>40772</c:v>
                </c:pt>
                <c:pt idx="1926">
                  <c:v>40773</c:v>
                </c:pt>
                <c:pt idx="1927">
                  <c:v>40774</c:v>
                </c:pt>
                <c:pt idx="1928">
                  <c:v>40777</c:v>
                </c:pt>
                <c:pt idx="1929">
                  <c:v>40778</c:v>
                </c:pt>
                <c:pt idx="1930">
                  <c:v>40779</c:v>
                </c:pt>
                <c:pt idx="1931">
                  <c:v>40780</c:v>
                </c:pt>
                <c:pt idx="1932">
                  <c:v>40781</c:v>
                </c:pt>
                <c:pt idx="1933">
                  <c:v>40784</c:v>
                </c:pt>
                <c:pt idx="1934">
                  <c:v>40785</c:v>
                </c:pt>
                <c:pt idx="1935">
                  <c:v>40786</c:v>
                </c:pt>
                <c:pt idx="1936">
                  <c:v>40787</c:v>
                </c:pt>
                <c:pt idx="1937">
                  <c:v>40788</c:v>
                </c:pt>
                <c:pt idx="1938">
                  <c:v>40791</c:v>
                </c:pt>
                <c:pt idx="1939">
                  <c:v>40792</c:v>
                </c:pt>
                <c:pt idx="1940">
                  <c:v>40793</c:v>
                </c:pt>
                <c:pt idx="1941">
                  <c:v>40794</c:v>
                </c:pt>
                <c:pt idx="1942">
                  <c:v>40795</c:v>
                </c:pt>
                <c:pt idx="1943">
                  <c:v>40798</c:v>
                </c:pt>
                <c:pt idx="1944">
                  <c:v>40799</c:v>
                </c:pt>
                <c:pt idx="1945">
                  <c:v>40800</c:v>
                </c:pt>
                <c:pt idx="1946">
                  <c:v>40801</c:v>
                </c:pt>
                <c:pt idx="1947">
                  <c:v>40802</c:v>
                </c:pt>
                <c:pt idx="1948">
                  <c:v>40805</c:v>
                </c:pt>
                <c:pt idx="1949">
                  <c:v>40806</c:v>
                </c:pt>
                <c:pt idx="1950">
                  <c:v>40807</c:v>
                </c:pt>
                <c:pt idx="1951">
                  <c:v>40808</c:v>
                </c:pt>
                <c:pt idx="1952">
                  <c:v>40809</c:v>
                </c:pt>
                <c:pt idx="1953">
                  <c:v>40812</c:v>
                </c:pt>
                <c:pt idx="1954">
                  <c:v>40813</c:v>
                </c:pt>
                <c:pt idx="1955">
                  <c:v>40814</c:v>
                </c:pt>
                <c:pt idx="1956">
                  <c:v>40815</c:v>
                </c:pt>
                <c:pt idx="1957">
                  <c:v>40816</c:v>
                </c:pt>
                <c:pt idx="1958">
                  <c:v>40819</c:v>
                </c:pt>
                <c:pt idx="1959">
                  <c:v>40820</c:v>
                </c:pt>
                <c:pt idx="1960">
                  <c:v>40821</c:v>
                </c:pt>
                <c:pt idx="1961">
                  <c:v>40822</c:v>
                </c:pt>
                <c:pt idx="1962">
                  <c:v>40823</c:v>
                </c:pt>
                <c:pt idx="1963">
                  <c:v>40826</c:v>
                </c:pt>
                <c:pt idx="1964">
                  <c:v>40827</c:v>
                </c:pt>
                <c:pt idx="1965">
                  <c:v>40828</c:v>
                </c:pt>
                <c:pt idx="1966">
                  <c:v>40829</c:v>
                </c:pt>
                <c:pt idx="1967">
                  <c:v>40830</c:v>
                </c:pt>
                <c:pt idx="1968">
                  <c:v>40833</c:v>
                </c:pt>
                <c:pt idx="1969">
                  <c:v>40834</c:v>
                </c:pt>
                <c:pt idx="1970">
                  <c:v>40835</c:v>
                </c:pt>
                <c:pt idx="1971">
                  <c:v>40836</c:v>
                </c:pt>
                <c:pt idx="1972">
                  <c:v>40837</c:v>
                </c:pt>
                <c:pt idx="1973">
                  <c:v>40840</c:v>
                </c:pt>
                <c:pt idx="1974">
                  <c:v>40841</c:v>
                </c:pt>
                <c:pt idx="1975">
                  <c:v>40842</c:v>
                </c:pt>
                <c:pt idx="1976">
                  <c:v>40843</c:v>
                </c:pt>
                <c:pt idx="1977">
                  <c:v>40844</c:v>
                </c:pt>
                <c:pt idx="1978">
                  <c:v>40847</c:v>
                </c:pt>
                <c:pt idx="1979">
                  <c:v>40848</c:v>
                </c:pt>
                <c:pt idx="1980">
                  <c:v>40849</c:v>
                </c:pt>
                <c:pt idx="1981">
                  <c:v>40850</c:v>
                </c:pt>
                <c:pt idx="1982">
                  <c:v>40851</c:v>
                </c:pt>
                <c:pt idx="1983">
                  <c:v>40854</c:v>
                </c:pt>
                <c:pt idx="1984">
                  <c:v>40855</c:v>
                </c:pt>
                <c:pt idx="1985">
                  <c:v>40856</c:v>
                </c:pt>
                <c:pt idx="1986">
                  <c:v>40857</c:v>
                </c:pt>
                <c:pt idx="1987">
                  <c:v>40858</c:v>
                </c:pt>
                <c:pt idx="1988">
                  <c:v>40861</c:v>
                </c:pt>
                <c:pt idx="1989">
                  <c:v>40862</c:v>
                </c:pt>
                <c:pt idx="1990">
                  <c:v>40863</c:v>
                </c:pt>
                <c:pt idx="1991">
                  <c:v>40864</c:v>
                </c:pt>
                <c:pt idx="1992">
                  <c:v>40865</c:v>
                </c:pt>
                <c:pt idx="1993">
                  <c:v>40868</c:v>
                </c:pt>
                <c:pt idx="1994">
                  <c:v>40869</c:v>
                </c:pt>
                <c:pt idx="1995">
                  <c:v>40870</c:v>
                </c:pt>
                <c:pt idx="1996">
                  <c:v>40871</c:v>
                </c:pt>
                <c:pt idx="1997">
                  <c:v>40872</c:v>
                </c:pt>
                <c:pt idx="1998">
                  <c:v>40875</c:v>
                </c:pt>
                <c:pt idx="1999">
                  <c:v>40876</c:v>
                </c:pt>
                <c:pt idx="2000">
                  <c:v>40877</c:v>
                </c:pt>
                <c:pt idx="2001">
                  <c:v>40878</c:v>
                </c:pt>
                <c:pt idx="2002">
                  <c:v>40879</c:v>
                </c:pt>
                <c:pt idx="2003">
                  <c:v>40882</c:v>
                </c:pt>
                <c:pt idx="2004">
                  <c:v>40883</c:v>
                </c:pt>
                <c:pt idx="2005">
                  <c:v>40884</c:v>
                </c:pt>
                <c:pt idx="2006">
                  <c:v>40885</c:v>
                </c:pt>
                <c:pt idx="2007">
                  <c:v>40886</c:v>
                </c:pt>
                <c:pt idx="2008">
                  <c:v>40889</c:v>
                </c:pt>
                <c:pt idx="2009">
                  <c:v>40890</c:v>
                </c:pt>
                <c:pt idx="2010">
                  <c:v>40891</c:v>
                </c:pt>
                <c:pt idx="2011">
                  <c:v>40892</c:v>
                </c:pt>
                <c:pt idx="2012">
                  <c:v>40893</c:v>
                </c:pt>
                <c:pt idx="2013">
                  <c:v>40896</c:v>
                </c:pt>
                <c:pt idx="2014">
                  <c:v>40897</c:v>
                </c:pt>
                <c:pt idx="2015">
                  <c:v>40898</c:v>
                </c:pt>
                <c:pt idx="2016">
                  <c:v>40899</c:v>
                </c:pt>
                <c:pt idx="2017">
                  <c:v>40900</c:v>
                </c:pt>
                <c:pt idx="2018">
                  <c:v>40903</c:v>
                </c:pt>
                <c:pt idx="2019">
                  <c:v>40904</c:v>
                </c:pt>
                <c:pt idx="2020">
                  <c:v>40905</c:v>
                </c:pt>
                <c:pt idx="2021">
                  <c:v>40906</c:v>
                </c:pt>
                <c:pt idx="2022">
                  <c:v>40907</c:v>
                </c:pt>
                <c:pt idx="2023">
                  <c:v>40910</c:v>
                </c:pt>
                <c:pt idx="2024">
                  <c:v>40911</c:v>
                </c:pt>
                <c:pt idx="2025">
                  <c:v>40912</c:v>
                </c:pt>
                <c:pt idx="2026">
                  <c:v>40913</c:v>
                </c:pt>
                <c:pt idx="2027">
                  <c:v>40914</c:v>
                </c:pt>
                <c:pt idx="2028">
                  <c:v>40917</c:v>
                </c:pt>
                <c:pt idx="2029">
                  <c:v>40918</c:v>
                </c:pt>
                <c:pt idx="2030">
                  <c:v>40919</c:v>
                </c:pt>
                <c:pt idx="2031">
                  <c:v>40920</c:v>
                </c:pt>
                <c:pt idx="2032">
                  <c:v>40921</c:v>
                </c:pt>
                <c:pt idx="2033">
                  <c:v>40924</c:v>
                </c:pt>
                <c:pt idx="2034">
                  <c:v>40925</c:v>
                </c:pt>
                <c:pt idx="2035">
                  <c:v>40926</c:v>
                </c:pt>
                <c:pt idx="2036">
                  <c:v>40927</c:v>
                </c:pt>
                <c:pt idx="2037">
                  <c:v>40928</c:v>
                </c:pt>
                <c:pt idx="2038">
                  <c:v>40931</c:v>
                </c:pt>
                <c:pt idx="2039">
                  <c:v>40932</c:v>
                </c:pt>
                <c:pt idx="2040">
                  <c:v>40933</c:v>
                </c:pt>
                <c:pt idx="2041">
                  <c:v>40934</c:v>
                </c:pt>
                <c:pt idx="2042">
                  <c:v>40935</c:v>
                </c:pt>
                <c:pt idx="2043">
                  <c:v>40938</c:v>
                </c:pt>
                <c:pt idx="2044">
                  <c:v>40939</c:v>
                </c:pt>
                <c:pt idx="2045">
                  <c:v>40940</c:v>
                </c:pt>
                <c:pt idx="2046">
                  <c:v>40941</c:v>
                </c:pt>
                <c:pt idx="2047">
                  <c:v>40942</c:v>
                </c:pt>
                <c:pt idx="2048">
                  <c:v>40945</c:v>
                </c:pt>
                <c:pt idx="2049">
                  <c:v>40946</c:v>
                </c:pt>
                <c:pt idx="2050">
                  <c:v>40947</c:v>
                </c:pt>
                <c:pt idx="2051">
                  <c:v>40948</c:v>
                </c:pt>
                <c:pt idx="2052">
                  <c:v>40949</c:v>
                </c:pt>
                <c:pt idx="2053">
                  <c:v>40952</c:v>
                </c:pt>
                <c:pt idx="2054">
                  <c:v>40953</c:v>
                </c:pt>
                <c:pt idx="2055">
                  <c:v>40954</c:v>
                </c:pt>
                <c:pt idx="2056">
                  <c:v>40955</c:v>
                </c:pt>
                <c:pt idx="2057">
                  <c:v>40956</c:v>
                </c:pt>
                <c:pt idx="2058">
                  <c:v>40959</c:v>
                </c:pt>
                <c:pt idx="2059">
                  <c:v>40960</c:v>
                </c:pt>
                <c:pt idx="2060">
                  <c:v>40961</c:v>
                </c:pt>
                <c:pt idx="2061">
                  <c:v>40962</c:v>
                </c:pt>
                <c:pt idx="2062">
                  <c:v>40963</c:v>
                </c:pt>
                <c:pt idx="2063">
                  <c:v>40966</c:v>
                </c:pt>
                <c:pt idx="2064">
                  <c:v>40967</c:v>
                </c:pt>
                <c:pt idx="2065">
                  <c:v>40968</c:v>
                </c:pt>
                <c:pt idx="2066">
                  <c:v>40969</c:v>
                </c:pt>
                <c:pt idx="2067">
                  <c:v>40970</c:v>
                </c:pt>
                <c:pt idx="2068">
                  <c:v>40973</c:v>
                </c:pt>
                <c:pt idx="2069">
                  <c:v>40974</c:v>
                </c:pt>
                <c:pt idx="2070">
                  <c:v>40975</c:v>
                </c:pt>
                <c:pt idx="2071">
                  <c:v>40976</c:v>
                </c:pt>
                <c:pt idx="2072">
                  <c:v>40977</c:v>
                </c:pt>
                <c:pt idx="2073">
                  <c:v>40980</c:v>
                </c:pt>
                <c:pt idx="2074">
                  <c:v>40981</c:v>
                </c:pt>
                <c:pt idx="2075">
                  <c:v>40982</c:v>
                </c:pt>
                <c:pt idx="2076">
                  <c:v>40983</c:v>
                </c:pt>
                <c:pt idx="2077">
                  <c:v>40984</c:v>
                </c:pt>
                <c:pt idx="2078">
                  <c:v>40987</c:v>
                </c:pt>
                <c:pt idx="2079">
                  <c:v>40988</c:v>
                </c:pt>
                <c:pt idx="2080">
                  <c:v>40989</c:v>
                </c:pt>
                <c:pt idx="2081">
                  <c:v>40990</c:v>
                </c:pt>
                <c:pt idx="2082">
                  <c:v>40991</c:v>
                </c:pt>
                <c:pt idx="2083">
                  <c:v>40994</c:v>
                </c:pt>
                <c:pt idx="2084">
                  <c:v>40995</c:v>
                </c:pt>
                <c:pt idx="2085">
                  <c:v>40996</c:v>
                </c:pt>
                <c:pt idx="2086">
                  <c:v>40997</c:v>
                </c:pt>
                <c:pt idx="2087">
                  <c:v>40998</c:v>
                </c:pt>
                <c:pt idx="2088">
                  <c:v>41001</c:v>
                </c:pt>
                <c:pt idx="2089">
                  <c:v>41002</c:v>
                </c:pt>
                <c:pt idx="2090">
                  <c:v>41003</c:v>
                </c:pt>
                <c:pt idx="2091">
                  <c:v>41004</c:v>
                </c:pt>
                <c:pt idx="2092">
                  <c:v>41005</c:v>
                </c:pt>
                <c:pt idx="2093">
                  <c:v>41008</c:v>
                </c:pt>
                <c:pt idx="2094">
                  <c:v>41009</c:v>
                </c:pt>
                <c:pt idx="2095">
                  <c:v>41010</c:v>
                </c:pt>
                <c:pt idx="2096">
                  <c:v>41011</c:v>
                </c:pt>
                <c:pt idx="2097">
                  <c:v>41012</c:v>
                </c:pt>
                <c:pt idx="2098">
                  <c:v>41015</c:v>
                </c:pt>
                <c:pt idx="2099">
                  <c:v>41016</c:v>
                </c:pt>
                <c:pt idx="2100">
                  <c:v>41017</c:v>
                </c:pt>
                <c:pt idx="2101">
                  <c:v>41018</c:v>
                </c:pt>
                <c:pt idx="2102">
                  <c:v>41019</c:v>
                </c:pt>
                <c:pt idx="2103">
                  <c:v>41022</c:v>
                </c:pt>
                <c:pt idx="2104">
                  <c:v>41023</c:v>
                </c:pt>
                <c:pt idx="2105">
                  <c:v>41024</c:v>
                </c:pt>
                <c:pt idx="2106">
                  <c:v>41025</c:v>
                </c:pt>
                <c:pt idx="2107">
                  <c:v>41026</c:v>
                </c:pt>
                <c:pt idx="2108">
                  <c:v>41029</c:v>
                </c:pt>
                <c:pt idx="2109">
                  <c:v>41030</c:v>
                </c:pt>
                <c:pt idx="2110">
                  <c:v>41031</c:v>
                </c:pt>
                <c:pt idx="2111">
                  <c:v>41032</c:v>
                </c:pt>
                <c:pt idx="2112">
                  <c:v>41033</c:v>
                </c:pt>
                <c:pt idx="2113">
                  <c:v>41036</c:v>
                </c:pt>
                <c:pt idx="2114">
                  <c:v>41037</c:v>
                </c:pt>
                <c:pt idx="2115">
                  <c:v>41038</c:v>
                </c:pt>
                <c:pt idx="2116">
                  <c:v>41039</c:v>
                </c:pt>
                <c:pt idx="2117">
                  <c:v>41040</c:v>
                </c:pt>
                <c:pt idx="2118">
                  <c:v>41043</c:v>
                </c:pt>
                <c:pt idx="2119">
                  <c:v>41044</c:v>
                </c:pt>
                <c:pt idx="2120">
                  <c:v>41045</c:v>
                </c:pt>
                <c:pt idx="2121">
                  <c:v>41046</c:v>
                </c:pt>
                <c:pt idx="2122">
                  <c:v>41047</c:v>
                </c:pt>
                <c:pt idx="2123">
                  <c:v>41050</c:v>
                </c:pt>
                <c:pt idx="2124">
                  <c:v>41051</c:v>
                </c:pt>
                <c:pt idx="2125">
                  <c:v>41052</c:v>
                </c:pt>
                <c:pt idx="2126">
                  <c:v>41053</c:v>
                </c:pt>
                <c:pt idx="2127">
                  <c:v>41054</c:v>
                </c:pt>
                <c:pt idx="2128">
                  <c:v>41057</c:v>
                </c:pt>
                <c:pt idx="2129">
                  <c:v>41058</c:v>
                </c:pt>
                <c:pt idx="2130">
                  <c:v>41059</c:v>
                </c:pt>
                <c:pt idx="2131">
                  <c:v>41060</c:v>
                </c:pt>
                <c:pt idx="2132">
                  <c:v>41061</c:v>
                </c:pt>
                <c:pt idx="2133">
                  <c:v>41064</c:v>
                </c:pt>
                <c:pt idx="2134">
                  <c:v>41065</c:v>
                </c:pt>
                <c:pt idx="2135">
                  <c:v>41066</c:v>
                </c:pt>
                <c:pt idx="2136">
                  <c:v>41067</c:v>
                </c:pt>
                <c:pt idx="2137">
                  <c:v>41068</c:v>
                </c:pt>
                <c:pt idx="2138">
                  <c:v>41071</c:v>
                </c:pt>
                <c:pt idx="2139">
                  <c:v>41072</c:v>
                </c:pt>
                <c:pt idx="2140">
                  <c:v>41073</c:v>
                </c:pt>
                <c:pt idx="2141">
                  <c:v>41074</c:v>
                </c:pt>
                <c:pt idx="2142">
                  <c:v>41075</c:v>
                </c:pt>
                <c:pt idx="2143">
                  <c:v>41078</c:v>
                </c:pt>
                <c:pt idx="2144">
                  <c:v>41079</c:v>
                </c:pt>
                <c:pt idx="2145">
                  <c:v>41080</c:v>
                </c:pt>
                <c:pt idx="2146">
                  <c:v>41081</c:v>
                </c:pt>
                <c:pt idx="2147">
                  <c:v>41082</c:v>
                </c:pt>
                <c:pt idx="2148">
                  <c:v>41085</c:v>
                </c:pt>
                <c:pt idx="2149">
                  <c:v>41086</c:v>
                </c:pt>
                <c:pt idx="2150">
                  <c:v>41087</c:v>
                </c:pt>
                <c:pt idx="2151">
                  <c:v>41088</c:v>
                </c:pt>
                <c:pt idx="2152">
                  <c:v>41089</c:v>
                </c:pt>
                <c:pt idx="2153">
                  <c:v>41092</c:v>
                </c:pt>
                <c:pt idx="2154">
                  <c:v>41093</c:v>
                </c:pt>
                <c:pt idx="2155">
                  <c:v>41094</c:v>
                </c:pt>
                <c:pt idx="2156">
                  <c:v>41095</c:v>
                </c:pt>
                <c:pt idx="2157">
                  <c:v>41096</c:v>
                </c:pt>
                <c:pt idx="2158">
                  <c:v>41099</c:v>
                </c:pt>
                <c:pt idx="2159">
                  <c:v>41100</c:v>
                </c:pt>
                <c:pt idx="2160">
                  <c:v>41101</c:v>
                </c:pt>
                <c:pt idx="2161">
                  <c:v>41102</c:v>
                </c:pt>
                <c:pt idx="2162">
                  <c:v>41103</c:v>
                </c:pt>
                <c:pt idx="2163">
                  <c:v>41106</c:v>
                </c:pt>
                <c:pt idx="2164">
                  <c:v>41107</c:v>
                </c:pt>
                <c:pt idx="2165">
                  <c:v>41108</c:v>
                </c:pt>
                <c:pt idx="2166">
                  <c:v>41109</c:v>
                </c:pt>
                <c:pt idx="2167">
                  <c:v>41110</c:v>
                </c:pt>
                <c:pt idx="2168">
                  <c:v>41113</c:v>
                </c:pt>
                <c:pt idx="2169">
                  <c:v>41114</c:v>
                </c:pt>
                <c:pt idx="2170">
                  <c:v>41115</c:v>
                </c:pt>
                <c:pt idx="2171">
                  <c:v>41116</c:v>
                </c:pt>
                <c:pt idx="2172">
                  <c:v>41117</c:v>
                </c:pt>
                <c:pt idx="2173">
                  <c:v>41120</c:v>
                </c:pt>
                <c:pt idx="2174">
                  <c:v>41121</c:v>
                </c:pt>
                <c:pt idx="2175">
                  <c:v>41122</c:v>
                </c:pt>
                <c:pt idx="2176">
                  <c:v>41123</c:v>
                </c:pt>
                <c:pt idx="2177">
                  <c:v>41124</c:v>
                </c:pt>
                <c:pt idx="2178">
                  <c:v>41127</c:v>
                </c:pt>
                <c:pt idx="2179">
                  <c:v>41128</c:v>
                </c:pt>
                <c:pt idx="2180">
                  <c:v>41129</c:v>
                </c:pt>
                <c:pt idx="2181">
                  <c:v>41130</c:v>
                </c:pt>
                <c:pt idx="2182">
                  <c:v>41131</c:v>
                </c:pt>
                <c:pt idx="2183">
                  <c:v>41134</c:v>
                </c:pt>
                <c:pt idx="2184">
                  <c:v>41135</c:v>
                </c:pt>
                <c:pt idx="2185">
                  <c:v>41136</c:v>
                </c:pt>
                <c:pt idx="2186">
                  <c:v>41137</c:v>
                </c:pt>
                <c:pt idx="2187">
                  <c:v>41138</c:v>
                </c:pt>
                <c:pt idx="2188">
                  <c:v>41141</c:v>
                </c:pt>
                <c:pt idx="2189">
                  <c:v>41142</c:v>
                </c:pt>
                <c:pt idx="2190">
                  <c:v>41143</c:v>
                </c:pt>
                <c:pt idx="2191">
                  <c:v>41144</c:v>
                </c:pt>
                <c:pt idx="2192">
                  <c:v>41145</c:v>
                </c:pt>
                <c:pt idx="2193">
                  <c:v>41148</c:v>
                </c:pt>
                <c:pt idx="2194">
                  <c:v>41149</c:v>
                </c:pt>
                <c:pt idx="2195">
                  <c:v>41150</c:v>
                </c:pt>
                <c:pt idx="2196">
                  <c:v>41151</c:v>
                </c:pt>
                <c:pt idx="2197">
                  <c:v>41152</c:v>
                </c:pt>
                <c:pt idx="2198">
                  <c:v>41155</c:v>
                </c:pt>
                <c:pt idx="2199">
                  <c:v>41156</c:v>
                </c:pt>
                <c:pt idx="2200">
                  <c:v>41157</c:v>
                </c:pt>
                <c:pt idx="2201">
                  <c:v>41158</c:v>
                </c:pt>
                <c:pt idx="2202">
                  <c:v>41159</c:v>
                </c:pt>
                <c:pt idx="2203">
                  <c:v>41162</c:v>
                </c:pt>
                <c:pt idx="2204">
                  <c:v>41163</c:v>
                </c:pt>
                <c:pt idx="2205">
                  <c:v>41164</c:v>
                </c:pt>
                <c:pt idx="2206">
                  <c:v>41165</c:v>
                </c:pt>
                <c:pt idx="2207">
                  <c:v>41166</c:v>
                </c:pt>
                <c:pt idx="2208">
                  <c:v>41169</c:v>
                </c:pt>
                <c:pt idx="2209">
                  <c:v>41170</c:v>
                </c:pt>
                <c:pt idx="2210">
                  <c:v>41171</c:v>
                </c:pt>
                <c:pt idx="2211">
                  <c:v>41172</c:v>
                </c:pt>
                <c:pt idx="2212">
                  <c:v>41173</c:v>
                </c:pt>
                <c:pt idx="2213">
                  <c:v>41176</c:v>
                </c:pt>
                <c:pt idx="2214">
                  <c:v>41177</c:v>
                </c:pt>
                <c:pt idx="2215">
                  <c:v>41178</c:v>
                </c:pt>
                <c:pt idx="2216">
                  <c:v>41179</c:v>
                </c:pt>
                <c:pt idx="2217">
                  <c:v>41180</c:v>
                </c:pt>
                <c:pt idx="2218">
                  <c:v>41183</c:v>
                </c:pt>
                <c:pt idx="2219">
                  <c:v>41184</c:v>
                </c:pt>
                <c:pt idx="2220">
                  <c:v>41185</c:v>
                </c:pt>
                <c:pt idx="2221">
                  <c:v>41186</c:v>
                </c:pt>
                <c:pt idx="2222">
                  <c:v>41187</c:v>
                </c:pt>
                <c:pt idx="2223">
                  <c:v>41190</c:v>
                </c:pt>
                <c:pt idx="2224">
                  <c:v>41191</c:v>
                </c:pt>
                <c:pt idx="2225">
                  <c:v>41192</c:v>
                </c:pt>
                <c:pt idx="2226">
                  <c:v>41193</c:v>
                </c:pt>
                <c:pt idx="2227">
                  <c:v>41194</c:v>
                </c:pt>
                <c:pt idx="2228">
                  <c:v>41197</c:v>
                </c:pt>
                <c:pt idx="2229">
                  <c:v>41198</c:v>
                </c:pt>
                <c:pt idx="2230">
                  <c:v>41199</c:v>
                </c:pt>
                <c:pt idx="2231">
                  <c:v>41200</c:v>
                </c:pt>
                <c:pt idx="2232">
                  <c:v>41201</c:v>
                </c:pt>
                <c:pt idx="2233">
                  <c:v>41204</c:v>
                </c:pt>
                <c:pt idx="2234">
                  <c:v>41205</c:v>
                </c:pt>
                <c:pt idx="2235">
                  <c:v>41206</c:v>
                </c:pt>
                <c:pt idx="2236">
                  <c:v>41207</c:v>
                </c:pt>
                <c:pt idx="2237">
                  <c:v>41208</c:v>
                </c:pt>
                <c:pt idx="2238">
                  <c:v>41211</c:v>
                </c:pt>
                <c:pt idx="2239">
                  <c:v>41212</c:v>
                </c:pt>
                <c:pt idx="2240">
                  <c:v>41213</c:v>
                </c:pt>
                <c:pt idx="2241">
                  <c:v>41214</c:v>
                </c:pt>
                <c:pt idx="2242">
                  <c:v>41215</c:v>
                </c:pt>
                <c:pt idx="2243">
                  <c:v>41218</c:v>
                </c:pt>
                <c:pt idx="2244">
                  <c:v>41219</c:v>
                </c:pt>
                <c:pt idx="2245">
                  <c:v>41220</c:v>
                </c:pt>
                <c:pt idx="2246">
                  <c:v>41221</c:v>
                </c:pt>
                <c:pt idx="2247">
                  <c:v>41222</c:v>
                </c:pt>
                <c:pt idx="2248">
                  <c:v>41225</c:v>
                </c:pt>
                <c:pt idx="2249">
                  <c:v>41226</c:v>
                </c:pt>
                <c:pt idx="2250">
                  <c:v>41227</c:v>
                </c:pt>
                <c:pt idx="2251">
                  <c:v>41228</c:v>
                </c:pt>
                <c:pt idx="2252">
                  <c:v>41229</c:v>
                </c:pt>
                <c:pt idx="2253">
                  <c:v>41232</c:v>
                </c:pt>
                <c:pt idx="2254">
                  <c:v>41233</c:v>
                </c:pt>
                <c:pt idx="2255">
                  <c:v>41234</c:v>
                </c:pt>
                <c:pt idx="2256">
                  <c:v>41235</c:v>
                </c:pt>
                <c:pt idx="2257">
                  <c:v>41236</c:v>
                </c:pt>
                <c:pt idx="2258">
                  <c:v>41239</c:v>
                </c:pt>
                <c:pt idx="2259">
                  <c:v>41240</c:v>
                </c:pt>
                <c:pt idx="2260">
                  <c:v>41241</c:v>
                </c:pt>
                <c:pt idx="2261">
                  <c:v>41242</c:v>
                </c:pt>
                <c:pt idx="2262">
                  <c:v>41243</c:v>
                </c:pt>
                <c:pt idx="2263">
                  <c:v>41246</c:v>
                </c:pt>
                <c:pt idx="2264">
                  <c:v>41247</c:v>
                </c:pt>
                <c:pt idx="2265">
                  <c:v>41248</c:v>
                </c:pt>
                <c:pt idx="2266">
                  <c:v>41249</c:v>
                </c:pt>
                <c:pt idx="2267">
                  <c:v>41250</c:v>
                </c:pt>
                <c:pt idx="2268">
                  <c:v>41253</c:v>
                </c:pt>
                <c:pt idx="2269">
                  <c:v>41254</c:v>
                </c:pt>
                <c:pt idx="2270">
                  <c:v>41255</c:v>
                </c:pt>
                <c:pt idx="2271">
                  <c:v>41256</c:v>
                </c:pt>
                <c:pt idx="2272">
                  <c:v>41257</c:v>
                </c:pt>
                <c:pt idx="2273">
                  <c:v>41260</c:v>
                </c:pt>
                <c:pt idx="2274">
                  <c:v>41261</c:v>
                </c:pt>
                <c:pt idx="2275">
                  <c:v>41262</c:v>
                </c:pt>
                <c:pt idx="2276">
                  <c:v>41263</c:v>
                </c:pt>
                <c:pt idx="2277">
                  <c:v>41264</c:v>
                </c:pt>
                <c:pt idx="2278">
                  <c:v>41267</c:v>
                </c:pt>
                <c:pt idx="2279">
                  <c:v>41268</c:v>
                </c:pt>
                <c:pt idx="2280">
                  <c:v>41269</c:v>
                </c:pt>
                <c:pt idx="2281">
                  <c:v>41270</c:v>
                </c:pt>
                <c:pt idx="2282">
                  <c:v>41271</c:v>
                </c:pt>
                <c:pt idx="2283">
                  <c:v>41274</c:v>
                </c:pt>
                <c:pt idx="2284">
                  <c:v>41275</c:v>
                </c:pt>
                <c:pt idx="2285">
                  <c:v>41276</c:v>
                </c:pt>
                <c:pt idx="2286">
                  <c:v>41277</c:v>
                </c:pt>
                <c:pt idx="2287">
                  <c:v>41278</c:v>
                </c:pt>
                <c:pt idx="2288">
                  <c:v>41281</c:v>
                </c:pt>
                <c:pt idx="2289">
                  <c:v>41282</c:v>
                </c:pt>
                <c:pt idx="2290">
                  <c:v>41283</c:v>
                </c:pt>
                <c:pt idx="2291">
                  <c:v>41284</c:v>
                </c:pt>
                <c:pt idx="2292">
                  <c:v>41285</c:v>
                </c:pt>
                <c:pt idx="2293">
                  <c:v>41288</c:v>
                </c:pt>
                <c:pt idx="2294">
                  <c:v>41289</c:v>
                </c:pt>
                <c:pt idx="2295">
                  <c:v>41290</c:v>
                </c:pt>
                <c:pt idx="2296">
                  <c:v>41291</c:v>
                </c:pt>
                <c:pt idx="2297">
                  <c:v>41292</c:v>
                </c:pt>
                <c:pt idx="2298">
                  <c:v>41295</c:v>
                </c:pt>
                <c:pt idx="2299">
                  <c:v>41296</c:v>
                </c:pt>
                <c:pt idx="2300">
                  <c:v>41297</c:v>
                </c:pt>
                <c:pt idx="2301">
                  <c:v>41298</c:v>
                </c:pt>
                <c:pt idx="2302">
                  <c:v>41299</c:v>
                </c:pt>
                <c:pt idx="2303">
                  <c:v>41302</c:v>
                </c:pt>
                <c:pt idx="2304">
                  <c:v>41303</c:v>
                </c:pt>
                <c:pt idx="2305">
                  <c:v>41304</c:v>
                </c:pt>
                <c:pt idx="2306">
                  <c:v>41305</c:v>
                </c:pt>
                <c:pt idx="2307">
                  <c:v>41306</c:v>
                </c:pt>
                <c:pt idx="2308">
                  <c:v>41309</c:v>
                </c:pt>
                <c:pt idx="2309">
                  <c:v>41310</c:v>
                </c:pt>
                <c:pt idx="2310">
                  <c:v>41311</c:v>
                </c:pt>
                <c:pt idx="2311">
                  <c:v>41312</c:v>
                </c:pt>
                <c:pt idx="2312">
                  <c:v>41313</c:v>
                </c:pt>
                <c:pt idx="2313">
                  <c:v>41316</c:v>
                </c:pt>
                <c:pt idx="2314">
                  <c:v>41317</c:v>
                </c:pt>
                <c:pt idx="2315">
                  <c:v>41318</c:v>
                </c:pt>
                <c:pt idx="2316">
                  <c:v>41319</c:v>
                </c:pt>
                <c:pt idx="2317">
                  <c:v>41320</c:v>
                </c:pt>
                <c:pt idx="2318">
                  <c:v>41323</c:v>
                </c:pt>
                <c:pt idx="2319">
                  <c:v>41324</c:v>
                </c:pt>
                <c:pt idx="2320">
                  <c:v>41325</c:v>
                </c:pt>
                <c:pt idx="2321">
                  <c:v>41326</c:v>
                </c:pt>
                <c:pt idx="2322">
                  <c:v>41327</c:v>
                </c:pt>
                <c:pt idx="2323">
                  <c:v>41330</c:v>
                </c:pt>
                <c:pt idx="2324">
                  <c:v>41331</c:v>
                </c:pt>
                <c:pt idx="2325">
                  <c:v>41332</c:v>
                </c:pt>
                <c:pt idx="2326">
                  <c:v>41333</c:v>
                </c:pt>
                <c:pt idx="2327">
                  <c:v>41334</c:v>
                </c:pt>
                <c:pt idx="2328">
                  <c:v>41337</c:v>
                </c:pt>
                <c:pt idx="2329">
                  <c:v>41338</c:v>
                </c:pt>
                <c:pt idx="2330">
                  <c:v>41339</c:v>
                </c:pt>
                <c:pt idx="2331">
                  <c:v>41340</c:v>
                </c:pt>
                <c:pt idx="2332">
                  <c:v>41341</c:v>
                </c:pt>
                <c:pt idx="2333">
                  <c:v>41344</c:v>
                </c:pt>
                <c:pt idx="2334">
                  <c:v>41345</c:v>
                </c:pt>
                <c:pt idx="2335">
                  <c:v>41346</c:v>
                </c:pt>
                <c:pt idx="2336">
                  <c:v>41347</c:v>
                </c:pt>
                <c:pt idx="2337">
                  <c:v>41348</c:v>
                </c:pt>
                <c:pt idx="2338">
                  <c:v>41351</c:v>
                </c:pt>
                <c:pt idx="2339">
                  <c:v>41352</c:v>
                </c:pt>
                <c:pt idx="2340">
                  <c:v>41353</c:v>
                </c:pt>
                <c:pt idx="2341">
                  <c:v>41354</c:v>
                </c:pt>
                <c:pt idx="2342">
                  <c:v>41355</c:v>
                </c:pt>
                <c:pt idx="2343">
                  <c:v>41358</c:v>
                </c:pt>
                <c:pt idx="2344">
                  <c:v>41359</c:v>
                </c:pt>
                <c:pt idx="2345">
                  <c:v>41360</c:v>
                </c:pt>
                <c:pt idx="2346">
                  <c:v>41361</c:v>
                </c:pt>
                <c:pt idx="2347">
                  <c:v>41362</c:v>
                </c:pt>
                <c:pt idx="2348">
                  <c:v>41365</c:v>
                </c:pt>
                <c:pt idx="2349">
                  <c:v>41366</c:v>
                </c:pt>
                <c:pt idx="2350">
                  <c:v>41367</c:v>
                </c:pt>
                <c:pt idx="2351">
                  <c:v>41368</c:v>
                </c:pt>
                <c:pt idx="2352">
                  <c:v>41369</c:v>
                </c:pt>
                <c:pt idx="2353">
                  <c:v>41372</c:v>
                </c:pt>
                <c:pt idx="2354">
                  <c:v>41373</c:v>
                </c:pt>
                <c:pt idx="2355">
                  <c:v>41374</c:v>
                </c:pt>
                <c:pt idx="2356">
                  <c:v>41375</c:v>
                </c:pt>
                <c:pt idx="2357">
                  <c:v>41376</c:v>
                </c:pt>
                <c:pt idx="2358">
                  <c:v>41379</c:v>
                </c:pt>
                <c:pt idx="2359">
                  <c:v>41380</c:v>
                </c:pt>
                <c:pt idx="2360">
                  <c:v>41381</c:v>
                </c:pt>
                <c:pt idx="2361">
                  <c:v>41382</c:v>
                </c:pt>
                <c:pt idx="2362">
                  <c:v>41383</c:v>
                </c:pt>
                <c:pt idx="2363">
                  <c:v>41386</c:v>
                </c:pt>
                <c:pt idx="2364">
                  <c:v>41387</c:v>
                </c:pt>
                <c:pt idx="2365">
                  <c:v>41388</c:v>
                </c:pt>
                <c:pt idx="2366">
                  <c:v>41389</c:v>
                </c:pt>
                <c:pt idx="2367">
                  <c:v>41390</c:v>
                </c:pt>
                <c:pt idx="2368">
                  <c:v>41393</c:v>
                </c:pt>
                <c:pt idx="2369">
                  <c:v>41394</c:v>
                </c:pt>
                <c:pt idx="2370">
                  <c:v>41395</c:v>
                </c:pt>
                <c:pt idx="2371">
                  <c:v>41396</c:v>
                </c:pt>
                <c:pt idx="2372">
                  <c:v>41397</c:v>
                </c:pt>
                <c:pt idx="2373">
                  <c:v>41400</c:v>
                </c:pt>
                <c:pt idx="2374">
                  <c:v>41401</c:v>
                </c:pt>
                <c:pt idx="2375">
                  <c:v>41402</c:v>
                </c:pt>
                <c:pt idx="2376">
                  <c:v>41403</c:v>
                </c:pt>
                <c:pt idx="2377">
                  <c:v>41404</c:v>
                </c:pt>
                <c:pt idx="2378">
                  <c:v>41407</c:v>
                </c:pt>
                <c:pt idx="2379">
                  <c:v>41408</c:v>
                </c:pt>
                <c:pt idx="2380">
                  <c:v>41409</c:v>
                </c:pt>
                <c:pt idx="2381">
                  <c:v>41410</c:v>
                </c:pt>
                <c:pt idx="2382">
                  <c:v>41411</c:v>
                </c:pt>
                <c:pt idx="2383">
                  <c:v>41414</c:v>
                </c:pt>
                <c:pt idx="2384">
                  <c:v>41415</c:v>
                </c:pt>
                <c:pt idx="2385">
                  <c:v>41416</c:v>
                </c:pt>
                <c:pt idx="2386">
                  <c:v>41417</c:v>
                </c:pt>
                <c:pt idx="2387">
                  <c:v>41418</c:v>
                </c:pt>
                <c:pt idx="2388">
                  <c:v>41421</c:v>
                </c:pt>
                <c:pt idx="2389">
                  <c:v>41422</c:v>
                </c:pt>
                <c:pt idx="2390">
                  <c:v>41423</c:v>
                </c:pt>
                <c:pt idx="2391">
                  <c:v>41424</c:v>
                </c:pt>
                <c:pt idx="2392">
                  <c:v>41425</c:v>
                </c:pt>
                <c:pt idx="2393">
                  <c:v>41428</c:v>
                </c:pt>
                <c:pt idx="2394">
                  <c:v>41429</c:v>
                </c:pt>
                <c:pt idx="2395">
                  <c:v>41430</c:v>
                </c:pt>
                <c:pt idx="2396">
                  <c:v>41431</c:v>
                </c:pt>
                <c:pt idx="2397">
                  <c:v>41432</c:v>
                </c:pt>
                <c:pt idx="2398">
                  <c:v>41435</c:v>
                </c:pt>
                <c:pt idx="2399">
                  <c:v>41436</c:v>
                </c:pt>
                <c:pt idx="2400">
                  <c:v>41437</c:v>
                </c:pt>
                <c:pt idx="2401">
                  <c:v>41438</c:v>
                </c:pt>
                <c:pt idx="2402">
                  <c:v>41439</c:v>
                </c:pt>
                <c:pt idx="2403">
                  <c:v>41442</c:v>
                </c:pt>
                <c:pt idx="2404">
                  <c:v>41443</c:v>
                </c:pt>
                <c:pt idx="2405">
                  <c:v>41444</c:v>
                </c:pt>
                <c:pt idx="2406">
                  <c:v>41445</c:v>
                </c:pt>
                <c:pt idx="2407">
                  <c:v>41446</c:v>
                </c:pt>
                <c:pt idx="2408">
                  <c:v>41449</c:v>
                </c:pt>
                <c:pt idx="2409">
                  <c:v>41450</c:v>
                </c:pt>
                <c:pt idx="2410">
                  <c:v>41451</c:v>
                </c:pt>
                <c:pt idx="2411">
                  <c:v>41452</c:v>
                </c:pt>
                <c:pt idx="2412">
                  <c:v>41453</c:v>
                </c:pt>
                <c:pt idx="2413">
                  <c:v>41456</c:v>
                </c:pt>
                <c:pt idx="2414">
                  <c:v>41457</c:v>
                </c:pt>
                <c:pt idx="2415">
                  <c:v>41458</c:v>
                </c:pt>
                <c:pt idx="2416">
                  <c:v>41459</c:v>
                </c:pt>
                <c:pt idx="2417">
                  <c:v>41460</c:v>
                </c:pt>
                <c:pt idx="2418">
                  <c:v>41463</c:v>
                </c:pt>
                <c:pt idx="2419">
                  <c:v>41464</c:v>
                </c:pt>
                <c:pt idx="2420">
                  <c:v>41465</c:v>
                </c:pt>
                <c:pt idx="2421">
                  <c:v>41466</c:v>
                </c:pt>
                <c:pt idx="2422">
                  <c:v>41467</c:v>
                </c:pt>
                <c:pt idx="2423">
                  <c:v>41470</c:v>
                </c:pt>
                <c:pt idx="2424">
                  <c:v>41471</c:v>
                </c:pt>
                <c:pt idx="2425">
                  <c:v>41472</c:v>
                </c:pt>
                <c:pt idx="2426">
                  <c:v>41473</c:v>
                </c:pt>
                <c:pt idx="2427">
                  <c:v>41474</c:v>
                </c:pt>
                <c:pt idx="2428">
                  <c:v>41477</c:v>
                </c:pt>
                <c:pt idx="2429">
                  <c:v>41478</c:v>
                </c:pt>
                <c:pt idx="2430">
                  <c:v>41479</c:v>
                </c:pt>
                <c:pt idx="2431">
                  <c:v>41480</c:v>
                </c:pt>
                <c:pt idx="2432">
                  <c:v>41481</c:v>
                </c:pt>
                <c:pt idx="2433">
                  <c:v>41484</c:v>
                </c:pt>
                <c:pt idx="2434">
                  <c:v>41485</c:v>
                </c:pt>
                <c:pt idx="2435">
                  <c:v>41486</c:v>
                </c:pt>
                <c:pt idx="2436">
                  <c:v>41487</c:v>
                </c:pt>
                <c:pt idx="2437">
                  <c:v>41488</c:v>
                </c:pt>
                <c:pt idx="2438">
                  <c:v>41491</c:v>
                </c:pt>
                <c:pt idx="2439">
                  <c:v>41492</c:v>
                </c:pt>
                <c:pt idx="2440">
                  <c:v>41493</c:v>
                </c:pt>
                <c:pt idx="2441">
                  <c:v>41494</c:v>
                </c:pt>
                <c:pt idx="2442">
                  <c:v>41495</c:v>
                </c:pt>
                <c:pt idx="2443">
                  <c:v>41498</c:v>
                </c:pt>
                <c:pt idx="2444">
                  <c:v>41499</c:v>
                </c:pt>
                <c:pt idx="2445">
                  <c:v>41500</c:v>
                </c:pt>
                <c:pt idx="2446">
                  <c:v>41501</c:v>
                </c:pt>
                <c:pt idx="2447">
                  <c:v>41502</c:v>
                </c:pt>
                <c:pt idx="2448">
                  <c:v>41505</c:v>
                </c:pt>
                <c:pt idx="2449">
                  <c:v>41506</c:v>
                </c:pt>
                <c:pt idx="2450">
                  <c:v>41507</c:v>
                </c:pt>
                <c:pt idx="2451">
                  <c:v>41508</c:v>
                </c:pt>
                <c:pt idx="2452">
                  <c:v>41509</c:v>
                </c:pt>
                <c:pt idx="2453">
                  <c:v>41512</c:v>
                </c:pt>
                <c:pt idx="2454">
                  <c:v>41513</c:v>
                </c:pt>
                <c:pt idx="2455">
                  <c:v>41514</c:v>
                </c:pt>
                <c:pt idx="2456">
                  <c:v>41515</c:v>
                </c:pt>
                <c:pt idx="2457">
                  <c:v>41516</c:v>
                </c:pt>
                <c:pt idx="2458">
                  <c:v>41519</c:v>
                </c:pt>
                <c:pt idx="2459">
                  <c:v>41520</c:v>
                </c:pt>
                <c:pt idx="2460">
                  <c:v>41521</c:v>
                </c:pt>
                <c:pt idx="2461">
                  <c:v>41522</c:v>
                </c:pt>
                <c:pt idx="2462">
                  <c:v>41523</c:v>
                </c:pt>
                <c:pt idx="2463">
                  <c:v>41526</c:v>
                </c:pt>
                <c:pt idx="2464">
                  <c:v>41527</c:v>
                </c:pt>
                <c:pt idx="2465">
                  <c:v>41528</c:v>
                </c:pt>
                <c:pt idx="2466">
                  <c:v>41529</c:v>
                </c:pt>
                <c:pt idx="2467">
                  <c:v>41530</c:v>
                </c:pt>
                <c:pt idx="2468">
                  <c:v>41533</c:v>
                </c:pt>
                <c:pt idx="2469">
                  <c:v>41534</c:v>
                </c:pt>
                <c:pt idx="2470">
                  <c:v>41535</c:v>
                </c:pt>
                <c:pt idx="2471">
                  <c:v>41536</c:v>
                </c:pt>
                <c:pt idx="2472">
                  <c:v>41537</c:v>
                </c:pt>
                <c:pt idx="2473">
                  <c:v>41540</c:v>
                </c:pt>
                <c:pt idx="2474">
                  <c:v>41541</c:v>
                </c:pt>
                <c:pt idx="2475">
                  <c:v>41542</c:v>
                </c:pt>
                <c:pt idx="2476">
                  <c:v>41543</c:v>
                </c:pt>
                <c:pt idx="2477">
                  <c:v>41544</c:v>
                </c:pt>
                <c:pt idx="2478">
                  <c:v>41547</c:v>
                </c:pt>
                <c:pt idx="2479">
                  <c:v>41548</c:v>
                </c:pt>
                <c:pt idx="2480">
                  <c:v>41549</c:v>
                </c:pt>
                <c:pt idx="2481">
                  <c:v>41550</c:v>
                </c:pt>
                <c:pt idx="2482">
                  <c:v>41551</c:v>
                </c:pt>
                <c:pt idx="2483">
                  <c:v>41554</c:v>
                </c:pt>
                <c:pt idx="2484">
                  <c:v>41555</c:v>
                </c:pt>
                <c:pt idx="2485">
                  <c:v>41556</c:v>
                </c:pt>
                <c:pt idx="2486">
                  <c:v>41557</c:v>
                </c:pt>
                <c:pt idx="2487">
                  <c:v>41558</c:v>
                </c:pt>
                <c:pt idx="2488">
                  <c:v>41561</c:v>
                </c:pt>
                <c:pt idx="2489">
                  <c:v>41562</c:v>
                </c:pt>
                <c:pt idx="2490">
                  <c:v>41563</c:v>
                </c:pt>
                <c:pt idx="2491">
                  <c:v>41564</c:v>
                </c:pt>
                <c:pt idx="2492">
                  <c:v>41565</c:v>
                </c:pt>
                <c:pt idx="2493">
                  <c:v>41568</c:v>
                </c:pt>
                <c:pt idx="2494">
                  <c:v>41569</c:v>
                </c:pt>
                <c:pt idx="2495">
                  <c:v>41570</c:v>
                </c:pt>
                <c:pt idx="2496">
                  <c:v>41571</c:v>
                </c:pt>
                <c:pt idx="2497">
                  <c:v>41572</c:v>
                </c:pt>
                <c:pt idx="2498">
                  <c:v>41575</c:v>
                </c:pt>
                <c:pt idx="2499">
                  <c:v>41576</c:v>
                </c:pt>
                <c:pt idx="2500">
                  <c:v>41577</c:v>
                </c:pt>
                <c:pt idx="2501">
                  <c:v>41578</c:v>
                </c:pt>
                <c:pt idx="2502">
                  <c:v>41579</c:v>
                </c:pt>
                <c:pt idx="2503">
                  <c:v>41582</c:v>
                </c:pt>
                <c:pt idx="2504">
                  <c:v>41583</c:v>
                </c:pt>
                <c:pt idx="2505">
                  <c:v>41584</c:v>
                </c:pt>
                <c:pt idx="2506">
                  <c:v>41585</c:v>
                </c:pt>
                <c:pt idx="2507">
                  <c:v>41586</c:v>
                </c:pt>
                <c:pt idx="2508">
                  <c:v>41589</c:v>
                </c:pt>
                <c:pt idx="2509">
                  <c:v>41590</c:v>
                </c:pt>
                <c:pt idx="2510">
                  <c:v>41591</c:v>
                </c:pt>
                <c:pt idx="2511">
                  <c:v>41592</c:v>
                </c:pt>
                <c:pt idx="2512">
                  <c:v>41593</c:v>
                </c:pt>
                <c:pt idx="2513">
                  <c:v>41596</c:v>
                </c:pt>
                <c:pt idx="2514">
                  <c:v>41597</c:v>
                </c:pt>
                <c:pt idx="2515">
                  <c:v>41598</c:v>
                </c:pt>
                <c:pt idx="2516">
                  <c:v>41599</c:v>
                </c:pt>
                <c:pt idx="2517">
                  <c:v>41600</c:v>
                </c:pt>
                <c:pt idx="2518">
                  <c:v>41603</c:v>
                </c:pt>
                <c:pt idx="2519">
                  <c:v>41604</c:v>
                </c:pt>
                <c:pt idx="2520">
                  <c:v>41605</c:v>
                </c:pt>
                <c:pt idx="2521">
                  <c:v>41606</c:v>
                </c:pt>
                <c:pt idx="2522">
                  <c:v>41607</c:v>
                </c:pt>
                <c:pt idx="2523">
                  <c:v>41610</c:v>
                </c:pt>
                <c:pt idx="2524">
                  <c:v>41611</c:v>
                </c:pt>
                <c:pt idx="2525">
                  <c:v>41612</c:v>
                </c:pt>
                <c:pt idx="2526">
                  <c:v>41613</c:v>
                </c:pt>
                <c:pt idx="2527">
                  <c:v>41614</c:v>
                </c:pt>
                <c:pt idx="2528">
                  <c:v>41617</c:v>
                </c:pt>
                <c:pt idx="2529">
                  <c:v>41618</c:v>
                </c:pt>
                <c:pt idx="2530">
                  <c:v>41619</c:v>
                </c:pt>
                <c:pt idx="2531">
                  <c:v>41620</c:v>
                </c:pt>
                <c:pt idx="2532">
                  <c:v>41621</c:v>
                </c:pt>
                <c:pt idx="2533">
                  <c:v>41624</c:v>
                </c:pt>
                <c:pt idx="2534">
                  <c:v>41625</c:v>
                </c:pt>
                <c:pt idx="2535">
                  <c:v>41626</c:v>
                </c:pt>
                <c:pt idx="2536">
                  <c:v>41627</c:v>
                </c:pt>
                <c:pt idx="2537">
                  <c:v>41628</c:v>
                </c:pt>
                <c:pt idx="2538">
                  <c:v>41631</c:v>
                </c:pt>
                <c:pt idx="2539">
                  <c:v>41632</c:v>
                </c:pt>
                <c:pt idx="2540">
                  <c:v>41633</c:v>
                </c:pt>
                <c:pt idx="2541">
                  <c:v>41634</c:v>
                </c:pt>
                <c:pt idx="2542">
                  <c:v>41635</c:v>
                </c:pt>
                <c:pt idx="2543">
                  <c:v>41638</c:v>
                </c:pt>
                <c:pt idx="2544">
                  <c:v>41639</c:v>
                </c:pt>
                <c:pt idx="2545">
                  <c:v>41640</c:v>
                </c:pt>
                <c:pt idx="2546">
                  <c:v>41641</c:v>
                </c:pt>
                <c:pt idx="2547">
                  <c:v>41642</c:v>
                </c:pt>
                <c:pt idx="2548">
                  <c:v>41645</c:v>
                </c:pt>
                <c:pt idx="2549">
                  <c:v>41646</c:v>
                </c:pt>
                <c:pt idx="2550">
                  <c:v>41647</c:v>
                </c:pt>
                <c:pt idx="2551">
                  <c:v>41648</c:v>
                </c:pt>
                <c:pt idx="2552">
                  <c:v>41649</c:v>
                </c:pt>
                <c:pt idx="2553">
                  <c:v>41652</c:v>
                </c:pt>
                <c:pt idx="2554">
                  <c:v>41653</c:v>
                </c:pt>
                <c:pt idx="2555">
                  <c:v>41654</c:v>
                </c:pt>
                <c:pt idx="2556">
                  <c:v>41655</c:v>
                </c:pt>
                <c:pt idx="2557">
                  <c:v>41656</c:v>
                </c:pt>
                <c:pt idx="2558">
                  <c:v>41659</c:v>
                </c:pt>
                <c:pt idx="2559">
                  <c:v>41660</c:v>
                </c:pt>
                <c:pt idx="2560">
                  <c:v>41661</c:v>
                </c:pt>
                <c:pt idx="2561">
                  <c:v>41662</c:v>
                </c:pt>
                <c:pt idx="2562">
                  <c:v>41663</c:v>
                </c:pt>
                <c:pt idx="2563">
                  <c:v>41666</c:v>
                </c:pt>
                <c:pt idx="2564">
                  <c:v>41667</c:v>
                </c:pt>
                <c:pt idx="2565">
                  <c:v>41668</c:v>
                </c:pt>
                <c:pt idx="2566">
                  <c:v>41669</c:v>
                </c:pt>
                <c:pt idx="2567">
                  <c:v>41670</c:v>
                </c:pt>
                <c:pt idx="2568">
                  <c:v>41673</c:v>
                </c:pt>
                <c:pt idx="2569">
                  <c:v>41674</c:v>
                </c:pt>
                <c:pt idx="2570">
                  <c:v>41675</c:v>
                </c:pt>
                <c:pt idx="2571">
                  <c:v>41676</c:v>
                </c:pt>
                <c:pt idx="2572">
                  <c:v>41677</c:v>
                </c:pt>
                <c:pt idx="2573">
                  <c:v>41680</c:v>
                </c:pt>
                <c:pt idx="2574">
                  <c:v>41681</c:v>
                </c:pt>
                <c:pt idx="2575">
                  <c:v>41682</c:v>
                </c:pt>
                <c:pt idx="2576">
                  <c:v>41683</c:v>
                </c:pt>
                <c:pt idx="2577">
                  <c:v>41684</c:v>
                </c:pt>
                <c:pt idx="2578">
                  <c:v>41687</c:v>
                </c:pt>
                <c:pt idx="2579">
                  <c:v>41688</c:v>
                </c:pt>
                <c:pt idx="2580">
                  <c:v>41689</c:v>
                </c:pt>
                <c:pt idx="2581">
                  <c:v>41690</c:v>
                </c:pt>
                <c:pt idx="2582">
                  <c:v>41691</c:v>
                </c:pt>
                <c:pt idx="2583">
                  <c:v>41694</c:v>
                </c:pt>
                <c:pt idx="2584">
                  <c:v>41695</c:v>
                </c:pt>
                <c:pt idx="2585">
                  <c:v>41696</c:v>
                </c:pt>
                <c:pt idx="2586">
                  <c:v>41697</c:v>
                </c:pt>
                <c:pt idx="2587">
                  <c:v>41698</c:v>
                </c:pt>
                <c:pt idx="2588">
                  <c:v>41701</c:v>
                </c:pt>
                <c:pt idx="2589">
                  <c:v>41702</c:v>
                </c:pt>
                <c:pt idx="2590">
                  <c:v>41703</c:v>
                </c:pt>
                <c:pt idx="2591">
                  <c:v>41704</c:v>
                </c:pt>
                <c:pt idx="2592">
                  <c:v>41705</c:v>
                </c:pt>
                <c:pt idx="2593">
                  <c:v>41708</c:v>
                </c:pt>
                <c:pt idx="2594">
                  <c:v>41709</c:v>
                </c:pt>
                <c:pt idx="2595">
                  <c:v>41710</c:v>
                </c:pt>
                <c:pt idx="2596">
                  <c:v>41711</c:v>
                </c:pt>
                <c:pt idx="2597">
                  <c:v>41712</c:v>
                </c:pt>
                <c:pt idx="2598">
                  <c:v>41715</c:v>
                </c:pt>
                <c:pt idx="2599">
                  <c:v>41716</c:v>
                </c:pt>
                <c:pt idx="2600">
                  <c:v>41717</c:v>
                </c:pt>
                <c:pt idx="2601">
                  <c:v>41718</c:v>
                </c:pt>
                <c:pt idx="2602">
                  <c:v>41719</c:v>
                </c:pt>
                <c:pt idx="2603">
                  <c:v>41722</c:v>
                </c:pt>
                <c:pt idx="2604">
                  <c:v>41723</c:v>
                </c:pt>
                <c:pt idx="2605">
                  <c:v>41724</c:v>
                </c:pt>
                <c:pt idx="2606">
                  <c:v>41725</c:v>
                </c:pt>
                <c:pt idx="2607">
                  <c:v>41726</c:v>
                </c:pt>
                <c:pt idx="2608">
                  <c:v>41729</c:v>
                </c:pt>
                <c:pt idx="2609">
                  <c:v>41730</c:v>
                </c:pt>
                <c:pt idx="2610">
                  <c:v>41731</c:v>
                </c:pt>
                <c:pt idx="2611">
                  <c:v>41732</c:v>
                </c:pt>
                <c:pt idx="2612">
                  <c:v>41733</c:v>
                </c:pt>
                <c:pt idx="2613">
                  <c:v>41736</c:v>
                </c:pt>
                <c:pt idx="2614">
                  <c:v>41737</c:v>
                </c:pt>
                <c:pt idx="2615">
                  <c:v>41738</c:v>
                </c:pt>
                <c:pt idx="2616">
                  <c:v>41739</c:v>
                </c:pt>
                <c:pt idx="2617">
                  <c:v>41740</c:v>
                </c:pt>
                <c:pt idx="2618">
                  <c:v>41743</c:v>
                </c:pt>
                <c:pt idx="2619">
                  <c:v>41744</c:v>
                </c:pt>
                <c:pt idx="2620">
                  <c:v>41745</c:v>
                </c:pt>
                <c:pt idx="2621">
                  <c:v>41746</c:v>
                </c:pt>
                <c:pt idx="2622">
                  <c:v>41747</c:v>
                </c:pt>
                <c:pt idx="2623">
                  <c:v>41750</c:v>
                </c:pt>
                <c:pt idx="2624">
                  <c:v>41751</c:v>
                </c:pt>
                <c:pt idx="2625">
                  <c:v>41752</c:v>
                </c:pt>
                <c:pt idx="2626">
                  <c:v>41753</c:v>
                </c:pt>
                <c:pt idx="2627">
                  <c:v>41754</c:v>
                </c:pt>
                <c:pt idx="2628">
                  <c:v>41757</c:v>
                </c:pt>
                <c:pt idx="2629">
                  <c:v>41758</c:v>
                </c:pt>
                <c:pt idx="2630">
                  <c:v>41759</c:v>
                </c:pt>
                <c:pt idx="2631">
                  <c:v>41760</c:v>
                </c:pt>
                <c:pt idx="2632">
                  <c:v>41761</c:v>
                </c:pt>
                <c:pt idx="2633">
                  <c:v>41764</c:v>
                </c:pt>
                <c:pt idx="2634">
                  <c:v>41765</c:v>
                </c:pt>
                <c:pt idx="2635">
                  <c:v>41766</c:v>
                </c:pt>
                <c:pt idx="2636">
                  <c:v>41767</c:v>
                </c:pt>
                <c:pt idx="2637">
                  <c:v>41768</c:v>
                </c:pt>
                <c:pt idx="2638">
                  <c:v>41771</c:v>
                </c:pt>
                <c:pt idx="2639">
                  <c:v>41772</c:v>
                </c:pt>
                <c:pt idx="2640">
                  <c:v>41773</c:v>
                </c:pt>
                <c:pt idx="2641">
                  <c:v>41774</c:v>
                </c:pt>
                <c:pt idx="2642">
                  <c:v>41775</c:v>
                </c:pt>
                <c:pt idx="2643">
                  <c:v>41778</c:v>
                </c:pt>
                <c:pt idx="2644">
                  <c:v>41779</c:v>
                </c:pt>
                <c:pt idx="2645">
                  <c:v>41780</c:v>
                </c:pt>
                <c:pt idx="2646">
                  <c:v>41781</c:v>
                </c:pt>
                <c:pt idx="2647">
                  <c:v>41782</c:v>
                </c:pt>
                <c:pt idx="2648">
                  <c:v>41785</c:v>
                </c:pt>
                <c:pt idx="2649">
                  <c:v>41786</c:v>
                </c:pt>
                <c:pt idx="2650">
                  <c:v>41787</c:v>
                </c:pt>
                <c:pt idx="2651">
                  <c:v>41788</c:v>
                </c:pt>
                <c:pt idx="2652">
                  <c:v>41789</c:v>
                </c:pt>
                <c:pt idx="2653">
                  <c:v>41792</c:v>
                </c:pt>
                <c:pt idx="2654">
                  <c:v>41793</c:v>
                </c:pt>
                <c:pt idx="2655">
                  <c:v>41794</c:v>
                </c:pt>
                <c:pt idx="2656">
                  <c:v>41795</c:v>
                </c:pt>
                <c:pt idx="2657">
                  <c:v>41796</c:v>
                </c:pt>
                <c:pt idx="2658">
                  <c:v>41799</c:v>
                </c:pt>
                <c:pt idx="2659">
                  <c:v>41800</c:v>
                </c:pt>
                <c:pt idx="2660">
                  <c:v>41801</c:v>
                </c:pt>
                <c:pt idx="2661">
                  <c:v>41802</c:v>
                </c:pt>
                <c:pt idx="2662">
                  <c:v>41803</c:v>
                </c:pt>
                <c:pt idx="2663">
                  <c:v>41806</c:v>
                </c:pt>
                <c:pt idx="2664">
                  <c:v>41807</c:v>
                </c:pt>
                <c:pt idx="2665">
                  <c:v>41808</c:v>
                </c:pt>
                <c:pt idx="2666">
                  <c:v>41809</c:v>
                </c:pt>
                <c:pt idx="2667">
                  <c:v>41810</c:v>
                </c:pt>
                <c:pt idx="2668">
                  <c:v>41813</c:v>
                </c:pt>
                <c:pt idx="2669">
                  <c:v>41814</c:v>
                </c:pt>
                <c:pt idx="2670">
                  <c:v>41815</c:v>
                </c:pt>
                <c:pt idx="2671">
                  <c:v>41816</c:v>
                </c:pt>
                <c:pt idx="2672">
                  <c:v>41817</c:v>
                </c:pt>
                <c:pt idx="2673">
                  <c:v>41820</c:v>
                </c:pt>
                <c:pt idx="2674">
                  <c:v>41821</c:v>
                </c:pt>
                <c:pt idx="2675">
                  <c:v>41822</c:v>
                </c:pt>
                <c:pt idx="2676">
                  <c:v>41823</c:v>
                </c:pt>
                <c:pt idx="2677">
                  <c:v>41824</c:v>
                </c:pt>
                <c:pt idx="2678">
                  <c:v>41827</c:v>
                </c:pt>
                <c:pt idx="2679">
                  <c:v>41828</c:v>
                </c:pt>
                <c:pt idx="2680">
                  <c:v>41829</c:v>
                </c:pt>
                <c:pt idx="2681">
                  <c:v>41830</c:v>
                </c:pt>
                <c:pt idx="2682">
                  <c:v>41831</c:v>
                </c:pt>
                <c:pt idx="2683">
                  <c:v>41834</c:v>
                </c:pt>
                <c:pt idx="2684">
                  <c:v>41835</c:v>
                </c:pt>
                <c:pt idx="2685">
                  <c:v>41836</c:v>
                </c:pt>
                <c:pt idx="2686">
                  <c:v>41837</c:v>
                </c:pt>
                <c:pt idx="2687">
                  <c:v>41838</c:v>
                </c:pt>
                <c:pt idx="2688">
                  <c:v>41841</c:v>
                </c:pt>
                <c:pt idx="2689">
                  <c:v>41842</c:v>
                </c:pt>
                <c:pt idx="2690">
                  <c:v>41843</c:v>
                </c:pt>
                <c:pt idx="2691">
                  <c:v>41844</c:v>
                </c:pt>
                <c:pt idx="2692">
                  <c:v>41845</c:v>
                </c:pt>
                <c:pt idx="2693">
                  <c:v>41848</c:v>
                </c:pt>
                <c:pt idx="2694">
                  <c:v>41849</c:v>
                </c:pt>
                <c:pt idx="2695">
                  <c:v>41850</c:v>
                </c:pt>
                <c:pt idx="2696">
                  <c:v>41851</c:v>
                </c:pt>
                <c:pt idx="2697">
                  <c:v>41852</c:v>
                </c:pt>
                <c:pt idx="2698">
                  <c:v>41855</c:v>
                </c:pt>
                <c:pt idx="2699">
                  <c:v>41856</c:v>
                </c:pt>
                <c:pt idx="2700">
                  <c:v>41857</c:v>
                </c:pt>
                <c:pt idx="2701">
                  <c:v>41858</c:v>
                </c:pt>
                <c:pt idx="2702">
                  <c:v>41859</c:v>
                </c:pt>
                <c:pt idx="2703">
                  <c:v>41862</c:v>
                </c:pt>
                <c:pt idx="2704">
                  <c:v>41863</c:v>
                </c:pt>
                <c:pt idx="2705">
                  <c:v>41864</c:v>
                </c:pt>
                <c:pt idx="2706">
                  <c:v>41865</c:v>
                </c:pt>
                <c:pt idx="2707">
                  <c:v>41866</c:v>
                </c:pt>
                <c:pt idx="2708">
                  <c:v>41869</c:v>
                </c:pt>
                <c:pt idx="2709">
                  <c:v>41870</c:v>
                </c:pt>
                <c:pt idx="2710">
                  <c:v>41871</c:v>
                </c:pt>
                <c:pt idx="2711">
                  <c:v>41872</c:v>
                </c:pt>
                <c:pt idx="2712">
                  <c:v>41873</c:v>
                </c:pt>
                <c:pt idx="2713">
                  <c:v>41876</c:v>
                </c:pt>
                <c:pt idx="2714">
                  <c:v>41877</c:v>
                </c:pt>
                <c:pt idx="2715">
                  <c:v>41878</c:v>
                </c:pt>
                <c:pt idx="2716">
                  <c:v>41879</c:v>
                </c:pt>
                <c:pt idx="2717">
                  <c:v>41880</c:v>
                </c:pt>
                <c:pt idx="2718">
                  <c:v>41883</c:v>
                </c:pt>
                <c:pt idx="2719">
                  <c:v>41884</c:v>
                </c:pt>
                <c:pt idx="2720">
                  <c:v>41885</c:v>
                </c:pt>
                <c:pt idx="2721">
                  <c:v>41886</c:v>
                </c:pt>
                <c:pt idx="2722">
                  <c:v>41887</c:v>
                </c:pt>
                <c:pt idx="2723">
                  <c:v>41890</c:v>
                </c:pt>
                <c:pt idx="2724">
                  <c:v>41891</c:v>
                </c:pt>
                <c:pt idx="2725">
                  <c:v>41892</c:v>
                </c:pt>
                <c:pt idx="2726">
                  <c:v>41893</c:v>
                </c:pt>
                <c:pt idx="2727">
                  <c:v>41894</c:v>
                </c:pt>
                <c:pt idx="2728">
                  <c:v>41897</c:v>
                </c:pt>
                <c:pt idx="2729">
                  <c:v>41898</c:v>
                </c:pt>
                <c:pt idx="2730">
                  <c:v>41899</c:v>
                </c:pt>
                <c:pt idx="2731">
                  <c:v>41900</c:v>
                </c:pt>
                <c:pt idx="2732">
                  <c:v>41901</c:v>
                </c:pt>
                <c:pt idx="2733">
                  <c:v>41904</c:v>
                </c:pt>
                <c:pt idx="2734">
                  <c:v>41905</c:v>
                </c:pt>
                <c:pt idx="2735">
                  <c:v>41906</c:v>
                </c:pt>
                <c:pt idx="2736">
                  <c:v>41907</c:v>
                </c:pt>
                <c:pt idx="2737">
                  <c:v>41908</c:v>
                </c:pt>
                <c:pt idx="2738">
                  <c:v>41911</c:v>
                </c:pt>
                <c:pt idx="2739">
                  <c:v>41912</c:v>
                </c:pt>
                <c:pt idx="2740">
                  <c:v>41913</c:v>
                </c:pt>
                <c:pt idx="2741">
                  <c:v>41914</c:v>
                </c:pt>
                <c:pt idx="2742">
                  <c:v>41915</c:v>
                </c:pt>
                <c:pt idx="2743">
                  <c:v>41918</c:v>
                </c:pt>
                <c:pt idx="2744">
                  <c:v>41919</c:v>
                </c:pt>
                <c:pt idx="2745">
                  <c:v>41920</c:v>
                </c:pt>
                <c:pt idx="2746">
                  <c:v>41921</c:v>
                </c:pt>
                <c:pt idx="2747">
                  <c:v>41922</c:v>
                </c:pt>
                <c:pt idx="2748">
                  <c:v>41925</c:v>
                </c:pt>
                <c:pt idx="2749">
                  <c:v>41926</c:v>
                </c:pt>
                <c:pt idx="2750">
                  <c:v>41927</c:v>
                </c:pt>
                <c:pt idx="2751">
                  <c:v>41928</c:v>
                </c:pt>
                <c:pt idx="2752">
                  <c:v>41929</c:v>
                </c:pt>
                <c:pt idx="2753">
                  <c:v>41932</c:v>
                </c:pt>
                <c:pt idx="2754">
                  <c:v>41933</c:v>
                </c:pt>
                <c:pt idx="2755">
                  <c:v>41934</c:v>
                </c:pt>
                <c:pt idx="2756">
                  <c:v>41935</c:v>
                </c:pt>
                <c:pt idx="2757">
                  <c:v>41936</c:v>
                </c:pt>
                <c:pt idx="2758">
                  <c:v>41939</c:v>
                </c:pt>
                <c:pt idx="2759">
                  <c:v>41940</c:v>
                </c:pt>
                <c:pt idx="2760">
                  <c:v>41941</c:v>
                </c:pt>
                <c:pt idx="2761">
                  <c:v>41942</c:v>
                </c:pt>
                <c:pt idx="2762">
                  <c:v>41943</c:v>
                </c:pt>
                <c:pt idx="2763">
                  <c:v>41946</c:v>
                </c:pt>
                <c:pt idx="2764">
                  <c:v>41947</c:v>
                </c:pt>
                <c:pt idx="2765">
                  <c:v>41948</c:v>
                </c:pt>
                <c:pt idx="2766">
                  <c:v>41949</c:v>
                </c:pt>
                <c:pt idx="2767">
                  <c:v>41950</c:v>
                </c:pt>
                <c:pt idx="2768">
                  <c:v>41953</c:v>
                </c:pt>
                <c:pt idx="2769">
                  <c:v>41954</c:v>
                </c:pt>
                <c:pt idx="2770">
                  <c:v>41955</c:v>
                </c:pt>
                <c:pt idx="2771">
                  <c:v>41956</c:v>
                </c:pt>
                <c:pt idx="2772">
                  <c:v>41957</c:v>
                </c:pt>
                <c:pt idx="2773">
                  <c:v>41960</c:v>
                </c:pt>
                <c:pt idx="2774">
                  <c:v>41961</c:v>
                </c:pt>
                <c:pt idx="2775">
                  <c:v>41962</c:v>
                </c:pt>
                <c:pt idx="2776">
                  <c:v>41963</c:v>
                </c:pt>
                <c:pt idx="2777">
                  <c:v>41964</c:v>
                </c:pt>
                <c:pt idx="2778">
                  <c:v>41967</c:v>
                </c:pt>
                <c:pt idx="2779">
                  <c:v>41968</c:v>
                </c:pt>
                <c:pt idx="2780">
                  <c:v>41969</c:v>
                </c:pt>
                <c:pt idx="2781">
                  <c:v>41970</c:v>
                </c:pt>
                <c:pt idx="2782">
                  <c:v>41971</c:v>
                </c:pt>
                <c:pt idx="2783">
                  <c:v>41974</c:v>
                </c:pt>
                <c:pt idx="2784">
                  <c:v>41975</c:v>
                </c:pt>
                <c:pt idx="2785">
                  <c:v>41976</c:v>
                </c:pt>
                <c:pt idx="2786">
                  <c:v>41977</c:v>
                </c:pt>
                <c:pt idx="2787">
                  <c:v>41978</c:v>
                </c:pt>
                <c:pt idx="2788">
                  <c:v>41981</c:v>
                </c:pt>
                <c:pt idx="2789">
                  <c:v>41982</c:v>
                </c:pt>
                <c:pt idx="2790">
                  <c:v>41983</c:v>
                </c:pt>
                <c:pt idx="2791">
                  <c:v>41984</c:v>
                </c:pt>
                <c:pt idx="2792">
                  <c:v>41985</c:v>
                </c:pt>
                <c:pt idx="2793">
                  <c:v>41988</c:v>
                </c:pt>
                <c:pt idx="2794">
                  <c:v>41989</c:v>
                </c:pt>
                <c:pt idx="2795">
                  <c:v>41990</c:v>
                </c:pt>
                <c:pt idx="2796">
                  <c:v>41991</c:v>
                </c:pt>
                <c:pt idx="2797">
                  <c:v>41992</c:v>
                </c:pt>
                <c:pt idx="2798">
                  <c:v>41995</c:v>
                </c:pt>
                <c:pt idx="2799">
                  <c:v>41996</c:v>
                </c:pt>
                <c:pt idx="2800">
                  <c:v>41997</c:v>
                </c:pt>
                <c:pt idx="2801">
                  <c:v>41998</c:v>
                </c:pt>
                <c:pt idx="2802">
                  <c:v>41999</c:v>
                </c:pt>
                <c:pt idx="2803">
                  <c:v>42002</c:v>
                </c:pt>
                <c:pt idx="2804">
                  <c:v>42003</c:v>
                </c:pt>
                <c:pt idx="2805">
                  <c:v>42004</c:v>
                </c:pt>
                <c:pt idx="2806">
                  <c:v>42005</c:v>
                </c:pt>
                <c:pt idx="2807">
                  <c:v>42006</c:v>
                </c:pt>
                <c:pt idx="2808">
                  <c:v>42009</c:v>
                </c:pt>
                <c:pt idx="2809">
                  <c:v>42010</c:v>
                </c:pt>
                <c:pt idx="2810">
                  <c:v>42011</c:v>
                </c:pt>
                <c:pt idx="2811">
                  <c:v>42012</c:v>
                </c:pt>
                <c:pt idx="2812">
                  <c:v>42013</c:v>
                </c:pt>
                <c:pt idx="2813">
                  <c:v>42016</c:v>
                </c:pt>
                <c:pt idx="2814">
                  <c:v>42017</c:v>
                </c:pt>
                <c:pt idx="2815">
                  <c:v>42018</c:v>
                </c:pt>
                <c:pt idx="2816">
                  <c:v>42019</c:v>
                </c:pt>
                <c:pt idx="2817">
                  <c:v>42020</c:v>
                </c:pt>
                <c:pt idx="2818">
                  <c:v>42023</c:v>
                </c:pt>
                <c:pt idx="2819">
                  <c:v>42024</c:v>
                </c:pt>
                <c:pt idx="2820">
                  <c:v>42025</c:v>
                </c:pt>
                <c:pt idx="2821">
                  <c:v>42026</c:v>
                </c:pt>
                <c:pt idx="2822">
                  <c:v>42027</c:v>
                </c:pt>
                <c:pt idx="2823">
                  <c:v>42030</c:v>
                </c:pt>
                <c:pt idx="2824">
                  <c:v>42031</c:v>
                </c:pt>
                <c:pt idx="2825">
                  <c:v>42032</c:v>
                </c:pt>
                <c:pt idx="2826">
                  <c:v>42033</c:v>
                </c:pt>
                <c:pt idx="2827">
                  <c:v>42034</c:v>
                </c:pt>
                <c:pt idx="2828">
                  <c:v>42037</c:v>
                </c:pt>
                <c:pt idx="2829">
                  <c:v>42038</c:v>
                </c:pt>
                <c:pt idx="2830">
                  <c:v>42039</c:v>
                </c:pt>
                <c:pt idx="2831">
                  <c:v>42040</c:v>
                </c:pt>
                <c:pt idx="2832">
                  <c:v>42041</c:v>
                </c:pt>
                <c:pt idx="2833">
                  <c:v>42044</c:v>
                </c:pt>
                <c:pt idx="2834">
                  <c:v>42045</c:v>
                </c:pt>
                <c:pt idx="2835">
                  <c:v>42046</c:v>
                </c:pt>
                <c:pt idx="2836">
                  <c:v>42047</c:v>
                </c:pt>
                <c:pt idx="2837">
                  <c:v>42048</c:v>
                </c:pt>
                <c:pt idx="2838">
                  <c:v>42051</c:v>
                </c:pt>
                <c:pt idx="2839">
                  <c:v>42052</c:v>
                </c:pt>
                <c:pt idx="2840">
                  <c:v>42053</c:v>
                </c:pt>
                <c:pt idx="2841">
                  <c:v>42054</c:v>
                </c:pt>
                <c:pt idx="2842">
                  <c:v>42055</c:v>
                </c:pt>
                <c:pt idx="2843">
                  <c:v>42058</c:v>
                </c:pt>
                <c:pt idx="2844">
                  <c:v>42059</c:v>
                </c:pt>
                <c:pt idx="2845">
                  <c:v>42060</c:v>
                </c:pt>
                <c:pt idx="2846">
                  <c:v>42061</c:v>
                </c:pt>
                <c:pt idx="2847">
                  <c:v>42062</c:v>
                </c:pt>
                <c:pt idx="2848">
                  <c:v>42065</c:v>
                </c:pt>
                <c:pt idx="2849">
                  <c:v>42066</c:v>
                </c:pt>
                <c:pt idx="2850">
                  <c:v>42067</c:v>
                </c:pt>
                <c:pt idx="2851">
                  <c:v>42068</c:v>
                </c:pt>
                <c:pt idx="2852">
                  <c:v>42069</c:v>
                </c:pt>
                <c:pt idx="2853">
                  <c:v>42072</c:v>
                </c:pt>
                <c:pt idx="2854">
                  <c:v>42073</c:v>
                </c:pt>
                <c:pt idx="2855">
                  <c:v>42074</c:v>
                </c:pt>
                <c:pt idx="2856">
                  <c:v>42075</c:v>
                </c:pt>
                <c:pt idx="2857">
                  <c:v>42076</c:v>
                </c:pt>
                <c:pt idx="2858">
                  <c:v>42079</c:v>
                </c:pt>
                <c:pt idx="2859">
                  <c:v>42080</c:v>
                </c:pt>
                <c:pt idx="2860">
                  <c:v>42081</c:v>
                </c:pt>
                <c:pt idx="2861">
                  <c:v>42082</c:v>
                </c:pt>
                <c:pt idx="2862">
                  <c:v>42083</c:v>
                </c:pt>
                <c:pt idx="2863">
                  <c:v>42086</c:v>
                </c:pt>
                <c:pt idx="2864">
                  <c:v>42087</c:v>
                </c:pt>
                <c:pt idx="2865">
                  <c:v>42088</c:v>
                </c:pt>
                <c:pt idx="2866">
                  <c:v>42089</c:v>
                </c:pt>
                <c:pt idx="2867">
                  <c:v>42090</c:v>
                </c:pt>
                <c:pt idx="2868">
                  <c:v>42093</c:v>
                </c:pt>
                <c:pt idx="2869">
                  <c:v>42094</c:v>
                </c:pt>
                <c:pt idx="2870">
                  <c:v>42095</c:v>
                </c:pt>
                <c:pt idx="2871">
                  <c:v>42096</c:v>
                </c:pt>
                <c:pt idx="2872">
                  <c:v>42097</c:v>
                </c:pt>
                <c:pt idx="2873">
                  <c:v>42100</c:v>
                </c:pt>
                <c:pt idx="2874">
                  <c:v>42101</c:v>
                </c:pt>
                <c:pt idx="2875">
                  <c:v>42102</c:v>
                </c:pt>
                <c:pt idx="2876">
                  <c:v>42103</c:v>
                </c:pt>
                <c:pt idx="2877">
                  <c:v>42104</c:v>
                </c:pt>
                <c:pt idx="2878">
                  <c:v>42107</c:v>
                </c:pt>
                <c:pt idx="2879">
                  <c:v>42108</c:v>
                </c:pt>
                <c:pt idx="2880">
                  <c:v>42109</c:v>
                </c:pt>
                <c:pt idx="2881">
                  <c:v>42110</c:v>
                </c:pt>
                <c:pt idx="2882">
                  <c:v>42111</c:v>
                </c:pt>
                <c:pt idx="2883">
                  <c:v>42114</c:v>
                </c:pt>
                <c:pt idx="2884">
                  <c:v>42115</c:v>
                </c:pt>
                <c:pt idx="2885">
                  <c:v>42116</c:v>
                </c:pt>
                <c:pt idx="2886">
                  <c:v>42117</c:v>
                </c:pt>
                <c:pt idx="2887">
                  <c:v>42118</c:v>
                </c:pt>
                <c:pt idx="2888">
                  <c:v>42121</c:v>
                </c:pt>
                <c:pt idx="2889">
                  <c:v>42122</c:v>
                </c:pt>
                <c:pt idx="2890">
                  <c:v>42123</c:v>
                </c:pt>
                <c:pt idx="2891">
                  <c:v>42124</c:v>
                </c:pt>
                <c:pt idx="2892">
                  <c:v>42125</c:v>
                </c:pt>
                <c:pt idx="2893">
                  <c:v>42128</c:v>
                </c:pt>
                <c:pt idx="2894">
                  <c:v>42129</c:v>
                </c:pt>
                <c:pt idx="2895">
                  <c:v>42130</c:v>
                </c:pt>
                <c:pt idx="2896">
                  <c:v>42131</c:v>
                </c:pt>
                <c:pt idx="2897">
                  <c:v>42132</c:v>
                </c:pt>
                <c:pt idx="2898">
                  <c:v>42135</c:v>
                </c:pt>
                <c:pt idx="2899">
                  <c:v>42136</c:v>
                </c:pt>
                <c:pt idx="2900">
                  <c:v>42137</c:v>
                </c:pt>
                <c:pt idx="2901">
                  <c:v>42138</c:v>
                </c:pt>
                <c:pt idx="2902">
                  <c:v>42139</c:v>
                </c:pt>
                <c:pt idx="2903">
                  <c:v>42142</c:v>
                </c:pt>
                <c:pt idx="2904">
                  <c:v>42143</c:v>
                </c:pt>
                <c:pt idx="2905">
                  <c:v>42144</c:v>
                </c:pt>
                <c:pt idx="2906">
                  <c:v>42145</c:v>
                </c:pt>
                <c:pt idx="2907">
                  <c:v>42146</c:v>
                </c:pt>
                <c:pt idx="2908">
                  <c:v>42149</c:v>
                </c:pt>
                <c:pt idx="2909">
                  <c:v>42150</c:v>
                </c:pt>
                <c:pt idx="2910">
                  <c:v>42151</c:v>
                </c:pt>
                <c:pt idx="2911">
                  <c:v>42152</c:v>
                </c:pt>
                <c:pt idx="2912">
                  <c:v>42153</c:v>
                </c:pt>
                <c:pt idx="2913">
                  <c:v>42156</c:v>
                </c:pt>
                <c:pt idx="2914">
                  <c:v>42157</c:v>
                </c:pt>
                <c:pt idx="2915">
                  <c:v>42158</c:v>
                </c:pt>
                <c:pt idx="2916">
                  <c:v>42159</c:v>
                </c:pt>
                <c:pt idx="2917">
                  <c:v>42160</c:v>
                </c:pt>
                <c:pt idx="2918">
                  <c:v>42163</c:v>
                </c:pt>
                <c:pt idx="2919">
                  <c:v>42164</c:v>
                </c:pt>
                <c:pt idx="2920">
                  <c:v>42165</c:v>
                </c:pt>
                <c:pt idx="2921">
                  <c:v>42166</c:v>
                </c:pt>
                <c:pt idx="2922">
                  <c:v>42167</c:v>
                </c:pt>
                <c:pt idx="2923">
                  <c:v>42170</c:v>
                </c:pt>
                <c:pt idx="2924">
                  <c:v>42171</c:v>
                </c:pt>
                <c:pt idx="2925">
                  <c:v>42172</c:v>
                </c:pt>
                <c:pt idx="2926">
                  <c:v>42173</c:v>
                </c:pt>
                <c:pt idx="2927">
                  <c:v>42174</c:v>
                </c:pt>
                <c:pt idx="2928">
                  <c:v>42177</c:v>
                </c:pt>
                <c:pt idx="2929">
                  <c:v>42178</c:v>
                </c:pt>
                <c:pt idx="2930">
                  <c:v>42179</c:v>
                </c:pt>
                <c:pt idx="2931">
                  <c:v>42180</c:v>
                </c:pt>
                <c:pt idx="2932">
                  <c:v>42181</c:v>
                </c:pt>
                <c:pt idx="2933">
                  <c:v>42184</c:v>
                </c:pt>
                <c:pt idx="2934">
                  <c:v>42185</c:v>
                </c:pt>
                <c:pt idx="2935">
                  <c:v>42186</c:v>
                </c:pt>
                <c:pt idx="2936">
                  <c:v>42187</c:v>
                </c:pt>
                <c:pt idx="2937">
                  <c:v>42188</c:v>
                </c:pt>
                <c:pt idx="2938">
                  <c:v>42191</c:v>
                </c:pt>
                <c:pt idx="2939">
                  <c:v>42192</c:v>
                </c:pt>
                <c:pt idx="2940">
                  <c:v>42193</c:v>
                </c:pt>
                <c:pt idx="2941">
                  <c:v>42194</c:v>
                </c:pt>
                <c:pt idx="2942">
                  <c:v>42195</c:v>
                </c:pt>
                <c:pt idx="2943">
                  <c:v>42198</c:v>
                </c:pt>
                <c:pt idx="2944">
                  <c:v>42199</c:v>
                </c:pt>
                <c:pt idx="2945">
                  <c:v>42200</c:v>
                </c:pt>
                <c:pt idx="2946">
                  <c:v>42201</c:v>
                </c:pt>
                <c:pt idx="2947">
                  <c:v>42202</c:v>
                </c:pt>
                <c:pt idx="2948">
                  <c:v>42205</c:v>
                </c:pt>
                <c:pt idx="2949">
                  <c:v>42206</c:v>
                </c:pt>
                <c:pt idx="2950">
                  <c:v>42207</c:v>
                </c:pt>
                <c:pt idx="2951">
                  <c:v>42208</c:v>
                </c:pt>
                <c:pt idx="2952">
                  <c:v>42209</c:v>
                </c:pt>
                <c:pt idx="2953">
                  <c:v>42212</c:v>
                </c:pt>
                <c:pt idx="2954">
                  <c:v>42213</c:v>
                </c:pt>
                <c:pt idx="2955">
                  <c:v>42214</c:v>
                </c:pt>
                <c:pt idx="2956">
                  <c:v>42215</c:v>
                </c:pt>
                <c:pt idx="2957">
                  <c:v>42216</c:v>
                </c:pt>
                <c:pt idx="2958">
                  <c:v>42219</c:v>
                </c:pt>
                <c:pt idx="2959">
                  <c:v>42220</c:v>
                </c:pt>
                <c:pt idx="2960">
                  <c:v>42221</c:v>
                </c:pt>
                <c:pt idx="2961">
                  <c:v>42222</c:v>
                </c:pt>
                <c:pt idx="2962">
                  <c:v>42223</c:v>
                </c:pt>
                <c:pt idx="2963">
                  <c:v>42226</c:v>
                </c:pt>
                <c:pt idx="2964">
                  <c:v>42227</c:v>
                </c:pt>
                <c:pt idx="2965">
                  <c:v>42228</c:v>
                </c:pt>
                <c:pt idx="2966">
                  <c:v>42229</c:v>
                </c:pt>
                <c:pt idx="2967">
                  <c:v>42230</c:v>
                </c:pt>
                <c:pt idx="2968">
                  <c:v>42233</c:v>
                </c:pt>
                <c:pt idx="2969">
                  <c:v>42234</c:v>
                </c:pt>
                <c:pt idx="2970">
                  <c:v>42235</c:v>
                </c:pt>
                <c:pt idx="2971">
                  <c:v>42236</c:v>
                </c:pt>
                <c:pt idx="2972">
                  <c:v>42237</c:v>
                </c:pt>
                <c:pt idx="2973">
                  <c:v>42240</c:v>
                </c:pt>
                <c:pt idx="2974">
                  <c:v>42241</c:v>
                </c:pt>
                <c:pt idx="2975">
                  <c:v>42242</c:v>
                </c:pt>
                <c:pt idx="2976">
                  <c:v>42243</c:v>
                </c:pt>
                <c:pt idx="2977">
                  <c:v>42244</c:v>
                </c:pt>
                <c:pt idx="2978">
                  <c:v>42247</c:v>
                </c:pt>
                <c:pt idx="2979">
                  <c:v>42248</c:v>
                </c:pt>
                <c:pt idx="2980">
                  <c:v>42249</c:v>
                </c:pt>
                <c:pt idx="2981">
                  <c:v>42250</c:v>
                </c:pt>
                <c:pt idx="2982">
                  <c:v>42251</c:v>
                </c:pt>
                <c:pt idx="2983">
                  <c:v>42254</c:v>
                </c:pt>
                <c:pt idx="2984">
                  <c:v>42255</c:v>
                </c:pt>
                <c:pt idx="2985">
                  <c:v>42256</c:v>
                </c:pt>
                <c:pt idx="2986">
                  <c:v>42257</c:v>
                </c:pt>
                <c:pt idx="2987">
                  <c:v>42258</c:v>
                </c:pt>
                <c:pt idx="2988">
                  <c:v>42261</c:v>
                </c:pt>
                <c:pt idx="2989">
                  <c:v>42262</c:v>
                </c:pt>
                <c:pt idx="2990">
                  <c:v>42263</c:v>
                </c:pt>
                <c:pt idx="2991">
                  <c:v>42264</c:v>
                </c:pt>
                <c:pt idx="2992">
                  <c:v>42265</c:v>
                </c:pt>
                <c:pt idx="2993">
                  <c:v>42268</c:v>
                </c:pt>
                <c:pt idx="2994">
                  <c:v>42269</c:v>
                </c:pt>
                <c:pt idx="2995">
                  <c:v>42270</c:v>
                </c:pt>
                <c:pt idx="2996">
                  <c:v>42271</c:v>
                </c:pt>
                <c:pt idx="2997">
                  <c:v>42272</c:v>
                </c:pt>
                <c:pt idx="2998">
                  <c:v>42275</c:v>
                </c:pt>
                <c:pt idx="2999">
                  <c:v>42276</c:v>
                </c:pt>
                <c:pt idx="3000">
                  <c:v>42277</c:v>
                </c:pt>
                <c:pt idx="3001">
                  <c:v>42278</c:v>
                </c:pt>
                <c:pt idx="3002">
                  <c:v>42279</c:v>
                </c:pt>
                <c:pt idx="3003">
                  <c:v>42282</c:v>
                </c:pt>
                <c:pt idx="3004">
                  <c:v>42283</c:v>
                </c:pt>
                <c:pt idx="3005">
                  <c:v>42284</c:v>
                </c:pt>
                <c:pt idx="3006">
                  <c:v>42285</c:v>
                </c:pt>
                <c:pt idx="3007">
                  <c:v>42286</c:v>
                </c:pt>
                <c:pt idx="3008">
                  <c:v>42289</c:v>
                </c:pt>
                <c:pt idx="3009">
                  <c:v>42290</c:v>
                </c:pt>
                <c:pt idx="3010">
                  <c:v>42291</c:v>
                </c:pt>
                <c:pt idx="3011">
                  <c:v>42292</c:v>
                </c:pt>
                <c:pt idx="3012">
                  <c:v>42293</c:v>
                </c:pt>
                <c:pt idx="3013">
                  <c:v>42296</c:v>
                </c:pt>
                <c:pt idx="3014">
                  <c:v>42297</c:v>
                </c:pt>
                <c:pt idx="3015">
                  <c:v>42298</c:v>
                </c:pt>
                <c:pt idx="3016">
                  <c:v>42299</c:v>
                </c:pt>
                <c:pt idx="3017">
                  <c:v>42300</c:v>
                </c:pt>
                <c:pt idx="3018">
                  <c:v>42303</c:v>
                </c:pt>
                <c:pt idx="3019">
                  <c:v>42304</c:v>
                </c:pt>
                <c:pt idx="3020">
                  <c:v>42305</c:v>
                </c:pt>
                <c:pt idx="3021">
                  <c:v>42306</c:v>
                </c:pt>
                <c:pt idx="3022">
                  <c:v>42307</c:v>
                </c:pt>
                <c:pt idx="3023">
                  <c:v>42310</c:v>
                </c:pt>
                <c:pt idx="3024">
                  <c:v>42311</c:v>
                </c:pt>
                <c:pt idx="3025">
                  <c:v>42312</c:v>
                </c:pt>
                <c:pt idx="3026">
                  <c:v>42313</c:v>
                </c:pt>
                <c:pt idx="3027">
                  <c:v>42314</c:v>
                </c:pt>
                <c:pt idx="3028">
                  <c:v>42317</c:v>
                </c:pt>
                <c:pt idx="3029">
                  <c:v>42318</c:v>
                </c:pt>
                <c:pt idx="3030">
                  <c:v>42319</c:v>
                </c:pt>
                <c:pt idx="3031">
                  <c:v>42320</c:v>
                </c:pt>
                <c:pt idx="3032">
                  <c:v>42321</c:v>
                </c:pt>
                <c:pt idx="3033">
                  <c:v>42324</c:v>
                </c:pt>
                <c:pt idx="3034">
                  <c:v>42325</c:v>
                </c:pt>
                <c:pt idx="3035">
                  <c:v>42326</c:v>
                </c:pt>
                <c:pt idx="3036">
                  <c:v>42327</c:v>
                </c:pt>
                <c:pt idx="3037">
                  <c:v>42328</c:v>
                </c:pt>
                <c:pt idx="3038">
                  <c:v>42331</c:v>
                </c:pt>
                <c:pt idx="3039">
                  <c:v>42332</c:v>
                </c:pt>
                <c:pt idx="3040">
                  <c:v>42333</c:v>
                </c:pt>
                <c:pt idx="3041">
                  <c:v>42334</c:v>
                </c:pt>
                <c:pt idx="3042">
                  <c:v>42335</c:v>
                </c:pt>
                <c:pt idx="3043">
                  <c:v>42338</c:v>
                </c:pt>
                <c:pt idx="3044">
                  <c:v>42339</c:v>
                </c:pt>
                <c:pt idx="3045">
                  <c:v>42340</c:v>
                </c:pt>
                <c:pt idx="3046">
                  <c:v>42341</c:v>
                </c:pt>
                <c:pt idx="3047">
                  <c:v>42342</c:v>
                </c:pt>
                <c:pt idx="3048">
                  <c:v>42345</c:v>
                </c:pt>
                <c:pt idx="3049">
                  <c:v>42346</c:v>
                </c:pt>
                <c:pt idx="3050">
                  <c:v>42347</c:v>
                </c:pt>
                <c:pt idx="3051">
                  <c:v>42348</c:v>
                </c:pt>
                <c:pt idx="3052">
                  <c:v>42349</c:v>
                </c:pt>
                <c:pt idx="3053">
                  <c:v>42352</c:v>
                </c:pt>
                <c:pt idx="3054">
                  <c:v>42353</c:v>
                </c:pt>
                <c:pt idx="3055">
                  <c:v>42354</c:v>
                </c:pt>
                <c:pt idx="3056">
                  <c:v>42355</c:v>
                </c:pt>
                <c:pt idx="3057">
                  <c:v>42356</c:v>
                </c:pt>
                <c:pt idx="3058">
                  <c:v>42359</c:v>
                </c:pt>
                <c:pt idx="3059">
                  <c:v>42360</c:v>
                </c:pt>
                <c:pt idx="3060">
                  <c:v>42361</c:v>
                </c:pt>
                <c:pt idx="3061">
                  <c:v>42362</c:v>
                </c:pt>
                <c:pt idx="3062">
                  <c:v>42363</c:v>
                </c:pt>
                <c:pt idx="3063">
                  <c:v>42366</c:v>
                </c:pt>
                <c:pt idx="3064">
                  <c:v>42367</c:v>
                </c:pt>
                <c:pt idx="3065">
                  <c:v>42368</c:v>
                </c:pt>
                <c:pt idx="3066">
                  <c:v>42369</c:v>
                </c:pt>
                <c:pt idx="3067">
                  <c:v>42370</c:v>
                </c:pt>
                <c:pt idx="3068">
                  <c:v>42373</c:v>
                </c:pt>
                <c:pt idx="3069">
                  <c:v>42374</c:v>
                </c:pt>
                <c:pt idx="3070">
                  <c:v>42375</c:v>
                </c:pt>
                <c:pt idx="3071">
                  <c:v>42376</c:v>
                </c:pt>
                <c:pt idx="3072">
                  <c:v>42377</c:v>
                </c:pt>
                <c:pt idx="3073">
                  <c:v>42380</c:v>
                </c:pt>
                <c:pt idx="3074">
                  <c:v>42381</c:v>
                </c:pt>
                <c:pt idx="3075">
                  <c:v>42382</c:v>
                </c:pt>
                <c:pt idx="3076">
                  <c:v>42383</c:v>
                </c:pt>
                <c:pt idx="3077">
                  <c:v>42384</c:v>
                </c:pt>
                <c:pt idx="3078">
                  <c:v>42387</c:v>
                </c:pt>
                <c:pt idx="3079">
                  <c:v>42388</c:v>
                </c:pt>
                <c:pt idx="3080">
                  <c:v>42389</c:v>
                </c:pt>
                <c:pt idx="3081">
                  <c:v>42390</c:v>
                </c:pt>
                <c:pt idx="3082">
                  <c:v>42391</c:v>
                </c:pt>
                <c:pt idx="3083">
                  <c:v>42394</c:v>
                </c:pt>
                <c:pt idx="3084">
                  <c:v>42395</c:v>
                </c:pt>
                <c:pt idx="3085">
                  <c:v>42396</c:v>
                </c:pt>
                <c:pt idx="3086">
                  <c:v>42397</c:v>
                </c:pt>
                <c:pt idx="3087">
                  <c:v>42398</c:v>
                </c:pt>
                <c:pt idx="3088">
                  <c:v>42401</c:v>
                </c:pt>
                <c:pt idx="3089">
                  <c:v>42402</c:v>
                </c:pt>
                <c:pt idx="3090">
                  <c:v>42403</c:v>
                </c:pt>
                <c:pt idx="3091">
                  <c:v>42404</c:v>
                </c:pt>
                <c:pt idx="3092">
                  <c:v>42405</c:v>
                </c:pt>
                <c:pt idx="3093">
                  <c:v>42408</c:v>
                </c:pt>
                <c:pt idx="3094">
                  <c:v>42409</c:v>
                </c:pt>
                <c:pt idx="3095">
                  <c:v>42410</c:v>
                </c:pt>
                <c:pt idx="3096">
                  <c:v>42411</c:v>
                </c:pt>
                <c:pt idx="3097">
                  <c:v>42412</c:v>
                </c:pt>
                <c:pt idx="3098">
                  <c:v>42415</c:v>
                </c:pt>
                <c:pt idx="3099">
                  <c:v>42416</c:v>
                </c:pt>
                <c:pt idx="3100">
                  <c:v>42417</c:v>
                </c:pt>
                <c:pt idx="3101">
                  <c:v>42418</c:v>
                </c:pt>
                <c:pt idx="3102">
                  <c:v>42419</c:v>
                </c:pt>
                <c:pt idx="3103">
                  <c:v>42422</c:v>
                </c:pt>
                <c:pt idx="3104">
                  <c:v>42423</c:v>
                </c:pt>
                <c:pt idx="3105">
                  <c:v>42424</c:v>
                </c:pt>
                <c:pt idx="3106">
                  <c:v>42425</c:v>
                </c:pt>
                <c:pt idx="3107">
                  <c:v>42426</c:v>
                </c:pt>
                <c:pt idx="3108">
                  <c:v>42429</c:v>
                </c:pt>
                <c:pt idx="3109">
                  <c:v>42430</c:v>
                </c:pt>
                <c:pt idx="3110">
                  <c:v>42431</c:v>
                </c:pt>
                <c:pt idx="3111">
                  <c:v>42432</c:v>
                </c:pt>
                <c:pt idx="3112">
                  <c:v>42433</c:v>
                </c:pt>
                <c:pt idx="3113">
                  <c:v>42436</c:v>
                </c:pt>
                <c:pt idx="3114">
                  <c:v>42437</c:v>
                </c:pt>
                <c:pt idx="3115">
                  <c:v>42438</c:v>
                </c:pt>
                <c:pt idx="3116">
                  <c:v>42439</c:v>
                </c:pt>
                <c:pt idx="3117">
                  <c:v>42440</c:v>
                </c:pt>
                <c:pt idx="3118">
                  <c:v>42443</c:v>
                </c:pt>
                <c:pt idx="3119">
                  <c:v>42444</c:v>
                </c:pt>
                <c:pt idx="3120">
                  <c:v>42445</c:v>
                </c:pt>
                <c:pt idx="3121">
                  <c:v>42446</c:v>
                </c:pt>
                <c:pt idx="3122">
                  <c:v>42447</c:v>
                </c:pt>
                <c:pt idx="3123">
                  <c:v>42450</c:v>
                </c:pt>
                <c:pt idx="3124">
                  <c:v>42451</c:v>
                </c:pt>
                <c:pt idx="3125">
                  <c:v>42452</c:v>
                </c:pt>
                <c:pt idx="3126">
                  <c:v>42453</c:v>
                </c:pt>
                <c:pt idx="3127">
                  <c:v>42454</c:v>
                </c:pt>
                <c:pt idx="3128">
                  <c:v>42457</c:v>
                </c:pt>
                <c:pt idx="3129">
                  <c:v>42458</c:v>
                </c:pt>
                <c:pt idx="3130">
                  <c:v>42459</c:v>
                </c:pt>
                <c:pt idx="3131">
                  <c:v>42460</c:v>
                </c:pt>
                <c:pt idx="3132">
                  <c:v>42461</c:v>
                </c:pt>
                <c:pt idx="3133">
                  <c:v>42464</c:v>
                </c:pt>
                <c:pt idx="3134">
                  <c:v>42465</c:v>
                </c:pt>
                <c:pt idx="3135">
                  <c:v>42466</c:v>
                </c:pt>
                <c:pt idx="3136">
                  <c:v>42467</c:v>
                </c:pt>
                <c:pt idx="3137">
                  <c:v>42468</c:v>
                </c:pt>
                <c:pt idx="3138">
                  <c:v>42471</c:v>
                </c:pt>
                <c:pt idx="3139">
                  <c:v>42472</c:v>
                </c:pt>
                <c:pt idx="3140">
                  <c:v>42473</c:v>
                </c:pt>
                <c:pt idx="3141">
                  <c:v>42474</c:v>
                </c:pt>
                <c:pt idx="3142">
                  <c:v>42475</c:v>
                </c:pt>
                <c:pt idx="3143">
                  <c:v>42478</c:v>
                </c:pt>
                <c:pt idx="3144">
                  <c:v>42479</c:v>
                </c:pt>
                <c:pt idx="3145">
                  <c:v>42480</c:v>
                </c:pt>
                <c:pt idx="3146">
                  <c:v>42481</c:v>
                </c:pt>
                <c:pt idx="3147">
                  <c:v>42482</c:v>
                </c:pt>
                <c:pt idx="3148">
                  <c:v>42485</c:v>
                </c:pt>
                <c:pt idx="3149">
                  <c:v>42486</c:v>
                </c:pt>
                <c:pt idx="3150">
                  <c:v>42487</c:v>
                </c:pt>
                <c:pt idx="3151">
                  <c:v>42488</c:v>
                </c:pt>
                <c:pt idx="3152">
                  <c:v>42489</c:v>
                </c:pt>
                <c:pt idx="3153">
                  <c:v>42492</c:v>
                </c:pt>
                <c:pt idx="3154">
                  <c:v>42493</c:v>
                </c:pt>
                <c:pt idx="3155">
                  <c:v>42494</c:v>
                </c:pt>
                <c:pt idx="3156">
                  <c:v>42495</c:v>
                </c:pt>
                <c:pt idx="3157">
                  <c:v>42496</c:v>
                </c:pt>
                <c:pt idx="3158">
                  <c:v>42499</c:v>
                </c:pt>
                <c:pt idx="3159">
                  <c:v>42500</c:v>
                </c:pt>
                <c:pt idx="3160">
                  <c:v>42501</c:v>
                </c:pt>
                <c:pt idx="3161">
                  <c:v>42502</c:v>
                </c:pt>
                <c:pt idx="3162">
                  <c:v>42503</c:v>
                </c:pt>
                <c:pt idx="3163">
                  <c:v>42506</c:v>
                </c:pt>
                <c:pt idx="3164">
                  <c:v>42507</c:v>
                </c:pt>
                <c:pt idx="3165">
                  <c:v>42508</c:v>
                </c:pt>
                <c:pt idx="3166">
                  <c:v>42509</c:v>
                </c:pt>
                <c:pt idx="3167">
                  <c:v>42510</c:v>
                </c:pt>
                <c:pt idx="3168">
                  <c:v>42513</c:v>
                </c:pt>
                <c:pt idx="3169">
                  <c:v>42514</c:v>
                </c:pt>
                <c:pt idx="3170">
                  <c:v>42515</c:v>
                </c:pt>
                <c:pt idx="3171">
                  <c:v>42516</c:v>
                </c:pt>
                <c:pt idx="3172">
                  <c:v>42517</c:v>
                </c:pt>
                <c:pt idx="3173">
                  <c:v>42520</c:v>
                </c:pt>
                <c:pt idx="3174">
                  <c:v>42521</c:v>
                </c:pt>
                <c:pt idx="3175">
                  <c:v>42522</c:v>
                </c:pt>
                <c:pt idx="3176">
                  <c:v>42523</c:v>
                </c:pt>
                <c:pt idx="3177">
                  <c:v>42524</c:v>
                </c:pt>
                <c:pt idx="3178">
                  <c:v>42527</c:v>
                </c:pt>
                <c:pt idx="3179">
                  <c:v>42528</c:v>
                </c:pt>
                <c:pt idx="3180">
                  <c:v>42529</c:v>
                </c:pt>
                <c:pt idx="3181">
                  <c:v>42530</c:v>
                </c:pt>
                <c:pt idx="3182">
                  <c:v>42531</c:v>
                </c:pt>
                <c:pt idx="3183">
                  <c:v>42534</c:v>
                </c:pt>
                <c:pt idx="3184">
                  <c:v>42535</c:v>
                </c:pt>
                <c:pt idx="3185">
                  <c:v>42536</c:v>
                </c:pt>
                <c:pt idx="3186">
                  <c:v>42537</c:v>
                </c:pt>
                <c:pt idx="3187">
                  <c:v>42538</c:v>
                </c:pt>
                <c:pt idx="3188">
                  <c:v>42541</c:v>
                </c:pt>
                <c:pt idx="3189">
                  <c:v>42542</c:v>
                </c:pt>
                <c:pt idx="3190">
                  <c:v>42543</c:v>
                </c:pt>
                <c:pt idx="3191">
                  <c:v>42544</c:v>
                </c:pt>
                <c:pt idx="3192">
                  <c:v>42545</c:v>
                </c:pt>
                <c:pt idx="3193">
                  <c:v>42548</c:v>
                </c:pt>
                <c:pt idx="3194">
                  <c:v>42549</c:v>
                </c:pt>
                <c:pt idx="3195">
                  <c:v>42550</c:v>
                </c:pt>
                <c:pt idx="3196">
                  <c:v>42551</c:v>
                </c:pt>
                <c:pt idx="3197">
                  <c:v>42552</c:v>
                </c:pt>
                <c:pt idx="3198">
                  <c:v>42555</c:v>
                </c:pt>
                <c:pt idx="3199">
                  <c:v>42556</c:v>
                </c:pt>
                <c:pt idx="3200">
                  <c:v>42557</c:v>
                </c:pt>
                <c:pt idx="3201">
                  <c:v>42558</c:v>
                </c:pt>
                <c:pt idx="3202">
                  <c:v>42559</c:v>
                </c:pt>
                <c:pt idx="3203">
                  <c:v>42562</c:v>
                </c:pt>
                <c:pt idx="3204">
                  <c:v>42563</c:v>
                </c:pt>
                <c:pt idx="3205">
                  <c:v>42564</c:v>
                </c:pt>
                <c:pt idx="3206">
                  <c:v>42565</c:v>
                </c:pt>
                <c:pt idx="3207">
                  <c:v>42566</c:v>
                </c:pt>
                <c:pt idx="3208">
                  <c:v>42569</c:v>
                </c:pt>
                <c:pt idx="3209">
                  <c:v>42570</c:v>
                </c:pt>
                <c:pt idx="3210">
                  <c:v>42571</c:v>
                </c:pt>
                <c:pt idx="3211">
                  <c:v>42572</c:v>
                </c:pt>
                <c:pt idx="3212">
                  <c:v>42573</c:v>
                </c:pt>
                <c:pt idx="3213">
                  <c:v>42576</c:v>
                </c:pt>
                <c:pt idx="3214">
                  <c:v>42577</c:v>
                </c:pt>
                <c:pt idx="3215">
                  <c:v>42578</c:v>
                </c:pt>
                <c:pt idx="3216">
                  <c:v>42579</c:v>
                </c:pt>
                <c:pt idx="3217">
                  <c:v>42580</c:v>
                </c:pt>
                <c:pt idx="3218">
                  <c:v>42583</c:v>
                </c:pt>
                <c:pt idx="3219">
                  <c:v>42584</c:v>
                </c:pt>
                <c:pt idx="3220">
                  <c:v>42585</c:v>
                </c:pt>
                <c:pt idx="3221">
                  <c:v>42586</c:v>
                </c:pt>
                <c:pt idx="3222">
                  <c:v>42587</c:v>
                </c:pt>
                <c:pt idx="3223">
                  <c:v>42590</c:v>
                </c:pt>
                <c:pt idx="3224">
                  <c:v>42591</c:v>
                </c:pt>
                <c:pt idx="3225">
                  <c:v>42592</c:v>
                </c:pt>
                <c:pt idx="3226">
                  <c:v>42593</c:v>
                </c:pt>
                <c:pt idx="3227">
                  <c:v>42594</c:v>
                </c:pt>
                <c:pt idx="3228">
                  <c:v>42597</c:v>
                </c:pt>
                <c:pt idx="3229">
                  <c:v>42598</c:v>
                </c:pt>
                <c:pt idx="3230">
                  <c:v>42599</c:v>
                </c:pt>
                <c:pt idx="3231">
                  <c:v>42600</c:v>
                </c:pt>
                <c:pt idx="3232">
                  <c:v>42601</c:v>
                </c:pt>
                <c:pt idx="3233">
                  <c:v>42604</c:v>
                </c:pt>
                <c:pt idx="3234">
                  <c:v>42605</c:v>
                </c:pt>
                <c:pt idx="3235">
                  <c:v>42606</c:v>
                </c:pt>
                <c:pt idx="3236">
                  <c:v>42607</c:v>
                </c:pt>
                <c:pt idx="3237">
                  <c:v>42608</c:v>
                </c:pt>
                <c:pt idx="3238">
                  <c:v>42611</c:v>
                </c:pt>
                <c:pt idx="3239">
                  <c:v>42612</c:v>
                </c:pt>
                <c:pt idx="3240">
                  <c:v>42613</c:v>
                </c:pt>
                <c:pt idx="3241">
                  <c:v>42614</c:v>
                </c:pt>
                <c:pt idx="3242">
                  <c:v>42615</c:v>
                </c:pt>
                <c:pt idx="3243">
                  <c:v>42618</c:v>
                </c:pt>
                <c:pt idx="3244">
                  <c:v>42619</c:v>
                </c:pt>
                <c:pt idx="3245">
                  <c:v>42620</c:v>
                </c:pt>
                <c:pt idx="3246">
                  <c:v>42621</c:v>
                </c:pt>
                <c:pt idx="3247">
                  <c:v>42622</c:v>
                </c:pt>
                <c:pt idx="3248">
                  <c:v>42625</c:v>
                </c:pt>
                <c:pt idx="3249">
                  <c:v>42626</c:v>
                </c:pt>
                <c:pt idx="3250">
                  <c:v>42627</c:v>
                </c:pt>
                <c:pt idx="3251">
                  <c:v>42628</c:v>
                </c:pt>
                <c:pt idx="3252">
                  <c:v>42629</c:v>
                </c:pt>
                <c:pt idx="3253">
                  <c:v>42632</c:v>
                </c:pt>
                <c:pt idx="3254">
                  <c:v>42633</c:v>
                </c:pt>
                <c:pt idx="3255">
                  <c:v>42634</c:v>
                </c:pt>
                <c:pt idx="3256">
                  <c:v>42635</c:v>
                </c:pt>
                <c:pt idx="3257">
                  <c:v>42636</c:v>
                </c:pt>
                <c:pt idx="3258">
                  <c:v>42639</c:v>
                </c:pt>
                <c:pt idx="3259">
                  <c:v>42640</c:v>
                </c:pt>
                <c:pt idx="3260">
                  <c:v>42641</c:v>
                </c:pt>
                <c:pt idx="3261">
                  <c:v>42642</c:v>
                </c:pt>
                <c:pt idx="3262">
                  <c:v>42643</c:v>
                </c:pt>
                <c:pt idx="3263">
                  <c:v>42646</c:v>
                </c:pt>
                <c:pt idx="3264">
                  <c:v>42647</c:v>
                </c:pt>
                <c:pt idx="3265">
                  <c:v>42648</c:v>
                </c:pt>
                <c:pt idx="3266">
                  <c:v>42649</c:v>
                </c:pt>
                <c:pt idx="3267">
                  <c:v>42650</c:v>
                </c:pt>
                <c:pt idx="3268">
                  <c:v>42653</c:v>
                </c:pt>
                <c:pt idx="3269">
                  <c:v>42654</c:v>
                </c:pt>
                <c:pt idx="3270">
                  <c:v>42655</c:v>
                </c:pt>
                <c:pt idx="3271">
                  <c:v>42656</c:v>
                </c:pt>
                <c:pt idx="3272">
                  <c:v>42657</c:v>
                </c:pt>
                <c:pt idx="3273">
                  <c:v>42660</c:v>
                </c:pt>
                <c:pt idx="3274">
                  <c:v>42661</c:v>
                </c:pt>
                <c:pt idx="3275">
                  <c:v>42662</c:v>
                </c:pt>
                <c:pt idx="3276">
                  <c:v>42663</c:v>
                </c:pt>
                <c:pt idx="3277">
                  <c:v>42664</c:v>
                </c:pt>
                <c:pt idx="3278">
                  <c:v>42667</c:v>
                </c:pt>
                <c:pt idx="3279">
                  <c:v>42668</c:v>
                </c:pt>
                <c:pt idx="3280">
                  <c:v>42669</c:v>
                </c:pt>
                <c:pt idx="3281">
                  <c:v>42670</c:v>
                </c:pt>
                <c:pt idx="3282">
                  <c:v>42671</c:v>
                </c:pt>
                <c:pt idx="3283">
                  <c:v>42674</c:v>
                </c:pt>
                <c:pt idx="3284">
                  <c:v>42675</c:v>
                </c:pt>
                <c:pt idx="3285">
                  <c:v>42676</c:v>
                </c:pt>
                <c:pt idx="3286">
                  <c:v>42677</c:v>
                </c:pt>
                <c:pt idx="3287">
                  <c:v>42678</c:v>
                </c:pt>
                <c:pt idx="3288">
                  <c:v>42681</c:v>
                </c:pt>
                <c:pt idx="3289">
                  <c:v>42682</c:v>
                </c:pt>
                <c:pt idx="3290">
                  <c:v>42683</c:v>
                </c:pt>
                <c:pt idx="3291">
                  <c:v>42684</c:v>
                </c:pt>
                <c:pt idx="3292">
                  <c:v>42685</c:v>
                </c:pt>
                <c:pt idx="3293">
                  <c:v>42688</c:v>
                </c:pt>
                <c:pt idx="3294">
                  <c:v>42689</c:v>
                </c:pt>
                <c:pt idx="3295">
                  <c:v>42690</c:v>
                </c:pt>
                <c:pt idx="3296">
                  <c:v>42691</c:v>
                </c:pt>
                <c:pt idx="3297">
                  <c:v>42692</c:v>
                </c:pt>
                <c:pt idx="3298">
                  <c:v>42695</c:v>
                </c:pt>
                <c:pt idx="3299">
                  <c:v>42696</c:v>
                </c:pt>
                <c:pt idx="3300">
                  <c:v>42697</c:v>
                </c:pt>
                <c:pt idx="3301">
                  <c:v>42698</c:v>
                </c:pt>
                <c:pt idx="3302">
                  <c:v>42699</c:v>
                </c:pt>
                <c:pt idx="3303">
                  <c:v>42702</c:v>
                </c:pt>
                <c:pt idx="3304">
                  <c:v>42703</c:v>
                </c:pt>
                <c:pt idx="3305">
                  <c:v>42704</c:v>
                </c:pt>
                <c:pt idx="3306">
                  <c:v>42705</c:v>
                </c:pt>
                <c:pt idx="3307">
                  <c:v>42706</c:v>
                </c:pt>
                <c:pt idx="3308">
                  <c:v>42709</c:v>
                </c:pt>
                <c:pt idx="3309">
                  <c:v>42710</c:v>
                </c:pt>
                <c:pt idx="3310">
                  <c:v>42711</c:v>
                </c:pt>
                <c:pt idx="3311">
                  <c:v>42712</c:v>
                </c:pt>
                <c:pt idx="3312">
                  <c:v>42713</c:v>
                </c:pt>
                <c:pt idx="3313">
                  <c:v>42716</c:v>
                </c:pt>
                <c:pt idx="3314">
                  <c:v>42717</c:v>
                </c:pt>
                <c:pt idx="3315">
                  <c:v>42718</c:v>
                </c:pt>
                <c:pt idx="3316">
                  <c:v>42719</c:v>
                </c:pt>
                <c:pt idx="3317">
                  <c:v>42720</c:v>
                </c:pt>
                <c:pt idx="3318">
                  <c:v>42723</c:v>
                </c:pt>
                <c:pt idx="3319">
                  <c:v>42724</c:v>
                </c:pt>
                <c:pt idx="3320">
                  <c:v>42725</c:v>
                </c:pt>
                <c:pt idx="3321">
                  <c:v>42726</c:v>
                </c:pt>
                <c:pt idx="3322">
                  <c:v>42727</c:v>
                </c:pt>
                <c:pt idx="3323">
                  <c:v>42730</c:v>
                </c:pt>
                <c:pt idx="3324">
                  <c:v>42731</c:v>
                </c:pt>
                <c:pt idx="3325">
                  <c:v>42732</c:v>
                </c:pt>
                <c:pt idx="3326">
                  <c:v>42733</c:v>
                </c:pt>
                <c:pt idx="3327">
                  <c:v>42734</c:v>
                </c:pt>
                <c:pt idx="3328">
                  <c:v>42737</c:v>
                </c:pt>
                <c:pt idx="3329">
                  <c:v>42738</c:v>
                </c:pt>
                <c:pt idx="3330">
                  <c:v>42739</c:v>
                </c:pt>
                <c:pt idx="3331">
                  <c:v>42740</c:v>
                </c:pt>
                <c:pt idx="3332">
                  <c:v>42741</c:v>
                </c:pt>
                <c:pt idx="3333">
                  <c:v>42744</c:v>
                </c:pt>
                <c:pt idx="3334">
                  <c:v>42745</c:v>
                </c:pt>
                <c:pt idx="3335">
                  <c:v>42746</c:v>
                </c:pt>
                <c:pt idx="3336">
                  <c:v>42747</c:v>
                </c:pt>
                <c:pt idx="3337">
                  <c:v>42748</c:v>
                </c:pt>
                <c:pt idx="3338">
                  <c:v>42751</c:v>
                </c:pt>
                <c:pt idx="3339">
                  <c:v>42752</c:v>
                </c:pt>
                <c:pt idx="3340">
                  <c:v>42753</c:v>
                </c:pt>
                <c:pt idx="3341">
                  <c:v>42754</c:v>
                </c:pt>
                <c:pt idx="3342">
                  <c:v>42755</c:v>
                </c:pt>
                <c:pt idx="3343">
                  <c:v>42758</c:v>
                </c:pt>
                <c:pt idx="3344">
                  <c:v>42759</c:v>
                </c:pt>
                <c:pt idx="3345">
                  <c:v>42760</c:v>
                </c:pt>
                <c:pt idx="3346">
                  <c:v>42761</c:v>
                </c:pt>
                <c:pt idx="3347">
                  <c:v>42762</c:v>
                </c:pt>
                <c:pt idx="3348">
                  <c:v>42765</c:v>
                </c:pt>
                <c:pt idx="3349">
                  <c:v>42766</c:v>
                </c:pt>
                <c:pt idx="3350">
                  <c:v>42767</c:v>
                </c:pt>
                <c:pt idx="3351">
                  <c:v>42768</c:v>
                </c:pt>
                <c:pt idx="3352">
                  <c:v>42769</c:v>
                </c:pt>
                <c:pt idx="3353">
                  <c:v>42772</c:v>
                </c:pt>
                <c:pt idx="3354">
                  <c:v>42773</c:v>
                </c:pt>
                <c:pt idx="3355">
                  <c:v>42774</c:v>
                </c:pt>
                <c:pt idx="3356">
                  <c:v>42775</c:v>
                </c:pt>
                <c:pt idx="3357">
                  <c:v>42776</c:v>
                </c:pt>
                <c:pt idx="3358">
                  <c:v>42779</c:v>
                </c:pt>
                <c:pt idx="3359">
                  <c:v>42780</c:v>
                </c:pt>
                <c:pt idx="3360">
                  <c:v>42781</c:v>
                </c:pt>
                <c:pt idx="3361">
                  <c:v>42782</c:v>
                </c:pt>
                <c:pt idx="3362">
                  <c:v>42783</c:v>
                </c:pt>
                <c:pt idx="3363">
                  <c:v>42786</c:v>
                </c:pt>
                <c:pt idx="3364">
                  <c:v>42787</c:v>
                </c:pt>
                <c:pt idx="3365">
                  <c:v>42788</c:v>
                </c:pt>
                <c:pt idx="3366">
                  <c:v>42789</c:v>
                </c:pt>
                <c:pt idx="3367">
                  <c:v>42790</c:v>
                </c:pt>
                <c:pt idx="3368">
                  <c:v>42793</c:v>
                </c:pt>
                <c:pt idx="3369">
                  <c:v>42794</c:v>
                </c:pt>
                <c:pt idx="3370">
                  <c:v>42795</c:v>
                </c:pt>
                <c:pt idx="3371">
                  <c:v>42796</c:v>
                </c:pt>
                <c:pt idx="3372">
                  <c:v>42797</c:v>
                </c:pt>
                <c:pt idx="3373">
                  <c:v>42800</c:v>
                </c:pt>
                <c:pt idx="3374">
                  <c:v>42801</c:v>
                </c:pt>
                <c:pt idx="3375">
                  <c:v>42802</c:v>
                </c:pt>
                <c:pt idx="3376">
                  <c:v>42803</c:v>
                </c:pt>
                <c:pt idx="3377">
                  <c:v>42804</c:v>
                </c:pt>
                <c:pt idx="3378">
                  <c:v>42807</c:v>
                </c:pt>
                <c:pt idx="3379">
                  <c:v>42808</c:v>
                </c:pt>
                <c:pt idx="3380">
                  <c:v>42809</c:v>
                </c:pt>
                <c:pt idx="3381">
                  <c:v>42810</c:v>
                </c:pt>
                <c:pt idx="3382">
                  <c:v>42811</c:v>
                </c:pt>
                <c:pt idx="3383">
                  <c:v>42814</c:v>
                </c:pt>
                <c:pt idx="3384">
                  <c:v>42815</c:v>
                </c:pt>
                <c:pt idx="3385">
                  <c:v>42816</c:v>
                </c:pt>
                <c:pt idx="3386">
                  <c:v>42817</c:v>
                </c:pt>
                <c:pt idx="3387">
                  <c:v>42818</c:v>
                </c:pt>
                <c:pt idx="3388">
                  <c:v>42821</c:v>
                </c:pt>
                <c:pt idx="3389">
                  <c:v>42822</c:v>
                </c:pt>
                <c:pt idx="3390">
                  <c:v>42823</c:v>
                </c:pt>
                <c:pt idx="3391">
                  <c:v>42824</c:v>
                </c:pt>
                <c:pt idx="3392">
                  <c:v>42825</c:v>
                </c:pt>
                <c:pt idx="3393">
                  <c:v>42828</c:v>
                </c:pt>
                <c:pt idx="3394">
                  <c:v>42829</c:v>
                </c:pt>
                <c:pt idx="3395">
                  <c:v>42830</c:v>
                </c:pt>
                <c:pt idx="3396">
                  <c:v>42831</c:v>
                </c:pt>
                <c:pt idx="3397">
                  <c:v>42832</c:v>
                </c:pt>
                <c:pt idx="3398">
                  <c:v>42835</c:v>
                </c:pt>
                <c:pt idx="3399">
                  <c:v>42836</c:v>
                </c:pt>
                <c:pt idx="3400">
                  <c:v>42837</c:v>
                </c:pt>
                <c:pt idx="3401">
                  <c:v>42838</c:v>
                </c:pt>
                <c:pt idx="3402">
                  <c:v>42839</c:v>
                </c:pt>
                <c:pt idx="3403">
                  <c:v>42842</c:v>
                </c:pt>
                <c:pt idx="3404">
                  <c:v>42843</c:v>
                </c:pt>
                <c:pt idx="3405">
                  <c:v>42844</c:v>
                </c:pt>
                <c:pt idx="3406">
                  <c:v>42845</c:v>
                </c:pt>
                <c:pt idx="3407">
                  <c:v>42846</c:v>
                </c:pt>
                <c:pt idx="3408">
                  <c:v>42849</c:v>
                </c:pt>
                <c:pt idx="3409">
                  <c:v>42850</c:v>
                </c:pt>
                <c:pt idx="3410">
                  <c:v>42851</c:v>
                </c:pt>
                <c:pt idx="3411">
                  <c:v>42852</c:v>
                </c:pt>
                <c:pt idx="3412">
                  <c:v>42853</c:v>
                </c:pt>
                <c:pt idx="3413">
                  <c:v>42856</c:v>
                </c:pt>
                <c:pt idx="3414">
                  <c:v>42857</c:v>
                </c:pt>
                <c:pt idx="3415">
                  <c:v>42858</c:v>
                </c:pt>
                <c:pt idx="3416">
                  <c:v>42859</c:v>
                </c:pt>
                <c:pt idx="3417">
                  <c:v>42860</c:v>
                </c:pt>
                <c:pt idx="3418">
                  <c:v>42863</c:v>
                </c:pt>
                <c:pt idx="3419">
                  <c:v>42864</c:v>
                </c:pt>
                <c:pt idx="3420">
                  <c:v>42865</c:v>
                </c:pt>
                <c:pt idx="3421">
                  <c:v>42866</c:v>
                </c:pt>
                <c:pt idx="3422">
                  <c:v>42867</c:v>
                </c:pt>
                <c:pt idx="3423">
                  <c:v>42870</c:v>
                </c:pt>
                <c:pt idx="3424">
                  <c:v>42871</c:v>
                </c:pt>
                <c:pt idx="3425">
                  <c:v>42872</c:v>
                </c:pt>
                <c:pt idx="3426">
                  <c:v>42873</c:v>
                </c:pt>
                <c:pt idx="3427">
                  <c:v>42874</c:v>
                </c:pt>
                <c:pt idx="3428">
                  <c:v>42877</c:v>
                </c:pt>
                <c:pt idx="3429">
                  <c:v>42878</c:v>
                </c:pt>
                <c:pt idx="3430">
                  <c:v>42879</c:v>
                </c:pt>
                <c:pt idx="3431">
                  <c:v>42880</c:v>
                </c:pt>
                <c:pt idx="3432">
                  <c:v>42881</c:v>
                </c:pt>
                <c:pt idx="3433">
                  <c:v>42884</c:v>
                </c:pt>
                <c:pt idx="3434">
                  <c:v>42885</c:v>
                </c:pt>
                <c:pt idx="3435">
                  <c:v>42886</c:v>
                </c:pt>
                <c:pt idx="3436">
                  <c:v>42887</c:v>
                </c:pt>
                <c:pt idx="3437">
                  <c:v>42888</c:v>
                </c:pt>
                <c:pt idx="3438">
                  <c:v>42891</c:v>
                </c:pt>
                <c:pt idx="3439">
                  <c:v>42892</c:v>
                </c:pt>
                <c:pt idx="3440">
                  <c:v>42893</c:v>
                </c:pt>
                <c:pt idx="3441">
                  <c:v>42894</c:v>
                </c:pt>
                <c:pt idx="3442">
                  <c:v>42895</c:v>
                </c:pt>
                <c:pt idx="3443">
                  <c:v>42898</c:v>
                </c:pt>
                <c:pt idx="3444">
                  <c:v>42899</c:v>
                </c:pt>
                <c:pt idx="3445">
                  <c:v>42900</c:v>
                </c:pt>
                <c:pt idx="3446">
                  <c:v>42901</c:v>
                </c:pt>
                <c:pt idx="3447">
                  <c:v>42902</c:v>
                </c:pt>
                <c:pt idx="3448">
                  <c:v>42905</c:v>
                </c:pt>
                <c:pt idx="3449">
                  <c:v>42906</c:v>
                </c:pt>
                <c:pt idx="3450">
                  <c:v>42907</c:v>
                </c:pt>
                <c:pt idx="3451">
                  <c:v>42908</c:v>
                </c:pt>
                <c:pt idx="3452">
                  <c:v>42909</c:v>
                </c:pt>
                <c:pt idx="3453">
                  <c:v>42912</c:v>
                </c:pt>
                <c:pt idx="3454">
                  <c:v>42913</c:v>
                </c:pt>
                <c:pt idx="3455">
                  <c:v>42914</c:v>
                </c:pt>
                <c:pt idx="3456">
                  <c:v>42915</c:v>
                </c:pt>
                <c:pt idx="3457">
                  <c:v>42916</c:v>
                </c:pt>
                <c:pt idx="3458">
                  <c:v>42919</c:v>
                </c:pt>
                <c:pt idx="3459">
                  <c:v>42920</c:v>
                </c:pt>
                <c:pt idx="3460">
                  <c:v>42921</c:v>
                </c:pt>
                <c:pt idx="3461">
                  <c:v>42922</c:v>
                </c:pt>
                <c:pt idx="3462">
                  <c:v>42923</c:v>
                </c:pt>
                <c:pt idx="3463">
                  <c:v>42926</c:v>
                </c:pt>
                <c:pt idx="3464">
                  <c:v>42927</c:v>
                </c:pt>
                <c:pt idx="3465">
                  <c:v>42928</c:v>
                </c:pt>
                <c:pt idx="3466">
                  <c:v>42929</c:v>
                </c:pt>
                <c:pt idx="3467">
                  <c:v>42930</c:v>
                </c:pt>
                <c:pt idx="3468">
                  <c:v>42933</c:v>
                </c:pt>
                <c:pt idx="3469">
                  <c:v>42934</c:v>
                </c:pt>
                <c:pt idx="3470">
                  <c:v>42935</c:v>
                </c:pt>
                <c:pt idx="3471">
                  <c:v>42936</c:v>
                </c:pt>
                <c:pt idx="3472">
                  <c:v>42937</c:v>
                </c:pt>
                <c:pt idx="3473">
                  <c:v>42940</c:v>
                </c:pt>
                <c:pt idx="3474">
                  <c:v>42941</c:v>
                </c:pt>
                <c:pt idx="3475">
                  <c:v>42942</c:v>
                </c:pt>
                <c:pt idx="3476">
                  <c:v>42943</c:v>
                </c:pt>
                <c:pt idx="3477">
                  <c:v>42944</c:v>
                </c:pt>
                <c:pt idx="3478">
                  <c:v>42947</c:v>
                </c:pt>
                <c:pt idx="3479">
                  <c:v>42948</c:v>
                </c:pt>
                <c:pt idx="3480">
                  <c:v>42949</c:v>
                </c:pt>
                <c:pt idx="3481">
                  <c:v>42950</c:v>
                </c:pt>
                <c:pt idx="3482">
                  <c:v>42951</c:v>
                </c:pt>
                <c:pt idx="3483">
                  <c:v>42954</c:v>
                </c:pt>
                <c:pt idx="3484">
                  <c:v>42955</c:v>
                </c:pt>
                <c:pt idx="3485">
                  <c:v>42956</c:v>
                </c:pt>
                <c:pt idx="3486">
                  <c:v>42957</c:v>
                </c:pt>
                <c:pt idx="3487">
                  <c:v>42958</c:v>
                </c:pt>
                <c:pt idx="3488">
                  <c:v>42961</c:v>
                </c:pt>
                <c:pt idx="3489">
                  <c:v>42962</c:v>
                </c:pt>
                <c:pt idx="3490">
                  <c:v>42963</c:v>
                </c:pt>
                <c:pt idx="3491">
                  <c:v>42964</c:v>
                </c:pt>
                <c:pt idx="3492">
                  <c:v>42965</c:v>
                </c:pt>
                <c:pt idx="3493">
                  <c:v>42968</c:v>
                </c:pt>
                <c:pt idx="3494">
                  <c:v>42969</c:v>
                </c:pt>
                <c:pt idx="3495">
                  <c:v>42970</c:v>
                </c:pt>
                <c:pt idx="3496">
                  <c:v>42971</c:v>
                </c:pt>
                <c:pt idx="3497">
                  <c:v>42972</c:v>
                </c:pt>
                <c:pt idx="3498">
                  <c:v>42975</c:v>
                </c:pt>
                <c:pt idx="3499">
                  <c:v>42976</c:v>
                </c:pt>
                <c:pt idx="3500">
                  <c:v>42977</c:v>
                </c:pt>
                <c:pt idx="3501">
                  <c:v>42978</c:v>
                </c:pt>
                <c:pt idx="3502">
                  <c:v>42979</c:v>
                </c:pt>
                <c:pt idx="3503">
                  <c:v>42982</c:v>
                </c:pt>
                <c:pt idx="3504">
                  <c:v>42983</c:v>
                </c:pt>
                <c:pt idx="3505">
                  <c:v>42984</c:v>
                </c:pt>
                <c:pt idx="3506">
                  <c:v>42985</c:v>
                </c:pt>
                <c:pt idx="3507">
                  <c:v>42986</c:v>
                </c:pt>
                <c:pt idx="3508">
                  <c:v>42989</c:v>
                </c:pt>
                <c:pt idx="3509">
                  <c:v>42990</c:v>
                </c:pt>
                <c:pt idx="3510">
                  <c:v>42991</c:v>
                </c:pt>
                <c:pt idx="3511">
                  <c:v>42992</c:v>
                </c:pt>
                <c:pt idx="3512">
                  <c:v>42993</c:v>
                </c:pt>
                <c:pt idx="3513">
                  <c:v>42996</c:v>
                </c:pt>
                <c:pt idx="3514">
                  <c:v>42997</c:v>
                </c:pt>
                <c:pt idx="3515">
                  <c:v>42998</c:v>
                </c:pt>
                <c:pt idx="3516">
                  <c:v>42999</c:v>
                </c:pt>
                <c:pt idx="3517">
                  <c:v>43000</c:v>
                </c:pt>
                <c:pt idx="3518">
                  <c:v>43003</c:v>
                </c:pt>
                <c:pt idx="3519">
                  <c:v>43004</c:v>
                </c:pt>
                <c:pt idx="3520">
                  <c:v>43005</c:v>
                </c:pt>
                <c:pt idx="3521">
                  <c:v>43006</c:v>
                </c:pt>
                <c:pt idx="3522">
                  <c:v>43007</c:v>
                </c:pt>
                <c:pt idx="3523">
                  <c:v>43010</c:v>
                </c:pt>
                <c:pt idx="3524">
                  <c:v>43011</c:v>
                </c:pt>
                <c:pt idx="3525">
                  <c:v>43012</c:v>
                </c:pt>
                <c:pt idx="3526">
                  <c:v>43013</c:v>
                </c:pt>
                <c:pt idx="3527">
                  <c:v>43014</c:v>
                </c:pt>
                <c:pt idx="3528">
                  <c:v>43017</c:v>
                </c:pt>
                <c:pt idx="3529">
                  <c:v>43018</c:v>
                </c:pt>
                <c:pt idx="3530">
                  <c:v>43019</c:v>
                </c:pt>
                <c:pt idx="3531">
                  <c:v>43020</c:v>
                </c:pt>
                <c:pt idx="3532">
                  <c:v>43021</c:v>
                </c:pt>
                <c:pt idx="3533">
                  <c:v>43024</c:v>
                </c:pt>
                <c:pt idx="3534">
                  <c:v>43025</c:v>
                </c:pt>
                <c:pt idx="3535">
                  <c:v>43026</c:v>
                </c:pt>
                <c:pt idx="3536">
                  <c:v>43027</c:v>
                </c:pt>
                <c:pt idx="3537">
                  <c:v>43028</c:v>
                </c:pt>
                <c:pt idx="3538">
                  <c:v>43031</c:v>
                </c:pt>
                <c:pt idx="3539">
                  <c:v>43032</c:v>
                </c:pt>
                <c:pt idx="3540">
                  <c:v>43033</c:v>
                </c:pt>
                <c:pt idx="3541">
                  <c:v>43034</c:v>
                </c:pt>
                <c:pt idx="3542">
                  <c:v>43035</c:v>
                </c:pt>
                <c:pt idx="3543">
                  <c:v>43038</c:v>
                </c:pt>
                <c:pt idx="3544">
                  <c:v>43039</c:v>
                </c:pt>
                <c:pt idx="3545">
                  <c:v>43040</c:v>
                </c:pt>
                <c:pt idx="3546">
                  <c:v>43041</c:v>
                </c:pt>
                <c:pt idx="3547">
                  <c:v>43042</c:v>
                </c:pt>
                <c:pt idx="3548">
                  <c:v>43045</c:v>
                </c:pt>
                <c:pt idx="3549">
                  <c:v>43046</c:v>
                </c:pt>
                <c:pt idx="3550">
                  <c:v>43047</c:v>
                </c:pt>
                <c:pt idx="3551">
                  <c:v>43048</c:v>
                </c:pt>
                <c:pt idx="3552">
                  <c:v>43049</c:v>
                </c:pt>
                <c:pt idx="3553">
                  <c:v>43052</c:v>
                </c:pt>
                <c:pt idx="3554">
                  <c:v>43053</c:v>
                </c:pt>
                <c:pt idx="3555">
                  <c:v>43054</c:v>
                </c:pt>
                <c:pt idx="3556">
                  <c:v>43055</c:v>
                </c:pt>
                <c:pt idx="3557">
                  <c:v>43056</c:v>
                </c:pt>
                <c:pt idx="3558">
                  <c:v>43059</c:v>
                </c:pt>
                <c:pt idx="3559">
                  <c:v>43060</c:v>
                </c:pt>
                <c:pt idx="3560">
                  <c:v>43061</c:v>
                </c:pt>
                <c:pt idx="3561">
                  <c:v>43062</c:v>
                </c:pt>
                <c:pt idx="3562">
                  <c:v>43063</c:v>
                </c:pt>
                <c:pt idx="3563">
                  <c:v>43066</c:v>
                </c:pt>
                <c:pt idx="3564">
                  <c:v>43067</c:v>
                </c:pt>
                <c:pt idx="3565">
                  <c:v>43068</c:v>
                </c:pt>
                <c:pt idx="3566">
                  <c:v>43069</c:v>
                </c:pt>
                <c:pt idx="3567">
                  <c:v>43070</c:v>
                </c:pt>
                <c:pt idx="3568">
                  <c:v>43073</c:v>
                </c:pt>
                <c:pt idx="3569">
                  <c:v>43074</c:v>
                </c:pt>
                <c:pt idx="3570">
                  <c:v>43075</c:v>
                </c:pt>
                <c:pt idx="3571">
                  <c:v>43076</c:v>
                </c:pt>
                <c:pt idx="3572">
                  <c:v>43077</c:v>
                </c:pt>
                <c:pt idx="3573">
                  <c:v>43080</c:v>
                </c:pt>
                <c:pt idx="3574">
                  <c:v>43081</c:v>
                </c:pt>
                <c:pt idx="3575">
                  <c:v>43082</c:v>
                </c:pt>
                <c:pt idx="3576">
                  <c:v>43083</c:v>
                </c:pt>
                <c:pt idx="3577">
                  <c:v>43084</c:v>
                </c:pt>
                <c:pt idx="3578">
                  <c:v>43087</c:v>
                </c:pt>
                <c:pt idx="3579">
                  <c:v>43088</c:v>
                </c:pt>
                <c:pt idx="3580">
                  <c:v>43089</c:v>
                </c:pt>
                <c:pt idx="3581">
                  <c:v>43090</c:v>
                </c:pt>
                <c:pt idx="3582">
                  <c:v>43091</c:v>
                </c:pt>
                <c:pt idx="3583">
                  <c:v>43094</c:v>
                </c:pt>
                <c:pt idx="3584">
                  <c:v>43095</c:v>
                </c:pt>
                <c:pt idx="3585">
                  <c:v>43096</c:v>
                </c:pt>
                <c:pt idx="3586">
                  <c:v>43097</c:v>
                </c:pt>
                <c:pt idx="3587">
                  <c:v>43098</c:v>
                </c:pt>
                <c:pt idx="3588">
                  <c:v>43101</c:v>
                </c:pt>
                <c:pt idx="3589">
                  <c:v>43102</c:v>
                </c:pt>
                <c:pt idx="3590">
                  <c:v>43103</c:v>
                </c:pt>
                <c:pt idx="3591">
                  <c:v>43104</c:v>
                </c:pt>
                <c:pt idx="3592">
                  <c:v>43105</c:v>
                </c:pt>
                <c:pt idx="3593">
                  <c:v>43108</c:v>
                </c:pt>
                <c:pt idx="3594">
                  <c:v>43109</c:v>
                </c:pt>
                <c:pt idx="3595">
                  <c:v>43110</c:v>
                </c:pt>
                <c:pt idx="3596">
                  <c:v>43111</c:v>
                </c:pt>
                <c:pt idx="3597">
                  <c:v>43112</c:v>
                </c:pt>
                <c:pt idx="3598">
                  <c:v>43115</c:v>
                </c:pt>
                <c:pt idx="3599">
                  <c:v>43116</c:v>
                </c:pt>
                <c:pt idx="3600">
                  <c:v>43117</c:v>
                </c:pt>
                <c:pt idx="3601">
                  <c:v>43118</c:v>
                </c:pt>
                <c:pt idx="3602">
                  <c:v>43119</c:v>
                </c:pt>
                <c:pt idx="3603">
                  <c:v>43122</c:v>
                </c:pt>
                <c:pt idx="3604">
                  <c:v>43123</c:v>
                </c:pt>
                <c:pt idx="3605">
                  <c:v>43124</c:v>
                </c:pt>
                <c:pt idx="3606">
                  <c:v>43125</c:v>
                </c:pt>
                <c:pt idx="3607">
                  <c:v>43126</c:v>
                </c:pt>
                <c:pt idx="3608">
                  <c:v>43129</c:v>
                </c:pt>
                <c:pt idx="3609">
                  <c:v>43130</c:v>
                </c:pt>
                <c:pt idx="3610">
                  <c:v>43131</c:v>
                </c:pt>
                <c:pt idx="3611">
                  <c:v>43132</c:v>
                </c:pt>
                <c:pt idx="3612">
                  <c:v>43133</c:v>
                </c:pt>
                <c:pt idx="3613">
                  <c:v>43136</c:v>
                </c:pt>
                <c:pt idx="3614">
                  <c:v>43137</c:v>
                </c:pt>
                <c:pt idx="3615">
                  <c:v>43138</c:v>
                </c:pt>
                <c:pt idx="3616">
                  <c:v>43139</c:v>
                </c:pt>
                <c:pt idx="3617">
                  <c:v>43140</c:v>
                </c:pt>
                <c:pt idx="3618">
                  <c:v>43143</c:v>
                </c:pt>
                <c:pt idx="3619">
                  <c:v>43144</c:v>
                </c:pt>
                <c:pt idx="3620">
                  <c:v>43145</c:v>
                </c:pt>
                <c:pt idx="3621">
                  <c:v>43146</c:v>
                </c:pt>
                <c:pt idx="3622">
                  <c:v>43147</c:v>
                </c:pt>
                <c:pt idx="3623">
                  <c:v>43150</c:v>
                </c:pt>
                <c:pt idx="3624">
                  <c:v>43151</c:v>
                </c:pt>
                <c:pt idx="3625">
                  <c:v>43152</c:v>
                </c:pt>
                <c:pt idx="3626">
                  <c:v>43153</c:v>
                </c:pt>
                <c:pt idx="3627">
                  <c:v>43154</c:v>
                </c:pt>
                <c:pt idx="3628">
                  <c:v>43157</c:v>
                </c:pt>
                <c:pt idx="3629">
                  <c:v>43158</c:v>
                </c:pt>
                <c:pt idx="3630">
                  <c:v>43159</c:v>
                </c:pt>
                <c:pt idx="3631">
                  <c:v>43160</c:v>
                </c:pt>
                <c:pt idx="3632">
                  <c:v>43161</c:v>
                </c:pt>
                <c:pt idx="3633">
                  <c:v>43164</c:v>
                </c:pt>
                <c:pt idx="3634">
                  <c:v>43165</c:v>
                </c:pt>
                <c:pt idx="3635">
                  <c:v>43166</c:v>
                </c:pt>
                <c:pt idx="3636">
                  <c:v>43167</c:v>
                </c:pt>
                <c:pt idx="3637">
                  <c:v>43168</c:v>
                </c:pt>
                <c:pt idx="3638">
                  <c:v>43171</c:v>
                </c:pt>
                <c:pt idx="3639">
                  <c:v>43172</c:v>
                </c:pt>
                <c:pt idx="3640">
                  <c:v>43173</c:v>
                </c:pt>
                <c:pt idx="3641">
                  <c:v>43174</c:v>
                </c:pt>
                <c:pt idx="3642">
                  <c:v>43175</c:v>
                </c:pt>
                <c:pt idx="3643">
                  <c:v>43178</c:v>
                </c:pt>
                <c:pt idx="3644">
                  <c:v>43179</c:v>
                </c:pt>
                <c:pt idx="3645">
                  <c:v>43180</c:v>
                </c:pt>
                <c:pt idx="3646">
                  <c:v>43181</c:v>
                </c:pt>
                <c:pt idx="3647">
                  <c:v>43182</c:v>
                </c:pt>
                <c:pt idx="3648">
                  <c:v>43185</c:v>
                </c:pt>
                <c:pt idx="3649">
                  <c:v>43186</c:v>
                </c:pt>
                <c:pt idx="3650">
                  <c:v>43187</c:v>
                </c:pt>
                <c:pt idx="3651">
                  <c:v>43188</c:v>
                </c:pt>
                <c:pt idx="3652">
                  <c:v>43189</c:v>
                </c:pt>
                <c:pt idx="3653">
                  <c:v>43192</c:v>
                </c:pt>
                <c:pt idx="3654">
                  <c:v>43193</c:v>
                </c:pt>
                <c:pt idx="3655">
                  <c:v>43194</c:v>
                </c:pt>
                <c:pt idx="3656">
                  <c:v>43195</c:v>
                </c:pt>
                <c:pt idx="3657">
                  <c:v>43196</c:v>
                </c:pt>
                <c:pt idx="3658">
                  <c:v>43199</c:v>
                </c:pt>
                <c:pt idx="3659">
                  <c:v>43200</c:v>
                </c:pt>
                <c:pt idx="3660">
                  <c:v>43201</c:v>
                </c:pt>
                <c:pt idx="3661">
                  <c:v>43202</c:v>
                </c:pt>
                <c:pt idx="3662">
                  <c:v>43203</c:v>
                </c:pt>
                <c:pt idx="3663">
                  <c:v>43206</c:v>
                </c:pt>
                <c:pt idx="3664">
                  <c:v>43207</c:v>
                </c:pt>
                <c:pt idx="3665">
                  <c:v>43208</c:v>
                </c:pt>
                <c:pt idx="3666">
                  <c:v>43209</c:v>
                </c:pt>
                <c:pt idx="3667">
                  <c:v>43210</c:v>
                </c:pt>
                <c:pt idx="3668">
                  <c:v>43213</c:v>
                </c:pt>
                <c:pt idx="3669">
                  <c:v>43214</c:v>
                </c:pt>
                <c:pt idx="3670">
                  <c:v>43215</c:v>
                </c:pt>
                <c:pt idx="3671">
                  <c:v>43216</c:v>
                </c:pt>
                <c:pt idx="3672">
                  <c:v>43217</c:v>
                </c:pt>
                <c:pt idx="3673">
                  <c:v>43220</c:v>
                </c:pt>
                <c:pt idx="3674">
                  <c:v>43221</c:v>
                </c:pt>
                <c:pt idx="3675">
                  <c:v>43222</c:v>
                </c:pt>
                <c:pt idx="3676">
                  <c:v>43223</c:v>
                </c:pt>
                <c:pt idx="3677">
                  <c:v>43224</c:v>
                </c:pt>
                <c:pt idx="3678">
                  <c:v>43227</c:v>
                </c:pt>
                <c:pt idx="3679">
                  <c:v>43228</c:v>
                </c:pt>
                <c:pt idx="3680">
                  <c:v>43229</c:v>
                </c:pt>
                <c:pt idx="3681">
                  <c:v>43230</c:v>
                </c:pt>
                <c:pt idx="3682">
                  <c:v>43231</c:v>
                </c:pt>
                <c:pt idx="3683">
                  <c:v>43234</c:v>
                </c:pt>
                <c:pt idx="3684">
                  <c:v>43235</c:v>
                </c:pt>
                <c:pt idx="3685">
                  <c:v>43236</c:v>
                </c:pt>
                <c:pt idx="3686">
                  <c:v>43237</c:v>
                </c:pt>
                <c:pt idx="3687">
                  <c:v>43238</c:v>
                </c:pt>
                <c:pt idx="3688">
                  <c:v>43241</c:v>
                </c:pt>
                <c:pt idx="3689">
                  <c:v>43242</c:v>
                </c:pt>
                <c:pt idx="3690">
                  <c:v>43243</c:v>
                </c:pt>
                <c:pt idx="3691">
                  <c:v>43244</c:v>
                </c:pt>
                <c:pt idx="3692">
                  <c:v>43245</c:v>
                </c:pt>
                <c:pt idx="3693">
                  <c:v>43248</c:v>
                </c:pt>
                <c:pt idx="3694">
                  <c:v>43249</c:v>
                </c:pt>
                <c:pt idx="3695">
                  <c:v>43250</c:v>
                </c:pt>
                <c:pt idx="3696">
                  <c:v>43251</c:v>
                </c:pt>
                <c:pt idx="3697">
                  <c:v>43252</c:v>
                </c:pt>
                <c:pt idx="3698">
                  <c:v>43255</c:v>
                </c:pt>
                <c:pt idx="3699">
                  <c:v>43256</c:v>
                </c:pt>
                <c:pt idx="3700">
                  <c:v>43257</c:v>
                </c:pt>
                <c:pt idx="3701">
                  <c:v>43258</c:v>
                </c:pt>
                <c:pt idx="3702">
                  <c:v>43259</c:v>
                </c:pt>
                <c:pt idx="3703">
                  <c:v>43262</c:v>
                </c:pt>
                <c:pt idx="3704">
                  <c:v>43263</c:v>
                </c:pt>
                <c:pt idx="3705">
                  <c:v>43264</c:v>
                </c:pt>
                <c:pt idx="3706">
                  <c:v>43265</c:v>
                </c:pt>
                <c:pt idx="3707">
                  <c:v>43266</c:v>
                </c:pt>
                <c:pt idx="3708">
                  <c:v>43269</c:v>
                </c:pt>
                <c:pt idx="3709">
                  <c:v>43270</c:v>
                </c:pt>
                <c:pt idx="3710">
                  <c:v>43271</c:v>
                </c:pt>
                <c:pt idx="3711">
                  <c:v>43272</c:v>
                </c:pt>
                <c:pt idx="3712">
                  <c:v>43273</c:v>
                </c:pt>
                <c:pt idx="3713">
                  <c:v>43276</c:v>
                </c:pt>
                <c:pt idx="3714">
                  <c:v>43277</c:v>
                </c:pt>
                <c:pt idx="3715">
                  <c:v>43278</c:v>
                </c:pt>
                <c:pt idx="3716">
                  <c:v>43279</c:v>
                </c:pt>
                <c:pt idx="3717">
                  <c:v>43280</c:v>
                </c:pt>
                <c:pt idx="3718">
                  <c:v>43283</c:v>
                </c:pt>
                <c:pt idx="3719">
                  <c:v>43284</c:v>
                </c:pt>
                <c:pt idx="3720">
                  <c:v>43285</c:v>
                </c:pt>
                <c:pt idx="3721">
                  <c:v>43286</c:v>
                </c:pt>
                <c:pt idx="3722">
                  <c:v>43287</c:v>
                </c:pt>
                <c:pt idx="3723">
                  <c:v>43290</c:v>
                </c:pt>
                <c:pt idx="3724">
                  <c:v>43291</c:v>
                </c:pt>
                <c:pt idx="3725">
                  <c:v>43292</c:v>
                </c:pt>
                <c:pt idx="3726">
                  <c:v>43293</c:v>
                </c:pt>
                <c:pt idx="3727">
                  <c:v>43294</c:v>
                </c:pt>
                <c:pt idx="3728">
                  <c:v>43297</c:v>
                </c:pt>
                <c:pt idx="3729">
                  <c:v>43298</c:v>
                </c:pt>
                <c:pt idx="3730">
                  <c:v>43299</c:v>
                </c:pt>
                <c:pt idx="3731">
                  <c:v>43300</c:v>
                </c:pt>
                <c:pt idx="3732">
                  <c:v>43301</c:v>
                </c:pt>
                <c:pt idx="3733">
                  <c:v>43304</c:v>
                </c:pt>
                <c:pt idx="3734">
                  <c:v>43305</c:v>
                </c:pt>
                <c:pt idx="3735">
                  <c:v>43306</c:v>
                </c:pt>
                <c:pt idx="3736">
                  <c:v>43307</c:v>
                </c:pt>
                <c:pt idx="3737">
                  <c:v>43308</c:v>
                </c:pt>
                <c:pt idx="3738">
                  <c:v>43311</c:v>
                </c:pt>
                <c:pt idx="3739">
                  <c:v>43312</c:v>
                </c:pt>
                <c:pt idx="3740">
                  <c:v>43313</c:v>
                </c:pt>
                <c:pt idx="3741">
                  <c:v>43314</c:v>
                </c:pt>
                <c:pt idx="3742">
                  <c:v>43315</c:v>
                </c:pt>
                <c:pt idx="3743">
                  <c:v>43318</c:v>
                </c:pt>
                <c:pt idx="3744">
                  <c:v>43319</c:v>
                </c:pt>
                <c:pt idx="3745">
                  <c:v>43320</c:v>
                </c:pt>
                <c:pt idx="3746">
                  <c:v>43321</c:v>
                </c:pt>
                <c:pt idx="3747">
                  <c:v>43322</c:v>
                </c:pt>
                <c:pt idx="3748">
                  <c:v>43325</c:v>
                </c:pt>
                <c:pt idx="3749">
                  <c:v>43326</c:v>
                </c:pt>
                <c:pt idx="3750">
                  <c:v>43327</c:v>
                </c:pt>
                <c:pt idx="3751">
                  <c:v>43328</c:v>
                </c:pt>
                <c:pt idx="3752">
                  <c:v>43329</c:v>
                </c:pt>
                <c:pt idx="3753">
                  <c:v>43332</c:v>
                </c:pt>
                <c:pt idx="3754">
                  <c:v>43333</c:v>
                </c:pt>
                <c:pt idx="3755">
                  <c:v>43334</c:v>
                </c:pt>
                <c:pt idx="3756">
                  <c:v>43335</c:v>
                </c:pt>
                <c:pt idx="3757">
                  <c:v>43336</c:v>
                </c:pt>
                <c:pt idx="3758">
                  <c:v>43339</c:v>
                </c:pt>
                <c:pt idx="3759">
                  <c:v>43340</c:v>
                </c:pt>
                <c:pt idx="3760">
                  <c:v>43341</c:v>
                </c:pt>
                <c:pt idx="3761">
                  <c:v>43342</c:v>
                </c:pt>
                <c:pt idx="3762">
                  <c:v>43343</c:v>
                </c:pt>
                <c:pt idx="3763">
                  <c:v>43346</c:v>
                </c:pt>
                <c:pt idx="3764">
                  <c:v>43347</c:v>
                </c:pt>
                <c:pt idx="3765">
                  <c:v>43348</c:v>
                </c:pt>
                <c:pt idx="3766">
                  <c:v>43349</c:v>
                </c:pt>
                <c:pt idx="3767">
                  <c:v>43350</c:v>
                </c:pt>
                <c:pt idx="3768">
                  <c:v>43353</c:v>
                </c:pt>
                <c:pt idx="3769">
                  <c:v>43354</c:v>
                </c:pt>
                <c:pt idx="3770">
                  <c:v>43355</c:v>
                </c:pt>
                <c:pt idx="3771">
                  <c:v>43356</c:v>
                </c:pt>
                <c:pt idx="3772">
                  <c:v>43357</c:v>
                </c:pt>
                <c:pt idx="3773">
                  <c:v>43360</c:v>
                </c:pt>
                <c:pt idx="3774">
                  <c:v>43361</c:v>
                </c:pt>
                <c:pt idx="3775">
                  <c:v>43362</c:v>
                </c:pt>
                <c:pt idx="3776">
                  <c:v>43363</c:v>
                </c:pt>
                <c:pt idx="3777">
                  <c:v>43364</c:v>
                </c:pt>
                <c:pt idx="3778">
                  <c:v>43367</c:v>
                </c:pt>
                <c:pt idx="3779">
                  <c:v>43368</c:v>
                </c:pt>
                <c:pt idx="3780">
                  <c:v>43369</c:v>
                </c:pt>
                <c:pt idx="3781">
                  <c:v>43370</c:v>
                </c:pt>
                <c:pt idx="3782">
                  <c:v>43371</c:v>
                </c:pt>
                <c:pt idx="3783">
                  <c:v>43374</c:v>
                </c:pt>
                <c:pt idx="3784">
                  <c:v>43375</c:v>
                </c:pt>
                <c:pt idx="3785">
                  <c:v>43376</c:v>
                </c:pt>
                <c:pt idx="3786">
                  <c:v>43377</c:v>
                </c:pt>
                <c:pt idx="3787">
                  <c:v>43378</c:v>
                </c:pt>
                <c:pt idx="3788">
                  <c:v>43381</c:v>
                </c:pt>
                <c:pt idx="3789">
                  <c:v>43382</c:v>
                </c:pt>
                <c:pt idx="3790">
                  <c:v>43383</c:v>
                </c:pt>
                <c:pt idx="3791">
                  <c:v>43384</c:v>
                </c:pt>
                <c:pt idx="3792">
                  <c:v>43385</c:v>
                </c:pt>
                <c:pt idx="3793">
                  <c:v>43388</c:v>
                </c:pt>
                <c:pt idx="3794">
                  <c:v>43389</c:v>
                </c:pt>
                <c:pt idx="3795">
                  <c:v>43390</c:v>
                </c:pt>
                <c:pt idx="3796">
                  <c:v>43391</c:v>
                </c:pt>
                <c:pt idx="3797">
                  <c:v>43392</c:v>
                </c:pt>
                <c:pt idx="3798">
                  <c:v>43395</c:v>
                </c:pt>
                <c:pt idx="3799">
                  <c:v>43396</c:v>
                </c:pt>
                <c:pt idx="3800">
                  <c:v>43397</c:v>
                </c:pt>
                <c:pt idx="3801">
                  <c:v>43398</c:v>
                </c:pt>
                <c:pt idx="3802">
                  <c:v>43399</c:v>
                </c:pt>
                <c:pt idx="3803">
                  <c:v>43402</c:v>
                </c:pt>
                <c:pt idx="3804">
                  <c:v>43403</c:v>
                </c:pt>
                <c:pt idx="3805">
                  <c:v>43404</c:v>
                </c:pt>
                <c:pt idx="3806">
                  <c:v>43405</c:v>
                </c:pt>
                <c:pt idx="3807">
                  <c:v>43406</c:v>
                </c:pt>
                <c:pt idx="3808">
                  <c:v>43409</c:v>
                </c:pt>
                <c:pt idx="3809">
                  <c:v>43410</c:v>
                </c:pt>
                <c:pt idx="3810">
                  <c:v>43411</c:v>
                </c:pt>
                <c:pt idx="3811">
                  <c:v>43412</c:v>
                </c:pt>
                <c:pt idx="3812">
                  <c:v>43413</c:v>
                </c:pt>
                <c:pt idx="3813">
                  <c:v>43416</c:v>
                </c:pt>
                <c:pt idx="3814">
                  <c:v>43417</c:v>
                </c:pt>
                <c:pt idx="3815">
                  <c:v>43418</c:v>
                </c:pt>
                <c:pt idx="3816">
                  <c:v>43419</c:v>
                </c:pt>
                <c:pt idx="3817">
                  <c:v>43420</c:v>
                </c:pt>
                <c:pt idx="3818">
                  <c:v>43423</c:v>
                </c:pt>
                <c:pt idx="3819">
                  <c:v>43424</c:v>
                </c:pt>
                <c:pt idx="3820">
                  <c:v>43425</c:v>
                </c:pt>
                <c:pt idx="3821">
                  <c:v>43426</c:v>
                </c:pt>
                <c:pt idx="3822">
                  <c:v>43427</c:v>
                </c:pt>
                <c:pt idx="3823">
                  <c:v>43430</c:v>
                </c:pt>
                <c:pt idx="3824">
                  <c:v>43431</c:v>
                </c:pt>
                <c:pt idx="3825">
                  <c:v>43432</c:v>
                </c:pt>
                <c:pt idx="3826">
                  <c:v>43433</c:v>
                </c:pt>
                <c:pt idx="3827">
                  <c:v>43434</c:v>
                </c:pt>
                <c:pt idx="3828">
                  <c:v>43437</c:v>
                </c:pt>
                <c:pt idx="3829">
                  <c:v>43438</c:v>
                </c:pt>
                <c:pt idx="3830">
                  <c:v>43439</c:v>
                </c:pt>
                <c:pt idx="3831">
                  <c:v>43440</c:v>
                </c:pt>
                <c:pt idx="3832">
                  <c:v>43441</c:v>
                </c:pt>
                <c:pt idx="3833">
                  <c:v>43444</c:v>
                </c:pt>
                <c:pt idx="3834">
                  <c:v>43445</c:v>
                </c:pt>
                <c:pt idx="3835">
                  <c:v>43446</c:v>
                </c:pt>
                <c:pt idx="3836">
                  <c:v>43447</c:v>
                </c:pt>
                <c:pt idx="3837">
                  <c:v>43448</c:v>
                </c:pt>
                <c:pt idx="3838">
                  <c:v>43451</c:v>
                </c:pt>
                <c:pt idx="3839">
                  <c:v>43452</c:v>
                </c:pt>
                <c:pt idx="3840">
                  <c:v>43453</c:v>
                </c:pt>
                <c:pt idx="3841">
                  <c:v>43454</c:v>
                </c:pt>
                <c:pt idx="3842">
                  <c:v>43455</c:v>
                </c:pt>
                <c:pt idx="3843">
                  <c:v>43458</c:v>
                </c:pt>
                <c:pt idx="3844">
                  <c:v>43459</c:v>
                </c:pt>
                <c:pt idx="3845">
                  <c:v>43460</c:v>
                </c:pt>
                <c:pt idx="3846">
                  <c:v>43461</c:v>
                </c:pt>
                <c:pt idx="3847">
                  <c:v>43462</c:v>
                </c:pt>
                <c:pt idx="3848">
                  <c:v>43465</c:v>
                </c:pt>
                <c:pt idx="3849">
                  <c:v>43466</c:v>
                </c:pt>
                <c:pt idx="3850">
                  <c:v>43467</c:v>
                </c:pt>
                <c:pt idx="3851">
                  <c:v>43468</c:v>
                </c:pt>
                <c:pt idx="3852">
                  <c:v>43469</c:v>
                </c:pt>
                <c:pt idx="3853">
                  <c:v>43472</c:v>
                </c:pt>
                <c:pt idx="3854">
                  <c:v>43473</c:v>
                </c:pt>
                <c:pt idx="3855">
                  <c:v>43474</c:v>
                </c:pt>
                <c:pt idx="3856">
                  <c:v>43475</c:v>
                </c:pt>
                <c:pt idx="3857">
                  <c:v>43476</c:v>
                </c:pt>
                <c:pt idx="3858">
                  <c:v>43479</c:v>
                </c:pt>
                <c:pt idx="3859">
                  <c:v>43480</c:v>
                </c:pt>
                <c:pt idx="3860">
                  <c:v>43481</c:v>
                </c:pt>
                <c:pt idx="3861">
                  <c:v>43482</c:v>
                </c:pt>
                <c:pt idx="3862">
                  <c:v>43483</c:v>
                </c:pt>
                <c:pt idx="3863">
                  <c:v>43486</c:v>
                </c:pt>
                <c:pt idx="3864">
                  <c:v>43487</c:v>
                </c:pt>
                <c:pt idx="3865">
                  <c:v>43488</c:v>
                </c:pt>
                <c:pt idx="3866">
                  <c:v>43489</c:v>
                </c:pt>
                <c:pt idx="3867">
                  <c:v>43490</c:v>
                </c:pt>
                <c:pt idx="3868">
                  <c:v>43493</c:v>
                </c:pt>
                <c:pt idx="3869">
                  <c:v>43494</c:v>
                </c:pt>
                <c:pt idx="3870">
                  <c:v>43495</c:v>
                </c:pt>
                <c:pt idx="3871">
                  <c:v>43496</c:v>
                </c:pt>
                <c:pt idx="3872">
                  <c:v>43497</c:v>
                </c:pt>
                <c:pt idx="3873">
                  <c:v>43500</c:v>
                </c:pt>
                <c:pt idx="3874">
                  <c:v>43501</c:v>
                </c:pt>
                <c:pt idx="3875">
                  <c:v>43502</c:v>
                </c:pt>
                <c:pt idx="3876">
                  <c:v>43503</c:v>
                </c:pt>
                <c:pt idx="3877">
                  <c:v>43504</c:v>
                </c:pt>
                <c:pt idx="3878">
                  <c:v>43507</c:v>
                </c:pt>
                <c:pt idx="3879">
                  <c:v>43508</c:v>
                </c:pt>
                <c:pt idx="3880">
                  <c:v>43509</c:v>
                </c:pt>
                <c:pt idx="3881">
                  <c:v>43510</c:v>
                </c:pt>
                <c:pt idx="3882">
                  <c:v>43511</c:v>
                </c:pt>
                <c:pt idx="3883">
                  <c:v>43514</c:v>
                </c:pt>
                <c:pt idx="3884">
                  <c:v>43515</c:v>
                </c:pt>
                <c:pt idx="3885">
                  <c:v>43516</c:v>
                </c:pt>
                <c:pt idx="3886">
                  <c:v>43517</c:v>
                </c:pt>
                <c:pt idx="3887">
                  <c:v>43518</c:v>
                </c:pt>
                <c:pt idx="3888">
                  <c:v>43521</c:v>
                </c:pt>
                <c:pt idx="3889">
                  <c:v>43522</c:v>
                </c:pt>
                <c:pt idx="3890">
                  <c:v>43523</c:v>
                </c:pt>
                <c:pt idx="3891">
                  <c:v>43524</c:v>
                </c:pt>
                <c:pt idx="3892">
                  <c:v>43525</c:v>
                </c:pt>
                <c:pt idx="3893">
                  <c:v>43528</c:v>
                </c:pt>
                <c:pt idx="3894">
                  <c:v>43529</c:v>
                </c:pt>
                <c:pt idx="3895">
                  <c:v>43530</c:v>
                </c:pt>
                <c:pt idx="3896">
                  <c:v>43531</c:v>
                </c:pt>
                <c:pt idx="3897">
                  <c:v>43532</c:v>
                </c:pt>
                <c:pt idx="3898">
                  <c:v>43535</c:v>
                </c:pt>
                <c:pt idx="3899">
                  <c:v>43536</c:v>
                </c:pt>
                <c:pt idx="3900">
                  <c:v>43537</c:v>
                </c:pt>
                <c:pt idx="3901">
                  <c:v>43538</c:v>
                </c:pt>
                <c:pt idx="3902">
                  <c:v>43539</c:v>
                </c:pt>
                <c:pt idx="3903">
                  <c:v>43542</c:v>
                </c:pt>
                <c:pt idx="3904">
                  <c:v>43543</c:v>
                </c:pt>
                <c:pt idx="3905">
                  <c:v>43544</c:v>
                </c:pt>
                <c:pt idx="3906">
                  <c:v>43545</c:v>
                </c:pt>
                <c:pt idx="3907">
                  <c:v>43546</c:v>
                </c:pt>
                <c:pt idx="3908">
                  <c:v>43549</c:v>
                </c:pt>
                <c:pt idx="3909">
                  <c:v>43550</c:v>
                </c:pt>
                <c:pt idx="3910">
                  <c:v>43551</c:v>
                </c:pt>
                <c:pt idx="3911">
                  <c:v>43552</c:v>
                </c:pt>
                <c:pt idx="3912">
                  <c:v>43553</c:v>
                </c:pt>
                <c:pt idx="3913">
                  <c:v>43556</c:v>
                </c:pt>
                <c:pt idx="3914">
                  <c:v>43557</c:v>
                </c:pt>
                <c:pt idx="3915">
                  <c:v>43558</c:v>
                </c:pt>
                <c:pt idx="3916">
                  <c:v>43559</c:v>
                </c:pt>
                <c:pt idx="3917">
                  <c:v>43560</c:v>
                </c:pt>
                <c:pt idx="3918">
                  <c:v>43563</c:v>
                </c:pt>
                <c:pt idx="3919">
                  <c:v>43564</c:v>
                </c:pt>
                <c:pt idx="3920">
                  <c:v>43565</c:v>
                </c:pt>
                <c:pt idx="3921">
                  <c:v>43566</c:v>
                </c:pt>
                <c:pt idx="3922">
                  <c:v>43567</c:v>
                </c:pt>
                <c:pt idx="3923">
                  <c:v>43570</c:v>
                </c:pt>
                <c:pt idx="3924">
                  <c:v>43571</c:v>
                </c:pt>
                <c:pt idx="3925">
                  <c:v>43572</c:v>
                </c:pt>
                <c:pt idx="3926">
                  <c:v>43573</c:v>
                </c:pt>
                <c:pt idx="3927">
                  <c:v>43574</c:v>
                </c:pt>
                <c:pt idx="3928">
                  <c:v>43577</c:v>
                </c:pt>
                <c:pt idx="3929">
                  <c:v>43578</c:v>
                </c:pt>
                <c:pt idx="3930">
                  <c:v>43579</c:v>
                </c:pt>
                <c:pt idx="3931">
                  <c:v>43580</c:v>
                </c:pt>
                <c:pt idx="3932">
                  <c:v>43581</c:v>
                </c:pt>
                <c:pt idx="3933">
                  <c:v>43584</c:v>
                </c:pt>
                <c:pt idx="3934">
                  <c:v>43585</c:v>
                </c:pt>
                <c:pt idx="3935">
                  <c:v>43586</c:v>
                </c:pt>
                <c:pt idx="3936">
                  <c:v>43587</c:v>
                </c:pt>
                <c:pt idx="3937">
                  <c:v>43588</c:v>
                </c:pt>
                <c:pt idx="3938">
                  <c:v>43591</c:v>
                </c:pt>
                <c:pt idx="3939">
                  <c:v>43592</c:v>
                </c:pt>
                <c:pt idx="3940">
                  <c:v>43593</c:v>
                </c:pt>
                <c:pt idx="3941">
                  <c:v>43594</c:v>
                </c:pt>
                <c:pt idx="3942">
                  <c:v>43595</c:v>
                </c:pt>
                <c:pt idx="3943">
                  <c:v>43598</c:v>
                </c:pt>
                <c:pt idx="3944">
                  <c:v>43599</c:v>
                </c:pt>
                <c:pt idx="3945">
                  <c:v>43600</c:v>
                </c:pt>
                <c:pt idx="3946">
                  <c:v>43601</c:v>
                </c:pt>
                <c:pt idx="3947">
                  <c:v>43602</c:v>
                </c:pt>
                <c:pt idx="3948">
                  <c:v>43605</c:v>
                </c:pt>
                <c:pt idx="3949">
                  <c:v>43606</c:v>
                </c:pt>
                <c:pt idx="3950">
                  <c:v>43607</c:v>
                </c:pt>
                <c:pt idx="3951">
                  <c:v>43608</c:v>
                </c:pt>
                <c:pt idx="3952">
                  <c:v>43609</c:v>
                </c:pt>
                <c:pt idx="3953">
                  <c:v>43612</c:v>
                </c:pt>
                <c:pt idx="3954">
                  <c:v>43613</c:v>
                </c:pt>
                <c:pt idx="3955">
                  <c:v>43614</c:v>
                </c:pt>
                <c:pt idx="3956">
                  <c:v>43615</c:v>
                </c:pt>
                <c:pt idx="3957">
                  <c:v>43616</c:v>
                </c:pt>
                <c:pt idx="3958">
                  <c:v>43619</c:v>
                </c:pt>
                <c:pt idx="3959">
                  <c:v>43620</c:v>
                </c:pt>
                <c:pt idx="3960">
                  <c:v>43621</c:v>
                </c:pt>
                <c:pt idx="3961">
                  <c:v>43622</c:v>
                </c:pt>
                <c:pt idx="3962">
                  <c:v>43623</c:v>
                </c:pt>
                <c:pt idx="3963">
                  <c:v>43626</c:v>
                </c:pt>
                <c:pt idx="3964">
                  <c:v>43627</c:v>
                </c:pt>
                <c:pt idx="3965">
                  <c:v>43628</c:v>
                </c:pt>
                <c:pt idx="3966">
                  <c:v>43629</c:v>
                </c:pt>
                <c:pt idx="3967">
                  <c:v>43630</c:v>
                </c:pt>
                <c:pt idx="3968">
                  <c:v>43633</c:v>
                </c:pt>
                <c:pt idx="3969">
                  <c:v>43634</c:v>
                </c:pt>
                <c:pt idx="3970">
                  <c:v>43635</c:v>
                </c:pt>
                <c:pt idx="3971">
                  <c:v>43636</c:v>
                </c:pt>
                <c:pt idx="3972">
                  <c:v>43637</c:v>
                </c:pt>
                <c:pt idx="3973">
                  <c:v>43640</c:v>
                </c:pt>
                <c:pt idx="3974">
                  <c:v>43641</c:v>
                </c:pt>
                <c:pt idx="3975">
                  <c:v>43642</c:v>
                </c:pt>
                <c:pt idx="3976">
                  <c:v>43643</c:v>
                </c:pt>
                <c:pt idx="3977">
                  <c:v>43644</c:v>
                </c:pt>
                <c:pt idx="3978">
                  <c:v>43647</c:v>
                </c:pt>
                <c:pt idx="3979">
                  <c:v>43648</c:v>
                </c:pt>
                <c:pt idx="3980">
                  <c:v>43649</c:v>
                </c:pt>
                <c:pt idx="3981">
                  <c:v>43650</c:v>
                </c:pt>
                <c:pt idx="3982">
                  <c:v>43651</c:v>
                </c:pt>
                <c:pt idx="3983">
                  <c:v>43654</c:v>
                </c:pt>
                <c:pt idx="3984">
                  <c:v>43655</c:v>
                </c:pt>
                <c:pt idx="3985">
                  <c:v>43656</c:v>
                </c:pt>
                <c:pt idx="3986">
                  <c:v>43657</c:v>
                </c:pt>
                <c:pt idx="3987">
                  <c:v>43658</c:v>
                </c:pt>
                <c:pt idx="3988">
                  <c:v>43661</c:v>
                </c:pt>
                <c:pt idx="3989">
                  <c:v>43662</c:v>
                </c:pt>
                <c:pt idx="3990">
                  <c:v>43663</c:v>
                </c:pt>
                <c:pt idx="3991">
                  <c:v>43664</c:v>
                </c:pt>
                <c:pt idx="3992">
                  <c:v>43665</c:v>
                </c:pt>
                <c:pt idx="3993">
                  <c:v>43668</c:v>
                </c:pt>
                <c:pt idx="3994">
                  <c:v>43669</c:v>
                </c:pt>
                <c:pt idx="3995">
                  <c:v>43670</c:v>
                </c:pt>
                <c:pt idx="3996">
                  <c:v>43671</c:v>
                </c:pt>
                <c:pt idx="3997">
                  <c:v>43672</c:v>
                </c:pt>
                <c:pt idx="3998">
                  <c:v>43675</c:v>
                </c:pt>
                <c:pt idx="3999">
                  <c:v>43676</c:v>
                </c:pt>
                <c:pt idx="4000">
                  <c:v>43677</c:v>
                </c:pt>
                <c:pt idx="4001">
                  <c:v>43678</c:v>
                </c:pt>
                <c:pt idx="4002">
                  <c:v>43679</c:v>
                </c:pt>
                <c:pt idx="4003">
                  <c:v>43682</c:v>
                </c:pt>
                <c:pt idx="4004">
                  <c:v>43683</c:v>
                </c:pt>
                <c:pt idx="4005">
                  <c:v>43684</c:v>
                </c:pt>
                <c:pt idx="4006">
                  <c:v>43685</c:v>
                </c:pt>
                <c:pt idx="4007">
                  <c:v>43686</c:v>
                </c:pt>
                <c:pt idx="4008">
                  <c:v>43689</c:v>
                </c:pt>
                <c:pt idx="4009">
                  <c:v>43690</c:v>
                </c:pt>
                <c:pt idx="4010">
                  <c:v>43691</c:v>
                </c:pt>
                <c:pt idx="4011">
                  <c:v>43692</c:v>
                </c:pt>
                <c:pt idx="4012">
                  <c:v>43693</c:v>
                </c:pt>
                <c:pt idx="4013">
                  <c:v>43696</c:v>
                </c:pt>
                <c:pt idx="4014">
                  <c:v>43697</c:v>
                </c:pt>
                <c:pt idx="4015">
                  <c:v>43698</c:v>
                </c:pt>
                <c:pt idx="4016">
                  <c:v>43699</c:v>
                </c:pt>
                <c:pt idx="4017">
                  <c:v>43700</c:v>
                </c:pt>
                <c:pt idx="4018">
                  <c:v>43703</c:v>
                </c:pt>
                <c:pt idx="4019">
                  <c:v>43704</c:v>
                </c:pt>
                <c:pt idx="4020">
                  <c:v>43705</c:v>
                </c:pt>
                <c:pt idx="4021">
                  <c:v>43706</c:v>
                </c:pt>
                <c:pt idx="4022">
                  <c:v>43707</c:v>
                </c:pt>
                <c:pt idx="4023">
                  <c:v>43710</c:v>
                </c:pt>
                <c:pt idx="4024">
                  <c:v>43711</c:v>
                </c:pt>
                <c:pt idx="4025">
                  <c:v>43712</c:v>
                </c:pt>
                <c:pt idx="4026">
                  <c:v>43713</c:v>
                </c:pt>
                <c:pt idx="4027">
                  <c:v>43714</c:v>
                </c:pt>
                <c:pt idx="4028">
                  <c:v>43717</c:v>
                </c:pt>
                <c:pt idx="4029">
                  <c:v>43718</c:v>
                </c:pt>
                <c:pt idx="4030">
                  <c:v>43719</c:v>
                </c:pt>
                <c:pt idx="4031">
                  <c:v>43720</c:v>
                </c:pt>
                <c:pt idx="4032">
                  <c:v>43721</c:v>
                </c:pt>
                <c:pt idx="4033">
                  <c:v>43724</c:v>
                </c:pt>
                <c:pt idx="4034">
                  <c:v>43725</c:v>
                </c:pt>
                <c:pt idx="4035">
                  <c:v>43726</c:v>
                </c:pt>
                <c:pt idx="4036">
                  <c:v>43727</c:v>
                </c:pt>
                <c:pt idx="4037">
                  <c:v>43728</c:v>
                </c:pt>
                <c:pt idx="4038">
                  <c:v>43731</c:v>
                </c:pt>
                <c:pt idx="4039">
                  <c:v>43732</c:v>
                </c:pt>
                <c:pt idx="4040">
                  <c:v>43733</c:v>
                </c:pt>
                <c:pt idx="4041">
                  <c:v>43734</c:v>
                </c:pt>
                <c:pt idx="4042">
                  <c:v>43735</c:v>
                </c:pt>
                <c:pt idx="4043">
                  <c:v>43738</c:v>
                </c:pt>
                <c:pt idx="4044">
                  <c:v>43739</c:v>
                </c:pt>
                <c:pt idx="4045">
                  <c:v>43740</c:v>
                </c:pt>
                <c:pt idx="4046">
                  <c:v>43741</c:v>
                </c:pt>
                <c:pt idx="4047">
                  <c:v>43742</c:v>
                </c:pt>
                <c:pt idx="4048">
                  <c:v>43745</c:v>
                </c:pt>
                <c:pt idx="4049">
                  <c:v>43746</c:v>
                </c:pt>
                <c:pt idx="4050">
                  <c:v>43747</c:v>
                </c:pt>
                <c:pt idx="4051">
                  <c:v>43748</c:v>
                </c:pt>
                <c:pt idx="4052">
                  <c:v>43749</c:v>
                </c:pt>
                <c:pt idx="4053">
                  <c:v>43752</c:v>
                </c:pt>
                <c:pt idx="4054">
                  <c:v>43753</c:v>
                </c:pt>
                <c:pt idx="4055">
                  <c:v>43754</c:v>
                </c:pt>
                <c:pt idx="4056">
                  <c:v>43755</c:v>
                </c:pt>
                <c:pt idx="4057">
                  <c:v>43756</c:v>
                </c:pt>
                <c:pt idx="4058">
                  <c:v>43759</c:v>
                </c:pt>
                <c:pt idx="4059">
                  <c:v>43760</c:v>
                </c:pt>
                <c:pt idx="4060">
                  <c:v>43761</c:v>
                </c:pt>
                <c:pt idx="4061">
                  <c:v>43762</c:v>
                </c:pt>
                <c:pt idx="4062">
                  <c:v>43763</c:v>
                </c:pt>
                <c:pt idx="4063">
                  <c:v>43766</c:v>
                </c:pt>
                <c:pt idx="4064">
                  <c:v>43767</c:v>
                </c:pt>
                <c:pt idx="4065">
                  <c:v>43768</c:v>
                </c:pt>
                <c:pt idx="4066">
                  <c:v>43769</c:v>
                </c:pt>
                <c:pt idx="4067">
                  <c:v>43770</c:v>
                </c:pt>
                <c:pt idx="4068">
                  <c:v>43773</c:v>
                </c:pt>
                <c:pt idx="4069">
                  <c:v>43774</c:v>
                </c:pt>
                <c:pt idx="4070">
                  <c:v>43775</c:v>
                </c:pt>
                <c:pt idx="4071">
                  <c:v>43776</c:v>
                </c:pt>
                <c:pt idx="4072">
                  <c:v>43777</c:v>
                </c:pt>
                <c:pt idx="4073">
                  <c:v>43780</c:v>
                </c:pt>
                <c:pt idx="4074">
                  <c:v>43781</c:v>
                </c:pt>
                <c:pt idx="4075">
                  <c:v>43782</c:v>
                </c:pt>
                <c:pt idx="4076">
                  <c:v>43783</c:v>
                </c:pt>
                <c:pt idx="4077">
                  <c:v>43784</c:v>
                </c:pt>
                <c:pt idx="4078">
                  <c:v>43787</c:v>
                </c:pt>
                <c:pt idx="4079">
                  <c:v>43788</c:v>
                </c:pt>
                <c:pt idx="4080">
                  <c:v>43789</c:v>
                </c:pt>
                <c:pt idx="4081">
                  <c:v>43790</c:v>
                </c:pt>
                <c:pt idx="4082">
                  <c:v>43791</c:v>
                </c:pt>
                <c:pt idx="4083">
                  <c:v>43794</c:v>
                </c:pt>
                <c:pt idx="4084">
                  <c:v>43795</c:v>
                </c:pt>
                <c:pt idx="4085">
                  <c:v>43796</c:v>
                </c:pt>
                <c:pt idx="4086">
                  <c:v>43797</c:v>
                </c:pt>
                <c:pt idx="4087">
                  <c:v>43798</c:v>
                </c:pt>
                <c:pt idx="4088">
                  <c:v>43801</c:v>
                </c:pt>
                <c:pt idx="4089">
                  <c:v>43802</c:v>
                </c:pt>
                <c:pt idx="4090">
                  <c:v>43803</c:v>
                </c:pt>
                <c:pt idx="4091">
                  <c:v>43804</c:v>
                </c:pt>
                <c:pt idx="4092">
                  <c:v>43805</c:v>
                </c:pt>
                <c:pt idx="4093">
                  <c:v>43808</c:v>
                </c:pt>
                <c:pt idx="4094">
                  <c:v>43809</c:v>
                </c:pt>
                <c:pt idx="4095">
                  <c:v>43810</c:v>
                </c:pt>
                <c:pt idx="4096">
                  <c:v>43811</c:v>
                </c:pt>
                <c:pt idx="4097">
                  <c:v>43812</c:v>
                </c:pt>
                <c:pt idx="4098">
                  <c:v>43815</c:v>
                </c:pt>
                <c:pt idx="4099">
                  <c:v>43816</c:v>
                </c:pt>
                <c:pt idx="4100">
                  <c:v>43817</c:v>
                </c:pt>
                <c:pt idx="4101">
                  <c:v>43818</c:v>
                </c:pt>
                <c:pt idx="4102">
                  <c:v>43819</c:v>
                </c:pt>
                <c:pt idx="4103">
                  <c:v>43822</c:v>
                </c:pt>
                <c:pt idx="4104">
                  <c:v>43823</c:v>
                </c:pt>
                <c:pt idx="4105">
                  <c:v>43824</c:v>
                </c:pt>
                <c:pt idx="4106">
                  <c:v>43825</c:v>
                </c:pt>
                <c:pt idx="4107">
                  <c:v>43826</c:v>
                </c:pt>
                <c:pt idx="4108">
                  <c:v>43829</c:v>
                </c:pt>
                <c:pt idx="4109">
                  <c:v>43830</c:v>
                </c:pt>
                <c:pt idx="4110">
                  <c:v>43831</c:v>
                </c:pt>
                <c:pt idx="4111">
                  <c:v>43832</c:v>
                </c:pt>
                <c:pt idx="4112">
                  <c:v>43833</c:v>
                </c:pt>
                <c:pt idx="4113">
                  <c:v>43836</c:v>
                </c:pt>
                <c:pt idx="4114">
                  <c:v>43837</c:v>
                </c:pt>
                <c:pt idx="4115">
                  <c:v>43838</c:v>
                </c:pt>
                <c:pt idx="4116">
                  <c:v>43839</c:v>
                </c:pt>
                <c:pt idx="4117">
                  <c:v>43840</c:v>
                </c:pt>
                <c:pt idx="4118">
                  <c:v>43843</c:v>
                </c:pt>
                <c:pt idx="4119">
                  <c:v>43844</c:v>
                </c:pt>
                <c:pt idx="4120">
                  <c:v>43845</c:v>
                </c:pt>
                <c:pt idx="4121">
                  <c:v>43846</c:v>
                </c:pt>
                <c:pt idx="4122">
                  <c:v>43847</c:v>
                </c:pt>
                <c:pt idx="4123">
                  <c:v>43850</c:v>
                </c:pt>
                <c:pt idx="4124">
                  <c:v>43851</c:v>
                </c:pt>
                <c:pt idx="4125">
                  <c:v>43852</c:v>
                </c:pt>
                <c:pt idx="4126">
                  <c:v>43853</c:v>
                </c:pt>
                <c:pt idx="4127">
                  <c:v>43854</c:v>
                </c:pt>
                <c:pt idx="4128">
                  <c:v>43857</c:v>
                </c:pt>
                <c:pt idx="4129">
                  <c:v>43858</c:v>
                </c:pt>
                <c:pt idx="4130">
                  <c:v>43859</c:v>
                </c:pt>
                <c:pt idx="4131">
                  <c:v>43860</c:v>
                </c:pt>
                <c:pt idx="4132">
                  <c:v>43861</c:v>
                </c:pt>
                <c:pt idx="4133">
                  <c:v>43864</c:v>
                </c:pt>
                <c:pt idx="4134">
                  <c:v>43865</c:v>
                </c:pt>
                <c:pt idx="4135">
                  <c:v>43866</c:v>
                </c:pt>
                <c:pt idx="4136">
                  <c:v>43867</c:v>
                </c:pt>
                <c:pt idx="4137">
                  <c:v>43868</c:v>
                </c:pt>
                <c:pt idx="4138">
                  <c:v>43871</c:v>
                </c:pt>
                <c:pt idx="4139">
                  <c:v>43872</c:v>
                </c:pt>
                <c:pt idx="4140">
                  <c:v>43873</c:v>
                </c:pt>
                <c:pt idx="4141">
                  <c:v>43874</c:v>
                </c:pt>
                <c:pt idx="4142">
                  <c:v>43875</c:v>
                </c:pt>
                <c:pt idx="4143">
                  <c:v>43878</c:v>
                </c:pt>
                <c:pt idx="4144">
                  <c:v>43879</c:v>
                </c:pt>
                <c:pt idx="4145">
                  <c:v>43880</c:v>
                </c:pt>
                <c:pt idx="4146">
                  <c:v>43881</c:v>
                </c:pt>
                <c:pt idx="4147">
                  <c:v>43882</c:v>
                </c:pt>
                <c:pt idx="4148">
                  <c:v>43885</c:v>
                </c:pt>
                <c:pt idx="4149">
                  <c:v>43886</c:v>
                </c:pt>
                <c:pt idx="4150">
                  <c:v>43887</c:v>
                </c:pt>
                <c:pt idx="4151">
                  <c:v>43888</c:v>
                </c:pt>
                <c:pt idx="4152">
                  <c:v>43889</c:v>
                </c:pt>
                <c:pt idx="4153">
                  <c:v>43892</c:v>
                </c:pt>
                <c:pt idx="4154">
                  <c:v>43893</c:v>
                </c:pt>
                <c:pt idx="4155">
                  <c:v>43894</c:v>
                </c:pt>
                <c:pt idx="4156">
                  <c:v>43895</c:v>
                </c:pt>
                <c:pt idx="4157">
                  <c:v>43896</c:v>
                </c:pt>
                <c:pt idx="4158">
                  <c:v>43899</c:v>
                </c:pt>
                <c:pt idx="4159">
                  <c:v>43900</c:v>
                </c:pt>
                <c:pt idx="4160">
                  <c:v>43901</c:v>
                </c:pt>
                <c:pt idx="4161">
                  <c:v>43902</c:v>
                </c:pt>
                <c:pt idx="4162">
                  <c:v>43903</c:v>
                </c:pt>
                <c:pt idx="4163">
                  <c:v>43906</c:v>
                </c:pt>
                <c:pt idx="4164">
                  <c:v>43907</c:v>
                </c:pt>
                <c:pt idx="4165">
                  <c:v>43908</c:v>
                </c:pt>
                <c:pt idx="4166">
                  <c:v>43909</c:v>
                </c:pt>
                <c:pt idx="4167">
                  <c:v>43910</c:v>
                </c:pt>
                <c:pt idx="4168">
                  <c:v>43913</c:v>
                </c:pt>
                <c:pt idx="4169">
                  <c:v>43914</c:v>
                </c:pt>
                <c:pt idx="4170">
                  <c:v>43915</c:v>
                </c:pt>
                <c:pt idx="4171">
                  <c:v>43916</c:v>
                </c:pt>
                <c:pt idx="4172">
                  <c:v>43917</c:v>
                </c:pt>
                <c:pt idx="4173">
                  <c:v>43920</c:v>
                </c:pt>
                <c:pt idx="4174">
                  <c:v>43921</c:v>
                </c:pt>
                <c:pt idx="4175">
                  <c:v>43922</c:v>
                </c:pt>
                <c:pt idx="4176">
                  <c:v>43923</c:v>
                </c:pt>
                <c:pt idx="4177">
                  <c:v>43924</c:v>
                </c:pt>
                <c:pt idx="4178">
                  <c:v>43927</c:v>
                </c:pt>
                <c:pt idx="4179">
                  <c:v>43928</c:v>
                </c:pt>
                <c:pt idx="4180">
                  <c:v>43929</c:v>
                </c:pt>
                <c:pt idx="4181">
                  <c:v>43930</c:v>
                </c:pt>
                <c:pt idx="4182">
                  <c:v>43931</c:v>
                </c:pt>
                <c:pt idx="4183">
                  <c:v>43934</c:v>
                </c:pt>
                <c:pt idx="4184">
                  <c:v>43935</c:v>
                </c:pt>
                <c:pt idx="4185">
                  <c:v>43936</c:v>
                </c:pt>
                <c:pt idx="4186">
                  <c:v>43937</c:v>
                </c:pt>
                <c:pt idx="4187">
                  <c:v>43938</c:v>
                </c:pt>
                <c:pt idx="4188">
                  <c:v>43941</c:v>
                </c:pt>
                <c:pt idx="4189">
                  <c:v>43942</c:v>
                </c:pt>
                <c:pt idx="4190">
                  <c:v>43943</c:v>
                </c:pt>
                <c:pt idx="4191">
                  <c:v>43944</c:v>
                </c:pt>
                <c:pt idx="4192">
                  <c:v>43945</c:v>
                </c:pt>
                <c:pt idx="4193">
                  <c:v>43948</c:v>
                </c:pt>
                <c:pt idx="4194">
                  <c:v>43949</c:v>
                </c:pt>
                <c:pt idx="4195">
                  <c:v>43950</c:v>
                </c:pt>
                <c:pt idx="4196">
                  <c:v>43951</c:v>
                </c:pt>
                <c:pt idx="4197">
                  <c:v>43952</c:v>
                </c:pt>
                <c:pt idx="4198">
                  <c:v>43955</c:v>
                </c:pt>
                <c:pt idx="4199">
                  <c:v>43956</c:v>
                </c:pt>
                <c:pt idx="4200">
                  <c:v>43957</c:v>
                </c:pt>
                <c:pt idx="4201">
                  <c:v>43958</c:v>
                </c:pt>
                <c:pt idx="4202">
                  <c:v>43959</c:v>
                </c:pt>
                <c:pt idx="4203">
                  <c:v>43962</c:v>
                </c:pt>
                <c:pt idx="4204">
                  <c:v>43963</c:v>
                </c:pt>
                <c:pt idx="4205">
                  <c:v>43964</c:v>
                </c:pt>
                <c:pt idx="4206">
                  <c:v>43965</c:v>
                </c:pt>
                <c:pt idx="4207">
                  <c:v>43966</c:v>
                </c:pt>
                <c:pt idx="4208">
                  <c:v>43969</c:v>
                </c:pt>
                <c:pt idx="4209">
                  <c:v>43970</c:v>
                </c:pt>
                <c:pt idx="4210">
                  <c:v>43971</c:v>
                </c:pt>
                <c:pt idx="4211">
                  <c:v>43972</c:v>
                </c:pt>
                <c:pt idx="4212">
                  <c:v>43973</c:v>
                </c:pt>
                <c:pt idx="4213">
                  <c:v>43976</c:v>
                </c:pt>
                <c:pt idx="4214">
                  <c:v>43977</c:v>
                </c:pt>
                <c:pt idx="4215">
                  <c:v>43978</c:v>
                </c:pt>
                <c:pt idx="4216">
                  <c:v>43979</c:v>
                </c:pt>
                <c:pt idx="4217">
                  <c:v>43980</c:v>
                </c:pt>
                <c:pt idx="4218">
                  <c:v>43983</c:v>
                </c:pt>
                <c:pt idx="4219">
                  <c:v>43984</c:v>
                </c:pt>
                <c:pt idx="4220">
                  <c:v>43985</c:v>
                </c:pt>
                <c:pt idx="4221">
                  <c:v>43986</c:v>
                </c:pt>
                <c:pt idx="4222">
                  <c:v>43987</c:v>
                </c:pt>
                <c:pt idx="4223">
                  <c:v>43990</c:v>
                </c:pt>
                <c:pt idx="4224">
                  <c:v>43991</c:v>
                </c:pt>
                <c:pt idx="4225">
                  <c:v>43992</c:v>
                </c:pt>
                <c:pt idx="4226">
                  <c:v>43993</c:v>
                </c:pt>
                <c:pt idx="4227">
                  <c:v>43994</c:v>
                </c:pt>
                <c:pt idx="4228">
                  <c:v>43997</c:v>
                </c:pt>
                <c:pt idx="4229">
                  <c:v>43998</c:v>
                </c:pt>
                <c:pt idx="4230">
                  <c:v>43999</c:v>
                </c:pt>
                <c:pt idx="4231">
                  <c:v>44000</c:v>
                </c:pt>
                <c:pt idx="4232">
                  <c:v>44001</c:v>
                </c:pt>
                <c:pt idx="4233">
                  <c:v>44004</c:v>
                </c:pt>
                <c:pt idx="4234">
                  <c:v>44005</c:v>
                </c:pt>
                <c:pt idx="4235">
                  <c:v>44006</c:v>
                </c:pt>
                <c:pt idx="4236">
                  <c:v>44007</c:v>
                </c:pt>
                <c:pt idx="4237">
                  <c:v>44008</c:v>
                </c:pt>
                <c:pt idx="4238">
                  <c:v>44011</c:v>
                </c:pt>
                <c:pt idx="4239">
                  <c:v>44012</c:v>
                </c:pt>
                <c:pt idx="4240">
                  <c:v>44013</c:v>
                </c:pt>
                <c:pt idx="4241">
                  <c:v>44014</c:v>
                </c:pt>
                <c:pt idx="4242">
                  <c:v>44015</c:v>
                </c:pt>
                <c:pt idx="4243">
                  <c:v>44018</c:v>
                </c:pt>
                <c:pt idx="4244">
                  <c:v>44019</c:v>
                </c:pt>
                <c:pt idx="4245">
                  <c:v>44020</c:v>
                </c:pt>
                <c:pt idx="4246">
                  <c:v>44021</c:v>
                </c:pt>
                <c:pt idx="4247">
                  <c:v>44022</c:v>
                </c:pt>
                <c:pt idx="4248">
                  <c:v>44025</c:v>
                </c:pt>
                <c:pt idx="4249">
                  <c:v>44026</c:v>
                </c:pt>
                <c:pt idx="4250">
                  <c:v>44027</c:v>
                </c:pt>
                <c:pt idx="4251">
                  <c:v>44028</c:v>
                </c:pt>
                <c:pt idx="4252">
                  <c:v>44029</c:v>
                </c:pt>
                <c:pt idx="4253">
                  <c:v>44032</c:v>
                </c:pt>
                <c:pt idx="4254">
                  <c:v>44033</c:v>
                </c:pt>
                <c:pt idx="4255">
                  <c:v>44034</c:v>
                </c:pt>
                <c:pt idx="4256">
                  <c:v>44035</c:v>
                </c:pt>
                <c:pt idx="4257">
                  <c:v>44036</c:v>
                </c:pt>
                <c:pt idx="4258">
                  <c:v>44039</c:v>
                </c:pt>
                <c:pt idx="4259">
                  <c:v>44040</c:v>
                </c:pt>
                <c:pt idx="4260">
                  <c:v>44041</c:v>
                </c:pt>
                <c:pt idx="4261">
                  <c:v>44042</c:v>
                </c:pt>
                <c:pt idx="4262">
                  <c:v>44043</c:v>
                </c:pt>
                <c:pt idx="4263">
                  <c:v>44046</c:v>
                </c:pt>
                <c:pt idx="4264">
                  <c:v>44047</c:v>
                </c:pt>
                <c:pt idx="4265">
                  <c:v>44048</c:v>
                </c:pt>
                <c:pt idx="4266">
                  <c:v>44049</c:v>
                </c:pt>
                <c:pt idx="4267">
                  <c:v>44050</c:v>
                </c:pt>
                <c:pt idx="4268">
                  <c:v>44053</c:v>
                </c:pt>
                <c:pt idx="4269">
                  <c:v>44054</c:v>
                </c:pt>
                <c:pt idx="4270">
                  <c:v>44055</c:v>
                </c:pt>
                <c:pt idx="4271">
                  <c:v>44056</c:v>
                </c:pt>
                <c:pt idx="4272">
                  <c:v>44057</c:v>
                </c:pt>
                <c:pt idx="4273">
                  <c:v>44060</c:v>
                </c:pt>
                <c:pt idx="4274">
                  <c:v>44061</c:v>
                </c:pt>
                <c:pt idx="4275">
                  <c:v>44062</c:v>
                </c:pt>
                <c:pt idx="4276">
                  <c:v>44063</c:v>
                </c:pt>
                <c:pt idx="4277">
                  <c:v>44064</c:v>
                </c:pt>
                <c:pt idx="4278">
                  <c:v>44067</c:v>
                </c:pt>
                <c:pt idx="4279">
                  <c:v>44068</c:v>
                </c:pt>
                <c:pt idx="4280">
                  <c:v>44069</c:v>
                </c:pt>
                <c:pt idx="4281">
                  <c:v>44070</c:v>
                </c:pt>
                <c:pt idx="4282">
                  <c:v>44071</c:v>
                </c:pt>
                <c:pt idx="4283">
                  <c:v>44074</c:v>
                </c:pt>
                <c:pt idx="4284">
                  <c:v>44075</c:v>
                </c:pt>
                <c:pt idx="4285">
                  <c:v>44076</c:v>
                </c:pt>
                <c:pt idx="4286">
                  <c:v>44077</c:v>
                </c:pt>
                <c:pt idx="4287">
                  <c:v>44078</c:v>
                </c:pt>
                <c:pt idx="4288">
                  <c:v>44081</c:v>
                </c:pt>
                <c:pt idx="4289">
                  <c:v>44082</c:v>
                </c:pt>
                <c:pt idx="4290">
                  <c:v>44083</c:v>
                </c:pt>
                <c:pt idx="4291">
                  <c:v>44084</c:v>
                </c:pt>
                <c:pt idx="4292">
                  <c:v>44085</c:v>
                </c:pt>
                <c:pt idx="4293">
                  <c:v>44088</c:v>
                </c:pt>
                <c:pt idx="4294">
                  <c:v>44089</c:v>
                </c:pt>
                <c:pt idx="4295">
                  <c:v>44090</c:v>
                </c:pt>
                <c:pt idx="4296">
                  <c:v>44091</c:v>
                </c:pt>
                <c:pt idx="4297">
                  <c:v>44092</c:v>
                </c:pt>
                <c:pt idx="4298">
                  <c:v>44095</c:v>
                </c:pt>
                <c:pt idx="4299">
                  <c:v>44096</c:v>
                </c:pt>
                <c:pt idx="4300">
                  <c:v>44097</c:v>
                </c:pt>
                <c:pt idx="4301">
                  <c:v>44098</c:v>
                </c:pt>
                <c:pt idx="4302">
                  <c:v>44099</c:v>
                </c:pt>
                <c:pt idx="4303">
                  <c:v>44102</c:v>
                </c:pt>
                <c:pt idx="4304">
                  <c:v>44103</c:v>
                </c:pt>
                <c:pt idx="4305">
                  <c:v>44104</c:v>
                </c:pt>
                <c:pt idx="4306">
                  <c:v>44105</c:v>
                </c:pt>
                <c:pt idx="4307">
                  <c:v>44106</c:v>
                </c:pt>
                <c:pt idx="4308">
                  <c:v>44109</c:v>
                </c:pt>
                <c:pt idx="4309">
                  <c:v>44110</c:v>
                </c:pt>
                <c:pt idx="4310">
                  <c:v>44111</c:v>
                </c:pt>
                <c:pt idx="4311">
                  <c:v>44112</c:v>
                </c:pt>
                <c:pt idx="4312">
                  <c:v>44113</c:v>
                </c:pt>
                <c:pt idx="4313">
                  <c:v>44116</c:v>
                </c:pt>
                <c:pt idx="4314">
                  <c:v>44117</c:v>
                </c:pt>
                <c:pt idx="4315">
                  <c:v>44118</c:v>
                </c:pt>
                <c:pt idx="4316">
                  <c:v>44119</c:v>
                </c:pt>
                <c:pt idx="4317">
                  <c:v>44120</c:v>
                </c:pt>
                <c:pt idx="4318">
                  <c:v>44123</c:v>
                </c:pt>
                <c:pt idx="4319">
                  <c:v>44124</c:v>
                </c:pt>
                <c:pt idx="4320">
                  <c:v>44125</c:v>
                </c:pt>
                <c:pt idx="4321">
                  <c:v>44126</c:v>
                </c:pt>
                <c:pt idx="4322">
                  <c:v>44127</c:v>
                </c:pt>
                <c:pt idx="4323">
                  <c:v>44130</c:v>
                </c:pt>
                <c:pt idx="4324">
                  <c:v>44131</c:v>
                </c:pt>
                <c:pt idx="4325">
                  <c:v>44132</c:v>
                </c:pt>
                <c:pt idx="4326">
                  <c:v>44133</c:v>
                </c:pt>
                <c:pt idx="4327">
                  <c:v>44134</c:v>
                </c:pt>
                <c:pt idx="4328">
                  <c:v>44137</c:v>
                </c:pt>
                <c:pt idx="4329">
                  <c:v>44138</c:v>
                </c:pt>
                <c:pt idx="4330">
                  <c:v>44139</c:v>
                </c:pt>
                <c:pt idx="4331">
                  <c:v>44140</c:v>
                </c:pt>
                <c:pt idx="4332">
                  <c:v>44141</c:v>
                </c:pt>
                <c:pt idx="4333">
                  <c:v>44144</c:v>
                </c:pt>
                <c:pt idx="4334">
                  <c:v>44145</c:v>
                </c:pt>
                <c:pt idx="4335">
                  <c:v>44146</c:v>
                </c:pt>
                <c:pt idx="4336">
                  <c:v>44147</c:v>
                </c:pt>
                <c:pt idx="4337">
                  <c:v>44148</c:v>
                </c:pt>
                <c:pt idx="4338">
                  <c:v>44151</c:v>
                </c:pt>
                <c:pt idx="4339">
                  <c:v>44152</c:v>
                </c:pt>
                <c:pt idx="4340">
                  <c:v>44153</c:v>
                </c:pt>
                <c:pt idx="4341">
                  <c:v>44154</c:v>
                </c:pt>
                <c:pt idx="4342">
                  <c:v>44155</c:v>
                </c:pt>
                <c:pt idx="4343">
                  <c:v>44158</c:v>
                </c:pt>
                <c:pt idx="4344">
                  <c:v>44159</c:v>
                </c:pt>
                <c:pt idx="4345">
                  <c:v>44160</c:v>
                </c:pt>
                <c:pt idx="4346">
                  <c:v>44161</c:v>
                </c:pt>
                <c:pt idx="4347">
                  <c:v>44162</c:v>
                </c:pt>
                <c:pt idx="4348">
                  <c:v>44165</c:v>
                </c:pt>
                <c:pt idx="4349">
                  <c:v>44166</c:v>
                </c:pt>
                <c:pt idx="4350">
                  <c:v>44167</c:v>
                </c:pt>
                <c:pt idx="4351">
                  <c:v>44168</c:v>
                </c:pt>
                <c:pt idx="4352">
                  <c:v>44169</c:v>
                </c:pt>
                <c:pt idx="4353">
                  <c:v>44172</c:v>
                </c:pt>
                <c:pt idx="4354">
                  <c:v>44173</c:v>
                </c:pt>
                <c:pt idx="4355">
                  <c:v>44174</c:v>
                </c:pt>
                <c:pt idx="4356">
                  <c:v>44175</c:v>
                </c:pt>
                <c:pt idx="4357">
                  <c:v>44176</c:v>
                </c:pt>
                <c:pt idx="4358">
                  <c:v>44179</c:v>
                </c:pt>
                <c:pt idx="4359">
                  <c:v>44180</c:v>
                </c:pt>
                <c:pt idx="4360">
                  <c:v>44181</c:v>
                </c:pt>
                <c:pt idx="4361">
                  <c:v>44182</c:v>
                </c:pt>
                <c:pt idx="4362">
                  <c:v>44183</c:v>
                </c:pt>
                <c:pt idx="4363">
                  <c:v>44186</c:v>
                </c:pt>
                <c:pt idx="4364">
                  <c:v>44187</c:v>
                </c:pt>
                <c:pt idx="4365">
                  <c:v>44188</c:v>
                </c:pt>
                <c:pt idx="4366">
                  <c:v>44189</c:v>
                </c:pt>
                <c:pt idx="4367">
                  <c:v>44190</c:v>
                </c:pt>
                <c:pt idx="4368">
                  <c:v>44193</c:v>
                </c:pt>
                <c:pt idx="4369">
                  <c:v>44194</c:v>
                </c:pt>
                <c:pt idx="4370">
                  <c:v>44195</c:v>
                </c:pt>
                <c:pt idx="4371">
                  <c:v>44196</c:v>
                </c:pt>
                <c:pt idx="4372">
                  <c:v>44197</c:v>
                </c:pt>
                <c:pt idx="4373">
                  <c:v>44200</c:v>
                </c:pt>
                <c:pt idx="4374">
                  <c:v>44201</c:v>
                </c:pt>
                <c:pt idx="4375">
                  <c:v>44202</c:v>
                </c:pt>
                <c:pt idx="4376">
                  <c:v>44203</c:v>
                </c:pt>
                <c:pt idx="4377">
                  <c:v>44204</c:v>
                </c:pt>
                <c:pt idx="4378">
                  <c:v>44207</c:v>
                </c:pt>
                <c:pt idx="4379">
                  <c:v>44208</c:v>
                </c:pt>
                <c:pt idx="4380">
                  <c:v>44209</c:v>
                </c:pt>
                <c:pt idx="4381">
                  <c:v>44210</c:v>
                </c:pt>
                <c:pt idx="4382">
                  <c:v>44211</c:v>
                </c:pt>
                <c:pt idx="4383">
                  <c:v>44214</c:v>
                </c:pt>
                <c:pt idx="4384">
                  <c:v>44215</c:v>
                </c:pt>
                <c:pt idx="4385">
                  <c:v>44216</c:v>
                </c:pt>
                <c:pt idx="4386">
                  <c:v>44217</c:v>
                </c:pt>
                <c:pt idx="4387">
                  <c:v>44218</c:v>
                </c:pt>
                <c:pt idx="4388">
                  <c:v>44221</c:v>
                </c:pt>
                <c:pt idx="4389">
                  <c:v>44222</c:v>
                </c:pt>
                <c:pt idx="4390">
                  <c:v>44223</c:v>
                </c:pt>
                <c:pt idx="4391">
                  <c:v>44224</c:v>
                </c:pt>
                <c:pt idx="4392">
                  <c:v>44225</c:v>
                </c:pt>
                <c:pt idx="4393">
                  <c:v>44228</c:v>
                </c:pt>
                <c:pt idx="4394">
                  <c:v>44229</c:v>
                </c:pt>
                <c:pt idx="4395">
                  <c:v>44230</c:v>
                </c:pt>
                <c:pt idx="4396">
                  <c:v>44231</c:v>
                </c:pt>
                <c:pt idx="4397">
                  <c:v>44232</c:v>
                </c:pt>
                <c:pt idx="4398">
                  <c:v>44235</c:v>
                </c:pt>
                <c:pt idx="4399">
                  <c:v>44236</c:v>
                </c:pt>
                <c:pt idx="4400">
                  <c:v>44237</c:v>
                </c:pt>
                <c:pt idx="4401">
                  <c:v>44238</c:v>
                </c:pt>
                <c:pt idx="4402">
                  <c:v>44239</c:v>
                </c:pt>
                <c:pt idx="4403">
                  <c:v>44242</c:v>
                </c:pt>
                <c:pt idx="4404">
                  <c:v>44243</c:v>
                </c:pt>
                <c:pt idx="4405">
                  <c:v>44244</c:v>
                </c:pt>
                <c:pt idx="4406">
                  <c:v>44245</c:v>
                </c:pt>
                <c:pt idx="4407">
                  <c:v>44246</c:v>
                </c:pt>
                <c:pt idx="4408">
                  <c:v>44249</c:v>
                </c:pt>
                <c:pt idx="4409">
                  <c:v>44250</c:v>
                </c:pt>
                <c:pt idx="4410">
                  <c:v>44251</c:v>
                </c:pt>
                <c:pt idx="4411">
                  <c:v>44252</c:v>
                </c:pt>
                <c:pt idx="4412">
                  <c:v>44253</c:v>
                </c:pt>
                <c:pt idx="4413">
                  <c:v>44256</c:v>
                </c:pt>
                <c:pt idx="4414">
                  <c:v>44257</c:v>
                </c:pt>
                <c:pt idx="4415">
                  <c:v>44258</c:v>
                </c:pt>
                <c:pt idx="4416">
                  <c:v>44259</c:v>
                </c:pt>
                <c:pt idx="4417">
                  <c:v>44260</c:v>
                </c:pt>
                <c:pt idx="4418">
                  <c:v>44263</c:v>
                </c:pt>
                <c:pt idx="4419">
                  <c:v>44264</c:v>
                </c:pt>
                <c:pt idx="4420">
                  <c:v>44265</c:v>
                </c:pt>
                <c:pt idx="4421">
                  <c:v>44266</c:v>
                </c:pt>
                <c:pt idx="4422">
                  <c:v>44267</c:v>
                </c:pt>
                <c:pt idx="4423">
                  <c:v>44270</c:v>
                </c:pt>
                <c:pt idx="4424">
                  <c:v>44271</c:v>
                </c:pt>
                <c:pt idx="4425">
                  <c:v>44272</c:v>
                </c:pt>
                <c:pt idx="4426">
                  <c:v>44273</c:v>
                </c:pt>
                <c:pt idx="4427">
                  <c:v>44274</c:v>
                </c:pt>
                <c:pt idx="4428">
                  <c:v>44277</c:v>
                </c:pt>
                <c:pt idx="4429">
                  <c:v>44278</c:v>
                </c:pt>
                <c:pt idx="4430">
                  <c:v>44279</c:v>
                </c:pt>
                <c:pt idx="4431">
                  <c:v>44280</c:v>
                </c:pt>
                <c:pt idx="4432">
                  <c:v>44281</c:v>
                </c:pt>
                <c:pt idx="4433">
                  <c:v>44284</c:v>
                </c:pt>
                <c:pt idx="4434">
                  <c:v>44285</c:v>
                </c:pt>
                <c:pt idx="4435">
                  <c:v>44286</c:v>
                </c:pt>
                <c:pt idx="4436">
                  <c:v>44287</c:v>
                </c:pt>
                <c:pt idx="4437">
                  <c:v>44288</c:v>
                </c:pt>
                <c:pt idx="4438">
                  <c:v>44291</c:v>
                </c:pt>
                <c:pt idx="4439">
                  <c:v>44292</c:v>
                </c:pt>
                <c:pt idx="4440">
                  <c:v>44293</c:v>
                </c:pt>
                <c:pt idx="4441">
                  <c:v>44294</c:v>
                </c:pt>
                <c:pt idx="4442">
                  <c:v>44295</c:v>
                </c:pt>
                <c:pt idx="4443">
                  <c:v>44298</c:v>
                </c:pt>
                <c:pt idx="4444">
                  <c:v>44299</c:v>
                </c:pt>
                <c:pt idx="4445">
                  <c:v>44300</c:v>
                </c:pt>
                <c:pt idx="4446">
                  <c:v>44301</c:v>
                </c:pt>
                <c:pt idx="4447">
                  <c:v>44302</c:v>
                </c:pt>
                <c:pt idx="4448">
                  <c:v>44305</c:v>
                </c:pt>
                <c:pt idx="4449">
                  <c:v>44306</c:v>
                </c:pt>
                <c:pt idx="4450">
                  <c:v>44307</c:v>
                </c:pt>
                <c:pt idx="4451">
                  <c:v>44308</c:v>
                </c:pt>
                <c:pt idx="4452">
                  <c:v>44309</c:v>
                </c:pt>
                <c:pt idx="4453">
                  <c:v>44312</c:v>
                </c:pt>
                <c:pt idx="4454">
                  <c:v>44313</c:v>
                </c:pt>
                <c:pt idx="4455">
                  <c:v>44314</c:v>
                </c:pt>
                <c:pt idx="4456">
                  <c:v>44315</c:v>
                </c:pt>
                <c:pt idx="4457">
                  <c:v>44316</c:v>
                </c:pt>
                <c:pt idx="4458">
                  <c:v>44319</c:v>
                </c:pt>
                <c:pt idx="4459">
                  <c:v>44320</c:v>
                </c:pt>
                <c:pt idx="4460">
                  <c:v>44321</c:v>
                </c:pt>
                <c:pt idx="4461">
                  <c:v>44322</c:v>
                </c:pt>
                <c:pt idx="4462">
                  <c:v>44323</c:v>
                </c:pt>
                <c:pt idx="4463">
                  <c:v>44326</c:v>
                </c:pt>
                <c:pt idx="4464">
                  <c:v>44327</c:v>
                </c:pt>
                <c:pt idx="4465">
                  <c:v>44328</c:v>
                </c:pt>
                <c:pt idx="4466">
                  <c:v>44329</c:v>
                </c:pt>
                <c:pt idx="4467">
                  <c:v>44330</c:v>
                </c:pt>
                <c:pt idx="4468">
                  <c:v>44333</c:v>
                </c:pt>
                <c:pt idx="4469">
                  <c:v>44334</c:v>
                </c:pt>
                <c:pt idx="4470">
                  <c:v>44335</c:v>
                </c:pt>
                <c:pt idx="4471">
                  <c:v>44336</c:v>
                </c:pt>
                <c:pt idx="4472">
                  <c:v>44337</c:v>
                </c:pt>
                <c:pt idx="4473">
                  <c:v>44340</c:v>
                </c:pt>
                <c:pt idx="4474">
                  <c:v>44341</c:v>
                </c:pt>
                <c:pt idx="4475">
                  <c:v>44342</c:v>
                </c:pt>
                <c:pt idx="4476">
                  <c:v>44343</c:v>
                </c:pt>
                <c:pt idx="4477">
                  <c:v>44344</c:v>
                </c:pt>
                <c:pt idx="4478">
                  <c:v>44347</c:v>
                </c:pt>
                <c:pt idx="4479">
                  <c:v>44348</c:v>
                </c:pt>
                <c:pt idx="4480">
                  <c:v>44349</c:v>
                </c:pt>
                <c:pt idx="4481">
                  <c:v>44350</c:v>
                </c:pt>
                <c:pt idx="4482">
                  <c:v>44351</c:v>
                </c:pt>
                <c:pt idx="4483">
                  <c:v>44354</c:v>
                </c:pt>
                <c:pt idx="4484">
                  <c:v>44355</c:v>
                </c:pt>
                <c:pt idx="4485">
                  <c:v>44356</c:v>
                </c:pt>
                <c:pt idx="4486">
                  <c:v>44357</c:v>
                </c:pt>
                <c:pt idx="4487">
                  <c:v>44358</c:v>
                </c:pt>
                <c:pt idx="4488">
                  <c:v>44361</c:v>
                </c:pt>
                <c:pt idx="4489">
                  <c:v>44362</c:v>
                </c:pt>
                <c:pt idx="4490">
                  <c:v>44363</c:v>
                </c:pt>
                <c:pt idx="4491">
                  <c:v>44364</c:v>
                </c:pt>
                <c:pt idx="4492">
                  <c:v>44365</c:v>
                </c:pt>
                <c:pt idx="4493">
                  <c:v>44368</c:v>
                </c:pt>
                <c:pt idx="4494">
                  <c:v>44369</c:v>
                </c:pt>
                <c:pt idx="4495">
                  <c:v>44370</c:v>
                </c:pt>
                <c:pt idx="4496">
                  <c:v>44371</c:v>
                </c:pt>
                <c:pt idx="4497">
                  <c:v>44372</c:v>
                </c:pt>
                <c:pt idx="4498">
                  <c:v>44375</c:v>
                </c:pt>
                <c:pt idx="4499">
                  <c:v>44376</c:v>
                </c:pt>
                <c:pt idx="4500">
                  <c:v>44377</c:v>
                </c:pt>
                <c:pt idx="4501">
                  <c:v>44378</c:v>
                </c:pt>
                <c:pt idx="4502">
                  <c:v>44379</c:v>
                </c:pt>
                <c:pt idx="4503">
                  <c:v>44382</c:v>
                </c:pt>
                <c:pt idx="4504">
                  <c:v>44383</c:v>
                </c:pt>
                <c:pt idx="4505">
                  <c:v>44384</c:v>
                </c:pt>
                <c:pt idx="4506">
                  <c:v>44385</c:v>
                </c:pt>
                <c:pt idx="4507">
                  <c:v>44386</c:v>
                </c:pt>
                <c:pt idx="4508">
                  <c:v>44389</c:v>
                </c:pt>
                <c:pt idx="4509">
                  <c:v>44390</c:v>
                </c:pt>
                <c:pt idx="4510">
                  <c:v>44391</c:v>
                </c:pt>
                <c:pt idx="4511">
                  <c:v>44392</c:v>
                </c:pt>
                <c:pt idx="4512">
                  <c:v>44393</c:v>
                </c:pt>
                <c:pt idx="4513">
                  <c:v>44396</c:v>
                </c:pt>
                <c:pt idx="4514">
                  <c:v>44397</c:v>
                </c:pt>
                <c:pt idx="4515">
                  <c:v>44398</c:v>
                </c:pt>
                <c:pt idx="4516">
                  <c:v>44399</c:v>
                </c:pt>
                <c:pt idx="4517">
                  <c:v>44400</c:v>
                </c:pt>
                <c:pt idx="4518">
                  <c:v>44403</c:v>
                </c:pt>
                <c:pt idx="4519">
                  <c:v>44404</c:v>
                </c:pt>
                <c:pt idx="4520">
                  <c:v>44405</c:v>
                </c:pt>
                <c:pt idx="4521">
                  <c:v>44406</c:v>
                </c:pt>
                <c:pt idx="4522">
                  <c:v>44407</c:v>
                </c:pt>
                <c:pt idx="4523">
                  <c:v>44410</c:v>
                </c:pt>
                <c:pt idx="4524">
                  <c:v>44411</c:v>
                </c:pt>
                <c:pt idx="4525">
                  <c:v>44412</c:v>
                </c:pt>
                <c:pt idx="4526">
                  <c:v>44413</c:v>
                </c:pt>
                <c:pt idx="4527">
                  <c:v>44414</c:v>
                </c:pt>
                <c:pt idx="4528">
                  <c:v>44417</c:v>
                </c:pt>
                <c:pt idx="4529">
                  <c:v>44418</c:v>
                </c:pt>
                <c:pt idx="4530">
                  <c:v>44419</c:v>
                </c:pt>
                <c:pt idx="4531">
                  <c:v>44420</c:v>
                </c:pt>
                <c:pt idx="4532">
                  <c:v>44421</c:v>
                </c:pt>
                <c:pt idx="4533">
                  <c:v>44424</c:v>
                </c:pt>
                <c:pt idx="4534">
                  <c:v>44425</c:v>
                </c:pt>
                <c:pt idx="4535">
                  <c:v>44426</c:v>
                </c:pt>
                <c:pt idx="4536">
                  <c:v>44427</c:v>
                </c:pt>
                <c:pt idx="4537">
                  <c:v>44428</c:v>
                </c:pt>
                <c:pt idx="4538">
                  <c:v>44431</c:v>
                </c:pt>
                <c:pt idx="4539">
                  <c:v>44432</c:v>
                </c:pt>
                <c:pt idx="4540">
                  <c:v>44433</c:v>
                </c:pt>
                <c:pt idx="4541">
                  <c:v>44434</c:v>
                </c:pt>
                <c:pt idx="4542">
                  <c:v>44435</c:v>
                </c:pt>
                <c:pt idx="4543">
                  <c:v>44438</c:v>
                </c:pt>
                <c:pt idx="4544">
                  <c:v>44439</c:v>
                </c:pt>
                <c:pt idx="4545">
                  <c:v>44440</c:v>
                </c:pt>
                <c:pt idx="4546">
                  <c:v>44441</c:v>
                </c:pt>
                <c:pt idx="4547">
                  <c:v>44442</c:v>
                </c:pt>
                <c:pt idx="4548">
                  <c:v>44445</c:v>
                </c:pt>
                <c:pt idx="4549">
                  <c:v>44446</c:v>
                </c:pt>
                <c:pt idx="4550">
                  <c:v>44447</c:v>
                </c:pt>
                <c:pt idx="4551">
                  <c:v>44448</c:v>
                </c:pt>
                <c:pt idx="4552">
                  <c:v>44449</c:v>
                </c:pt>
                <c:pt idx="4553">
                  <c:v>44452</c:v>
                </c:pt>
                <c:pt idx="4554">
                  <c:v>44453</c:v>
                </c:pt>
                <c:pt idx="4555">
                  <c:v>44454</c:v>
                </c:pt>
                <c:pt idx="4556">
                  <c:v>44455</c:v>
                </c:pt>
                <c:pt idx="4557">
                  <c:v>44456</c:v>
                </c:pt>
                <c:pt idx="4558">
                  <c:v>44459</c:v>
                </c:pt>
                <c:pt idx="4559">
                  <c:v>44460</c:v>
                </c:pt>
                <c:pt idx="4560">
                  <c:v>44461</c:v>
                </c:pt>
                <c:pt idx="4561">
                  <c:v>44462</c:v>
                </c:pt>
                <c:pt idx="4562">
                  <c:v>44463</c:v>
                </c:pt>
                <c:pt idx="4563">
                  <c:v>44466</c:v>
                </c:pt>
                <c:pt idx="4564">
                  <c:v>44467</c:v>
                </c:pt>
                <c:pt idx="4565">
                  <c:v>44468</c:v>
                </c:pt>
                <c:pt idx="4566">
                  <c:v>44469</c:v>
                </c:pt>
                <c:pt idx="4567">
                  <c:v>44470</c:v>
                </c:pt>
                <c:pt idx="4568">
                  <c:v>44473</c:v>
                </c:pt>
                <c:pt idx="4569">
                  <c:v>44474</c:v>
                </c:pt>
                <c:pt idx="4570">
                  <c:v>44475</c:v>
                </c:pt>
                <c:pt idx="4571">
                  <c:v>44476</c:v>
                </c:pt>
                <c:pt idx="4572">
                  <c:v>44477</c:v>
                </c:pt>
                <c:pt idx="4573">
                  <c:v>44480</c:v>
                </c:pt>
                <c:pt idx="4574">
                  <c:v>44481</c:v>
                </c:pt>
                <c:pt idx="4575">
                  <c:v>44482</c:v>
                </c:pt>
                <c:pt idx="4576">
                  <c:v>44483</c:v>
                </c:pt>
                <c:pt idx="4577">
                  <c:v>44484</c:v>
                </c:pt>
                <c:pt idx="4578">
                  <c:v>44487</c:v>
                </c:pt>
                <c:pt idx="4579">
                  <c:v>44488</c:v>
                </c:pt>
                <c:pt idx="4580">
                  <c:v>44489</c:v>
                </c:pt>
                <c:pt idx="4581">
                  <c:v>44490</c:v>
                </c:pt>
                <c:pt idx="4582">
                  <c:v>44491</c:v>
                </c:pt>
                <c:pt idx="4583">
                  <c:v>44494</c:v>
                </c:pt>
                <c:pt idx="4584">
                  <c:v>44495</c:v>
                </c:pt>
                <c:pt idx="4585">
                  <c:v>44496</c:v>
                </c:pt>
                <c:pt idx="4586">
                  <c:v>44497</c:v>
                </c:pt>
                <c:pt idx="4587">
                  <c:v>44498</c:v>
                </c:pt>
                <c:pt idx="4588">
                  <c:v>44501</c:v>
                </c:pt>
                <c:pt idx="4589">
                  <c:v>44502</c:v>
                </c:pt>
                <c:pt idx="4590">
                  <c:v>44503</c:v>
                </c:pt>
                <c:pt idx="4591">
                  <c:v>44504</c:v>
                </c:pt>
                <c:pt idx="4592">
                  <c:v>44505</c:v>
                </c:pt>
                <c:pt idx="4593">
                  <c:v>44508</c:v>
                </c:pt>
                <c:pt idx="4594">
                  <c:v>44509</c:v>
                </c:pt>
                <c:pt idx="4595">
                  <c:v>44510</c:v>
                </c:pt>
                <c:pt idx="4596">
                  <c:v>44511</c:v>
                </c:pt>
                <c:pt idx="4597">
                  <c:v>44512</c:v>
                </c:pt>
                <c:pt idx="4598">
                  <c:v>44515</c:v>
                </c:pt>
                <c:pt idx="4599">
                  <c:v>44516</c:v>
                </c:pt>
                <c:pt idx="4600">
                  <c:v>44517</c:v>
                </c:pt>
                <c:pt idx="4601">
                  <c:v>44518</c:v>
                </c:pt>
                <c:pt idx="4602">
                  <c:v>44519</c:v>
                </c:pt>
                <c:pt idx="4603">
                  <c:v>44522</c:v>
                </c:pt>
                <c:pt idx="4604">
                  <c:v>44523</c:v>
                </c:pt>
                <c:pt idx="4605">
                  <c:v>44524</c:v>
                </c:pt>
                <c:pt idx="4606">
                  <c:v>44525</c:v>
                </c:pt>
                <c:pt idx="4607">
                  <c:v>44526</c:v>
                </c:pt>
                <c:pt idx="4608">
                  <c:v>44529</c:v>
                </c:pt>
                <c:pt idx="4609">
                  <c:v>44530</c:v>
                </c:pt>
                <c:pt idx="4610">
                  <c:v>44531</c:v>
                </c:pt>
                <c:pt idx="4611">
                  <c:v>44532</c:v>
                </c:pt>
                <c:pt idx="4612">
                  <c:v>44533</c:v>
                </c:pt>
                <c:pt idx="4613">
                  <c:v>44536</c:v>
                </c:pt>
                <c:pt idx="4614">
                  <c:v>44537</c:v>
                </c:pt>
                <c:pt idx="4615">
                  <c:v>44538</c:v>
                </c:pt>
                <c:pt idx="4616">
                  <c:v>44539</c:v>
                </c:pt>
                <c:pt idx="4617">
                  <c:v>44540</c:v>
                </c:pt>
                <c:pt idx="4618">
                  <c:v>44543</c:v>
                </c:pt>
                <c:pt idx="4619">
                  <c:v>44544</c:v>
                </c:pt>
                <c:pt idx="4620">
                  <c:v>44545</c:v>
                </c:pt>
                <c:pt idx="4621">
                  <c:v>44546</c:v>
                </c:pt>
                <c:pt idx="4622">
                  <c:v>44547</c:v>
                </c:pt>
                <c:pt idx="4623">
                  <c:v>44550</c:v>
                </c:pt>
                <c:pt idx="4624">
                  <c:v>44551</c:v>
                </c:pt>
                <c:pt idx="4625">
                  <c:v>44552</c:v>
                </c:pt>
                <c:pt idx="4626">
                  <c:v>44553</c:v>
                </c:pt>
                <c:pt idx="4627">
                  <c:v>44554</c:v>
                </c:pt>
                <c:pt idx="4628">
                  <c:v>44557</c:v>
                </c:pt>
                <c:pt idx="4629">
                  <c:v>44558</c:v>
                </c:pt>
                <c:pt idx="4630">
                  <c:v>44559</c:v>
                </c:pt>
                <c:pt idx="4631">
                  <c:v>44560</c:v>
                </c:pt>
                <c:pt idx="4632">
                  <c:v>44561</c:v>
                </c:pt>
                <c:pt idx="4633">
                  <c:v>44564</c:v>
                </c:pt>
                <c:pt idx="4634">
                  <c:v>44565</c:v>
                </c:pt>
                <c:pt idx="4635">
                  <c:v>44566</c:v>
                </c:pt>
                <c:pt idx="4636">
                  <c:v>44567</c:v>
                </c:pt>
                <c:pt idx="4637">
                  <c:v>44568</c:v>
                </c:pt>
                <c:pt idx="4638">
                  <c:v>44571</c:v>
                </c:pt>
                <c:pt idx="4639">
                  <c:v>44572</c:v>
                </c:pt>
                <c:pt idx="4640">
                  <c:v>44573</c:v>
                </c:pt>
                <c:pt idx="4641">
                  <c:v>44574</c:v>
                </c:pt>
                <c:pt idx="4642">
                  <c:v>44575</c:v>
                </c:pt>
                <c:pt idx="4643">
                  <c:v>44578</c:v>
                </c:pt>
                <c:pt idx="4644">
                  <c:v>44579</c:v>
                </c:pt>
                <c:pt idx="4645">
                  <c:v>44580</c:v>
                </c:pt>
                <c:pt idx="4646">
                  <c:v>44581</c:v>
                </c:pt>
                <c:pt idx="4647">
                  <c:v>44582</c:v>
                </c:pt>
                <c:pt idx="4648">
                  <c:v>44585</c:v>
                </c:pt>
                <c:pt idx="4649">
                  <c:v>44586</c:v>
                </c:pt>
                <c:pt idx="4650">
                  <c:v>44587</c:v>
                </c:pt>
                <c:pt idx="4651">
                  <c:v>44588</c:v>
                </c:pt>
                <c:pt idx="4652">
                  <c:v>44589</c:v>
                </c:pt>
                <c:pt idx="4653">
                  <c:v>44592</c:v>
                </c:pt>
                <c:pt idx="4654">
                  <c:v>44593</c:v>
                </c:pt>
                <c:pt idx="4655">
                  <c:v>44594</c:v>
                </c:pt>
                <c:pt idx="4656">
                  <c:v>44595</c:v>
                </c:pt>
                <c:pt idx="4657">
                  <c:v>44596</c:v>
                </c:pt>
                <c:pt idx="4658">
                  <c:v>44599</c:v>
                </c:pt>
                <c:pt idx="4659">
                  <c:v>44600</c:v>
                </c:pt>
                <c:pt idx="4660">
                  <c:v>44601</c:v>
                </c:pt>
                <c:pt idx="4661">
                  <c:v>44602</c:v>
                </c:pt>
                <c:pt idx="4662">
                  <c:v>44603</c:v>
                </c:pt>
                <c:pt idx="4663">
                  <c:v>44606</c:v>
                </c:pt>
                <c:pt idx="4664">
                  <c:v>44607</c:v>
                </c:pt>
                <c:pt idx="4665">
                  <c:v>44608</c:v>
                </c:pt>
                <c:pt idx="4666">
                  <c:v>44609</c:v>
                </c:pt>
                <c:pt idx="4667">
                  <c:v>44610</c:v>
                </c:pt>
                <c:pt idx="4668">
                  <c:v>44613</c:v>
                </c:pt>
                <c:pt idx="4669">
                  <c:v>44614</c:v>
                </c:pt>
                <c:pt idx="4670">
                  <c:v>44615</c:v>
                </c:pt>
                <c:pt idx="4671">
                  <c:v>44616</c:v>
                </c:pt>
                <c:pt idx="4672">
                  <c:v>44617</c:v>
                </c:pt>
                <c:pt idx="4673">
                  <c:v>44620</c:v>
                </c:pt>
                <c:pt idx="4674">
                  <c:v>44621</c:v>
                </c:pt>
                <c:pt idx="4675">
                  <c:v>44622</c:v>
                </c:pt>
                <c:pt idx="4676">
                  <c:v>44623</c:v>
                </c:pt>
                <c:pt idx="4677">
                  <c:v>44624</c:v>
                </c:pt>
                <c:pt idx="4678">
                  <c:v>44627</c:v>
                </c:pt>
                <c:pt idx="4679">
                  <c:v>44628</c:v>
                </c:pt>
                <c:pt idx="4680">
                  <c:v>44629</c:v>
                </c:pt>
                <c:pt idx="4681">
                  <c:v>44630</c:v>
                </c:pt>
                <c:pt idx="4682">
                  <c:v>44631</c:v>
                </c:pt>
                <c:pt idx="4683">
                  <c:v>44634</c:v>
                </c:pt>
                <c:pt idx="4684">
                  <c:v>44635</c:v>
                </c:pt>
                <c:pt idx="4685">
                  <c:v>44636</c:v>
                </c:pt>
                <c:pt idx="4686">
                  <c:v>44637</c:v>
                </c:pt>
                <c:pt idx="4687">
                  <c:v>44638</c:v>
                </c:pt>
                <c:pt idx="4688">
                  <c:v>44641</c:v>
                </c:pt>
                <c:pt idx="4689">
                  <c:v>44642</c:v>
                </c:pt>
                <c:pt idx="4690">
                  <c:v>44643</c:v>
                </c:pt>
                <c:pt idx="4691">
                  <c:v>44644</c:v>
                </c:pt>
                <c:pt idx="4692">
                  <c:v>44645</c:v>
                </c:pt>
                <c:pt idx="4693">
                  <c:v>44648</c:v>
                </c:pt>
                <c:pt idx="4694">
                  <c:v>44649</c:v>
                </c:pt>
                <c:pt idx="4695">
                  <c:v>44650</c:v>
                </c:pt>
                <c:pt idx="4696">
                  <c:v>44651</c:v>
                </c:pt>
                <c:pt idx="4697">
                  <c:v>44652</c:v>
                </c:pt>
                <c:pt idx="4698">
                  <c:v>44655</c:v>
                </c:pt>
                <c:pt idx="4699">
                  <c:v>44656</c:v>
                </c:pt>
                <c:pt idx="4700">
                  <c:v>44657</c:v>
                </c:pt>
                <c:pt idx="4701">
                  <c:v>44658</c:v>
                </c:pt>
                <c:pt idx="4702">
                  <c:v>44659</c:v>
                </c:pt>
                <c:pt idx="4703">
                  <c:v>44662</c:v>
                </c:pt>
                <c:pt idx="4704">
                  <c:v>44663</c:v>
                </c:pt>
                <c:pt idx="4705">
                  <c:v>44664</c:v>
                </c:pt>
                <c:pt idx="4706">
                  <c:v>44665</c:v>
                </c:pt>
                <c:pt idx="4707">
                  <c:v>44666</c:v>
                </c:pt>
                <c:pt idx="4708">
                  <c:v>44669</c:v>
                </c:pt>
                <c:pt idx="4709">
                  <c:v>44670</c:v>
                </c:pt>
                <c:pt idx="4710">
                  <c:v>44671</c:v>
                </c:pt>
                <c:pt idx="4711">
                  <c:v>44672</c:v>
                </c:pt>
                <c:pt idx="4712">
                  <c:v>44673</c:v>
                </c:pt>
                <c:pt idx="4713">
                  <c:v>44676</c:v>
                </c:pt>
                <c:pt idx="4714">
                  <c:v>44677</c:v>
                </c:pt>
                <c:pt idx="4715">
                  <c:v>44678</c:v>
                </c:pt>
                <c:pt idx="4716">
                  <c:v>44679</c:v>
                </c:pt>
                <c:pt idx="4717">
                  <c:v>44680</c:v>
                </c:pt>
                <c:pt idx="4718">
                  <c:v>44683</c:v>
                </c:pt>
                <c:pt idx="4719">
                  <c:v>44684</c:v>
                </c:pt>
                <c:pt idx="4720">
                  <c:v>44685</c:v>
                </c:pt>
                <c:pt idx="4721">
                  <c:v>44686</c:v>
                </c:pt>
                <c:pt idx="4722">
                  <c:v>44687</c:v>
                </c:pt>
                <c:pt idx="4723">
                  <c:v>44690</c:v>
                </c:pt>
                <c:pt idx="4724">
                  <c:v>44691</c:v>
                </c:pt>
                <c:pt idx="4725">
                  <c:v>44692</c:v>
                </c:pt>
                <c:pt idx="4726">
                  <c:v>44693</c:v>
                </c:pt>
                <c:pt idx="4727">
                  <c:v>44694</c:v>
                </c:pt>
                <c:pt idx="4728">
                  <c:v>44697</c:v>
                </c:pt>
                <c:pt idx="4729">
                  <c:v>44698</c:v>
                </c:pt>
                <c:pt idx="4730">
                  <c:v>44699</c:v>
                </c:pt>
                <c:pt idx="4731">
                  <c:v>44700</c:v>
                </c:pt>
                <c:pt idx="4732">
                  <c:v>44701</c:v>
                </c:pt>
                <c:pt idx="4733">
                  <c:v>44704</c:v>
                </c:pt>
                <c:pt idx="4734">
                  <c:v>44705</c:v>
                </c:pt>
                <c:pt idx="4735">
                  <c:v>44706</c:v>
                </c:pt>
                <c:pt idx="4736">
                  <c:v>44707</c:v>
                </c:pt>
                <c:pt idx="4737">
                  <c:v>44708</c:v>
                </c:pt>
                <c:pt idx="4738">
                  <c:v>44711</c:v>
                </c:pt>
                <c:pt idx="4739">
                  <c:v>44712</c:v>
                </c:pt>
                <c:pt idx="4740">
                  <c:v>44713</c:v>
                </c:pt>
                <c:pt idx="4741">
                  <c:v>44714</c:v>
                </c:pt>
                <c:pt idx="4742">
                  <c:v>44715</c:v>
                </c:pt>
                <c:pt idx="4743">
                  <c:v>44718</c:v>
                </c:pt>
                <c:pt idx="4744">
                  <c:v>44719</c:v>
                </c:pt>
                <c:pt idx="4745">
                  <c:v>44720</c:v>
                </c:pt>
                <c:pt idx="4746">
                  <c:v>44721</c:v>
                </c:pt>
                <c:pt idx="4747">
                  <c:v>44722</c:v>
                </c:pt>
                <c:pt idx="4748">
                  <c:v>44725</c:v>
                </c:pt>
                <c:pt idx="4749">
                  <c:v>44726</c:v>
                </c:pt>
                <c:pt idx="4750">
                  <c:v>44727</c:v>
                </c:pt>
                <c:pt idx="4751">
                  <c:v>44728</c:v>
                </c:pt>
                <c:pt idx="4752">
                  <c:v>44729</c:v>
                </c:pt>
                <c:pt idx="4753">
                  <c:v>44732</c:v>
                </c:pt>
                <c:pt idx="4754">
                  <c:v>44733</c:v>
                </c:pt>
                <c:pt idx="4755">
                  <c:v>44734</c:v>
                </c:pt>
                <c:pt idx="4756">
                  <c:v>44735</c:v>
                </c:pt>
                <c:pt idx="4757">
                  <c:v>44736</c:v>
                </c:pt>
                <c:pt idx="4758">
                  <c:v>44739</c:v>
                </c:pt>
                <c:pt idx="4759">
                  <c:v>44740</c:v>
                </c:pt>
                <c:pt idx="4760">
                  <c:v>44741</c:v>
                </c:pt>
                <c:pt idx="4761">
                  <c:v>44742</c:v>
                </c:pt>
                <c:pt idx="4762">
                  <c:v>44743</c:v>
                </c:pt>
                <c:pt idx="4763">
                  <c:v>44747</c:v>
                </c:pt>
                <c:pt idx="4764">
                  <c:v>44748</c:v>
                </c:pt>
                <c:pt idx="4765">
                  <c:v>44749</c:v>
                </c:pt>
                <c:pt idx="4766">
                  <c:v>44750</c:v>
                </c:pt>
                <c:pt idx="4767">
                  <c:v>44753</c:v>
                </c:pt>
                <c:pt idx="4768">
                  <c:v>44754</c:v>
                </c:pt>
                <c:pt idx="4769">
                  <c:v>44755</c:v>
                </c:pt>
                <c:pt idx="4770">
                  <c:v>44756</c:v>
                </c:pt>
                <c:pt idx="4771">
                  <c:v>44757</c:v>
                </c:pt>
                <c:pt idx="4772">
                  <c:v>44760</c:v>
                </c:pt>
                <c:pt idx="4773">
                  <c:v>44761</c:v>
                </c:pt>
                <c:pt idx="4774">
                  <c:v>44762</c:v>
                </c:pt>
                <c:pt idx="4775">
                  <c:v>44763</c:v>
                </c:pt>
                <c:pt idx="4776">
                  <c:v>44764</c:v>
                </c:pt>
                <c:pt idx="4777">
                  <c:v>44767</c:v>
                </c:pt>
                <c:pt idx="4778">
                  <c:v>44768</c:v>
                </c:pt>
                <c:pt idx="4779">
                  <c:v>44769</c:v>
                </c:pt>
                <c:pt idx="4780">
                  <c:v>44770</c:v>
                </c:pt>
                <c:pt idx="4781">
                  <c:v>44771</c:v>
                </c:pt>
                <c:pt idx="4782">
                  <c:v>44774</c:v>
                </c:pt>
                <c:pt idx="4783">
                  <c:v>44775</c:v>
                </c:pt>
                <c:pt idx="4784">
                  <c:v>44776</c:v>
                </c:pt>
                <c:pt idx="4785">
                  <c:v>44777</c:v>
                </c:pt>
                <c:pt idx="4786">
                  <c:v>44778</c:v>
                </c:pt>
                <c:pt idx="4787">
                  <c:v>44781</c:v>
                </c:pt>
                <c:pt idx="4788">
                  <c:v>44782</c:v>
                </c:pt>
                <c:pt idx="4789">
                  <c:v>44783</c:v>
                </c:pt>
                <c:pt idx="4790">
                  <c:v>44784</c:v>
                </c:pt>
                <c:pt idx="4791">
                  <c:v>44785</c:v>
                </c:pt>
                <c:pt idx="4792">
                  <c:v>44788</c:v>
                </c:pt>
                <c:pt idx="4793">
                  <c:v>44789</c:v>
                </c:pt>
                <c:pt idx="4794">
                  <c:v>44790</c:v>
                </c:pt>
                <c:pt idx="4795">
                  <c:v>44791</c:v>
                </c:pt>
                <c:pt idx="4796">
                  <c:v>44792</c:v>
                </c:pt>
                <c:pt idx="4797">
                  <c:v>44795</c:v>
                </c:pt>
                <c:pt idx="4798">
                  <c:v>44796</c:v>
                </c:pt>
                <c:pt idx="4799">
                  <c:v>44797</c:v>
                </c:pt>
                <c:pt idx="4800">
                  <c:v>44798</c:v>
                </c:pt>
                <c:pt idx="4801">
                  <c:v>44799</c:v>
                </c:pt>
                <c:pt idx="4802">
                  <c:v>44802</c:v>
                </c:pt>
                <c:pt idx="4803">
                  <c:v>44803</c:v>
                </c:pt>
                <c:pt idx="4804">
                  <c:v>44804</c:v>
                </c:pt>
                <c:pt idx="4805">
                  <c:v>44805</c:v>
                </c:pt>
                <c:pt idx="4806">
                  <c:v>44806</c:v>
                </c:pt>
                <c:pt idx="4807">
                  <c:v>44809</c:v>
                </c:pt>
                <c:pt idx="4808">
                  <c:v>44810</c:v>
                </c:pt>
                <c:pt idx="4809">
                  <c:v>44811</c:v>
                </c:pt>
                <c:pt idx="4810">
                  <c:v>44812</c:v>
                </c:pt>
                <c:pt idx="4811">
                  <c:v>44813</c:v>
                </c:pt>
                <c:pt idx="4812">
                  <c:v>44816</c:v>
                </c:pt>
                <c:pt idx="4813">
                  <c:v>44817</c:v>
                </c:pt>
                <c:pt idx="4814">
                  <c:v>44818</c:v>
                </c:pt>
                <c:pt idx="4815">
                  <c:v>44819</c:v>
                </c:pt>
                <c:pt idx="4816">
                  <c:v>44820</c:v>
                </c:pt>
                <c:pt idx="4817">
                  <c:v>44823</c:v>
                </c:pt>
                <c:pt idx="4818">
                  <c:v>44824</c:v>
                </c:pt>
                <c:pt idx="4819">
                  <c:v>44825</c:v>
                </c:pt>
                <c:pt idx="4820">
                  <c:v>44826</c:v>
                </c:pt>
                <c:pt idx="4821">
                  <c:v>44827</c:v>
                </c:pt>
                <c:pt idx="4822">
                  <c:v>44830</c:v>
                </c:pt>
                <c:pt idx="4823">
                  <c:v>44831</c:v>
                </c:pt>
                <c:pt idx="4824">
                  <c:v>44832</c:v>
                </c:pt>
                <c:pt idx="4825">
                  <c:v>44833</c:v>
                </c:pt>
                <c:pt idx="4826">
                  <c:v>44834</c:v>
                </c:pt>
                <c:pt idx="4827">
                  <c:v>44837</c:v>
                </c:pt>
                <c:pt idx="4828">
                  <c:v>44838</c:v>
                </c:pt>
                <c:pt idx="4829">
                  <c:v>44839</c:v>
                </c:pt>
                <c:pt idx="4830">
                  <c:v>44840</c:v>
                </c:pt>
                <c:pt idx="4831">
                  <c:v>44841</c:v>
                </c:pt>
                <c:pt idx="4832">
                  <c:v>44844</c:v>
                </c:pt>
                <c:pt idx="4833">
                  <c:v>44845</c:v>
                </c:pt>
                <c:pt idx="4834">
                  <c:v>44846</c:v>
                </c:pt>
                <c:pt idx="4835">
                  <c:v>44847</c:v>
                </c:pt>
                <c:pt idx="4836">
                  <c:v>44848</c:v>
                </c:pt>
                <c:pt idx="4837">
                  <c:v>44851</c:v>
                </c:pt>
                <c:pt idx="4838">
                  <c:v>44852</c:v>
                </c:pt>
                <c:pt idx="4839">
                  <c:v>44853</c:v>
                </c:pt>
                <c:pt idx="4840">
                  <c:v>44854</c:v>
                </c:pt>
                <c:pt idx="4841">
                  <c:v>44855</c:v>
                </c:pt>
                <c:pt idx="4842">
                  <c:v>44858</c:v>
                </c:pt>
                <c:pt idx="4843">
                  <c:v>44859</c:v>
                </c:pt>
                <c:pt idx="4844">
                  <c:v>44860</c:v>
                </c:pt>
                <c:pt idx="4845">
                  <c:v>44861</c:v>
                </c:pt>
                <c:pt idx="4846">
                  <c:v>44862</c:v>
                </c:pt>
                <c:pt idx="4847">
                  <c:v>44865</c:v>
                </c:pt>
                <c:pt idx="4848">
                  <c:v>44866</c:v>
                </c:pt>
                <c:pt idx="4849">
                  <c:v>44867</c:v>
                </c:pt>
                <c:pt idx="4850">
                  <c:v>44868</c:v>
                </c:pt>
                <c:pt idx="4851">
                  <c:v>44869</c:v>
                </c:pt>
                <c:pt idx="4852">
                  <c:v>44872</c:v>
                </c:pt>
                <c:pt idx="4853">
                  <c:v>44873</c:v>
                </c:pt>
                <c:pt idx="4854">
                  <c:v>44874</c:v>
                </c:pt>
                <c:pt idx="4855">
                  <c:v>44875</c:v>
                </c:pt>
                <c:pt idx="4856">
                  <c:v>44876</c:v>
                </c:pt>
                <c:pt idx="4857">
                  <c:v>44879</c:v>
                </c:pt>
                <c:pt idx="4858">
                  <c:v>44880</c:v>
                </c:pt>
                <c:pt idx="4859">
                  <c:v>44881</c:v>
                </c:pt>
                <c:pt idx="4860">
                  <c:v>44882</c:v>
                </c:pt>
                <c:pt idx="4861">
                  <c:v>44883</c:v>
                </c:pt>
                <c:pt idx="4862">
                  <c:v>44886</c:v>
                </c:pt>
                <c:pt idx="4863">
                  <c:v>44887</c:v>
                </c:pt>
                <c:pt idx="4864">
                  <c:v>44888</c:v>
                </c:pt>
                <c:pt idx="4865">
                  <c:v>44889</c:v>
                </c:pt>
                <c:pt idx="4866">
                  <c:v>44890</c:v>
                </c:pt>
                <c:pt idx="4867">
                  <c:v>44893</c:v>
                </c:pt>
                <c:pt idx="4868">
                  <c:v>44894</c:v>
                </c:pt>
                <c:pt idx="4869">
                  <c:v>44895</c:v>
                </c:pt>
                <c:pt idx="4870">
                  <c:v>44896</c:v>
                </c:pt>
                <c:pt idx="4871">
                  <c:v>44897</c:v>
                </c:pt>
                <c:pt idx="4872">
                  <c:v>44900</c:v>
                </c:pt>
                <c:pt idx="4873">
                  <c:v>44901</c:v>
                </c:pt>
                <c:pt idx="4874">
                  <c:v>44902</c:v>
                </c:pt>
                <c:pt idx="4875">
                  <c:v>44903</c:v>
                </c:pt>
                <c:pt idx="4876">
                  <c:v>44904</c:v>
                </c:pt>
                <c:pt idx="4877">
                  <c:v>44907</c:v>
                </c:pt>
                <c:pt idx="4878">
                  <c:v>44908</c:v>
                </c:pt>
                <c:pt idx="4879">
                  <c:v>44909</c:v>
                </c:pt>
                <c:pt idx="4880">
                  <c:v>44910</c:v>
                </c:pt>
                <c:pt idx="4881">
                  <c:v>44911</c:v>
                </c:pt>
                <c:pt idx="4882">
                  <c:v>44914</c:v>
                </c:pt>
                <c:pt idx="4883">
                  <c:v>44915</c:v>
                </c:pt>
                <c:pt idx="4884">
                  <c:v>44916</c:v>
                </c:pt>
                <c:pt idx="4885">
                  <c:v>44917</c:v>
                </c:pt>
                <c:pt idx="4886">
                  <c:v>44918</c:v>
                </c:pt>
                <c:pt idx="4887">
                  <c:v>44921</c:v>
                </c:pt>
                <c:pt idx="4888">
                  <c:v>44922</c:v>
                </c:pt>
                <c:pt idx="4889">
                  <c:v>44923</c:v>
                </c:pt>
                <c:pt idx="4890">
                  <c:v>44924</c:v>
                </c:pt>
                <c:pt idx="4891">
                  <c:v>44925</c:v>
                </c:pt>
                <c:pt idx="4892">
                  <c:v>44928</c:v>
                </c:pt>
                <c:pt idx="4893">
                  <c:v>44929</c:v>
                </c:pt>
                <c:pt idx="4894">
                  <c:v>44930</c:v>
                </c:pt>
                <c:pt idx="4895">
                  <c:v>44931</c:v>
                </c:pt>
                <c:pt idx="4896">
                  <c:v>44932</c:v>
                </c:pt>
                <c:pt idx="4897">
                  <c:v>44935</c:v>
                </c:pt>
                <c:pt idx="4898">
                  <c:v>44936</c:v>
                </c:pt>
                <c:pt idx="4899">
                  <c:v>44937</c:v>
                </c:pt>
                <c:pt idx="4900">
                  <c:v>44938</c:v>
                </c:pt>
                <c:pt idx="4901">
                  <c:v>44939</c:v>
                </c:pt>
                <c:pt idx="4902">
                  <c:v>44942</c:v>
                </c:pt>
                <c:pt idx="4903">
                  <c:v>44943</c:v>
                </c:pt>
                <c:pt idx="4904">
                  <c:v>44944</c:v>
                </c:pt>
                <c:pt idx="4905">
                  <c:v>44945</c:v>
                </c:pt>
                <c:pt idx="4906">
                  <c:v>44946</c:v>
                </c:pt>
                <c:pt idx="4907">
                  <c:v>44949</c:v>
                </c:pt>
                <c:pt idx="4908">
                  <c:v>44950</c:v>
                </c:pt>
                <c:pt idx="4909">
                  <c:v>44951</c:v>
                </c:pt>
                <c:pt idx="4910">
                  <c:v>44952</c:v>
                </c:pt>
                <c:pt idx="4911">
                  <c:v>44953</c:v>
                </c:pt>
                <c:pt idx="4912">
                  <c:v>44956</c:v>
                </c:pt>
                <c:pt idx="4913">
                  <c:v>44957</c:v>
                </c:pt>
                <c:pt idx="4914">
                  <c:v>44958</c:v>
                </c:pt>
                <c:pt idx="4915">
                  <c:v>44959</c:v>
                </c:pt>
                <c:pt idx="4916">
                  <c:v>44960</c:v>
                </c:pt>
                <c:pt idx="4917">
                  <c:v>44963</c:v>
                </c:pt>
                <c:pt idx="4918">
                  <c:v>44964</c:v>
                </c:pt>
                <c:pt idx="4919">
                  <c:v>44965</c:v>
                </c:pt>
                <c:pt idx="4920">
                  <c:v>44966</c:v>
                </c:pt>
                <c:pt idx="4921">
                  <c:v>44967</c:v>
                </c:pt>
                <c:pt idx="4922">
                  <c:v>44970</c:v>
                </c:pt>
                <c:pt idx="4923">
                  <c:v>44971</c:v>
                </c:pt>
                <c:pt idx="4924">
                  <c:v>44972</c:v>
                </c:pt>
                <c:pt idx="4925">
                  <c:v>44973</c:v>
                </c:pt>
                <c:pt idx="4926">
                  <c:v>44974</c:v>
                </c:pt>
                <c:pt idx="4927">
                  <c:v>44977</c:v>
                </c:pt>
                <c:pt idx="4928">
                  <c:v>44978</c:v>
                </c:pt>
                <c:pt idx="4929">
                  <c:v>44979</c:v>
                </c:pt>
                <c:pt idx="4930">
                  <c:v>44980</c:v>
                </c:pt>
                <c:pt idx="4931">
                  <c:v>44981</c:v>
                </c:pt>
                <c:pt idx="4932">
                  <c:v>44984</c:v>
                </c:pt>
                <c:pt idx="4933">
                  <c:v>44985</c:v>
                </c:pt>
                <c:pt idx="4934">
                  <c:v>44986</c:v>
                </c:pt>
                <c:pt idx="4935">
                  <c:v>44987</c:v>
                </c:pt>
                <c:pt idx="4936">
                  <c:v>44988</c:v>
                </c:pt>
                <c:pt idx="4937">
                  <c:v>44991</c:v>
                </c:pt>
                <c:pt idx="4938">
                  <c:v>44992</c:v>
                </c:pt>
                <c:pt idx="4939">
                  <c:v>44993</c:v>
                </c:pt>
                <c:pt idx="4940">
                  <c:v>44994</c:v>
                </c:pt>
                <c:pt idx="4941">
                  <c:v>44995</c:v>
                </c:pt>
                <c:pt idx="4942">
                  <c:v>44998</c:v>
                </c:pt>
                <c:pt idx="4943">
                  <c:v>44999</c:v>
                </c:pt>
                <c:pt idx="4944">
                  <c:v>45000</c:v>
                </c:pt>
                <c:pt idx="4945">
                  <c:v>45001</c:v>
                </c:pt>
                <c:pt idx="4946">
                  <c:v>45002</c:v>
                </c:pt>
                <c:pt idx="4947">
                  <c:v>45005</c:v>
                </c:pt>
                <c:pt idx="4948">
                  <c:v>45006</c:v>
                </c:pt>
                <c:pt idx="4949">
                  <c:v>45007</c:v>
                </c:pt>
                <c:pt idx="4950">
                  <c:v>45008</c:v>
                </c:pt>
                <c:pt idx="4951">
                  <c:v>45009</c:v>
                </c:pt>
                <c:pt idx="4952">
                  <c:v>45012</c:v>
                </c:pt>
                <c:pt idx="4953">
                  <c:v>45013</c:v>
                </c:pt>
                <c:pt idx="4954">
                  <c:v>45014</c:v>
                </c:pt>
                <c:pt idx="4955">
                  <c:v>45015</c:v>
                </c:pt>
                <c:pt idx="4956">
                  <c:v>45016</c:v>
                </c:pt>
                <c:pt idx="4957">
                  <c:v>45019</c:v>
                </c:pt>
                <c:pt idx="4958">
                  <c:v>45020</c:v>
                </c:pt>
                <c:pt idx="4959">
                  <c:v>45021</c:v>
                </c:pt>
                <c:pt idx="4960">
                  <c:v>45022</c:v>
                </c:pt>
                <c:pt idx="4961">
                  <c:v>45023</c:v>
                </c:pt>
                <c:pt idx="4962">
                  <c:v>45026</c:v>
                </c:pt>
                <c:pt idx="4963">
                  <c:v>45027</c:v>
                </c:pt>
                <c:pt idx="4964">
                  <c:v>45028</c:v>
                </c:pt>
                <c:pt idx="4965">
                  <c:v>45029</c:v>
                </c:pt>
                <c:pt idx="4966">
                  <c:v>45030</c:v>
                </c:pt>
                <c:pt idx="4967">
                  <c:v>45033</c:v>
                </c:pt>
                <c:pt idx="4968">
                  <c:v>45034</c:v>
                </c:pt>
                <c:pt idx="4969">
                  <c:v>45035</c:v>
                </c:pt>
                <c:pt idx="4970">
                  <c:v>45036</c:v>
                </c:pt>
                <c:pt idx="4971">
                  <c:v>45037</c:v>
                </c:pt>
                <c:pt idx="4972">
                  <c:v>45040</c:v>
                </c:pt>
                <c:pt idx="4973">
                  <c:v>45041</c:v>
                </c:pt>
                <c:pt idx="4974">
                  <c:v>45042</c:v>
                </c:pt>
                <c:pt idx="4975">
                  <c:v>45043</c:v>
                </c:pt>
                <c:pt idx="4976">
                  <c:v>45044</c:v>
                </c:pt>
                <c:pt idx="4977">
                  <c:v>45047</c:v>
                </c:pt>
                <c:pt idx="4978">
                  <c:v>45048</c:v>
                </c:pt>
                <c:pt idx="4979">
                  <c:v>45049</c:v>
                </c:pt>
                <c:pt idx="4980">
                  <c:v>45050</c:v>
                </c:pt>
                <c:pt idx="4981">
                  <c:v>45051</c:v>
                </c:pt>
                <c:pt idx="4982">
                  <c:v>45054</c:v>
                </c:pt>
                <c:pt idx="4983">
                  <c:v>45055</c:v>
                </c:pt>
                <c:pt idx="4984">
                  <c:v>45056</c:v>
                </c:pt>
                <c:pt idx="4985">
                  <c:v>45057</c:v>
                </c:pt>
                <c:pt idx="4986">
                  <c:v>45058</c:v>
                </c:pt>
                <c:pt idx="4987">
                  <c:v>45061</c:v>
                </c:pt>
                <c:pt idx="4988">
                  <c:v>45062</c:v>
                </c:pt>
                <c:pt idx="4989">
                  <c:v>45063</c:v>
                </c:pt>
                <c:pt idx="4990">
                  <c:v>45064</c:v>
                </c:pt>
                <c:pt idx="4991">
                  <c:v>45065</c:v>
                </c:pt>
                <c:pt idx="4992">
                  <c:v>45068</c:v>
                </c:pt>
                <c:pt idx="4993">
                  <c:v>45069</c:v>
                </c:pt>
                <c:pt idx="4994">
                  <c:v>45070</c:v>
                </c:pt>
                <c:pt idx="4995">
                  <c:v>45071</c:v>
                </c:pt>
                <c:pt idx="4996">
                  <c:v>45072</c:v>
                </c:pt>
                <c:pt idx="4997">
                  <c:v>45075</c:v>
                </c:pt>
                <c:pt idx="4998">
                  <c:v>45076</c:v>
                </c:pt>
                <c:pt idx="4999">
                  <c:v>45077</c:v>
                </c:pt>
                <c:pt idx="5000">
                  <c:v>45078</c:v>
                </c:pt>
                <c:pt idx="5001">
                  <c:v>45079</c:v>
                </c:pt>
                <c:pt idx="5002">
                  <c:v>45082</c:v>
                </c:pt>
                <c:pt idx="5003">
                  <c:v>45083</c:v>
                </c:pt>
                <c:pt idx="5004">
                  <c:v>45084</c:v>
                </c:pt>
                <c:pt idx="5005">
                  <c:v>45085</c:v>
                </c:pt>
                <c:pt idx="5006">
                  <c:v>45086</c:v>
                </c:pt>
                <c:pt idx="5007">
                  <c:v>45089</c:v>
                </c:pt>
                <c:pt idx="5008">
                  <c:v>45090</c:v>
                </c:pt>
                <c:pt idx="5009">
                  <c:v>45091</c:v>
                </c:pt>
                <c:pt idx="5010">
                  <c:v>45092</c:v>
                </c:pt>
                <c:pt idx="5011">
                  <c:v>45093</c:v>
                </c:pt>
                <c:pt idx="5012">
                  <c:v>45096</c:v>
                </c:pt>
                <c:pt idx="5013">
                  <c:v>45097</c:v>
                </c:pt>
                <c:pt idx="5014">
                  <c:v>45098</c:v>
                </c:pt>
                <c:pt idx="5015">
                  <c:v>45099</c:v>
                </c:pt>
                <c:pt idx="5016">
                  <c:v>45100</c:v>
                </c:pt>
                <c:pt idx="5017">
                  <c:v>45103</c:v>
                </c:pt>
                <c:pt idx="5018">
                  <c:v>45104</c:v>
                </c:pt>
                <c:pt idx="5019">
                  <c:v>45105</c:v>
                </c:pt>
                <c:pt idx="5020">
                  <c:v>45106</c:v>
                </c:pt>
                <c:pt idx="5021">
                  <c:v>45107</c:v>
                </c:pt>
                <c:pt idx="5022">
                  <c:v>45110</c:v>
                </c:pt>
                <c:pt idx="5023">
                  <c:v>45111</c:v>
                </c:pt>
                <c:pt idx="5024">
                  <c:v>45112</c:v>
                </c:pt>
                <c:pt idx="5025">
                  <c:v>45113</c:v>
                </c:pt>
                <c:pt idx="5026">
                  <c:v>45114</c:v>
                </c:pt>
                <c:pt idx="5027">
                  <c:v>45117</c:v>
                </c:pt>
                <c:pt idx="5028">
                  <c:v>45118</c:v>
                </c:pt>
                <c:pt idx="5029">
                  <c:v>45119</c:v>
                </c:pt>
                <c:pt idx="5030">
                  <c:v>45120</c:v>
                </c:pt>
                <c:pt idx="5031">
                  <c:v>45121</c:v>
                </c:pt>
                <c:pt idx="5032">
                  <c:v>45124</c:v>
                </c:pt>
                <c:pt idx="5033">
                  <c:v>45125</c:v>
                </c:pt>
                <c:pt idx="5034">
                  <c:v>45126</c:v>
                </c:pt>
                <c:pt idx="5035">
                  <c:v>45127</c:v>
                </c:pt>
                <c:pt idx="5036">
                  <c:v>45128</c:v>
                </c:pt>
                <c:pt idx="5037">
                  <c:v>45131</c:v>
                </c:pt>
                <c:pt idx="5038">
                  <c:v>45132</c:v>
                </c:pt>
                <c:pt idx="5039">
                  <c:v>45133</c:v>
                </c:pt>
                <c:pt idx="5040">
                  <c:v>45134</c:v>
                </c:pt>
                <c:pt idx="5041">
                  <c:v>45135</c:v>
                </c:pt>
                <c:pt idx="5042">
                  <c:v>45138</c:v>
                </c:pt>
                <c:pt idx="5043">
                  <c:v>45139</c:v>
                </c:pt>
                <c:pt idx="5044">
                  <c:v>45140</c:v>
                </c:pt>
                <c:pt idx="5045">
                  <c:v>45141</c:v>
                </c:pt>
                <c:pt idx="5046">
                  <c:v>45142</c:v>
                </c:pt>
                <c:pt idx="5047">
                  <c:v>45145</c:v>
                </c:pt>
                <c:pt idx="5048">
                  <c:v>45146</c:v>
                </c:pt>
                <c:pt idx="5049">
                  <c:v>45147</c:v>
                </c:pt>
                <c:pt idx="5050">
                  <c:v>45148</c:v>
                </c:pt>
                <c:pt idx="5051">
                  <c:v>45149</c:v>
                </c:pt>
                <c:pt idx="5052">
                  <c:v>45152</c:v>
                </c:pt>
                <c:pt idx="5053">
                  <c:v>45153</c:v>
                </c:pt>
                <c:pt idx="5054">
                  <c:v>45154</c:v>
                </c:pt>
                <c:pt idx="5055">
                  <c:v>45155</c:v>
                </c:pt>
                <c:pt idx="5056">
                  <c:v>45156</c:v>
                </c:pt>
                <c:pt idx="5057">
                  <c:v>45159</c:v>
                </c:pt>
                <c:pt idx="5058">
                  <c:v>45160</c:v>
                </c:pt>
                <c:pt idx="5059">
                  <c:v>45161</c:v>
                </c:pt>
                <c:pt idx="5060">
                  <c:v>45162</c:v>
                </c:pt>
                <c:pt idx="5061">
                  <c:v>45163</c:v>
                </c:pt>
                <c:pt idx="5062">
                  <c:v>45166</c:v>
                </c:pt>
                <c:pt idx="5063">
                  <c:v>45167</c:v>
                </c:pt>
                <c:pt idx="5064">
                  <c:v>45168</c:v>
                </c:pt>
                <c:pt idx="5065">
                  <c:v>45169</c:v>
                </c:pt>
                <c:pt idx="5066">
                  <c:v>45170</c:v>
                </c:pt>
                <c:pt idx="5067">
                  <c:v>45173</c:v>
                </c:pt>
                <c:pt idx="5068">
                  <c:v>45174</c:v>
                </c:pt>
                <c:pt idx="5069">
                  <c:v>45175</c:v>
                </c:pt>
                <c:pt idx="5070">
                  <c:v>45176</c:v>
                </c:pt>
                <c:pt idx="5071">
                  <c:v>45177</c:v>
                </c:pt>
                <c:pt idx="5072">
                  <c:v>45180</c:v>
                </c:pt>
                <c:pt idx="5073">
                  <c:v>45181</c:v>
                </c:pt>
                <c:pt idx="5074">
                  <c:v>45182</c:v>
                </c:pt>
                <c:pt idx="5075">
                  <c:v>45183</c:v>
                </c:pt>
                <c:pt idx="5076">
                  <c:v>45184</c:v>
                </c:pt>
                <c:pt idx="5077">
                  <c:v>45187</c:v>
                </c:pt>
                <c:pt idx="5078">
                  <c:v>45188</c:v>
                </c:pt>
                <c:pt idx="5079">
                  <c:v>45189</c:v>
                </c:pt>
                <c:pt idx="5080">
                  <c:v>45190</c:v>
                </c:pt>
                <c:pt idx="5081">
                  <c:v>45191</c:v>
                </c:pt>
                <c:pt idx="5082">
                  <c:v>45194</c:v>
                </c:pt>
                <c:pt idx="5083">
                  <c:v>45195</c:v>
                </c:pt>
                <c:pt idx="5084">
                  <c:v>45196</c:v>
                </c:pt>
                <c:pt idx="5085">
                  <c:v>45197</c:v>
                </c:pt>
                <c:pt idx="5086">
                  <c:v>45198</c:v>
                </c:pt>
                <c:pt idx="5087">
                  <c:v>45201</c:v>
                </c:pt>
                <c:pt idx="5088">
                  <c:v>45202</c:v>
                </c:pt>
                <c:pt idx="5089">
                  <c:v>45203</c:v>
                </c:pt>
                <c:pt idx="5090">
                  <c:v>45204</c:v>
                </c:pt>
                <c:pt idx="5091">
                  <c:v>45205</c:v>
                </c:pt>
                <c:pt idx="5092">
                  <c:v>45208</c:v>
                </c:pt>
                <c:pt idx="5093">
                  <c:v>45209</c:v>
                </c:pt>
                <c:pt idx="5094">
                  <c:v>45210</c:v>
                </c:pt>
                <c:pt idx="5095">
                  <c:v>45211</c:v>
                </c:pt>
                <c:pt idx="5096">
                  <c:v>45212</c:v>
                </c:pt>
                <c:pt idx="5097">
                  <c:v>45215</c:v>
                </c:pt>
                <c:pt idx="5098">
                  <c:v>45216</c:v>
                </c:pt>
                <c:pt idx="5099">
                  <c:v>45217</c:v>
                </c:pt>
                <c:pt idx="5100">
                  <c:v>45218</c:v>
                </c:pt>
                <c:pt idx="5101">
                  <c:v>45219</c:v>
                </c:pt>
                <c:pt idx="5102">
                  <c:v>45222</c:v>
                </c:pt>
                <c:pt idx="5103">
                  <c:v>45223</c:v>
                </c:pt>
                <c:pt idx="5104">
                  <c:v>45224</c:v>
                </c:pt>
                <c:pt idx="5105">
                  <c:v>45225</c:v>
                </c:pt>
                <c:pt idx="5106">
                  <c:v>45226</c:v>
                </c:pt>
                <c:pt idx="5107">
                  <c:v>45229</c:v>
                </c:pt>
                <c:pt idx="5108">
                  <c:v>45230</c:v>
                </c:pt>
                <c:pt idx="5109">
                  <c:v>45231</c:v>
                </c:pt>
                <c:pt idx="5110">
                  <c:v>45232</c:v>
                </c:pt>
                <c:pt idx="5111">
                  <c:v>45233</c:v>
                </c:pt>
                <c:pt idx="5112">
                  <c:v>45236</c:v>
                </c:pt>
                <c:pt idx="5113">
                  <c:v>45237</c:v>
                </c:pt>
                <c:pt idx="5114">
                  <c:v>45238</c:v>
                </c:pt>
                <c:pt idx="5115">
                  <c:v>45239</c:v>
                </c:pt>
                <c:pt idx="5116">
                  <c:v>45240</c:v>
                </c:pt>
                <c:pt idx="5117">
                  <c:v>45243</c:v>
                </c:pt>
                <c:pt idx="5118">
                  <c:v>45244</c:v>
                </c:pt>
                <c:pt idx="5119">
                  <c:v>45245</c:v>
                </c:pt>
                <c:pt idx="5120">
                  <c:v>45246</c:v>
                </c:pt>
                <c:pt idx="5121">
                  <c:v>45247</c:v>
                </c:pt>
                <c:pt idx="5122">
                  <c:v>45250</c:v>
                </c:pt>
                <c:pt idx="5123">
                  <c:v>45251</c:v>
                </c:pt>
                <c:pt idx="5124">
                  <c:v>45252</c:v>
                </c:pt>
                <c:pt idx="5125">
                  <c:v>45253</c:v>
                </c:pt>
                <c:pt idx="5126">
                  <c:v>45254</c:v>
                </c:pt>
                <c:pt idx="5127">
                  <c:v>45257</c:v>
                </c:pt>
                <c:pt idx="5128">
                  <c:v>45258</c:v>
                </c:pt>
                <c:pt idx="5129">
                  <c:v>45259</c:v>
                </c:pt>
                <c:pt idx="5130">
                  <c:v>45260</c:v>
                </c:pt>
                <c:pt idx="5131">
                  <c:v>45261</c:v>
                </c:pt>
                <c:pt idx="5132">
                  <c:v>45264</c:v>
                </c:pt>
                <c:pt idx="5133">
                  <c:v>45265</c:v>
                </c:pt>
                <c:pt idx="5134">
                  <c:v>45266</c:v>
                </c:pt>
                <c:pt idx="5135">
                  <c:v>45267</c:v>
                </c:pt>
                <c:pt idx="5136">
                  <c:v>45268</c:v>
                </c:pt>
                <c:pt idx="5137">
                  <c:v>45271</c:v>
                </c:pt>
                <c:pt idx="5138">
                  <c:v>45272</c:v>
                </c:pt>
                <c:pt idx="5139">
                  <c:v>45273</c:v>
                </c:pt>
                <c:pt idx="5140">
                  <c:v>45274</c:v>
                </c:pt>
                <c:pt idx="5141">
                  <c:v>45275</c:v>
                </c:pt>
                <c:pt idx="5142">
                  <c:v>45278</c:v>
                </c:pt>
                <c:pt idx="5143">
                  <c:v>45279</c:v>
                </c:pt>
                <c:pt idx="5144">
                  <c:v>45280</c:v>
                </c:pt>
                <c:pt idx="5145">
                  <c:v>45281</c:v>
                </c:pt>
                <c:pt idx="5146">
                  <c:v>45282</c:v>
                </c:pt>
                <c:pt idx="5147">
                  <c:v>45285</c:v>
                </c:pt>
                <c:pt idx="5148">
                  <c:v>45286</c:v>
                </c:pt>
                <c:pt idx="5149">
                  <c:v>45287</c:v>
                </c:pt>
                <c:pt idx="5150">
                  <c:v>45288</c:v>
                </c:pt>
                <c:pt idx="5151">
                  <c:v>45289</c:v>
                </c:pt>
                <c:pt idx="5152">
                  <c:v>45292</c:v>
                </c:pt>
                <c:pt idx="5153">
                  <c:v>45293</c:v>
                </c:pt>
                <c:pt idx="5154">
                  <c:v>45294</c:v>
                </c:pt>
                <c:pt idx="5155">
                  <c:v>45295</c:v>
                </c:pt>
                <c:pt idx="5156">
                  <c:v>45296</c:v>
                </c:pt>
                <c:pt idx="5157">
                  <c:v>45299</c:v>
                </c:pt>
                <c:pt idx="5158">
                  <c:v>45300</c:v>
                </c:pt>
                <c:pt idx="5159">
                  <c:v>45301</c:v>
                </c:pt>
                <c:pt idx="5160">
                  <c:v>45302</c:v>
                </c:pt>
                <c:pt idx="5161">
                  <c:v>45303</c:v>
                </c:pt>
                <c:pt idx="5162">
                  <c:v>45306</c:v>
                </c:pt>
                <c:pt idx="5163">
                  <c:v>45307</c:v>
                </c:pt>
                <c:pt idx="5164">
                  <c:v>45308</c:v>
                </c:pt>
                <c:pt idx="5165">
                  <c:v>45309</c:v>
                </c:pt>
                <c:pt idx="5166">
                  <c:v>45310</c:v>
                </c:pt>
                <c:pt idx="5167">
                  <c:v>45313</c:v>
                </c:pt>
                <c:pt idx="5168">
                  <c:v>45314</c:v>
                </c:pt>
                <c:pt idx="5169">
                  <c:v>45315</c:v>
                </c:pt>
                <c:pt idx="5170">
                  <c:v>45316</c:v>
                </c:pt>
                <c:pt idx="5171">
                  <c:v>45317</c:v>
                </c:pt>
                <c:pt idx="5172">
                  <c:v>45320</c:v>
                </c:pt>
                <c:pt idx="5173">
                  <c:v>45321</c:v>
                </c:pt>
                <c:pt idx="5174">
                  <c:v>45322</c:v>
                </c:pt>
                <c:pt idx="5175">
                  <c:v>45323</c:v>
                </c:pt>
                <c:pt idx="5176">
                  <c:v>45324</c:v>
                </c:pt>
                <c:pt idx="5177">
                  <c:v>45327</c:v>
                </c:pt>
                <c:pt idx="5178">
                  <c:v>45328</c:v>
                </c:pt>
                <c:pt idx="5179">
                  <c:v>45329</c:v>
                </c:pt>
                <c:pt idx="5180">
                  <c:v>45330</c:v>
                </c:pt>
                <c:pt idx="5181">
                  <c:v>45331</c:v>
                </c:pt>
                <c:pt idx="5182">
                  <c:v>45334</c:v>
                </c:pt>
                <c:pt idx="5183">
                  <c:v>45335</c:v>
                </c:pt>
                <c:pt idx="5184">
                  <c:v>45336</c:v>
                </c:pt>
                <c:pt idx="5185">
                  <c:v>45337</c:v>
                </c:pt>
                <c:pt idx="5186">
                  <c:v>45338</c:v>
                </c:pt>
                <c:pt idx="5187">
                  <c:v>45341</c:v>
                </c:pt>
                <c:pt idx="5188">
                  <c:v>45342</c:v>
                </c:pt>
                <c:pt idx="5189">
                  <c:v>45343</c:v>
                </c:pt>
                <c:pt idx="5190">
                  <c:v>45344</c:v>
                </c:pt>
                <c:pt idx="5191">
                  <c:v>45345</c:v>
                </c:pt>
                <c:pt idx="5192">
                  <c:v>45348</c:v>
                </c:pt>
                <c:pt idx="5193">
                  <c:v>45349</c:v>
                </c:pt>
                <c:pt idx="5194">
                  <c:v>45350</c:v>
                </c:pt>
                <c:pt idx="5195">
                  <c:v>45351</c:v>
                </c:pt>
                <c:pt idx="5196">
                  <c:v>45352</c:v>
                </c:pt>
                <c:pt idx="5197">
                  <c:v>45355</c:v>
                </c:pt>
                <c:pt idx="5198">
                  <c:v>45356</c:v>
                </c:pt>
                <c:pt idx="5199">
                  <c:v>45357</c:v>
                </c:pt>
                <c:pt idx="5200">
                  <c:v>45358</c:v>
                </c:pt>
                <c:pt idx="5201">
                  <c:v>45359</c:v>
                </c:pt>
                <c:pt idx="5202">
                  <c:v>45362</c:v>
                </c:pt>
                <c:pt idx="5203">
                  <c:v>45363</c:v>
                </c:pt>
                <c:pt idx="5204">
                  <c:v>45364</c:v>
                </c:pt>
                <c:pt idx="5205">
                  <c:v>45365</c:v>
                </c:pt>
                <c:pt idx="5206">
                  <c:v>45366</c:v>
                </c:pt>
                <c:pt idx="5207">
                  <c:v>45369</c:v>
                </c:pt>
                <c:pt idx="5208">
                  <c:v>45370</c:v>
                </c:pt>
                <c:pt idx="5209">
                  <c:v>45371</c:v>
                </c:pt>
                <c:pt idx="5210">
                  <c:v>45372</c:v>
                </c:pt>
                <c:pt idx="5211">
                  <c:v>45373</c:v>
                </c:pt>
                <c:pt idx="5212">
                  <c:v>45376</c:v>
                </c:pt>
                <c:pt idx="5213">
                  <c:v>45377</c:v>
                </c:pt>
                <c:pt idx="5214">
                  <c:v>45378</c:v>
                </c:pt>
                <c:pt idx="5215">
                  <c:v>45379</c:v>
                </c:pt>
                <c:pt idx="5216">
                  <c:v>45380</c:v>
                </c:pt>
                <c:pt idx="5217">
                  <c:v>45383</c:v>
                </c:pt>
                <c:pt idx="5218">
                  <c:v>45384</c:v>
                </c:pt>
                <c:pt idx="5219">
                  <c:v>45385</c:v>
                </c:pt>
                <c:pt idx="5220">
                  <c:v>45386</c:v>
                </c:pt>
                <c:pt idx="5221">
                  <c:v>45387</c:v>
                </c:pt>
                <c:pt idx="5222">
                  <c:v>45390</c:v>
                </c:pt>
                <c:pt idx="5223">
                  <c:v>45391</c:v>
                </c:pt>
                <c:pt idx="5224">
                  <c:v>45392</c:v>
                </c:pt>
                <c:pt idx="5225">
                  <c:v>45393</c:v>
                </c:pt>
                <c:pt idx="5226">
                  <c:v>45394</c:v>
                </c:pt>
                <c:pt idx="5227">
                  <c:v>45397</c:v>
                </c:pt>
                <c:pt idx="5228">
                  <c:v>45398</c:v>
                </c:pt>
                <c:pt idx="5229">
                  <c:v>45399</c:v>
                </c:pt>
                <c:pt idx="5230">
                  <c:v>45400</c:v>
                </c:pt>
                <c:pt idx="5231">
                  <c:v>45401</c:v>
                </c:pt>
                <c:pt idx="5232">
                  <c:v>45404</c:v>
                </c:pt>
                <c:pt idx="5233">
                  <c:v>45405</c:v>
                </c:pt>
                <c:pt idx="5234">
                  <c:v>45406</c:v>
                </c:pt>
                <c:pt idx="5235">
                  <c:v>45407</c:v>
                </c:pt>
                <c:pt idx="5236">
                  <c:v>45408</c:v>
                </c:pt>
                <c:pt idx="5237">
                  <c:v>45411</c:v>
                </c:pt>
                <c:pt idx="5238">
                  <c:v>45412</c:v>
                </c:pt>
                <c:pt idx="5239">
                  <c:v>45413</c:v>
                </c:pt>
                <c:pt idx="5240">
                  <c:v>45414</c:v>
                </c:pt>
                <c:pt idx="5241">
                  <c:v>45415</c:v>
                </c:pt>
                <c:pt idx="5242">
                  <c:v>45418</c:v>
                </c:pt>
                <c:pt idx="5243">
                  <c:v>45419</c:v>
                </c:pt>
                <c:pt idx="5244">
                  <c:v>45420</c:v>
                </c:pt>
                <c:pt idx="5245">
                  <c:v>45421</c:v>
                </c:pt>
                <c:pt idx="5246">
                  <c:v>45422</c:v>
                </c:pt>
                <c:pt idx="5247">
                  <c:v>45425</c:v>
                </c:pt>
                <c:pt idx="5248">
                  <c:v>45426</c:v>
                </c:pt>
                <c:pt idx="5249">
                  <c:v>45427</c:v>
                </c:pt>
                <c:pt idx="5250">
                  <c:v>45428</c:v>
                </c:pt>
                <c:pt idx="5251">
                  <c:v>45429</c:v>
                </c:pt>
                <c:pt idx="5252">
                  <c:v>45432</c:v>
                </c:pt>
                <c:pt idx="5253">
                  <c:v>45433</c:v>
                </c:pt>
                <c:pt idx="5254">
                  <c:v>45434</c:v>
                </c:pt>
                <c:pt idx="5255">
                  <c:v>45435</c:v>
                </c:pt>
                <c:pt idx="5256">
                  <c:v>45436</c:v>
                </c:pt>
                <c:pt idx="5257">
                  <c:v>45439</c:v>
                </c:pt>
                <c:pt idx="5258">
                  <c:v>45440</c:v>
                </c:pt>
                <c:pt idx="5259">
                  <c:v>45441</c:v>
                </c:pt>
                <c:pt idx="5260">
                  <c:v>45442</c:v>
                </c:pt>
                <c:pt idx="5261">
                  <c:v>45443</c:v>
                </c:pt>
                <c:pt idx="5262">
                  <c:v>45446</c:v>
                </c:pt>
                <c:pt idx="5263">
                  <c:v>45447</c:v>
                </c:pt>
                <c:pt idx="5264">
                  <c:v>45448</c:v>
                </c:pt>
                <c:pt idx="5265">
                  <c:v>45449</c:v>
                </c:pt>
                <c:pt idx="5266">
                  <c:v>45450</c:v>
                </c:pt>
                <c:pt idx="5267">
                  <c:v>45453</c:v>
                </c:pt>
                <c:pt idx="5268">
                  <c:v>45454</c:v>
                </c:pt>
                <c:pt idx="5269">
                  <c:v>45455</c:v>
                </c:pt>
                <c:pt idx="5270">
                  <c:v>45456</c:v>
                </c:pt>
                <c:pt idx="5271">
                  <c:v>45457</c:v>
                </c:pt>
                <c:pt idx="5272">
                  <c:v>45460</c:v>
                </c:pt>
                <c:pt idx="5273">
                  <c:v>45461</c:v>
                </c:pt>
                <c:pt idx="5274">
                  <c:v>45462</c:v>
                </c:pt>
                <c:pt idx="5275">
                  <c:v>45463</c:v>
                </c:pt>
                <c:pt idx="5276">
                  <c:v>45464</c:v>
                </c:pt>
                <c:pt idx="5277">
                  <c:v>45467</c:v>
                </c:pt>
                <c:pt idx="5278">
                  <c:v>45468</c:v>
                </c:pt>
                <c:pt idx="5279">
                  <c:v>45469</c:v>
                </c:pt>
                <c:pt idx="5280">
                  <c:v>45470</c:v>
                </c:pt>
                <c:pt idx="5281">
                  <c:v>45471</c:v>
                </c:pt>
                <c:pt idx="5282">
                  <c:v>45474</c:v>
                </c:pt>
                <c:pt idx="5283">
                  <c:v>45475</c:v>
                </c:pt>
                <c:pt idx="5284">
                  <c:v>45476</c:v>
                </c:pt>
                <c:pt idx="5285">
                  <c:v>45477</c:v>
                </c:pt>
                <c:pt idx="5286">
                  <c:v>45478</c:v>
                </c:pt>
                <c:pt idx="5287">
                  <c:v>45481</c:v>
                </c:pt>
                <c:pt idx="5288">
                  <c:v>45482</c:v>
                </c:pt>
                <c:pt idx="5289">
                  <c:v>45483</c:v>
                </c:pt>
                <c:pt idx="5290">
                  <c:v>45484</c:v>
                </c:pt>
                <c:pt idx="5291">
                  <c:v>45485</c:v>
                </c:pt>
                <c:pt idx="5292">
                  <c:v>45488</c:v>
                </c:pt>
                <c:pt idx="5293">
                  <c:v>45489</c:v>
                </c:pt>
                <c:pt idx="5294">
                  <c:v>45490</c:v>
                </c:pt>
                <c:pt idx="5295">
                  <c:v>45491</c:v>
                </c:pt>
                <c:pt idx="5296">
                  <c:v>45492</c:v>
                </c:pt>
                <c:pt idx="5297">
                  <c:v>45495</c:v>
                </c:pt>
                <c:pt idx="5298">
                  <c:v>45496</c:v>
                </c:pt>
                <c:pt idx="5299">
                  <c:v>45497</c:v>
                </c:pt>
                <c:pt idx="5300">
                  <c:v>45498</c:v>
                </c:pt>
                <c:pt idx="5301">
                  <c:v>45499</c:v>
                </c:pt>
                <c:pt idx="5302">
                  <c:v>45502</c:v>
                </c:pt>
                <c:pt idx="5303">
                  <c:v>45503</c:v>
                </c:pt>
                <c:pt idx="5304">
                  <c:v>45504</c:v>
                </c:pt>
                <c:pt idx="5305">
                  <c:v>45505</c:v>
                </c:pt>
                <c:pt idx="5306">
                  <c:v>45506</c:v>
                </c:pt>
                <c:pt idx="5307">
                  <c:v>45509</c:v>
                </c:pt>
                <c:pt idx="5308">
                  <c:v>45510</c:v>
                </c:pt>
                <c:pt idx="5309">
                  <c:v>45511</c:v>
                </c:pt>
                <c:pt idx="5310">
                  <c:v>45512</c:v>
                </c:pt>
                <c:pt idx="5311">
                  <c:v>45513</c:v>
                </c:pt>
                <c:pt idx="5312">
                  <c:v>45516</c:v>
                </c:pt>
                <c:pt idx="5313">
                  <c:v>45517</c:v>
                </c:pt>
                <c:pt idx="5314">
                  <c:v>45518</c:v>
                </c:pt>
                <c:pt idx="5315">
                  <c:v>45519</c:v>
                </c:pt>
                <c:pt idx="5316">
                  <c:v>45520</c:v>
                </c:pt>
                <c:pt idx="5317">
                  <c:v>45523</c:v>
                </c:pt>
                <c:pt idx="5318">
                  <c:v>45524</c:v>
                </c:pt>
                <c:pt idx="5319">
                  <c:v>45525</c:v>
                </c:pt>
                <c:pt idx="5320">
                  <c:v>45526</c:v>
                </c:pt>
                <c:pt idx="5321">
                  <c:v>45527</c:v>
                </c:pt>
                <c:pt idx="5322">
                  <c:v>45530</c:v>
                </c:pt>
                <c:pt idx="5323">
                  <c:v>45531</c:v>
                </c:pt>
                <c:pt idx="5324">
                  <c:v>45532</c:v>
                </c:pt>
                <c:pt idx="5325">
                  <c:v>45533</c:v>
                </c:pt>
                <c:pt idx="5326">
                  <c:v>45534</c:v>
                </c:pt>
                <c:pt idx="5327">
                  <c:v>45537</c:v>
                </c:pt>
                <c:pt idx="5328">
                  <c:v>45538</c:v>
                </c:pt>
                <c:pt idx="5329">
                  <c:v>45539</c:v>
                </c:pt>
                <c:pt idx="5330">
                  <c:v>45540</c:v>
                </c:pt>
                <c:pt idx="5331">
                  <c:v>45541</c:v>
                </c:pt>
                <c:pt idx="5332">
                  <c:v>45544</c:v>
                </c:pt>
                <c:pt idx="5333">
                  <c:v>45545</c:v>
                </c:pt>
                <c:pt idx="5334">
                  <c:v>45546</c:v>
                </c:pt>
                <c:pt idx="5335">
                  <c:v>45547</c:v>
                </c:pt>
                <c:pt idx="5336">
                  <c:v>45548</c:v>
                </c:pt>
                <c:pt idx="5337">
                  <c:v>45551</c:v>
                </c:pt>
                <c:pt idx="5338">
                  <c:v>45552</c:v>
                </c:pt>
                <c:pt idx="5339">
                  <c:v>45553</c:v>
                </c:pt>
                <c:pt idx="5340">
                  <c:v>45554</c:v>
                </c:pt>
                <c:pt idx="5341">
                  <c:v>45555</c:v>
                </c:pt>
                <c:pt idx="5342">
                  <c:v>45558</c:v>
                </c:pt>
                <c:pt idx="5343">
                  <c:v>45559</c:v>
                </c:pt>
                <c:pt idx="5344">
                  <c:v>45560</c:v>
                </c:pt>
                <c:pt idx="5345">
                  <c:v>45561</c:v>
                </c:pt>
                <c:pt idx="5346">
                  <c:v>45562</c:v>
                </c:pt>
                <c:pt idx="5347">
                  <c:v>45565</c:v>
                </c:pt>
                <c:pt idx="5348">
                  <c:v>45566</c:v>
                </c:pt>
                <c:pt idx="5349">
                  <c:v>45567</c:v>
                </c:pt>
                <c:pt idx="5350">
                  <c:v>45568</c:v>
                </c:pt>
                <c:pt idx="5351">
                  <c:v>45569</c:v>
                </c:pt>
                <c:pt idx="5352">
                  <c:v>45572</c:v>
                </c:pt>
                <c:pt idx="5353">
                  <c:v>45573</c:v>
                </c:pt>
                <c:pt idx="5354">
                  <c:v>45574</c:v>
                </c:pt>
                <c:pt idx="5355">
                  <c:v>45575</c:v>
                </c:pt>
                <c:pt idx="5356">
                  <c:v>45576</c:v>
                </c:pt>
                <c:pt idx="5357">
                  <c:v>45579</c:v>
                </c:pt>
                <c:pt idx="5358">
                  <c:v>45580</c:v>
                </c:pt>
                <c:pt idx="5359">
                  <c:v>45581</c:v>
                </c:pt>
                <c:pt idx="5360">
                  <c:v>45582</c:v>
                </c:pt>
                <c:pt idx="5361">
                  <c:v>45583</c:v>
                </c:pt>
                <c:pt idx="5362">
                  <c:v>45586</c:v>
                </c:pt>
                <c:pt idx="5363">
                  <c:v>45587</c:v>
                </c:pt>
                <c:pt idx="5364">
                  <c:v>45588</c:v>
                </c:pt>
                <c:pt idx="5365">
                  <c:v>45589</c:v>
                </c:pt>
                <c:pt idx="5366">
                  <c:v>45590</c:v>
                </c:pt>
                <c:pt idx="5367">
                  <c:v>45593</c:v>
                </c:pt>
                <c:pt idx="5368">
                  <c:v>45594</c:v>
                </c:pt>
                <c:pt idx="5369">
                  <c:v>45595</c:v>
                </c:pt>
                <c:pt idx="5370">
                  <c:v>45596</c:v>
                </c:pt>
                <c:pt idx="5371">
                  <c:v>45597</c:v>
                </c:pt>
                <c:pt idx="5372">
                  <c:v>45601</c:v>
                </c:pt>
                <c:pt idx="5373">
                  <c:v>45602</c:v>
                </c:pt>
                <c:pt idx="5374">
                  <c:v>45603</c:v>
                </c:pt>
                <c:pt idx="5375">
                  <c:v>45604</c:v>
                </c:pt>
                <c:pt idx="5376">
                  <c:v>45608</c:v>
                </c:pt>
                <c:pt idx="5377">
                  <c:v>45609</c:v>
                </c:pt>
                <c:pt idx="5378">
                  <c:v>45610</c:v>
                </c:pt>
                <c:pt idx="5379">
                  <c:v>45611</c:v>
                </c:pt>
                <c:pt idx="5380">
                  <c:v>45614</c:v>
                </c:pt>
                <c:pt idx="5381">
                  <c:v>45615</c:v>
                </c:pt>
                <c:pt idx="5382">
                  <c:v>45616</c:v>
                </c:pt>
                <c:pt idx="5383">
                  <c:v>45617</c:v>
                </c:pt>
                <c:pt idx="5384">
                  <c:v>45618</c:v>
                </c:pt>
                <c:pt idx="5385">
                  <c:v>45621</c:v>
                </c:pt>
                <c:pt idx="5386">
                  <c:v>45622</c:v>
                </c:pt>
                <c:pt idx="5387">
                  <c:v>45623</c:v>
                </c:pt>
                <c:pt idx="5388">
                  <c:v>45624</c:v>
                </c:pt>
                <c:pt idx="5389">
                  <c:v>45625</c:v>
                </c:pt>
                <c:pt idx="5390">
                  <c:v>45628</c:v>
                </c:pt>
                <c:pt idx="5391">
                  <c:v>45629</c:v>
                </c:pt>
                <c:pt idx="5392">
                  <c:v>45630</c:v>
                </c:pt>
                <c:pt idx="5393">
                  <c:v>45631</c:v>
                </c:pt>
                <c:pt idx="5394">
                  <c:v>45632</c:v>
                </c:pt>
                <c:pt idx="5395">
                  <c:v>45635</c:v>
                </c:pt>
                <c:pt idx="5396">
                  <c:v>45636</c:v>
                </c:pt>
                <c:pt idx="5397">
                  <c:v>45637</c:v>
                </c:pt>
                <c:pt idx="5398">
                  <c:v>45638</c:v>
                </c:pt>
                <c:pt idx="5399">
                  <c:v>45639</c:v>
                </c:pt>
                <c:pt idx="5400">
                  <c:v>45642</c:v>
                </c:pt>
                <c:pt idx="5401">
                  <c:v>45643</c:v>
                </c:pt>
                <c:pt idx="5402">
                  <c:v>45644</c:v>
                </c:pt>
                <c:pt idx="5403">
                  <c:v>45645</c:v>
                </c:pt>
                <c:pt idx="5404">
                  <c:v>45646</c:v>
                </c:pt>
                <c:pt idx="5405">
                  <c:v>45649</c:v>
                </c:pt>
                <c:pt idx="5406">
                  <c:v>45650</c:v>
                </c:pt>
                <c:pt idx="5407">
                  <c:v>45652</c:v>
                </c:pt>
                <c:pt idx="5408">
                  <c:v>45653</c:v>
                </c:pt>
                <c:pt idx="5409">
                  <c:v>45656</c:v>
                </c:pt>
                <c:pt idx="5410">
                  <c:v>45657</c:v>
                </c:pt>
                <c:pt idx="5411">
                  <c:v>45659</c:v>
                </c:pt>
                <c:pt idx="5412">
                  <c:v>45660</c:v>
                </c:pt>
                <c:pt idx="5413">
                  <c:v>45663</c:v>
                </c:pt>
                <c:pt idx="5414">
                  <c:v>45664</c:v>
                </c:pt>
                <c:pt idx="5415">
                  <c:v>45665</c:v>
                </c:pt>
                <c:pt idx="5416">
                  <c:v>45666</c:v>
                </c:pt>
                <c:pt idx="5417">
                  <c:v>45667</c:v>
                </c:pt>
                <c:pt idx="5418">
                  <c:v>45670</c:v>
                </c:pt>
                <c:pt idx="5419">
                  <c:v>45671</c:v>
                </c:pt>
              </c:numCache>
            </c:numRef>
          </c:cat>
          <c:val>
            <c:numRef>
              <c:f>Hoja2!$D$316:$D$5735</c:f>
              <c:numCache>
                <c:formatCode>0.00</c:formatCode>
                <c:ptCount val="5420"/>
                <c:pt idx="0">
                  <c:v>13.4392789092042</c:v>
                </c:pt>
                <c:pt idx="1">
                  <c:v>13.393683165617</c:v>
                </c:pt>
                <c:pt idx="2">
                  <c:v>13.280192067770701</c:v>
                </c:pt>
                <c:pt idx="3">
                  <c:v>13.409193762366</c:v>
                </c:pt>
                <c:pt idx="4">
                  <c:v>13.3685924784726</c:v>
                </c:pt>
                <c:pt idx="5">
                  <c:v>13.2716515687962</c:v>
                </c:pt>
                <c:pt idx="6">
                  <c:v>13.169165420136901</c:v>
                </c:pt>
                <c:pt idx="7">
                  <c:v>13.384937328316701</c:v>
                </c:pt>
                <c:pt idx="8">
                  <c:v>13.5090479136427</c:v>
                </c:pt>
                <c:pt idx="9">
                  <c:v>13.819294963323101</c:v>
                </c:pt>
                <c:pt idx="10">
                  <c:v>13.7810052167075</c:v>
                </c:pt>
                <c:pt idx="11">
                  <c:v>13.7810052167075</c:v>
                </c:pt>
                <c:pt idx="12">
                  <c:v>13.5950062909048</c:v>
                </c:pt>
                <c:pt idx="13">
                  <c:v>13.7985238618586</c:v>
                </c:pt>
                <c:pt idx="14">
                  <c:v>13.857240261677299</c:v>
                </c:pt>
                <c:pt idx="15">
                  <c:v>14.151604322797001</c:v>
                </c:pt>
                <c:pt idx="16">
                  <c:v>14.563565695210199</c:v>
                </c:pt>
                <c:pt idx="17">
                  <c:v>14.1976728217457</c:v>
                </c:pt>
                <c:pt idx="18">
                  <c:v>14.4608347188267</c:v>
                </c:pt>
                <c:pt idx="19">
                  <c:v>13.8791641503612</c:v>
                </c:pt>
                <c:pt idx="20">
                  <c:v>13.868067636677701</c:v>
                </c:pt>
                <c:pt idx="21">
                  <c:v>14.135639486537301</c:v>
                </c:pt>
                <c:pt idx="22">
                  <c:v>14.131591748978</c:v>
                </c:pt>
                <c:pt idx="23">
                  <c:v>14.0047375305194</c:v>
                </c:pt>
                <c:pt idx="24">
                  <c:v>13.951361458293899</c:v>
                </c:pt>
                <c:pt idx="25">
                  <c:v>14.303768635726399</c:v>
                </c:pt>
                <c:pt idx="26">
                  <c:v>12.7745281629681</c:v>
                </c:pt>
                <c:pt idx="27">
                  <c:v>14.471179874290099</c:v>
                </c:pt>
                <c:pt idx="28">
                  <c:v>14.741369801858999</c:v>
                </c:pt>
                <c:pt idx="29">
                  <c:v>14.8887283336731</c:v>
                </c:pt>
                <c:pt idx="30">
                  <c:v>15.4608653357806</c:v>
                </c:pt>
                <c:pt idx="31">
                  <c:v>15.776019030652799</c:v>
                </c:pt>
                <c:pt idx="32">
                  <c:v>15.624864564076599</c:v>
                </c:pt>
                <c:pt idx="33">
                  <c:v>15.408148107222299</c:v>
                </c:pt>
                <c:pt idx="34">
                  <c:v>14.998199637484101</c:v>
                </c:pt>
                <c:pt idx="35">
                  <c:v>15.7875118731905</c:v>
                </c:pt>
                <c:pt idx="36">
                  <c:v>15.304632101882</c:v>
                </c:pt>
                <c:pt idx="37">
                  <c:v>15.035423477792699</c:v>
                </c:pt>
                <c:pt idx="38">
                  <c:v>15.170489512669899</c:v>
                </c:pt>
                <c:pt idx="39">
                  <c:v>14.9157517589947</c:v>
                </c:pt>
                <c:pt idx="40">
                  <c:v>15.3729361628054</c:v>
                </c:pt>
                <c:pt idx="41">
                  <c:v>14.9117735617712</c:v>
                </c:pt>
                <c:pt idx="42">
                  <c:v>14.9117735617712</c:v>
                </c:pt>
                <c:pt idx="43">
                  <c:v>15.511418286811599</c:v>
                </c:pt>
                <c:pt idx="44">
                  <c:v>14.703535612088601</c:v>
                </c:pt>
                <c:pt idx="45">
                  <c:v>15.2842477997896</c:v>
                </c:pt>
                <c:pt idx="46">
                  <c:v>14.6184919277341</c:v>
                </c:pt>
                <c:pt idx="47">
                  <c:v>14.489635074913499</c:v>
                </c:pt>
                <c:pt idx="48">
                  <c:v>14.4985899886483</c:v>
                </c:pt>
                <c:pt idx="49">
                  <c:v>14.5059715477702</c:v>
                </c:pt>
                <c:pt idx="50">
                  <c:v>14.5726472998152</c:v>
                </c:pt>
                <c:pt idx="51">
                  <c:v>14.4287713904626</c:v>
                </c:pt>
                <c:pt idx="52">
                  <c:v>14.243833649231</c:v>
                </c:pt>
                <c:pt idx="53">
                  <c:v>14.518258705369901</c:v>
                </c:pt>
                <c:pt idx="54">
                  <c:v>14.560815772762499</c:v>
                </c:pt>
                <c:pt idx="55">
                  <c:v>14.879664225837899</c:v>
                </c:pt>
                <c:pt idx="56">
                  <c:v>14.6939253963151</c:v>
                </c:pt>
                <c:pt idx="57">
                  <c:v>14.6939253963151</c:v>
                </c:pt>
                <c:pt idx="58">
                  <c:v>14.8203683085494</c:v>
                </c:pt>
                <c:pt idx="59">
                  <c:v>14.773445609021801</c:v>
                </c:pt>
                <c:pt idx="60">
                  <c:v>14.696803339633901</c:v>
                </c:pt>
                <c:pt idx="61">
                  <c:v>14.725709057122</c:v>
                </c:pt>
                <c:pt idx="62">
                  <c:v>14.725709057122</c:v>
                </c:pt>
                <c:pt idx="63">
                  <c:v>15.493732333787699</c:v>
                </c:pt>
                <c:pt idx="64">
                  <c:v>15.5134765639389</c:v>
                </c:pt>
                <c:pt idx="65">
                  <c:v>15.435393747403699</c:v>
                </c:pt>
                <c:pt idx="66">
                  <c:v>15.4327983951425</c:v>
                </c:pt>
                <c:pt idx="67">
                  <c:v>14.6749706718679</c:v>
                </c:pt>
                <c:pt idx="68">
                  <c:v>15.5740805715512</c:v>
                </c:pt>
                <c:pt idx="69">
                  <c:v>15.2717626281874</c:v>
                </c:pt>
                <c:pt idx="70">
                  <c:v>14.3603129599264</c:v>
                </c:pt>
                <c:pt idx="71">
                  <c:v>14.3299617495466</c:v>
                </c:pt>
                <c:pt idx="72">
                  <c:v>14.434937542283601</c:v>
                </c:pt>
                <c:pt idx="73">
                  <c:v>15.4478208521405</c:v>
                </c:pt>
                <c:pt idx="74">
                  <c:v>15.4039222255507</c:v>
                </c:pt>
                <c:pt idx="75">
                  <c:v>15.353746844692701</c:v>
                </c:pt>
                <c:pt idx="76">
                  <c:v>15.419775371480499</c:v>
                </c:pt>
                <c:pt idx="77">
                  <c:v>14.9149619258085</c:v>
                </c:pt>
                <c:pt idx="78">
                  <c:v>15.396059765925401</c:v>
                </c:pt>
                <c:pt idx="79">
                  <c:v>15.2229064275773</c:v>
                </c:pt>
                <c:pt idx="80">
                  <c:v>14.6372034088874</c:v>
                </c:pt>
                <c:pt idx="81">
                  <c:v>14.927950772054</c:v>
                </c:pt>
                <c:pt idx="82">
                  <c:v>14.927950772054</c:v>
                </c:pt>
                <c:pt idx="83">
                  <c:v>15.2543321142211</c:v>
                </c:pt>
                <c:pt idx="84">
                  <c:v>15.334483565404</c:v>
                </c:pt>
                <c:pt idx="85">
                  <c:v>14.974145307914499</c:v>
                </c:pt>
                <c:pt idx="86">
                  <c:v>15.5131365969316</c:v>
                </c:pt>
                <c:pt idx="87">
                  <c:v>15.2029343388178</c:v>
                </c:pt>
                <c:pt idx="88">
                  <c:v>15.516247930364599</c:v>
                </c:pt>
                <c:pt idx="89">
                  <c:v>15.473290495443401</c:v>
                </c:pt>
                <c:pt idx="90">
                  <c:v>15.515700182093401</c:v>
                </c:pt>
                <c:pt idx="91">
                  <c:v>15.5689357031924</c:v>
                </c:pt>
                <c:pt idx="92">
                  <c:v>15.7484511898738</c:v>
                </c:pt>
                <c:pt idx="93">
                  <c:v>15.7260032232225</c:v>
                </c:pt>
                <c:pt idx="94">
                  <c:v>15.6698682016007</c:v>
                </c:pt>
                <c:pt idx="95">
                  <c:v>15.6355431570073</c:v>
                </c:pt>
                <c:pt idx="96">
                  <c:v>15.0610679351547</c:v>
                </c:pt>
                <c:pt idx="97">
                  <c:v>14.963699803307399</c:v>
                </c:pt>
                <c:pt idx="98">
                  <c:v>15.5167841487579</c:v>
                </c:pt>
                <c:pt idx="99">
                  <c:v>15.683715453787499</c:v>
                </c:pt>
                <c:pt idx="100">
                  <c:v>15.669523603156399</c:v>
                </c:pt>
                <c:pt idx="101">
                  <c:v>15.669523603156399</c:v>
                </c:pt>
                <c:pt idx="102">
                  <c:v>15.6442071173062</c:v>
                </c:pt>
                <c:pt idx="103">
                  <c:v>15.5316495788962</c:v>
                </c:pt>
                <c:pt idx="104">
                  <c:v>15.414013272908999</c:v>
                </c:pt>
                <c:pt idx="105">
                  <c:v>15.4516368562583</c:v>
                </c:pt>
                <c:pt idx="106">
                  <c:v>15.3285915686071</c:v>
                </c:pt>
                <c:pt idx="107">
                  <c:v>15.3017251948985</c:v>
                </c:pt>
                <c:pt idx="108">
                  <c:v>15.1970904022107</c:v>
                </c:pt>
                <c:pt idx="109">
                  <c:v>14.9657957639779</c:v>
                </c:pt>
                <c:pt idx="110">
                  <c:v>15.198505855499899</c:v>
                </c:pt>
                <c:pt idx="111">
                  <c:v>15.1627032595666</c:v>
                </c:pt>
                <c:pt idx="112">
                  <c:v>15.129891699856699</c:v>
                </c:pt>
                <c:pt idx="113">
                  <c:v>15.0827009627285</c:v>
                </c:pt>
                <c:pt idx="114">
                  <c:v>15.262890905188801</c:v>
                </c:pt>
                <c:pt idx="115">
                  <c:v>15.1371541520626</c:v>
                </c:pt>
                <c:pt idx="116">
                  <c:v>15.7231852145948</c:v>
                </c:pt>
                <c:pt idx="117">
                  <c:v>15.290741874262901</c:v>
                </c:pt>
                <c:pt idx="118">
                  <c:v>15.140965941294599</c:v>
                </c:pt>
                <c:pt idx="119">
                  <c:v>14.8953917958425</c:v>
                </c:pt>
                <c:pt idx="120">
                  <c:v>14.9782050076908</c:v>
                </c:pt>
                <c:pt idx="121">
                  <c:v>14.6129480188592</c:v>
                </c:pt>
                <c:pt idx="122">
                  <c:v>14.583725022570601</c:v>
                </c:pt>
                <c:pt idx="123">
                  <c:v>14.426371661333199</c:v>
                </c:pt>
                <c:pt idx="124">
                  <c:v>14.698350472282399</c:v>
                </c:pt>
                <c:pt idx="125">
                  <c:v>14.474200375902999</c:v>
                </c:pt>
                <c:pt idx="126">
                  <c:v>14.819092231989201</c:v>
                </c:pt>
                <c:pt idx="127">
                  <c:v>14.708238883003601</c:v>
                </c:pt>
                <c:pt idx="128">
                  <c:v>14.9380021819343</c:v>
                </c:pt>
                <c:pt idx="129">
                  <c:v>14.8239072246957</c:v>
                </c:pt>
                <c:pt idx="130">
                  <c:v>15.0250367698776</c:v>
                </c:pt>
                <c:pt idx="131">
                  <c:v>15.061106592981499</c:v>
                </c:pt>
                <c:pt idx="132">
                  <c:v>14.6890955619726</c:v>
                </c:pt>
                <c:pt idx="133">
                  <c:v>14.882948222012701</c:v>
                </c:pt>
                <c:pt idx="134">
                  <c:v>14.6468294133618</c:v>
                </c:pt>
                <c:pt idx="135">
                  <c:v>14.765428982545799</c:v>
                </c:pt>
                <c:pt idx="136">
                  <c:v>15.3634661647391</c:v>
                </c:pt>
                <c:pt idx="137">
                  <c:v>14.8750686174261</c:v>
                </c:pt>
                <c:pt idx="138">
                  <c:v>14.7687139940089</c:v>
                </c:pt>
                <c:pt idx="139">
                  <c:v>14.8104493710178</c:v>
                </c:pt>
                <c:pt idx="140">
                  <c:v>14.787417189222699</c:v>
                </c:pt>
                <c:pt idx="141">
                  <c:v>14.6712764768674</c:v>
                </c:pt>
                <c:pt idx="142">
                  <c:v>14.724996636792399</c:v>
                </c:pt>
                <c:pt idx="143">
                  <c:v>14.5060831828337</c:v>
                </c:pt>
                <c:pt idx="144">
                  <c:v>14.561233702758599</c:v>
                </c:pt>
                <c:pt idx="145">
                  <c:v>14.556182214751299</c:v>
                </c:pt>
                <c:pt idx="146">
                  <c:v>14.556182214751299</c:v>
                </c:pt>
                <c:pt idx="147">
                  <c:v>14.426467677621099</c:v>
                </c:pt>
                <c:pt idx="148">
                  <c:v>14.5618503194189</c:v>
                </c:pt>
                <c:pt idx="149">
                  <c:v>14.462343785292401</c:v>
                </c:pt>
                <c:pt idx="150">
                  <c:v>14.4271765144517</c:v>
                </c:pt>
                <c:pt idx="151">
                  <c:v>14.3984984839008</c:v>
                </c:pt>
                <c:pt idx="152">
                  <c:v>14.5475365797816</c:v>
                </c:pt>
                <c:pt idx="153">
                  <c:v>14.4150234490881</c:v>
                </c:pt>
                <c:pt idx="154">
                  <c:v>14.607670611825499</c:v>
                </c:pt>
                <c:pt idx="155">
                  <c:v>14.6267123441562</c:v>
                </c:pt>
                <c:pt idx="156">
                  <c:v>14.6267123441562</c:v>
                </c:pt>
                <c:pt idx="157">
                  <c:v>14.420072966549499</c:v>
                </c:pt>
                <c:pt idx="158">
                  <c:v>14.351858063421</c:v>
                </c:pt>
                <c:pt idx="159">
                  <c:v>14.3503637701212</c:v>
                </c:pt>
                <c:pt idx="160">
                  <c:v>14.0639856734684</c:v>
                </c:pt>
                <c:pt idx="161">
                  <c:v>14.181818942533299</c:v>
                </c:pt>
                <c:pt idx="162">
                  <c:v>14.2482233068576</c:v>
                </c:pt>
                <c:pt idx="163">
                  <c:v>14.1963187328441</c:v>
                </c:pt>
                <c:pt idx="164">
                  <c:v>14.1814876962806</c:v>
                </c:pt>
                <c:pt idx="165">
                  <c:v>14.0972833303009</c:v>
                </c:pt>
                <c:pt idx="166">
                  <c:v>14.0972833303009</c:v>
                </c:pt>
                <c:pt idx="167">
                  <c:v>13.981914119989</c:v>
                </c:pt>
                <c:pt idx="168">
                  <c:v>13.9634136658042</c:v>
                </c:pt>
                <c:pt idx="169">
                  <c:v>13.878557925559299</c:v>
                </c:pt>
                <c:pt idx="170">
                  <c:v>13.907066974866201</c:v>
                </c:pt>
                <c:pt idx="171">
                  <c:v>14.218861127845701</c:v>
                </c:pt>
                <c:pt idx="172">
                  <c:v>13.857168108283901</c:v>
                </c:pt>
                <c:pt idx="173">
                  <c:v>13.682270885699999</c:v>
                </c:pt>
                <c:pt idx="174">
                  <c:v>13.7185633078468</c:v>
                </c:pt>
                <c:pt idx="175">
                  <c:v>13.640004004962</c:v>
                </c:pt>
                <c:pt idx="176">
                  <c:v>13.8224455684889</c:v>
                </c:pt>
                <c:pt idx="177">
                  <c:v>13.936500398081201</c:v>
                </c:pt>
                <c:pt idx="178">
                  <c:v>13.937940826298799</c:v>
                </c:pt>
                <c:pt idx="179">
                  <c:v>14.118159146117399</c:v>
                </c:pt>
                <c:pt idx="180">
                  <c:v>14.026623351866199</c:v>
                </c:pt>
                <c:pt idx="181">
                  <c:v>14.0802727069292</c:v>
                </c:pt>
                <c:pt idx="182">
                  <c:v>15.2705717712974</c:v>
                </c:pt>
                <c:pt idx="183">
                  <c:v>15.2705717712974</c:v>
                </c:pt>
                <c:pt idx="184">
                  <c:v>14.437016482227</c:v>
                </c:pt>
                <c:pt idx="185">
                  <c:v>14.1777820905002</c:v>
                </c:pt>
                <c:pt idx="186">
                  <c:v>14.0315698596938</c:v>
                </c:pt>
                <c:pt idx="187">
                  <c:v>14.144939662452799</c:v>
                </c:pt>
                <c:pt idx="188">
                  <c:v>14.20496678132</c:v>
                </c:pt>
                <c:pt idx="189">
                  <c:v>14.0793127511345</c:v>
                </c:pt>
                <c:pt idx="190">
                  <c:v>14.064222894897499</c:v>
                </c:pt>
                <c:pt idx="191">
                  <c:v>13.831781037818599</c:v>
                </c:pt>
                <c:pt idx="192">
                  <c:v>13.9107328324778</c:v>
                </c:pt>
                <c:pt idx="193">
                  <c:v>13.683085299074399</c:v>
                </c:pt>
                <c:pt idx="194">
                  <c:v>13.7190563952462</c:v>
                </c:pt>
                <c:pt idx="195">
                  <c:v>8.6123957004537104</c:v>
                </c:pt>
                <c:pt idx="196">
                  <c:v>13.750475176881499</c:v>
                </c:pt>
                <c:pt idx="197">
                  <c:v>13.747120938529701</c:v>
                </c:pt>
                <c:pt idx="198">
                  <c:v>13.6560347735367</c:v>
                </c:pt>
                <c:pt idx="199">
                  <c:v>13.575972505457599</c:v>
                </c:pt>
                <c:pt idx="200">
                  <c:v>13.575972505457599</c:v>
                </c:pt>
                <c:pt idx="201">
                  <c:v>13.3866726509162</c:v>
                </c:pt>
                <c:pt idx="202">
                  <c:v>13.326329801433699</c:v>
                </c:pt>
                <c:pt idx="203">
                  <c:v>13.3672198609978</c:v>
                </c:pt>
                <c:pt idx="204">
                  <c:v>13.756958191392</c:v>
                </c:pt>
                <c:pt idx="205">
                  <c:v>13.6220628114657</c:v>
                </c:pt>
                <c:pt idx="206">
                  <c:v>13.6220628114657</c:v>
                </c:pt>
                <c:pt idx="207">
                  <c:v>13.4090967209032</c:v>
                </c:pt>
                <c:pt idx="208">
                  <c:v>13.2401194199873</c:v>
                </c:pt>
                <c:pt idx="209">
                  <c:v>13.1065166563235</c:v>
                </c:pt>
                <c:pt idx="210">
                  <c:v>13.275511755576201</c:v>
                </c:pt>
                <c:pt idx="211">
                  <c:v>13.6260922194776</c:v>
                </c:pt>
                <c:pt idx="212">
                  <c:v>13.399147172756599</c:v>
                </c:pt>
                <c:pt idx="213">
                  <c:v>13.3990423164819</c:v>
                </c:pt>
                <c:pt idx="214">
                  <c:v>13.787282684990601</c:v>
                </c:pt>
                <c:pt idx="215">
                  <c:v>13.4402421894391</c:v>
                </c:pt>
                <c:pt idx="216">
                  <c:v>13.968911731428999</c:v>
                </c:pt>
                <c:pt idx="217">
                  <c:v>13.2918061054043</c:v>
                </c:pt>
                <c:pt idx="218">
                  <c:v>13.264463664853499</c:v>
                </c:pt>
                <c:pt idx="219">
                  <c:v>13.432450074269999</c:v>
                </c:pt>
                <c:pt idx="220">
                  <c:v>13.401111780551</c:v>
                </c:pt>
                <c:pt idx="221">
                  <c:v>13.3601486540311</c:v>
                </c:pt>
                <c:pt idx="222">
                  <c:v>13.345252305021001</c:v>
                </c:pt>
                <c:pt idx="223">
                  <c:v>13.764304274313901</c:v>
                </c:pt>
                <c:pt idx="224">
                  <c:v>13.393913499666199</c:v>
                </c:pt>
                <c:pt idx="225">
                  <c:v>13.3565306683622</c:v>
                </c:pt>
                <c:pt idx="226">
                  <c:v>13.343070316884701</c:v>
                </c:pt>
                <c:pt idx="227">
                  <c:v>13.348526488454</c:v>
                </c:pt>
                <c:pt idx="228">
                  <c:v>13.381159037338399</c:v>
                </c:pt>
                <c:pt idx="229">
                  <c:v>13.270578831981901</c:v>
                </c:pt>
                <c:pt idx="230">
                  <c:v>13.3029919954052</c:v>
                </c:pt>
                <c:pt idx="231">
                  <c:v>13.2052471053807</c:v>
                </c:pt>
                <c:pt idx="232">
                  <c:v>13.207964426237</c:v>
                </c:pt>
                <c:pt idx="233">
                  <c:v>13.227914247826201</c:v>
                </c:pt>
                <c:pt idx="234">
                  <c:v>13.171329254557399</c:v>
                </c:pt>
                <c:pt idx="235">
                  <c:v>13.158515899706</c:v>
                </c:pt>
                <c:pt idx="236">
                  <c:v>13.120523630914599</c:v>
                </c:pt>
                <c:pt idx="237">
                  <c:v>13.055137218436499</c:v>
                </c:pt>
                <c:pt idx="238">
                  <c:v>13.1658637586512</c:v>
                </c:pt>
                <c:pt idx="239">
                  <c:v>13.148515233522399</c:v>
                </c:pt>
                <c:pt idx="240">
                  <c:v>13.245404544660699</c:v>
                </c:pt>
                <c:pt idx="241">
                  <c:v>13.0895087861613</c:v>
                </c:pt>
                <c:pt idx="242">
                  <c:v>12.9842411930436</c:v>
                </c:pt>
                <c:pt idx="243">
                  <c:v>13.1598967749082</c:v>
                </c:pt>
                <c:pt idx="244">
                  <c:v>13.1034596333454</c:v>
                </c:pt>
                <c:pt idx="245">
                  <c:v>13.031484794324699</c:v>
                </c:pt>
                <c:pt idx="246">
                  <c:v>12.9173415589161</c:v>
                </c:pt>
                <c:pt idx="247">
                  <c:v>12.8502157770499</c:v>
                </c:pt>
                <c:pt idx="248">
                  <c:v>12.949304983207901</c:v>
                </c:pt>
                <c:pt idx="249">
                  <c:v>13.2306903524912</c:v>
                </c:pt>
                <c:pt idx="250">
                  <c:v>12.8715384245702</c:v>
                </c:pt>
                <c:pt idx="251">
                  <c:v>13.2800455297943</c:v>
                </c:pt>
                <c:pt idx="252">
                  <c:v>13.4279999728739</c:v>
                </c:pt>
                <c:pt idx="253">
                  <c:v>13.458540027520099</c:v>
                </c:pt>
                <c:pt idx="254">
                  <c:v>13.359876022783199</c:v>
                </c:pt>
                <c:pt idx="255">
                  <c:v>13.358096865023301</c:v>
                </c:pt>
                <c:pt idx="256">
                  <c:v>13.358096865023301</c:v>
                </c:pt>
                <c:pt idx="257">
                  <c:v>13.318945221019501</c:v>
                </c:pt>
                <c:pt idx="258">
                  <c:v>13.533009940388</c:v>
                </c:pt>
                <c:pt idx="259">
                  <c:v>13.533009940388</c:v>
                </c:pt>
                <c:pt idx="260">
                  <c:v>13.533009940388</c:v>
                </c:pt>
                <c:pt idx="261">
                  <c:v>13.921376493713399</c:v>
                </c:pt>
                <c:pt idx="262">
                  <c:v>13.635771547342101</c:v>
                </c:pt>
                <c:pt idx="263">
                  <c:v>13.5668764258191</c:v>
                </c:pt>
                <c:pt idx="264">
                  <c:v>13.4079506947125</c:v>
                </c:pt>
                <c:pt idx="265">
                  <c:v>13.545876082801399</c:v>
                </c:pt>
                <c:pt idx="266">
                  <c:v>13.5622790366972</c:v>
                </c:pt>
                <c:pt idx="267">
                  <c:v>13.5922133456884</c:v>
                </c:pt>
                <c:pt idx="268">
                  <c:v>13.343896282711601</c:v>
                </c:pt>
                <c:pt idx="269">
                  <c:v>13.432521240967301</c:v>
                </c:pt>
                <c:pt idx="270">
                  <c:v>13.7237510422213</c:v>
                </c:pt>
                <c:pt idx="271">
                  <c:v>13.6386095270322</c:v>
                </c:pt>
                <c:pt idx="272">
                  <c:v>13.6819784619275</c:v>
                </c:pt>
                <c:pt idx="273">
                  <c:v>13.445121692866</c:v>
                </c:pt>
                <c:pt idx="274">
                  <c:v>13.635329604149501</c:v>
                </c:pt>
                <c:pt idx="275">
                  <c:v>13.7824252817031</c:v>
                </c:pt>
                <c:pt idx="276">
                  <c:v>13.8532879830291</c:v>
                </c:pt>
                <c:pt idx="277">
                  <c:v>13.8195063310766</c:v>
                </c:pt>
                <c:pt idx="278">
                  <c:v>13.8467107632456</c:v>
                </c:pt>
                <c:pt idx="279">
                  <c:v>13.6535301175629</c:v>
                </c:pt>
                <c:pt idx="280">
                  <c:v>13.820492364791299</c:v>
                </c:pt>
                <c:pt idx="281">
                  <c:v>13.9428776479244</c:v>
                </c:pt>
                <c:pt idx="282">
                  <c:v>13.607227352048</c:v>
                </c:pt>
                <c:pt idx="283">
                  <c:v>13.6470591255936</c:v>
                </c:pt>
                <c:pt idx="284">
                  <c:v>13.612181699181001</c:v>
                </c:pt>
                <c:pt idx="285">
                  <c:v>13.6440852312091</c:v>
                </c:pt>
                <c:pt idx="286">
                  <c:v>13.5259048479464</c:v>
                </c:pt>
                <c:pt idx="287">
                  <c:v>13.469414996016299</c:v>
                </c:pt>
                <c:pt idx="288">
                  <c:v>13.3711497544708</c:v>
                </c:pt>
                <c:pt idx="289">
                  <c:v>13.402418224006899</c:v>
                </c:pt>
                <c:pt idx="290">
                  <c:v>13.4632784511259</c:v>
                </c:pt>
                <c:pt idx="291">
                  <c:v>13.4632784511259</c:v>
                </c:pt>
                <c:pt idx="292">
                  <c:v>13.464512209050501</c:v>
                </c:pt>
                <c:pt idx="293">
                  <c:v>13.496104227419099</c:v>
                </c:pt>
                <c:pt idx="294">
                  <c:v>13.454985412646501</c:v>
                </c:pt>
                <c:pt idx="295">
                  <c:v>13.443777775761401</c:v>
                </c:pt>
                <c:pt idx="296">
                  <c:v>13.4098832722258</c:v>
                </c:pt>
                <c:pt idx="297">
                  <c:v>13.343023035055801</c:v>
                </c:pt>
                <c:pt idx="298">
                  <c:v>13.2543509217245</c:v>
                </c:pt>
                <c:pt idx="299">
                  <c:v>13.1842960726113</c:v>
                </c:pt>
                <c:pt idx="300">
                  <c:v>13.1833010953968</c:v>
                </c:pt>
                <c:pt idx="301">
                  <c:v>13.2137377138065</c:v>
                </c:pt>
                <c:pt idx="302">
                  <c:v>13.268112624462301</c:v>
                </c:pt>
                <c:pt idx="303">
                  <c:v>13.3113795826818</c:v>
                </c:pt>
                <c:pt idx="304">
                  <c:v>13.3112818047051</c:v>
                </c:pt>
                <c:pt idx="305">
                  <c:v>13.437120402634299</c:v>
                </c:pt>
                <c:pt idx="306">
                  <c:v>13.322616080165201</c:v>
                </c:pt>
                <c:pt idx="307">
                  <c:v>13.276353070729799</c:v>
                </c:pt>
                <c:pt idx="308">
                  <c:v>13.3989100101827</c:v>
                </c:pt>
                <c:pt idx="309">
                  <c:v>13.3342023779286</c:v>
                </c:pt>
                <c:pt idx="310">
                  <c:v>13.3342023779286</c:v>
                </c:pt>
                <c:pt idx="311">
                  <c:v>13.4010438835234</c:v>
                </c:pt>
                <c:pt idx="312">
                  <c:v>13.6013057488427</c:v>
                </c:pt>
                <c:pt idx="313">
                  <c:v>13.4772543096477</c:v>
                </c:pt>
                <c:pt idx="314">
                  <c:v>13.3425163179657</c:v>
                </c:pt>
                <c:pt idx="315">
                  <c:v>13.474291087803399</c:v>
                </c:pt>
                <c:pt idx="316">
                  <c:v>13.1218367858406</c:v>
                </c:pt>
                <c:pt idx="317">
                  <c:v>13.082966970971601</c:v>
                </c:pt>
                <c:pt idx="318">
                  <c:v>13.146997589112599</c:v>
                </c:pt>
                <c:pt idx="319">
                  <c:v>12.9377282217939</c:v>
                </c:pt>
                <c:pt idx="320">
                  <c:v>12.8841309607808</c:v>
                </c:pt>
                <c:pt idx="321">
                  <c:v>12.6401267514422</c:v>
                </c:pt>
                <c:pt idx="322">
                  <c:v>12.543671443842699</c:v>
                </c:pt>
                <c:pt idx="323">
                  <c:v>12.577479088151501</c:v>
                </c:pt>
                <c:pt idx="324">
                  <c:v>12.527547109562301</c:v>
                </c:pt>
                <c:pt idx="325">
                  <c:v>12.461201322556899</c:v>
                </c:pt>
                <c:pt idx="326">
                  <c:v>12.484802258882899</c:v>
                </c:pt>
                <c:pt idx="327">
                  <c:v>12.501318011070101</c:v>
                </c:pt>
                <c:pt idx="328">
                  <c:v>12.366901485909199</c:v>
                </c:pt>
                <c:pt idx="329">
                  <c:v>12.3011955934408</c:v>
                </c:pt>
                <c:pt idx="330">
                  <c:v>12.3011955934408</c:v>
                </c:pt>
                <c:pt idx="331">
                  <c:v>12.3678043111923</c:v>
                </c:pt>
                <c:pt idx="332">
                  <c:v>12.171933585330301</c:v>
                </c:pt>
                <c:pt idx="333">
                  <c:v>11.8096526240031</c:v>
                </c:pt>
                <c:pt idx="334">
                  <c:v>11.5483783094424</c:v>
                </c:pt>
                <c:pt idx="335">
                  <c:v>11.2716083924022</c:v>
                </c:pt>
                <c:pt idx="336">
                  <c:v>11.047412718521599</c:v>
                </c:pt>
                <c:pt idx="337">
                  <c:v>11.126096898377799</c:v>
                </c:pt>
                <c:pt idx="338">
                  <c:v>11.117767678449299</c:v>
                </c:pt>
                <c:pt idx="339">
                  <c:v>11.2588647950009</c:v>
                </c:pt>
                <c:pt idx="340">
                  <c:v>11.1899615501121</c:v>
                </c:pt>
                <c:pt idx="341">
                  <c:v>11.2699598303453</c:v>
                </c:pt>
                <c:pt idx="342">
                  <c:v>11.2699598303453</c:v>
                </c:pt>
                <c:pt idx="343">
                  <c:v>11.5270221780799</c:v>
                </c:pt>
                <c:pt idx="344">
                  <c:v>11.744883904674801</c:v>
                </c:pt>
                <c:pt idx="345">
                  <c:v>11.486330413458299</c:v>
                </c:pt>
                <c:pt idx="346">
                  <c:v>11.5325622841921</c:v>
                </c:pt>
                <c:pt idx="347">
                  <c:v>11.477991533936001</c:v>
                </c:pt>
                <c:pt idx="348">
                  <c:v>11.369143607210599</c:v>
                </c:pt>
                <c:pt idx="349">
                  <c:v>11.3327369174257</c:v>
                </c:pt>
                <c:pt idx="350">
                  <c:v>11.3096463569821</c:v>
                </c:pt>
                <c:pt idx="351">
                  <c:v>11.1802334533046</c:v>
                </c:pt>
                <c:pt idx="352">
                  <c:v>11.0366064079809</c:v>
                </c:pt>
                <c:pt idx="353">
                  <c:v>11.279507793876199</c:v>
                </c:pt>
                <c:pt idx="354">
                  <c:v>11.3543178048965</c:v>
                </c:pt>
                <c:pt idx="355">
                  <c:v>11.5928834891018</c:v>
                </c:pt>
                <c:pt idx="356">
                  <c:v>11.5932559420799</c:v>
                </c:pt>
                <c:pt idx="357">
                  <c:v>10.9206269357728</c:v>
                </c:pt>
                <c:pt idx="358">
                  <c:v>10.9010840648283</c:v>
                </c:pt>
                <c:pt idx="359">
                  <c:v>10.930404939319899</c:v>
                </c:pt>
                <c:pt idx="360">
                  <c:v>10.930404939319899</c:v>
                </c:pt>
                <c:pt idx="361">
                  <c:v>10.855101198327899</c:v>
                </c:pt>
                <c:pt idx="362">
                  <c:v>11.7136600243249</c:v>
                </c:pt>
                <c:pt idx="363">
                  <c:v>11.565440297682001</c:v>
                </c:pt>
                <c:pt idx="364">
                  <c:v>11.1356023490633</c:v>
                </c:pt>
                <c:pt idx="365">
                  <c:v>11.182168810990399</c:v>
                </c:pt>
                <c:pt idx="366">
                  <c:v>11.1249089016683</c:v>
                </c:pt>
                <c:pt idx="367">
                  <c:v>11.062364712956301</c:v>
                </c:pt>
                <c:pt idx="368">
                  <c:v>11.032705050276601</c:v>
                </c:pt>
                <c:pt idx="369">
                  <c:v>10.992689881493501</c:v>
                </c:pt>
                <c:pt idx="370">
                  <c:v>10.910710499218901</c:v>
                </c:pt>
                <c:pt idx="371">
                  <c:v>10.8697787116798</c:v>
                </c:pt>
                <c:pt idx="372">
                  <c:v>10.8193086434341</c:v>
                </c:pt>
                <c:pt idx="373">
                  <c:v>10.6909708983434</c:v>
                </c:pt>
                <c:pt idx="374">
                  <c:v>10.6687440199495</c:v>
                </c:pt>
                <c:pt idx="375">
                  <c:v>10.5342438338782</c:v>
                </c:pt>
                <c:pt idx="376">
                  <c:v>10.5032237159015</c:v>
                </c:pt>
                <c:pt idx="377">
                  <c:v>10.3751944178254</c:v>
                </c:pt>
                <c:pt idx="378">
                  <c:v>10.3399710485425</c:v>
                </c:pt>
                <c:pt idx="379">
                  <c:v>10.418700458320901</c:v>
                </c:pt>
                <c:pt idx="380">
                  <c:v>10.425086698286901</c:v>
                </c:pt>
                <c:pt idx="381">
                  <c:v>10.226526562085301</c:v>
                </c:pt>
                <c:pt idx="382">
                  <c:v>10.1696400408303</c:v>
                </c:pt>
                <c:pt idx="383">
                  <c:v>10.2888525711972</c:v>
                </c:pt>
                <c:pt idx="384">
                  <c:v>10.314464725942001</c:v>
                </c:pt>
                <c:pt idx="385">
                  <c:v>9.8795975774329197</c:v>
                </c:pt>
                <c:pt idx="386">
                  <c:v>9.9910094755845602</c:v>
                </c:pt>
                <c:pt idx="387">
                  <c:v>9.8327304878772104</c:v>
                </c:pt>
                <c:pt idx="388">
                  <c:v>9.7811456616856205</c:v>
                </c:pt>
                <c:pt idx="389">
                  <c:v>9.7438348853686207</c:v>
                </c:pt>
                <c:pt idx="390">
                  <c:v>9.6910263869466302</c:v>
                </c:pt>
                <c:pt idx="391">
                  <c:v>9.5765432554457401</c:v>
                </c:pt>
                <c:pt idx="392">
                  <c:v>9.4451500889072708</c:v>
                </c:pt>
                <c:pt idx="393">
                  <c:v>9.1400145010085705</c:v>
                </c:pt>
                <c:pt idx="394">
                  <c:v>8.9189369434089301</c:v>
                </c:pt>
                <c:pt idx="395">
                  <c:v>8.8984119641032908</c:v>
                </c:pt>
                <c:pt idx="396">
                  <c:v>8.6074813707156999</c:v>
                </c:pt>
                <c:pt idx="397">
                  <c:v>8.8061248564285304</c:v>
                </c:pt>
                <c:pt idx="398">
                  <c:v>9.2148293467200801</c:v>
                </c:pt>
                <c:pt idx="399">
                  <c:v>9.49473088274258</c:v>
                </c:pt>
                <c:pt idx="400">
                  <c:v>9.4370675798239407</c:v>
                </c:pt>
                <c:pt idx="401">
                  <c:v>9.7055603550688208</c:v>
                </c:pt>
                <c:pt idx="402">
                  <c:v>9.6937794351111606</c:v>
                </c:pt>
                <c:pt idx="403">
                  <c:v>9.64536880802582</c:v>
                </c:pt>
                <c:pt idx="404">
                  <c:v>9.6301516417129207</c:v>
                </c:pt>
                <c:pt idx="405">
                  <c:v>9.6301516417129207</c:v>
                </c:pt>
                <c:pt idx="406">
                  <c:v>9.3918650524088498</c:v>
                </c:pt>
                <c:pt idx="407">
                  <c:v>9.1145644769563798</c:v>
                </c:pt>
                <c:pt idx="408">
                  <c:v>8.9446941985140391</c:v>
                </c:pt>
                <c:pt idx="409">
                  <c:v>9.1947495777938997</c:v>
                </c:pt>
                <c:pt idx="410">
                  <c:v>9.1645790497653792</c:v>
                </c:pt>
                <c:pt idx="411">
                  <c:v>9.2362206339086903</c:v>
                </c:pt>
                <c:pt idx="412">
                  <c:v>9.4849844803440995</c:v>
                </c:pt>
                <c:pt idx="413">
                  <c:v>9.5503070441648905</c:v>
                </c:pt>
                <c:pt idx="414">
                  <c:v>9.7030226984135002</c:v>
                </c:pt>
                <c:pt idx="415">
                  <c:v>9.6717065434801501</c:v>
                </c:pt>
                <c:pt idx="416">
                  <c:v>9.6139104417806003</c:v>
                </c:pt>
                <c:pt idx="417">
                  <c:v>9.7158526210069294</c:v>
                </c:pt>
                <c:pt idx="418">
                  <c:v>10.0228837089373</c:v>
                </c:pt>
                <c:pt idx="419">
                  <c:v>10.077009974962699</c:v>
                </c:pt>
                <c:pt idx="420">
                  <c:v>10.077009974962699</c:v>
                </c:pt>
                <c:pt idx="421">
                  <c:v>9.6823085284312302</c:v>
                </c:pt>
                <c:pt idx="422">
                  <c:v>9.7538640312687104</c:v>
                </c:pt>
                <c:pt idx="423">
                  <c:v>9.7769279232921402</c:v>
                </c:pt>
                <c:pt idx="424">
                  <c:v>9.7365674587578308</c:v>
                </c:pt>
                <c:pt idx="425">
                  <c:v>9.7365674587578308</c:v>
                </c:pt>
                <c:pt idx="426">
                  <c:v>9.8426892064796903</c:v>
                </c:pt>
                <c:pt idx="427">
                  <c:v>9.6993904110138303</c:v>
                </c:pt>
                <c:pt idx="428">
                  <c:v>9.6283526961856492</c:v>
                </c:pt>
                <c:pt idx="429">
                  <c:v>9.60706172193375</c:v>
                </c:pt>
                <c:pt idx="430">
                  <c:v>9.5163618259126501</c:v>
                </c:pt>
                <c:pt idx="431">
                  <c:v>9.4337958182450592</c:v>
                </c:pt>
                <c:pt idx="432">
                  <c:v>9.2528497329203407</c:v>
                </c:pt>
                <c:pt idx="433">
                  <c:v>9.2422735789461896</c:v>
                </c:pt>
                <c:pt idx="434">
                  <c:v>9.1885836067297308</c:v>
                </c:pt>
                <c:pt idx="435">
                  <c:v>9.1350311223144907</c:v>
                </c:pt>
                <c:pt idx="436">
                  <c:v>9.4109900274298308</c:v>
                </c:pt>
                <c:pt idx="437">
                  <c:v>9.5028293830521307</c:v>
                </c:pt>
                <c:pt idx="438">
                  <c:v>9.3919949821661994</c:v>
                </c:pt>
                <c:pt idx="439">
                  <c:v>9.4301478945130999</c:v>
                </c:pt>
                <c:pt idx="440">
                  <c:v>9.6304869222793208</c:v>
                </c:pt>
                <c:pt idx="441">
                  <c:v>9.6179932819716196</c:v>
                </c:pt>
                <c:pt idx="442">
                  <c:v>9.4694169550018206</c:v>
                </c:pt>
                <c:pt idx="443">
                  <c:v>9.4694169550018206</c:v>
                </c:pt>
                <c:pt idx="444">
                  <c:v>9.5594230785971295</c:v>
                </c:pt>
                <c:pt idx="445">
                  <c:v>9.4371533148047906</c:v>
                </c:pt>
                <c:pt idx="446">
                  <c:v>9.3846593708541803</c:v>
                </c:pt>
                <c:pt idx="447">
                  <c:v>9.2958586583649208</c:v>
                </c:pt>
                <c:pt idx="448">
                  <c:v>9.3448532343019401</c:v>
                </c:pt>
                <c:pt idx="449">
                  <c:v>9.3404405876822008</c:v>
                </c:pt>
                <c:pt idx="450">
                  <c:v>9.4693403671730998</c:v>
                </c:pt>
                <c:pt idx="451">
                  <c:v>9.4451524379017293</c:v>
                </c:pt>
                <c:pt idx="452">
                  <c:v>9.3908558591548505</c:v>
                </c:pt>
                <c:pt idx="453">
                  <c:v>9.3430383410871691</c:v>
                </c:pt>
                <c:pt idx="454">
                  <c:v>9.29947501072132</c:v>
                </c:pt>
                <c:pt idx="455">
                  <c:v>9.1811316872121704</c:v>
                </c:pt>
                <c:pt idx="456">
                  <c:v>9.18809523079155</c:v>
                </c:pt>
                <c:pt idx="457">
                  <c:v>9.4605306086393295</c:v>
                </c:pt>
                <c:pt idx="458">
                  <c:v>9.2266730287525505</c:v>
                </c:pt>
                <c:pt idx="459">
                  <c:v>9.2266730287525505</c:v>
                </c:pt>
                <c:pt idx="460">
                  <c:v>9.1669831237749602</c:v>
                </c:pt>
                <c:pt idx="461">
                  <c:v>9.1355397184229208</c:v>
                </c:pt>
                <c:pt idx="462">
                  <c:v>9.1434792349831095</c:v>
                </c:pt>
                <c:pt idx="463">
                  <c:v>9.0945386654941007</c:v>
                </c:pt>
                <c:pt idx="464">
                  <c:v>9.0475166556315898</c:v>
                </c:pt>
                <c:pt idx="465">
                  <c:v>9.0475166556315898</c:v>
                </c:pt>
                <c:pt idx="466">
                  <c:v>8.9542529366727805</c:v>
                </c:pt>
                <c:pt idx="467">
                  <c:v>8.7947712398567504</c:v>
                </c:pt>
                <c:pt idx="468">
                  <c:v>8.7029047725354705</c:v>
                </c:pt>
                <c:pt idx="469">
                  <c:v>8.5772139611301199</c:v>
                </c:pt>
                <c:pt idx="470">
                  <c:v>8.5122927580125403</c:v>
                </c:pt>
                <c:pt idx="471">
                  <c:v>8.5390290656080605</c:v>
                </c:pt>
                <c:pt idx="472">
                  <c:v>8.4939588496041303</c:v>
                </c:pt>
                <c:pt idx="473">
                  <c:v>8.5187487199428809</c:v>
                </c:pt>
                <c:pt idx="474">
                  <c:v>8.4460197712912297</c:v>
                </c:pt>
                <c:pt idx="475">
                  <c:v>8.4145662322918895</c:v>
                </c:pt>
                <c:pt idx="476">
                  <c:v>8.3253874858402401</c:v>
                </c:pt>
                <c:pt idx="477">
                  <c:v>8.37879196766246</c:v>
                </c:pt>
                <c:pt idx="478">
                  <c:v>8.4495818865590095</c:v>
                </c:pt>
                <c:pt idx="479">
                  <c:v>8.3224425446774397</c:v>
                </c:pt>
                <c:pt idx="480">
                  <c:v>8.3723465608113692</c:v>
                </c:pt>
                <c:pt idx="481">
                  <c:v>8.3918166762594808</c:v>
                </c:pt>
                <c:pt idx="482">
                  <c:v>8.3953491537993603</c:v>
                </c:pt>
                <c:pt idx="483">
                  <c:v>8.3144949528384196</c:v>
                </c:pt>
                <c:pt idx="484">
                  <c:v>8.3144949528384196</c:v>
                </c:pt>
                <c:pt idx="485">
                  <c:v>8.22403446342752</c:v>
                </c:pt>
                <c:pt idx="486">
                  <c:v>8.1107730506314599</c:v>
                </c:pt>
                <c:pt idx="487">
                  <c:v>8.0253845808278594</c:v>
                </c:pt>
                <c:pt idx="488">
                  <c:v>7.9292629424877203</c:v>
                </c:pt>
                <c:pt idx="489">
                  <c:v>7.8385251578039901</c:v>
                </c:pt>
                <c:pt idx="490">
                  <c:v>7.82908146796695</c:v>
                </c:pt>
                <c:pt idx="491">
                  <c:v>7.7698005528233702</c:v>
                </c:pt>
                <c:pt idx="492">
                  <c:v>7.7736833676694497</c:v>
                </c:pt>
                <c:pt idx="493">
                  <c:v>7.72278780292904</c:v>
                </c:pt>
                <c:pt idx="494">
                  <c:v>7.6686806974579298</c:v>
                </c:pt>
                <c:pt idx="495">
                  <c:v>7.6343111340272802</c:v>
                </c:pt>
                <c:pt idx="496">
                  <c:v>7.6384820512270801</c:v>
                </c:pt>
                <c:pt idx="497">
                  <c:v>7.61682786576438</c:v>
                </c:pt>
                <c:pt idx="498">
                  <c:v>7.3751314532140704</c:v>
                </c:pt>
                <c:pt idx="499">
                  <c:v>7.3159496359830802</c:v>
                </c:pt>
                <c:pt idx="500">
                  <c:v>7.2973023621575699</c:v>
                </c:pt>
                <c:pt idx="501">
                  <c:v>7.2617293377057299</c:v>
                </c:pt>
                <c:pt idx="502">
                  <c:v>7.1985115030466602</c:v>
                </c:pt>
                <c:pt idx="503">
                  <c:v>7.3183184405243997</c:v>
                </c:pt>
                <c:pt idx="504">
                  <c:v>7.4363379447614602</c:v>
                </c:pt>
                <c:pt idx="505">
                  <c:v>7.6244314690627402</c:v>
                </c:pt>
                <c:pt idx="506">
                  <c:v>7.7030206502610197</c:v>
                </c:pt>
                <c:pt idx="507">
                  <c:v>7.5890840156058603</c:v>
                </c:pt>
                <c:pt idx="508">
                  <c:v>7.63048853234086</c:v>
                </c:pt>
                <c:pt idx="509">
                  <c:v>7.8611310792022904</c:v>
                </c:pt>
                <c:pt idx="510">
                  <c:v>7.8457796468603398</c:v>
                </c:pt>
                <c:pt idx="511">
                  <c:v>7.7025634692099798</c:v>
                </c:pt>
                <c:pt idx="512">
                  <c:v>7.5882043353359796</c:v>
                </c:pt>
                <c:pt idx="513">
                  <c:v>7.4538168959263302</c:v>
                </c:pt>
                <c:pt idx="514">
                  <c:v>7.4231607538040398</c:v>
                </c:pt>
                <c:pt idx="515">
                  <c:v>7.4231607538040398</c:v>
                </c:pt>
                <c:pt idx="516">
                  <c:v>7.5011575920171802</c:v>
                </c:pt>
                <c:pt idx="517">
                  <c:v>7.6224901071499698</c:v>
                </c:pt>
                <c:pt idx="518">
                  <c:v>7.6910497586128104</c:v>
                </c:pt>
                <c:pt idx="519">
                  <c:v>7.6666326819664103</c:v>
                </c:pt>
                <c:pt idx="520">
                  <c:v>7.6413387398852004</c:v>
                </c:pt>
                <c:pt idx="521">
                  <c:v>7.6958244985817998</c:v>
                </c:pt>
                <c:pt idx="522">
                  <c:v>7.7075970406251404</c:v>
                </c:pt>
                <c:pt idx="523">
                  <c:v>7.8060375504951303</c:v>
                </c:pt>
                <c:pt idx="524">
                  <c:v>7.8150574548581799</c:v>
                </c:pt>
                <c:pt idx="525">
                  <c:v>7.93068521172248</c:v>
                </c:pt>
                <c:pt idx="526">
                  <c:v>7.9107557139127698</c:v>
                </c:pt>
                <c:pt idx="527">
                  <c:v>7.9614601993626</c:v>
                </c:pt>
                <c:pt idx="528">
                  <c:v>8.1352264746097305</c:v>
                </c:pt>
                <c:pt idx="529">
                  <c:v>8.3904837695064796</c:v>
                </c:pt>
                <c:pt idx="530">
                  <c:v>8.5390761034217508</c:v>
                </c:pt>
                <c:pt idx="531">
                  <c:v>8.5115703786296102</c:v>
                </c:pt>
                <c:pt idx="532">
                  <c:v>8.4834443750190296</c:v>
                </c:pt>
                <c:pt idx="533">
                  <c:v>8.4834443750190296</c:v>
                </c:pt>
                <c:pt idx="534">
                  <c:v>8.4834443750190296</c:v>
                </c:pt>
                <c:pt idx="535">
                  <c:v>9.0087320147682206</c:v>
                </c:pt>
                <c:pt idx="536">
                  <c:v>8.9342109574213993</c:v>
                </c:pt>
                <c:pt idx="537">
                  <c:v>8.8084705819115605</c:v>
                </c:pt>
                <c:pt idx="538">
                  <c:v>8.8084705819115605</c:v>
                </c:pt>
                <c:pt idx="539">
                  <c:v>8.4913355328582192</c:v>
                </c:pt>
                <c:pt idx="540">
                  <c:v>8.4435073425924507</c:v>
                </c:pt>
                <c:pt idx="541">
                  <c:v>8.8474054170086909</c:v>
                </c:pt>
                <c:pt idx="542">
                  <c:v>9.1405857832102893</c:v>
                </c:pt>
                <c:pt idx="543">
                  <c:v>9.0212134339628793</c:v>
                </c:pt>
                <c:pt idx="544">
                  <c:v>9.0068126824389001</c:v>
                </c:pt>
                <c:pt idx="545">
                  <c:v>9.0068126824389001</c:v>
                </c:pt>
                <c:pt idx="546">
                  <c:v>9.2275437492537904</c:v>
                </c:pt>
                <c:pt idx="547">
                  <c:v>9.1523188467018706</c:v>
                </c:pt>
                <c:pt idx="548">
                  <c:v>9.1611616138504903</c:v>
                </c:pt>
                <c:pt idx="549">
                  <c:v>9.0609471837918694</c:v>
                </c:pt>
                <c:pt idx="550">
                  <c:v>8.8432463123411402</c:v>
                </c:pt>
                <c:pt idx="551">
                  <c:v>8.91148020936458</c:v>
                </c:pt>
                <c:pt idx="552">
                  <c:v>8.7271120824430994</c:v>
                </c:pt>
                <c:pt idx="553">
                  <c:v>8.8997450841340093</c:v>
                </c:pt>
                <c:pt idx="554">
                  <c:v>9.24534751686123</c:v>
                </c:pt>
                <c:pt idx="555">
                  <c:v>9.3557571236710295</c:v>
                </c:pt>
                <c:pt idx="556">
                  <c:v>9.2434122269221195</c:v>
                </c:pt>
                <c:pt idx="557">
                  <c:v>9.3534108982377404</c:v>
                </c:pt>
                <c:pt idx="558">
                  <c:v>9.5086646504282903</c:v>
                </c:pt>
                <c:pt idx="559">
                  <c:v>9.4643563938203599</c:v>
                </c:pt>
                <c:pt idx="560">
                  <c:v>9.72927892447386</c:v>
                </c:pt>
                <c:pt idx="561">
                  <c:v>9.6975177909913199</c:v>
                </c:pt>
                <c:pt idx="562">
                  <c:v>10.1129511367257</c:v>
                </c:pt>
                <c:pt idx="563">
                  <c:v>10.0332998254482</c:v>
                </c:pt>
                <c:pt idx="564">
                  <c:v>9.6874068784869003</c:v>
                </c:pt>
                <c:pt idx="565">
                  <c:v>9.6874068784869003</c:v>
                </c:pt>
                <c:pt idx="566">
                  <c:v>9.8053765526696495</c:v>
                </c:pt>
                <c:pt idx="567">
                  <c:v>9.9679208336184804</c:v>
                </c:pt>
                <c:pt idx="568">
                  <c:v>9.7453998716729302</c:v>
                </c:pt>
                <c:pt idx="569">
                  <c:v>9.5675315166005497</c:v>
                </c:pt>
                <c:pt idx="570">
                  <c:v>9.52456101511968</c:v>
                </c:pt>
                <c:pt idx="571">
                  <c:v>9.8307397472875593</c:v>
                </c:pt>
                <c:pt idx="572">
                  <c:v>9.8307397472875593</c:v>
                </c:pt>
                <c:pt idx="573">
                  <c:v>9.8307397472875593</c:v>
                </c:pt>
                <c:pt idx="574">
                  <c:v>9.9296796396752605</c:v>
                </c:pt>
                <c:pt idx="575">
                  <c:v>10.108481412982201</c:v>
                </c:pt>
                <c:pt idx="576">
                  <c:v>10.4206066543508</c:v>
                </c:pt>
                <c:pt idx="577">
                  <c:v>10.388847253581501</c:v>
                </c:pt>
                <c:pt idx="578">
                  <c:v>10.4077999433919</c:v>
                </c:pt>
                <c:pt idx="579">
                  <c:v>10.3920866620234</c:v>
                </c:pt>
                <c:pt idx="580">
                  <c:v>10.3920866620234</c:v>
                </c:pt>
                <c:pt idx="581">
                  <c:v>10.6631388275541</c:v>
                </c:pt>
                <c:pt idx="582">
                  <c:v>10.433033247482401</c:v>
                </c:pt>
                <c:pt idx="583">
                  <c:v>10.5818174328232</c:v>
                </c:pt>
                <c:pt idx="584">
                  <c:v>10.943087815543301</c:v>
                </c:pt>
                <c:pt idx="585">
                  <c:v>10.943087815543301</c:v>
                </c:pt>
                <c:pt idx="586">
                  <c:v>11.4114295988254</c:v>
                </c:pt>
                <c:pt idx="587">
                  <c:v>12.136450646159499</c:v>
                </c:pt>
                <c:pt idx="588">
                  <c:v>11.8159788234928</c:v>
                </c:pt>
                <c:pt idx="589">
                  <c:v>10.908579931608701</c:v>
                </c:pt>
                <c:pt idx="590">
                  <c:v>10.908579931608701</c:v>
                </c:pt>
                <c:pt idx="591">
                  <c:v>10.5918628330668</c:v>
                </c:pt>
                <c:pt idx="592">
                  <c:v>11.1058778293724</c:v>
                </c:pt>
                <c:pt idx="593">
                  <c:v>10.700077890773599</c:v>
                </c:pt>
                <c:pt idx="594">
                  <c:v>10.605134873112201</c:v>
                </c:pt>
                <c:pt idx="595">
                  <c:v>10.175103512250599</c:v>
                </c:pt>
                <c:pt idx="596">
                  <c:v>10.1827980165261</c:v>
                </c:pt>
                <c:pt idx="597">
                  <c:v>10.5111016572693</c:v>
                </c:pt>
                <c:pt idx="598">
                  <c:v>10.954293185830799</c:v>
                </c:pt>
                <c:pt idx="599">
                  <c:v>11.0485704791193</c:v>
                </c:pt>
                <c:pt idx="600">
                  <c:v>11.1543400771831</c:v>
                </c:pt>
                <c:pt idx="601">
                  <c:v>10.9923075078331</c:v>
                </c:pt>
                <c:pt idx="602">
                  <c:v>10.908905675014299</c:v>
                </c:pt>
                <c:pt idx="603">
                  <c:v>10.908905675014299</c:v>
                </c:pt>
                <c:pt idx="604">
                  <c:v>10.451943778744299</c:v>
                </c:pt>
                <c:pt idx="605">
                  <c:v>10.0786868240784</c:v>
                </c:pt>
                <c:pt idx="606">
                  <c:v>10.1696952224108</c:v>
                </c:pt>
                <c:pt idx="607">
                  <c:v>10.258676598056301</c:v>
                </c:pt>
                <c:pt idx="608">
                  <c:v>10.0470971076253</c:v>
                </c:pt>
                <c:pt idx="609">
                  <c:v>10.0470971076253</c:v>
                </c:pt>
                <c:pt idx="610">
                  <c:v>9.73246202780002</c:v>
                </c:pt>
                <c:pt idx="611">
                  <c:v>9.9231415752964605</c:v>
                </c:pt>
                <c:pt idx="612">
                  <c:v>9.9307931956946494</c:v>
                </c:pt>
                <c:pt idx="613">
                  <c:v>9.9431745684506598</c:v>
                </c:pt>
                <c:pt idx="614">
                  <c:v>9.6357438254166397</c:v>
                </c:pt>
                <c:pt idx="615">
                  <c:v>9.6357438254166397</c:v>
                </c:pt>
                <c:pt idx="616">
                  <c:v>9.6577709592546608</c:v>
                </c:pt>
                <c:pt idx="617">
                  <c:v>9.4980762517542807</c:v>
                </c:pt>
                <c:pt idx="618">
                  <c:v>9.5273408252358198</c:v>
                </c:pt>
                <c:pt idx="619">
                  <c:v>9.6302342693739291</c:v>
                </c:pt>
                <c:pt idx="620">
                  <c:v>9.8350411055572504</c:v>
                </c:pt>
                <c:pt idx="621">
                  <c:v>9.5864599583298507</c:v>
                </c:pt>
                <c:pt idx="622">
                  <c:v>9.4841536188174906</c:v>
                </c:pt>
                <c:pt idx="623">
                  <c:v>9.4421019945666504</c:v>
                </c:pt>
                <c:pt idx="624">
                  <c:v>9.3773562026414297</c:v>
                </c:pt>
                <c:pt idx="625">
                  <c:v>9.3773562026414297</c:v>
                </c:pt>
                <c:pt idx="626">
                  <c:v>9.3445645926377292</c:v>
                </c:pt>
                <c:pt idx="627">
                  <c:v>9.5015558132928106</c:v>
                </c:pt>
                <c:pt idx="628">
                  <c:v>9.6720863434194992</c:v>
                </c:pt>
                <c:pt idx="629">
                  <c:v>9.78404907291646</c:v>
                </c:pt>
                <c:pt idx="630">
                  <c:v>9.7125660427125595</c:v>
                </c:pt>
                <c:pt idx="631">
                  <c:v>9.5729891835606509</c:v>
                </c:pt>
                <c:pt idx="632">
                  <c:v>9.5722845318948107</c:v>
                </c:pt>
                <c:pt idx="633">
                  <c:v>9.5653054044143193</c:v>
                </c:pt>
                <c:pt idx="634">
                  <c:v>9.5224787626760197</c:v>
                </c:pt>
                <c:pt idx="635">
                  <c:v>9.6313953576807005</c:v>
                </c:pt>
                <c:pt idx="636">
                  <c:v>9.5909924398661097</c:v>
                </c:pt>
                <c:pt idx="637">
                  <c:v>9.7197878753381008</c:v>
                </c:pt>
                <c:pt idx="638">
                  <c:v>9.6699978206363006</c:v>
                </c:pt>
                <c:pt idx="639">
                  <c:v>9.5195906784602897</c:v>
                </c:pt>
                <c:pt idx="640">
                  <c:v>10.061369285521501</c:v>
                </c:pt>
                <c:pt idx="641">
                  <c:v>9.6274340910011702</c:v>
                </c:pt>
                <c:pt idx="642">
                  <c:v>9.5797000726907804</c:v>
                </c:pt>
                <c:pt idx="643">
                  <c:v>9.5557982359196494</c:v>
                </c:pt>
                <c:pt idx="644">
                  <c:v>9.5509941713564199</c:v>
                </c:pt>
                <c:pt idx="645">
                  <c:v>9.6122644192001498</c:v>
                </c:pt>
                <c:pt idx="646">
                  <c:v>9.5821195226372993</c:v>
                </c:pt>
                <c:pt idx="647">
                  <c:v>9.6099796402168298</c:v>
                </c:pt>
                <c:pt idx="648">
                  <c:v>9.7315065801571894</c:v>
                </c:pt>
                <c:pt idx="649">
                  <c:v>9.8734759572371296</c:v>
                </c:pt>
                <c:pt idx="650">
                  <c:v>9.9191460415485793</c:v>
                </c:pt>
                <c:pt idx="651">
                  <c:v>9.8950795680888497</c:v>
                </c:pt>
                <c:pt idx="652">
                  <c:v>9.7988477237353901</c:v>
                </c:pt>
                <c:pt idx="653">
                  <c:v>9.7241084124469506</c:v>
                </c:pt>
                <c:pt idx="654">
                  <c:v>9.6641141583312606</c:v>
                </c:pt>
                <c:pt idx="655">
                  <c:v>9.7056237035333108</c:v>
                </c:pt>
                <c:pt idx="656">
                  <c:v>9.7673174999627399</c:v>
                </c:pt>
                <c:pt idx="657">
                  <c:v>9.79873223195594</c:v>
                </c:pt>
                <c:pt idx="658">
                  <c:v>9.6828749029386394</c:v>
                </c:pt>
                <c:pt idx="659">
                  <c:v>9.6485304128269807</c:v>
                </c:pt>
                <c:pt idx="660">
                  <c:v>9.5494206197950895</c:v>
                </c:pt>
                <c:pt idx="661">
                  <c:v>9.5590157145985906</c:v>
                </c:pt>
                <c:pt idx="662">
                  <c:v>9.6258683891301207</c:v>
                </c:pt>
                <c:pt idx="663">
                  <c:v>9.5756609354594406</c:v>
                </c:pt>
                <c:pt idx="664">
                  <c:v>9.5543699382664595</c:v>
                </c:pt>
                <c:pt idx="665">
                  <c:v>9.5543699382664595</c:v>
                </c:pt>
                <c:pt idx="666">
                  <c:v>9.5781666102963907</c:v>
                </c:pt>
                <c:pt idx="667">
                  <c:v>9.5275265126177402</c:v>
                </c:pt>
                <c:pt idx="668">
                  <c:v>9.5229571931902495</c:v>
                </c:pt>
                <c:pt idx="669">
                  <c:v>9.5696457795893295</c:v>
                </c:pt>
                <c:pt idx="670">
                  <c:v>9.5893686321004097</c:v>
                </c:pt>
                <c:pt idx="671">
                  <c:v>9.7053126763931505</c:v>
                </c:pt>
                <c:pt idx="672">
                  <c:v>9.5578787531562597</c:v>
                </c:pt>
                <c:pt idx="673">
                  <c:v>9.5010368475698606</c:v>
                </c:pt>
                <c:pt idx="674">
                  <c:v>9.3676534521951602</c:v>
                </c:pt>
                <c:pt idx="675">
                  <c:v>9.3779914174968706</c:v>
                </c:pt>
                <c:pt idx="676">
                  <c:v>9.3208401432787493</c:v>
                </c:pt>
                <c:pt idx="677">
                  <c:v>9.2491425034193604</c:v>
                </c:pt>
                <c:pt idx="678">
                  <c:v>9.1537398555473697</c:v>
                </c:pt>
                <c:pt idx="679">
                  <c:v>9.1914080642537801</c:v>
                </c:pt>
                <c:pt idx="680">
                  <c:v>9.1914080642537801</c:v>
                </c:pt>
                <c:pt idx="681">
                  <c:v>9.0873337916009103</c:v>
                </c:pt>
                <c:pt idx="682">
                  <c:v>9.0547443468015096</c:v>
                </c:pt>
                <c:pt idx="683">
                  <c:v>8.97720223461309</c:v>
                </c:pt>
                <c:pt idx="684">
                  <c:v>9.0302501237551205</c:v>
                </c:pt>
                <c:pt idx="685">
                  <c:v>9.0302501237551205</c:v>
                </c:pt>
                <c:pt idx="686">
                  <c:v>8.9636644052150096</c:v>
                </c:pt>
                <c:pt idx="687">
                  <c:v>8.9107002036720004</c:v>
                </c:pt>
                <c:pt idx="688">
                  <c:v>8.9306719364686398</c:v>
                </c:pt>
                <c:pt idx="689">
                  <c:v>9.0390533748345394</c:v>
                </c:pt>
                <c:pt idx="690">
                  <c:v>9.0481188884540593</c:v>
                </c:pt>
                <c:pt idx="691">
                  <c:v>9.0058583072860507</c:v>
                </c:pt>
                <c:pt idx="692">
                  <c:v>9.0532573615687593</c:v>
                </c:pt>
                <c:pt idx="693">
                  <c:v>9.1424776414429392</c:v>
                </c:pt>
                <c:pt idx="694">
                  <c:v>9.1621624679805507</c:v>
                </c:pt>
                <c:pt idx="695">
                  <c:v>9.3914887088343892</c:v>
                </c:pt>
                <c:pt idx="696">
                  <c:v>9.3933209971048193</c:v>
                </c:pt>
                <c:pt idx="697">
                  <c:v>9.3005540640247197</c:v>
                </c:pt>
                <c:pt idx="698">
                  <c:v>9.2718888079830002</c:v>
                </c:pt>
                <c:pt idx="699">
                  <c:v>9.2155784946906092</c:v>
                </c:pt>
                <c:pt idx="700">
                  <c:v>9.1956373099980997</c:v>
                </c:pt>
                <c:pt idx="701">
                  <c:v>9.0533856994959798</c:v>
                </c:pt>
                <c:pt idx="702">
                  <c:v>9.0606029769494807</c:v>
                </c:pt>
                <c:pt idx="703">
                  <c:v>9.1266380528895503</c:v>
                </c:pt>
                <c:pt idx="704">
                  <c:v>9.1266380528895503</c:v>
                </c:pt>
                <c:pt idx="705">
                  <c:v>9.0819728410150997</c:v>
                </c:pt>
                <c:pt idx="706">
                  <c:v>9.0726401290342693</c:v>
                </c:pt>
                <c:pt idx="707">
                  <c:v>9.05580223309064</c:v>
                </c:pt>
                <c:pt idx="708">
                  <c:v>9.0964523580427397</c:v>
                </c:pt>
                <c:pt idx="709">
                  <c:v>9.0128981383309092</c:v>
                </c:pt>
                <c:pt idx="710">
                  <c:v>8.9832145114911608</c:v>
                </c:pt>
                <c:pt idx="711">
                  <c:v>8.9744209519607807</c:v>
                </c:pt>
                <c:pt idx="712">
                  <c:v>8.9503310577244708</c:v>
                </c:pt>
                <c:pt idx="713">
                  <c:v>8.7845231567778992</c:v>
                </c:pt>
                <c:pt idx="714">
                  <c:v>8.9488893833898704</c:v>
                </c:pt>
                <c:pt idx="715">
                  <c:v>8.9246448119771102</c:v>
                </c:pt>
                <c:pt idx="716">
                  <c:v>8.8940628105069397</c:v>
                </c:pt>
                <c:pt idx="717">
                  <c:v>8.9565191914716493</c:v>
                </c:pt>
                <c:pt idx="718">
                  <c:v>8.9565191914716493</c:v>
                </c:pt>
                <c:pt idx="719">
                  <c:v>8.9565191914716493</c:v>
                </c:pt>
                <c:pt idx="720">
                  <c:v>8.9135819903740394</c:v>
                </c:pt>
                <c:pt idx="721">
                  <c:v>8.8622242916248997</c:v>
                </c:pt>
                <c:pt idx="722">
                  <c:v>8.9037388088024798</c:v>
                </c:pt>
                <c:pt idx="723">
                  <c:v>9.0297055769882899</c:v>
                </c:pt>
                <c:pt idx="724">
                  <c:v>9.0297055769882899</c:v>
                </c:pt>
                <c:pt idx="725">
                  <c:v>9.2297761479594804</c:v>
                </c:pt>
                <c:pt idx="726">
                  <c:v>9.5370368334501503</c:v>
                </c:pt>
                <c:pt idx="727">
                  <c:v>9.3278903660679209</c:v>
                </c:pt>
                <c:pt idx="728">
                  <c:v>9.2904835046771108</c:v>
                </c:pt>
                <c:pt idx="729">
                  <c:v>9.1883666921783398</c:v>
                </c:pt>
                <c:pt idx="730">
                  <c:v>9.2033684529653801</c:v>
                </c:pt>
                <c:pt idx="731">
                  <c:v>9.1481785961000703</c:v>
                </c:pt>
                <c:pt idx="732">
                  <c:v>9.12931959393722</c:v>
                </c:pt>
                <c:pt idx="733">
                  <c:v>9.1893130113358801</c:v>
                </c:pt>
                <c:pt idx="734">
                  <c:v>9.1823656358439898</c:v>
                </c:pt>
                <c:pt idx="735">
                  <c:v>9.3215408355473297</c:v>
                </c:pt>
                <c:pt idx="736">
                  <c:v>9.3018545482132602</c:v>
                </c:pt>
                <c:pt idx="737">
                  <c:v>9.328523415207</c:v>
                </c:pt>
                <c:pt idx="738">
                  <c:v>9.4921763952127396</c:v>
                </c:pt>
                <c:pt idx="739">
                  <c:v>9.5054078778239095</c:v>
                </c:pt>
                <c:pt idx="740">
                  <c:v>9.5187453432967803</c:v>
                </c:pt>
                <c:pt idx="741">
                  <c:v>9.4524582804092798</c:v>
                </c:pt>
                <c:pt idx="742">
                  <c:v>9.3600323157308498</c:v>
                </c:pt>
                <c:pt idx="743">
                  <c:v>9.4349051036064502</c:v>
                </c:pt>
                <c:pt idx="744">
                  <c:v>9.4027816008315206</c:v>
                </c:pt>
                <c:pt idx="745">
                  <c:v>9.47781597647948</c:v>
                </c:pt>
                <c:pt idx="746">
                  <c:v>9.5585116081533297</c:v>
                </c:pt>
                <c:pt idx="747">
                  <c:v>9.5838115608366898</c:v>
                </c:pt>
                <c:pt idx="748">
                  <c:v>9.5569668472144702</c:v>
                </c:pt>
                <c:pt idx="749">
                  <c:v>9.6877749926383494</c:v>
                </c:pt>
                <c:pt idx="750">
                  <c:v>9.6095230812057402</c:v>
                </c:pt>
                <c:pt idx="751">
                  <c:v>9.5108313435049308</c:v>
                </c:pt>
                <c:pt idx="752">
                  <c:v>9.4720638512069701</c:v>
                </c:pt>
                <c:pt idx="753">
                  <c:v>9.45244322396481</c:v>
                </c:pt>
                <c:pt idx="754">
                  <c:v>9.5564118864187506</c:v>
                </c:pt>
                <c:pt idx="755">
                  <c:v>9.6157564169623697</c:v>
                </c:pt>
                <c:pt idx="756">
                  <c:v>9.5727989601032402</c:v>
                </c:pt>
                <c:pt idx="757">
                  <c:v>9.5927324705029395</c:v>
                </c:pt>
                <c:pt idx="758">
                  <c:v>9.5608295837536499</c:v>
                </c:pt>
                <c:pt idx="759">
                  <c:v>9.5588713002762908</c:v>
                </c:pt>
                <c:pt idx="760">
                  <c:v>9.7886245372382401</c:v>
                </c:pt>
                <c:pt idx="761">
                  <c:v>9.8639699269291903</c:v>
                </c:pt>
                <c:pt idx="762">
                  <c:v>10.013046219527601</c:v>
                </c:pt>
                <c:pt idx="763">
                  <c:v>9.9859470280969305</c:v>
                </c:pt>
                <c:pt idx="764">
                  <c:v>10.032000339871701</c:v>
                </c:pt>
                <c:pt idx="765">
                  <c:v>9.8277216048644203</c:v>
                </c:pt>
                <c:pt idx="766">
                  <c:v>9.8144532964239009</c:v>
                </c:pt>
                <c:pt idx="767">
                  <c:v>9.8556460689973697</c:v>
                </c:pt>
                <c:pt idx="768">
                  <c:v>9.9265098544709094</c:v>
                </c:pt>
                <c:pt idx="769">
                  <c:v>9.8147495165544001</c:v>
                </c:pt>
                <c:pt idx="770">
                  <c:v>9.8402909434920005</c:v>
                </c:pt>
                <c:pt idx="771">
                  <c:v>10.0200843379339</c:v>
                </c:pt>
                <c:pt idx="772">
                  <c:v>9.9690615851009596</c:v>
                </c:pt>
                <c:pt idx="773">
                  <c:v>9.9327256612168604</c:v>
                </c:pt>
                <c:pt idx="774">
                  <c:v>9.9327256612168604</c:v>
                </c:pt>
                <c:pt idx="775">
                  <c:v>9.8717069615997506</c:v>
                </c:pt>
                <c:pt idx="776">
                  <c:v>9.8183044580683401</c:v>
                </c:pt>
                <c:pt idx="777">
                  <c:v>9.8268459432799293</c:v>
                </c:pt>
                <c:pt idx="778">
                  <c:v>9.8879056223349995</c:v>
                </c:pt>
                <c:pt idx="779">
                  <c:v>9.8854620188420004</c:v>
                </c:pt>
                <c:pt idx="780">
                  <c:v>9.8538908930493996</c:v>
                </c:pt>
                <c:pt idx="781">
                  <c:v>9.9097366736718495</c:v>
                </c:pt>
                <c:pt idx="782">
                  <c:v>9.8869872316163594</c:v>
                </c:pt>
                <c:pt idx="783">
                  <c:v>9.9406302025778306</c:v>
                </c:pt>
                <c:pt idx="784">
                  <c:v>10.1352304698026</c:v>
                </c:pt>
                <c:pt idx="785">
                  <c:v>10.101738919920299</c:v>
                </c:pt>
                <c:pt idx="786">
                  <c:v>10.051850371830801</c:v>
                </c:pt>
                <c:pt idx="787">
                  <c:v>10.051850371830801</c:v>
                </c:pt>
                <c:pt idx="788">
                  <c:v>10.051850371830801</c:v>
                </c:pt>
                <c:pt idx="789">
                  <c:v>10.049310211600799</c:v>
                </c:pt>
                <c:pt idx="790">
                  <c:v>10.0824371233519</c:v>
                </c:pt>
                <c:pt idx="791">
                  <c:v>10.0818798480963</c:v>
                </c:pt>
                <c:pt idx="792">
                  <c:v>10.093117931965899</c:v>
                </c:pt>
                <c:pt idx="793">
                  <c:v>10.028144110692599</c:v>
                </c:pt>
                <c:pt idx="794">
                  <c:v>10.0483438318767</c:v>
                </c:pt>
                <c:pt idx="795">
                  <c:v>10.0879173369861</c:v>
                </c:pt>
                <c:pt idx="796">
                  <c:v>10.1955407624432</c:v>
                </c:pt>
                <c:pt idx="797">
                  <c:v>10.1947658113529</c:v>
                </c:pt>
                <c:pt idx="798">
                  <c:v>10.1422386369407</c:v>
                </c:pt>
                <c:pt idx="799">
                  <c:v>10.091782912422801</c:v>
                </c:pt>
                <c:pt idx="800">
                  <c:v>10.150273083301199</c:v>
                </c:pt>
                <c:pt idx="801">
                  <c:v>10.117684954267199</c:v>
                </c:pt>
                <c:pt idx="802">
                  <c:v>10.095189079425801</c:v>
                </c:pt>
                <c:pt idx="803">
                  <c:v>10.1242386485283</c:v>
                </c:pt>
                <c:pt idx="804">
                  <c:v>10.084662028253501</c:v>
                </c:pt>
                <c:pt idx="805">
                  <c:v>10.084662028253501</c:v>
                </c:pt>
                <c:pt idx="806">
                  <c:v>10.2237613261044</c:v>
                </c:pt>
                <c:pt idx="807">
                  <c:v>10.250081984678999</c:v>
                </c:pt>
                <c:pt idx="808">
                  <c:v>10.2554236392542</c:v>
                </c:pt>
                <c:pt idx="809">
                  <c:v>10.3141107653692</c:v>
                </c:pt>
                <c:pt idx="810">
                  <c:v>10.304998196891599</c:v>
                </c:pt>
                <c:pt idx="811">
                  <c:v>10.2345620518222</c:v>
                </c:pt>
                <c:pt idx="812">
                  <c:v>10.058032240944501</c:v>
                </c:pt>
                <c:pt idx="813">
                  <c:v>10.1680699911053</c:v>
                </c:pt>
                <c:pt idx="814">
                  <c:v>10.1714494435783</c:v>
                </c:pt>
                <c:pt idx="815">
                  <c:v>10.171837533242</c:v>
                </c:pt>
                <c:pt idx="816">
                  <c:v>10.1633765864118</c:v>
                </c:pt>
                <c:pt idx="817">
                  <c:v>10.159561903478901</c:v>
                </c:pt>
                <c:pt idx="818">
                  <c:v>10.0208063029546</c:v>
                </c:pt>
                <c:pt idx="819">
                  <c:v>10.0208063029546</c:v>
                </c:pt>
                <c:pt idx="820">
                  <c:v>10.0297249892335</c:v>
                </c:pt>
                <c:pt idx="821">
                  <c:v>10.0308808424757</c:v>
                </c:pt>
                <c:pt idx="822">
                  <c:v>10.059624341527201</c:v>
                </c:pt>
                <c:pt idx="823">
                  <c:v>9.98548699839119</c:v>
                </c:pt>
                <c:pt idx="824">
                  <c:v>9.9444361340217799</c:v>
                </c:pt>
                <c:pt idx="825">
                  <c:v>9.8781209434503499</c:v>
                </c:pt>
                <c:pt idx="826">
                  <c:v>9.8912266269471107</c:v>
                </c:pt>
                <c:pt idx="827">
                  <c:v>9.8781996929299094</c:v>
                </c:pt>
                <c:pt idx="828">
                  <c:v>9.89519401654848</c:v>
                </c:pt>
                <c:pt idx="829">
                  <c:v>9.8094400276402798</c:v>
                </c:pt>
                <c:pt idx="830">
                  <c:v>9.7945641287168197</c:v>
                </c:pt>
                <c:pt idx="831">
                  <c:v>9.8325467344258595</c:v>
                </c:pt>
                <c:pt idx="832">
                  <c:v>9.8996871412862895</c:v>
                </c:pt>
                <c:pt idx="833">
                  <c:v>9.9314572463418003</c:v>
                </c:pt>
                <c:pt idx="834">
                  <c:v>9.9314572463418003</c:v>
                </c:pt>
                <c:pt idx="835">
                  <c:v>9.8945499593139399</c:v>
                </c:pt>
                <c:pt idx="836">
                  <c:v>9.8590536389543395</c:v>
                </c:pt>
                <c:pt idx="837">
                  <c:v>9.8202132516047804</c:v>
                </c:pt>
                <c:pt idx="838">
                  <c:v>9.7390408649714804</c:v>
                </c:pt>
                <c:pt idx="839">
                  <c:v>9.7390408649714804</c:v>
                </c:pt>
                <c:pt idx="840">
                  <c:v>9.7397569449170902</c:v>
                </c:pt>
                <c:pt idx="841">
                  <c:v>9.7978875325486801</c:v>
                </c:pt>
                <c:pt idx="842">
                  <c:v>9.8751168110250909</c:v>
                </c:pt>
                <c:pt idx="843">
                  <c:v>9.9238459346149099</c:v>
                </c:pt>
                <c:pt idx="844">
                  <c:v>9.9733778334407202</c:v>
                </c:pt>
                <c:pt idx="845">
                  <c:v>9.9377295739562701</c:v>
                </c:pt>
                <c:pt idx="846">
                  <c:v>9.9991463603409692</c:v>
                </c:pt>
                <c:pt idx="847">
                  <c:v>9.9194728919592503</c:v>
                </c:pt>
                <c:pt idx="848">
                  <c:v>9.9368165604996701</c:v>
                </c:pt>
                <c:pt idx="849">
                  <c:v>9.9368165604996701</c:v>
                </c:pt>
                <c:pt idx="850">
                  <c:v>9.8713020140932706</c:v>
                </c:pt>
                <c:pt idx="851">
                  <c:v>9.9202000071988206</c:v>
                </c:pt>
                <c:pt idx="852">
                  <c:v>9.9284907188919806</c:v>
                </c:pt>
                <c:pt idx="853">
                  <c:v>9.9175460136707194</c:v>
                </c:pt>
                <c:pt idx="854">
                  <c:v>9.8363478845422794</c:v>
                </c:pt>
                <c:pt idx="855">
                  <c:v>9.9228472723980392</c:v>
                </c:pt>
                <c:pt idx="856">
                  <c:v>9.9153409368554506</c:v>
                </c:pt>
                <c:pt idx="857">
                  <c:v>9.8579451487573504</c:v>
                </c:pt>
                <c:pt idx="858">
                  <c:v>9.8301330475850595</c:v>
                </c:pt>
                <c:pt idx="859">
                  <c:v>9.8202910918482793</c:v>
                </c:pt>
                <c:pt idx="860">
                  <c:v>9.8164838430516905</c:v>
                </c:pt>
                <c:pt idx="861">
                  <c:v>10.1470579504161</c:v>
                </c:pt>
                <c:pt idx="862">
                  <c:v>9.8513270961349306</c:v>
                </c:pt>
                <c:pt idx="863">
                  <c:v>9.8513270961349306</c:v>
                </c:pt>
                <c:pt idx="864">
                  <c:v>9.8740242297524201</c:v>
                </c:pt>
                <c:pt idx="865">
                  <c:v>9.8166562878609405</c:v>
                </c:pt>
                <c:pt idx="866">
                  <c:v>9.8398941503006903</c:v>
                </c:pt>
                <c:pt idx="867">
                  <c:v>9.9077989139431093</c:v>
                </c:pt>
                <c:pt idx="868">
                  <c:v>9.9180966128045096</c:v>
                </c:pt>
                <c:pt idx="869">
                  <c:v>9.9360583852992903</c:v>
                </c:pt>
                <c:pt idx="870">
                  <c:v>9.9138601855322204</c:v>
                </c:pt>
                <c:pt idx="871">
                  <c:v>9.9427620139764699</c:v>
                </c:pt>
                <c:pt idx="872">
                  <c:v>9.9287818686629805</c:v>
                </c:pt>
                <c:pt idx="873">
                  <c:v>9.9523677030759004</c:v>
                </c:pt>
                <c:pt idx="874">
                  <c:v>10.028923043028099</c:v>
                </c:pt>
                <c:pt idx="875">
                  <c:v>10.028923043028099</c:v>
                </c:pt>
                <c:pt idx="876">
                  <c:v>9.9678959843394104</c:v>
                </c:pt>
                <c:pt idx="877">
                  <c:v>10.0392750327806</c:v>
                </c:pt>
                <c:pt idx="878">
                  <c:v>10.159179085730701</c:v>
                </c:pt>
                <c:pt idx="879">
                  <c:v>10.159445345080099</c:v>
                </c:pt>
                <c:pt idx="880">
                  <c:v>10.2268930413852</c:v>
                </c:pt>
                <c:pt idx="881">
                  <c:v>10.372223026574799</c:v>
                </c:pt>
                <c:pt idx="882">
                  <c:v>10.613943789985001</c:v>
                </c:pt>
                <c:pt idx="883">
                  <c:v>10.579296516778401</c:v>
                </c:pt>
                <c:pt idx="884">
                  <c:v>10.579296516778401</c:v>
                </c:pt>
                <c:pt idx="885">
                  <c:v>10.6971284082769</c:v>
                </c:pt>
                <c:pt idx="886">
                  <c:v>10.666587189012001</c:v>
                </c:pt>
                <c:pt idx="887">
                  <c:v>10.650656257808601</c:v>
                </c:pt>
                <c:pt idx="888">
                  <c:v>10.5785490420285</c:v>
                </c:pt>
                <c:pt idx="889">
                  <c:v>10.5494494984334</c:v>
                </c:pt>
                <c:pt idx="890">
                  <c:v>10.4588011514796</c:v>
                </c:pt>
                <c:pt idx="891">
                  <c:v>10.772550707449801</c:v>
                </c:pt>
                <c:pt idx="892">
                  <c:v>10.752311451286401</c:v>
                </c:pt>
                <c:pt idx="893">
                  <c:v>10.6239025302112</c:v>
                </c:pt>
                <c:pt idx="894">
                  <c:v>10.516590997146301</c:v>
                </c:pt>
                <c:pt idx="895">
                  <c:v>10.562380771703801</c:v>
                </c:pt>
                <c:pt idx="896">
                  <c:v>10.623881705120899</c:v>
                </c:pt>
                <c:pt idx="897">
                  <c:v>10.597333866313701</c:v>
                </c:pt>
                <c:pt idx="898">
                  <c:v>10.661714135871801</c:v>
                </c:pt>
                <c:pt idx="899">
                  <c:v>10.923121020401201</c:v>
                </c:pt>
                <c:pt idx="900">
                  <c:v>10.798201623720299</c:v>
                </c:pt>
                <c:pt idx="901">
                  <c:v>10.5929814837992</c:v>
                </c:pt>
                <c:pt idx="902">
                  <c:v>10.5280283514921</c:v>
                </c:pt>
                <c:pt idx="903">
                  <c:v>10.4429226675327</c:v>
                </c:pt>
                <c:pt idx="904">
                  <c:v>10.3575090780891</c:v>
                </c:pt>
                <c:pt idx="905">
                  <c:v>10.314787451212901</c:v>
                </c:pt>
                <c:pt idx="906">
                  <c:v>10.137192753288399</c:v>
                </c:pt>
                <c:pt idx="907">
                  <c:v>10.209131923355701</c:v>
                </c:pt>
                <c:pt idx="908">
                  <c:v>10.148121267059</c:v>
                </c:pt>
                <c:pt idx="909">
                  <c:v>10.215122108515301</c:v>
                </c:pt>
                <c:pt idx="910">
                  <c:v>10.2529409088053</c:v>
                </c:pt>
                <c:pt idx="911">
                  <c:v>10.124059506603199</c:v>
                </c:pt>
                <c:pt idx="912">
                  <c:v>10.1592347942857</c:v>
                </c:pt>
                <c:pt idx="913">
                  <c:v>10.164026636491201</c:v>
                </c:pt>
                <c:pt idx="914">
                  <c:v>10.157948972659</c:v>
                </c:pt>
                <c:pt idx="915">
                  <c:v>10.0913011005747</c:v>
                </c:pt>
                <c:pt idx="916">
                  <c:v>10.0982401520113</c:v>
                </c:pt>
                <c:pt idx="917">
                  <c:v>10.1348491400028</c:v>
                </c:pt>
                <c:pt idx="918">
                  <c:v>10.130051614055899</c:v>
                </c:pt>
                <c:pt idx="919">
                  <c:v>10.16133304263</c:v>
                </c:pt>
                <c:pt idx="920">
                  <c:v>10.2052688671825</c:v>
                </c:pt>
                <c:pt idx="921">
                  <c:v>10.2220759967727</c:v>
                </c:pt>
                <c:pt idx="922">
                  <c:v>10.173333927759</c:v>
                </c:pt>
                <c:pt idx="923">
                  <c:v>10.213277221068999</c:v>
                </c:pt>
                <c:pt idx="924">
                  <c:v>10.213277221068999</c:v>
                </c:pt>
                <c:pt idx="925">
                  <c:v>10.2484985925187</c:v>
                </c:pt>
                <c:pt idx="926">
                  <c:v>10.228636076679599</c:v>
                </c:pt>
                <c:pt idx="927">
                  <c:v>10.257947026843</c:v>
                </c:pt>
                <c:pt idx="928">
                  <c:v>10.2467203323171</c:v>
                </c:pt>
                <c:pt idx="929">
                  <c:v>10.2959906059991</c:v>
                </c:pt>
                <c:pt idx="930">
                  <c:v>10.273010481124199</c:v>
                </c:pt>
                <c:pt idx="931">
                  <c:v>10.342920710610899</c:v>
                </c:pt>
                <c:pt idx="932">
                  <c:v>10.325507824776199</c:v>
                </c:pt>
                <c:pt idx="933">
                  <c:v>10.306489769031201</c:v>
                </c:pt>
                <c:pt idx="934">
                  <c:v>10.2290493243275</c:v>
                </c:pt>
                <c:pt idx="935">
                  <c:v>10.201483535229899</c:v>
                </c:pt>
                <c:pt idx="936">
                  <c:v>10.156822195310699</c:v>
                </c:pt>
                <c:pt idx="937">
                  <c:v>10.2379395935357</c:v>
                </c:pt>
                <c:pt idx="938">
                  <c:v>10.204620107280601</c:v>
                </c:pt>
                <c:pt idx="939">
                  <c:v>10.204620107280601</c:v>
                </c:pt>
                <c:pt idx="940">
                  <c:v>10.2040049782011</c:v>
                </c:pt>
                <c:pt idx="941">
                  <c:v>10.217870314378599</c:v>
                </c:pt>
                <c:pt idx="942">
                  <c:v>10.325299049351001</c:v>
                </c:pt>
                <c:pt idx="943">
                  <c:v>10.291442514740201</c:v>
                </c:pt>
                <c:pt idx="944">
                  <c:v>10.291442514740201</c:v>
                </c:pt>
                <c:pt idx="945">
                  <c:v>10.279733649110099</c:v>
                </c:pt>
                <c:pt idx="946">
                  <c:v>10.232259449977199</c:v>
                </c:pt>
                <c:pt idx="947">
                  <c:v>10.2146287183167</c:v>
                </c:pt>
                <c:pt idx="948">
                  <c:v>10.193524891595001</c:v>
                </c:pt>
                <c:pt idx="949">
                  <c:v>10.162736233947401</c:v>
                </c:pt>
                <c:pt idx="950">
                  <c:v>10.178904244701499</c:v>
                </c:pt>
                <c:pt idx="951">
                  <c:v>10.230587598407</c:v>
                </c:pt>
                <c:pt idx="952">
                  <c:v>10.2480225318651</c:v>
                </c:pt>
                <c:pt idx="953">
                  <c:v>10.2251057678631</c:v>
                </c:pt>
                <c:pt idx="954">
                  <c:v>10.263098534278299</c:v>
                </c:pt>
                <c:pt idx="955">
                  <c:v>10.294976317783201</c:v>
                </c:pt>
                <c:pt idx="956">
                  <c:v>10.2648593928682</c:v>
                </c:pt>
                <c:pt idx="957">
                  <c:v>10.250384701594101</c:v>
                </c:pt>
                <c:pt idx="958">
                  <c:v>10.210530248875999</c:v>
                </c:pt>
                <c:pt idx="959">
                  <c:v>10.314851722768299</c:v>
                </c:pt>
                <c:pt idx="960">
                  <c:v>10.3070036104726</c:v>
                </c:pt>
                <c:pt idx="961">
                  <c:v>10.2479855550456</c:v>
                </c:pt>
                <c:pt idx="962">
                  <c:v>10.245030181589801</c:v>
                </c:pt>
                <c:pt idx="963">
                  <c:v>10.2468650880582</c:v>
                </c:pt>
                <c:pt idx="964">
                  <c:v>10.284373267696999</c:v>
                </c:pt>
                <c:pt idx="965">
                  <c:v>10.2659332053887</c:v>
                </c:pt>
                <c:pt idx="966">
                  <c:v>10.244485620103299</c:v>
                </c:pt>
                <c:pt idx="967">
                  <c:v>10.244485620103299</c:v>
                </c:pt>
                <c:pt idx="968">
                  <c:v>10.307245205366799</c:v>
                </c:pt>
                <c:pt idx="969">
                  <c:v>10.3230975726312</c:v>
                </c:pt>
                <c:pt idx="970">
                  <c:v>10.3617400049539</c:v>
                </c:pt>
                <c:pt idx="971">
                  <c:v>10.367207101267301</c:v>
                </c:pt>
                <c:pt idx="972">
                  <c:v>10.338506155212899</c:v>
                </c:pt>
                <c:pt idx="973">
                  <c:v>10.3137674240521</c:v>
                </c:pt>
                <c:pt idx="974">
                  <c:v>7.1229253380264002</c:v>
                </c:pt>
                <c:pt idx="975">
                  <c:v>7.1229253380264002</c:v>
                </c:pt>
                <c:pt idx="976">
                  <c:v>10.3166143208162</c:v>
                </c:pt>
                <c:pt idx="977">
                  <c:v>10.3529760732049</c:v>
                </c:pt>
                <c:pt idx="978">
                  <c:v>10.3721591024866</c:v>
                </c:pt>
                <c:pt idx="979">
                  <c:v>10.3721591024866</c:v>
                </c:pt>
                <c:pt idx="980">
                  <c:v>10.3721591024866</c:v>
                </c:pt>
                <c:pt idx="981">
                  <c:v>10.3543721961725</c:v>
                </c:pt>
                <c:pt idx="982">
                  <c:v>10.514286052406201</c:v>
                </c:pt>
                <c:pt idx="983">
                  <c:v>10.5237488615297</c:v>
                </c:pt>
                <c:pt idx="984">
                  <c:v>10.5237488615297</c:v>
                </c:pt>
                <c:pt idx="985">
                  <c:v>10.472219926364801</c:v>
                </c:pt>
                <c:pt idx="986">
                  <c:v>10.5400185853828</c:v>
                </c:pt>
                <c:pt idx="987">
                  <c:v>10.560913976741499</c:v>
                </c:pt>
                <c:pt idx="988">
                  <c:v>10.5305586503834</c:v>
                </c:pt>
                <c:pt idx="989">
                  <c:v>10.512671455049601</c:v>
                </c:pt>
                <c:pt idx="990">
                  <c:v>10.5603421773263</c:v>
                </c:pt>
                <c:pt idx="991">
                  <c:v>10.6433036865227</c:v>
                </c:pt>
                <c:pt idx="992">
                  <c:v>10.666190714111501</c:v>
                </c:pt>
                <c:pt idx="993">
                  <c:v>10.792925434413</c:v>
                </c:pt>
                <c:pt idx="994">
                  <c:v>11.2123081332995</c:v>
                </c:pt>
                <c:pt idx="995">
                  <c:v>11.3363172132767</c:v>
                </c:pt>
                <c:pt idx="996">
                  <c:v>11.357611266314199</c:v>
                </c:pt>
                <c:pt idx="997">
                  <c:v>11.0971835643718</c:v>
                </c:pt>
                <c:pt idx="998">
                  <c:v>11.0958952627273</c:v>
                </c:pt>
                <c:pt idx="999">
                  <c:v>11.293359181600501</c:v>
                </c:pt>
                <c:pt idx="1000">
                  <c:v>11.1967080245464</c:v>
                </c:pt>
                <c:pt idx="1001">
                  <c:v>11.1330525971659</c:v>
                </c:pt>
                <c:pt idx="1002">
                  <c:v>11.2058078341552</c:v>
                </c:pt>
                <c:pt idx="1003">
                  <c:v>11.1124586741676</c:v>
                </c:pt>
                <c:pt idx="1004">
                  <c:v>11.2341313542964</c:v>
                </c:pt>
                <c:pt idx="1005">
                  <c:v>11.391115869795</c:v>
                </c:pt>
                <c:pt idx="1006">
                  <c:v>11.351085478017</c:v>
                </c:pt>
                <c:pt idx="1007">
                  <c:v>10.916377122762499</c:v>
                </c:pt>
                <c:pt idx="1008">
                  <c:v>11.311870800421699</c:v>
                </c:pt>
                <c:pt idx="1009">
                  <c:v>11.315034616774399</c:v>
                </c:pt>
                <c:pt idx="1010">
                  <c:v>11.2660059291265</c:v>
                </c:pt>
                <c:pt idx="1011">
                  <c:v>11.2504314070713</c:v>
                </c:pt>
                <c:pt idx="1012">
                  <c:v>11.2585873803077</c:v>
                </c:pt>
                <c:pt idx="1013">
                  <c:v>11.292295750067501</c:v>
                </c:pt>
                <c:pt idx="1014">
                  <c:v>11.247172801807301</c:v>
                </c:pt>
                <c:pt idx="1015">
                  <c:v>11.2672512160031</c:v>
                </c:pt>
                <c:pt idx="1016">
                  <c:v>11.3693860826556</c:v>
                </c:pt>
                <c:pt idx="1017">
                  <c:v>11.346339627028099</c:v>
                </c:pt>
                <c:pt idx="1018">
                  <c:v>11.4026481621108</c:v>
                </c:pt>
                <c:pt idx="1019">
                  <c:v>11.495307853415801</c:v>
                </c:pt>
                <c:pt idx="1020">
                  <c:v>11.4515463162065</c:v>
                </c:pt>
                <c:pt idx="1021">
                  <c:v>11.4604997893261</c:v>
                </c:pt>
                <c:pt idx="1022">
                  <c:v>11.4648743094337</c:v>
                </c:pt>
                <c:pt idx="1023">
                  <c:v>11.5901032773426</c:v>
                </c:pt>
                <c:pt idx="1024">
                  <c:v>11.7495948413499</c:v>
                </c:pt>
                <c:pt idx="1025">
                  <c:v>11.778579375457999</c:v>
                </c:pt>
                <c:pt idx="1026">
                  <c:v>11.7840695757861</c:v>
                </c:pt>
                <c:pt idx="1027">
                  <c:v>11.8347871196253</c:v>
                </c:pt>
                <c:pt idx="1028">
                  <c:v>11.7174702765055</c:v>
                </c:pt>
                <c:pt idx="1029">
                  <c:v>11.6456043611391</c:v>
                </c:pt>
                <c:pt idx="1030">
                  <c:v>11.5713455872237</c:v>
                </c:pt>
                <c:pt idx="1031">
                  <c:v>11.5715746444387</c:v>
                </c:pt>
                <c:pt idx="1032">
                  <c:v>11.641649745466699</c:v>
                </c:pt>
                <c:pt idx="1033">
                  <c:v>11.638050844969801</c:v>
                </c:pt>
                <c:pt idx="1034">
                  <c:v>11.778977576036599</c:v>
                </c:pt>
                <c:pt idx="1035">
                  <c:v>11.7024633780806</c:v>
                </c:pt>
                <c:pt idx="1036">
                  <c:v>11.6444158325163</c:v>
                </c:pt>
                <c:pt idx="1037">
                  <c:v>11.6444158325163</c:v>
                </c:pt>
                <c:pt idx="1038">
                  <c:v>11.6444158325163</c:v>
                </c:pt>
                <c:pt idx="1039">
                  <c:v>11.6444158325163</c:v>
                </c:pt>
                <c:pt idx="1040">
                  <c:v>11.7104696202731</c:v>
                </c:pt>
                <c:pt idx="1041">
                  <c:v>11.6890336898526</c:v>
                </c:pt>
                <c:pt idx="1042">
                  <c:v>11.6753973657533</c:v>
                </c:pt>
                <c:pt idx="1043">
                  <c:v>11.6509833746392</c:v>
                </c:pt>
                <c:pt idx="1044">
                  <c:v>11.631816292650299</c:v>
                </c:pt>
                <c:pt idx="1045">
                  <c:v>11.5322049228096</c:v>
                </c:pt>
                <c:pt idx="1046">
                  <c:v>11.487008913306299</c:v>
                </c:pt>
                <c:pt idx="1047">
                  <c:v>11.4608772755663</c:v>
                </c:pt>
                <c:pt idx="1048">
                  <c:v>11.4415477456971</c:v>
                </c:pt>
                <c:pt idx="1049">
                  <c:v>11.437697824542401</c:v>
                </c:pt>
                <c:pt idx="1050">
                  <c:v>11.3327252225463</c:v>
                </c:pt>
                <c:pt idx="1051">
                  <c:v>11.400258311021901</c:v>
                </c:pt>
                <c:pt idx="1052">
                  <c:v>11.3114687568006</c:v>
                </c:pt>
                <c:pt idx="1053">
                  <c:v>11.337460426267301</c:v>
                </c:pt>
                <c:pt idx="1054">
                  <c:v>11.391356338431899</c:v>
                </c:pt>
                <c:pt idx="1055">
                  <c:v>11.2903527342182</c:v>
                </c:pt>
                <c:pt idx="1056">
                  <c:v>11.2527010186258</c:v>
                </c:pt>
                <c:pt idx="1057">
                  <c:v>11.267437093359501</c:v>
                </c:pt>
                <c:pt idx="1058">
                  <c:v>11.243925356540601</c:v>
                </c:pt>
                <c:pt idx="1059">
                  <c:v>11.2722090085792</c:v>
                </c:pt>
                <c:pt idx="1060">
                  <c:v>11.2884444908833</c:v>
                </c:pt>
                <c:pt idx="1061">
                  <c:v>11.3096861788166</c:v>
                </c:pt>
                <c:pt idx="1062">
                  <c:v>11.241917684389</c:v>
                </c:pt>
                <c:pt idx="1063">
                  <c:v>11.229769007127199</c:v>
                </c:pt>
                <c:pt idx="1064">
                  <c:v>11.1373924784442</c:v>
                </c:pt>
                <c:pt idx="1065">
                  <c:v>11.078879014438</c:v>
                </c:pt>
                <c:pt idx="1066">
                  <c:v>10.9801910913417</c:v>
                </c:pt>
                <c:pt idx="1067">
                  <c:v>10.9801910913417</c:v>
                </c:pt>
                <c:pt idx="1068">
                  <c:v>10.9934027646974</c:v>
                </c:pt>
                <c:pt idx="1069">
                  <c:v>10.9934027646974</c:v>
                </c:pt>
                <c:pt idx="1070">
                  <c:v>11.0582256420908</c:v>
                </c:pt>
                <c:pt idx="1071">
                  <c:v>11.050024658666301</c:v>
                </c:pt>
                <c:pt idx="1072">
                  <c:v>11.0370790438466</c:v>
                </c:pt>
                <c:pt idx="1073">
                  <c:v>11.083670759026401</c:v>
                </c:pt>
                <c:pt idx="1074">
                  <c:v>11.1573281433493</c:v>
                </c:pt>
                <c:pt idx="1075">
                  <c:v>11.2479394179457</c:v>
                </c:pt>
                <c:pt idx="1076">
                  <c:v>11.201561219979901</c:v>
                </c:pt>
                <c:pt idx="1077">
                  <c:v>11.304778716921099</c:v>
                </c:pt>
                <c:pt idx="1078">
                  <c:v>11.2733380436463</c:v>
                </c:pt>
                <c:pt idx="1079">
                  <c:v>11.292396737429801</c:v>
                </c:pt>
                <c:pt idx="1080">
                  <c:v>11.3388920117395</c:v>
                </c:pt>
                <c:pt idx="1081">
                  <c:v>11.3243915091495</c:v>
                </c:pt>
                <c:pt idx="1082">
                  <c:v>11.3672294697094</c:v>
                </c:pt>
                <c:pt idx="1083">
                  <c:v>11.3246534536319</c:v>
                </c:pt>
                <c:pt idx="1084">
                  <c:v>11.3246534536319</c:v>
                </c:pt>
                <c:pt idx="1085">
                  <c:v>11.323129575854701</c:v>
                </c:pt>
                <c:pt idx="1086">
                  <c:v>11.3184849733004</c:v>
                </c:pt>
                <c:pt idx="1087">
                  <c:v>11.438368549937501</c:v>
                </c:pt>
                <c:pt idx="1088">
                  <c:v>11.4785187064378</c:v>
                </c:pt>
                <c:pt idx="1089">
                  <c:v>11.4785187064378</c:v>
                </c:pt>
                <c:pt idx="1090">
                  <c:v>11.7255839673835</c:v>
                </c:pt>
                <c:pt idx="1091">
                  <c:v>11.855144860388799</c:v>
                </c:pt>
                <c:pt idx="1092">
                  <c:v>11.9354210612427</c:v>
                </c:pt>
                <c:pt idx="1093">
                  <c:v>11.978788412059499</c:v>
                </c:pt>
                <c:pt idx="1094">
                  <c:v>11.924597897149001</c:v>
                </c:pt>
                <c:pt idx="1095">
                  <c:v>11.996417561603799</c:v>
                </c:pt>
                <c:pt idx="1096">
                  <c:v>12.1958659312272</c:v>
                </c:pt>
                <c:pt idx="1097">
                  <c:v>12.157833973325801</c:v>
                </c:pt>
                <c:pt idx="1098">
                  <c:v>12.100774773329199</c:v>
                </c:pt>
                <c:pt idx="1099">
                  <c:v>12.1113439092089</c:v>
                </c:pt>
                <c:pt idx="1100">
                  <c:v>12.076015039657401</c:v>
                </c:pt>
                <c:pt idx="1101">
                  <c:v>12.137695748511801</c:v>
                </c:pt>
                <c:pt idx="1102">
                  <c:v>12.249819874023601</c:v>
                </c:pt>
                <c:pt idx="1103">
                  <c:v>12.2282605890212</c:v>
                </c:pt>
                <c:pt idx="1104">
                  <c:v>12.1257685457725</c:v>
                </c:pt>
                <c:pt idx="1105">
                  <c:v>12.1138607203665</c:v>
                </c:pt>
                <c:pt idx="1106">
                  <c:v>12.221364830281299</c:v>
                </c:pt>
                <c:pt idx="1107">
                  <c:v>12.5223463194523</c:v>
                </c:pt>
                <c:pt idx="1108">
                  <c:v>12.7633025551572</c:v>
                </c:pt>
                <c:pt idx="1109">
                  <c:v>12.7633025551572</c:v>
                </c:pt>
                <c:pt idx="1110">
                  <c:v>12.873967674603399</c:v>
                </c:pt>
                <c:pt idx="1111">
                  <c:v>12.9714120229506</c:v>
                </c:pt>
                <c:pt idx="1112">
                  <c:v>12.7689631864682</c:v>
                </c:pt>
                <c:pt idx="1113">
                  <c:v>12.788074890055601</c:v>
                </c:pt>
                <c:pt idx="1114">
                  <c:v>12.6477110027965</c:v>
                </c:pt>
                <c:pt idx="1115">
                  <c:v>12.912552020530001</c:v>
                </c:pt>
                <c:pt idx="1116">
                  <c:v>12.978257915207999</c:v>
                </c:pt>
                <c:pt idx="1117">
                  <c:v>13.072275639991799</c:v>
                </c:pt>
                <c:pt idx="1118">
                  <c:v>13.1685968876036</c:v>
                </c:pt>
                <c:pt idx="1119">
                  <c:v>13.103438666055499</c:v>
                </c:pt>
                <c:pt idx="1120">
                  <c:v>13.1177306374077</c:v>
                </c:pt>
                <c:pt idx="1121">
                  <c:v>12.9876943653748</c:v>
                </c:pt>
                <c:pt idx="1122">
                  <c:v>12.839299289263799</c:v>
                </c:pt>
                <c:pt idx="1123">
                  <c:v>12.850031195522501</c:v>
                </c:pt>
                <c:pt idx="1124">
                  <c:v>12.764090999802301</c:v>
                </c:pt>
                <c:pt idx="1125">
                  <c:v>12.8223055231781</c:v>
                </c:pt>
                <c:pt idx="1126">
                  <c:v>13.2342848626053</c:v>
                </c:pt>
                <c:pt idx="1127">
                  <c:v>12.8816581625489</c:v>
                </c:pt>
                <c:pt idx="1128">
                  <c:v>12.767484540295801</c:v>
                </c:pt>
                <c:pt idx="1129">
                  <c:v>12.8250004401777</c:v>
                </c:pt>
                <c:pt idx="1130">
                  <c:v>12.713750680226999</c:v>
                </c:pt>
                <c:pt idx="1131">
                  <c:v>12.6380383428216</c:v>
                </c:pt>
                <c:pt idx="1132">
                  <c:v>12.4673834890378</c:v>
                </c:pt>
                <c:pt idx="1133">
                  <c:v>12.4477069530958</c:v>
                </c:pt>
                <c:pt idx="1134">
                  <c:v>12.186055801488701</c:v>
                </c:pt>
                <c:pt idx="1135">
                  <c:v>11.991275009216499</c:v>
                </c:pt>
                <c:pt idx="1136">
                  <c:v>12.108971391593901</c:v>
                </c:pt>
                <c:pt idx="1137">
                  <c:v>12.108971391593901</c:v>
                </c:pt>
                <c:pt idx="1138">
                  <c:v>11.9775155830991</c:v>
                </c:pt>
                <c:pt idx="1139">
                  <c:v>11.964062572473701</c:v>
                </c:pt>
                <c:pt idx="1140">
                  <c:v>12.0477840928631</c:v>
                </c:pt>
                <c:pt idx="1141">
                  <c:v>11.925878239295001</c:v>
                </c:pt>
                <c:pt idx="1142">
                  <c:v>11.849984202304</c:v>
                </c:pt>
                <c:pt idx="1143">
                  <c:v>11.7543281448726</c:v>
                </c:pt>
                <c:pt idx="1144">
                  <c:v>11.7543281448726</c:v>
                </c:pt>
                <c:pt idx="1145">
                  <c:v>11.6723883678203</c:v>
                </c:pt>
                <c:pt idx="1146">
                  <c:v>11.722988362240599</c:v>
                </c:pt>
                <c:pt idx="1147">
                  <c:v>11.786750531734301</c:v>
                </c:pt>
                <c:pt idx="1148">
                  <c:v>11.716138138038099</c:v>
                </c:pt>
                <c:pt idx="1149">
                  <c:v>11.7034480257936</c:v>
                </c:pt>
                <c:pt idx="1150">
                  <c:v>11.6922842951749</c:v>
                </c:pt>
                <c:pt idx="1151">
                  <c:v>11.577367218896301</c:v>
                </c:pt>
                <c:pt idx="1152">
                  <c:v>11.4649821763783</c:v>
                </c:pt>
                <c:pt idx="1153">
                  <c:v>11.390818902503</c:v>
                </c:pt>
                <c:pt idx="1154">
                  <c:v>11.3763009557867</c:v>
                </c:pt>
                <c:pt idx="1155">
                  <c:v>11.5530458774873</c:v>
                </c:pt>
                <c:pt idx="1156">
                  <c:v>11.6895471349139</c:v>
                </c:pt>
                <c:pt idx="1157">
                  <c:v>11.571710634869699</c:v>
                </c:pt>
                <c:pt idx="1158">
                  <c:v>11.6959203110308</c:v>
                </c:pt>
                <c:pt idx="1159">
                  <c:v>11.6816806427233</c:v>
                </c:pt>
                <c:pt idx="1160">
                  <c:v>11.7045333041007</c:v>
                </c:pt>
                <c:pt idx="1161">
                  <c:v>11.7185245537945</c:v>
                </c:pt>
                <c:pt idx="1162">
                  <c:v>11.713131108091201</c:v>
                </c:pt>
                <c:pt idx="1163">
                  <c:v>11.574670594650501</c:v>
                </c:pt>
                <c:pt idx="1164">
                  <c:v>11.765462035462599</c:v>
                </c:pt>
                <c:pt idx="1165">
                  <c:v>11.925719491390399</c:v>
                </c:pt>
                <c:pt idx="1166">
                  <c:v>12.148266299402501</c:v>
                </c:pt>
                <c:pt idx="1167">
                  <c:v>12.6356374144972</c:v>
                </c:pt>
                <c:pt idx="1168">
                  <c:v>12.106986585087601</c:v>
                </c:pt>
                <c:pt idx="1169">
                  <c:v>12.0402903852174</c:v>
                </c:pt>
                <c:pt idx="1170">
                  <c:v>12.165186059781499</c:v>
                </c:pt>
                <c:pt idx="1171">
                  <c:v>12.2668000420782</c:v>
                </c:pt>
                <c:pt idx="1172">
                  <c:v>12.051508178697199</c:v>
                </c:pt>
                <c:pt idx="1173">
                  <c:v>12.0557548830858</c:v>
                </c:pt>
                <c:pt idx="1174">
                  <c:v>12.0883560095987</c:v>
                </c:pt>
                <c:pt idx="1175">
                  <c:v>12.1107048470406</c:v>
                </c:pt>
                <c:pt idx="1176">
                  <c:v>12.0745395184936</c:v>
                </c:pt>
                <c:pt idx="1177">
                  <c:v>11.793217966404599</c:v>
                </c:pt>
                <c:pt idx="1178">
                  <c:v>11.6897713333664</c:v>
                </c:pt>
                <c:pt idx="1179">
                  <c:v>12.160302541247299</c:v>
                </c:pt>
                <c:pt idx="1180">
                  <c:v>12.168825166194599</c:v>
                </c:pt>
                <c:pt idx="1181">
                  <c:v>12.3968375281744</c:v>
                </c:pt>
                <c:pt idx="1182">
                  <c:v>12.4854578671538</c:v>
                </c:pt>
                <c:pt idx="1183">
                  <c:v>13.0061676059555</c:v>
                </c:pt>
                <c:pt idx="1184">
                  <c:v>13.0061676059555</c:v>
                </c:pt>
                <c:pt idx="1185">
                  <c:v>12.625850549679299</c:v>
                </c:pt>
                <c:pt idx="1186">
                  <c:v>12.999566915236301</c:v>
                </c:pt>
                <c:pt idx="1187">
                  <c:v>13.288323058112599</c:v>
                </c:pt>
                <c:pt idx="1188">
                  <c:v>13.0897583325107</c:v>
                </c:pt>
                <c:pt idx="1189">
                  <c:v>12.9244952790871</c:v>
                </c:pt>
                <c:pt idx="1190">
                  <c:v>12.968801319374499</c:v>
                </c:pt>
                <c:pt idx="1191">
                  <c:v>13.290853053382101</c:v>
                </c:pt>
                <c:pt idx="1192">
                  <c:v>13.6702969236066</c:v>
                </c:pt>
                <c:pt idx="1193">
                  <c:v>14.1675964233006</c:v>
                </c:pt>
                <c:pt idx="1194">
                  <c:v>13.946093517942799</c:v>
                </c:pt>
                <c:pt idx="1195">
                  <c:v>14.18142693689</c:v>
                </c:pt>
                <c:pt idx="1196">
                  <c:v>13.840459266319</c:v>
                </c:pt>
                <c:pt idx="1197">
                  <c:v>13.5151841206415</c:v>
                </c:pt>
                <c:pt idx="1198">
                  <c:v>13.577083442509</c:v>
                </c:pt>
                <c:pt idx="1199">
                  <c:v>13.577083442509</c:v>
                </c:pt>
                <c:pt idx="1200">
                  <c:v>13.5435442713837</c:v>
                </c:pt>
                <c:pt idx="1201">
                  <c:v>13.5435442713837</c:v>
                </c:pt>
                <c:pt idx="1202">
                  <c:v>13.1325953205543</c:v>
                </c:pt>
                <c:pt idx="1203">
                  <c:v>13.107291919735401</c:v>
                </c:pt>
                <c:pt idx="1204">
                  <c:v>12.899131323703701</c:v>
                </c:pt>
                <c:pt idx="1205">
                  <c:v>13.077605346714201</c:v>
                </c:pt>
                <c:pt idx="1206">
                  <c:v>13.103149071723699</c:v>
                </c:pt>
                <c:pt idx="1207">
                  <c:v>12.984813665240999</c:v>
                </c:pt>
                <c:pt idx="1208">
                  <c:v>12.893472712655299</c:v>
                </c:pt>
                <c:pt idx="1209">
                  <c:v>12.893472712655299</c:v>
                </c:pt>
                <c:pt idx="1210">
                  <c:v>12.8594347562126</c:v>
                </c:pt>
                <c:pt idx="1211">
                  <c:v>13.0280157759533</c:v>
                </c:pt>
                <c:pt idx="1212">
                  <c:v>13.0280157759533</c:v>
                </c:pt>
                <c:pt idx="1213">
                  <c:v>13.0091378680284</c:v>
                </c:pt>
                <c:pt idx="1214">
                  <c:v>12.745681722095201</c:v>
                </c:pt>
                <c:pt idx="1215">
                  <c:v>12.697131770080601</c:v>
                </c:pt>
                <c:pt idx="1216">
                  <c:v>12.6182387875728</c:v>
                </c:pt>
                <c:pt idx="1217">
                  <c:v>12.644292980586201</c:v>
                </c:pt>
                <c:pt idx="1218">
                  <c:v>12.633891454951399</c:v>
                </c:pt>
                <c:pt idx="1219">
                  <c:v>12.719322876101399</c:v>
                </c:pt>
                <c:pt idx="1220">
                  <c:v>12.555041252515901</c:v>
                </c:pt>
                <c:pt idx="1221">
                  <c:v>12.376979010118401</c:v>
                </c:pt>
                <c:pt idx="1222">
                  <c:v>12.234127736559699</c:v>
                </c:pt>
                <c:pt idx="1223">
                  <c:v>12.1329881158681</c:v>
                </c:pt>
                <c:pt idx="1224">
                  <c:v>12.1329881158681</c:v>
                </c:pt>
                <c:pt idx="1225">
                  <c:v>12.0870258337865</c:v>
                </c:pt>
                <c:pt idx="1226">
                  <c:v>11.7452965203631</c:v>
                </c:pt>
                <c:pt idx="1227">
                  <c:v>11.6122245587171</c:v>
                </c:pt>
                <c:pt idx="1228">
                  <c:v>11.5411564194735</c:v>
                </c:pt>
                <c:pt idx="1229">
                  <c:v>11.2877688277558</c:v>
                </c:pt>
                <c:pt idx="1230">
                  <c:v>11.1746290429054</c:v>
                </c:pt>
                <c:pt idx="1231">
                  <c:v>11.071545296364601</c:v>
                </c:pt>
                <c:pt idx="1232">
                  <c:v>10.932588443900199</c:v>
                </c:pt>
                <c:pt idx="1233">
                  <c:v>10.8774498639341</c:v>
                </c:pt>
                <c:pt idx="1234">
                  <c:v>10.6242173266435</c:v>
                </c:pt>
                <c:pt idx="1235">
                  <c:v>10.754738098486399</c:v>
                </c:pt>
                <c:pt idx="1236">
                  <c:v>10.695687016307801</c:v>
                </c:pt>
                <c:pt idx="1237">
                  <c:v>10.760430622629199</c:v>
                </c:pt>
                <c:pt idx="1238">
                  <c:v>10.7524508705852</c:v>
                </c:pt>
                <c:pt idx="1239">
                  <c:v>10.883815742516701</c:v>
                </c:pt>
                <c:pt idx="1240">
                  <c:v>10.883815742516701</c:v>
                </c:pt>
                <c:pt idx="1241">
                  <c:v>10.883815742516701</c:v>
                </c:pt>
                <c:pt idx="1242">
                  <c:v>10.7090892900738</c:v>
                </c:pt>
                <c:pt idx="1243">
                  <c:v>10.6885232712291</c:v>
                </c:pt>
                <c:pt idx="1244">
                  <c:v>10.711830830961899</c:v>
                </c:pt>
                <c:pt idx="1245">
                  <c:v>10.3345410385659</c:v>
                </c:pt>
                <c:pt idx="1246">
                  <c:v>10.239634615467599</c:v>
                </c:pt>
                <c:pt idx="1247">
                  <c:v>10.290594422566</c:v>
                </c:pt>
                <c:pt idx="1248">
                  <c:v>10.290594422566</c:v>
                </c:pt>
                <c:pt idx="1249">
                  <c:v>10.141501085418501</c:v>
                </c:pt>
                <c:pt idx="1250">
                  <c:v>10.040758822581401</c:v>
                </c:pt>
                <c:pt idx="1251">
                  <c:v>10.101208808368</c:v>
                </c:pt>
                <c:pt idx="1252">
                  <c:v>9.9808943618093</c:v>
                </c:pt>
                <c:pt idx="1253">
                  <c:v>10.1746240421417</c:v>
                </c:pt>
                <c:pt idx="1254">
                  <c:v>10.2728981658283</c:v>
                </c:pt>
                <c:pt idx="1255">
                  <c:v>10.127596853155801</c:v>
                </c:pt>
                <c:pt idx="1256">
                  <c:v>9.9687181629007604</c:v>
                </c:pt>
                <c:pt idx="1257">
                  <c:v>9.8761993273589503</c:v>
                </c:pt>
                <c:pt idx="1258">
                  <c:v>9.8292747633948903</c:v>
                </c:pt>
                <c:pt idx="1259">
                  <c:v>9.8508263409122794</c:v>
                </c:pt>
                <c:pt idx="1260">
                  <c:v>9.8706633424341792</c:v>
                </c:pt>
                <c:pt idx="1261">
                  <c:v>9.8344735622446695</c:v>
                </c:pt>
                <c:pt idx="1262">
                  <c:v>9.8022453437363701</c:v>
                </c:pt>
                <c:pt idx="1263">
                  <c:v>9.9078316435841796</c:v>
                </c:pt>
                <c:pt idx="1264">
                  <c:v>9.9290208829389002</c:v>
                </c:pt>
                <c:pt idx="1265">
                  <c:v>9.8841142304175804</c:v>
                </c:pt>
                <c:pt idx="1266">
                  <c:v>9.7720272971669004</c:v>
                </c:pt>
                <c:pt idx="1267">
                  <c:v>9.7982945985583996</c:v>
                </c:pt>
                <c:pt idx="1268">
                  <c:v>9.5231827043461106</c:v>
                </c:pt>
                <c:pt idx="1269">
                  <c:v>10.1003169191429</c:v>
                </c:pt>
                <c:pt idx="1270">
                  <c:v>10.3337882243473</c:v>
                </c:pt>
                <c:pt idx="1271">
                  <c:v>10.224141428128201</c:v>
                </c:pt>
                <c:pt idx="1272">
                  <c:v>10.0698892317355</c:v>
                </c:pt>
                <c:pt idx="1273">
                  <c:v>10.0836837594342</c:v>
                </c:pt>
                <c:pt idx="1274">
                  <c:v>10.2058731676474</c:v>
                </c:pt>
                <c:pt idx="1275">
                  <c:v>10.1458369881352</c:v>
                </c:pt>
                <c:pt idx="1276">
                  <c:v>10.126546785828101</c:v>
                </c:pt>
                <c:pt idx="1277">
                  <c:v>10.2267782478594</c:v>
                </c:pt>
                <c:pt idx="1278">
                  <c:v>10.248685183208799</c:v>
                </c:pt>
                <c:pt idx="1279">
                  <c:v>10.248685183208799</c:v>
                </c:pt>
                <c:pt idx="1280">
                  <c:v>10.248685183208799</c:v>
                </c:pt>
                <c:pt idx="1281">
                  <c:v>10.084961354685699</c:v>
                </c:pt>
                <c:pt idx="1282">
                  <c:v>10.0118015062151</c:v>
                </c:pt>
                <c:pt idx="1283">
                  <c:v>9.91789475325883</c:v>
                </c:pt>
                <c:pt idx="1284">
                  <c:v>9.8417782884804001</c:v>
                </c:pt>
                <c:pt idx="1285">
                  <c:v>9.7830925490141407</c:v>
                </c:pt>
                <c:pt idx="1286">
                  <c:v>9.8177289242539008</c:v>
                </c:pt>
                <c:pt idx="1287">
                  <c:v>9.92226286605867</c:v>
                </c:pt>
                <c:pt idx="1288">
                  <c:v>10.085747839170599</c:v>
                </c:pt>
                <c:pt idx="1289">
                  <c:v>9.9867847405262307</c:v>
                </c:pt>
                <c:pt idx="1290">
                  <c:v>10.0396747650917</c:v>
                </c:pt>
                <c:pt idx="1291">
                  <c:v>10.008679650523501</c:v>
                </c:pt>
                <c:pt idx="1292">
                  <c:v>9.9209358312316294</c:v>
                </c:pt>
                <c:pt idx="1293">
                  <c:v>9.8937427437394891</c:v>
                </c:pt>
                <c:pt idx="1294">
                  <c:v>9.9285471496091393</c:v>
                </c:pt>
                <c:pt idx="1295">
                  <c:v>9.8459382714806107</c:v>
                </c:pt>
                <c:pt idx="1296">
                  <c:v>9.7329074990248508</c:v>
                </c:pt>
                <c:pt idx="1297">
                  <c:v>9.64957744277004</c:v>
                </c:pt>
                <c:pt idx="1298">
                  <c:v>9.64957744277004</c:v>
                </c:pt>
                <c:pt idx="1299">
                  <c:v>9.8543014197868892</c:v>
                </c:pt>
                <c:pt idx="1300">
                  <c:v>9.9830476341913492</c:v>
                </c:pt>
                <c:pt idx="1301">
                  <c:v>10.042974637012</c:v>
                </c:pt>
                <c:pt idx="1302">
                  <c:v>10.0890097516781</c:v>
                </c:pt>
                <c:pt idx="1303">
                  <c:v>10.334605825244299</c:v>
                </c:pt>
                <c:pt idx="1304">
                  <c:v>10.0890118217058</c:v>
                </c:pt>
                <c:pt idx="1305">
                  <c:v>9.9921664458681203</c:v>
                </c:pt>
                <c:pt idx="1306">
                  <c:v>9.8885735290328007</c:v>
                </c:pt>
                <c:pt idx="1307">
                  <c:v>9.9154694717907805</c:v>
                </c:pt>
                <c:pt idx="1308">
                  <c:v>9.8694911048923899</c:v>
                </c:pt>
                <c:pt idx="1309">
                  <c:v>9.8135542860615299</c:v>
                </c:pt>
                <c:pt idx="1310">
                  <c:v>9.7732236321139698</c:v>
                </c:pt>
                <c:pt idx="1311">
                  <c:v>9.7732236321139698</c:v>
                </c:pt>
                <c:pt idx="1312">
                  <c:v>9.7732236321139698</c:v>
                </c:pt>
                <c:pt idx="1313">
                  <c:v>9.7352132913341904</c:v>
                </c:pt>
                <c:pt idx="1314">
                  <c:v>9.5377382142179492</c:v>
                </c:pt>
                <c:pt idx="1315">
                  <c:v>9.4322762080711993</c:v>
                </c:pt>
                <c:pt idx="1316">
                  <c:v>9.4017228639844408</c:v>
                </c:pt>
                <c:pt idx="1317">
                  <c:v>9.4586771369774194</c:v>
                </c:pt>
                <c:pt idx="1318">
                  <c:v>9.5011583056539202</c:v>
                </c:pt>
                <c:pt idx="1319">
                  <c:v>9.3553150608410096</c:v>
                </c:pt>
                <c:pt idx="1320">
                  <c:v>9.2773360396983193</c:v>
                </c:pt>
                <c:pt idx="1321">
                  <c:v>9.2462980411129703</c:v>
                </c:pt>
                <c:pt idx="1322">
                  <c:v>9.2229075323682004</c:v>
                </c:pt>
                <c:pt idx="1323">
                  <c:v>9.3681999265089502</c:v>
                </c:pt>
                <c:pt idx="1324">
                  <c:v>9.3226461202100896</c:v>
                </c:pt>
                <c:pt idx="1325">
                  <c:v>9.2228423006209308</c:v>
                </c:pt>
                <c:pt idx="1326">
                  <c:v>9.1897685371394005</c:v>
                </c:pt>
                <c:pt idx="1327">
                  <c:v>9.1897685371394005</c:v>
                </c:pt>
                <c:pt idx="1328">
                  <c:v>9.2117823436266093</c:v>
                </c:pt>
                <c:pt idx="1329">
                  <c:v>9.2205154337340804</c:v>
                </c:pt>
                <c:pt idx="1330">
                  <c:v>9.2554757627190902</c:v>
                </c:pt>
                <c:pt idx="1331">
                  <c:v>9.2272310681137899</c:v>
                </c:pt>
                <c:pt idx="1332">
                  <c:v>9.1511623462459699</c:v>
                </c:pt>
                <c:pt idx="1333">
                  <c:v>9.1221079681473896</c:v>
                </c:pt>
                <c:pt idx="1334">
                  <c:v>9.0176073787624507</c:v>
                </c:pt>
                <c:pt idx="1335">
                  <c:v>8.9856002451126908</c:v>
                </c:pt>
                <c:pt idx="1336">
                  <c:v>8.9865207468845192</c:v>
                </c:pt>
                <c:pt idx="1337">
                  <c:v>9.0188701042176405</c:v>
                </c:pt>
                <c:pt idx="1338">
                  <c:v>9.0326154815229796</c:v>
                </c:pt>
                <c:pt idx="1339">
                  <c:v>9.0065837537058293</c:v>
                </c:pt>
                <c:pt idx="1340">
                  <c:v>8.9396596593583801</c:v>
                </c:pt>
                <c:pt idx="1341">
                  <c:v>9.0378554935656599</c:v>
                </c:pt>
                <c:pt idx="1342">
                  <c:v>9.2075508534856993</c:v>
                </c:pt>
                <c:pt idx="1343">
                  <c:v>9.2075508534856993</c:v>
                </c:pt>
                <c:pt idx="1344">
                  <c:v>9.1947813814088608</c:v>
                </c:pt>
                <c:pt idx="1345">
                  <c:v>9.1750020165412405</c:v>
                </c:pt>
                <c:pt idx="1346">
                  <c:v>9.3539267618798192</c:v>
                </c:pt>
                <c:pt idx="1347">
                  <c:v>9.3616147059031292</c:v>
                </c:pt>
                <c:pt idx="1348">
                  <c:v>9.4471150896093103</c:v>
                </c:pt>
                <c:pt idx="1349">
                  <c:v>9.6914660170812397</c:v>
                </c:pt>
                <c:pt idx="1350">
                  <c:v>9.6914660170812397</c:v>
                </c:pt>
                <c:pt idx="1351">
                  <c:v>9.6914660170812397</c:v>
                </c:pt>
                <c:pt idx="1352">
                  <c:v>9.8503455776629494</c:v>
                </c:pt>
                <c:pt idx="1353">
                  <c:v>9.9560187892200105</c:v>
                </c:pt>
                <c:pt idx="1354">
                  <c:v>9.9524980112222092</c:v>
                </c:pt>
                <c:pt idx="1355">
                  <c:v>9.8922066780077706</c:v>
                </c:pt>
                <c:pt idx="1356">
                  <c:v>9.9246879985705991</c:v>
                </c:pt>
                <c:pt idx="1357">
                  <c:v>9.7627283021879592</c:v>
                </c:pt>
                <c:pt idx="1358">
                  <c:v>9.7627283021879592</c:v>
                </c:pt>
                <c:pt idx="1359">
                  <c:v>10.132265878849999</c:v>
                </c:pt>
                <c:pt idx="1360">
                  <c:v>9.9749137128635592</c:v>
                </c:pt>
                <c:pt idx="1361">
                  <c:v>10.00174945134</c:v>
                </c:pt>
                <c:pt idx="1362">
                  <c:v>9.9660228912827602</c:v>
                </c:pt>
                <c:pt idx="1363">
                  <c:v>9.9660228912827602</c:v>
                </c:pt>
                <c:pt idx="1364">
                  <c:v>10.6290221098951</c:v>
                </c:pt>
                <c:pt idx="1365">
                  <c:v>10.2103521189771</c:v>
                </c:pt>
                <c:pt idx="1366">
                  <c:v>10.1763292576005</c:v>
                </c:pt>
                <c:pt idx="1367">
                  <c:v>10.080951341317199</c:v>
                </c:pt>
                <c:pt idx="1368">
                  <c:v>10.080951341317199</c:v>
                </c:pt>
                <c:pt idx="1369">
                  <c:v>9.9629269426442608</c:v>
                </c:pt>
                <c:pt idx="1370">
                  <c:v>9.8944305318134997</c:v>
                </c:pt>
                <c:pt idx="1371">
                  <c:v>9.8634821240814201</c:v>
                </c:pt>
                <c:pt idx="1372">
                  <c:v>9.8263530018045806</c:v>
                </c:pt>
                <c:pt idx="1373">
                  <c:v>9.7710904640761296</c:v>
                </c:pt>
                <c:pt idx="1374">
                  <c:v>9.6819207167393504</c:v>
                </c:pt>
                <c:pt idx="1375">
                  <c:v>9.7204139784369605</c:v>
                </c:pt>
                <c:pt idx="1376">
                  <c:v>9.7049451261779591</c:v>
                </c:pt>
                <c:pt idx="1377">
                  <c:v>9.7589842891955207</c:v>
                </c:pt>
                <c:pt idx="1378">
                  <c:v>9.8695854584696505</c:v>
                </c:pt>
                <c:pt idx="1379">
                  <c:v>9.8612073180071604</c:v>
                </c:pt>
                <c:pt idx="1380">
                  <c:v>9.7799625168827493</c:v>
                </c:pt>
                <c:pt idx="1381">
                  <c:v>9.6680927836457098</c:v>
                </c:pt>
                <c:pt idx="1382">
                  <c:v>9.5893338686075005</c:v>
                </c:pt>
                <c:pt idx="1383">
                  <c:v>9.5893338686075005</c:v>
                </c:pt>
                <c:pt idx="1384">
                  <c:v>9.5029160970921307</c:v>
                </c:pt>
                <c:pt idx="1385">
                  <c:v>9.4628250551210495</c:v>
                </c:pt>
                <c:pt idx="1386">
                  <c:v>9.4016214512466796</c:v>
                </c:pt>
                <c:pt idx="1387">
                  <c:v>9.3466734823028901</c:v>
                </c:pt>
                <c:pt idx="1388">
                  <c:v>9.4397709144873403</c:v>
                </c:pt>
                <c:pt idx="1389">
                  <c:v>9.5724583741668194</c:v>
                </c:pt>
                <c:pt idx="1390">
                  <c:v>9.5809898552950497</c:v>
                </c:pt>
                <c:pt idx="1391">
                  <c:v>9.4869945687152093</c:v>
                </c:pt>
                <c:pt idx="1392">
                  <c:v>9.4601286866374608</c:v>
                </c:pt>
                <c:pt idx="1393">
                  <c:v>9.4287378551405805</c:v>
                </c:pt>
                <c:pt idx="1394">
                  <c:v>9.4592786950022596</c:v>
                </c:pt>
                <c:pt idx="1395">
                  <c:v>9.5813495081097706</c:v>
                </c:pt>
                <c:pt idx="1396">
                  <c:v>9.5686486652907092</c:v>
                </c:pt>
                <c:pt idx="1397">
                  <c:v>9.5686486652907092</c:v>
                </c:pt>
                <c:pt idx="1398">
                  <c:v>9.6770967828342105</c:v>
                </c:pt>
                <c:pt idx="1399">
                  <c:v>9.6666945621687699</c:v>
                </c:pt>
                <c:pt idx="1400">
                  <c:v>9.6961740537848495</c:v>
                </c:pt>
                <c:pt idx="1401">
                  <c:v>9.6844189450914993</c:v>
                </c:pt>
                <c:pt idx="1402">
                  <c:v>9.7528139533921099</c:v>
                </c:pt>
                <c:pt idx="1403">
                  <c:v>9.7528139533921099</c:v>
                </c:pt>
                <c:pt idx="1404">
                  <c:v>9.8734140161484607</c:v>
                </c:pt>
                <c:pt idx="1405">
                  <c:v>10.062057461027299</c:v>
                </c:pt>
                <c:pt idx="1406">
                  <c:v>9.9669677003950401</c:v>
                </c:pt>
                <c:pt idx="1407">
                  <c:v>10.0519995867076</c:v>
                </c:pt>
                <c:pt idx="1408">
                  <c:v>10.058765450604501</c:v>
                </c:pt>
                <c:pt idx="1409">
                  <c:v>10.0736473108364</c:v>
                </c:pt>
                <c:pt idx="1410">
                  <c:v>10.148826028749999</c:v>
                </c:pt>
                <c:pt idx="1411">
                  <c:v>10.0694187179522</c:v>
                </c:pt>
                <c:pt idx="1412">
                  <c:v>10.0475047596282</c:v>
                </c:pt>
                <c:pt idx="1413">
                  <c:v>10.1045512293448</c:v>
                </c:pt>
                <c:pt idx="1414">
                  <c:v>10.078890967589</c:v>
                </c:pt>
                <c:pt idx="1415">
                  <c:v>10.078890967589</c:v>
                </c:pt>
                <c:pt idx="1416">
                  <c:v>9.9268289868618993</c:v>
                </c:pt>
                <c:pt idx="1417">
                  <c:v>9.8713524975450007</c:v>
                </c:pt>
                <c:pt idx="1418">
                  <c:v>9.9150130634895994</c:v>
                </c:pt>
                <c:pt idx="1419">
                  <c:v>9.9061078677763401</c:v>
                </c:pt>
                <c:pt idx="1420">
                  <c:v>10.108403481626</c:v>
                </c:pt>
                <c:pt idx="1421">
                  <c:v>10.065379697507201</c:v>
                </c:pt>
                <c:pt idx="1422">
                  <c:v>10.067818710758599</c:v>
                </c:pt>
                <c:pt idx="1423">
                  <c:v>10.101779960482601</c:v>
                </c:pt>
                <c:pt idx="1424">
                  <c:v>10.203362612893599</c:v>
                </c:pt>
                <c:pt idx="1425">
                  <c:v>10.122338517292301</c:v>
                </c:pt>
                <c:pt idx="1426">
                  <c:v>10.017176310713101</c:v>
                </c:pt>
                <c:pt idx="1427">
                  <c:v>9.8927891394671903</c:v>
                </c:pt>
                <c:pt idx="1428">
                  <c:v>9.9034773372980691</c:v>
                </c:pt>
                <c:pt idx="1429">
                  <c:v>9.7891507989369906</c:v>
                </c:pt>
                <c:pt idx="1430">
                  <c:v>9.8223441553475599</c:v>
                </c:pt>
                <c:pt idx="1431">
                  <c:v>9.7413898000703494</c:v>
                </c:pt>
                <c:pt idx="1432">
                  <c:v>9.7256537668526093</c:v>
                </c:pt>
                <c:pt idx="1433">
                  <c:v>9.5964859732801209</c:v>
                </c:pt>
                <c:pt idx="1434">
                  <c:v>9.5722058878232001</c:v>
                </c:pt>
                <c:pt idx="1435">
                  <c:v>9.5441656424797596</c:v>
                </c:pt>
                <c:pt idx="1436">
                  <c:v>9.5152209364952096</c:v>
                </c:pt>
                <c:pt idx="1437">
                  <c:v>9.5159843222276805</c:v>
                </c:pt>
                <c:pt idx="1438">
                  <c:v>9.4800847472169707</c:v>
                </c:pt>
                <c:pt idx="1439">
                  <c:v>9.4018216732669497</c:v>
                </c:pt>
                <c:pt idx="1440">
                  <c:v>9.4016934149640097</c:v>
                </c:pt>
                <c:pt idx="1441">
                  <c:v>9.3444758050903207</c:v>
                </c:pt>
                <c:pt idx="1442">
                  <c:v>9.3888653245553702</c:v>
                </c:pt>
                <c:pt idx="1443">
                  <c:v>9.3888653245553702</c:v>
                </c:pt>
                <c:pt idx="1444">
                  <c:v>9.3838879551454699</c:v>
                </c:pt>
                <c:pt idx="1445">
                  <c:v>9.2984642422558501</c:v>
                </c:pt>
                <c:pt idx="1446">
                  <c:v>9.3118778295241107</c:v>
                </c:pt>
                <c:pt idx="1447">
                  <c:v>9.2636733222986098</c:v>
                </c:pt>
                <c:pt idx="1448">
                  <c:v>9.1663208879409392</c:v>
                </c:pt>
                <c:pt idx="1449">
                  <c:v>9.2306641529991698</c:v>
                </c:pt>
                <c:pt idx="1450">
                  <c:v>9.1830775813263905</c:v>
                </c:pt>
                <c:pt idx="1451">
                  <c:v>9.1642271786974696</c:v>
                </c:pt>
                <c:pt idx="1452">
                  <c:v>9.1138648065771495</c:v>
                </c:pt>
                <c:pt idx="1453">
                  <c:v>8.9567793235563098</c:v>
                </c:pt>
                <c:pt idx="1454">
                  <c:v>8.9597034943505101</c:v>
                </c:pt>
                <c:pt idx="1455">
                  <c:v>8.91675985207916</c:v>
                </c:pt>
                <c:pt idx="1456">
                  <c:v>8.8657790719893708</c:v>
                </c:pt>
                <c:pt idx="1457">
                  <c:v>8.8608558607797701</c:v>
                </c:pt>
                <c:pt idx="1458">
                  <c:v>8.8608558607797701</c:v>
                </c:pt>
                <c:pt idx="1459">
                  <c:v>8.8119740900206605</c:v>
                </c:pt>
                <c:pt idx="1460">
                  <c:v>8.7269140377840593</c:v>
                </c:pt>
                <c:pt idx="1461">
                  <c:v>8.7111114564212109</c:v>
                </c:pt>
                <c:pt idx="1462">
                  <c:v>8.6010762791215694</c:v>
                </c:pt>
                <c:pt idx="1463">
                  <c:v>8.6196192258595694</c:v>
                </c:pt>
                <c:pt idx="1464">
                  <c:v>8.5461588204679906</c:v>
                </c:pt>
                <c:pt idx="1465">
                  <c:v>8.5091711097970393</c:v>
                </c:pt>
                <c:pt idx="1466">
                  <c:v>8.5038625092033797</c:v>
                </c:pt>
                <c:pt idx="1467">
                  <c:v>8.3875923486449704</c:v>
                </c:pt>
                <c:pt idx="1468">
                  <c:v>8.3875923486449704</c:v>
                </c:pt>
                <c:pt idx="1469">
                  <c:v>8.5022568466000905</c:v>
                </c:pt>
                <c:pt idx="1470">
                  <c:v>8.5479071235383906</c:v>
                </c:pt>
                <c:pt idx="1471">
                  <c:v>8.5150199379989999</c:v>
                </c:pt>
                <c:pt idx="1472">
                  <c:v>8.4767793537119491</c:v>
                </c:pt>
                <c:pt idx="1473">
                  <c:v>8.4636388957981499</c:v>
                </c:pt>
                <c:pt idx="1474">
                  <c:v>8.28921217345383</c:v>
                </c:pt>
                <c:pt idx="1475">
                  <c:v>8.2986400990310205</c:v>
                </c:pt>
                <c:pt idx="1476">
                  <c:v>8.3125650844344801</c:v>
                </c:pt>
                <c:pt idx="1477">
                  <c:v>8.3175755152466504</c:v>
                </c:pt>
                <c:pt idx="1478">
                  <c:v>8.3180381327275903</c:v>
                </c:pt>
                <c:pt idx="1479">
                  <c:v>8.2776169901639491</c:v>
                </c:pt>
                <c:pt idx="1480">
                  <c:v>8.3044063858775896</c:v>
                </c:pt>
                <c:pt idx="1481">
                  <c:v>8.2572202828881291</c:v>
                </c:pt>
                <c:pt idx="1482">
                  <c:v>8.4987316034308105</c:v>
                </c:pt>
                <c:pt idx="1483">
                  <c:v>8.5807528366381192</c:v>
                </c:pt>
                <c:pt idx="1484">
                  <c:v>8.5807528366381192</c:v>
                </c:pt>
                <c:pt idx="1485">
                  <c:v>8.5560051027026294</c:v>
                </c:pt>
                <c:pt idx="1486">
                  <c:v>8.3890612261732809</c:v>
                </c:pt>
                <c:pt idx="1487">
                  <c:v>8.4887021050674694</c:v>
                </c:pt>
                <c:pt idx="1488">
                  <c:v>8.4488517246269303</c:v>
                </c:pt>
                <c:pt idx="1489">
                  <c:v>8.5739718388871999</c:v>
                </c:pt>
                <c:pt idx="1490">
                  <c:v>8.6794750193274801</c:v>
                </c:pt>
                <c:pt idx="1491">
                  <c:v>8.6778890200320706</c:v>
                </c:pt>
                <c:pt idx="1492">
                  <c:v>8.74533954410545</c:v>
                </c:pt>
                <c:pt idx="1493">
                  <c:v>8.9943130603597901</c:v>
                </c:pt>
                <c:pt idx="1494">
                  <c:v>8.8204497734324594</c:v>
                </c:pt>
                <c:pt idx="1495">
                  <c:v>8.9215264831269501</c:v>
                </c:pt>
                <c:pt idx="1496">
                  <c:v>8.7196079391114392</c:v>
                </c:pt>
                <c:pt idx="1497">
                  <c:v>8.7196079391114392</c:v>
                </c:pt>
                <c:pt idx="1498">
                  <c:v>8.7991894400784396</c:v>
                </c:pt>
                <c:pt idx="1499">
                  <c:v>8.8248366672315193</c:v>
                </c:pt>
                <c:pt idx="1500">
                  <c:v>8.9446357132422403</c:v>
                </c:pt>
                <c:pt idx="1501">
                  <c:v>8.9446357132422403</c:v>
                </c:pt>
                <c:pt idx="1502">
                  <c:v>8.9446357132422403</c:v>
                </c:pt>
                <c:pt idx="1503">
                  <c:v>9.02968600281433</c:v>
                </c:pt>
                <c:pt idx="1504">
                  <c:v>8.9585040965339395</c:v>
                </c:pt>
                <c:pt idx="1505">
                  <c:v>8.9504900974874904</c:v>
                </c:pt>
                <c:pt idx="1506">
                  <c:v>9.07217093008029</c:v>
                </c:pt>
                <c:pt idx="1507">
                  <c:v>8.9821597955665897</c:v>
                </c:pt>
                <c:pt idx="1508">
                  <c:v>8.9821597955665897</c:v>
                </c:pt>
                <c:pt idx="1509">
                  <c:v>8.9814003873459498</c:v>
                </c:pt>
                <c:pt idx="1510">
                  <c:v>9.2095584927841205</c:v>
                </c:pt>
                <c:pt idx="1511">
                  <c:v>9.1520885967836794</c:v>
                </c:pt>
                <c:pt idx="1512">
                  <c:v>9.2546629502234996</c:v>
                </c:pt>
                <c:pt idx="1513">
                  <c:v>9.1280110275477409</c:v>
                </c:pt>
                <c:pt idx="1514">
                  <c:v>9.0352970096219298</c:v>
                </c:pt>
                <c:pt idx="1515">
                  <c:v>9.0599647666955594</c:v>
                </c:pt>
                <c:pt idx="1516">
                  <c:v>8.9945612366524905</c:v>
                </c:pt>
                <c:pt idx="1517">
                  <c:v>8.9383254926147604</c:v>
                </c:pt>
                <c:pt idx="1518">
                  <c:v>8.9615416441542806</c:v>
                </c:pt>
                <c:pt idx="1519">
                  <c:v>8.9500194097047707</c:v>
                </c:pt>
                <c:pt idx="1520">
                  <c:v>9.1300863652106408</c:v>
                </c:pt>
                <c:pt idx="1521">
                  <c:v>9.2100466901458695</c:v>
                </c:pt>
                <c:pt idx="1522">
                  <c:v>9.2027489847425006</c:v>
                </c:pt>
                <c:pt idx="1523">
                  <c:v>9.2873097192804206</c:v>
                </c:pt>
                <c:pt idx="1524">
                  <c:v>9.4659254624897304</c:v>
                </c:pt>
                <c:pt idx="1525">
                  <c:v>9.4460887253079608</c:v>
                </c:pt>
                <c:pt idx="1526">
                  <c:v>9.5031439374262998</c:v>
                </c:pt>
                <c:pt idx="1527">
                  <c:v>9.4959083253640006</c:v>
                </c:pt>
                <c:pt idx="1528">
                  <c:v>9.4296406376603894</c:v>
                </c:pt>
                <c:pt idx="1529">
                  <c:v>9.3444741734592593</c:v>
                </c:pt>
                <c:pt idx="1530">
                  <c:v>9.3910908221247098</c:v>
                </c:pt>
                <c:pt idx="1531">
                  <c:v>9.3375109814229305</c:v>
                </c:pt>
                <c:pt idx="1532">
                  <c:v>9.3498213881116996</c:v>
                </c:pt>
                <c:pt idx="1533">
                  <c:v>9.3844971461674707</c:v>
                </c:pt>
                <c:pt idx="1534">
                  <c:v>9.5913358262014103</c:v>
                </c:pt>
                <c:pt idx="1535">
                  <c:v>9.5113136878188005</c:v>
                </c:pt>
                <c:pt idx="1536">
                  <c:v>9.6018267963412693</c:v>
                </c:pt>
                <c:pt idx="1537">
                  <c:v>9.6902530132296096</c:v>
                </c:pt>
                <c:pt idx="1538">
                  <c:v>9.6916405457280508</c:v>
                </c:pt>
                <c:pt idx="1539">
                  <c:v>9.6951771559628597</c:v>
                </c:pt>
                <c:pt idx="1540">
                  <c:v>9.6695981398175306</c:v>
                </c:pt>
                <c:pt idx="1541">
                  <c:v>9.6963738960686303</c:v>
                </c:pt>
                <c:pt idx="1542">
                  <c:v>9.6950696103542509</c:v>
                </c:pt>
                <c:pt idx="1543">
                  <c:v>9.5633646050431</c:v>
                </c:pt>
                <c:pt idx="1544">
                  <c:v>9.5533254290966401</c:v>
                </c:pt>
                <c:pt idx="1545">
                  <c:v>9.5140968921291194</c:v>
                </c:pt>
                <c:pt idx="1546">
                  <c:v>9.6293819664164797</c:v>
                </c:pt>
                <c:pt idx="1547">
                  <c:v>9.4912952037967706</c:v>
                </c:pt>
                <c:pt idx="1548">
                  <c:v>9.4679918989544607</c:v>
                </c:pt>
                <c:pt idx="1549">
                  <c:v>9.5871532786769293</c:v>
                </c:pt>
                <c:pt idx="1550">
                  <c:v>9.5597648025022703</c:v>
                </c:pt>
                <c:pt idx="1551">
                  <c:v>9.4935147970046696</c:v>
                </c:pt>
                <c:pt idx="1552">
                  <c:v>9.4368425156756501</c:v>
                </c:pt>
                <c:pt idx="1553">
                  <c:v>9.4032736025222796</c:v>
                </c:pt>
                <c:pt idx="1554">
                  <c:v>9.36096093340959</c:v>
                </c:pt>
                <c:pt idx="1555">
                  <c:v>9.3143403008374701</c:v>
                </c:pt>
                <c:pt idx="1556">
                  <c:v>9.3948728061854592</c:v>
                </c:pt>
                <c:pt idx="1557">
                  <c:v>9.4185894313077796</c:v>
                </c:pt>
                <c:pt idx="1558">
                  <c:v>9.4185894313077796</c:v>
                </c:pt>
                <c:pt idx="1559">
                  <c:v>9.3859386751774601</c:v>
                </c:pt>
                <c:pt idx="1560">
                  <c:v>9.3604696045252602</c:v>
                </c:pt>
                <c:pt idx="1561">
                  <c:v>9.3864330940364802</c:v>
                </c:pt>
                <c:pt idx="1562">
                  <c:v>9.4291002285837298</c:v>
                </c:pt>
                <c:pt idx="1563">
                  <c:v>9.3766418803052307</c:v>
                </c:pt>
                <c:pt idx="1564">
                  <c:v>9.3803013017028203</c:v>
                </c:pt>
                <c:pt idx="1565">
                  <c:v>9.4138567032403699</c:v>
                </c:pt>
                <c:pt idx="1566">
                  <c:v>9.4138567032403699</c:v>
                </c:pt>
                <c:pt idx="1567">
                  <c:v>9.4138567032403699</c:v>
                </c:pt>
                <c:pt idx="1568">
                  <c:v>9.3501480936952692</c:v>
                </c:pt>
                <c:pt idx="1569">
                  <c:v>9.1966671003761693</c:v>
                </c:pt>
                <c:pt idx="1570">
                  <c:v>9.0578704436904101</c:v>
                </c:pt>
                <c:pt idx="1571">
                  <c:v>9.0934104679024301</c:v>
                </c:pt>
                <c:pt idx="1572">
                  <c:v>9.0135619843163504</c:v>
                </c:pt>
                <c:pt idx="1573">
                  <c:v>8.9575384319908604</c:v>
                </c:pt>
                <c:pt idx="1574">
                  <c:v>9.0365046581255406</c:v>
                </c:pt>
                <c:pt idx="1575">
                  <c:v>8.9790609964592107</c:v>
                </c:pt>
                <c:pt idx="1576">
                  <c:v>8.9190400519832505</c:v>
                </c:pt>
                <c:pt idx="1577">
                  <c:v>8.9062051787962595</c:v>
                </c:pt>
                <c:pt idx="1578">
                  <c:v>8.8649209769829707</c:v>
                </c:pt>
                <c:pt idx="1579">
                  <c:v>8.8035670924544007</c:v>
                </c:pt>
                <c:pt idx="1580">
                  <c:v>8.8204001328461796</c:v>
                </c:pt>
                <c:pt idx="1581">
                  <c:v>8.8354471913264891</c:v>
                </c:pt>
                <c:pt idx="1582">
                  <c:v>8.8631146808006793</c:v>
                </c:pt>
                <c:pt idx="1583">
                  <c:v>8.8273427008213901</c:v>
                </c:pt>
                <c:pt idx="1584">
                  <c:v>8.9062090417606203</c:v>
                </c:pt>
                <c:pt idx="1585">
                  <c:v>8.9258983903521205</c:v>
                </c:pt>
                <c:pt idx="1586">
                  <c:v>8.8519056970780898</c:v>
                </c:pt>
                <c:pt idx="1587">
                  <c:v>8.8592180917609404</c:v>
                </c:pt>
                <c:pt idx="1588">
                  <c:v>8.5361335363126294</c:v>
                </c:pt>
                <c:pt idx="1589">
                  <c:v>8.4991606377004896</c:v>
                </c:pt>
                <c:pt idx="1590">
                  <c:v>8.57678673862865</c:v>
                </c:pt>
                <c:pt idx="1591">
                  <c:v>8.6956844277773104</c:v>
                </c:pt>
                <c:pt idx="1592">
                  <c:v>8.8101683431781499</c:v>
                </c:pt>
                <c:pt idx="1593">
                  <c:v>8.6584023310440408</c:v>
                </c:pt>
                <c:pt idx="1594">
                  <c:v>8.6960254198942408</c:v>
                </c:pt>
                <c:pt idx="1595">
                  <c:v>8.6054720934882791</c:v>
                </c:pt>
                <c:pt idx="1596">
                  <c:v>8.6377259977312697</c:v>
                </c:pt>
                <c:pt idx="1597">
                  <c:v>8.8013603767497095</c:v>
                </c:pt>
                <c:pt idx="1598">
                  <c:v>8.8013603767497095</c:v>
                </c:pt>
                <c:pt idx="1599">
                  <c:v>8.8912506357339698</c:v>
                </c:pt>
                <c:pt idx="1600">
                  <c:v>8.8926726534468692</c:v>
                </c:pt>
                <c:pt idx="1601">
                  <c:v>8.8812692468741101</c:v>
                </c:pt>
                <c:pt idx="1602">
                  <c:v>8.7889975964517202</c:v>
                </c:pt>
                <c:pt idx="1603">
                  <c:v>8.6573467441052596</c:v>
                </c:pt>
                <c:pt idx="1604">
                  <c:v>8.6840851668075203</c:v>
                </c:pt>
                <c:pt idx="1605">
                  <c:v>8.6166840320118592</c:v>
                </c:pt>
                <c:pt idx="1606">
                  <c:v>8.5575881476273903</c:v>
                </c:pt>
                <c:pt idx="1607">
                  <c:v>8.6353506163090401</c:v>
                </c:pt>
                <c:pt idx="1608">
                  <c:v>8.6144344246334406</c:v>
                </c:pt>
                <c:pt idx="1609">
                  <c:v>8.54147671742375</c:v>
                </c:pt>
                <c:pt idx="1610">
                  <c:v>8.4936642610878206</c:v>
                </c:pt>
                <c:pt idx="1611">
                  <c:v>8.4960370030469896</c:v>
                </c:pt>
                <c:pt idx="1612">
                  <c:v>8.5172895961822608</c:v>
                </c:pt>
                <c:pt idx="1613">
                  <c:v>8.5172895961822608</c:v>
                </c:pt>
                <c:pt idx="1614">
                  <c:v>8.5010200487905703</c:v>
                </c:pt>
                <c:pt idx="1615">
                  <c:v>8.5612625944999401</c:v>
                </c:pt>
                <c:pt idx="1616">
                  <c:v>8.5414697698554196</c:v>
                </c:pt>
                <c:pt idx="1617">
                  <c:v>8.5672377189027102</c:v>
                </c:pt>
                <c:pt idx="1618">
                  <c:v>8.5672377189027102</c:v>
                </c:pt>
                <c:pt idx="1619">
                  <c:v>8.4667845041203105</c:v>
                </c:pt>
                <c:pt idx="1620">
                  <c:v>8.5244056410168394</c:v>
                </c:pt>
                <c:pt idx="1621">
                  <c:v>8.5441744385204093</c:v>
                </c:pt>
                <c:pt idx="1622">
                  <c:v>8.6164825607975892</c:v>
                </c:pt>
                <c:pt idx="1623">
                  <c:v>8.4832596789240107</c:v>
                </c:pt>
                <c:pt idx="1624">
                  <c:v>8.5095905322244807</c:v>
                </c:pt>
                <c:pt idx="1625">
                  <c:v>8.5175583815097795</c:v>
                </c:pt>
                <c:pt idx="1626">
                  <c:v>8.4885375980102804</c:v>
                </c:pt>
                <c:pt idx="1627">
                  <c:v>8.44803469063066</c:v>
                </c:pt>
                <c:pt idx="1628">
                  <c:v>8.4246983168720408</c:v>
                </c:pt>
                <c:pt idx="1629">
                  <c:v>8.3948195826189398</c:v>
                </c:pt>
                <c:pt idx="1630">
                  <c:v>8.3764295529547006</c:v>
                </c:pt>
                <c:pt idx="1631">
                  <c:v>8.2490083247009007</c:v>
                </c:pt>
                <c:pt idx="1632">
                  <c:v>8.2629242326500894</c:v>
                </c:pt>
                <c:pt idx="1633">
                  <c:v>8.2629242326500894</c:v>
                </c:pt>
                <c:pt idx="1634">
                  <c:v>8.2560834418512599</c:v>
                </c:pt>
                <c:pt idx="1635">
                  <c:v>8.3048034924902794</c:v>
                </c:pt>
                <c:pt idx="1636">
                  <c:v>8.2177201617577609</c:v>
                </c:pt>
                <c:pt idx="1637">
                  <c:v>8.2124714262544902</c:v>
                </c:pt>
                <c:pt idx="1638">
                  <c:v>8.16212217003695</c:v>
                </c:pt>
                <c:pt idx="1639">
                  <c:v>8.1127962655330599</c:v>
                </c:pt>
                <c:pt idx="1640">
                  <c:v>8.0812515448570093</c:v>
                </c:pt>
                <c:pt idx="1641">
                  <c:v>8.0408677661244798</c:v>
                </c:pt>
                <c:pt idx="1642">
                  <c:v>8.0173785095114294</c:v>
                </c:pt>
                <c:pt idx="1643">
                  <c:v>7.9198007544471798</c:v>
                </c:pt>
                <c:pt idx="1644">
                  <c:v>7.9198007544471798</c:v>
                </c:pt>
                <c:pt idx="1645">
                  <c:v>7.9139442201227199</c:v>
                </c:pt>
                <c:pt idx="1646">
                  <c:v>8.0331940578334198</c:v>
                </c:pt>
                <c:pt idx="1647">
                  <c:v>8.1092569608605292</c:v>
                </c:pt>
                <c:pt idx="1648">
                  <c:v>8.1372280830911805</c:v>
                </c:pt>
                <c:pt idx="1649">
                  <c:v>8.1364901750551102</c:v>
                </c:pt>
                <c:pt idx="1650">
                  <c:v>8.1012558646073103</c:v>
                </c:pt>
                <c:pt idx="1651">
                  <c:v>8.0157851285307107</c:v>
                </c:pt>
                <c:pt idx="1652">
                  <c:v>7.9454754132929404</c:v>
                </c:pt>
                <c:pt idx="1653">
                  <c:v>7.9288858866252001</c:v>
                </c:pt>
                <c:pt idx="1654">
                  <c:v>7.9288442529614898</c:v>
                </c:pt>
                <c:pt idx="1655">
                  <c:v>7.8692605756688003</c:v>
                </c:pt>
                <c:pt idx="1656">
                  <c:v>7.8421289190676102</c:v>
                </c:pt>
                <c:pt idx="1657">
                  <c:v>7.7049460636154299</c:v>
                </c:pt>
                <c:pt idx="1658">
                  <c:v>7.6735075982946901</c:v>
                </c:pt>
                <c:pt idx="1659">
                  <c:v>7.6712944366656401</c:v>
                </c:pt>
                <c:pt idx="1660">
                  <c:v>7.6759477129927598</c:v>
                </c:pt>
                <c:pt idx="1661">
                  <c:v>7.7483249151461804</c:v>
                </c:pt>
                <c:pt idx="1662">
                  <c:v>7.7793637805579499</c:v>
                </c:pt>
                <c:pt idx="1663">
                  <c:v>7.7793637805579499</c:v>
                </c:pt>
                <c:pt idx="1664">
                  <c:v>7.7014449909613303</c:v>
                </c:pt>
                <c:pt idx="1665">
                  <c:v>7.6172694651416197</c:v>
                </c:pt>
                <c:pt idx="1666">
                  <c:v>7.5791571748910904</c:v>
                </c:pt>
                <c:pt idx="1667">
                  <c:v>7.5677740522705497</c:v>
                </c:pt>
                <c:pt idx="1668">
                  <c:v>7.6078745604801501</c:v>
                </c:pt>
                <c:pt idx="1669">
                  <c:v>7.6200377283290202</c:v>
                </c:pt>
                <c:pt idx="1670">
                  <c:v>7.5971470701473498</c:v>
                </c:pt>
                <c:pt idx="1671">
                  <c:v>7.5785850064546603</c:v>
                </c:pt>
                <c:pt idx="1672">
                  <c:v>7.5984575115297801</c:v>
                </c:pt>
                <c:pt idx="1673">
                  <c:v>7.5382121379037601</c:v>
                </c:pt>
                <c:pt idx="1674">
                  <c:v>7.5977579257058503</c:v>
                </c:pt>
                <c:pt idx="1675">
                  <c:v>7.5760680519056596</c:v>
                </c:pt>
                <c:pt idx="1676">
                  <c:v>7.5668892245189001</c:v>
                </c:pt>
                <c:pt idx="1677">
                  <c:v>7.5752879552639598</c:v>
                </c:pt>
                <c:pt idx="1678">
                  <c:v>7.5762955360261701</c:v>
                </c:pt>
                <c:pt idx="1679">
                  <c:v>7.6982852110443396</c:v>
                </c:pt>
                <c:pt idx="1680">
                  <c:v>7.7188615296699599</c:v>
                </c:pt>
                <c:pt idx="1681">
                  <c:v>7.8588995554210497</c:v>
                </c:pt>
                <c:pt idx="1682">
                  <c:v>7.9132145525195901</c:v>
                </c:pt>
                <c:pt idx="1683">
                  <c:v>7.9282380734505704</c:v>
                </c:pt>
                <c:pt idx="1684">
                  <c:v>7.8635472841759704</c:v>
                </c:pt>
                <c:pt idx="1685">
                  <c:v>7.82140607038792</c:v>
                </c:pt>
                <c:pt idx="1686">
                  <c:v>7.7378443427029699</c:v>
                </c:pt>
                <c:pt idx="1687">
                  <c:v>7.6885049892125004</c:v>
                </c:pt>
                <c:pt idx="1688">
                  <c:v>7.6706130523164999</c:v>
                </c:pt>
                <c:pt idx="1689">
                  <c:v>7.7044080069637104</c:v>
                </c:pt>
                <c:pt idx="1690">
                  <c:v>7.7860348756270596</c:v>
                </c:pt>
                <c:pt idx="1691">
                  <c:v>7.7824047479810003</c:v>
                </c:pt>
                <c:pt idx="1692">
                  <c:v>7.8129768919847598</c:v>
                </c:pt>
                <c:pt idx="1693">
                  <c:v>7.7712982259597903</c:v>
                </c:pt>
                <c:pt idx="1694">
                  <c:v>7.7217372788705596</c:v>
                </c:pt>
                <c:pt idx="1695">
                  <c:v>7.7225098138682498</c:v>
                </c:pt>
                <c:pt idx="1696">
                  <c:v>7.8969500808441504</c:v>
                </c:pt>
                <c:pt idx="1697">
                  <c:v>7.8363002268813604</c:v>
                </c:pt>
                <c:pt idx="1698">
                  <c:v>7.8111588883769496</c:v>
                </c:pt>
                <c:pt idx="1699">
                  <c:v>7.8681947446406397</c:v>
                </c:pt>
                <c:pt idx="1700">
                  <c:v>7.79570441182336</c:v>
                </c:pt>
                <c:pt idx="1701">
                  <c:v>7.7407543869577404</c:v>
                </c:pt>
                <c:pt idx="1702">
                  <c:v>7.6329973356506997</c:v>
                </c:pt>
                <c:pt idx="1703">
                  <c:v>7.5863689704389801</c:v>
                </c:pt>
                <c:pt idx="1704">
                  <c:v>7.5707174474643901</c:v>
                </c:pt>
                <c:pt idx="1705">
                  <c:v>7.6241435300573404</c:v>
                </c:pt>
                <c:pt idx="1706">
                  <c:v>7.5598047441379101</c:v>
                </c:pt>
                <c:pt idx="1707">
                  <c:v>7.5876607375180702</c:v>
                </c:pt>
                <c:pt idx="1708">
                  <c:v>7.5876607375180702</c:v>
                </c:pt>
                <c:pt idx="1709">
                  <c:v>7.6148596772928201</c:v>
                </c:pt>
                <c:pt idx="1710">
                  <c:v>7.6001845260829501</c:v>
                </c:pt>
                <c:pt idx="1711">
                  <c:v>7.6075645315385803</c:v>
                </c:pt>
                <c:pt idx="1712">
                  <c:v>7.5164829189494702</c:v>
                </c:pt>
                <c:pt idx="1713">
                  <c:v>7.5042532160568101</c:v>
                </c:pt>
                <c:pt idx="1714">
                  <c:v>7.6090513503159203</c:v>
                </c:pt>
                <c:pt idx="1715">
                  <c:v>7.5357645752197104</c:v>
                </c:pt>
                <c:pt idx="1716">
                  <c:v>7.5113273658893203</c:v>
                </c:pt>
                <c:pt idx="1717">
                  <c:v>7.5042748109105402</c:v>
                </c:pt>
                <c:pt idx="1718">
                  <c:v>7.5042748109105402</c:v>
                </c:pt>
                <c:pt idx="1719">
                  <c:v>7.5539991450580004</c:v>
                </c:pt>
                <c:pt idx="1720">
                  <c:v>7.6678698776901504</c:v>
                </c:pt>
                <c:pt idx="1721">
                  <c:v>7.6382554988625397</c:v>
                </c:pt>
                <c:pt idx="1722">
                  <c:v>7.5811357529538501</c:v>
                </c:pt>
                <c:pt idx="1723">
                  <c:v>7.5320477235326297</c:v>
                </c:pt>
                <c:pt idx="1724">
                  <c:v>7.5170832580465401</c:v>
                </c:pt>
                <c:pt idx="1725">
                  <c:v>7.5471806279985802</c:v>
                </c:pt>
                <c:pt idx="1726">
                  <c:v>7.6458174918894297</c:v>
                </c:pt>
                <c:pt idx="1727">
                  <c:v>7.9208134664003902</c:v>
                </c:pt>
                <c:pt idx="1728">
                  <c:v>7.9208134664003902</c:v>
                </c:pt>
                <c:pt idx="1729">
                  <c:v>7.9556377742611</c:v>
                </c:pt>
                <c:pt idx="1730">
                  <c:v>7.8942504030208296</c:v>
                </c:pt>
                <c:pt idx="1731">
                  <c:v>7.87011489008112</c:v>
                </c:pt>
                <c:pt idx="1732">
                  <c:v>7.9807058065865197</c:v>
                </c:pt>
                <c:pt idx="1733">
                  <c:v>7.9765833322217103</c:v>
                </c:pt>
                <c:pt idx="1734">
                  <c:v>8.0791321455497798</c:v>
                </c:pt>
                <c:pt idx="1735">
                  <c:v>7.9707668671099698</c:v>
                </c:pt>
                <c:pt idx="1736">
                  <c:v>8.0588628683243009</c:v>
                </c:pt>
                <c:pt idx="1737">
                  <c:v>8.0862802118598491</c:v>
                </c:pt>
                <c:pt idx="1738">
                  <c:v>8.1281416574574905</c:v>
                </c:pt>
                <c:pt idx="1739">
                  <c:v>8.2172115307342892</c:v>
                </c:pt>
                <c:pt idx="1740">
                  <c:v>8.1688752988721909</c:v>
                </c:pt>
                <c:pt idx="1741">
                  <c:v>8.0978052782511298</c:v>
                </c:pt>
                <c:pt idx="1742">
                  <c:v>8.0178592024326001</c:v>
                </c:pt>
                <c:pt idx="1743">
                  <c:v>7.98777929344614</c:v>
                </c:pt>
                <c:pt idx="1744">
                  <c:v>7.98601183512136</c:v>
                </c:pt>
                <c:pt idx="1745">
                  <c:v>7.98601183512136</c:v>
                </c:pt>
                <c:pt idx="1746">
                  <c:v>8.1137725844331605</c:v>
                </c:pt>
                <c:pt idx="1747">
                  <c:v>8.1300056651351102</c:v>
                </c:pt>
                <c:pt idx="1748">
                  <c:v>8.2501108409400601</c:v>
                </c:pt>
                <c:pt idx="1749">
                  <c:v>8.2422300530678392</c:v>
                </c:pt>
                <c:pt idx="1750">
                  <c:v>8.1661995103640308</c:v>
                </c:pt>
                <c:pt idx="1751">
                  <c:v>8.2687236434068208</c:v>
                </c:pt>
                <c:pt idx="1752">
                  <c:v>8.2236000724813501</c:v>
                </c:pt>
                <c:pt idx="1753">
                  <c:v>8.2188265822727296</c:v>
                </c:pt>
                <c:pt idx="1754">
                  <c:v>8.2571643680012006</c:v>
                </c:pt>
                <c:pt idx="1755">
                  <c:v>8.2434194381383605</c:v>
                </c:pt>
                <c:pt idx="1756">
                  <c:v>8.2720451687122996</c:v>
                </c:pt>
                <c:pt idx="1757">
                  <c:v>8.0835964140236403</c:v>
                </c:pt>
                <c:pt idx="1758">
                  <c:v>8.2707054438783594</c:v>
                </c:pt>
                <c:pt idx="1759">
                  <c:v>8.2319135245673998</c:v>
                </c:pt>
                <c:pt idx="1760">
                  <c:v>8.2554339240248495</c:v>
                </c:pt>
                <c:pt idx="1761">
                  <c:v>8.2607568531040005</c:v>
                </c:pt>
                <c:pt idx="1762">
                  <c:v>8.2607568531040005</c:v>
                </c:pt>
                <c:pt idx="1763">
                  <c:v>8.2924324007626602</c:v>
                </c:pt>
                <c:pt idx="1764">
                  <c:v>8.3799063007055299</c:v>
                </c:pt>
                <c:pt idx="1765">
                  <c:v>8.41652089600721</c:v>
                </c:pt>
                <c:pt idx="1766">
                  <c:v>8.4664578364327099</c:v>
                </c:pt>
                <c:pt idx="1767">
                  <c:v>8.3757647973434608</c:v>
                </c:pt>
                <c:pt idx="1768">
                  <c:v>8.3757647973434608</c:v>
                </c:pt>
                <c:pt idx="1769">
                  <c:v>8.3430571510032703</c:v>
                </c:pt>
                <c:pt idx="1770">
                  <c:v>8.2717198516394905</c:v>
                </c:pt>
                <c:pt idx="1771">
                  <c:v>8.2207271873268599</c:v>
                </c:pt>
                <c:pt idx="1772">
                  <c:v>8.2648231280512299</c:v>
                </c:pt>
                <c:pt idx="1773">
                  <c:v>8.3849905341800692</c:v>
                </c:pt>
                <c:pt idx="1774">
                  <c:v>8.4418986601648101</c:v>
                </c:pt>
                <c:pt idx="1775">
                  <c:v>8.4018587927267596</c:v>
                </c:pt>
                <c:pt idx="1776">
                  <c:v>8.4508790390180195</c:v>
                </c:pt>
                <c:pt idx="1777">
                  <c:v>8.4454728612485095</c:v>
                </c:pt>
                <c:pt idx="1778">
                  <c:v>8.4753369814725303</c:v>
                </c:pt>
                <c:pt idx="1779">
                  <c:v>8.4598767865387092</c:v>
                </c:pt>
                <c:pt idx="1780">
                  <c:v>8.4065882077562009</c:v>
                </c:pt>
                <c:pt idx="1781">
                  <c:v>8.43008643320014</c:v>
                </c:pt>
                <c:pt idx="1782">
                  <c:v>8.4614548957725599</c:v>
                </c:pt>
                <c:pt idx="1783">
                  <c:v>8.5143946049124501</c:v>
                </c:pt>
                <c:pt idx="1784">
                  <c:v>8.5443037607043806</c:v>
                </c:pt>
                <c:pt idx="1785">
                  <c:v>8.5408599397699998</c:v>
                </c:pt>
                <c:pt idx="1786">
                  <c:v>8.5428646528889995</c:v>
                </c:pt>
                <c:pt idx="1787">
                  <c:v>8.5675499271921698</c:v>
                </c:pt>
                <c:pt idx="1788">
                  <c:v>8.6314864059937104</c:v>
                </c:pt>
                <c:pt idx="1789">
                  <c:v>8.7653896612928204</c:v>
                </c:pt>
                <c:pt idx="1790">
                  <c:v>8.7696852369344303</c:v>
                </c:pt>
                <c:pt idx="1791">
                  <c:v>8.7256149806469399</c:v>
                </c:pt>
                <c:pt idx="1792">
                  <c:v>8.69194711857714</c:v>
                </c:pt>
                <c:pt idx="1793">
                  <c:v>8.8009288844064208</c:v>
                </c:pt>
                <c:pt idx="1794">
                  <c:v>8.8671520029073694</c:v>
                </c:pt>
                <c:pt idx="1795">
                  <c:v>8.8398383688670297</c:v>
                </c:pt>
                <c:pt idx="1796">
                  <c:v>8.8446535588131194</c:v>
                </c:pt>
                <c:pt idx="1797">
                  <c:v>8.8716105459783492</c:v>
                </c:pt>
                <c:pt idx="1798">
                  <c:v>8.9528594613259802</c:v>
                </c:pt>
                <c:pt idx="1799">
                  <c:v>8.8175414193889594</c:v>
                </c:pt>
                <c:pt idx="1800">
                  <c:v>8.9142438251968397</c:v>
                </c:pt>
                <c:pt idx="1801">
                  <c:v>8.9770431264410995</c:v>
                </c:pt>
                <c:pt idx="1802">
                  <c:v>8.9382778283206097</c:v>
                </c:pt>
                <c:pt idx="1803">
                  <c:v>8.9189721680725906</c:v>
                </c:pt>
                <c:pt idx="1804">
                  <c:v>9.0339131012517608</c:v>
                </c:pt>
                <c:pt idx="1805">
                  <c:v>9.0046306149022097</c:v>
                </c:pt>
                <c:pt idx="1806">
                  <c:v>8.9884914620501597</c:v>
                </c:pt>
                <c:pt idx="1807">
                  <c:v>8.9411396694823502</c:v>
                </c:pt>
                <c:pt idx="1808">
                  <c:v>8.7948585810746298</c:v>
                </c:pt>
                <c:pt idx="1809">
                  <c:v>8.7690165940044107</c:v>
                </c:pt>
                <c:pt idx="1810">
                  <c:v>8.7675758744407801</c:v>
                </c:pt>
                <c:pt idx="1811">
                  <c:v>8.6119517600505908</c:v>
                </c:pt>
                <c:pt idx="1812">
                  <c:v>8.7727903482225695</c:v>
                </c:pt>
                <c:pt idx="1813">
                  <c:v>8.7850242152796501</c:v>
                </c:pt>
                <c:pt idx="1814">
                  <c:v>8.8031765332898804</c:v>
                </c:pt>
                <c:pt idx="1815">
                  <c:v>8.8106382799786296</c:v>
                </c:pt>
                <c:pt idx="1816">
                  <c:v>8.6765206309070493</c:v>
                </c:pt>
                <c:pt idx="1817">
                  <c:v>8.7345965994261494</c:v>
                </c:pt>
                <c:pt idx="1818">
                  <c:v>8.7345965994261494</c:v>
                </c:pt>
                <c:pt idx="1819">
                  <c:v>8.7353818426600593</c:v>
                </c:pt>
                <c:pt idx="1820">
                  <c:v>8.7849402648493093</c:v>
                </c:pt>
                <c:pt idx="1821">
                  <c:v>8.83248438086882</c:v>
                </c:pt>
                <c:pt idx="1822">
                  <c:v>8.8918007360899498</c:v>
                </c:pt>
                <c:pt idx="1823">
                  <c:v>8.85501729313917</c:v>
                </c:pt>
                <c:pt idx="1824">
                  <c:v>8.85507460295144</c:v>
                </c:pt>
                <c:pt idx="1825">
                  <c:v>8.8191974840656702</c:v>
                </c:pt>
                <c:pt idx="1826">
                  <c:v>8.7627770723092002</c:v>
                </c:pt>
                <c:pt idx="1827">
                  <c:v>8.7366006925480004</c:v>
                </c:pt>
                <c:pt idx="1828">
                  <c:v>8.6177388046456898</c:v>
                </c:pt>
                <c:pt idx="1829">
                  <c:v>8.6038965026678191</c:v>
                </c:pt>
                <c:pt idx="1830">
                  <c:v>8.5412578567698692</c:v>
                </c:pt>
                <c:pt idx="1831">
                  <c:v>8.5732104566107505</c:v>
                </c:pt>
                <c:pt idx="1832">
                  <c:v>8.5583823287226899</c:v>
                </c:pt>
                <c:pt idx="1833">
                  <c:v>8.5139571474600704</c:v>
                </c:pt>
                <c:pt idx="1834">
                  <c:v>8.4676012322103293</c:v>
                </c:pt>
                <c:pt idx="1835">
                  <c:v>8.4554972465825795</c:v>
                </c:pt>
                <c:pt idx="1836">
                  <c:v>8.4476256845630804</c:v>
                </c:pt>
                <c:pt idx="1837">
                  <c:v>8.4652226839774993</c:v>
                </c:pt>
                <c:pt idx="1838">
                  <c:v>8.5004426560447701</c:v>
                </c:pt>
                <c:pt idx="1839">
                  <c:v>8.4773989022993295</c:v>
                </c:pt>
                <c:pt idx="1840">
                  <c:v>8.44357351845367</c:v>
                </c:pt>
                <c:pt idx="1841">
                  <c:v>8.44357351845367</c:v>
                </c:pt>
                <c:pt idx="1842">
                  <c:v>8.44357351845367</c:v>
                </c:pt>
                <c:pt idx="1843">
                  <c:v>8.5566560925608304</c:v>
                </c:pt>
                <c:pt idx="1844">
                  <c:v>8.6093025983021807</c:v>
                </c:pt>
                <c:pt idx="1845">
                  <c:v>8.5824296442078207</c:v>
                </c:pt>
                <c:pt idx="1846">
                  <c:v>8.6006826681911903</c:v>
                </c:pt>
                <c:pt idx="1847">
                  <c:v>8.6419903550049408</c:v>
                </c:pt>
                <c:pt idx="1848">
                  <c:v>8.58051106952332</c:v>
                </c:pt>
                <c:pt idx="1849">
                  <c:v>8.5072575276433007</c:v>
                </c:pt>
                <c:pt idx="1850">
                  <c:v>8.4847722430791297</c:v>
                </c:pt>
                <c:pt idx="1851">
                  <c:v>8.4780862588705297</c:v>
                </c:pt>
                <c:pt idx="1852">
                  <c:v>8.4130487778495606</c:v>
                </c:pt>
                <c:pt idx="1853">
                  <c:v>8.41605555046924</c:v>
                </c:pt>
                <c:pt idx="1854">
                  <c:v>8.3563217757311694</c:v>
                </c:pt>
                <c:pt idx="1855">
                  <c:v>8.4027026680177901</c:v>
                </c:pt>
                <c:pt idx="1856">
                  <c:v>8.4654806624073302</c:v>
                </c:pt>
                <c:pt idx="1857">
                  <c:v>8.3721283942326199</c:v>
                </c:pt>
                <c:pt idx="1858">
                  <c:v>8.44390554691463</c:v>
                </c:pt>
                <c:pt idx="1859">
                  <c:v>8.4032887165750392</c:v>
                </c:pt>
                <c:pt idx="1860">
                  <c:v>8.3640264538433797</c:v>
                </c:pt>
                <c:pt idx="1861">
                  <c:v>8.3740539315415194</c:v>
                </c:pt>
                <c:pt idx="1862">
                  <c:v>8.3835797493800897</c:v>
                </c:pt>
                <c:pt idx="1863">
                  <c:v>8.4566463454035095</c:v>
                </c:pt>
                <c:pt idx="1864">
                  <c:v>8.4067145565507193</c:v>
                </c:pt>
                <c:pt idx="1865">
                  <c:v>8.4155917167850394</c:v>
                </c:pt>
                <c:pt idx="1866">
                  <c:v>8.4018156526227799</c:v>
                </c:pt>
                <c:pt idx="1867">
                  <c:v>8.3889979365614593</c:v>
                </c:pt>
                <c:pt idx="1868">
                  <c:v>8.3690991433750597</c:v>
                </c:pt>
                <c:pt idx="1869">
                  <c:v>8.3395424786721097</c:v>
                </c:pt>
                <c:pt idx="1870">
                  <c:v>8.2464893689333394</c:v>
                </c:pt>
                <c:pt idx="1871">
                  <c:v>8.2168784446177998</c:v>
                </c:pt>
                <c:pt idx="1872">
                  <c:v>8.2306019091668396</c:v>
                </c:pt>
                <c:pt idx="1873">
                  <c:v>8.2306019091668396</c:v>
                </c:pt>
                <c:pt idx="1874">
                  <c:v>8.1495121766847802</c:v>
                </c:pt>
                <c:pt idx="1875">
                  <c:v>8.0365828687587406</c:v>
                </c:pt>
                <c:pt idx="1876">
                  <c:v>8.0433432042032393</c:v>
                </c:pt>
                <c:pt idx="1877">
                  <c:v>8.0804372430953695</c:v>
                </c:pt>
                <c:pt idx="1878">
                  <c:v>8.1037940787797904</c:v>
                </c:pt>
                <c:pt idx="1879">
                  <c:v>8.0704395199605905</c:v>
                </c:pt>
                <c:pt idx="1880">
                  <c:v>8.0091859686645694</c:v>
                </c:pt>
                <c:pt idx="1881">
                  <c:v>7.9688127767989698</c:v>
                </c:pt>
                <c:pt idx="1882">
                  <c:v>7.96737748922438</c:v>
                </c:pt>
                <c:pt idx="1883">
                  <c:v>7.9444193036955104</c:v>
                </c:pt>
                <c:pt idx="1884">
                  <c:v>7.9233800294526802</c:v>
                </c:pt>
                <c:pt idx="1885">
                  <c:v>7.94209992380675</c:v>
                </c:pt>
                <c:pt idx="1886">
                  <c:v>7.9257122283853301</c:v>
                </c:pt>
                <c:pt idx="1887">
                  <c:v>7.8658786782296897</c:v>
                </c:pt>
                <c:pt idx="1888">
                  <c:v>7.8658786782296897</c:v>
                </c:pt>
                <c:pt idx="1889">
                  <c:v>7.8792566372440902</c:v>
                </c:pt>
                <c:pt idx="1890">
                  <c:v>7.8987249457245801</c:v>
                </c:pt>
                <c:pt idx="1891">
                  <c:v>7.8712219324039001</c:v>
                </c:pt>
                <c:pt idx="1892">
                  <c:v>7.94533167749971</c:v>
                </c:pt>
                <c:pt idx="1893">
                  <c:v>7.94533167749971</c:v>
                </c:pt>
                <c:pt idx="1894">
                  <c:v>7.9930710772315097</c:v>
                </c:pt>
                <c:pt idx="1895">
                  <c:v>7.9661048655185303</c:v>
                </c:pt>
                <c:pt idx="1896">
                  <c:v>7.8749684000903297</c:v>
                </c:pt>
                <c:pt idx="1897">
                  <c:v>7.83611403030452</c:v>
                </c:pt>
                <c:pt idx="1898">
                  <c:v>7.9150900967153097</c:v>
                </c:pt>
                <c:pt idx="1899">
                  <c:v>7.9051860316856004</c:v>
                </c:pt>
                <c:pt idx="1900">
                  <c:v>7.9031262879138202</c:v>
                </c:pt>
                <c:pt idx="1901">
                  <c:v>7.9021986760659404</c:v>
                </c:pt>
                <c:pt idx="1902">
                  <c:v>7.9147745064732797</c:v>
                </c:pt>
                <c:pt idx="1903">
                  <c:v>7.9784707163071902</c:v>
                </c:pt>
                <c:pt idx="1904">
                  <c:v>7.9965220100401302</c:v>
                </c:pt>
                <c:pt idx="1905">
                  <c:v>7.9965220100401302</c:v>
                </c:pt>
                <c:pt idx="1906">
                  <c:v>7.9673722002588603</c:v>
                </c:pt>
                <c:pt idx="1907">
                  <c:v>7.9381652502064899</c:v>
                </c:pt>
                <c:pt idx="1908">
                  <c:v>7.9400522079884004</c:v>
                </c:pt>
                <c:pt idx="1909">
                  <c:v>7.8782605949320903</c:v>
                </c:pt>
                <c:pt idx="1910">
                  <c:v>7.8008967988387701</c:v>
                </c:pt>
                <c:pt idx="1911">
                  <c:v>7.8178299930908297</c:v>
                </c:pt>
                <c:pt idx="1912">
                  <c:v>7.80531090172778</c:v>
                </c:pt>
                <c:pt idx="1913">
                  <c:v>7.7383830818414499</c:v>
                </c:pt>
                <c:pt idx="1914">
                  <c:v>7.6980850319153404</c:v>
                </c:pt>
                <c:pt idx="1915">
                  <c:v>7.6725229347130597</c:v>
                </c:pt>
                <c:pt idx="1916">
                  <c:v>7.66913662237938</c:v>
                </c:pt>
                <c:pt idx="1917">
                  <c:v>7.7412327392623297</c:v>
                </c:pt>
                <c:pt idx="1918">
                  <c:v>7.7589721808188399</c:v>
                </c:pt>
                <c:pt idx="1919">
                  <c:v>7.72827552708483</c:v>
                </c:pt>
                <c:pt idx="1920">
                  <c:v>7.5660831828951602</c:v>
                </c:pt>
                <c:pt idx="1921">
                  <c:v>7.5782608859234397</c:v>
                </c:pt>
                <c:pt idx="1922">
                  <c:v>7.52654372265454</c:v>
                </c:pt>
                <c:pt idx="1923">
                  <c:v>7.52654372265454</c:v>
                </c:pt>
                <c:pt idx="1924">
                  <c:v>7.5167916610678702</c:v>
                </c:pt>
                <c:pt idx="1925">
                  <c:v>7.5502588558426202</c:v>
                </c:pt>
                <c:pt idx="1926">
                  <c:v>7.5256632872547904</c:v>
                </c:pt>
                <c:pt idx="1927">
                  <c:v>7.4824454611729196</c:v>
                </c:pt>
                <c:pt idx="1928">
                  <c:v>7.4131449026566703</c:v>
                </c:pt>
                <c:pt idx="1929">
                  <c:v>7.3958787677939402</c:v>
                </c:pt>
                <c:pt idx="1930">
                  <c:v>7.4432040218851503</c:v>
                </c:pt>
                <c:pt idx="1931">
                  <c:v>7.4464366262683397</c:v>
                </c:pt>
                <c:pt idx="1932">
                  <c:v>7.4952110456283503</c:v>
                </c:pt>
                <c:pt idx="1933">
                  <c:v>7.5021918867837902</c:v>
                </c:pt>
                <c:pt idx="1934">
                  <c:v>7.4491219541659399</c:v>
                </c:pt>
                <c:pt idx="1935">
                  <c:v>7.4739044245782704</c:v>
                </c:pt>
                <c:pt idx="1936">
                  <c:v>7.4489347941697499</c:v>
                </c:pt>
                <c:pt idx="1937">
                  <c:v>7.3955527855798504</c:v>
                </c:pt>
                <c:pt idx="1938">
                  <c:v>7.3702393750106703</c:v>
                </c:pt>
                <c:pt idx="1939">
                  <c:v>7.3014081393932502</c:v>
                </c:pt>
                <c:pt idx="1940">
                  <c:v>7.3089616824361201</c:v>
                </c:pt>
                <c:pt idx="1941">
                  <c:v>7.2884511251452002</c:v>
                </c:pt>
                <c:pt idx="1942">
                  <c:v>7.2686133348609996</c:v>
                </c:pt>
                <c:pt idx="1943">
                  <c:v>7.40821291960434</c:v>
                </c:pt>
                <c:pt idx="1944">
                  <c:v>7.4421385402430502</c:v>
                </c:pt>
                <c:pt idx="1945">
                  <c:v>7.4386533080622197</c:v>
                </c:pt>
                <c:pt idx="1946">
                  <c:v>7.3960178906777996</c:v>
                </c:pt>
                <c:pt idx="1947">
                  <c:v>7.4499814617979796</c:v>
                </c:pt>
                <c:pt idx="1948">
                  <c:v>7.45553655046744</c:v>
                </c:pt>
                <c:pt idx="1949">
                  <c:v>7.4406949151937196</c:v>
                </c:pt>
                <c:pt idx="1950">
                  <c:v>7.5542534303564199</c:v>
                </c:pt>
                <c:pt idx="1951">
                  <c:v>7.7366304322773001</c:v>
                </c:pt>
                <c:pt idx="1952">
                  <c:v>7.8098714753612297</c:v>
                </c:pt>
                <c:pt idx="1953">
                  <c:v>7.6921505505725598</c:v>
                </c:pt>
                <c:pt idx="1954">
                  <c:v>7.6476266522353296</c:v>
                </c:pt>
                <c:pt idx="1955">
                  <c:v>7.6469538150614298</c:v>
                </c:pt>
                <c:pt idx="1956">
                  <c:v>7.6828744929450599</c:v>
                </c:pt>
                <c:pt idx="1957">
                  <c:v>7.5994655175587598</c:v>
                </c:pt>
                <c:pt idx="1958">
                  <c:v>7.9235796618930801</c:v>
                </c:pt>
                <c:pt idx="1959">
                  <c:v>7.8298167874565197</c:v>
                </c:pt>
                <c:pt idx="1960">
                  <c:v>7.8058811053868702</c:v>
                </c:pt>
                <c:pt idx="1961">
                  <c:v>7.8390104906232603</c:v>
                </c:pt>
                <c:pt idx="1962">
                  <c:v>7.7537019796731101</c:v>
                </c:pt>
                <c:pt idx="1963">
                  <c:v>7.6311312613016602</c:v>
                </c:pt>
                <c:pt idx="1964">
                  <c:v>7.6151272685214204</c:v>
                </c:pt>
                <c:pt idx="1965">
                  <c:v>7.6095566402424</c:v>
                </c:pt>
                <c:pt idx="1966">
                  <c:v>7.6389318715238801</c:v>
                </c:pt>
                <c:pt idx="1967">
                  <c:v>7.58016277583235</c:v>
                </c:pt>
                <c:pt idx="1968">
                  <c:v>7.58016277583235</c:v>
                </c:pt>
                <c:pt idx="1969">
                  <c:v>7.6427921895227398</c:v>
                </c:pt>
                <c:pt idx="1970">
                  <c:v>7.6464162368182</c:v>
                </c:pt>
                <c:pt idx="1971">
                  <c:v>7.7222211606037403</c:v>
                </c:pt>
                <c:pt idx="1972">
                  <c:v>7.6915028305038797</c:v>
                </c:pt>
                <c:pt idx="1973">
                  <c:v>7.6719722868399698</c:v>
                </c:pt>
                <c:pt idx="1974">
                  <c:v>7.6458768013860299</c:v>
                </c:pt>
                <c:pt idx="1975">
                  <c:v>7.6341129957955802</c:v>
                </c:pt>
                <c:pt idx="1976">
                  <c:v>7.5583473797152898</c:v>
                </c:pt>
                <c:pt idx="1977">
                  <c:v>7.5910687501786702</c:v>
                </c:pt>
                <c:pt idx="1978">
                  <c:v>7.6096044254793602</c:v>
                </c:pt>
                <c:pt idx="1979">
                  <c:v>7.6516679104412102</c:v>
                </c:pt>
                <c:pt idx="1980">
                  <c:v>7.6179421891582804</c:v>
                </c:pt>
                <c:pt idx="1981">
                  <c:v>7.5652930793775601</c:v>
                </c:pt>
                <c:pt idx="1982">
                  <c:v>7.6174113848439404</c:v>
                </c:pt>
                <c:pt idx="1983">
                  <c:v>7.6174113848439404</c:v>
                </c:pt>
                <c:pt idx="1984">
                  <c:v>7.6204664952263403</c:v>
                </c:pt>
                <c:pt idx="1985">
                  <c:v>7.6031607611399696</c:v>
                </c:pt>
                <c:pt idx="1986">
                  <c:v>7.5924080610473599</c:v>
                </c:pt>
                <c:pt idx="1987">
                  <c:v>7.6321637224201204</c:v>
                </c:pt>
                <c:pt idx="1988">
                  <c:v>7.6321637224201204</c:v>
                </c:pt>
                <c:pt idx="1989">
                  <c:v>7.6954785836522204</c:v>
                </c:pt>
                <c:pt idx="1990">
                  <c:v>7.6645466573707601</c:v>
                </c:pt>
                <c:pt idx="1991">
                  <c:v>7.6579658039377501</c:v>
                </c:pt>
                <c:pt idx="1992">
                  <c:v>7.67263960208252</c:v>
                </c:pt>
                <c:pt idx="1993">
                  <c:v>7.6981447061514103</c:v>
                </c:pt>
                <c:pt idx="1994">
                  <c:v>7.6776172053482004</c:v>
                </c:pt>
                <c:pt idx="1995">
                  <c:v>7.7916731945699897</c:v>
                </c:pt>
                <c:pt idx="1996">
                  <c:v>7.80183456638159</c:v>
                </c:pt>
                <c:pt idx="1997">
                  <c:v>7.77689765907125</c:v>
                </c:pt>
                <c:pt idx="1998">
                  <c:v>7.7414147187241804</c:v>
                </c:pt>
                <c:pt idx="1999">
                  <c:v>7.8285051774037404</c:v>
                </c:pt>
                <c:pt idx="2000">
                  <c:v>7.7482855547810798</c:v>
                </c:pt>
                <c:pt idx="2001">
                  <c:v>7.7627029317259897</c:v>
                </c:pt>
                <c:pt idx="2002">
                  <c:v>7.7365877693227301</c:v>
                </c:pt>
                <c:pt idx="2003">
                  <c:v>7.7001554746150003</c:v>
                </c:pt>
                <c:pt idx="2004">
                  <c:v>7.7259474432328599</c:v>
                </c:pt>
                <c:pt idx="2005">
                  <c:v>7.72346487566106</c:v>
                </c:pt>
                <c:pt idx="2006">
                  <c:v>7.72346487566106</c:v>
                </c:pt>
                <c:pt idx="2007">
                  <c:v>7.7362534386480597</c:v>
                </c:pt>
                <c:pt idx="2008">
                  <c:v>7.7693110841079198</c:v>
                </c:pt>
                <c:pt idx="2009">
                  <c:v>7.7706673259124699</c:v>
                </c:pt>
                <c:pt idx="2010">
                  <c:v>7.7747558389760503</c:v>
                </c:pt>
                <c:pt idx="2011">
                  <c:v>7.7249732341607897</c:v>
                </c:pt>
                <c:pt idx="2012">
                  <c:v>7.70055355215354</c:v>
                </c:pt>
                <c:pt idx="2013">
                  <c:v>7.7374131544849103</c:v>
                </c:pt>
                <c:pt idx="2014">
                  <c:v>7.7938375247232203</c:v>
                </c:pt>
                <c:pt idx="2015">
                  <c:v>7.6904842389738199</c:v>
                </c:pt>
                <c:pt idx="2016">
                  <c:v>7.8148546252484099</c:v>
                </c:pt>
                <c:pt idx="2017">
                  <c:v>7.7477460586702396</c:v>
                </c:pt>
                <c:pt idx="2018">
                  <c:v>7.7781649009859599</c:v>
                </c:pt>
                <c:pt idx="2019">
                  <c:v>7.7814937572013498</c:v>
                </c:pt>
                <c:pt idx="2020">
                  <c:v>7.7858302822218697</c:v>
                </c:pt>
                <c:pt idx="2021">
                  <c:v>7.7767968705264199</c:v>
                </c:pt>
                <c:pt idx="2022">
                  <c:v>7.7767968705264199</c:v>
                </c:pt>
                <c:pt idx="2023">
                  <c:v>7.7172525814267203</c:v>
                </c:pt>
                <c:pt idx="2024">
                  <c:v>7.7186213279076599</c:v>
                </c:pt>
                <c:pt idx="2025">
                  <c:v>7.72190986689069</c:v>
                </c:pt>
                <c:pt idx="2026">
                  <c:v>7.6679803133972602</c:v>
                </c:pt>
                <c:pt idx="2027">
                  <c:v>7.70741297440689</c:v>
                </c:pt>
                <c:pt idx="2028">
                  <c:v>7.70741297440689</c:v>
                </c:pt>
                <c:pt idx="2029">
                  <c:v>7.6444879434140596</c:v>
                </c:pt>
                <c:pt idx="2030">
                  <c:v>7.6317011356934001</c:v>
                </c:pt>
                <c:pt idx="2031">
                  <c:v>7.5796466243136402</c:v>
                </c:pt>
                <c:pt idx="2032">
                  <c:v>7.5281903858153196</c:v>
                </c:pt>
                <c:pt idx="2033">
                  <c:v>7.5383230369648304</c:v>
                </c:pt>
                <c:pt idx="2034">
                  <c:v>7.5254330348196898</c:v>
                </c:pt>
                <c:pt idx="2035">
                  <c:v>7.5403931631709202</c:v>
                </c:pt>
                <c:pt idx="2036">
                  <c:v>7.5546119870622102</c:v>
                </c:pt>
                <c:pt idx="2037">
                  <c:v>7.5655842049617803</c:v>
                </c:pt>
                <c:pt idx="2038">
                  <c:v>7.55217216239223</c:v>
                </c:pt>
                <c:pt idx="2039">
                  <c:v>7.5289437024440398</c:v>
                </c:pt>
                <c:pt idx="2040">
                  <c:v>7.4737190250348702</c:v>
                </c:pt>
                <c:pt idx="2041">
                  <c:v>7.3913398749251504</c:v>
                </c:pt>
                <c:pt idx="2042">
                  <c:v>7.4180023197080498</c:v>
                </c:pt>
                <c:pt idx="2043">
                  <c:v>7.4950466174827799</c:v>
                </c:pt>
                <c:pt idx="2044">
                  <c:v>7.50290345730241</c:v>
                </c:pt>
                <c:pt idx="2045">
                  <c:v>7.4469039770515399</c:v>
                </c:pt>
                <c:pt idx="2046">
                  <c:v>7.4284624957728296</c:v>
                </c:pt>
                <c:pt idx="2047">
                  <c:v>7.4789571519399498</c:v>
                </c:pt>
                <c:pt idx="2048">
                  <c:v>7.4786551925419298</c:v>
                </c:pt>
                <c:pt idx="2049">
                  <c:v>7.5149190193598097</c:v>
                </c:pt>
                <c:pt idx="2050">
                  <c:v>7.54639131310915</c:v>
                </c:pt>
                <c:pt idx="2051">
                  <c:v>7.5311655173034504</c:v>
                </c:pt>
                <c:pt idx="2052">
                  <c:v>7.5188683336273101</c:v>
                </c:pt>
                <c:pt idx="2053">
                  <c:v>7.53052680049937</c:v>
                </c:pt>
                <c:pt idx="2054">
                  <c:v>7.4953971968856399</c:v>
                </c:pt>
                <c:pt idx="2055">
                  <c:v>7.4445811656736902</c:v>
                </c:pt>
                <c:pt idx="2056">
                  <c:v>7.4596581631961802</c:v>
                </c:pt>
                <c:pt idx="2057">
                  <c:v>7.4421212568269599</c:v>
                </c:pt>
                <c:pt idx="2058">
                  <c:v>7.4647330518325496</c:v>
                </c:pt>
                <c:pt idx="2059">
                  <c:v>7.4916747469245601</c:v>
                </c:pt>
                <c:pt idx="2060">
                  <c:v>7.5083220505928399</c:v>
                </c:pt>
                <c:pt idx="2061">
                  <c:v>7.4991080185195198</c:v>
                </c:pt>
                <c:pt idx="2062">
                  <c:v>7.4797661284929298</c:v>
                </c:pt>
                <c:pt idx="2063">
                  <c:v>7.4429270257879399</c:v>
                </c:pt>
                <c:pt idx="2064">
                  <c:v>7.4406231451907203</c:v>
                </c:pt>
                <c:pt idx="2065">
                  <c:v>7.4491182746848699</c:v>
                </c:pt>
                <c:pt idx="2066">
                  <c:v>7.4713216798698197</c:v>
                </c:pt>
                <c:pt idx="2067">
                  <c:v>7.4137708958856399</c:v>
                </c:pt>
                <c:pt idx="2068">
                  <c:v>7.3912261780305002</c:v>
                </c:pt>
                <c:pt idx="2069">
                  <c:v>7.3614599297942096</c:v>
                </c:pt>
                <c:pt idx="2070">
                  <c:v>7.3462638729862801</c:v>
                </c:pt>
                <c:pt idx="2071">
                  <c:v>7.3284572886719701</c:v>
                </c:pt>
                <c:pt idx="2072">
                  <c:v>7.3343916600296097</c:v>
                </c:pt>
                <c:pt idx="2073">
                  <c:v>7.3303977126542401</c:v>
                </c:pt>
                <c:pt idx="2074">
                  <c:v>7.3152158363293802</c:v>
                </c:pt>
                <c:pt idx="2075">
                  <c:v>7.3697610528388902</c:v>
                </c:pt>
                <c:pt idx="2076">
                  <c:v>7.4009509582914097</c:v>
                </c:pt>
                <c:pt idx="2077">
                  <c:v>7.4309584456881197</c:v>
                </c:pt>
                <c:pt idx="2078">
                  <c:v>7.4309584456881197</c:v>
                </c:pt>
                <c:pt idx="2079">
                  <c:v>7.4569814788817697</c:v>
                </c:pt>
                <c:pt idx="2080">
                  <c:v>7.4456067239132402</c:v>
                </c:pt>
                <c:pt idx="2081">
                  <c:v>7.4104799641803902</c:v>
                </c:pt>
                <c:pt idx="2082">
                  <c:v>7.3952971527549298</c:v>
                </c:pt>
                <c:pt idx="2083">
                  <c:v>7.3788617472162397</c:v>
                </c:pt>
                <c:pt idx="2084">
                  <c:v>7.3659494144450202</c:v>
                </c:pt>
                <c:pt idx="2085">
                  <c:v>7.3344561242723199</c:v>
                </c:pt>
                <c:pt idx="2086">
                  <c:v>7.3647368088196501</c:v>
                </c:pt>
                <c:pt idx="2087">
                  <c:v>7.3595037561751901</c:v>
                </c:pt>
                <c:pt idx="2088">
                  <c:v>7.3378011755929302</c:v>
                </c:pt>
                <c:pt idx="2089">
                  <c:v>7.2957793578362198</c:v>
                </c:pt>
                <c:pt idx="2090">
                  <c:v>7.3338646805608301</c:v>
                </c:pt>
                <c:pt idx="2091">
                  <c:v>7.3338646805608301</c:v>
                </c:pt>
                <c:pt idx="2092">
                  <c:v>7.3338646805608301</c:v>
                </c:pt>
                <c:pt idx="2093">
                  <c:v>7.2676320441227302</c:v>
                </c:pt>
                <c:pt idx="2094">
                  <c:v>7.2653154221544201</c:v>
                </c:pt>
                <c:pt idx="2095">
                  <c:v>7.2500507520869197</c:v>
                </c:pt>
                <c:pt idx="2096">
                  <c:v>7.2389967930138397</c:v>
                </c:pt>
                <c:pt idx="2097">
                  <c:v>7.2130437188741299</c:v>
                </c:pt>
                <c:pt idx="2098">
                  <c:v>7.1934809179552497</c:v>
                </c:pt>
                <c:pt idx="2099">
                  <c:v>7.2061839843426201</c:v>
                </c:pt>
                <c:pt idx="2100">
                  <c:v>7.2258712293726504</c:v>
                </c:pt>
                <c:pt idx="2101">
                  <c:v>7.2203520517012603</c:v>
                </c:pt>
                <c:pt idx="2102">
                  <c:v>7.2137353723174504</c:v>
                </c:pt>
                <c:pt idx="2103">
                  <c:v>7.2427860815951597</c:v>
                </c:pt>
                <c:pt idx="2104">
                  <c:v>7.2574533323872199</c:v>
                </c:pt>
                <c:pt idx="2105">
                  <c:v>7.2461640015157096</c:v>
                </c:pt>
                <c:pt idx="2106">
                  <c:v>7.2217369916972602</c:v>
                </c:pt>
                <c:pt idx="2107">
                  <c:v>7.21057501214477</c:v>
                </c:pt>
                <c:pt idx="2108">
                  <c:v>7.21338735958025</c:v>
                </c:pt>
                <c:pt idx="2109">
                  <c:v>7.21338735958025</c:v>
                </c:pt>
                <c:pt idx="2110">
                  <c:v>7.2076849311011797</c:v>
                </c:pt>
                <c:pt idx="2111">
                  <c:v>7.1523300398746699</c:v>
                </c:pt>
                <c:pt idx="2112">
                  <c:v>7.1379994404402902</c:v>
                </c:pt>
                <c:pt idx="2113">
                  <c:v>7.1329685394916096</c:v>
                </c:pt>
                <c:pt idx="2114">
                  <c:v>7.1206477185723198</c:v>
                </c:pt>
                <c:pt idx="2115">
                  <c:v>7.1672897690309503</c:v>
                </c:pt>
                <c:pt idx="2116">
                  <c:v>7.1735770675939898</c:v>
                </c:pt>
                <c:pt idx="2117">
                  <c:v>7.2061252622792802</c:v>
                </c:pt>
                <c:pt idx="2118">
                  <c:v>7.2674020947822502</c:v>
                </c:pt>
                <c:pt idx="2119">
                  <c:v>7.2564230760052597</c:v>
                </c:pt>
                <c:pt idx="2120">
                  <c:v>7.2636606548476204</c:v>
                </c:pt>
                <c:pt idx="2121">
                  <c:v>7.2822050571555996</c:v>
                </c:pt>
                <c:pt idx="2122">
                  <c:v>7.2426068902114897</c:v>
                </c:pt>
                <c:pt idx="2123">
                  <c:v>7.2426068902114897</c:v>
                </c:pt>
                <c:pt idx="2124">
                  <c:v>7.2147813131866103</c:v>
                </c:pt>
                <c:pt idx="2125">
                  <c:v>7.2883031224922599</c:v>
                </c:pt>
                <c:pt idx="2126">
                  <c:v>7.2663460302577398</c:v>
                </c:pt>
                <c:pt idx="2127">
                  <c:v>7.25783612734977</c:v>
                </c:pt>
                <c:pt idx="2128">
                  <c:v>7.2386475587127004</c:v>
                </c:pt>
                <c:pt idx="2129">
                  <c:v>7.2377288581681603</c:v>
                </c:pt>
                <c:pt idx="2130">
                  <c:v>7.2628583336289703</c:v>
                </c:pt>
                <c:pt idx="2131">
                  <c:v>7.2651746809895803</c:v>
                </c:pt>
                <c:pt idx="2132">
                  <c:v>7.25985959486224</c:v>
                </c:pt>
                <c:pt idx="2133">
                  <c:v>7.2117484574519404</c:v>
                </c:pt>
                <c:pt idx="2134">
                  <c:v>7.17914620931698</c:v>
                </c:pt>
                <c:pt idx="2135">
                  <c:v>7.2013414652151901</c:v>
                </c:pt>
                <c:pt idx="2136">
                  <c:v>7.1731359300276401</c:v>
                </c:pt>
                <c:pt idx="2137">
                  <c:v>7.1610018060215896</c:v>
                </c:pt>
                <c:pt idx="2138">
                  <c:v>7.1610018060215896</c:v>
                </c:pt>
                <c:pt idx="2139">
                  <c:v>7.15158982825037</c:v>
                </c:pt>
                <c:pt idx="2140">
                  <c:v>7.1628942378630196</c:v>
                </c:pt>
                <c:pt idx="2141">
                  <c:v>7.1851972684641101</c:v>
                </c:pt>
                <c:pt idx="2142">
                  <c:v>7.1679520142390398</c:v>
                </c:pt>
                <c:pt idx="2143">
                  <c:v>7.1679520142390398</c:v>
                </c:pt>
                <c:pt idx="2144">
                  <c:v>7.1489673254161801</c:v>
                </c:pt>
                <c:pt idx="2145">
                  <c:v>7.1563791759695699</c:v>
                </c:pt>
                <c:pt idx="2146">
                  <c:v>7.0984241262718299</c:v>
                </c:pt>
                <c:pt idx="2147">
                  <c:v>7.1144837321187202</c:v>
                </c:pt>
                <c:pt idx="2148">
                  <c:v>7.1017031045785899</c:v>
                </c:pt>
                <c:pt idx="2149">
                  <c:v>7.0980012805750503</c:v>
                </c:pt>
                <c:pt idx="2150">
                  <c:v>7.0859555135238503</c:v>
                </c:pt>
                <c:pt idx="2151">
                  <c:v>7.1138058168593403</c:v>
                </c:pt>
                <c:pt idx="2152">
                  <c:v>7.1069375308998497</c:v>
                </c:pt>
                <c:pt idx="2153">
                  <c:v>7.1069375308998497</c:v>
                </c:pt>
                <c:pt idx="2154">
                  <c:v>7.1110499266108196</c:v>
                </c:pt>
                <c:pt idx="2155">
                  <c:v>7.0710819304853301</c:v>
                </c:pt>
                <c:pt idx="2156">
                  <c:v>7.0448050385786498</c:v>
                </c:pt>
                <c:pt idx="2157">
                  <c:v>7.02818731080413</c:v>
                </c:pt>
                <c:pt idx="2158">
                  <c:v>7.0660863255987199</c:v>
                </c:pt>
                <c:pt idx="2159">
                  <c:v>7.03678675178441</c:v>
                </c:pt>
                <c:pt idx="2160">
                  <c:v>6.9944878513089002</c:v>
                </c:pt>
                <c:pt idx="2161">
                  <c:v>6.9706936846422503</c:v>
                </c:pt>
                <c:pt idx="2162">
                  <c:v>6.9172555833890401</c:v>
                </c:pt>
                <c:pt idx="2163">
                  <c:v>6.8958541834595204</c:v>
                </c:pt>
                <c:pt idx="2164">
                  <c:v>6.8998707368993903</c:v>
                </c:pt>
                <c:pt idx="2165">
                  <c:v>6.9042253509799503</c:v>
                </c:pt>
                <c:pt idx="2166">
                  <c:v>6.8771878637638899</c:v>
                </c:pt>
                <c:pt idx="2167">
                  <c:v>6.8771878637638899</c:v>
                </c:pt>
                <c:pt idx="2168">
                  <c:v>6.85623286542081</c:v>
                </c:pt>
                <c:pt idx="2169">
                  <c:v>6.8251516050523398</c:v>
                </c:pt>
                <c:pt idx="2170">
                  <c:v>6.8496142977871504</c:v>
                </c:pt>
                <c:pt idx="2171">
                  <c:v>6.8174307021997498</c:v>
                </c:pt>
                <c:pt idx="2172">
                  <c:v>6.8427632005991796</c:v>
                </c:pt>
                <c:pt idx="2173">
                  <c:v>6.7674964679990302</c:v>
                </c:pt>
                <c:pt idx="2174">
                  <c:v>6.7377338604721704</c:v>
                </c:pt>
                <c:pt idx="2175">
                  <c:v>6.7259726929132304</c:v>
                </c:pt>
                <c:pt idx="2176">
                  <c:v>6.7072061594374004</c:v>
                </c:pt>
                <c:pt idx="2177">
                  <c:v>6.6922064563282202</c:v>
                </c:pt>
                <c:pt idx="2178">
                  <c:v>6.6908880674854903</c:v>
                </c:pt>
                <c:pt idx="2179">
                  <c:v>6.6908880674854903</c:v>
                </c:pt>
                <c:pt idx="2180">
                  <c:v>6.7303853949952899</c:v>
                </c:pt>
                <c:pt idx="2181">
                  <c:v>6.7832394235262701</c:v>
                </c:pt>
                <c:pt idx="2182">
                  <c:v>6.7510416569808198</c:v>
                </c:pt>
                <c:pt idx="2183">
                  <c:v>6.7283790889981603</c:v>
                </c:pt>
                <c:pt idx="2184">
                  <c:v>6.7520490710419701</c:v>
                </c:pt>
                <c:pt idx="2185">
                  <c:v>6.7525583623769299</c:v>
                </c:pt>
                <c:pt idx="2186">
                  <c:v>6.7031496528590102</c:v>
                </c:pt>
                <c:pt idx="2187">
                  <c:v>6.7125864789644298</c:v>
                </c:pt>
                <c:pt idx="2188">
                  <c:v>6.7125864789644298</c:v>
                </c:pt>
                <c:pt idx="2189">
                  <c:v>6.70545623515138</c:v>
                </c:pt>
                <c:pt idx="2190">
                  <c:v>6.7139109026212003</c:v>
                </c:pt>
                <c:pt idx="2191">
                  <c:v>6.7543480223766901</c:v>
                </c:pt>
                <c:pt idx="2192">
                  <c:v>6.7346012946313403</c:v>
                </c:pt>
                <c:pt idx="2193">
                  <c:v>6.7278389991740797</c:v>
                </c:pt>
                <c:pt idx="2194">
                  <c:v>6.7165278942456297</c:v>
                </c:pt>
                <c:pt idx="2195">
                  <c:v>6.7383891304687102</c:v>
                </c:pt>
                <c:pt idx="2196">
                  <c:v>6.73936462628855</c:v>
                </c:pt>
                <c:pt idx="2197">
                  <c:v>6.7380140362581296</c:v>
                </c:pt>
                <c:pt idx="2198">
                  <c:v>6.7203679891350898</c:v>
                </c:pt>
                <c:pt idx="2199">
                  <c:v>6.7314908012838801</c:v>
                </c:pt>
                <c:pt idx="2200">
                  <c:v>6.7426800625976</c:v>
                </c:pt>
                <c:pt idx="2201">
                  <c:v>6.7306956506370499</c:v>
                </c:pt>
                <c:pt idx="2202">
                  <c:v>6.6860339229905801</c:v>
                </c:pt>
                <c:pt idx="2203">
                  <c:v>6.6298355249257899</c:v>
                </c:pt>
                <c:pt idx="2204">
                  <c:v>6.6326943189328498</c:v>
                </c:pt>
                <c:pt idx="2205">
                  <c:v>6.6447127971023701</c:v>
                </c:pt>
                <c:pt idx="2206">
                  <c:v>6.6081392921503204</c:v>
                </c:pt>
                <c:pt idx="2207">
                  <c:v>6.6639586521313197</c:v>
                </c:pt>
                <c:pt idx="2208">
                  <c:v>6.6514691444892797</c:v>
                </c:pt>
                <c:pt idx="2209">
                  <c:v>6.6527544419557598</c:v>
                </c:pt>
                <c:pt idx="2210">
                  <c:v>6.6516397095478998</c:v>
                </c:pt>
                <c:pt idx="2211">
                  <c:v>6.6060272743656503</c:v>
                </c:pt>
                <c:pt idx="2212">
                  <c:v>6.5917129379291701</c:v>
                </c:pt>
                <c:pt idx="2213">
                  <c:v>6.5480867446858104</c:v>
                </c:pt>
                <c:pt idx="2214">
                  <c:v>6.5271718205085802</c:v>
                </c:pt>
                <c:pt idx="2215">
                  <c:v>6.4868616841523004</c:v>
                </c:pt>
                <c:pt idx="2216">
                  <c:v>6.4794098236030502</c:v>
                </c:pt>
                <c:pt idx="2217">
                  <c:v>6.4217578880616397</c:v>
                </c:pt>
                <c:pt idx="2218">
                  <c:v>6.4298696592761404</c:v>
                </c:pt>
                <c:pt idx="2219">
                  <c:v>6.3638709664819997</c:v>
                </c:pt>
                <c:pt idx="2220">
                  <c:v>6.35185734698236</c:v>
                </c:pt>
                <c:pt idx="2221">
                  <c:v>6.36019827917423</c:v>
                </c:pt>
                <c:pt idx="2222">
                  <c:v>6.2820072593210403</c:v>
                </c:pt>
                <c:pt idx="2223">
                  <c:v>6.1912697722368</c:v>
                </c:pt>
                <c:pt idx="2224">
                  <c:v>6.1580237514360103</c:v>
                </c:pt>
                <c:pt idx="2225">
                  <c:v>6.1913637991955204</c:v>
                </c:pt>
                <c:pt idx="2226">
                  <c:v>6.13138800053264</c:v>
                </c:pt>
                <c:pt idx="2227">
                  <c:v>6.07000278909155</c:v>
                </c:pt>
                <c:pt idx="2228">
                  <c:v>6.07000278909155</c:v>
                </c:pt>
                <c:pt idx="2229">
                  <c:v>6.0874816538499799</c:v>
                </c:pt>
                <c:pt idx="2230">
                  <c:v>6.1301210331115596</c:v>
                </c:pt>
                <c:pt idx="2231">
                  <c:v>6.1907270245914896</c:v>
                </c:pt>
                <c:pt idx="2232">
                  <c:v>6.1100696827345304</c:v>
                </c:pt>
                <c:pt idx="2233">
                  <c:v>6.0987955114844397</c:v>
                </c:pt>
                <c:pt idx="2234">
                  <c:v>6.1213399261352803</c:v>
                </c:pt>
                <c:pt idx="2235">
                  <c:v>6.1256229200789196</c:v>
                </c:pt>
                <c:pt idx="2236">
                  <c:v>6.1250950208273904</c:v>
                </c:pt>
                <c:pt idx="2237">
                  <c:v>6.0940292958875801</c:v>
                </c:pt>
                <c:pt idx="2238">
                  <c:v>6.1290469028518499</c:v>
                </c:pt>
                <c:pt idx="2239">
                  <c:v>6.1924421376929297</c:v>
                </c:pt>
                <c:pt idx="2240">
                  <c:v>6.2445062426424398</c:v>
                </c:pt>
                <c:pt idx="2241">
                  <c:v>6.2482965666652897</c:v>
                </c:pt>
                <c:pt idx="2242">
                  <c:v>6.3116044509350404</c:v>
                </c:pt>
                <c:pt idx="2243">
                  <c:v>6.3116044509350404</c:v>
                </c:pt>
                <c:pt idx="2244">
                  <c:v>6.2895385412073903</c:v>
                </c:pt>
                <c:pt idx="2245">
                  <c:v>6.2373256011883997</c:v>
                </c:pt>
                <c:pt idx="2246">
                  <c:v>6.2129587484614799</c:v>
                </c:pt>
                <c:pt idx="2247">
                  <c:v>6.2657703196716996</c:v>
                </c:pt>
                <c:pt idx="2248">
                  <c:v>6.2657703196716996</c:v>
                </c:pt>
                <c:pt idx="2249">
                  <c:v>6.2858409354435896</c:v>
                </c:pt>
                <c:pt idx="2250">
                  <c:v>6.3231342419805001</c:v>
                </c:pt>
                <c:pt idx="2251">
                  <c:v>6.2678563972430004</c:v>
                </c:pt>
                <c:pt idx="2252">
                  <c:v>6.2655235471944701</c:v>
                </c:pt>
                <c:pt idx="2253">
                  <c:v>6.25169561537784</c:v>
                </c:pt>
                <c:pt idx="2254">
                  <c:v>6.2334152854278901</c:v>
                </c:pt>
                <c:pt idx="2255">
                  <c:v>6.2111336840958904</c:v>
                </c:pt>
                <c:pt idx="2256">
                  <c:v>6.2251581655418802</c:v>
                </c:pt>
                <c:pt idx="2257">
                  <c:v>6.1833841558168601</c:v>
                </c:pt>
                <c:pt idx="2258">
                  <c:v>6.0704836181890904</c:v>
                </c:pt>
                <c:pt idx="2259">
                  <c:v>6.0527355766418296</c:v>
                </c:pt>
                <c:pt idx="2260">
                  <c:v>6.0514365098669503</c:v>
                </c:pt>
                <c:pt idx="2261">
                  <c:v>6.0429802832233603</c:v>
                </c:pt>
                <c:pt idx="2262">
                  <c:v>6.0136910991232</c:v>
                </c:pt>
                <c:pt idx="2263">
                  <c:v>6.0279568657842999</c:v>
                </c:pt>
                <c:pt idx="2264">
                  <c:v>6.0246837351869598</c:v>
                </c:pt>
                <c:pt idx="2265">
                  <c:v>6.0003186937764399</c:v>
                </c:pt>
                <c:pt idx="2266">
                  <c:v>5.90219611701297</c:v>
                </c:pt>
                <c:pt idx="2267">
                  <c:v>5.9104375900444301</c:v>
                </c:pt>
                <c:pt idx="2268">
                  <c:v>5.8773707169016802</c:v>
                </c:pt>
                <c:pt idx="2269">
                  <c:v>6.0054257623343403</c:v>
                </c:pt>
                <c:pt idx="2270">
                  <c:v>6.0679504539523599</c:v>
                </c:pt>
                <c:pt idx="2271">
                  <c:v>6.0240700021353</c:v>
                </c:pt>
                <c:pt idx="2272">
                  <c:v>5.94027003816832</c:v>
                </c:pt>
                <c:pt idx="2273">
                  <c:v>5.9820638941259601</c:v>
                </c:pt>
                <c:pt idx="2274">
                  <c:v>5.9271541779900003</c:v>
                </c:pt>
                <c:pt idx="2275">
                  <c:v>5.9330044192896301</c:v>
                </c:pt>
                <c:pt idx="2276">
                  <c:v>5.9116350939007303</c:v>
                </c:pt>
                <c:pt idx="2277">
                  <c:v>5.7928254784488296</c:v>
                </c:pt>
                <c:pt idx="2278">
                  <c:v>5.7003184078845397</c:v>
                </c:pt>
                <c:pt idx="2279">
                  <c:v>5.7003184078845397</c:v>
                </c:pt>
                <c:pt idx="2280">
                  <c:v>5.7291351805958497</c:v>
                </c:pt>
                <c:pt idx="2281">
                  <c:v>5.7238280665116701</c:v>
                </c:pt>
                <c:pt idx="2282">
                  <c:v>5.7126766805219704</c:v>
                </c:pt>
                <c:pt idx="2283">
                  <c:v>5.7126766805219704</c:v>
                </c:pt>
                <c:pt idx="2284">
                  <c:v>5.7126766805219704</c:v>
                </c:pt>
                <c:pt idx="2285">
                  <c:v>5.7164501212533301</c:v>
                </c:pt>
                <c:pt idx="2286">
                  <c:v>5.7033967684851099</c:v>
                </c:pt>
                <c:pt idx="2287">
                  <c:v>5.7294845790532998</c:v>
                </c:pt>
                <c:pt idx="2288">
                  <c:v>5.7294845790532998</c:v>
                </c:pt>
                <c:pt idx="2289">
                  <c:v>5.6404360488518899</c:v>
                </c:pt>
                <c:pt idx="2290">
                  <c:v>5.6058799091844103</c:v>
                </c:pt>
                <c:pt idx="2291">
                  <c:v>5.5397638639079503</c:v>
                </c:pt>
                <c:pt idx="2292">
                  <c:v>5.5340042615642302</c:v>
                </c:pt>
                <c:pt idx="2293">
                  <c:v>5.4809741262354299</c:v>
                </c:pt>
                <c:pt idx="2294">
                  <c:v>5.48813702460152</c:v>
                </c:pt>
                <c:pt idx="2295">
                  <c:v>5.4509144017313602</c:v>
                </c:pt>
                <c:pt idx="2296">
                  <c:v>5.39676126689504</c:v>
                </c:pt>
                <c:pt idx="2297">
                  <c:v>5.39948157727411</c:v>
                </c:pt>
                <c:pt idx="2298">
                  <c:v>5.3643615481714102</c:v>
                </c:pt>
                <c:pt idx="2299">
                  <c:v>5.3587686866401301</c:v>
                </c:pt>
                <c:pt idx="2300">
                  <c:v>5.3023535294430202</c:v>
                </c:pt>
                <c:pt idx="2301">
                  <c:v>5.3179724571641103</c:v>
                </c:pt>
                <c:pt idx="2302">
                  <c:v>5.3399595179435098</c:v>
                </c:pt>
                <c:pt idx="2303">
                  <c:v>5.3451197966154602</c:v>
                </c:pt>
                <c:pt idx="2304">
                  <c:v>5.3418421257778901</c:v>
                </c:pt>
                <c:pt idx="2305">
                  <c:v>5.3542143351973701</c:v>
                </c:pt>
                <c:pt idx="2306">
                  <c:v>5.3242668105014097</c:v>
                </c:pt>
                <c:pt idx="2307">
                  <c:v>5.3027655495864296</c:v>
                </c:pt>
                <c:pt idx="2308">
                  <c:v>5.2934408741145402</c:v>
                </c:pt>
                <c:pt idx="2309">
                  <c:v>5.2940116886013202</c:v>
                </c:pt>
                <c:pt idx="2310">
                  <c:v>5.2103064037808098</c:v>
                </c:pt>
                <c:pt idx="2311">
                  <c:v>5.1833724465662696</c:v>
                </c:pt>
                <c:pt idx="2312">
                  <c:v>5.1655143023040404</c:v>
                </c:pt>
                <c:pt idx="2313">
                  <c:v>5.1968870071283098</c:v>
                </c:pt>
                <c:pt idx="2314">
                  <c:v>5.1800131526295701</c:v>
                </c:pt>
                <c:pt idx="2315">
                  <c:v>5.1535846934138103</c:v>
                </c:pt>
                <c:pt idx="2316">
                  <c:v>5.15129982711015</c:v>
                </c:pt>
                <c:pt idx="2317">
                  <c:v>5.1259456050243797</c:v>
                </c:pt>
                <c:pt idx="2318">
                  <c:v>5.1201565639245699</c:v>
                </c:pt>
                <c:pt idx="2319">
                  <c:v>5.1232016687120803</c:v>
                </c:pt>
                <c:pt idx="2320">
                  <c:v>5.1173195780420597</c:v>
                </c:pt>
                <c:pt idx="2321">
                  <c:v>5.0680724431144704</c:v>
                </c:pt>
                <c:pt idx="2322">
                  <c:v>5.0453315425113896</c:v>
                </c:pt>
                <c:pt idx="2323">
                  <c:v>5.0711893362118303</c:v>
                </c:pt>
                <c:pt idx="2324">
                  <c:v>5.08318390432441</c:v>
                </c:pt>
                <c:pt idx="2325">
                  <c:v>5.0898662744252601</c:v>
                </c:pt>
                <c:pt idx="2326">
                  <c:v>5.0735537253966001</c:v>
                </c:pt>
                <c:pt idx="2327">
                  <c:v>5.0432722527966902</c:v>
                </c:pt>
                <c:pt idx="2328">
                  <c:v>5.0465748749034098</c:v>
                </c:pt>
                <c:pt idx="2329">
                  <c:v>5.0302443313399596</c:v>
                </c:pt>
                <c:pt idx="2330">
                  <c:v>5.0119831422818502</c:v>
                </c:pt>
                <c:pt idx="2331">
                  <c:v>4.9465138891963596</c:v>
                </c:pt>
                <c:pt idx="2332">
                  <c:v>4.9864021465176798</c:v>
                </c:pt>
                <c:pt idx="2333">
                  <c:v>5.0318337033080098</c:v>
                </c:pt>
                <c:pt idx="2334">
                  <c:v>5.0420872537895898</c:v>
                </c:pt>
                <c:pt idx="2335">
                  <c:v>5.0258811405735901</c:v>
                </c:pt>
                <c:pt idx="2336">
                  <c:v>5.03776040088092</c:v>
                </c:pt>
                <c:pt idx="2337">
                  <c:v>5.0498821556603497</c:v>
                </c:pt>
                <c:pt idx="2338">
                  <c:v>5.0413812891910599</c:v>
                </c:pt>
                <c:pt idx="2339">
                  <c:v>5.1010637580085101</c:v>
                </c:pt>
                <c:pt idx="2340">
                  <c:v>5.1932710657141801</c:v>
                </c:pt>
                <c:pt idx="2341">
                  <c:v>5.2944055356932704</c:v>
                </c:pt>
                <c:pt idx="2342">
                  <c:v>5.3118626195708698</c:v>
                </c:pt>
                <c:pt idx="2343">
                  <c:v>5.3118626195708698</c:v>
                </c:pt>
                <c:pt idx="2344">
                  <c:v>5.0562632670167797</c:v>
                </c:pt>
                <c:pt idx="2345">
                  <c:v>5.1010955005446901</c:v>
                </c:pt>
                <c:pt idx="2346">
                  <c:v>5.1010955005446901</c:v>
                </c:pt>
                <c:pt idx="2347">
                  <c:v>5.1010955005446901</c:v>
                </c:pt>
                <c:pt idx="2348">
                  <c:v>5.2033906161438503</c:v>
                </c:pt>
                <c:pt idx="2349">
                  <c:v>5.2369347325560396</c:v>
                </c:pt>
                <c:pt idx="2350">
                  <c:v>5.3025582763468702</c:v>
                </c:pt>
                <c:pt idx="2351">
                  <c:v>5.3289278087825602</c:v>
                </c:pt>
                <c:pt idx="2352">
                  <c:v>5.21071013162274</c:v>
                </c:pt>
                <c:pt idx="2353">
                  <c:v>5.1445258503367199</c:v>
                </c:pt>
                <c:pt idx="2354">
                  <c:v>5.1903340994695304</c:v>
                </c:pt>
                <c:pt idx="2355">
                  <c:v>5.1924286915467901</c:v>
                </c:pt>
                <c:pt idx="2356">
                  <c:v>5.1507288761782899</c:v>
                </c:pt>
                <c:pt idx="2357">
                  <c:v>5.14650715255328</c:v>
                </c:pt>
                <c:pt idx="2358">
                  <c:v>5.1714454358633803</c:v>
                </c:pt>
                <c:pt idx="2359">
                  <c:v>5.1714391139806404</c:v>
                </c:pt>
                <c:pt idx="2360">
                  <c:v>5.1682863972087496</c:v>
                </c:pt>
                <c:pt idx="2361">
                  <c:v>5.1329804383878699</c:v>
                </c:pt>
                <c:pt idx="2362">
                  <c:v>5.1004204672453399</c:v>
                </c:pt>
                <c:pt idx="2363">
                  <c:v>5.1051654410624296</c:v>
                </c:pt>
                <c:pt idx="2364">
                  <c:v>5.1146287637338199</c:v>
                </c:pt>
                <c:pt idx="2365">
                  <c:v>5.0971862100562797</c:v>
                </c:pt>
                <c:pt idx="2366">
                  <c:v>5.07972400542066</c:v>
                </c:pt>
                <c:pt idx="2367">
                  <c:v>5.0715115843824501</c:v>
                </c:pt>
                <c:pt idx="2368">
                  <c:v>5.1055811335688199</c:v>
                </c:pt>
                <c:pt idx="2369">
                  <c:v>5.0887515846894704</c:v>
                </c:pt>
                <c:pt idx="2370">
                  <c:v>5.0887515846894704</c:v>
                </c:pt>
                <c:pt idx="2371">
                  <c:v>5.1161371589775202</c:v>
                </c:pt>
                <c:pt idx="2372">
                  <c:v>5.1420271801795003</c:v>
                </c:pt>
                <c:pt idx="2373">
                  <c:v>5.2575067820211396</c:v>
                </c:pt>
                <c:pt idx="2374">
                  <c:v>5.3158603577235199</c:v>
                </c:pt>
                <c:pt idx="2375">
                  <c:v>5.2472173445747696</c:v>
                </c:pt>
                <c:pt idx="2376">
                  <c:v>5.2205797197240296</c:v>
                </c:pt>
                <c:pt idx="2377">
                  <c:v>5.2712123229514303</c:v>
                </c:pt>
                <c:pt idx="2378">
                  <c:v>5.2712123229514303</c:v>
                </c:pt>
                <c:pt idx="2379">
                  <c:v>5.2766605093646302</c:v>
                </c:pt>
                <c:pt idx="2380">
                  <c:v>5.2981963094447204</c:v>
                </c:pt>
                <c:pt idx="2381">
                  <c:v>5.3082038077980602</c:v>
                </c:pt>
                <c:pt idx="2382">
                  <c:v>5.3254184557032902</c:v>
                </c:pt>
                <c:pt idx="2383">
                  <c:v>5.2858914307626801</c:v>
                </c:pt>
                <c:pt idx="2384">
                  <c:v>5.3437680294787899</c:v>
                </c:pt>
                <c:pt idx="2385">
                  <c:v>5.3759968360156396</c:v>
                </c:pt>
                <c:pt idx="2386">
                  <c:v>5.4768330677394497</c:v>
                </c:pt>
                <c:pt idx="2387">
                  <c:v>5.4780571323107798</c:v>
                </c:pt>
                <c:pt idx="2388">
                  <c:v>5.4750459205664797</c:v>
                </c:pt>
                <c:pt idx="2389">
                  <c:v>5.6649027624504198</c:v>
                </c:pt>
                <c:pt idx="2390">
                  <c:v>5.8447209521346304</c:v>
                </c:pt>
                <c:pt idx="2391">
                  <c:v>6.10648734521265</c:v>
                </c:pt>
                <c:pt idx="2392">
                  <c:v>6.1240829181525598</c:v>
                </c:pt>
                <c:pt idx="2393">
                  <c:v>6.1240829181525598</c:v>
                </c:pt>
                <c:pt idx="2394">
                  <c:v>6.2044536589102304</c:v>
                </c:pt>
                <c:pt idx="2395">
                  <c:v>6.4817166436171698</c:v>
                </c:pt>
                <c:pt idx="2396">
                  <c:v>6.6695489895934497</c:v>
                </c:pt>
                <c:pt idx="2397">
                  <c:v>6.6258600659813496</c:v>
                </c:pt>
                <c:pt idx="2398">
                  <c:v>6.6258600659813496</c:v>
                </c:pt>
                <c:pt idx="2399">
                  <c:v>6.8548889402409801</c:v>
                </c:pt>
                <c:pt idx="2400">
                  <c:v>6.9967689425956197</c:v>
                </c:pt>
                <c:pt idx="2401">
                  <c:v>6.8607633545749804</c:v>
                </c:pt>
                <c:pt idx="2402">
                  <c:v>6.6957056244463402</c:v>
                </c:pt>
                <c:pt idx="2403">
                  <c:v>6.7483395941028697</c:v>
                </c:pt>
                <c:pt idx="2404">
                  <c:v>6.8464186902883997</c:v>
                </c:pt>
                <c:pt idx="2405">
                  <c:v>6.8596327423787704</c:v>
                </c:pt>
                <c:pt idx="2406">
                  <c:v>7.30030590722279</c:v>
                </c:pt>
                <c:pt idx="2407">
                  <c:v>7.4463624436664304</c:v>
                </c:pt>
                <c:pt idx="2408">
                  <c:v>7.7718154389256799</c:v>
                </c:pt>
                <c:pt idx="2409">
                  <c:v>7.6234609483447002</c:v>
                </c:pt>
                <c:pt idx="2410">
                  <c:v>7.3651340252386204</c:v>
                </c:pt>
                <c:pt idx="2411">
                  <c:v>7.1842323851892003</c:v>
                </c:pt>
                <c:pt idx="2412">
                  <c:v>7.1292252983554096</c:v>
                </c:pt>
                <c:pt idx="2413">
                  <c:v>7.1292252983554096</c:v>
                </c:pt>
                <c:pt idx="2414">
                  <c:v>7.2691738543129398</c:v>
                </c:pt>
                <c:pt idx="2415">
                  <c:v>7.2545504067245901</c:v>
                </c:pt>
                <c:pt idx="2416">
                  <c:v>7.2449058508103299</c:v>
                </c:pt>
                <c:pt idx="2417">
                  <c:v>7.3898934228139197</c:v>
                </c:pt>
                <c:pt idx="2418">
                  <c:v>7.3563680713186201</c:v>
                </c:pt>
                <c:pt idx="2419">
                  <c:v>7.2370723417676697</c:v>
                </c:pt>
                <c:pt idx="2420">
                  <c:v>7.2226189996101899</c:v>
                </c:pt>
                <c:pt idx="2421">
                  <c:v>6.9656315592044002</c:v>
                </c:pt>
                <c:pt idx="2422">
                  <c:v>6.8597998849901503</c:v>
                </c:pt>
                <c:pt idx="2423">
                  <c:v>6.9001625209958997</c:v>
                </c:pt>
                <c:pt idx="2424">
                  <c:v>6.9377265125916399</c:v>
                </c:pt>
                <c:pt idx="2425">
                  <c:v>6.8647808928920799</c:v>
                </c:pt>
                <c:pt idx="2426">
                  <c:v>6.9481107503129902</c:v>
                </c:pt>
                <c:pt idx="2427">
                  <c:v>7.0457121365437496</c:v>
                </c:pt>
                <c:pt idx="2428">
                  <c:v>6.9381853926174903</c:v>
                </c:pt>
                <c:pt idx="2429">
                  <c:v>6.94233040076886</c:v>
                </c:pt>
                <c:pt idx="2430">
                  <c:v>7.2212995979438697</c:v>
                </c:pt>
                <c:pt idx="2431">
                  <c:v>7.2778680817912003</c:v>
                </c:pt>
                <c:pt idx="2432">
                  <c:v>7.2627511954520196</c:v>
                </c:pt>
                <c:pt idx="2433">
                  <c:v>7.3263305874729099</c:v>
                </c:pt>
                <c:pt idx="2434">
                  <c:v>7.36207307718065</c:v>
                </c:pt>
                <c:pt idx="2435">
                  <c:v>7.5009688028170798</c:v>
                </c:pt>
                <c:pt idx="2436">
                  <c:v>7.4293059397183798</c:v>
                </c:pt>
                <c:pt idx="2437">
                  <c:v>7.3008439948667103</c:v>
                </c:pt>
                <c:pt idx="2438">
                  <c:v>7.2866281208251698</c:v>
                </c:pt>
                <c:pt idx="2439">
                  <c:v>7.3341189238056801</c:v>
                </c:pt>
                <c:pt idx="2440">
                  <c:v>7.3341189238056801</c:v>
                </c:pt>
                <c:pt idx="2441">
                  <c:v>7.2814458479047799</c:v>
                </c:pt>
                <c:pt idx="2442">
                  <c:v>7.2846273586494004</c:v>
                </c:pt>
                <c:pt idx="2443">
                  <c:v>7.4039801829311704</c:v>
                </c:pt>
                <c:pt idx="2444">
                  <c:v>7.5310623908737702</c:v>
                </c:pt>
                <c:pt idx="2445">
                  <c:v>7.5566351994512999</c:v>
                </c:pt>
                <c:pt idx="2446">
                  <c:v>7.7060070304753401</c:v>
                </c:pt>
                <c:pt idx="2447">
                  <c:v>7.7940737578389498</c:v>
                </c:pt>
                <c:pt idx="2448">
                  <c:v>7.7940737578389498</c:v>
                </c:pt>
                <c:pt idx="2449">
                  <c:v>7.77378309058534</c:v>
                </c:pt>
                <c:pt idx="2450">
                  <c:v>7.8842673022138099</c:v>
                </c:pt>
                <c:pt idx="2451">
                  <c:v>7.6838454494943003</c:v>
                </c:pt>
                <c:pt idx="2452">
                  <c:v>7.6743458366532904</c:v>
                </c:pt>
                <c:pt idx="2453">
                  <c:v>7.6723098025535101</c:v>
                </c:pt>
                <c:pt idx="2454">
                  <c:v>7.7369599847597597</c:v>
                </c:pt>
                <c:pt idx="2455">
                  <c:v>7.7331387762315504</c:v>
                </c:pt>
                <c:pt idx="2456">
                  <c:v>7.7669237299303902</c:v>
                </c:pt>
                <c:pt idx="2457">
                  <c:v>7.7550679876172497</c:v>
                </c:pt>
                <c:pt idx="2458">
                  <c:v>7.7286132942578503</c:v>
                </c:pt>
                <c:pt idx="2459">
                  <c:v>7.8310970124117798</c:v>
                </c:pt>
                <c:pt idx="2460">
                  <c:v>7.8648721525782204</c:v>
                </c:pt>
                <c:pt idx="2461">
                  <c:v>7.8845150125449104</c:v>
                </c:pt>
                <c:pt idx="2462">
                  <c:v>7.8026355318124301</c:v>
                </c:pt>
                <c:pt idx="2463">
                  <c:v>7.7911646842925002</c:v>
                </c:pt>
                <c:pt idx="2464">
                  <c:v>7.7291563516970596</c:v>
                </c:pt>
                <c:pt idx="2465">
                  <c:v>7.5049476036913596</c:v>
                </c:pt>
                <c:pt idx="2466">
                  <c:v>7.4522059031624197</c:v>
                </c:pt>
                <c:pt idx="2467">
                  <c:v>7.3905002411498497</c:v>
                </c:pt>
                <c:pt idx="2468">
                  <c:v>7.4474219645698598</c:v>
                </c:pt>
                <c:pt idx="2469">
                  <c:v>7.4545981718037302</c:v>
                </c:pt>
                <c:pt idx="2470">
                  <c:v>7.5281146849990499</c:v>
                </c:pt>
                <c:pt idx="2471">
                  <c:v>7.3244450664203598</c:v>
                </c:pt>
                <c:pt idx="2472">
                  <c:v>7.2812314030058003</c:v>
                </c:pt>
                <c:pt idx="2473">
                  <c:v>7.3700061762895501</c:v>
                </c:pt>
                <c:pt idx="2474">
                  <c:v>7.3340775050546396</c:v>
                </c:pt>
                <c:pt idx="2475">
                  <c:v>7.2544548482191802</c:v>
                </c:pt>
                <c:pt idx="2476">
                  <c:v>7.2558354872604403</c:v>
                </c:pt>
                <c:pt idx="2477">
                  <c:v>7.1939650669700601</c:v>
                </c:pt>
                <c:pt idx="2478">
                  <c:v>7.33006133975588</c:v>
                </c:pt>
                <c:pt idx="2479">
                  <c:v>7.4059297576943504</c:v>
                </c:pt>
                <c:pt idx="2480">
                  <c:v>7.3708772220747099</c:v>
                </c:pt>
                <c:pt idx="2481">
                  <c:v>7.3897018725522097</c:v>
                </c:pt>
                <c:pt idx="2482">
                  <c:v>7.3305186387539099</c:v>
                </c:pt>
                <c:pt idx="2483">
                  <c:v>7.1969695543231103</c:v>
                </c:pt>
                <c:pt idx="2484">
                  <c:v>7.2358638108028401</c:v>
                </c:pt>
                <c:pt idx="2485">
                  <c:v>7.2965837918913303</c:v>
                </c:pt>
                <c:pt idx="2486">
                  <c:v>7.2795085174693099</c:v>
                </c:pt>
                <c:pt idx="2487">
                  <c:v>7.1824490297910497</c:v>
                </c:pt>
                <c:pt idx="2488">
                  <c:v>7.1824490297910497</c:v>
                </c:pt>
                <c:pt idx="2489">
                  <c:v>7.1021211927896504</c:v>
                </c:pt>
                <c:pt idx="2490">
                  <c:v>7.1771211210206598</c:v>
                </c:pt>
                <c:pt idx="2491">
                  <c:v>7.0363612072499704</c:v>
                </c:pt>
                <c:pt idx="2492">
                  <c:v>6.9911184961514996</c:v>
                </c:pt>
                <c:pt idx="2493">
                  <c:v>7.0141730023421802</c:v>
                </c:pt>
                <c:pt idx="2494">
                  <c:v>6.8957352960651201</c:v>
                </c:pt>
                <c:pt idx="2495">
                  <c:v>6.7886048191900397</c:v>
                </c:pt>
                <c:pt idx="2496">
                  <c:v>6.7801316828679701</c:v>
                </c:pt>
                <c:pt idx="2497">
                  <c:v>6.8578294929419199</c:v>
                </c:pt>
                <c:pt idx="2498">
                  <c:v>6.89001083959461</c:v>
                </c:pt>
                <c:pt idx="2499">
                  <c:v>6.85029161637343</c:v>
                </c:pt>
                <c:pt idx="2500">
                  <c:v>6.8318120970627501</c:v>
                </c:pt>
                <c:pt idx="2501">
                  <c:v>6.8965366028755799</c:v>
                </c:pt>
                <c:pt idx="2502">
                  <c:v>7.0878092617862496</c:v>
                </c:pt>
                <c:pt idx="2503">
                  <c:v>7.0878092617862496</c:v>
                </c:pt>
                <c:pt idx="2504">
                  <c:v>7.2938015376737102</c:v>
                </c:pt>
                <c:pt idx="2505">
                  <c:v>7.2417424352871702</c:v>
                </c:pt>
                <c:pt idx="2506">
                  <c:v>7.3165185786778704</c:v>
                </c:pt>
                <c:pt idx="2507">
                  <c:v>7.5460874485735898</c:v>
                </c:pt>
                <c:pt idx="2508">
                  <c:v>7.5460874485735898</c:v>
                </c:pt>
                <c:pt idx="2509">
                  <c:v>7.6347244174886697</c:v>
                </c:pt>
                <c:pt idx="2510">
                  <c:v>7.5689044327151898</c:v>
                </c:pt>
                <c:pt idx="2511">
                  <c:v>7.5023277532110901</c:v>
                </c:pt>
                <c:pt idx="2512">
                  <c:v>7.4364804553678701</c:v>
                </c:pt>
                <c:pt idx="2513">
                  <c:v>7.3430926381061603</c:v>
                </c:pt>
                <c:pt idx="2514">
                  <c:v>7.2400290636948803</c:v>
                </c:pt>
                <c:pt idx="2515">
                  <c:v>7.3040161646959003</c:v>
                </c:pt>
                <c:pt idx="2516">
                  <c:v>7.3939201890668302</c:v>
                </c:pt>
                <c:pt idx="2517">
                  <c:v>7.2558264665772896</c:v>
                </c:pt>
                <c:pt idx="2518">
                  <c:v>7.2497631413664099</c:v>
                </c:pt>
                <c:pt idx="2519">
                  <c:v>7.2471101501460504</c:v>
                </c:pt>
                <c:pt idx="2520">
                  <c:v>7.2815816210455599</c:v>
                </c:pt>
                <c:pt idx="2521">
                  <c:v>7.2877846534854704</c:v>
                </c:pt>
                <c:pt idx="2522">
                  <c:v>7.3298155582717097</c:v>
                </c:pt>
                <c:pt idx="2523">
                  <c:v>7.3408369066979997</c:v>
                </c:pt>
                <c:pt idx="2524">
                  <c:v>7.3891723187080798</c:v>
                </c:pt>
                <c:pt idx="2525">
                  <c:v>7.4596804299258697</c:v>
                </c:pt>
                <c:pt idx="2526">
                  <c:v>7.4464410193941104</c:v>
                </c:pt>
                <c:pt idx="2527">
                  <c:v>7.3437876286575596</c:v>
                </c:pt>
                <c:pt idx="2528">
                  <c:v>7.1877222702656303</c:v>
                </c:pt>
                <c:pt idx="2529">
                  <c:v>7.28621310865939</c:v>
                </c:pt>
                <c:pt idx="2530">
                  <c:v>7.3245612899890098</c:v>
                </c:pt>
                <c:pt idx="2531">
                  <c:v>7.3010734347653896</c:v>
                </c:pt>
                <c:pt idx="2532">
                  <c:v>7.3567860689326299</c:v>
                </c:pt>
                <c:pt idx="2533">
                  <c:v>7.2541228574608203</c:v>
                </c:pt>
                <c:pt idx="2534">
                  <c:v>7.2467813602173603</c:v>
                </c:pt>
                <c:pt idx="2535">
                  <c:v>7.2938511832261996</c:v>
                </c:pt>
                <c:pt idx="2536">
                  <c:v>7.2955386129644202</c:v>
                </c:pt>
                <c:pt idx="2537">
                  <c:v>7.2233626340906696</c:v>
                </c:pt>
                <c:pt idx="2538">
                  <c:v>7.1335817841533702</c:v>
                </c:pt>
                <c:pt idx="2539">
                  <c:v>7.0608813400091899</c:v>
                </c:pt>
                <c:pt idx="2540">
                  <c:v>7.0608813400091899</c:v>
                </c:pt>
                <c:pt idx="2541">
                  <c:v>7.0705196414469498</c:v>
                </c:pt>
                <c:pt idx="2542">
                  <c:v>7.1168487137141696</c:v>
                </c:pt>
                <c:pt idx="2543">
                  <c:v>7.2894869641622702</c:v>
                </c:pt>
                <c:pt idx="2544">
                  <c:v>7.2894869641622702</c:v>
                </c:pt>
                <c:pt idx="2545">
                  <c:v>7.2894869641622702</c:v>
                </c:pt>
                <c:pt idx="2546">
                  <c:v>7.2261836622429199</c:v>
                </c:pt>
                <c:pt idx="2547">
                  <c:v>7.1594771720159001</c:v>
                </c:pt>
                <c:pt idx="2548">
                  <c:v>7.1594771720159001</c:v>
                </c:pt>
                <c:pt idx="2549">
                  <c:v>7.2830580394819</c:v>
                </c:pt>
                <c:pt idx="2550">
                  <c:v>7.2795454796326799</c:v>
                </c:pt>
                <c:pt idx="2551">
                  <c:v>7.2844732202478504</c:v>
                </c:pt>
                <c:pt idx="2552">
                  <c:v>7.2331155278017603</c:v>
                </c:pt>
                <c:pt idx="2553">
                  <c:v>7.1848385838354298</c:v>
                </c:pt>
                <c:pt idx="2554">
                  <c:v>7.1950545102538701</c:v>
                </c:pt>
                <c:pt idx="2555">
                  <c:v>7.2046679023330302</c:v>
                </c:pt>
                <c:pt idx="2556">
                  <c:v>7.2166503057413296</c:v>
                </c:pt>
                <c:pt idx="2557">
                  <c:v>7.3084947694539197</c:v>
                </c:pt>
                <c:pt idx="2558">
                  <c:v>7.3639008948996398</c:v>
                </c:pt>
                <c:pt idx="2559">
                  <c:v>7.4371455748440303</c:v>
                </c:pt>
                <c:pt idx="2560">
                  <c:v>7.3839489798384497</c:v>
                </c:pt>
                <c:pt idx="2561">
                  <c:v>7.4262464439335796</c:v>
                </c:pt>
                <c:pt idx="2562">
                  <c:v>7.4842002837811004</c:v>
                </c:pt>
                <c:pt idx="2563">
                  <c:v>7.4229461474235299</c:v>
                </c:pt>
                <c:pt idx="2564">
                  <c:v>7.32948902944326</c:v>
                </c:pt>
                <c:pt idx="2565">
                  <c:v>7.4355169321880803</c:v>
                </c:pt>
                <c:pt idx="2566">
                  <c:v>7.42518127368416</c:v>
                </c:pt>
                <c:pt idx="2567">
                  <c:v>7.6448474487088198</c:v>
                </c:pt>
                <c:pt idx="2568">
                  <c:v>7.5565995772701404</c:v>
                </c:pt>
                <c:pt idx="2569">
                  <c:v>7.6262871900136897</c:v>
                </c:pt>
                <c:pt idx="2570">
                  <c:v>7.5177420136520299</c:v>
                </c:pt>
                <c:pt idx="2571">
                  <c:v>7.4976546776608899</c:v>
                </c:pt>
                <c:pt idx="2572">
                  <c:v>7.5876838231065999</c:v>
                </c:pt>
                <c:pt idx="2573">
                  <c:v>7.4977696984757802</c:v>
                </c:pt>
                <c:pt idx="2574">
                  <c:v>7.5800431277919698</c:v>
                </c:pt>
                <c:pt idx="2575">
                  <c:v>7.5648536005050104</c:v>
                </c:pt>
                <c:pt idx="2576">
                  <c:v>7.6012255912752202</c:v>
                </c:pt>
                <c:pt idx="2577">
                  <c:v>7.4802248655146304</c:v>
                </c:pt>
                <c:pt idx="2578">
                  <c:v>7.5681083928140396</c:v>
                </c:pt>
                <c:pt idx="2579">
                  <c:v>7.5749071213010204</c:v>
                </c:pt>
                <c:pt idx="2580">
                  <c:v>7.6349848265156899</c:v>
                </c:pt>
                <c:pt idx="2581">
                  <c:v>7.7711127238834097</c:v>
                </c:pt>
                <c:pt idx="2582">
                  <c:v>7.6276409037358501</c:v>
                </c:pt>
                <c:pt idx="2583">
                  <c:v>7.72067297187386</c:v>
                </c:pt>
                <c:pt idx="2584">
                  <c:v>7.7134271872691196</c:v>
                </c:pt>
                <c:pt idx="2585">
                  <c:v>7.7185687368765796</c:v>
                </c:pt>
                <c:pt idx="2586">
                  <c:v>7.67016821761068</c:v>
                </c:pt>
                <c:pt idx="2587">
                  <c:v>7.6360958216094099</c:v>
                </c:pt>
                <c:pt idx="2588">
                  <c:v>7.7255638293014304</c:v>
                </c:pt>
                <c:pt idx="2589">
                  <c:v>7.7053823883399604</c:v>
                </c:pt>
                <c:pt idx="2590">
                  <c:v>7.7083037031251003</c:v>
                </c:pt>
                <c:pt idx="2591">
                  <c:v>7.6347826766872897</c:v>
                </c:pt>
                <c:pt idx="2592">
                  <c:v>7.6192680569407996</c:v>
                </c:pt>
                <c:pt idx="2593">
                  <c:v>7.60068690961167</c:v>
                </c:pt>
                <c:pt idx="2594">
                  <c:v>7.6560941909677904</c:v>
                </c:pt>
                <c:pt idx="2595">
                  <c:v>7.6650847423594799</c:v>
                </c:pt>
                <c:pt idx="2596">
                  <c:v>7.6524986712184102</c:v>
                </c:pt>
                <c:pt idx="2597">
                  <c:v>7.6548108455603998</c:v>
                </c:pt>
                <c:pt idx="2598">
                  <c:v>7.53391104213767</c:v>
                </c:pt>
                <c:pt idx="2599">
                  <c:v>7.6410999246331404</c:v>
                </c:pt>
                <c:pt idx="2600">
                  <c:v>7.4284178070514502</c:v>
                </c:pt>
                <c:pt idx="2601">
                  <c:v>7.1522353046350604</c:v>
                </c:pt>
                <c:pt idx="2602">
                  <c:v>7.1550288763657601</c:v>
                </c:pt>
                <c:pt idx="2603">
                  <c:v>7.1550288763657601</c:v>
                </c:pt>
                <c:pt idx="2604">
                  <c:v>7.0601779128893503</c:v>
                </c:pt>
                <c:pt idx="2605">
                  <c:v>6.8903408341343999</c:v>
                </c:pt>
                <c:pt idx="2606">
                  <c:v>6.8651553558106002</c:v>
                </c:pt>
                <c:pt idx="2607">
                  <c:v>6.84398326045467</c:v>
                </c:pt>
                <c:pt idx="2608">
                  <c:v>6.7809413032953998</c:v>
                </c:pt>
                <c:pt idx="2609">
                  <c:v>6.8510015774461204</c:v>
                </c:pt>
                <c:pt idx="2610">
                  <c:v>6.8331247602766201</c:v>
                </c:pt>
                <c:pt idx="2611">
                  <c:v>6.8469233916374499</c:v>
                </c:pt>
                <c:pt idx="2612">
                  <c:v>6.6793439560187302</c:v>
                </c:pt>
                <c:pt idx="2613">
                  <c:v>6.6910278373237597</c:v>
                </c:pt>
                <c:pt idx="2614">
                  <c:v>6.5183077140977597</c:v>
                </c:pt>
                <c:pt idx="2615">
                  <c:v>6.49836220325661</c:v>
                </c:pt>
                <c:pt idx="2616">
                  <c:v>6.5036878650797796</c:v>
                </c:pt>
                <c:pt idx="2617">
                  <c:v>6.4466981032375301</c:v>
                </c:pt>
                <c:pt idx="2618">
                  <c:v>6.4736820869796201</c:v>
                </c:pt>
                <c:pt idx="2619">
                  <c:v>6.62715814240316</c:v>
                </c:pt>
                <c:pt idx="2620">
                  <c:v>6.4798579065402704</c:v>
                </c:pt>
                <c:pt idx="2621">
                  <c:v>6.4798579065402704</c:v>
                </c:pt>
                <c:pt idx="2622">
                  <c:v>6.4798579065402704</c:v>
                </c:pt>
                <c:pt idx="2623">
                  <c:v>6.50407105928499</c:v>
                </c:pt>
                <c:pt idx="2624">
                  <c:v>6.6166437667718796</c:v>
                </c:pt>
                <c:pt idx="2625">
                  <c:v>6.5154822934449204</c:v>
                </c:pt>
                <c:pt idx="2626">
                  <c:v>6.5742150075948702</c:v>
                </c:pt>
                <c:pt idx="2627">
                  <c:v>6.5735378828239801</c:v>
                </c:pt>
                <c:pt idx="2628">
                  <c:v>6.6587506733803004</c:v>
                </c:pt>
                <c:pt idx="2629">
                  <c:v>6.6422103228009801</c:v>
                </c:pt>
                <c:pt idx="2630">
                  <c:v>6.7797463583720603</c:v>
                </c:pt>
                <c:pt idx="2631">
                  <c:v>6.7797463583720603</c:v>
                </c:pt>
                <c:pt idx="2632">
                  <c:v>6.7934308276791198</c:v>
                </c:pt>
                <c:pt idx="2633">
                  <c:v>6.7673688640809599</c:v>
                </c:pt>
                <c:pt idx="2634">
                  <c:v>6.7647116211154499</c:v>
                </c:pt>
                <c:pt idx="2635">
                  <c:v>6.6906918592442102</c:v>
                </c:pt>
                <c:pt idx="2636">
                  <c:v>6.6113785895119701</c:v>
                </c:pt>
                <c:pt idx="2637">
                  <c:v>6.5680843157970497</c:v>
                </c:pt>
                <c:pt idx="2638">
                  <c:v>6.5726458251852797</c:v>
                </c:pt>
                <c:pt idx="2639">
                  <c:v>6.6857948825493896</c:v>
                </c:pt>
                <c:pt idx="2640">
                  <c:v>6.7285071402727699</c:v>
                </c:pt>
                <c:pt idx="2641">
                  <c:v>6.6990838218869202</c:v>
                </c:pt>
                <c:pt idx="2642">
                  <c:v>6.5480933160653203</c:v>
                </c:pt>
                <c:pt idx="2643">
                  <c:v>6.6138605511043096</c:v>
                </c:pt>
                <c:pt idx="2644">
                  <c:v>6.7051953742480901</c:v>
                </c:pt>
                <c:pt idx="2645">
                  <c:v>6.6523398735283097</c:v>
                </c:pt>
                <c:pt idx="2646">
                  <c:v>6.4700780637924096</c:v>
                </c:pt>
                <c:pt idx="2647">
                  <c:v>6.6163346284195397</c:v>
                </c:pt>
                <c:pt idx="2648">
                  <c:v>6.4971648151699597</c:v>
                </c:pt>
                <c:pt idx="2649">
                  <c:v>6.4640789526402704</c:v>
                </c:pt>
                <c:pt idx="2650">
                  <c:v>6.66636900228605</c:v>
                </c:pt>
                <c:pt idx="2651">
                  <c:v>6.5459040395501598</c:v>
                </c:pt>
                <c:pt idx="2652">
                  <c:v>6.6488226568820998</c:v>
                </c:pt>
                <c:pt idx="2653">
                  <c:v>6.6488226568820998</c:v>
                </c:pt>
                <c:pt idx="2654">
                  <c:v>6.7075988074606396</c:v>
                </c:pt>
                <c:pt idx="2655">
                  <c:v>6.7376909217384302</c:v>
                </c:pt>
                <c:pt idx="2656">
                  <c:v>6.7045269966624801</c:v>
                </c:pt>
                <c:pt idx="2657">
                  <c:v>6.6767583241109696</c:v>
                </c:pt>
                <c:pt idx="2658">
                  <c:v>6.6378840689333396</c:v>
                </c:pt>
                <c:pt idx="2659">
                  <c:v>6.6954086769816703</c:v>
                </c:pt>
                <c:pt idx="2660">
                  <c:v>6.69425773279485</c:v>
                </c:pt>
                <c:pt idx="2661">
                  <c:v>6.5348571544545404</c:v>
                </c:pt>
                <c:pt idx="2662">
                  <c:v>6.6566972909958704</c:v>
                </c:pt>
                <c:pt idx="2663">
                  <c:v>6.7191517105158098</c:v>
                </c:pt>
                <c:pt idx="2664">
                  <c:v>6.8456104789117704</c:v>
                </c:pt>
                <c:pt idx="2665">
                  <c:v>6.9237509152875703</c:v>
                </c:pt>
                <c:pt idx="2666">
                  <c:v>6.8767475732535699</c:v>
                </c:pt>
                <c:pt idx="2667">
                  <c:v>6.7801484318384801</c:v>
                </c:pt>
                <c:pt idx="2668">
                  <c:v>6.7801484318384801</c:v>
                </c:pt>
                <c:pt idx="2669">
                  <c:v>6.8246103796046196</c:v>
                </c:pt>
                <c:pt idx="2670">
                  <c:v>6.8310968869269599</c:v>
                </c:pt>
                <c:pt idx="2671">
                  <c:v>6.8157901690569096</c:v>
                </c:pt>
                <c:pt idx="2672">
                  <c:v>6.9146922455580899</c:v>
                </c:pt>
                <c:pt idx="2673">
                  <c:v>6.9146922455580899</c:v>
                </c:pt>
                <c:pt idx="2674">
                  <c:v>6.8832596106102297</c:v>
                </c:pt>
                <c:pt idx="2675">
                  <c:v>6.9008867404335401</c:v>
                </c:pt>
                <c:pt idx="2676">
                  <c:v>6.8797573338450002</c:v>
                </c:pt>
                <c:pt idx="2677">
                  <c:v>6.8266917247480698</c:v>
                </c:pt>
                <c:pt idx="2678">
                  <c:v>6.8320593967079901</c:v>
                </c:pt>
                <c:pt idx="2679">
                  <c:v>6.7532157278825302</c:v>
                </c:pt>
                <c:pt idx="2680">
                  <c:v>6.91474761950324</c:v>
                </c:pt>
                <c:pt idx="2681">
                  <c:v>6.91498988269141</c:v>
                </c:pt>
                <c:pt idx="2682">
                  <c:v>6.9206182374976501</c:v>
                </c:pt>
                <c:pt idx="2683">
                  <c:v>6.9097551890060398</c:v>
                </c:pt>
                <c:pt idx="2684">
                  <c:v>6.9161468131018502</c:v>
                </c:pt>
                <c:pt idx="2685">
                  <c:v>6.9455957083828901</c:v>
                </c:pt>
                <c:pt idx="2686">
                  <c:v>6.9353095952288299</c:v>
                </c:pt>
                <c:pt idx="2687">
                  <c:v>6.9579686034944599</c:v>
                </c:pt>
                <c:pt idx="2688">
                  <c:v>6.9092199214013199</c:v>
                </c:pt>
                <c:pt idx="2689">
                  <c:v>6.8907240569814903</c:v>
                </c:pt>
                <c:pt idx="2690">
                  <c:v>6.8443061265196397</c:v>
                </c:pt>
                <c:pt idx="2691">
                  <c:v>6.8199962539678998</c:v>
                </c:pt>
                <c:pt idx="2692">
                  <c:v>6.8555242958645204</c:v>
                </c:pt>
                <c:pt idx="2693">
                  <c:v>6.8404151293822002</c:v>
                </c:pt>
                <c:pt idx="2694">
                  <c:v>6.7843716545541</c:v>
                </c:pt>
                <c:pt idx="2695">
                  <c:v>6.9509415321600603</c:v>
                </c:pt>
                <c:pt idx="2696">
                  <c:v>6.98045508226976</c:v>
                </c:pt>
                <c:pt idx="2697">
                  <c:v>6.9906356146537698</c:v>
                </c:pt>
                <c:pt idx="2698">
                  <c:v>6.9461763941272503</c:v>
                </c:pt>
                <c:pt idx="2699">
                  <c:v>6.9809919143652497</c:v>
                </c:pt>
                <c:pt idx="2700">
                  <c:v>6.97043607573156</c:v>
                </c:pt>
                <c:pt idx="2701">
                  <c:v>6.97043607573156</c:v>
                </c:pt>
                <c:pt idx="2702">
                  <c:v>6.9988288047917102</c:v>
                </c:pt>
                <c:pt idx="2703">
                  <c:v>7.01777990189722</c:v>
                </c:pt>
                <c:pt idx="2704">
                  <c:v>6.9848299094930697</c:v>
                </c:pt>
                <c:pt idx="2705">
                  <c:v>7.0438068001485199</c:v>
                </c:pt>
                <c:pt idx="2706">
                  <c:v>6.9639656401961103</c:v>
                </c:pt>
                <c:pt idx="2707">
                  <c:v>6.9649919714354303</c:v>
                </c:pt>
                <c:pt idx="2708">
                  <c:v>6.9649919714354303</c:v>
                </c:pt>
                <c:pt idx="2709">
                  <c:v>6.9788785408497302</c:v>
                </c:pt>
                <c:pt idx="2710">
                  <c:v>6.9594590772352998</c:v>
                </c:pt>
                <c:pt idx="2711">
                  <c:v>6.9712283212569401</c:v>
                </c:pt>
                <c:pt idx="2712">
                  <c:v>6.9620072522603502</c:v>
                </c:pt>
                <c:pt idx="2713">
                  <c:v>6.9649159972805501</c:v>
                </c:pt>
                <c:pt idx="2714">
                  <c:v>6.9330555077936404</c:v>
                </c:pt>
                <c:pt idx="2715">
                  <c:v>6.8848341400001196</c:v>
                </c:pt>
                <c:pt idx="2716">
                  <c:v>6.8164797443689098</c:v>
                </c:pt>
                <c:pt idx="2717">
                  <c:v>6.7296593928772799</c:v>
                </c:pt>
                <c:pt idx="2718">
                  <c:v>6.7193130279575</c:v>
                </c:pt>
                <c:pt idx="2719">
                  <c:v>6.8261012998021799</c:v>
                </c:pt>
                <c:pt idx="2720">
                  <c:v>6.8158738026548802</c:v>
                </c:pt>
                <c:pt idx="2721">
                  <c:v>6.7959118654816297</c:v>
                </c:pt>
                <c:pt idx="2722">
                  <c:v>6.7748130666523103</c:v>
                </c:pt>
                <c:pt idx="2723">
                  <c:v>6.7163089383458399</c:v>
                </c:pt>
                <c:pt idx="2724">
                  <c:v>6.8669955148631701</c:v>
                </c:pt>
                <c:pt idx="2725">
                  <c:v>6.9125811019896402</c:v>
                </c:pt>
                <c:pt idx="2726">
                  <c:v>6.9019407016093197</c:v>
                </c:pt>
                <c:pt idx="2727">
                  <c:v>6.9582914044807502</c:v>
                </c:pt>
                <c:pt idx="2728">
                  <c:v>6.9727172438068203</c:v>
                </c:pt>
                <c:pt idx="2729">
                  <c:v>6.8971574580169097</c:v>
                </c:pt>
                <c:pt idx="2730">
                  <c:v>6.90888483439449</c:v>
                </c:pt>
                <c:pt idx="2731">
                  <c:v>6.9008915851018902</c:v>
                </c:pt>
                <c:pt idx="2732">
                  <c:v>6.8462247196053596</c:v>
                </c:pt>
                <c:pt idx="2733">
                  <c:v>6.8742346423824401</c:v>
                </c:pt>
                <c:pt idx="2734">
                  <c:v>6.9401039725611398</c:v>
                </c:pt>
                <c:pt idx="2735">
                  <c:v>6.9997925804142902</c:v>
                </c:pt>
                <c:pt idx="2736">
                  <c:v>7.0224981021899104</c:v>
                </c:pt>
                <c:pt idx="2737">
                  <c:v>6.9989101142703101</c:v>
                </c:pt>
                <c:pt idx="2738">
                  <c:v>7.1878346129548198</c:v>
                </c:pt>
                <c:pt idx="2739">
                  <c:v>7.1914462006757702</c:v>
                </c:pt>
                <c:pt idx="2740">
                  <c:v>7.1209666600322796</c:v>
                </c:pt>
                <c:pt idx="2741">
                  <c:v>7.07880683574259</c:v>
                </c:pt>
                <c:pt idx="2742">
                  <c:v>7.0704202789432697</c:v>
                </c:pt>
                <c:pt idx="2743">
                  <c:v>7.0478779041233999</c:v>
                </c:pt>
                <c:pt idx="2744">
                  <c:v>7.0261312407700602</c:v>
                </c:pt>
                <c:pt idx="2745">
                  <c:v>7.0650970973309102</c:v>
                </c:pt>
                <c:pt idx="2746">
                  <c:v>7.0199266881697699</c:v>
                </c:pt>
                <c:pt idx="2747">
                  <c:v>7.1088149413560204</c:v>
                </c:pt>
                <c:pt idx="2748">
                  <c:v>7.1088149413560204</c:v>
                </c:pt>
                <c:pt idx="2749">
                  <c:v>7.0469467428966803</c:v>
                </c:pt>
                <c:pt idx="2750">
                  <c:v>7.0166578728332398</c:v>
                </c:pt>
                <c:pt idx="2751">
                  <c:v>7.0628669787928704</c:v>
                </c:pt>
                <c:pt idx="2752">
                  <c:v>6.9765219368857796</c:v>
                </c:pt>
                <c:pt idx="2753">
                  <c:v>6.9784003745421401</c:v>
                </c:pt>
                <c:pt idx="2754">
                  <c:v>6.9567145999152897</c:v>
                </c:pt>
                <c:pt idx="2755">
                  <c:v>6.9612695751969698</c:v>
                </c:pt>
                <c:pt idx="2756">
                  <c:v>6.97916994102125</c:v>
                </c:pt>
                <c:pt idx="2757">
                  <c:v>6.99548193706765</c:v>
                </c:pt>
                <c:pt idx="2758">
                  <c:v>6.9953468126523504</c:v>
                </c:pt>
                <c:pt idx="2759">
                  <c:v>6.9728843899529496</c:v>
                </c:pt>
                <c:pt idx="2760">
                  <c:v>6.9391520448217801</c:v>
                </c:pt>
                <c:pt idx="2761">
                  <c:v>6.92114310080881</c:v>
                </c:pt>
                <c:pt idx="2762">
                  <c:v>6.93552960961543</c:v>
                </c:pt>
                <c:pt idx="2763">
                  <c:v>6.93552960961543</c:v>
                </c:pt>
                <c:pt idx="2764">
                  <c:v>6.9515069442936896</c:v>
                </c:pt>
                <c:pt idx="2765">
                  <c:v>6.9011595355792998</c:v>
                </c:pt>
                <c:pt idx="2766">
                  <c:v>6.8747355506800396</c:v>
                </c:pt>
                <c:pt idx="2767">
                  <c:v>6.8433943332730198</c:v>
                </c:pt>
                <c:pt idx="2768">
                  <c:v>6.8190770845306101</c:v>
                </c:pt>
                <c:pt idx="2769">
                  <c:v>6.8213290729051002</c:v>
                </c:pt>
                <c:pt idx="2770">
                  <c:v>6.7935176570258697</c:v>
                </c:pt>
                <c:pt idx="2771">
                  <c:v>6.8150231278704201</c:v>
                </c:pt>
                <c:pt idx="2772">
                  <c:v>6.9046460358175503</c:v>
                </c:pt>
                <c:pt idx="2773">
                  <c:v>6.9046460358175503</c:v>
                </c:pt>
                <c:pt idx="2774">
                  <c:v>6.8869876113271697</c:v>
                </c:pt>
                <c:pt idx="2775">
                  <c:v>6.8660519185091404</c:v>
                </c:pt>
                <c:pt idx="2776">
                  <c:v>6.8181253758000597</c:v>
                </c:pt>
                <c:pt idx="2777">
                  <c:v>6.8146149553036999</c:v>
                </c:pt>
                <c:pt idx="2778">
                  <c:v>6.7731621349443802</c:v>
                </c:pt>
                <c:pt idx="2779">
                  <c:v>6.7845171584382502</c:v>
                </c:pt>
                <c:pt idx="2780">
                  <c:v>6.7910765994537101</c:v>
                </c:pt>
                <c:pt idx="2781">
                  <c:v>6.8563939923330901</c:v>
                </c:pt>
                <c:pt idx="2782">
                  <c:v>6.9250082777379003</c:v>
                </c:pt>
                <c:pt idx="2783">
                  <c:v>6.8959940881453603</c:v>
                </c:pt>
                <c:pt idx="2784">
                  <c:v>6.9290557962497097</c:v>
                </c:pt>
                <c:pt idx="2785">
                  <c:v>6.9439891772574498</c:v>
                </c:pt>
                <c:pt idx="2786">
                  <c:v>7.0670286697687104</c:v>
                </c:pt>
                <c:pt idx="2787">
                  <c:v>7.16783447480252</c:v>
                </c:pt>
                <c:pt idx="2788">
                  <c:v>7.16783447480252</c:v>
                </c:pt>
                <c:pt idx="2789">
                  <c:v>7.4072390778975201</c:v>
                </c:pt>
                <c:pt idx="2790">
                  <c:v>7.5870041610117198</c:v>
                </c:pt>
                <c:pt idx="2791">
                  <c:v>7.6024924706296497</c:v>
                </c:pt>
                <c:pt idx="2792">
                  <c:v>7.5297963026625601</c:v>
                </c:pt>
                <c:pt idx="2793">
                  <c:v>7.5941612919200701</c:v>
                </c:pt>
                <c:pt idx="2794">
                  <c:v>7.6954384031207201</c:v>
                </c:pt>
                <c:pt idx="2795">
                  <c:v>7.5732167057735502</c:v>
                </c:pt>
                <c:pt idx="2796">
                  <c:v>7.4009480592915802</c:v>
                </c:pt>
                <c:pt idx="2797">
                  <c:v>7.4658774375043704</c:v>
                </c:pt>
                <c:pt idx="2798">
                  <c:v>7.4806887964825002</c:v>
                </c:pt>
                <c:pt idx="2799">
                  <c:v>7.5247603344201597</c:v>
                </c:pt>
                <c:pt idx="2800">
                  <c:v>7.4702590292343203</c:v>
                </c:pt>
                <c:pt idx="2801">
                  <c:v>7.4702590292343203</c:v>
                </c:pt>
                <c:pt idx="2802">
                  <c:v>7.5264281715508501</c:v>
                </c:pt>
                <c:pt idx="2803">
                  <c:v>7.480644119271</c:v>
                </c:pt>
                <c:pt idx="2804">
                  <c:v>7.4972125227579403</c:v>
                </c:pt>
                <c:pt idx="2805">
                  <c:v>7.4972125227579403</c:v>
                </c:pt>
                <c:pt idx="2806">
                  <c:v>7.4972125227579403</c:v>
                </c:pt>
                <c:pt idx="2807">
                  <c:v>7.4729629546996401</c:v>
                </c:pt>
                <c:pt idx="2808">
                  <c:v>7.46835105217344</c:v>
                </c:pt>
                <c:pt idx="2809">
                  <c:v>7.5167191259543999</c:v>
                </c:pt>
                <c:pt idx="2810">
                  <c:v>7.4240017544738004</c:v>
                </c:pt>
                <c:pt idx="2811">
                  <c:v>7.2498847819446803</c:v>
                </c:pt>
                <c:pt idx="2812">
                  <c:v>7.2463059341279301</c:v>
                </c:pt>
                <c:pt idx="2813">
                  <c:v>7.2463059341279301</c:v>
                </c:pt>
                <c:pt idx="2814">
                  <c:v>7.2806935274734403</c:v>
                </c:pt>
                <c:pt idx="2815">
                  <c:v>7.2560774408915396</c:v>
                </c:pt>
                <c:pt idx="2816">
                  <c:v>7.1518738406478501</c:v>
                </c:pt>
                <c:pt idx="2817">
                  <c:v>7.0828880530224199</c:v>
                </c:pt>
                <c:pt idx="2818">
                  <c:v>7.0407088071925097</c:v>
                </c:pt>
                <c:pt idx="2819">
                  <c:v>7.0374309724367698</c:v>
                </c:pt>
                <c:pt idx="2820">
                  <c:v>7.0217300892695897</c:v>
                </c:pt>
                <c:pt idx="2821">
                  <c:v>6.9381502061671698</c:v>
                </c:pt>
                <c:pt idx="2822">
                  <c:v>6.9051601437688097</c:v>
                </c:pt>
                <c:pt idx="2823">
                  <c:v>6.9378587789751096</c:v>
                </c:pt>
                <c:pt idx="2824">
                  <c:v>6.8598569461393604</c:v>
                </c:pt>
                <c:pt idx="2825">
                  <c:v>6.8723470911042703</c:v>
                </c:pt>
                <c:pt idx="2826">
                  <c:v>6.84324399966843</c:v>
                </c:pt>
                <c:pt idx="2827">
                  <c:v>6.9385987875780701</c:v>
                </c:pt>
                <c:pt idx="2828">
                  <c:v>6.8716060967716599</c:v>
                </c:pt>
                <c:pt idx="2829">
                  <c:v>6.8560246118857897</c:v>
                </c:pt>
                <c:pt idx="2830">
                  <c:v>6.9095478227947904</c:v>
                </c:pt>
                <c:pt idx="2831">
                  <c:v>6.93451777599648</c:v>
                </c:pt>
                <c:pt idx="2832">
                  <c:v>6.9797427337085001</c:v>
                </c:pt>
                <c:pt idx="2833">
                  <c:v>7.0513512000574501</c:v>
                </c:pt>
                <c:pt idx="2834">
                  <c:v>7.1217021746982603</c:v>
                </c:pt>
                <c:pt idx="2835">
                  <c:v>7.1893035429617003</c:v>
                </c:pt>
                <c:pt idx="2836">
                  <c:v>7.0969768319329898</c:v>
                </c:pt>
                <c:pt idx="2837">
                  <c:v>7.0432934595330998</c:v>
                </c:pt>
                <c:pt idx="2838">
                  <c:v>7.0449861498013897</c:v>
                </c:pt>
                <c:pt idx="2839">
                  <c:v>7.0983721156294601</c:v>
                </c:pt>
                <c:pt idx="2840">
                  <c:v>7.1266138206207801</c:v>
                </c:pt>
                <c:pt idx="2841">
                  <c:v>7.0773520631831399</c:v>
                </c:pt>
                <c:pt idx="2842">
                  <c:v>7.0994743494720396</c:v>
                </c:pt>
                <c:pt idx="2843">
                  <c:v>7.1015749644076402</c:v>
                </c:pt>
                <c:pt idx="2844">
                  <c:v>7.0731946691005003</c:v>
                </c:pt>
                <c:pt idx="2845">
                  <c:v>6.9745030825293304</c:v>
                </c:pt>
                <c:pt idx="2846">
                  <c:v>6.9374527107011099</c:v>
                </c:pt>
                <c:pt idx="2847">
                  <c:v>6.9584476920458602</c:v>
                </c:pt>
                <c:pt idx="2848">
                  <c:v>7.0106299074685099</c:v>
                </c:pt>
                <c:pt idx="2849">
                  <c:v>7.1098400150721099</c:v>
                </c:pt>
                <c:pt idx="2850">
                  <c:v>7.1310857754766497</c:v>
                </c:pt>
                <c:pt idx="2851">
                  <c:v>7.1000505196836299</c:v>
                </c:pt>
                <c:pt idx="2852">
                  <c:v>7.3085916978761603</c:v>
                </c:pt>
                <c:pt idx="2853">
                  <c:v>7.3566704840830601</c:v>
                </c:pt>
                <c:pt idx="2854">
                  <c:v>7.4623761648125004</c:v>
                </c:pt>
                <c:pt idx="2855">
                  <c:v>7.4015808465746096</c:v>
                </c:pt>
                <c:pt idx="2856">
                  <c:v>7.3254062361102896</c:v>
                </c:pt>
                <c:pt idx="2857">
                  <c:v>7.4643524332618796</c:v>
                </c:pt>
                <c:pt idx="2858">
                  <c:v>7.4852507253314</c:v>
                </c:pt>
                <c:pt idx="2859">
                  <c:v>7.4094358430319396</c:v>
                </c:pt>
                <c:pt idx="2860">
                  <c:v>7.3706057638844902</c:v>
                </c:pt>
                <c:pt idx="2861">
                  <c:v>7.28487623850961</c:v>
                </c:pt>
                <c:pt idx="2862">
                  <c:v>7.2607033650033497</c:v>
                </c:pt>
                <c:pt idx="2863">
                  <c:v>7.2607033650033497</c:v>
                </c:pt>
                <c:pt idx="2864">
                  <c:v>7.2298831894312903</c:v>
                </c:pt>
                <c:pt idx="2865">
                  <c:v>7.3064561025377603</c:v>
                </c:pt>
                <c:pt idx="2866">
                  <c:v>7.3895141858585802</c:v>
                </c:pt>
                <c:pt idx="2867">
                  <c:v>7.3947988937452003</c:v>
                </c:pt>
                <c:pt idx="2868">
                  <c:v>7.4558171643676703</c:v>
                </c:pt>
                <c:pt idx="2869">
                  <c:v>7.41935933369352</c:v>
                </c:pt>
                <c:pt idx="2870">
                  <c:v>7.3677711777438804</c:v>
                </c:pt>
                <c:pt idx="2871">
                  <c:v>7.3677711777438804</c:v>
                </c:pt>
                <c:pt idx="2872">
                  <c:v>7.3677711777438804</c:v>
                </c:pt>
                <c:pt idx="2873">
                  <c:v>7.2769384296912296</c:v>
                </c:pt>
                <c:pt idx="2874">
                  <c:v>7.2902146975969098</c:v>
                </c:pt>
                <c:pt idx="2875">
                  <c:v>7.1876572395682903</c:v>
                </c:pt>
                <c:pt idx="2876">
                  <c:v>7.2417072103334901</c:v>
                </c:pt>
                <c:pt idx="2877">
                  <c:v>7.2382036878692597</c:v>
                </c:pt>
                <c:pt idx="2878">
                  <c:v>7.1947401644258697</c:v>
                </c:pt>
                <c:pt idx="2879">
                  <c:v>7.1823396786995097</c:v>
                </c:pt>
                <c:pt idx="2880">
                  <c:v>7.1680188706056196</c:v>
                </c:pt>
                <c:pt idx="2881">
                  <c:v>7.15336772098465</c:v>
                </c:pt>
                <c:pt idx="2882">
                  <c:v>7.1803671345223101</c:v>
                </c:pt>
                <c:pt idx="2883">
                  <c:v>7.18771004808025</c:v>
                </c:pt>
                <c:pt idx="2884">
                  <c:v>7.1733854368187204</c:v>
                </c:pt>
                <c:pt idx="2885">
                  <c:v>7.2024037847703202</c:v>
                </c:pt>
                <c:pt idx="2886">
                  <c:v>7.2522331211456601</c:v>
                </c:pt>
                <c:pt idx="2887">
                  <c:v>7.1413149032028</c:v>
                </c:pt>
                <c:pt idx="2888">
                  <c:v>7.2453953833397096</c:v>
                </c:pt>
                <c:pt idx="2889">
                  <c:v>7.1532624905764797</c:v>
                </c:pt>
                <c:pt idx="2890">
                  <c:v>7.1485737010296697</c:v>
                </c:pt>
                <c:pt idx="2891">
                  <c:v>7.1771766873477096</c:v>
                </c:pt>
                <c:pt idx="2892">
                  <c:v>7.1771766873477096</c:v>
                </c:pt>
                <c:pt idx="2893">
                  <c:v>7.2313721075185402</c:v>
                </c:pt>
                <c:pt idx="2894">
                  <c:v>7.2749617729392897</c:v>
                </c:pt>
                <c:pt idx="2895">
                  <c:v>7.3296512855440197</c:v>
                </c:pt>
                <c:pt idx="2896">
                  <c:v>7.3190396693427298</c:v>
                </c:pt>
                <c:pt idx="2897">
                  <c:v>7.27912032767982</c:v>
                </c:pt>
                <c:pt idx="2898">
                  <c:v>7.3327279650628201</c:v>
                </c:pt>
                <c:pt idx="2899">
                  <c:v>7.40835246550939</c:v>
                </c:pt>
                <c:pt idx="2900">
                  <c:v>7.3881303957796902</c:v>
                </c:pt>
                <c:pt idx="2901">
                  <c:v>7.3788716407012496</c:v>
                </c:pt>
                <c:pt idx="2902">
                  <c:v>7.3712870775169304</c:v>
                </c:pt>
                <c:pt idx="2903">
                  <c:v>7.3712870775169304</c:v>
                </c:pt>
                <c:pt idx="2904">
                  <c:v>7.3863942467206796</c:v>
                </c:pt>
                <c:pt idx="2905">
                  <c:v>7.3920063423840503</c:v>
                </c:pt>
                <c:pt idx="2906">
                  <c:v>7.3481429778824001</c:v>
                </c:pt>
                <c:pt idx="2907">
                  <c:v>7.3729214584097296</c:v>
                </c:pt>
                <c:pt idx="2908">
                  <c:v>7.3886689651983497</c:v>
                </c:pt>
                <c:pt idx="2909">
                  <c:v>7.3945959726462602</c:v>
                </c:pt>
                <c:pt idx="2910">
                  <c:v>7.3944245126897199</c:v>
                </c:pt>
                <c:pt idx="2911">
                  <c:v>7.3657582331539402</c:v>
                </c:pt>
                <c:pt idx="2912">
                  <c:v>7.3354702304132404</c:v>
                </c:pt>
                <c:pt idx="2913">
                  <c:v>7.37888711204325</c:v>
                </c:pt>
                <c:pt idx="2914">
                  <c:v>7.4342874239172296</c:v>
                </c:pt>
                <c:pt idx="2915">
                  <c:v>7.4763246274664397</c:v>
                </c:pt>
                <c:pt idx="2916">
                  <c:v>7.5044889474816197</c:v>
                </c:pt>
                <c:pt idx="2917">
                  <c:v>7.5675419821979402</c:v>
                </c:pt>
                <c:pt idx="2918">
                  <c:v>7.5675419821979402</c:v>
                </c:pt>
                <c:pt idx="2919">
                  <c:v>7.56436686895184</c:v>
                </c:pt>
                <c:pt idx="2920">
                  <c:v>7.57560510156567</c:v>
                </c:pt>
                <c:pt idx="2921">
                  <c:v>7.59138367401534</c:v>
                </c:pt>
                <c:pt idx="2922">
                  <c:v>7.5722704499949502</c:v>
                </c:pt>
                <c:pt idx="2923">
                  <c:v>7.5722704499949502</c:v>
                </c:pt>
                <c:pt idx="2924">
                  <c:v>7.5802489016264296</c:v>
                </c:pt>
                <c:pt idx="2925">
                  <c:v>7.7006728161827098</c:v>
                </c:pt>
                <c:pt idx="2926">
                  <c:v>7.6651720391160296</c:v>
                </c:pt>
                <c:pt idx="2927">
                  <c:v>7.6583368722367799</c:v>
                </c:pt>
                <c:pt idx="2928">
                  <c:v>7.6751540553212703</c:v>
                </c:pt>
                <c:pt idx="2929">
                  <c:v>7.6833092440297399</c:v>
                </c:pt>
                <c:pt idx="2930">
                  <c:v>7.7155109901828096</c:v>
                </c:pt>
                <c:pt idx="2931">
                  <c:v>7.7821038531033997</c:v>
                </c:pt>
                <c:pt idx="2932">
                  <c:v>7.8831084403123404</c:v>
                </c:pt>
                <c:pt idx="2933">
                  <c:v>7.8831084403123404</c:v>
                </c:pt>
                <c:pt idx="2934">
                  <c:v>7.82295673104852</c:v>
                </c:pt>
                <c:pt idx="2935">
                  <c:v>7.8772159032877598</c:v>
                </c:pt>
                <c:pt idx="2936">
                  <c:v>7.85382346555736</c:v>
                </c:pt>
                <c:pt idx="2937">
                  <c:v>7.8805866639084297</c:v>
                </c:pt>
                <c:pt idx="2938">
                  <c:v>7.8686590960392797</c:v>
                </c:pt>
                <c:pt idx="2939">
                  <c:v>7.8709729763447402</c:v>
                </c:pt>
                <c:pt idx="2940">
                  <c:v>7.8929576257090703</c:v>
                </c:pt>
                <c:pt idx="2941">
                  <c:v>7.8624302219824296</c:v>
                </c:pt>
                <c:pt idx="2942">
                  <c:v>7.9008566763569696</c:v>
                </c:pt>
                <c:pt idx="2943">
                  <c:v>7.9057421930582601</c:v>
                </c:pt>
                <c:pt idx="2944">
                  <c:v>7.8757108579430897</c:v>
                </c:pt>
                <c:pt idx="2945">
                  <c:v>7.8695686638951203</c:v>
                </c:pt>
                <c:pt idx="2946">
                  <c:v>7.84640307924455</c:v>
                </c:pt>
                <c:pt idx="2947">
                  <c:v>7.8853290621936099</c:v>
                </c:pt>
                <c:pt idx="2948">
                  <c:v>7.8853290621936099</c:v>
                </c:pt>
                <c:pt idx="2949">
                  <c:v>7.8776571382321396</c:v>
                </c:pt>
                <c:pt idx="2950">
                  <c:v>7.8195065135823203</c:v>
                </c:pt>
                <c:pt idx="2951">
                  <c:v>7.7393574214507304</c:v>
                </c:pt>
                <c:pt idx="2952">
                  <c:v>7.8026075402782</c:v>
                </c:pt>
                <c:pt idx="2953">
                  <c:v>7.7899652913687403</c:v>
                </c:pt>
                <c:pt idx="2954">
                  <c:v>7.7896814455152503</c:v>
                </c:pt>
                <c:pt idx="2955">
                  <c:v>7.7588789639587104</c:v>
                </c:pt>
                <c:pt idx="2956">
                  <c:v>7.7587885851262302</c:v>
                </c:pt>
                <c:pt idx="2957">
                  <c:v>7.75010535851127</c:v>
                </c:pt>
                <c:pt idx="2958">
                  <c:v>7.8208520609075096</c:v>
                </c:pt>
                <c:pt idx="2959">
                  <c:v>7.8233602035652696</c:v>
                </c:pt>
                <c:pt idx="2960">
                  <c:v>7.8807275316399599</c:v>
                </c:pt>
                <c:pt idx="2961">
                  <c:v>7.9342007765304396</c:v>
                </c:pt>
                <c:pt idx="2962">
                  <c:v>7.9342007765304396</c:v>
                </c:pt>
                <c:pt idx="2963">
                  <c:v>7.9492264197240203</c:v>
                </c:pt>
                <c:pt idx="2964">
                  <c:v>7.9311172409072199</c:v>
                </c:pt>
                <c:pt idx="2965">
                  <c:v>7.8797764988336496</c:v>
                </c:pt>
                <c:pt idx="2966">
                  <c:v>7.9308646169107</c:v>
                </c:pt>
                <c:pt idx="2967">
                  <c:v>7.9354101104316896</c:v>
                </c:pt>
                <c:pt idx="2968">
                  <c:v>7.9354101104316896</c:v>
                </c:pt>
                <c:pt idx="2969">
                  <c:v>7.95240653821861</c:v>
                </c:pt>
                <c:pt idx="2970">
                  <c:v>7.9469163298384604</c:v>
                </c:pt>
                <c:pt idx="2971">
                  <c:v>7.9484507451732798</c:v>
                </c:pt>
                <c:pt idx="2972">
                  <c:v>8.1088912859508095</c:v>
                </c:pt>
                <c:pt idx="2973">
                  <c:v>8.3109764283927205</c:v>
                </c:pt>
                <c:pt idx="2974">
                  <c:v>8.3053542165483591</c:v>
                </c:pt>
                <c:pt idx="2975">
                  <c:v>8.4425091614449297</c:v>
                </c:pt>
                <c:pt idx="2976">
                  <c:v>8.35468033591801</c:v>
                </c:pt>
                <c:pt idx="2977">
                  <c:v>8.3191395815417302</c:v>
                </c:pt>
                <c:pt idx="2978">
                  <c:v>8.3499887925577205</c:v>
                </c:pt>
                <c:pt idx="2979">
                  <c:v>8.4091375368629198</c:v>
                </c:pt>
                <c:pt idx="2980">
                  <c:v>8.5538882385156594</c:v>
                </c:pt>
                <c:pt idx="2981">
                  <c:v>8.5246752067602607</c:v>
                </c:pt>
                <c:pt idx="2982">
                  <c:v>8.5033669513018708</c:v>
                </c:pt>
                <c:pt idx="2983">
                  <c:v>8.7235651258851608</c:v>
                </c:pt>
                <c:pt idx="2984">
                  <c:v>8.81756183970462</c:v>
                </c:pt>
                <c:pt idx="2985">
                  <c:v>8.7516055611129406</c:v>
                </c:pt>
                <c:pt idx="2986">
                  <c:v>8.7059967127992604</c:v>
                </c:pt>
                <c:pt idx="2987">
                  <c:v>8.6232347025429803</c:v>
                </c:pt>
                <c:pt idx="2988">
                  <c:v>8.6815645375532497</c:v>
                </c:pt>
                <c:pt idx="2989">
                  <c:v>8.7274545963817705</c:v>
                </c:pt>
                <c:pt idx="2990">
                  <c:v>8.6602135329030308</c:v>
                </c:pt>
                <c:pt idx="2991">
                  <c:v>8.6387874206966107</c:v>
                </c:pt>
                <c:pt idx="2992">
                  <c:v>8.3556736931163105</c:v>
                </c:pt>
                <c:pt idx="2993">
                  <c:v>8.3121534478083792</c:v>
                </c:pt>
                <c:pt idx="2994">
                  <c:v>8.4681795468417906</c:v>
                </c:pt>
                <c:pt idx="2995">
                  <c:v>8.4685834948177607</c:v>
                </c:pt>
                <c:pt idx="2996">
                  <c:v>8.5918050204224894</c:v>
                </c:pt>
                <c:pt idx="2997">
                  <c:v>8.4719764684381804</c:v>
                </c:pt>
                <c:pt idx="2998">
                  <c:v>8.6652573774189303</c:v>
                </c:pt>
                <c:pt idx="2999">
                  <c:v>8.7292901319107195</c:v>
                </c:pt>
                <c:pt idx="3000">
                  <c:v>8.6299626993333796</c:v>
                </c:pt>
                <c:pt idx="3001">
                  <c:v>8.5311901609636394</c:v>
                </c:pt>
                <c:pt idx="3002">
                  <c:v>8.4301497163289891</c:v>
                </c:pt>
                <c:pt idx="3003">
                  <c:v>8.2566858941058499</c:v>
                </c:pt>
                <c:pt idx="3004">
                  <c:v>8.2540403674396394</c:v>
                </c:pt>
                <c:pt idx="3005">
                  <c:v>8.1855532359105805</c:v>
                </c:pt>
                <c:pt idx="3006">
                  <c:v>8.2032850704411899</c:v>
                </c:pt>
                <c:pt idx="3007">
                  <c:v>8.1290745809754306</c:v>
                </c:pt>
                <c:pt idx="3008">
                  <c:v>8.1290745809754306</c:v>
                </c:pt>
                <c:pt idx="3009">
                  <c:v>8.2254986562913803</c:v>
                </c:pt>
                <c:pt idx="3010">
                  <c:v>8.2238573464520908</c:v>
                </c:pt>
                <c:pt idx="3011">
                  <c:v>8.1265686723644599</c:v>
                </c:pt>
                <c:pt idx="3012">
                  <c:v>8.1012803135180604</c:v>
                </c:pt>
                <c:pt idx="3013">
                  <c:v>8.225933023204</c:v>
                </c:pt>
                <c:pt idx="3014">
                  <c:v>8.1423732800425093</c:v>
                </c:pt>
                <c:pt idx="3015">
                  <c:v>8.2236289982096498</c:v>
                </c:pt>
                <c:pt idx="3016">
                  <c:v>8.1213290007593297</c:v>
                </c:pt>
                <c:pt idx="3017">
                  <c:v>8.1654889370709505</c:v>
                </c:pt>
                <c:pt idx="3018">
                  <c:v>8.2064561664033402</c:v>
                </c:pt>
                <c:pt idx="3019">
                  <c:v>8.2384245329491002</c:v>
                </c:pt>
                <c:pt idx="3020">
                  <c:v>8.1743431124983204</c:v>
                </c:pt>
                <c:pt idx="3021">
                  <c:v>8.2527879634792001</c:v>
                </c:pt>
                <c:pt idx="3022">
                  <c:v>8.2567503342378306</c:v>
                </c:pt>
                <c:pt idx="3023">
                  <c:v>8.2567503342378306</c:v>
                </c:pt>
                <c:pt idx="3024">
                  <c:v>8.2773542550458004</c:v>
                </c:pt>
                <c:pt idx="3025">
                  <c:v>8.1449050772560092</c:v>
                </c:pt>
                <c:pt idx="3026">
                  <c:v>8.21885877992902</c:v>
                </c:pt>
                <c:pt idx="3027">
                  <c:v>8.3142765599504909</c:v>
                </c:pt>
                <c:pt idx="3028">
                  <c:v>8.3681012901099194</c:v>
                </c:pt>
                <c:pt idx="3029">
                  <c:v>8.4269405799926496</c:v>
                </c:pt>
                <c:pt idx="3030">
                  <c:v>8.5362244474681397</c:v>
                </c:pt>
                <c:pt idx="3031">
                  <c:v>8.5764263002470198</c:v>
                </c:pt>
                <c:pt idx="3032">
                  <c:v>8.6091170992686799</c:v>
                </c:pt>
                <c:pt idx="3033">
                  <c:v>8.6091170992686799</c:v>
                </c:pt>
                <c:pt idx="3034">
                  <c:v>8.5683100257518898</c:v>
                </c:pt>
                <c:pt idx="3035">
                  <c:v>8.6605796890590607</c:v>
                </c:pt>
                <c:pt idx="3036">
                  <c:v>8.6725686217588898</c:v>
                </c:pt>
                <c:pt idx="3037">
                  <c:v>8.6280634732241808</c:v>
                </c:pt>
                <c:pt idx="3038">
                  <c:v>8.6709501660418606</c:v>
                </c:pt>
                <c:pt idx="3039">
                  <c:v>8.6632943022720799</c:v>
                </c:pt>
                <c:pt idx="3040">
                  <c:v>8.7372745728594197</c:v>
                </c:pt>
                <c:pt idx="3041">
                  <c:v>8.7574682975685807</c:v>
                </c:pt>
                <c:pt idx="3042">
                  <c:v>8.7971809782984405</c:v>
                </c:pt>
                <c:pt idx="3043">
                  <c:v>8.7161492657826507</c:v>
                </c:pt>
                <c:pt idx="3044">
                  <c:v>8.6490304927991399</c:v>
                </c:pt>
                <c:pt idx="3045">
                  <c:v>8.6279919052419096</c:v>
                </c:pt>
                <c:pt idx="3046">
                  <c:v>8.7186809367967495</c:v>
                </c:pt>
                <c:pt idx="3047">
                  <c:v>8.7525003060433502</c:v>
                </c:pt>
                <c:pt idx="3048">
                  <c:v>8.8753867922150498</c:v>
                </c:pt>
                <c:pt idx="3049">
                  <c:v>8.8753867922150498</c:v>
                </c:pt>
                <c:pt idx="3050">
                  <c:v>8.8512614501839604</c:v>
                </c:pt>
                <c:pt idx="3051">
                  <c:v>8.8474384792419194</c:v>
                </c:pt>
                <c:pt idx="3052">
                  <c:v>8.9786254913955794</c:v>
                </c:pt>
                <c:pt idx="3053">
                  <c:v>9.0812255484774003</c:v>
                </c:pt>
                <c:pt idx="3054">
                  <c:v>9.02632614309716</c:v>
                </c:pt>
                <c:pt idx="3055">
                  <c:v>9.0249127063150407</c:v>
                </c:pt>
                <c:pt idx="3056">
                  <c:v>8.9743541286376995</c:v>
                </c:pt>
                <c:pt idx="3057">
                  <c:v>9.0040640519906798</c:v>
                </c:pt>
                <c:pt idx="3058">
                  <c:v>8.8604273536026508</c:v>
                </c:pt>
                <c:pt idx="3059">
                  <c:v>8.9212871515060002</c:v>
                </c:pt>
                <c:pt idx="3060">
                  <c:v>8.8263080667471705</c:v>
                </c:pt>
                <c:pt idx="3061">
                  <c:v>8.8072545452139703</c:v>
                </c:pt>
                <c:pt idx="3062">
                  <c:v>8.8072545452139703</c:v>
                </c:pt>
                <c:pt idx="3063">
                  <c:v>8.8738437912591994</c:v>
                </c:pt>
                <c:pt idx="3064">
                  <c:v>8.8767604843105996</c:v>
                </c:pt>
                <c:pt idx="3065">
                  <c:v>8.8770617129010496</c:v>
                </c:pt>
                <c:pt idx="3066">
                  <c:v>8.8770617129010496</c:v>
                </c:pt>
                <c:pt idx="3067">
                  <c:v>8.8770617129010496</c:v>
                </c:pt>
                <c:pt idx="3068">
                  <c:v>8.94542934229416</c:v>
                </c:pt>
                <c:pt idx="3069">
                  <c:v>8.9808326084738006</c:v>
                </c:pt>
                <c:pt idx="3070">
                  <c:v>9.01073011999347</c:v>
                </c:pt>
                <c:pt idx="3071">
                  <c:v>9.06331726162718</c:v>
                </c:pt>
                <c:pt idx="3072">
                  <c:v>9.0591236827038308</c:v>
                </c:pt>
                <c:pt idx="3073">
                  <c:v>9.0591236827038308</c:v>
                </c:pt>
                <c:pt idx="3074">
                  <c:v>9.0907932213989504</c:v>
                </c:pt>
                <c:pt idx="3075">
                  <c:v>9.07032991949173</c:v>
                </c:pt>
                <c:pt idx="3076">
                  <c:v>9.0526939935362396</c:v>
                </c:pt>
                <c:pt idx="3077">
                  <c:v>9.0577420909327504</c:v>
                </c:pt>
                <c:pt idx="3078">
                  <c:v>9.1468147131963509</c:v>
                </c:pt>
                <c:pt idx="3079">
                  <c:v>9.17430762120871</c:v>
                </c:pt>
                <c:pt idx="3080">
                  <c:v>9.3506741316153104</c:v>
                </c:pt>
                <c:pt idx="3081">
                  <c:v>9.3426295239152992</c:v>
                </c:pt>
                <c:pt idx="3082">
                  <c:v>9.2292020637722896</c:v>
                </c:pt>
                <c:pt idx="3083">
                  <c:v>9.3376115065533902</c:v>
                </c:pt>
                <c:pt idx="3084">
                  <c:v>9.34451091819402</c:v>
                </c:pt>
                <c:pt idx="3085">
                  <c:v>9.2925146980569799</c:v>
                </c:pt>
                <c:pt idx="3086">
                  <c:v>9.2377232836181005</c:v>
                </c:pt>
                <c:pt idx="3087">
                  <c:v>9.20696442918873</c:v>
                </c:pt>
                <c:pt idx="3088">
                  <c:v>9.2304201729697102</c:v>
                </c:pt>
                <c:pt idx="3089">
                  <c:v>9.2807801874786104</c:v>
                </c:pt>
                <c:pt idx="3090">
                  <c:v>9.2423630554395597</c:v>
                </c:pt>
                <c:pt idx="3091">
                  <c:v>9.2374726620321201</c:v>
                </c:pt>
                <c:pt idx="3092">
                  <c:v>9.2656291067049903</c:v>
                </c:pt>
                <c:pt idx="3093">
                  <c:v>9.3080387873560895</c:v>
                </c:pt>
                <c:pt idx="3094">
                  <c:v>9.3435217352074194</c:v>
                </c:pt>
                <c:pt idx="3095">
                  <c:v>9.4308985804094103</c:v>
                </c:pt>
                <c:pt idx="3096">
                  <c:v>9.6858928682677892</c:v>
                </c:pt>
                <c:pt idx="3097">
                  <c:v>9.5763468983452</c:v>
                </c:pt>
                <c:pt idx="3098">
                  <c:v>9.50453949464743</c:v>
                </c:pt>
                <c:pt idx="3099">
                  <c:v>9.4832458627932201</c:v>
                </c:pt>
                <c:pt idx="3100">
                  <c:v>9.4872881019301794</c:v>
                </c:pt>
                <c:pt idx="3101">
                  <c:v>9.3836716736162806</c:v>
                </c:pt>
                <c:pt idx="3102">
                  <c:v>9.3557611387733903</c:v>
                </c:pt>
                <c:pt idx="3103">
                  <c:v>9.2952987467913601</c:v>
                </c:pt>
                <c:pt idx="3104">
                  <c:v>9.2415493646647793</c:v>
                </c:pt>
                <c:pt idx="3105">
                  <c:v>9.3073596852224405</c:v>
                </c:pt>
                <c:pt idx="3106">
                  <c:v>9.2396066875113494</c:v>
                </c:pt>
                <c:pt idx="3107">
                  <c:v>9.2371409875952395</c:v>
                </c:pt>
                <c:pt idx="3108">
                  <c:v>9.1897102906373505</c:v>
                </c:pt>
                <c:pt idx="3109">
                  <c:v>9.0848844304479801</c:v>
                </c:pt>
                <c:pt idx="3110">
                  <c:v>9.0349996626833207</c:v>
                </c:pt>
                <c:pt idx="3111">
                  <c:v>9.0110431494563805</c:v>
                </c:pt>
                <c:pt idx="3112">
                  <c:v>9.0106329947812895</c:v>
                </c:pt>
                <c:pt idx="3113">
                  <c:v>8.9025146212858495</c:v>
                </c:pt>
                <c:pt idx="3114">
                  <c:v>8.9020268652360706</c:v>
                </c:pt>
                <c:pt idx="3115">
                  <c:v>8.8512988456687491</c:v>
                </c:pt>
                <c:pt idx="3116">
                  <c:v>8.7293372248795595</c:v>
                </c:pt>
                <c:pt idx="3117">
                  <c:v>8.5980836498445292</c:v>
                </c:pt>
                <c:pt idx="3118">
                  <c:v>8.7392408996088502</c:v>
                </c:pt>
                <c:pt idx="3119">
                  <c:v>8.7916396028816397</c:v>
                </c:pt>
                <c:pt idx="3120">
                  <c:v>8.6625794848137794</c:v>
                </c:pt>
                <c:pt idx="3121">
                  <c:v>8.4258116414409692</c:v>
                </c:pt>
                <c:pt idx="3122">
                  <c:v>8.3937242744319001</c:v>
                </c:pt>
                <c:pt idx="3123">
                  <c:v>8.3937242744319001</c:v>
                </c:pt>
                <c:pt idx="3124">
                  <c:v>8.4753096301733404</c:v>
                </c:pt>
                <c:pt idx="3125">
                  <c:v>8.4828399138652504</c:v>
                </c:pt>
                <c:pt idx="3126">
                  <c:v>8.4828399138652504</c:v>
                </c:pt>
                <c:pt idx="3127">
                  <c:v>8.4828399138652504</c:v>
                </c:pt>
                <c:pt idx="3128">
                  <c:v>8.5034703733959098</c:v>
                </c:pt>
                <c:pt idx="3129">
                  <c:v>8.4745083504366097</c:v>
                </c:pt>
                <c:pt idx="3130">
                  <c:v>8.4290506367663305</c:v>
                </c:pt>
                <c:pt idx="3131">
                  <c:v>8.3536740263584299</c:v>
                </c:pt>
                <c:pt idx="3132">
                  <c:v>8.3294825803373804</c:v>
                </c:pt>
                <c:pt idx="3133">
                  <c:v>8.2498934522534704</c:v>
                </c:pt>
                <c:pt idx="3134">
                  <c:v>8.2030461399613905</c:v>
                </c:pt>
                <c:pt idx="3135">
                  <c:v>8.2441734656056003</c:v>
                </c:pt>
                <c:pt idx="3136">
                  <c:v>8.3551241290444107</c:v>
                </c:pt>
                <c:pt idx="3137">
                  <c:v>8.3586157763750109</c:v>
                </c:pt>
                <c:pt idx="3138">
                  <c:v>8.4136833140518306</c:v>
                </c:pt>
                <c:pt idx="3139">
                  <c:v>8.3626900208234307</c:v>
                </c:pt>
                <c:pt idx="3140">
                  <c:v>8.2865719859392897</c:v>
                </c:pt>
                <c:pt idx="3141">
                  <c:v>8.2543985211485396</c:v>
                </c:pt>
                <c:pt idx="3142">
                  <c:v>8.2761031723693499</c:v>
                </c:pt>
                <c:pt idx="3143">
                  <c:v>8.2425275914319798</c:v>
                </c:pt>
                <c:pt idx="3144">
                  <c:v>8.1082482732070993</c:v>
                </c:pt>
                <c:pt idx="3145">
                  <c:v>8.2089905729732404</c:v>
                </c:pt>
                <c:pt idx="3146">
                  <c:v>8.2495135231358603</c:v>
                </c:pt>
                <c:pt idx="3147">
                  <c:v>8.2581707461387808</c:v>
                </c:pt>
                <c:pt idx="3148">
                  <c:v>8.2854206137445594</c:v>
                </c:pt>
                <c:pt idx="3149">
                  <c:v>8.3137239867632697</c:v>
                </c:pt>
                <c:pt idx="3150">
                  <c:v>8.2693244503722703</c:v>
                </c:pt>
                <c:pt idx="3151">
                  <c:v>8.1814256619364993</c:v>
                </c:pt>
                <c:pt idx="3152">
                  <c:v>8.2176303030284696</c:v>
                </c:pt>
                <c:pt idx="3153">
                  <c:v>8.2884090978555705</c:v>
                </c:pt>
                <c:pt idx="3154">
                  <c:v>8.3045969005350404</c:v>
                </c:pt>
                <c:pt idx="3155">
                  <c:v>8.2322156244349003</c:v>
                </c:pt>
                <c:pt idx="3156">
                  <c:v>8.2698604633400592</c:v>
                </c:pt>
                <c:pt idx="3157">
                  <c:v>8.2554083259942495</c:v>
                </c:pt>
                <c:pt idx="3158">
                  <c:v>8.2554083259942495</c:v>
                </c:pt>
                <c:pt idx="3159">
                  <c:v>8.2680965991112103</c:v>
                </c:pt>
                <c:pt idx="3160">
                  <c:v>8.1860705515761101</c:v>
                </c:pt>
                <c:pt idx="3161">
                  <c:v>8.1732586423314793</c:v>
                </c:pt>
                <c:pt idx="3162">
                  <c:v>8.1257645092062294</c:v>
                </c:pt>
                <c:pt idx="3163">
                  <c:v>8.1069214176284596</c:v>
                </c:pt>
                <c:pt idx="3164">
                  <c:v>8.0857836068173405</c:v>
                </c:pt>
                <c:pt idx="3165">
                  <c:v>8.0958670390644496</c:v>
                </c:pt>
                <c:pt idx="3166">
                  <c:v>8.1557777664428404</c:v>
                </c:pt>
                <c:pt idx="3167">
                  <c:v>8.1591874914795408</c:v>
                </c:pt>
                <c:pt idx="3168">
                  <c:v>8.2015917843781292</c:v>
                </c:pt>
                <c:pt idx="3169">
                  <c:v>8.2297519291884793</c:v>
                </c:pt>
                <c:pt idx="3170">
                  <c:v>8.1857046610782707</c:v>
                </c:pt>
                <c:pt idx="3171">
                  <c:v>8.1795381651123602</c:v>
                </c:pt>
                <c:pt idx="3172">
                  <c:v>8.1971158347390194</c:v>
                </c:pt>
                <c:pt idx="3173">
                  <c:v>8.1971158347390194</c:v>
                </c:pt>
                <c:pt idx="3174">
                  <c:v>8.1588256108794202</c:v>
                </c:pt>
                <c:pt idx="3175">
                  <c:v>8.0939197486497996</c:v>
                </c:pt>
                <c:pt idx="3176">
                  <c:v>8.0205342015218104</c:v>
                </c:pt>
                <c:pt idx="3177">
                  <c:v>7.9270732185924304</c:v>
                </c:pt>
                <c:pt idx="3178">
                  <c:v>7.9270732185924304</c:v>
                </c:pt>
                <c:pt idx="3179">
                  <c:v>7.9760721961897403</c:v>
                </c:pt>
                <c:pt idx="3180">
                  <c:v>7.9343318174278803</c:v>
                </c:pt>
                <c:pt idx="3181">
                  <c:v>7.9628282129794696</c:v>
                </c:pt>
                <c:pt idx="3182">
                  <c:v>8.0232481057261609</c:v>
                </c:pt>
                <c:pt idx="3183">
                  <c:v>8.0526581614251906</c:v>
                </c:pt>
                <c:pt idx="3184">
                  <c:v>7.9740965468601201</c:v>
                </c:pt>
                <c:pt idx="3185">
                  <c:v>7.9810830241688597</c:v>
                </c:pt>
                <c:pt idx="3186">
                  <c:v>7.9986563641799897</c:v>
                </c:pt>
                <c:pt idx="3187">
                  <c:v>8.0385890838671905</c:v>
                </c:pt>
                <c:pt idx="3188">
                  <c:v>8.0089122279956406</c:v>
                </c:pt>
                <c:pt idx="3189">
                  <c:v>8.0844890521830397</c:v>
                </c:pt>
                <c:pt idx="3190">
                  <c:v>8.1660813596901605</c:v>
                </c:pt>
                <c:pt idx="3191">
                  <c:v>8.1154818847721497</c:v>
                </c:pt>
                <c:pt idx="3192">
                  <c:v>8.1515522227308495</c:v>
                </c:pt>
                <c:pt idx="3193">
                  <c:v>7.9939601227801198</c:v>
                </c:pt>
                <c:pt idx="3194">
                  <c:v>7.8620636255125804</c:v>
                </c:pt>
                <c:pt idx="3195">
                  <c:v>7.5159021718831101</c:v>
                </c:pt>
                <c:pt idx="3196">
                  <c:v>7.5663534922764404</c:v>
                </c:pt>
                <c:pt idx="3197">
                  <c:v>7.5006762962569304</c:v>
                </c:pt>
                <c:pt idx="3198">
                  <c:v>7.5006762962569304</c:v>
                </c:pt>
                <c:pt idx="3199">
                  <c:v>7.5669673975701297</c:v>
                </c:pt>
                <c:pt idx="3200">
                  <c:v>7.5373049465787698</c:v>
                </c:pt>
                <c:pt idx="3201">
                  <c:v>7.5735273601873203</c:v>
                </c:pt>
                <c:pt idx="3202">
                  <c:v>7.5319515713153402</c:v>
                </c:pt>
                <c:pt idx="3203">
                  <c:v>7.5382686586794003</c:v>
                </c:pt>
                <c:pt idx="3204">
                  <c:v>7.6033576323581702</c:v>
                </c:pt>
                <c:pt idx="3205">
                  <c:v>7.6117246629633701</c:v>
                </c:pt>
                <c:pt idx="3206">
                  <c:v>7.6261016255363998</c:v>
                </c:pt>
                <c:pt idx="3207">
                  <c:v>7.6665300317497804</c:v>
                </c:pt>
                <c:pt idx="3208">
                  <c:v>7.7212966937299603</c:v>
                </c:pt>
                <c:pt idx="3209">
                  <c:v>7.7449514990625401</c:v>
                </c:pt>
                <c:pt idx="3210">
                  <c:v>7.7449514990625401</c:v>
                </c:pt>
                <c:pt idx="3211">
                  <c:v>7.6946671225850203</c:v>
                </c:pt>
                <c:pt idx="3212">
                  <c:v>7.4703187609621002</c:v>
                </c:pt>
                <c:pt idx="3213">
                  <c:v>7.5854098972893098</c:v>
                </c:pt>
                <c:pt idx="3214">
                  <c:v>7.5915833400109101</c:v>
                </c:pt>
                <c:pt idx="3215">
                  <c:v>7.5673225822220198</c:v>
                </c:pt>
                <c:pt idx="3216">
                  <c:v>7.6408378457622899</c:v>
                </c:pt>
                <c:pt idx="3217">
                  <c:v>7.6386749746941698</c:v>
                </c:pt>
                <c:pt idx="3218">
                  <c:v>7.7066645486927401</c:v>
                </c:pt>
                <c:pt idx="3219">
                  <c:v>7.7184126252954997</c:v>
                </c:pt>
                <c:pt idx="3220">
                  <c:v>7.7064991031042203</c:v>
                </c:pt>
                <c:pt idx="3221">
                  <c:v>7.63590814128173</c:v>
                </c:pt>
                <c:pt idx="3222">
                  <c:v>7.6007537659756599</c:v>
                </c:pt>
                <c:pt idx="3223">
                  <c:v>7.5511896333102202</c:v>
                </c:pt>
                <c:pt idx="3224">
                  <c:v>7.5283939163075804</c:v>
                </c:pt>
                <c:pt idx="3225">
                  <c:v>7.5507138355472598</c:v>
                </c:pt>
                <c:pt idx="3226">
                  <c:v>7.52168319587176</c:v>
                </c:pt>
                <c:pt idx="3227">
                  <c:v>7.5013543144405297</c:v>
                </c:pt>
                <c:pt idx="3228">
                  <c:v>7.5013543144405297</c:v>
                </c:pt>
                <c:pt idx="3229">
                  <c:v>7.5080857067989504</c:v>
                </c:pt>
                <c:pt idx="3230">
                  <c:v>7.4728529174398002</c:v>
                </c:pt>
                <c:pt idx="3231">
                  <c:v>7.3701782346397602</c:v>
                </c:pt>
                <c:pt idx="3232">
                  <c:v>7.3100302919611497</c:v>
                </c:pt>
                <c:pt idx="3233">
                  <c:v>7.3842114708817199</c:v>
                </c:pt>
                <c:pt idx="3234">
                  <c:v>7.3869022748188398</c:v>
                </c:pt>
                <c:pt idx="3235">
                  <c:v>7.3392907684864799</c:v>
                </c:pt>
                <c:pt idx="3236">
                  <c:v>7.31907203018599</c:v>
                </c:pt>
                <c:pt idx="3237">
                  <c:v>7.3240861184564396</c:v>
                </c:pt>
                <c:pt idx="3238">
                  <c:v>7.4634720512503598</c:v>
                </c:pt>
                <c:pt idx="3239">
                  <c:v>7.5127393008580201</c:v>
                </c:pt>
                <c:pt idx="3240">
                  <c:v>7.4954569235890602</c:v>
                </c:pt>
                <c:pt idx="3241">
                  <c:v>7.4330742601278201</c:v>
                </c:pt>
                <c:pt idx="3242">
                  <c:v>7.3885817560097298</c:v>
                </c:pt>
                <c:pt idx="3243">
                  <c:v>7.31154437432106</c:v>
                </c:pt>
                <c:pt idx="3244">
                  <c:v>7.1523779756239598</c:v>
                </c:pt>
                <c:pt idx="3245">
                  <c:v>7.0229552032344502</c:v>
                </c:pt>
                <c:pt idx="3246">
                  <c:v>6.9959104285455096</c:v>
                </c:pt>
                <c:pt idx="3247">
                  <c:v>7.09383316414484</c:v>
                </c:pt>
                <c:pt idx="3248">
                  <c:v>7.1500435539569596</c:v>
                </c:pt>
                <c:pt idx="3249">
                  <c:v>7.1933230496726601</c:v>
                </c:pt>
                <c:pt idx="3250">
                  <c:v>7.1853327413107397</c:v>
                </c:pt>
                <c:pt idx="3251">
                  <c:v>7.1890034296359904</c:v>
                </c:pt>
                <c:pt idx="3252">
                  <c:v>7.2821399865794101</c:v>
                </c:pt>
                <c:pt idx="3253">
                  <c:v>7.2979697411823503</c:v>
                </c:pt>
                <c:pt idx="3254">
                  <c:v>7.2503025207010001</c:v>
                </c:pt>
                <c:pt idx="3255">
                  <c:v>7.1813350791374404</c:v>
                </c:pt>
                <c:pt idx="3256">
                  <c:v>7.0748345628958598</c:v>
                </c:pt>
                <c:pt idx="3257">
                  <c:v>7.0779496614187298</c:v>
                </c:pt>
                <c:pt idx="3258">
                  <c:v>7.1182756041108401</c:v>
                </c:pt>
                <c:pt idx="3259">
                  <c:v>7.0565444685060204</c:v>
                </c:pt>
                <c:pt idx="3260">
                  <c:v>6.9982091248665803</c:v>
                </c:pt>
                <c:pt idx="3261">
                  <c:v>6.9899593713389301</c:v>
                </c:pt>
                <c:pt idx="3262">
                  <c:v>7.0218245304484599</c:v>
                </c:pt>
                <c:pt idx="3263">
                  <c:v>7.20816102302879</c:v>
                </c:pt>
                <c:pt idx="3264">
                  <c:v>7.2553761803178896</c:v>
                </c:pt>
                <c:pt idx="3265">
                  <c:v>7.2888113058256101</c:v>
                </c:pt>
                <c:pt idx="3266">
                  <c:v>7.2136800188106198</c:v>
                </c:pt>
                <c:pt idx="3267">
                  <c:v>7.2055101656067304</c:v>
                </c:pt>
                <c:pt idx="3268">
                  <c:v>7.1409441439511401</c:v>
                </c:pt>
                <c:pt idx="3269">
                  <c:v>7.1003482504745801</c:v>
                </c:pt>
                <c:pt idx="3270">
                  <c:v>7.1036571161771302</c:v>
                </c:pt>
                <c:pt idx="3271">
                  <c:v>7.1122252631266898</c:v>
                </c:pt>
                <c:pt idx="3272">
                  <c:v>7.1157676766852704</c:v>
                </c:pt>
                <c:pt idx="3273">
                  <c:v>7.1157676766852704</c:v>
                </c:pt>
                <c:pt idx="3274">
                  <c:v>7.1563096233962504</c:v>
                </c:pt>
                <c:pt idx="3275">
                  <c:v>7.2241613413644403</c:v>
                </c:pt>
                <c:pt idx="3276">
                  <c:v>7.19500468219195</c:v>
                </c:pt>
                <c:pt idx="3277">
                  <c:v>7.2583083971053304</c:v>
                </c:pt>
                <c:pt idx="3278">
                  <c:v>7.2722581276895797</c:v>
                </c:pt>
                <c:pt idx="3279">
                  <c:v>7.3549417652559503</c:v>
                </c:pt>
                <c:pt idx="3280">
                  <c:v>7.3377200896543098</c:v>
                </c:pt>
                <c:pt idx="3281">
                  <c:v>7.3337361434090802</c:v>
                </c:pt>
                <c:pt idx="3282">
                  <c:v>7.3410391802385702</c:v>
                </c:pt>
                <c:pt idx="3283">
                  <c:v>7.4223716218377502</c:v>
                </c:pt>
                <c:pt idx="3284">
                  <c:v>7.4558547556860297</c:v>
                </c:pt>
                <c:pt idx="3285">
                  <c:v>7.4542028647881402</c:v>
                </c:pt>
                <c:pt idx="3286">
                  <c:v>7.3578972348587097</c:v>
                </c:pt>
                <c:pt idx="3287">
                  <c:v>7.3801116229350701</c:v>
                </c:pt>
                <c:pt idx="3288">
                  <c:v>7.3801116229350701</c:v>
                </c:pt>
                <c:pt idx="3289">
                  <c:v>7.3027644947644701</c:v>
                </c:pt>
                <c:pt idx="3290">
                  <c:v>7.30382560708345</c:v>
                </c:pt>
                <c:pt idx="3291">
                  <c:v>7.5911705117814696</c:v>
                </c:pt>
                <c:pt idx="3292">
                  <c:v>7.7505523504836296</c:v>
                </c:pt>
                <c:pt idx="3293">
                  <c:v>7.7505523504836296</c:v>
                </c:pt>
                <c:pt idx="3294">
                  <c:v>7.5989546996520003</c:v>
                </c:pt>
                <c:pt idx="3295">
                  <c:v>7.56345393830237</c:v>
                </c:pt>
                <c:pt idx="3296">
                  <c:v>7.5797371797023096</c:v>
                </c:pt>
                <c:pt idx="3297">
                  <c:v>7.6884864186829702</c:v>
                </c:pt>
                <c:pt idx="3298">
                  <c:v>7.7638864871695699</c:v>
                </c:pt>
                <c:pt idx="3299">
                  <c:v>7.7062388892068903</c:v>
                </c:pt>
                <c:pt idx="3300">
                  <c:v>7.6902843736631299</c:v>
                </c:pt>
                <c:pt idx="3301">
                  <c:v>7.6377537804898603</c:v>
                </c:pt>
                <c:pt idx="3302">
                  <c:v>7.55699001945045</c:v>
                </c:pt>
                <c:pt idx="3303">
                  <c:v>7.4489674082305903</c:v>
                </c:pt>
                <c:pt idx="3304">
                  <c:v>7.4706900085319301</c:v>
                </c:pt>
                <c:pt idx="3305">
                  <c:v>7.4142446321433599</c:v>
                </c:pt>
                <c:pt idx="3306">
                  <c:v>7.5399920430634504</c:v>
                </c:pt>
                <c:pt idx="3307">
                  <c:v>7.5081835244361796</c:v>
                </c:pt>
                <c:pt idx="3308">
                  <c:v>7.4551571783350603</c:v>
                </c:pt>
                <c:pt idx="3309">
                  <c:v>7.4296638979466598</c:v>
                </c:pt>
                <c:pt idx="3310">
                  <c:v>7.3526441593694898</c:v>
                </c:pt>
                <c:pt idx="3311">
                  <c:v>7.3526441593694898</c:v>
                </c:pt>
                <c:pt idx="3312">
                  <c:v>7.3848094878140298</c:v>
                </c:pt>
                <c:pt idx="3313">
                  <c:v>7.3780207005309597</c:v>
                </c:pt>
                <c:pt idx="3314">
                  <c:v>7.34603562634664</c:v>
                </c:pt>
                <c:pt idx="3315">
                  <c:v>7.3801735550782102</c:v>
                </c:pt>
                <c:pt idx="3316">
                  <c:v>7.4528595147156897</c:v>
                </c:pt>
                <c:pt idx="3317">
                  <c:v>7.4626445717790801</c:v>
                </c:pt>
                <c:pt idx="3318">
                  <c:v>7.3367279939365702</c:v>
                </c:pt>
                <c:pt idx="3319">
                  <c:v>7.3223712223186697</c:v>
                </c:pt>
                <c:pt idx="3320">
                  <c:v>7.2372876219627198</c:v>
                </c:pt>
                <c:pt idx="3321">
                  <c:v>7.21570850829315</c:v>
                </c:pt>
                <c:pt idx="3322">
                  <c:v>7.21570850829315</c:v>
                </c:pt>
                <c:pt idx="3323">
                  <c:v>7.33892648761283</c:v>
                </c:pt>
                <c:pt idx="3324">
                  <c:v>7.21359510108213</c:v>
                </c:pt>
                <c:pt idx="3325">
                  <c:v>7.2404293110627398</c:v>
                </c:pt>
                <c:pt idx="3326">
                  <c:v>7.1847224958109299</c:v>
                </c:pt>
                <c:pt idx="3327">
                  <c:v>7.1847224958109299</c:v>
                </c:pt>
                <c:pt idx="3328">
                  <c:v>7.1945454592532201</c:v>
                </c:pt>
                <c:pt idx="3329">
                  <c:v>7.2192666032513602</c:v>
                </c:pt>
                <c:pt idx="3330">
                  <c:v>7.1633660962977004</c:v>
                </c:pt>
                <c:pt idx="3331">
                  <c:v>7.0564576674842696</c:v>
                </c:pt>
                <c:pt idx="3332">
                  <c:v>6.9283050816707501</c:v>
                </c:pt>
                <c:pt idx="3333">
                  <c:v>6.9283050816707501</c:v>
                </c:pt>
                <c:pt idx="3334">
                  <c:v>6.9133253014013203</c:v>
                </c:pt>
                <c:pt idx="3335">
                  <c:v>6.8781833376456101</c:v>
                </c:pt>
                <c:pt idx="3336">
                  <c:v>6.8221946158820996</c:v>
                </c:pt>
                <c:pt idx="3337">
                  <c:v>6.8996433893755702</c:v>
                </c:pt>
                <c:pt idx="3338">
                  <c:v>6.9419408617471499</c:v>
                </c:pt>
                <c:pt idx="3339">
                  <c:v>6.88992300987554</c:v>
                </c:pt>
                <c:pt idx="3340">
                  <c:v>6.9393593772757001</c:v>
                </c:pt>
                <c:pt idx="3341">
                  <c:v>6.9749451480013001</c:v>
                </c:pt>
                <c:pt idx="3342">
                  <c:v>6.9852705271501403</c:v>
                </c:pt>
                <c:pt idx="3343">
                  <c:v>6.9256146919808597</c:v>
                </c:pt>
                <c:pt idx="3344">
                  <c:v>6.8945211869559797</c:v>
                </c:pt>
                <c:pt idx="3345">
                  <c:v>6.8795432613916896</c:v>
                </c:pt>
                <c:pt idx="3346">
                  <c:v>6.8551549680066</c:v>
                </c:pt>
                <c:pt idx="3347">
                  <c:v>6.8193331641238002</c:v>
                </c:pt>
                <c:pt idx="3348">
                  <c:v>6.9224162364263799</c:v>
                </c:pt>
                <c:pt idx="3349">
                  <c:v>6.9412594398704197</c:v>
                </c:pt>
                <c:pt idx="3350">
                  <c:v>6.9252259175628401</c:v>
                </c:pt>
                <c:pt idx="3351">
                  <c:v>6.8559775135310499</c:v>
                </c:pt>
                <c:pt idx="3352">
                  <c:v>6.8387545026971299</c:v>
                </c:pt>
                <c:pt idx="3353">
                  <c:v>6.85307992180058</c:v>
                </c:pt>
                <c:pt idx="3354">
                  <c:v>6.8132933978414698</c:v>
                </c:pt>
                <c:pt idx="3355">
                  <c:v>6.7570934767039397</c:v>
                </c:pt>
                <c:pt idx="3356">
                  <c:v>6.7656598304856699</c:v>
                </c:pt>
                <c:pt idx="3357">
                  <c:v>6.76881048071309</c:v>
                </c:pt>
                <c:pt idx="3358">
                  <c:v>6.7915366261054402</c:v>
                </c:pt>
                <c:pt idx="3359">
                  <c:v>6.83160575593626</c:v>
                </c:pt>
                <c:pt idx="3360">
                  <c:v>6.8859788013041898</c:v>
                </c:pt>
                <c:pt idx="3361">
                  <c:v>6.93940869784036</c:v>
                </c:pt>
                <c:pt idx="3362">
                  <c:v>7.0946234298612101</c:v>
                </c:pt>
                <c:pt idx="3363">
                  <c:v>7.0801353233987099</c:v>
                </c:pt>
                <c:pt idx="3364">
                  <c:v>7.0763732472167797</c:v>
                </c:pt>
                <c:pt idx="3365">
                  <c:v>7.0422259155617599</c:v>
                </c:pt>
                <c:pt idx="3366">
                  <c:v>6.98596476873184</c:v>
                </c:pt>
                <c:pt idx="3367">
                  <c:v>6.9938512903227696</c:v>
                </c:pt>
                <c:pt idx="3368">
                  <c:v>6.9568139766191299</c:v>
                </c:pt>
                <c:pt idx="3369">
                  <c:v>7.0527741214284196</c:v>
                </c:pt>
                <c:pt idx="3370">
                  <c:v>7.13277841495968</c:v>
                </c:pt>
                <c:pt idx="3371">
                  <c:v>7.1763852974588698</c:v>
                </c:pt>
                <c:pt idx="3372">
                  <c:v>7.1580040589977996</c:v>
                </c:pt>
                <c:pt idx="3373">
                  <c:v>7.1413038787607004</c:v>
                </c:pt>
                <c:pt idx="3374">
                  <c:v>7.2260588889183399</c:v>
                </c:pt>
                <c:pt idx="3375">
                  <c:v>7.2746645818631599</c:v>
                </c:pt>
                <c:pt idx="3376">
                  <c:v>7.2307502638313901</c:v>
                </c:pt>
                <c:pt idx="3377">
                  <c:v>7.1691274074554601</c:v>
                </c:pt>
                <c:pt idx="3378">
                  <c:v>7.1384938759759002</c:v>
                </c:pt>
                <c:pt idx="3379">
                  <c:v>7.08134449618787</c:v>
                </c:pt>
                <c:pt idx="3380">
                  <c:v>7.0341387424420097</c:v>
                </c:pt>
                <c:pt idx="3381">
                  <c:v>6.96313221222709</c:v>
                </c:pt>
                <c:pt idx="3382">
                  <c:v>6.9129725595783897</c:v>
                </c:pt>
                <c:pt idx="3383">
                  <c:v>6.9129725595783897</c:v>
                </c:pt>
                <c:pt idx="3384">
                  <c:v>6.9238062476908997</c:v>
                </c:pt>
                <c:pt idx="3385">
                  <c:v>6.8930796573945701</c:v>
                </c:pt>
                <c:pt idx="3386">
                  <c:v>6.7925258434262696</c:v>
                </c:pt>
                <c:pt idx="3387">
                  <c:v>6.7476702925445897</c:v>
                </c:pt>
                <c:pt idx="3388">
                  <c:v>6.7885588919385702</c:v>
                </c:pt>
                <c:pt idx="3389">
                  <c:v>6.7781968601605804</c:v>
                </c:pt>
                <c:pt idx="3390">
                  <c:v>6.7749288264155796</c:v>
                </c:pt>
                <c:pt idx="3391">
                  <c:v>6.7542328300515901</c:v>
                </c:pt>
                <c:pt idx="3392">
                  <c:v>6.7736529637959801</c:v>
                </c:pt>
                <c:pt idx="3393">
                  <c:v>6.69966194799514</c:v>
                </c:pt>
                <c:pt idx="3394">
                  <c:v>6.6914654905266797</c:v>
                </c:pt>
                <c:pt idx="3395">
                  <c:v>6.6695031555652404</c:v>
                </c:pt>
                <c:pt idx="3396">
                  <c:v>6.6613129576766203</c:v>
                </c:pt>
                <c:pt idx="3397">
                  <c:v>6.6960548637240098</c:v>
                </c:pt>
                <c:pt idx="3398">
                  <c:v>6.7099760158597404</c:v>
                </c:pt>
                <c:pt idx="3399">
                  <c:v>6.7345946542647503</c:v>
                </c:pt>
                <c:pt idx="3400">
                  <c:v>6.7266258995322001</c:v>
                </c:pt>
                <c:pt idx="3401">
                  <c:v>6.7266258995322001</c:v>
                </c:pt>
                <c:pt idx="3402">
                  <c:v>6.7266258995322001</c:v>
                </c:pt>
                <c:pt idx="3403">
                  <c:v>6.74356911501848</c:v>
                </c:pt>
                <c:pt idx="3404">
                  <c:v>6.6387671307897103</c:v>
                </c:pt>
                <c:pt idx="3405">
                  <c:v>6.5935437543663404</c:v>
                </c:pt>
                <c:pt idx="3406">
                  <c:v>6.5867394975407896</c:v>
                </c:pt>
                <c:pt idx="3407">
                  <c:v>6.5529058652534902</c:v>
                </c:pt>
                <c:pt idx="3408">
                  <c:v>6.5834009174060197</c:v>
                </c:pt>
                <c:pt idx="3409">
                  <c:v>6.5762961364563699</c:v>
                </c:pt>
                <c:pt idx="3410">
                  <c:v>6.6658586327015801</c:v>
                </c:pt>
                <c:pt idx="3411">
                  <c:v>6.4452828676340204</c:v>
                </c:pt>
                <c:pt idx="3412">
                  <c:v>6.4152633474527301</c:v>
                </c:pt>
                <c:pt idx="3413">
                  <c:v>6.4152633474527301</c:v>
                </c:pt>
                <c:pt idx="3414">
                  <c:v>6.3762359318222499</c:v>
                </c:pt>
                <c:pt idx="3415">
                  <c:v>6.3298025197162398</c:v>
                </c:pt>
                <c:pt idx="3416">
                  <c:v>6.4533019384391004</c:v>
                </c:pt>
                <c:pt idx="3417">
                  <c:v>6.4155330420096197</c:v>
                </c:pt>
                <c:pt idx="3418">
                  <c:v>6.4607725454749998</c:v>
                </c:pt>
                <c:pt idx="3419">
                  <c:v>6.4536011338687098</c:v>
                </c:pt>
                <c:pt idx="3420">
                  <c:v>6.5505514412264798</c:v>
                </c:pt>
                <c:pt idx="3421">
                  <c:v>6.5804564256222404</c:v>
                </c:pt>
                <c:pt idx="3422">
                  <c:v>6.5554809327180399</c:v>
                </c:pt>
                <c:pt idx="3423">
                  <c:v>6.5607776112659302</c:v>
                </c:pt>
                <c:pt idx="3424">
                  <c:v>6.5914760159596701</c:v>
                </c:pt>
                <c:pt idx="3425">
                  <c:v>6.5624707526401203</c:v>
                </c:pt>
                <c:pt idx="3426">
                  <c:v>6.5709803135987102</c:v>
                </c:pt>
                <c:pt idx="3427">
                  <c:v>6.52102610185438</c:v>
                </c:pt>
                <c:pt idx="3428">
                  <c:v>6.5339289906489597</c:v>
                </c:pt>
                <c:pt idx="3429">
                  <c:v>6.4967549069007697</c:v>
                </c:pt>
                <c:pt idx="3430">
                  <c:v>6.5106265273195802</c:v>
                </c:pt>
                <c:pt idx="3431">
                  <c:v>6.5251761313812304</c:v>
                </c:pt>
                <c:pt idx="3432">
                  <c:v>6.4980511161108003</c:v>
                </c:pt>
                <c:pt idx="3433">
                  <c:v>6.4980511161108003</c:v>
                </c:pt>
                <c:pt idx="3434">
                  <c:v>6.4796047772098504</c:v>
                </c:pt>
                <c:pt idx="3435">
                  <c:v>6.4156870506895904</c:v>
                </c:pt>
                <c:pt idx="3436">
                  <c:v>6.39055761030128</c:v>
                </c:pt>
                <c:pt idx="3437">
                  <c:v>6.3620749510892098</c:v>
                </c:pt>
                <c:pt idx="3438">
                  <c:v>6.3233127042610597</c:v>
                </c:pt>
                <c:pt idx="3439">
                  <c:v>6.2761524047370498</c:v>
                </c:pt>
                <c:pt idx="3440">
                  <c:v>6.3364632898682798</c:v>
                </c:pt>
                <c:pt idx="3441">
                  <c:v>6.3852542447390297</c:v>
                </c:pt>
                <c:pt idx="3442">
                  <c:v>6.3919606347327198</c:v>
                </c:pt>
                <c:pt idx="3443">
                  <c:v>6.3840235788657704</c:v>
                </c:pt>
                <c:pt idx="3444">
                  <c:v>6.4597092371292302</c:v>
                </c:pt>
                <c:pt idx="3445">
                  <c:v>6.43672892816938</c:v>
                </c:pt>
                <c:pt idx="3446">
                  <c:v>6.5747163656766396</c:v>
                </c:pt>
                <c:pt idx="3447">
                  <c:v>6.6374456362843599</c:v>
                </c:pt>
                <c:pt idx="3448">
                  <c:v>6.6374456362843599</c:v>
                </c:pt>
                <c:pt idx="3449">
                  <c:v>6.7485009504337796</c:v>
                </c:pt>
                <c:pt idx="3450">
                  <c:v>6.8034893405269399</c:v>
                </c:pt>
                <c:pt idx="3451">
                  <c:v>6.68229041459655</c:v>
                </c:pt>
                <c:pt idx="3452">
                  <c:v>6.63970217466672</c:v>
                </c:pt>
                <c:pt idx="3453">
                  <c:v>6.63970217466672</c:v>
                </c:pt>
                <c:pt idx="3454">
                  <c:v>6.6162644136007298</c:v>
                </c:pt>
                <c:pt idx="3455">
                  <c:v>6.6537671850227698</c:v>
                </c:pt>
                <c:pt idx="3456">
                  <c:v>6.7668118159348696</c:v>
                </c:pt>
                <c:pt idx="3457">
                  <c:v>6.7001118043989099</c:v>
                </c:pt>
                <c:pt idx="3458">
                  <c:v>6.7001118043989099</c:v>
                </c:pt>
                <c:pt idx="3459">
                  <c:v>6.7407009518263497</c:v>
                </c:pt>
                <c:pt idx="3460">
                  <c:v>6.9414050319167204</c:v>
                </c:pt>
                <c:pt idx="3461">
                  <c:v>7.0078103989442004</c:v>
                </c:pt>
                <c:pt idx="3462">
                  <c:v>6.9875998672501796</c:v>
                </c:pt>
                <c:pt idx="3463">
                  <c:v>6.9354342210054201</c:v>
                </c:pt>
                <c:pt idx="3464">
                  <c:v>6.9953464866271702</c:v>
                </c:pt>
                <c:pt idx="3465">
                  <c:v>7.0015408460102098</c:v>
                </c:pt>
                <c:pt idx="3466">
                  <c:v>6.9277311526072296</c:v>
                </c:pt>
                <c:pt idx="3467">
                  <c:v>6.8439165654675804</c:v>
                </c:pt>
                <c:pt idx="3468">
                  <c:v>6.8602408669895203</c:v>
                </c:pt>
                <c:pt idx="3469">
                  <c:v>6.8631705635032203</c:v>
                </c:pt>
                <c:pt idx="3470">
                  <c:v>6.9280230374297398</c:v>
                </c:pt>
                <c:pt idx="3471">
                  <c:v>6.9280230374297398</c:v>
                </c:pt>
                <c:pt idx="3472">
                  <c:v>6.9449495904368197</c:v>
                </c:pt>
                <c:pt idx="3473">
                  <c:v>6.9739944079132803</c:v>
                </c:pt>
                <c:pt idx="3474">
                  <c:v>7.0393432958680702</c:v>
                </c:pt>
                <c:pt idx="3475">
                  <c:v>7.1793583001805503</c:v>
                </c:pt>
                <c:pt idx="3476">
                  <c:v>7.10429311319084</c:v>
                </c:pt>
                <c:pt idx="3477">
                  <c:v>7.0066355203823898</c:v>
                </c:pt>
                <c:pt idx="3478">
                  <c:v>7.0177018315113999</c:v>
                </c:pt>
                <c:pt idx="3479">
                  <c:v>7.0025532719658301</c:v>
                </c:pt>
                <c:pt idx="3480">
                  <c:v>7.0644952263202399</c:v>
                </c:pt>
                <c:pt idx="3481">
                  <c:v>7.10629904075767</c:v>
                </c:pt>
                <c:pt idx="3482">
                  <c:v>7.1311989114937804</c:v>
                </c:pt>
                <c:pt idx="3483">
                  <c:v>7.1311989114937804</c:v>
                </c:pt>
                <c:pt idx="3484">
                  <c:v>7.06632525452018</c:v>
                </c:pt>
                <c:pt idx="3485">
                  <c:v>7.0627331474320103</c:v>
                </c:pt>
                <c:pt idx="3486">
                  <c:v>6.9809364565602499</c:v>
                </c:pt>
                <c:pt idx="3487">
                  <c:v>6.9804545425139199</c:v>
                </c:pt>
                <c:pt idx="3488">
                  <c:v>6.9055334609370602</c:v>
                </c:pt>
                <c:pt idx="3489">
                  <c:v>6.9591487187058796</c:v>
                </c:pt>
                <c:pt idx="3490">
                  <c:v>6.9525523805657601</c:v>
                </c:pt>
                <c:pt idx="3491">
                  <c:v>6.9225463011955304</c:v>
                </c:pt>
                <c:pt idx="3492">
                  <c:v>6.9614013963926196</c:v>
                </c:pt>
                <c:pt idx="3493">
                  <c:v>6.9614013963926196</c:v>
                </c:pt>
                <c:pt idx="3494">
                  <c:v>6.9759085168761699</c:v>
                </c:pt>
                <c:pt idx="3495">
                  <c:v>6.9772763551500399</c:v>
                </c:pt>
                <c:pt idx="3496">
                  <c:v>6.94630160416619</c:v>
                </c:pt>
                <c:pt idx="3497">
                  <c:v>6.9113291984903498</c:v>
                </c:pt>
                <c:pt idx="3498">
                  <c:v>6.9358590445921902</c:v>
                </c:pt>
                <c:pt idx="3499">
                  <c:v>6.95239982622941</c:v>
                </c:pt>
                <c:pt idx="3500">
                  <c:v>6.9434250005864504</c:v>
                </c:pt>
                <c:pt idx="3501">
                  <c:v>6.9181643527196801</c:v>
                </c:pt>
                <c:pt idx="3502">
                  <c:v>6.9274088931317399</c:v>
                </c:pt>
                <c:pt idx="3503">
                  <c:v>6.9717209120907198</c:v>
                </c:pt>
                <c:pt idx="3504">
                  <c:v>6.9556105534518604</c:v>
                </c:pt>
                <c:pt idx="3505">
                  <c:v>6.9471393478551002</c:v>
                </c:pt>
                <c:pt idx="3506">
                  <c:v>6.9033217519087797</c:v>
                </c:pt>
                <c:pt idx="3507">
                  <c:v>6.8329039841320203</c:v>
                </c:pt>
                <c:pt idx="3508">
                  <c:v>6.8545987083273703</c:v>
                </c:pt>
                <c:pt idx="3509">
                  <c:v>6.7755628226828497</c:v>
                </c:pt>
                <c:pt idx="3510">
                  <c:v>6.7573820424880502</c:v>
                </c:pt>
                <c:pt idx="3511">
                  <c:v>6.7242953319307004</c:v>
                </c:pt>
                <c:pt idx="3512">
                  <c:v>6.6852031245381802</c:v>
                </c:pt>
                <c:pt idx="3513">
                  <c:v>6.7244786419512801</c:v>
                </c:pt>
                <c:pt idx="3514">
                  <c:v>6.7212000404358099</c:v>
                </c:pt>
                <c:pt idx="3515">
                  <c:v>6.70745503048839</c:v>
                </c:pt>
                <c:pt idx="3516">
                  <c:v>6.7304101430296202</c:v>
                </c:pt>
                <c:pt idx="3517">
                  <c:v>6.6969084331542303</c:v>
                </c:pt>
                <c:pt idx="3518">
                  <c:v>6.7124657864594202</c:v>
                </c:pt>
                <c:pt idx="3519">
                  <c:v>6.7336989190581198</c:v>
                </c:pt>
                <c:pt idx="3520">
                  <c:v>6.7943219222997504</c:v>
                </c:pt>
                <c:pt idx="3521">
                  <c:v>6.8131957828499496</c:v>
                </c:pt>
                <c:pt idx="3522">
                  <c:v>6.7637684186444202</c:v>
                </c:pt>
                <c:pt idx="3523">
                  <c:v>6.7657840803538098</c:v>
                </c:pt>
                <c:pt idx="3524">
                  <c:v>6.7446852231603698</c:v>
                </c:pt>
                <c:pt idx="3525">
                  <c:v>6.6851944106694203</c:v>
                </c:pt>
                <c:pt idx="3526">
                  <c:v>6.7112380962475502</c:v>
                </c:pt>
                <c:pt idx="3527">
                  <c:v>6.7197432907325201</c:v>
                </c:pt>
                <c:pt idx="3528">
                  <c:v>6.7212280090045899</c:v>
                </c:pt>
                <c:pt idx="3529">
                  <c:v>6.66782297094211</c:v>
                </c:pt>
                <c:pt idx="3530">
                  <c:v>6.6451379030949003</c:v>
                </c:pt>
                <c:pt idx="3531">
                  <c:v>6.6617441036024303</c:v>
                </c:pt>
                <c:pt idx="3532">
                  <c:v>6.6073063899166504</c:v>
                </c:pt>
                <c:pt idx="3533">
                  <c:v>6.6073063899166504</c:v>
                </c:pt>
                <c:pt idx="3534">
                  <c:v>6.6320226524347801</c:v>
                </c:pt>
                <c:pt idx="3535">
                  <c:v>6.6650411386322803</c:v>
                </c:pt>
                <c:pt idx="3536">
                  <c:v>6.6599267770840296</c:v>
                </c:pt>
                <c:pt idx="3537">
                  <c:v>6.7133062804439003</c:v>
                </c:pt>
                <c:pt idx="3538">
                  <c:v>6.7524070407979799</c:v>
                </c:pt>
                <c:pt idx="3539">
                  <c:v>6.7799410506925701</c:v>
                </c:pt>
                <c:pt idx="3540">
                  <c:v>6.8131349997238804</c:v>
                </c:pt>
                <c:pt idx="3541">
                  <c:v>6.8162847275351703</c:v>
                </c:pt>
                <c:pt idx="3542">
                  <c:v>6.8542509167279801</c:v>
                </c:pt>
                <c:pt idx="3543">
                  <c:v>6.8167380039009702</c:v>
                </c:pt>
                <c:pt idx="3544">
                  <c:v>6.8296142605032903</c:v>
                </c:pt>
                <c:pt idx="3545">
                  <c:v>6.8896216158370596</c:v>
                </c:pt>
                <c:pt idx="3546">
                  <c:v>7.0276138388849798</c:v>
                </c:pt>
                <c:pt idx="3547">
                  <c:v>7.0074879088597601</c:v>
                </c:pt>
                <c:pt idx="3548">
                  <c:v>7.0074879088597601</c:v>
                </c:pt>
                <c:pt idx="3549">
                  <c:v>6.93871417597886</c:v>
                </c:pt>
                <c:pt idx="3550">
                  <c:v>6.9356510080634601</c:v>
                </c:pt>
                <c:pt idx="3551">
                  <c:v>6.9684532081199801</c:v>
                </c:pt>
                <c:pt idx="3552">
                  <c:v>6.9620915901561</c:v>
                </c:pt>
                <c:pt idx="3553">
                  <c:v>6.9620915901561</c:v>
                </c:pt>
                <c:pt idx="3554">
                  <c:v>7.0121566776358204</c:v>
                </c:pt>
                <c:pt idx="3555">
                  <c:v>7.0143180728325403</c:v>
                </c:pt>
                <c:pt idx="3556">
                  <c:v>6.9424721703432404</c:v>
                </c:pt>
                <c:pt idx="3557">
                  <c:v>6.8793260033708403</c:v>
                </c:pt>
                <c:pt idx="3558">
                  <c:v>6.9283579512559896</c:v>
                </c:pt>
                <c:pt idx="3559">
                  <c:v>6.8663062777992296</c:v>
                </c:pt>
                <c:pt idx="3560">
                  <c:v>6.8731628969392498</c:v>
                </c:pt>
                <c:pt idx="3561">
                  <c:v>6.8581120210522402</c:v>
                </c:pt>
                <c:pt idx="3562">
                  <c:v>6.851566282327</c:v>
                </c:pt>
                <c:pt idx="3563">
                  <c:v>6.53870295466628</c:v>
                </c:pt>
                <c:pt idx="3564">
                  <c:v>6.7941112630035896</c:v>
                </c:pt>
                <c:pt idx="3565">
                  <c:v>6.7701451239414796</c:v>
                </c:pt>
                <c:pt idx="3566">
                  <c:v>6.6938108859998904</c:v>
                </c:pt>
                <c:pt idx="3567">
                  <c:v>6.7033771655698198</c:v>
                </c:pt>
                <c:pt idx="3568">
                  <c:v>6.74521365030078</c:v>
                </c:pt>
                <c:pt idx="3569">
                  <c:v>6.7409185721085398</c:v>
                </c:pt>
                <c:pt idx="3570">
                  <c:v>6.7377294220685204</c:v>
                </c:pt>
                <c:pt idx="3571">
                  <c:v>6.7840470760362104</c:v>
                </c:pt>
                <c:pt idx="3572">
                  <c:v>6.7840470760362104</c:v>
                </c:pt>
                <c:pt idx="3573">
                  <c:v>6.8358699221407697</c:v>
                </c:pt>
                <c:pt idx="3574">
                  <c:v>6.9373723562428902</c:v>
                </c:pt>
                <c:pt idx="3575">
                  <c:v>6.88665087198157</c:v>
                </c:pt>
                <c:pt idx="3576">
                  <c:v>6.7872563830876897</c:v>
                </c:pt>
                <c:pt idx="3577">
                  <c:v>6.7258818841477703</c:v>
                </c:pt>
                <c:pt idx="3578">
                  <c:v>6.6408461814864301</c:v>
                </c:pt>
                <c:pt idx="3579">
                  <c:v>6.6671795592960299</c:v>
                </c:pt>
                <c:pt idx="3580">
                  <c:v>6.69896986468392</c:v>
                </c:pt>
                <c:pt idx="3581">
                  <c:v>6.7517981584883504</c:v>
                </c:pt>
                <c:pt idx="3582">
                  <c:v>6.7900512336528998</c:v>
                </c:pt>
                <c:pt idx="3583">
                  <c:v>6.7900512336528998</c:v>
                </c:pt>
                <c:pt idx="3584">
                  <c:v>6.7671784819763499</c:v>
                </c:pt>
                <c:pt idx="3585">
                  <c:v>6.7404256342249997</c:v>
                </c:pt>
                <c:pt idx="3586">
                  <c:v>6.7356189737247103</c:v>
                </c:pt>
                <c:pt idx="3587">
                  <c:v>6.7356189737247103</c:v>
                </c:pt>
                <c:pt idx="3588">
                  <c:v>6.7356189737247103</c:v>
                </c:pt>
                <c:pt idx="3589">
                  <c:v>6.7138028376249297</c:v>
                </c:pt>
                <c:pt idx="3590">
                  <c:v>6.6618354163737097</c:v>
                </c:pt>
                <c:pt idx="3591">
                  <c:v>6.6520049485149304</c:v>
                </c:pt>
                <c:pt idx="3592">
                  <c:v>6.6317992015880103</c:v>
                </c:pt>
                <c:pt idx="3593">
                  <c:v>6.6317992015880103</c:v>
                </c:pt>
                <c:pt idx="3594">
                  <c:v>6.62022147893226</c:v>
                </c:pt>
                <c:pt idx="3595">
                  <c:v>6.6435965114242999</c:v>
                </c:pt>
                <c:pt idx="3596">
                  <c:v>6.6133970459362397</c:v>
                </c:pt>
                <c:pt idx="3597">
                  <c:v>6.6296560250757697</c:v>
                </c:pt>
                <c:pt idx="3598">
                  <c:v>6.6823008969441702</c:v>
                </c:pt>
                <c:pt idx="3599">
                  <c:v>6.7270333389428698</c:v>
                </c:pt>
                <c:pt idx="3600">
                  <c:v>6.7212916108299199</c:v>
                </c:pt>
                <c:pt idx="3601">
                  <c:v>6.7727076926674901</c:v>
                </c:pt>
                <c:pt idx="3602">
                  <c:v>6.7971892826542604</c:v>
                </c:pt>
                <c:pt idx="3603">
                  <c:v>6.7925098563250303</c:v>
                </c:pt>
                <c:pt idx="3604">
                  <c:v>6.7753503403668303</c:v>
                </c:pt>
                <c:pt idx="3605">
                  <c:v>6.7310981005674604</c:v>
                </c:pt>
                <c:pt idx="3606">
                  <c:v>6.6850808800676704</c:v>
                </c:pt>
                <c:pt idx="3607">
                  <c:v>6.7076668894510796</c:v>
                </c:pt>
                <c:pt idx="3608">
                  <c:v>6.7162401847477398</c:v>
                </c:pt>
                <c:pt idx="3609">
                  <c:v>6.7361573762529101</c:v>
                </c:pt>
                <c:pt idx="3610">
                  <c:v>6.6863126441612399</c:v>
                </c:pt>
                <c:pt idx="3611">
                  <c:v>6.6603348128567497</c:v>
                </c:pt>
                <c:pt idx="3612">
                  <c:v>6.6810715049080898</c:v>
                </c:pt>
                <c:pt idx="3613">
                  <c:v>6.7791848072978604</c:v>
                </c:pt>
                <c:pt idx="3614">
                  <c:v>6.8029901812814897</c:v>
                </c:pt>
                <c:pt idx="3615">
                  <c:v>6.7838559708818096</c:v>
                </c:pt>
                <c:pt idx="3616">
                  <c:v>6.8543365636903699</c:v>
                </c:pt>
                <c:pt idx="3617">
                  <c:v>6.8539707414342299</c:v>
                </c:pt>
                <c:pt idx="3618">
                  <c:v>6.84001167247445</c:v>
                </c:pt>
                <c:pt idx="3619">
                  <c:v>6.8540739946370701</c:v>
                </c:pt>
                <c:pt idx="3620">
                  <c:v>6.8885149685065903</c:v>
                </c:pt>
                <c:pt idx="3621">
                  <c:v>6.9225714567038903</c:v>
                </c:pt>
                <c:pt idx="3622">
                  <c:v>6.89929926835487</c:v>
                </c:pt>
                <c:pt idx="3623">
                  <c:v>6.9162624128784103</c:v>
                </c:pt>
                <c:pt idx="3624">
                  <c:v>6.94681523574212</c:v>
                </c:pt>
                <c:pt idx="3625">
                  <c:v>6.9565186185558003</c:v>
                </c:pt>
                <c:pt idx="3626">
                  <c:v>6.9223633790144197</c:v>
                </c:pt>
                <c:pt idx="3627">
                  <c:v>6.8883199077139601</c:v>
                </c:pt>
                <c:pt idx="3628">
                  <c:v>6.8705606949732996</c:v>
                </c:pt>
                <c:pt idx="3629">
                  <c:v>6.8791595797683804</c:v>
                </c:pt>
                <c:pt idx="3630">
                  <c:v>6.9414318273200397</c:v>
                </c:pt>
                <c:pt idx="3631">
                  <c:v>7.0543185474404497</c:v>
                </c:pt>
                <c:pt idx="3632">
                  <c:v>7.0893111695140698</c:v>
                </c:pt>
                <c:pt idx="3633">
                  <c:v>7.10299832154793</c:v>
                </c:pt>
                <c:pt idx="3634">
                  <c:v>7.0579502977665003</c:v>
                </c:pt>
                <c:pt idx="3635">
                  <c:v>7.0880957349901204</c:v>
                </c:pt>
                <c:pt idx="3636">
                  <c:v>7.0777531322544096</c:v>
                </c:pt>
                <c:pt idx="3637">
                  <c:v>7.0542477545225397</c:v>
                </c:pt>
                <c:pt idx="3638">
                  <c:v>6.9749280139966601</c:v>
                </c:pt>
                <c:pt idx="3639">
                  <c:v>6.9333475933472704</c:v>
                </c:pt>
                <c:pt idx="3640">
                  <c:v>6.9356477875896996</c:v>
                </c:pt>
                <c:pt idx="3641">
                  <c:v>6.9211169867234599</c:v>
                </c:pt>
                <c:pt idx="3642">
                  <c:v>6.9040586213265298</c:v>
                </c:pt>
                <c:pt idx="3643">
                  <c:v>6.9040586213265298</c:v>
                </c:pt>
                <c:pt idx="3644">
                  <c:v>6.9040586213265298</c:v>
                </c:pt>
                <c:pt idx="3645">
                  <c:v>6.8962192932344903</c:v>
                </c:pt>
                <c:pt idx="3646">
                  <c:v>6.8976646583194299</c:v>
                </c:pt>
                <c:pt idx="3647">
                  <c:v>6.9154134935029399</c:v>
                </c:pt>
                <c:pt idx="3648">
                  <c:v>6.8916871439930896</c:v>
                </c:pt>
                <c:pt idx="3649">
                  <c:v>6.80182496560088</c:v>
                </c:pt>
                <c:pt idx="3650">
                  <c:v>6.7300095002986096</c:v>
                </c:pt>
                <c:pt idx="3651">
                  <c:v>6.7300095002986096</c:v>
                </c:pt>
                <c:pt idx="3652">
                  <c:v>6.7300095002986096</c:v>
                </c:pt>
                <c:pt idx="3653">
                  <c:v>6.7445940549209897</c:v>
                </c:pt>
                <c:pt idx="3654">
                  <c:v>6.7461688720574404</c:v>
                </c:pt>
                <c:pt idx="3655">
                  <c:v>6.7599689643757204</c:v>
                </c:pt>
                <c:pt idx="3656">
                  <c:v>6.72487078866574</c:v>
                </c:pt>
                <c:pt idx="3657">
                  <c:v>6.6677318947058097</c:v>
                </c:pt>
                <c:pt idx="3658">
                  <c:v>6.6931046895262201</c:v>
                </c:pt>
                <c:pt idx="3659">
                  <c:v>6.6319853416653398</c:v>
                </c:pt>
                <c:pt idx="3660">
                  <c:v>6.6048256952642603</c:v>
                </c:pt>
                <c:pt idx="3661">
                  <c:v>6.6614396272000898</c:v>
                </c:pt>
                <c:pt idx="3662">
                  <c:v>6.6657954847893599</c:v>
                </c:pt>
                <c:pt idx="3663">
                  <c:v>6.6461120820029498</c:v>
                </c:pt>
                <c:pt idx="3664">
                  <c:v>6.5937066112755298</c:v>
                </c:pt>
                <c:pt idx="3665">
                  <c:v>6.5909296663746897</c:v>
                </c:pt>
                <c:pt idx="3666">
                  <c:v>6.6307502234112397</c:v>
                </c:pt>
                <c:pt idx="3667">
                  <c:v>6.6257286172164598</c:v>
                </c:pt>
                <c:pt idx="3668">
                  <c:v>6.6555261611255299</c:v>
                </c:pt>
                <c:pt idx="3669">
                  <c:v>6.6565170828840996</c:v>
                </c:pt>
                <c:pt idx="3670">
                  <c:v>6.6985766162775198</c:v>
                </c:pt>
                <c:pt idx="3671">
                  <c:v>6.6741850595426104</c:v>
                </c:pt>
                <c:pt idx="3672">
                  <c:v>6.6587242091238901</c:v>
                </c:pt>
                <c:pt idx="3673">
                  <c:v>6.6532813515602003</c:v>
                </c:pt>
                <c:pt idx="3674">
                  <c:v>6.6532813515602003</c:v>
                </c:pt>
                <c:pt idx="3675">
                  <c:v>6.6345620172656004</c:v>
                </c:pt>
                <c:pt idx="3676">
                  <c:v>6.6943800401667799</c:v>
                </c:pt>
                <c:pt idx="3677">
                  <c:v>6.7084450164669303</c:v>
                </c:pt>
                <c:pt idx="3678">
                  <c:v>6.7143045613224803</c:v>
                </c:pt>
                <c:pt idx="3679">
                  <c:v>6.7852854384561097</c:v>
                </c:pt>
                <c:pt idx="3680">
                  <c:v>6.8242808252395397</c:v>
                </c:pt>
                <c:pt idx="3681">
                  <c:v>6.7663316340861703</c:v>
                </c:pt>
                <c:pt idx="3682">
                  <c:v>6.7619324753474501</c:v>
                </c:pt>
                <c:pt idx="3683">
                  <c:v>6.7619324753474501</c:v>
                </c:pt>
                <c:pt idx="3684">
                  <c:v>6.8233044126453803</c:v>
                </c:pt>
                <c:pt idx="3685">
                  <c:v>6.83066976279681</c:v>
                </c:pt>
                <c:pt idx="3686">
                  <c:v>6.8887557272361102</c:v>
                </c:pt>
                <c:pt idx="3687">
                  <c:v>6.9642159494360003</c:v>
                </c:pt>
                <c:pt idx="3688">
                  <c:v>6.9289299556493003</c:v>
                </c:pt>
                <c:pt idx="3689">
                  <c:v>6.8864797097102901</c:v>
                </c:pt>
                <c:pt idx="3690">
                  <c:v>6.8626641946667899</c:v>
                </c:pt>
                <c:pt idx="3691">
                  <c:v>6.8349739417517101</c:v>
                </c:pt>
                <c:pt idx="3692">
                  <c:v>6.8661197144258699</c:v>
                </c:pt>
                <c:pt idx="3693">
                  <c:v>6.8485953132271797</c:v>
                </c:pt>
                <c:pt idx="3694">
                  <c:v>6.8618302205074704</c:v>
                </c:pt>
                <c:pt idx="3695">
                  <c:v>6.8777628399525703</c:v>
                </c:pt>
                <c:pt idx="3696">
                  <c:v>6.8917649597642301</c:v>
                </c:pt>
                <c:pt idx="3697">
                  <c:v>6.8794050567221801</c:v>
                </c:pt>
                <c:pt idx="3698">
                  <c:v>6.8794050567221801</c:v>
                </c:pt>
                <c:pt idx="3699">
                  <c:v>6.8718598260022699</c:v>
                </c:pt>
                <c:pt idx="3700">
                  <c:v>6.8072141547318497</c:v>
                </c:pt>
                <c:pt idx="3701">
                  <c:v>6.8232470599463602</c:v>
                </c:pt>
                <c:pt idx="3702">
                  <c:v>6.8848783902852704</c:v>
                </c:pt>
                <c:pt idx="3703">
                  <c:v>6.8848783902852704</c:v>
                </c:pt>
                <c:pt idx="3704">
                  <c:v>6.8914281527514403</c:v>
                </c:pt>
                <c:pt idx="3705">
                  <c:v>6.9065021697881601</c:v>
                </c:pt>
                <c:pt idx="3706">
                  <c:v>6.8845536904852098</c:v>
                </c:pt>
                <c:pt idx="3707">
                  <c:v>6.9464832886036296</c:v>
                </c:pt>
                <c:pt idx="3708">
                  <c:v>6.9416323732599698</c:v>
                </c:pt>
                <c:pt idx="3709">
                  <c:v>6.93600519765688</c:v>
                </c:pt>
                <c:pt idx="3710">
                  <c:v>6.8930658653156103</c:v>
                </c:pt>
                <c:pt idx="3711">
                  <c:v>6.9422490543340203</c:v>
                </c:pt>
                <c:pt idx="3712">
                  <c:v>6.9178473223921202</c:v>
                </c:pt>
                <c:pt idx="3713">
                  <c:v>6.9077321603738602</c:v>
                </c:pt>
                <c:pt idx="3714">
                  <c:v>6.9003415747348598</c:v>
                </c:pt>
                <c:pt idx="3715">
                  <c:v>6.9225474924865997</c:v>
                </c:pt>
                <c:pt idx="3716">
                  <c:v>6.9301922802498703</c:v>
                </c:pt>
                <c:pt idx="3717">
                  <c:v>6.9354612694188003</c:v>
                </c:pt>
                <c:pt idx="3718">
                  <c:v>6.9354612694188003</c:v>
                </c:pt>
                <c:pt idx="3719">
                  <c:v>6.8724684394732796</c:v>
                </c:pt>
                <c:pt idx="3720">
                  <c:v>6.8748240481674303</c:v>
                </c:pt>
                <c:pt idx="3721">
                  <c:v>6.8662576474191797</c:v>
                </c:pt>
                <c:pt idx="3722">
                  <c:v>6.8722408628281899</c:v>
                </c:pt>
                <c:pt idx="3723">
                  <c:v>6.8661652242447104</c:v>
                </c:pt>
                <c:pt idx="3724">
                  <c:v>6.89170594185323</c:v>
                </c:pt>
                <c:pt idx="3725">
                  <c:v>6.8977569721788496</c:v>
                </c:pt>
                <c:pt idx="3726">
                  <c:v>6.9159610911247302</c:v>
                </c:pt>
                <c:pt idx="3727">
                  <c:v>6.9445560892015399</c:v>
                </c:pt>
                <c:pt idx="3728">
                  <c:v>6.9614409597132498</c:v>
                </c:pt>
                <c:pt idx="3729">
                  <c:v>6.9925036711872197</c:v>
                </c:pt>
                <c:pt idx="3730">
                  <c:v>6.9857156871014903</c:v>
                </c:pt>
                <c:pt idx="3731">
                  <c:v>6.9758376064396499</c:v>
                </c:pt>
                <c:pt idx="3732">
                  <c:v>6.9758376064396499</c:v>
                </c:pt>
                <c:pt idx="3733">
                  <c:v>6.9891040359326997</c:v>
                </c:pt>
                <c:pt idx="3734">
                  <c:v>7.0106503205184501</c:v>
                </c:pt>
                <c:pt idx="3735">
                  <c:v>7.0563434421252396</c:v>
                </c:pt>
                <c:pt idx="3736">
                  <c:v>7.0627467925803504</c:v>
                </c:pt>
                <c:pt idx="3737">
                  <c:v>7.0729187188397402</c:v>
                </c:pt>
                <c:pt idx="3738">
                  <c:v>7.0845317346975296</c:v>
                </c:pt>
                <c:pt idx="3739">
                  <c:v>7.1196470794583302</c:v>
                </c:pt>
                <c:pt idx="3740">
                  <c:v>7.1461173138022698</c:v>
                </c:pt>
                <c:pt idx="3741">
                  <c:v>7.1590488685790197</c:v>
                </c:pt>
                <c:pt idx="3742">
                  <c:v>7.1337762903839099</c:v>
                </c:pt>
                <c:pt idx="3743">
                  <c:v>7.1367163493286796</c:v>
                </c:pt>
                <c:pt idx="3744">
                  <c:v>7.1367163493286796</c:v>
                </c:pt>
                <c:pt idx="3745">
                  <c:v>7.1387557461987603</c:v>
                </c:pt>
                <c:pt idx="3746">
                  <c:v>7.0904436096679397</c:v>
                </c:pt>
                <c:pt idx="3747">
                  <c:v>7.0971500221059101</c:v>
                </c:pt>
                <c:pt idx="3748">
                  <c:v>7.1339625247371199</c:v>
                </c:pt>
                <c:pt idx="3749">
                  <c:v>7.1288719239324498</c:v>
                </c:pt>
                <c:pt idx="3750">
                  <c:v>7.1263891670362902</c:v>
                </c:pt>
                <c:pt idx="3751">
                  <c:v>7.1032358828244897</c:v>
                </c:pt>
                <c:pt idx="3752">
                  <c:v>7.1169204763621199</c:v>
                </c:pt>
                <c:pt idx="3753">
                  <c:v>7.1169204763621199</c:v>
                </c:pt>
                <c:pt idx="3754">
                  <c:v>7.1007403967186304</c:v>
                </c:pt>
                <c:pt idx="3755">
                  <c:v>7.0775258037190296</c:v>
                </c:pt>
                <c:pt idx="3756">
                  <c:v>7.0527661914420996</c:v>
                </c:pt>
                <c:pt idx="3757">
                  <c:v>7.0496251361629803</c:v>
                </c:pt>
                <c:pt idx="3758">
                  <c:v>7.0409135753843701</c:v>
                </c:pt>
                <c:pt idx="3759">
                  <c:v>7.0547905096568204</c:v>
                </c:pt>
                <c:pt idx="3760">
                  <c:v>7.0926338792667396</c:v>
                </c:pt>
                <c:pt idx="3761">
                  <c:v>7.1060767806147904</c:v>
                </c:pt>
                <c:pt idx="3762">
                  <c:v>7.0909719886997902</c:v>
                </c:pt>
                <c:pt idx="3763">
                  <c:v>7.0789750041964297</c:v>
                </c:pt>
                <c:pt idx="3764">
                  <c:v>7.10362290349748</c:v>
                </c:pt>
                <c:pt idx="3765">
                  <c:v>7.0988342071438302</c:v>
                </c:pt>
                <c:pt idx="3766">
                  <c:v>7.1148678394509597</c:v>
                </c:pt>
                <c:pt idx="3767">
                  <c:v>7.1751745964904696</c:v>
                </c:pt>
                <c:pt idx="3768">
                  <c:v>7.2250765342603804</c:v>
                </c:pt>
                <c:pt idx="3769">
                  <c:v>7.2199824344990402</c:v>
                </c:pt>
                <c:pt idx="3770">
                  <c:v>7.1860407563492403</c:v>
                </c:pt>
                <c:pt idx="3771">
                  <c:v>7.1480587837732603</c:v>
                </c:pt>
                <c:pt idx="3772">
                  <c:v>7.1574233507869698</c:v>
                </c:pt>
                <c:pt idx="3773">
                  <c:v>7.1513468501586503</c:v>
                </c:pt>
                <c:pt idx="3774">
                  <c:v>7.1398475262610601</c:v>
                </c:pt>
                <c:pt idx="3775">
                  <c:v>7.1699811331752201</c:v>
                </c:pt>
                <c:pt idx="3776">
                  <c:v>7.1739301754073299</c:v>
                </c:pt>
                <c:pt idx="3777">
                  <c:v>7.1635434334172103</c:v>
                </c:pt>
                <c:pt idx="3778">
                  <c:v>7.1618142521095498</c:v>
                </c:pt>
                <c:pt idx="3779">
                  <c:v>7.1762342138571098</c:v>
                </c:pt>
                <c:pt idx="3780">
                  <c:v>7.1883354741323897</c:v>
                </c:pt>
                <c:pt idx="3781">
                  <c:v>7.1624062251010603</c:v>
                </c:pt>
                <c:pt idx="3782">
                  <c:v>7.1485380522477504</c:v>
                </c:pt>
                <c:pt idx="3783">
                  <c:v>7.1698218987364104</c:v>
                </c:pt>
                <c:pt idx="3784">
                  <c:v>7.1729850574971197</c:v>
                </c:pt>
                <c:pt idx="3785">
                  <c:v>7.1835290313846096</c:v>
                </c:pt>
                <c:pt idx="3786">
                  <c:v>7.2331738854464396</c:v>
                </c:pt>
                <c:pt idx="3787">
                  <c:v>7.2526597817795304</c:v>
                </c:pt>
                <c:pt idx="3788">
                  <c:v>7.2380512578572702</c:v>
                </c:pt>
                <c:pt idx="3789">
                  <c:v>7.2169214689133598</c:v>
                </c:pt>
                <c:pt idx="3790">
                  <c:v>7.2282883894357104</c:v>
                </c:pt>
                <c:pt idx="3791">
                  <c:v>7.2962670431801504</c:v>
                </c:pt>
                <c:pt idx="3792">
                  <c:v>7.3299223085116303</c:v>
                </c:pt>
                <c:pt idx="3793">
                  <c:v>7.3299223085116303</c:v>
                </c:pt>
                <c:pt idx="3794">
                  <c:v>7.3193519723709199</c:v>
                </c:pt>
                <c:pt idx="3795">
                  <c:v>7.2792276046688498</c:v>
                </c:pt>
                <c:pt idx="3796">
                  <c:v>7.3162134350059604</c:v>
                </c:pt>
                <c:pt idx="3797">
                  <c:v>7.3013123303328697</c:v>
                </c:pt>
                <c:pt idx="3798">
                  <c:v>7.3159534051861801</c:v>
                </c:pt>
                <c:pt idx="3799">
                  <c:v>7.3444781530234602</c:v>
                </c:pt>
                <c:pt idx="3800">
                  <c:v>7.3823136337525304</c:v>
                </c:pt>
                <c:pt idx="3801">
                  <c:v>7.4166086498761299</c:v>
                </c:pt>
                <c:pt idx="3802">
                  <c:v>7.4545634968885599</c:v>
                </c:pt>
                <c:pt idx="3803">
                  <c:v>7.4617142146847701</c:v>
                </c:pt>
                <c:pt idx="3804">
                  <c:v>7.48869219231063</c:v>
                </c:pt>
                <c:pt idx="3805">
                  <c:v>7.4593722722408202</c:v>
                </c:pt>
                <c:pt idx="3806">
                  <c:v>7.4201327063861902</c:v>
                </c:pt>
                <c:pt idx="3807">
                  <c:v>7.46061278148178</c:v>
                </c:pt>
                <c:pt idx="3808">
                  <c:v>7.46061278148178</c:v>
                </c:pt>
                <c:pt idx="3809">
                  <c:v>7.4192850283001102</c:v>
                </c:pt>
                <c:pt idx="3810">
                  <c:v>7.3308588241149</c:v>
                </c:pt>
                <c:pt idx="3811">
                  <c:v>7.3185012670095304</c:v>
                </c:pt>
                <c:pt idx="3812">
                  <c:v>7.3516019089134099</c:v>
                </c:pt>
                <c:pt idx="3813">
                  <c:v>7.3516019089134099</c:v>
                </c:pt>
                <c:pt idx="3814">
                  <c:v>7.3569937195046302</c:v>
                </c:pt>
                <c:pt idx="3815">
                  <c:v>7.3590520906781496</c:v>
                </c:pt>
                <c:pt idx="3816">
                  <c:v>7.3512867748431097</c:v>
                </c:pt>
                <c:pt idx="3817">
                  <c:v>7.3059857124017702</c:v>
                </c:pt>
                <c:pt idx="3818">
                  <c:v>7.31493583311088</c:v>
                </c:pt>
                <c:pt idx="3819">
                  <c:v>7.3316378705800398</c:v>
                </c:pt>
                <c:pt idx="3820">
                  <c:v>7.3593497703063697</c:v>
                </c:pt>
                <c:pt idx="3821">
                  <c:v>7.2764700352015002</c:v>
                </c:pt>
                <c:pt idx="3822">
                  <c:v>7.3263558564876003</c:v>
                </c:pt>
                <c:pt idx="3823">
                  <c:v>7.3436159302978599</c:v>
                </c:pt>
                <c:pt idx="3824">
                  <c:v>7.34363699723695</c:v>
                </c:pt>
                <c:pt idx="3825">
                  <c:v>7.4104923249627097</c:v>
                </c:pt>
                <c:pt idx="3826">
                  <c:v>7.3107690412860498</c:v>
                </c:pt>
                <c:pt idx="3827">
                  <c:v>7.2710072991986197</c:v>
                </c:pt>
                <c:pt idx="3828">
                  <c:v>7.2285952357517704</c:v>
                </c:pt>
                <c:pt idx="3829">
                  <c:v>7.2153418083297902</c:v>
                </c:pt>
                <c:pt idx="3830">
                  <c:v>7.2174790768844401</c:v>
                </c:pt>
                <c:pt idx="3831">
                  <c:v>7.2437203936255701</c:v>
                </c:pt>
                <c:pt idx="3832">
                  <c:v>7.1726432442665997</c:v>
                </c:pt>
                <c:pt idx="3833">
                  <c:v>7.1802842255024997</c:v>
                </c:pt>
                <c:pt idx="3834">
                  <c:v>7.1607494420770603</c:v>
                </c:pt>
                <c:pt idx="3835">
                  <c:v>7.1730586107062599</c:v>
                </c:pt>
                <c:pt idx="3836">
                  <c:v>7.1537424972109704</c:v>
                </c:pt>
                <c:pt idx="3837">
                  <c:v>7.15746024784091</c:v>
                </c:pt>
                <c:pt idx="3838">
                  <c:v>7.1548295267042397</c:v>
                </c:pt>
                <c:pt idx="3839">
                  <c:v>7.1699016997222502</c:v>
                </c:pt>
                <c:pt idx="3840">
                  <c:v>7.1364133056152603</c:v>
                </c:pt>
                <c:pt idx="3841">
                  <c:v>7.0645048133909398</c:v>
                </c:pt>
                <c:pt idx="3842">
                  <c:v>7.0320782263740202</c:v>
                </c:pt>
                <c:pt idx="3843">
                  <c:v>6.9951163442255604</c:v>
                </c:pt>
                <c:pt idx="3844">
                  <c:v>6.9951163442255604</c:v>
                </c:pt>
                <c:pt idx="3845">
                  <c:v>7.0007516605981204</c:v>
                </c:pt>
                <c:pt idx="3846">
                  <c:v>7.0574066714542001</c:v>
                </c:pt>
                <c:pt idx="3847">
                  <c:v>7.0150233293737303</c:v>
                </c:pt>
                <c:pt idx="3848">
                  <c:v>7.0150233293737303</c:v>
                </c:pt>
                <c:pt idx="3849">
                  <c:v>7.0150233293737303</c:v>
                </c:pt>
                <c:pt idx="3850">
                  <c:v>7.0446897517061302</c:v>
                </c:pt>
                <c:pt idx="3851">
                  <c:v>7.0701002299418398</c:v>
                </c:pt>
                <c:pt idx="3852">
                  <c:v>7.09920739645439</c:v>
                </c:pt>
                <c:pt idx="3853">
                  <c:v>7.09920739645439</c:v>
                </c:pt>
                <c:pt idx="3854">
                  <c:v>7.0268782834755301</c:v>
                </c:pt>
                <c:pt idx="3855">
                  <c:v>6.9832551621541299</c:v>
                </c:pt>
                <c:pt idx="3856">
                  <c:v>7.0216960856374602</c:v>
                </c:pt>
                <c:pt idx="3857">
                  <c:v>7.0251005251852998</c:v>
                </c:pt>
                <c:pt idx="3858">
                  <c:v>7.0125973211428798</c:v>
                </c:pt>
                <c:pt idx="3859">
                  <c:v>7.0333940891455704</c:v>
                </c:pt>
                <c:pt idx="3860">
                  <c:v>7.0545537619388599</c:v>
                </c:pt>
                <c:pt idx="3861">
                  <c:v>7.0986612213109099</c:v>
                </c:pt>
                <c:pt idx="3862">
                  <c:v>7.0781305465868103</c:v>
                </c:pt>
                <c:pt idx="3863">
                  <c:v>7.0921359656254097</c:v>
                </c:pt>
                <c:pt idx="3864">
                  <c:v>7.0906991141140301</c:v>
                </c:pt>
                <c:pt idx="3865">
                  <c:v>7.1142281534976499</c:v>
                </c:pt>
                <c:pt idx="3866">
                  <c:v>7.1118764545765298</c:v>
                </c:pt>
                <c:pt idx="3867">
                  <c:v>7.1243599368795802</c:v>
                </c:pt>
                <c:pt idx="3868">
                  <c:v>7.12997623055041</c:v>
                </c:pt>
                <c:pt idx="3869">
                  <c:v>7.0985123699925099</c:v>
                </c:pt>
                <c:pt idx="3870">
                  <c:v>7.0732686352970804</c:v>
                </c:pt>
                <c:pt idx="3871">
                  <c:v>6.9898727179543796</c:v>
                </c:pt>
                <c:pt idx="3872">
                  <c:v>6.9806349952297397</c:v>
                </c:pt>
                <c:pt idx="3873">
                  <c:v>6.9281225607023798</c:v>
                </c:pt>
                <c:pt idx="3874">
                  <c:v>6.9629545525618903</c:v>
                </c:pt>
                <c:pt idx="3875">
                  <c:v>6.9092707261636299</c:v>
                </c:pt>
                <c:pt idx="3876">
                  <c:v>6.9629991789590298</c:v>
                </c:pt>
                <c:pt idx="3877">
                  <c:v>6.9693827840914597</c:v>
                </c:pt>
                <c:pt idx="3878">
                  <c:v>7.0109976461719299</c:v>
                </c:pt>
                <c:pt idx="3879">
                  <c:v>7.0157235370979896</c:v>
                </c:pt>
                <c:pt idx="3880">
                  <c:v>7.0083044269422103</c:v>
                </c:pt>
                <c:pt idx="3881">
                  <c:v>7.0205509879163301</c:v>
                </c:pt>
                <c:pt idx="3882">
                  <c:v>6.9776760105467499</c:v>
                </c:pt>
                <c:pt idx="3883">
                  <c:v>6.9907790573810002</c:v>
                </c:pt>
                <c:pt idx="3884">
                  <c:v>6.9863738390445</c:v>
                </c:pt>
                <c:pt idx="3885">
                  <c:v>6.9755505506732902</c:v>
                </c:pt>
                <c:pt idx="3886">
                  <c:v>6.9982812126401397</c:v>
                </c:pt>
                <c:pt idx="3887">
                  <c:v>6.9840105509920702</c:v>
                </c:pt>
                <c:pt idx="3888">
                  <c:v>6.9523016857625599</c:v>
                </c:pt>
                <c:pt idx="3889">
                  <c:v>6.9513563192910697</c:v>
                </c:pt>
                <c:pt idx="3890">
                  <c:v>6.95288753252549</c:v>
                </c:pt>
                <c:pt idx="3891">
                  <c:v>6.9798807614265197</c:v>
                </c:pt>
                <c:pt idx="3892">
                  <c:v>7.0127230651348302</c:v>
                </c:pt>
                <c:pt idx="3893">
                  <c:v>7.0167126220927596</c:v>
                </c:pt>
                <c:pt idx="3894">
                  <c:v>6.9992779002300196</c:v>
                </c:pt>
                <c:pt idx="3895">
                  <c:v>6.9756665377509597</c:v>
                </c:pt>
                <c:pt idx="3896">
                  <c:v>6.98611059038286</c:v>
                </c:pt>
                <c:pt idx="3897">
                  <c:v>6.9372268131110504</c:v>
                </c:pt>
                <c:pt idx="3898">
                  <c:v>6.8946953621784104</c:v>
                </c:pt>
                <c:pt idx="3899">
                  <c:v>6.8752537489772001</c:v>
                </c:pt>
                <c:pt idx="3900">
                  <c:v>6.87369178249185</c:v>
                </c:pt>
                <c:pt idx="3901">
                  <c:v>6.8617342489667204</c:v>
                </c:pt>
                <c:pt idx="3902">
                  <c:v>6.8057449127972696</c:v>
                </c:pt>
                <c:pt idx="3903">
                  <c:v>6.8191506637545301</c:v>
                </c:pt>
                <c:pt idx="3904">
                  <c:v>6.7976377946404298</c:v>
                </c:pt>
                <c:pt idx="3905">
                  <c:v>6.7503407990067901</c:v>
                </c:pt>
                <c:pt idx="3906">
                  <c:v>6.6393839129718604</c:v>
                </c:pt>
                <c:pt idx="3907">
                  <c:v>6.6180888514058296</c:v>
                </c:pt>
                <c:pt idx="3908">
                  <c:v>6.6180888514058296</c:v>
                </c:pt>
                <c:pt idx="3909">
                  <c:v>6.6517765806929496</c:v>
                </c:pt>
                <c:pt idx="3910">
                  <c:v>6.7486822424700703</c:v>
                </c:pt>
                <c:pt idx="3911">
                  <c:v>6.7166956734001397</c:v>
                </c:pt>
                <c:pt idx="3912">
                  <c:v>6.7137910844608202</c:v>
                </c:pt>
                <c:pt idx="3913">
                  <c:v>6.6948012089417599</c:v>
                </c:pt>
                <c:pt idx="3914">
                  <c:v>6.75402849065539</c:v>
                </c:pt>
                <c:pt idx="3915">
                  <c:v>6.7388235046863096</c:v>
                </c:pt>
                <c:pt idx="3916">
                  <c:v>6.7538332903923601</c:v>
                </c:pt>
                <c:pt idx="3917">
                  <c:v>6.7505899524809303</c:v>
                </c:pt>
                <c:pt idx="3918">
                  <c:v>6.7140832716474996</c:v>
                </c:pt>
                <c:pt idx="3919">
                  <c:v>6.6582712554025401</c:v>
                </c:pt>
                <c:pt idx="3920">
                  <c:v>6.6519794809246404</c:v>
                </c:pt>
                <c:pt idx="3921">
                  <c:v>6.6617502372213604</c:v>
                </c:pt>
                <c:pt idx="3922">
                  <c:v>6.6742764648934898</c:v>
                </c:pt>
                <c:pt idx="3923">
                  <c:v>6.6963042767226604</c:v>
                </c:pt>
                <c:pt idx="3924">
                  <c:v>6.7600358699977203</c:v>
                </c:pt>
                <c:pt idx="3925">
                  <c:v>6.7317934124006804</c:v>
                </c:pt>
                <c:pt idx="3926">
                  <c:v>6.7317934124006804</c:v>
                </c:pt>
                <c:pt idx="3927">
                  <c:v>6.7317934124006804</c:v>
                </c:pt>
                <c:pt idx="3928">
                  <c:v>6.7237698626596698</c:v>
                </c:pt>
                <c:pt idx="3929">
                  <c:v>6.7526132415076896</c:v>
                </c:pt>
                <c:pt idx="3930">
                  <c:v>6.8196836972061998</c:v>
                </c:pt>
                <c:pt idx="3931">
                  <c:v>6.8623958633363502</c:v>
                </c:pt>
                <c:pt idx="3932">
                  <c:v>6.9067046193487398</c:v>
                </c:pt>
                <c:pt idx="3933">
                  <c:v>6.9401582669974697</c:v>
                </c:pt>
                <c:pt idx="3934">
                  <c:v>6.9350175736921598</c:v>
                </c:pt>
                <c:pt idx="3935">
                  <c:v>6.9350175736921598</c:v>
                </c:pt>
                <c:pt idx="3936">
                  <c:v>7.0045849337963499</c:v>
                </c:pt>
                <c:pt idx="3937">
                  <c:v>6.9491420192864997</c:v>
                </c:pt>
                <c:pt idx="3938">
                  <c:v>6.9626259130750103</c:v>
                </c:pt>
                <c:pt idx="3939">
                  <c:v>6.9616088389362396</c:v>
                </c:pt>
                <c:pt idx="3940">
                  <c:v>6.8993491861623104</c:v>
                </c:pt>
                <c:pt idx="3941">
                  <c:v>6.85121511217858</c:v>
                </c:pt>
                <c:pt idx="3942">
                  <c:v>6.7791716236714903</c:v>
                </c:pt>
                <c:pt idx="3943">
                  <c:v>6.8467302596400801</c:v>
                </c:pt>
                <c:pt idx="3944">
                  <c:v>6.8492377375580302</c:v>
                </c:pt>
                <c:pt idx="3945">
                  <c:v>6.8879482535004</c:v>
                </c:pt>
                <c:pt idx="3946">
                  <c:v>6.8825858213602098</c:v>
                </c:pt>
                <c:pt idx="3947">
                  <c:v>6.9145531799436002</c:v>
                </c:pt>
                <c:pt idx="3948">
                  <c:v>6.90641805698586</c:v>
                </c:pt>
                <c:pt idx="3949">
                  <c:v>6.9010968825406804</c:v>
                </c:pt>
                <c:pt idx="3950">
                  <c:v>6.8972004416930597</c:v>
                </c:pt>
                <c:pt idx="3951">
                  <c:v>6.9382831685558202</c:v>
                </c:pt>
                <c:pt idx="3952">
                  <c:v>6.8810441158495603</c:v>
                </c:pt>
                <c:pt idx="3953">
                  <c:v>6.8729275708565503</c:v>
                </c:pt>
                <c:pt idx="3954">
                  <c:v>6.8392950280118603</c:v>
                </c:pt>
                <c:pt idx="3955">
                  <c:v>6.8355341375341796</c:v>
                </c:pt>
                <c:pt idx="3956">
                  <c:v>6.77220352222258</c:v>
                </c:pt>
                <c:pt idx="3957">
                  <c:v>6.7577442393157403</c:v>
                </c:pt>
                <c:pt idx="3958">
                  <c:v>6.7577442393157403</c:v>
                </c:pt>
                <c:pt idx="3959">
                  <c:v>6.69023647092635</c:v>
                </c:pt>
                <c:pt idx="3960">
                  <c:v>6.6261140793657098</c:v>
                </c:pt>
                <c:pt idx="3961">
                  <c:v>6.5925715125697799</c:v>
                </c:pt>
                <c:pt idx="3962">
                  <c:v>6.5565876460955099</c:v>
                </c:pt>
                <c:pt idx="3963">
                  <c:v>6.4933693764642699</c:v>
                </c:pt>
                <c:pt idx="3964">
                  <c:v>6.4373612699805696</c:v>
                </c:pt>
                <c:pt idx="3965">
                  <c:v>6.4441753597922498</c:v>
                </c:pt>
                <c:pt idx="3966">
                  <c:v>6.3412585390155396</c:v>
                </c:pt>
                <c:pt idx="3967">
                  <c:v>6.3045030853451296</c:v>
                </c:pt>
                <c:pt idx="3968">
                  <c:v>6.41129029288882</c:v>
                </c:pt>
                <c:pt idx="3969">
                  <c:v>6.4131335916749199</c:v>
                </c:pt>
                <c:pt idx="3970">
                  <c:v>6.4091562024684601</c:v>
                </c:pt>
                <c:pt idx="3971">
                  <c:v>6.2638182135748801</c:v>
                </c:pt>
                <c:pt idx="3972">
                  <c:v>6.2458001192145103</c:v>
                </c:pt>
                <c:pt idx="3973">
                  <c:v>6.2458001192145103</c:v>
                </c:pt>
                <c:pt idx="3974">
                  <c:v>6.27839774532805</c:v>
                </c:pt>
                <c:pt idx="3975">
                  <c:v>6.2574374573955502</c:v>
                </c:pt>
                <c:pt idx="3976">
                  <c:v>6.2797204529286397</c:v>
                </c:pt>
                <c:pt idx="3977">
                  <c:v>6.2162082539080696</c:v>
                </c:pt>
                <c:pt idx="3978">
                  <c:v>6.2162082539080696</c:v>
                </c:pt>
                <c:pt idx="3979">
                  <c:v>6.1007994367819798</c:v>
                </c:pt>
                <c:pt idx="3980">
                  <c:v>5.9599527926418299</c:v>
                </c:pt>
                <c:pt idx="3981">
                  <c:v>5.9358483717549699</c:v>
                </c:pt>
                <c:pt idx="3982">
                  <c:v>6.0638879380988104</c:v>
                </c:pt>
                <c:pt idx="3983">
                  <c:v>6.0693481314086997</c:v>
                </c:pt>
                <c:pt idx="3984">
                  <c:v>6.1037926423414701</c:v>
                </c:pt>
                <c:pt idx="3985">
                  <c:v>6.0587629071305402</c:v>
                </c:pt>
                <c:pt idx="3986">
                  <c:v>6.1145662285057396</c:v>
                </c:pt>
                <c:pt idx="3987">
                  <c:v>6.1544992554390099</c:v>
                </c:pt>
                <c:pt idx="3988">
                  <c:v>6.1077912825658602</c:v>
                </c:pt>
                <c:pt idx="3989">
                  <c:v>6.1412286850350499</c:v>
                </c:pt>
                <c:pt idx="3990">
                  <c:v>6.09446065669019</c:v>
                </c:pt>
                <c:pt idx="3991">
                  <c:v>6.13098150666724</c:v>
                </c:pt>
                <c:pt idx="3992">
                  <c:v>6.0514826185564097</c:v>
                </c:pt>
                <c:pt idx="3993">
                  <c:v>6.0156261341341599</c:v>
                </c:pt>
                <c:pt idx="3994">
                  <c:v>6.01362286735068</c:v>
                </c:pt>
                <c:pt idx="3995">
                  <c:v>5.9716922692168097</c:v>
                </c:pt>
                <c:pt idx="3996">
                  <c:v>6.0070747373191802</c:v>
                </c:pt>
                <c:pt idx="3997">
                  <c:v>5.9871383977858601</c:v>
                </c:pt>
                <c:pt idx="3998">
                  <c:v>6.0482881750577198</c:v>
                </c:pt>
                <c:pt idx="3999">
                  <c:v>6.1034811287514801</c:v>
                </c:pt>
                <c:pt idx="4000">
                  <c:v>6.0854793078434097</c:v>
                </c:pt>
                <c:pt idx="4001">
                  <c:v>6.0946668809841897</c:v>
                </c:pt>
                <c:pt idx="4002">
                  <c:v>6.03091537231857</c:v>
                </c:pt>
                <c:pt idx="4003">
                  <c:v>6.11492165803761</c:v>
                </c:pt>
                <c:pt idx="4004">
                  <c:v>6.1365772218868999</c:v>
                </c:pt>
                <c:pt idx="4005">
                  <c:v>6.1365772218868999</c:v>
                </c:pt>
                <c:pt idx="4006">
                  <c:v>6.1096839486611803</c:v>
                </c:pt>
                <c:pt idx="4007">
                  <c:v>6.0938551378387498</c:v>
                </c:pt>
                <c:pt idx="4008">
                  <c:v>6.1366001900425298</c:v>
                </c:pt>
                <c:pt idx="4009">
                  <c:v>6.0771252671522502</c:v>
                </c:pt>
                <c:pt idx="4010">
                  <c:v>6.0507329629931297</c:v>
                </c:pt>
                <c:pt idx="4011">
                  <c:v>6.0135844144464299</c:v>
                </c:pt>
                <c:pt idx="4012">
                  <c:v>5.9791914296759998</c:v>
                </c:pt>
                <c:pt idx="4013">
                  <c:v>5.9791914296759998</c:v>
                </c:pt>
                <c:pt idx="4014">
                  <c:v>5.9824510316163604</c:v>
                </c:pt>
                <c:pt idx="4015">
                  <c:v>5.9859010648457698</c:v>
                </c:pt>
                <c:pt idx="4016">
                  <c:v>6.0579336277117104</c:v>
                </c:pt>
                <c:pt idx="4017">
                  <c:v>6.0835978902005401</c:v>
                </c:pt>
                <c:pt idx="4018">
                  <c:v>6.0556618478798701</c:v>
                </c:pt>
                <c:pt idx="4019">
                  <c:v>6.1089190247614402</c:v>
                </c:pt>
                <c:pt idx="4020">
                  <c:v>6.1571634272324101</c:v>
                </c:pt>
                <c:pt idx="4021">
                  <c:v>6.1937237754132797</c:v>
                </c:pt>
                <c:pt idx="4022">
                  <c:v>6.11031204835301</c:v>
                </c:pt>
                <c:pt idx="4023">
                  <c:v>6.1641528802595902</c:v>
                </c:pt>
                <c:pt idx="4024">
                  <c:v>6.1691089656362799</c:v>
                </c:pt>
                <c:pt idx="4025">
                  <c:v>6.1143848959989002</c:v>
                </c:pt>
                <c:pt idx="4026">
                  <c:v>6.1005087488259502</c:v>
                </c:pt>
                <c:pt idx="4027">
                  <c:v>6.0754289565816997</c:v>
                </c:pt>
                <c:pt idx="4028">
                  <c:v>6.1230124680715701</c:v>
                </c:pt>
                <c:pt idx="4029">
                  <c:v>6.1786083523192001</c:v>
                </c:pt>
                <c:pt idx="4030">
                  <c:v>6.1654136266313699</c:v>
                </c:pt>
                <c:pt idx="4031">
                  <c:v>6.1182540165707398</c:v>
                </c:pt>
                <c:pt idx="4032">
                  <c:v>6.14113454331103</c:v>
                </c:pt>
                <c:pt idx="4033">
                  <c:v>6.1389104233747496</c:v>
                </c:pt>
                <c:pt idx="4034">
                  <c:v>6.0993073374688898</c:v>
                </c:pt>
                <c:pt idx="4035">
                  <c:v>6.0927064888738096</c:v>
                </c:pt>
                <c:pt idx="4036">
                  <c:v>6.0954476272891096</c:v>
                </c:pt>
                <c:pt idx="4037">
                  <c:v>6.0712955039167902</c:v>
                </c:pt>
                <c:pt idx="4038">
                  <c:v>6.0414757976489604</c:v>
                </c:pt>
                <c:pt idx="4039">
                  <c:v>6.0192634834346403</c:v>
                </c:pt>
                <c:pt idx="4040">
                  <c:v>6.0486778995884398</c:v>
                </c:pt>
                <c:pt idx="4041">
                  <c:v>6.0233540401784396</c:v>
                </c:pt>
                <c:pt idx="4042">
                  <c:v>6.0531954955658902</c:v>
                </c:pt>
                <c:pt idx="4043">
                  <c:v>6.0716550465325003</c:v>
                </c:pt>
                <c:pt idx="4044">
                  <c:v>6.0586499575376802</c:v>
                </c:pt>
                <c:pt idx="4045">
                  <c:v>6.0730922195436801</c:v>
                </c:pt>
                <c:pt idx="4046">
                  <c:v>6.0469204436803103</c:v>
                </c:pt>
                <c:pt idx="4047">
                  <c:v>6.0217155261793103</c:v>
                </c:pt>
                <c:pt idx="4048">
                  <c:v>6.0595257261955604</c:v>
                </c:pt>
                <c:pt idx="4049">
                  <c:v>6.0397731558328802</c:v>
                </c:pt>
                <c:pt idx="4050">
                  <c:v>6.0408812927619904</c:v>
                </c:pt>
                <c:pt idx="4051">
                  <c:v>6.0824808516074498</c:v>
                </c:pt>
                <c:pt idx="4052">
                  <c:v>6.0981525454855303</c:v>
                </c:pt>
                <c:pt idx="4053">
                  <c:v>6.0981525454855303</c:v>
                </c:pt>
                <c:pt idx="4054">
                  <c:v>6.1376843254266502</c:v>
                </c:pt>
                <c:pt idx="4055">
                  <c:v>6.1815295657430802</c:v>
                </c:pt>
                <c:pt idx="4056">
                  <c:v>6.1659669146510501</c:v>
                </c:pt>
                <c:pt idx="4057">
                  <c:v>6.1273275895749002</c:v>
                </c:pt>
                <c:pt idx="4058">
                  <c:v>6.1638878513313102</c:v>
                </c:pt>
                <c:pt idx="4059">
                  <c:v>6.1923009641276199</c:v>
                </c:pt>
                <c:pt idx="4060">
                  <c:v>6.1629597423487699</c:v>
                </c:pt>
                <c:pt idx="4061">
                  <c:v>6.1027383391642598</c:v>
                </c:pt>
                <c:pt idx="4062">
                  <c:v>6.0654132142049404</c:v>
                </c:pt>
                <c:pt idx="4063">
                  <c:v>6.1080082375676703</c:v>
                </c:pt>
                <c:pt idx="4064">
                  <c:v>6.0898505977149604</c:v>
                </c:pt>
                <c:pt idx="4065">
                  <c:v>6.1664175904879297</c:v>
                </c:pt>
                <c:pt idx="4066">
                  <c:v>6.1006368233131898</c:v>
                </c:pt>
                <c:pt idx="4067">
                  <c:v>6.0793270255542602</c:v>
                </c:pt>
                <c:pt idx="4068">
                  <c:v>6.0793270255542602</c:v>
                </c:pt>
                <c:pt idx="4069">
                  <c:v>6.1515775235228398</c:v>
                </c:pt>
                <c:pt idx="4070">
                  <c:v>6.1649875177381501</c:v>
                </c:pt>
                <c:pt idx="4071">
                  <c:v>6.2208405608979804</c:v>
                </c:pt>
                <c:pt idx="4072">
                  <c:v>6.2719771973828902</c:v>
                </c:pt>
                <c:pt idx="4073">
                  <c:v>6.2719771973828902</c:v>
                </c:pt>
                <c:pt idx="4074">
                  <c:v>6.3493083047305099</c:v>
                </c:pt>
                <c:pt idx="4075">
                  <c:v>6.4556062773422402</c:v>
                </c:pt>
                <c:pt idx="4076">
                  <c:v>6.3935452821071399</c:v>
                </c:pt>
                <c:pt idx="4077">
                  <c:v>6.3706024830838004</c:v>
                </c:pt>
                <c:pt idx="4078">
                  <c:v>6.4224794979956998</c:v>
                </c:pt>
                <c:pt idx="4079">
                  <c:v>6.4273075151267003</c:v>
                </c:pt>
                <c:pt idx="4080">
                  <c:v>6.43127450016258</c:v>
                </c:pt>
                <c:pt idx="4081">
                  <c:v>6.3857040385703199</c:v>
                </c:pt>
                <c:pt idx="4082">
                  <c:v>6.3910084349137302</c:v>
                </c:pt>
                <c:pt idx="4083">
                  <c:v>6.5968447867081599</c:v>
                </c:pt>
                <c:pt idx="4084">
                  <c:v>6.7394077035157096</c:v>
                </c:pt>
                <c:pt idx="4085">
                  <c:v>6.6862895287270101</c:v>
                </c:pt>
                <c:pt idx="4086">
                  <c:v>6.5938619976596096</c:v>
                </c:pt>
                <c:pt idx="4087">
                  <c:v>6.5826958031794804</c:v>
                </c:pt>
                <c:pt idx="4088">
                  <c:v>6.6029474257708802</c:v>
                </c:pt>
                <c:pt idx="4089">
                  <c:v>6.5186173967708196</c:v>
                </c:pt>
                <c:pt idx="4090">
                  <c:v>6.4582256486274296</c:v>
                </c:pt>
                <c:pt idx="4091">
                  <c:v>6.3955674656338104</c:v>
                </c:pt>
                <c:pt idx="4092">
                  <c:v>6.3254159850471101</c:v>
                </c:pt>
                <c:pt idx="4093">
                  <c:v>6.3730495216645604</c:v>
                </c:pt>
                <c:pt idx="4094">
                  <c:v>6.3894578277799301</c:v>
                </c:pt>
                <c:pt idx="4095">
                  <c:v>6.3250014186498502</c:v>
                </c:pt>
                <c:pt idx="4096">
                  <c:v>6.3173819632089501</c:v>
                </c:pt>
                <c:pt idx="4097">
                  <c:v>6.3576697157746898</c:v>
                </c:pt>
                <c:pt idx="4098">
                  <c:v>6.39605181262041</c:v>
                </c:pt>
                <c:pt idx="4099">
                  <c:v>6.3920281796516196</c:v>
                </c:pt>
                <c:pt idx="4100">
                  <c:v>6.3833285302520704</c:v>
                </c:pt>
                <c:pt idx="4101">
                  <c:v>6.4342234751236997</c:v>
                </c:pt>
                <c:pt idx="4102">
                  <c:v>6.4329957157499402</c:v>
                </c:pt>
                <c:pt idx="4103">
                  <c:v>6.4012207640801604</c:v>
                </c:pt>
                <c:pt idx="4104">
                  <c:v>6.4221827493576704</c:v>
                </c:pt>
                <c:pt idx="4105">
                  <c:v>6.4221827493576704</c:v>
                </c:pt>
                <c:pt idx="4106">
                  <c:v>6.43013636527074</c:v>
                </c:pt>
                <c:pt idx="4107">
                  <c:v>6.4116319592098296</c:v>
                </c:pt>
                <c:pt idx="4108">
                  <c:v>6.4211677925199799</c:v>
                </c:pt>
                <c:pt idx="4109">
                  <c:v>6.4211677925199799</c:v>
                </c:pt>
                <c:pt idx="4110">
                  <c:v>6.4211677925199799</c:v>
                </c:pt>
                <c:pt idx="4111">
                  <c:v>6.4530715214622703</c:v>
                </c:pt>
                <c:pt idx="4112">
                  <c:v>6.4821081420027102</c:v>
                </c:pt>
                <c:pt idx="4113">
                  <c:v>6.4821081420027102</c:v>
                </c:pt>
                <c:pt idx="4114">
                  <c:v>6.4423078878040503</c:v>
                </c:pt>
                <c:pt idx="4115">
                  <c:v>6.37152322767977</c:v>
                </c:pt>
                <c:pt idx="4116">
                  <c:v>6.2871463390180597</c:v>
                </c:pt>
                <c:pt idx="4117">
                  <c:v>6.2125795401845103</c:v>
                </c:pt>
                <c:pt idx="4118">
                  <c:v>6.2244719841883898</c:v>
                </c:pt>
                <c:pt idx="4119">
                  <c:v>6.2468089922126797</c:v>
                </c:pt>
                <c:pt idx="4120">
                  <c:v>6.1938204423280201</c:v>
                </c:pt>
                <c:pt idx="4121">
                  <c:v>6.1783190976603599</c:v>
                </c:pt>
                <c:pt idx="4122">
                  <c:v>6.1475245849080897</c:v>
                </c:pt>
                <c:pt idx="4123">
                  <c:v>6.18265037987842</c:v>
                </c:pt>
                <c:pt idx="4124">
                  <c:v>6.1839893664592198</c:v>
                </c:pt>
                <c:pt idx="4125">
                  <c:v>6.1205483285259898</c:v>
                </c:pt>
                <c:pt idx="4126">
                  <c:v>6.0885548899378303</c:v>
                </c:pt>
                <c:pt idx="4127">
                  <c:v>6.0649472690046604</c:v>
                </c:pt>
                <c:pt idx="4128">
                  <c:v>6.0838434577551999</c:v>
                </c:pt>
                <c:pt idx="4129">
                  <c:v>6.0956544502914802</c:v>
                </c:pt>
                <c:pt idx="4130">
                  <c:v>6.06855994696138</c:v>
                </c:pt>
                <c:pt idx="4131">
                  <c:v>6.0725557800897496</c:v>
                </c:pt>
                <c:pt idx="4132">
                  <c:v>6.0206158183398202</c:v>
                </c:pt>
                <c:pt idx="4133">
                  <c:v>5.9684422144072098</c:v>
                </c:pt>
                <c:pt idx="4134">
                  <c:v>6.0578000364043803</c:v>
                </c:pt>
                <c:pt idx="4135">
                  <c:v>6.0416694166875597</c:v>
                </c:pt>
                <c:pt idx="4136">
                  <c:v>5.9547275176737804</c:v>
                </c:pt>
                <c:pt idx="4137">
                  <c:v>5.9830798899579198</c:v>
                </c:pt>
                <c:pt idx="4138">
                  <c:v>5.9677983438699798</c:v>
                </c:pt>
                <c:pt idx="4139">
                  <c:v>5.9367594368559002</c:v>
                </c:pt>
                <c:pt idx="4140">
                  <c:v>5.8893432373232901</c:v>
                </c:pt>
                <c:pt idx="4141">
                  <c:v>5.9261475241428601</c:v>
                </c:pt>
                <c:pt idx="4142">
                  <c:v>5.9168672657358403</c:v>
                </c:pt>
                <c:pt idx="4143">
                  <c:v>5.8741560738656098</c:v>
                </c:pt>
                <c:pt idx="4144">
                  <c:v>5.8971395501585802</c:v>
                </c:pt>
                <c:pt idx="4145">
                  <c:v>5.9351764399643301</c:v>
                </c:pt>
                <c:pt idx="4146">
                  <c:v>5.9551984819994104</c:v>
                </c:pt>
                <c:pt idx="4147">
                  <c:v>5.9250582115203096</c:v>
                </c:pt>
                <c:pt idx="4148">
                  <c:v>5.8809129834412497</c:v>
                </c:pt>
                <c:pt idx="4149">
                  <c:v>5.8853949653139903</c:v>
                </c:pt>
                <c:pt idx="4150">
                  <c:v>5.90733914105164</c:v>
                </c:pt>
                <c:pt idx="4151">
                  <c:v>6.0431232642872503</c:v>
                </c:pt>
                <c:pt idx="4152">
                  <c:v>6.2223569871840203</c:v>
                </c:pt>
                <c:pt idx="4153">
                  <c:v>6.1288562154738804</c:v>
                </c:pt>
                <c:pt idx="4154">
                  <c:v>6.0427238501301002</c:v>
                </c:pt>
                <c:pt idx="4155">
                  <c:v>5.8954519219703201</c:v>
                </c:pt>
                <c:pt idx="4156">
                  <c:v>5.9186589321947798</c:v>
                </c:pt>
                <c:pt idx="4157">
                  <c:v>6.0313644739344898</c:v>
                </c:pt>
                <c:pt idx="4158">
                  <c:v>6.6838302212349996</c:v>
                </c:pt>
                <c:pt idx="4159">
                  <c:v>6.8088068058266202</c:v>
                </c:pt>
                <c:pt idx="4160">
                  <c:v>7.2808012111129301</c:v>
                </c:pt>
                <c:pt idx="4161">
                  <c:v>8.2526622430319101</c:v>
                </c:pt>
                <c:pt idx="4162">
                  <c:v>8.3628634989741606</c:v>
                </c:pt>
                <c:pt idx="4163">
                  <c:v>9.4257687687096308</c:v>
                </c:pt>
                <c:pt idx="4164">
                  <c:v>8.6115685448061399</c:v>
                </c:pt>
                <c:pt idx="4165">
                  <c:v>9.0822572759355094</c:v>
                </c:pt>
                <c:pt idx="4166">
                  <c:v>9.3935314335217193</c:v>
                </c:pt>
                <c:pt idx="4167">
                  <c:v>9.4527440684905297</c:v>
                </c:pt>
                <c:pt idx="4168">
                  <c:v>9.4527440684905297</c:v>
                </c:pt>
                <c:pt idx="4169">
                  <c:v>9.0972008380636407</c:v>
                </c:pt>
                <c:pt idx="4170">
                  <c:v>8.0903492942114603</c:v>
                </c:pt>
                <c:pt idx="4171">
                  <c:v>7.2538659752084502</c:v>
                </c:pt>
                <c:pt idx="4172">
                  <c:v>7.2552679396518203</c:v>
                </c:pt>
                <c:pt idx="4173">
                  <c:v>7.3460618726213003</c:v>
                </c:pt>
                <c:pt idx="4174">
                  <c:v>7.2575040556160397</c:v>
                </c:pt>
                <c:pt idx="4175">
                  <c:v>7.7862354761825596</c:v>
                </c:pt>
                <c:pt idx="4176">
                  <c:v>7.9035658177139396</c:v>
                </c:pt>
                <c:pt idx="4177">
                  <c:v>8.0956858717437008</c:v>
                </c:pt>
                <c:pt idx="4178">
                  <c:v>8.1721390027834495</c:v>
                </c:pt>
                <c:pt idx="4179">
                  <c:v>8.0676136130887492</c:v>
                </c:pt>
                <c:pt idx="4180">
                  <c:v>7.9821306544762702</c:v>
                </c:pt>
                <c:pt idx="4181">
                  <c:v>7.9821306544762702</c:v>
                </c:pt>
                <c:pt idx="4182">
                  <c:v>7.9821306544762702</c:v>
                </c:pt>
                <c:pt idx="4183">
                  <c:v>7.8846104003586701</c:v>
                </c:pt>
                <c:pt idx="4184">
                  <c:v>7.5609003766945202</c:v>
                </c:pt>
                <c:pt idx="4185">
                  <c:v>7.2544045966189401</c:v>
                </c:pt>
                <c:pt idx="4186">
                  <c:v>6.9411234602753904</c:v>
                </c:pt>
                <c:pt idx="4187">
                  <c:v>7.0038837644168597</c:v>
                </c:pt>
                <c:pt idx="4188">
                  <c:v>7.2298344886106198</c:v>
                </c:pt>
                <c:pt idx="4189">
                  <c:v>7.2948535215124899</c:v>
                </c:pt>
                <c:pt idx="4190">
                  <c:v>7.3345120252471796</c:v>
                </c:pt>
                <c:pt idx="4191">
                  <c:v>7.2528123697286002</c:v>
                </c:pt>
                <c:pt idx="4192">
                  <c:v>7.3216190392546103</c:v>
                </c:pt>
                <c:pt idx="4193">
                  <c:v>7.3136230953465198</c:v>
                </c:pt>
                <c:pt idx="4194">
                  <c:v>7.2702955369759703</c:v>
                </c:pt>
                <c:pt idx="4195">
                  <c:v>7.2345058006300196</c:v>
                </c:pt>
                <c:pt idx="4196">
                  <c:v>7.2034827414815998</c:v>
                </c:pt>
                <c:pt idx="4197">
                  <c:v>7.2034827414815998</c:v>
                </c:pt>
                <c:pt idx="4198">
                  <c:v>7.1110945357076396</c:v>
                </c:pt>
                <c:pt idx="4199">
                  <c:v>6.7665921503310802</c:v>
                </c:pt>
                <c:pt idx="4200">
                  <c:v>6.7233222624715303</c:v>
                </c:pt>
                <c:pt idx="4201">
                  <c:v>6.62603930107257</c:v>
                </c:pt>
                <c:pt idx="4202">
                  <c:v>6.4648783542412804</c:v>
                </c:pt>
                <c:pt idx="4203">
                  <c:v>6.4561754224215804</c:v>
                </c:pt>
                <c:pt idx="4204">
                  <c:v>6.4039484650709202</c:v>
                </c:pt>
                <c:pt idx="4205">
                  <c:v>6.3576423568296097</c:v>
                </c:pt>
                <c:pt idx="4206">
                  <c:v>6.3553910186605798</c:v>
                </c:pt>
                <c:pt idx="4207">
                  <c:v>6.42868220808682</c:v>
                </c:pt>
                <c:pt idx="4208">
                  <c:v>6.3323523998910902</c:v>
                </c:pt>
                <c:pt idx="4209">
                  <c:v>6.3485060285012596</c:v>
                </c:pt>
                <c:pt idx="4210">
                  <c:v>6.1987466865001704</c:v>
                </c:pt>
                <c:pt idx="4211">
                  <c:v>6.2001961959348497</c:v>
                </c:pt>
                <c:pt idx="4212">
                  <c:v>6.19753300144738</c:v>
                </c:pt>
                <c:pt idx="4213">
                  <c:v>6.19753300144738</c:v>
                </c:pt>
                <c:pt idx="4214">
                  <c:v>6.0772668492523403</c:v>
                </c:pt>
                <c:pt idx="4215">
                  <c:v>5.9858018666738397</c:v>
                </c:pt>
                <c:pt idx="4216">
                  <c:v>6.0754737105429903</c:v>
                </c:pt>
                <c:pt idx="4217">
                  <c:v>6.2540548893272296</c:v>
                </c:pt>
                <c:pt idx="4218">
                  <c:v>6.2144772017865302</c:v>
                </c:pt>
                <c:pt idx="4219">
                  <c:v>6.1490256449471596</c:v>
                </c:pt>
                <c:pt idx="4220">
                  <c:v>6.2101158860030896</c:v>
                </c:pt>
                <c:pt idx="4221">
                  <c:v>6.3405192338680401</c:v>
                </c:pt>
                <c:pt idx="4222">
                  <c:v>6.2954457935033004</c:v>
                </c:pt>
                <c:pt idx="4223">
                  <c:v>6.2133249658768896</c:v>
                </c:pt>
                <c:pt idx="4224">
                  <c:v>6.24591213322147</c:v>
                </c:pt>
                <c:pt idx="4225">
                  <c:v>6.3765912532996403</c:v>
                </c:pt>
                <c:pt idx="4226">
                  <c:v>6.7453601503199696</c:v>
                </c:pt>
                <c:pt idx="4227">
                  <c:v>6.6759576241507297</c:v>
                </c:pt>
                <c:pt idx="4228">
                  <c:v>6.6759576241507297</c:v>
                </c:pt>
                <c:pt idx="4229">
                  <c:v>6.7688170159143297</c:v>
                </c:pt>
                <c:pt idx="4230">
                  <c:v>6.7683322106723303</c:v>
                </c:pt>
                <c:pt idx="4231">
                  <c:v>6.6425323289757401</c:v>
                </c:pt>
                <c:pt idx="4232">
                  <c:v>6.5993637240910603</c:v>
                </c:pt>
                <c:pt idx="4233">
                  <c:v>6.5993637240910603</c:v>
                </c:pt>
                <c:pt idx="4234">
                  <c:v>6.5626844366478103</c:v>
                </c:pt>
                <c:pt idx="4235">
                  <c:v>6.7065043604445904</c:v>
                </c:pt>
                <c:pt idx="4236">
                  <c:v>6.7743384106980997</c:v>
                </c:pt>
                <c:pt idx="4237">
                  <c:v>6.7508502911152197</c:v>
                </c:pt>
                <c:pt idx="4238">
                  <c:v>6.7508502911152197</c:v>
                </c:pt>
                <c:pt idx="4239">
                  <c:v>6.6490161539984198</c:v>
                </c:pt>
                <c:pt idx="4240">
                  <c:v>6.5925791466430503</c:v>
                </c:pt>
                <c:pt idx="4241">
                  <c:v>6.5410151578087801</c:v>
                </c:pt>
                <c:pt idx="4242">
                  <c:v>6.4207447266499296</c:v>
                </c:pt>
                <c:pt idx="4243">
                  <c:v>6.3637689860098101</c:v>
                </c:pt>
                <c:pt idx="4244">
                  <c:v>6.4519806064502498</c:v>
                </c:pt>
                <c:pt idx="4245">
                  <c:v>6.4595218563069396</c:v>
                </c:pt>
                <c:pt idx="4246">
                  <c:v>6.4162939719493899</c:v>
                </c:pt>
                <c:pt idx="4247">
                  <c:v>6.3627326312591004</c:v>
                </c:pt>
                <c:pt idx="4248">
                  <c:v>6.3530666341816797</c:v>
                </c:pt>
                <c:pt idx="4249">
                  <c:v>6.3840705812976299</c:v>
                </c:pt>
                <c:pt idx="4250">
                  <c:v>6.36744236597539</c:v>
                </c:pt>
                <c:pt idx="4251">
                  <c:v>6.36742798122875</c:v>
                </c:pt>
                <c:pt idx="4252">
                  <c:v>6.3882865588442801</c:v>
                </c:pt>
                <c:pt idx="4253">
                  <c:v>6.3882865588442801</c:v>
                </c:pt>
                <c:pt idx="4254">
                  <c:v>6.3508836201404701</c:v>
                </c:pt>
                <c:pt idx="4255">
                  <c:v>6.3589559562967999</c:v>
                </c:pt>
                <c:pt idx="4256">
                  <c:v>6.37577258083562</c:v>
                </c:pt>
                <c:pt idx="4257">
                  <c:v>6.3978325053805696</c:v>
                </c:pt>
                <c:pt idx="4258">
                  <c:v>6.34270126446639</c:v>
                </c:pt>
                <c:pt idx="4259">
                  <c:v>6.3152534565144798</c:v>
                </c:pt>
                <c:pt idx="4260">
                  <c:v>6.31867924292363</c:v>
                </c:pt>
                <c:pt idx="4261">
                  <c:v>6.3429531180184702</c:v>
                </c:pt>
                <c:pt idx="4262">
                  <c:v>6.3094447860347698</c:v>
                </c:pt>
                <c:pt idx="4263">
                  <c:v>6.2276063609289896</c:v>
                </c:pt>
                <c:pt idx="4264">
                  <c:v>6.18422869999449</c:v>
                </c:pt>
                <c:pt idx="4265">
                  <c:v>6.1155563764653396</c:v>
                </c:pt>
                <c:pt idx="4266">
                  <c:v>6.0595139805524898</c:v>
                </c:pt>
                <c:pt idx="4267">
                  <c:v>6.0595139805524898</c:v>
                </c:pt>
                <c:pt idx="4268">
                  <c:v>5.9678908402824504</c:v>
                </c:pt>
                <c:pt idx="4269">
                  <c:v>6.0449766275429404</c:v>
                </c:pt>
                <c:pt idx="4270">
                  <c:v>6.2299338337191301</c:v>
                </c:pt>
                <c:pt idx="4271">
                  <c:v>6.2057585879295099</c:v>
                </c:pt>
                <c:pt idx="4272">
                  <c:v>6.2297778184459798</c:v>
                </c:pt>
                <c:pt idx="4273">
                  <c:v>6.2297778184459798</c:v>
                </c:pt>
                <c:pt idx="4274">
                  <c:v>6.2109934942918796</c:v>
                </c:pt>
                <c:pt idx="4275">
                  <c:v>6.1508349945308698</c:v>
                </c:pt>
                <c:pt idx="4276">
                  <c:v>6.1343792158719896</c:v>
                </c:pt>
                <c:pt idx="4277">
                  <c:v>6.2058166356878299</c:v>
                </c:pt>
                <c:pt idx="4278">
                  <c:v>6.2379655145235198</c:v>
                </c:pt>
                <c:pt idx="4279">
                  <c:v>6.2935974792420604</c:v>
                </c:pt>
                <c:pt idx="4280">
                  <c:v>6.3319298174848297</c:v>
                </c:pt>
                <c:pt idx="4281">
                  <c:v>6.3075382243717701</c:v>
                </c:pt>
                <c:pt idx="4282">
                  <c:v>6.2692749758937296</c:v>
                </c:pt>
                <c:pt idx="4283">
                  <c:v>6.2067571657353602</c:v>
                </c:pt>
                <c:pt idx="4284">
                  <c:v>6.0236827444581698</c:v>
                </c:pt>
                <c:pt idx="4285">
                  <c:v>5.8158138876425998</c:v>
                </c:pt>
                <c:pt idx="4286">
                  <c:v>5.8675409188954299</c:v>
                </c:pt>
                <c:pt idx="4287">
                  <c:v>5.9016609426063003</c:v>
                </c:pt>
                <c:pt idx="4288">
                  <c:v>5.8500147291659097</c:v>
                </c:pt>
                <c:pt idx="4289">
                  <c:v>5.9358672826461802</c:v>
                </c:pt>
                <c:pt idx="4290">
                  <c:v>5.8556169186806599</c:v>
                </c:pt>
                <c:pt idx="4291">
                  <c:v>5.90455094522782</c:v>
                </c:pt>
                <c:pt idx="4292">
                  <c:v>5.8875291849777396</c:v>
                </c:pt>
                <c:pt idx="4293">
                  <c:v>5.8409395006432101</c:v>
                </c:pt>
                <c:pt idx="4294">
                  <c:v>5.7677725039386898</c:v>
                </c:pt>
                <c:pt idx="4295">
                  <c:v>5.7970220132940797</c:v>
                </c:pt>
                <c:pt idx="4296">
                  <c:v>5.8096097067005301</c:v>
                </c:pt>
                <c:pt idx="4297">
                  <c:v>5.80190203978312</c:v>
                </c:pt>
                <c:pt idx="4298">
                  <c:v>6.0109829079564703</c:v>
                </c:pt>
                <c:pt idx="4299">
                  <c:v>6.00911123368813</c:v>
                </c:pt>
                <c:pt idx="4300">
                  <c:v>6.0423921025842402</c:v>
                </c:pt>
                <c:pt idx="4301">
                  <c:v>6.0188677998607201</c:v>
                </c:pt>
                <c:pt idx="4302">
                  <c:v>6.01405652159493</c:v>
                </c:pt>
                <c:pt idx="4303">
                  <c:v>5.9956130533663901</c:v>
                </c:pt>
                <c:pt idx="4304">
                  <c:v>6.0068933227094998</c:v>
                </c:pt>
                <c:pt idx="4305">
                  <c:v>5.98143498762352</c:v>
                </c:pt>
                <c:pt idx="4306">
                  <c:v>5.9825684856237702</c:v>
                </c:pt>
                <c:pt idx="4307">
                  <c:v>6.0816731235395602</c:v>
                </c:pt>
                <c:pt idx="4308">
                  <c:v>6.0476134656144902</c:v>
                </c:pt>
                <c:pt idx="4309">
                  <c:v>6.1434814165040201</c:v>
                </c:pt>
                <c:pt idx="4310">
                  <c:v>6.0626761251935104</c:v>
                </c:pt>
                <c:pt idx="4311">
                  <c:v>6.0227744923014601</c:v>
                </c:pt>
                <c:pt idx="4312">
                  <c:v>5.9482062241835001</c:v>
                </c:pt>
                <c:pt idx="4313">
                  <c:v>5.9482062241835001</c:v>
                </c:pt>
                <c:pt idx="4314">
                  <c:v>5.93341139729276</c:v>
                </c:pt>
                <c:pt idx="4315">
                  <c:v>5.9272641785780102</c:v>
                </c:pt>
                <c:pt idx="4316">
                  <c:v>5.9142573191110603</c:v>
                </c:pt>
                <c:pt idx="4317">
                  <c:v>5.9160814035194704</c:v>
                </c:pt>
                <c:pt idx="4318">
                  <c:v>5.9331458254259903</c:v>
                </c:pt>
                <c:pt idx="4319">
                  <c:v>5.96744419788629</c:v>
                </c:pt>
                <c:pt idx="4320">
                  <c:v>6.0041835842615798</c:v>
                </c:pt>
                <c:pt idx="4321">
                  <c:v>6.0623404312127001</c:v>
                </c:pt>
                <c:pt idx="4322">
                  <c:v>6.0423595813317803</c:v>
                </c:pt>
                <c:pt idx="4323">
                  <c:v>6.1466298561859203</c:v>
                </c:pt>
                <c:pt idx="4324">
                  <c:v>6.1412002236561296</c:v>
                </c:pt>
                <c:pt idx="4325">
                  <c:v>6.2168577166155599</c:v>
                </c:pt>
                <c:pt idx="4326">
                  <c:v>6.2233895835024704</c:v>
                </c:pt>
                <c:pt idx="4327">
                  <c:v>6.2115109131192403</c:v>
                </c:pt>
                <c:pt idx="4328">
                  <c:v>6.2115109131192403</c:v>
                </c:pt>
                <c:pt idx="4329">
                  <c:v>6.2113320862684702</c:v>
                </c:pt>
                <c:pt idx="4330">
                  <c:v>6.1819179305465202</c:v>
                </c:pt>
                <c:pt idx="4331">
                  <c:v>6.0542591458613897</c:v>
                </c:pt>
                <c:pt idx="4332">
                  <c:v>5.9936303148456398</c:v>
                </c:pt>
                <c:pt idx="4333">
                  <c:v>5.8981258262441099</c:v>
                </c:pt>
                <c:pt idx="4334">
                  <c:v>6.0040926225099804</c:v>
                </c:pt>
                <c:pt idx="4335">
                  <c:v>6.0334290829682997</c:v>
                </c:pt>
                <c:pt idx="4336">
                  <c:v>5.9866846595726804</c:v>
                </c:pt>
                <c:pt idx="4337">
                  <c:v>5.9911073812922799</c:v>
                </c:pt>
                <c:pt idx="4338">
                  <c:v>5.9911073812922799</c:v>
                </c:pt>
                <c:pt idx="4339">
                  <c:v>6.0179972101037498</c:v>
                </c:pt>
                <c:pt idx="4340">
                  <c:v>5.9592201897888399</c:v>
                </c:pt>
                <c:pt idx="4341">
                  <c:v>5.9583182813222901</c:v>
                </c:pt>
                <c:pt idx="4342">
                  <c:v>5.9287791553013998</c:v>
                </c:pt>
                <c:pt idx="4343">
                  <c:v>5.9521907990829996</c:v>
                </c:pt>
                <c:pt idx="4344">
                  <c:v>5.9015352886394101</c:v>
                </c:pt>
                <c:pt idx="4345">
                  <c:v>5.9143612063239797</c:v>
                </c:pt>
                <c:pt idx="4346">
                  <c:v>5.9312512336307597</c:v>
                </c:pt>
                <c:pt idx="4347">
                  <c:v>5.9264905368772096</c:v>
                </c:pt>
                <c:pt idx="4348">
                  <c:v>5.9285671974194596</c:v>
                </c:pt>
                <c:pt idx="4349">
                  <c:v>5.8937455473891998</c:v>
                </c:pt>
                <c:pt idx="4350">
                  <c:v>5.9769644725167499</c:v>
                </c:pt>
                <c:pt idx="4351">
                  <c:v>5.9238202100064203</c:v>
                </c:pt>
                <c:pt idx="4352">
                  <c:v>5.9048950911071403</c:v>
                </c:pt>
                <c:pt idx="4353">
                  <c:v>5.9103761035530402</c:v>
                </c:pt>
                <c:pt idx="4354">
                  <c:v>5.9103761035530402</c:v>
                </c:pt>
                <c:pt idx="4355">
                  <c:v>5.9293913674493304</c:v>
                </c:pt>
                <c:pt idx="4356">
                  <c:v>5.9554397996250703</c:v>
                </c:pt>
                <c:pt idx="4357">
                  <c:v>5.9240460359759499</c:v>
                </c:pt>
                <c:pt idx="4358">
                  <c:v>5.8966525241769903</c:v>
                </c:pt>
                <c:pt idx="4359">
                  <c:v>5.9141718975226603</c:v>
                </c:pt>
                <c:pt idx="4360">
                  <c:v>5.9327429752836496</c:v>
                </c:pt>
                <c:pt idx="4361">
                  <c:v>5.8768982565031296</c:v>
                </c:pt>
                <c:pt idx="4362">
                  <c:v>5.8351841114721603</c:v>
                </c:pt>
                <c:pt idx="4363">
                  <c:v>5.8408098447823997</c:v>
                </c:pt>
                <c:pt idx="4364">
                  <c:v>5.8104044552221197</c:v>
                </c:pt>
                <c:pt idx="4365">
                  <c:v>5.80696543472403</c:v>
                </c:pt>
                <c:pt idx="4366">
                  <c:v>5.80696543472403</c:v>
                </c:pt>
                <c:pt idx="4367">
                  <c:v>5.80696543472403</c:v>
                </c:pt>
                <c:pt idx="4368">
                  <c:v>5.8272070755470002</c:v>
                </c:pt>
                <c:pt idx="4369">
                  <c:v>5.8065046175203197</c:v>
                </c:pt>
                <c:pt idx="4370">
                  <c:v>5.7606427436237899</c:v>
                </c:pt>
                <c:pt idx="4371">
                  <c:v>5.7606427436237899</c:v>
                </c:pt>
                <c:pt idx="4372">
                  <c:v>5.7606427436237899</c:v>
                </c:pt>
                <c:pt idx="4373">
                  <c:v>5.7172181434575098</c:v>
                </c:pt>
                <c:pt idx="4374">
                  <c:v>5.7180532284530097</c:v>
                </c:pt>
                <c:pt idx="4375">
                  <c:v>5.7337008818822799</c:v>
                </c:pt>
                <c:pt idx="4376">
                  <c:v>5.7805389271799701</c:v>
                </c:pt>
                <c:pt idx="4377">
                  <c:v>5.7747190839393596</c:v>
                </c:pt>
                <c:pt idx="4378">
                  <c:v>5.7747190839393596</c:v>
                </c:pt>
                <c:pt idx="4379">
                  <c:v>5.8842657726652901</c:v>
                </c:pt>
                <c:pt idx="4380">
                  <c:v>5.83841722572922</c:v>
                </c:pt>
                <c:pt idx="4381">
                  <c:v>5.8365471199499996</c:v>
                </c:pt>
                <c:pt idx="4382">
                  <c:v>5.8249883787913896</c:v>
                </c:pt>
                <c:pt idx="4383">
                  <c:v>5.8272218842235697</c:v>
                </c:pt>
                <c:pt idx="4384">
                  <c:v>5.8612225510321396</c:v>
                </c:pt>
                <c:pt idx="4385">
                  <c:v>5.7895231642549199</c:v>
                </c:pt>
                <c:pt idx="4386">
                  <c:v>5.8244223460241198</c:v>
                </c:pt>
                <c:pt idx="4387">
                  <c:v>5.8523186165048697</c:v>
                </c:pt>
                <c:pt idx="4388">
                  <c:v>5.8883679349546698</c:v>
                </c:pt>
                <c:pt idx="4389">
                  <c:v>5.9117222116500399</c:v>
                </c:pt>
                <c:pt idx="4390">
                  <c:v>5.9539290285297097</c:v>
                </c:pt>
                <c:pt idx="4391">
                  <c:v>5.9322137909474399</c:v>
                </c:pt>
                <c:pt idx="4392">
                  <c:v>5.89962950972689</c:v>
                </c:pt>
                <c:pt idx="4393">
                  <c:v>5.9027686568575701</c:v>
                </c:pt>
                <c:pt idx="4394">
                  <c:v>5.9396306767464404</c:v>
                </c:pt>
                <c:pt idx="4395">
                  <c:v>5.8806438711473099</c:v>
                </c:pt>
                <c:pt idx="4396">
                  <c:v>5.9010682536522898</c:v>
                </c:pt>
                <c:pt idx="4397">
                  <c:v>5.9058822323793896</c:v>
                </c:pt>
                <c:pt idx="4398">
                  <c:v>5.9505033040438997</c:v>
                </c:pt>
                <c:pt idx="4399">
                  <c:v>5.95683307004896</c:v>
                </c:pt>
                <c:pt idx="4400">
                  <c:v>5.9173748899132503</c:v>
                </c:pt>
                <c:pt idx="4401">
                  <c:v>5.8916852173201404</c:v>
                </c:pt>
                <c:pt idx="4402">
                  <c:v>5.9064158761005299</c:v>
                </c:pt>
                <c:pt idx="4403">
                  <c:v>5.9037952552828097</c:v>
                </c:pt>
                <c:pt idx="4404">
                  <c:v>5.9730530578082304</c:v>
                </c:pt>
                <c:pt idx="4405">
                  <c:v>6.0108680197630902</c:v>
                </c:pt>
                <c:pt idx="4406">
                  <c:v>6.0056097903838701</c:v>
                </c:pt>
                <c:pt idx="4407">
                  <c:v>6.0424108741572704</c:v>
                </c:pt>
                <c:pt idx="4408">
                  <c:v>6.1716042081495104</c:v>
                </c:pt>
                <c:pt idx="4409">
                  <c:v>6.2420333089224602</c:v>
                </c:pt>
                <c:pt idx="4410">
                  <c:v>6.2848099992445103</c:v>
                </c:pt>
                <c:pt idx="4411">
                  <c:v>6.4037444016452696</c:v>
                </c:pt>
                <c:pt idx="4412">
                  <c:v>6.4367299741576396</c:v>
                </c:pt>
                <c:pt idx="4413">
                  <c:v>6.3422509372068898</c:v>
                </c:pt>
                <c:pt idx="4414">
                  <c:v>6.4382057910809198</c:v>
                </c:pt>
                <c:pt idx="4415">
                  <c:v>6.6196215777059004</c:v>
                </c:pt>
                <c:pt idx="4416">
                  <c:v>6.6749608257130699</c:v>
                </c:pt>
                <c:pt idx="4417">
                  <c:v>7.44090151481858</c:v>
                </c:pt>
                <c:pt idx="4418">
                  <c:v>6.9215738857372902</c:v>
                </c:pt>
                <c:pt idx="4419">
                  <c:v>6.8902935823089004</c:v>
                </c:pt>
                <c:pt idx="4420">
                  <c:v>6.78851143746631</c:v>
                </c:pt>
                <c:pt idx="4421">
                  <c:v>6.6704003451116201</c:v>
                </c:pt>
                <c:pt idx="4422">
                  <c:v>6.7911875335430603</c:v>
                </c:pt>
                <c:pt idx="4423">
                  <c:v>6.7951398353083503</c:v>
                </c:pt>
                <c:pt idx="4424">
                  <c:v>6.8044688055341904</c:v>
                </c:pt>
                <c:pt idx="4425">
                  <c:v>6.9369084733278301</c:v>
                </c:pt>
                <c:pt idx="4426">
                  <c:v>7.0190006060921402</c:v>
                </c:pt>
                <c:pt idx="4427">
                  <c:v>7.0891103134683897</c:v>
                </c:pt>
                <c:pt idx="4428">
                  <c:v>7.0891103134683897</c:v>
                </c:pt>
                <c:pt idx="4429">
                  <c:v>7.2036822538938896</c:v>
                </c:pt>
                <c:pt idx="4430">
                  <c:v>7.4076357510569997</c:v>
                </c:pt>
                <c:pt idx="4431">
                  <c:v>7.3843624315313399</c:v>
                </c:pt>
                <c:pt idx="4432">
                  <c:v>7.3769733096785899</c:v>
                </c:pt>
                <c:pt idx="4433">
                  <c:v>7.4124288761807398</c:v>
                </c:pt>
                <c:pt idx="4434">
                  <c:v>7.6046078556121497</c:v>
                </c:pt>
                <c:pt idx="4435">
                  <c:v>7.4547846241510101</c:v>
                </c:pt>
                <c:pt idx="4436">
                  <c:v>7.4547846241510101</c:v>
                </c:pt>
                <c:pt idx="4437">
                  <c:v>7.4547846241510101</c:v>
                </c:pt>
                <c:pt idx="4438">
                  <c:v>7.3788022782023299</c:v>
                </c:pt>
                <c:pt idx="4439">
                  <c:v>7.2470700855069596</c:v>
                </c:pt>
                <c:pt idx="4440">
                  <c:v>7.0869861445550102</c:v>
                </c:pt>
                <c:pt idx="4441">
                  <c:v>7.0190899103657003</c:v>
                </c:pt>
                <c:pt idx="4442">
                  <c:v>7.0096500297537201</c:v>
                </c:pt>
                <c:pt idx="4443">
                  <c:v>7.1559900081700301</c:v>
                </c:pt>
                <c:pt idx="4444">
                  <c:v>7.1465447632458403</c:v>
                </c:pt>
                <c:pt idx="4445">
                  <c:v>7.1710622363701599</c:v>
                </c:pt>
                <c:pt idx="4446">
                  <c:v>7.0232081503672097</c:v>
                </c:pt>
                <c:pt idx="4447">
                  <c:v>7.0497481885756104</c:v>
                </c:pt>
                <c:pt idx="4448">
                  <c:v>7.0351981570258797</c:v>
                </c:pt>
                <c:pt idx="4449">
                  <c:v>7.0641760132265503</c:v>
                </c:pt>
                <c:pt idx="4450">
                  <c:v>7.1088778132045096</c:v>
                </c:pt>
                <c:pt idx="4451">
                  <c:v>7.1180384738262701</c:v>
                </c:pt>
                <c:pt idx="4452">
                  <c:v>7.1659947054507898</c:v>
                </c:pt>
                <c:pt idx="4453">
                  <c:v>7.2644778336689297</c:v>
                </c:pt>
                <c:pt idx="4454">
                  <c:v>7.4044017669188698</c:v>
                </c:pt>
                <c:pt idx="4455">
                  <c:v>7.4371532933447204</c:v>
                </c:pt>
                <c:pt idx="4456">
                  <c:v>7.5268510794498802</c:v>
                </c:pt>
                <c:pt idx="4457">
                  <c:v>7.4631836977494803</c:v>
                </c:pt>
                <c:pt idx="4458">
                  <c:v>7.7446961022421696</c:v>
                </c:pt>
                <c:pt idx="4459">
                  <c:v>7.87434043195318</c:v>
                </c:pt>
                <c:pt idx="4460">
                  <c:v>8.1184752337391703</c:v>
                </c:pt>
                <c:pt idx="4461">
                  <c:v>7.6136749534208699</c:v>
                </c:pt>
                <c:pt idx="4462">
                  <c:v>7.6857413602028304</c:v>
                </c:pt>
                <c:pt idx="4463">
                  <c:v>7.8718582427646098</c:v>
                </c:pt>
                <c:pt idx="4464">
                  <c:v>7.9839312952066397</c:v>
                </c:pt>
                <c:pt idx="4465">
                  <c:v>7.9999314942712498</c:v>
                </c:pt>
                <c:pt idx="4466">
                  <c:v>7.8259772655412396</c:v>
                </c:pt>
                <c:pt idx="4467">
                  <c:v>7.7558859185259204</c:v>
                </c:pt>
                <c:pt idx="4468">
                  <c:v>7.7558859185259204</c:v>
                </c:pt>
                <c:pt idx="4469">
                  <c:v>7.7266358918020304</c:v>
                </c:pt>
                <c:pt idx="4470">
                  <c:v>7.7906203788052402</c:v>
                </c:pt>
                <c:pt idx="4471">
                  <c:v>7.8460852291281196</c:v>
                </c:pt>
                <c:pt idx="4472">
                  <c:v>7.9002265778027896</c:v>
                </c:pt>
                <c:pt idx="4473">
                  <c:v>7.95568301737553</c:v>
                </c:pt>
                <c:pt idx="4474">
                  <c:v>7.8979076203511003</c:v>
                </c:pt>
                <c:pt idx="4475">
                  <c:v>7.8789753284016699</c:v>
                </c:pt>
                <c:pt idx="4476">
                  <c:v>7.8066950657574603</c:v>
                </c:pt>
                <c:pt idx="4477">
                  <c:v>7.7696117691539301</c:v>
                </c:pt>
                <c:pt idx="4478">
                  <c:v>7.7524794495963603</c:v>
                </c:pt>
                <c:pt idx="4479">
                  <c:v>7.7149608240696796</c:v>
                </c:pt>
                <c:pt idx="4480">
                  <c:v>7.5909968285654097</c:v>
                </c:pt>
                <c:pt idx="4481">
                  <c:v>7.6104841067271902</c:v>
                </c:pt>
                <c:pt idx="4482">
                  <c:v>7.4466966991222199</c:v>
                </c:pt>
                <c:pt idx="4483">
                  <c:v>7.4466966991222199</c:v>
                </c:pt>
                <c:pt idx="4484">
                  <c:v>7.3658928680472799</c:v>
                </c:pt>
                <c:pt idx="4485">
                  <c:v>7.2576574806452996</c:v>
                </c:pt>
                <c:pt idx="4486">
                  <c:v>7.3536337861967098</c:v>
                </c:pt>
                <c:pt idx="4487">
                  <c:v>7.49441479195713</c:v>
                </c:pt>
                <c:pt idx="4488">
                  <c:v>7.49441479195713</c:v>
                </c:pt>
                <c:pt idx="4489">
                  <c:v>7.5828277800707404</c:v>
                </c:pt>
                <c:pt idx="4490">
                  <c:v>7.5201741388345598</c:v>
                </c:pt>
                <c:pt idx="4491">
                  <c:v>7.4672382531757302</c:v>
                </c:pt>
                <c:pt idx="4492">
                  <c:v>7.48301404198273</c:v>
                </c:pt>
                <c:pt idx="4493">
                  <c:v>7.5770611881371899</c:v>
                </c:pt>
                <c:pt idx="4494">
                  <c:v>7.55303629132671</c:v>
                </c:pt>
                <c:pt idx="4495">
                  <c:v>7.5126903443110304</c:v>
                </c:pt>
                <c:pt idx="4496">
                  <c:v>7.5980908340072002</c:v>
                </c:pt>
                <c:pt idx="4497">
                  <c:v>7.6586271771598202</c:v>
                </c:pt>
                <c:pt idx="4498">
                  <c:v>7.6661812378950804</c:v>
                </c:pt>
                <c:pt idx="4499">
                  <c:v>7.5339619178037296</c:v>
                </c:pt>
                <c:pt idx="4500">
                  <c:v>7.58361401850423</c:v>
                </c:pt>
                <c:pt idx="4501">
                  <c:v>7.5890265556075702</c:v>
                </c:pt>
                <c:pt idx="4502">
                  <c:v>7.5789738133084104</c:v>
                </c:pt>
                <c:pt idx="4503">
                  <c:v>7.5789738133084104</c:v>
                </c:pt>
                <c:pt idx="4504">
                  <c:v>7.52438475577212</c:v>
                </c:pt>
                <c:pt idx="4505">
                  <c:v>7.5639003664501399</c:v>
                </c:pt>
                <c:pt idx="4506">
                  <c:v>7.5512700859312201</c:v>
                </c:pt>
                <c:pt idx="4507">
                  <c:v>7.4301276313395404</c:v>
                </c:pt>
                <c:pt idx="4508">
                  <c:v>7.4529344048002697</c:v>
                </c:pt>
                <c:pt idx="4509">
                  <c:v>7.4895618278772096</c:v>
                </c:pt>
                <c:pt idx="4510">
                  <c:v>7.51684228840071</c:v>
                </c:pt>
                <c:pt idx="4511">
                  <c:v>7.4783953887340404</c:v>
                </c:pt>
                <c:pt idx="4512">
                  <c:v>7.5020618994574102</c:v>
                </c:pt>
                <c:pt idx="4513">
                  <c:v>7.4949501715441098</c:v>
                </c:pt>
                <c:pt idx="4514">
                  <c:v>7.4949501715441098</c:v>
                </c:pt>
                <c:pt idx="4515">
                  <c:v>7.4958928938556602</c:v>
                </c:pt>
                <c:pt idx="4516">
                  <c:v>7.4906970036337199</c:v>
                </c:pt>
                <c:pt idx="4517">
                  <c:v>7.4938262730290504</c:v>
                </c:pt>
                <c:pt idx="4518">
                  <c:v>7.5861464854109997</c:v>
                </c:pt>
                <c:pt idx="4519">
                  <c:v>7.6431557599928404</c:v>
                </c:pt>
                <c:pt idx="4520">
                  <c:v>7.6744225109537698</c:v>
                </c:pt>
                <c:pt idx="4521">
                  <c:v>7.6279503430386697</c:v>
                </c:pt>
                <c:pt idx="4522">
                  <c:v>7.6008927857906396</c:v>
                </c:pt>
                <c:pt idx="4523">
                  <c:v>7.5867965437420297</c:v>
                </c:pt>
                <c:pt idx="4524">
                  <c:v>7.5882040198782601</c:v>
                </c:pt>
                <c:pt idx="4525">
                  <c:v>7.5822977157028797</c:v>
                </c:pt>
                <c:pt idx="4526">
                  <c:v>7.6161677963376002</c:v>
                </c:pt>
                <c:pt idx="4527">
                  <c:v>7.6804175793449998</c:v>
                </c:pt>
                <c:pt idx="4528">
                  <c:v>7.7867250061311699</c:v>
                </c:pt>
                <c:pt idx="4529">
                  <c:v>7.8028292333254701</c:v>
                </c:pt>
                <c:pt idx="4530">
                  <c:v>7.7784895776594798</c:v>
                </c:pt>
                <c:pt idx="4531">
                  <c:v>7.7611823336165102</c:v>
                </c:pt>
                <c:pt idx="4532">
                  <c:v>7.6968577075073901</c:v>
                </c:pt>
                <c:pt idx="4533">
                  <c:v>7.6968577075073901</c:v>
                </c:pt>
                <c:pt idx="4534">
                  <c:v>7.6693518171204298</c:v>
                </c:pt>
                <c:pt idx="4535">
                  <c:v>7.71990986587753</c:v>
                </c:pt>
                <c:pt idx="4536">
                  <c:v>7.7466711651143099</c:v>
                </c:pt>
                <c:pt idx="4537">
                  <c:v>7.7561597909718296</c:v>
                </c:pt>
                <c:pt idx="4538">
                  <c:v>7.7451928962916901</c:v>
                </c:pt>
                <c:pt idx="4539">
                  <c:v>7.7228238422912403</c:v>
                </c:pt>
                <c:pt idx="4540">
                  <c:v>7.7218462685414204</c:v>
                </c:pt>
                <c:pt idx="4541">
                  <c:v>7.7265322581552098</c:v>
                </c:pt>
                <c:pt idx="4542">
                  <c:v>7.6743749104548504</c:v>
                </c:pt>
                <c:pt idx="4543">
                  <c:v>7.6475749812474003</c:v>
                </c:pt>
                <c:pt idx="4544">
                  <c:v>7.6018542955288604</c:v>
                </c:pt>
                <c:pt idx="4545">
                  <c:v>7.5699469787471596</c:v>
                </c:pt>
                <c:pt idx="4546">
                  <c:v>7.6152695047511001</c:v>
                </c:pt>
                <c:pt idx="4547">
                  <c:v>7.61788475586222</c:v>
                </c:pt>
                <c:pt idx="4548">
                  <c:v>7.6411775716881802</c:v>
                </c:pt>
                <c:pt idx="4549">
                  <c:v>7.7072576108556401</c:v>
                </c:pt>
                <c:pt idx="4550">
                  <c:v>7.6750688247828496</c:v>
                </c:pt>
                <c:pt idx="4551">
                  <c:v>7.7332141749049601</c:v>
                </c:pt>
                <c:pt idx="4552">
                  <c:v>7.7436051963417301</c:v>
                </c:pt>
                <c:pt idx="4553">
                  <c:v>7.7720983148253904</c:v>
                </c:pt>
                <c:pt idx="4554">
                  <c:v>7.8161149503368801</c:v>
                </c:pt>
                <c:pt idx="4555">
                  <c:v>7.8011721643907199</c:v>
                </c:pt>
                <c:pt idx="4556">
                  <c:v>7.94307760469892</c:v>
                </c:pt>
                <c:pt idx="4557">
                  <c:v>7.9790312850232299</c:v>
                </c:pt>
                <c:pt idx="4558">
                  <c:v>8.0932784861834701</c:v>
                </c:pt>
                <c:pt idx="4559">
                  <c:v>8.0756599697845903</c:v>
                </c:pt>
                <c:pt idx="4560">
                  <c:v>8.0656957712610495</c:v>
                </c:pt>
                <c:pt idx="4561">
                  <c:v>8.1434785913711494</c:v>
                </c:pt>
                <c:pt idx="4562">
                  <c:v>8.1843509802126402</c:v>
                </c:pt>
                <c:pt idx="4563">
                  <c:v>8.1686680782927308</c:v>
                </c:pt>
                <c:pt idx="4564">
                  <c:v>8.1489452469320192</c:v>
                </c:pt>
                <c:pt idx="4565">
                  <c:v>8.0650746301703506</c:v>
                </c:pt>
                <c:pt idx="4566">
                  <c:v>8.0532484299378595</c:v>
                </c:pt>
                <c:pt idx="4567">
                  <c:v>8.0241332090626205</c:v>
                </c:pt>
                <c:pt idx="4568">
                  <c:v>8.0953040775563903</c:v>
                </c:pt>
                <c:pt idx="4569">
                  <c:v>8.1401951312706995</c:v>
                </c:pt>
                <c:pt idx="4570">
                  <c:v>8.0775817176245699</c:v>
                </c:pt>
                <c:pt idx="4571">
                  <c:v>8.0283426100433797</c:v>
                </c:pt>
                <c:pt idx="4572">
                  <c:v>8.0744829997835197</c:v>
                </c:pt>
                <c:pt idx="4573">
                  <c:v>8.0908514196883399</c:v>
                </c:pt>
                <c:pt idx="4574">
                  <c:v>8.0538654538428691</c:v>
                </c:pt>
                <c:pt idx="4575">
                  <c:v>8.0511017291015303</c:v>
                </c:pt>
                <c:pt idx="4576">
                  <c:v>8.0570164272633598</c:v>
                </c:pt>
                <c:pt idx="4577">
                  <c:v>8.0936970182379397</c:v>
                </c:pt>
                <c:pt idx="4578">
                  <c:v>8.0936970182379397</c:v>
                </c:pt>
                <c:pt idx="4579">
                  <c:v>8.1372391019708399</c:v>
                </c:pt>
                <c:pt idx="4580">
                  <c:v>8.1378048966980607</c:v>
                </c:pt>
                <c:pt idx="4581">
                  <c:v>8.1581231284259506</c:v>
                </c:pt>
                <c:pt idx="4582">
                  <c:v>8.2863580500378706</c:v>
                </c:pt>
                <c:pt idx="4583">
                  <c:v>8.2792526497950991</c:v>
                </c:pt>
                <c:pt idx="4584">
                  <c:v>8.3332466072894409</c:v>
                </c:pt>
                <c:pt idx="4585">
                  <c:v>8.4006116713574102</c:v>
                </c:pt>
                <c:pt idx="4586">
                  <c:v>8.4450591599347309</c:v>
                </c:pt>
                <c:pt idx="4587">
                  <c:v>8.4044294466708092</c:v>
                </c:pt>
                <c:pt idx="4588">
                  <c:v>8.4044294466708092</c:v>
                </c:pt>
                <c:pt idx="4589">
                  <c:v>8.2433934128173103</c:v>
                </c:pt>
                <c:pt idx="4590">
                  <c:v>8.2776506111247308</c:v>
                </c:pt>
                <c:pt idx="4591">
                  <c:v>8.3472208336402201</c:v>
                </c:pt>
                <c:pt idx="4592">
                  <c:v>8.3373351946003496</c:v>
                </c:pt>
                <c:pt idx="4593">
                  <c:v>8.2790588780976897</c:v>
                </c:pt>
                <c:pt idx="4594">
                  <c:v>8.3084087438272007</c:v>
                </c:pt>
                <c:pt idx="4595">
                  <c:v>8.2719450130460395</c:v>
                </c:pt>
                <c:pt idx="4596">
                  <c:v>8.2807378620618799</c:v>
                </c:pt>
                <c:pt idx="4597">
                  <c:v>8.4266289963366194</c:v>
                </c:pt>
                <c:pt idx="4598">
                  <c:v>8.4266289963366194</c:v>
                </c:pt>
                <c:pt idx="4599">
                  <c:v>8.5940501279283801</c:v>
                </c:pt>
                <c:pt idx="4600">
                  <c:v>8.5679490940129899</c:v>
                </c:pt>
                <c:pt idx="4601">
                  <c:v>8.4456375675881308</c:v>
                </c:pt>
                <c:pt idx="4602">
                  <c:v>8.4398425040203193</c:v>
                </c:pt>
                <c:pt idx="4603">
                  <c:v>8.6082110807588297</c:v>
                </c:pt>
                <c:pt idx="4604">
                  <c:v>8.7647371678537205</c:v>
                </c:pt>
                <c:pt idx="4605">
                  <c:v>8.9104762953516108</c:v>
                </c:pt>
                <c:pt idx="4606">
                  <c:v>8.8946627811906094</c:v>
                </c:pt>
                <c:pt idx="4607">
                  <c:v>8.8776061406210491</c:v>
                </c:pt>
                <c:pt idx="4608">
                  <c:v>8.8916844633825107</c:v>
                </c:pt>
                <c:pt idx="4609">
                  <c:v>8.8025551288575201</c:v>
                </c:pt>
                <c:pt idx="4610">
                  <c:v>8.6944285485727999</c:v>
                </c:pt>
                <c:pt idx="4611">
                  <c:v>8.5559245804981501</c:v>
                </c:pt>
                <c:pt idx="4612">
                  <c:v>8.5475870262634803</c:v>
                </c:pt>
                <c:pt idx="4613">
                  <c:v>8.5263301885768108</c:v>
                </c:pt>
                <c:pt idx="4614">
                  <c:v>8.4790903862565408</c:v>
                </c:pt>
                <c:pt idx="4615">
                  <c:v>8.4790903862565408</c:v>
                </c:pt>
                <c:pt idx="4616">
                  <c:v>8.3579724123849903</c:v>
                </c:pt>
                <c:pt idx="4617">
                  <c:v>8.3154552729593902</c:v>
                </c:pt>
                <c:pt idx="4618">
                  <c:v>8.4475058039830806</c:v>
                </c:pt>
                <c:pt idx="4619">
                  <c:v>8.5336388567646502</c:v>
                </c:pt>
                <c:pt idx="4620">
                  <c:v>8.5654958287952105</c:v>
                </c:pt>
                <c:pt idx="4621">
                  <c:v>8.4952653055231906</c:v>
                </c:pt>
                <c:pt idx="4622">
                  <c:v>8.3444199590873591</c:v>
                </c:pt>
                <c:pt idx="4623">
                  <c:v>8.3261499107996908</c:v>
                </c:pt>
                <c:pt idx="4624">
                  <c:v>8.3901937409497105</c:v>
                </c:pt>
                <c:pt idx="4625">
                  <c:v>8.4114144081328508</c:v>
                </c:pt>
                <c:pt idx="4626">
                  <c:v>8.4709475119013398</c:v>
                </c:pt>
                <c:pt idx="4627">
                  <c:v>8.4709475119013398</c:v>
                </c:pt>
                <c:pt idx="4628">
                  <c:v>8.3883528856533101</c:v>
                </c:pt>
                <c:pt idx="4629">
                  <c:v>8.4462802542878297</c:v>
                </c:pt>
                <c:pt idx="4630">
                  <c:v>8.5202635655311294</c:v>
                </c:pt>
                <c:pt idx="4631">
                  <c:v>8.4612896193349307</c:v>
                </c:pt>
                <c:pt idx="4632">
                  <c:v>8.4612896193349307</c:v>
                </c:pt>
                <c:pt idx="4633">
                  <c:v>8.6300696940387294</c:v>
                </c:pt>
                <c:pt idx="4634">
                  <c:v>8.7221817212843593</c:v>
                </c:pt>
                <c:pt idx="4635">
                  <c:v>8.7533058576965992</c:v>
                </c:pt>
                <c:pt idx="4636">
                  <c:v>8.9498109867508209</c:v>
                </c:pt>
                <c:pt idx="4637">
                  <c:v>9.0988565135678794</c:v>
                </c:pt>
                <c:pt idx="4638">
                  <c:v>9.0988565135678794</c:v>
                </c:pt>
                <c:pt idx="4639">
                  <c:v>9.2525231455144592</c:v>
                </c:pt>
                <c:pt idx="4640">
                  <c:v>9.20683463702475</c:v>
                </c:pt>
                <c:pt idx="4641">
                  <c:v>9.2746189049704206</c:v>
                </c:pt>
                <c:pt idx="4642">
                  <c:v>9.2720723137345296</c:v>
                </c:pt>
                <c:pt idx="4643">
                  <c:v>9.4000696644916104</c:v>
                </c:pt>
                <c:pt idx="4644">
                  <c:v>9.5773430530805808</c:v>
                </c:pt>
                <c:pt idx="4645">
                  <c:v>9.58030427149553</c:v>
                </c:pt>
                <c:pt idx="4646">
                  <c:v>9.4595352323286406</c:v>
                </c:pt>
                <c:pt idx="4647">
                  <c:v>9.32465729330249</c:v>
                </c:pt>
                <c:pt idx="4648">
                  <c:v>9.4371860969501906</c:v>
                </c:pt>
                <c:pt idx="4649">
                  <c:v>9.4479697791718404</c:v>
                </c:pt>
                <c:pt idx="4650">
                  <c:v>9.3744779769422895</c:v>
                </c:pt>
                <c:pt idx="4651">
                  <c:v>9.4485908421104607</c:v>
                </c:pt>
                <c:pt idx="4652">
                  <c:v>9.4659862525132201</c:v>
                </c:pt>
                <c:pt idx="4653">
                  <c:v>9.4272194290879892</c:v>
                </c:pt>
                <c:pt idx="4654">
                  <c:v>9.2572965274956704</c:v>
                </c:pt>
                <c:pt idx="4655">
                  <c:v>9.1703556798102905</c:v>
                </c:pt>
                <c:pt idx="4656">
                  <c:v>9.2510921951898695</c:v>
                </c:pt>
                <c:pt idx="4657">
                  <c:v>9.1577559718831907</c:v>
                </c:pt>
                <c:pt idx="4658">
                  <c:v>9.1201593292959693</c:v>
                </c:pt>
                <c:pt idx="4659">
                  <c:v>9.2580051063370199</c:v>
                </c:pt>
                <c:pt idx="4660">
                  <c:v>9.3146188869309903</c:v>
                </c:pt>
                <c:pt idx="4661">
                  <c:v>9.3697849943180405</c:v>
                </c:pt>
                <c:pt idx="4662">
                  <c:v>9.3433839490518302</c:v>
                </c:pt>
                <c:pt idx="4663">
                  <c:v>9.4893127357530798</c:v>
                </c:pt>
                <c:pt idx="4664">
                  <c:v>9.4322799575507208</c:v>
                </c:pt>
                <c:pt idx="4665">
                  <c:v>9.3519831372286202</c:v>
                </c:pt>
                <c:pt idx="4666">
                  <c:v>9.30762304674289</c:v>
                </c:pt>
                <c:pt idx="4667">
                  <c:v>9.2649687168393697</c:v>
                </c:pt>
                <c:pt idx="4668">
                  <c:v>9.3149009413651296</c:v>
                </c:pt>
                <c:pt idx="4669">
                  <c:v>9.3797432844619095</c:v>
                </c:pt>
                <c:pt idx="4670">
                  <c:v>9.4534259861627508</c:v>
                </c:pt>
                <c:pt idx="4671">
                  <c:v>9.7212655137820203</c:v>
                </c:pt>
                <c:pt idx="4672">
                  <c:v>9.6530189532135608</c:v>
                </c:pt>
                <c:pt idx="4673">
                  <c:v>9.7359204269369801</c:v>
                </c:pt>
                <c:pt idx="4674">
                  <c:v>9.6447388084043499</c:v>
                </c:pt>
                <c:pt idx="4675">
                  <c:v>9.6034125932800798</c:v>
                </c:pt>
                <c:pt idx="4676">
                  <c:v>9.5206560810464396</c:v>
                </c:pt>
                <c:pt idx="4677">
                  <c:v>9.5589227784521</c:v>
                </c:pt>
                <c:pt idx="4678">
                  <c:v>9.8199728482163309</c:v>
                </c:pt>
                <c:pt idx="4679">
                  <c:v>9.9011188546863096</c:v>
                </c:pt>
                <c:pt idx="4680">
                  <c:v>9.8886356295339102</c:v>
                </c:pt>
                <c:pt idx="4681">
                  <c:v>9.8979488524489998</c:v>
                </c:pt>
                <c:pt idx="4682">
                  <c:v>9.9359093703762102</c:v>
                </c:pt>
                <c:pt idx="4683">
                  <c:v>9.9677252457608105</c:v>
                </c:pt>
                <c:pt idx="4684">
                  <c:v>9.9392044699510897</c:v>
                </c:pt>
                <c:pt idx="4685">
                  <c:v>9.9322564465224996</c:v>
                </c:pt>
                <c:pt idx="4686">
                  <c:v>9.9050422124990192</c:v>
                </c:pt>
                <c:pt idx="4687">
                  <c:v>9.9398483240607796</c:v>
                </c:pt>
                <c:pt idx="4688">
                  <c:v>9.9398483240607796</c:v>
                </c:pt>
                <c:pt idx="4689">
                  <c:v>10.036343628578599</c:v>
                </c:pt>
                <c:pt idx="4690">
                  <c:v>10.081476273188199</c:v>
                </c:pt>
                <c:pt idx="4691">
                  <c:v>10.2802006825201</c:v>
                </c:pt>
                <c:pt idx="4692">
                  <c:v>10.4107283339684</c:v>
                </c:pt>
                <c:pt idx="4693">
                  <c:v>10.392636426187</c:v>
                </c:pt>
                <c:pt idx="4694">
                  <c:v>10.0959402466841</c:v>
                </c:pt>
                <c:pt idx="4695">
                  <c:v>9.95046004797533</c:v>
                </c:pt>
                <c:pt idx="4696">
                  <c:v>9.9743333749991994</c:v>
                </c:pt>
                <c:pt idx="4697">
                  <c:v>9.8174551018972291</c:v>
                </c:pt>
                <c:pt idx="4698">
                  <c:v>9.6939975152796301</c:v>
                </c:pt>
                <c:pt idx="4699">
                  <c:v>9.5777124780335505</c:v>
                </c:pt>
                <c:pt idx="4700">
                  <c:v>9.6192745392304602</c:v>
                </c:pt>
                <c:pt idx="4701">
                  <c:v>9.5563142799332201</c:v>
                </c:pt>
                <c:pt idx="4702">
                  <c:v>9.8259647742607203</c:v>
                </c:pt>
                <c:pt idx="4703">
                  <c:v>10.0332635393438</c:v>
                </c:pt>
                <c:pt idx="4704">
                  <c:v>9.7721944480116694</c:v>
                </c:pt>
                <c:pt idx="4705">
                  <c:v>9.7958462539461593</c:v>
                </c:pt>
                <c:pt idx="4706">
                  <c:v>9.7958462539461593</c:v>
                </c:pt>
                <c:pt idx="4707">
                  <c:v>9.7958462539461593</c:v>
                </c:pt>
                <c:pt idx="4708">
                  <c:v>9.9818942777658997</c:v>
                </c:pt>
                <c:pt idx="4709">
                  <c:v>9.9934195597934998</c:v>
                </c:pt>
                <c:pt idx="4710">
                  <c:v>10.023716394604101</c:v>
                </c:pt>
                <c:pt idx="4711">
                  <c:v>10.0438704061728</c:v>
                </c:pt>
                <c:pt idx="4712">
                  <c:v>10.0721404555514</c:v>
                </c:pt>
                <c:pt idx="4713">
                  <c:v>10.2212529618127</c:v>
                </c:pt>
                <c:pt idx="4714">
                  <c:v>10.276103606025799</c:v>
                </c:pt>
                <c:pt idx="4715">
                  <c:v>10.3592191427299</c:v>
                </c:pt>
                <c:pt idx="4716">
                  <c:v>10.4158983021981</c:v>
                </c:pt>
                <c:pt idx="4717">
                  <c:v>10.5363261440756</c:v>
                </c:pt>
                <c:pt idx="4718">
                  <c:v>10.7746525133742</c:v>
                </c:pt>
                <c:pt idx="4719">
                  <c:v>10.6391311447903</c:v>
                </c:pt>
                <c:pt idx="4720">
                  <c:v>10.635593178889399</c:v>
                </c:pt>
                <c:pt idx="4721">
                  <c:v>10.8055202139266</c:v>
                </c:pt>
                <c:pt idx="4722">
                  <c:v>11.058845827591201</c:v>
                </c:pt>
                <c:pt idx="4723">
                  <c:v>11.223402339336101</c:v>
                </c:pt>
                <c:pt idx="4724">
                  <c:v>11.2046385807991</c:v>
                </c:pt>
                <c:pt idx="4725">
                  <c:v>11.337628473501301</c:v>
                </c:pt>
                <c:pt idx="4726">
                  <c:v>11.442251461993401</c:v>
                </c:pt>
                <c:pt idx="4727">
                  <c:v>11.542610852168901</c:v>
                </c:pt>
                <c:pt idx="4728">
                  <c:v>11.7999254259702</c:v>
                </c:pt>
                <c:pt idx="4729">
                  <c:v>12.021564697863599</c:v>
                </c:pt>
                <c:pt idx="4730">
                  <c:v>12.090659704945701</c:v>
                </c:pt>
                <c:pt idx="4731">
                  <c:v>11.749134287231501</c:v>
                </c:pt>
                <c:pt idx="4732">
                  <c:v>11.7699667549123</c:v>
                </c:pt>
                <c:pt idx="4733">
                  <c:v>11.5679341365877</c:v>
                </c:pt>
                <c:pt idx="4734">
                  <c:v>11.703354031417099</c:v>
                </c:pt>
                <c:pt idx="4735">
                  <c:v>11.411902229288</c:v>
                </c:pt>
                <c:pt idx="4736">
                  <c:v>11.2140093637516</c:v>
                </c:pt>
                <c:pt idx="4737">
                  <c:v>11.1731833225437</c:v>
                </c:pt>
                <c:pt idx="4738">
                  <c:v>11.1731833225437</c:v>
                </c:pt>
                <c:pt idx="4739">
                  <c:v>10.780426554990401</c:v>
                </c:pt>
                <c:pt idx="4740">
                  <c:v>10.9423304547438</c:v>
                </c:pt>
                <c:pt idx="4741">
                  <c:v>10.859225932130199</c:v>
                </c:pt>
                <c:pt idx="4742">
                  <c:v>10.6906283214603</c:v>
                </c:pt>
                <c:pt idx="4743">
                  <c:v>10.9252394284805</c:v>
                </c:pt>
                <c:pt idx="4744">
                  <c:v>11.380802485037</c:v>
                </c:pt>
                <c:pt idx="4745">
                  <c:v>11.633219437925201</c:v>
                </c:pt>
                <c:pt idx="4746">
                  <c:v>11.6183559307372</c:v>
                </c:pt>
                <c:pt idx="4747">
                  <c:v>11.5646592455373</c:v>
                </c:pt>
                <c:pt idx="4748">
                  <c:v>11.751353575010199</c:v>
                </c:pt>
                <c:pt idx="4749">
                  <c:v>11.8808576051636</c:v>
                </c:pt>
                <c:pt idx="4750">
                  <c:v>11.6364536849525</c:v>
                </c:pt>
                <c:pt idx="4751">
                  <c:v>11.697000068778101</c:v>
                </c:pt>
                <c:pt idx="4752">
                  <c:v>11.5859541185041</c:v>
                </c:pt>
                <c:pt idx="4753">
                  <c:v>11.5859541185041</c:v>
                </c:pt>
                <c:pt idx="4754">
                  <c:v>12.200467539523901</c:v>
                </c:pt>
                <c:pt idx="4755">
                  <c:v>12.1572704112679</c:v>
                </c:pt>
                <c:pt idx="4756">
                  <c:v>11.926092680717399</c:v>
                </c:pt>
                <c:pt idx="4757">
                  <c:v>11.925828469769201</c:v>
                </c:pt>
                <c:pt idx="4758">
                  <c:v>11.925828469769201</c:v>
                </c:pt>
                <c:pt idx="4759">
                  <c:v>11.745984127377699</c:v>
                </c:pt>
                <c:pt idx="4760">
                  <c:v>11.6338162843082</c:v>
                </c:pt>
                <c:pt idx="4761">
                  <c:v>11.6059943321882</c:v>
                </c:pt>
                <c:pt idx="4762">
                  <c:v>11.637244959619499</c:v>
                </c:pt>
                <c:pt idx="4763">
                  <c:v>11.4017593518575</c:v>
                </c:pt>
                <c:pt idx="4764">
                  <c:v>11.585052349881201</c:v>
                </c:pt>
                <c:pt idx="4765">
                  <c:v>11.6361792643972</c:v>
                </c:pt>
                <c:pt idx="4766">
                  <c:v>11.814495869667599</c:v>
                </c:pt>
                <c:pt idx="4767">
                  <c:v>12.2669054951837</c:v>
                </c:pt>
                <c:pt idx="4768">
                  <c:v>12.698623945999501</c:v>
                </c:pt>
                <c:pt idx="4769">
                  <c:v>12.725865342253099</c:v>
                </c:pt>
                <c:pt idx="4770">
                  <c:v>13.3195827591992</c:v>
                </c:pt>
                <c:pt idx="4771">
                  <c:v>13.473421476246701</c:v>
                </c:pt>
                <c:pt idx="4772">
                  <c:v>13.2488318525173</c:v>
                </c:pt>
                <c:pt idx="4773">
                  <c:v>13.139179903975799</c:v>
                </c:pt>
                <c:pt idx="4774">
                  <c:v>13.139179903975799</c:v>
                </c:pt>
                <c:pt idx="4775">
                  <c:v>13.3215136403029</c:v>
                </c:pt>
                <c:pt idx="4776">
                  <c:v>13.121531517143399</c:v>
                </c:pt>
                <c:pt idx="4777">
                  <c:v>13.0405378929843</c:v>
                </c:pt>
                <c:pt idx="4778">
                  <c:v>13.150612025098299</c:v>
                </c:pt>
                <c:pt idx="4779">
                  <c:v>13.0076305358913</c:v>
                </c:pt>
                <c:pt idx="4780">
                  <c:v>12.817679278751401</c:v>
                </c:pt>
                <c:pt idx="4781">
                  <c:v>12.6156052406378</c:v>
                </c:pt>
                <c:pt idx="4782">
                  <c:v>12.0934525796808</c:v>
                </c:pt>
                <c:pt idx="4783">
                  <c:v>11.966523194988699</c:v>
                </c:pt>
                <c:pt idx="4784">
                  <c:v>11.9266563830443</c:v>
                </c:pt>
                <c:pt idx="4785">
                  <c:v>11.7462824220001</c:v>
                </c:pt>
                <c:pt idx="4786">
                  <c:v>12.1841577484485</c:v>
                </c:pt>
                <c:pt idx="4787">
                  <c:v>12.321958249495401</c:v>
                </c:pt>
                <c:pt idx="4788">
                  <c:v>12.4233828495559</c:v>
                </c:pt>
                <c:pt idx="4789">
                  <c:v>11.9290684414295</c:v>
                </c:pt>
                <c:pt idx="4790">
                  <c:v>11.6971202470008</c:v>
                </c:pt>
                <c:pt idx="4791">
                  <c:v>11.9264550567695</c:v>
                </c:pt>
                <c:pt idx="4792">
                  <c:v>11.9264550567695</c:v>
                </c:pt>
                <c:pt idx="4793">
                  <c:v>11.949084819452001</c:v>
                </c:pt>
                <c:pt idx="4794">
                  <c:v>11.8880111753019</c:v>
                </c:pt>
                <c:pt idx="4795">
                  <c:v>11.9834147443877</c:v>
                </c:pt>
                <c:pt idx="4796">
                  <c:v>12.115576670575599</c:v>
                </c:pt>
                <c:pt idx="4797">
                  <c:v>12.3570677238174</c:v>
                </c:pt>
                <c:pt idx="4798">
                  <c:v>12.2715324351022</c:v>
                </c:pt>
                <c:pt idx="4799">
                  <c:v>12.350933403676301</c:v>
                </c:pt>
                <c:pt idx="4800">
                  <c:v>12.193905476955599</c:v>
                </c:pt>
                <c:pt idx="4801">
                  <c:v>12.082196508369901</c:v>
                </c:pt>
                <c:pt idx="4802">
                  <c:v>12.222117154417401</c:v>
                </c:pt>
                <c:pt idx="4803">
                  <c:v>12.206823645654801</c:v>
                </c:pt>
                <c:pt idx="4804">
                  <c:v>12.207217924416099</c:v>
                </c:pt>
                <c:pt idx="4805">
                  <c:v>12.377596993443399</c:v>
                </c:pt>
                <c:pt idx="4806">
                  <c:v>12.289551911234</c:v>
                </c:pt>
                <c:pt idx="4807">
                  <c:v>12.4555598626219</c:v>
                </c:pt>
                <c:pt idx="4808">
                  <c:v>12.4588814091831</c:v>
                </c:pt>
                <c:pt idx="4809">
                  <c:v>12.424754921041901</c:v>
                </c:pt>
                <c:pt idx="4810">
                  <c:v>12.3407875102296</c:v>
                </c:pt>
                <c:pt idx="4811">
                  <c:v>12.3886706443524</c:v>
                </c:pt>
                <c:pt idx="4812">
                  <c:v>12.6246993994103</c:v>
                </c:pt>
                <c:pt idx="4813">
                  <c:v>12.7135885206729</c:v>
                </c:pt>
                <c:pt idx="4814">
                  <c:v>12.751740093416601</c:v>
                </c:pt>
                <c:pt idx="4815">
                  <c:v>12.6415786013541</c:v>
                </c:pt>
                <c:pt idx="4816">
                  <c:v>12.585248751370701</c:v>
                </c:pt>
                <c:pt idx="4817">
                  <c:v>12.473471528615301</c:v>
                </c:pt>
                <c:pt idx="4818">
                  <c:v>12.541194789933799</c:v>
                </c:pt>
                <c:pt idx="4819">
                  <c:v>12.5600951727954</c:v>
                </c:pt>
                <c:pt idx="4820">
                  <c:v>12.6088340258966</c:v>
                </c:pt>
                <c:pt idx="4821">
                  <c:v>12.671761686904</c:v>
                </c:pt>
                <c:pt idx="4822">
                  <c:v>12.8408411090283</c:v>
                </c:pt>
                <c:pt idx="4823">
                  <c:v>12.9092154907796</c:v>
                </c:pt>
                <c:pt idx="4824">
                  <c:v>12.8585549479413</c:v>
                </c:pt>
                <c:pt idx="4825">
                  <c:v>12.941247603000701</c:v>
                </c:pt>
                <c:pt idx="4826">
                  <c:v>12.9176846637301</c:v>
                </c:pt>
                <c:pt idx="4827">
                  <c:v>12.8628560356201</c:v>
                </c:pt>
                <c:pt idx="4828">
                  <c:v>12.759507143670101</c:v>
                </c:pt>
                <c:pt idx="4829">
                  <c:v>12.9208355842367</c:v>
                </c:pt>
                <c:pt idx="4830">
                  <c:v>13.325308687502099</c:v>
                </c:pt>
                <c:pt idx="4831">
                  <c:v>13.3347865762086</c:v>
                </c:pt>
                <c:pt idx="4832">
                  <c:v>13.456325968854101</c:v>
                </c:pt>
                <c:pt idx="4833">
                  <c:v>13.5587452634476</c:v>
                </c:pt>
                <c:pt idx="4834">
                  <c:v>13.862269232564801</c:v>
                </c:pt>
                <c:pt idx="4835">
                  <c:v>13.878804006515301</c:v>
                </c:pt>
                <c:pt idx="4836">
                  <c:v>14.106308274301799</c:v>
                </c:pt>
                <c:pt idx="4837">
                  <c:v>14.106308274301799</c:v>
                </c:pt>
                <c:pt idx="4838">
                  <c:v>14.2646812446926</c:v>
                </c:pt>
                <c:pt idx="4839">
                  <c:v>14.617441041683399</c:v>
                </c:pt>
                <c:pt idx="4840">
                  <c:v>15.1428687353856</c:v>
                </c:pt>
                <c:pt idx="4841">
                  <c:v>15.432916920912</c:v>
                </c:pt>
                <c:pt idx="4842">
                  <c:v>15.0884342601393</c:v>
                </c:pt>
                <c:pt idx="4843">
                  <c:v>14.492329337132601</c:v>
                </c:pt>
                <c:pt idx="4844">
                  <c:v>13.8302988185799</c:v>
                </c:pt>
                <c:pt idx="4845">
                  <c:v>13.8817236534016</c:v>
                </c:pt>
                <c:pt idx="4846">
                  <c:v>13.8451195647856</c:v>
                </c:pt>
                <c:pt idx="4847">
                  <c:v>13.925938426594</c:v>
                </c:pt>
                <c:pt idx="4848">
                  <c:v>14.068721339487199</c:v>
                </c:pt>
                <c:pt idx="4849">
                  <c:v>14.449287753554801</c:v>
                </c:pt>
                <c:pt idx="4850">
                  <c:v>14.5288577721902</c:v>
                </c:pt>
                <c:pt idx="4851">
                  <c:v>14.405910095331</c:v>
                </c:pt>
                <c:pt idx="4852">
                  <c:v>14.405910095331</c:v>
                </c:pt>
                <c:pt idx="4853">
                  <c:v>14.2669440991244</c:v>
                </c:pt>
                <c:pt idx="4854">
                  <c:v>14.0613161504823</c:v>
                </c:pt>
                <c:pt idx="4855">
                  <c:v>13.565995191491</c:v>
                </c:pt>
                <c:pt idx="4856">
                  <c:v>13.5104317040038</c:v>
                </c:pt>
                <c:pt idx="4857">
                  <c:v>13.5104317040038</c:v>
                </c:pt>
                <c:pt idx="4858">
                  <c:v>13.3406592879185</c:v>
                </c:pt>
                <c:pt idx="4859">
                  <c:v>13.4649443514258</c:v>
                </c:pt>
                <c:pt idx="4860">
                  <c:v>13.7967489062979</c:v>
                </c:pt>
                <c:pt idx="4861">
                  <c:v>13.5176448799808</c:v>
                </c:pt>
                <c:pt idx="4862">
                  <c:v>13.6011589699817</c:v>
                </c:pt>
                <c:pt idx="4863">
                  <c:v>13.4602651096234</c:v>
                </c:pt>
                <c:pt idx="4864">
                  <c:v>13.198898497389401</c:v>
                </c:pt>
                <c:pt idx="4865">
                  <c:v>13.1725618631906</c:v>
                </c:pt>
                <c:pt idx="4866">
                  <c:v>13.4491171637567</c:v>
                </c:pt>
                <c:pt idx="4867">
                  <c:v>13.4806691285618</c:v>
                </c:pt>
                <c:pt idx="4868">
                  <c:v>13.330013702265701</c:v>
                </c:pt>
                <c:pt idx="4869">
                  <c:v>13.230910501011399</c:v>
                </c:pt>
                <c:pt idx="4870">
                  <c:v>12.857970066740901</c:v>
                </c:pt>
                <c:pt idx="4871">
                  <c:v>12.280739000792799</c:v>
                </c:pt>
                <c:pt idx="4872">
                  <c:v>12.4627767190561</c:v>
                </c:pt>
                <c:pt idx="4873">
                  <c:v>12.477073152696899</c:v>
                </c:pt>
                <c:pt idx="4874">
                  <c:v>12.728052311302299</c:v>
                </c:pt>
                <c:pt idx="4875">
                  <c:v>12.728052311302299</c:v>
                </c:pt>
                <c:pt idx="4876">
                  <c:v>12.9598893641797</c:v>
                </c:pt>
                <c:pt idx="4877">
                  <c:v>13.435748322859</c:v>
                </c:pt>
                <c:pt idx="4878">
                  <c:v>13.0884595628422</c:v>
                </c:pt>
                <c:pt idx="4879">
                  <c:v>13.235155949208799</c:v>
                </c:pt>
                <c:pt idx="4880">
                  <c:v>13.1034375273649</c:v>
                </c:pt>
                <c:pt idx="4881">
                  <c:v>13.050487781050199</c:v>
                </c:pt>
                <c:pt idx="4882">
                  <c:v>13.160623780993101</c:v>
                </c:pt>
                <c:pt idx="4883">
                  <c:v>13.1629616972081</c:v>
                </c:pt>
                <c:pt idx="4884">
                  <c:v>12.9627153391632</c:v>
                </c:pt>
                <c:pt idx="4885">
                  <c:v>12.9923314505861</c:v>
                </c:pt>
                <c:pt idx="4886">
                  <c:v>12.875772154829701</c:v>
                </c:pt>
                <c:pt idx="4887">
                  <c:v>12.9807610774845</c:v>
                </c:pt>
                <c:pt idx="4888">
                  <c:v>13.1704110305868</c:v>
                </c:pt>
                <c:pt idx="4889">
                  <c:v>13.150430143199699</c:v>
                </c:pt>
                <c:pt idx="4890">
                  <c:v>13.225161385584499</c:v>
                </c:pt>
                <c:pt idx="4891">
                  <c:v>13.225161385584499</c:v>
                </c:pt>
                <c:pt idx="4892">
                  <c:v>13.3631575136755</c:v>
                </c:pt>
                <c:pt idx="4893">
                  <c:v>13.387046027478901</c:v>
                </c:pt>
                <c:pt idx="4894">
                  <c:v>13.545718997025901</c:v>
                </c:pt>
                <c:pt idx="4895">
                  <c:v>13.692304569177701</c:v>
                </c:pt>
                <c:pt idx="4896">
                  <c:v>13.4824710322527</c:v>
                </c:pt>
                <c:pt idx="4897">
                  <c:v>13.4824710322527</c:v>
                </c:pt>
                <c:pt idx="4898">
                  <c:v>13.3366285671033</c:v>
                </c:pt>
                <c:pt idx="4899">
                  <c:v>13.017001145949299</c:v>
                </c:pt>
                <c:pt idx="4900">
                  <c:v>12.506442499582</c:v>
                </c:pt>
                <c:pt idx="4901">
                  <c:v>12.1426777256852</c:v>
                </c:pt>
                <c:pt idx="4902">
                  <c:v>12.152454378326</c:v>
                </c:pt>
                <c:pt idx="4903">
                  <c:v>12.088121082498001</c:v>
                </c:pt>
                <c:pt idx="4904">
                  <c:v>12.3061703180632</c:v>
                </c:pt>
                <c:pt idx="4905">
                  <c:v>12.4753667501511</c:v>
                </c:pt>
                <c:pt idx="4906">
                  <c:v>12.4143080622594</c:v>
                </c:pt>
                <c:pt idx="4907">
                  <c:v>12.540868477515399</c:v>
                </c:pt>
                <c:pt idx="4908">
                  <c:v>12.4970135065407</c:v>
                </c:pt>
                <c:pt idx="4909">
                  <c:v>12.0004967388798</c:v>
                </c:pt>
                <c:pt idx="4910">
                  <c:v>12.071377764562</c:v>
                </c:pt>
                <c:pt idx="4911">
                  <c:v>12.2250351213864</c:v>
                </c:pt>
                <c:pt idx="4912">
                  <c:v>12.2756859284715</c:v>
                </c:pt>
                <c:pt idx="4913">
                  <c:v>12.259834888918199</c:v>
                </c:pt>
                <c:pt idx="4914">
                  <c:v>12.052762287036</c:v>
                </c:pt>
                <c:pt idx="4915">
                  <c:v>11.7572060906082</c:v>
                </c:pt>
                <c:pt idx="4916">
                  <c:v>11.842655651134001</c:v>
                </c:pt>
                <c:pt idx="4917">
                  <c:v>11.8776639104127</c:v>
                </c:pt>
                <c:pt idx="4918">
                  <c:v>11.797256474734599</c:v>
                </c:pt>
                <c:pt idx="4919">
                  <c:v>11.8425353370191</c:v>
                </c:pt>
                <c:pt idx="4920">
                  <c:v>11.9553728307176</c:v>
                </c:pt>
                <c:pt idx="4921">
                  <c:v>12.1526381386404</c:v>
                </c:pt>
                <c:pt idx="4922">
                  <c:v>12.300042385197999</c:v>
                </c:pt>
                <c:pt idx="4923">
                  <c:v>12.2838399047422</c:v>
                </c:pt>
                <c:pt idx="4924">
                  <c:v>12.4990695847375</c:v>
                </c:pt>
                <c:pt idx="4925">
                  <c:v>12.782486090890201</c:v>
                </c:pt>
                <c:pt idx="4926">
                  <c:v>13.0128877961094</c:v>
                </c:pt>
                <c:pt idx="4927">
                  <c:v>13.4847636599083</c:v>
                </c:pt>
                <c:pt idx="4928">
                  <c:v>13.552992951525701</c:v>
                </c:pt>
                <c:pt idx="4929">
                  <c:v>13.3885248182417</c:v>
                </c:pt>
                <c:pt idx="4930">
                  <c:v>13.133991358179401</c:v>
                </c:pt>
                <c:pt idx="4931">
                  <c:v>13.2160666017912</c:v>
                </c:pt>
                <c:pt idx="4932">
                  <c:v>13.249566517779501</c:v>
                </c:pt>
                <c:pt idx="4933">
                  <c:v>13.4333755727954</c:v>
                </c:pt>
                <c:pt idx="4934">
                  <c:v>13.3799102014792</c:v>
                </c:pt>
                <c:pt idx="4935">
                  <c:v>13.398834835020301</c:v>
                </c:pt>
                <c:pt idx="4936">
                  <c:v>13.0506701877572</c:v>
                </c:pt>
                <c:pt idx="4937">
                  <c:v>12.4427213317263</c:v>
                </c:pt>
                <c:pt idx="4938">
                  <c:v>12.585105037282601</c:v>
                </c:pt>
                <c:pt idx="4939">
                  <c:v>12.574286005628601</c:v>
                </c:pt>
                <c:pt idx="4940">
                  <c:v>12.7278189582632</c:v>
                </c:pt>
                <c:pt idx="4941">
                  <c:v>12.439942666676901</c:v>
                </c:pt>
                <c:pt idx="4942">
                  <c:v>12.4659640547153</c:v>
                </c:pt>
                <c:pt idx="4943">
                  <c:v>12.731231042063101</c:v>
                </c:pt>
                <c:pt idx="4944">
                  <c:v>12.736164879635</c:v>
                </c:pt>
                <c:pt idx="4945">
                  <c:v>12.7715947509268</c:v>
                </c:pt>
                <c:pt idx="4946">
                  <c:v>12.559082926779899</c:v>
                </c:pt>
                <c:pt idx="4947">
                  <c:v>12.559082926779899</c:v>
                </c:pt>
                <c:pt idx="4948">
                  <c:v>12.4814489399945</c:v>
                </c:pt>
                <c:pt idx="4949">
                  <c:v>12.4797419892466</c:v>
                </c:pt>
                <c:pt idx="4950">
                  <c:v>12.1862288645933</c:v>
                </c:pt>
                <c:pt idx="4951">
                  <c:v>12.1776252068323</c:v>
                </c:pt>
                <c:pt idx="4952">
                  <c:v>12.1067900060275</c:v>
                </c:pt>
                <c:pt idx="4953">
                  <c:v>12.1660293507154</c:v>
                </c:pt>
                <c:pt idx="4954">
                  <c:v>12.0725350008554</c:v>
                </c:pt>
                <c:pt idx="4955">
                  <c:v>12.057833502805</c:v>
                </c:pt>
                <c:pt idx="4956">
                  <c:v>11.948172297397299</c:v>
                </c:pt>
                <c:pt idx="4957">
                  <c:v>11.619619611773601</c:v>
                </c:pt>
                <c:pt idx="4958">
                  <c:v>11.5132163033452</c:v>
                </c:pt>
                <c:pt idx="4959">
                  <c:v>11.5144020464865</c:v>
                </c:pt>
                <c:pt idx="4960">
                  <c:v>11.5144020464865</c:v>
                </c:pt>
                <c:pt idx="4961">
                  <c:v>11.5144020464865</c:v>
                </c:pt>
                <c:pt idx="4962">
                  <c:v>11.892780672214201</c:v>
                </c:pt>
                <c:pt idx="4963">
                  <c:v>11.857371631221501</c:v>
                </c:pt>
                <c:pt idx="4964">
                  <c:v>11.6898117353016</c:v>
                </c:pt>
                <c:pt idx="4965">
                  <c:v>11.539743930217901</c:v>
                </c:pt>
                <c:pt idx="4966">
                  <c:v>11.5031277290167</c:v>
                </c:pt>
                <c:pt idx="4967">
                  <c:v>11.6140416788735</c:v>
                </c:pt>
                <c:pt idx="4968">
                  <c:v>11.5652900562025</c:v>
                </c:pt>
                <c:pt idx="4969">
                  <c:v>11.605283069542599</c:v>
                </c:pt>
                <c:pt idx="4970">
                  <c:v>11.5701964845522</c:v>
                </c:pt>
                <c:pt idx="4971">
                  <c:v>11.543390570656801</c:v>
                </c:pt>
                <c:pt idx="4972">
                  <c:v>11.4779882296056</c:v>
                </c:pt>
                <c:pt idx="4973">
                  <c:v>11.315654591935401</c:v>
                </c:pt>
                <c:pt idx="4974">
                  <c:v>11.5622550005439</c:v>
                </c:pt>
                <c:pt idx="4975">
                  <c:v>11.9160703394507</c:v>
                </c:pt>
                <c:pt idx="4976">
                  <c:v>11.890927453501501</c:v>
                </c:pt>
                <c:pt idx="4977">
                  <c:v>11.890927453501501</c:v>
                </c:pt>
                <c:pt idx="4978">
                  <c:v>12.0864131956929</c:v>
                </c:pt>
                <c:pt idx="4979">
                  <c:v>11.8357009254701</c:v>
                </c:pt>
                <c:pt idx="4980">
                  <c:v>11.752732206536701</c:v>
                </c:pt>
                <c:pt idx="4981">
                  <c:v>11.515990476789201</c:v>
                </c:pt>
                <c:pt idx="4982">
                  <c:v>11.3823325078507</c:v>
                </c:pt>
                <c:pt idx="4983">
                  <c:v>11.3994206474456</c:v>
                </c:pt>
                <c:pt idx="4984">
                  <c:v>11.395347325346799</c:v>
                </c:pt>
                <c:pt idx="4985">
                  <c:v>11.3604937429968</c:v>
                </c:pt>
                <c:pt idx="4986">
                  <c:v>11.3156734716149</c:v>
                </c:pt>
                <c:pt idx="4987">
                  <c:v>11.1017338196172</c:v>
                </c:pt>
                <c:pt idx="4988">
                  <c:v>11.0531025204755</c:v>
                </c:pt>
                <c:pt idx="4989">
                  <c:v>10.9895579827137</c:v>
                </c:pt>
                <c:pt idx="4990">
                  <c:v>11.1549393409865</c:v>
                </c:pt>
                <c:pt idx="4991">
                  <c:v>11.281486966503801</c:v>
                </c:pt>
                <c:pt idx="4992">
                  <c:v>11.281486966503801</c:v>
                </c:pt>
                <c:pt idx="4993">
                  <c:v>11.399166144229</c:v>
                </c:pt>
                <c:pt idx="4994">
                  <c:v>11.3612599076503</c:v>
                </c:pt>
                <c:pt idx="4995">
                  <c:v>11.422275862165</c:v>
                </c:pt>
                <c:pt idx="4996">
                  <c:v>11.465366939565399</c:v>
                </c:pt>
                <c:pt idx="4997">
                  <c:v>11.245173025749899</c:v>
                </c:pt>
                <c:pt idx="4998">
                  <c:v>11.140832414568001</c:v>
                </c:pt>
                <c:pt idx="4999">
                  <c:v>11.1129753217157</c:v>
                </c:pt>
                <c:pt idx="5000">
                  <c:v>11.166951863892301</c:v>
                </c:pt>
                <c:pt idx="5001">
                  <c:v>11.171195985287101</c:v>
                </c:pt>
                <c:pt idx="5002">
                  <c:v>11.0024754771998</c:v>
                </c:pt>
                <c:pt idx="5003">
                  <c:v>10.9590791764427</c:v>
                </c:pt>
                <c:pt idx="5004">
                  <c:v>10.911204676140599</c:v>
                </c:pt>
                <c:pt idx="5005">
                  <c:v>10.675379535822399</c:v>
                </c:pt>
                <c:pt idx="5006">
                  <c:v>10.575447331017401</c:v>
                </c:pt>
                <c:pt idx="5007">
                  <c:v>10.575447331017401</c:v>
                </c:pt>
                <c:pt idx="5008">
                  <c:v>10.528198063183901</c:v>
                </c:pt>
                <c:pt idx="5009">
                  <c:v>10.6214701103435</c:v>
                </c:pt>
                <c:pt idx="5010">
                  <c:v>10.7549711638997</c:v>
                </c:pt>
                <c:pt idx="5011">
                  <c:v>10.6303608959592</c:v>
                </c:pt>
                <c:pt idx="5012">
                  <c:v>10.6303608959592</c:v>
                </c:pt>
                <c:pt idx="5013">
                  <c:v>10.4404157354325</c:v>
                </c:pt>
                <c:pt idx="5014">
                  <c:v>10.4172898659411</c:v>
                </c:pt>
                <c:pt idx="5015">
                  <c:v>10.374347558016501</c:v>
                </c:pt>
                <c:pt idx="5016">
                  <c:v>10.481240887222199</c:v>
                </c:pt>
                <c:pt idx="5017">
                  <c:v>10.3745456170541</c:v>
                </c:pt>
                <c:pt idx="5018">
                  <c:v>10.354036267902201</c:v>
                </c:pt>
                <c:pt idx="5019">
                  <c:v>10.2000498080223</c:v>
                </c:pt>
                <c:pt idx="5020">
                  <c:v>10.269137192060899</c:v>
                </c:pt>
                <c:pt idx="5021">
                  <c:v>10.1529015137026</c:v>
                </c:pt>
                <c:pt idx="5022">
                  <c:v>10.1529015137026</c:v>
                </c:pt>
                <c:pt idx="5023">
                  <c:v>10.049747479831201</c:v>
                </c:pt>
                <c:pt idx="5024">
                  <c:v>10.063445201532</c:v>
                </c:pt>
                <c:pt idx="5025">
                  <c:v>10.3046831963734</c:v>
                </c:pt>
                <c:pt idx="5026">
                  <c:v>10.244748471468901</c:v>
                </c:pt>
                <c:pt idx="5027">
                  <c:v>10.1315090400459</c:v>
                </c:pt>
                <c:pt idx="5028">
                  <c:v>9.9524125089820306</c:v>
                </c:pt>
                <c:pt idx="5029">
                  <c:v>9.8038956077065897</c:v>
                </c:pt>
                <c:pt idx="5030">
                  <c:v>9.8427917221994008</c:v>
                </c:pt>
                <c:pt idx="5031">
                  <c:v>9.8907586943958101</c:v>
                </c:pt>
                <c:pt idx="5032">
                  <c:v>10.036719349921899</c:v>
                </c:pt>
                <c:pt idx="5033">
                  <c:v>9.9760429143833704</c:v>
                </c:pt>
                <c:pt idx="5034">
                  <c:v>10.0880929071872</c:v>
                </c:pt>
                <c:pt idx="5035">
                  <c:v>10.0880929071872</c:v>
                </c:pt>
                <c:pt idx="5036">
                  <c:v>10.112616698166701</c:v>
                </c:pt>
                <c:pt idx="5037">
                  <c:v>10.2405036085564</c:v>
                </c:pt>
                <c:pt idx="5038">
                  <c:v>10.435713186154601</c:v>
                </c:pt>
                <c:pt idx="5039">
                  <c:v>10.3504160105647</c:v>
                </c:pt>
                <c:pt idx="5040">
                  <c:v>10.3774378449745</c:v>
                </c:pt>
                <c:pt idx="5041">
                  <c:v>10.3540415592432</c:v>
                </c:pt>
                <c:pt idx="5042">
                  <c:v>10.223505611346599</c:v>
                </c:pt>
                <c:pt idx="5043">
                  <c:v>10.314766870146199</c:v>
                </c:pt>
                <c:pt idx="5044">
                  <c:v>10.465057637492</c:v>
                </c:pt>
                <c:pt idx="5045">
                  <c:v>10.6466488474376</c:v>
                </c:pt>
                <c:pt idx="5046">
                  <c:v>10.450054329276099</c:v>
                </c:pt>
                <c:pt idx="5047">
                  <c:v>10.450054329276099</c:v>
                </c:pt>
                <c:pt idx="5048">
                  <c:v>10.3165126749549</c:v>
                </c:pt>
                <c:pt idx="5049">
                  <c:v>10.4131809971392</c:v>
                </c:pt>
                <c:pt idx="5050">
                  <c:v>10.3068238887937</c:v>
                </c:pt>
                <c:pt idx="5051">
                  <c:v>10.4147682838944</c:v>
                </c:pt>
                <c:pt idx="5052">
                  <c:v>10.574898695489701</c:v>
                </c:pt>
                <c:pt idx="5053">
                  <c:v>10.610860673214701</c:v>
                </c:pt>
                <c:pt idx="5054">
                  <c:v>10.6753264550112</c:v>
                </c:pt>
                <c:pt idx="5055">
                  <c:v>10.9514634792235</c:v>
                </c:pt>
                <c:pt idx="5056">
                  <c:v>10.989087553043101</c:v>
                </c:pt>
                <c:pt idx="5057">
                  <c:v>10.989087553043101</c:v>
                </c:pt>
                <c:pt idx="5058">
                  <c:v>11.046060469221199</c:v>
                </c:pt>
                <c:pt idx="5059">
                  <c:v>10.8742132891112</c:v>
                </c:pt>
                <c:pt idx="5060">
                  <c:v>10.800280175957299</c:v>
                </c:pt>
                <c:pt idx="5061">
                  <c:v>10.789156826844</c:v>
                </c:pt>
                <c:pt idx="5062">
                  <c:v>10.714492500888401</c:v>
                </c:pt>
                <c:pt idx="5063">
                  <c:v>10.6139258721425</c:v>
                </c:pt>
                <c:pt idx="5064">
                  <c:v>10.5975322593371</c:v>
                </c:pt>
                <c:pt idx="5065">
                  <c:v>10.696751585070301</c:v>
                </c:pt>
                <c:pt idx="5066">
                  <c:v>10.734398932862</c:v>
                </c:pt>
                <c:pt idx="5067">
                  <c:v>10.8098611645178</c:v>
                </c:pt>
                <c:pt idx="5068">
                  <c:v>10.9044479418686</c:v>
                </c:pt>
                <c:pt idx="5069">
                  <c:v>11.0372523671646</c:v>
                </c:pt>
                <c:pt idx="5070">
                  <c:v>10.918930363827201</c:v>
                </c:pt>
                <c:pt idx="5071">
                  <c:v>10.8698478914588</c:v>
                </c:pt>
                <c:pt idx="5072">
                  <c:v>10.9666384215238</c:v>
                </c:pt>
                <c:pt idx="5073">
                  <c:v>10.957332836968501</c:v>
                </c:pt>
                <c:pt idx="5074">
                  <c:v>10.852039366166499</c:v>
                </c:pt>
                <c:pt idx="5075">
                  <c:v>10.799308334119599</c:v>
                </c:pt>
                <c:pt idx="5076">
                  <c:v>10.9099071362318</c:v>
                </c:pt>
                <c:pt idx="5077">
                  <c:v>10.8459866759747</c:v>
                </c:pt>
                <c:pt idx="5078">
                  <c:v>10.9690989172441</c:v>
                </c:pt>
                <c:pt idx="5079">
                  <c:v>11.0376738363271</c:v>
                </c:pt>
                <c:pt idx="5080">
                  <c:v>11.3071529266258</c:v>
                </c:pt>
                <c:pt idx="5081">
                  <c:v>11.301015631218799</c:v>
                </c:pt>
                <c:pt idx="5082">
                  <c:v>11.6688349304306</c:v>
                </c:pt>
                <c:pt idx="5083">
                  <c:v>11.830762854477101</c:v>
                </c:pt>
                <c:pt idx="5084">
                  <c:v>12.240917777466599</c:v>
                </c:pt>
                <c:pt idx="5085">
                  <c:v>12.2414913560206</c:v>
                </c:pt>
                <c:pt idx="5086">
                  <c:v>11.8653059006396</c:v>
                </c:pt>
                <c:pt idx="5087">
                  <c:v>11.906694118988099</c:v>
                </c:pt>
                <c:pt idx="5088">
                  <c:v>12.1514908582514</c:v>
                </c:pt>
                <c:pt idx="5089">
                  <c:v>12.015879696504999</c:v>
                </c:pt>
                <c:pt idx="5090">
                  <c:v>11.988034086350901</c:v>
                </c:pt>
                <c:pt idx="5091">
                  <c:v>12.352685932031701</c:v>
                </c:pt>
                <c:pt idx="5092">
                  <c:v>12.257177898026899</c:v>
                </c:pt>
                <c:pt idx="5093">
                  <c:v>12.0657962074389</c:v>
                </c:pt>
                <c:pt idx="5094">
                  <c:v>11.7625273317432</c:v>
                </c:pt>
                <c:pt idx="5095">
                  <c:v>11.604904683755301</c:v>
                </c:pt>
                <c:pt idx="5096">
                  <c:v>11.658471831490999</c:v>
                </c:pt>
                <c:pt idx="5097">
                  <c:v>11.658471831490999</c:v>
                </c:pt>
                <c:pt idx="5098">
                  <c:v>11.848697265062</c:v>
                </c:pt>
                <c:pt idx="5099">
                  <c:v>11.853460490314401</c:v>
                </c:pt>
                <c:pt idx="5100">
                  <c:v>11.7916865749762</c:v>
                </c:pt>
                <c:pt idx="5101">
                  <c:v>11.705415278865599</c:v>
                </c:pt>
                <c:pt idx="5102">
                  <c:v>11.8643410014755</c:v>
                </c:pt>
                <c:pt idx="5103">
                  <c:v>12.0337418171782</c:v>
                </c:pt>
                <c:pt idx="5104">
                  <c:v>12.0248428954372</c:v>
                </c:pt>
                <c:pt idx="5105">
                  <c:v>11.964318000188699</c:v>
                </c:pt>
                <c:pt idx="5106">
                  <c:v>11.841981953157299</c:v>
                </c:pt>
                <c:pt idx="5107">
                  <c:v>11.8218347645594</c:v>
                </c:pt>
                <c:pt idx="5108">
                  <c:v>11.805708959191101</c:v>
                </c:pt>
                <c:pt idx="5109">
                  <c:v>11.573411677224501</c:v>
                </c:pt>
                <c:pt idx="5110">
                  <c:v>11.221138287134201</c:v>
                </c:pt>
                <c:pt idx="5111">
                  <c:v>11.013891659665999</c:v>
                </c:pt>
                <c:pt idx="5112">
                  <c:v>11.013891659665999</c:v>
                </c:pt>
                <c:pt idx="5113">
                  <c:v>11.0822471922876</c:v>
                </c:pt>
                <c:pt idx="5114">
                  <c:v>10.9123167887857</c:v>
                </c:pt>
                <c:pt idx="5115">
                  <c:v>10.86257796962</c:v>
                </c:pt>
                <c:pt idx="5116">
                  <c:v>11.090006935938</c:v>
                </c:pt>
                <c:pt idx="5117">
                  <c:v>11.090006935938</c:v>
                </c:pt>
                <c:pt idx="5118">
                  <c:v>10.830709963219199</c:v>
                </c:pt>
                <c:pt idx="5119">
                  <c:v>10.753557220126501</c:v>
                </c:pt>
                <c:pt idx="5120">
                  <c:v>10.6730903766707</c:v>
                </c:pt>
                <c:pt idx="5121">
                  <c:v>10.7884409440366</c:v>
                </c:pt>
                <c:pt idx="5122">
                  <c:v>10.7649050204364</c:v>
                </c:pt>
                <c:pt idx="5123">
                  <c:v>10.5653706367887</c:v>
                </c:pt>
                <c:pt idx="5124">
                  <c:v>10.5618606135136</c:v>
                </c:pt>
                <c:pt idx="5125">
                  <c:v>10.711400325927601</c:v>
                </c:pt>
                <c:pt idx="5126">
                  <c:v>10.8052063832587</c:v>
                </c:pt>
                <c:pt idx="5127">
                  <c:v>10.693091357520499</c:v>
                </c:pt>
                <c:pt idx="5128">
                  <c:v>10.7030600333953</c:v>
                </c:pt>
                <c:pt idx="5129">
                  <c:v>10.584478410989099</c:v>
                </c:pt>
                <c:pt idx="5130">
                  <c:v>10.7445856033862</c:v>
                </c:pt>
                <c:pt idx="5131">
                  <c:v>10.7466533853783</c:v>
                </c:pt>
                <c:pt idx="5132">
                  <c:v>10.734808066611199</c:v>
                </c:pt>
                <c:pt idx="5133">
                  <c:v>10.724965967529201</c:v>
                </c:pt>
                <c:pt idx="5134">
                  <c:v>10.6539651073222</c:v>
                </c:pt>
                <c:pt idx="5135">
                  <c:v>10.7135933262308</c:v>
                </c:pt>
                <c:pt idx="5136">
                  <c:v>10.7135933262308</c:v>
                </c:pt>
                <c:pt idx="5137">
                  <c:v>10.8524862225674</c:v>
                </c:pt>
                <c:pt idx="5138">
                  <c:v>10.8844562935901</c:v>
                </c:pt>
                <c:pt idx="5139">
                  <c:v>10.7254078852107</c:v>
                </c:pt>
                <c:pt idx="5140">
                  <c:v>10.3679893630057</c:v>
                </c:pt>
                <c:pt idx="5141">
                  <c:v>10.371942860780401</c:v>
                </c:pt>
                <c:pt idx="5142">
                  <c:v>10.321369219997001</c:v>
                </c:pt>
                <c:pt idx="5143">
                  <c:v>10.1403625799907</c:v>
                </c:pt>
                <c:pt idx="5144">
                  <c:v>10.000679830533301</c:v>
                </c:pt>
                <c:pt idx="5145">
                  <c:v>10.067208532017199</c:v>
                </c:pt>
                <c:pt idx="5146">
                  <c:v>9.9374820463355</c:v>
                </c:pt>
                <c:pt idx="5147">
                  <c:v>9.9374820463355</c:v>
                </c:pt>
                <c:pt idx="5148">
                  <c:v>10.037610278297</c:v>
                </c:pt>
                <c:pt idx="5149">
                  <c:v>9.9183838136132305</c:v>
                </c:pt>
                <c:pt idx="5150">
                  <c:v>9.9433886373104006</c:v>
                </c:pt>
                <c:pt idx="5151">
                  <c:v>9.9433886373104006</c:v>
                </c:pt>
                <c:pt idx="5152">
                  <c:v>9.9433886373104006</c:v>
                </c:pt>
                <c:pt idx="5153">
                  <c:v>10.0817993919947</c:v>
                </c:pt>
                <c:pt idx="5154">
                  <c:v>10.1610552219238</c:v>
                </c:pt>
                <c:pt idx="5155">
                  <c:v>10.2103293753455</c:v>
                </c:pt>
                <c:pt idx="5156">
                  <c:v>10.1328592296829</c:v>
                </c:pt>
                <c:pt idx="5157">
                  <c:v>10.1328592296829</c:v>
                </c:pt>
                <c:pt idx="5158">
                  <c:v>10.0590377265651</c:v>
                </c:pt>
                <c:pt idx="5159">
                  <c:v>9.8670592215899102</c:v>
                </c:pt>
                <c:pt idx="5160">
                  <c:v>9.7410562777545699</c:v>
                </c:pt>
                <c:pt idx="5161">
                  <c:v>9.6467796469860101</c:v>
                </c:pt>
                <c:pt idx="5162">
                  <c:v>9.6128974705823502</c:v>
                </c:pt>
                <c:pt idx="5163">
                  <c:v>9.6216025733268697</c:v>
                </c:pt>
                <c:pt idx="5164">
                  <c:v>9.7443617132769909</c:v>
                </c:pt>
                <c:pt idx="5165">
                  <c:v>9.7219055115211095</c:v>
                </c:pt>
                <c:pt idx="5166">
                  <c:v>9.8274448278850599</c:v>
                </c:pt>
                <c:pt idx="5167">
                  <c:v>9.7341399236959596</c:v>
                </c:pt>
                <c:pt idx="5168">
                  <c:v>9.7632382482512394</c:v>
                </c:pt>
                <c:pt idx="5169">
                  <c:v>9.7243465146108701</c:v>
                </c:pt>
                <c:pt idx="5170">
                  <c:v>9.6994515193972397</c:v>
                </c:pt>
                <c:pt idx="5171">
                  <c:v>9.7327030972859898</c:v>
                </c:pt>
                <c:pt idx="5172">
                  <c:v>9.7345538847272302</c:v>
                </c:pt>
                <c:pt idx="5173">
                  <c:v>9.7205496575294905</c:v>
                </c:pt>
                <c:pt idx="5174">
                  <c:v>9.6155037879671994</c:v>
                </c:pt>
                <c:pt idx="5175">
                  <c:v>9.5403655776155691</c:v>
                </c:pt>
                <c:pt idx="5176">
                  <c:v>9.8476780074581107</c:v>
                </c:pt>
                <c:pt idx="5177">
                  <c:v>10.1431931089993</c:v>
                </c:pt>
                <c:pt idx="5178">
                  <c:v>9.9458183950450998</c:v>
                </c:pt>
                <c:pt idx="5179">
                  <c:v>9.8569685244750591</c:v>
                </c:pt>
                <c:pt idx="5180">
                  <c:v>9.9614441702170105</c:v>
                </c:pt>
                <c:pt idx="5181">
                  <c:v>9.7966229784169503</c:v>
                </c:pt>
                <c:pt idx="5182">
                  <c:v>9.8039367543031002</c:v>
                </c:pt>
                <c:pt idx="5183">
                  <c:v>9.92558830643401</c:v>
                </c:pt>
                <c:pt idx="5184">
                  <c:v>9.8670385526930406</c:v>
                </c:pt>
                <c:pt idx="5185">
                  <c:v>9.7828051839083798</c:v>
                </c:pt>
                <c:pt idx="5186">
                  <c:v>9.7897863459173102</c:v>
                </c:pt>
                <c:pt idx="5187">
                  <c:v>9.7902253879321997</c:v>
                </c:pt>
                <c:pt idx="5188">
                  <c:v>9.8240124290263999</c:v>
                </c:pt>
                <c:pt idx="5189">
                  <c:v>9.8957509309918805</c:v>
                </c:pt>
                <c:pt idx="5190">
                  <c:v>9.98765981946846</c:v>
                </c:pt>
                <c:pt idx="5191">
                  <c:v>10.0334842143064</c:v>
                </c:pt>
                <c:pt idx="5192">
                  <c:v>10.0531037792839</c:v>
                </c:pt>
                <c:pt idx="5193">
                  <c:v>10.101688257949499</c:v>
                </c:pt>
                <c:pt idx="5194">
                  <c:v>10.171270127156101</c:v>
                </c:pt>
                <c:pt idx="5195">
                  <c:v>10.066793298520199</c:v>
                </c:pt>
                <c:pt idx="5196">
                  <c:v>10.0452150255456</c:v>
                </c:pt>
                <c:pt idx="5197">
                  <c:v>10.046555984046799</c:v>
                </c:pt>
                <c:pt idx="5198">
                  <c:v>10.0309929541203</c:v>
                </c:pt>
                <c:pt idx="5199">
                  <c:v>10.106180726775699</c:v>
                </c:pt>
                <c:pt idx="5200">
                  <c:v>10.0432860203101</c:v>
                </c:pt>
                <c:pt idx="5201">
                  <c:v>10.059569776337099</c:v>
                </c:pt>
                <c:pt idx="5202">
                  <c:v>10.1278739755179</c:v>
                </c:pt>
                <c:pt idx="5203">
                  <c:v>10.237334825281</c:v>
                </c:pt>
                <c:pt idx="5204">
                  <c:v>10.232743809976199</c:v>
                </c:pt>
                <c:pt idx="5205">
                  <c:v>10.3195887368465</c:v>
                </c:pt>
                <c:pt idx="5206">
                  <c:v>10.315216915166999</c:v>
                </c:pt>
                <c:pt idx="5207">
                  <c:v>10.4059619056865</c:v>
                </c:pt>
                <c:pt idx="5208">
                  <c:v>10.3105766233968</c:v>
                </c:pt>
                <c:pt idx="5209">
                  <c:v>10.26959931991</c:v>
                </c:pt>
                <c:pt idx="5210">
                  <c:v>10.2512169131754</c:v>
                </c:pt>
                <c:pt idx="5211">
                  <c:v>10.2387796024735</c:v>
                </c:pt>
                <c:pt idx="5212">
                  <c:v>10.2387796024735</c:v>
                </c:pt>
                <c:pt idx="5213">
                  <c:v>10.349878652902101</c:v>
                </c:pt>
                <c:pt idx="5214">
                  <c:v>10.317733962355801</c:v>
                </c:pt>
                <c:pt idx="5215">
                  <c:v>10.317733962355801</c:v>
                </c:pt>
                <c:pt idx="5216">
                  <c:v>10.317733962355801</c:v>
                </c:pt>
                <c:pt idx="5217">
                  <c:v>10.4885172753047</c:v>
                </c:pt>
                <c:pt idx="5218">
                  <c:v>10.701599034057599</c:v>
                </c:pt>
                <c:pt idx="5219">
                  <c:v>10.6186399811135</c:v>
                </c:pt>
                <c:pt idx="5220">
                  <c:v>10.4095454909484</c:v>
                </c:pt>
                <c:pt idx="5221">
                  <c:v>10.381643380701</c:v>
                </c:pt>
                <c:pt idx="5222">
                  <c:v>10.612952265528801</c:v>
                </c:pt>
                <c:pt idx="5223">
                  <c:v>10.657444250548499</c:v>
                </c:pt>
                <c:pt idx="5224">
                  <c:v>10.9917774110164</c:v>
                </c:pt>
                <c:pt idx="5225">
                  <c:v>11.211767726420801</c:v>
                </c:pt>
                <c:pt idx="5226">
                  <c:v>11.0194632451723</c:v>
                </c:pt>
                <c:pt idx="5227">
                  <c:v>11.2285215826781</c:v>
                </c:pt>
                <c:pt idx="5228">
                  <c:v>11.462730343576601</c:v>
                </c:pt>
                <c:pt idx="5229">
                  <c:v>11.271258668323</c:v>
                </c:pt>
                <c:pt idx="5230">
                  <c:v>11.251915787226899</c:v>
                </c:pt>
                <c:pt idx="5231">
                  <c:v>10.956061896079399</c:v>
                </c:pt>
                <c:pt idx="5232">
                  <c:v>10.816775128417399</c:v>
                </c:pt>
                <c:pt idx="5233">
                  <c:v>10.7471117360259</c:v>
                </c:pt>
                <c:pt idx="5234">
                  <c:v>10.922396739207</c:v>
                </c:pt>
                <c:pt idx="5235">
                  <c:v>11.0746875564897</c:v>
                </c:pt>
                <c:pt idx="5236">
                  <c:v>10.982095512225399</c:v>
                </c:pt>
                <c:pt idx="5237">
                  <c:v>10.8107562796912</c:v>
                </c:pt>
                <c:pt idx="5238">
                  <c:v>10.807906586829899</c:v>
                </c:pt>
                <c:pt idx="5239">
                  <c:v>10.807906586829899</c:v>
                </c:pt>
                <c:pt idx="5240">
                  <c:v>10.756277421078</c:v>
                </c:pt>
                <c:pt idx="5241">
                  <c:v>10.7451716189763</c:v>
                </c:pt>
                <c:pt idx="5242">
                  <c:v>10.8272473474191</c:v>
                </c:pt>
                <c:pt idx="5243">
                  <c:v>10.7067193064065</c:v>
                </c:pt>
                <c:pt idx="5244">
                  <c:v>10.689931968256801</c:v>
                </c:pt>
                <c:pt idx="5245">
                  <c:v>10.8762656352998</c:v>
                </c:pt>
                <c:pt idx="5246">
                  <c:v>11.0889275091806</c:v>
                </c:pt>
                <c:pt idx="5247">
                  <c:v>11.0889275091806</c:v>
                </c:pt>
                <c:pt idx="5248">
                  <c:v>11.026457751407699</c:v>
                </c:pt>
                <c:pt idx="5249">
                  <c:v>10.832698171687699</c:v>
                </c:pt>
                <c:pt idx="5250">
                  <c:v>10.7011762484189</c:v>
                </c:pt>
                <c:pt idx="5251">
                  <c:v>10.7573048524126</c:v>
                </c:pt>
                <c:pt idx="5252">
                  <c:v>10.866341869933899</c:v>
                </c:pt>
                <c:pt idx="5253">
                  <c:v>10.921128780663301</c:v>
                </c:pt>
                <c:pt idx="5254">
                  <c:v>10.9654436539673</c:v>
                </c:pt>
                <c:pt idx="5255">
                  <c:v>11.0978822034968</c:v>
                </c:pt>
                <c:pt idx="5256">
                  <c:v>11.169461133229801</c:v>
                </c:pt>
                <c:pt idx="5257">
                  <c:v>11.248757083433601</c:v>
                </c:pt>
                <c:pt idx="5258">
                  <c:v>11.2379702537215</c:v>
                </c:pt>
                <c:pt idx="5259">
                  <c:v>11.2909836469714</c:v>
                </c:pt>
                <c:pt idx="5260">
                  <c:v>11.3366048733551</c:v>
                </c:pt>
                <c:pt idx="5261">
                  <c:v>11.1945209026259</c:v>
                </c:pt>
                <c:pt idx="5262">
                  <c:v>11.1945209026259</c:v>
                </c:pt>
                <c:pt idx="5263">
                  <c:v>11.1717352159041</c:v>
                </c:pt>
                <c:pt idx="5264">
                  <c:v>11.164605459432901</c:v>
                </c:pt>
                <c:pt idx="5265">
                  <c:v>11.141908336663301</c:v>
                </c:pt>
                <c:pt idx="5266">
                  <c:v>11.0927619012087</c:v>
                </c:pt>
                <c:pt idx="5267">
                  <c:v>11.0927619012087</c:v>
                </c:pt>
                <c:pt idx="5268">
                  <c:v>11.015887099343001</c:v>
                </c:pt>
                <c:pt idx="5269">
                  <c:v>11.1428401689586</c:v>
                </c:pt>
                <c:pt idx="5270">
                  <c:v>11.3742642552162</c:v>
                </c:pt>
                <c:pt idx="5271">
                  <c:v>11.348748226097401</c:v>
                </c:pt>
                <c:pt idx="5272">
                  <c:v>11.254458077825801</c:v>
                </c:pt>
                <c:pt idx="5273">
                  <c:v>11.186502277656199</c:v>
                </c:pt>
                <c:pt idx="5274">
                  <c:v>11.245968732861799</c:v>
                </c:pt>
                <c:pt idx="5275">
                  <c:v>11.2934084704832</c:v>
                </c:pt>
                <c:pt idx="5276">
                  <c:v>11.251613827901</c:v>
                </c:pt>
                <c:pt idx="5277">
                  <c:v>11.163765283078501</c:v>
                </c:pt>
                <c:pt idx="5278">
                  <c:v>11.121541463886199</c:v>
                </c:pt>
                <c:pt idx="5279">
                  <c:v>11.184119701774801</c:v>
                </c:pt>
                <c:pt idx="5280">
                  <c:v>11.137595584276999</c:v>
                </c:pt>
                <c:pt idx="5281">
                  <c:v>11.121410463037501</c:v>
                </c:pt>
                <c:pt idx="5282">
                  <c:v>11.121410463037501</c:v>
                </c:pt>
                <c:pt idx="5283">
                  <c:v>11.164702197596901</c:v>
                </c:pt>
                <c:pt idx="5284">
                  <c:v>11.109503472602899</c:v>
                </c:pt>
                <c:pt idx="5285">
                  <c:v>11.101183642462299</c:v>
                </c:pt>
                <c:pt idx="5286">
                  <c:v>11.1298636450461</c:v>
                </c:pt>
                <c:pt idx="5287">
                  <c:v>11.088429738206001</c:v>
                </c:pt>
                <c:pt idx="5288">
                  <c:v>11.119529899257</c:v>
                </c:pt>
                <c:pt idx="5289">
                  <c:v>11.1785479568579</c:v>
                </c:pt>
                <c:pt idx="5290">
                  <c:v>11.145372243544401</c:v>
                </c:pt>
                <c:pt idx="5291">
                  <c:v>11.089829563226299</c:v>
                </c:pt>
                <c:pt idx="5292">
                  <c:v>11.0263125095092</c:v>
                </c:pt>
                <c:pt idx="5293">
                  <c:v>10.9831242112115</c:v>
                </c:pt>
                <c:pt idx="5294">
                  <c:v>10.9666872592601</c:v>
                </c:pt>
                <c:pt idx="5295">
                  <c:v>11.054407238226901</c:v>
                </c:pt>
                <c:pt idx="5296">
                  <c:v>11.1416729493017</c:v>
                </c:pt>
                <c:pt idx="5297">
                  <c:v>11.1398574230286</c:v>
                </c:pt>
                <c:pt idx="5298">
                  <c:v>11.1347207145814</c:v>
                </c:pt>
                <c:pt idx="5299">
                  <c:v>11.2098691061042</c:v>
                </c:pt>
                <c:pt idx="5300">
                  <c:v>11.166808634607101</c:v>
                </c:pt>
                <c:pt idx="5301">
                  <c:v>11.153319696509399</c:v>
                </c:pt>
                <c:pt idx="5302">
                  <c:v>11.3390304476181</c:v>
                </c:pt>
                <c:pt idx="5303">
                  <c:v>11.3194222948981</c:v>
                </c:pt>
                <c:pt idx="5304">
                  <c:v>11.114034862045701</c:v>
                </c:pt>
                <c:pt idx="5305">
                  <c:v>10.9544648114172</c:v>
                </c:pt>
                <c:pt idx="5306">
                  <c:v>10.853129592903899</c:v>
                </c:pt>
                <c:pt idx="5307">
                  <c:v>10.90521614136</c:v>
                </c:pt>
                <c:pt idx="5308">
                  <c:v>10.9454778305146</c:v>
                </c:pt>
                <c:pt idx="5309">
                  <c:v>10.9454778305146</c:v>
                </c:pt>
                <c:pt idx="5310">
                  <c:v>11.0152826582455</c:v>
                </c:pt>
                <c:pt idx="5311">
                  <c:v>10.8272303506482</c:v>
                </c:pt>
                <c:pt idx="5312">
                  <c:v>10.805988517404201</c:v>
                </c:pt>
                <c:pt idx="5313">
                  <c:v>10.6739824596588</c:v>
                </c:pt>
                <c:pt idx="5314">
                  <c:v>10.586144873493099</c:v>
                </c:pt>
                <c:pt idx="5315">
                  <c:v>10.604665394573701</c:v>
                </c:pt>
                <c:pt idx="5316">
                  <c:v>10.648754310449601</c:v>
                </c:pt>
                <c:pt idx="5317">
                  <c:v>10.648754310449601</c:v>
                </c:pt>
                <c:pt idx="5318">
                  <c:v>10.564106535248101</c:v>
                </c:pt>
                <c:pt idx="5319">
                  <c:v>10.582254378315</c:v>
                </c:pt>
                <c:pt idx="5320">
                  <c:v>10.6595634942644</c:v>
                </c:pt>
                <c:pt idx="5321">
                  <c:v>10.626743171191601</c:v>
                </c:pt>
                <c:pt idx="5322">
                  <c:v>10.569452606232799</c:v>
                </c:pt>
                <c:pt idx="5323">
                  <c:v>10.522550569581901</c:v>
                </c:pt>
                <c:pt idx="5324">
                  <c:v>10.558237650069501</c:v>
                </c:pt>
                <c:pt idx="5325">
                  <c:v>10.5559557952961</c:v>
                </c:pt>
                <c:pt idx="5326">
                  <c:v>10.532815832394</c:v>
                </c:pt>
                <c:pt idx="5327">
                  <c:v>10.5698755063414</c:v>
                </c:pt>
                <c:pt idx="5328">
                  <c:v>10.4717322130473</c:v>
                </c:pt>
                <c:pt idx="5329">
                  <c:v>10.568425292606401</c:v>
                </c:pt>
                <c:pt idx="5330">
                  <c:v>10.5328490779597</c:v>
                </c:pt>
                <c:pt idx="5331">
                  <c:v>10.5465312794226</c:v>
                </c:pt>
                <c:pt idx="5332">
                  <c:v>10.3755733149404</c:v>
                </c:pt>
                <c:pt idx="5333">
                  <c:v>10.4059815589699</c:v>
                </c:pt>
                <c:pt idx="5334">
                  <c:v>10.324900341704399</c:v>
                </c:pt>
                <c:pt idx="5335">
                  <c:v>10.3343829475753</c:v>
                </c:pt>
                <c:pt idx="5336">
                  <c:v>10.303700674782</c:v>
                </c:pt>
                <c:pt idx="5337">
                  <c:v>10.2567842411671</c:v>
                </c:pt>
                <c:pt idx="5338">
                  <c:v>10.2806884307247</c:v>
                </c:pt>
                <c:pt idx="5339">
                  <c:v>10.2762834481581</c:v>
                </c:pt>
                <c:pt idx="5340">
                  <c:v>10.272330358505201</c:v>
                </c:pt>
                <c:pt idx="5341">
                  <c:v>10.322659570610501</c:v>
                </c:pt>
                <c:pt idx="5342">
                  <c:v>10.4158357475935</c:v>
                </c:pt>
                <c:pt idx="5343">
                  <c:v>10.401995889159901</c:v>
                </c:pt>
                <c:pt idx="5344">
                  <c:v>10.3548154989618</c:v>
                </c:pt>
                <c:pt idx="5345">
                  <c:v>10.5389656921034</c:v>
                </c:pt>
                <c:pt idx="5346">
                  <c:v>10.454944250579601</c:v>
                </c:pt>
                <c:pt idx="5347">
                  <c:v>10.4596124368496</c:v>
                </c:pt>
                <c:pt idx="5348">
                  <c:v>10.4742260268773</c:v>
                </c:pt>
                <c:pt idx="5349">
                  <c:v>10.4265255737704</c:v>
                </c:pt>
                <c:pt idx="5350">
                  <c:v>10.474342013562801</c:v>
                </c:pt>
                <c:pt idx="5351">
                  <c:v>10.579061793737599</c:v>
                </c:pt>
                <c:pt idx="5352">
                  <c:v>10.673901729571</c:v>
                </c:pt>
                <c:pt idx="5353">
                  <c:v>10.5943790930988</c:v>
                </c:pt>
                <c:pt idx="5354">
                  <c:v>10.6805942435654</c:v>
                </c:pt>
                <c:pt idx="5355">
                  <c:v>10.769197801102299</c:v>
                </c:pt>
                <c:pt idx="5356">
                  <c:v>10.7463350316199</c:v>
                </c:pt>
                <c:pt idx="5357">
                  <c:v>10.7463350316199</c:v>
                </c:pt>
                <c:pt idx="5358">
                  <c:v>10.725863127883899</c:v>
                </c:pt>
                <c:pt idx="5359">
                  <c:v>10.7468530984419</c:v>
                </c:pt>
                <c:pt idx="5360">
                  <c:v>10.8563920630955</c:v>
                </c:pt>
                <c:pt idx="5361">
                  <c:v>10.8723235208546</c:v>
                </c:pt>
                <c:pt idx="5362">
                  <c:v>11.108846999780599</c:v>
                </c:pt>
                <c:pt idx="5363">
                  <c:v>11.1311839112951</c:v>
                </c:pt>
                <c:pt idx="5364">
                  <c:v>11.280451960193099</c:v>
                </c:pt>
                <c:pt idx="5365">
                  <c:v>11.20289369268</c:v>
                </c:pt>
                <c:pt idx="5366">
                  <c:v>11.2944026791445</c:v>
                </c:pt>
                <c:pt idx="5367" formatCode="General">
                  <c:v>11.49</c:v>
                </c:pt>
                <c:pt idx="5368" formatCode="General">
                  <c:v>11.43</c:v>
                </c:pt>
                <c:pt idx="5369" formatCode="General">
                  <c:v>11.32</c:v>
                </c:pt>
                <c:pt idx="5370" formatCode="General">
                  <c:v>11.37</c:v>
                </c:pt>
                <c:pt idx="5371" formatCode="General">
                  <c:v>11.44</c:v>
                </c:pt>
                <c:pt idx="5372" formatCode="General">
                  <c:v>11.51</c:v>
                </c:pt>
                <c:pt idx="5373" formatCode="General">
                  <c:v>11.53</c:v>
                </c:pt>
                <c:pt idx="5374" formatCode="General">
                  <c:v>11.19</c:v>
                </c:pt>
                <c:pt idx="5375" formatCode="General">
                  <c:v>11</c:v>
                </c:pt>
                <c:pt idx="5376" formatCode="General">
                  <c:v>11.07</c:v>
                </c:pt>
                <c:pt idx="5377" formatCode="General">
                  <c:v>11.14</c:v>
                </c:pt>
                <c:pt idx="5378" formatCode="General">
                  <c:v>11.07</c:v>
                </c:pt>
                <c:pt idx="5379" formatCode="General">
                  <c:v>11.04</c:v>
                </c:pt>
                <c:pt idx="5380" formatCode="General">
                  <c:v>11.1</c:v>
                </c:pt>
                <c:pt idx="5381" formatCode="General">
                  <c:v>10.99</c:v>
                </c:pt>
                <c:pt idx="5382" formatCode="General">
                  <c:v>10.94</c:v>
                </c:pt>
                <c:pt idx="5383" formatCode="General">
                  <c:v>10.78</c:v>
                </c:pt>
                <c:pt idx="5384" formatCode="General">
                  <c:v>10.84</c:v>
                </c:pt>
                <c:pt idx="5385" formatCode="General">
                  <c:v>11.04</c:v>
                </c:pt>
                <c:pt idx="5386" formatCode="General">
                  <c:v>11.22</c:v>
                </c:pt>
                <c:pt idx="5387" formatCode="General">
                  <c:v>11.27</c:v>
                </c:pt>
                <c:pt idx="5388" formatCode="General">
                  <c:v>11.36</c:v>
                </c:pt>
                <c:pt idx="5389" formatCode="General">
                  <c:v>11.41</c:v>
                </c:pt>
                <c:pt idx="5390" formatCode="General">
                  <c:v>11.31</c:v>
                </c:pt>
                <c:pt idx="5391" formatCode="General">
                  <c:v>11.26</c:v>
                </c:pt>
                <c:pt idx="5392" formatCode="General">
                  <c:v>11.26</c:v>
                </c:pt>
                <c:pt idx="5393" formatCode="General">
                  <c:v>11.22</c:v>
                </c:pt>
                <c:pt idx="5394" formatCode="General">
                  <c:v>11.19</c:v>
                </c:pt>
                <c:pt idx="5395" formatCode="General">
                  <c:v>11.32</c:v>
                </c:pt>
                <c:pt idx="5396" formatCode="General">
                  <c:v>11.46</c:v>
                </c:pt>
                <c:pt idx="5397" formatCode="General">
                  <c:v>11.45</c:v>
                </c:pt>
                <c:pt idx="5398" formatCode="General">
                  <c:v>11.61</c:v>
                </c:pt>
                <c:pt idx="5399" formatCode="General">
                  <c:v>11.66</c:v>
                </c:pt>
                <c:pt idx="5400" formatCode="General">
                  <c:v>11.69</c:v>
                </c:pt>
                <c:pt idx="5401" formatCode="General">
                  <c:v>11.87</c:v>
                </c:pt>
                <c:pt idx="5402" formatCode="General">
                  <c:v>11.85</c:v>
                </c:pt>
                <c:pt idx="5403" formatCode="General">
                  <c:v>12.06</c:v>
                </c:pt>
                <c:pt idx="5404" formatCode="General">
                  <c:v>11.96</c:v>
                </c:pt>
                <c:pt idx="5405" formatCode="General">
                  <c:v>12.02</c:v>
                </c:pt>
                <c:pt idx="5406" formatCode="#,##0.00">
                  <c:v>12.07</c:v>
                </c:pt>
                <c:pt idx="5407" formatCode="#,##0.00">
                  <c:v>12.39</c:v>
                </c:pt>
                <c:pt idx="5408" formatCode="#,##0.00">
                  <c:v>12.39</c:v>
                </c:pt>
                <c:pt idx="5409" formatCode="#,##0.00">
                  <c:v>12.43</c:v>
                </c:pt>
                <c:pt idx="5410" formatCode="#,##0.00">
                  <c:v>12.38</c:v>
                </c:pt>
                <c:pt idx="5411" formatCode="#,##0.00">
                  <c:v>12.28</c:v>
                </c:pt>
                <c:pt idx="5412" formatCode="#,##0.00">
                  <c:v>12.28</c:v>
                </c:pt>
                <c:pt idx="5413" formatCode="#,##0.00">
                  <c:v>12.28</c:v>
                </c:pt>
                <c:pt idx="5414" formatCode="#,##0.00">
                  <c:v>12.24</c:v>
                </c:pt>
                <c:pt idx="5415" formatCode="#,##0.00">
                  <c:v>12.17</c:v>
                </c:pt>
                <c:pt idx="5416" formatCode="#,##0.00">
                  <c:v>12</c:v>
                </c:pt>
                <c:pt idx="5417" formatCode="#,##0.00">
                  <c:v>12.04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9E9-4D25-B60A-92C31AFE1E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63444016"/>
        <c:axId val="1763457936"/>
        <c:extLst>
          <c:ext xmlns:c15="http://schemas.microsoft.com/office/drawing/2012/chart" uri="{02D57815-91ED-43cb-92C2-25804820EDAC}">
            <c15:filteredLine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Hoja2!$C$2</c15:sqref>
                        </c15:formulaRef>
                      </c:ext>
                    </c:extLst>
                    <c:strCache>
                      <c:ptCount val="1"/>
                      <c:pt idx="0">
                        <c:v>TES 5 años</c:v>
                      </c:pt>
                    </c:strCache>
                  </c:strRef>
                </c:tx>
                <c:spPr>
                  <a:ln w="12700" cap="rnd">
                    <a:solidFill>
                      <a:srgbClr val="00B0F0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uri="{02D57815-91ED-43cb-92C2-25804820EDAC}">
                        <c15:formulaRef>
                          <c15:sqref>Hoja2!$B$316:$B$5735</c15:sqref>
                        </c15:formulaRef>
                      </c:ext>
                    </c:extLst>
                    <c:numCache>
                      <c:formatCode>m/d/yyyy</c:formatCode>
                      <c:ptCount val="5420"/>
                      <c:pt idx="0">
                        <c:v>38070</c:v>
                      </c:pt>
                      <c:pt idx="1">
                        <c:v>38071</c:v>
                      </c:pt>
                      <c:pt idx="2">
                        <c:v>38072</c:v>
                      </c:pt>
                      <c:pt idx="3">
                        <c:v>38075</c:v>
                      </c:pt>
                      <c:pt idx="4">
                        <c:v>38076</c:v>
                      </c:pt>
                      <c:pt idx="5">
                        <c:v>38077</c:v>
                      </c:pt>
                      <c:pt idx="6">
                        <c:v>38078</c:v>
                      </c:pt>
                      <c:pt idx="7">
                        <c:v>38079</c:v>
                      </c:pt>
                      <c:pt idx="8">
                        <c:v>38082</c:v>
                      </c:pt>
                      <c:pt idx="9">
                        <c:v>38083</c:v>
                      </c:pt>
                      <c:pt idx="10">
                        <c:v>38084</c:v>
                      </c:pt>
                      <c:pt idx="11">
                        <c:v>38085</c:v>
                      </c:pt>
                      <c:pt idx="12">
                        <c:v>38089</c:v>
                      </c:pt>
                      <c:pt idx="13">
                        <c:v>38090</c:v>
                      </c:pt>
                      <c:pt idx="14">
                        <c:v>38091</c:v>
                      </c:pt>
                      <c:pt idx="15">
                        <c:v>38092</c:v>
                      </c:pt>
                      <c:pt idx="16">
                        <c:v>38093</c:v>
                      </c:pt>
                      <c:pt idx="17">
                        <c:v>38096</c:v>
                      </c:pt>
                      <c:pt idx="18">
                        <c:v>38097</c:v>
                      </c:pt>
                      <c:pt idx="19">
                        <c:v>38098</c:v>
                      </c:pt>
                      <c:pt idx="20">
                        <c:v>38099</c:v>
                      </c:pt>
                      <c:pt idx="21">
                        <c:v>38100</c:v>
                      </c:pt>
                      <c:pt idx="22">
                        <c:v>38103</c:v>
                      </c:pt>
                      <c:pt idx="23">
                        <c:v>38104</c:v>
                      </c:pt>
                      <c:pt idx="24">
                        <c:v>38105</c:v>
                      </c:pt>
                      <c:pt idx="25">
                        <c:v>38106</c:v>
                      </c:pt>
                      <c:pt idx="26">
                        <c:v>38107</c:v>
                      </c:pt>
                      <c:pt idx="27">
                        <c:v>38110</c:v>
                      </c:pt>
                      <c:pt idx="28">
                        <c:v>38111</c:v>
                      </c:pt>
                      <c:pt idx="29">
                        <c:v>38112</c:v>
                      </c:pt>
                      <c:pt idx="30">
                        <c:v>38113</c:v>
                      </c:pt>
                      <c:pt idx="31">
                        <c:v>38114</c:v>
                      </c:pt>
                      <c:pt idx="32">
                        <c:v>38117</c:v>
                      </c:pt>
                      <c:pt idx="33">
                        <c:v>38118</c:v>
                      </c:pt>
                      <c:pt idx="34">
                        <c:v>38119</c:v>
                      </c:pt>
                      <c:pt idx="35">
                        <c:v>38120</c:v>
                      </c:pt>
                      <c:pt idx="36">
                        <c:v>38121</c:v>
                      </c:pt>
                      <c:pt idx="37">
                        <c:v>38124</c:v>
                      </c:pt>
                      <c:pt idx="38">
                        <c:v>38125</c:v>
                      </c:pt>
                      <c:pt idx="39">
                        <c:v>38126</c:v>
                      </c:pt>
                      <c:pt idx="40">
                        <c:v>38127</c:v>
                      </c:pt>
                      <c:pt idx="41">
                        <c:v>38128</c:v>
                      </c:pt>
                      <c:pt idx="42">
                        <c:v>38131</c:v>
                      </c:pt>
                      <c:pt idx="43">
                        <c:v>38132</c:v>
                      </c:pt>
                      <c:pt idx="44">
                        <c:v>38133</c:v>
                      </c:pt>
                      <c:pt idx="45">
                        <c:v>38134</c:v>
                      </c:pt>
                      <c:pt idx="46">
                        <c:v>38135</c:v>
                      </c:pt>
                      <c:pt idx="47">
                        <c:v>38138</c:v>
                      </c:pt>
                      <c:pt idx="48">
                        <c:v>38139</c:v>
                      </c:pt>
                      <c:pt idx="49">
                        <c:v>38140</c:v>
                      </c:pt>
                      <c:pt idx="50">
                        <c:v>38141</c:v>
                      </c:pt>
                      <c:pt idx="51">
                        <c:v>38142</c:v>
                      </c:pt>
                      <c:pt idx="52">
                        <c:v>38145</c:v>
                      </c:pt>
                      <c:pt idx="53">
                        <c:v>38146</c:v>
                      </c:pt>
                      <c:pt idx="54">
                        <c:v>38147</c:v>
                      </c:pt>
                      <c:pt idx="55">
                        <c:v>38148</c:v>
                      </c:pt>
                      <c:pt idx="56">
                        <c:v>38149</c:v>
                      </c:pt>
                      <c:pt idx="57">
                        <c:v>38152</c:v>
                      </c:pt>
                      <c:pt idx="58">
                        <c:v>38153</c:v>
                      </c:pt>
                      <c:pt idx="59">
                        <c:v>38154</c:v>
                      </c:pt>
                      <c:pt idx="60">
                        <c:v>38155</c:v>
                      </c:pt>
                      <c:pt idx="61">
                        <c:v>38156</c:v>
                      </c:pt>
                      <c:pt idx="62">
                        <c:v>38159</c:v>
                      </c:pt>
                      <c:pt idx="63">
                        <c:v>38160</c:v>
                      </c:pt>
                      <c:pt idx="64">
                        <c:v>38161</c:v>
                      </c:pt>
                      <c:pt idx="65">
                        <c:v>38162</c:v>
                      </c:pt>
                      <c:pt idx="66">
                        <c:v>38163</c:v>
                      </c:pt>
                      <c:pt idx="67">
                        <c:v>38166</c:v>
                      </c:pt>
                      <c:pt idx="68">
                        <c:v>38167</c:v>
                      </c:pt>
                      <c:pt idx="69">
                        <c:v>38168</c:v>
                      </c:pt>
                      <c:pt idx="70">
                        <c:v>38169</c:v>
                      </c:pt>
                      <c:pt idx="71">
                        <c:v>38170</c:v>
                      </c:pt>
                      <c:pt idx="72">
                        <c:v>38174</c:v>
                      </c:pt>
                      <c:pt idx="73">
                        <c:v>38175</c:v>
                      </c:pt>
                      <c:pt idx="74">
                        <c:v>38176</c:v>
                      </c:pt>
                      <c:pt idx="75">
                        <c:v>38177</c:v>
                      </c:pt>
                      <c:pt idx="76">
                        <c:v>38180</c:v>
                      </c:pt>
                      <c:pt idx="77">
                        <c:v>38181</c:v>
                      </c:pt>
                      <c:pt idx="78">
                        <c:v>38182</c:v>
                      </c:pt>
                      <c:pt idx="79">
                        <c:v>38183</c:v>
                      </c:pt>
                      <c:pt idx="80">
                        <c:v>38184</c:v>
                      </c:pt>
                      <c:pt idx="81">
                        <c:v>38187</c:v>
                      </c:pt>
                      <c:pt idx="82">
                        <c:v>38188</c:v>
                      </c:pt>
                      <c:pt idx="83">
                        <c:v>38189</c:v>
                      </c:pt>
                      <c:pt idx="84">
                        <c:v>38190</c:v>
                      </c:pt>
                      <c:pt idx="85">
                        <c:v>38191</c:v>
                      </c:pt>
                      <c:pt idx="86">
                        <c:v>38194</c:v>
                      </c:pt>
                      <c:pt idx="87">
                        <c:v>38195</c:v>
                      </c:pt>
                      <c:pt idx="88">
                        <c:v>38196</c:v>
                      </c:pt>
                      <c:pt idx="89">
                        <c:v>38197</c:v>
                      </c:pt>
                      <c:pt idx="90">
                        <c:v>38198</c:v>
                      </c:pt>
                      <c:pt idx="91">
                        <c:v>38201</c:v>
                      </c:pt>
                      <c:pt idx="92">
                        <c:v>38202</c:v>
                      </c:pt>
                      <c:pt idx="93">
                        <c:v>38203</c:v>
                      </c:pt>
                      <c:pt idx="94">
                        <c:v>38204</c:v>
                      </c:pt>
                      <c:pt idx="95">
                        <c:v>38205</c:v>
                      </c:pt>
                      <c:pt idx="96">
                        <c:v>38208</c:v>
                      </c:pt>
                      <c:pt idx="97">
                        <c:v>38209</c:v>
                      </c:pt>
                      <c:pt idx="98">
                        <c:v>38210</c:v>
                      </c:pt>
                      <c:pt idx="99">
                        <c:v>38211</c:v>
                      </c:pt>
                      <c:pt idx="100">
                        <c:v>38212</c:v>
                      </c:pt>
                      <c:pt idx="101">
                        <c:v>38215</c:v>
                      </c:pt>
                      <c:pt idx="102">
                        <c:v>38216</c:v>
                      </c:pt>
                      <c:pt idx="103">
                        <c:v>38217</c:v>
                      </c:pt>
                      <c:pt idx="104">
                        <c:v>38218</c:v>
                      </c:pt>
                      <c:pt idx="105">
                        <c:v>38219</c:v>
                      </c:pt>
                      <c:pt idx="106">
                        <c:v>38222</c:v>
                      </c:pt>
                      <c:pt idx="107">
                        <c:v>38223</c:v>
                      </c:pt>
                      <c:pt idx="108">
                        <c:v>38224</c:v>
                      </c:pt>
                      <c:pt idx="109">
                        <c:v>38225</c:v>
                      </c:pt>
                      <c:pt idx="110">
                        <c:v>38226</c:v>
                      </c:pt>
                      <c:pt idx="111">
                        <c:v>38229</c:v>
                      </c:pt>
                      <c:pt idx="112">
                        <c:v>38230</c:v>
                      </c:pt>
                      <c:pt idx="113">
                        <c:v>38231</c:v>
                      </c:pt>
                      <c:pt idx="114">
                        <c:v>38232</c:v>
                      </c:pt>
                      <c:pt idx="115">
                        <c:v>38233</c:v>
                      </c:pt>
                      <c:pt idx="116">
                        <c:v>38236</c:v>
                      </c:pt>
                      <c:pt idx="117">
                        <c:v>38237</c:v>
                      </c:pt>
                      <c:pt idx="118">
                        <c:v>38238</c:v>
                      </c:pt>
                      <c:pt idx="119">
                        <c:v>38239</c:v>
                      </c:pt>
                      <c:pt idx="120">
                        <c:v>38240</c:v>
                      </c:pt>
                      <c:pt idx="121">
                        <c:v>38243</c:v>
                      </c:pt>
                      <c:pt idx="122">
                        <c:v>38244</c:v>
                      </c:pt>
                      <c:pt idx="123">
                        <c:v>38245</c:v>
                      </c:pt>
                      <c:pt idx="124">
                        <c:v>38246</c:v>
                      </c:pt>
                      <c:pt idx="125">
                        <c:v>38247</c:v>
                      </c:pt>
                      <c:pt idx="126">
                        <c:v>38250</c:v>
                      </c:pt>
                      <c:pt idx="127">
                        <c:v>38251</c:v>
                      </c:pt>
                      <c:pt idx="128">
                        <c:v>38252</c:v>
                      </c:pt>
                      <c:pt idx="129">
                        <c:v>38253</c:v>
                      </c:pt>
                      <c:pt idx="130">
                        <c:v>38254</c:v>
                      </c:pt>
                      <c:pt idx="131">
                        <c:v>38257</c:v>
                      </c:pt>
                      <c:pt idx="132">
                        <c:v>38258</c:v>
                      </c:pt>
                      <c:pt idx="133">
                        <c:v>38259</c:v>
                      </c:pt>
                      <c:pt idx="134">
                        <c:v>38260</c:v>
                      </c:pt>
                      <c:pt idx="135">
                        <c:v>38261</c:v>
                      </c:pt>
                      <c:pt idx="136">
                        <c:v>38264</c:v>
                      </c:pt>
                      <c:pt idx="137">
                        <c:v>38265</c:v>
                      </c:pt>
                      <c:pt idx="138">
                        <c:v>38266</c:v>
                      </c:pt>
                      <c:pt idx="139">
                        <c:v>38267</c:v>
                      </c:pt>
                      <c:pt idx="140">
                        <c:v>38268</c:v>
                      </c:pt>
                      <c:pt idx="141">
                        <c:v>38271</c:v>
                      </c:pt>
                      <c:pt idx="142">
                        <c:v>38272</c:v>
                      </c:pt>
                      <c:pt idx="143">
                        <c:v>38273</c:v>
                      </c:pt>
                      <c:pt idx="144">
                        <c:v>38274</c:v>
                      </c:pt>
                      <c:pt idx="145">
                        <c:v>38275</c:v>
                      </c:pt>
                      <c:pt idx="146">
                        <c:v>38278</c:v>
                      </c:pt>
                      <c:pt idx="147">
                        <c:v>38279</c:v>
                      </c:pt>
                      <c:pt idx="148">
                        <c:v>38280</c:v>
                      </c:pt>
                      <c:pt idx="149">
                        <c:v>38281</c:v>
                      </c:pt>
                      <c:pt idx="150">
                        <c:v>38282</c:v>
                      </c:pt>
                      <c:pt idx="151">
                        <c:v>38285</c:v>
                      </c:pt>
                      <c:pt idx="152">
                        <c:v>38286</c:v>
                      </c:pt>
                      <c:pt idx="153">
                        <c:v>38287</c:v>
                      </c:pt>
                      <c:pt idx="154">
                        <c:v>38288</c:v>
                      </c:pt>
                      <c:pt idx="155">
                        <c:v>38289</c:v>
                      </c:pt>
                      <c:pt idx="156">
                        <c:v>38292</c:v>
                      </c:pt>
                      <c:pt idx="157">
                        <c:v>38293</c:v>
                      </c:pt>
                      <c:pt idx="158">
                        <c:v>38294</c:v>
                      </c:pt>
                      <c:pt idx="159">
                        <c:v>38295</c:v>
                      </c:pt>
                      <c:pt idx="160">
                        <c:v>38296</c:v>
                      </c:pt>
                      <c:pt idx="161">
                        <c:v>38299</c:v>
                      </c:pt>
                      <c:pt idx="162">
                        <c:v>38300</c:v>
                      </c:pt>
                      <c:pt idx="163">
                        <c:v>38301</c:v>
                      </c:pt>
                      <c:pt idx="164">
                        <c:v>38302</c:v>
                      </c:pt>
                      <c:pt idx="165">
                        <c:v>38303</c:v>
                      </c:pt>
                      <c:pt idx="166">
                        <c:v>38306</c:v>
                      </c:pt>
                      <c:pt idx="167">
                        <c:v>38307</c:v>
                      </c:pt>
                      <c:pt idx="168">
                        <c:v>38308</c:v>
                      </c:pt>
                      <c:pt idx="169">
                        <c:v>38309</c:v>
                      </c:pt>
                      <c:pt idx="170">
                        <c:v>38310</c:v>
                      </c:pt>
                      <c:pt idx="171">
                        <c:v>38313</c:v>
                      </c:pt>
                      <c:pt idx="172">
                        <c:v>38314</c:v>
                      </c:pt>
                      <c:pt idx="173">
                        <c:v>38315</c:v>
                      </c:pt>
                      <c:pt idx="174">
                        <c:v>38316</c:v>
                      </c:pt>
                      <c:pt idx="175">
                        <c:v>38317</c:v>
                      </c:pt>
                      <c:pt idx="176">
                        <c:v>38320</c:v>
                      </c:pt>
                      <c:pt idx="177">
                        <c:v>38321</c:v>
                      </c:pt>
                      <c:pt idx="178">
                        <c:v>38322</c:v>
                      </c:pt>
                      <c:pt idx="179">
                        <c:v>38323</c:v>
                      </c:pt>
                      <c:pt idx="180">
                        <c:v>38324</c:v>
                      </c:pt>
                      <c:pt idx="181">
                        <c:v>38327</c:v>
                      </c:pt>
                      <c:pt idx="182">
                        <c:v>38328</c:v>
                      </c:pt>
                      <c:pt idx="183">
                        <c:v>38329</c:v>
                      </c:pt>
                      <c:pt idx="184">
                        <c:v>38330</c:v>
                      </c:pt>
                      <c:pt idx="185">
                        <c:v>38331</c:v>
                      </c:pt>
                      <c:pt idx="186">
                        <c:v>38334</c:v>
                      </c:pt>
                      <c:pt idx="187">
                        <c:v>38335</c:v>
                      </c:pt>
                      <c:pt idx="188">
                        <c:v>38336</c:v>
                      </c:pt>
                      <c:pt idx="189">
                        <c:v>38337</c:v>
                      </c:pt>
                      <c:pt idx="190">
                        <c:v>38338</c:v>
                      </c:pt>
                      <c:pt idx="191">
                        <c:v>38341</c:v>
                      </c:pt>
                      <c:pt idx="192">
                        <c:v>38342</c:v>
                      </c:pt>
                      <c:pt idx="193">
                        <c:v>38343</c:v>
                      </c:pt>
                      <c:pt idx="194">
                        <c:v>38344</c:v>
                      </c:pt>
                      <c:pt idx="195">
                        <c:v>38345</c:v>
                      </c:pt>
                      <c:pt idx="196">
                        <c:v>38348</c:v>
                      </c:pt>
                      <c:pt idx="197">
                        <c:v>38349</c:v>
                      </c:pt>
                      <c:pt idx="198">
                        <c:v>38350</c:v>
                      </c:pt>
                      <c:pt idx="199">
                        <c:v>38351</c:v>
                      </c:pt>
                      <c:pt idx="200">
                        <c:v>38352</c:v>
                      </c:pt>
                      <c:pt idx="201">
                        <c:v>38355</c:v>
                      </c:pt>
                      <c:pt idx="202">
                        <c:v>38356</c:v>
                      </c:pt>
                      <c:pt idx="203">
                        <c:v>38357</c:v>
                      </c:pt>
                      <c:pt idx="204">
                        <c:v>38358</c:v>
                      </c:pt>
                      <c:pt idx="205">
                        <c:v>38359</c:v>
                      </c:pt>
                      <c:pt idx="206">
                        <c:v>38362</c:v>
                      </c:pt>
                      <c:pt idx="207">
                        <c:v>38363</c:v>
                      </c:pt>
                      <c:pt idx="208">
                        <c:v>38364</c:v>
                      </c:pt>
                      <c:pt idx="209">
                        <c:v>38365</c:v>
                      </c:pt>
                      <c:pt idx="210">
                        <c:v>38366</c:v>
                      </c:pt>
                      <c:pt idx="211">
                        <c:v>38369</c:v>
                      </c:pt>
                      <c:pt idx="212">
                        <c:v>38370</c:v>
                      </c:pt>
                      <c:pt idx="213">
                        <c:v>38371</c:v>
                      </c:pt>
                      <c:pt idx="214">
                        <c:v>38372</c:v>
                      </c:pt>
                      <c:pt idx="215">
                        <c:v>38373</c:v>
                      </c:pt>
                      <c:pt idx="216">
                        <c:v>38376</c:v>
                      </c:pt>
                      <c:pt idx="217">
                        <c:v>38377</c:v>
                      </c:pt>
                      <c:pt idx="218">
                        <c:v>38378</c:v>
                      </c:pt>
                      <c:pt idx="219">
                        <c:v>38379</c:v>
                      </c:pt>
                      <c:pt idx="220">
                        <c:v>38380</c:v>
                      </c:pt>
                      <c:pt idx="221">
                        <c:v>38383</c:v>
                      </c:pt>
                      <c:pt idx="222">
                        <c:v>38384</c:v>
                      </c:pt>
                      <c:pt idx="223">
                        <c:v>38385</c:v>
                      </c:pt>
                      <c:pt idx="224">
                        <c:v>38386</c:v>
                      </c:pt>
                      <c:pt idx="225">
                        <c:v>38387</c:v>
                      </c:pt>
                      <c:pt idx="226">
                        <c:v>38390</c:v>
                      </c:pt>
                      <c:pt idx="227">
                        <c:v>38391</c:v>
                      </c:pt>
                      <c:pt idx="228">
                        <c:v>38392</c:v>
                      </c:pt>
                      <c:pt idx="229">
                        <c:v>38393</c:v>
                      </c:pt>
                      <c:pt idx="230">
                        <c:v>38394</c:v>
                      </c:pt>
                      <c:pt idx="231">
                        <c:v>38397</c:v>
                      </c:pt>
                      <c:pt idx="232">
                        <c:v>38398</c:v>
                      </c:pt>
                      <c:pt idx="233">
                        <c:v>38399</c:v>
                      </c:pt>
                      <c:pt idx="234">
                        <c:v>38400</c:v>
                      </c:pt>
                      <c:pt idx="235">
                        <c:v>38401</c:v>
                      </c:pt>
                      <c:pt idx="236">
                        <c:v>38404</c:v>
                      </c:pt>
                      <c:pt idx="237">
                        <c:v>38405</c:v>
                      </c:pt>
                      <c:pt idx="238">
                        <c:v>38406</c:v>
                      </c:pt>
                      <c:pt idx="239">
                        <c:v>38407</c:v>
                      </c:pt>
                      <c:pt idx="240">
                        <c:v>38408</c:v>
                      </c:pt>
                      <c:pt idx="241">
                        <c:v>38411</c:v>
                      </c:pt>
                      <c:pt idx="242">
                        <c:v>38412</c:v>
                      </c:pt>
                      <c:pt idx="243">
                        <c:v>38413</c:v>
                      </c:pt>
                      <c:pt idx="244">
                        <c:v>38414</c:v>
                      </c:pt>
                      <c:pt idx="245">
                        <c:v>38415</c:v>
                      </c:pt>
                      <c:pt idx="246">
                        <c:v>38418</c:v>
                      </c:pt>
                      <c:pt idx="247">
                        <c:v>38419</c:v>
                      </c:pt>
                      <c:pt idx="248">
                        <c:v>38420</c:v>
                      </c:pt>
                      <c:pt idx="249">
                        <c:v>38421</c:v>
                      </c:pt>
                      <c:pt idx="250">
                        <c:v>38422</c:v>
                      </c:pt>
                      <c:pt idx="251">
                        <c:v>38425</c:v>
                      </c:pt>
                      <c:pt idx="252">
                        <c:v>38426</c:v>
                      </c:pt>
                      <c:pt idx="253">
                        <c:v>38427</c:v>
                      </c:pt>
                      <c:pt idx="254">
                        <c:v>38428</c:v>
                      </c:pt>
                      <c:pt idx="255">
                        <c:v>38429</c:v>
                      </c:pt>
                      <c:pt idx="256">
                        <c:v>38432</c:v>
                      </c:pt>
                      <c:pt idx="257">
                        <c:v>38433</c:v>
                      </c:pt>
                      <c:pt idx="258">
                        <c:v>38434</c:v>
                      </c:pt>
                      <c:pt idx="259">
                        <c:v>38435</c:v>
                      </c:pt>
                      <c:pt idx="260">
                        <c:v>38436</c:v>
                      </c:pt>
                      <c:pt idx="261">
                        <c:v>38439</c:v>
                      </c:pt>
                      <c:pt idx="262">
                        <c:v>38440</c:v>
                      </c:pt>
                      <c:pt idx="263">
                        <c:v>38441</c:v>
                      </c:pt>
                      <c:pt idx="264">
                        <c:v>38442</c:v>
                      </c:pt>
                      <c:pt idx="265">
                        <c:v>38443</c:v>
                      </c:pt>
                      <c:pt idx="266">
                        <c:v>38446</c:v>
                      </c:pt>
                      <c:pt idx="267">
                        <c:v>38447</c:v>
                      </c:pt>
                      <c:pt idx="268">
                        <c:v>38448</c:v>
                      </c:pt>
                      <c:pt idx="269">
                        <c:v>38449</c:v>
                      </c:pt>
                      <c:pt idx="270">
                        <c:v>38450</c:v>
                      </c:pt>
                      <c:pt idx="271">
                        <c:v>38453</c:v>
                      </c:pt>
                      <c:pt idx="272">
                        <c:v>38454</c:v>
                      </c:pt>
                      <c:pt idx="273">
                        <c:v>38455</c:v>
                      </c:pt>
                      <c:pt idx="274">
                        <c:v>38456</c:v>
                      </c:pt>
                      <c:pt idx="275">
                        <c:v>38457</c:v>
                      </c:pt>
                      <c:pt idx="276">
                        <c:v>38460</c:v>
                      </c:pt>
                      <c:pt idx="277">
                        <c:v>38461</c:v>
                      </c:pt>
                      <c:pt idx="278">
                        <c:v>38462</c:v>
                      </c:pt>
                      <c:pt idx="279">
                        <c:v>38463</c:v>
                      </c:pt>
                      <c:pt idx="280">
                        <c:v>38464</c:v>
                      </c:pt>
                      <c:pt idx="281">
                        <c:v>38467</c:v>
                      </c:pt>
                      <c:pt idx="282">
                        <c:v>38468</c:v>
                      </c:pt>
                      <c:pt idx="283">
                        <c:v>38469</c:v>
                      </c:pt>
                      <c:pt idx="284">
                        <c:v>38470</c:v>
                      </c:pt>
                      <c:pt idx="285">
                        <c:v>38471</c:v>
                      </c:pt>
                      <c:pt idx="286">
                        <c:v>38474</c:v>
                      </c:pt>
                      <c:pt idx="287">
                        <c:v>38475</c:v>
                      </c:pt>
                      <c:pt idx="288">
                        <c:v>38476</c:v>
                      </c:pt>
                      <c:pt idx="289">
                        <c:v>38477</c:v>
                      </c:pt>
                      <c:pt idx="290">
                        <c:v>38478</c:v>
                      </c:pt>
                      <c:pt idx="291">
                        <c:v>38481</c:v>
                      </c:pt>
                      <c:pt idx="292">
                        <c:v>38482</c:v>
                      </c:pt>
                      <c:pt idx="293">
                        <c:v>38483</c:v>
                      </c:pt>
                      <c:pt idx="294">
                        <c:v>38484</c:v>
                      </c:pt>
                      <c:pt idx="295">
                        <c:v>38485</c:v>
                      </c:pt>
                      <c:pt idx="296">
                        <c:v>38488</c:v>
                      </c:pt>
                      <c:pt idx="297">
                        <c:v>38489</c:v>
                      </c:pt>
                      <c:pt idx="298">
                        <c:v>38490</c:v>
                      </c:pt>
                      <c:pt idx="299">
                        <c:v>38491</c:v>
                      </c:pt>
                      <c:pt idx="300">
                        <c:v>38492</c:v>
                      </c:pt>
                      <c:pt idx="301">
                        <c:v>38495</c:v>
                      </c:pt>
                      <c:pt idx="302">
                        <c:v>38496</c:v>
                      </c:pt>
                      <c:pt idx="303">
                        <c:v>38497</c:v>
                      </c:pt>
                      <c:pt idx="304">
                        <c:v>38498</c:v>
                      </c:pt>
                      <c:pt idx="305">
                        <c:v>38499</c:v>
                      </c:pt>
                      <c:pt idx="306">
                        <c:v>38503</c:v>
                      </c:pt>
                      <c:pt idx="307">
                        <c:v>38504</c:v>
                      </c:pt>
                      <c:pt idx="308">
                        <c:v>38505</c:v>
                      </c:pt>
                      <c:pt idx="309">
                        <c:v>38506</c:v>
                      </c:pt>
                      <c:pt idx="310">
                        <c:v>38509</c:v>
                      </c:pt>
                      <c:pt idx="311">
                        <c:v>38510</c:v>
                      </c:pt>
                      <c:pt idx="312">
                        <c:v>38511</c:v>
                      </c:pt>
                      <c:pt idx="313">
                        <c:v>38512</c:v>
                      </c:pt>
                      <c:pt idx="314">
                        <c:v>38513</c:v>
                      </c:pt>
                      <c:pt idx="315">
                        <c:v>38516</c:v>
                      </c:pt>
                      <c:pt idx="316">
                        <c:v>38517</c:v>
                      </c:pt>
                      <c:pt idx="317">
                        <c:v>38518</c:v>
                      </c:pt>
                      <c:pt idx="318">
                        <c:v>38519</c:v>
                      </c:pt>
                      <c:pt idx="319">
                        <c:v>38520</c:v>
                      </c:pt>
                      <c:pt idx="320">
                        <c:v>38523</c:v>
                      </c:pt>
                      <c:pt idx="321">
                        <c:v>38524</c:v>
                      </c:pt>
                      <c:pt idx="322">
                        <c:v>38525</c:v>
                      </c:pt>
                      <c:pt idx="323">
                        <c:v>38526</c:v>
                      </c:pt>
                      <c:pt idx="324">
                        <c:v>38527</c:v>
                      </c:pt>
                      <c:pt idx="325">
                        <c:v>38530</c:v>
                      </c:pt>
                      <c:pt idx="326">
                        <c:v>38531</c:v>
                      </c:pt>
                      <c:pt idx="327">
                        <c:v>38532</c:v>
                      </c:pt>
                      <c:pt idx="328">
                        <c:v>38533</c:v>
                      </c:pt>
                      <c:pt idx="329">
                        <c:v>38534</c:v>
                      </c:pt>
                      <c:pt idx="330">
                        <c:v>38537</c:v>
                      </c:pt>
                      <c:pt idx="331">
                        <c:v>38538</c:v>
                      </c:pt>
                      <c:pt idx="332">
                        <c:v>38539</c:v>
                      </c:pt>
                      <c:pt idx="333">
                        <c:v>38540</c:v>
                      </c:pt>
                      <c:pt idx="334">
                        <c:v>38541</c:v>
                      </c:pt>
                      <c:pt idx="335">
                        <c:v>38544</c:v>
                      </c:pt>
                      <c:pt idx="336">
                        <c:v>38545</c:v>
                      </c:pt>
                      <c:pt idx="337">
                        <c:v>38546</c:v>
                      </c:pt>
                      <c:pt idx="338">
                        <c:v>38547</c:v>
                      </c:pt>
                      <c:pt idx="339">
                        <c:v>38548</c:v>
                      </c:pt>
                      <c:pt idx="340">
                        <c:v>38551</c:v>
                      </c:pt>
                      <c:pt idx="341">
                        <c:v>38552</c:v>
                      </c:pt>
                      <c:pt idx="342">
                        <c:v>38553</c:v>
                      </c:pt>
                      <c:pt idx="343">
                        <c:v>38554</c:v>
                      </c:pt>
                      <c:pt idx="344">
                        <c:v>38555</c:v>
                      </c:pt>
                      <c:pt idx="345">
                        <c:v>38558</c:v>
                      </c:pt>
                      <c:pt idx="346">
                        <c:v>38559</c:v>
                      </c:pt>
                      <c:pt idx="347">
                        <c:v>38560</c:v>
                      </c:pt>
                      <c:pt idx="348">
                        <c:v>38561</c:v>
                      </c:pt>
                      <c:pt idx="349">
                        <c:v>38562</c:v>
                      </c:pt>
                      <c:pt idx="350">
                        <c:v>38565</c:v>
                      </c:pt>
                      <c:pt idx="351">
                        <c:v>38566</c:v>
                      </c:pt>
                      <c:pt idx="352">
                        <c:v>38567</c:v>
                      </c:pt>
                      <c:pt idx="353">
                        <c:v>38568</c:v>
                      </c:pt>
                      <c:pt idx="354">
                        <c:v>38569</c:v>
                      </c:pt>
                      <c:pt idx="355">
                        <c:v>38572</c:v>
                      </c:pt>
                      <c:pt idx="356">
                        <c:v>38573</c:v>
                      </c:pt>
                      <c:pt idx="357">
                        <c:v>38574</c:v>
                      </c:pt>
                      <c:pt idx="358">
                        <c:v>38575</c:v>
                      </c:pt>
                      <c:pt idx="359">
                        <c:v>38576</c:v>
                      </c:pt>
                      <c:pt idx="360">
                        <c:v>38579</c:v>
                      </c:pt>
                      <c:pt idx="361">
                        <c:v>38580</c:v>
                      </c:pt>
                      <c:pt idx="362">
                        <c:v>38581</c:v>
                      </c:pt>
                      <c:pt idx="363">
                        <c:v>38582</c:v>
                      </c:pt>
                      <c:pt idx="364">
                        <c:v>38583</c:v>
                      </c:pt>
                      <c:pt idx="365">
                        <c:v>38586</c:v>
                      </c:pt>
                      <c:pt idx="366">
                        <c:v>38587</c:v>
                      </c:pt>
                      <c:pt idx="367">
                        <c:v>38588</c:v>
                      </c:pt>
                      <c:pt idx="368">
                        <c:v>38589</c:v>
                      </c:pt>
                      <c:pt idx="369">
                        <c:v>38590</c:v>
                      </c:pt>
                      <c:pt idx="370">
                        <c:v>38593</c:v>
                      </c:pt>
                      <c:pt idx="371">
                        <c:v>38594</c:v>
                      </c:pt>
                      <c:pt idx="372">
                        <c:v>38595</c:v>
                      </c:pt>
                      <c:pt idx="373">
                        <c:v>38596</c:v>
                      </c:pt>
                      <c:pt idx="374">
                        <c:v>38597</c:v>
                      </c:pt>
                      <c:pt idx="375">
                        <c:v>38600</c:v>
                      </c:pt>
                      <c:pt idx="376">
                        <c:v>38601</c:v>
                      </c:pt>
                      <c:pt idx="377">
                        <c:v>38602</c:v>
                      </c:pt>
                      <c:pt idx="378">
                        <c:v>38603</c:v>
                      </c:pt>
                      <c:pt idx="379">
                        <c:v>38604</c:v>
                      </c:pt>
                      <c:pt idx="380">
                        <c:v>38607</c:v>
                      </c:pt>
                      <c:pt idx="381">
                        <c:v>38608</c:v>
                      </c:pt>
                      <c:pt idx="382">
                        <c:v>38609</c:v>
                      </c:pt>
                      <c:pt idx="383">
                        <c:v>38610</c:v>
                      </c:pt>
                      <c:pt idx="384">
                        <c:v>38611</c:v>
                      </c:pt>
                      <c:pt idx="385">
                        <c:v>38614</c:v>
                      </c:pt>
                      <c:pt idx="386">
                        <c:v>38615</c:v>
                      </c:pt>
                      <c:pt idx="387">
                        <c:v>38616</c:v>
                      </c:pt>
                      <c:pt idx="388">
                        <c:v>38617</c:v>
                      </c:pt>
                      <c:pt idx="389">
                        <c:v>38618</c:v>
                      </c:pt>
                      <c:pt idx="390">
                        <c:v>38621</c:v>
                      </c:pt>
                      <c:pt idx="391">
                        <c:v>38622</c:v>
                      </c:pt>
                      <c:pt idx="392">
                        <c:v>38623</c:v>
                      </c:pt>
                      <c:pt idx="393">
                        <c:v>38624</c:v>
                      </c:pt>
                      <c:pt idx="394">
                        <c:v>38625</c:v>
                      </c:pt>
                      <c:pt idx="395">
                        <c:v>38628</c:v>
                      </c:pt>
                      <c:pt idx="396">
                        <c:v>38629</c:v>
                      </c:pt>
                      <c:pt idx="397">
                        <c:v>38630</c:v>
                      </c:pt>
                      <c:pt idx="398">
                        <c:v>38631</c:v>
                      </c:pt>
                      <c:pt idx="399">
                        <c:v>38632</c:v>
                      </c:pt>
                      <c:pt idx="400">
                        <c:v>38635</c:v>
                      </c:pt>
                      <c:pt idx="401">
                        <c:v>38636</c:v>
                      </c:pt>
                      <c:pt idx="402">
                        <c:v>38637</c:v>
                      </c:pt>
                      <c:pt idx="403">
                        <c:v>38638</c:v>
                      </c:pt>
                      <c:pt idx="404">
                        <c:v>38639</c:v>
                      </c:pt>
                      <c:pt idx="405">
                        <c:v>38642</c:v>
                      </c:pt>
                      <c:pt idx="406">
                        <c:v>38643</c:v>
                      </c:pt>
                      <c:pt idx="407">
                        <c:v>38644</c:v>
                      </c:pt>
                      <c:pt idx="408">
                        <c:v>38645</c:v>
                      </c:pt>
                      <c:pt idx="409">
                        <c:v>38646</c:v>
                      </c:pt>
                      <c:pt idx="410">
                        <c:v>38649</c:v>
                      </c:pt>
                      <c:pt idx="411">
                        <c:v>38650</c:v>
                      </c:pt>
                      <c:pt idx="412">
                        <c:v>38651</c:v>
                      </c:pt>
                      <c:pt idx="413">
                        <c:v>38652</c:v>
                      </c:pt>
                      <c:pt idx="414">
                        <c:v>38653</c:v>
                      </c:pt>
                      <c:pt idx="415">
                        <c:v>38656</c:v>
                      </c:pt>
                      <c:pt idx="416">
                        <c:v>38657</c:v>
                      </c:pt>
                      <c:pt idx="417">
                        <c:v>38658</c:v>
                      </c:pt>
                      <c:pt idx="418">
                        <c:v>38659</c:v>
                      </c:pt>
                      <c:pt idx="419">
                        <c:v>38660</c:v>
                      </c:pt>
                      <c:pt idx="420">
                        <c:v>38663</c:v>
                      </c:pt>
                      <c:pt idx="421">
                        <c:v>38664</c:v>
                      </c:pt>
                      <c:pt idx="422">
                        <c:v>38665</c:v>
                      </c:pt>
                      <c:pt idx="423">
                        <c:v>38666</c:v>
                      </c:pt>
                      <c:pt idx="424">
                        <c:v>38667</c:v>
                      </c:pt>
                      <c:pt idx="425">
                        <c:v>38670</c:v>
                      </c:pt>
                      <c:pt idx="426">
                        <c:v>38671</c:v>
                      </c:pt>
                      <c:pt idx="427">
                        <c:v>38672</c:v>
                      </c:pt>
                      <c:pt idx="428">
                        <c:v>38673</c:v>
                      </c:pt>
                      <c:pt idx="429">
                        <c:v>38674</c:v>
                      </c:pt>
                      <c:pt idx="430">
                        <c:v>38677</c:v>
                      </c:pt>
                      <c:pt idx="431">
                        <c:v>38678</c:v>
                      </c:pt>
                      <c:pt idx="432">
                        <c:v>38679</c:v>
                      </c:pt>
                      <c:pt idx="433">
                        <c:v>38680</c:v>
                      </c:pt>
                      <c:pt idx="434">
                        <c:v>38681</c:v>
                      </c:pt>
                      <c:pt idx="435">
                        <c:v>38684</c:v>
                      </c:pt>
                      <c:pt idx="436">
                        <c:v>38685</c:v>
                      </c:pt>
                      <c:pt idx="437">
                        <c:v>38686</c:v>
                      </c:pt>
                      <c:pt idx="438">
                        <c:v>38687</c:v>
                      </c:pt>
                      <c:pt idx="439">
                        <c:v>38688</c:v>
                      </c:pt>
                      <c:pt idx="440">
                        <c:v>38691</c:v>
                      </c:pt>
                      <c:pt idx="441">
                        <c:v>38692</c:v>
                      </c:pt>
                      <c:pt idx="442">
                        <c:v>38693</c:v>
                      </c:pt>
                      <c:pt idx="443">
                        <c:v>38694</c:v>
                      </c:pt>
                      <c:pt idx="444">
                        <c:v>38695</c:v>
                      </c:pt>
                      <c:pt idx="445">
                        <c:v>38698</c:v>
                      </c:pt>
                      <c:pt idx="446">
                        <c:v>38699</c:v>
                      </c:pt>
                      <c:pt idx="447">
                        <c:v>38700</c:v>
                      </c:pt>
                      <c:pt idx="448">
                        <c:v>38701</c:v>
                      </c:pt>
                      <c:pt idx="449">
                        <c:v>38702</c:v>
                      </c:pt>
                      <c:pt idx="450">
                        <c:v>38705</c:v>
                      </c:pt>
                      <c:pt idx="451">
                        <c:v>38706</c:v>
                      </c:pt>
                      <c:pt idx="452">
                        <c:v>38707</c:v>
                      </c:pt>
                      <c:pt idx="453">
                        <c:v>38708</c:v>
                      </c:pt>
                      <c:pt idx="454">
                        <c:v>38709</c:v>
                      </c:pt>
                      <c:pt idx="455">
                        <c:v>38712</c:v>
                      </c:pt>
                      <c:pt idx="456">
                        <c:v>38713</c:v>
                      </c:pt>
                      <c:pt idx="457">
                        <c:v>38714</c:v>
                      </c:pt>
                      <c:pt idx="458">
                        <c:v>38715</c:v>
                      </c:pt>
                      <c:pt idx="459">
                        <c:v>38716</c:v>
                      </c:pt>
                      <c:pt idx="460">
                        <c:v>38719</c:v>
                      </c:pt>
                      <c:pt idx="461">
                        <c:v>38720</c:v>
                      </c:pt>
                      <c:pt idx="462">
                        <c:v>38721</c:v>
                      </c:pt>
                      <c:pt idx="463">
                        <c:v>38722</c:v>
                      </c:pt>
                      <c:pt idx="464">
                        <c:v>38723</c:v>
                      </c:pt>
                      <c:pt idx="465">
                        <c:v>38726</c:v>
                      </c:pt>
                      <c:pt idx="466">
                        <c:v>38727</c:v>
                      </c:pt>
                      <c:pt idx="467">
                        <c:v>38728</c:v>
                      </c:pt>
                      <c:pt idx="468">
                        <c:v>38729</c:v>
                      </c:pt>
                      <c:pt idx="469">
                        <c:v>38730</c:v>
                      </c:pt>
                      <c:pt idx="470">
                        <c:v>38733</c:v>
                      </c:pt>
                      <c:pt idx="471">
                        <c:v>38734</c:v>
                      </c:pt>
                      <c:pt idx="472">
                        <c:v>38735</c:v>
                      </c:pt>
                      <c:pt idx="473">
                        <c:v>38736</c:v>
                      </c:pt>
                      <c:pt idx="474">
                        <c:v>38737</c:v>
                      </c:pt>
                      <c:pt idx="475">
                        <c:v>38740</c:v>
                      </c:pt>
                      <c:pt idx="476">
                        <c:v>38741</c:v>
                      </c:pt>
                      <c:pt idx="477">
                        <c:v>38742</c:v>
                      </c:pt>
                      <c:pt idx="478">
                        <c:v>38743</c:v>
                      </c:pt>
                      <c:pt idx="479">
                        <c:v>38744</c:v>
                      </c:pt>
                      <c:pt idx="480">
                        <c:v>38747</c:v>
                      </c:pt>
                      <c:pt idx="481">
                        <c:v>38748</c:v>
                      </c:pt>
                      <c:pt idx="482">
                        <c:v>38749</c:v>
                      </c:pt>
                      <c:pt idx="483">
                        <c:v>38750</c:v>
                      </c:pt>
                      <c:pt idx="484">
                        <c:v>38751</c:v>
                      </c:pt>
                      <c:pt idx="485">
                        <c:v>38754</c:v>
                      </c:pt>
                      <c:pt idx="486">
                        <c:v>38755</c:v>
                      </c:pt>
                      <c:pt idx="487">
                        <c:v>38756</c:v>
                      </c:pt>
                      <c:pt idx="488">
                        <c:v>38757</c:v>
                      </c:pt>
                      <c:pt idx="489">
                        <c:v>38758</c:v>
                      </c:pt>
                      <c:pt idx="490">
                        <c:v>38761</c:v>
                      </c:pt>
                      <c:pt idx="491">
                        <c:v>38762</c:v>
                      </c:pt>
                      <c:pt idx="492">
                        <c:v>38763</c:v>
                      </c:pt>
                      <c:pt idx="493">
                        <c:v>38764</c:v>
                      </c:pt>
                      <c:pt idx="494">
                        <c:v>38765</c:v>
                      </c:pt>
                      <c:pt idx="495">
                        <c:v>38768</c:v>
                      </c:pt>
                      <c:pt idx="496">
                        <c:v>38769</c:v>
                      </c:pt>
                      <c:pt idx="497">
                        <c:v>38770</c:v>
                      </c:pt>
                      <c:pt idx="498">
                        <c:v>38771</c:v>
                      </c:pt>
                      <c:pt idx="499">
                        <c:v>38772</c:v>
                      </c:pt>
                      <c:pt idx="500">
                        <c:v>38775</c:v>
                      </c:pt>
                      <c:pt idx="501">
                        <c:v>38776</c:v>
                      </c:pt>
                      <c:pt idx="502">
                        <c:v>38777</c:v>
                      </c:pt>
                      <c:pt idx="503">
                        <c:v>38778</c:v>
                      </c:pt>
                      <c:pt idx="504">
                        <c:v>38779</c:v>
                      </c:pt>
                      <c:pt idx="505">
                        <c:v>38782</c:v>
                      </c:pt>
                      <c:pt idx="506">
                        <c:v>38783</c:v>
                      </c:pt>
                      <c:pt idx="507">
                        <c:v>38784</c:v>
                      </c:pt>
                      <c:pt idx="508">
                        <c:v>38785</c:v>
                      </c:pt>
                      <c:pt idx="509">
                        <c:v>38786</c:v>
                      </c:pt>
                      <c:pt idx="510">
                        <c:v>38789</c:v>
                      </c:pt>
                      <c:pt idx="511">
                        <c:v>38790</c:v>
                      </c:pt>
                      <c:pt idx="512">
                        <c:v>38791</c:v>
                      </c:pt>
                      <c:pt idx="513">
                        <c:v>38792</c:v>
                      </c:pt>
                      <c:pt idx="514">
                        <c:v>38793</c:v>
                      </c:pt>
                      <c:pt idx="515">
                        <c:v>38796</c:v>
                      </c:pt>
                      <c:pt idx="516">
                        <c:v>38797</c:v>
                      </c:pt>
                      <c:pt idx="517">
                        <c:v>38798</c:v>
                      </c:pt>
                      <c:pt idx="518">
                        <c:v>38799</c:v>
                      </c:pt>
                      <c:pt idx="519">
                        <c:v>38800</c:v>
                      </c:pt>
                      <c:pt idx="520">
                        <c:v>38803</c:v>
                      </c:pt>
                      <c:pt idx="521">
                        <c:v>38804</c:v>
                      </c:pt>
                      <c:pt idx="522">
                        <c:v>38805</c:v>
                      </c:pt>
                      <c:pt idx="523">
                        <c:v>38806</c:v>
                      </c:pt>
                      <c:pt idx="524">
                        <c:v>38807</c:v>
                      </c:pt>
                      <c:pt idx="525">
                        <c:v>38810</c:v>
                      </c:pt>
                      <c:pt idx="526">
                        <c:v>38811</c:v>
                      </c:pt>
                      <c:pt idx="527">
                        <c:v>38812</c:v>
                      </c:pt>
                      <c:pt idx="528">
                        <c:v>38813</c:v>
                      </c:pt>
                      <c:pt idx="529">
                        <c:v>38814</c:v>
                      </c:pt>
                      <c:pt idx="530">
                        <c:v>38817</c:v>
                      </c:pt>
                      <c:pt idx="531">
                        <c:v>38818</c:v>
                      </c:pt>
                      <c:pt idx="532">
                        <c:v>38819</c:v>
                      </c:pt>
                      <c:pt idx="533">
                        <c:v>38820</c:v>
                      </c:pt>
                      <c:pt idx="534">
                        <c:v>38821</c:v>
                      </c:pt>
                      <c:pt idx="535">
                        <c:v>38824</c:v>
                      </c:pt>
                      <c:pt idx="536">
                        <c:v>38825</c:v>
                      </c:pt>
                      <c:pt idx="537">
                        <c:v>38826</c:v>
                      </c:pt>
                      <c:pt idx="538">
                        <c:v>38827</c:v>
                      </c:pt>
                      <c:pt idx="539">
                        <c:v>38828</c:v>
                      </c:pt>
                      <c:pt idx="540">
                        <c:v>38831</c:v>
                      </c:pt>
                      <c:pt idx="541">
                        <c:v>38832</c:v>
                      </c:pt>
                      <c:pt idx="542">
                        <c:v>38833</c:v>
                      </c:pt>
                      <c:pt idx="543">
                        <c:v>38834</c:v>
                      </c:pt>
                      <c:pt idx="544">
                        <c:v>38835</c:v>
                      </c:pt>
                      <c:pt idx="545">
                        <c:v>38838</c:v>
                      </c:pt>
                      <c:pt idx="546">
                        <c:v>38839</c:v>
                      </c:pt>
                      <c:pt idx="547">
                        <c:v>38840</c:v>
                      </c:pt>
                      <c:pt idx="548">
                        <c:v>38841</c:v>
                      </c:pt>
                      <c:pt idx="549">
                        <c:v>38842</c:v>
                      </c:pt>
                      <c:pt idx="550">
                        <c:v>38845</c:v>
                      </c:pt>
                      <c:pt idx="551">
                        <c:v>38846</c:v>
                      </c:pt>
                      <c:pt idx="552">
                        <c:v>38847</c:v>
                      </c:pt>
                      <c:pt idx="553">
                        <c:v>38848</c:v>
                      </c:pt>
                      <c:pt idx="554">
                        <c:v>38849</c:v>
                      </c:pt>
                      <c:pt idx="555">
                        <c:v>38852</c:v>
                      </c:pt>
                      <c:pt idx="556">
                        <c:v>38853</c:v>
                      </c:pt>
                      <c:pt idx="557">
                        <c:v>38854</c:v>
                      </c:pt>
                      <c:pt idx="558">
                        <c:v>38855</c:v>
                      </c:pt>
                      <c:pt idx="559">
                        <c:v>38856</c:v>
                      </c:pt>
                      <c:pt idx="560">
                        <c:v>38859</c:v>
                      </c:pt>
                      <c:pt idx="561">
                        <c:v>38860</c:v>
                      </c:pt>
                      <c:pt idx="562">
                        <c:v>38861</c:v>
                      </c:pt>
                      <c:pt idx="563">
                        <c:v>38862</c:v>
                      </c:pt>
                      <c:pt idx="564">
                        <c:v>38863</c:v>
                      </c:pt>
                      <c:pt idx="565">
                        <c:v>38866</c:v>
                      </c:pt>
                      <c:pt idx="566">
                        <c:v>38867</c:v>
                      </c:pt>
                      <c:pt idx="567">
                        <c:v>38868</c:v>
                      </c:pt>
                      <c:pt idx="568">
                        <c:v>38869</c:v>
                      </c:pt>
                      <c:pt idx="569">
                        <c:v>38870</c:v>
                      </c:pt>
                      <c:pt idx="570">
                        <c:v>38873</c:v>
                      </c:pt>
                      <c:pt idx="571">
                        <c:v>38874</c:v>
                      </c:pt>
                      <c:pt idx="572">
                        <c:v>38875</c:v>
                      </c:pt>
                      <c:pt idx="573">
                        <c:v>38876</c:v>
                      </c:pt>
                      <c:pt idx="574">
                        <c:v>38877</c:v>
                      </c:pt>
                      <c:pt idx="575">
                        <c:v>38880</c:v>
                      </c:pt>
                      <c:pt idx="576">
                        <c:v>38881</c:v>
                      </c:pt>
                      <c:pt idx="577">
                        <c:v>38882</c:v>
                      </c:pt>
                      <c:pt idx="578">
                        <c:v>38883</c:v>
                      </c:pt>
                      <c:pt idx="579">
                        <c:v>38884</c:v>
                      </c:pt>
                      <c:pt idx="580">
                        <c:v>38887</c:v>
                      </c:pt>
                      <c:pt idx="581">
                        <c:v>38888</c:v>
                      </c:pt>
                      <c:pt idx="582">
                        <c:v>38889</c:v>
                      </c:pt>
                      <c:pt idx="583">
                        <c:v>38890</c:v>
                      </c:pt>
                      <c:pt idx="584">
                        <c:v>38891</c:v>
                      </c:pt>
                      <c:pt idx="585">
                        <c:v>38894</c:v>
                      </c:pt>
                      <c:pt idx="586">
                        <c:v>38895</c:v>
                      </c:pt>
                      <c:pt idx="587">
                        <c:v>38896</c:v>
                      </c:pt>
                      <c:pt idx="588">
                        <c:v>38897</c:v>
                      </c:pt>
                      <c:pt idx="589">
                        <c:v>38898</c:v>
                      </c:pt>
                      <c:pt idx="590">
                        <c:v>38901</c:v>
                      </c:pt>
                      <c:pt idx="591">
                        <c:v>38902</c:v>
                      </c:pt>
                      <c:pt idx="592">
                        <c:v>38903</c:v>
                      </c:pt>
                      <c:pt idx="593">
                        <c:v>38904</c:v>
                      </c:pt>
                      <c:pt idx="594">
                        <c:v>38905</c:v>
                      </c:pt>
                      <c:pt idx="595">
                        <c:v>38908</c:v>
                      </c:pt>
                      <c:pt idx="596">
                        <c:v>38909</c:v>
                      </c:pt>
                      <c:pt idx="597">
                        <c:v>38910</c:v>
                      </c:pt>
                      <c:pt idx="598">
                        <c:v>38911</c:v>
                      </c:pt>
                      <c:pt idx="599">
                        <c:v>38912</c:v>
                      </c:pt>
                      <c:pt idx="600">
                        <c:v>38915</c:v>
                      </c:pt>
                      <c:pt idx="601">
                        <c:v>38916</c:v>
                      </c:pt>
                      <c:pt idx="602">
                        <c:v>38917</c:v>
                      </c:pt>
                      <c:pt idx="603">
                        <c:v>38918</c:v>
                      </c:pt>
                      <c:pt idx="604">
                        <c:v>38919</c:v>
                      </c:pt>
                      <c:pt idx="605">
                        <c:v>38922</c:v>
                      </c:pt>
                      <c:pt idx="606">
                        <c:v>38923</c:v>
                      </c:pt>
                      <c:pt idx="607">
                        <c:v>38924</c:v>
                      </c:pt>
                      <c:pt idx="608">
                        <c:v>38925</c:v>
                      </c:pt>
                      <c:pt idx="609">
                        <c:v>38926</c:v>
                      </c:pt>
                      <c:pt idx="610">
                        <c:v>38929</c:v>
                      </c:pt>
                      <c:pt idx="611">
                        <c:v>38930</c:v>
                      </c:pt>
                      <c:pt idx="612">
                        <c:v>38931</c:v>
                      </c:pt>
                      <c:pt idx="613">
                        <c:v>38932</c:v>
                      </c:pt>
                      <c:pt idx="614">
                        <c:v>38933</c:v>
                      </c:pt>
                      <c:pt idx="615">
                        <c:v>38936</c:v>
                      </c:pt>
                      <c:pt idx="616">
                        <c:v>38937</c:v>
                      </c:pt>
                      <c:pt idx="617">
                        <c:v>38938</c:v>
                      </c:pt>
                      <c:pt idx="618">
                        <c:v>38939</c:v>
                      </c:pt>
                      <c:pt idx="619">
                        <c:v>38940</c:v>
                      </c:pt>
                      <c:pt idx="620">
                        <c:v>38943</c:v>
                      </c:pt>
                      <c:pt idx="621">
                        <c:v>38944</c:v>
                      </c:pt>
                      <c:pt idx="622">
                        <c:v>38945</c:v>
                      </c:pt>
                      <c:pt idx="623">
                        <c:v>38946</c:v>
                      </c:pt>
                      <c:pt idx="624">
                        <c:v>38947</c:v>
                      </c:pt>
                      <c:pt idx="625">
                        <c:v>38950</c:v>
                      </c:pt>
                      <c:pt idx="626">
                        <c:v>38951</c:v>
                      </c:pt>
                      <c:pt idx="627">
                        <c:v>38952</c:v>
                      </c:pt>
                      <c:pt idx="628">
                        <c:v>38953</c:v>
                      </c:pt>
                      <c:pt idx="629">
                        <c:v>38954</c:v>
                      </c:pt>
                      <c:pt idx="630">
                        <c:v>38957</c:v>
                      </c:pt>
                      <c:pt idx="631">
                        <c:v>38958</c:v>
                      </c:pt>
                      <c:pt idx="632">
                        <c:v>38959</c:v>
                      </c:pt>
                      <c:pt idx="633">
                        <c:v>38960</c:v>
                      </c:pt>
                      <c:pt idx="634">
                        <c:v>38961</c:v>
                      </c:pt>
                      <c:pt idx="635">
                        <c:v>38964</c:v>
                      </c:pt>
                      <c:pt idx="636">
                        <c:v>38965</c:v>
                      </c:pt>
                      <c:pt idx="637">
                        <c:v>38966</c:v>
                      </c:pt>
                      <c:pt idx="638">
                        <c:v>38967</c:v>
                      </c:pt>
                      <c:pt idx="639">
                        <c:v>38968</c:v>
                      </c:pt>
                      <c:pt idx="640">
                        <c:v>38971</c:v>
                      </c:pt>
                      <c:pt idx="641">
                        <c:v>38972</c:v>
                      </c:pt>
                      <c:pt idx="642">
                        <c:v>38973</c:v>
                      </c:pt>
                      <c:pt idx="643">
                        <c:v>38974</c:v>
                      </c:pt>
                      <c:pt idx="644">
                        <c:v>38975</c:v>
                      </c:pt>
                      <c:pt idx="645">
                        <c:v>38978</c:v>
                      </c:pt>
                      <c:pt idx="646">
                        <c:v>38979</c:v>
                      </c:pt>
                      <c:pt idx="647">
                        <c:v>38980</c:v>
                      </c:pt>
                      <c:pt idx="648">
                        <c:v>38981</c:v>
                      </c:pt>
                      <c:pt idx="649">
                        <c:v>38982</c:v>
                      </c:pt>
                      <c:pt idx="650">
                        <c:v>38985</c:v>
                      </c:pt>
                      <c:pt idx="651">
                        <c:v>38986</c:v>
                      </c:pt>
                      <c:pt idx="652">
                        <c:v>38987</c:v>
                      </c:pt>
                      <c:pt idx="653">
                        <c:v>38988</c:v>
                      </c:pt>
                      <c:pt idx="654">
                        <c:v>38989</c:v>
                      </c:pt>
                      <c:pt idx="655">
                        <c:v>38992</c:v>
                      </c:pt>
                      <c:pt idx="656">
                        <c:v>38993</c:v>
                      </c:pt>
                      <c:pt idx="657">
                        <c:v>38994</c:v>
                      </c:pt>
                      <c:pt idx="658">
                        <c:v>38995</c:v>
                      </c:pt>
                      <c:pt idx="659">
                        <c:v>38996</c:v>
                      </c:pt>
                      <c:pt idx="660">
                        <c:v>38999</c:v>
                      </c:pt>
                      <c:pt idx="661">
                        <c:v>39000</c:v>
                      </c:pt>
                      <c:pt idx="662">
                        <c:v>39001</c:v>
                      </c:pt>
                      <c:pt idx="663">
                        <c:v>39002</c:v>
                      </c:pt>
                      <c:pt idx="664">
                        <c:v>39003</c:v>
                      </c:pt>
                      <c:pt idx="665">
                        <c:v>39006</c:v>
                      </c:pt>
                      <c:pt idx="666">
                        <c:v>39007</c:v>
                      </c:pt>
                      <c:pt idx="667">
                        <c:v>39008</c:v>
                      </c:pt>
                      <c:pt idx="668">
                        <c:v>39009</c:v>
                      </c:pt>
                      <c:pt idx="669">
                        <c:v>39010</c:v>
                      </c:pt>
                      <c:pt idx="670">
                        <c:v>39013</c:v>
                      </c:pt>
                      <c:pt idx="671">
                        <c:v>39014</c:v>
                      </c:pt>
                      <c:pt idx="672">
                        <c:v>39015</c:v>
                      </c:pt>
                      <c:pt idx="673">
                        <c:v>39016</c:v>
                      </c:pt>
                      <c:pt idx="674">
                        <c:v>39017</c:v>
                      </c:pt>
                      <c:pt idx="675">
                        <c:v>39020</c:v>
                      </c:pt>
                      <c:pt idx="676">
                        <c:v>39021</c:v>
                      </c:pt>
                      <c:pt idx="677">
                        <c:v>39022</c:v>
                      </c:pt>
                      <c:pt idx="678">
                        <c:v>39023</c:v>
                      </c:pt>
                      <c:pt idx="679">
                        <c:v>39024</c:v>
                      </c:pt>
                      <c:pt idx="680">
                        <c:v>39027</c:v>
                      </c:pt>
                      <c:pt idx="681">
                        <c:v>39028</c:v>
                      </c:pt>
                      <c:pt idx="682">
                        <c:v>39029</c:v>
                      </c:pt>
                      <c:pt idx="683">
                        <c:v>39030</c:v>
                      </c:pt>
                      <c:pt idx="684">
                        <c:v>39031</c:v>
                      </c:pt>
                      <c:pt idx="685">
                        <c:v>39034</c:v>
                      </c:pt>
                      <c:pt idx="686">
                        <c:v>39035</c:v>
                      </c:pt>
                      <c:pt idx="687">
                        <c:v>39036</c:v>
                      </c:pt>
                      <c:pt idx="688">
                        <c:v>39037</c:v>
                      </c:pt>
                      <c:pt idx="689">
                        <c:v>39038</c:v>
                      </c:pt>
                      <c:pt idx="690">
                        <c:v>39041</c:v>
                      </c:pt>
                      <c:pt idx="691">
                        <c:v>39042</c:v>
                      </c:pt>
                      <c:pt idx="692">
                        <c:v>39043</c:v>
                      </c:pt>
                      <c:pt idx="693">
                        <c:v>39044</c:v>
                      </c:pt>
                      <c:pt idx="694">
                        <c:v>39045</c:v>
                      </c:pt>
                      <c:pt idx="695">
                        <c:v>39048</c:v>
                      </c:pt>
                      <c:pt idx="696">
                        <c:v>39049</c:v>
                      </c:pt>
                      <c:pt idx="697">
                        <c:v>39050</c:v>
                      </c:pt>
                      <c:pt idx="698">
                        <c:v>39051</c:v>
                      </c:pt>
                      <c:pt idx="699">
                        <c:v>39052</c:v>
                      </c:pt>
                      <c:pt idx="700">
                        <c:v>39055</c:v>
                      </c:pt>
                      <c:pt idx="701">
                        <c:v>39056</c:v>
                      </c:pt>
                      <c:pt idx="702">
                        <c:v>39057</c:v>
                      </c:pt>
                      <c:pt idx="703">
                        <c:v>39058</c:v>
                      </c:pt>
                      <c:pt idx="704">
                        <c:v>39059</c:v>
                      </c:pt>
                      <c:pt idx="705">
                        <c:v>39062</c:v>
                      </c:pt>
                      <c:pt idx="706">
                        <c:v>39063</c:v>
                      </c:pt>
                      <c:pt idx="707">
                        <c:v>39064</c:v>
                      </c:pt>
                      <c:pt idx="708">
                        <c:v>39065</c:v>
                      </c:pt>
                      <c:pt idx="709">
                        <c:v>39066</c:v>
                      </c:pt>
                      <c:pt idx="710">
                        <c:v>39069</c:v>
                      </c:pt>
                      <c:pt idx="711">
                        <c:v>39070</c:v>
                      </c:pt>
                      <c:pt idx="712">
                        <c:v>39071</c:v>
                      </c:pt>
                      <c:pt idx="713">
                        <c:v>39072</c:v>
                      </c:pt>
                      <c:pt idx="714">
                        <c:v>39073</c:v>
                      </c:pt>
                      <c:pt idx="715">
                        <c:v>39077</c:v>
                      </c:pt>
                      <c:pt idx="716">
                        <c:v>39078</c:v>
                      </c:pt>
                      <c:pt idx="717">
                        <c:v>39079</c:v>
                      </c:pt>
                      <c:pt idx="718">
                        <c:v>39080</c:v>
                      </c:pt>
                      <c:pt idx="719">
                        <c:v>39083</c:v>
                      </c:pt>
                      <c:pt idx="720">
                        <c:v>39084</c:v>
                      </c:pt>
                      <c:pt idx="721">
                        <c:v>39085</c:v>
                      </c:pt>
                      <c:pt idx="722">
                        <c:v>39086</c:v>
                      </c:pt>
                      <c:pt idx="723">
                        <c:v>39087</c:v>
                      </c:pt>
                      <c:pt idx="724">
                        <c:v>39090</c:v>
                      </c:pt>
                      <c:pt idx="725">
                        <c:v>39091</c:v>
                      </c:pt>
                      <c:pt idx="726">
                        <c:v>39092</c:v>
                      </c:pt>
                      <c:pt idx="727">
                        <c:v>39093</c:v>
                      </c:pt>
                      <c:pt idx="728">
                        <c:v>39094</c:v>
                      </c:pt>
                      <c:pt idx="729">
                        <c:v>39097</c:v>
                      </c:pt>
                      <c:pt idx="730">
                        <c:v>39098</c:v>
                      </c:pt>
                      <c:pt idx="731">
                        <c:v>39099</c:v>
                      </c:pt>
                      <c:pt idx="732">
                        <c:v>39100</c:v>
                      </c:pt>
                      <c:pt idx="733">
                        <c:v>39101</c:v>
                      </c:pt>
                      <c:pt idx="734">
                        <c:v>39104</c:v>
                      </c:pt>
                      <c:pt idx="735">
                        <c:v>39105</c:v>
                      </c:pt>
                      <c:pt idx="736">
                        <c:v>39106</c:v>
                      </c:pt>
                      <c:pt idx="737">
                        <c:v>39107</c:v>
                      </c:pt>
                      <c:pt idx="738">
                        <c:v>39108</c:v>
                      </c:pt>
                      <c:pt idx="739">
                        <c:v>39111</c:v>
                      </c:pt>
                      <c:pt idx="740">
                        <c:v>39112</c:v>
                      </c:pt>
                      <c:pt idx="741">
                        <c:v>39113</c:v>
                      </c:pt>
                      <c:pt idx="742">
                        <c:v>39114</c:v>
                      </c:pt>
                      <c:pt idx="743">
                        <c:v>39115</c:v>
                      </c:pt>
                      <c:pt idx="744">
                        <c:v>39118</c:v>
                      </c:pt>
                      <c:pt idx="745">
                        <c:v>39119</c:v>
                      </c:pt>
                      <c:pt idx="746">
                        <c:v>39120</c:v>
                      </c:pt>
                      <c:pt idx="747">
                        <c:v>39121</c:v>
                      </c:pt>
                      <c:pt idx="748">
                        <c:v>39122</c:v>
                      </c:pt>
                      <c:pt idx="749">
                        <c:v>39125</c:v>
                      </c:pt>
                      <c:pt idx="750">
                        <c:v>39126</c:v>
                      </c:pt>
                      <c:pt idx="751">
                        <c:v>39127</c:v>
                      </c:pt>
                      <c:pt idx="752">
                        <c:v>39128</c:v>
                      </c:pt>
                      <c:pt idx="753">
                        <c:v>39129</c:v>
                      </c:pt>
                      <c:pt idx="754">
                        <c:v>39132</c:v>
                      </c:pt>
                      <c:pt idx="755">
                        <c:v>39133</c:v>
                      </c:pt>
                      <c:pt idx="756">
                        <c:v>39134</c:v>
                      </c:pt>
                      <c:pt idx="757">
                        <c:v>39135</c:v>
                      </c:pt>
                      <c:pt idx="758">
                        <c:v>39136</c:v>
                      </c:pt>
                      <c:pt idx="759">
                        <c:v>39139</c:v>
                      </c:pt>
                      <c:pt idx="760">
                        <c:v>39140</c:v>
                      </c:pt>
                      <c:pt idx="761">
                        <c:v>39141</c:v>
                      </c:pt>
                      <c:pt idx="762">
                        <c:v>39142</c:v>
                      </c:pt>
                      <c:pt idx="763">
                        <c:v>39143</c:v>
                      </c:pt>
                      <c:pt idx="764">
                        <c:v>39146</c:v>
                      </c:pt>
                      <c:pt idx="765">
                        <c:v>39147</c:v>
                      </c:pt>
                      <c:pt idx="766">
                        <c:v>39148</c:v>
                      </c:pt>
                      <c:pt idx="767">
                        <c:v>39149</c:v>
                      </c:pt>
                      <c:pt idx="768">
                        <c:v>39150</c:v>
                      </c:pt>
                      <c:pt idx="769">
                        <c:v>39153</c:v>
                      </c:pt>
                      <c:pt idx="770">
                        <c:v>39154</c:v>
                      </c:pt>
                      <c:pt idx="771">
                        <c:v>39155</c:v>
                      </c:pt>
                      <c:pt idx="772">
                        <c:v>39156</c:v>
                      </c:pt>
                      <c:pt idx="773">
                        <c:v>39157</c:v>
                      </c:pt>
                      <c:pt idx="774">
                        <c:v>39160</c:v>
                      </c:pt>
                      <c:pt idx="775">
                        <c:v>39161</c:v>
                      </c:pt>
                      <c:pt idx="776">
                        <c:v>39162</c:v>
                      </c:pt>
                      <c:pt idx="777">
                        <c:v>39163</c:v>
                      </c:pt>
                      <c:pt idx="778">
                        <c:v>39164</c:v>
                      </c:pt>
                      <c:pt idx="779">
                        <c:v>39167</c:v>
                      </c:pt>
                      <c:pt idx="780">
                        <c:v>39168</c:v>
                      </c:pt>
                      <c:pt idx="781">
                        <c:v>39169</c:v>
                      </c:pt>
                      <c:pt idx="782">
                        <c:v>39170</c:v>
                      </c:pt>
                      <c:pt idx="783">
                        <c:v>39171</c:v>
                      </c:pt>
                      <c:pt idx="784">
                        <c:v>39174</c:v>
                      </c:pt>
                      <c:pt idx="785">
                        <c:v>39175</c:v>
                      </c:pt>
                      <c:pt idx="786">
                        <c:v>39176</c:v>
                      </c:pt>
                      <c:pt idx="787">
                        <c:v>39177</c:v>
                      </c:pt>
                      <c:pt idx="788">
                        <c:v>39178</c:v>
                      </c:pt>
                      <c:pt idx="789">
                        <c:v>39181</c:v>
                      </c:pt>
                      <c:pt idx="790">
                        <c:v>39182</c:v>
                      </c:pt>
                      <c:pt idx="791">
                        <c:v>39183</c:v>
                      </c:pt>
                      <c:pt idx="792">
                        <c:v>39184</c:v>
                      </c:pt>
                      <c:pt idx="793">
                        <c:v>39185</c:v>
                      </c:pt>
                      <c:pt idx="794">
                        <c:v>39188</c:v>
                      </c:pt>
                      <c:pt idx="795">
                        <c:v>39189</c:v>
                      </c:pt>
                      <c:pt idx="796">
                        <c:v>39190</c:v>
                      </c:pt>
                      <c:pt idx="797">
                        <c:v>39191</c:v>
                      </c:pt>
                      <c:pt idx="798">
                        <c:v>39192</c:v>
                      </c:pt>
                      <c:pt idx="799">
                        <c:v>39195</c:v>
                      </c:pt>
                      <c:pt idx="800">
                        <c:v>39196</c:v>
                      </c:pt>
                      <c:pt idx="801">
                        <c:v>39197</c:v>
                      </c:pt>
                      <c:pt idx="802">
                        <c:v>39198</c:v>
                      </c:pt>
                      <c:pt idx="803">
                        <c:v>39199</c:v>
                      </c:pt>
                      <c:pt idx="804">
                        <c:v>39202</c:v>
                      </c:pt>
                      <c:pt idx="805">
                        <c:v>39203</c:v>
                      </c:pt>
                      <c:pt idx="806">
                        <c:v>39204</c:v>
                      </c:pt>
                      <c:pt idx="807">
                        <c:v>39205</c:v>
                      </c:pt>
                      <c:pt idx="808">
                        <c:v>39206</c:v>
                      </c:pt>
                      <c:pt idx="809">
                        <c:v>39209</c:v>
                      </c:pt>
                      <c:pt idx="810">
                        <c:v>39210</c:v>
                      </c:pt>
                      <c:pt idx="811">
                        <c:v>39211</c:v>
                      </c:pt>
                      <c:pt idx="812">
                        <c:v>39212</c:v>
                      </c:pt>
                      <c:pt idx="813">
                        <c:v>39213</c:v>
                      </c:pt>
                      <c:pt idx="814">
                        <c:v>39216</c:v>
                      </c:pt>
                      <c:pt idx="815">
                        <c:v>39217</c:v>
                      </c:pt>
                      <c:pt idx="816">
                        <c:v>39218</c:v>
                      </c:pt>
                      <c:pt idx="817">
                        <c:v>39219</c:v>
                      </c:pt>
                      <c:pt idx="818">
                        <c:v>39220</c:v>
                      </c:pt>
                      <c:pt idx="819">
                        <c:v>39223</c:v>
                      </c:pt>
                      <c:pt idx="820">
                        <c:v>39224</c:v>
                      </c:pt>
                      <c:pt idx="821">
                        <c:v>39225</c:v>
                      </c:pt>
                      <c:pt idx="822">
                        <c:v>39226</c:v>
                      </c:pt>
                      <c:pt idx="823">
                        <c:v>39227</c:v>
                      </c:pt>
                      <c:pt idx="824">
                        <c:v>39230</c:v>
                      </c:pt>
                      <c:pt idx="825">
                        <c:v>39231</c:v>
                      </c:pt>
                      <c:pt idx="826">
                        <c:v>39232</c:v>
                      </c:pt>
                      <c:pt idx="827">
                        <c:v>39233</c:v>
                      </c:pt>
                      <c:pt idx="828">
                        <c:v>39234</c:v>
                      </c:pt>
                      <c:pt idx="829">
                        <c:v>39237</c:v>
                      </c:pt>
                      <c:pt idx="830">
                        <c:v>39238</c:v>
                      </c:pt>
                      <c:pt idx="831">
                        <c:v>39239</c:v>
                      </c:pt>
                      <c:pt idx="832">
                        <c:v>39240</c:v>
                      </c:pt>
                      <c:pt idx="833">
                        <c:v>39241</c:v>
                      </c:pt>
                      <c:pt idx="834">
                        <c:v>39244</c:v>
                      </c:pt>
                      <c:pt idx="835">
                        <c:v>39245</c:v>
                      </c:pt>
                      <c:pt idx="836">
                        <c:v>39246</c:v>
                      </c:pt>
                      <c:pt idx="837">
                        <c:v>39247</c:v>
                      </c:pt>
                      <c:pt idx="838">
                        <c:v>39248</c:v>
                      </c:pt>
                      <c:pt idx="839">
                        <c:v>39251</c:v>
                      </c:pt>
                      <c:pt idx="840">
                        <c:v>39252</c:v>
                      </c:pt>
                      <c:pt idx="841">
                        <c:v>39253</c:v>
                      </c:pt>
                      <c:pt idx="842">
                        <c:v>39254</c:v>
                      </c:pt>
                      <c:pt idx="843">
                        <c:v>39255</c:v>
                      </c:pt>
                      <c:pt idx="844">
                        <c:v>39258</c:v>
                      </c:pt>
                      <c:pt idx="845">
                        <c:v>39259</c:v>
                      </c:pt>
                      <c:pt idx="846">
                        <c:v>39260</c:v>
                      </c:pt>
                      <c:pt idx="847">
                        <c:v>39261</c:v>
                      </c:pt>
                      <c:pt idx="848">
                        <c:v>39262</c:v>
                      </c:pt>
                      <c:pt idx="849">
                        <c:v>39265</c:v>
                      </c:pt>
                      <c:pt idx="850">
                        <c:v>39266</c:v>
                      </c:pt>
                      <c:pt idx="851">
                        <c:v>39267</c:v>
                      </c:pt>
                      <c:pt idx="852">
                        <c:v>39268</c:v>
                      </c:pt>
                      <c:pt idx="853">
                        <c:v>39269</c:v>
                      </c:pt>
                      <c:pt idx="854">
                        <c:v>39272</c:v>
                      </c:pt>
                      <c:pt idx="855">
                        <c:v>39273</c:v>
                      </c:pt>
                      <c:pt idx="856">
                        <c:v>39274</c:v>
                      </c:pt>
                      <c:pt idx="857">
                        <c:v>39275</c:v>
                      </c:pt>
                      <c:pt idx="858">
                        <c:v>39276</c:v>
                      </c:pt>
                      <c:pt idx="859">
                        <c:v>39279</c:v>
                      </c:pt>
                      <c:pt idx="860">
                        <c:v>39280</c:v>
                      </c:pt>
                      <c:pt idx="861">
                        <c:v>39281</c:v>
                      </c:pt>
                      <c:pt idx="862">
                        <c:v>39282</c:v>
                      </c:pt>
                      <c:pt idx="863">
                        <c:v>39283</c:v>
                      </c:pt>
                      <c:pt idx="864">
                        <c:v>39286</c:v>
                      </c:pt>
                      <c:pt idx="865">
                        <c:v>39287</c:v>
                      </c:pt>
                      <c:pt idx="866">
                        <c:v>39288</c:v>
                      </c:pt>
                      <c:pt idx="867">
                        <c:v>39289</c:v>
                      </c:pt>
                      <c:pt idx="868">
                        <c:v>39290</c:v>
                      </c:pt>
                      <c:pt idx="869">
                        <c:v>39293</c:v>
                      </c:pt>
                      <c:pt idx="870">
                        <c:v>39294</c:v>
                      </c:pt>
                      <c:pt idx="871">
                        <c:v>39295</c:v>
                      </c:pt>
                      <c:pt idx="872">
                        <c:v>39296</c:v>
                      </c:pt>
                      <c:pt idx="873">
                        <c:v>39297</c:v>
                      </c:pt>
                      <c:pt idx="874">
                        <c:v>39300</c:v>
                      </c:pt>
                      <c:pt idx="875">
                        <c:v>39301</c:v>
                      </c:pt>
                      <c:pt idx="876">
                        <c:v>39302</c:v>
                      </c:pt>
                      <c:pt idx="877">
                        <c:v>39303</c:v>
                      </c:pt>
                      <c:pt idx="878">
                        <c:v>39304</c:v>
                      </c:pt>
                      <c:pt idx="879">
                        <c:v>39307</c:v>
                      </c:pt>
                      <c:pt idx="880">
                        <c:v>39308</c:v>
                      </c:pt>
                      <c:pt idx="881">
                        <c:v>39309</c:v>
                      </c:pt>
                      <c:pt idx="882">
                        <c:v>39310</c:v>
                      </c:pt>
                      <c:pt idx="883">
                        <c:v>39311</c:v>
                      </c:pt>
                      <c:pt idx="884">
                        <c:v>39314</c:v>
                      </c:pt>
                      <c:pt idx="885">
                        <c:v>39315</c:v>
                      </c:pt>
                      <c:pt idx="886">
                        <c:v>39316</c:v>
                      </c:pt>
                      <c:pt idx="887">
                        <c:v>39317</c:v>
                      </c:pt>
                      <c:pt idx="888">
                        <c:v>39318</c:v>
                      </c:pt>
                      <c:pt idx="889">
                        <c:v>39321</c:v>
                      </c:pt>
                      <c:pt idx="890">
                        <c:v>39322</c:v>
                      </c:pt>
                      <c:pt idx="891">
                        <c:v>39323</c:v>
                      </c:pt>
                      <c:pt idx="892">
                        <c:v>39324</c:v>
                      </c:pt>
                      <c:pt idx="893">
                        <c:v>39325</c:v>
                      </c:pt>
                      <c:pt idx="894">
                        <c:v>39328</c:v>
                      </c:pt>
                      <c:pt idx="895">
                        <c:v>39329</c:v>
                      </c:pt>
                      <c:pt idx="896">
                        <c:v>39330</c:v>
                      </c:pt>
                      <c:pt idx="897">
                        <c:v>39331</c:v>
                      </c:pt>
                      <c:pt idx="898">
                        <c:v>39332</c:v>
                      </c:pt>
                      <c:pt idx="899">
                        <c:v>39335</c:v>
                      </c:pt>
                      <c:pt idx="900">
                        <c:v>39336</c:v>
                      </c:pt>
                      <c:pt idx="901">
                        <c:v>39337</c:v>
                      </c:pt>
                      <c:pt idx="902">
                        <c:v>39338</c:v>
                      </c:pt>
                      <c:pt idx="903">
                        <c:v>39339</c:v>
                      </c:pt>
                      <c:pt idx="904">
                        <c:v>39342</c:v>
                      </c:pt>
                      <c:pt idx="905">
                        <c:v>39343</c:v>
                      </c:pt>
                      <c:pt idx="906">
                        <c:v>39344</c:v>
                      </c:pt>
                      <c:pt idx="907">
                        <c:v>39345</c:v>
                      </c:pt>
                      <c:pt idx="908">
                        <c:v>39346</c:v>
                      </c:pt>
                      <c:pt idx="909">
                        <c:v>39349</c:v>
                      </c:pt>
                      <c:pt idx="910">
                        <c:v>39350</c:v>
                      </c:pt>
                      <c:pt idx="911">
                        <c:v>39351</c:v>
                      </c:pt>
                      <c:pt idx="912">
                        <c:v>39352</c:v>
                      </c:pt>
                      <c:pt idx="913">
                        <c:v>39353</c:v>
                      </c:pt>
                      <c:pt idx="914">
                        <c:v>39356</c:v>
                      </c:pt>
                      <c:pt idx="915">
                        <c:v>39357</c:v>
                      </c:pt>
                      <c:pt idx="916">
                        <c:v>39358</c:v>
                      </c:pt>
                      <c:pt idx="917">
                        <c:v>39359</c:v>
                      </c:pt>
                      <c:pt idx="918">
                        <c:v>39360</c:v>
                      </c:pt>
                      <c:pt idx="919">
                        <c:v>39363</c:v>
                      </c:pt>
                      <c:pt idx="920">
                        <c:v>39364</c:v>
                      </c:pt>
                      <c:pt idx="921">
                        <c:v>39365</c:v>
                      </c:pt>
                      <c:pt idx="922">
                        <c:v>39366</c:v>
                      </c:pt>
                      <c:pt idx="923">
                        <c:v>39367</c:v>
                      </c:pt>
                      <c:pt idx="924">
                        <c:v>39370</c:v>
                      </c:pt>
                      <c:pt idx="925">
                        <c:v>39371</c:v>
                      </c:pt>
                      <c:pt idx="926">
                        <c:v>39372</c:v>
                      </c:pt>
                      <c:pt idx="927">
                        <c:v>39373</c:v>
                      </c:pt>
                      <c:pt idx="928">
                        <c:v>39374</c:v>
                      </c:pt>
                      <c:pt idx="929">
                        <c:v>39377</c:v>
                      </c:pt>
                      <c:pt idx="930">
                        <c:v>39378</c:v>
                      </c:pt>
                      <c:pt idx="931">
                        <c:v>39379</c:v>
                      </c:pt>
                      <c:pt idx="932">
                        <c:v>39380</c:v>
                      </c:pt>
                      <c:pt idx="933">
                        <c:v>39381</c:v>
                      </c:pt>
                      <c:pt idx="934">
                        <c:v>39384</c:v>
                      </c:pt>
                      <c:pt idx="935">
                        <c:v>39385</c:v>
                      </c:pt>
                      <c:pt idx="936">
                        <c:v>39386</c:v>
                      </c:pt>
                      <c:pt idx="937">
                        <c:v>39387</c:v>
                      </c:pt>
                      <c:pt idx="938">
                        <c:v>39388</c:v>
                      </c:pt>
                      <c:pt idx="939">
                        <c:v>39391</c:v>
                      </c:pt>
                      <c:pt idx="940">
                        <c:v>39392</c:v>
                      </c:pt>
                      <c:pt idx="941">
                        <c:v>39393</c:v>
                      </c:pt>
                      <c:pt idx="942">
                        <c:v>39394</c:v>
                      </c:pt>
                      <c:pt idx="943">
                        <c:v>39395</c:v>
                      </c:pt>
                      <c:pt idx="944">
                        <c:v>39398</c:v>
                      </c:pt>
                      <c:pt idx="945">
                        <c:v>39399</c:v>
                      </c:pt>
                      <c:pt idx="946">
                        <c:v>39400</c:v>
                      </c:pt>
                      <c:pt idx="947">
                        <c:v>39401</c:v>
                      </c:pt>
                      <c:pt idx="948">
                        <c:v>39402</c:v>
                      </c:pt>
                      <c:pt idx="949">
                        <c:v>39405</c:v>
                      </c:pt>
                      <c:pt idx="950">
                        <c:v>39406</c:v>
                      </c:pt>
                      <c:pt idx="951">
                        <c:v>39407</c:v>
                      </c:pt>
                      <c:pt idx="952">
                        <c:v>39408</c:v>
                      </c:pt>
                      <c:pt idx="953">
                        <c:v>39409</c:v>
                      </c:pt>
                      <c:pt idx="954">
                        <c:v>39412</c:v>
                      </c:pt>
                      <c:pt idx="955">
                        <c:v>39413</c:v>
                      </c:pt>
                      <c:pt idx="956">
                        <c:v>39414</c:v>
                      </c:pt>
                      <c:pt idx="957">
                        <c:v>39415</c:v>
                      </c:pt>
                      <c:pt idx="958">
                        <c:v>39416</c:v>
                      </c:pt>
                      <c:pt idx="959">
                        <c:v>39419</c:v>
                      </c:pt>
                      <c:pt idx="960">
                        <c:v>39420</c:v>
                      </c:pt>
                      <c:pt idx="961">
                        <c:v>39421</c:v>
                      </c:pt>
                      <c:pt idx="962">
                        <c:v>39422</c:v>
                      </c:pt>
                      <c:pt idx="963">
                        <c:v>39423</c:v>
                      </c:pt>
                      <c:pt idx="964">
                        <c:v>39426</c:v>
                      </c:pt>
                      <c:pt idx="965">
                        <c:v>39427</c:v>
                      </c:pt>
                      <c:pt idx="966">
                        <c:v>39428</c:v>
                      </c:pt>
                      <c:pt idx="967">
                        <c:v>39429</c:v>
                      </c:pt>
                      <c:pt idx="968">
                        <c:v>39430</c:v>
                      </c:pt>
                      <c:pt idx="969">
                        <c:v>39433</c:v>
                      </c:pt>
                      <c:pt idx="970">
                        <c:v>39434</c:v>
                      </c:pt>
                      <c:pt idx="971">
                        <c:v>39435</c:v>
                      </c:pt>
                      <c:pt idx="972">
                        <c:v>39436</c:v>
                      </c:pt>
                      <c:pt idx="973">
                        <c:v>39437</c:v>
                      </c:pt>
                      <c:pt idx="974">
                        <c:v>39440</c:v>
                      </c:pt>
                      <c:pt idx="975">
                        <c:v>39441</c:v>
                      </c:pt>
                      <c:pt idx="976">
                        <c:v>39442</c:v>
                      </c:pt>
                      <c:pt idx="977">
                        <c:v>39443</c:v>
                      </c:pt>
                      <c:pt idx="978">
                        <c:v>39444</c:v>
                      </c:pt>
                      <c:pt idx="979">
                        <c:v>39447</c:v>
                      </c:pt>
                      <c:pt idx="980">
                        <c:v>39448</c:v>
                      </c:pt>
                      <c:pt idx="981">
                        <c:v>39449</c:v>
                      </c:pt>
                      <c:pt idx="982">
                        <c:v>39450</c:v>
                      </c:pt>
                      <c:pt idx="983">
                        <c:v>39451</c:v>
                      </c:pt>
                      <c:pt idx="984">
                        <c:v>39454</c:v>
                      </c:pt>
                      <c:pt idx="985">
                        <c:v>39455</c:v>
                      </c:pt>
                      <c:pt idx="986">
                        <c:v>39456</c:v>
                      </c:pt>
                      <c:pt idx="987">
                        <c:v>39457</c:v>
                      </c:pt>
                      <c:pt idx="988">
                        <c:v>39458</c:v>
                      </c:pt>
                      <c:pt idx="989">
                        <c:v>39461</c:v>
                      </c:pt>
                      <c:pt idx="990">
                        <c:v>39462</c:v>
                      </c:pt>
                      <c:pt idx="991">
                        <c:v>39463</c:v>
                      </c:pt>
                      <c:pt idx="992">
                        <c:v>39464</c:v>
                      </c:pt>
                      <c:pt idx="993">
                        <c:v>39465</c:v>
                      </c:pt>
                      <c:pt idx="994">
                        <c:v>39468</c:v>
                      </c:pt>
                      <c:pt idx="995">
                        <c:v>39469</c:v>
                      </c:pt>
                      <c:pt idx="996">
                        <c:v>39470</c:v>
                      </c:pt>
                      <c:pt idx="997">
                        <c:v>39471</c:v>
                      </c:pt>
                      <c:pt idx="998">
                        <c:v>39472</c:v>
                      </c:pt>
                      <c:pt idx="999">
                        <c:v>39475</c:v>
                      </c:pt>
                      <c:pt idx="1000">
                        <c:v>39476</c:v>
                      </c:pt>
                      <c:pt idx="1001">
                        <c:v>39477</c:v>
                      </c:pt>
                      <c:pt idx="1002">
                        <c:v>39478</c:v>
                      </c:pt>
                      <c:pt idx="1003">
                        <c:v>39479</c:v>
                      </c:pt>
                      <c:pt idx="1004">
                        <c:v>39482</c:v>
                      </c:pt>
                      <c:pt idx="1005">
                        <c:v>39483</c:v>
                      </c:pt>
                      <c:pt idx="1006">
                        <c:v>39484</c:v>
                      </c:pt>
                      <c:pt idx="1007">
                        <c:v>39485</c:v>
                      </c:pt>
                      <c:pt idx="1008">
                        <c:v>39486</c:v>
                      </c:pt>
                      <c:pt idx="1009">
                        <c:v>39489</c:v>
                      </c:pt>
                      <c:pt idx="1010">
                        <c:v>39490</c:v>
                      </c:pt>
                      <c:pt idx="1011">
                        <c:v>39491</c:v>
                      </c:pt>
                      <c:pt idx="1012">
                        <c:v>39492</c:v>
                      </c:pt>
                      <c:pt idx="1013">
                        <c:v>39493</c:v>
                      </c:pt>
                      <c:pt idx="1014">
                        <c:v>39496</c:v>
                      </c:pt>
                      <c:pt idx="1015">
                        <c:v>39497</c:v>
                      </c:pt>
                      <c:pt idx="1016">
                        <c:v>39498</c:v>
                      </c:pt>
                      <c:pt idx="1017">
                        <c:v>39499</c:v>
                      </c:pt>
                      <c:pt idx="1018">
                        <c:v>39500</c:v>
                      </c:pt>
                      <c:pt idx="1019">
                        <c:v>39503</c:v>
                      </c:pt>
                      <c:pt idx="1020">
                        <c:v>39504</c:v>
                      </c:pt>
                      <c:pt idx="1021">
                        <c:v>39505</c:v>
                      </c:pt>
                      <c:pt idx="1022">
                        <c:v>39506</c:v>
                      </c:pt>
                      <c:pt idx="1023">
                        <c:v>39507</c:v>
                      </c:pt>
                      <c:pt idx="1024">
                        <c:v>39510</c:v>
                      </c:pt>
                      <c:pt idx="1025">
                        <c:v>39511</c:v>
                      </c:pt>
                      <c:pt idx="1026">
                        <c:v>39512</c:v>
                      </c:pt>
                      <c:pt idx="1027">
                        <c:v>39513</c:v>
                      </c:pt>
                      <c:pt idx="1028">
                        <c:v>39514</c:v>
                      </c:pt>
                      <c:pt idx="1029">
                        <c:v>39517</c:v>
                      </c:pt>
                      <c:pt idx="1030">
                        <c:v>39518</c:v>
                      </c:pt>
                      <c:pt idx="1031">
                        <c:v>39519</c:v>
                      </c:pt>
                      <c:pt idx="1032">
                        <c:v>39520</c:v>
                      </c:pt>
                      <c:pt idx="1033">
                        <c:v>39521</c:v>
                      </c:pt>
                      <c:pt idx="1034">
                        <c:v>39524</c:v>
                      </c:pt>
                      <c:pt idx="1035">
                        <c:v>39525</c:v>
                      </c:pt>
                      <c:pt idx="1036">
                        <c:v>39526</c:v>
                      </c:pt>
                      <c:pt idx="1037">
                        <c:v>39527</c:v>
                      </c:pt>
                      <c:pt idx="1038">
                        <c:v>39528</c:v>
                      </c:pt>
                      <c:pt idx="1039">
                        <c:v>39531</c:v>
                      </c:pt>
                      <c:pt idx="1040">
                        <c:v>39532</c:v>
                      </c:pt>
                      <c:pt idx="1041">
                        <c:v>39533</c:v>
                      </c:pt>
                      <c:pt idx="1042">
                        <c:v>39534</c:v>
                      </c:pt>
                      <c:pt idx="1043">
                        <c:v>39535</c:v>
                      </c:pt>
                      <c:pt idx="1044">
                        <c:v>39538</c:v>
                      </c:pt>
                      <c:pt idx="1045">
                        <c:v>39539</c:v>
                      </c:pt>
                      <c:pt idx="1046">
                        <c:v>39540</c:v>
                      </c:pt>
                      <c:pt idx="1047">
                        <c:v>39541</c:v>
                      </c:pt>
                      <c:pt idx="1048">
                        <c:v>39542</c:v>
                      </c:pt>
                      <c:pt idx="1049">
                        <c:v>39545</c:v>
                      </c:pt>
                      <c:pt idx="1050">
                        <c:v>39546</c:v>
                      </c:pt>
                      <c:pt idx="1051">
                        <c:v>39547</c:v>
                      </c:pt>
                      <c:pt idx="1052">
                        <c:v>39548</c:v>
                      </c:pt>
                      <c:pt idx="1053">
                        <c:v>39549</c:v>
                      </c:pt>
                      <c:pt idx="1054">
                        <c:v>39552</c:v>
                      </c:pt>
                      <c:pt idx="1055">
                        <c:v>39553</c:v>
                      </c:pt>
                      <c:pt idx="1056">
                        <c:v>39554</c:v>
                      </c:pt>
                      <c:pt idx="1057">
                        <c:v>39555</c:v>
                      </c:pt>
                      <c:pt idx="1058">
                        <c:v>39556</c:v>
                      </c:pt>
                      <c:pt idx="1059">
                        <c:v>39559</c:v>
                      </c:pt>
                      <c:pt idx="1060">
                        <c:v>39560</c:v>
                      </c:pt>
                      <c:pt idx="1061">
                        <c:v>39561</c:v>
                      </c:pt>
                      <c:pt idx="1062">
                        <c:v>39562</c:v>
                      </c:pt>
                      <c:pt idx="1063">
                        <c:v>39563</c:v>
                      </c:pt>
                      <c:pt idx="1064">
                        <c:v>39566</c:v>
                      </c:pt>
                      <c:pt idx="1065">
                        <c:v>39567</c:v>
                      </c:pt>
                      <c:pt idx="1066">
                        <c:v>39568</c:v>
                      </c:pt>
                      <c:pt idx="1067">
                        <c:v>39569</c:v>
                      </c:pt>
                      <c:pt idx="1068">
                        <c:v>39570</c:v>
                      </c:pt>
                      <c:pt idx="1069">
                        <c:v>39573</c:v>
                      </c:pt>
                      <c:pt idx="1070">
                        <c:v>39574</c:v>
                      </c:pt>
                      <c:pt idx="1071">
                        <c:v>39575</c:v>
                      </c:pt>
                      <c:pt idx="1072">
                        <c:v>39576</c:v>
                      </c:pt>
                      <c:pt idx="1073">
                        <c:v>39577</c:v>
                      </c:pt>
                      <c:pt idx="1074">
                        <c:v>39580</c:v>
                      </c:pt>
                      <c:pt idx="1075">
                        <c:v>39581</c:v>
                      </c:pt>
                      <c:pt idx="1076">
                        <c:v>39582</c:v>
                      </c:pt>
                      <c:pt idx="1077">
                        <c:v>39583</c:v>
                      </c:pt>
                      <c:pt idx="1078">
                        <c:v>39584</c:v>
                      </c:pt>
                      <c:pt idx="1079">
                        <c:v>39587</c:v>
                      </c:pt>
                      <c:pt idx="1080">
                        <c:v>39588</c:v>
                      </c:pt>
                      <c:pt idx="1081">
                        <c:v>39589</c:v>
                      </c:pt>
                      <c:pt idx="1082">
                        <c:v>39590</c:v>
                      </c:pt>
                      <c:pt idx="1083">
                        <c:v>39591</c:v>
                      </c:pt>
                      <c:pt idx="1084">
                        <c:v>39594</c:v>
                      </c:pt>
                      <c:pt idx="1085">
                        <c:v>39595</c:v>
                      </c:pt>
                      <c:pt idx="1086">
                        <c:v>39596</c:v>
                      </c:pt>
                      <c:pt idx="1087">
                        <c:v>39597</c:v>
                      </c:pt>
                      <c:pt idx="1088">
                        <c:v>39598</c:v>
                      </c:pt>
                      <c:pt idx="1089">
                        <c:v>39601</c:v>
                      </c:pt>
                      <c:pt idx="1090">
                        <c:v>39602</c:v>
                      </c:pt>
                      <c:pt idx="1091">
                        <c:v>39603</c:v>
                      </c:pt>
                      <c:pt idx="1092">
                        <c:v>39604</c:v>
                      </c:pt>
                      <c:pt idx="1093">
                        <c:v>39605</c:v>
                      </c:pt>
                      <c:pt idx="1094">
                        <c:v>39608</c:v>
                      </c:pt>
                      <c:pt idx="1095">
                        <c:v>39609</c:v>
                      </c:pt>
                      <c:pt idx="1096">
                        <c:v>39610</c:v>
                      </c:pt>
                      <c:pt idx="1097">
                        <c:v>39611</c:v>
                      </c:pt>
                      <c:pt idx="1098">
                        <c:v>39612</c:v>
                      </c:pt>
                      <c:pt idx="1099">
                        <c:v>39615</c:v>
                      </c:pt>
                      <c:pt idx="1100">
                        <c:v>39616</c:v>
                      </c:pt>
                      <c:pt idx="1101">
                        <c:v>39617</c:v>
                      </c:pt>
                      <c:pt idx="1102">
                        <c:v>39618</c:v>
                      </c:pt>
                      <c:pt idx="1103">
                        <c:v>39619</c:v>
                      </c:pt>
                      <c:pt idx="1104">
                        <c:v>39622</c:v>
                      </c:pt>
                      <c:pt idx="1105">
                        <c:v>39623</c:v>
                      </c:pt>
                      <c:pt idx="1106">
                        <c:v>39624</c:v>
                      </c:pt>
                      <c:pt idx="1107">
                        <c:v>39625</c:v>
                      </c:pt>
                      <c:pt idx="1108">
                        <c:v>39626</c:v>
                      </c:pt>
                      <c:pt idx="1109">
                        <c:v>39629</c:v>
                      </c:pt>
                      <c:pt idx="1110">
                        <c:v>39630</c:v>
                      </c:pt>
                      <c:pt idx="1111">
                        <c:v>39631</c:v>
                      </c:pt>
                      <c:pt idx="1112">
                        <c:v>39632</c:v>
                      </c:pt>
                      <c:pt idx="1113">
                        <c:v>39633</c:v>
                      </c:pt>
                      <c:pt idx="1114">
                        <c:v>39636</c:v>
                      </c:pt>
                      <c:pt idx="1115">
                        <c:v>39637</c:v>
                      </c:pt>
                      <c:pt idx="1116">
                        <c:v>39638</c:v>
                      </c:pt>
                      <c:pt idx="1117">
                        <c:v>39639</c:v>
                      </c:pt>
                      <c:pt idx="1118">
                        <c:v>39640</c:v>
                      </c:pt>
                      <c:pt idx="1119">
                        <c:v>39643</c:v>
                      </c:pt>
                      <c:pt idx="1120">
                        <c:v>39644</c:v>
                      </c:pt>
                      <c:pt idx="1121">
                        <c:v>39645</c:v>
                      </c:pt>
                      <c:pt idx="1122">
                        <c:v>39646</c:v>
                      </c:pt>
                      <c:pt idx="1123">
                        <c:v>39647</c:v>
                      </c:pt>
                      <c:pt idx="1124">
                        <c:v>39650</c:v>
                      </c:pt>
                      <c:pt idx="1125">
                        <c:v>39651</c:v>
                      </c:pt>
                      <c:pt idx="1126">
                        <c:v>39652</c:v>
                      </c:pt>
                      <c:pt idx="1127">
                        <c:v>39653</c:v>
                      </c:pt>
                      <c:pt idx="1128">
                        <c:v>39654</c:v>
                      </c:pt>
                      <c:pt idx="1129">
                        <c:v>39657</c:v>
                      </c:pt>
                      <c:pt idx="1130">
                        <c:v>39658</c:v>
                      </c:pt>
                      <c:pt idx="1131">
                        <c:v>39659</c:v>
                      </c:pt>
                      <c:pt idx="1132">
                        <c:v>39660</c:v>
                      </c:pt>
                      <c:pt idx="1133">
                        <c:v>39661</c:v>
                      </c:pt>
                      <c:pt idx="1134">
                        <c:v>39664</c:v>
                      </c:pt>
                      <c:pt idx="1135">
                        <c:v>39665</c:v>
                      </c:pt>
                      <c:pt idx="1136">
                        <c:v>39666</c:v>
                      </c:pt>
                      <c:pt idx="1137">
                        <c:v>39667</c:v>
                      </c:pt>
                      <c:pt idx="1138">
                        <c:v>39668</c:v>
                      </c:pt>
                      <c:pt idx="1139">
                        <c:v>39671</c:v>
                      </c:pt>
                      <c:pt idx="1140">
                        <c:v>39672</c:v>
                      </c:pt>
                      <c:pt idx="1141">
                        <c:v>39673</c:v>
                      </c:pt>
                      <c:pt idx="1142">
                        <c:v>39674</c:v>
                      </c:pt>
                      <c:pt idx="1143">
                        <c:v>39675</c:v>
                      </c:pt>
                      <c:pt idx="1144">
                        <c:v>39678</c:v>
                      </c:pt>
                      <c:pt idx="1145">
                        <c:v>39679</c:v>
                      </c:pt>
                      <c:pt idx="1146">
                        <c:v>39680</c:v>
                      </c:pt>
                      <c:pt idx="1147">
                        <c:v>39681</c:v>
                      </c:pt>
                      <c:pt idx="1148">
                        <c:v>39682</c:v>
                      </c:pt>
                      <c:pt idx="1149">
                        <c:v>39685</c:v>
                      </c:pt>
                      <c:pt idx="1150">
                        <c:v>39686</c:v>
                      </c:pt>
                      <c:pt idx="1151">
                        <c:v>39687</c:v>
                      </c:pt>
                      <c:pt idx="1152">
                        <c:v>39688</c:v>
                      </c:pt>
                      <c:pt idx="1153">
                        <c:v>39689</c:v>
                      </c:pt>
                      <c:pt idx="1154">
                        <c:v>39692</c:v>
                      </c:pt>
                      <c:pt idx="1155">
                        <c:v>39693</c:v>
                      </c:pt>
                      <c:pt idx="1156">
                        <c:v>39694</c:v>
                      </c:pt>
                      <c:pt idx="1157">
                        <c:v>39695</c:v>
                      </c:pt>
                      <c:pt idx="1158">
                        <c:v>39696</c:v>
                      </c:pt>
                      <c:pt idx="1159">
                        <c:v>39699</c:v>
                      </c:pt>
                      <c:pt idx="1160">
                        <c:v>39700</c:v>
                      </c:pt>
                      <c:pt idx="1161">
                        <c:v>39701</c:v>
                      </c:pt>
                      <c:pt idx="1162">
                        <c:v>39702</c:v>
                      </c:pt>
                      <c:pt idx="1163">
                        <c:v>39703</c:v>
                      </c:pt>
                      <c:pt idx="1164">
                        <c:v>39706</c:v>
                      </c:pt>
                      <c:pt idx="1165">
                        <c:v>39707</c:v>
                      </c:pt>
                      <c:pt idx="1166">
                        <c:v>39708</c:v>
                      </c:pt>
                      <c:pt idx="1167">
                        <c:v>39709</c:v>
                      </c:pt>
                      <c:pt idx="1168">
                        <c:v>39710</c:v>
                      </c:pt>
                      <c:pt idx="1169">
                        <c:v>39713</c:v>
                      </c:pt>
                      <c:pt idx="1170">
                        <c:v>39714</c:v>
                      </c:pt>
                      <c:pt idx="1171">
                        <c:v>39715</c:v>
                      </c:pt>
                      <c:pt idx="1172">
                        <c:v>39716</c:v>
                      </c:pt>
                      <c:pt idx="1173">
                        <c:v>39717</c:v>
                      </c:pt>
                      <c:pt idx="1174">
                        <c:v>39720</c:v>
                      </c:pt>
                      <c:pt idx="1175">
                        <c:v>39721</c:v>
                      </c:pt>
                      <c:pt idx="1176">
                        <c:v>39722</c:v>
                      </c:pt>
                      <c:pt idx="1177">
                        <c:v>39723</c:v>
                      </c:pt>
                      <c:pt idx="1178">
                        <c:v>39724</c:v>
                      </c:pt>
                      <c:pt idx="1179">
                        <c:v>39727</c:v>
                      </c:pt>
                      <c:pt idx="1180">
                        <c:v>39728</c:v>
                      </c:pt>
                      <c:pt idx="1181">
                        <c:v>39729</c:v>
                      </c:pt>
                      <c:pt idx="1182">
                        <c:v>39730</c:v>
                      </c:pt>
                      <c:pt idx="1183">
                        <c:v>39731</c:v>
                      </c:pt>
                      <c:pt idx="1184">
                        <c:v>39734</c:v>
                      </c:pt>
                      <c:pt idx="1185">
                        <c:v>39735</c:v>
                      </c:pt>
                      <c:pt idx="1186">
                        <c:v>39736</c:v>
                      </c:pt>
                      <c:pt idx="1187">
                        <c:v>39737</c:v>
                      </c:pt>
                      <c:pt idx="1188">
                        <c:v>39738</c:v>
                      </c:pt>
                      <c:pt idx="1189">
                        <c:v>39741</c:v>
                      </c:pt>
                      <c:pt idx="1190">
                        <c:v>39742</c:v>
                      </c:pt>
                      <c:pt idx="1191">
                        <c:v>39743</c:v>
                      </c:pt>
                      <c:pt idx="1192">
                        <c:v>39744</c:v>
                      </c:pt>
                      <c:pt idx="1193">
                        <c:v>39745</c:v>
                      </c:pt>
                      <c:pt idx="1194">
                        <c:v>39748</c:v>
                      </c:pt>
                      <c:pt idx="1195">
                        <c:v>39749</c:v>
                      </c:pt>
                      <c:pt idx="1196">
                        <c:v>39750</c:v>
                      </c:pt>
                      <c:pt idx="1197">
                        <c:v>39751</c:v>
                      </c:pt>
                      <c:pt idx="1198">
                        <c:v>39752</c:v>
                      </c:pt>
                      <c:pt idx="1199">
                        <c:v>39755</c:v>
                      </c:pt>
                      <c:pt idx="1200">
                        <c:v>39756</c:v>
                      </c:pt>
                      <c:pt idx="1201">
                        <c:v>39757</c:v>
                      </c:pt>
                      <c:pt idx="1202">
                        <c:v>39758</c:v>
                      </c:pt>
                      <c:pt idx="1203">
                        <c:v>39759</c:v>
                      </c:pt>
                      <c:pt idx="1204">
                        <c:v>39762</c:v>
                      </c:pt>
                      <c:pt idx="1205">
                        <c:v>39763</c:v>
                      </c:pt>
                      <c:pt idx="1206">
                        <c:v>39764</c:v>
                      </c:pt>
                      <c:pt idx="1207">
                        <c:v>39765</c:v>
                      </c:pt>
                      <c:pt idx="1208">
                        <c:v>39766</c:v>
                      </c:pt>
                      <c:pt idx="1209">
                        <c:v>39769</c:v>
                      </c:pt>
                      <c:pt idx="1210">
                        <c:v>39770</c:v>
                      </c:pt>
                      <c:pt idx="1211">
                        <c:v>39771</c:v>
                      </c:pt>
                      <c:pt idx="1212">
                        <c:v>39772</c:v>
                      </c:pt>
                      <c:pt idx="1213">
                        <c:v>39773</c:v>
                      </c:pt>
                      <c:pt idx="1214">
                        <c:v>39776</c:v>
                      </c:pt>
                      <c:pt idx="1215">
                        <c:v>39777</c:v>
                      </c:pt>
                      <c:pt idx="1216">
                        <c:v>39778</c:v>
                      </c:pt>
                      <c:pt idx="1217">
                        <c:v>39779</c:v>
                      </c:pt>
                      <c:pt idx="1218">
                        <c:v>39780</c:v>
                      </c:pt>
                      <c:pt idx="1219">
                        <c:v>39783</c:v>
                      </c:pt>
                      <c:pt idx="1220">
                        <c:v>39784</c:v>
                      </c:pt>
                      <c:pt idx="1221">
                        <c:v>39785</c:v>
                      </c:pt>
                      <c:pt idx="1222">
                        <c:v>39786</c:v>
                      </c:pt>
                      <c:pt idx="1223">
                        <c:v>39787</c:v>
                      </c:pt>
                      <c:pt idx="1224">
                        <c:v>39790</c:v>
                      </c:pt>
                      <c:pt idx="1225">
                        <c:v>39791</c:v>
                      </c:pt>
                      <c:pt idx="1226">
                        <c:v>39792</c:v>
                      </c:pt>
                      <c:pt idx="1227">
                        <c:v>39793</c:v>
                      </c:pt>
                      <c:pt idx="1228">
                        <c:v>39794</c:v>
                      </c:pt>
                      <c:pt idx="1229">
                        <c:v>39797</c:v>
                      </c:pt>
                      <c:pt idx="1230">
                        <c:v>39798</c:v>
                      </c:pt>
                      <c:pt idx="1231">
                        <c:v>39799</c:v>
                      </c:pt>
                      <c:pt idx="1232">
                        <c:v>39800</c:v>
                      </c:pt>
                      <c:pt idx="1233">
                        <c:v>39801</c:v>
                      </c:pt>
                      <c:pt idx="1234">
                        <c:v>39804</c:v>
                      </c:pt>
                      <c:pt idx="1235">
                        <c:v>39805</c:v>
                      </c:pt>
                      <c:pt idx="1236">
                        <c:v>39806</c:v>
                      </c:pt>
                      <c:pt idx="1237">
                        <c:v>39808</c:v>
                      </c:pt>
                      <c:pt idx="1238">
                        <c:v>39811</c:v>
                      </c:pt>
                      <c:pt idx="1239">
                        <c:v>39812</c:v>
                      </c:pt>
                      <c:pt idx="1240">
                        <c:v>39813</c:v>
                      </c:pt>
                      <c:pt idx="1241">
                        <c:v>39814</c:v>
                      </c:pt>
                      <c:pt idx="1242">
                        <c:v>39815</c:v>
                      </c:pt>
                      <c:pt idx="1243">
                        <c:v>39818</c:v>
                      </c:pt>
                      <c:pt idx="1244">
                        <c:v>39819</c:v>
                      </c:pt>
                      <c:pt idx="1245">
                        <c:v>39820</c:v>
                      </c:pt>
                      <c:pt idx="1246">
                        <c:v>39821</c:v>
                      </c:pt>
                      <c:pt idx="1247">
                        <c:v>39822</c:v>
                      </c:pt>
                      <c:pt idx="1248">
                        <c:v>39825</c:v>
                      </c:pt>
                      <c:pt idx="1249">
                        <c:v>39826</c:v>
                      </c:pt>
                      <c:pt idx="1250">
                        <c:v>39827</c:v>
                      </c:pt>
                      <c:pt idx="1251">
                        <c:v>39828</c:v>
                      </c:pt>
                      <c:pt idx="1252">
                        <c:v>39829</c:v>
                      </c:pt>
                      <c:pt idx="1253">
                        <c:v>39832</c:v>
                      </c:pt>
                      <c:pt idx="1254">
                        <c:v>39833</c:v>
                      </c:pt>
                      <c:pt idx="1255">
                        <c:v>39834</c:v>
                      </c:pt>
                      <c:pt idx="1256">
                        <c:v>39835</c:v>
                      </c:pt>
                      <c:pt idx="1257">
                        <c:v>39836</c:v>
                      </c:pt>
                      <c:pt idx="1258">
                        <c:v>39839</c:v>
                      </c:pt>
                      <c:pt idx="1259">
                        <c:v>39840</c:v>
                      </c:pt>
                      <c:pt idx="1260">
                        <c:v>39841</c:v>
                      </c:pt>
                      <c:pt idx="1261">
                        <c:v>39842</c:v>
                      </c:pt>
                      <c:pt idx="1262">
                        <c:v>39843</c:v>
                      </c:pt>
                      <c:pt idx="1263">
                        <c:v>39846</c:v>
                      </c:pt>
                      <c:pt idx="1264">
                        <c:v>39847</c:v>
                      </c:pt>
                      <c:pt idx="1265">
                        <c:v>39848</c:v>
                      </c:pt>
                      <c:pt idx="1266">
                        <c:v>39849</c:v>
                      </c:pt>
                      <c:pt idx="1267">
                        <c:v>39850</c:v>
                      </c:pt>
                      <c:pt idx="1268">
                        <c:v>39853</c:v>
                      </c:pt>
                      <c:pt idx="1269">
                        <c:v>39854</c:v>
                      </c:pt>
                      <c:pt idx="1270">
                        <c:v>39855</c:v>
                      </c:pt>
                      <c:pt idx="1271">
                        <c:v>39856</c:v>
                      </c:pt>
                      <c:pt idx="1272">
                        <c:v>39857</c:v>
                      </c:pt>
                      <c:pt idx="1273">
                        <c:v>39860</c:v>
                      </c:pt>
                      <c:pt idx="1274">
                        <c:v>39861</c:v>
                      </c:pt>
                      <c:pt idx="1275">
                        <c:v>39862</c:v>
                      </c:pt>
                      <c:pt idx="1276">
                        <c:v>39863</c:v>
                      </c:pt>
                      <c:pt idx="1277">
                        <c:v>39864</c:v>
                      </c:pt>
                      <c:pt idx="1278">
                        <c:v>39867</c:v>
                      </c:pt>
                      <c:pt idx="1279">
                        <c:v>39868</c:v>
                      </c:pt>
                      <c:pt idx="1280">
                        <c:v>39869</c:v>
                      </c:pt>
                      <c:pt idx="1281">
                        <c:v>39870</c:v>
                      </c:pt>
                      <c:pt idx="1282">
                        <c:v>39871</c:v>
                      </c:pt>
                      <c:pt idx="1283">
                        <c:v>39874</c:v>
                      </c:pt>
                      <c:pt idx="1284">
                        <c:v>39875</c:v>
                      </c:pt>
                      <c:pt idx="1285">
                        <c:v>39876</c:v>
                      </c:pt>
                      <c:pt idx="1286">
                        <c:v>39877</c:v>
                      </c:pt>
                      <c:pt idx="1287">
                        <c:v>39878</c:v>
                      </c:pt>
                      <c:pt idx="1288">
                        <c:v>39881</c:v>
                      </c:pt>
                      <c:pt idx="1289">
                        <c:v>39882</c:v>
                      </c:pt>
                      <c:pt idx="1290">
                        <c:v>39883</c:v>
                      </c:pt>
                      <c:pt idx="1291">
                        <c:v>39884</c:v>
                      </c:pt>
                      <c:pt idx="1292">
                        <c:v>39885</c:v>
                      </c:pt>
                      <c:pt idx="1293">
                        <c:v>39888</c:v>
                      </c:pt>
                      <c:pt idx="1294">
                        <c:v>39889</c:v>
                      </c:pt>
                      <c:pt idx="1295">
                        <c:v>39890</c:v>
                      </c:pt>
                      <c:pt idx="1296">
                        <c:v>39891</c:v>
                      </c:pt>
                      <c:pt idx="1297">
                        <c:v>39892</c:v>
                      </c:pt>
                      <c:pt idx="1298">
                        <c:v>39895</c:v>
                      </c:pt>
                      <c:pt idx="1299">
                        <c:v>39896</c:v>
                      </c:pt>
                      <c:pt idx="1300">
                        <c:v>39897</c:v>
                      </c:pt>
                      <c:pt idx="1301">
                        <c:v>39898</c:v>
                      </c:pt>
                      <c:pt idx="1302">
                        <c:v>39899</c:v>
                      </c:pt>
                      <c:pt idx="1303">
                        <c:v>39902</c:v>
                      </c:pt>
                      <c:pt idx="1304">
                        <c:v>39903</c:v>
                      </c:pt>
                      <c:pt idx="1305">
                        <c:v>39904</c:v>
                      </c:pt>
                      <c:pt idx="1306">
                        <c:v>39905</c:v>
                      </c:pt>
                      <c:pt idx="1307">
                        <c:v>39906</c:v>
                      </c:pt>
                      <c:pt idx="1308">
                        <c:v>39909</c:v>
                      </c:pt>
                      <c:pt idx="1309">
                        <c:v>39910</c:v>
                      </c:pt>
                      <c:pt idx="1310">
                        <c:v>39911</c:v>
                      </c:pt>
                      <c:pt idx="1311">
                        <c:v>39912</c:v>
                      </c:pt>
                      <c:pt idx="1312">
                        <c:v>39913</c:v>
                      </c:pt>
                      <c:pt idx="1313">
                        <c:v>39916</c:v>
                      </c:pt>
                      <c:pt idx="1314">
                        <c:v>39917</c:v>
                      </c:pt>
                      <c:pt idx="1315">
                        <c:v>39918</c:v>
                      </c:pt>
                      <c:pt idx="1316">
                        <c:v>39919</c:v>
                      </c:pt>
                      <c:pt idx="1317">
                        <c:v>39920</c:v>
                      </c:pt>
                      <c:pt idx="1318">
                        <c:v>39923</c:v>
                      </c:pt>
                      <c:pt idx="1319">
                        <c:v>39924</c:v>
                      </c:pt>
                      <c:pt idx="1320">
                        <c:v>39925</c:v>
                      </c:pt>
                      <c:pt idx="1321">
                        <c:v>39926</c:v>
                      </c:pt>
                      <c:pt idx="1322">
                        <c:v>39927</c:v>
                      </c:pt>
                      <c:pt idx="1323">
                        <c:v>39930</c:v>
                      </c:pt>
                      <c:pt idx="1324">
                        <c:v>39931</c:v>
                      </c:pt>
                      <c:pt idx="1325">
                        <c:v>39932</c:v>
                      </c:pt>
                      <c:pt idx="1326">
                        <c:v>39933</c:v>
                      </c:pt>
                      <c:pt idx="1327">
                        <c:v>39934</c:v>
                      </c:pt>
                      <c:pt idx="1328">
                        <c:v>39937</c:v>
                      </c:pt>
                      <c:pt idx="1329">
                        <c:v>39938</c:v>
                      </c:pt>
                      <c:pt idx="1330">
                        <c:v>39939</c:v>
                      </c:pt>
                      <c:pt idx="1331">
                        <c:v>39940</c:v>
                      </c:pt>
                      <c:pt idx="1332">
                        <c:v>39941</c:v>
                      </c:pt>
                      <c:pt idx="1333">
                        <c:v>39944</c:v>
                      </c:pt>
                      <c:pt idx="1334">
                        <c:v>39945</c:v>
                      </c:pt>
                      <c:pt idx="1335">
                        <c:v>39946</c:v>
                      </c:pt>
                      <c:pt idx="1336">
                        <c:v>39947</c:v>
                      </c:pt>
                      <c:pt idx="1337">
                        <c:v>39948</c:v>
                      </c:pt>
                      <c:pt idx="1338">
                        <c:v>39951</c:v>
                      </c:pt>
                      <c:pt idx="1339">
                        <c:v>39952</c:v>
                      </c:pt>
                      <c:pt idx="1340">
                        <c:v>39953</c:v>
                      </c:pt>
                      <c:pt idx="1341">
                        <c:v>39954</c:v>
                      </c:pt>
                      <c:pt idx="1342">
                        <c:v>39955</c:v>
                      </c:pt>
                      <c:pt idx="1343">
                        <c:v>39958</c:v>
                      </c:pt>
                      <c:pt idx="1344">
                        <c:v>39959</c:v>
                      </c:pt>
                      <c:pt idx="1345">
                        <c:v>39960</c:v>
                      </c:pt>
                      <c:pt idx="1346">
                        <c:v>39961</c:v>
                      </c:pt>
                      <c:pt idx="1347">
                        <c:v>39962</c:v>
                      </c:pt>
                      <c:pt idx="1348">
                        <c:v>39965</c:v>
                      </c:pt>
                      <c:pt idx="1349">
                        <c:v>39966</c:v>
                      </c:pt>
                      <c:pt idx="1350">
                        <c:v>39967</c:v>
                      </c:pt>
                      <c:pt idx="1351">
                        <c:v>39968</c:v>
                      </c:pt>
                      <c:pt idx="1352">
                        <c:v>39969</c:v>
                      </c:pt>
                      <c:pt idx="1353">
                        <c:v>39972</c:v>
                      </c:pt>
                      <c:pt idx="1354">
                        <c:v>39973</c:v>
                      </c:pt>
                      <c:pt idx="1355">
                        <c:v>39974</c:v>
                      </c:pt>
                      <c:pt idx="1356">
                        <c:v>39975</c:v>
                      </c:pt>
                      <c:pt idx="1357">
                        <c:v>39976</c:v>
                      </c:pt>
                      <c:pt idx="1358">
                        <c:v>39979</c:v>
                      </c:pt>
                      <c:pt idx="1359">
                        <c:v>39980</c:v>
                      </c:pt>
                      <c:pt idx="1360">
                        <c:v>39981</c:v>
                      </c:pt>
                      <c:pt idx="1361">
                        <c:v>39982</c:v>
                      </c:pt>
                      <c:pt idx="1362">
                        <c:v>39983</c:v>
                      </c:pt>
                      <c:pt idx="1363">
                        <c:v>39986</c:v>
                      </c:pt>
                      <c:pt idx="1364">
                        <c:v>39987</c:v>
                      </c:pt>
                      <c:pt idx="1365">
                        <c:v>39988</c:v>
                      </c:pt>
                      <c:pt idx="1366">
                        <c:v>39989</c:v>
                      </c:pt>
                      <c:pt idx="1367">
                        <c:v>39990</c:v>
                      </c:pt>
                      <c:pt idx="1368">
                        <c:v>39993</c:v>
                      </c:pt>
                      <c:pt idx="1369">
                        <c:v>39994</c:v>
                      </c:pt>
                      <c:pt idx="1370">
                        <c:v>39995</c:v>
                      </c:pt>
                      <c:pt idx="1371">
                        <c:v>39996</c:v>
                      </c:pt>
                      <c:pt idx="1372">
                        <c:v>39997</c:v>
                      </c:pt>
                      <c:pt idx="1373">
                        <c:v>40000</c:v>
                      </c:pt>
                      <c:pt idx="1374">
                        <c:v>40001</c:v>
                      </c:pt>
                      <c:pt idx="1375">
                        <c:v>40002</c:v>
                      </c:pt>
                      <c:pt idx="1376">
                        <c:v>40003</c:v>
                      </c:pt>
                      <c:pt idx="1377">
                        <c:v>40004</c:v>
                      </c:pt>
                      <c:pt idx="1378">
                        <c:v>40007</c:v>
                      </c:pt>
                      <c:pt idx="1379">
                        <c:v>40008</c:v>
                      </c:pt>
                      <c:pt idx="1380">
                        <c:v>40009</c:v>
                      </c:pt>
                      <c:pt idx="1381">
                        <c:v>40010</c:v>
                      </c:pt>
                      <c:pt idx="1382">
                        <c:v>40011</c:v>
                      </c:pt>
                      <c:pt idx="1383">
                        <c:v>40014</c:v>
                      </c:pt>
                      <c:pt idx="1384">
                        <c:v>40015</c:v>
                      </c:pt>
                      <c:pt idx="1385">
                        <c:v>40016</c:v>
                      </c:pt>
                      <c:pt idx="1386">
                        <c:v>40017</c:v>
                      </c:pt>
                      <c:pt idx="1387">
                        <c:v>40018</c:v>
                      </c:pt>
                      <c:pt idx="1388">
                        <c:v>40021</c:v>
                      </c:pt>
                      <c:pt idx="1389">
                        <c:v>40022</c:v>
                      </c:pt>
                      <c:pt idx="1390">
                        <c:v>40023</c:v>
                      </c:pt>
                      <c:pt idx="1391">
                        <c:v>40024</c:v>
                      </c:pt>
                      <c:pt idx="1392">
                        <c:v>40025</c:v>
                      </c:pt>
                      <c:pt idx="1393">
                        <c:v>40028</c:v>
                      </c:pt>
                      <c:pt idx="1394">
                        <c:v>40029</c:v>
                      </c:pt>
                      <c:pt idx="1395">
                        <c:v>40030</c:v>
                      </c:pt>
                      <c:pt idx="1396">
                        <c:v>40031</c:v>
                      </c:pt>
                      <c:pt idx="1397">
                        <c:v>40032</c:v>
                      </c:pt>
                      <c:pt idx="1398">
                        <c:v>40035</c:v>
                      </c:pt>
                      <c:pt idx="1399">
                        <c:v>40036</c:v>
                      </c:pt>
                      <c:pt idx="1400">
                        <c:v>40037</c:v>
                      </c:pt>
                      <c:pt idx="1401">
                        <c:v>40038</c:v>
                      </c:pt>
                      <c:pt idx="1402">
                        <c:v>40039</c:v>
                      </c:pt>
                      <c:pt idx="1403">
                        <c:v>40042</c:v>
                      </c:pt>
                      <c:pt idx="1404">
                        <c:v>40043</c:v>
                      </c:pt>
                      <c:pt idx="1405">
                        <c:v>40044</c:v>
                      </c:pt>
                      <c:pt idx="1406">
                        <c:v>40045</c:v>
                      </c:pt>
                      <c:pt idx="1407">
                        <c:v>40046</c:v>
                      </c:pt>
                      <c:pt idx="1408">
                        <c:v>40049</c:v>
                      </c:pt>
                      <c:pt idx="1409">
                        <c:v>40050</c:v>
                      </c:pt>
                      <c:pt idx="1410">
                        <c:v>40051</c:v>
                      </c:pt>
                      <c:pt idx="1411">
                        <c:v>40052</c:v>
                      </c:pt>
                      <c:pt idx="1412">
                        <c:v>40053</c:v>
                      </c:pt>
                      <c:pt idx="1413">
                        <c:v>40056</c:v>
                      </c:pt>
                      <c:pt idx="1414">
                        <c:v>40057</c:v>
                      </c:pt>
                      <c:pt idx="1415">
                        <c:v>40058</c:v>
                      </c:pt>
                      <c:pt idx="1416">
                        <c:v>40059</c:v>
                      </c:pt>
                      <c:pt idx="1417">
                        <c:v>40060</c:v>
                      </c:pt>
                      <c:pt idx="1418">
                        <c:v>40063</c:v>
                      </c:pt>
                      <c:pt idx="1419">
                        <c:v>40064</c:v>
                      </c:pt>
                      <c:pt idx="1420">
                        <c:v>40065</c:v>
                      </c:pt>
                      <c:pt idx="1421">
                        <c:v>40066</c:v>
                      </c:pt>
                      <c:pt idx="1422">
                        <c:v>40067</c:v>
                      </c:pt>
                      <c:pt idx="1423">
                        <c:v>40070</c:v>
                      </c:pt>
                      <c:pt idx="1424">
                        <c:v>40071</c:v>
                      </c:pt>
                      <c:pt idx="1425">
                        <c:v>40072</c:v>
                      </c:pt>
                      <c:pt idx="1426">
                        <c:v>40073</c:v>
                      </c:pt>
                      <c:pt idx="1427">
                        <c:v>40074</c:v>
                      </c:pt>
                      <c:pt idx="1428">
                        <c:v>40077</c:v>
                      </c:pt>
                      <c:pt idx="1429">
                        <c:v>40078</c:v>
                      </c:pt>
                      <c:pt idx="1430">
                        <c:v>40079</c:v>
                      </c:pt>
                      <c:pt idx="1431">
                        <c:v>40080</c:v>
                      </c:pt>
                      <c:pt idx="1432">
                        <c:v>40081</c:v>
                      </c:pt>
                      <c:pt idx="1433">
                        <c:v>40084</c:v>
                      </c:pt>
                      <c:pt idx="1434">
                        <c:v>40085</c:v>
                      </c:pt>
                      <c:pt idx="1435">
                        <c:v>40086</c:v>
                      </c:pt>
                      <c:pt idx="1436">
                        <c:v>40087</c:v>
                      </c:pt>
                      <c:pt idx="1437">
                        <c:v>40088</c:v>
                      </c:pt>
                      <c:pt idx="1438">
                        <c:v>40091</c:v>
                      </c:pt>
                      <c:pt idx="1439">
                        <c:v>40092</c:v>
                      </c:pt>
                      <c:pt idx="1440">
                        <c:v>40093</c:v>
                      </c:pt>
                      <c:pt idx="1441">
                        <c:v>40094</c:v>
                      </c:pt>
                      <c:pt idx="1442">
                        <c:v>40095</c:v>
                      </c:pt>
                      <c:pt idx="1443">
                        <c:v>40098</c:v>
                      </c:pt>
                      <c:pt idx="1444">
                        <c:v>40099</c:v>
                      </c:pt>
                      <c:pt idx="1445">
                        <c:v>40100</c:v>
                      </c:pt>
                      <c:pt idx="1446">
                        <c:v>40101</c:v>
                      </c:pt>
                      <c:pt idx="1447">
                        <c:v>40102</c:v>
                      </c:pt>
                      <c:pt idx="1448">
                        <c:v>40105</c:v>
                      </c:pt>
                      <c:pt idx="1449">
                        <c:v>40106</c:v>
                      </c:pt>
                      <c:pt idx="1450">
                        <c:v>40107</c:v>
                      </c:pt>
                      <c:pt idx="1451">
                        <c:v>40108</c:v>
                      </c:pt>
                      <c:pt idx="1452">
                        <c:v>40109</c:v>
                      </c:pt>
                      <c:pt idx="1453">
                        <c:v>40112</c:v>
                      </c:pt>
                      <c:pt idx="1454">
                        <c:v>40113</c:v>
                      </c:pt>
                      <c:pt idx="1455">
                        <c:v>40114</c:v>
                      </c:pt>
                      <c:pt idx="1456">
                        <c:v>40115</c:v>
                      </c:pt>
                      <c:pt idx="1457">
                        <c:v>40116</c:v>
                      </c:pt>
                      <c:pt idx="1458">
                        <c:v>40119</c:v>
                      </c:pt>
                      <c:pt idx="1459">
                        <c:v>40120</c:v>
                      </c:pt>
                      <c:pt idx="1460">
                        <c:v>40121</c:v>
                      </c:pt>
                      <c:pt idx="1461">
                        <c:v>40122</c:v>
                      </c:pt>
                      <c:pt idx="1462">
                        <c:v>40123</c:v>
                      </c:pt>
                      <c:pt idx="1463">
                        <c:v>40126</c:v>
                      </c:pt>
                      <c:pt idx="1464">
                        <c:v>40127</c:v>
                      </c:pt>
                      <c:pt idx="1465">
                        <c:v>40128</c:v>
                      </c:pt>
                      <c:pt idx="1466">
                        <c:v>40129</c:v>
                      </c:pt>
                      <c:pt idx="1467">
                        <c:v>40130</c:v>
                      </c:pt>
                      <c:pt idx="1468">
                        <c:v>40133</c:v>
                      </c:pt>
                      <c:pt idx="1469">
                        <c:v>40134</c:v>
                      </c:pt>
                      <c:pt idx="1470">
                        <c:v>40135</c:v>
                      </c:pt>
                      <c:pt idx="1471">
                        <c:v>40136</c:v>
                      </c:pt>
                      <c:pt idx="1472">
                        <c:v>40137</c:v>
                      </c:pt>
                      <c:pt idx="1473">
                        <c:v>40140</c:v>
                      </c:pt>
                      <c:pt idx="1474">
                        <c:v>40141</c:v>
                      </c:pt>
                      <c:pt idx="1475">
                        <c:v>40142</c:v>
                      </c:pt>
                      <c:pt idx="1476">
                        <c:v>40143</c:v>
                      </c:pt>
                      <c:pt idx="1477">
                        <c:v>40144</c:v>
                      </c:pt>
                      <c:pt idx="1478">
                        <c:v>40147</c:v>
                      </c:pt>
                      <c:pt idx="1479">
                        <c:v>40148</c:v>
                      </c:pt>
                      <c:pt idx="1480">
                        <c:v>40149</c:v>
                      </c:pt>
                      <c:pt idx="1481">
                        <c:v>40150</c:v>
                      </c:pt>
                      <c:pt idx="1482">
                        <c:v>40151</c:v>
                      </c:pt>
                      <c:pt idx="1483">
                        <c:v>40154</c:v>
                      </c:pt>
                      <c:pt idx="1484">
                        <c:v>40155</c:v>
                      </c:pt>
                      <c:pt idx="1485">
                        <c:v>40156</c:v>
                      </c:pt>
                      <c:pt idx="1486">
                        <c:v>40157</c:v>
                      </c:pt>
                      <c:pt idx="1487">
                        <c:v>40158</c:v>
                      </c:pt>
                      <c:pt idx="1488">
                        <c:v>40161</c:v>
                      </c:pt>
                      <c:pt idx="1489">
                        <c:v>40162</c:v>
                      </c:pt>
                      <c:pt idx="1490">
                        <c:v>40163</c:v>
                      </c:pt>
                      <c:pt idx="1491">
                        <c:v>40164</c:v>
                      </c:pt>
                      <c:pt idx="1492">
                        <c:v>40165</c:v>
                      </c:pt>
                      <c:pt idx="1493">
                        <c:v>40168</c:v>
                      </c:pt>
                      <c:pt idx="1494">
                        <c:v>40169</c:v>
                      </c:pt>
                      <c:pt idx="1495">
                        <c:v>40170</c:v>
                      </c:pt>
                      <c:pt idx="1496">
                        <c:v>40171</c:v>
                      </c:pt>
                      <c:pt idx="1497">
                        <c:v>40172</c:v>
                      </c:pt>
                      <c:pt idx="1498">
                        <c:v>40175</c:v>
                      </c:pt>
                      <c:pt idx="1499">
                        <c:v>40176</c:v>
                      </c:pt>
                      <c:pt idx="1500">
                        <c:v>40177</c:v>
                      </c:pt>
                      <c:pt idx="1501">
                        <c:v>40178</c:v>
                      </c:pt>
                      <c:pt idx="1502">
                        <c:v>40179</c:v>
                      </c:pt>
                      <c:pt idx="1503">
                        <c:v>40182</c:v>
                      </c:pt>
                      <c:pt idx="1504">
                        <c:v>40183</c:v>
                      </c:pt>
                      <c:pt idx="1505">
                        <c:v>40184</c:v>
                      </c:pt>
                      <c:pt idx="1506">
                        <c:v>40185</c:v>
                      </c:pt>
                      <c:pt idx="1507">
                        <c:v>40186</c:v>
                      </c:pt>
                      <c:pt idx="1508">
                        <c:v>40189</c:v>
                      </c:pt>
                      <c:pt idx="1509">
                        <c:v>40190</c:v>
                      </c:pt>
                      <c:pt idx="1510">
                        <c:v>40191</c:v>
                      </c:pt>
                      <c:pt idx="1511">
                        <c:v>40192</c:v>
                      </c:pt>
                      <c:pt idx="1512">
                        <c:v>40193</c:v>
                      </c:pt>
                      <c:pt idx="1513">
                        <c:v>40196</c:v>
                      </c:pt>
                      <c:pt idx="1514">
                        <c:v>40197</c:v>
                      </c:pt>
                      <c:pt idx="1515">
                        <c:v>40198</c:v>
                      </c:pt>
                      <c:pt idx="1516">
                        <c:v>40199</c:v>
                      </c:pt>
                      <c:pt idx="1517">
                        <c:v>40200</c:v>
                      </c:pt>
                      <c:pt idx="1518">
                        <c:v>40203</c:v>
                      </c:pt>
                      <c:pt idx="1519">
                        <c:v>40204</c:v>
                      </c:pt>
                      <c:pt idx="1520">
                        <c:v>40205</c:v>
                      </c:pt>
                      <c:pt idx="1521">
                        <c:v>40206</c:v>
                      </c:pt>
                      <c:pt idx="1522">
                        <c:v>40207</c:v>
                      </c:pt>
                      <c:pt idx="1523">
                        <c:v>40210</c:v>
                      </c:pt>
                      <c:pt idx="1524">
                        <c:v>40211</c:v>
                      </c:pt>
                      <c:pt idx="1525">
                        <c:v>40212</c:v>
                      </c:pt>
                      <c:pt idx="1526">
                        <c:v>40213</c:v>
                      </c:pt>
                      <c:pt idx="1527">
                        <c:v>40214</c:v>
                      </c:pt>
                      <c:pt idx="1528">
                        <c:v>40217</c:v>
                      </c:pt>
                      <c:pt idx="1529">
                        <c:v>40218</c:v>
                      </c:pt>
                      <c:pt idx="1530">
                        <c:v>40219</c:v>
                      </c:pt>
                      <c:pt idx="1531">
                        <c:v>40220</c:v>
                      </c:pt>
                      <c:pt idx="1532">
                        <c:v>40221</c:v>
                      </c:pt>
                      <c:pt idx="1533">
                        <c:v>40224</c:v>
                      </c:pt>
                      <c:pt idx="1534">
                        <c:v>40225</c:v>
                      </c:pt>
                      <c:pt idx="1535">
                        <c:v>40226</c:v>
                      </c:pt>
                      <c:pt idx="1536">
                        <c:v>40227</c:v>
                      </c:pt>
                      <c:pt idx="1537">
                        <c:v>40228</c:v>
                      </c:pt>
                      <c:pt idx="1538">
                        <c:v>40231</c:v>
                      </c:pt>
                      <c:pt idx="1539">
                        <c:v>40232</c:v>
                      </c:pt>
                      <c:pt idx="1540">
                        <c:v>40233</c:v>
                      </c:pt>
                      <c:pt idx="1541">
                        <c:v>40234</c:v>
                      </c:pt>
                      <c:pt idx="1542">
                        <c:v>40235</c:v>
                      </c:pt>
                      <c:pt idx="1543">
                        <c:v>40238</c:v>
                      </c:pt>
                      <c:pt idx="1544">
                        <c:v>40239</c:v>
                      </c:pt>
                      <c:pt idx="1545">
                        <c:v>40240</c:v>
                      </c:pt>
                      <c:pt idx="1546">
                        <c:v>40241</c:v>
                      </c:pt>
                      <c:pt idx="1547">
                        <c:v>40242</c:v>
                      </c:pt>
                      <c:pt idx="1548">
                        <c:v>40245</c:v>
                      </c:pt>
                      <c:pt idx="1549">
                        <c:v>40246</c:v>
                      </c:pt>
                      <c:pt idx="1550">
                        <c:v>40247</c:v>
                      </c:pt>
                      <c:pt idx="1551">
                        <c:v>40248</c:v>
                      </c:pt>
                      <c:pt idx="1552">
                        <c:v>40249</c:v>
                      </c:pt>
                      <c:pt idx="1553">
                        <c:v>40252</c:v>
                      </c:pt>
                      <c:pt idx="1554">
                        <c:v>40253</c:v>
                      </c:pt>
                      <c:pt idx="1555">
                        <c:v>40254</c:v>
                      </c:pt>
                      <c:pt idx="1556">
                        <c:v>40255</c:v>
                      </c:pt>
                      <c:pt idx="1557">
                        <c:v>40256</c:v>
                      </c:pt>
                      <c:pt idx="1558">
                        <c:v>40259</c:v>
                      </c:pt>
                      <c:pt idx="1559">
                        <c:v>40260</c:v>
                      </c:pt>
                      <c:pt idx="1560">
                        <c:v>40261</c:v>
                      </c:pt>
                      <c:pt idx="1561">
                        <c:v>40262</c:v>
                      </c:pt>
                      <c:pt idx="1562">
                        <c:v>40263</c:v>
                      </c:pt>
                      <c:pt idx="1563">
                        <c:v>40266</c:v>
                      </c:pt>
                      <c:pt idx="1564">
                        <c:v>40267</c:v>
                      </c:pt>
                      <c:pt idx="1565">
                        <c:v>40268</c:v>
                      </c:pt>
                      <c:pt idx="1566">
                        <c:v>40269</c:v>
                      </c:pt>
                      <c:pt idx="1567">
                        <c:v>40270</c:v>
                      </c:pt>
                      <c:pt idx="1568">
                        <c:v>40273</c:v>
                      </c:pt>
                      <c:pt idx="1569">
                        <c:v>40274</c:v>
                      </c:pt>
                      <c:pt idx="1570">
                        <c:v>40275</c:v>
                      </c:pt>
                      <c:pt idx="1571">
                        <c:v>40276</c:v>
                      </c:pt>
                      <c:pt idx="1572">
                        <c:v>40277</c:v>
                      </c:pt>
                      <c:pt idx="1573">
                        <c:v>40280</c:v>
                      </c:pt>
                      <c:pt idx="1574">
                        <c:v>40281</c:v>
                      </c:pt>
                      <c:pt idx="1575">
                        <c:v>40282</c:v>
                      </c:pt>
                      <c:pt idx="1576">
                        <c:v>40283</c:v>
                      </c:pt>
                      <c:pt idx="1577">
                        <c:v>40284</c:v>
                      </c:pt>
                      <c:pt idx="1578">
                        <c:v>40287</c:v>
                      </c:pt>
                      <c:pt idx="1579">
                        <c:v>40288</c:v>
                      </c:pt>
                      <c:pt idx="1580">
                        <c:v>40289</c:v>
                      </c:pt>
                      <c:pt idx="1581">
                        <c:v>40290</c:v>
                      </c:pt>
                      <c:pt idx="1582">
                        <c:v>40291</c:v>
                      </c:pt>
                      <c:pt idx="1583">
                        <c:v>40294</c:v>
                      </c:pt>
                      <c:pt idx="1584">
                        <c:v>40295</c:v>
                      </c:pt>
                      <c:pt idx="1585">
                        <c:v>40296</c:v>
                      </c:pt>
                      <c:pt idx="1586">
                        <c:v>40297</c:v>
                      </c:pt>
                      <c:pt idx="1587">
                        <c:v>40298</c:v>
                      </c:pt>
                      <c:pt idx="1588">
                        <c:v>40301</c:v>
                      </c:pt>
                      <c:pt idx="1589">
                        <c:v>40302</c:v>
                      </c:pt>
                      <c:pt idx="1590">
                        <c:v>40303</c:v>
                      </c:pt>
                      <c:pt idx="1591">
                        <c:v>40304</c:v>
                      </c:pt>
                      <c:pt idx="1592">
                        <c:v>40305</c:v>
                      </c:pt>
                      <c:pt idx="1593">
                        <c:v>40308</c:v>
                      </c:pt>
                      <c:pt idx="1594">
                        <c:v>40309</c:v>
                      </c:pt>
                      <c:pt idx="1595">
                        <c:v>40310</c:v>
                      </c:pt>
                      <c:pt idx="1596">
                        <c:v>40311</c:v>
                      </c:pt>
                      <c:pt idx="1597">
                        <c:v>40312</c:v>
                      </c:pt>
                      <c:pt idx="1598">
                        <c:v>40315</c:v>
                      </c:pt>
                      <c:pt idx="1599">
                        <c:v>40316</c:v>
                      </c:pt>
                      <c:pt idx="1600">
                        <c:v>40317</c:v>
                      </c:pt>
                      <c:pt idx="1601">
                        <c:v>40318</c:v>
                      </c:pt>
                      <c:pt idx="1602">
                        <c:v>40319</c:v>
                      </c:pt>
                      <c:pt idx="1603">
                        <c:v>40322</c:v>
                      </c:pt>
                      <c:pt idx="1604">
                        <c:v>40323</c:v>
                      </c:pt>
                      <c:pt idx="1605">
                        <c:v>40324</c:v>
                      </c:pt>
                      <c:pt idx="1606">
                        <c:v>40325</c:v>
                      </c:pt>
                      <c:pt idx="1607">
                        <c:v>40326</c:v>
                      </c:pt>
                      <c:pt idx="1608">
                        <c:v>40329</c:v>
                      </c:pt>
                      <c:pt idx="1609">
                        <c:v>40330</c:v>
                      </c:pt>
                      <c:pt idx="1610">
                        <c:v>40331</c:v>
                      </c:pt>
                      <c:pt idx="1611">
                        <c:v>40332</c:v>
                      </c:pt>
                      <c:pt idx="1612">
                        <c:v>40333</c:v>
                      </c:pt>
                      <c:pt idx="1613">
                        <c:v>40336</c:v>
                      </c:pt>
                      <c:pt idx="1614">
                        <c:v>40337</c:v>
                      </c:pt>
                      <c:pt idx="1615">
                        <c:v>40338</c:v>
                      </c:pt>
                      <c:pt idx="1616">
                        <c:v>40339</c:v>
                      </c:pt>
                      <c:pt idx="1617">
                        <c:v>40340</c:v>
                      </c:pt>
                      <c:pt idx="1618">
                        <c:v>40343</c:v>
                      </c:pt>
                      <c:pt idx="1619">
                        <c:v>40344</c:v>
                      </c:pt>
                      <c:pt idx="1620">
                        <c:v>40345</c:v>
                      </c:pt>
                      <c:pt idx="1621">
                        <c:v>40346</c:v>
                      </c:pt>
                      <c:pt idx="1622">
                        <c:v>40347</c:v>
                      </c:pt>
                      <c:pt idx="1623">
                        <c:v>40350</c:v>
                      </c:pt>
                      <c:pt idx="1624">
                        <c:v>40351</c:v>
                      </c:pt>
                      <c:pt idx="1625">
                        <c:v>40352</c:v>
                      </c:pt>
                      <c:pt idx="1626">
                        <c:v>40353</c:v>
                      </c:pt>
                      <c:pt idx="1627">
                        <c:v>40354</c:v>
                      </c:pt>
                      <c:pt idx="1628">
                        <c:v>40357</c:v>
                      </c:pt>
                      <c:pt idx="1629">
                        <c:v>40358</c:v>
                      </c:pt>
                      <c:pt idx="1630">
                        <c:v>40359</c:v>
                      </c:pt>
                      <c:pt idx="1631">
                        <c:v>40360</c:v>
                      </c:pt>
                      <c:pt idx="1632">
                        <c:v>40361</c:v>
                      </c:pt>
                      <c:pt idx="1633">
                        <c:v>40364</c:v>
                      </c:pt>
                      <c:pt idx="1634">
                        <c:v>40365</c:v>
                      </c:pt>
                      <c:pt idx="1635">
                        <c:v>40366</c:v>
                      </c:pt>
                      <c:pt idx="1636">
                        <c:v>40367</c:v>
                      </c:pt>
                      <c:pt idx="1637">
                        <c:v>40368</c:v>
                      </c:pt>
                      <c:pt idx="1638">
                        <c:v>40371</c:v>
                      </c:pt>
                      <c:pt idx="1639">
                        <c:v>40372</c:v>
                      </c:pt>
                      <c:pt idx="1640">
                        <c:v>40373</c:v>
                      </c:pt>
                      <c:pt idx="1641">
                        <c:v>40374</c:v>
                      </c:pt>
                      <c:pt idx="1642">
                        <c:v>40375</c:v>
                      </c:pt>
                      <c:pt idx="1643">
                        <c:v>40378</c:v>
                      </c:pt>
                      <c:pt idx="1644">
                        <c:v>40379</c:v>
                      </c:pt>
                      <c:pt idx="1645">
                        <c:v>40380</c:v>
                      </c:pt>
                      <c:pt idx="1646">
                        <c:v>40381</c:v>
                      </c:pt>
                      <c:pt idx="1647">
                        <c:v>40382</c:v>
                      </c:pt>
                      <c:pt idx="1648">
                        <c:v>40385</c:v>
                      </c:pt>
                      <c:pt idx="1649">
                        <c:v>40386</c:v>
                      </c:pt>
                      <c:pt idx="1650">
                        <c:v>40387</c:v>
                      </c:pt>
                      <c:pt idx="1651">
                        <c:v>40388</c:v>
                      </c:pt>
                      <c:pt idx="1652">
                        <c:v>40389</c:v>
                      </c:pt>
                      <c:pt idx="1653">
                        <c:v>40392</c:v>
                      </c:pt>
                      <c:pt idx="1654">
                        <c:v>40393</c:v>
                      </c:pt>
                      <c:pt idx="1655">
                        <c:v>40394</c:v>
                      </c:pt>
                      <c:pt idx="1656">
                        <c:v>40395</c:v>
                      </c:pt>
                      <c:pt idx="1657">
                        <c:v>40396</c:v>
                      </c:pt>
                      <c:pt idx="1658">
                        <c:v>40399</c:v>
                      </c:pt>
                      <c:pt idx="1659">
                        <c:v>40400</c:v>
                      </c:pt>
                      <c:pt idx="1660">
                        <c:v>40401</c:v>
                      </c:pt>
                      <c:pt idx="1661">
                        <c:v>40402</c:v>
                      </c:pt>
                      <c:pt idx="1662">
                        <c:v>40403</c:v>
                      </c:pt>
                      <c:pt idx="1663">
                        <c:v>40406</c:v>
                      </c:pt>
                      <c:pt idx="1664">
                        <c:v>40407</c:v>
                      </c:pt>
                      <c:pt idx="1665">
                        <c:v>40408</c:v>
                      </c:pt>
                      <c:pt idx="1666">
                        <c:v>40409</c:v>
                      </c:pt>
                      <c:pt idx="1667">
                        <c:v>40410</c:v>
                      </c:pt>
                      <c:pt idx="1668">
                        <c:v>40413</c:v>
                      </c:pt>
                      <c:pt idx="1669">
                        <c:v>40414</c:v>
                      </c:pt>
                      <c:pt idx="1670">
                        <c:v>40415</c:v>
                      </c:pt>
                      <c:pt idx="1671">
                        <c:v>40416</c:v>
                      </c:pt>
                      <c:pt idx="1672">
                        <c:v>40417</c:v>
                      </c:pt>
                      <c:pt idx="1673">
                        <c:v>40420</c:v>
                      </c:pt>
                      <c:pt idx="1674">
                        <c:v>40421</c:v>
                      </c:pt>
                      <c:pt idx="1675">
                        <c:v>40422</c:v>
                      </c:pt>
                      <c:pt idx="1676">
                        <c:v>40423</c:v>
                      </c:pt>
                      <c:pt idx="1677">
                        <c:v>40424</c:v>
                      </c:pt>
                      <c:pt idx="1678">
                        <c:v>40427</c:v>
                      </c:pt>
                      <c:pt idx="1679">
                        <c:v>40428</c:v>
                      </c:pt>
                      <c:pt idx="1680">
                        <c:v>40429</c:v>
                      </c:pt>
                      <c:pt idx="1681">
                        <c:v>40430</c:v>
                      </c:pt>
                      <c:pt idx="1682">
                        <c:v>40431</c:v>
                      </c:pt>
                      <c:pt idx="1683">
                        <c:v>40434</c:v>
                      </c:pt>
                      <c:pt idx="1684">
                        <c:v>40435</c:v>
                      </c:pt>
                      <c:pt idx="1685">
                        <c:v>40436</c:v>
                      </c:pt>
                      <c:pt idx="1686">
                        <c:v>40437</c:v>
                      </c:pt>
                      <c:pt idx="1687">
                        <c:v>40438</c:v>
                      </c:pt>
                      <c:pt idx="1688">
                        <c:v>40441</c:v>
                      </c:pt>
                      <c:pt idx="1689">
                        <c:v>40442</c:v>
                      </c:pt>
                      <c:pt idx="1690">
                        <c:v>40443</c:v>
                      </c:pt>
                      <c:pt idx="1691">
                        <c:v>40444</c:v>
                      </c:pt>
                      <c:pt idx="1692">
                        <c:v>40445</c:v>
                      </c:pt>
                      <c:pt idx="1693">
                        <c:v>40448</c:v>
                      </c:pt>
                      <c:pt idx="1694">
                        <c:v>40449</c:v>
                      </c:pt>
                      <c:pt idx="1695">
                        <c:v>40450</c:v>
                      </c:pt>
                      <c:pt idx="1696">
                        <c:v>40451</c:v>
                      </c:pt>
                      <c:pt idx="1697">
                        <c:v>40452</c:v>
                      </c:pt>
                      <c:pt idx="1698">
                        <c:v>40455</c:v>
                      </c:pt>
                      <c:pt idx="1699">
                        <c:v>40456</c:v>
                      </c:pt>
                      <c:pt idx="1700">
                        <c:v>40457</c:v>
                      </c:pt>
                      <c:pt idx="1701">
                        <c:v>40458</c:v>
                      </c:pt>
                      <c:pt idx="1702">
                        <c:v>40459</c:v>
                      </c:pt>
                      <c:pt idx="1703">
                        <c:v>40462</c:v>
                      </c:pt>
                      <c:pt idx="1704">
                        <c:v>40463</c:v>
                      </c:pt>
                      <c:pt idx="1705">
                        <c:v>40464</c:v>
                      </c:pt>
                      <c:pt idx="1706">
                        <c:v>40465</c:v>
                      </c:pt>
                      <c:pt idx="1707">
                        <c:v>40466</c:v>
                      </c:pt>
                      <c:pt idx="1708">
                        <c:v>40469</c:v>
                      </c:pt>
                      <c:pt idx="1709">
                        <c:v>40470</c:v>
                      </c:pt>
                      <c:pt idx="1710">
                        <c:v>40471</c:v>
                      </c:pt>
                      <c:pt idx="1711">
                        <c:v>40472</c:v>
                      </c:pt>
                      <c:pt idx="1712">
                        <c:v>40473</c:v>
                      </c:pt>
                      <c:pt idx="1713">
                        <c:v>40476</c:v>
                      </c:pt>
                      <c:pt idx="1714">
                        <c:v>40477</c:v>
                      </c:pt>
                      <c:pt idx="1715">
                        <c:v>40478</c:v>
                      </c:pt>
                      <c:pt idx="1716">
                        <c:v>40479</c:v>
                      </c:pt>
                      <c:pt idx="1717">
                        <c:v>40480</c:v>
                      </c:pt>
                      <c:pt idx="1718">
                        <c:v>40483</c:v>
                      </c:pt>
                      <c:pt idx="1719">
                        <c:v>40484</c:v>
                      </c:pt>
                      <c:pt idx="1720">
                        <c:v>40485</c:v>
                      </c:pt>
                      <c:pt idx="1721">
                        <c:v>40486</c:v>
                      </c:pt>
                      <c:pt idx="1722">
                        <c:v>40487</c:v>
                      </c:pt>
                      <c:pt idx="1723">
                        <c:v>40490</c:v>
                      </c:pt>
                      <c:pt idx="1724">
                        <c:v>40491</c:v>
                      </c:pt>
                      <c:pt idx="1725">
                        <c:v>40492</c:v>
                      </c:pt>
                      <c:pt idx="1726">
                        <c:v>40493</c:v>
                      </c:pt>
                      <c:pt idx="1727">
                        <c:v>40494</c:v>
                      </c:pt>
                      <c:pt idx="1728">
                        <c:v>40497</c:v>
                      </c:pt>
                      <c:pt idx="1729">
                        <c:v>40498</c:v>
                      </c:pt>
                      <c:pt idx="1730">
                        <c:v>40499</c:v>
                      </c:pt>
                      <c:pt idx="1731">
                        <c:v>40500</c:v>
                      </c:pt>
                      <c:pt idx="1732">
                        <c:v>40501</c:v>
                      </c:pt>
                      <c:pt idx="1733">
                        <c:v>40504</c:v>
                      </c:pt>
                      <c:pt idx="1734">
                        <c:v>40505</c:v>
                      </c:pt>
                      <c:pt idx="1735">
                        <c:v>40506</c:v>
                      </c:pt>
                      <c:pt idx="1736">
                        <c:v>40507</c:v>
                      </c:pt>
                      <c:pt idx="1737">
                        <c:v>40508</c:v>
                      </c:pt>
                      <c:pt idx="1738">
                        <c:v>40511</c:v>
                      </c:pt>
                      <c:pt idx="1739">
                        <c:v>40512</c:v>
                      </c:pt>
                      <c:pt idx="1740">
                        <c:v>40513</c:v>
                      </c:pt>
                      <c:pt idx="1741">
                        <c:v>40514</c:v>
                      </c:pt>
                      <c:pt idx="1742">
                        <c:v>40515</c:v>
                      </c:pt>
                      <c:pt idx="1743">
                        <c:v>40518</c:v>
                      </c:pt>
                      <c:pt idx="1744">
                        <c:v>40519</c:v>
                      </c:pt>
                      <c:pt idx="1745">
                        <c:v>40520</c:v>
                      </c:pt>
                      <c:pt idx="1746">
                        <c:v>40521</c:v>
                      </c:pt>
                      <c:pt idx="1747">
                        <c:v>40522</c:v>
                      </c:pt>
                      <c:pt idx="1748">
                        <c:v>40525</c:v>
                      </c:pt>
                      <c:pt idx="1749">
                        <c:v>40526</c:v>
                      </c:pt>
                      <c:pt idx="1750">
                        <c:v>40527</c:v>
                      </c:pt>
                      <c:pt idx="1751">
                        <c:v>40528</c:v>
                      </c:pt>
                      <c:pt idx="1752">
                        <c:v>40529</c:v>
                      </c:pt>
                      <c:pt idx="1753">
                        <c:v>40532</c:v>
                      </c:pt>
                      <c:pt idx="1754">
                        <c:v>40533</c:v>
                      </c:pt>
                      <c:pt idx="1755">
                        <c:v>40534</c:v>
                      </c:pt>
                      <c:pt idx="1756">
                        <c:v>40535</c:v>
                      </c:pt>
                      <c:pt idx="1757">
                        <c:v>40536</c:v>
                      </c:pt>
                      <c:pt idx="1758">
                        <c:v>40539</c:v>
                      </c:pt>
                      <c:pt idx="1759">
                        <c:v>40540</c:v>
                      </c:pt>
                      <c:pt idx="1760">
                        <c:v>40541</c:v>
                      </c:pt>
                      <c:pt idx="1761">
                        <c:v>40542</c:v>
                      </c:pt>
                      <c:pt idx="1762">
                        <c:v>40543</c:v>
                      </c:pt>
                      <c:pt idx="1763">
                        <c:v>40546</c:v>
                      </c:pt>
                      <c:pt idx="1764">
                        <c:v>40547</c:v>
                      </c:pt>
                      <c:pt idx="1765">
                        <c:v>40548</c:v>
                      </c:pt>
                      <c:pt idx="1766">
                        <c:v>40549</c:v>
                      </c:pt>
                      <c:pt idx="1767">
                        <c:v>40550</c:v>
                      </c:pt>
                      <c:pt idx="1768">
                        <c:v>40553</c:v>
                      </c:pt>
                      <c:pt idx="1769">
                        <c:v>40554</c:v>
                      </c:pt>
                      <c:pt idx="1770">
                        <c:v>40555</c:v>
                      </c:pt>
                      <c:pt idx="1771">
                        <c:v>40556</c:v>
                      </c:pt>
                      <c:pt idx="1772">
                        <c:v>40557</c:v>
                      </c:pt>
                      <c:pt idx="1773">
                        <c:v>40560</c:v>
                      </c:pt>
                      <c:pt idx="1774">
                        <c:v>40561</c:v>
                      </c:pt>
                      <c:pt idx="1775">
                        <c:v>40562</c:v>
                      </c:pt>
                      <c:pt idx="1776">
                        <c:v>40563</c:v>
                      </c:pt>
                      <c:pt idx="1777">
                        <c:v>40564</c:v>
                      </c:pt>
                      <c:pt idx="1778">
                        <c:v>40567</c:v>
                      </c:pt>
                      <c:pt idx="1779">
                        <c:v>40568</c:v>
                      </c:pt>
                      <c:pt idx="1780">
                        <c:v>40569</c:v>
                      </c:pt>
                      <c:pt idx="1781">
                        <c:v>40570</c:v>
                      </c:pt>
                      <c:pt idx="1782">
                        <c:v>40571</c:v>
                      </c:pt>
                      <c:pt idx="1783">
                        <c:v>40574</c:v>
                      </c:pt>
                      <c:pt idx="1784">
                        <c:v>40575</c:v>
                      </c:pt>
                      <c:pt idx="1785">
                        <c:v>40576</c:v>
                      </c:pt>
                      <c:pt idx="1786">
                        <c:v>40577</c:v>
                      </c:pt>
                      <c:pt idx="1787">
                        <c:v>40578</c:v>
                      </c:pt>
                      <c:pt idx="1788">
                        <c:v>40581</c:v>
                      </c:pt>
                      <c:pt idx="1789">
                        <c:v>40582</c:v>
                      </c:pt>
                      <c:pt idx="1790">
                        <c:v>40583</c:v>
                      </c:pt>
                      <c:pt idx="1791">
                        <c:v>40584</c:v>
                      </c:pt>
                      <c:pt idx="1792">
                        <c:v>40585</c:v>
                      </c:pt>
                      <c:pt idx="1793">
                        <c:v>40588</c:v>
                      </c:pt>
                      <c:pt idx="1794">
                        <c:v>40589</c:v>
                      </c:pt>
                      <c:pt idx="1795">
                        <c:v>40590</c:v>
                      </c:pt>
                      <c:pt idx="1796">
                        <c:v>40591</c:v>
                      </c:pt>
                      <c:pt idx="1797">
                        <c:v>40592</c:v>
                      </c:pt>
                      <c:pt idx="1798">
                        <c:v>40595</c:v>
                      </c:pt>
                      <c:pt idx="1799">
                        <c:v>40596</c:v>
                      </c:pt>
                      <c:pt idx="1800">
                        <c:v>40597</c:v>
                      </c:pt>
                      <c:pt idx="1801">
                        <c:v>40598</c:v>
                      </c:pt>
                      <c:pt idx="1802">
                        <c:v>40599</c:v>
                      </c:pt>
                      <c:pt idx="1803">
                        <c:v>40602</c:v>
                      </c:pt>
                      <c:pt idx="1804">
                        <c:v>40603</c:v>
                      </c:pt>
                      <c:pt idx="1805">
                        <c:v>40604</c:v>
                      </c:pt>
                      <c:pt idx="1806">
                        <c:v>40605</c:v>
                      </c:pt>
                      <c:pt idx="1807">
                        <c:v>40606</c:v>
                      </c:pt>
                      <c:pt idx="1808">
                        <c:v>40609</c:v>
                      </c:pt>
                      <c:pt idx="1809">
                        <c:v>40610</c:v>
                      </c:pt>
                      <c:pt idx="1810">
                        <c:v>40611</c:v>
                      </c:pt>
                      <c:pt idx="1811">
                        <c:v>40612</c:v>
                      </c:pt>
                      <c:pt idx="1812">
                        <c:v>40613</c:v>
                      </c:pt>
                      <c:pt idx="1813">
                        <c:v>40616</c:v>
                      </c:pt>
                      <c:pt idx="1814">
                        <c:v>40617</c:v>
                      </c:pt>
                      <c:pt idx="1815">
                        <c:v>40618</c:v>
                      </c:pt>
                      <c:pt idx="1816">
                        <c:v>40619</c:v>
                      </c:pt>
                      <c:pt idx="1817">
                        <c:v>40620</c:v>
                      </c:pt>
                      <c:pt idx="1818">
                        <c:v>40623</c:v>
                      </c:pt>
                      <c:pt idx="1819">
                        <c:v>40624</c:v>
                      </c:pt>
                      <c:pt idx="1820">
                        <c:v>40625</c:v>
                      </c:pt>
                      <c:pt idx="1821">
                        <c:v>40626</c:v>
                      </c:pt>
                      <c:pt idx="1822">
                        <c:v>40627</c:v>
                      </c:pt>
                      <c:pt idx="1823">
                        <c:v>40630</c:v>
                      </c:pt>
                      <c:pt idx="1824">
                        <c:v>40631</c:v>
                      </c:pt>
                      <c:pt idx="1825">
                        <c:v>40632</c:v>
                      </c:pt>
                      <c:pt idx="1826">
                        <c:v>40633</c:v>
                      </c:pt>
                      <c:pt idx="1827">
                        <c:v>40634</c:v>
                      </c:pt>
                      <c:pt idx="1828">
                        <c:v>40637</c:v>
                      </c:pt>
                      <c:pt idx="1829">
                        <c:v>40638</c:v>
                      </c:pt>
                      <c:pt idx="1830">
                        <c:v>40639</c:v>
                      </c:pt>
                      <c:pt idx="1831">
                        <c:v>40640</c:v>
                      </c:pt>
                      <c:pt idx="1832">
                        <c:v>40641</c:v>
                      </c:pt>
                      <c:pt idx="1833">
                        <c:v>40644</c:v>
                      </c:pt>
                      <c:pt idx="1834">
                        <c:v>40645</c:v>
                      </c:pt>
                      <c:pt idx="1835">
                        <c:v>40646</c:v>
                      </c:pt>
                      <c:pt idx="1836">
                        <c:v>40647</c:v>
                      </c:pt>
                      <c:pt idx="1837">
                        <c:v>40648</c:v>
                      </c:pt>
                      <c:pt idx="1838">
                        <c:v>40651</c:v>
                      </c:pt>
                      <c:pt idx="1839">
                        <c:v>40652</c:v>
                      </c:pt>
                      <c:pt idx="1840">
                        <c:v>40653</c:v>
                      </c:pt>
                      <c:pt idx="1841">
                        <c:v>40654</c:v>
                      </c:pt>
                      <c:pt idx="1842">
                        <c:v>40655</c:v>
                      </c:pt>
                      <c:pt idx="1843">
                        <c:v>40658</c:v>
                      </c:pt>
                      <c:pt idx="1844">
                        <c:v>40659</c:v>
                      </c:pt>
                      <c:pt idx="1845">
                        <c:v>40660</c:v>
                      </c:pt>
                      <c:pt idx="1846">
                        <c:v>40661</c:v>
                      </c:pt>
                      <c:pt idx="1847">
                        <c:v>40662</c:v>
                      </c:pt>
                      <c:pt idx="1848">
                        <c:v>40665</c:v>
                      </c:pt>
                      <c:pt idx="1849">
                        <c:v>40666</c:v>
                      </c:pt>
                      <c:pt idx="1850">
                        <c:v>40667</c:v>
                      </c:pt>
                      <c:pt idx="1851">
                        <c:v>40668</c:v>
                      </c:pt>
                      <c:pt idx="1852">
                        <c:v>40669</c:v>
                      </c:pt>
                      <c:pt idx="1853">
                        <c:v>40672</c:v>
                      </c:pt>
                      <c:pt idx="1854">
                        <c:v>40673</c:v>
                      </c:pt>
                      <c:pt idx="1855">
                        <c:v>40674</c:v>
                      </c:pt>
                      <c:pt idx="1856">
                        <c:v>40675</c:v>
                      </c:pt>
                      <c:pt idx="1857">
                        <c:v>40676</c:v>
                      </c:pt>
                      <c:pt idx="1858">
                        <c:v>40679</c:v>
                      </c:pt>
                      <c:pt idx="1859">
                        <c:v>40680</c:v>
                      </c:pt>
                      <c:pt idx="1860">
                        <c:v>40681</c:v>
                      </c:pt>
                      <c:pt idx="1861">
                        <c:v>40682</c:v>
                      </c:pt>
                      <c:pt idx="1862">
                        <c:v>40683</c:v>
                      </c:pt>
                      <c:pt idx="1863">
                        <c:v>40686</c:v>
                      </c:pt>
                      <c:pt idx="1864">
                        <c:v>40687</c:v>
                      </c:pt>
                      <c:pt idx="1865">
                        <c:v>40688</c:v>
                      </c:pt>
                      <c:pt idx="1866">
                        <c:v>40689</c:v>
                      </c:pt>
                      <c:pt idx="1867">
                        <c:v>40690</c:v>
                      </c:pt>
                      <c:pt idx="1868">
                        <c:v>40693</c:v>
                      </c:pt>
                      <c:pt idx="1869">
                        <c:v>40694</c:v>
                      </c:pt>
                      <c:pt idx="1870">
                        <c:v>40695</c:v>
                      </c:pt>
                      <c:pt idx="1871">
                        <c:v>40696</c:v>
                      </c:pt>
                      <c:pt idx="1872">
                        <c:v>40697</c:v>
                      </c:pt>
                      <c:pt idx="1873">
                        <c:v>40700</c:v>
                      </c:pt>
                      <c:pt idx="1874">
                        <c:v>40701</c:v>
                      </c:pt>
                      <c:pt idx="1875">
                        <c:v>40702</c:v>
                      </c:pt>
                      <c:pt idx="1876">
                        <c:v>40703</c:v>
                      </c:pt>
                      <c:pt idx="1877">
                        <c:v>40704</c:v>
                      </c:pt>
                      <c:pt idx="1878">
                        <c:v>40707</c:v>
                      </c:pt>
                      <c:pt idx="1879">
                        <c:v>40708</c:v>
                      </c:pt>
                      <c:pt idx="1880">
                        <c:v>40709</c:v>
                      </c:pt>
                      <c:pt idx="1881">
                        <c:v>40710</c:v>
                      </c:pt>
                      <c:pt idx="1882">
                        <c:v>40711</c:v>
                      </c:pt>
                      <c:pt idx="1883">
                        <c:v>40714</c:v>
                      </c:pt>
                      <c:pt idx="1884">
                        <c:v>40715</c:v>
                      </c:pt>
                      <c:pt idx="1885">
                        <c:v>40716</c:v>
                      </c:pt>
                      <c:pt idx="1886">
                        <c:v>40717</c:v>
                      </c:pt>
                      <c:pt idx="1887">
                        <c:v>40718</c:v>
                      </c:pt>
                      <c:pt idx="1888">
                        <c:v>40721</c:v>
                      </c:pt>
                      <c:pt idx="1889">
                        <c:v>40722</c:v>
                      </c:pt>
                      <c:pt idx="1890">
                        <c:v>40723</c:v>
                      </c:pt>
                      <c:pt idx="1891">
                        <c:v>40724</c:v>
                      </c:pt>
                      <c:pt idx="1892">
                        <c:v>40725</c:v>
                      </c:pt>
                      <c:pt idx="1893">
                        <c:v>40728</c:v>
                      </c:pt>
                      <c:pt idx="1894">
                        <c:v>40729</c:v>
                      </c:pt>
                      <c:pt idx="1895">
                        <c:v>40730</c:v>
                      </c:pt>
                      <c:pt idx="1896">
                        <c:v>40731</c:v>
                      </c:pt>
                      <c:pt idx="1897">
                        <c:v>40732</c:v>
                      </c:pt>
                      <c:pt idx="1898">
                        <c:v>40735</c:v>
                      </c:pt>
                      <c:pt idx="1899">
                        <c:v>40736</c:v>
                      </c:pt>
                      <c:pt idx="1900">
                        <c:v>40737</c:v>
                      </c:pt>
                      <c:pt idx="1901">
                        <c:v>40738</c:v>
                      </c:pt>
                      <c:pt idx="1902">
                        <c:v>40739</c:v>
                      </c:pt>
                      <c:pt idx="1903">
                        <c:v>40742</c:v>
                      </c:pt>
                      <c:pt idx="1904">
                        <c:v>40743</c:v>
                      </c:pt>
                      <c:pt idx="1905">
                        <c:v>40744</c:v>
                      </c:pt>
                      <c:pt idx="1906">
                        <c:v>40745</c:v>
                      </c:pt>
                      <c:pt idx="1907">
                        <c:v>40746</c:v>
                      </c:pt>
                      <c:pt idx="1908">
                        <c:v>40749</c:v>
                      </c:pt>
                      <c:pt idx="1909">
                        <c:v>40750</c:v>
                      </c:pt>
                      <c:pt idx="1910">
                        <c:v>40751</c:v>
                      </c:pt>
                      <c:pt idx="1911">
                        <c:v>40752</c:v>
                      </c:pt>
                      <c:pt idx="1912">
                        <c:v>40753</c:v>
                      </c:pt>
                      <c:pt idx="1913">
                        <c:v>40756</c:v>
                      </c:pt>
                      <c:pt idx="1914">
                        <c:v>40757</c:v>
                      </c:pt>
                      <c:pt idx="1915">
                        <c:v>40758</c:v>
                      </c:pt>
                      <c:pt idx="1916">
                        <c:v>40759</c:v>
                      </c:pt>
                      <c:pt idx="1917">
                        <c:v>40760</c:v>
                      </c:pt>
                      <c:pt idx="1918">
                        <c:v>40763</c:v>
                      </c:pt>
                      <c:pt idx="1919">
                        <c:v>40764</c:v>
                      </c:pt>
                      <c:pt idx="1920">
                        <c:v>40765</c:v>
                      </c:pt>
                      <c:pt idx="1921">
                        <c:v>40766</c:v>
                      </c:pt>
                      <c:pt idx="1922">
                        <c:v>40767</c:v>
                      </c:pt>
                      <c:pt idx="1923">
                        <c:v>40770</c:v>
                      </c:pt>
                      <c:pt idx="1924">
                        <c:v>40771</c:v>
                      </c:pt>
                      <c:pt idx="1925">
                        <c:v>40772</c:v>
                      </c:pt>
                      <c:pt idx="1926">
                        <c:v>40773</c:v>
                      </c:pt>
                      <c:pt idx="1927">
                        <c:v>40774</c:v>
                      </c:pt>
                      <c:pt idx="1928">
                        <c:v>40777</c:v>
                      </c:pt>
                      <c:pt idx="1929">
                        <c:v>40778</c:v>
                      </c:pt>
                      <c:pt idx="1930">
                        <c:v>40779</c:v>
                      </c:pt>
                      <c:pt idx="1931">
                        <c:v>40780</c:v>
                      </c:pt>
                      <c:pt idx="1932">
                        <c:v>40781</c:v>
                      </c:pt>
                      <c:pt idx="1933">
                        <c:v>40784</c:v>
                      </c:pt>
                      <c:pt idx="1934">
                        <c:v>40785</c:v>
                      </c:pt>
                      <c:pt idx="1935">
                        <c:v>40786</c:v>
                      </c:pt>
                      <c:pt idx="1936">
                        <c:v>40787</c:v>
                      </c:pt>
                      <c:pt idx="1937">
                        <c:v>40788</c:v>
                      </c:pt>
                      <c:pt idx="1938">
                        <c:v>40791</c:v>
                      </c:pt>
                      <c:pt idx="1939">
                        <c:v>40792</c:v>
                      </c:pt>
                      <c:pt idx="1940">
                        <c:v>40793</c:v>
                      </c:pt>
                      <c:pt idx="1941">
                        <c:v>40794</c:v>
                      </c:pt>
                      <c:pt idx="1942">
                        <c:v>40795</c:v>
                      </c:pt>
                      <c:pt idx="1943">
                        <c:v>40798</c:v>
                      </c:pt>
                      <c:pt idx="1944">
                        <c:v>40799</c:v>
                      </c:pt>
                      <c:pt idx="1945">
                        <c:v>40800</c:v>
                      </c:pt>
                      <c:pt idx="1946">
                        <c:v>40801</c:v>
                      </c:pt>
                      <c:pt idx="1947">
                        <c:v>40802</c:v>
                      </c:pt>
                      <c:pt idx="1948">
                        <c:v>40805</c:v>
                      </c:pt>
                      <c:pt idx="1949">
                        <c:v>40806</c:v>
                      </c:pt>
                      <c:pt idx="1950">
                        <c:v>40807</c:v>
                      </c:pt>
                      <c:pt idx="1951">
                        <c:v>40808</c:v>
                      </c:pt>
                      <c:pt idx="1952">
                        <c:v>40809</c:v>
                      </c:pt>
                      <c:pt idx="1953">
                        <c:v>40812</c:v>
                      </c:pt>
                      <c:pt idx="1954">
                        <c:v>40813</c:v>
                      </c:pt>
                      <c:pt idx="1955">
                        <c:v>40814</c:v>
                      </c:pt>
                      <c:pt idx="1956">
                        <c:v>40815</c:v>
                      </c:pt>
                      <c:pt idx="1957">
                        <c:v>40816</c:v>
                      </c:pt>
                      <c:pt idx="1958">
                        <c:v>40819</c:v>
                      </c:pt>
                      <c:pt idx="1959">
                        <c:v>40820</c:v>
                      </c:pt>
                      <c:pt idx="1960">
                        <c:v>40821</c:v>
                      </c:pt>
                      <c:pt idx="1961">
                        <c:v>40822</c:v>
                      </c:pt>
                      <c:pt idx="1962">
                        <c:v>40823</c:v>
                      </c:pt>
                      <c:pt idx="1963">
                        <c:v>40826</c:v>
                      </c:pt>
                      <c:pt idx="1964">
                        <c:v>40827</c:v>
                      </c:pt>
                      <c:pt idx="1965">
                        <c:v>40828</c:v>
                      </c:pt>
                      <c:pt idx="1966">
                        <c:v>40829</c:v>
                      </c:pt>
                      <c:pt idx="1967">
                        <c:v>40830</c:v>
                      </c:pt>
                      <c:pt idx="1968">
                        <c:v>40833</c:v>
                      </c:pt>
                      <c:pt idx="1969">
                        <c:v>40834</c:v>
                      </c:pt>
                      <c:pt idx="1970">
                        <c:v>40835</c:v>
                      </c:pt>
                      <c:pt idx="1971">
                        <c:v>40836</c:v>
                      </c:pt>
                      <c:pt idx="1972">
                        <c:v>40837</c:v>
                      </c:pt>
                      <c:pt idx="1973">
                        <c:v>40840</c:v>
                      </c:pt>
                      <c:pt idx="1974">
                        <c:v>40841</c:v>
                      </c:pt>
                      <c:pt idx="1975">
                        <c:v>40842</c:v>
                      </c:pt>
                      <c:pt idx="1976">
                        <c:v>40843</c:v>
                      </c:pt>
                      <c:pt idx="1977">
                        <c:v>40844</c:v>
                      </c:pt>
                      <c:pt idx="1978">
                        <c:v>40847</c:v>
                      </c:pt>
                      <c:pt idx="1979">
                        <c:v>40848</c:v>
                      </c:pt>
                      <c:pt idx="1980">
                        <c:v>40849</c:v>
                      </c:pt>
                      <c:pt idx="1981">
                        <c:v>40850</c:v>
                      </c:pt>
                      <c:pt idx="1982">
                        <c:v>40851</c:v>
                      </c:pt>
                      <c:pt idx="1983">
                        <c:v>40854</c:v>
                      </c:pt>
                      <c:pt idx="1984">
                        <c:v>40855</c:v>
                      </c:pt>
                      <c:pt idx="1985">
                        <c:v>40856</c:v>
                      </c:pt>
                      <c:pt idx="1986">
                        <c:v>40857</c:v>
                      </c:pt>
                      <c:pt idx="1987">
                        <c:v>40858</c:v>
                      </c:pt>
                      <c:pt idx="1988">
                        <c:v>40861</c:v>
                      </c:pt>
                      <c:pt idx="1989">
                        <c:v>40862</c:v>
                      </c:pt>
                      <c:pt idx="1990">
                        <c:v>40863</c:v>
                      </c:pt>
                      <c:pt idx="1991">
                        <c:v>40864</c:v>
                      </c:pt>
                      <c:pt idx="1992">
                        <c:v>40865</c:v>
                      </c:pt>
                      <c:pt idx="1993">
                        <c:v>40868</c:v>
                      </c:pt>
                      <c:pt idx="1994">
                        <c:v>40869</c:v>
                      </c:pt>
                      <c:pt idx="1995">
                        <c:v>40870</c:v>
                      </c:pt>
                      <c:pt idx="1996">
                        <c:v>40871</c:v>
                      </c:pt>
                      <c:pt idx="1997">
                        <c:v>40872</c:v>
                      </c:pt>
                      <c:pt idx="1998">
                        <c:v>40875</c:v>
                      </c:pt>
                      <c:pt idx="1999">
                        <c:v>40876</c:v>
                      </c:pt>
                      <c:pt idx="2000">
                        <c:v>40877</c:v>
                      </c:pt>
                      <c:pt idx="2001">
                        <c:v>40878</c:v>
                      </c:pt>
                      <c:pt idx="2002">
                        <c:v>40879</c:v>
                      </c:pt>
                      <c:pt idx="2003">
                        <c:v>40882</c:v>
                      </c:pt>
                      <c:pt idx="2004">
                        <c:v>40883</c:v>
                      </c:pt>
                      <c:pt idx="2005">
                        <c:v>40884</c:v>
                      </c:pt>
                      <c:pt idx="2006">
                        <c:v>40885</c:v>
                      </c:pt>
                      <c:pt idx="2007">
                        <c:v>40886</c:v>
                      </c:pt>
                      <c:pt idx="2008">
                        <c:v>40889</c:v>
                      </c:pt>
                      <c:pt idx="2009">
                        <c:v>40890</c:v>
                      </c:pt>
                      <c:pt idx="2010">
                        <c:v>40891</c:v>
                      </c:pt>
                      <c:pt idx="2011">
                        <c:v>40892</c:v>
                      </c:pt>
                      <c:pt idx="2012">
                        <c:v>40893</c:v>
                      </c:pt>
                      <c:pt idx="2013">
                        <c:v>40896</c:v>
                      </c:pt>
                      <c:pt idx="2014">
                        <c:v>40897</c:v>
                      </c:pt>
                      <c:pt idx="2015">
                        <c:v>40898</c:v>
                      </c:pt>
                      <c:pt idx="2016">
                        <c:v>40899</c:v>
                      </c:pt>
                      <c:pt idx="2017">
                        <c:v>40900</c:v>
                      </c:pt>
                      <c:pt idx="2018">
                        <c:v>40903</c:v>
                      </c:pt>
                      <c:pt idx="2019">
                        <c:v>40904</c:v>
                      </c:pt>
                      <c:pt idx="2020">
                        <c:v>40905</c:v>
                      </c:pt>
                      <c:pt idx="2021">
                        <c:v>40906</c:v>
                      </c:pt>
                      <c:pt idx="2022">
                        <c:v>40907</c:v>
                      </c:pt>
                      <c:pt idx="2023">
                        <c:v>40910</c:v>
                      </c:pt>
                      <c:pt idx="2024">
                        <c:v>40911</c:v>
                      </c:pt>
                      <c:pt idx="2025">
                        <c:v>40912</c:v>
                      </c:pt>
                      <c:pt idx="2026">
                        <c:v>40913</c:v>
                      </c:pt>
                      <c:pt idx="2027">
                        <c:v>40914</c:v>
                      </c:pt>
                      <c:pt idx="2028">
                        <c:v>40917</c:v>
                      </c:pt>
                      <c:pt idx="2029">
                        <c:v>40918</c:v>
                      </c:pt>
                      <c:pt idx="2030">
                        <c:v>40919</c:v>
                      </c:pt>
                      <c:pt idx="2031">
                        <c:v>40920</c:v>
                      </c:pt>
                      <c:pt idx="2032">
                        <c:v>40921</c:v>
                      </c:pt>
                      <c:pt idx="2033">
                        <c:v>40924</c:v>
                      </c:pt>
                      <c:pt idx="2034">
                        <c:v>40925</c:v>
                      </c:pt>
                      <c:pt idx="2035">
                        <c:v>40926</c:v>
                      </c:pt>
                      <c:pt idx="2036">
                        <c:v>40927</c:v>
                      </c:pt>
                      <c:pt idx="2037">
                        <c:v>40928</c:v>
                      </c:pt>
                      <c:pt idx="2038">
                        <c:v>40931</c:v>
                      </c:pt>
                      <c:pt idx="2039">
                        <c:v>40932</c:v>
                      </c:pt>
                      <c:pt idx="2040">
                        <c:v>40933</c:v>
                      </c:pt>
                      <c:pt idx="2041">
                        <c:v>40934</c:v>
                      </c:pt>
                      <c:pt idx="2042">
                        <c:v>40935</c:v>
                      </c:pt>
                      <c:pt idx="2043">
                        <c:v>40938</c:v>
                      </c:pt>
                      <c:pt idx="2044">
                        <c:v>40939</c:v>
                      </c:pt>
                      <c:pt idx="2045">
                        <c:v>40940</c:v>
                      </c:pt>
                      <c:pt idx="2046">
                        <c:v>40941</c:v>
                      </c:pt>
                      <c:pt idx="2047">
                        <c:v>40942</c:v>
                      </c:pt>
                      <c:pt idx="2048">
                        <c:v>40945</c:v>
                      </c:pt>
                      <c:pt idx="2049">
                        <c:v>40946</c:v>
                      </c:pt>
                      <c:pt idx="2050">
                        <c:v>40947</c:v>
                      </c:pt>
                      <c:pt idx="2051">
                        <c:v>40948</c:v>
                      </c:pt>
                      <c:pt idx="2052">
                        <c:v>40949</c:v>
                      </c:pt>
                      <c:pt idx="2053">
                        <c:v>40952</c:v>
                      </c:pt>
                      <c:pt idx="2054">
                        <c:v>40953</c:v>
                      </c:pt>
                      <c:pt idx="2055">
                        <c:v>40954</c:v>
                      </c:pt>
                      <c:pt idx="2056">
                        <c:v>40955</c:v>
                      </c:pt>
                      <c:pt idx="2057">
                        <c:v>40956</c:v>
                      </c:pt>
                      <c:pt idx="2058">
                        <c:v>40959</c:v>
                      </c:pt>
                      <c:pt idx="2059">
                        <c:v>40960</c:v>
                      </c:pt>
                      <c:pt idx="2060">
                        <c:v>40961</c:v>
                      </c:pt>
                      <c:pt idx="2061">
                        <c:v>40962</c:v>
                      </c:pt>
                      <c:pt idx="2062">
                        <c:v>40963</c:v>
                      </c:pt>
                      <c:pt idx="2063">
                        <c:v>40966</c:v>
                      </c:pt>
                      <c:pt idx="2064">
                        <c:v>40967</c:v>
                      </c:pt>
                      <c:pt idx="2065">
                        <c:v>40968</c:v>
                      </c:pt>
                      <c:pt idx="2066">
                        <c:v>40969</c:v>
                      </c:pt>
                      <c:pt idx="2067">
                        <c:v>40970</c:v>
                      </c:pt>
                      <c:pt idx="2068">
                        <c:v>40973</c:v>
                      </c:pt>
                      <c:pt idx="2069">
                        <c:v>40974</c:v>
                      </c:pt>
                      <c:pt idx="2070">
                        <c:v>40975</c:v>
                      </c:pt>
                      <c:pt idx="2071">
                        <c:v>40976</c:v>
                      </c:pt>
                      <c:pt idx="2072">
                        <c:v>40977</c:v>
                      </c:pt>
                      <c:pt idx="2073">
                        <c:v>40980</c:v>
                      </c:pt>
                      <c:pt idx="2074">
                        <c:v>40981</c:v>
                      </c:pt>
                      <c:pt idx="2075">
                        <c:v>40982</c:v>
                      </c:pt>
                      <c:pt idx="2076">
                        <c:v>40983</c:v>
                      </c:pt>
                      <c:pt idx="2077">
                        <c:v>40984</c:v>
                      </c:pt>
                      <c:pt idx="2078">
                        <c:v>40987</c:v>
                      </c:pt>
                      <c:pt idx="2079">
                        <c:v>40988</c:v>
                      </c:pt>
                      <c:pt idx="2080">
                        <c:v>40989</c:v>
                      </c:pt>
                      <c:pt idx="2081">
                        <c:v>40990</c:v>
                      </c:pt>
                      <c:pt idx="2082">
                        <c:v>40991</c:v>
                      </c:pt>
                      <c:pt idx="2083">
                        <c:v>40994</c:v>
                      </c:pt>
                      <c:pt idx="2084">
                        <c:v>40995</c:v>
                      </c:pt>
                      <c:pt idx="2085">
                        <c:v>40996</c:v>
                      </c:pt>
                      <c:pt idx="2086">
                        <c:v>40997</c:v>
                      </c:pt>
                      <c:pt idx="2087">
                        <c:v>40998</c:v>
                      </c:pt>
                      <c:pt idx="2088">
                        <c:v>41001</c:v>
                      </c:pt>
                      <c:pt idx="2089">
                        <c:v>41002</c:v>
                      </c:pt>
                      <c:pt idx="2090">
                        <c:v>41003</c:v>
                      </c:pt>
                      <c:pt idx="2091">
                        <c:v>41004</c:v>
                      </c:pt>
                      <c:pt idx="2092">
                        <c:v>41005</c:v>
                      </c:pt>
                      <c:pt idx="2093">
                        <c:v>41008</c:v>
                      </c:pt>
                      <c:pt idx="2094">
                        <c:v>41009</c:v>
                      </c:pt>
                      <c:pt idx="2095">
                        <c:v>41010</c:v>
                      </c:pt>
                      <c:pt idx="2096">
                        <c:v>41011</c:v>
                      </c:pt>
                      <c:pt idx="2097">
                        <c:v>41012</c:v>
                      </c:pt>
                      <c:pt idx="2098">
                        <c:v>41015</c:v>
                      </c:pt>
                      <c:pt idx="2099">
                        <c:v>41016</c:v>
                      </c:pt>
                      <c:pt idx="2100">
                        <c:v>41017</c:v>
                      </c:pt>
                      <c:pt idx="2101">
                        <c:v>41018</c:v>
                      </c:pt>
                      <c:pt idx="2102">
                        <c:v>41019</c:v>
                      </c:pt>
                      <c:pt idx="2103">
                        <c:v>41022</c:v>
                      </c:pt>
                      <c:pt idx="2104">
                        <c:v>41023</c:v>
                      </c:pt>
                      <c:pt idx="2105">
                        <c:v>41024</c:v>
                      </c:pt>
                      <c:pt idx="2106">
                        <c:v>41025</c:v>
                      </c:pt>
                      <c:pt idx="2107">
                        <c:v>41026</c:v>
                      </c:pt>
                      <c:pt idx="2108">
                        <c:v>41029</c:v>
                      </c:pt>
                      <c:pt idx="2109">
                        <c:v>41030</c:v>
                      </c:pt>
                      <c:pt idx="2110">
                        <c:v>41031</c:v>
                      </c:pt>
                      <c:pt idx="2111">
                        <c:v>41032</c:v>
                      </c:pt>
                      <c:pt idx="2112">
                        <c:v>41033</c:v>
                      </c:pt>
                      <c:pt idx="2113">
                        <c:v>41036</c:v>
                      </c:pt>
                      <c:pt idx="2114">
                        <c:v>41037</c:v>
                      </c:pt>
                      <c:pt idx="2115">
                        <c:v>41038</c:v>
                      </c:pt>
                      <c:pt idx="2116">
                        <c:v>41039</c:v>
                      </c:pt>
                      <c:pt idx="2117">
                        <c:v>41040</c:v>
                      </c:pt>
                      <c:pt idx="2118">
                        <c:v>41043</c:v>
                      </c:pt>
                      <c:pt idx="2119">
                        <c:v>41044</c:v>
                      </c:pt>
                      <c:pt idx="2120">
                        <c:v>41045</c:v>
                      </c:pt>
                      <c:pt idx="2121">
                        <c:v>41046</c:v>
                      </c:pt>
                      <c:pt idx="2122">
                        <c:v>41047</c:v>
                      </c:pt>
                      <c:pt idx="2123">
                        <c:v>41050</c:v>
                      </c:pt>
                      <c:pt idx="2124">
                        <c:v>41051</c:v>
                      </c:pt>
                      <c:pt idx="2125">
                        <c:v>41052</c:v>
                      </c:pt>
                      <c:pt idx="2126">
                        <c:v>41053</c:v>
                      </c:pt>
                      <c:pt idx="2127">
                        <c:v>41054</c:v>
                      </c:pt>
                      <c:pt idx="2128">
                        <c:v>41057</c:v>
                      </c:pt>
                      <c:pt idx="2129">
                        <c:v>41058</c:v>
                      </c:pt>
                      <c:pt idx="2130">
                        <c:v>41059</c:v>
                      </c:pt>
                      <c:pt idx="2131">
                        <c:v>41060</c:v>
                      </c:pt>
                      <c:pt idx="2132">
                        <c:v>41061</c:v>
                      </c:pt>
                      <c:pt idx="2133">
                        <c:v>41064</c:v>
                      </c:pt>
                      <c:pt idx="2134">
                        <c:v>41065</c:v>
                      </c:pt>
                      <c:pt idx="2135">
                        <c:v>41066</c:v>
                      </c:pt>
                      <c:pt idx="2136">
                        <c:v>41067</c:v>
                      </c:pt>
                      <c:pt idx="2137">
                        <c:v>41068</c:v>
                      </c:pt>
                      <c:pt idx="2138">
                        <c:v>41071</c:v>
                      </c:pt>
                      <c:pt idx="2139">
                        <c:v>41072</c:v>
                      </c:pt>
                      <c:pt idx="2140">
                        <c:v>41073</c:v>
                      </c:pt>
                      <c:pt idx="2141">
                        <c:v>41074</c:v>
                      </c:pt>
                      <c:pt idx="2142">
                        <c:v>41075</c:v>
                      </c:pt>
                      <c:pt idx="2143">
                        <c:v>41078</c:v>
                      </c:pt>
                      <c:pt idx="2144">
                        <c:v>41079</c:v>
                      </c:pt>
                      <c:pt idx="2145">
                        <c:v>41080</c:v>
                      </c:pt>
                      <c:pt idx="2146">
                        <c:v>41081</c:v>
                      </c:pt>
                      <c:pt idx="2147">
                        <c:v>41082</c:v>
                      </c:pt>
                      <c:pt idx="2148">
                        <c:v>41085</c:v>
                      </c:pt>
                      <c:pt idx="2149">
                        <c:v>41086</c:v>
                      </c:pt>
                      <c:pt idx="2150">
                        <c:v>41087</c:v>
                      </c:pt>
                      <c:pt idx="2151">
                        <c:v>41088</c:v>
                      </c:pt>
                      <c:pt idx="2152">
                        <c:v>41089</c:v>
                      </c:pt>
                      <c:pt idx="2153">
                        <c:v>41092</c:v>
                      </c:pt>
                      <c:pt idx="2154">
                        <c:v>41093</c:v>
                      </c:pt>
                      <c:pt idx="2155">
                        <c:v>41094</c:v>
                      </c:pt>
                      <c:pt idx="2156">
                        <c:v>41095</c:v>
                      </c:pt>
                      <c:pt idx="2157">
                        <c:v>41096</c:v>
                      </c:pt>
                      <c:pt idx="2158">
                        <c:v>41099</c:v>
                      </c:pt>
                      <c:pt idx="2159">
                        <c:v>41100</c:v>
                      </c:pt>
                      <c:pt idx="2160">
                        <c:v>41101</c:v>
                      </c:pt>
                      <c:pt idx="2161">
                        <c:v>41102</c:v>
                      </c:pt>
                      <c:pt idx="2162">
                        <c:v>41103</c:v>
                      </c:pt>
                      <c:pt idx="2163">
                        <c:v>41106</c:v>
                      </c:pt>
                      <c:pt idx="2164">
                        <c:v>41107</c:v>
                      </c:pt>
                      <c:pt idx="2165">
                        <c:v>41108</c:v>
                      </c:pt>
                      <c:pt idx="2166">
                        <c:v>41109</c:v>
                      </c:pt>
                      <c:pt idx="2167">
                        <c:v>41110</c:v>
                      </c:pt>
                      <c:pt idx="2168">
                        <c:v>41113</c:v>
                      </c:pt>
                      <c:pt idx="2169">
                        <c:v>41114</c:v>
                      </c:pt>
                      <c:pt idx="2170">
                        <c:v>41115</c:v>
                      </c:pt>
                      <c:pt idx="2171">
                        <c:v>41116</c:v>
                      </c:pt>
                      <c:pt idx="2172">
                        <c:v>41117</c:v>
                      </c:pt>
                      <c:pt idx="2173">
                        <c:v>41120</c:v>
                      </c:pt>
                      <c:pt idx="2174">
                        <c:v>41121</c:v>
                      </c:pt>
                      <c:pt idx="2175">
                        <c:v>41122</c:v>
                      </c:pt>
                      <c:pt idx="2176">
                        <c:v>41123</c:v>
                      </c:pt>
                      <c:pt idx="2177">
                        <c:v>41124</c:v>
                      </c:pt>
                      <c:pt idx="2178">
                        <c:v>41127</c:v>
                      </c:pt>
                      <c:pt idx="2179">
                        <c:v>41128</c:v>
                      </c:pt>
                      <c:pt idx="2180">
                        <c:v>41129</c:v>
                      </c:pt>
                      <c:pt idx="2181">
                        <c:v>41130</c:v>
                      </c:pt>
                      <c:pt idx="2182">
                        <c:v>41131</c:v>
                      </c:pt>
                      <c:pt idx="2183">
                        <c:v>41134</c:v>
                      </c:pt>
                      <c:pt idx="2184">
                        <c:v>41135</c:v>
                      </c:pt>
                      <c:pt idx="2185">
                        <c:v>41136</c:v>
                      </c:pt>
                      <c:pt idx="2186">
                        <c:v>41137</c:v>
                      </c:pt>
                      <c:pt idx="2187">
                        <c:v>41138</c:v>
                      </c:pt>
                      <c:pt idx="2188">
                        <c:v>41141</c:v>
                      </c:pt>
                      <c:pt idx="2189">
                        <c:v>41142</c:v>
                      </c:pt>
                      <c:pt idx="2190">
                        <c:v>41143</c:v>
                      </c:pt>
                      <c:pt idx="2191">
                        <c:v>41144</c:v>
                      </c:pt>
                      <c:pt idx="2192">
                        <c:v>41145</c:v>
                      </c:pt>
                      <c:pt idx="2193">
                        <c:v>41148</c:v>
                      </c:pt>
                      <c:pt idx="2194">
                        <c:v>41149</c:v>
                      </c:pt>
                      <c:pt idx="2195">
                        <c:v>41150</c:v>
                      </c:pt>
                      <c:pt idx="2196">
                        <c:v>41151</c:v>
                      </c:pt>
                      <c:pt idx="2197">
                        <c:v>41152</c:v>
                      </c:pt>
                      <c:pt idx="2198">
                        <c:v>41155</c:v>
                      </c:pt>
                      <c:pt idx="2199">
                        <c:v>41156</c:v>
                      </c:pt>
                      <c:pt idx="2200">
                        <c:v>41157</c:v>
                      </c:pt>
                      <c:pt idx="2201">
                        <c:v>41158</c:v>
                      </c:pt>
                      <c:pt idx="2202">
                        <c:v>41159</c:v>
                      </c:pt>
                      <c:pt idx="2203">
                        <c:v>41162</c:v>
                      </c:pt>
                      <c:pt idx="2204">
                        <c:v>41163</c:v>
                      </c:pt>
                      <c:pt idx="2205">
                        <c:v>41164</c:v>
                      </c:pt>
                      <c:pt idx="2206">
                        <c:v>41165</c:v>
                      </c:pt>
                      <c:pt idx="2207">
                        <c:v>41166</c:v>
                      </c:pt>
                      <c:pt idx="2208">
                        <c:v>41169</c:v>
                      </c:pt>
                      <c:pt idx="2209">
                        <c:v>41170</c:v>
                      </c:pt>
                      <c:pt idx="2210">
                        <c:v>41171</c:v>
                      </c:pt>
                      <c:pt idx="2211">
                        <c:v>41172</c:v>
                      </c:pt>
                      <c:pt idx="2212">
                        <c:v>41173</c:v>
                      </c:pt>
                      <c:pt idx="2213">
                        <c:v>41176</c:v>
                      </c:pt>
                      <c:pt idx="2214">
                        <c:v>41177</c:v>
                      </c:pt>
                      <c:pt idx="2215">
                        <c:v>41178</c:v>
                      </c:pt>
                      <c:pt idx="2216">
                        <c:v>41179</c:v>
                      </c:pt>
                      <c:pt idx="2217">
                        <c:v>41180</c:v>
                      </c:pt>
                      <c:pt idx="2218">
                        <c:v>41183</c:v>
                      </c:pt>
                      <c:pt idx="2219">
                        <c:v>41184</c:v>
                      </c:pt>
                      <c:pt idx="2220">
                        <c:v>41185</c:v>
                      </c:pt>
                      <c:pt idx="2221">
                        <c:v>41186</c:v>
                      </c:pt>
                      <c:pt idx="2222">
                        <c:v>41187</c:v>
                      </c:pt>
                      <c:pt idx="2223">
                        <c:v>41190</c:v>
                      </c:pt>
                      <c:pt idx="2224">
                        <c:v>41191</c:v>
                      </c:pt>
                      <c:pt idx="2225">
                        <c:v>41192</c:v>
                      </c:pt>
                      <c:pt idx="2226">
                        <c:v>41193</c:v>
                      </c:pt>
                      <c:pt idx="2227">
                        <c:v>41194</c:v>
                      </c:pt>
                      <c:pt idx="2228">
                        <c:v>41197</c:v>
                      </c:pt>
                      <c:pt idx="2229">
                        <c:v>41198</c:v>
                      </c:pt>
                      <c:pt idx="2230">
                        <c:v>41199</c:v>
                      </c:pt>
                      <c:pt idx="2231">
                        <c:v>41200</c:v>
                      </c:pt>
                      <c:pt idx="2232">
                        <c:v>41201</c:v>
                      </c:pt>
                      <c:pt idx="2233">
                        <c:v>41204</c:v>
                      </c:pt>
                      <c:pt idx="2234">
                        <c:v>41205</c:v>
                      </c:pt>
                      <c:pt idx="2235">
                        <c:v>41206</c:v>
                      </c:pt>
                      <c:pt idx="2236">
                        <c:v>41207</c:v>
                      </c:pt>
                      <c:pt idx="2237">
                        <c:v>41208</c:v>
                      </c:pt>
                      <c:pt idx="2238">
                        <c:v>41211</c:v>
                      </c:pt>
                      <c:pt idx="2239">
                        <c:v>41212</c:v>
                      </c:pt>
                      <c:pt idx="2240">
                        <c:v>41213</c:v>
                      </c:pt>
                      <c:pt idx="2241">
                        <c:v>41214</c:v>
                      </c:pt>
                      <c:pt idx="2242">
                        <c:v>41215</c:v>
                      </c:pt>
                      <c:pt idx="2243">
                        <c:v>41218</c:v>
                      </c:pt>
                      <c:pt idx="2244">
                        <c:v>41219</c:v>
                      </c:pt>
                      <c:pt idx="2245">
                        <c:v>41220</c:v>
                      </c:pt>
                      <c:pt idx="2246">
                        <c:v>41221</c:v>
                      </c:pt>
                      <c:pt idx="2247">
                        <c:v>41222</c:v>
                      </c:pt>
                      <c:pt idx="2248">
                        <c:v>41225</c:v>
                      </c:pt>
                      <c:pt idx="2249">
                        <c:v>41226</c:v>
                      </c:pt>
                      <c:pt idx="2250">
                        <c:v>41227</c:v>
                      </c:pt>
                      <c:pt idx="2251">
                        <c:v>41228</c:v>
                      </c:pt>
                      <c:pt idx="2252">
                        <c:v>41229</c:v>
                      </c:pt>
                      <c:pt idx="2253">
                        <c:v>41232</c:v>
                      </c:pt>
                      <c:pt idx="2254">
                        <c:v>41233</c:v>
                      </c:pt>
                      <c:pt idx="2255">
                        <c:v>41234</c:v>
                      </c:pt>
                      <c:pt idx="2256">
                        <c:v>41235</c:v>
                      </c:pt>
                      <c:pt idx="2257">
                        <c:v>41236</c:v>
                      </c:pt>
                      <c:pt idx="2258">
                        <c:v>41239</c:v>
                      </c:pt>
                      <c:pt idx="2259">
                        <c:v>41240</c:v>
                      </c:pt>
                      <c:pt idx="2260">
                        <c:v>41241</c:v>
                      </c:pt>
                      <c:pt idx="2261">
                        <c:v>41242</c:v>
                      </c:pt>
                      <c:pt idx="2262">
                        <c:v>41243</c:v>
                      </c:pt>
                      <c:pt idx="2263">
                        <c:v>41246</c:v>
                      </c:pt>
                      <c:pt idx="2264">
                        <c:v>41247</c:v>
                      </c:pt>
                      <c:pt idx="2265">
                        <c:v>41248</c:v>
                      </c:pt>
                      <c:pt idx="2266">
                        <c:v>41249</c:v>
                      </c:pt>
                      <c:pt idx="2267">
                        <c:v>41250</c:v>
                      </c:pt>
                      <c:pt idx="2268">
                        <c:v>41253</c:v>
                      </c:pt>
                      <c:pt idx="2269">
                        <c:v>41254</c:v>
                      </c:pt>
                      <c:pt idx="2270">
                        <c:v>41255</c:v>
                      </c:pt>
                      <c:pt idx="2271">
                        <c:v>41256</c:v>
                      </c:pt>
                      <c:pt idx="2272">
                        <c:v>41257</c:v>
                      </c:pt>
                      <c:pt idx="2273">
                        <c:v>41260</c:v>
                      </c:pt>
                      <c:pt idx="2274">
                        <c:v>41261</c:v>
                      </c:pt>
                      <c:pt idx="2275">
                        <c:v>41262</c:v>
                      </c:pt>
                      <c:pt idx="2276">
                        <c:v>41263</c:v>
                      </c:pt>
                      <c:pt idx="2277">
                        <c:v>41264</c:v>
                      </c:pt>
                      <c:pt idx="2278">
                        <c:v>41267</c:v>
                      </c:pt>
                      <c:pt idx="2279">
                        <c:v>41268</c:v>
                      </c:pt>
                      <c:pt idx="2280">
                        <c:v>41269</c:v>
                      </c:pt>
                      <c:pt idx="2281">
                        <c:v>41270</c:v>
                      </c:pt>
                      <c:pt idx="2282">
                        <c:v>41271</c:v>
                      </c:pt>
                      <c:pt idx="2283">
                        <c:v>41274</c:v>
                      </c:pt>
                      <c:pt idx="2284">
                        <c:v>41275</c:v>
                      </c:pt>
                      <c:pt idx="2285">
                        <c:v>41276</c:v>
                      </c:pt>
                      <c:pt idx="2286">
                        <c:v>41277</c:v>
                      </c:pt>
                      <c:pt idx="2287">
                        <c:v>41278</c:v>
                      </c:pt>
                      <c:pt idx="2288">
                        <c:v>41281</c:v>
                      </c:pt>
                      <c:pt idx="2289">
                        <c:v>41282</c:v>
                      </c:pt>
                      <c:pt idx="2290">
                        <c:v>41283</c:v>
                      </c:pt>
                      <c:pt idx="2291">
                        <c:v>41284</c:v>
                      </c:pt>
                      <c:pt idx="2292">
                        <c:v>41285</c:v>
                      </c:pt>
                      <c:pt idx="2293">
                        <c:v>41288</c:v>
                      </c:pt>
                      <c:pt idx="2294">
                        <c:v>41289</c:v>
                      </c:pt>
                      <c:pt idx="2295">
                        <c:v>41290</c:v>
                      </c:pt>
                      <c:pt idx="2296">
                        <c:v>41291</c:v>
                      </c:pt>
                      <c:pt idx="2297">
                        <c:v>41292</c:v>
                      </c:pt>
                      <c:pt idx="2298">
                        <c:v>41295</c:v>
                      </c:pt>
                      <c:pt idx="2299">
                        <c:v>41296</c:v>
                      </c:pt>
                      <c:pt idx="2300">
                        <c:v>41297</c:v>
                      </c:pt>
                      <c:pt idx="2301">
                        <c:v>41298</c:v>
                      </c:pt>
                      <c:pt idx="2302">
                        <c:v>41299</c:v>
                      </c:pt>
                      <c:pt idx="2303">
                        <c:v>41302</c:v>
                      </c:pt>
                      <c:pt idx="2304">
                        <c:v>41303</c:v>
                      </c:pt>
                      <c:pt idx="2305">
                        <c:v>41304</c:v>
                      </c:pt>
                      <c:pt idx="2306">
                        <c:v>41305</c:v>
                      </c:pt>
                      <c:pt idx="2307">
                        <c:v>41306</c:v>
                      </c:pt>
                      <c:pt idx="2308">
                        <c:v>41309</c:v>
                      </c:pt>
                      <c:pt idx="2309">
                        <c:v>41310</c:v>
                      </c:pt>
                      <c:pt idx="2310">
                        <c:v>41311</c:v>
                      </c:pt>
                      <c:pt idx="2311">
                        <c:v>41312</c:v>
                      </c:pt>
                      <c:pt idx="2312">
                        <c:v>41313</c:v>
                      </c:pt>
                      <c:pt idx="2313">
                        <c:v>41316</c:v>
                      </c:pt>
                      <c:pt idx="2314">
                        <c:v>41317</c:v>
                      </c:pt>
                      <c:pt idx="2315">
                        <c:v>41318</c:v>
                      </c:pt>
                      <c:pt idx="2316">
                        <c:v>41319</c:v>
                      </c:pt>
                      <c:pt idx="2317">
                        <c:v>41320</c:v>
                      </c:pt>
                      <c:pt idx="2318">
                        <c:v>41323</c:v>
                      </c:pt>
                      <c:pt idx="2319">
                        <c:v>41324</c:v>
                      </c:pt>
                      <c:pt idx="2320">
                        <c:v>41325</c:v>
                      </c:pt>
                      <c:pt idx="2321">
                        <c:v>41326</c:v>
                      </c:pt>
                      <c:pt idx="2322">
                        <c:v>41327</c:v>
                      </c:pt>
                      <c:pt idx="2323">
                        <c:v>41330</c:v>
                      </c:pt>
                      <c:pt idx="2324">
                        <c:v>41331</c:v>
                      </c:pt>
                      <c:pt idx="2325">
                        <c:v>41332</c:v>
                      </c:pt>
                      <c:pt idx="2326">
                        <c:v>41333</c:v>
                      </c:pt>
                      <c:pt idx="2327">
                        <c:v>41334</c:v>
                      </c:pt>
                      <c:pt idx="2328">
                        <c:v>41337</c:v>
                      </c:pt>
                      <c:pt idx="2329">
                        <c:v>41338</c:v>
                      </c:pt>
                      <c:pt idx="2330">
                        <c:v>41339</c:v>
                      </c:pt>
                      <c:pt idx="2331">
                        <c:v>41340</c:v>
                      </c:pt>
                      <c:pt idx="2332">
                        <c:v>41341</c:v>
                      </c:pt>
                      <c:pt idx="2333">
                        <c:v>41344</c:v>
                      </c:pt>
                      <c:pt idx="2334">
                        <c:v>41345</c:v>
                      </c:pt>
                      <c:pt idx="2335">
                        <c:v>41346</c:v>
                      </c:pt>
                      <c:pt idx="2336">
                        <c:v>41347</c:v>
                      </c:pt>
                      <c:pt idx="2337">
                        <c:v>41348</c:v>
                      </c:pt>
                      <c:pt idx="2338">
                        <c:v>41351</c:v>
                      </c:pt>
                      <c:pt idx="2339">
                        <c:v>41352</c:v>
                      </c:pt>
                      <c:pt idx="2340">
                        <c:v>41353</c:v>
                      </c:pt>
                      <c:pt idx="2341">
                        <c:v>41354</c:v>
                      </c:pt>
                      <c:pt idx="2342">
                        <c:v>41355</c:v>
                      </c:pt>
                      <c:pt idx="2343">
                        <c:v>41358</c:v>
                      </c:pt>
                      <c:pt idx="2344">
                        <c:v>41359</c:v>
                      </c:pt>
                      <c:pt idx="2345">
                        <c:v>41360</c:v>
                      </c:pt>
                      <c:pt idx="2346">
                        <c:v>41361</c:v>
                      </c:pt>
                      <c:pt idx="2347">
                        <c:v>41362</c:v>
                      </c:pt>
                      <c:pt idx="2348">
                        <c:v>41365</c:v>
                      </c:pt>
                      <c:pt idx="2349">
                        <c:v>41366</c:v>
                      </c:pt>
                      <c:pt idx="2350">
                        <c:v>41367</c:v>
                      </c:pt>
                      <c:pt idx="2351">
                        <c:v>41368</c:v>
                      </c:pt>
                      <c:pt idx="2352">
                        <c:v>41369</c:v>
                      </c:pt>
                      <c:pt idx="2353">
                        <c:v>41372</c:v>
                      </c:pt>
                      <c:pt idx="2354">
                        <c:v>41373</c:v>
                      </c:pt>
                      <c:pt idx="2355">
                        <c:v>41374</c:v>
                      </c:pt>
                      <c:pt idx="2356">
                        <c:v>41375</c:v>
                      </c:pt>
                      <c:pt idx="2357">
                        <c:v>41376</c:v>
                      </c:pt>
                      <c:pt idx="2358">
                        <c:v>41379</c:v>
                      </c:pt>
                      <c:pt idx="2359">
                        <c:v>41380</c:v>
                      </c:pt>
                      <c:pt idx="2360">
                        <c:v>41381</c:v>
                      </c:pt>
                      <c:pt idx="2361">
                        <c:v>41382</c:v>
                      </c:pt>
                      <c:pt idx="2362">
                        <c:v>41383</c:v>
                      </c:pt>
                      <c:pt idx="2363">
                        <c:v>41386</c:v>
                      </c:pt>
                      <c:pt idx="2364">
                        <c:v>41387</c:v>
                      </c:pt>
                      <c:pt idx="2365">
                        <c:v>41388</c:v>
                      </c:pt>
                      <c:pt idx="2366">
                        <c:v>41389</c:v>
                      </c:pt>
                      <c:pt idx="2367">
                        <c:v>41390</c:v>
                      </c:pt>
                      <c:pt idx="2368">
                        <c:v>41393</c:v>
                      </c:pt>
                      <c:pt idx="2369">
                        <c:v>41394</c:v>
                      </c:pt>
                      <c:pt idx="2370">
                        <c:v>41395</c:v>
                      </c:pt>
                      <c:pt idx="2371">
                        <c:v>41396</c:v>
                      </c:pt>
                      <c:pt idx="2372">
                        <c:v>41397</c:v>
                      </c:pt>
                      <c:pt idx="2373">
                        <c:v>41400</c:v>
                      </c:pt>
                      <c:pt idx="2374">
                        <c:v>41401</c:v>
                      </c:pt>
                      <c:pt idx="2375">
                        <c:v>41402</c:v>
                      </c:pt>
                      <c:pt idx="2376">
                        <c:v>41403</c:v>
                      </c:pt>
                      <c:pt idx="2377">
                        <c:v>41404</c:v>
                      </c:pt>
                      <c:pt idx="2378">
                        <c:v>41407</c:v>
                      </c:pt>
                      <c:pt idx="2379">
                        <c:v>41408</c:v>
                      </c:pt>
                      <c:pt idx="2380">
                        <c:v>41409</c:v>
                      </c:pt>
                      <c:pt idx="2381">
                        <c:v>41410</c:v>
                      </c:pt>
                      <c:pt idx="2382">
                        <c:v>41411</c:v>
                      </c:pt>
                      <c:pt idx="2383">
                        <c:v>41414</c:v>
                      </c:pt>
                      <c:pt idx="2384">
                        <c:v>41415</c:v>
                      </c:pt>
                      <c:pt idx="2385">
                        <c:v>41416</c:v>
                      </c:pt>
                      <c:pt idx="2386">
                        <c:v>41417</c:v>
                      </c:pt>
                      <c:pt idx="2387">
                        <c:v>41418</c:v>
                      </c:pt>
                      <c:pt idx="2388">
                        <c:v>41421</c:v>
                      </c:pt>
                      <c:pt idx="2389">
                        <c:v>41422</c:v>
                      </c:pt>
                      <c:pt idx="2390">
                        <c:v>41423</c:v>
                      </c:pt>
                      <c:pt idx="2391">
                        <c:v>41424</c:v>
                      </c:pt>
                      <c:pt idx="2392">
                        <c:v>41425</c:v>
                      </c:pt>
                      <c:pt idx="2393">
                        <c:v>41428</c:v>
                      </c:pt>
                      <c:pt idx="2394">
                        <c:v>41429</c:v>
                      </c:pt>
                      <c:pt idx="2395">
                        <c:v>41430</c:v>
                      </c:pt>
                      <c:pt idx="2396">
                        <c:v>41431</c:v>
                      </c:pt>
                      <c:pt idx="2397">
                        <c:v>41432</c:v>
                      </c:pt>
                      <c:pt idx="2398">
                        <c:v>41435</c:v>
                      </c:pt>
                      <c:pt idx="2399">
                        <c:v>41436</c:v>
                      </c:pt>
                      <c:pt idx="2400">
                        <c:v>41437</c:v>
                      </c:pt>
                      <c:pt idx="2401">
                        <c:v>41438</c:v>
                      </c:pt>
                      <c:pt idx="2402">
                        <c:v>41439</c:v>
                      </c:pt>
                      <c:pt idx="2403">
                        <c:v>41442</c:v>
                      </c:pt>
                      <c:pt idx="2404">
                        <c:v>41443</c:v>
                      </c:pt>
                      <c:pt idx="2405">
                        <c:v>41444</c:v>
                      </c:pt>
                      <c:pt idx="2406">
                        <c:v>41445</c:v>
                      </c:pt>
                      <c:pt idx="2407">
                        <c:v>41446</c:v>
                      </c:pt>
                      <c:pt idx="2408">
                        <c:v>41449</c:v>
                      </c:pt>
                      <c:pt idx="2409">
                        <c:v>41450</c:v>
                      </c:pt>
                      <c:pt idx="2410">
                        <c:v>41451</c:v>
                      </c:pt>
                      <c:pt idx="2411">
                        <c:v>41452</c:v>
                      </c:pt>
                      <c:pt idx="2412">
                        <c:v>41453</c:v>
                      </c:pt>
                      <c:pt idx="2413">
                        <c:v>41456</c:v>
                      </c:pt>
                      <c:pt idx="2414">
                        <c:v>41457</c:v>
                      </c:pt>
                      <c:pt idx="2415">
                        <c:v>41458</c:v>
                      </c:pt>
                      <c:pt idx="2416">
                        <c:v>41459</c:v>
                      </c:pt>
                      <c:pt idx="2417">
                        <c:v>41460</c:v>
                      </c:pt>
                      <c:pt idx="2418">
                        <c:v>41463</c:v>
                      </c:pt>
                      <c:pt idx="2419">
                        <c:v>41464</c:v>
                      </c:pt>
                      <c:pt idx="2420">
                        <c:v>41465</c:v>
                      </c:pt>
                      <c:pt idx="2421">
                        <c:v>41466</c:v>
                      </c:pt>
                      <c:pt idx="2422">
                        <c:v>41467</c:v>
                      </c:pt>
                      <c:pt idx="2423">
                        <c:v>41470</c:v>
                      </c:pt>
                      <c:pt idx="2424">
                        <c:v>41471</c:v>
                      </c:pt>
                      <c:pt idx="2425">
                        <c:v>41472</c:v>
                      </c:pt>
                      <c:pt idx="2426">
                        <c:v>41473</c:v>
                      </c:pt>
                      <c:pt idx="2427">
                        <c:v>41474</c:v>
                      </c:pt>
                      <c:pt idx="2428">
                        <c:v>41477</c:v>
                      </c:pt>
                      <c:pt idx="2429">
                        <c:v>41478</c:v>
                      </c:pt>
                      <c:pt idx="2430">
                        <c:v>41479</c:v>
                      </c:pt>
                      <c:pt idx="2431">
                        <c:v>41480</c:v>
                      </c:pt>
                      <c:pt idx="2432">
                        <c:v>41481</c:v>
                      </c:pt>
                      <c:pt idx="2433">
                        <c:v>41484</c:v>
                      </c:pt>
                      <c:pt idx="2434">
                        <c:v>41485</c:v>
                      </c:pt>
                      <c:pt idx="2435">
                        <c:v>41486</c:v>
                      </c:pt>
                      <c:pt idx="2436">
                        <c:v>41487</c:v>
                      </c:pt>
                      <c:pt idx="2437">
                        <c:v>41488</c:v>
                      </c:pt>
                      <c:pt idx="2438">
                        <c:v>41491</c:v>
                      </c:pt>
                      <c:pt idx="2439">
                        <c:v>41492</c:v>
                      </c:pt>
                      <c:pt idx="2440">
                        <c:v>41493</c:v>
                      </c:pt>
                      <c:pt idx="2441">
                        <c:v>41494</c:v>
                      </c:pt>
                      <c:pt idx="2442">
                        <c:v>41495</c:v>
                      </c:pt>
                      <c:pt idx="2443">
                        <c:v>41498</c:v>
                      </c:pt>
                      <c:pt idx="2444">
                        <c:v>41499</c:v>
                      </c:pt>
                      <c:pt idx="2445">
                        <c:v>41500</c:v>
                      </c:pt>
                      <c:pt idx="2446">
                        <c:v>41501</c:v>
                      </c:pt>
                      <c:pt idx="2447">
                        <c:v>41502</c:v>
                      </c:pt>
                      <c:pt idx="2448">
                        <c:v>41505</c:v>
                      </c:pt>
                      <c:pt idx="2449">
                        <c:v>41506</c:v>
                      </c:pt>
                      <c:pt idx="2450">
                        <c:v>41507</c:v>
                      </c:pt>
                      <c:pt idx="2451">
                        <c:v>41508</c:v>
                      </c:pt>
                      <c:pt idx="2452">
                        <c:v>41509</c:v>
                      </c:pt>
                      <c:pt idx="2453">
                        <c:v>41512</c:v>
                      </c:pt>
                      <c:pt idx="2454">
                        <c:v>41513</c:v>
                      </c:pt>
                      <c:pt idx="2455">
                        <c:v>41514</c:v>
                      </c:pt>
                      <c:pt idx="2456">
                        <c:v>41515</c:v>
                      </c:pt>
                      <c:pt idx="2457">
                        <c:v>41516</c:v>
                      </c:pt>
                      <c:pt idx="2458">
                        <c:v>41519</c:v>
                      </c:pt>
                      <c:pt idx="2459">
                        <c:v>41520</c:v>
                      </c:pt>
                      <c:pt idx="2460">
                        <c:v>41521</c:v>
                      </c:pt>
                      <c:pt idx="2461">
                        <c:v>41522</c:v>
                      </c:pt>
                      <c:pt idx="2462">
                        <c:v>41523</c:v>
                      </c:pt>
                      <c:pt idx="2463">
                        <c:v>41526</c:v>
                      </c:pt>
                      <c:pt idx="2464">
                        <c:v>41527</c:v>
                      </c:pt>
                      <c:pt idx="2465">
                        <c:v>41528</c:v>
                      </c:pt>
                      <c:pt idx="2466">
                        <c:v>41529</c:v>
                      </c:pt>
                      <c:pt idx="2467">
                        <c:v>41530</c:v>
                      </c:pt>
                      <c:pt idx="2468">
                        <c:v>41533</c:v>
                      </c:pt>
                      <c:pt idx="2469">
                        <c:v>41534</c:v>
                      </c:pt>
                      <c:pt idx="2470">
                        <c:v>41535</c:v>
                      </c:pt>
                      <c:pt idx="2471">
                        <c:v>41536</c:v>
                      </c:pt>
                      <c:pt idx="2472">
                        <c:v>41537</c:v>
                      </c:pt>
                      <c:pt idx="2473">
                        <c:v>41540</c:v>
                      </c:pt>
                      <c:pt idx="2474">
                        <c:v>41541</c:v>
                      </c:pt>
                      <c:pt idx="2475">
                        <c:v>41542</c:v>
                      </c:pt>
                      <c:pt idx="2476">
                        <c:v>41543</c:v>
                      </c:pt>
                      <c:pt idx="2477">
                        <c:v>41544</c:v>
                      </c:pt>
                      <c:pt idx="2478">
                        <c:v>41547</c:v>
                      </c:pt>
                      <c:pt idx="2479">
                        <c:v>41548</c:v>
                      </c:pt>
                      <c:pt idx="2480">
                        <c:v>41549</c:v>
                      </c:pt>
                      <c:pt idx="2481">
                        <c:v>41550</c:v>
                      </c:pt>
                      <c:pt idx="2482">
                        <c:v>41551</c:v>
                      </c:pt>
                      <c:pt idx="2483">
                        <c:v>41554</c:v>
                      </c:pt>
                      <c:pt idx="2484">
                        <c:v>41555</c:v>
                      </c:pt>
                      <c:pt idx="2485">
                        <c:v>41556</c:v>
                      </c:pt>
                      <c:pt idx="2486">
                        <c:v>41557</c:v>
                      </c:pt>
                      <c:pt idx="2487">
                        <c:v>41558</c:v>
                      </c:pt>
                      <c:pt idx="2488">
                        <c:v>41561</c:v>
                      </c:pt>
                      <c:pt idx="2489">
                        <c:v>41562</c:v>
                      </c:pt>
                      <c:pt idx="2490">
                        <c:v>41563</c:v>
                      </c:pt>
                      <c:pt idx="2491">
                        <c:v>41564</c:v>
                      </c:pt>
                      <c:pt idx="2492">
                        <c:v>41565</c:v>
                      </c:pt>
                      <c:pt idx="2493">
                        <c:v>41568</c:v>
                      </c:pt>
                      <c:pt idx="2494">
                        <c:v>41569</c:v>
                      </c:pt>
                      <c:pt idx="2495">
                        <c:v>41570</c:v>
                      </c:pt>
                      <c:pt idx="2496">
                        <c:v>41571</c:v>
                      </c:pt>
                      <c:pt idx="2497">
                        <c:v>41572</c:v>
                      </c:pt>
                      <c:pt idx="2498">
                        <c:v>41575</c:v>
                      </c:pt>
                      <c:pt idx="2499">
                        <c:v>41576</c:v>
                      </c:pt>
                      <c:pt idx="2500">
                        <c:v>41577</c:v>
                      </c:pt>
                      <c:pt idx="2501">
                        <c:v>41578</c:v>
                      </c:pt>
                      <c:pt idx="2502">
                        <c:v>41579</c:v>
                      </c:pt>
                      <c:pt idx="2503">
                        <c:v>41582</c:v>
                      </c:pt>
                      <c:pt idx="2504">
                        <c:v>41583</c:v>
                      </c:pt>
                      <c:pt idx="2505">
                        <c:v>41584</c:v>
                      </c:pt>
                      <c:pt idx="2506">
                        <c:v>41585</c:v>
                      </c:pt>
                      <c:pt idx="2507">
                        <c:v>41586</c:v>
                      </c:pt>
                      <c:pt idx="2508">
                        <c:v>41589</c:v>
                      </c:pt>
                      <c:pt idx="2509">
                        <c:v>41590</c:v>
                      </c:pt>
                      <c:pt idx="2510">
                        <c:v>41591</c:v>
                      </c:pt>
                      <c:pt idx="2511">
                        <c:v>41592</c:v>
                      </c:pt>
                      <c:pt idx="2512">
                        <c:v>41593</c:v>
                      </c:pt>
                      <c:pt idx="2513">
                        <c:v>41596</c:v>
                      </c:pt>
                      <c:pt idx="2514">
                        <c:v>41597</c:v>
                      </c:pt>
                      <c:pt idx="2515">
                        <c:v>41598</c:v>
                      </c:pt>
                      <c:pt idx="2516">
                        <c:v>41599</c:v>
                      </c:pt>
                      <c:pt idx="2517">
                        <c:v>41600</c:v>
                      </c:pt>
                      <c:pt idx="2518">
                        <c:v>41603</c:v>
                      </c:pt>
                      <c:pt idx="2519">
                        <c:v>41604</c:v>
                      </c:pt>
                      <c:pt idx="2520">
                        <c:v>41605</c:v>
                      </c:pt>
                      <c:pt idx="2521">
                        <c:v>41606</c:v>
                      </c:pt>
                      <c:pt idx="2522">
                        <c:v>41607</c:v>
                      </c:pt>
                      <c:pt idx="2523">
                        <c:v>41610</c:v>
                      </c:pt>
                      <c:pt idx="2524">
                        <c:v>41611</c:v>
                      </c:pt>
                      <c:pt idx="2525">
                        <c:v>41612</c:v>
                      </c:pt>
                      <c:pt idx="2526">
                        <c:v>41613</c:v>
                      </c:pt>
                      <c:pt idx="2527">
                        <c:v>41614</c:v>
                      </c:pt>
                      <c:pt idx="2528">
                        <c:v>41617</c:v>
                      </c:pt>
                      <c:pt idx="2529">
                        <c:v>41618</c:v>
                      </c:pt>
                      <c:pt idx="2530">
                        <c:v>41619</c:v>
                      </c:pt>
                      <c:pt idx="2531">
                        <c:v>41620</c:v>
                      </c:pt>
                      <c:pt idx="2532">
                        <c:v>41621</c:v>
                      </c:pt>
                      <c:pt idx="2533">
                        <c:v>41624</c:v>
                      </c:pt>
                      <c:pt idx="2534">
                        <c:v>41625</c:v>
                      </c:pt>
                      <c:pt idx="2535">
                        <c:v>41626</c:v>
                      </c:pt>
                      <c:pt idx="2536">
                        <c:v>41627</c:v>
                      </c:pt>
                      <c:pt idx="2537">
                        <c:v>41628</c:v>
                      </c:pt>
                      <c:pt idx="2538">
                        <c:v>41631</c:v>
                      </c:pt>
                      <c:pt idx="2539">
                        <c:v>41632</c:v>
                      </c:pt>
                      <c:pt idx="2540">
                        <c:v>41633</c:v>
                      </c:pt>
                      <c:pt idx="2541">
                        <c:v>41634</c:v>
                      </c:pt>
                      <c:pt idx="2542">
                        <c:v>41635</c:v>
                      </c:pt>
                      <c:pt idx="2543">
                        <c:v>41638</c:v>
                      </c:pt>
                      <c:pt idx="2544">
                        <c:v>41639</c:v>
                      </c:pt>
                      <c:pt idx="2545">
                        <c:v>41640</c:v>
                      </c:pt>
                      <c:pt idx="2546">
                        <c:v>41641</c:v>
                      </c:pt>
                      <c:pt idx="2547">
                        <c:v>41642</c:v>
                      </c:pt>
                      <c:pt idx="2548">
                        <c:v>41645</c:v>
                      </c:pt>
                      <c:pt idx="2549">
                        <c:v>41646</c:v>
                      </c:pt>
                      <c:pt idx="2550">
                        <c:v>41647</c:v>
                      </c:pt>
                      <c:pt idx="2551">
                        <c:v>41648</c:v>
                      </c:pt>
                      <c:pt idx="2552">
                        <c:v>41649</c:v>
                      </c:pt>
                      <c:pt idx="2553">
                        <c:v>41652</c:v>
                      </c:pt>
                      <c:pt idx="2554">
                        <c:v>41653</c:v>
                      </c:pt>
                      <c:pt idx="2555">
                        <c:v>41654</c:v>
                      </c:pt>
                      <c:pt idx="2556">
                        <c:v>41655</c:v>
                      </c:pt>
                      <c:pt idx="2557">
                        <c:v>41656</c:v>
                      </c:pt>
                      <c:pt idx="2558">
                        <c:v>41659</c:v>
                      </c:pt>
                      <c:pt idx="2559">
                        <c:v>41660</c:v>
                      </c:pt>
                      <c:pt idx="2560">
                        <c:v>41661</c:v>
                      </c:pt>
                      <c:pt idx="2561">
                        <c:v>41662</c:v>
                      </c:pt>
                      <c:pt idx="2562">
                        <c:v>41663</c:v>
                      </c:pt>
                      <c:pt idx="2563">
                        <c:v>41666</c:v>
                      </c:pt>
                      <c:pt idx="2564">
                        <c:v>41667</c:v>
                      </c:pt>
                      <c:pt idx="2565">
                        <c:v>41668</c:v>
                      </c:pt>
                      <c:pt idx="2566">
                        <c:v>41669</c:v>
                      </c:pt>
                      <c:pt idx="2567">
                        <c:v>41670</c:v>
                      </c:pt>
                      <c:pt idx="2568">
                        <c:v>41673</c:v>
                      </c:pt>
                      <c:pt idx="2569">
                        <c:v>41674</c:v>
                      </c:pt>
                      <c:pt idx="2570">
                        <c:v>41675</c:v>
                      </c:pt>
                      <c:pt idx="2571">
                        <c:v>41676</c:v>
                      </c:pt>
                      <c:pt idx="2572">
                        <c:v>41677</c:v>
                      </c:pt>
                      <c:pt idx="2573">
                        <c:v>41680</c:v>
                      </c:pt>
                      <c:pt idx="2574">
                        <c:v>41681</c:v>
                      </c:pt>
                      <c:pt idx="2575">
                        <c:v>41682</c:v>
                      </c:pt>
                      <c:pt idx="2576">
                        <c:v>41683</c:v>
                      </c:pt>
                      <c:pt idx="2577">
                        <c:v>41684</c:v>
                      </c:pt>
                      <c:pt idx="2578">
                        <c:v>41687</c:v>
                      </c:pt>
                      <c:pt idx="2579">
                        <c:v>41688</c:v>
                      </c:pt>
                      <c:pt idx="2580">
                        <c:v>41689</c:v>
                      </c:pt>
                      <c:pt idx="2581">
                        <c:v>41690</c:v>
                      </c:pt>
                      <c:pt idx="2582">
                        <c:v>41691</c:v>
                      </c:pt>
                      <c:pt idx="2583">
                        <c:v>41694</c:v>
                      </c:pt>
                      <c:pt idx="2584">
                        <c:v>41695</c:v>
                      </c:pt>
                      <c:pt idx="2585">
                        <c:v>41696</c:v>
                      </c:pt>
                      <c:pt idx="2586">
                        <c:v>41697</c:v>
                      </c:pt>
                      <c:pt idx="2587">
                        <c:v>41698</c:v>
                      </c:pt>
                      <c:pt idx="2588">
                        <c:v>41701</c:v>
                      </c:pt>
                      <c:pt idx="2589">
                        <c:v>41702</c:v>
                      </c:pt>
                      <c:pt idx="2590">
                        <c:v>41703</c:v>
                      </c:pt>
                      <c:pt idx="2591">
                        <c:v>41704</c:v>
                      </c:pt>
                      <c:pt idx="2592">
                        <c:v>41705</c:v>
                      </c:pt>
                      <c:pt idx="2593">
                        <c:v>41708</c:v>
                      </c:pt>
                      <c:pt idx="2594">
                        <c:v>41709</c:v>
                      </c:pt>
                      <c:pt idx="2595">
                        <c:v>41710</c:v>
                      </c:pt>
                      <c:pt idx="2596">
                        <c:v>41711</c:v>
                      </c:pt>
                      <c:pt idx="2597">
                        <c:v>41712</c:v>
                      </c:pt>
                      <c:pt idx="2598">
                        <c:v>41715</c:v>
                      </c:pt>
                      <c:pt idx="2599">
                        <c:v>41716</c:v>
                      </c:pt>
                      <c:pt idx="2600">
                        <c:v>41717</c:v>
                      </c:pt>
                      <c:pt idx="2601">
                        <c:v>41718</c:v>
                      </c:pt>
                      <c:pt idx="2602">
                        <c:v>41719</c:v>
                      </c:pt>
                      <c:pt idx="2603">
                        <c:v>41722</c:v>
                      </c:pt>
                      <c:pt idx="2604">
                        <c:v>41723</c:v>
                      </c:pt>
                      <c:pt idx="2605">
                        <c:v>41724</c:v>
                      </c:pt>
                      <c:pt idx="2606">
                        <c:v>41725</c:v>
                      </c:pt>
                      <c:pt idx="2607">
                        <c:v>41726</c:v>
                      </c:pt>
                      <c:pt idx="2608">
                        <c:v>41729</c:v>
                      </c:pt>
                      <c:pt idx="2609">
                        <c:v>41730</c:v>
                      </c:pt>
                      <c:pt idx="2610">
                        <c:v>41731</c:v>
                      </c:pt>
                      <c:pt idx="2611">
                        <c:v>41732</c:v>
                      </c:pt>
                      <c:pt idx="2612">
                        <c:v>41733</c:v>
                      </c:pt>
                      <c:pt idx="2613">
                        <c:v>41736</c:v>
                      </c:pt>
                      <c:pt idx="2614">
                        <c:v>41737</c:v>
                      </c:pt>
                      <c:pt idx="2615">
                        <c:v>41738</c:v>
                      </c:pt>
                      <c:pt idx="2616">
                        <c:v>41739</c:v>
                      </c:pt>
                      <c:pt idx="2617">
                        <c:v>41740</c:v>
                      </c:pt>
                      <c:pt idx="2618">
                        <c:v>41743</c:v>
                      </c:pt>
                      <c:pt idx="2619">
                        <c:v>41744</c:v>
                      </c:pt>
                      <c:pt idx="2620">
                        <c:v>41745</c:v>
                      </c:pt>
                      <c:pt idx="2621">
                        <c:v>41746</c:v>
                      </c:pt>
                      <c:pt idx="2622">
                        <c:v>41747</c:v>
                      </c:pt>
                      <c:pt idx="2623">
                        <c:v>41750</c:v>
                      </c:pt>
                      <c:pt idx="2624">
                        <c:v>41751</c:v>
                      </c:pt>
                      <c:pt idx="2625">
                        <c:v>41752</c:v>
                      </c:pt>
                      <c:pt idx="2626">
                        <c:v>41753</c:v>
                      </c:pt>
                      <c:pt idx="2627">
                        <c:v>41754</c:v>
                      </c:pt>
                      <c:pt idx="2628">
                        <c:v>41757</c:v>
                      </c:pt>
                      <c:pt idx="2629">
                        <c:v>41758</c:v>
                      </c:pt>
                      <c:pt idx="2630">
                        <c:v>41759</c:v>
                      </c:pt>
                      <c:pt idx="2631">
                        <c:v>41760</c:v>
                      </c:pt>
                      <c:pt idx="2632">
                        <c:v>41761</c:v>
                      </c:pt>
                      <c:pt idx="2633">
                        <c:v>41764</c:v>
                      </c:pt>
                      <c:pt idx="2634">
                        <c:v>41765</c:v>
                      </c:pt>
                      <c:pt idx="2635">
                        <c:v>41766</c:v>
                      </c:pt>
                      <c:pt idx="2636">
                        <c:v>41767</c:v>
                      </c:pt>
                      <c:pt idx="2637">
                        <c:v>41768</c:v>
                      </c:pt>
                      <c:pt idx="2638">
                        <c:v>41771</c:v>
                      </c:pt>
                      <c:pt idx="2639">
                        <c:v>41772</c:v>
                      </c:pt>
                      <c:pt idx="2640">
                        <c:v>41773</c:v>
                      </c:pt>
                      <c:pt idx="2641">
                        <c:v>41774</c:v>
                      </c:pt>
                      <c:pt idx="2642">
                        <c:v>41775</c:v>
                      </c:pt>
                      <c:pt idx="2643">
                        <c:v>41778</c:v>
                      </c:pt>
                      <c:pt idx="2644">
                        <c:v>41779</c:v>
                      </c:pt>
                      <c:pt idx="2645">
                        <c:v>41780</c:v>
                      </c:pt>
                      <c:pt idx="2646">
                        <c:v>41781</c:v>
                      </c:pt>
                      <c:pt idx="2647">
                        <c:v>41782</c:v>
                      </c:pt>
                      <c:pt idx="2648">
                        <c:v>41785</c:v>
                      </c:pt>
                      <c:pt idx="2649">
                        <c:v>41786</c:v>
                      </c:pt>
                      <c:pt idx="2650">
                        <c:v>41787</c:v>
                      </c:pt>
                      <c:pt idx="2651">
                        <c:v>41788</c:v>
                      </c:pt>
                      <c:pt idx="2652">
                        <c:v>41789</c:v>
                      </c:pt>
                      <c:pt idx="2653">
                        <c:v>41792</c:v>
                      </c:pt>
                      <c:pt idx="2654">
                        <c:v>41793</c:v>
                      </c:pt>
                      <c:pt idx="2655">
                        <c:v>41794</c:v>
                      </c:pt>
                      <c:pt idx="2656">
                        <c:v>41795</c:v>
                      </c:pt>
                      <c:pt idx="2657">
                        <c:v>41796</c:v>
                      </c:pt>
                      <c:pt idx="2658">
                        <c:v>41799</c:v>
                      </c:pt>
                      <c:pt idx="2659">
                        <c:v>41800</c:v>
                      </c:pt>
                      <c:pt idx="2660">
                        <c:v>41801</c:v>
                      </c:pt>
                      <c:pt idx="2661">
                        <c:v>41802</c:v>
                      </c:pt>
                      <c:pt idx="2662">
                        <c:v>41803</c:v>
                      </c:pt>
                      <c:pt idx="2663">
                        <c:v>41806</c:v>
                      </c:pt>
                      <c:pt idx="2664">
                        <c:v>41807</c:v>
                      </c:pt>
                      <c:pt idx="2665">
                        <c:v>41808</c:v>
                      </c:pt>
                      <c:pt idx="2666">
                        <c:v>41809</c:v>
                      </c:pt>
                      <c:pt idx="2667">
                        <c:v>41810</c:v>
                      </c:pt>
                      <c:pt idx="2668">
                        <c:v>41813</c:v>
                      </c:pt>
                      <c:pt idx="2669">
                        <c:v>41814</c:v>
                      </c:pt>
                      <c:pt idx="2670">
                        <c:v>41815</c:v>
                      </c:pt>
                      <c:pt idx="2671">
                        <c:v>41816</c:v>
                      </c:pt>
                      <c:pt idx="2672">
                        <c:v>41817</c:v>
                      </c:pt>
                      <c:pt idx="2673">
                        <c:v>41820</c:v>
                      </c:pt>
                      <c:pt idx="2674">
                        <c:v>41821</c:v>
                      </c:pt>
                      <c:pt idx="2675">
                        <c:v>41822</c:v>
                      </c:pt>
                      <c:pt idx="2676">
                        <c:v>41823</c:v>
                      </c:pt>
                      <c:pt idx="2677">
                        <c:v>41824</c:v>
                      </c:pt>
                      <c:pt idx="2678">
                        <c:v>41827</c:v>
                      </c:pt>
                      <c:pt idx="2679">
                        <c:v>41828</c:v>
                      </c:pt>
                      <c:pt idx="2680">
                        <c:v>41829</c:v>
                      </c:pt>
                      <c:pt idx="2681">
                        <c:v>41830</c:v>
                      </c:pt>
                      <c:pt idx="2682">
                        <c:v>41831</c:v>
                      </c:pt>
                      <c:pt idx="2683">
                        <c:v>41834</c:v>
                      </c:pt>
                      <c:pt idx="2684">
                        <c:v>41835</c:v>
                      </c:pt>
                      <c:pt idx="2685">
                        <c:v>41836</c:v>
                      </c:pt>
                      <c:pt idx="2686">
                        <c:v>41837</c:v>
                      </c:pt>
                      <c:pt idx="2687">
                        <c:v>41838</c:v>
                      </c:pt>
                      <c:pt idx="2688">
                        <c:v>41841</c:v>
                      </c:pt>
                      <c:pt idx="2689">
                        <c:v>41842</c:v>
                      </c:pt>
                      <c:pt idx="2690">
                        <c:v>41843</c:v>
                      </c:pt>
                      <c:pt idx="2691">
                        <c:v>41844</c:v>
                      </c:pt>
                      <c:pt idx="2692">
                        <c:v>41845</c:v>
                      </c:pt>
                      <c:pt idx="2693">
                        <c:v>41848</c:v>
                      </c:pt>
                      <c:pt idx="2694">
                        <c:v>41849</c:v>
                      </c:pt>
                      <c:pt idx="2695">
                        <c:v>41850</c:v>
                      </c:pt>
                      <c:pt idx="2696">
                        <c:v>41851</c:v>
                      </c:pt>
                      <c:pt idx="2697">
                        <c:v>41852</c:v>
                      </c:pt>
                      <c:pt idx="2698">
                        <c:v>41855</c:v>
                      </c:pt>
                      <c:pt idx="2699">
                        <c:v>41856</c:v>
                      </c:pt>
                      <c:pt idx="2700">
                        <c:v>41857</c:v>
                      </c:pt>
                      <c:pt idx="2701">
                        <c:v>41858</c:v>
                      </c:pt>
                      <c:pt idx="2702">
                        <c:v>41859</c:v>
                      </c:pt>
                      <c:pt idx="2703">
                        <c:v>41862</c:v>
                      </c:pt>
                      <c:pt idx="2704">
                        <c:v>41863</c:v>
                      </c:pt>
                      <c:pt idx="2705">
                        <c:v>41864</c:v>
                      </c:pt>
                      <c:pt idx="2706">
                        <c:v>41865</c:v>
                      </c:pt>
                      <c:pt idx="2707">
                        <c:v>41866</c:v>
                      </c:pt>
                      <c:pt idx="2708">
                        <c:v>41869</c:v>
                      </c:pt>
                      <c:pt idx="2709">
                        <c:v>41870</c:v>
                      </c:pt>
                      <c:pt idx="2710">
                        <c:v>41871</c:v>
                      </c:pt>
                      <c:pt idx="2711">
                        <c:v>41872</c:v>
                      </c:pt>
                      <c:pt idx="2712">
                        <c:v>41873</c:v>
                      </c:pt>
                      <c:pt idx="2713">
                        <c:v>41876</c:v>
                      </c:pt>
                      <c:pt idx="2714">
                        <c:v>41877</c:v>
                      </c:pt>
                      <c:pt idx="2715">
                        <c:v>41878</c:v>
                      </c:pt>
                      <c:pt idx="2716">
                        <c:v>41879</c:v>
                      </c:pt>
                      <c:pt idx="2717">
                        <c:v>41880</c:v>
                      </c:pt>
                      <c:pt idx="2718">
                        <c:v>41883</c:v>
                      </c:pt>
                      <c:pt idx="2719">
                        <c:v>41884</c:v>
                      </c:pt>
                      <c:pt idx="2720">
                        <c:v>41885</c:v>
                      </c:pt>
                      <c:pt idx="2721">
                        <c:v>41886</c:v>
                      </c:pt>
                      <c:pt idx="2722">
                        <c:v>41887</c:v>
                      </c:pt>
                      <c:pt idx="2723">
                        <c:v>41890</c:v>
                      </c:pt>
                      <c:pt idx="2724">
                        <c:v>41891</c:v>
                      </c:pt>
                      <c:pt idx="2725">
                        <c:v>41892</c:v>
                      </c:pt>
                      <c:pt idx="2726">
                        <c:v>41893</c:v>
                      </c:pt>
                      <c:pt idx="2727">
                        <c:v>41894</c:v>
                      </c:pt>
                      <c:pt idx="2728">
                        <c:v>41897</c:v>
                      </c:pt>
                      <c:pt idx="2729">
                        <c:v>41898</c:v>
                      </c:pt>
                      <c:pt idx="2730">
                        <c:v>41899</c:v>
                      </c:pt>
                      <c:pt idx="2731">
                        <c:v>41900</c:v>
                      </c:pt>
                      <c:pt idx="2732">
                        <c:v>41901</c:v>
                      </c:pt>
                      <c:pt idx="2733">
                        <c:v>41904</c:v>
                      </c:pt>
                      <c:pt idx="2734">
                        <c:v>41905</c:v>
                      </c:pt>
                      <c:pt idx="2735">
                        <c:v>41906</c:v>
                      </c:pt>
                      <c:pt idx="2736">
                        <c:v>41907</c:v>
                      </c:pt>
                      <c:pt idx="2737">
                        <c:v>41908</c:v>
                      </c:pt>
                      <c:pt idx="2738">
                        <c:v>41911</c:v>
                      </c:pt>
                      <c:pt idx="2739">
                        <c:v>41912</c:v>
                      </c:pt>
                      <c:pt idx="2740">
                        <c:v>41913</c:v>
                      </c:pt>
                      <c:pt idx="2741">
                        <c:v>41914</c:v>
                      </c:pt>
                      <c:pt idx="2742">
                        <c:v>41915</c:v>
                      </c:pt>
                      <c:pt idx="2743">
                        <c:v>41918</c:v>
                      </c:pt>
                      <c:pt idx="2744">
                        <c:v>41919</c:v>
                      </c:pt>
                      <c:pt idx="2745">
                        <c:v>41920</c:v>
                      </c:pt>
                      <c:pt idx="2746">
                        <c:v>41921</c:v>
                      </c:pt>
                      <c:pt idx="2747">
                        <c:v>41922</c:v>
                      </c:pt>
                      <c:pt idx="2748">
                        <c:v>41925</c:v>
                      </c:pt>
                      <c:pt idx="2749">
                        <c:v>41926</c:v>
                      </c:pt>
                      <c:pt idx="2750">
                        <c:v>41927</c:v>
                      </c:pt>
                      <c:pt idx="2751">
                        <c:v>41928</c:v>
                      </c:pt>
                      <c:pt idx="2752">
                        <c:v>41929</c:v>
                      </c:pt>
                      <c:pt idx="2753">
                        <c:v>41932</c:v>
                      </c:pt>
                      <c:pt idx="2754">
                        <c:v>41933</c:v>
                      </c:pt>
                      <c:pt idx="2755">
                        <c:v>41934</c:v>
                      </c:pt>
                      <c:pt idx="2756">
                        <c:v>41935</c:v>
                      </c:pt>
                      <c:pt idx="2757">
                        <c:v>41936</c:v>
                      </c:pt>
                      <c:pt idx="2758">
                        <c:v>41939</c:v>
                      </c:pt>
                      <c:pt idx="2759">
                        <c:v>41940</c:v>
                      </c:pt>
                      <c:pt idx="2760">
                        <c:v>41941</c:v>
                      </c:pt>
                      <c:pt idx="2761">
                        <c:v>41942</c:v>
                      </c:pt>
                      <c:pt idx="2762">
                        <c:v>41943</c:v>
                      </c:pt>
                      <c:pt idx="2763">
                        <c:v>41946</c:v>
                      </c:pt>
                      <c:pt idx="2764">
                        <c:v>41947</c:v>
                      </c:pt>
                      <c:pt idx="2765">
                        <c:v>41948</c:v>
                      </c:pt>
                      <c:pt idx="2766">
                        <c:v>41949</c:v>
                      </c:pt>
                      <c:pt idx="2767">
                        <c:v>41950</c:v>
                      </c:pt>
                      <c:pt idx="2768">
                        <c:v>41953</c:v>
                      </c:pt>
                      <c:pt idx="2769">
                        <c:v>41954</c:v>
                      </c:pt>
                      <c:pt idx="2770">
                        <c:v>41955</c:v>
                      </c:pt>
                      <c:pt idx="2771">
                        <c:v>41956</c:v>
                      </c:pt>
                      <c:pt idx="2772">
                        <c:v>41957</c:v>
                      </c:pt>
                      <c:pt idx="2773">
                        <c:v>41960</c:v>
                      </c:pt>
                      <c:pt idx="2774">
                        <c:v>41961</c:v>
                      </c:pt>
                      <c:pt idx="2775">
                        <c:v>41962</c:v>
                      </c:pt>
                      <c:pt idx="2776">
                        <c:v>41963</c:v>
                      </c:pt>
                      <c:pt idx="2777">
                        <c:v>41964</c:v>
                      </c:pt>
                      <c:pt idx="2778">
                        <c:v>41967</c:v>
                      </c:pt>
                      <c:pt idx="2779">
                        <c:v>41968</c:v>
                      </c:pt>
                      <c:pt idx="2780">
                        <c:v>41969</c:v>
                      </c:pt>
                      <c:pt idx="2781">
                        <c:v>41970</c:v>
                      </c:pt>
                      <c:pt idx="2782">
                        <c:v>41971</c:v>
                      </c:pt>
                      <c:pt idx="2783">
                        <c:v>41974</c:v>
                      </c:pt>
                      <c:pt idx="2784">
                        <c:v>41975</c:v>
                      </c:pt>
                      <c:pt idx="2785">
                        <c:v>41976</c:v>
                      </c:pt>
                      <c:pt idx="2786">
                        <c:v>41977</c:v>
                      </c:pt>
                      <c:pt idx="2787">
                        <c:v>41978</c:v>
                      </c:pt>
                      <c:pt idx="2788">
                        <c:v>41981</c:v>
                      </c:pt>
                      <c:pt idx="2789">
                        <c:v>41982</c:v>
                      </c:pt>
                      <c:pt idx="2790">
                        <c:v>41983</c:v>
                      </c:pt>
                      <c:pt idx="2791">
                        <c:v>41984</c:v>
                      </c:pt>
                      <c:pt idx="2792">
                        <c:v>41985</c:v>
                      </c:pt>
                      <c:pt idx="2793">
                        <c:v>41988</c:v>
                      </c:pt>
                      <c:pt idx="2794">
                        <c:v>41989</c:v>
                      </c:pt>
                      <c:pt idx="2795">
                        <c:v>41990</c:v>
                      </c:pt>
                      <c:pt idx="2796">
                        <c:v>41991</c:v>
                      </c:pt>
                      <c:pt idx="2797">
                        <c:v>41992</c:v>
                      </c:pt>
                      <c:pt idx="2798">
                        <c:v>41995</c:v>
                      </c:pt>
                      <c:pt idx="2799">
                        <c:v>41996</c:v>
                      </c:pt>
                      <c:pt idx="2800">
                        <c:v>41997</c:v>
                      </c:pt>
                      <c:pt idx="2801">
                        <c:v>41998</c:v>
                      </c:pt>
                      <c:pt idx="2802">
                        <c:v>41999</c:v>
                      </c:pt>
                      <c:pt idx="2803">
                        <c:v>42002</c:v>
                      </c:pt>
                      <c:pt idx="2804">
                        <c:v>42003</c:v>
                      </c:pt>
                      <c:pt idx="2805">
                        <c:v>42004</c:v>
                      </c:pt>
                      <c:pt idx="2806">
                        <c:v>42005</c:v>
                      </c:pt>
                      <c:pt idx="2807">
                        <c:v>42006</c:v>
                      </c:pt>
                      <c:pt idx="2808">
                        <c:v>42009</c:v>
                      </c:pt>
                      <c:pt idx="2809">
                        <c:v>42010</c:v>
                      </c:pt>
                      <c:pt idx="2810">
                        <c:v>42011</c:v>
                      </c:pt>
                      <c:pt idx="2811">
                        <c:v>42012</c:v>
                      </c:pt>
                      <c:pt idx="2812">
                        <c:v>42013</c:v>
                      </c:pt>
                      <c:pt idx="2813">
                        <c:v>42016</c:v>
                      </c:pt>
                      <c:pt idx="2814">
                        <c:v>42017</c:v>
                      </c:pt>
                      <c:pt idx="2815">
                        <c:v>42018</c:v>
                      </c:pt>
                      <c:pt idx="2816">
                        <c:v>42019</c:v>
                      </c:pt>
                      <c:pt idx="2817">
                        <c:v>42020</c:v>
                      </c:pt>
                      <c:pt idx="2818">
                        <c:v>42023</c:v>
                      </c:pt>
                      <c:pt idx="2819">
                        <c:v>42024</c:v>
                      </c:pt>
                      <c:pt idx="2820">
                        <c:v>42025</c:v>
                      </c:pt>
                      <c:pt idx="2821">
                        <c:v>42026</c:v>
                      </c:pt>
                      <c:pt idx="2822">
                        <c:v>42027</c:v>
                      </c:pt>
                      <c:pt idx="2823">
                        <c:v>42030</c:v>
                      </c:pt>
                      <c:pt idx="2824">
                        <c:v>42031</c:v>
                      </c:pt>
                      <c:pt idx="2825">
                        <c:v>42032</c:v>
                      </c:pt>
                      <c:pt idx="2826">
                        <c:v>42033</c:v>
                      </c:pt>
                      <c:pt idx="2827">
                        <c:v>42034</c:v>
                      </c:pt>
                      <c:pt idx="2828">
                        <c:v>42037</c:v>
                      </c:pt>
                      <c:pt idx="2829">
                        <c:v>42038</c:v>
                      </c:pt>
                      <c:pt idx="2830">
                        <c:v>42039</c:v>
                      </c:pt>
                      <c:pt idx="2831">
                        <c:v>42040</c:v>
                      </c:pt>
                      <c:pt idx="2832">
                        <c:v>42041</c:v>
                      </c:pt>
                      <c:pt idx="2833">
                        <c:v>42044</c:v>
                      </c:pt>
                      <c:pt idx="2834">
                        <c:v>42045</c:v>
                      </c:pt>
                      <c:pt idx="2835">
                        <c:v>42046</c:v>
                      </c:pt>
                      <c:pt idx="2836">
                        <c:v>42047</c:v>
                      </c:pt>
                      <c:pt idx="2837">
                        <c:v>42048</c:v>
                      </c:pt>
                      <c:pt idx="2838">
                        <c:v>42051</c:v>
                      </c:pt>
                      <c:pt idx="2839">
                        <c:v>42052</c:v>
                      </c:pt>
                      <c:pt idx="2840">
                        <c:v>42053</c:v>
                      </c:pt>
                      <c:pt idx="2841">
                        <c:v>42054</c:v>
                      </c:pt>
                      <c:pt idx="2842">
                        <c:v>42055</c:v>
                      </c:pt>
                      <c:pt idx="2843">
                        <c:v>42058</c:v>
                      </c:pt>
                      <c:pt idx="2844">
                        <c:v>42059</c:v>
                      </c:pt>
                      <c:pt idx="2845">
                        <c:v>42060</c:v>
                      </c:pt>
                      <c:pt idx="2846">
                        <c:v>42061</c:v>
                      </c:pt>
                      <c:pt idx="2847">
                        <c:v>42062</c:v>
                      </c:pt>
                      <c:pt idx="2848">
                        <c:v>42065</c:v>
                      </c:pt>
                      <c:pt idx="2849">
                        <c:v>42066</c:v>
                      </c:pt>
                      <c:pt idx="2850">
                        <c:v>42067</c:v>
                      </c:pt>
                      <c:pt idx="2851">
                        <c:v>42068</c:v>
                      </c:pt>
                      <c:pt idx="2852">
                        <c:v>42069</c:v>
                      </c:pt>
                      <c:pt idx="2853">
                        <c:v>42072</c:v>
                      </c:pt>
                      <c:pt idx="2854">
                        <c:v>42073</c:v>
                      </c:pt>
                      <c:pt idx="2855">
                        <c:v>42074</c:v>
                      </c:pt>
                      <c:pt idx="2856">
                        <c:v>42075</c:v>
                      </c:pt>
                      <c:pt idx="2857">
                        <c:v>42076</c:v>
                      </c:pt>
                      <c:pt idx="2858">
                        <c:v>42079</c:v>
                      </c:pt>
                      <c:pt idx="2859">
                        <c:v>42080</c:v>
                      </c:pt>
                      <c:pt idx="2860">
                        <c:v>42081</c:v>
                      </c:pt>
                      <c:pt idx="2861">
                        <c:v>42082</c:v>
                      </c:pt>
                      <c:pt idx="2862">
                        <c:v>42083</c:v>
                      </c:pt>
                      <c:pt idx="2863">
                        <c:v>42086</c:v>
                      </c:pt>
                      <c:pt idx="2864">
                        <c:v>42087</c:v>
                      </c:pt>
                      <c:pt idx="2865">
                        <c:v>42088</c:v>
                      </c:pt>
                      <c:pt idx="2866">
                        <c:v>42089</c:v>
                      </c:pt>
                      <c:pt idx="2867">
                        <c:v>42090</c:v>
                      </c:pt>
                      <c:pt idx="2868">
                        <c:v>42093</c:v>
                      </c:pt>
                      <c:pt idx="2869">
                        <c:v>42094</c:v>
                      </c:pt>
                      <c:pt idx="2870">
                        <c:v>42095</c:v>
                      </c:pt>
                      <c:pt idx="2871">
                        <c:v>42096</c:v>
                      </c:pt>
                      <c:pt idx="2872">
                        <c:v>42097</c:v>
                      </c:pt>
                      <c:pt idx="2873">
                        <c:v>42100</c:v>
                      </c:pt>
                      <c:pt idx="2874">
                        <c:v>42101</c:v>
                      </c:pt>
                      <c:pt idx="2875">
                        <c:v>42102</c:v>
                      </c:pt>
                      <c:pt idx="2876">
                        <c:v>42103</c:v>
                      </c:pt>
                      <c:pt idx="2877">
                        <c:v>42104</c:v>
                      </c:pt>
                      <c:pt idx="2878">
                        <c:v>42107</c:v>
                      </c:pt>
                      <c:pt idx="2879">
                        <c:v>42108</c:v>
                      </c:pt>
                      <c:pt idx="2880">
                        <c:v>42109</c:v>
                      </c:pt>
                      <c:pt idx="2881">
                        <c:v>42110</c:v>
                      </c:pt>
                      <c:pt idx="2882">
                        <c:v>42111</c:v>
                      </c:pt>
                      <c:pt idx="2883">
                        <c:v>42114</c:v>
                      </c:pt>
                      <c:pt idx="2884">
                        <c:v>42115</c:v>
                      </c:pt>
                      <c:pt idx="2885">
                        <c:v>42116</c:v>
                      </c:pt>
                      <c:pt idx="2886">
                        <c:v>42117</c:v>
                      </c:pt>
                      <c:pt idx="2887">
                        <c:v>42118</c:v>
                      </c:pt>
                      <c:pt idx="2888">
                        <c:v>42121</c:v>
                      </c:pt>
                      <c:pt idx="2889">
                        <c:v>42122</c:v>
                      </c:pt>
                      <c:pt idx="2890">
                        <c:v>42123</c:v>
                      </c:pt>
                      <c:pt idx="2891">
                        <c:v>42124</c:v>
                      </c:pt>
                      <c:pt idx="2892">
                        <c:v>42125</c:v>
                      </c:pt>
                      <c:pt idx="2893">
                        <c:v>42128</c:v>
                      </c:pt>
                      <c:pt idx="2894">
                        <c:v>42129</c:v>
                      </c:pt>
                      <c:pt idx="2895">
                        <c:v>42130</c:v>
                      </c:pt>
                      <c:pt idx="2896">
                        <c:v>42131</c:v>
                      </c:pt>
                      <c:pt idx="2897">
                        <c:v>42132</c:v>
                      </c:pt>
                      <c:pt idx="2898">
                        <c:v>42135</c:v>
                      </c:pt>
                      <c:pt idx="2899">
                        <c:v>42136</c:v>
                      </c:pt>
                      <c:pt idx="2900">
                        <c:v>42137</c:v>
                      </c:pt>
                      <c:pt idx="2901">
                        <c:v>42138</c:v>
                      </c:pt>
                      <c:pt idx="2902">
                        <c:v>42139</c:v>
                      </c:pt>
                      <c:pt idx="2903">
                        <c:v>42142</c:v>
                      </c:pt>
                      <c:pt idx="2904">
                        <c:v>42143</c:v>
                      </c:pt>
                      <c:pt idx="2905">
                        <c:v>42144</c:v>
                      </c:pt>
                      <c:pt idx="2906">
                        <c:v>42145</c:v>
                      </c:pt>
                      <c:pt idx="2907">
                        <c:v>42146</c:v>
                      </c:pt>
                      <c:pt idx="2908">
                        <c:v>42149</c:v>
                      </c:pt>
                      <c:pt idx="2909">
                        <c:v>42150</c:v>
                      </c:pt>
                      <c:pt idx="2910">
                        <c:v>42151</c:v>
                      </c:pt>
                      <c:pt idx="2911">
                        <c:v>42152</c:v>
                      </c:pt>
                      <c:pt idx="2912">
                        <c:v>42153</c:v>
                      </c:pt>
                      <c:pt idx="2913">
                        <c:v>42156</c:v>
                      </c:pt>
                      <c:pt idx="2914">
                        <c:v>42157</c:v>
                      </c:pt>
                      <c:pt idx="2915">
                        <c:v>42158</c:v>
                      </c:pt>
                      <c:pt idx="2916">
                        <c:v>42159</c:v>
                      </c:pt>
                      <c:pt idx="2917">
                        <c:v>42160</c:v>
                      </c:pt>
                      <c:pt idx="2918">
                        <c:v>42163</c:v>
                      </c:pt>
                      <c:pt idx="2919">
                        <c:v>42164</c:v>
                      </c:pt>
                      <c:pt idx="2920">
                        <c:v>42165</c:v>
                      </c:pt>
                      <c:pt idx="2921">
                        <c:v>42166</c:v>
                      </c:pt>
                      <c:pt idx="2922">
                        <c:v>42167</c:v>
                      </c:pt>
                      <c:pt idx="2923">
                        <c:v>42170</c:v>
                      </c:pt>
                      <c:pt idx="2924">
                        <c:v>42171</c:v>
                      </c:pt>
                      <c:pt idx="2925">
                        <c:v>42172</c:v>
                      </c:pt>
                      <c:pt idx="2926">
                        <c:v>42173</c:v>
                      </c:pt>
                      <c:pt idx="2927">
                        <c:v>42174</c:v>
                      </c:pt>
                      <c:pt idx="2928">
                        <c:v>42177</c:v>
                      </c:pt>
                      <c:pt idx="2929">
                        <c:v>42178</c:v>
                      </c:pt>
                      <c:pt idx="2930">
                        <c:v>42179</c:v>
                      </c:pt>
                      <c:pt idx="2931">
                        <c:v>42180</c:v>
                      </c:pt>
                      <c:pt idx="2932">
                        <c:v>42181</c:v>
                      </c:pt>
                      <c:pt idx="2933">
                        <c:v>42184</c:v>
                      </c:pt>
                      <c:pt idx="2934">
                        <c:v>42185</c:v>
                      </c:pt>
                      <c:pt idx="2935">
                        <c:v>42186</c:v>
                      </c:pt>
                      <c:pt idx="2936">
                        <c:v>42187</c:v>
                      </c:pt>
                      <c:pt idx="2937">
                        <c:v>42188</c:v>
                      </c:pt>
                      <c:pt idx="2938">
                        <c:v>42191</c:v>
                      </c:pt>
                      <c:pt idx="2939">
                        <c:v>42192</c:v>
                      </c:pt>
                      <c:pt idx="2940">
                        <c:v>42193</c:v>
                      </c:pt>
                      <c:pt idx="2941">
                        <c:v>42194</c:v>
                      </c:pt>
                      <c:pt idx="2942">
                        <c:v>42195</c:v>
                      </c:pt>
                      <c:pt idx="2943">
                        <c:v>42198</c:v>
                      </c:pt>
                      <c:pt idx="2944">
                        <c:v>42199</c:v>
                      </c:pt>
                      <c:pt idx="2945">
                        <c:v>42200</c:v>
                      </c:pt>
                      <c:pt idx="2946">
                        <c:v>42201</c:v>
                      </c:pt>
                      <c:pt idx="2947">
                        <c:v>42202</c:v>
                      </c:pt>
                      <c:pt idx="2948">
                        <c:v>42205</c:v>
                      </c:pt>
                      <c:pt idx="2949">
                        <c:v>42206</c:v>
                      </c:pt>
                      <c:pt idx="2950">
                        <c:v>42207</c:v>
                      </c:pt>
                      <c:pt idx="2951">
                        <c:v>42208</c:v>
                      </c:pt>
                      <c:pt idx="2952">
                        <c:v>42209</c:v>
                      </c:pt>
                      <c:pt idx="2953">
                        <c:v>42212</c:v>
                      </c:pt>
                      <c:pt idx="2954">
                        <c:v>42213</c:v>
                      </c:pt>
                      <c:pt idx="2955">
                        <c:v>42214</c:v>
                      </c:pt>
                      <c:pt idx="2956">
                        <c:v>42215</c:v>
                      </c:pt>
                      <c:pt idx="2957">
                        <c:v>42216</c:v>
                      </c:pt>
                      <c:pt idx="2958">
                        <c:v>42219</c:v>
                      </c:pt>
                      <c:pt idx="2959">
                        <c:v>42220</c:v>
                      </c:pt>
                      <c:pt idx="2960">
                        <c:v>42221</c:v>
                      </c:pt>
                      <c:pt idx="2961">
                        <c:v>42222</c:v>
                      </c:pt>
                      <c:pt idx="2962">
                        <c:v>42223</c:v>
                      </c:pt>
                      <c:pt idx="2963">
                        <c:v>42226</c:v>
                      </c:pt>
                      <c:pt idx="2964">
                        <c:v>42227</c:v>
                      </c:pt>
                      <c:pt idx="2965">
                        <c:v>42228</c:v>
                      </c:pt>
                      <c:pt idx="2966">
                        <c:v>42229</c:v>
                      </c:pt>
                      <c:pt idx="2967">
                        <c:v>42230</c:v>
                      </c:pt>
                      <c:pt idx="2968">
                        <c:v>42233</c:v>
                      </c:pt>
                      <c:pt idx="2969">
                        <c:v>42234</c:v>
                      </c:pt>
                      <c:pt idx="2970">
                        <c:v>42235</c:v>
                      </c:pt>
                      <c:pt idx="2971">
                        <c:v>42236</c:v>
                      </c:pt>
                      <c:pt idx="2972">
                        <c:v>42237</c:v>
                      </c:pt>
                      <c:pt idx="2973">
                        <c:v>42240</c:v>
                      </c:pt>
                      <c:pt idx="2974">
                        <c:v>42241</c:v>
                      </c:pt>
                      <c:pt idx="2975">
                        <c:v>42242</c:v>
                      </c:pt>
                      <c:pt idx="2976">
                        <c:v>42243</c:v>
                      </c:pt>
                      <c:pt idx="2977">
                        <c:v>42244</c:v>
                      </c:pt>
                      <c:pt idx="2978">
                        <c:v>42247</c:v>
                      </c:pt>
                      <c:pt idx="2979">
                        <c:v>42248</c:v>
                      </c:pt>
                      <c:pt idx="2980">
                        <c:v>42249</c:v>
                      </c:pt>
                      <c:pt idx="2981">
                        <c:v>42250</c:v>
                      </c:pt>
                      <c:pt idx="2982">
                        <c:v>42251</c:v>
                      </c:pt>
                      <c:pt idx="2983">
                        <c:v>42254</c:v>
                      </c:pt>
                      <c:pt idx="2984">
                        <c:v>42255</c:v>
                      </c:pt>
                      <c:pt idx="2985">
                        <c:v>42256</c:v>
                      </c:pt>
                      <c:pt idx="2986">
                        <c:v>42257</c:v>
                      </c:pt>
                      <c:pt idx="2987">
                        <c:v>42258</c:v>
                      </c:pt>
                      <c:pt idx="2988">
                        <c:v>42261</c:v>
                      </c:pt>
                      <c:pt idx="2989">
                        <c:v>42262</c:v>
                      </c:pt>
                      <c:pt idx="2990">
                        <c:v>42263</c:v>
                      </c:pt>
                      <c:pt idx="2991">
                        <c:v>42264</c:v>
                      </c:pt>
                      <c:pt idx="2992">
                        <c:v>42265</c:v>
                      </c:pt>
                      <c:pt idx="2993">
                        <c:v>42268</c:v>
                      </c:pt>
                      <c:pt idx="2994">
                        <c:v>42269</c:v>
                      </c:pt>
                      <c:pt idx="2995">
                        <c:v>42270</c:v>
                      </c:pt>
                      <c:pt idx="2996">
                        <c:v>42271</c:v>
                      </c:pt>
                      <c:pt idx="2997">
                        <c:v>42272</c:v>
                      </c:pt>
                      <c:pt idx="2998">
                        <c:v>42275</c:v>
                      </c:pt>
                      <c:pt idx="2999">
                        <c:v>42276</c:v>
                      </c:pt>
                      <c:pt idx="3000">
                        <c:v>42277</c:v>
                      </c:pt>
                      <c:pt idx="3001">
                        <c:v>42278</c:v>
                      </c:pt>
                      <c:pt idx="3002">
                        <c:v>42279</c:v>
                      </c:pt>
                      <c:pt idx="3003">
                        <c:v>42282</c:v>
                      </c:pt>
                      <c:pt idx="3004">
                        <c:v>42283</c:v>
                      </c:pt>
                      <c:pt idx="3005">
                        <c:v>42284</c:v>
                      </c:pt>
                      <c:pt idx="3006">
                        <c:v>42285</c:v>
                      </c:pt>
                      <c:pt idx="3007">
                        <c:v>42286</c:v>
                      </c:pt>
                      <c:pt idx="3008">
                        <c:v>42289</c:v>
                      </c:pt>
                      <c:pt idx="3009">
                        <c:v>42290</c:v>
                      </c:pt>
                      <c:pt idx="3010">
                        <c:v>42291</c:v>
                      </c:pt>
                      <c:pt idx="3011">
                        <c:v>42292</c:v>
                      </c:pt>
                      <c:pt idx="3012">
                        <c:v>42293</c:v>
                      </c:pt>
                      <c:pt idx="3013">
                        <c:v>42296</c:v>
                      </c:pt>
                      <c:pt idx="3014">
                        <c:v>42297</c:v>
                      </c:pt>
                      <c:pt idx="3015">
                        <c:v>42298</c:v>
                      </c:pt>
                      <c:pt idx="3016">
                        <c:v>42299</c:v>
                      </c:pt>
                      <c:pt idx="3017">
                        <c:v>42300</c:v>
                      </c:pt>
                      <c:pt idx="3018">
                        <c:v>42303</c:v>
                      </c:pt>
                      <c:pt idx="3019">
                        <c:v>42304</c:v>
                      </c:pt>
                      <c:pt idx="3020">
                        <c:v>42305</c:v>
                      </c:pt>
                      <c:pt idx="3021">
                        <c:v>42306</c:v>
                      </c:pt>
                      <c:pt idx="3022">
                        <c:v>42307</c:v>
                      </c:pt>
                      <c:pt idx="3023">
                        <c:v>42310</c:v>
                      </c:pt>
                      <c:pt idx="3024">
                        <c:v>42311</c:v>
                      </c:pt>
                      <c:pt idx="3025">
                        <c:v>42312</c:v>
                      </c:pt>
                      <c:pt idx="3026">
                        <c:v>42313</c:v>
                      </c:pt>
                      <c:pt idx="3027">
                        <c:v>42314</c:v>
                      </c:pt>
                      <c:pt idx="3028">
                        <c:v>42317</c:v>
                      </c:pt>
                      <c:pt idx="3029">
                        <c:v>42318</c:v>
                      </c:pt>
                      <c:pt idx="3030">
                        <c:v>42319</c:v>
                      </c:pt>
                      <c:pt idx="3031">
                        <c:v>42320</c:v>
                      </c:pt>
                      <c:pt idx="3032">
                        <c:v>42321</c:v>
                      </c:pt>
                      <c:pt idx="3033">
                        <c:v>42324</c:v>
                      </c:pt>
                      <c:pt idx="3034">
                        <c:v>42325</c:v>
                      </c:pt>
                      <c:pt idx="3035">
                        <c:v>42326</c:v>
                      </c:pt>
                      <c:pt idx="3036">
                        <c:v>42327</c:v>
                      </c:pt>
                      <c:pt idx="3037">
                        <c:v>42328</c:v>
                      </c:pt>
                      <c:pt idx="3038">
                        <c:v>42331</c:v>
                      </c:pt>
                      <c:pt idx="3039">
                        <c:v>42332</c:v>
                      </c:pt>
                      <c:pt idx="3040">
                        <c:v>42333</c:v>
                      </c:pt>
                      <c:pt idx="3041">
                        <c:v>42334</c:v>
                      </c:pt>
                      <c:pt idx="3042">
                        <c:v>42335</c:v>
                      </c:pt>
                      <c:pt idx="3043">
                        <c:v>42338</c:v>
                      </c:pt>
                      <c:pt idx="3044">
                        <c:v>42339</c:v>
                      </c:pt>
                      <c:pt idx="3045">
                        <c:v>42340</c:v>
                      </c:pt>
                      <c:pt idx="3046">
                        <c:v>42341</c:v>
                      </c:pt>
                      <c:pt idx="3047">
                        <c:v>42342</c:v>
                      </c:pt>
                      <c:pt idx="3048">
                        <c:v>42345</c:v>
                      </c:pt>
                      <c:pt idx="3049">
                        <c:v>42346</c:v>
                      </c:pt>
                      <c:pt idx="3050">
                        <c:v>42347</c:v>
                      </c:pt>
                      <c:pt idx="3051">
                        <c:v>42348</c:v>
                      </c:pt>
                      <c:pt idx="3052">
                        <c:v>42349</c:v>
                      </c:pt>
                      <c:pt idx="3053">
                        <c:v>42352</c:v>
                      </c:pt>
                      <c:pt idx="3054">
                        <c:v>42353</c:v>
                      </c:pt>
                      <c:pt idx="3055">
                        <c:v>42354</c:v>
                      </c:pt>
                      <c:pt idx="3056">
                        <c:v>42355</c:v>
                      </c:pt>
                      <c:pt idx="3057">
                        <c:v>42356</c:v>
                      </c:pt>
                      <c:pt idx="3058">
                        <c:v>42359</c:v>
                      </c:pt>
                      <c:pt idx="3059">
                        <c:v>42360</c:v>
                      </c:pt>
                      <c:pt idx="3060">
                        <c:v>42361</c:v>
                      </c:pt>
                      <c:pt idx="3061">
                        <c:v>42362</c:v>
                      </c:pt>
                      <c:pt idx="3062">
                        <c:v>42363</c:v>
                      </c:pt>
                      <c:pt idx="3063">
                        <c:v>42366</c:v>
                      </c:pt>
                      <c:pt idx="3064">
                        <c:v>42367</c:v>
                      </c:pt>
                      <c:pt idx="3065">
                        <c:v>42368</c:v>
                      </c:pt>
                      <c:pt idx="3066">
                        <c:v>42369</c:v>
                      </c:pt>
                      <c:pt idx="3067">
                        <c:v>42370</c:v>
                      </c:pt>
                      <c:pt idx="3068">
                        <c:v>42373</c:v>
                      </c:pt>
                      <c:pt idx="3069">
                        <c:v>42374</c:v>
                      </c:pt>
                      <c:pt idx="3070">
                        <c:v>42375</c:v>
                      </c:pt>
                      <c:pt idx="3071">
                        <c:v>42376</c:v>
                      </c:pt>
                      <c:pt idx="3072">
                        <c:v>42377</c:v>
                      </c:pt>
                      <c:pt idx="3073">
                        <c:v>42380</c:v>
                      </c:pt>
                      <c:pt idx="3074">
                        <c:v>42381</c:v>
                      </c:pt>
                      <c:pt idx="3075">
                        <c:v>42382</c:v>
                      </c:pt>
                      <c:pt idx="3076">
                        <c:v>42383</c:v>
                      </c:pt>
                      <c:pt idx="3077">
                        <c:v>42384</c:v>
                      </c:pt>
                      <c:pt idx="3078">
                        <c:v>42387</c:v>
                      </c:pt>
                      <c:pt idx="3079">
                        <c:v>42388</c:v>
                      </c:pt>
                      <c:pt idx="3080">
                        <c:v>42389</c:v>
                      </c:pt>
                      <c:pt idx="3081">
                        <c:v>42390</c:v>
                      </c:pt>
                      <c:pt idx="3082">
                        <c:v>42391</c:v>
                      </c:pt>
                      <c:pt idx="3083">
                        <c:v>42394</c:v>
                      </c:pt>
                      <c:pt idx="3084">
                        <c:v>42395</c:v>
                      </c:pt>
                      <c:pt idx="3085">
                        <c:v>42396</c:v>
                      </c:pt>
                      <c:pt idx="3086">
                        <c:v>42397</c:v>
                      </c:pt>
                      <c:pt idx="3087">
                        <c:v>42398</c:v>
                      </c:pt>
                      <c:pt idx="3088">
                        <c:v>42401</c:v>
                      </c:pt>
                      <c:pt idx="3089">
                        <c:v>42402</c:v>
                      </c:pt>
                      <c:pt idx="3090">
                        <c:v>42403</c:v>
                      </c:pt>
                      <c:pt idx="3091">
                        <c:v>42404</c:v>
                      </c:pt>
                      <c:pt idx="3092">
                        <c:v>42405</c:v>
                      </c:pt>
                      <c:pt idx="3093">
                        <c:v>42408</c:v>
                      </c:pt>
                      <c:pt idx="3094">
                        <c:v>42409</c:v>
                      </c:pt>
                      <c:pt idx="3095">
                        <c:v>42410</c:v>
                      </c:pt>
                      <c:pt idx="3096">
                        <c:v>42411</c:v>
                      </c:pt>
                      <c:pt idx="3097">
                        <c:v>42412</c:v>
                      </c:pt>
                      <c:pt idx="3098">
                        <c:v>42415</c:v>
                      </c:pt>
                      <c:pt idx="3099">
                        <c:v>42416</c:v>
                      </c:pt>
                      <c:pt idx="3100">
                        <c:v>42417</c:v>
                      </c:pt>
                      <c:pt idx="3101">
                        <c:v>42418</c:v>
                      </c:pt>
                      <c:pt idx="3102">
                        <c:v>42419</c:v>
                      </c:pt>
                      <c:pt idx="3103">
                        <c:v>42422</c:v>
                      </c:pt>
                      <c:pt idx="3104">
                        <c:v>42423</c:v>
                      </c:pt>
                      <c:pt idx="3105">
                        <c:v>42424</c:v>
                      </c:pt>
                      <c:pt idx="3106">
                        <c:v>42425</c:v>
                      </c:pt>
                      <c:pt idx="3107">
                        <c:v>42426</c:v>
                      </c:pt>
                      <c:pt idx="3108">
                        <c:v>42429</c:v>
                      </c:pt>
                      <c:pt idx="3109">
                        <c:v>42430</c:v>
                      </c:pt>
                      <c:pt idx="3110">
                        <c:v>42431</c:v>
                      </c:pt>
                      <c:pt idx="3111">
                        <c:v>42432</c:v>
                      </c:pt>
                      <c:pt idx="3112">
                        <c:v>42433</c:v>
                      </c:pt>
                      <c:pt idx="3113">
                        <c:v>42436</c:v>
                      </c:pt>
                      <c:pt idx="3114">
                        <c:v>42437</c:v>
                      </c:pt>
                      <c:pt idx="3115">
                        <c:v>42438</c:v>
                      </c:pt>
                      <c:pt idx="3116">
                        <c:v>42439</c:v>
                      </c:pt>
                      <c:pt idx="3117">
                        <c:v>42440</c:v>
                      </c:pt>
                      <c:pt idx="3118">
                        <c:v>42443</c:v>
                      </c:pt>
                      <c:pt idx="3119">
                        <c:v>42444</c:v>
                      </c:pt>
                      <c:pt idx="3120">
                        <c:v>42445</c:v>
                      </c:pt>
                      <c:pt idx="3121">
                        <c:v>42446</c:v>
                      </c:pt>
                      <c:pt idx="3122">
                        <c:v>42447</c:v>
                      </c:pt>
                      <c:pt idx="3123">
                        <c:v>42450</c:v>
                      </c:pt>
                      <c:pt idx="3124">
                        <c:v>42451</c:v>
                      </c:pt>
                      <c:pt idx="3125">
                        <c:v>42452</c:v>
                      </c:pt>
                      <c:pt idx="3126">
                        <c:v>42453</c:v>
                      </c:pt>
                      <c:pt idx="3127">
                        <c:v>42454</c:v>
                      </c:pt>
                      <c:pt idx="3128">
                        <c:v>42457</c:v>
                      </c:pt>
                      <c:pt idx="3129">
                        <c:v>42458</c:v>
                      </c:pt>
                      <c:pt idx="3130">
                        <c:v>42459</c:v>
                      </c:pt>
                      <c:pt idx="3131">
                        <c:v>42460</c:v>
                      </c:pt>
                      <c:pt idx="3132">
                        <c:v>42461</c:v>
                      </c:pt>
                      <c:pt idx="3133">
                        <c:v>42464</c:v>
                      </c:pt>
                      <c:pt idx="3134">
                        <c:v>42465</c:v>
                      </c:pt>
                      <c:pt idx="3135">
                        <c:v>42466</c:v>
                      </c:pt>
                      <c:pt idx="3136">
                        <c:v>42467</c:v>
                      </c:pt>
                      <c:pt idx="3137">
                        <c:v>42468</c:v>
                      </c:pt>
                      <c:pt idx="3138">
                        <c:v>42471</c:v>
                      </c:pt>
                      <c:pt idx="3139">
                        <c:v>42472</c:v>
                      </c:pt>
                      <c:pt idx="3140">
                        <c:v>42473</c:v>
                      </c:pt>
                      <c:pt idx="3141">
                        <c:v>42474</c:v>
                      </c:pt>
                      <c:pt idx="3142">
                        <c:v>42475</c:v>
                      </c:pt>
                      <c:pt idx="3143">
                        <c:v>42478</c:v>
                      </c:pt>
                      <c:pt idx="3144">
                        <c:v>42479</c:v>
                      </c:pt>
                      <c:pt idx="3145">
                        <c:v>42480</c:v>
                      </c:pt>
                      <c:pt idx="3146">
                        <c:v>42481</c:v>
                      </c:pt>
                      <c:pt idx="3147">
                        <c:v>42482</c:v>
                      </c:pt>
                      <c:pt idx="3148">
                        <c:v>42485</c:v>
                      </c:pt>
                      <c:pt idx="3149">
                        <c:v>42486</c:v>
                      </c:pt>
                      <c:pt idx="3150">
                        <c:v>42487</c:v>
                      </c:pt>
                      <c:pt idx="3151">
                        <c:v>42488</c:v>
                      </c:pt>
                      <c:pt idx="3152">
                        <c:v>42489</c:v>
                      </c:pt>
                      <c:pt idx="3153">
                        <c:v>42492</c:v>
                      </c:pt>
                      <c:pt idx="3154">
                        <c:v>42493</c:v>
                      </c:pt>
                      <c:pt idx="3155">
                        <c:v>42494</c:v>
                      </c:pt>
                      <c:pt idx="3156">
                        <c:v>42495</c:v>
                      </c:pt>
                      <c:pt idx="3157">
                        <c:v>42496</c:v>
                      </c:pt>
                      <c:pt idx="3158">
                        <c:v>42499</c:v>
                      </c:pt>
                      <c:pt idx="3159">
                        <c:v>42500</c:v>
                      </c:pt>
                      <c:pt idx="3160">
                        <c:v>42501</c:v>
                      </c:pt>
                      <c:pt idx="3161">
                        <c:v>42502</c:v>
                      </c:pt>
                      <c:pt idx="3162">
                        <c:v>42503</c:v>
                      </c:pt>
                      <c:pt idx="3163">
                        <c:v>42506</c:v>
                      </c:pt>
                      <c:pt idx="3164">
                        <c:v>42507</c:v>
                      </c:pt>
                      <c:pt idx="3165">
                        <c:v>42508</c:v>
                      </c:pt>
                      <c:pt idx="3166">
                        <c:v>42509</c:v>
                      </c:pt>
                      <c:pt idx="3167">
                        <c:v>42510</c:v>
                      </c:pt>
                      <c:pt idx="3168">
                        <c:v>42513</c:v>
                      </c:pt>
                      <c:pt idx="3169">
                        <c:v>42514</c:v>
                      </c:pt>
                      <c:pt idx="3170">
                        <c:v>42515</c:v>
                      </c:pt>
                      <c:pt idx="3171">
                        <c:v>42516</c:v>
                      </c:pt>
                      <c:pt idx="3172">
                        <c:v>42517</c:v>
                      </c:pt>
                      <c:pt idx="3173">
                        <c:v>42520</c:v>
                      </c:pt>
                      <c:pt idx="3174">
                        <c:v>42521</c:v>
                      </c:pt>
                      <c:pt idx="3175">
                        <c:v>42522</c:v>
                      </c:pt>
                      <c:pt idx="3176">
                        <c:v>42523</c:v>
                      </c:pt>
                      <c:pt idx="3177">
                        <c:v>42524</c:v>
                      </c:pt>
                      <c:pt idx="3178">
                        <c:v>42527</c:v>
                      </c:pt>
                      <c:pt idx="3179">
                        <c:v>42528</c:v>
                      </c:pt>
                      <c:pt idx="3180">
                        <c:v>42529</c:v>
                      </c:pt>
                      <c:pt idx="3181">
                        <c:v>42530</c:v>
                      </c:pt>
                      <c:pt idx="3182">
                        <c:v>42531</c:v>
                      </c:pt>
                      <c:pt idx="3183">
                        <c:v>42534</c:v>
                      </c:pt>
                      <c:pt idx="3184">
                        <c:v>42535</c:v>
                      </c:pt>
                      <c:pt idx="3185">
                        <c:v>42536</c:v>
                      </c:pt>
                      <c:pt idx="3186">
                        <c:v>42537</c:v>
                      </c:pt>
                      <c:pt idx="3187">
                        <c:v>42538</c:v>
                      </c:pt>
                      <c:pt idx="3188">
                        <c:v>42541</c:v>
                      </c:pt>
                      <c:pt idx="3189">
                        <c:v>42542</c:v>
                      </c:pt>
                      <c:pt idx="3190">
                        <c:v>42543</c:v>
                      </c:pt>
                      <c:pt idx="3191">
                        <c:v>42544</c:v>
                      </c:pt>
                      <c:pt idx="3192">
                        <c:v>42545</c:v>
                      </c:pt>
                      <c:pt idx="3193">
                        <c:v>42548</c:v>
                      </c:pt>
                      <c:pt idx="3194">
                        <c:v>42549</c:v>
                      </c:pt>
                      <c:pt idx="3195">
                        <c:v>42550</c:v>
                      </c:pt>
                      <c:pt idx="3196">
                        <c:v>42551</c:v>
                      </c:pt>
                      <c:pt idx="3197">
                        <c:v>42552</c:v>
                      </c:pt>
                      <c:pt idx="3198">
                        <c:v>42555</c:v>
                      </c:pt>
                      <c:pt idx="3199">
                        <c:v>42556</c:v>
                      </c:pt>
                      <c:pt idx="3200">
                        <c:v>42557</c:v>
                      </c:pt>
                      <c:pt idx="3201">
                        <c:v>42558</c:v>
                      </c:pt>
                      <c:pt idx="3202">
                        <c:v>42559</c:v>
                      </c:pt>
                      <c:pt idx="3203">
                        <c:v>42562</c:v>
                      </c:pt>
                      <c:pt idx="3204">
                        <c:v>42563</c:v>
                      </c:pt>
                      <c:pt idx="3205">
                        <c:v>42564</c:v>
                      </c:pt>
                      <c:pt idx="3206">
                        <c:v>42565</c:v>
                      </c:pt>
                      <c:pt idx="3207">
                        <c:v>42566</c:v>
                      </c:pt>
                      <c:pt idx="3208">
                        <c:v>42569</c:v>
                      </c:pt>
                      <c:pt idx="3209">
                        <c:v>42570</c:v>
                      </c:pt>
                      <c:pt idx="3210">
                        <c:v>42571</c:v>
                      </c:pt>
                      <c:pt idx="3211">
                        <c:v>42572</c:v>
                      </c:pt>
                      <c:pt idx="3212">
                        <c:v>42573</c:v>
                      </c:pt>
                      <c:pt idx="3213">
                        <c:v>42576</c:v>
                      </c:pt>
                      <c:pt idx="3214">
                        <c:v>42577</c:v>
                      </c:pt>
                      <c:pt idx="3215">
                        <c:v>42578</c:v>
                      </c:pt>
                      <c:pt idx="3216">
                        <c:v>42579</c:v>
                      </c:pt>
                      <c:pt idx="3217">
                        <c:v>42580</c:v>
                      </c:pt>
                      <c:pt idx="3218">
                        <c:v>42583</c:v>
                      </c:pt>
                      <c:pt idx="3219">
                        <c:v>42584</c:v>
                      </c:pt>
                      <c:pt idx="3220">
                        <c:v>42585</c:v>
                      </c:pt>
                      <c:pt idx="3221">
                        <c:v>42586</c:v>
                      </c:pt>
                      <c:pt idx="3222">
                        <c:v>42587</c:v>
                      </c:pt>
                      <c:pt idx="3223">
                        <c:v>42590</c:v>
                      </c:pt>
                      <c:pt idx="3224">
                        <c:v>42591</c:v>
                      </c:pt>
                      <c:pt idx="3225">
                        <c:v>42592</c:v>
                      </c:pt>
                      <c:pt idx="3226">
                        <c:v>42593</c:v>
                      </c:pt>
                      <c:pt idx="3227">
                        <c:v>42594</c:v>
                      </c:pt>
                      <c:pt idx="3228">
                        <c:v>42597</c:v>
                      </c:pt>
                      <c:pt idx="3229">
                        <c:v>42598</c:v>
                      </c:pt>
                      <c:pt idx="3230">
                        <c:v>42599</c:v>
                      </c:pt>
                      <c:pt idx="3231">
                        <c:v>42600</c:v>
                      </c:pt>
                      <c:pt idx="3232">
                        <c:v>42601</c:v>
                      </c:pt>
                      <c:pt idx="3233">
                        <c:v>42604</c:v>
                      </c:pt>
                      <c:pt idx="3234">
                        <c:v>42605</c:v>
                      </c:pt>
                      <c:pt idx="3235">
                        <c:v>42606</c:v>
                      </c:pt>
                      <c:pt idx="3236">
                        <c:v>42607</c:v>
                      </c:pt>
                      <c:pt idx="3237">
                        <c:v>42608</c:v>
                      </c:pt>
                      <c:pt idx="3238">
                        <c:v>42611</c:v>
                      </c:pt>
                      <c:pt idx="3239">
                        <c:v>42612</c:v>
                      </c:pt>
                      <c:pt idx="3240">
                        <c:v>42613</c:v>
                      </c:pt>
                      <c:pt idx="3241">
                        <c:v>42614</c:v>
                      </c:pt>
                      <c:pt idx="3242">
                        <c:v>42615</c:v>
                      </c:pt>
                      <c:pt idx="3243">
                        <c:v>42618</c:v>
                      </c:pt>
                      <c:pt idx="3244">
                        <c:v>42619</c:v>
                      </c:pt>
                      <c:pt idx="3245">
                        <c:v>42620</c:v>
                      </c:pt>
                      <c:pt idx="3246">
                        <c:v>42621</c:v>
                      </c:pt>
                      <c:pt idx="3247">
                        <c:v>42622</c:v>
                      </c:pt>
                      <c:pt idx="3248">
                        <c:v>42625</c:v>
                      </c:pt>
                      <c:pt idx="3249">
                        <c:v>42626</c:v>
                      </c:pt>
                      <c:pt idx="3250">
                        <c:v>42627</c:v>
                      </c:pt>
                      <c:pt idx="3251">
                        <c:v>42628</c:v>
                      </c:pt>
                      <c:pt idx="3252">
                        <c:v>42629</c:v>
                      </c:pt>
                      <c:pt idx="3253">
                        <c:v>42632</c:v>
                      </c:pt>
                      <c:pt idx="3254">
                        <c:v>42633</c:v>
                      </c:pt>
                      <c:pt idx="3255">
                        <c:v>42634</c:v>
                      </c:pt>
                      <c:pt idx="3256">
                        <c:v>42635</c:v>
                      </c:pt>
                      <c:pt idx="3257">
                        <c:v>42636</c:v>
                      </c:pt>
                      <c:pt idx="3258">
                        <c:v>42639</c:v>
                      </c:pt>
                      <c:pt idx="3259">
                        <c:v>42640</c:v>
                      </c:pt>
                      <c:pt idx="3260">
                        <c:v>42641</c:v>
                      </c:pt>
                      <c:pt idx="3261">
                        <c:v>42642</c:v>
                      </c:pt>
                      <c:pt idx="3262">
                        <c:v>42643</c:v>
                      </c:pt>
                      <c:pt idx="3263">
                        <c:v>42646</c:v>
                      </c:pt>
                      <c:pt idx="3264">
                        <c:v>42647</c:v>
                      </c:pt>
                      <c:pt idx="3265">
                        <c:v>42648</c:v>
                      </c:pt>
                      <c:pt idx="3266">
                        <c:v>42649</c:v>
                      </c:pt>
                      <c:pt idx="3267">
                        <c:v>42650</c:v>
                      </c:pt>
                      <c:pt idx="3268">
                        <c:v>42653</c:v>
                      </c:pt>
                      <c:pt idx="3269">
                        <c:v>42654</c:v>
                      </c:pt>
                      <c:pt idx="3270">
                        <c:v>42655</c:v>
                      </c:pt>
                      <c:pt idx="3271">
                        <c:v>42656</c:v>
                      </c:pt>
                      <c:pt idx="3272">
                        <c:v>42657</c:v>
                      </c:pt>
                      <c:pt idx="3273">
                        <c:v>42660</c:v>
                      </c:pt>
                      <c:pt idx="3274">
                        <c:v>42661</c:v>
                      </c:pt>
                      <c:pt idx="3275">
                        <c:v>42662</c:v>
                      </c:pt>
                      <c:pt idx="3276">
                        <c:v>42663</c:v>
                      </c:pt>
                      <c:pt idx="3277">
                        <c:v>42664</c:v>
                      </c:pt>
                      <c:pt idx="3278">
                        <c:v>42667</c:v>
                      </c:pt>
                      <c:pt idx="3279">
                        <c:v>42668</c:v>
                      </c:pt>
                      <c:pt idx="3280">
                        <c:v>42669</c:v>
                      </c:pt>
                      <c:pt idx="3281">
                        <c:v>42670</c:v>
                      </c:pt>
                      <c:pt idx="3282">
                        <c:v>42671</c:v>
                      </c:pt>
                      <c:pt idx="3283">
                        <c:v>42674</c:v>
                      </c:pt>
                      <c:pt idx="3284">
                        <c:v>42675</c:v>
                      </c:pt>
                      <c:pt idx="3285">
                        <c:v>42676</c:v>
                      </c:pt>
                      <c:pt idx="3286">
                        <c:v>42677</c:v>
                      </c:pt>
                      <c:pt idx="3287">
                        <c:v>42678</c:v>
                      </c:pt>
                      <c:pt idx="3288">
                        <c:v>42681</c:v>
                      </c:pt>
                      <c:pt idx="3289">
                        <c:v>42682</c:v>
                      </c:pt>
                      <c:pt idx="3290">
                        <c:v>42683</c:v>
                      </c:pt>
                      <c:pt idx="3291">
                        <c:v>42684</c:v>
                      </c:pt>
                      <c:pt idx="3292">
                        <c:v>42685</c:v>
                      </c:pt>
                      <c:pt idx="3293">
                        <c:v>42688</c:v>
                      </c:pt>
                      <c:pt idx="3294">
                        <c:v>42689</c:v>
                      </c:pt>
                      <c:pt idx="3295">
                        <c:v>42690</c:v>
                      </c:pt>
                      <c:pt idx="3296">
                        <c:v>42691</c:v>
                      </c:pt>
                      <c:pt idx="3297">
                        <c:v>42692</c:v>
                      </c:pt>
                      <c:pt idx="3298">
                        <c:v>42695</c:v>
                      </c:pt>
                      <c:pt idx="3299">
                        <c:v>42696</c:v>
                      </c:pt>
                      <c:pt idx="3300">
                        <c:v>42697</c:v>
                      </c:pt>
                      <c:pt idx="3301">
                        <c:v>42698</c:v>
                      </c:pt>
                      <c:pt idx="3302">
                        <c:v>42699</c:v>
                      </c:pt>
                      <c:pt idx="3303">
                        <c:v>42702</c:v>
                      </c:pt>
                      <c:pt idx="3304">
                        <c:v>42703</c:v>
                      </c:pt>
                      <c:pt idx="3305">
                        <c:v>42704</c:v>
                      </c:pt>
                      <c:pt idx="3306">
                        <c:v>42705</c:v>
                      </c:pt>
                      <c:pt idx="3307">
                        <c:v>42706</c:v>
                      </c:pt>
                      <c:pt idx="3308">
                        <c:v>42709</c:v>
                      </c:pt>
                      <c:pt idx="3309">
                        <c:v>42710</c:v>
                      </c:pt>
                      <c:pt idx="3310">
                        <c:v>42711</c:v>
                      </c:pt>
                      <c:pt idx="3311">
                        <c:v>42712</c:v>
                      </c:pt>
                      <c:pt idx="3312">
                        <c:v>42713</c:v>
                      </c:pt>
                      <c:pt idx="3313">
                        <c:v>42716</c:v>
                      </c:pt>
                      <c:pt idx="3314">
                        <c:v>42717</c:v>
                      </c:pt>
                      <c:pt idx="3315">
                        <c:v>42718</c:v>
                      </c:pt>
                      <c:pt idx="3316">
                        <c:v>42719</c:v>
                      </c:pt>
                      <c:pt idx="3317">
                        <c:v>42720</c:v>
                      </c:pt>
                      <c:pt idx="3318">
                        <c:v>42723</c:v>
                      </c:pt>
                      <c:pt idx="3319">
                        <c:v>42724</c:v>
                      </c:pt>
                      <c:pt idx="3320">
                        <c:v>42725</c:v>
                      </c:pt>
                      <c:pt idx="3321">
                        <c:v>42726</c:v>
                      </c:pt>
                      <c:pt idx="3322">
                        <c:v>42727</c:v>
                      </c:pt>
                      <c:pt idx="3323">
                        <c:v>42730</c:v>
                      </c:pt>
                      <c:pt idx="3324">
                        <c:v>42731</c:v>
                      </c:pt>
                      <c:pt idx="3325">
                        <c:v>42732</c:v>
                      </c:pt>
                      <c:pt idx="3326">
                        <c:v>42733</c:v>
                      </c:pt>
                      <c:pt idx="3327">
                        <c:v>42734</c:v>
                      </c:pt>
                      <c:pt idx="3328">
                        <c:v>42737</c:v>
                      </c:pt>
                      <c:pt idx="3329">
                        <c:v>42738</c:v>
                      </c:pt>
                      <c:pt idx="3330">
                        <c:v>42739</c:v>
                      </c:pt>
                      <c:pt idx="3331">
                        <c:v>42740</c:v>
                      </c:pt>
                      <c:pt idx="3332">
                        <c:v>42741</c:v>
                      </c:pt>
                      <c:pt idx="3333">
                        <c:v>42744</c:v>
                      </c:pt>
                      <c:pt idx="3334">
                        <c:v>42745</c:v>
                      </c:pt>
                      <c:pt idx="3335">
                        <c:v>42746</c:v>
                      </c:pt>
                      <c:pt idx="3336">
                        <c:v>42747</c:v>
                      </c:pt>
                      <c:pt idx="3337">
                        <c:v>42748</c:v>
                      </c:pt>
                      <c:pt idx="3338">
                        <c:v>42751</c:v>
                      </c:pt>
                      <c:pt idx="3339">
                        <c:v>42752</c:v>
                      </c:pt>
                      <c:pt idx="3340">
                        <c:v>42753</c:v>
                      </c:pt>
                      <c:pt idx="3341">
                        <c:v>42754</c:v>
                      </c:pt>
                      <c:pt idx="3342">
                        <c:v>42755</c:v>
                      </c:pt>
                      <c:pt idx="3343">
                        <c:v>42758</c:v>
                      </c:pt>
                      <c:pt idx="3344">
                        <c:v>42759</c:v>
                      </c:pt>
                      <c:pt idx="3345">
                        <c:v>42760</c:v>
                      </c:pt>
                      <c:pt idx="3346">
                        <c:v>42761</c:v>
                      </c:pt>
                      <c:pt idx="3347">
                        <c:v>42762</c:v>
                      </c:pt>
                      <c:pt idx="3348">
                        <c:v>42765</c:v>
                      </c:pt>
                      <c:pt idx="3349">
                        <c:v>42766</c:v>
                      </c:pt>
                      <c:pt idx="3350">
                        <c:v>42767</c:v>
                      </c:pt>
                      <c:pt idx="3351">
                        <c:v>42768</c:v>
                      </c:pt>
                      <c:pt idx="3352">
                        <c:v>42769</c:v>
                      </c:pt>
                      <c:pt idx="3353">
                        <c:v>42772</c:v>
                      </c:pt>
                      <c:pt idx="3354">
                        <c:v>42773</c:v>
                      </c:pt>
                      <c:pt idx="3355">
                        <c:v>42774</c:v>
                      </c:pt>
                      <c:pt idx="3356">
                        <c:v>42775</c:v>
                      </c:pt>
                      <c:pt idx="3357">
                        <c:v>42776</c:v>
                      </c:pt>
                      <c:pt idx="3358">
                        <c:v>42779</c:v>
                      </c:pt>
                      <c:pt idx="3359">
                        <c:v>42780</c:v>
                      </c:pt>
                      <c:pt idx="3360">
                        <c:v>42781</c:v>
                      </c:pt>
                      <c:pt idx="3361">
                        <c:v>42782</c:v>
                      </c:pt>
                      <c:pt idx="3362">
                        <c:v>42783</c:v>
                      </c:pt>
                      <c:pt idx="3363">
                        <c:v>42786</c:v>
                      </c:pt>
                      <c:pt idx="3364">
                        <c:v>42787</c:v>
                      </c:pt>
                      <c:pt idx="3365">
                        <c:v>42788</c:v>
                      </c:pt>
                      <c:pt idx="3366">
                        <c:v>42789</c:v>
                      </c:pt>
                      <c:pt idx="3367">
                        <c:v>42790</c:v>
                      </c:pt>
                      <c:pt idx="3368">
                        <c:v>42793</c:v>
                      </c:pt>
                      <c:pt idx="3369">
                        <c:v>42794</c:v>
                      </c:pt>
                      <c:pt idx="3370">
                        <c:v>42795</c:v>
                      </c:pt>
                      <c:pt idx="3371">
                        <c:v>42796</c:v>
                      </c:pt>
                      <c:pt idx="3372">
                        <c:v>42797</c:v>
                      </c:pt>
                      <c:pt idx="3373">
                        <c:v>42800</c:v>
                      </c:pt>
                      <c:pt idx="3374">
                        <c:v>42801</c:v>
                      </c:pt>
                      <c:pt idx="3375">
                        <c:v>42802</c:v>
                      </c:pt>
                      <c:pt idx="3376">
                        <c:v>42803</c:v>
                      </c:pt>
                      <c:pt idx="3377">
                        <c:v>42804</c:v>
                      </c:pt>
                      <c:pt idx="3378">
                        <c:v>42807</c:v>
                      </c:pt>
                      <c:pt idx="3379">
                        <c:v>42808</c:v>
                      </c:pt>
                      <c:pt idx="3380">
                        <c:v>42809</c:v>
                      </c:pt>
                      <c:pt idx="3381">
                        <c:v>42810</c:v>
                      </c:pt>
                      <c:pt idx="3382">
                        <c:v>42811</c:v>
                      </c:pt>
                      <c:pt idx="3383">
                        <c:v>42814</c:v>
                      </c:pt>
                      <c:pt idx="3384">
                        <c:v>42815</c:v>
                      </c:pt>
                      <c:pt idx="3385">
                        <c:v>42816</c:v>
                      </c:pt>
                      <c:pt idx="3386">
                        <c:v>42817</c:v>
                      </c:pt>
                      <c:pt idx="3387">
                        <c:v>42818</c:v>
                      </c:pt>
                      <c:pt idx="3388">
                        <c:v>42821</c:v>
                      </c:pt>
                      <c:pt idx="3389">
                        <c:v>42822</c:v>
                      </c:pt>
                      <c:pt idx="3390">
                        <c:v>42823</c:v>
                      </c:pt>
                      <c:pt idx="3391">
                        <c:v>42824</c:v>
                      </c:pt>
                      <c:pt idx="3392">
                        <c:v>42825</c:v>
                      </c:pt>
                      <c:pt idx="3393">
                        <c:v>42828</c:v>
                      </c:pt>
                      <c:pt idx="3394">
                        <c:v>42829</c:v>
                      </c:pt>
                      <c:pt idx="3395">
                        <c:v>42830</c:v>
                      </c:pt>
                      <c:pt idx="3396">
                        <c:v>42831</c:v>
                      </c:pt>
                      <c:pt idx="3397">
                        <c:v>42832</c:v>
                      </c:pt>
                      <c:pt idx="3398">
                        <c:v>42835</c:v>
                      </c:pt>
                      <c:pt idx="3399">
                        <c:v>42836</c:v>
                      </c:pt>
                      <c:pt idx="3400">
                        <c:v>42837</c:v>
                      </c:pt>
                      <c:pt idx="3401">
                        <c:v>42838</c:v>
                      </c:pt>
                      <c:pt idx="3402">
                        <c:v>42839</c:v>
                      </c:pt>
                      <c:pt idx="3403">
                        <c:v>42842</c:v>
                      </c:pt>
                      <c:pt idx="3404">
                        <c:v>42843</c:v>
                      </c:pt>
                      <c:pt idx="3405">
                        <c:v>42844</c:v>
                      </c:pt>
                      <c:pt idx="3406">
                        <c:v>42845</c:v>
                      </c:pt>
                      <c:pt idx="3407">
                        <c:v>42846</c:v>
                      </c:pt>
                      <c:pt idx="3408">
                        <c:v>42849</c:v>
                      </c:pt>
                      <c:pt idx="3409">
                        <c:v>42850</c:v>
                      </c:pt>
                      <c:pt idx="3410">
                        <c:v>42851</c:v>
                      </c:pt>
                      <c:pt idx="3411">
                        <c:v>42852</c:v>
                      </c:pt>
                      <c:pt idx="3412">
                        <c:v>42853</c:v>
                      </c:pt>
                      <c:pt idx="3413">
                        <c:v>42856</c:v>
                      </c:pt>
                      <c:pt idx="3414">
                        <c:v>42857</c:v>
                      </c:pt>
                      <c:pt idx="3415">
                        <c:v>42858</c:v>
                      </c:pt>
                      <c:pt idx="3416">
                        <c:v>42859</c:v>
                      </c:pt>
                      <c:pt idx="3417">
                        <c:v>42860</c:v>
                      </c:pt>
                      <c:pt idx="3418">
                        <c:v>42863</c:v>
                      </c:pt>
                      <c:pt idx="3419">
                        <c:v>42864</c:v>
                      </c:pt>
                      <c:pt idx="3420">
                        <c:v>42865</c:v>
                      </c:pt>
                      <c:pt idx="3421">
                        <c:v>42866</c:v>
                      </c:pt>
                      <c:pt idx="3422">
                        <c:v>42867</c:v>
                      </c:pt>
                      <c:pt idx="3423">
                        <c:v>42870</c:v>
                      </c:pt>
                      <c:pt idx="3424">
                        <c:v>42871</c:v>
                      </c:pt>
                      <c:pt idx="3425">
                        <c:v>42872</c:v>
                      </c:pt>
                      <c:pt idx="3426">
                        <c:v>42873</c:v>
                      </c:pt>
                      <c:pt idx="3427">
                        <c:v>42874</c:v>
                      </c:pt>
                      <c:pt idx="3428">
                        <c:v>42877</c:v>
                      </c:pt>
                      <c:pt idx="3429">
                        <c:v>42878</c:v>
                      </c:pt>
                      <c:pt idx="3430">
                        <c:v>42879</c:v>
                      </c:pt>
                      <c:pt idx="3431">
                        <c:v>42880</c:v>
                      </c:pt>
                      <c:pt idx="3432">
                        <c:v>42881</c:v>
                      </c:pt>
                      <c:pt idx="3433">
                        <c:v>42884</c:v>
                      </c:pt>
                      <c:pt idx="3434">
                        <c:v>42885</c:v>
                      </c:pt>
                      <c:pt idx="3435">
                        <c:v>42886</c:v>
                      </c:pt>
                      <c:pt idx="3436">
                        <c:v>42887</c:v>
                      </c:pt>
                      <c:pt idx="3437">
                        <c:v>42888</c:v>
                      </c:pt>
                      <c:pt idx="3438">
                        <c:v>42891</c:v>
                      </c:pt>
                      <c:pt idx="3439">
                        <c:v>42892</c:v>
                      </c:pt>
                      <c:pt idx="3440">
                        <c:v>42893</c:v>
                      </c:pt>
                      <c:pt idx="3441">
                        <c:v>42894</c:v>
                      </c:pt>
                      <c:pt idx="3442">
                        <c:v>42895</c:v>
                      </c:pt>
                      <c:pt idx="3443">
                        <c:v>42898</c:v>
                      </c:pt>
                      <c:pt idx="3444">
                        <c:v>42899</c:v>
                      </c:pt>
                      <c:pt idx="3445">
                        <c:v>42900</c:v>
                      </c:pt>
                      <c:pt idx="3446">
                        <c:v>42901</c:v>
                      </c:pt>
                      <c:pt idx="3447">
                        <c:v>42902</c:v>
                      </c:pt>
                      <c:pt idx="3448">
                        <c:v>42905</c:v>
                      </c:pt>
                      <c:pt idx="3449">
                        <c:v>42906</c:v>
                      </c:pt>
                      <c:pt idx="3450">
                        <c:v>42907</c:v>
                      </c:pt>
                      <c:pt idx="3451">
                        <c:v>42908</c:v>
                      </c:pt>
                      <c:pt idx="3452">
                        <c:v>42909</c:v>
                      </c:pt>
                      <c:pt idx="3453">
                        <c:v>42912</c:v>
                      </c:pt>
                      <c:pt idx="3454">
                        <c:v>42913</c:v>
                      </c:pt>
                      <c:pt idx="3455">
                        <c:v>42914</c:v>
                      </c:pt>
                      <c:pt idx="3456">
                        <c:v>42915</c:v>
                      </c:pt>
                      <c:pt idx="3457">
                        <c:v>42916</c:v>
                      </c:pt>
                      <c:pt idx="3458">
                        <c:v>42919</c:v>
                      </c:pt>
                      <c:pt idx="3459">
                        <c:v>42920</c:v>
                      </c:pt>
                      <c:pt idx="3460">
                        <c:v>42921</c:v>
                      </c:pt>
                      <c:pt idx="3461">
                        <c:v>42922</c:v>
                      </c:pt>
                      <c:pt idx="3462">
                        <c:v>42923</c:v>
                      </c:pt>
                      <c:pt idx="3463">
                        <c:v>42926</c:v>
                      </c:pt>
                      <c:pt idx="3464">
                        <c:v>42927</c:v>
                      </c:pt>
                      <c:pt idx="3465">
                        <c:v>42928</c:v>
                      </c:pt>
                      <c:pt idx="3466">
                        <c:v>42929</c:v>
                      </c:pt>
                      <c:pt idx="3467">
                        <c:v>42930</c:v>
                      </c:pt>
                      <c:pt idx="3468">
                        <c:v>42933</c:v>
                      </c:pt>
                      <c:pt idx="3469">
                        <c:v>42934</c:v>
                      </c:pt>
                      <c:pt idx="3470">
                        <c:v>42935</c:v>
                      </c:pt>
                      <c:pt idx="3471">
                        <c:v>42936</c:v>
                      </c:pt>
                      <c:pt idx="3472">
                        <c:v>42937</c:v>
                      </c:pt>
                      <c:pt idx="3473">
                        <c:v>42940</c:v>
                      </c:pt>
                      <c:pt idx="3474">
                        <c:v>42941</c:v>
                      </c:pt>
                      <c:pt idx="3475">
                        <c:v>42942</c:v>
                      </c:pt>
                      <c:pt idx="3476">
                        <c:v>42943</c:v>
                      </c:pt>
                      <c:pt idx="3477">
                        <c:v>42944</c:v>
                      </c:pt>
                      <c:pt idx="3478">
                        <c:v>42947</c:v>
                      </c:pt>
                      <c:pt idx="3479">
                        <c:v>42948</c:v>
                      </c:pt>
                      <c:pt idx="3480">
                        <c:v>42949</c:v>
                      </c:pt>
                      <c:pt idx="3481">
                        <c:v>42950</c:v>
                      </c:pt>
                      <c:pt idx="3482">
                        <c:v>42951</c:v>
                      </c:pt>
                      <c:pt idx="3483">
                        <c:v>42954</c:v>
                      </c:pt>
                      <c:pt idx="3484">
                        <c:v>42955</c:v>
                      </c:pt>
                      <c:pt idx="3485">
                        <c:v>42956</c:v>
                      </c:pt>
                      <c:pt idx="3486">
                        <c:v>42957</c:v>
                      </c:pt>
                      <c:pt idx="3487">
                        <c:v>42958</c:v>
                      </c:pt>
                      <c:pt idx="3488">
                        <c:v>42961</c:v>
                      </c:pt>
                      <c:pt idx="3489">
                        <c:v>42962</c:v>
                      </c:pt>
                      <c:pt idx="3490">
                        <c:v>42963</c:v>
                      </c:pt>
                      <c:pt idx="3491">
                        <c:v>42964</c:v>
                      </c:pt>
                      <c:pt idx="3492">
                        <c:v>42965</c:v>
                      </c:pt>
                      <c:pt idx="3493">
                        <c:v>42968</c:v>
                      </c:pt>
                      <c:pt idx="3494">
                        <c:v>42969</c:v>
                      </c:pt>
                      <c:pt idx="3495">
                        <c:v>42970</c:v>
                      </c:pt>
                      <c:pt idx="3496">
                        <c:v>42971</c:v>
                      </c:pt>
                      <c:pt idx="3497">
                        <c:v>42972</c:v>
                      </c:pt>
                      <c:pt idx="3498">
                        <c:v>42975</c:v>
                      </c:pt>
                      <c:pt idx="3499">
                        <c:v>42976</c:v>
                      </c:pt>
                      <c:pt idx="3500">
                        <c:v>42977</c:v>
                      </c:pt>
                      <c:pt idx="3501">
                        <c:v>42978</c:v>
                      </c:pt>
                      <c:pt idx="3502">
                        <c:v>42979</c:v>
                      </c:pt>
                      <c:pt idx="3503">
                        <c:v>42982</c:v>
                      </c:pt>
                      <c:pt idx="3504">
                        <c:v>42983</c:v>
                      </c:pt>
                      <c:pt idx="3505">
                        <c:v>42984</c:v>
                      </c:pt>
                      <c:pt idx="3506">
                        <c:v>42985</c:v>
                      </c:pt>
                      <c:pt idx="3507">
                        <c:v>42986</c:v>
                      </c:pt>
                      <c:pt idx="3508">
                        <c:v>42989</c:v>
                      </c:pt>
                      <c:pt idx="3509">
                        <c:v>42990</c:v>
                      </c:pt>
                      <c:pt idx="3510">
                        <c:v>42991</c:v>
                      </c:pt>
                      <c:pt idx="3511">
                        <c:v>42992</c:v>
                      </c:pt>
                      <c:pt idx="3512">
                        <c:v>42993</c:v>
                      </c:pt>
                      <c:pt idx="3513">
                        <c:v>42996</c:v>
                      </c:pt>
                      <c:pt idx="3514">
                        <c:v>42997</c:v>
                      </c:pt>
                      <c:pt idx="3515">
                        <c:v>42998</c:v>
                      </c:pt>
                      <c:pt idx="3516">
                        <c:v>42999</c:v>
                      </c:pt>
                      <c:pt idx="3517">
                        <c:v>43000</c:v>
                      </c:pt>
                      <c:pt idx="3518">
                        <c:v>43003</c:v>
                      </c:pt>
                      <c:pt idx="3519">
                        <c:v>43004</c:v>
                      </c:pt>
                      <c:pt idx="3520">
                        <c:v>43005</c:v>
                      </c:pt>
                      <c:pt idx="3521">
                        <c:v>43006</c:v>
                      </c:pt>
                      <c:pt idx="3522">
                        <c:v>43007</c:v>
                      </c:pt>
                      <c:pt idx="3523">
                        <c:v>43010</c:v>
                      </c:pt>
                      <c:pt idx="3524">
                        <c:v>43011</c:v>
                      </c:pt>
                      <c:pt idx="3525">
                        <c:v>43012</c:v>
                      </c:pt>
                      <c:pt idx="3526">
                        <c:v>43013</c:v>
                      </c:pt>
                      <c:pt idx="3527">
                        <c:v>43014</c:v>
                      </c:pt>
                      <c:pt idx="3528">
                        <c:v>43017</c:v>
                      </c:pt>
                      <c:pt idx="3529">
                        <c:v>43018</c:v>
                      </c:pt>
                      <c:pt idx="3530">
                        <c:v>43019</c:v>
                      </c:pt>
                      <c:pt idx="3531">
                        <c:v>43020</c:v>
                      </c:pt>
                      <c:pt idx="3532">
                        <c:v>43021</c:v>
                      </c:pt>
                      <c:pt idx="3533">
                        <c:v>43024</c:v>
                      </c:pt>
                      <c:pt idx="3534">
                        <c:v>43025</c:v>
                      </c:pt>
                      <c:pt idx="3535">
                        <c:v>43026</c:v>
                      </c:pt>
                      <c:pt idx="3536">
                        <c:v>43027</c:v>
                      </c:pt>
                      <c:pt idx="3537">
                        <c:v>43028</c:v>
                      </c:pt>
                      <c:pt idx="3538">
                        <c:v>43031</c:v>
                      </c:pt>
                      <c:pt idx="3539">
                        <c:v>43032</c:v>
                      </c:pt>
                      <c:pt idx="3540">
                        <c:v>43033</c:v>
                      </c:pt>
                      <c:pt idx="3541">
                        <c:v>43034</c:v>
                      </c:pt>
                      <c:pt idx="3542">
                        <c:v>43035</c:v>
                      </c:pt>
                      <c:pt idx="3543">
                        <c:v>43038</c:v>
                      </c:pt>
                      <c:pt idx="3544">
                        <c:v>43039</c:v>
                      </c:pt>
                      <c:pt idx="3545">
                        <c:v>43040</c:v>
                      </c:pt>
                      <c:pt idx="3546">
                        <c:v>43041</c:v>
                      </c:pt>
                      <c:pt idx="3547">
                        <c:v>43042</c:v>
                      </c:pt>
                      <c:pt idx="3548">
                        <c:v>43045</c:v>
                      </c:pt>
                      <c:pt idx="3549">
                        <c:v>43046</c:v>
                      </c:pt>
                      <c:pt idx="3550">
                        <c:v>43047</c:v>
                      </c:pt>
                      <c:pt idx="3551">
                        <c:v>43048</c:v>
                      </c:pt>
                      <c:pt idx="3552">
                        <c:v>43049</c:v>
                      </c:pt>
                      <c:pt idx="3553">
                        <c:v>43052</c:v>
                      </c:pt>
                      <c:pt idx="3554">
                        <c:v>43053</c:v>
                      </c:pt>
                      <c:pt idx="3555">
                        <c:v>43054</c:v>
                      </c:pt>
                      <c:pt idx="3556">
                        <c:v>43055</c:v>
                      </c:pt>
                      <c:pt idx="3557">
                        <c:v>43056</c:v>
                      </c:pt>
                      <c:pt idx="3558">
                        <c:v>43059</c:v>
                      </c:pt>
                      <c:pt idx="3559">
                        <c:v>43060</c:v>
                      </c:pt>
                      <c:pt idx="3560">
                        <c:v>43061</c:v>
                      </c:pt>
                      <c:pt idx="3561">
                        <c:v>43062</c:v>
                      </c:pt>
                      <c:pt idx="3562">
                        <c:v>43063</c:v>
                      </c:pt>
                      <c:pt idx="3563">
                        <c:v>43066</c:v>
                      </c:pt>
                      <c:pt idx="3564">
                        <c:v>43067</c:v>
                      </c:pt>
                      <c:pt idx="3565">
                        <c:v>43068</c:v>
                      </c:pt>
                      <c:pt idx="3566">
                        <c:v>43069</c:v>
                      </c:pt>
                      <c:pt idx="3567">
                        <c:v>43070</c:v>
                      </c:pt>
                      <c:pt idx="3568">
                        <c:v>43073</c:v>
                      </c:pt>
                      <c:pt idx="3569">
                        <c:v>43074</c:v>
                      </c:pt>
                      <c:pt idx="3570">
                        <c:v>43075</c:v>
                      </c:pt>
                      <c:pt idx="3571">
                        <c:v>43076</c:v>
                      </c:pt>
                      <c:pt idx="3572">
                        <c:v>43077</c:v>
                      </c:pt>
                      <c:pt idx="3573">
                        <c:v>43080</c:v>
                      </c:pt>
                      <c:pt idx="3574">
                        <c:v>43081</c:v>
                      </c:pt>
                      <c:pt idx="3575">
                        <c:v>43082</c:v>
                      </c:pt>
                      <c:pt idx="3576">
                        <c:v>43083</c:v>
                      </c:pt>
                      <c:pt idx="3577">
                        <c:v>43084</c:v>
                      </c:pt>
                      <c:pt idx="3578">
                        <c:v>43087</c:v>
                      </c:pt>
                      <c:pt idx="3579">
                        <c:v>43088</c:v>
                      </c:pt>
                      <c:pt idx="3580">
                        <c:v>43089</c:v>
                      </c:pt>
                      <c:pt idx="3581">
                        <c:v>43090</c:v>
                      </c:pt>
                      <c:pt idx="3582">
                        <c:v>43091</c:v>
                      </c:pt>
                      <c:pt idx="3583">
                        <c:v>43094</c:v>
                      </c:pt>
                      <c:pt idx="3584">
                        <c:v>43095</c:v>
                      </c:pt>
                      <c:pt idx="3585">
                        <c:v>43096</c:v>
                      </c:pt>
                      <c:pt idx="3586">
                        <c:v>43097</c:v>
                      </c:pt>
                      <c:pt idx="3587">
                        <c:v>43098</c:v>
                      </c:pt>
                      <c:pt idx="3588">
                        <c:v>43101</c:v>
                      </c:pt>
                      <c:pt idx="3589">
                        <c:v>43102</c:v>
                      </c:pt>
                      <c:pt idx="3590">
                        <c:v>43103</c:v>
                      </c:pt>
                      <c:pt idx="3591">
                        <c:v>43104</c:v>
                      </c:pt>
                      <c:pt idx="3592">
                        <c:v>43105</c:v>
                      </c:pt>
                      <c:pt idx="3593">
                        <c:v>43108</c:v>
                      </c:pt>
                      <c:pt idx="3594">
                        <c:v>43109</c:v>
                      </c:pt>
                      <c:pt idx="3595">
                        <c:v>43110</c:v>
                      </c:pt>
                      <c:pt idx="3596">
                        <c:v>43111</c:v>
                      </c:pt>
                      <c:pt idx="3597">
                        <c:v>43112</c:v>
                      </c:pt>
                      <c:pt idx="3598">
                        <c:v>43115</c:v>
                      </c:pt>
                      <c:pt idx="3599">
                        <c:v>43116</c:v>
                      </c:pt>
                      <c:pt idx="3600">
                        <c:v>43117</c:v>
                      </c:pt>
                      <c:pt idx="3601">
                        <c:v>43118</c:v>
                      </c:pt>
                      <c:pt idx="3602">
                        <c:v>43119</c:v>
                      </c:pt>
                      <c:pt idx="3603">
                        <c:v>43122</c:v>
                      </c:pt>
                      <c:pt idx="3604">
                        <c:v>43123</c:v>
                      </c:pt>
                      <c:pt idx="3605">
                        <c:v>43124</c:v>
                      </c:pt>
                      <c:pt idx="3606">
                        <c:v>43125</c:v>
                      </c:pt>
                      <c:pt idx="3607">
                        <c:v>43126</c:v>
                      </c:pt>
                      <c:pt idx="3608">
                        <c:v>43129</c:v>
                      </c:pt>
                      <c:pt idx="3609">
                        <c:v>43130</c:v>
                      </c:pt>
                      <c:pt idx="3610">
                        <c:v>43131</c:v>
                      </c:pt>
                      <c:pt idx="3611">
                        <c:v>43132</c:v>
                      </c:pt>
                      <c:pt idx="3612">
                        <c:v>43133</c:v>
                      </c:pt>
                      <c:pt idx="3613">
                        <c:v>43136</c:v>
                      </c:pt>
                      <c:pt idx="3614">
                        <c:v>43137</c:v>
                      </c:pt>
                      <c:pt idx="3615">
                        <c:v>43138</c:v>
                      </c:pt>
                      <c:pt idx="3616">
                        <c:v>43139</c:v>
                      </c:pt>
                      <c:pt idx="3617">
                        <c:v>43140</c:v>
                      </c:pt>
                      <c:pt idx="3618">
                        <c:v>43143</c:v>
                      </c:pt>
                      <c:pt idx="3619">
                        <c:v>43144</c:v>
                      </c:pt>
                      <c:pt idx="3620">
                        <c:v>43145</c:v>
                      </c:pt>
                      <c:pt idx="3621">
                        <c:v>43146</c:v>
                      </c:pt>
                      <c:pt idx="3622">
                        <c:v>43147</c:v>
                      </c:pt>
                      <c:pt idx="3623">
                        <c:v>43150</c:v>
                      </c:pt>
                      <c:pt idx="3624">
                        <c:v>43151</c:v>
                      </c:pt>
                      <c:pt idx="3625">
                        <c:v>43152</c:v>
                      </c:pt>
                      <c:pt idx="3626">
                        <c:v>43153</c:v>
                      </c:pt>
                      <c:pt idx="3627">
                        <c:v>43154</c:v>
                      </c:pt>
                      <c:pt idx="3628">
                        <c:v>43157</c:v>
                      </c:pt>
                      <c:pt idx="3629">
                        <c:v>43158</c:v>
                      </c:pt>
                      <c:pt idx="3630">
                        <c:v>43159</c:v>
                      </c:pt>
                      <c:pt idx="3631">
                        <c:v>43160</c:v>
                      </c:pt>
                      <c:pt idx="3632">
                        <c:v>43161</c:v>
                      </c:pt>
                      <c:pt idx="3633">
                        <c:v>43164</c:v>
                      </c:pt>
                      <c:pt idx="3634">
                        <c:v>43165</c:v>
                      </c:pt>
                      <c:pt idx="3635">
                        <c:v>43166</c:v>
                      </c:pt>
                      <c:pt idx="3636">
                        <c:v>43167</c:v>
                      </c:pt>
                      <c:pt idx="3637">
                        <c:v>43168</c:v>
                      </c:pt>
                      <c:pt idx="3638">
                        <c:v>43171</c:v>
                      </c:pt>
                      <c:pt idx="3639">
                        <c:v>43172</c:v>
                      </c:pt>
                      <c:pt idx="3640">
                        <c:v>43173</c:v>
                      </c:pt>
                      <c:pt idx="3641">
                        <c:v>43174</c:v>
                      </c:pt>
                      <c:pt idx="3642">
                        <c:v>43175</c:v>
                      </c:pt>
                      <c:pt idx="3643">
                        <c:v>43178</c:v>
                      </c:pt>
                      <c:pt idx="3644">
                        <c:v>43179</c:v>
                      </c:pt>
                      <c:pt idx="3645">
                        <c:v>43180</c:v>
                      </c:pt>
                      <c:pt idx="3646">
                        <c:v>43181</c:v>
                      </c:pt>
                      <c:pt idx="3647">
                        <c:v>43182</c:v>
                      </c:pt>
                      <c:pt idx="3648">
                        <c:v>43185</c:v>
                      </c:pt>
                      <c:pt idx="3649">
                        <c:v>43186</c:v>
                      </c:pt>
                      <c:pt idx="3650">
                        <c:v>43187</c:v>
                      </c:pt>
                      <c:pt idx="3651">
                        <c:v>43188</c:v>
                      </c:pt>
                      <c:pt idx="3652">
                        <c:v>43189</c:v>
                      </c:pt>
                      <c:pt idx="3653">
                        <c:v>43192</c:v>
                      </c:pt>
                      <c:pt idx="3654">
                        <c:v>43193</c:v>
                      </c:pt>
                      <c:pt idx="3655">
                        <c:v>43194</c:v>
                      </c:pt>
                      <c:pt idx="3656">
                        <c:v>43195</c:v>
                      </c:pt>
                      <c:pt idx="3657">
                        <c:v>43196</c:v>
                      </c:pt>
                      <c:pt idx="3658">
                        <c:v>43199</c:v>
                      </c:pt>
                      <c:pt idx="3659">
                        <c:v>43200</c:v>
                      </c:pt>
                      <c:pt idx="3660">
                        <c:v>43201</c:v>
                      </c:pt>
                      <c:pt idx="3661">
                        <c:v>43202</c:v>
                      </c:pt>
                      <c:pt idx="3662">
                        <c:v>43203</c:v>
                      </c:pt>
                      <c:pt idx="3663">
                        <c:v>43206</c:v>
                      </c:pt>
                      <c:pt idx="3664">
                        <c:v>43207</c:v>
                      </c:pt>
                      <c:pt idx="3665">
                        <c:v>43208</c:v>
                      </c:pt>
                      <c:pt idx="3666">
                        <c:v>43209</c:v>
                      </c:pt>
                      <c:pt idx="3667">
                        <c:v>43210</c:v>
                      </c:pt>
                      <c:pt idx="3668">
                        <c:v>43213</c:v>
                      </c:pt>
                      <c:pt idx="3669">
                        <c:v>43214</c:v>
                      </c:pt>
                      <c:pt idx="3670">
                        <c:v>43215</c:v>
                      </c:pt>
                      <c:pt idx="3671">
                        <c:v>43216</c:v>
                      </c:pt>
                      <c:pt idx="3672">
                        <c:v>43217</c:v>
                      </c:pt>
                      <c:pt idx="3673">
                        <c:v>43220</c:v>
                      </c:pt>
                      <c:pt idx="3674">
                        <c:v>43221</c:v>
                      </c:pt>
                      <c:pt idx="3675">
                        <c:v>43222</c:v>
                      </c:pt>
                      <c:pt idx="3676">
                        <c:v>43223</c:v>
                      </c:pt>
                      <c:pt idx="3677">
                        <c:v>43224</c:v>
                      </c:pt>
                      <c:pt idx="3678">
                        <c:v>43227</c:v>
                      </c:pt>
                      <c:pt idx="3679">
                        <c:v>43228</c:v>
                      </c:pt>
                      <c:pt idx="3680">
                        <c:v>43229</c:v>
                      </c:pt>
                      <c:pt idx="3681">
                        <c:v>43230</c:v>
                      </c:pt>
                      <c:pt idx="3682">
                        <c:v>43231</c:v>
                      </c:pt>
                      <c:pt idx="3683">
                        <c:v>43234</c:v>
                      </c:pt>
                      <c:pt idx="3684">
                        <c:v>43235</c:v>
                      </c:pt>
                      <c:pt idx="3685">
                        <c:v>43236</c:v>
                      </c:pt>
                      <c:pt idx="3686">
                        <c:v>43237</c:v>
                      </c:pt>
                      <c:pt idx="3687">
                        <c:v>43238</c:v>
                      </c:pt>
                      <c:pt idx="3688">
                        <c:v>43241</c:v>
                      </c:pt>
                      <c:pt idx="3689">
                        <c:v>43242</c:v>
                      </c:pt>
                      <c:pt idx="3690">
                        <c:v>43243</c:v>
                      </c:pt>
                      <c:pt idx="3691">
                        <c:v>43244</c:v>
                      </c:pt>
                      <c:pt idx="3692">
                        <c:v>43245</c:v>
                      </c:pt>
                      <c:pt idx="3693">
                        <c:v>43248</c:v>
                      </c:pt>
                      <c:pt idx="3694">
                        <c:v>43249</c:v>
                      </c:pt>
                      <c:pt idx="3695">
                        <c:v>43250</c:v>
                      </c:pt>
                      <c:pt idx="3696">
                        <c:v>43251</c:v>
                      </c:pt>
                      <c:pt idx="3697">
                        <c:v>43252</c:v>
                      </c:pt>
                      <c:pt idx="3698">
                        <c:v>43255</c:v>
                      </c:pt>
                      <c:pt idx="3699">
                        <c:v>43256</c:v>
                      </c:pt>
                      <c:pt idx="3700">
                        <c:v>43257</c:v>
                      </c:pt>
                      <c:pt idx="3701">
                        <c:v>43258</c:v>
                      </c:pt>
                      <c:pt idx="3702">
                        <c:v>43259</c:v>
                      </c:pt>
                      <c:pt idx="3703">
                        <c:v>43262</c:v>
                      </c:pt>
                      <c:pt idx="3704">
                        <c:v>43263</c:v>
                      </c:pt>
                      <c:pt idx="3705">
                        <c:v>43264</c:v>
                      </c:pt>
                      <c:pt idx="3706">
                        <c:v>43265</c:v>
                      </c:pt>
                      <c:pt idx="3707">
                        <c:v>43266</c:v>
                      </c:pt>
                      <c:pt idx="3708">
                        <c:v>43269</c:v>
                      </c:pt>
                      <c:pt idx="3709">
                        <c:v>43270</c:v>
                      </c:pt>
                      <c:pt idx="3710">
                        <c:v>43271</c:v>
                      </c:pt>
                      <c:pt idx="3711">
                        <c:v>43272</c:v>
                      </c:pt>
                      <c:pt idx="3712">
                        <c:v>43273</c:v>
                      </c:pt>
                      <c:pt idx="3713">
                        <c:v>43276</c:v>
                      </c:pt>
                      <c:pt idx="3714">
                        <c:v>43277</c:v>
                      </c:pt>
                      <c:pt idx="3715">
                        <c:v>43278</c:v>
                      </c:pt>
                      <c:pt idx="3716">
                        <c:v>43279</c:v>
                      </c:pt>
                      <c:pt idx="3717">
                        <c:v>43280</c:v>
                      </c:pt>
                      <c:pt idx="3718">
                        <c:v>43283</c:v>
                      </c:pt>
                      <c:pt idx="3719">
                        <c:v>43284</c:v>
                      </c:pt>
                      <c:pt idx="3720">
                        <c:v>43285</c:v>
                      </c:pt>
                      <c:pt idx="3721">
                        <c:v>43286</c:v>
                      </c:pt>
                      <c:pt idx="3722">
                        <c:v>43287</c:v>
                      </c:pt>
                      <c:pt idx="3723">
                        <c:v>43290</c:v>
                      </c:pt>
                      <c:pt idx="3724">
                        <c:v>43291</c:v>
                      </c:pt>
                      <c:pt idx="3725">
                        <c:v>43292</c:v>
                      </c:pt>
                      <c:pt idx="3726">
                        <c:v>43293</c:v>
                      </c:pt>
                      <c:pt idx="3727">
                        <c:v>43294</c:v>
                      </c:pt>
                      <c:pt idx="3728">
                        <c:v>43297</c:v>
                      </c:pt>
                      <c:pt idx="3729">
                        <c:v>43298</c:v>
                      </c:pt>
                      <c:pt idx="3730">
                        <c:v>43299</c:v>
                      </c:pt>
                      <c:pt idx="3731">
                        <c:v>43300</c:v>
                      </c:pt>
                      <c:pt idx="3732">
                        <c:v>43301</c:v>
                      </c:pt>
                      <c:pt idx="3733">
                        <c:v>43304</c:v>
                      </c:pt>
                      <c:pt idx="3734">
                        <c:v>43305</c:v>
                      </c:pt>
                      <c:pt idx="3735">
                        <c:v>43306</c:v>
                      </c:pt>
                      <c:pt idx="3736">
                        <c:v>43307</c:v>
                      </c:pt>
                      <c:pt idx="3737">
                        <c:v>43308</c:v>
                      </c:pt>
                      <c:pt idx="3738">
                        <c:v>43311</c:v>
                      </c:pt>
                      <c:pt idx="3739">
                        <c:v>43312</c:v>
                      </c:pt>
                      <c:pt idx="3740">
                        <c:v>43313</c:v>
                      </c:pt>
                      <c:pt idx="3741">
                        <c:v>43314</c:v>
                      </c:pt>
                      <c:pt idx="3742">
                        <c:v>43315</c:v>
                      </c:pt>
                      <c:pt idx="3743">
                        <c:v>43318</c:v>
                      </c:pt>
                      <c:pt idx="3744">
                        <c:v>43319</c:v>
                      </c:pt>
                      <c:pt idx="3745">
                        <c:v>43320</c:v>
                      </c:pt>
                      <c:pt idx="3746">
                        <c:v>43321</c:v>
                      </c:pt>
                      <c:pt idx="3747">
                        <c:v>43322</c:v>
                      </c:pt>
                      <c:pt idx="3748">
                        <c:v>43325</c:v>
                      </c:pt>
                      <c:pt idx="3749">
                        <c:v>43326</c:v>
                      </c:pt>
                      <c:pt idx="3750">
                        <c:v>43327</c:v>
                      </c:pt>
                      <c:pt idx="3751">
                        <c:v>43328</c:v>
                      </c:pt>
                      <c:pt idx="3752">
                        <c:v>43329</c:v>
                      </c:pt>
                      <c:pt idx="3753">
                        <c:v>43332</c:v>
                      </c:pt>
                      <c:pt idx="3754">
                        <c:v>43333</c:v>
                      </c:pt>
                      <c:pt idx="3755">
                        <c:v>43334</c:v>
                      </c:pt>
                      <c:pt idx="3756">
                        <c:v>43335</c:v>
                      </c:pt>
                      <c:pt idx="3757">
                        <c:v>43336</c:v>
                      </c:pt>
                      <c:pt idx="3758">
                        <c:v>43339</c:v>
                      </c:pt>
                      <c:pt idx="3759">
                        <c:v>43340</c:v>
                      </c:pt>
                      <c:pt idx="3760">
                        <c:v>43341</c:v>
                      </c:pt>
                      <c:pt idx="3761">
                        <c:v>43342</c:v>
                      </c:pt>
                      <c:pt idx="3762">
                        <c:v>43343</c:v>
                      </c:pt>
                      <c:pt idx="3763">
                        <c:v>43346</c:v>
                      </c:pt>
                      <c:pt idx="3764">
                        <c:v>43347</c:v>
                      </c:pt>
                      <c:pt idx="3765">
                        <c:v>43348</c:v>
                      </c:pt>
                      <c:pt idx="3766">
                        <c:v>43349</c:v>
                      </c:pt>
                      <c:pt idx="3767">
                        <c:v>43350</c:v>
                      </c:pt>
                      <c:pt idx="3768">
                        <c:v>43353</c:v>
                      </c:pt>
                      <c:pt idx="3769">
                        <c:v>43354</c:v>
                      </c:pt>
                      <c:pt idx="3770">
                        <c:v>43355</c:v>
                      </c:pt>
                      <c:pt idx="3771">
                        <c:v>43356</c:v>
                      </c:pt>
                      <c:pt idx="3772">
                        <c:v>43357</c:v>
                      </c:pt>
                      <c:pt idx="3773">
                        <c:v>43360</c:v>
                      </c:pt>
                      <c:pt idx="3774">
                        <c:v>43361</c:v>
                      </c:pt>
                      <c:pt idx="3775">
                        <c:v>43362</c:v>
                      </c:pt>
                      <c:pt idx="3776">
                        <c:v>43363</c:v>
                      </c:pt>
                      <c:pt idx="3777">
                        <c:v>43364</c:v>
                      </c:pt>
                      <c:pt idx="3778">
                        <c:v>43367</c:v>
                      </c:pt>
                      <c:pt idx="3779">
                        <c:v>43368</c:v>
                      </c:pt>
                      <c:pt idx="3780">
                        <c:v>43369</c:v>
                      </c:pt>
                      <c:pt idx="3781">
                        <c:v>43370</c:v>
                      </c:pt>
                      <c:pt idx="3782">
                        <c:v>43371</c:v>
                      </c:pt>
                      <c:pt idx="3783">
                        <c:v>43374</c:v>
                      </c:pt>
                      <c:pt idx="3784">
                        <c:v>43375</c:v>
                      </c:pt>
                      <c:pt idx="3785">
                        <c:v>43376</c:v>
                      </c:pt>
                      <c:pt idx="3786">
                        <c:v>43377</c:v>
                      </c:pt>
                      <c:pt idx="3787">
                        <c:v>43378</c:v>
                      </c:pt>
                      <c:pt idx="3788">
                        <c:v>43381</c:v>
                      </c:pt>
                      <c:pt idx="3789">
                        <c:v>43382</c:v>
                      </c:pt>
                      <c:pt idx="3790">
                        <c:v>43383</c:v>
                      </c:pt>
                      <c:pt idx="3791">
                        <c:v>43384</c:v>
                      </c:pt>
                      <c:pt idx="3792">
                        <c:v>43385</c:v>
                      </c:pt>
                      <c:pt idx="3793">
                        <c:v>43388</c:v>
                      </c:pt>
                      <c:pt idx="3794">
                        <c:v>43389</c:v>
                      </c:pt>
                      <c:pt idx="3795">
                        <c:v>43390</c:v>
                      </c:pt>
                      <c:pt idx="3796">
                        <c:v>43391</c:v>
                      </c:pt>
                      <c:pt idx="3797">
                        <c:v>43392</c:v>
                      </c:pt>
                      <c:pt idx="3798">
                        <c:v>43395</c:v>
                      </c:pt>
                      <c:pt idx="3799">
                        <c:v>43396</c:v>
                      </c:pt>
                      <c:pt idx="3800">
                        <c:v>43397</c:v>
                      </c:pt>
                      <c:pt idx="3801">
                        <c:v>43398</c:v>
                      </c:pt>
                      <c:pt idx="3802">
                        <c:v>43399</c:v>
                      </c:pt>
                      <c:pt idx="3803">
                        <c:v>43402</c:v>
                      </c:pt>
                      <c:pt idx="3804">
                        <c:v>43403</c:v>
                      </c:pt>
                      <c:pt idx="3805">
                        <c:v>43404</c:v>
                      </c:pt>
                      <c:pt idx="3806">
                        <c:v>43405</c:v>
                      </c:pt>
                      <c:pt idx="3807">
                        <c:v>43406</c:v>
                      </c:pt>
                      <c:pt idx="3808">
                        <c:v>43409</c:v>
                      </c:pt>
                      <c:pt idx="3809">
                        <c:v>43410</c:v>
                      </c:pt>
                      <c:pt idx="3810">
                        <c:v>43411</c:v>
                      </c:pt>
                      <c:pt idx="3811">
                        <c:v>43412</c:v>
                      </c:pt>
                      <c:pt idx="3812">
                        <c:v>43413</c:v>
                      </c:pt>
                      <c:pt idx="3813">
                        <c:v>43416</c:v>
                      </c:pt>
                      <c:pt idx="3814">
                        <c:v>43417</c:v>
                      </c:pt>
                      <c:pt idx="3815">
                        <c:v>43418</c:v>
                      </c:pt>
                      <c:pt idx="3816">
                        <c:v>43419</c:v>
                      </c:pt>
                      <c:pt idx="3817">
                        <c:v>43420</c:v>
                      </c:pt>
                      <c:pt idx="3818">
                        <c:v>43423</c:v>
                      </c:pt>
                      <c:pt idx="3819">
                        <c:v>43424</c:v>
                      </c:pt>
                      <c:pt idx="3820">
                        <c:v>43425</c:v>
                      </c:pt>
                      <c:pt idx="3821">
                        <c:v>43426</c:v>
                      </c:pt>
                      <c:pt idx="3822">
                        <c:v>43427</c:v>
                      </c:pt>
                      <c:pt idx="3823">
                        <c:v>43430</c:v>
                      </c:pt>
                      <c:pt idx="3824">
                        <c:v>43431</c:v>
                      </c:pt>
                      <c:pt idx="3825">
                        <c:v>43432</c:v>
                      </c:pt>
                      <c:pt idx="3826">
                        <c:v>43433</c:v>
                      </c:pt>
                      <c:pt idx="3827">
                        <c:v>43434</c:v>
                      </c:pt>
                      <c:pt idx="3828">
                        <c:v>43437</c:v>
                      </c:pt>
                      <c:pt idx="3829">
                        <c:v>43438</c:v>
                      </c:pt>
                      <c:pt idx="3830">
                        <c:v>43439</c:v>
                      </c:pt>
                      <c:pt idx="3831">
                        <c:v>43440</c:v>
                      </c:pt>
                      <c:pt idx="3832">
                        <c:v>43441</c:v>
                      </c:pt>
                      <c:pt idx="3833">
                        <c:v>43444</c:v>
                      </c:pt>
                      <c:pt idx="3834">
                        <c:v>43445</c:v>
                      </c:pt>
                      <c:pt idx="3835">
                        <c:v>43446</c:v>
                      </c:pt>
                      <c:pt idx="3836">
                        <c:v>43447</c:v>
                      </c:pt>
                      <c:pt idx="3837">
                        <c:v>43448</c:v>
                      </c:pt>
                      <c:pt idx="3838">
                        <c:v>43451</c:v>
                      </c:pt>
                      <c:pt idx="3839">
                        <c:v>43452</c:v>
                      </c:pt>
                      <c:pt idx="3840">
                        <c:v>43453</c:v>
                      </c:pt>
                      <c:pt idx="3841">
                        <c:v>43454</c:v>
                      </c:pt>
                      <c:pt idx="3842">
                        <c:v>43455</c:v>
                      </c:pt>
                      <c:pt idx="3843">
                        <c:v>43458</c:v>
                      </c:pt>
                      <c:pt idx="3844">
                        <c:v>43459</c:v>
                      </c:pt>
                      <c:pt idx="3845">
                        <c:v>43460</c:v>
                      </c:pt>
                      <c:pt idx="3846">
                        <c:v>43461</c:v>
                      </c:pt>
                      <c:pt idx="3847">
                        <c:v>43462</c:v>
                      </c:pt>
                      <c:pt idx="3848">
                        <c:v>43465</c:v>
                      </c:pt>
                      <c:pt idx="3849">
                        <c:v>43466</c:v>
                      </c:pt>
                      <c:pt idx="3850">
                        <c:v>43467</c:v>
                      </c:pt>
                      <c:pt idx="3851">
                        <c:v>43468</c:v>
                      </c:pt>
                      <c:pt idx="3852">
                        <c:v>43469</c:v>
                      </c:pt>
                      <c:pt idx="3853">
                        <c:v>43472</c:v>
                      </c:pt>
                      <c:pt idx="3854">
                        <c:v>43473</c:v>
                      </c:pt>
                      <c:pt idx="3855">
                        <c:v>43474</c:v>
                      </c:pt>
                      <c:pt idx="3856">
                        <c:v>43475</c:v>
                      </c:pt>
                      <c:pt idx="3857">
                        <c:v>43476</c:v>
                      </c:pt>
                      <c:pt idx="3858">
                        <c:v>43479</c:v>
                      </c:pt>
                      <c:pt idx="3859">
                        <c:v>43480</c:v>
                      </c:pt>
                      <c:pt idx="3860">
                        <c:v>43481</c:v>
                      </c:pt>
                      <c:pt idx="3861">
                        <c:v>43482</c:v>
                      </c:pt>
                      <c:pt idx="3862">
                        <c:v>43483</c:v>
                      </c:pt>
                      <c:pt idx="3863">
                        <c:v>43486</c:v>
                      </c:pt>
                      <c:pt idx="3864">
                        <c:v>43487</c:v>
                      </c:pt>
                      <c:pt idx="3865">
                        <c:v>43488</c:v>
                      </c:pt>
                      <c:pt idx="3866">
                        <c:v>43489</c:v>
                      </c:pt>
                      <c:pt idx="3867">
                        <c:v>43490</c:v>
                      </c:pt>
                      <c:pt idx="3868">
                        <c:v>43493</c:v>
                      </c:pt>
                      <c:pt idx="3869">
                        <c:v>43494</c:v>
                      </c:pt>
                      <c:pt idx="3870">
                        <c:v>43495</c:v>
                      </c:pt>
                      <c:pt idx="3871">
                        <c:v>43496</c:v>
                      </c:pt>
                      <c:pt idx="3872">
                        <c:v>43497</c:v>
                      </c:pt>
                      <c:pt idx="3873">
                        <c:v>43500</c:v>
                      </c:pt>
                      <c:pt idx="3874">
                        <c:v>43501</c:v>
                      </c:pt>
                      <c:pt idx="3875">
                        <c:v>43502</c:v>
                      </c:pt>
                      <c:pt idx="3876">
                        <c:v>43503</c:v>
                      </c:pt>
                      <c:pt idx="3877">
                        <c:v>43504</c:v>
                      </c:pt>
                      <c:pt idx="3878">
                        <c:v>43507</c:v>
                      </c:pt>
                      <c:pt idx="3879">
                        <c:v>43508</c:v>
                      </c:pt>
                      <c:pt idx="3880">
                        <c:v>43509</c:v>
                      </c:pt>
                      <c:pt idx="3881">
                        <c:v>43510</c:v>
                      </c:pt>
                      <c:pt idx="3882">
                        <c:v>43511</c:v>
                      </c:pt>
                      <c:pt idx="3883">
                        <c:v>43514</c:v>
                      </c:pt>
                      <c:pt idx="3884">
                        <c:v>43515</c:v>
                      </c:pt>
                      <c:pt idx="3885">
                        <c:v>43516</c:v>
                      </c:pt>
                      <c:pt idx="3886">
                        <c:v>43517</c:v>
                      </c:pt>
                      <c:pt idx="3887">
                        <c:v>43518</c:v>
                      </c:pt>
                      <c:pt idx="3888">
                        <c:v>43521</c:v>
                      </c:pt>
                      <c:pt idx="3889">
                        <c:v>43522</c:v>
                      </c:pt>
                      <c:pt idx="3890">
                        <c:v>43523</c:v>
                      </c:pt>
                      <c:pt idx="3891">
                        <c:v>43524</c:v>
                      </c:pt>
                      <c:pt idx="3892">
                        <c:v>43525</c:v>
                      </c:pt>
                      <c:pt idx="3893">
                        <c:v>43528</c:v>
                      </c:pt>
                      <c:pt idx="3894">
                        <c:v>43529</c:v>
                      </c:pt>
                      <c:pt idx="3895">
                        <c:v>43530</c:v>
                      </c:pt>
                      <c:pt idx="3896">
                        <c:v>43531</c:v>
                      </c:pt>
                      <c:pt idx="3897">
                        <c:v>43532</c:v>
                      </c:pt>
                      <c:pt idx="3898">
                        <c:v>43535</c:v>
                      </c:pt>
                      <c:pt idx="3899">
                        <c:v>43536</c:v>
                      </c:pt>
                      <c:pt idx="3900">
                        <c:v>43537</c:v>
                      </c:pt>
                      <c:pt idx="3901">
                        <c:v>43538</c:v>
                      </c:pt>
                      <c:pt idx="3902">
                        <c:v>43539</c:v>
                      </c:pt>
                      <c:pt idx="3903">
                        <c:v>43542</c:v>
                      </c:pt>
                      <c:pt idx="3904">
                        <c:v>43543</c:v>
                      </c:pt>
                      <c:pt idx="3905">
                        <c:v>43544</c:v>
                      </c:pt>
                      <c:pt idx="3906">
                        <c:v>43545</c:v>
                      </c:pt>
                      <c:pt idx="3907">
                        <c:v>43546</c:v>
                      </c:pt>
                      <c:pt idx="3908">
                        <c:v>43549</c:v>
                      </c:pt>
                      <c:pt idx="3909">
                        <c:v>43550</c:v>
                      </c:pt>
                      <c:pt idx="3910">
                        <c:v>43551</c:v>
                      </c:pt>
                      <c:pt idx="3911">
                        <c:v>43552</c:v>
                      </c:pt>
                      <c:pt idx="3912">
                        <c:v>43553</c:v>
                      </c:pt>
                      <c:pt idx="3913">
                        <c:v>43556</c:v>
                      </c:pt>
                      <c:pt idx="3914">
                        <c:v>43557</c:v>
                      </c:pt>
                      <c:pt idx="3915">
                        <c:v>43558</c:v>
                      </c:pt>
                      <c:pt idx="3916">
                        <c:v>43559</c:v>
                      </c:pt>
                      <c:pt idx="3917">
                        <c:v>43560</c:v>
                      </c:pt>
                      <c:pt idx="3918">
                        <c:v>43563</c:v>
                      </c:pt>
                      <c:pt idx="3919">
                        <c:v>43564</c:v>
                      </c:pt>
                      <c:pt idx="3920">
                        <c:v>43565</c:v>
                      </c:pt>
                      <c:pt idx="3921">
                        <c:v>43566</c:v>
                      </c:pt>
                      <c:pt idx="3922">
                        <c:v>43567</c:v>
                      </c:pt>
                      <c:pt idx="3923">
                        <c:v>43570</c:v>
                      </c:pt>
                      <c:pt idx="3924">
                        <c:v>43571</c:v>
                      </c:pt>
                      <c:pt idx="3925">
                        <c:v>43572</c:v>
                      </c:pt>
                      <c:pt idx="3926">
                        <c:v>43573</c:v>
                      </c:pt>
                      <c:pt idx="3927">
                        <c:v>43574</c:v>
                      </c:pt>
                      <c:pt idx="3928">
                        <c:v>43577</c:v>
                      </c:pt>
                      <c:pt idx="3929">
                        <c:v>43578</c:v>
                      </c:pt>
                      <c:pt idx="3930">
                        <c:v>43579</c:v>
                      </c:pt>
                      <c:pt idx="3931">
                        <c:v>43580</c:v>
                      </c:pt>
                      <c:pt idx="3932">
                        <c:v>43581</c:v>
                      </c:pt>
                      <c:pt idx="3933">
                        <c:v>43584</c:v>
                      </c:pt>
                      <c:pt idx="3934">
                        <c:v>43585</c:v>
                      </c:pt>
                      <c:pt idx="3935">
                        <c:v>43586</c:v>
                      </c:pt>
                      <c:pt idx="3936">
                        <c:v>43587</c:v>
                      </c:pt>
                      <c:pt idx="3937">
                        <c:v>43588</c:v>
                      </c:pt>
                      <c:pt idx="3938">
                        <c:v>43591</c:v>
                      </c:pt>
                      <c:pt idx="3939">
                        <c:v>43592</c:v>
                      </c:pt>
                      <c:pt idx="3940">
                        <c:v>43593</c:v>
                      </c:pt>
                      <c:pt idx="3941">
                        <c:v>43594</c:v>
                      </c:pt>
                      <c:pt idx="3942">
                        <c:v>43595</c:v>
                      </c:pt>
                      <c:pt idx="3943">
                        <c:v>43598</c:v>
                      </c:pt>
                      <c:pt idx="3944">
                        <c:v>43599</c:v>
                      </c:pt>
                      <c:pt idx="3945">
                        <c:v>43600</c:v>
                      </c:pt>
                      <c:pt idx="3946">
                        <c:v>43601</c:v>
                      </c:pt>
                      <c:pt idx="3947">
                        <c:v>43602</c:v>
                      </c:pt>
                      <c:pt idx="3948">
                        <c:v>43605</c:v>
                      </c:pt>
                      <c:pt idx="3949">
                        <c:v>43606</c:v>
                      </c:pt>
                      <c:pt idx="3950">
                        <c:v>43607</c:v>
                      </c:pt>
                      <c:pt idx="3951">
                        <c:v>43608</c:v>
                      </c:pt>
                      <c:pt idx="3952">
                        <c:v>43609</c:v>
                      </c:pt>
                      <c:pt idx="3953">
                        <c:v>43612</c:v>
                      </c:pt>
                      <c:pt idx="3954">
                        <c:v>43613</c:v>
                      </c:pt>
                      <c:pt idx="3955">
                        <c:v>43614</c:v>
                      </c:pt>
                      <c:pt idx="3956">
                        <c:v>43615</c:v>
                      </c:pt>
                      <c:pt idx="3957">
                        <c:v>43616</c:v>
                      </c:pt>
                      <c:pt idx="3958">
                        <c:v>43619</c:v>
                      </c:pt>
                      <c:pt idx="3959">
                        <c:v>43620</c:v>
                      </c:pt>
                      <c:pt idx="3960">
                        <c:v>43621</c:v>
                      </c:pt>
                      <c:pt idx="3961">
                        <c:v>43622</c:v>
                      </c:pt>
                      <c:pt idx="3962">
                        <c:v>43623</c:v>
                      </c:pt>
                      <c:pt idx="3963">
                        <c:v>43626</c:v>
                      </c:pt>
                      <c:pt idx="3964">
                        <c:v>43627</c:v>
                      </c:pt>
                      <c:pt idx="3965">
                        <c:v>43628</c:v>
                      </c:pt>
                      <c:pt idx="3966">
                        <c:v>43629</c:v>
                      </c:pt>
                      <c:pt idx="3967">
                        <c:v>43630</c:v>
                      </c:pt>
                      <c:pt idx="3968">
                        <c:v>43633</c:v>
                      </c:pt>
                      <c:pt idx="3969">
                        <c:v>43634</c:v>
                      </c:pt>
                      <c:pt idx="3970">
                        <c:v>43635</c:v>
                      </c:pt>
                      <c:pt idx="3971">
                        <c:v>43636</c:v>
                      </c:pt>
                      <c:pt idx="3972">
                        <c:v>43637</c:v>
                      </c:pt>
                      <c:pt idx="3973">
                        <c:v>43640</c:v>
                      </c:pt>
                      <c:pt idx="3974">
                        <c:v>43641</c:v>
                      </c:pt>
                      <c:pt idx="3975">
                        <c:v>43642</c:v>
                      </c:pt>
                      <c:pt idx="3976">
                        <c:v>43643</c:v>
                      </c:pt>
                      <c:pt idx="3977">
                        <c:v>43644</c:v>
                      </c:pt>
                      <c:pt idx="3978">
                        <c:v>43647</c:v>
                      </c:pt>
                      <c:pt idx="3979">
                        <c:v>43648</c:v>
                      </c:pt>
                      <c:pt idx="3980">
                        <c:v>43649</c:v>
                      </c:pt>
                      <c:pt idx="3981">
                        <c:v>43650</c:v>
                      </c:pt>
                      <c:pt idx="3982">
                        <c:v>43651</c:v>
                      </c:pt>
                      <c:pt idx="3983">
                        <c:v>43654</c:v>
                      </c:pt>
                      <c:pt idx="3984">
                        <c:v>43655</c:v>
                      </c:pt>
                      <c:pt idx="3985">
                        <c:v>43656</c:v>
                      </c:pt>
                      <c:pt idx="3986">
                        <c:v>43657</c:v>
                      </c:pt>
                      <c:pt idx="3987">
                        <c:v>43658</c:v>
                      </c:pt>
                      <c:pt idx="3988">
                        <c:v>43661</c:v>
                      </c:pt>
                      <c:pt idx="3989">
                        <c:v>43662</c:v>
                      </c:pt>
                      <c:pt idx="3990">
                        <c:v>43663</c:v>
                      </c:pt>
                      <c:pt idx="3991">
                        <c:v>43664</c:v>
                      </c:pt>
                      <c:pt idx="3992">
                        <c:v>43665</c:v>
                      </c:pt>
                      <c:pt idx="3993">
                        <c:v>43668</c:v>
                      </c:pt>
                      <c:pt idx="3994">
                        <c:v>43669</c:v>
                      </c:pt>
                      <c:pt idx="3995">
                        <c:v>43670</c:v>
                      </c:pt>
                      <c:pt idx="3996">
                        <c:v>43671</c:v>
                      </c:pt>
                      <c:pt idx="3997">
                        <c:v>43672</c:v>
                      </c:pt>
                      <c:pt idx="3998">
                        <c:v>43675</c:v>
                      </c:pt>
                      <c:pt idx="3999">
                        <c:v>43676</c:v>
                      </c:pt>
                      <c:pt idx="4000">
                        <c:v>43677</c:v>
                      </c:pt>
                      <c:pt idx="4001">
                        <c:v>43678</c:v>
                      </c:pt>
                      <c:pt idx="4002">
                        <c:v>43679</c:v>
                      </c:pt>
                      <c:pt idx="4003">
                        <c:v>43682</c:v>
                      </c:pt>
                      <c:pt idx="4004">
                        <c:v>43683</c:v>
                      </c:pt>
                      <c:pt idx="4005">
                        <c:v>43684</c:v>
                      </c:pt>
                      <c:pt idx="4006">
                        <c:v>43685</c:v>
                      </c:pt>
                      <c:pt idx="4007">
                        <c:v>43686</c:v>
                      </c:pt>
                      <c:pt idx="4008">
                        <c:v>43689</c:v>
                      </c:pt>
                      <c:pt idx="4009">
                        <c:v>43690</c:v>
                      </c:pt>
                      <c:pt idx="4010">
                        <c:v>43691</c:v>
                      </c:pt>
                      <c:pt idx="4011">
                        <c:v>43692</c:v>
                      </c:pt>
                      <c:pt idx="4012">
                        <c:v>43693</c:v>
                      </c:pt>
                      <c:pt idx="4013">
                        <c:v>43696</c:v>
                      </c:pt>
                      <c:pt idx="4014">
                        <c:v>43697</c:v>
                      </c:pt>
                      <c:pt idx="4015">
                        <c:v>43698</c:v>
                      </c:pt>
                      <c:pt idx="4016">
                        <c:v>43699</c:v>
                      </c:pt>
                      <c:pt idx="4017">
                        <c:v>43700</c:v>
                      </c:pt>
                      <c:pt idx="4018">
                        <c:v>43703</c:v>
                      </c:pt>
                      <c:pt idx="4019">
                        <c:v>43704</c:v>
                      </c:pt>
                      <c:pt idx="4020">
                        <c:v>43705</c:v>
                      </c:pt>
                      <c:pt idx="4021">
                        <c:v>43706</c:v>
                      </c:pt>
                      <c:pt idx="4022">
                        <c:v>43707</c:v>
                      </c:pt>
                      <c:pt idx="4023">
                        <c:v>43710</c:v>
                      </c:pt>
                      <c:pt idx="4024">
                        <c:v>43711</c:v>
                      </c:pt>
                      <c:pt idx="4025">
                        <c:v>43712</c:v>
                      </c:pt>
                      <c:pt idx="4026">
                        <c:v>43713</c:v>
                      </c:pt>
                      <c:pt idx="4027">
                        <c:v>43714</c:v>
                      </c:pt>
                      <c:pt idx="4028">
                        <c:v>43717</c:v>
                      </c:pt>
                      <c:pt idx="4029">
                        <c:v>43718</c:v>
                      </c:pt>
                      <c:pt idx="4030">
                        <c:v>43719</c:v>
                      </c:pt>
                      <c:pt idx="4031">
                        <c:v>43720</c:v>
                      </c:pt>
                      <c:pt idx="4032">
                        <c:v>43721</c:v>
                      </c:pt>
                      <c:pt idx="4033">
                        <c:v>43724</c:v>
                      </c:pt>
                      <c:pt idx="4034">
                        <c:v>43725</c:v>
                      </c:pt>
                      <c:pt idx="4035">
                        <c:v>43726</c:v>
                      </c:pt>
                      <c:pt idx="4036">
                        <c:v>43727</c:v>
                      </c:pt>
                      <c:pt idx="4037">
                        <c:v>43728</c:v>
                      </c:pt>
                      <c:pt idx="4038">
                        <c:v>43731</c:v>
                      </c:pt>
                      <c:pt idx="4039">
                        <c:v>43732</c:v>
                      </c:pt>
                      <c:pt idx="4040">
                        <c:v>43733</c:v>
                      </c:pt>
                      <c:pt idx="4041">
                        <c:v>43734</c:v>
                      </c:pt>
                      <c:pt idx="4042">
                        <c:v>43735</c:v>
                      </c:pt>
                      <c:pt idx="4043">
                        <c:v>43738</c:v>
                      </c:pt>
                      <c:pt idx="4044">
                        <c:v>43739</c:v>
                      </c:pt>
                      <c:pt idx="4045">
                        <c:v>43740</c:v>
                      </c:pt>
                      <c:pt idx="4046">
                        <c:v>43741</c:v>
                      </c:pt>
                      <c:pt idx="4047">
                        <c:v>43742</c:v>
                      </c:pt>
                      <c:pt idx="4048">
                        <c:v>43745</c:v>
                      </c:pt>
                      <c:pt idx="4049">
                        <c:v>43746</c:v>
                      </c:pt>
                      <c:pt idx="4050">
                        <c:v>43747</c:v>
                      </c:pt>
                      <c:pt idx="4051">
                        <c:v>43748</c:v>
                      </c:pt>
                      <c:pt idx="4052">
                        <c:v>43749</c:v>
                      </c:pt>
                      <c:pt idx="4053">
                        <c:v>43752</c:v>
                      </c:pt>
                      <c:pt idx="4054">
                        <c:v>43753</c:v>
                      </c:pt>
                      <c:pt idx="4055">
                        <c:v>43754</c:v>
                      </c:pt>
                      <c:pt idx="4056">
                        <c:v>43755</c:v>
                      </c:pt>
                      <c:pt idx="4057">
                        <c:v>43756</c:v>
                      </c:pt>
                      <c:pt idx="4058">
                        <c:v>43759</c:v>
                      </c:pt>
                      <c:pt idx="4059">
                        <c:v>43760</c:v>
                      </c:pt>
                      <c:pt idx="4060">
                        <c:v>43761</c:v>
                      </c:pt>
                      <c:pt idx="4061">
                        <c:v>43762</c:v>
                      </c:pt>
                      <c:pt idx="4062">
                        <c:v>43763</c:v>
                      </c:pt>
                      <c:pt idx="4063">
                        <c:v>43766</c:v>
                      </c:pt>
                      <c:pt idx="4064">
                        <c:v>43767</c:v>
                      </c:pt>
                      <c:pt idx="4065">
                        <c:v>43768</c:v>
                      </c:pt>
                      <c:pt idx="4066">
                        <c:v>43769</c:v>
                      </c:pt>
                      <c:pt idx="4067">
                        <c:v>43770</c:v>
                      </c:pt>
                      <c:pt idx="4068">
                        <c:v>43773</c:v>
                      </c:pt>
                      <c:pt idx="4069">
                        <c:v>43774</c:v>
                      </c:pt>
                      <c:pt idx="4070">
                        <c:v>43775</c:v>
                      </c:pt>
                      <c:pt idx="4071">
                        <c:v>43776</c:v>
                      </c:pt>
                      <c:pt idx="4072">
                        <c:v>43777</c:v>
                      </c:pt>
                      <c:pt idx="4073">
                        <c:v>43780</c:v>
                      </c:pt>
                      <c:pt idx="4074">
                        <c:v>43781</c:v>
                      </c:pt>
                      <c:pt idx="4075">
                        <c:v>43782</c:v>
                      </c:pt>
                      <c:pt idx="4076">
                        <c:v>43783</c:v>
                      </c:pt>
                      <c:pt idx="4077">
                        <c:v>43784</c:v>
                      </c:pt>
                      <c:pt idx="4078">
                        <c:v>43787</c:v>
                      </c:pt>
                      <c:pt idx="4079">
                        <c:v>43788</c:v>
                      </c:pt>
                      <c:pt idx="4080">
                        <c:v>43789</c:v>
                      </c:pt>
                      <c:pt idx="4081">
                        <c:v>43790</c:v>
                      </c:pt>
                      <c:pt idx="4082">
                        <c:v>43791</c:v>
                      </c:pt>
                      <c:pt idx="4083">
                        <c:v>43794</c:v>
                      </c:pt>
                      <c:pt idx="4084">
                        <c:v>43795</c:v>
                      </c:pt>
                      <c:pt idx="4085">
                        <c:v>43796</c:v>
                      </c:pt>
                      <c:pt idx="4086">
                        <c:v>43797</c:v>
                      </c:pt>
                      <c:pt idx="4087">
                        <c:v>43798</c:v>
                      </c:pt>
                      <c:pt idx="4088">
                        <c:v>43801</c:v>
                      </c:pt>
                      <c:pt idx="4089">
                        <c:v>43802</c:v>
                      </c:pt>
                      <c:pt idx="4090">
                        <c:v>43803</c:v>
                      </c:pt>
                      <c:pt idx="4091">
                        <c:v>43804</c:v>
                      </c:pt>
                      <c:pt idx="4092">
                        <c:v>43805</c:v>
                      </c:pt>
                      <c:pt idx="4093">
                        <c:v>43808</c:v>
                      </c:pt>
                      <c:pt idx="4094">
                        <c:v>43809</c:v>
                      </c:pt>
                      <c:pt idx="4095">
                        <c:v>43810</c:v>
                      </c:pt>
                      <c:pt idx="4096">
                        <c:v>43811</c:v>
                      </c:pt>
                      <c:pt idx="4097">
                        <c:v>43812</c:v>
                      </c:pt>
                      <c:pt idx="4098">
                        <c:v>43815</c:v>
                      </c:pt>
                      <c:pt idx="4099">
                        <c:v>43816</c:v>
                      </c:pt>
                      <c:pt idx="4100">
                        <c:v>43817</c:v>
                      </c:pt>
                      <c:pt idx="4101">
                        <c:v>43818</c:v>
                      </c:pt>
                      <c:pt idx="4102">
                        <c:v>43819</c:v>
                      </c:pt>
                      <c:pt idx="4103">
                        <c:v>43822</c:v>
                      </c:pt>
                      <c:pt idx="4104">
                        <c:v>43823</c:v>
                      </c:pt>
                      <c:pt idx="4105">
                        <c:v>43824</c:v>
                      </c:pt>
                      <c:pt idx="4106">
                        <c:v>43825</c:v>
                      </c:pt>
                      <c:pt idx="4107">
                        <c:v>43826</c:v>
                      </c:pt>
                      <c:pt idx="4108">
                        <c:v>43829</c:v>
                      </c:pt>
                      <c:pt idx="4109">
                        <c:v>43830</c:v>
                      </c:pt>
                      <c:pt idx="4110">
                        <c:v>43831</c:v>
                      </c:pt>
                      <c:pt idx="4111">
                        <c:v>43832</c:v>
                      </c:pt>
                      <c:pt idx="4112">
                        <c:v>43833</c:v>
                      </c:pt>
                      <c:pt idx="4113">
                        <c:v>43836</c:v>
                      </c:pt>
                      <c:pt idx="4114">
                        <c:v>43837</c:v>
                      </c:pt>
                      <c:pt idx="4115">
                        <c:v>43838</c:v>
                      </c:pt>
                      <c:pt idx="4116">
                        <c:v>43839</c:v>
                      </c:pt>
                      <c:pt idx="4117">
                        <c:v>43840</c:v>
                      </c:pt>
                      <c:pt idx="4118">
                        <c:v>43843</c:v>
                      </c:pt>
                      <c:pt idx="4119">
                        <c:v>43844</c:v>
                      </c:pt>
                      <c:pt idx="4120">
                        <c:v>43845</c:v>
                      </c:pt>
                      <c:pt idx="4121">
                        <c:v>43846</c:v>
                      </c:pt>
                      <c:pt idx="4122">
                        <c:v>43847</c:v>
                      </c:pt>
                      <c:pt idx="4123">
                        <c:v>43850</c:v>
                      </c:pt>
                      <c:pt idx="4124">
                        <c:v>43851</c:v>
                      </c:pt>
                      <c:pt idx="4125">
                        <c:v>43852</c:v>
                      </c:pt>
                      <c:pt idx="4126">
                        <c:v>43853</c:v>
                      </c:pt>
                      <c:pt idx="4127">
                        <c:v>43854</c:v>
                      </c:pt>
                      <c:pt idx="4128">
                        <c:v>43857</c:v>
                      </c:pt>
                      <c:pt idx="4129">
                        <c:v>43858</c:v>
                      </c:pt>
                      <c:pt idx="4130">
                        <c:v>43859</c:v>
                      </c:pt>
                      <c:pt idx="4131">
                        <c:v>43860</c:v>
                      </c:pt>
                      <c:pt idx="4132">
                        <c:v>43861</c:v>
                      </c:pt>
                      <c:pt idx="4133">
                        <c:v>43864</c:v>
                      </c:pt>
                      <c:pt idx="4134">
                        <c:v>43865</c:v>
                      </c:pt>
                      <c:pt idx="4135">
                        <c:v>43866</c:v>
                      </c:pt>
                      <c:pt idx="4136">
                        <c:v>43867</c:v>
                      </c:pt>
                      <c:pt idx="4137">
                        <c:v>43868</c:v>
                      </c:pt>
                      <c:pt idx="4138">
                        <c:v>43871</c:v>
                      </c:pt>
                      <c:pt idx="4139">
                        <c:v>43872</c:v>
                      </c:pt>
                      <c:pt idx="4140">
                        <c:v>43873</c:v>
                      </c:pt>
                      <c:pt idx="4141">
                        <c:v>43874</c:v>
                      </c:pt>
                      <c:pt idx="4142">
                        <c:v>43875</c:v>
                      </c:pt>
                      <c:pt idx="4143">
                        <c:v>43878</c:v>
                      </c:pt>
                      <c:pt idx="4144">
                        <c:v>43879</c:v>
                      </c:pt>
                      <c:pt idx="4145">
                        <c:v>43880</c:v>
                      </c:pt>
                      <c:pt idx="4146">
                        <c:v>43881</c:v>
                      </c:pt>
                      <c:pt idx="4147">
                        <c:v>43882</c:v>
                      </c:pt>
                      <c:pt idx="4148">
                        <c:v>43885</c:v>
                      </c:pt>
                      <c:pt idx="4149">
                        <c:v>43886</c:v>
                      </c:pt>
                      <c:pt idx="4150">
                        <c:v>43887</c:v>
                      </c:pt>
                      <c:pt idx="4151">
                        <c:v>43888</c:v>
                      </c:pt>
                      <c:pt idx="4152">
                        <c:v>43889</c:v>
                      </c:pt>
                      <c:pt idx="4153">
                        <c:v>43892</c:v>
                      </c:pt>
                      <c:pt idx="4154">
                        <c:v>43893</c:v>
                      </c:pt>
                      <c:pt idx="4155">
                        <c:v>43894</c:v>
                      </c:pt>
                      <c:pt idx="4156">
                        <c:v>43895</c:v>
                      </c:pt>
                      <c:pt idx="4157">
                        <c:v>43896</c:v>
                      </c:pt>
                      <c:pt idx="4158">
                        <c:v>43899</c:v>
                      </c:pt>
                      <c:pt idx="4159">
                        <c:v>43900</c:v>
                      </c:pt>
                      <c:pt idx="4160">
                        <c:v>43901</c:v>
                      </c:pt>
                      <c:pt idx="4161">
                        <c:v>43902</c:v>
                      </c:pt>
                      <c:pt idx="4162">
                        <c:v>43903</c:v>
                      </c:pt>
                      <c:pt idx="4163">
                        <c:v>43906</c:v>
                      </c:pt>
                      <c:pt idx="4164">
                        <c:v>43907</c:v>
                      </c:pt>
                      <c:pt idx="4165">
                        <c:v>43908</c:v>
                      </c:pt>
                      <c:pt idx="4166">
                        <c:v>43909</c:v>
                      </c:pt>
                      <c:pt idx="4167">
                        <c:v>43910</c:v>
                      </c:pt>
                      <c:pt idx="4168">
                        <c:v>43913</c:v>
                      </c:pt>
                      <c:pt idx="4169">
                        <c:v>43914</c:v>
                      </c:pt>
                      <c:pt idx="4170">
                        <c:v>43915</c:v>
                      </c:pt>
                      <c:pt idx="4171">
                        <c:v>43916</c:v>
                      </c:pt>
                      <c:pt idx="4172">
                        <c:v>43917</c:v>
                      </c:pt>
                      <c:pt idx="4173">
                        <c:v>43920</c:v>
                      </c:pt>
                      <c:pt idx="4174">
                        <c:v>43921</c:v>
                      </c:pt>
                      <c:pt idx="4175">
                        <c:v>43922</c:v>
                      </c:pt>
                      <c:pt idx="4176">
                        <c:v>43923</c:v>
                      </c:pt>
                      <c:pt idx="4177">
                        <c:v>43924</c:v>
                      </c:pt>
                      <c:pt idx="4178">
                        <c:v>43927</c:v>
                      </c:pt>
                      <c:pt idx="4179">
                        <c:v>43928</c:v>
                      </c:pt>
                      <c:pt idx="4180">
                        <c:v>43929</c:v>
                      </c:pt>
                      <c:pt idx="4181">
                        <c:v>43930</c:v>
                      </c:pt>
                      <c:pt idx="4182">
                        <c:v>43931</c:v>
                      </c:pt>
                      <c:pt idx="4183">
                        <c:v>43934</c:v>
                      </c:pt>
                      <c:pt idx="4184">
                        <c:v>43935</c:v>
                      </c:pt>
                      <c:pt idx="4185">
                        <c:v>43936</c:v>
                      </c:pt>
                      <c:pt idx="4186">
                        <c:v>43937</c:v>
                      </c:pt>
                      <c:pt idx="4187">
                        <c:v>43938</c:v>
                      </c:pt>
                      <c:pt idx="4188">
                        <c:v>43941</c:v>
                      </c:pt>
                      <c:pt idx="4189">
                        <c:v>43942</c:v>
                      </c:pt>
                      <c:pt idx="4190">
                        <c:v>43943</c:v>
                      </c:pt>
                      <c:pt idx="4191">
                        <c:v>43944</c:v>
                      </c:pt>
                      <c:pt idx="4192">
                        <c:v>43945</c:v>
                      </c:pt>
                      <c:pt idx="4193">
                        <c:v>43948</c:v>
                      </c:pt>
                      <c:pt idx="4194">
                        <c:v>43949</c:v>
                      </c:pt>
                      <c:pt idx="4195">
                        <c:v>43950</c:v>
                      </c:pt>
                      <c:pt idx="4196">
                        <c:v>43951</c:v>
                      </c:pt>
                      <c:pt idx="4197">
                        <c:v>43952</c:v>
                      </c:pt>
                      <c:pt idx="4198">
                        <c:v>43955</c:v>
                      </c:pt>
                      <c:pt idx="4199">
                        <c:v>43956</c:v>
                      </c:pt>
                      <c:pt idx="4200">
                        <c:v>43957</c:v>
                      </c:pt>
                      <c:pt idx="4201">
                        <c:v>43958</c:v>
                      </c:pt>
                      <c:pt idx="4202">
                        <c:v>43959</c:v>
                      </c:pt>
                      <c:pt idx="4203">
                        <c:v>43962</c:v>
                      </c:pt>
                      <c:pt idx="4204">
                        <c:v>43963</c:v>
                      </c:pt>
                      <c:pt idx="4205">
                        <c:v>43964</c:v>
                      </c:pt>
                      <c:pt idx="4206">
                        <c:v>43965</c:v>
                      </c:pt>
                      <c:pt idx="4207">
                        <c:v>43966</c:v>
                      </c:pt>
                      <c:pt idx="4208">
                        <c:v>43969</c:v>
                      </c:pt>
                      <c:pt idx="4209">
                        <c:v>43970</c:v>
                      </c:pt>
                      <c:pt idx="4210">
                        <c:v>43971</c:v>
                      </c:pt>
                      <c:pt idx="4211">
                        <c:v>43972</c:v>
                      </c:pt>
                      <c:pt idx="4212">
                        <c:v>43973</c:v>
                      </c:pt>
                      <c:pt idx="4213">
                        <c:v>43976</c:v>
                      </c:pt>
                      <c:pt idx="4214">
                        <c:v>43977</c:v>
                      </c:pt>
                      <c:pt idx="4215">
                        <c:v>43978</c:v>
                      </c:pt>
                      <c:pt idx="4216">
                        <c:v>43979</c:v>
                      </c:pt>
                      <c:pt idx="4217">
                        <c:v>43980</c:v>
                      </c:pt>
                      <c:pt idx="4218">
                        <c:v>43983</c:v>
                      </c:pt>
                      <c:pt idx="4219">
                        <c:v>43984</c:v>
                      </c:pt>
                      <c:pt idx="4220">
                        <c:v>43985</c:v>
                      </c:pt>
                      <c:pt idx="4221">
                        <c:v>43986</c:v>
                      </c:pt>
                      <c:pt idx="4222">
                        <c:v>43987</c:v>
                      </c:pt>
                      <c:pt idx="4223">
                        <c:v>43990</c:v>
                      </c:pt>
                      <c:pt idx="4224">
                        <c:v>43991</c:v>
                      </c:pt>
                      <c:pt idx="4225">
                        <c:v>43992</c:v>
                      </c:pt>
                      <c:pt idx="4226">
                        <c:v>43993</c:v>
                      </c:pt>
                      <c:pt idx="4227">
                        <c:v>43994</c:v>
                      </c:pt>
                      <c:pt idx="4228">
                        <c:v>43997</c:v>
                      </c:pt>
                      <c:pt idx="4229">
                        <c:v>43998</c:v>
                      </c:pt>
                      <c:pt idx="4230">
                        <c:v>43999</c:v>
                      </c:pt>
                      <c:pt idx="4231">
                        <c:v>44000</c:v>
                      </c:pt>
                      <c:pt idx="4232">
                        <c:v>44001</c:v>
                      </c:pt>
                      <c:pt idx="4233">
                        <c:v>44004</c:v>
                      </c:pt>
                      <c:pt idx="4234">
                        <c:v>44005</c:v>
                      </c:pt>
                      <c:pt idx="4235">
                        <c:v>44006</c:v>
                      </c:pt>
                      <c:pt idx="4236">
                        <c:v>44007</c:v>
                      </c:pt>
                      <c:pt idx="4237">
                        <c:v>44008</c:v>
                      </c:pt>
                      <c:pt idx="4238">
                        <c:v>44011</c:v>
                      </c:pt>
                      <c:pt idx="4239">
                        <c:v>44012</c:v>
                      </c:pt>
                      <c:pt idx="4240">
                        <c:v>44013</c:v>
                      </c:pt>
                      <c:pt idx="4241">
                        <c:v>44014</c:v>
                      </c:pt>
                      <c:pt idx="4242">
                        <c:v>44015</c:v>
                      </c:pt>
                      <c:pt idx="4243">
                        <c:v>44018</c:v>
                      </c:pt>
                      <c:pt idx="4244">
                        <c:v>44019</c:v>
                      </c:pt>
                      <c:pt idx="4245">
                        <c:v>44020</c:v>
                      </c:pt>
                      <c:pt idx="4246">
                        <c:v>44021</c:v>
                      </c:pt>
                      <c:pt idx="4247">
                        <c:v>44022</c:v>
                      </c:pt>
                      <c:pt idx="4248">
                        <c:v>44025</c:v>
                      </c:pt>
                      <c:pt idx="4249">
                        <c:v>44026</c:v>
                      </c:pt>
                      <c:pt idx="4250">
                        <c:v>44027</c:v>
                      </c:pt>
                      <c:pt idx="4251">
                        <c:v>44028</c:v>
                      </c:pt>
                      <c:pt idx="4252">
                        <c:v>44029</c:v>
                      </c:pt>
                      <c:pt idx="4253">
                        <c:v>44032</c:v>
                      </c:pt>
                      <c:pt idx="4254">
                        <c:v>44033</c:v>
                      </c:pt>
                      <c:pt idx="4255">
                        <c:v>44034</c:v>
                      </c:pt>
                      <c:pt idx="4256">
                        <c:v>44035</c:v>
                      </c:pt>
                      <c:pt idx="4257">
                        <c:v>44036</c:v>
                      </c:pt>
                      <c:pt idx="4258">
                        <c:v>44039</c:v>
                      </c:pt>
                      <c:pt idx="4259">
                        <c:v>44040</c:v>
                      </c:pt>
                      <c:pt idx="4260">
                        <c:v>44041</c:v>
                      </c:pt>
                      <c:pt idx="4261">
                        <c:v>44042</c:v>
                      </c:pt>
                      <c:pt idx="4262">
                        <c:v>44043</c:v>
                      </c:pt>
                      <c:pt idx="4263">
                        <c:v>44046</c:v>
                      </c:pt>
                      <c:pt idx="4264">
                        <c:v>44047</c:v>
                      </c:pt>
                      <c:pt idx="4265">
                        <c:v>44048</c:v>
                      </c:pt>
                      <c:pt idx="4266">
                        <c:v>44049</c:v>
                      </c:pt>
                      <c:pt idx="4267">
                        <c:v>44050</c:v>
                      </c:pt>
                      <c:pt idx="4268">
                        <c:v>44053</c:v>
                      </c:pt>
                      <c:pt idx="4269">
                        <c:v>44054</c:v>
                      </c:pt>
                      <c:pt idx="4270">
                        <c:v>44055</c:v>
                      </c:pt>
                      <c:pt idx="4271">
                        <c:v>44056</c:v>
                      </c:pt>
                      <c:pt idx="4272">
                        <c:v>44057</c:v>
                      </c:pt>
                      <c:pt idx="4273">
                        <c:v>44060</c:v>
                      </c:pt>
                      <c:pt idx="4274">
                        <c:v>44061</c:v>
                      </c:pt>
                      <c:pt idx="4275">
                        <c:v>44062</c:v>
                      </c:pt>
                      <c:pt idx="4276">
                        <c:v>44063</c:v>
                      </c:pt>
                      <c:pt idx="4277">
                        <c:v>44064</c:v>
                      </c:pt>
                      <c:pt idx="4278">
                        <c:v>44067</c:v>
                      </c:pt>
                      <c:pt idx="4279">
                        <c:v>44068</c:v>
                      </c:pt>
                      <c:pt idx="4280">
                        <c:v>44069</c:v>
                      </c:pt>
                      <c:pt idx="4281">
                        <c:v>44070</c:v>
                      </c:pt>
                      <c:pt idx="4282">
                        <c:v>44071</c:v>
                      </c:pt>
                      <c:pt idx="4283">
                        <c:v>44074</c:v>
                      </c:pt>
                      <c:pt idx="4284">
                        <c:v>44075</c:v>
                      </c:pt>
                      <c:pt idx="4285">
                        <c:v>44076</c:v>
                      </c:pt>
                      <c:pt idx="4286">
                        <c:v>44077</c:v>
                      </c:pt>
                      <c:pt idx="4287">
                        <c:v>44078</c:v>
                      </c:pt>
                      <c:pt idx="4288">
                        <c:v>44081</c:v>
                      </c:pt>
                      <c:pt idx="4289">
                        <c:v>44082</c:v>
                      </c:pt>
                      <c:pt idx="4290">
                        <c:v>44083</c:v>
                      </c:pt>
                      <c:pt idx="4291">
                        <c:v>44084</c:v>
                      </c:pt>
                      <c:pt idx="4292">
                        <c:v>44085</c:v>
                      </c:pt>
                      <c:pt idx="4293">
                        <c:v>44088</c:v>
                      </c:pt>
                      <c:pt idx="4294">
                        <c:v>44089</c:v>
                      </c:pt>
                      <c:pt idx="4295">
                        <c:v>44090</c:v>
                      </c:pt>
                      <c:pt idx="4296">
                        <c:v>44091</c:v>
                      </c:pt>
                      <c:pt idx="4297">
                        <c:v>44092</c:v>
                      </c:pt>
                      <c:pt idx="4298">
                        <c:v>44095</c:v>
                      </c:pt>
                      <c:pt idx="4299">
                        <c:v>44096</c:v>
                      </c:pt>
                      <c:pt idx="4300">
                        <c:v>44097</c:v>
                      </c:pt>
                      <c:pt idx="4301">
                        <c:v>44098</c:v>
                      </c:pt>
                      <c:pt idx="4302">
                        <c:v>44099</c:v>
                      </c:pt>
                      <c:pt idx="4303">
                        <c:v>44102</c:v>
                      </c:pt>
                      <c:pt idx="4304">
                        <c:v>44103</c:v>
                      </c:pt>
                      <c:pt idx="4305">
                        <c:v>44104</c:v>
                      </c:pt>
                      <c:pt idx="4306">
                        <c:v>44105</c:v>
                      </c:pt>
                      <c:pt idx="4307">
                        <c:v>44106</c:v>
                      </c:pt>
                      <c:pt idx="4308">
                        <c:v>44109</c:v>
                      </c:pt>
                      <c:pt idx="4309">
                        <c:v>44110</c:v>
                      </c:pt>
                      <c:pt idx="4310">
                        <c:v>44111</c:v>
                      </c:pt>
                      <c:pt idx="4311">
                        <c:v>44112</c:v>
                      </c:pt>
                      <c:pt idx="4312">
                        <c:v>44113</c:v>
                      </c:pt>
                      <c:pt idx="4313">
                        <c:v>44116</c:v>
                      </c:pt>
                      <c:pt idx="4314">
                        <c:v>44117</c:v>
                      </c:pt>
                      <c:pt idx="4315">
                        <c:v>44118</c:v>
                      </c:pt>
                      <c:pt idx="4316">
                        <c:v>44119</c:v>
                      </c:pt>
                      <c:pt idx="4317">
                        <c:v>44120</c:v>
                      </c:pt>
                      <c:pt idx="4318">
                        <c:v>44123</c:v>
                      </c:pt>
                      <c:pt idx="4319">
                        <c:v>44124</c:v>
                      </c:pt>
                      <c:pt idx="4320">
                        <c:v>44125</c:v>
                      </c:pt>
                      <c:pt idx="4321">
                        <c:v>44126</c:v>
                      </c:pt>
                      <c:pt idx="4322">
                        <c:v>44127</c:v>
                      </c:pt>
                      <c:pt idx="4323">
                        <c:v>44130</c:v>
                      </c:pt>
                      <c:pt idx="4324">
                        <c:v>44131</c:v>
                      </c:pt>
                      <c:pt idx="4325">
                        <c:v>44132</c:v>
                      </c:pt>
                      <c:pt idx="4326">
                        <c:v>44133</c:v>
                      </c:pt>
                      <c:pt idx="4327">
                        <c:v>44134</c:v>
                      </c:pt>
                      <c:pt idx="4328">
                        <c:v>44137</c:v>
                      </c:pt>
                      <c:pt idx="4329">
                        <c:v>44138</c:v>
                      </c:pt>
                      <c:pt idx="4330">
                        <c:v>44139</c:v>
                      </c:pt>
                      <c:pt idx="4331">
                        <c:v>44140</c:v>
                      </c:pt>
                      <c:pt idx="4332">
                        <c:v>44141</c:v>
                      </c:pt>
                      <c:pt idx="4333">
                        <c:v>44144</c:v>
                      </c:pt>
                      <c:pt idx="4334">
                        <c:v>44145</c:v>
                      </c:pt>
                      <c:pt idx="4335">
                        <c:v>44146</c:v>
                      </c:pt>
                      <c:pt idx="4336">
                        <c:v>44147</c:v>
                      </c:pt>
                      <c:pt idx="4337">
                        <c:v>44148</c:v>
                      </c:pt>
                      <c:pt idx="4338">
                        <c:v>44151</c:v>
                      </c:pt>
                      <c:pt idx="4339">
                        <c:v>44152</c:v>
                      </c:pt>
                      <c:pt idx="4340">
                        <c:v>44153</c:v>
                      </c:pt>
                      <c:pt idx="4341">
                        <c:v>44154</c:v>
                      </c:pt>
                      <c:pt idx="4342">
                        <c:v>44155</c:v>
                      </c:pt>
                      <c:pt idx="4343">
                        <c:v>44158</c:v>
                      </c:pt>
                      <c:pt idx="4344">
                        <c:v>44159</c:v>
                      </c:pt>
                      <c:pt idx="4345">
                        <c:v>44160</c:v>
                      </c:pt>
                      <c:pt idx="4346">
                        <c:v>44161</c:v>
                      </c:pt>
                      <c:pt idx="4347">
                        <c:v>44162</c:v>
                      </c:pt>
                      <c:pt idx="4348">
                        <c:v>44165</c:v>
                      </c:pt>
                      <c:pt idx="4349">
                        <c:v>44166</c:v>
                      </c:pt>
                      <c:pt idx="4350">
                        <c:v>44167</c:v>
                      </c:pt>
                      <c:pt idx="4351">
                        <c:v>44168</c:v>
                      </c:pt>
                      <c:pt idx="4352">
                        <c:v>44169</c:v>
                      </c:pt>
                      <c:pt idx="4353">
                        <c:v>44172</c:v>
                      </c:pt>
                      <c:pt idx="4354">
                        <c:v>44173</c:v>
                      </c:pt>
                      <c:pt idx="4355">
                        <c:v>44174</c:v>
                      </c:pt>
                      <c:pt idx="4356">
                        <c:v>44175</c:v>
                      </c:pt>
                      <c:pt idx="4357">
                        <c:v>44176</c:v>
                      </c:pt>
                      <c:pt idx="4358">
                        <c:v>44179</c:v>
                      </c:pt>
                      <c:pt idx="4359">
                        <c:v>44180</c:v>
                      </c:pt>
                      <c:pt idx="4360">
                        <c:v>44181</c:v>
                      </c:pt>
                      <c:pt idx="4361">
                        <c:v>44182</c:v>
                      </c:pt>
                      <c:pt idx="4362">
                        <c:v>44183</c:v>
                      </c:pt>
                      <c:pt idx="4363">
                        <c:v>44186</c:v>
                      </c:pt>
                      <c:pt idx="4364">
                        <c:v>44187</c:v>
                      </c:pt>
                      <c:pt idx="4365">
                        <c:v>44188</c:v>
                      </c:pt>
                      <c:pt idx="4366">
                        <c:v>44189</c:v>
                      </c:pt>
                      <c:pt idx="4367">
                        <c:v>44190</c:v>
                      </c:pt>
                      <c:pt idx="4368">
                        <c:v>44193</c:v>
                      </c:pt>
                      <c:pt idx="4369">
                        <c:v>44194</c:v>
                      </c:pt>
                      <c:pt idx="4370">
                        <c:v>44195</c:v>
                      </c:pt>
                      <c:pt idx="4371">
                        <c:v>44196</c:v>
                      </c:pt>
                      <c:pt idx="4372">
                        <c:v>44197</c:v>
                      </c:pt>
                      <c:pt idx="4373">
                        <c:v>44200</c:v>
                      </c:pt>
                      <c:pt idx="4374">
                        <c:v>44201</c:v>
                      </c:pt>
                      <c:pt idx="4375">
                        <c:v>44202</c:v>
                      </c:pt>
                      <c:pt idx="4376">
                        <c:v>44203</c:v>
                      </c:pt>
                      <c:pt idx="4377">
                        <c:v>44204</c:v>
                      </c:pt>
                      <c:pt idx="4378">
                        <c:v>44207</c:v>
                      </c:pt>
                      <c:pt idx="4379">
                        <c:v>44208</c:v>
                      </c:pt>
                      <c:pt idx="4380">
                        <c:v>44209</c:v>
                      </c:pt>
                      <c:pt idx="4381">
                        <c:v>44210</c:v>
                      </c:pt>
                      <c:pt idx="4382">
                        <c:v>44211</c:v>
                      </c:pt>
                      <c:pt idx="4383">
                        <c:v>44214</c:v>
                      </c:pt>
                      <c:pt idx="4384">
                        <c:v>44215</c:v>
                      </c:pt>
                      <c:pt idx="4385">
                        <c:v>44216</c:v>
                      </c:pt>
                      <c:pt idx="4386">
                        <c:v>44217</c:v>
                      </c:pt>
                      <c:pt idx="4387">
                        <c:v>44218</c:v>
                      </c:pt>
                      <c:pt idx="4388">
                        <c:v>44221</c:v>
                      </c:pt>
                      <c:pt idx="4389">
                        <c:v>44222</c:v>
                      </c:pt>
                      <c:pt idx="4390">
                        <c:v>44223</c:v>
                      </c:pt>
                      <c:pt idx="4391">
                        <c:v>44224</c:v>
                      </c:pt>
                      <c:pt idx="4392">
                        <c:v>44225</c:v>
                      </c:pt>
                      <c:pt idx="4393">
                        <c:v>44228</c:v>
                      </c:pt>
                      <c:pt idx="4394">
                        <c:v>44229</c:v>
                      </c:pt>
                      <c:pt idx="4395">
                        <c:v>44230</c:v>
                      </c:pt>
                      <c:pt idx="4396">
                        <c:v>44231</c:v>
                      </c:pt>
                      <c:pt idx="4397">
                        <c:v>44232</c:v>
                      </c:pt>
                      <c:pt idx="4398">
                        <c:v>44235</c:v>
                      </c:pt>
                      <c:pt idx="4399">
                        <c:v>44236</c:v>
                      </c:pt>
                      <c:pt idx="4400">
                        <c:v>44237</c:v>
                      </c:pt>
                      <c:pt idx="4401">
                        <c:v>44238</c:v>
                      </c:pt>
                      <c:pt idx="4402">
                        <c:v>44239</c:v>
                      </c:pt>
                      <c:pt idx="4403">
                        <c:v>44242</c:v>
                      </c:pt>
                      <c:pt idx="4404">
                        <c:v>44243</c:v>
                      </c:pt>
                      <c:pt idx="4405">
                        <c:v>44244</c:v>
                      </c:pt>
                      <c:pt idx="4406">
                        <c:v>44245</c:v>
                      </c:pt>
                      <c:pt idx="4407">
                        <c:v>44246</c:v>
                      </c:pt>
                      <c:pt idx="4408">
                        <c:v>44249</c:v>
                      </c:pt>
                      <c:pt idx="4409">
                        <c:v>44250</c:v>
                      </c:pt>
                      <c:pt idx="4410">
                        <c:v>44251</c:v>
                      </c:pt>
                      <c:pt idx="4411">
                        <c:v>44252</c:v>
                      </c:pt>
                      <c:pt idx="4412">
                        <c:v>44253</c:v>
                      </c:pt>
                      <c:pt idx="4413">
                        <c:v>44256</c:v>
                      </c:pt>
                      <c:pt idx="4414">
                        <c:v>44257</c:v>
                      </c:pt>
                      <c:pt idx="4415">
                        <c:v>44258</c:v>
                      </c:pt>
                      <c:pt idx="4416">
                        <c:v>44259</c:v>
                      </c:pt>
                      <c:pt idx="4417">
                        <c:v>44260</c:v>
                      </c:pt>
                      <c:pt idx="4418">
                        <c:v>44263</c:v>
                      </c:pt>
                      <c:pt idx="4419">
                        <c:v>44264</c:v>
                      </c:pt>
                      <c:pt idx="4420">
                        <c:v>44265</c:v>
                      </c:pt>
                      <c:pt idx="4421">
                        <c:v>44266</c:v>
                      </c:pt>
                      <c:pt idx="4422">
                        <c:v>44267</c:v>
                      </c:pt>
                      <c:pt idx="4423">
                        <c:v>44270</c:v>
                      </c:pt>
                      <c:pt idx="4424">
                        <c:v>44271</c:v>
                      </c:pt>
                      <c:pt idx="4425">
                        <c:v>44272</c:v>
                      </c:pt>
                      <c:pt idx="4426">
                        <c:v>44273</c:v>
                      </c:pt>
                      <c:pt idx="4427">
                        <c:v>44274</c:v>
                      </c:pt>
                      <c:pt idx="4428">
                        <c:v>44277</c:v>
                      </c:pt>
                      <c:pt idx="4429">
                        <c:v>44278</c:v>
                      </c:pt>
                      <c:pt idx="4430">
                        <c:v>44279</c:v>
                      </c:pt>
                      <c:pt idx="4431">
                        <c:v>44280</c:v>
                      </c:pt>
                      <c:pt idx="4432">
                        <c:v>44281</c:v>
                      </c:pt>
                      <c:pt idx="4433">
                        <c:v>44284</c:v>
                      </c:pt>
                      <c:pt idx="4434">
                        <c:v>44285</c:v>
                      </c:pt>
                      <c:pt idx="4435">
                        <c:v>44286</c:v>
                      </c:pt>
                      <c:pt idx="4436">
                        <c:v>44287</c:v>
                      </c:pt>
                      <c:pt idx="4437">
                        <c:v>44288</c:v>
                      </c:pt>
                      <c:pt idx="4438">
                        <c:v>44291</c:v>
                      </c:pt>
                      <c:pt idx="4439">
                        <c:v>44292</c:v>
                      </c:pt>
                      <c:pt idx="4440">
                        <c:v>44293</c:v>
                      </c:pt>
                      <c:pt idx="4441">
                        <c:v>44294</c:v>
                      </c:pt>
                      <c:pt idx="4442">
                        <c:v>44295</c:v>
                      </c:pt>
                      <c:pt idx="4443">
                        <c:v>44298</c:v>
                      </c:pt>
                      <c:pt idx="4444">
                        <c:v>44299</c:v>
                      </c:pt>
                      <c:pt idx="4445">
                        <c:v>44300</c:v>
                      </c:pt>
                      <c:pt idx="4446">
                        <c:v>44301</c:v>
                      </c:pt>
                      <c:pt idx="4447">
                        <c:v>44302</c:v>
                      </c:pt>
                      <c:pt idx="4448">
                        <c:v>44305</c:v>
                      </c:pt>
                      <c:pt idx="4449">
                        <c:v>44306</c:v>
                      </c:pt>
                      <c:pt idx="4450">
                        <c:v>44307</c:v>
                      </c:pt>
                      <c:pt idx="4451">
                        <c:v>44308</c:v>
                      </c:pt>
                      <c:pt idx="4452">
                        <c:v>44309</c:v>
                      </c:pt>
                      <c:pt idx="4453">
                        <c:v>44312</c:v>
                      </c:pt>
                      <c:pt idx="4454">
                        <c:v>44313</c:v>
                      </c:pt>
                      <c:pt idx="4455">
                        <c:v>44314</c:v>
                      </c:pt>
                      <c:pt idx="4456">
                        <c:v>44315</c:v>
                      </c:pt>
                      <c:pt idx="4457">
                        <c:v>44316</c:v>
                      </c:pt>
                      <c:pt idx="4458">
                        <c:v>44319</c:v>
                      </c:pt>
                      <c:pt idx="4459">
                        <c:v>44320</c:v>
                      </c:pt>
                      <c:pt idx="4460">
                        <c:v>44321</c:v>
                      </c:pt>
                      <c:pt idx="4461">
                        <c:v>44322</c:v>
                      </c:pt>
                      <c:pt idx="4462">
                        <c:v>44323</c:v>
                      </c:pt>
                      <c:pt idx="4463">
                        <c:v>44326</c:v>
                      </c:pt>
                      <c:pt idx="4464">
                        <c:v>44327</c:v>
                      </c:pt>
                      <c:pt idx="4465">
                        <c:v>44328</c:v>
                      </c:pt>
                      <c:pt idx="4466">
                        <c:v>44329</c:v>
                      </c:pt>
                      <c:pt idx="4467">
                        <c:v>44330</c:v>
                      </c:pt>
                      <c:pt idx="4468">
                        <c:v>44333</c:v>
                      </c:pt>
                      <c:pt idx="4469">
                        <c:v>44334</c:v>
                      </c:pt>
                      <c:pt idx="4470">
                        <c:v>44335</c:v>
                      </c:pt>
                      <c:pt idx="4471">
                        <c:v>44336</c:v>
                      </c:pt>
                      <c:pt idx="4472">
                        <c:v>44337</c:v>
                      </c:pt>
                      <c:pt idx="4473">
                        <c:v>44340</c:v>
                      </c:pt>
                      <c:pt idx="4474">
                        <c:v>44341</c:v>
                      </c:pt>
                      <c:pt idx="4475">
                        <c:v>44342</c:v>
                      </c:pt>
                      <c:pt idx="4476">
                        <c:v>44343</c:v>
                      </c:pt>
                      <c:pt idx="4477">
                        <c:v>44344</c:v>
                      </c:pt>
                      <c:pt idx="4478">
                        <c:v>44347</c:v>
                      </c:pt>
                      <c:pt idx="4479">
                        <c:v>44348</c:v>
                      </c:pt>
                      <c:pt idx="4480">
                        <c:v>44349</c:v>
                      </c:pt>
                      <c:pt idx="4481">
                        <c:v>44350</c:v>
                      </c:pt>
                      <c:pt idx="4482">
                        <c:v>44351</c:v>
                      </c:pt>
                      <c:pt idx="4483">
                        <c:v>44354</c:v>
                      </c:pt>
                      <c:pt idx="4484">
                        <c:v>44355</c:v>
                      </c:pt>
                      <c:pt idx="4485">
                        <c:v>44356</c:v>
                      </c:pt>
                      <c:pt idx="4486">
                        <c:v>44357</c:v>
                      </c:pt>
                      <c:pt idx="4487">
                        <c:v>44358</c:v>
                      </c:pt>
                      <c:pt idx="4488">
                        <c:v>44361</c:v>
                      </c:pt>
                      <c:pt idx="4489">
                        <c:v>44362</c:v>
                      </c:pt>
                      <c:pt idx="4490">
                        <c:v>44363</c:v>
                      </c:pt>
                      <c:pt idx="4491">
                        <c:v>44364</c:v>
                      </c:pt>
                      <c:pt idx="4492">
                        <c:v>44365</c:v>
                      </c:pt>
                      <c:pt idx="4493">
                        <c:v>44368</c:v>
                      </c:pt>
                      <c:pt idx="4494">
                        <c:v>44369</c:v>
                      </c:pt>
                      <c:pt idx="4495">
                        <c:v>44370</c:v>
                      </c:pt>
                      <c:pt idx="4496">
                        <c:v>44371</c:v>
                      </c:pt>
                      <c:pt idx="4497">
                        <c:v>44372</c:v>
                      </c:pt>
                      <c:pt idx="4498">
                        <c:v>44375</c:v>
                      </c:pt>
                      <c:pt idx="4499">
                        <c:v>44376</c:v>
                      </c:pt>
                      <c:pt idx="4500">
                        <c:v>44377</c:v>
                      </c:pt>
                      <c:pt idx="4501">
                        <c:v>44378</c:v>
                      </c:pt>
                      <c:pt idx="4502">
                        <c:v>44379</c:v>
                      </c:pt>
                      <c:pt idx="4503">
                        <c:v>44382</c:v>
                      </c:pt>
                      <c:pt idx="4504">
                        <c:v>44383</c:v>
                      </c:pt>
                      <c:pt idx="4505">
                        <c:v>44384</c:v>
                      </c:pt>
                      <c:pt idx="4506">
                        <c:v>44385</c:v>
                      </c:pt>
                      <c:pt idx="4507">
                        <c:v>44386</c:v>
                      </c:pt>
                      <c:pt idx="4508">
                        <c:v>44389</c:v>
                      </c:pt>
                      <c:pt idx="4509">
                        <c:v>44390</c:v>
                      </c:pt>
                      <c:pt idx="4510">
                        <c:v>44391</c:v>
                      </c:pt>
                      <c:pt idx="4511">
                        <c:v>44392</c:v>
                      </c:pt>
                      <c:pt idx="4512">
                        <c:v>44393</c:v>
                      </c:pt>
                      <c:pt idx="4513">
                        <c:v>44396</c:v>
                      </c:pt>
                      <c:pt idx="4514">
                        <c:v>44397</c:v>
                      </c:pt>
                      <c:pt idx="4515">
                        <c:v>44398</c:v>
                      </c:pt>
                      <c:pt idx="4516">
                        <c:v>44399</c:v>
                      </c:pt>
                      <c:pt idx="4517">
                        <c:v>44400</c:v>
                      </c:pt>
                      <c:pt idx="4518">
                        <c:v>44403</c:v>
                      </c:pt>
                      <c:pt idx="4519">
                        <c:v>44404</c:v>
                      </c:pt>
                      <c:pt idx="4520">
                        <c:v>44405</c:v>
                      </c:pt>
                      <c:pt idx="4521">
                        <c:v>44406</c:v>
                      </c:pt>
                      <c:pt idx="4522">
                        <c:v>44407</c:v>
                      </c:pt>
                      <c:pt idx="4523">
                        <c:v>44410</c:v>
                      </c:pt>
                      <c:pt idx="4524">
                        <c:v>44411</c:v>
                      </c:pt>
                      <c:pt idx="4525">
                        <c:v>44412</c:v>
                      </c:pt>
                      <c:pt idx="4526">
                        <c:v>44413</c:v>
                      </c:pt>
                      <c:pt idx="4527">
                        <c:v>44414</c:v>
                      </c:pt>
                      <c:pt idx="4528">
                        <c:v>44417</c:v>
                      </c:pt>
                      <c:pt idx="4529">
                        <c:v>44418</c:v>
                      </c:pt>
                      <c:pt idx="4530">
                        <c:v>44419</c:v>
                      </c:pt>
                      <c:pt idx="4531">
                        <c:v>44420</c:v>
                      </c:pt>
                      <c:pt idx="4532">
                        <c:v>44421</c:v>
                      </c:pt>
                      <c:pt idx="4533">
                        <c:v>44424</c:v>
                      </c:pt>
                      <c:pt idx="4534">
                        <c:v>44425</c:v>
                      </c:pt>
                      <c:pt idx="4535">
                        <c:v>44426</c:v>
                      </c:pt>
                      <c:pt idx="4536">
                        <c:v>44427</c:v>
                      </c:pt>
                      <c:pt idx="4537">
                        <c:v>44428</c:v>
                      </c:pt>
                      <c:pt idx="4538">
                        <c:v>44431</c:v>
                      </c:pt>
                      <c:pt idx="4539">
                        <c:v>44432</c:v>
                      </c:pt>
                      <c:pt idx="4540">
                        <c:v>44433</c:v>
                      </c:pt>
                      <c:pt idx="4541">
                        <c:v>44434</c:v>
                      </c:pt>
                      <c:pt idx="4542">
                        <c:v>44435</c:v>
                      </c:pt>
                      <c:pt idx="4543">
                        <c:v>44438</c:v>
                      </c:pt>
                      <c:pt idx="4544">
                        <c:v>44439</c:v>
                      </c:pt>
                      <c:pt idx="4545">
                        <c:v>44440</c:v>
                      </c:pt>
                      <c:pt idx="4546">
                        <c:v>44441</c:v>
                      </c:pt>
                      <c:pt idx="4547">
                        <c:v>44442</c:v>
                      </c:pt>
                      <c:pt idx="4548">
                        <c:v>44445</c:v>
                      </c:pt>
                      <c:pt idx="4549">
                        <c:v>44446</c:v>
                      </c:pt>
                      <c:pt idx="4550">
                        <c:v>44447</c:v>
                      </c:pt>
                      <c:pt idx="4551">
                        <c:v>44448</c:v>
                      </c:pt>
                      <c:pt idx="4552">
                        <c:v>44449</c:v>
                      </c:pt>
                      <c:pt idx="4553">
                        <c:v>44452</c:v>
                      </c:pt>
                      <c:pt idx="4554">
                        <c:v>44453</c:v>
                      </c:pt>
                      <c:pt idx="4555">
                        <c:v>44454</c:v>
                      </c:pt>
                      <c:pt idx="4556">
                        <c:v>44455</c:v>
                      </c:pt>
                      <c:pt idx="4557">
                        <c:v>44456</c:v>
                      </c:pt>
                      <c:pt idx="4558">
                        <c:v>44459</c:v>
                      </c:pt>
                      <c:pt idx="4559">
                        <c:v>44460</c:v>
                      </c:pt>
                      <c:pt idx="4560">
                        <c:v>44461</c:v>
                      </c:pt>
                      <c:pt idx="4561">
                        <c:v>44462</c:v>
                      </c:pt>
                      <c:pt idx="4562">
                        <c:v>44463</c:v>
                      </c:pt>
                      <c:pt idx="4563">
                        <c:v>44466</c:v>
                      </c:pt>
                      <c:pt idx="4564">
                        <c:v>44467</c:v>
                      </c:pt>
                      <c:pt idx="4565">
                        <c:v>44468</c:v>
                      </c:pt>
                      <c:pt idx="4566">
                        <c:v>44469</c:v>
                      </c:pt>
                      <c:pt idx="4567">
                        <c:v>44470</c:v>
                      </c:pt>
                      <c:pt idx="4568">
                        <c:v>44473</c:v>
                      </c:pt>
                      <c:pt idx="4569">
                        <c:v>44474</c:v>
                      </c:pt>
                      <c:pt idx="4570">
                        <c:v>44475</c:v>
                      </c:pt>
                      <c:pt idx="4571">
                        <c:v>44476</c:v>
                      </c:pt>
                      <c:pt idx="4572">
                        <c:v>44477</c:v>
                      </c:pt>
                      <c:pt idx="4573">
                        <c:v>44480</c:v>
                      </c:pt>
                      <c:pt idx="4574">
                        <c:v>44481</c:v>
                      </c:pt>
                      <c:pt idx="4575">
                        <c:v>44482</c:v>
                      </c:pt>
                      <c:pt idx="4576">
                        <c:v>44483</c:v>
                      </c:pt>
                      <c:pt idx="4577">
                        <c:v>44484</c:v>
                      </c:pt>
                      <c:pt idx="4578">
                        <c:v>44487</c:v>
                      </c:pt>
                      <c:pt idx="4579">
                        <c:v>44488</c:v>
                      </c:pt>
                      <c:pt idx="4580">
                        <c:v>44489</c:v>
                      </c:pt>
                      <c:pt idx="4581">
                        <c:v>44490</c:v>
                      </c:pt>
                      <c:pt idx="4582">
                        <c:v>44491</c:v>
                      </c:pt>
                      <c:pt idx="4583">
                        <c:v>44494</c:v>
                      </c:pt>
                      <c:pt idx="4584">
                        <c:v>44495</c:v>
                      </c:pt>
                      <c:pt idx="4585">
                        <c:v>44496</c:v>
                      </c:pt>
                      <c:pt idx="4586">
                        <c:v>44497</c:v>
                      </c:pt>
                      <c:pt idx="4587">
                        <c:v>44498</c:v>
                      </c:pt>
                      <c:pt idx="4588">
                        <c:v>44501</c:v>
                      </c:pt>
                      <c:pt idx="4589">
                        <c:v>44502</c:v>
                      </c:pt>
                      <c:pt idx="4590">
                        <c:v>44503</c:v>
                      </c:pt>
                      <c:pt idx="4591">
                        <c:v>44504</c:v>
                      </c:pt>
                      <c:pt idx="4592">
                        <c:v>44505</c:v>
                      </c:pt>
                      <c:pt idx="4593">
                        <c:v>44508</c:v>
                      </c:pt>
                      <c:pt idx="4594">
                        <c:v>44509</c:v>
                      </c:pt>
                      <c:pt idx="4595">
                        <c:v>44510</c:v>
                      </c:pt>
                      <c:pt idx="4596">
                        <c:v>44511</c:v>
                      </c:pt>
                      <c:pt idx="4597">
                        <c:v>44512</c:v>
                      </c:pt>
                      <c:pt idx="4598">
                        <c:v>44515</c:v>
                      </c:pt>
                      <c:pt idx="4599">
                        <c:v>44516</c:v>
                      </c:pt>
                      <c:pt idx="4600">
                        <c:v>44517</c:v>
                      </c:pt>
                      <c:pt idx="4601">
                        <c:v>44518</c:v>
                      </c:pt>
                      <c:pt idx="4602">
                        <c:v>44519</c:v>
                      </c:pt>
                      <c:pt idx="4603">
                        <c:v>44522</c:v>
                      </c:pt>
                      <c:pt idx="4604">
                        <c:v>44523</c:v>
                      </c:pt>
                      <c:pt idx="4605">
                        <c:v>44524</c:v>
                      </c:pt>
                      <c:pt idx="4606">
                        <c:v>44525</c:v>
                      </c:pt>
                      <c:pt idx="4607">
                        <c:v>44526</c:v>
                      </c:pt>
                      <c:pt idx="4608">
                        <c:v>44529</c:v>
                      </c:pt>
                      <c:pt idx="4609">
                        <c:v>44530</c:v>
                      </c:pt>
                      <c:pt idx="4610">
                        <c:v>44531</c:v>
                      </c:pt>
                      <c:pt idx="4611">
                        <c:v>44532</c:v>
                      </c:pt>
                      <c:pt idx="4612">
                        <c:v>44533</c:v>
                      </c:pt>
                      <c:pt idx="4613">
                        <c:v>44536</c:v>
                      </c:pt>
                      <c:pt idx="4614">
                        <c:v>44537</c:v>
                      </c:pt>
                      <c:pt idx="4615">
                        <c:v>44538</c:v>
                      </c:pt>
                      <c:pt idx="4616">
                        <c:v>44539</c:v>
                      </c:pt>
                      <c:pt idx="4617">
                        <c:v>44540</c:v>
                      </c:pt>
                      <c:pt idx="4618">
                        <c:v>44543</c:v>
                      </c:pt>
                      <c:pt idx="4619">
                        <c:v>44544</c:v>
                      </c:pt>
                      <c:pt idx="4620">
                        <c:v>44545</c:v>
                      </c:pt>
                      <c:pt idx="4621">
                        <c:v>44546</c:v>
                      </c:pt>
                      <c:pt idx="4622">
                        <c:v>44547</c:v>
                      </c:pt>
                      <c:pt idx="4623">
                        <c:v>44550</c:v>
                      </c:pt>
                      <c:pt idx="4624">
                        <c:v>44551</c:v>
                      </c:pt>
                      <c:pt idx="4625">
                        <c:v>44552</c:v>
                      </c:pt>
                      <c:pt idx="4626">
                        <c:v>44553</c:v>
                      </c:pt>
                      <c:pt idx="4627">
                        <c:v>44554</c:v>
                      </c:pt>
                      <c:pt idx="4628">
                        <c:v>44557</c:v>
                      </c:pt>
                      <c:pt idx="4629">
                        <c:v>44558</c:v>
                      </c:pt>
                      <c:pt idx="4630">
                        <c:v>44559</c:v>
                      </c:pt>
                      <c:pt idx="4631">
                        <c:v>44560</c:v>
                      </c:pt>
                      <c:pt idx="4632">
                        <c:v>44561</c:v>
                      </c:pt>
                      <c:pt idx="4633">
                        <c:v>44564</c:v>
                      </c:pt>
                      <c:pt idx="4634">
                        <c:v>44565</c:v>
                      </c:pt>
                      <c:pt idx="4635">
                        <c:v>44566</c:v>
                      </c:pt>
                      <c:pt idx="4636">
                        <c:v>44567</c:v>
                      </c:pt>
                      <c:pt idx="4637">
                        <c:v>44568</c:v>
                      </c:pt>
                      <c:pt idx="4638">
                        <c:v>44571</c:v>
                      </c:pt>
                      <c:pt idx="4639">
                        <c:v>44572</c:v>
                      </c:pt>
                      <c:pt idx="4640">
                        <c:v>44573</c:v>
                      </c:pt>
                      <c:pt idx="4641">
                        <c:v>44574</c:v>
                      </c:pt>
                      <c:pt idx="4642">
                        <c:v>44575</c:v>
                      </c:pt>
                      <c:pt idx="4643">
                        <c:v>44578</c:v>
                      </c:pt>
                      <c:pt idx="4644">
                        <c:v>44579</c:v>
                      </c:pt>
                      <c:pt idx="4645">
                        <c:v>44580</c:v>
                      </c:pt>
                      <c:pt idx="4646">
                        <c:v>44581</c:v>
                      </c:pt>
                      <c:pt idx="4647">
                        <c:v>44582</c:v>
                      </c:pt>
                      <c:pt idx="4648">
                        <c:v>44585</c:v>
                      </c:pt>
                      <c:pt idx="4649">
                        <c:v>44586</c:v>
                      </c:pt>
                      <c:pt idx="4650">
                        <c:v>44587</c:v>
                      </c:pt>
                      <c:pt idx="4651">
                        <c:v>44588</c:v>
                      </c:pt>
                      <c:pt idx="4652">
                        <c:v>44589</c:v>
                      </c:pt>
                      <c:pt idx="4653">
                        <c:v>44592</c:v>
                      </c:pt>
                      <c:pt idx="4654">
                        <c:v>44593</c:v>
                      </c:pt>
                      <c:pt idx="4655">
                        <c:v>44594</c:v>
                      </c:pt>
                      <c:pt idx="4656">
                        <c:v>44595</c:v>
                      </c:pt>
                      <c:pt idx="4657">
                        <c:v>44596</c:v>
                      </c:pt>
                      <c:pt idx="4658">
                        <c:v>44599</c:v>
                      </c:pt>
                      <c:pt idx="4659">
                        <c:v>44600</c:v>
                      </c:pt>
                      <c:pt idx="4660">
                        <c:v>44601</c:v>
                      </c:pt>
                      <c:pt idx="4661">
                        <c:v>44602</c:v>
                      </c:pt>
                      <c:pt idx="4662">
                        <c:v>44603</c:v>
                      </c:pt>
                      <c:pt idx="4663">
                        <c:v>44606</c:v>
                      </c:pt>
                      <c:pt idx="4664">
                        <c:v>44607</c:v>
                      </c:pt>
                      <c:pt idx="4665">
                        <c:v>44608</c:v>
                      </c:pt>
                      <c:pt idx="4666">
                        <c:v>44609</c:v>
                      </c:pt>
                      <c:pt idx="4667">
                        <c:v>44610</c:v>
                      </c:pt>
                      <c:pt idx="4668">
                        <c:v>44613</c:v>
                      </c:pt>
                      <c:pt idx="4669">
                        <c:v>44614</c:v>
                      </c:pt>
                      <c:pt idx="4670">
                        <c:v>44615</c:v>
                      </c:pt>
                      <c:pt idx="4671">
                        <c:v>44616</c:v>
                      </c:pt>
                      <c:pt idx="4672">
                        <c:v>44617</c:v>
                      </c:pt>
                      <c:pt idx="4673">
                        <c:v>44620</c:v>
                      </c:pt>
                      <c:pt idx="4674">
                        <c:v>44621</c:v>
                      </c:pt>
                      <c:pt idx="4675">
                        <c:v>44622</c:v>
                      </c:pt>
                      <c:pt idx="4676">
                        <c:v>44623</c:v>
                      </c:pt>
                      <c:pt idx="4677">
                        <c:v>44624</c:v>
                      </c:pt>
                      <c:pt idx="4678">
                        <c:v>44627</c:v>
                      </c:pt>
                      <c:pt idx="4679">
                        <c:v>44628</c:v>
                      </c:pt>
                      <c:pt idx="4680">
                        <c:v>44629</c:v>
                      </c:pt>
                      <c:pt idx="4681">
                        <c:v>44630</c:v>
                      </c:pt>
                      <c:pt idx="4682">
                        <c:v>44631</c:v>
                      </c:pt>
                      <c:pt idx="4683">
                        <c:v>44634</c:v>
                      </c:pt>
                      <c:pt idx="4684">
                        <c:v>44635</c:v>
                      </c:pt>
                      <c:pt idx="4685">
                        <c:v>44636</c:v>
                      </c:pt>
                      <c:pt idx="4686">
                        <c:v>44637</c:v>
                      </c:pt>
                      <c:pt idx="4687">
                        <c:v>44638</c:v>
                      </c:pt>
                      <c:pt idx="4688">
                        <c:v>44641</c:v>
                      </c:pt>
                      <c:pt idx="4689">
                        <c:v>44642</c:v>
                      </c:pt>
                      <c:pt idx="4690">
                        <c:v>44643</c:v>
                      </c:pt>
                      <c:pt idx="4691">
                        <c:v>44644</c:v>
                      </c:pt>
                      <c:pt idx="4692">
                        <c:v>44645</c:v>
                      </c:pt>
                      <c:pt idx="4693">
                        <c:v>44648</c:v>
                      </c:pt>
                      <c:pt idx="4694">
                        <c:v>44649</c:v>
                      </c:pt>
                      <c:pt idx="4695">
                        <c:v>44650</c:v>
                      </c:pt>
                      <c:pt idx="4696">
                        <c:v>44651</c:v>
                      </c:pt>
                      <c:pt idx="4697">
                        <c:v>44652</c:v>
                      </c:pt>
                      <c:pt idx="4698">
                        <c:v>44655</c:v>
                      </c:pt>
                      <c:pt idx="4699">
                        <c:v>44656</c:v>
                      </c:pt>
                      <c:pt idx="4700">
                        <c:v>44657</c:v>
                      </c:pt>
                      <c:pt idx="4701">
                        <c:v>44658</c:v>
                      </c:pt>
                      <c:pt idx="4702">
                        <c:v>44659</c:v>
                      </c:pt>
                      <c:pt idx="4703">
                        <c:v>44662</c:v>
                      </c:pt>
                      <c:pt idx="4704">
                        <c:v>44663</c:v>
                      </c:pt>
                      <c:pt idx="4705">
                        <c:v>44664</c:v>
                      </c:pt>
                      <c:pt idx="4706">
                        <c:v>44665</c:v>
                      </c:pt>
                      <c:pt idx="4707">
                        <c:v>44666</c:v>
                      </c:pt>
                      <c:pt idx="4708">
                        <c:v>44669</c:v>
                      </c:pt>
                      <c:pt idx="4709">
                        <c:v>44670</c:v>
                      </c:pt>
                      <c:pt idx="4710">
                        <c:v>44671</c:v>
                      </c:pt>
                      <c:pt idx="4711">
                        <c:v>44672</c:v>
                      </c:pt>
                      <c:pt idx="4712">
                        <c:v>44673</c:v>
                      </c:pt>
                      <c:pt idx="4713">
                        <c:v>44676</c:v>
                      </c:pt>
                      <c:pt idx="4714">
                        <c:v>44677</c:v>
                      </c:pt>
                      <c:pt idx="4715">
                        <c:v>44678</c:v>
                      </c:pt>
                      <c:pt idx="4716">
                        <c:v>44679</c:v>
                      </c:pt>
                      <c:pt idx="4717">
                        <c:v>44680</c:v>
                      </c:pt>
                      <c:pt idx="4718">
                        <c:v>44683</c:v>
                      </c:pt>
                      <c:pt idx="4719">
                        <c:v>44684</c:v>
                      </c:pt>
                      <c:pt idx="4720">
                        <c:v>44685</c:v>
                      </c:pt>
                      <c:pt idx="4721">
                        <c:v>44686</c:v>
                      </c:pt>
                      <c:pt idx="4722">
                        <c:v>44687</c:v>
                      </c:pt>
                      <c:pt idx="4723">
                        <c:v>44690</c:v>
                      </c:pt>
                      <c:pt idx="4724">
                        <c:v>44691</c:v>
                      </c:pt>
                      <c:pt idx="4725">
                        <c:v>44692</c:v>
                      </c:pt>
                      <c:pt idx="4726">
                        <c:v>44693</c:v>
                      </c:pt>
                      <c:pt idx="4727">
                        <c:v>44694</c:v>
                      </c:pt>
                      <c:pt idx="4728">
                        <c:v>44697</c:v>
                      </c:pt>
                      <c:pt idx="4729">
                        <c:v>44698</c:v>
                      </c:pt>
                      <c:pt idx="4730">
                        <c:v>44699</c:v>
                      </c:pt>
                      <c:pt idx="4731">
                        <c:v>44700</c:v>
                      </c:pt>
                      <c:pt idx="4732">
                        <c:v>44701</c:v>
                      </c:pt>
                      <c:pt idx="4733">
                        <c:v>44704</c:v>
                      </c:pt>
                      <c:pt idx="4734">
                        <c:v>44705</c:v>
                      </c:pt>
                      <c:pt idx="4735">
                        <c:v>44706</c:v>
                      </c:pt>
                      <c:pt idx="4736">
                        <c:v>44707</c:v>
                      </c:pt>
                      <c:pt idx="4737">
                        <c:v>44708</c:v>
                      </c:pt>
                      <c:pt idx="4738">
                        <c:v>44711</c:v>
                      </c:pt>
                      <c:pt idx="4739">
                        <c:v>44712</c:v>
                      </c:pt>
                      <c:pt idx="4740">
                        <c:v>44713</c:v>
                      </c:pt>
                      <c:pt idx="4741">
                        <c:v>44714</c:v>
                      </c:pt>
                      <c:pt idx="4742">
                        <c:v>44715</c:v>
                      </c:pt>
                      <c:pt idx="4743">
                        <c:v>44718</c:v>
                      </c:pt>
                      <c:pt idx="4744">
                        <c:v>44719</c:v>
                      </c:pt>
                      <c:pt idx="4745">
                        <c:v>44720</c:v>
                      </c:pt>
                      <c:pt idx="4746">
                        <c:v>44721</c:v>
                      </c:pt>
                      <c:pt idx="4747">
                        <c:v>44722</c:v>
                      </c:pt>
                      <c:pt idx="4748">
                        <c:v>44725</c:v>
                      </c:pt>
                      <c:pt idx="4749">
                        <c:v>44726</c:v>
                      </c:pt>
                      <c:pt idx="4750">
                        <c:v>44727</c:v>
                      </c:pt>
                      <c:pt idx="4751">
                        <c:v>44728</c:v>
                      </c:pt>
                      <c:pt idx="4752">
                        <c:v>44729</c:v>
                      </c:pt>
                      <c:pt idx="4753">
                        <c:v>44732</c:v>
                      </c:pt>
                      <c:pt idx="4754">
                        <c:v>44733</c:v>
                      </c:pt>
                      <c:pt idx="4755">
                        <c:v>44734</c:v>
                      </c:pt>
                      <c:pt idx="4756">
                        <c:v>44735</c:v>
                      </c:pt>
                      <c:pt idx="4757">
                        <c:v>44736</c:v>
                      </c:pt>
                      <c:pt idx="4758">
                        <c:v>44739</c:v>
                      </c:pt>
                      <c:pt idx="4759">
                        <c:v>44740</c:v>
                      </c:pt>
                      <c:pt idx="4760">
                        <c:v>44741</c:v>
                      </c:pt>
                      <c:pt idx="4761">
                        <c:v>44742</c:v>
                      </c:pt>
                      <c:pt idx="4762">
                        <c:v>44743</c:v>
                      </c:pt>
                      <c:pt idx="4763">
                        <c:v>44747</c:v>
                      </c:pt>
                      <c:pt idx="4764">
                        <c:v>44748</c:v>
                      </c:pt>
                      <c:pt idx="4765">
                        <c:v>44749</c:v>
                      </c:pt>
                      <c:pt idx="4766">
                        <c:v>44750</c:v>
                      </c:pt>
                      <c:pt idx="4767">
                        <c:v>44753</c:v>
                      </c:pt>
                      <c:pt idx="4768">
                        <c:v>44754</c:v>
                      </c:pt>
                      <c:pt idx="4769">
                        <c:v>44755</c:v>
                      </c:pt>
                      <c:pt idx="4770">
                        <c:v>44756</c:v>
                      </c:pt>
                      <c:pt idx="4771">
                        <c:v>44757</c:v>
                      </c:pt>
                      <c:pt idx="4772">
                        <c:v>44760</c:v>
                      </c:pt>
                      <c:pt idx="4773">
                        <c:v>44761</c:v>
                      </c:pt>
                      <c:pt idx="4774">
                        <c:v>44762</c:v>
                      </c:pt>
                      <c:pt idx="4775">
                        <c:v>44763</c:v>
                      </c:pt>
                      <c:pt idx="4776">
                        <c:v>44764</c:v>
                      </c:pt>
                      <c:pt idx="4777">
                        <c:v>44767</c:v>
                      </c:pt>
                      <c:pt idx="4778">
                        <c:v>44768</c:v>
                      </c:pt>
                      <c:pt idx="4779">
                        <c:v>44769</c:v>
                      </c:pt>
                      <c:pt idx="4780">
                        <c:v>44770</c:v>
                      </c:pt>
                      <c:pt idx="4781">
                        <c:v>44771</c:v>
                      </c:pt>
                      <c:pt idx="4782">
                        <c:v>44774</c:v>
                      </c:pt>
                      <c:pt idx="4783">
                        <c:v>44775</c:v>
                      </c:pt>
                      <c:pt idx="4784">
                        <c:v>44776</c:v>
                      </c:pt>
                      <c:pt idx="4785">
                        <c:v>44777</c:v>
                      </c:pt>
                      <c:pt idx="4786">
                        <c:v>44778</c:v>
                      </c:pt>
                      <c:pt idx="4787">
                        <c:v>44781</c:v>
                      </c:pt>
                      <c:pt idx="4788">
                        <c:v>44782</c:v>
                      </c:pt>
                      <c:pt idx="4789">
                        <c:v>44783</c:v>
                      </c:pt>
                      <c:pt idx="4790">
                        <c:v>44784</c:v>
                      </c:pt>
                      <c:pt idx="4791">
                        <c:v>44785</c:v>
                      </c:pt>
                      <c:pt idx="4792">
                        <c:v>44788</c:v>
                      </c:pt>
                      <c:pt idx="4793">
                        <c:v>44789</c:v>
                      </c:pt>
                      <c:pt idx="4794">
                        <c:v>44790</c:v>
                      </c:pt>
                      <c:pt idx="4795">
                        <c:v>44791</c:v>
                      </c:pt>
                      <c:pt idx="4796">
                        <c:v>44792</c:v>
                      </c:pt>
                      <c:pt idx="4797">
                        <c:v>44795</c:v>
                      </c:pt>
                      <c:pt idx="4798">
                        <c:v>44796</c:v>
                      </c:pt>
                      <c:pt idx="4799">
                        <c:v>44797</c:v>
                      </c:pt>
                      <c:pt idx="4800">
                        <c:v>44798</c:v>
                      </c:pt>
                      <c:pt idx="4801">
                        <c:v>44799</c:v>
                      </c:pt>
                      <c:pt idx="4802">
                        <c:v>44802</c:v>
                      </c:pt>
                      <c:pt idx="4803">
                        <c:v>44803</c:v>
                      </c:pt>
                      <c:pt idx="4804">
                        <c:v>44804</c:v>
                      </c:pt>
                      <c:pt idx="4805">
                        <c:v>44805</c:v>
                      </c:pt>
                      <c:pt idx="4806">
                        <c:v>44806</c:v>
                      </c:pt>
                      <c:pt idx="4807">
                        <c:v>44809</c:v>
                      </c:pt>
                      <c:pt idx="4808">
                        <c:v>44810</c:v>
                      </c:pt>
                      <c:pt idx="4809">
                        <c:v>44811</c:v>
                      </c:pt>
                      <c:pt idx="4810">
                        <c:v>44812</c:v>
                      </c:pt>
                      <c:pt idx="4811">
                        <c:v>44813</c:v>
                      </c:pt>
                      <c:pt idx="4812">
                        <c:v>44816</c:v>
                      </c:pt>
                      <c:pt idx="4813">
                        <c:v>44817</c:v>
                      </c:pt>
                      <c:pt idx="4814">
                        <c:v>44818</c:v>
                      </c:pt>
                      <c:pt idx="4815">
                        <c:v>44819</c:v>
                      </c:pt>
                      <c:pt idx="4816">
                        <c:v>44820</c:v>
                      </c:pt>
                      <c:pt idx="4817">
                        <c:v>44823</c:v>
                      </c:pt>
                      <c:pt idx="4818">
                        <c:v>44824</c:v>
                      </c:pt>
                      <c:pt idx="4819">
                        <c:v>44825</c:v>
                      </c:pt>
                      <c:pt idx="4820">
                        <c:v>44826</c:v>
                      </c:pt>
                      <c:pt idx="4821">
                        <c:v>44827</c:v>
                      </c:pt>
                      <c:pt idx="4822">
                        <c:v>44830</c:v>
                      </c:pt>
                      <c:pt idx="4823">
                        <c:v>44831</c:v>
                      </c:pt>
                      <c:pt idx="4824">
                        <c:v>44832</c:v>
                      </c:pt>
                      <c:pt idx="4825">
                        <c:v>44833</c:v>
                      </c:pt>
                      <c:pt idx="4826">
                        <c:v>44834</c:v>
                      </c:pt>
                      <c:pt idx="4827">
                        <c:v>44837</c:v>
                      </c:pt>
                      <c:pt idx="4828">
                        <c:v>44838</c:v>
                      </c:pt>
                      <c:pt idx="4829">
                        <c:v>44839</c:v>
                      </c:pt>
                      <c:pt idx="4830">
                        <c:v>44840</c:v>
                      </c:pt>
                      <c:pt idx="4831">
                        <c:v>44841</c:v>
                      </c:pt>
                      <c:pt idx="4832">
                        <c:v>44844</c:v>
                      </c:pt>
                      <c:pt idx="4833">
                        <c:v>44845</c:v>
                      </c:pt>
                      <c:pt idx="4834">
                        <c:v>44846</c:v>
                      </c:pt>
                      <c:pt idx="4835">
                        <c:v>44847</c:v>
                      </c:pt>
                      <c:pt idx="4836">
                        <c:v>44848</c:v>
                      </c:pt>
                      <c:pt idx="4837">
                        <c:v>44851</c:v>
                      </c:pt>
                      <c:pt idx="4838">
                        <c:v>44852</c:v>
                      </c:pt>
                      <c:pt idx="4839">
                        <c:v>44853</c:v>
                      </c:pt>
                      <c:pt idx="4840">
                        <c:v>44854</c:v>
                      </c:pt>
                      <c:pt idx="4841">
                        <c:v>44855</c:v>
                      </c:pt>
                      <c:pt idx="4842">
                        <c:v>44858</c:v>
                      </c:pt>
                      <c:pt idx="4843">
                        <c:v>44859</c:v>
                      </c:pt>
                      <c:pt idx="4844">
                        <c:v>44860</c:v>
                      </c:pt>
                      <c:pt idx="4845">
                        <c:v>44861</c:v>
                      </c:pt>
                      <c:pt idx="4846">
                        <c:v>44862</c:v>
                      </c:pt>
                      <c:pt idx="4847">
                        <c:v>44865</c:v>
                      </c:pt>
                      <c:pt idx="4848">
                        <c:v>44866</c:v>
                      </c:pt>
                      <c:pt idx="4849">
                        <c:v>44867</c:v>
                      </c:pt>
                      <c:pt idx="4850">
                        <c:v>44868</c:v>
                      </c:pt>
                      <c:pt idx="4851">
                        <c:v>44869</c:v>
                      </c:pt>
                      <c:pt idx="4852">
                        <c:v>44872</c:v>
                      </c:pt>
                      <c:pt idx="4853">
                        <c:v>44873</c:v>
                      </c:pt>
                      <c:pt idx="4854">
                        <c:v>44874</c:v>
                      </c:pt>
                      <c:pt idx="4855">
                        <c:v>44875</c:v>
                      </c:pt>
                      <c:pt idx="4856">
                        <c:v>44876</c:v>
                      </c:pt>
                      <c:pt idx="4857">
                        <c:v>44879</c:v>
                      </c:pt>
                      <c:pt idx="4858">
                        <c:v>44880</c:v>
                      </c:pt>
                      <c:pt idx="4859">
                        <c:v>44881</c:v>
                      </c:pt>
                      <c:pt idx="4860">
                        <c:v>44882</c:v>
                      </c:pt>
                      <c:pt idx="4861">
                        <c:v>44883</c:v>
                      </c:pt>
                      <c:pt idx="4862">
                        <c:v>44886</c:v>
                      </c:pt>
                      <c:pt idx="4863">
                        <c:v>44887</c:v>
                      </c:pt>
                      <c:pt idx="4864">
                        <c:v>44888</c:v>
                      </c:pt>
                      <c:pt idx="4865">
                        <c:v>44889</c:v>
                      </c:pt>
                      <c:pt idx="4866">
                        <c:v>44890</c:v>
                      </c:pt>
                      <c:pt idx="4867">
                        <c:v>44893</c:v>
                      </c:pt>
                      <c:pt idx="4868">
                        <c:v>44894</c:v>
                      </c:pt>
                      <c:pt idx="4869">
                        <c:v>44895</c:v>
                      </c:pt>
                      <c:pt idx="4870">
                        <c:v>44896</c:v>
                      </c:pt>
                      <c:pt idx="4871">
                        <c:v>44897</c:v>
                      </c:pt>
                      <c:pt idx="4872">
                        <c:v>44900</c:v>
                      </c:pt>
                      <c:pt idx="4873">
                        <c:v>44901</c:v>
                      </c:pt>
                      <c:pt idx="4874">
                        <c:v>44902</c:v>
                      </c:pt>
                      <c:pt idx="4875">
                        <c:v>44903</c:v>
                      </c:pt>
                      <c:pt idx="4876">
                        <c:v>44904</c:v>
                      </c:pt>
                      <c:pt idx="4877">
                        <c:v>44907</c:v>
                      </c:pt>
                      <c:pt idx="4878">
                        <c:v>44908</c:v>
                      </c:pt>
                      <c:pt idx="4879">
                        <c:v>44909</c:v>
                      </c:pt>
                      <c:pt idx="4880">
                        <c:v>44910</c:v>
                      </c:pt>
                      <c:pt idx="4881">
                        <c:v>44911</c:v>
                      </c:pt>
                      <c:pt idx="4882">
                        <c:v>44914</c:v>
                      </c:pt>
                      <c:pt idx="4883">
                        <c:v>44915</c:v>
                      </c:pt>
                      <c:pt idx="4884">
                        <c:v>44916</c:v>
                      </c:pt>
                      <c:pt idx="4885">
                        <c:v>44917</c:v>
                      </c:pt>
                      <c:pt idx="4886">
                        <c:v>44918</c:v>
                      </c:pt>
                      <c:pt idx="4887">
                        <c:v>44921</c:v>
                      </c:pt>
                      <c:pt idx="4888">
                        <c:v>44922</c:v>
                      </c:pt>
                      <c:pt idx="4889">
                        <c:v>44923</c:v>
                      </c:pt>
                      <c:pt idx="4890">
                        <c:v>44924</c:v>
                      </c:pt>
                      <c:pt idx="4891">
                        <c:v>44925</c:v>
                      </c:pt>
                      <c:pt idx="4892">
                        <c:v>44928</c:v>
                      </c:pt>
                      <c:pt idx="4893">
                        <c:v>44929</c:v>
                      </c:pt>
                      <c:pt idx="4894">
                        <c:v>44930</c:v>
                      </c:pt>
                      <c:pt idx="4895">
                        <c:v>44931</c:v>
                      </c:pt>
                      <c:pt idx="4896">
                        <c:v>44932</c:v>
                      </c:pt>
                      <c:pt idx="4897">
                        <c:v>44935</c:v>
                      </c:pt>
                      <c:pt idx="4898">
                        <c:v>44936</c:v>
                      </c:pt>
                      <c:pt idx="4899">
                        <c:v>44937</c:v>
                      </c:pt>
                      <c:pt idx="4900">
                        <c:v>44938</c:v>
                      </c:pt>
                      <c:pt idx="4901">
                        <c:v>44939</c:v>
                      </c:pt>
                      <c:pt idx="4902">
                        <c:v>44942</c:v>
                      </c:pt>
                      <c:pt idx="4903">
                        <c:v>44943</c:v>
                      </c:pt>
                      <c:pt idx="4904">
                        <c:v>44944</c:v>
                      </c:pt>
                      <c:pt idx="4905">
                        <c:v>44945</c:v>
                      </c:pt>
                      <c:pt idx="4906">
                        <c:v>44946</c:v>
                      </c:pt>
                      <c:pt idx="4907">
                        <c:v>44949</c:v>
                      </c:pt>
                      <c:pt idx="4908">
                        <c:v>44950</c:v>
                      </c:pt>
                      <c:pt idx="4909">
                        <c:v>44951</c:v>
                      </c:pt>
                      <c:pt idx="4910">
                        <c:v>44952</c:v>
                      </c:pt>
                      <c:pt idx="4911">
                        <c:v>44953</c:v>
                      </c:pt>
                      <c:pt idx="4912">
                        <c:v>44956</c:v>
                      </c:pt>
                      <c:pt idx="4913">
                        <c:v>44957</c:v>
                      </c:pt>
                      <c:pt idx="4914">
                        <c:v>44958</c:v>
                      </c:pt>
                      <c:pt idx="4915">
                        <c:v>44959</c:v>
                      </c:pt>
                      <c:pt idx="4916">
                        <c:v>44960</c:v>
                      </c:pt>
                      <c:pt idx="4917">
                        <c:v>44963</c:v>
                      </c:pt>
                      <c:pt idx="4918">
                        <c:v>44964</c:v>
                      </c:pt>
                      <c:pt idx="4919">
                        <c:v>44965</c:v>
                      </c:pt>
                      <c:pt idx="4920">
                        <c:v>44966</c:v>
                      </c:pt>
                      <c:pt idx="4921">
                        <c:v>44967</c:v>
                      </c:pt>
                      <c:pt idx="4922">
                        <c:v>44970</c:v>
                      </c:pt>
                      <c:pt idx="4923">
                        <c:v>44971</c:v>
                      </c:pt>
                      <c:pt idx="4924">
                        <c:v>44972</c:v>
                      </c:pt>
                      <c:pt idx="4925">
                        <c:v>44973</c:v>
                      </c:pt>
                      <c:pt idx="4926">
                        <c:v>44974</c:v>
                      </c:pt>
                      <c:pt idx="4927">
                        <c:v>44977</c:v>
                      </c:pt>
                      <c:pt idx="4928">
                        <c:v>44978</c:v>
                      </c:pt>
                      <c:pt idx="4929">
                        <c:v>44979</c:v>
                      </c:pt>
                      <c:pt idx="4930">
                        <c:v>44980</c:v>
                      </c:pt>
                      <c:pt idx="4931">
                        <c:v>44981</c:v>
                      </c:pt>
                      <c:pt idx="4932">
                        <c:v>44984</c:v>
                      </c:pt>
                      <c:pt idx="4933">
                        <c:v>44985</c:v>
                      </c:pt>
                      <c:pt idx="4934">
                        <c:v>44986</c:v>
                      </c:pt>
                      <c:pt idx="4935">
                        <c:v>44987</c:v>
                      </c:pt>
                      <c:pt idx="4936">
                        <c:v>44988</c:v>
                      </c:pt>
                      <c:pt idx="4937">
                        <c:v>44991</c:v>
                      </c:pt>
                      <c:pt idx="4938">
                        <c:v>44992</c:v>
                      </c:pt>
                      <c:pt idx="4939">
                        <c:v>44993</c:v>
                      </c:pt>
                      <c:pt idx="4940">
                        <c:v>44994</c:v>
                      </c:pt>
                      <c:pt idx="4941">
                        <c:v>44995</c:v>
                      </c:pt>
                      <c:pt idx="4942">
                        <c:v>44998</c:v>
                      </c:pt>
                      <c:pt idx="4943">
                        <c:v>44999</c:v>
                      </c:pt>
                      <c:pt idx="4944">
                        <c:v>45000</c:v>
                      </c:pt>
                      <c:pt idx="4945">
                        <c:v>45001</c:v>
                      </c:pt>
                      <c:pt idx="4946">
                        <c:v>45002</c:v>
                      </c:pt>
                      <c:pt idx="4947">
                        <c:v>45005</c:v>
                      </c:pt>
                      <c:pt idx="4948">
                        <c:v>45006</c:v>
                      </c:pt>
                      <c:pt idx="4949">
                        <c:v>45007</c:v>
                      </c:pt>
                      <c:pt idx="4950">
                        <c:v>45008</c:v>
                      </c:pt>
                      <c:pt idx="4951">
                        <c:v>45009</c:v>
                      </c:pt>
                      <c:pt idx="4952">
                        <c:v>45012</c:v>
                      </c:pt>
                      <c:pt idx="4953">
                        <c:v>45013</c:v>
                      </c:pt>
                      <c:pt idx="4954">
                        <c:v>45014</c:v>
                      </c:pt>
                      <c:pt idx="4955">
                        <c:v>45015</c:v>
                      </c:pt>
                      <c:pt idx="4956">
                        <c:v>45016</c:v>
                      </c:pt>
                      <c:pt idx="4957">
                        <c:v>45019</c:v>
                      </c:pt>
                      <c:pt idx="4958">
                        <c:v>45020</c:v>
                      </c:pt>
                      <c:pt idx="4959">
                        <c:v>45021</c:v>
                      </c:pt>
                      <c:pt idx="4960">
                        <c:v>45022</c:v>
                      </c:pt>
                      <c:pt idx="4961">
                        <c:v>45023</c:v>
                      </c:pt>
                      <c:pt idx="4962">
                        <c:v>45026</c:v>
                      </c:pt>
                      <c:pt idx="4963">
                        <c:v>45027</c:v>
                      </c:pt>
                      <c:pt idx="4964">
                        <c:v>45028</c:v>
                      </c:pt>
                      <c:pt idx="4965">
                        <c:v>45029</c:v>
                      </c:pt>
                      <c:pt idx="4966">
                        <c:v>45030</c:v>
                      </c:pt>
                      <c:pt idx="4967">
                        <c:v>45033</c:v>
                      </c:pt>
                      <c:pt idx="4968">
                        <c:v>45034</c:v>
                      </c:pt>
                      <c:pt idx="4969">
                        <c:v>45035</c:v>
                      </c:pt>
                      <c:pt idx="4970">
                        <c:v>45036</c:v>
                      </c:pt>
                      <c:pt idx="4971">
                        <c:v>45037</c:v>
                      </c:pt>
                      <c:pt idx="4972">
                        <c:v>45040</c:v>
                      </c:pt>
                      <c:pt idx="4973">
                        <c:v>45041</c:v>
                      </c:pt>
                      <c:pt idx="4974">
                        <c:v>45042</c:v>
                      </c:pt>
                      <c:pt idx="4975">
                        <c:v>45043</c:v>
                      </c:pt>
                      <c:pt idx="4976">
                        <c:v>45044</c:v>
                      </c:pt>
                      <c:pt idx="4977">
                        <c:v>45047</c:v>
                      </c:pt>
                      <c:pt idx="4978">
                        <c:v>45048</c:v>
                      </c:pt>
                      <c:pt idx="4979">
                        <c:v>45049</c:v>
                      </c:pt>
                      <c:pt idx="4980">
                        <c:v>45050</c:v>
                      </c:pt>
                      <c:pt idx="4981">
                        <c:v>45051</c:v>
                      </c:pt>
                      <c:pt idx="4982">
                        <c:v>45054</c:v>
                      </c:pt>
                      <c:pt idx="4983">
                        <c:v>45055</c:v>
                      </c:pt>
                      <c:pt idx="4984">
                        <c:v>45056</c:v>
                      </c:pt>
                      <c:pt idx="4985">
                        <c:v>45057</c:v>
                      </c:pt>
                      <c:pt idx="4986">
                        <c:v>45058</c:v>
                      </c:pt>
                      <c:pt idx="4987">
                        <c:v>45061</c:v>
                      </c:pt>
                      <c:pt idx="4988">
                        <c:v>45062</c:v>
                      </c:pt>
                      <c:pt idx="4989">
                        <c:v>45063</c:v>
                      </c:pt>
                      <c:pt idx="4990">
                        <c:v>45064</c:v>
                      </c:pt>
                      <c:pt idx="4991">
                        <c:v>45065</c:v>
                      </c:pt>
                      <c:pt idx="4992">
                        <c:v>45068</c:v>
                      </c:pt>
                      <c:pt idx="4993">
                        <c:v>45069</c:v>
                      </c:pt>
                      <c:pt idx="4994">
                        <c:v>45070</c:v>
                      </c:pt>
                      <c:pt idx="4995">
                        <c:v>45071</c:v>
                      </c:pt>
                      <c:pt idx="4996">
                        <c:v>45072</c:v>
                      </c:pt>
                      <c:pt idx="4997">
                        <c:v>45075</c:v>
                      </c:pt>
                      <c:pt idx="4998">
                        <c:v>45076</c:v>
                      </c:pt>
                      <c:pt idx="4999">
                        <c:v>45077</c:v>
                      </c:pt>
                      <c:pt idx="5000">
                        <c:v>45078</c:v>
                      </c:pt>
                      <c:pt idx="5001">
                        <c:v>45079</c:v>
                      </c:pt>
                      <c:pt idx="5002">
                        <c:v>45082</c:v>
                      </c:pt>
                      <c:pt idx="5003">
                        <c:v>45083</c:v>
                      </c:pt>
                      <c:pt idx="5004">
                        <c:v>45084</c:v>
                      </c:pt>
                      <c:pt idx="5005">
                        <c:v>45085</c:v>
                      </c:pt>
                      <c:pt idx="5006">
                        <c:v>45086</c:v>
                      </c:pt>
                      <c:pt idx="5007">
                        <c:v>45089</c:v>
                      </c:pt>
                      <c:pt idx="5008">
                        <c:v>45090</c:v>
                      </c:pt>
                      <c:pt idx="5009">
                        <c:v>45091</c:v>
                      </c:pt>
                      <c:pt idx="5010">
                        <c:v>45092</c:v>
                      </c:pt>
                      <c:pt idx="5011">
                        <c:v>45093</c:v>
                      </c:pt>
                      <c:pt idx="5012">
                        <c:v>45096</c:v>
                      </c:pt>
                      <c:pt idx="5013">
                        <c:v>45097</c:v>
                      </c:pt>
                      <c:pt idx="5014">
                        <c:v>45098</c:v>
                      </c:pt>
                      <c:pt idx="5015">
                        <c:v>45099</c:v>
                      </c:pt>
                      <c:pt idx="5016">
                        <c:v>45100</c:v>
                      </c:pt>
                      <c:pt idx="5017">
                        <c:v>45103</c:v>
                      </c:pt>
                      <c:pt idx="5018">
                        <c:v>45104</c:v>
                      </c:pt>
                      <c:pt idx="5019">
                        <c:v>45105</c:v>
                      </c:pt>
                      <c:pt idx="5020">
                        <c:v>45106</c:v>
                      </c:pt>
                      <c:pt idx="5021">
                        <c:v>45107</c:v>
                      </c:pt>
                      <c:pt idx="5022">
                        <c:v>45110</c:v>
                      </c:pt>
                      <c:pt idx="5023">
                        <c:v>45111</c:v>
                      </c:pt>
                      <c:pt idx="5024">
                        <c:v>45112</c:v>
                      </c:pt>
                      <c:pt idx="5025">
                        <c:v>45113</c:v>
                      </c:pt>
                      <c:pt idx="5026">
                        <c:v>45114</c:v>
                      </c:pt>
                      <c:pt idx="5027">
                        <c:v>45117</c:v>
                      </c:pt>
                      <c:pt idx="5028">
                        <c:v>45118</c:v>
                      </c:pt>
                      <c:pt idx="5029">
                        <c:v>45119</c:v>
                      </c:pt>
                      <c:pt idx="5030">
                        <c:v>45120</c:v>
                      </c:pt>
                      <c:pt idx="5031">
                        <c:v>45121</c:v>
                      </c:pt>
                      <c:pt idx="5032">
                        <c:v>45124</c:v>
                      </c:pt>
                      <c:pt idx="5033">
                        <c:v>45125</c:v>
                      </c:pt>
                      <c:pt idx="5034">
                        <c:v>45126</c:v>
                      </c:pt>
                      <c:pt idx="5035">
                        <c:v>45127</c:v>
                      </c:pt>
                      <c:pt idx="5036">
                        <c:v>45128</c:v>
                      </c:pt>
                      <c:pt idx="5037">
                        <c:v>45131</c:v>
                      </c:pt>
                      <c:pt idx="5038">
                        <c:v>45132</c:v>
                      </c:pt>
                      <c:pt idx="5039">
                        <c:v>45133</c:v>
                      </c:pt>
                      <c:pt idx="5040">
                        <c:v>45134</c:v>
                      </c:pt>
                      <c:pt idx="5041">
                        <c:v>45135</c:v>
                      </c:pt>
                      <c:pt idx="5042">
                        <c:v>45138</c:v>
                      </c:pt>
                      <c:pt idx="5043">
                        <c:v>45139</c:v>
                      </c:pt>
                      <c:pt idx="5044">
                        <c:v>45140</c:v>
                      </c:pt>
                      <c:pt idx="5045">
                        <c:v>45141</c:v>
                      </c:pt>
                      <c:pt idx="5046">
                        <c:v>45142</c:v>
                      </c:pt>
                      <c:pt idx="5047">
                        <c:v>45145</c:v>
                      </c:pt>
                      <c:pt idx="5048">
                        <c:v>45146</c:v>
                      </c:pt>
                      <c:pt idx="5049">
                        <c:v>45147</c:v>
                      </c:pt>
                      <c:pt idx="5050">
                        <c:v>45148</c:v>
                      </c:pt>
                      <c:pt idx="5051">
                        <c:v>45149</c:v>
                      </c:pt>
                      <c:pt idx="5052">
                        <c:v>45152</c:v>
                      </c:pt>
                      <c:pt idx="5053">
                        <c:v>45153</c:v>
                      </c:pt>
                      <c:pt idx="5054">
                        <c:v>45154</c:v>
                      </c:pt>
                      <c:pt idx="5055">
                        <c:v>45155</c:v>
                      </c:pt>
                      <c:pt idx="5056">
                        <c:v>45156</c:v>
                      </c:pt>
                      <c:pt idx="5057">
                        <c:v>45159</c:v>
                      </c:pt>
                      <c:pt idx="5058">
                        <c:v>45160</c:v>
                      </c:pt>
                      <c:pt idx="5059">
                        <c:v>45161</c:v>
                      </c:pt>
                      <c:pt idx="5060">
                        <c:v>45162</c:v>
                      </c:pt>
                      <c:pt idx="5061">
                        <c:v>45163</c:v>
                      </c:pt>
                      <c:pt idx="5062">
                        <c:v>45166</c:v>
                      </c:pt>
                      <c:pt idx="5063">
                        <c:v>45167</c:v>
                      </c:pt>
                      <c:pt idx="5064">
                        <c:v>45168</c:v>
                      </c:pt>
                      <c:pt idx="5065">
                        <c:v>45169</c:v>
                      </c:pt>
                      <c:pt idx="5066">
                        <c:v>45170</c:v>
                      </c:pt>
                      <c:pt idx="5067">
                        <c:v>45173</c:v>
                      </c:pt>
                      <c:pt idx="5068">
                        <c:v>45174</c:v>
                      </c:pt>
                      <c:pt idx="5069">
                        <c:v>45175</c:v>
                      </c:pt>
                      <c:pt idx="5070">
                        <c:v>45176</c:v>
                      </c:pt>
                      <c:pt idx="5071">
                        <c:v>45177</c:v>
                      </c:pt>
                      <c:pt idx="5072">
                        <c:v>45180</c:v>
                      </c:pt>
                      <c:pt idx="5073">
                        <c:v>45181</c:v>
                      </c:pt>
                      <c:pt idx="5074">
                        <c:v>45182</c:v>
                      </c:pt>
                      <c:pt idx="5075">
                        <c:v>45183</c:v>
                      </c:pt>
                      <c:pt idx="5076">
                        <c:v>45184</c:v>
                      </c:pt>
                      <c:pt idx="5077">
                        <c:v>45187</c:v>
                      </c:pt>
                      <c:pt idx="5078">
                        <c:v>45188</c:v>
                      </c:pt>
                      <c:pt idx="5079">
                        <c:v>45189</c:v>
                      </c:pt>
                      <c:pt idx="5080">
                        <c:v>45190</c:v>
                      </c:pt>
                      <c:pt idx="5081">
                        <c:v>45191</c:v>
                      </c:pt>
                      <c:pt idx="5082">
                        <c:v>45194</c:v>
                      </c:pt>
                      <c:pt idx="5083">
                        <c:v>45195</c:v>
                      </c:pt>
                      <c:pt idx="5084">
                        <c:v>45196</c:v>
                      </c:pt>
                      <c:pt idx="5085">
                        <c:v>45197</c:v>
                      </c:pt>
                      <c:pt idx="5086">
                        <c:v>45198</c:v>
                      </c:pt>
                      <c:pt idx="5087">
                        <c:v>45201</c:v>
                      </c:pt>
                      <c:pt idx="5088">
                        <c:v>45202</c:v>
                      </c:pt>
                      <c:pt idx="5089">
                        <c:v>45203</c:v>
                      </c:pt>
                      <c:pt idx="5090">
                        <c:v>45204</c:v>
                      </c:pt>
                      <c:pt idx="5091">
                        <c:v>45205</c:v>
                      </c:pt>
                      <c:pt idx="5092">
                        <c:v>45208</c:v>
                      </c:pt>
                      <c:pt idx="5093">
                        <c:v>45209</c:v>
                      </c:pt>
                      <c:pt idx="5094">
                        <c:v>45210</c:v>
                      </c:pt>
                      <c:pt idx="5095">
                        <c:v>45211</c:v>
                      </c:pt>
                      <c:pt idx="5096">
                        <c:v>45212</c:v>
                      </c:pt>
                      <c:pt idx="5097">
                        <c:v>45215</c:v>
                      </c:pt>
                      <c:pt idx="5098">
                        <c:v>45216</c:v>
                      </c:pt>
                      <c:pt idx="5099">
                        <c:v>45217</c:v>
                      </c:pt>
                      <c:pt idx="5100">
                        <c:v>45218</c:v>
                      </c:pt>
                      <c:pt idx="5101">
                        <c:v>45219</c:v>
                      </c:pt>
                      <c:pt idx="5102">
                        <c:v>45222</c:v>
                      </c:pt>
                      <c:pt idx="5103">
                        <c:v>45223</c:v>
                      </c:pt>
                      <c:pt idx="5104">
                        <c:v>45224</c:v>
                      </c:pt>
                      <c:pt idx="5105">
                        <c:v>45225</c:v>
                      </c:pt>
                      <c:pt idx="5106">
                        <c:v>45226</c:v>
                      </c:pt>
                      <c:pt idx="5107">
                        <c:v>45229</c:v>
                      </c:pt>
                      <c:pt idx="5108">
                        <c:v>45230</c:v>
                      </c:pt>
                      <c:pt idx="5109">
                        <c:v>45231</c:v>
                      </c:pt>
                      <c:pt idx="5110">
                        <c:v>45232</c:v>
                      </c:pt>
                      <c:pt idx="5111">
                        <c:v>45233</c:v>
                      </c:pt>
                      <c:pt idx="5112">
                        <c:v>45236</c:v>
                      </c:pt>
                      <c:pt idx="5113">
                        <c:v>45237</c:v>
                      </c:pt>
                      <c:pt idx="5114">
                        <c:v>45238</c:v>
                      </c:pt>
                      <c:pt idx="5115">
                        <c:v>45239</c:v>
                      </c:pt>
                      <c:pt idx="5116">
                        <c:v>45240</c:v>
                      </c:pt>
                      <c:pt idx="5117">
                        <c:v>45243</c:v>
                      </c:pt>
                      <c:pt idx="5118">
                        <c:v>45244</c:v>
                      </c:pt>
                      <c:pt idx="5119">
                        <c:v>45245</c:v>
                      </c:pt>
                      <c:pt idx="5120">
                        <c:v>45246</c:v>
                      </c:pt>
                      <c:pt idx="5121">
                        <c:v>45247</c:v>
                      </c:pt>
                      <c:pt idx="5122">
                        <c:v>45250</c:v>
                      </c:pt>
                      <c:pt idx="5123">
                        <c:v>45251</c:v>
                      </c:pt>
                      <c:pt idx="5124">
                        <c:v>45252</c:v>
                      </c:pt>
                      <c:pt idx="5125">
                        <c:v>45253</c:v>
                      </c:pt>
                      <c:pt idx="5126">
                        <c:v>45254</c:v>
                      </c:pt>
                      <c:pt idx="5127">
                        <c:v>45257</c:v>
                      </c:pt>
                      <c:pt idx="5128">
                        <c:v>45258</c:v>
                      </c:pt>
                      <c:pt idx="5129">
                        <c:v>45259</c:v>
                      </c:pt>
                      <c:pt idx="5130">
                        <c:v>45260</c:v>
                      </c:pt>
                      <c:pt idx="5131">
                        <c:v>45261</c:v>
                      </c:pt>
                      <c:pt idx="5132">
                        <c:v>45264</c:v>
                      </c:pt>
                      <c:pt idx="5133">
                        <c:v>45265</c:v>
                      </c:pt>
                      <c:pt idx="5134">
                        <c:v>45266</c:v>
                      </c:pt>
                      <c:pt idx="5135">
                        <c:v>45267</c:v>
                      </c:pt>
                      <c:pt idx="5136">
                        <c:v>45268</c:v>
                      </c:pt>
                      <c:pt idx="5137">
                        <c:v>45271</c:v>
                      </c:pt>
                      <c:pt idx="5138">
                        <c:v>45272</c:v>
                      </c:pt>
                      <c:pt idx="5139">
                        <c:v>45273</c:v>
                      </c:pt>
                      <c:pt idx="5140">
                        <c:v>45274</c:v>
                      </c:pt>
                      <c:pt idx="5141">
                        <c:v>45275</c:v>
                      </c:pt>
                      <c:pt idx="5142">
                        <c:v>45278</c:v>
                      </c:pt>
                      <c:pt idx="5143">
                        <c:v>45279</c:v>
                      </c:pt>
                      <c:pt idx="5144">
                        <c:v>45280</c:v>
                      </c:pt>
                      <c:pt idx="5145">
                        <c:v>45281</c:v>
                      </c:pt>
                      <c:pt idx="5146">
                        <c:v>45282</c:v>
                      </c:pt>
                      <c:pt idx="5147">
                        <c:v>45285</c:v>
                      </c:pt>
                      <c:pt idx="5148">
                        <c:v>45286</c:v>
                      </c:pt>
                      <c:pt idx="5149">
                        <c:v>45287</c:v>
                      </c:pt>
                      <c:pt idx="5150">
                        <c:v>45288</c:v>
                      </c:pt>
                      <c:pt idx="5151">
                        <c:v>45289</c:v>
                      </c:pt>
                      <c:pt idx="5152">
                        <c:v>45292</c:v>
                      </c:pt>
                      <c:pt idx="5153">
                        <c:v>45293</c:v>
                      </c:pt>
                      <c:pt idx="5154">
                        <c:v>45294</c:v>
                      </c:pt>
                      <c:pt idx="5155">
                        <c:v>45295</c:v>
                      </c:pt>
                      <c:pt idx="5156">
                        <c:v>45296</c:v>
                      </c:pt>
                      <c:pt idx="5157">
                        <c:v>45299</c:v>
                      </c:pt>
                      <c:pt idx="5158">
                        <c:v>45300</c:v>
                      </c:pt>
                      <c:pt idx="5159">
                        <c:v>45301</c:v>
                      </c:pt>
                      <c:pt idx="5160">
                        <c:v>45302</c:v>
                      </c:pt>
                      <c:pt idx="5161">
                        <c:v>45303</c:v>
                      </c:pt>
                      <c:pt idx="5162">
                        <c:v>45306</c:v>
                      </c:pt>
                      <c:pt idx="5163">
                        <c:v>45307</c:v>
                      </c:pt>
                      <c:pt idx="5164">
                        <c:v>45308</c:v>
                      </c:pt>
                      <c:pt idx="5165">
                        <c:v>45309</c:v>
                      </c:pt>
                      <c:pt idx="5166">
                        <c:v>45310</c:v>
                      </c:pt>
                      <c:pt idx="5167">
                        <c:v>45313</c:v>
                      </c:pt>
                      <c:pt idx="5168">
                        <c:v>45314</c:v>
                      </c:pt>
                      <c:pt idx="5169">
                        <c:v>45315</c:v>
                      </c:pt>
                      <c:pt idx="5170">
                        <c:v>45316</c:v>
                      </c:pt>
                      <c:pt idx="5171">
                        <c:v>45317</c:v>
                      </c:pt>
                      <c:pt idx="5172">
                        <c:v>45320</c:v>
                      </c:pt>
                      <c:pt idx="5173">
                        <c:v>45321</c:v>
                      </c:pt>
                      <c:pt idx="5174">
                        <c:v>45322</c:v>
                      </c:pt>
                      <c:pt idx="5175">
                        <c:v>45323</c:v>
                      </c:pt>
                      <c:pt idx="5176">
                        <c:v>45324</c:v>
                      </c:pt>
                      <c:pt idx="5177">
                        <c:v>45327</c:v>
                      </c:pt>
                      <c:pt idx="5178">
                        <c:v>45328</c:v>
                      </c:pt>
                      <c:pt idx="5179">
                        <c:v>45329</c:v>
                      </c:pt>
                      <c:pt idx="5180">
                        <c:v>45330</c:v>
                      </c:pt>
                      <c:pt idx="5181">
                        <c:v>45331</c:v>
                      </c:pt>
                      <c:pt idx="5182">
                        <c:v>45334</c:v>
                      </c:pt>
                      <c:pt idx="5183">
                        <c:v>45335</c:v>
                      </c:pt>
                      <c:pt idx="5184">
                        <c:v>45336</c:v>
                      </c:pt>
                      <c:pt idx="5185">
                        <c:v>45337</c:v>
                      </c:pt>
                      <c:pt idx="5186">
                        <c:v>45338</c:v>
                      </c:pt>
                      <c:pt idx="5187">
                        <c:v>45341</c:v>
                      </c:pt>
                      <c:pt idx="5188">
                        <c:v>45342</c:v>
                      </c:pt>
                      <c:pt idx="5189">
                        <c:v>45343</c:v>
                      </c:pt>
                      <c:pt idx="5190">
                        <c:v>45344</c:v>
                      </c:pt>
                      <c:pt idx="5191">
                        <c:v>45345</c:v>
                      </c:pt>
                      <c:pt idx="5192">
                        <c:v>45348</c:v>
                      </c:pt>
                      <c:pt idx="5193">
                        <c:v>45349</c:v>
                      </c:pt>
                      <c:pt idx="5194">
                        <c:v>45350</c:v>
                      </c:pt>
                      <c:pt idx="5195">
                        <c:v>45351</c:v>
                      </c:pt>
                      <c:pt idx="5196">
                        <c:v>45352</c:v>
                      </c:pt>
                      <c:pt idx="5197">
                        <c:v>45355</c:v>
                      </c:pt>
                      <c:pt idx="5198">
                        <c:v>45356</c:v>
                      </c:pt>
                      <c:pt idx="5199">
                        <c:v>45357</c:v>
                      </c:pt>
                      <c:pt idx="5200">
                        <c:v>45358</c:v>
                      </c:pt>
                      <c:pt idx="5201">
                        <c:v>45359</c:v>
                      </c:pt>
                      <c:pt idx="5202">
                        <c:v>45362</c:v>
                      </c:pt>
                      <c:pt idx="5203">
                        <c:v>45363</c:v>
                      </c:pt>
                      <c:pt idx="5204">
                        <c:v>45364</c:v>
                      </c:pt>
                      <c:pt idx="5205">
                        <c:v>45365</c:v>
                      </c:pt>
                      <c:pt idx="5206">
                        <c:v>45366</c:v>
                      </c:pt>
                      <c:pt idx="5207">
                        <c:v>45369</c:v>
                      </c:pt>
                      <c:pt idx="5208">
                        <c:v>45370</c:v>
                      </c:pt>
                      <c:pt idx="5209">
                        <c:v>45371</c:v>
                      </c:pt>
                      <c:pt idx="5210">
                        <c:v>45372</c:v>
                      </c:pt>
                      <c:pt idx="5211">
                        <c:v>45373</c:v>
                      </c:pt>
                      <c:pt idx="5212">
                        <c:v>45376</c:v>
                      </c:pt>
                      <c:pt idx="5213">
                        <c:v>45377</c:v>
                      </c:pt>
                      <c:pt idx="5214">
                        <c:v>45378</c:v>
                      </c:pt>
                      <c:pt idx="5215">
                        <c:v>45379</c:v>
                      </c:pt>
                      <c:pt idx="5216">
                        <c:v>45380</c:v>
                      </c:pt>
                      <c:pt idx="5217">
                        <c:v>45383</c:v>
                      </c:pt>
                      <c:pt idx="5218">
                        <c:v>45384</c:v>
                      </c:pt>
                      <c:pt idx="5219">
                        <c:v>45385</c:v>
                      </c:pt>
                      <c:pt idx="5220">
                        <c:v>45386</c:v>
                      </c:pt>
                      <c:pt idx="5221">
                        <c:v>45387</c:v>
                      </c:pt>
                      <c:pt idx="5222">
                        <c:v>45390</c:v>
                      </c:pt>
                      <c:pt idx="5223">
                        <c:v>45391</c:v>
                      </c:pt>
                      <c:pt idx="5224">
                        <c:v>45392</c:v>
                      </c:pt>
                      <c:pt idx="5225">
                        <c:v>45393</c:v>
                      </c:pt>
                      <c:pt idx="5226">
                        <c:v>45394</c:v>
                      </c:pt>
                      <c:pt idx="5227">
                        <c:v>45397</c:v>
                      </c:pt>
                      <c:pt idx="5228">
                        <c:v>45398</c:v>
                      </c:pt>
                      <c:pt idx="5229">
                        <c:v>45399</c:v>
                      </c:pt>
                      <c:pt idx="5230">
                        <c:v>45400</c:v>
                      </c:pt>
                      <c:pt idx="5231">
                        <c:v>45401</c:v>
                      </c:pt>
                      <c:pt idx="5232">
                        <c:v>45404</c:v>
                      </c:pt>
                      <c:pt idx="5233">
                        <c:v>45405</c:v>
                      </c:pt>
                      <c:pt idx="5234">
                        <c:v>45406</c:v>
                      </c:pt>
                      <c:pt idx="5235">
                        <c:v>45407</c:v>
                      </c:pt>
                      <c:pt idx="5236">
                        <c:v>45408</c:v>
                      </c:pt>
                      <c:pt idx="5237">
                        <c:v>45411</c:v>
                      </c:pt>
                      <c:pt idx="5238">
                        <c:v>45412</c:v>
                      </c:pt>
                      <c:pt idx="5239">
                        <c:v>45413</c:v>
                      </c:pt>
                      <c:pt idx="5240">
                        <c:v>45414</c:v>
                      </c:pt>
                      <c:pt idx="5241">
                        <c:v>45415</c:v>
                      </c:pt>
                      <c:pt idx="5242">
                        <c:v>45418</c:v>
                      </c:pt>
                      <c:pt idx="5243">
                        <c:v>45419</c:v>
                      </c:pt>
                      <c:pt idx="5244">
                        <c:v>45420</c:v>
                      </c:pt>
                      <c:pt idx="5245">
                        <c:v>45421</c:v>
                      </c:pt>
                      <c:pt idx="5246">
                        <c:v>45422</c:v>
                      </c:pt>
                      <c:pt idx="5247">
                        <c:v>45425</c:v>
                      </c:pt>
                      <c:pt idx="5248">
                        <c:v>45426</c:v>
                      </c:pt>
                      <c:pt idx="5249">
                        <c:v>45427</c:v>
                      </c:pt>
                      <c:pt idx="5250">
                        <c:v>45428</c:v>
                      </c:pt>
                      <c:pt idx="5251">
                        <c:v>45429</c:v>
                      </c:pt>
                      <c:pt idx="5252">
                        <c:v>45432</c:v>
                      </c:pt>
                      <c:pt idx="5253">
                        <c:v>45433</c:v>
                      </c:pt>
                      <c:pt idx="5254">
                        <c:v>45434</c:v>
                      </c:pt>
                      <c:pt idx="5255">
                        <c:v>45435</c:v>
                      </c:pt>
                      <c:pt idx="5256">
                        <c:v>45436</c:v>
                      </c:pt>
                      <c:pt idx="5257">
                        <c:v>45439</c:v>
                      </c:pt>
                      <c:pt idx="5258">
                        <c:v>45440</c:v>
                      </c:pt>
                      <c:pt idx="5259">
                        <c:v>45441</c:v>
                      </c:pt>
                      <c:pt idx="5260">
                        <c:v>45442</c:v>
                      </c:pt>
                      <c:pt idx="5261">
                        <c:v>45443</c:v>
                      </c:pt>
                      <c:pt idx="5262">
                        <c:v>45446</c:v>
                      </c:pt>
                      <c:pt idx="5263">
                        <c:v>45447</c:v>
                      </c:pt>
                      <c:pt idx="5264">
                        <c:v>45448</c:v>
                      </c:pt>
                      <c:pt idx="5265">
                        <c:v>45449</c:v>
                      </c:pt>
                      <c:pt idx="5266">
                        <c:v>45450</c:v>
                      </c:pt>
                      <c:pt idx="5267">
                        <c:v>45453</c:v>
                      </c:pt>
                      <c:pt idx="5268">
                        <c:v>45454</c:v>
                      </c:pt>
                      <c:pt idx="5269">
                        <c:v>45455</c:v>
                      </c:pt>
                      <c:pt idx="5270">
                        <c:v>45456</c:v>
                      </c:pt>
                      <c:pt idx="5271">
                        <c:v>45457</c:v>
                      </c:pt>
                      <c:pt idx="5272">
                        <c:v>45460</c:v>
                      </c:pt>
                      <c:pt idx="5273">
                        <c:v>45461</c:v>
                      </c:pt>
                      <c:pt idx="5274">
                        <c:v>45462</c:v>
                      </c:pt>
                      <c:pt idx="5275">
                        <c:v>45463</c:v>
                      </c:pt>
                      <c:pt idx="5276">
                        <c:v>45464</c:v>
                      </c:pt>
                      <c:pt idx="5277">
                        <c:v>45467</c:v>
                      </c:pt>
                      <c:pt idx="5278">
                        <c:v>45468</c:v>
                      </c:pt>
                      <c:pt idx="5279">
                        <c:v>45469</c:v>
                      </c:pt>
                      <c:pt idx="5280">
                        <c:v>45470</c:v>
                      </c:pt>
                      <c:pt idx="5281">
                        <c:v>45471</c:v>
                      </c:pt>
                      <c:pt idx="5282">
                        <c:v>45474</c:v>
                      </c:pt>
                      <c:pt idx="5283">
                        <c:v>45475</c:v>
                      </c:pt>
                      <c:pt idx="5284">
                        <c:v>45476</c:v>
                      </c:pt>
                      <c:pt idx="5285">
                        <c:v>45477</c:v>
                      </c:pt>
                      <c:pt idx="5286">
                        <c:v>45478</c:v>
                      </c:pt>
                      <c:pt idx="5287">
                        <c:v>45481</c:v>
                      </c:pt>
                      <c:pt idx="5288">
                        <c:v>45482</c:v>
                      </c:pt>
                      <c:pt idx="5289">
                        <c:v>45483</c:v>
                      </c:pt>
                      <c:pt idx="5290">
                        <c:v>45484</c:v>
                      </c:pt>
                      <c:pt idx="5291">
                        <c:v>45485</c:v>
                      </c:pt>
                      <c:pt idx="5292">
                        <c:v>45488</c:v>
                      </c:pt>
                      <c:pt idx="5293">
                        <c:v>45489</c:v>
                      </c:pt>
                      <c:pt idx="5294">
                        <c:v>45490</c:v>
                      </c:pt>
                      <c:pt idx="5295">
                        <c:v>45491</c:v>
                      </c:pt>
                      <c:pt idx="5296">
                        <c:v>45492</c:v>
                      </c:pt>
                      <c:pt idx="5297">
                        <c:v>45495</c:v>
                      </c:pt>
                      <c:pt idx="5298">
                        <c:v>45496</c:v>
                      </c:pt>
                      <c:pt idx="5299">
                        <c:v>45497</c:v>
                      </c:pt>
                      <c:pt idx="5300">
                        <c:v>45498</c:v>
                      </c:pt>
                      <c:pt idx="5301">
                        <c:v>45499</c:v>
                      </c:pt>
                      <c:pt idx="5302">
                        <c:v>45502</c:v>
                      </c:pt>
                      <c:pt idx="5303">
                        <c:v>45503</c:v>
                      </c:pt>
                      <c:pt idx="5304">
                        <c:v>45504</c:v>
                      </c:pt>
                      <c:pt idx="5305">
                        <c:v>45505</c:v>
                      </c:pt>
                      <c:pt idx="5306">
                        <c:v>45506</c:v>
                      </c:pt>
                      <c:pt idx="5307">
                        <c:v>45509</c:v>
                      </c:pt>
                      <c:pt idx="5308">
                        <c:v>45510</c:v>
                      </c:pt>
                      <c:pt idx="5309">
                        <c:v>45511</c:v>
                      </c:pt>
                      <c:pt idx="5310">
                        <c:v>45512</c:v>
                      </c:pt>
                      <c:pt idx="5311">
                        <c:v>45513</c:v>
                      </c:pt>
                      <c:pt idx="5312">
                        <c:v>45516</c:v>
                      </c:pt>
                      <c:pt idx="5313">
                        <c:v>45517</c:v>
                      </c:pt>
                      <c:pt idx="5314">
                        <c:v>45518</c:v>
                      </c:pt>
                      <c:pt idx="5315">
                        <c:v>45519</c:v>
                      </c:pt>
                      <c:pt idx="5316">
                        <c:v>45520</c:v>
                      </c:pt>
                      <c:pt idx="5317">
                        <c:v>45523</c:v>
                      </c:pt>
                      <c:pt idx="5318">
                        <c:v>45524</c:v>
                      </c:pt>
                      <c:pt idx="5319">
                        <c:v>45525</c:v>
                      </c:pt>
                      <c:pt idx="5320">
                        <c:v>45526</c:v>
                      </c:pt>
                      <c:pt idx="5321">
                        <c:v>45527</c:v>
                      </c:pt>
                      <c:pt idx="5322">
                        <c:v>45530</c:v>
                      </c:pt>
                      <c:pt idx="5323">
                        <c:v>45531</c:v>
                      </c:pt>
                      <c:pt idx="5324">
                        <c:v>45532</c:v>
                      </c:pt>
                      <c:pt idx="5325">
                        <c:v>45533</c:v>
                      </c:pt>
                      <c:pt idx="5326">
                        <c:v>45534</c:v>
                      </c:pt>
                      <c:pt idx="5327">
                        <c:v>45537</c:v>
                      </c:pt>
                      <c:pt idx="5328">
                        <c:v>45538</c:v>
                      </c:pt>
                      <c:pt idx="5329">
                        <c:v>45539</c:v>
                      </c:pt>
                      <c:pt idx="5330">
                        <c:v>45540</c:v>
                      </c:pt>
                      <c:pt idx="5331">
                        <c:v>45541</c:v>
                      </c:pt>
                      <c:pt idx="5332">
                        <c:v>45544</c:v>
                      </c:pt>
                      <c:pt idx="5333">
                        <c:v>45545</c:v>
                      </c:pt>
                      <c:pt idx="5334">
                        <c:v>45546</c:v>
                      </c:pt>
                      <c:pt idx="5335">
                        <c:v>45547</c:v>
                      </c:pt>
                      <c:pt idx="5336">
                        <c:v>45548</c:v>
                      </c:pt>
                      <c:pt idx="5337">
                        <c:v>45551</c:v>
                      </c:pt>
                      <c:pt idx="5338">
                        <c:v>45552</c:v>
                      </c:pt>
                      <c:pt idx="5339">
                        <c:v>45553</c:v>
                      </c:pt>
                      <c:pt idx="5340">
                        <c:v>45554</c:v>
                      </c:pt>
                      <c:pt idx="5341">
                        <c:v>45555</c:v>
                      </c:pt>
                      <c:pt idx="5342">
                        <c:v>45558</c:v>
                      </c:pt>
                      <c:pt idx="5343">
                        <c:v>45559</c:v>
                      </c:pt>
                      <c:pt idx="5344">
                        <c:v>45560</c:v>
                      </c:pt>
                      <c:pt idx="5345">
                        <c:v>45561</c:v>
                      </c:pt>
                      <c:pt idx="5346">
                        <c:v>45562</c:v>
                      </c:pt>
                      <c:pt idx="5347">
                        <c:v>45565</c:v>
                      </c:pt>
                      <c:pt idx="5348">
                        <c:v>45566</c:v>
                      </c:pt>
                      <c:pt idx="5349">
                        <c:v>45567</c:v>
                      </c:pt>
                      <c:pt idx="5350">
                        <c:v>45568</c:v>
                      </c:pt>
                      <c:pt idx="5351">
                        <c:v>45569</c:v>
                      </c:pt>
                      <c:pt idx="5352">
                        <c:v>45572</c:v>
                      </c:pt>
                      <c:pt idx="5353">
                        <c:v>45573</c:v>
                      </c:pt>
                      <c:pt idx="5354">
                        <c:v>45574</c:v>
                      </c:pt>
                      <c:pt idx="5355">
                        <c:v>45575</c:v>
                      </c:pt>
                      <c:pt idx="5356">
                        <c:v>45576</c:v>
                      </c:pt>
                      <c:pt idx="5357">
                        <c:v>45579</c:v>
                      </c:pt>
                      <c:pt idx="5358">
                        <c:v>45580</c:v>
                      </c:pt>
                      <c:pt idx="5359">
                        <c:v>45581</c:v>
                      </c:pt>
                      <c:pt idx="5360">
                        <c:v>45582</c:v>
                      </c:pt>
                      <c:pt idx="5361">
                        <c:v>45583</c:v>
                      </c:pt>
                      <c:pt idx="5362">
                        <c:v>45586</c:v>
                      </c:pt>
                      <c:pt idx="5363">
                        <c:v>45587</c:v>
                      </c:pt>
                      <c:pt idx="5364">
                        <c:v>45588</c:v>
                      </c:pt>
                      <c:pt idx="5365">
                        <c:v>45589</c:v>
                      </c:pt>
                      <c:pt idx="5366">
                        <c:v>45590</c:v>
                      </c:pt>
                      <c:pt idx="5367">
                        <c:v>45593</c:v>
                      </c:pt>
                      <c:pt idx="5368">
                        <c:v>45594</c:v>
                      </c:pt>
                      <c:pt idx="5369">
                        <c:v>45595</c:v>
                      </c:pt>
                      <c:pt idx="5370">
                        <c:v>45596</c:v>
                      </c:pt>
                      <c:pt idx="5371">
                        <c:v>45597</c:v>
                      </c:pt>
                      <c:pt idx="5372">
                        <c:v>45601</c:v>
                      </c:pt>
                      <c:pt idx="5373">
                        <c:v>45602</c:v>
                      </c:pt>
                      <c:pt idx="5374">
                        <c:v>45603</c:v>
                      </c:pt>
                      <c:pt idx="5375">
                        <c:v>45604</c:v>
                      </c:pt>
                      <c:pt idx="5376">
                        <c:v>45608</c:v>
                      </c:pt>
                      <c:pt idx="5377">
                        <c:v>45609</c:v>
                      </c:pt>
                      <c:pt idx="5378">
                        <c:v>45610</c:v>
                      </c:pt>
                      <c:pt idx="5379">
                        <c:v>45611</c:v>
                      </c:pt>
                      <c:pt idx="5380">
                        <c:v>45614</c:v>
                      </c:pt>
                      <c:pt idx="5381">
                        <c:v>45615</c:v>
                      </c:pt>
                      <c:pt idx="5382">
                        <c:v>45616</c:v>
                      </c:pt>
                      <c:pt idx="5383">
                        <c:v>45617</c:v>
                      </c:pt>
                      <c:pt idx="5384">
                        <c:v>45618</c:v>
                      </c:pt>
                      <c:pt idx="5385">
                        <c:v>45621</c:v>
                      </c:pt>
                      <c:pt idx="5386">
                        <c:v>45622</c:v>
                      </c:pt>
                      <c:pt idx="5387">
                        <c:v>45623</c:v>
                      </c:pt>
                      <c:pt idx="5388">
                        <c:v>45624</c:v>
                      </c:pt>
                      <c:pt idx="5389">
                        <c:v>45625</c:v>
                      </c:pt>
                      <c:pt idx="5390">
                        <c:v>45628</c:v>
                      </c:pt>
                      <c:pt idx="5391">
                        <c:v>45629</c:v>
                      </c:pt>
                      <c:pt idx="5392">
                        <c:v>45630</c:v>
                      </c:pt>
                      <c:pt idx="5393">
                        <c:v>45631</c:v>
                      </c:pt>
                      <c:pt idx="5394">
                        <c:v>45632</c:v>
                      </c:pt>
                      <c:pt idx="5395">
                        <c:v>45635</c:v>
                      </c:pt>
                      <c:pt idx="5396">
                        <c:v>45636</c:v>
                      </c:pt>
                      <c:pt idx="5397">
                        <c:v>45637</c:v>
                      </c:pt>
                      <c:pt idx="5398">
                        <c:v>45638</c:v>
                      </c:pt>
                      <c:pt idx="5399">
                        <c:v>45639</c:v>
                      </c:pt>
                      <c:pt idx="5400">
                        <c:v>45642</c:v>
                      </c:pt>
                      <c:pt idx="5401">
                        <c:v>45643</c:v>
                      </c:pt>
                      <c:pt idx="5402">
                        <c:v>45644</c:v>
                      </c:pt>
                      <c:pt idx="5403">
                        <c:v>45645</c:v>
                      </c:pt>
                      <c:pt idx="5404">
                        <c:v>45646</c:v>
                      </c:pt>
                      <c:pt idx="5405">
                        <c:v>45649</c:v>
                      </c:pt>
                      <c:pt idx="5406">
                        <c:v>45650</c:v>
                      </c:pt>
                      <c:pt idx="5407">
                        <c:v>45652</c:v>
                      </c:pt>
                      <c:pt idx="5408">
                        <c:v>45653</c:v>
                      </c:pt>
                      <c:pt idx="5409">
                        <c:v>45656</c:v>
                      </c:pt>
                      <c:pt idx="5410">
                        <c:v>45657</c:v>
                      </c:pt>
                      <c:pt idx="5411">
                        <c:v>45659</c:v>
                      </c:pt>
                      <c:pt idx="5412">
                        <c:v>45660</c:v>
                      </c:pt>
                      <c:pt idx="5413">
                        <c:v>45663</c:v>
                      </c:pt>
                      <c:pt idx="5414">
                        <c:v>45664</c:v>
                      </c:pt>
                      <c:pt idx="5415">
                        <c:v>45665</c:v>
                      </c:pt>
                      <c:pt idx="5416">
                        <c:v>45666</c:v>
                      </c:pt>
                      <c:pt idx="5417">
                        <c:v>45667</c:v>
                      </c:pt>
                      <c:pt idx="5418">
                        <c:v>45670</c:v>
                      </c:pt>
                      <c:pt idx="5419">
                        <c:v>45671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Hoja2!$C$316:$C$5735</c15:sqref>
                        </c15:formulaRef>
                      </c:ext>
                    </c:extLst>
                    <c:numCache>
                      <c:formatCode>0.00</c:formatCode>
                      <c:ptCount val="5420"/>
                      <c:pt idx="0">
                        <c:v>11.798475036810499</c:v>
                      </c:pt>
                      <c:pt idx="1">
                        <c:v>11.766912961388901</c:v>
                      </c:pt>
                      <c:pt idx="2">
                        <c:v>11.704147094906601</c:v>
                      </c:pt>
                      <c:pt idx="3">
                        <c:v>11.7460493218608</c:v>
                      </c:pt>
                      <c:pt idx="4">
                        <c:v>11.7973210039642</c:v>
                      </c:pt>
                      <c:pt idx="5">
                        <c:v>11.7541239810043</c:v>
                      </c:pt>
                      <c:pt idx="6">
                        <c:v>11.6485744374886</c:v>
                      </c:pt>
                      <c:pt idx="7">
                        <c:v>11.525273587796001</c:v>
                      </c:pt>
                      <c:pt idx="8">
                        <c:v>11.5829372175501</c:v>
                      </c:pt>
                      <c:pt idx="9">
                        <c:v>11.382291512871101</c:v>
                      </c:pt>
                      <c:pt idx="10">
                        <c:v>11.2839871689338</c:v>
                      </c:pt>
                      <c:pt idx="11">
                        <c:v>11.2839871689338</c:v>
                      </c:pt>
                      <c:pt idx="12">
                        <c:v>11.277413615991</c:v>
                      </c:pt>
                      <c:pt idx="13">
                        <c:v>11.178426789160399</c:v>
                      </c:pt>
                      <c:pt idx="14">
                        <c:v>11.2171875509828</c:v>
                      </c:pt>
                      <c:pt idx="15">
                        <c:v>11.367890420688701</c:v>
                      </c:pt>
                      <c:pt idx="16">
                        <c:v>11.6556894894543</c:v>
                      </c:pt>
                      <c:pt idx="17">
                        <c:v>11.703272335721101</c:v>
                      </c:pt>
                      <c:pt idx="18">
                        <c:v>12.314008511574499</c:v>
                      </c:pt>
                      <c:pt idx="19">
                        <c:v>12.558525507218</c:v>
                      </c:pt>
                      <c:pt idx="20">
                        <c:v>12.287837605863</c:v>
                      </c:pt>
                      <c:pt idx="21">
                        <c:v>12.280052935972099</c:v>
                      </c:pt>
                      <c:pt idx="22">
                        <c:v>11.908066480065701</c:v>
                      </c:pt>
                      <c:pt idx="23">
                        <c:v>12.002146614126699</c:v>
                      </c:pt>
                      <c:pt idx="24">
                        <c:v>12.3576036927436</c:v>
                      </c:pt>
                      <c:pt idx="25">
                        <c:v>12.7237751761096</c:v>
                      </c:pt>
                      <c:pt idx="26">
                        <c:v>13.049822170891</c:v>
                      </c:pt>
                      <c:pt idx="27">
                        <c:v>13.1741168184806</c:v>
                      </c:pt>
                      <c:pt idx="28">
                        <c:v>13.203639011420099</c:v>
                      </c:pt>
                      <c:pt idx="29">
                        <c:v>13.1891150419232</c:v>
                      </c:pt>
                      <c:pt idx="30">
                        <c:v>14.030146276274101</c:v>
                      </c:pt>
                      <c:pt idx="31">
                        <c:v>14.3117329068091</c:v>
                      </c:pt>
                      <c:pt idx="32">
                        <c:v>14.4614775044656</c:v>
                      </c:pt>
                      <c:pt idx="33">
                        <c:v>14.1784088403745</c:v>
                      </c:pt>
                      <c:pt idx="34">
                        <c:v>14.150539143964499</c:v>
                      </c:pt>
                      <c:pt idx="35">
                        <c:v>14.4121336861757</c:v>
                      </c:pt>
                      <c:pt idx="36">
                        <c:v>13.879938594518499</c:v>
                      </c:pt>
                      <c:pt idx="37">
                        <c:v>13.7411955234406</c:v>
                      </c:pt>
                      <c:pt idx="38">
                        <c:v>13.765925589578901</c:v>
                      </c:pt>
                      <c:pt idx="39">
                        <c:v>14.062741684477</c:v>
                      </c:pt>
                      <c:pt idx="40">
                        <c:v>14.052647545302101</c:v>
                      </c:pt>
                      <c:pt idx="41">
                        <c:v>14.3892946938062</c:v>
                      </c:pt>
                      <c:pt idx="42">
                        <c:v>14.3892946938062</c:v>
                      </c:pt>
                      <c:pt idx="43">
                        <c:v>14.032845584019601</c:v>
                      </c:pt>
                      <c:pt idx="44">
                        <c:v>14.284452656025801</c:v>
                      </c:pt>
                      <c:pt idx="45">
                        <c:v>13.8338642604466</c:v>
                      </c:pt>
                      <c:pt idx="46">
                        <c:v>13.926876124726</c:v>
                      </c:pt>
                      <c:pt idx="47">
                        <c:v>13.8927611233756</c:v>
                      </c:pt>
                      <c:pt idx="48">
                        <c:v>14.0730589050637</c:v>
                      </c:pt>
                      <c:pt idx="49">
                        <c:v>14.0135169512518</c:v>
                      </c:pt>
                      <c:pt idx="50">
                        <c:v>13.9317557520737</c:v>
                      </c:pt>
                      <c:pt idx="51">
                        <c:v>13.7689155081096</c:v>
                      </c:pt>
                      <c:pt idx="52">
                        <c:v>13.672889213363099</c:v>
                      </c:pt>
                      <c:pt idx="53">
                        <c:v>13.781443678769399</c:v>
                      </c:pt>
                      <c:pt idx="54">
                        <c:v>14.129212580727</c:v>
                      </c:pt>
                      <c:pt idx="55">
                        <c:v>14.299474541852099</c:v>
                      </c:pt>
                      <c:pt idx="56">
                        <c:v>14.393011727338299</c:v>
                      </c:pt>
                      <c:pt idx="57">
                        <c:v>14.393011727338299</c:v>
                      </c:pt>
                      <c:pt idx="58">
                        <c:v>14.344733089038099</c:v>
                      </c:pt>
                      <c:pt idx="59">
                        <c:v>14.1427396207451</c:v>
                      </c:pt>
                      <c:pt idx="60">
                        <c:v>14.146835662137899</c:v>
                      </c:pt>
                      <c:pt idx="61">
                        <c:v>14.1277676396743</c:v>
                      </c:pt>
                      <c:pt idx="62">
                        <c:v>14.1277676396743</c:v>
                      </c:pt>
                      <c:pt idx="63">
                        <c:v>13.9703629336001</c:v>
                      </c:pt>
                      <c:pt idx="64">
                        <c:v>13.971417689146699</c:v>
                      </c:pt>
                      <c:pt idx="65">
                        <c:v>13.895906352208</c:v>
                      </c:pt>
                      <c:pt idx="66">
                        <c:v>13.9524167974006</c:v>
                      </c:pt>
                      <c:pt idx="67">
                        <c:v>14.244588185479</c:v>
                      </c:pt>
                      <c:pt idx="68">
                        <c:v>14.013486636428199</c:v>
                      </c:pt>
                      <c:pt idx="69">
                        <c:v>13.7725754101901</c:v>
                      </c:pt>
                      <c:pt idx="70">
                        <c:v>14.0326348688906</c:v>
                      </c:pt>
                      <c:pt idx="71">
                        <c:v>13.977693308176599</c:v>
                      </c:pt>
                      <c:pt idx="72">
                        <c:v>14.0730597631712</c:v>
                      </c:pt>
                      <c:pt idx="73">
                        <c:v>13.9534331013369</c:v>
                      </c:pt>
                      <c:pt idx="74">
                        <c:v>13.9226114370279</c:v>
                      </c:pt>
                      <c:pt idx="75">
                        <c:v>13.8730830180672</c:v>
                      </c:pt>
                      <c:pt idx="76">
                        <c:v>13.922024819286101</c:v>
                      </c:pt>
                      <c:pt idx="77">
                        <c:v>14.129396625462601</c:v>
                      </c:pt>
                      <c:pt idx="78">
                        <c:v>13.9389657814615</c:v>
                      </c:pt>
                      <c:pt idx="79">
                        <c:v>13.7822161780038</c:v>
                      </c:pt>
                      <c:pt idx="80">
                        <c:v>13.940140828571099</c:v>
                      </c:pt>
                      <c:pt idx="81">
                        <c:v>13.945539420897701</c:v>
                      </c:pt>
                      <c:pt idx="82">
                        <c:v>13.945539420897701</c:v>
                      </c:pt>
                      <c:pt idx="83">
                        <c:v>13.9844872229644</c:v>
                      </c:pt>
                      <c:pt idx="84">
                        <c:v>14.0265480437871</c:v>
                      </c:pt>
                      <c:pt idx="85">
                        <c:v>14.1213880702685</c:v>
                      </c:pt>
                      <c:pt idx="86">
                        <c:v>14.0320756133211</c:v>
                      </c:pt>
                      <c:pt idx="87">
                        <c:v>14.353949862410699</c:v>
                      </c:pt>
                      <c:pt idx="88">
                        <c:v>14.0629202154834</c:v>
                      </c:pt>
                      <c:pt idx="89">
                        <c:v>14.0277237821265</c:v>
                      </c:pt>
                      <c:pt idx="90">
                        <c:v>14.0503861766905</c:v>
                      </c:pt>
                      <c:pt idx="91">
                        <c:v>14.059099360425501</c:v>
                      </c:pt>
                      <c:pt idx="92">
                        <c:v>14.091386302136399</c:v>
                      </c:pt>
                      <c:pt idx="93">
                        <c:v>14.0817088095021</c:v>
                      </c:pt>
                      <c:pt idx="94">
                        <c:v>14.046084908190499</c:v>
                      </c:pt>
                      <c:pt idx="95">
                        <c:v>14.044142509166001</c:v>
                      </c:pt>
                      <c:pt idx="96">
                        <c:v>14.1993535930881</c:v>
                      </c:pt>
                      <c:pt idx="97">
                        <c:v>14.165372744243699</c:v>
                      </c:pt>
                      <c:pt idx="98">
                        <c:v>13.9499654231384</c:v>
                      </c:pt>
                      <c:pt idx="99">
                        <c:v>13.9994212333833</c:v>
                      </c:pt>
                      <c:pt idx="100">
                        <c:v>13.956267318422301</c:v>
                      </c:pt>
                      <c:pt idx="101">
                        <c:v>13.956267318422301</c:v>
                      </c:pt>
                      <c:pt idx="102">
                        <c:v>13.8742259674459</c:v>
                      </c:pt>
                      <c:pt idx="103">
                        <c:v>13.8397438001682</c:v>
                      </c:pt>
                      <c:pt idx="104">
                        <c:v>13.7801145160663</c:v>
                      </c:pt>
                      <c:pt idx="105">
                        <c:v>13.761580153188801</c:v>
                      </c:pt>
                      <c:pt idx="106">
                        <c:v>13.622302118687299</c:v>
                      </c:pt>
                      <c:pt idx="107">
                        <c:v>13.4543629191637</c:v>
                      </c:pt>
                      <c:pt idx="108">
                        <c:v>13.3531006739112</c:v>
                      </c:pt>
                      <c:pt idx="109">
                        <c:v>13.3105303477096</c:v>
                      </c:pt>
                      <c:pt idx="110">
                        <c:v>13.4282274648696</c:v>
                      </c:pt>
                      <c:pt idx="111">
                        <c:v>13.3149240586612</c:v>
                      </c:pt>
                      <c:pt idx="112">
                        <c:v>13.270134534571699</c:v>
                      </c:pt>
                      <c:pt idx="113">
                        <c:v>13.2616231547805</c:v>
                      </c:pt>
                      <c:pt idx="114">
                        <c:v>13.407487545553</c:v>
                      </c:pt>
                      <c:pt idx="115">
                        <c:v>13.3904434614377</c:v>
                      </c:pt>
                      <c:pt idx="116">
                        <c:v>13.421858276942601</c:v>
                      </c:pt>
                      <c:pt idx="117">
                        <c:v>13.3483696805744</c:v>
                      </c:pt>
                      <c:pt idx="118">
                        <c:v>13.2385112533595</c:v>
                      </c:pt>
                      <c:pt idx="119">
                        <c:v>13.022732141095901</c:v>
                      </c:pt>
                      <c:pt idx="120">
                        <c:v>13.0967013671424</c:v>
                      </c:pt>
                      <c:pt idx="121">
                        <c:v>12.9209822748658</c:v>
                      </c:pt>
                      <c:pt idx="122">
                        <c:v>12.8800676028753</c:v>
                      </c:pt>
                      <c:pt idx="123">
                        <c:v>13.1798315517321</c:v>
                      </c:pt>
                      <c:pt idx="124">
                        <c:v>13.0153465556497</c:v>
                      </c:pt>
                      <c:pt idx="125">
                        <c:v>12.930757614400401</c:v>
                      </c:pt>
                      <c:pt idx="126">
                        <c:v>13.0621855012098</c:v>
                      </c:pt>
                      <c:pt idx="127">
                        <c:v>13.287592208053599</c:v>
                      </c:pt>
                      <c:pt idx="128">
                        <c:v>13.204533709258699</c:v>
                      </c:pt>
                      <c:pt idx="129">
                        <c:v>13.1147552042206</c:v>
                      </c:pt>
                      <c:pt idx="130">
                        <c:v>13.2830067276301</c:v>
                      </c:pt>
                      <c:pt idx="131">
                        <c:v>13.2849340340626</c:v>
                      </c:pt>
                      <c:pt idx="132">
                        <c:v>13.095722201762801</c:v>
                      </c:pt>
                      <c:pt idx="133">
                        <c:v>13.1282367680524</c:v>
                      </c:pt>
                      <c:pt idx="134">
                        <c:v>13.058257777770899</c:v>
                      </c:pt>
                      <c:pt idx="135">
                        <c:v>13.1145294530331</c:v>
                      </c:pt>
                      <c:pt idx="136">
                        <c:v>13.2542463859851</c:v>
                      </c:pt>
                      <c:pt idx="137">
                        <c:v>13.0782652525073</c:v>
                      </c:pt>
                      <c:pt idx="138">
                        <c:v>12.9842432391789</c:v>
                      </c:pt>
                      <c:pt idx="139">
                        <c:v>13.0281148272287</c:v>
                      </c:pt>
                      <c:pt idx="140">
                        <c:v>12.950541250216601</c:v>
                      </c:pt>
                      <c:pt idx="141">
                        <c:v>12.856018503814299</c:v>
                      </c:pt>
                      <c:pt idx="142">
                        <c:v>12.880519606924601</c:v>
                      </c:pt>
                      <c:pt idx="143">
                        <c:v>12.8320837717998</c:v>
                      </c:pt>
                      <c:pt idx="144">
                        <c:v>12.7768456025864</c:v>
                      </c:pt>
                      <c:pt idx="145">
                        <c:v>12.7996964775627</c:v>
                      </c:pt>
                      <c:pt idx="146">
                        <c:v>12.7996964775627</c:v>
                      </c:pt>
                      <c:pt idx="147">
                        <c:v>12.832424821318099</c:v>
                      </c:pt>
                      <c:pt idx="148">
                        <c:v>12.828760160804</c:v>
                      </c:pt>
                      <c:pt idx="149">
                        <c:v>12.7883947486611</c:v>
                      </c:pt>
                      <c:pt idx="150">
                        <c:v>12.7316734360222</c:v>
                      </c:pt>
                      <c:pt idx="151">
                        <c:v>12.736263938673501</c:v>
                      </c:pt>
                      <c:pt idx="152">
                        <c:v>12.769449935371799</c:v>
                      </c:pt>
                      <c:pt idx="153">
                        <c:v>12.731142969494799</c:v>
                      </c:pt>
                      <c:pt idx="154">
                        <c:v>12.8264313986024</c:v>
                      </c:pt>
                      <c:pt idx="155">
                        <c:v>12.835958777959901</c:v>
                      </c:pt>
                      <c:pt idx="156">
                        <c:v>12.835958777959901</c:v>
                      </c:pt>
                      <c:pt idx="157">
                        <c:v>12.7615690202149</c:v>
                      </c:pt>
                      <c:pt idx="158">
                        <c:v>12.730933795387401</c:v>
                      </c:pt>
                      <c:pt idx="159">
                        <c:v>12.677359441289299</c:v>
                      </c:pt>
                      <c:pt idx="160">
                        <c:v>12.7512561083725</c:v>
                      </c:pt>
                      <c:pt idx="161">
                        <c:v>12.735447275174799</c:v>
                      </c:pt>
                      <c:pt idx="162">
                        <c:v>12.629132320511401</c:v>
                      </c:pt>
                      <c:pt idx="163">
                        <c:v>12.6007781706288</c:v>
                      </c:pt>
                      <c:pt idx="164">
                        <c:v>12.5996115130676</c:v>
                      </c:pt>
                      <c:pt idx="165">
                        <c:v>12.5126658314837</c:v>
                      </c:pt>
                      <c:pt idx="166">
                        <c:v>12.5126658314837</c:v>
                      </c:pt>
                      <c:pt idx="167">
                        <c:v>12.5351227919514</c:v>
                      </c:pt>
                      <c:pt idx="168">
                        <c:v>12.429823717642201</c:v>
                      </c:pt>
                      <c:pt idx="169">
                        <c:v>12.3476940768979</c:v>
                      </c:pt>
                      <c:pt idx="170">
                        <c:v>12.4308806119364</c:v>
                      </c:pt>
                      <c:pt idx="171">
                        <c:v>12.5110701994619</c:v>
                      </c:pt>
                      <c:pt idx="172">
                        <c:v>12.3627556185158</c:v>
                      </c:pt>
                      <c:pt idx="173">
                        <c:v>12.3229113247175</c:v>
                      </c:pt>
                      <c:pt idx="174">
                        <c:v>12.2420097586227</c:v>
                      </c:pt>
                      <c:pt idx="175">
                        <c:v>12.1208931343452</c:v>
                      </c:pt>
                      <c:pt idx="176">
                        <c:v>12.262959878370999</c:v>
                      </c:pt>
                      <c:pt idx="177">
                        <c:v>12.3642873912578</c:v>
                      </c:pt>
                      <c:pt idx="178">
                        <c:v>12.3673979234195</c:v>
                      </c:pt>
                      <c:pt idx="179">
                        <c:v>12.582855215187299</c:v>
                      </c:pt>
                      <c:pt idx="180">
                        <c:v>12.492859364748</c:v>
                      </c:pt>
                      <c:pt idx="181">
                        <c:v>12.5047643968716</c:v>
                      </c:pt>
                      <c:pt idx="182">
                        <c:v>12.6165863009007</c:v>
                      </c:pt>
                      <c:pt idx="183">
                        <c:v>12.6165863009007</c:v>
                      </c:pt>
                      <c:pt idx="184">
                        <c:v>12.703718138374599</c:v>
                      </c:pt>
                      <c:pt idx="185">
                        <c:v>12.5284581924817</c:v>
                      </c:pt>
                      <c:pt idx="186">
                        <c:v>12.4448322093124</c:v>
                      </c:pt>
                      <c:pt idx="187">
                        <c:v>12.4328718495796</c:v>
                      </c:pt>
                      <c:pt idx="188">
                        <c:v>12.453058579387401</c:v>
                      </c:pt>
                      <c:pt idx="189">
                        <c:v>12.3605046873297</c:v>
                      </c:pt>
                      <c:pt idx="190">
                        <c:v>12.2849905200562</c:v>
                      </c:pt>
                      <c:pt idx="191">
                        <c:v>12.094932518616099</c:v>
                      </c:pt>
                      <c:pt idx="192">
                        <c:v>12.0919898989185</c:v>
                      </c:pt>
                      <c:pt idx="193">
                        <c:v>12.026211201448801</c:v>
                      </c:pt>
                      <c:pt idx="194">
                        <c:v>12.0824392594435</c:v>
                      </c:pt>
                      <c:pt idx="195">
                        <c:v>9.0201969306783703</c:v>
                      </c:pt>
                      <c:pt idx="196">
                        <c:v>11.9762372103126</c:v>
                      </c:pt>
                      <c:pt idx="197">
                        <c:v>11.9180910093155</c:v>
                      </c:pt>
                      <c:pt idx="198">
                        <c:v>11.7906489094444</c:v>
                      </c:pt>
                      <c:pt idx="199">
                        <c:v>11.836120898616199</c:v>
                      </c:pt>
                      <c:pt idx="200">
                        <c:v>11.836120898616199</c:v>
                      </c:pt>
                      <c:pt idx="201">
                        <c:v>11.568487202410401</c:v>
                      </c:pt>
                      <c:pt idx="202">
                        <c:v>11.365516742374</c:v>
                      </c:pt>
                      <c:pt idx="203">
                        <c:v>11.507513595828399</c:v>
                      </c:pt>
                      <c:pt idx="204">
                        <c:v>11.5696723118458</c:v>
                      </c:pt>
                      <c:pt idx="205">
                        <c:v>11.577856304489</c:v>
                      </c:pt>
                      <c:pt idx="206">
                        <c:v>11.577856304489</c:v>
                      </c:pt>
                      <c:pt idx="207">
                        <c:v>11.821964668248</c:v>
                      </c:pt>
                      <c:pt idx="208">
                        <c:v>11.604447201083399</c:v>
                      </c:pt>
                      <c:pt idx="209">
                        <c:v>11.553680019191599</c:v>
                      </c:pt>
                      <c:pt idx="210">
                        <c:v>11.6447217484942</c:v>
                      </c:pt>
                      <c:pt idx="211">
                        <c:v>11.8887018702991</c:v>
                      </c:pt>
                      <c:pt idx="212">
                        <c:v>11.763198029500399</c:v>
                      </c:pt>
                      <c:pt idx="213">
                        <c:v>11.704149396906701</c:v>
                      </c:pt>
                      <c:pt idx="214">
                        <c:v>11.9108059344063</c:v>
                      </c:pt>
                      <c:pt idx="215">
                        <c:v>11.7564643770051</c:v>
                      </c:pt>
                      <c:pt idx="216">
                        <c:v>11.9610381540479</c:v>
                      </c:pt>
                      <c:pt idx="217">
                        <c:v>11.7185644657533</c:v>
                      </c:pt>
                      <c:pt idx="218">
                        <c:v>11.712100859583501</c:v>
                      </c:pt>
                      <c:pt idx="219">
                        <c:v>11.7193174577439</c:v>
                      </c:pt>
                      <c:pt idx="220">
                        <c:v>11.673267207286401</c:v>
                      </c:pt>
                      <c:pt idx="221">
                        <c:v>11.6209340985806</c:v>
                      </c:pt>
                      <c:pt idx="222">
                        <c:v>11.6133249853011</c:v>
                      </c:pt>
                      <c:pt idx="223">
                        <c:v>11.444029060544599</c:v>
                      </c:pt>
                      <c:pt idx="224">
                        <c:v>11.625443617211401</c:v>
                      </c:pt>
                      <c:pt idx="225">
                        <c:v>11.5814053965896</c:v>
                      </c:pt>
                      <c:pt idx="226">
                        <c:v>11.590101505496101</c:v>
                      </c:pt>
                      <c:pt idx="227">
                        <c:v>11.584132237990801</c:v>
                      </c:pt>
                      <c:pt idx="228">
                        <c:v>11.524384365298699</c:v>
                      </c:pt>
                      <c:pt idx="229">
                        <c:v>11.4228693066978</c:v>
                      </c:pt>
                      <c:pt idx="230">
                        <c:v>11.4230734809368</c:v>
                      </c:pt>
                      <c:pt idx="231">
                        <c:v>11.3583879900567</c:v>
                      </c:pt>
                      <c:pt idx="232">
                        <c:v>11.3284864689816</c:v>
                      </c:pt>
                      <c:pt idx="233">
                        <c:v>11.327944796580301</c:v>
                      </c:pt>
                      <c:pt idx="234">
                        <c:v>11.27848809312</c:v>
                      </c:pt>
                      <c:pt idx="235">
                        <c:v>11.274892874224999</c:v>
                      </c:pt>
                      <c:pt idx="236">
                        <c:v>11.3296982272901</c:v>
                      </c:pt>
                      <c:pt idx="237">
                        <c:v>11.316516938667</c:v>
                      </c:pt>
                      <c:pt idx="238">
                        <c:v>11.352346201773001</c:v>
                      </c:pt>
                      <c:pt idx="239">
                        <c:v>11.378582046487301</c:v>
                      </c:pt>
                      <c:pt idx="240">
                        <c:v>11.4594256164679</c:v>
                      </c:pt>
                      <c:pt idx="241">
                        <c:v>11.4254943817838</c:v>
                      </c:pt>
                      <c:pt idx="242">
                        <c:v>11.4417270213062</c:v>
                      </c:pt>
                      <c:pt idx="243">
                        <c:v>11.552508597493899</c:v>
                      </c:pt>
                      <c:pt idx="244">
                        <c:v>11.5609082746669</c:v>
                      </c:pt>
                      <c:pt idx="245">
                        <c:v>11.5529994617672</c:v>
                      </c:pt>
                      <c:pt idx="246">
                        <c:v>11.4952706515909</c:v>
                      </c:pt>
                      <c:pt idx="247">
                        <c:v>11.5769123609101</c:v>
                      </c:pt>
                      <c:pt idx="248">
                        <c:v>11.5583564725566</c:v>
                      </c:pt>
                      <c:pt idx="249">
                        <c:v>11.5635291603067</c:v>
                      </c:pt>
                      <c:pt idx="250">
                        <c:v>11.5896776554564</c:v>
                      </c:pt>
                      <c:pt idx="251">
                        <c:v>11.785522480704801</c:v>
                      </c:pt>
                      <c:pt idx="252">
                        <c:v>11.8653319480345</c:v>
                      </c:pt>
                      <c:pt idx="253">
                        <c:v>12.0665422851302</c:v>
                      </c:pt>
                      <c:pt idx="254">
                        <c:v>11.9792021039685</c:v>
                      </c:pt>
                      <c:pt idx="255">
                        <c:v>12.039285662396701</c:v>
                      </c:pt>
                      <c:pt idx="256">
                        <c:v>12.039285662396701</c:v>
                      </c:pt>
                      <c:pt idx="257">
                        <c:v>11.973562509321599</c:v>
                      </c:pt>
                      <c:pt idx="258">
                        <c:v>12.2826320513353</c:v>
                      </c:pt>
                      <c:pt idx="259">
                        <c:v>12.2826320513353</c:v>
                      </c:pt>
                      <c:pt idx="260">
                        <c:v>12.2826320513353</c:v>
                      </c:pt>
                      <c:pt idx="261">
                        <c:v>12.5862245336091</c:v>
                      </c:pt>
                      <c:pt idx="262">
                        <c:v>12.5775288817884</c:v>
                      </c:pt>
                      <c:pt idx="263">
                        <c:v>12.3711337489225</c:v>
                      </c:pt>
                      <c:pt idx="264">
                        <c:v>12.2577088089075</c:v>
                      </c:pt>
                      <c:pt idx="265">
                        <c:v>12.188938150476201</c:v>
                      </c:pt>
                      <c:pt idx="266">
                        <c:v>12.172247631143</c:v>
                      </c:pt>
                      <c:pt idx="267">
                        <c:v>12.141407965865699</c:v>
                      </c:pt>
                      <c:pt idx="268">
                        <c:v>12.1474336449697</c:v>
                      </c:pt>
                      <c:pt idx="269">
                        <c:v>12.0764211001622</c:v>
                      </c:pt>
                      <c:pt idx="270">
                        <c:v>12.126575738472299</c:v>
                      </c:pt>
                      <c:pt idx="271">
                        <c:v>12.056881699008001</c:v>
                      </c:pt>
                      <c:pt idx="272">
                        <c:v>12.085765431629</c:v>
                      </c:pt>
                      <c:pt idx="273">
                        <c:v>11.975413941662699</c:v>
                      </c:pt>
                      <c:pt idx="274">
                        <c:v>11.967897110201299</c:v>
                      </c:pt>
                      <c:pt idx="275">
                        <c:v>11.8729031646827</c:v>
                      </c:pt>
                      <c:pt idx="276">
                        <c:v>11.9098775809508</c:v>
                      </c:pt>
                      <c:pt idx="277">
                        <c:v>11.827760922284501</c:v>
                      </c:pt>
                      <c:pt idx="278">
                        <c:v>11.7834471735036</c:v>
                      </c:pt>
                      <c:pt idx="279">
                        <c:v>11.813790373886601</c:v>
                      </c:pt>
                      <c:pt idx="280">
                        <c:v>11.762889704701299</c:v>
                      </c:pt>
                      <c:pt idx="281">
                        <c:v>11.7374239241487</c:v>
                      </c:pt>
                      <c:pt idx="282">
                        <c:v>11.609286533790501</c:v>
                      </c:pt>
                      <c:pt idx="283">
                        <c:v>11.490202321063901</c:v>
                      </c:pt>
                      <c:pt idx="284">
                        <c:v>11.4425056144102</c:v>
                      </c:pt>
                      <c:pt idx="285">
                        <c:v>11.427901427951101</c:v>
                      </c:pt>
                      <c:pt idx="286">
                        <c:v>11.4342544419563</c:v>
                      </c:pt>
                      <c:pt idx="287">
                        <c:v>11.344195945272499</c:v>
                      </c:pt>
                      <c:pt idx="288">
                        <c:v>11.2954951885259</c:v>
                      </c:pt>
                      <c:pt idx="289">
                        <c:v>11.309372257726899</c:v>
                      </c:pt>
                      <c:pt idx="290">
                        <c:v>11.3227117059457</c:v>
                      </c:pt>
                      <c:pt idx="291">
                        <c:v>11.3227117059457</c:v>
                      </c:pt>
                      <c:pt idx="292">
                        <c:v>11.306825135957</c:v>
                      </c:pt>
                      <c:pt idx="293">
                        <c:v>11.3536060374302</c:v>
                      </c:pt>
                      <c:pt idx="294">
                        <c:v>11.317886526893</c:v>
                      </c:pt>
                      <c:pt idx="295">
                        <c:v>11.3202992935525</c:v>
                      </c:pt>
                      <c:pt idx="296">
                        <c:v>11.266429220441101</c:v>
                      </c:pt>
                      <c:pt idx="297">
                        <c:v>11.214834164609201</c:v>
                      </c:pt>
                      <c:pt idx="298">
                        <c:v>11.152248649995499</c:v>
                      </c:pt>
                      <c:pt idx="299">
                        <c:v>11.087813951478999</c:v>
                      </c:pt>
                      <c:pt idx="300">
                        <c:v>11.051804579742701</c:v>
                      </c:pt>
                      <c:pt idx="301">
                        <c:v>11.0097710287789</c:v>
                      </c:pt>
                      <c:pt idx="302">
                        <c:v>11.021655221071899</c:v>
                      </c:pt>
                      <c:pt idx="303">
                        <c:v>10.9791577630624</c:v>
                      </c:pt>
                      <c:pt idx="304">
                        <c:v>10.9814094929205</c:v>
                      </c:pt>
                      <c:pt idx="305">
                        <c:v>10.9746978898301</c:v>
                      </c:pt>
                      <c:pt idx="306">
                        <c:v>10.9085270504817</c:v>
                      </c:pt>
                      <c:pt idx="307">
                        <c:v>10.8465413722968</c:v>
                      </c:pt>
                      <c:pt idx="308">
                        <c:v>10.775276042418399</c:v>
                      </c:pt>
                      <c:pt idx="309">
                        <c:v>10.557390448583201</c:v>
                      </c:pt>
                      <c:pt idx="310">
                        <c:v>10.557390448583201</c:v>
                      </c:pt>
                      <c:pt idx="311">
                        <c:v>10.5645645466219</c:v>
                      </c:pt>
                      <c:pt idx="312">
                        <c:v>10.659580655463699</c:v>
                      </c:pt>
                      <c:pt idx="313">
                        <c:v>10.666907839738901</c:v>
                      </c:pt>
                      <c:pt idx="314">
                        <c:v>10.5146963025655</c:v>
                      </c:pt>
                      <c:pt idx="315">
                        <c:v>10.528075097185701</c:v>
                      </c:pt>
                      <c:pt idx="316">
                        <c:v>10.3050287785073</c:v>
                      </c:pt>
                      <c:pt idx="317">
                        <c:v>10.3261967965654</c:v>
                      </c:pt>
                      <c:pt idx="318">
                        <c:v>10.378242916739699</c:v>
                      </c:pt>
                      <c:pt idx="319">
                        <c:v>10.2853211654852</c:v>
                      </c:pt>
                      <c:pt idx="320">
                        <c:v>10.259230032584799</c:v>
                      </c:pt>
                      <c:pt idx="321">
                        <c:v>10.1451540936574</c:v>
                      </c:pt>
                      <c:pt idx="322">
                        <c:v>10.106427139594899</c:v>
                      </c:pt>
                      <c:pt idx="323">
                        <c:v>10.071829496450601</c:v>
                      </c:pt>
                      <c:pt idx="324">
                        <c:v>10.0156425699141</c:v>
                      </c:pt>
                      <c:pt idx="325">
                        <c:v>9.9874551838604599</c:v>
                      </c:pt>
                      <c:pt idx="326">
                        <c:v>10.0061614214021</c:v>
                      </c:pt>
                      <c:pt idx="327">
                        <c:v>10.0256072635124</c:v>
                      </c:pt>
                      <c:pt idx="328">
                        <c:v>9.8895802962276704</c:v>
                      </c:pt>
                      <c:pt idx="329">
                        <c:v>9.8817341559363392</c:v>
                      </c:pt>
                      <c:pt idx="330">
                        <c:v>9.8817341559363392</c:v>
                      </c:pt>
                      <c:pt idx="331">
                        <c:v>9.9238273895376494</c:v>
                      </c:pt>
                      <c:pt idx="332">
                        <c:v>9.8899080490541298</c:v>
                      </c:pt>
                      <c:pt idx="333">
                        <c:v>9.6874873436147499</c:v>
                      </c:pt>
                      <c:pt idx="334">
                        <c:v>9.5937456627700808</c:v>
                      </c:pt>
                      <c:pt idx="335">
                        <c:v>9.3755074241733602</c:v>
                      </c:pt>
                      <c:pt idx="336">
                        <c:v>9.1847491217275508</c:v>
                      </c:pt>
                      <c:pt idx="337">
                        <c:v>9.3182230012989606</c:v>
                      </c:pt>
                      <c:pt idx="338">
                        <c:v>9.3682503576574003</c:v>
                      </c:pt>
                      <c:pt idx="339">
                        <c:v>9.6541422436026902</c:v>
                      </c:pt>
                      <c:pt idx="340">
                        <c:v>9.5982656091809595</c:v>
                      </c:pt>
                      <c:pt idx="341">
                        <c:v>9.6960665011327798</c:v>
                      </c:pt>
                      <c:pt idx="342">
                        <c:v>9.6960665011327798</c:v>
                      </c:pt>
                      <c:pt idx="343">
                        <c:v>9.7278492974289605</c:v>
                      </c:pt>
                      <c:pt idx="344">
                        <c:v>9.7662009791452995</c:v>
                      </c:pt>
                      <c:pt idx="345">
                        <c:v>9.7290185594544596</c:v>
                      </c:pt>
                      <c:pt idx="346">
                        <c:v>9.7116845621106407</c:v>
                      </c:pt>
                      <c:pt idx="347">
                        <c:v>9.6202862738497501</c:v>
                      </c:pt>
                      <c:pt idx="348">
                        <c:v>9.5622285435806003</c:v>
                      </c:pt>
                      <c:pt idx="349">
                        <c:v>9.5098652465748206</c:v>
                      </c:pt>
                      <c:pt idx="350">
                        <c:v>9.6023998677262608</c:v>
                      </c:pt>
                      <c:pt idx="351">
                        <c:v>9.4637230041521292</c:v>
                      </c:pt>
                      <c:pt idx="352">
                        <c:v>9.3155560688079202</c:v>
                      </c:pt>
                      <c:pt idx="353">
                        <c:v>9.3404944359565807</c:v>
                      </c:pt>
                      <c:pt idx="354">
                        <c:v>9.3950168465463104</c:v>
                      </c:pt>
                      <c:pt idx="355">
                        <c:v>9.4882859039684</c:v>
                      </c:pt>
                      <c:pt idx="356">
                        <c:v>9.4862742431768403</c:v>
                      </c:pt>
                      <c:pt idx="357">
                        <c:v>9.3967343616729799</c:v>
                      </c:pt>
                      <c:pt idx="358">
                        <c:v>9.3998394811838697</c:v>
                      </c:pt>
                      <c:pt idx="359">
                        <c:v>9.4478933944021808</c:v>
                      </c:pt>
                      <c:pt idx="360">
                        <c:v>9.4478933944021808</c:v>
                      </c:pt>
                      <c:pt idx="361">
                        <c:v>9.5940605188913093</c:v>
                      </c:pt>
                      <c:pt idx="362">
                        <c:v>9.5995748281165802</c:v>
                      </c:pt>
                      <c:pt idx="363">
                        <c:v>9.5152550077500297</c:v>
                      </c:pt>
                      <c:pt idx="364">
                        <c:v>9.6145646199889399</c:v>
                      </c:pt>
                      <c:pt idx="365">
                        <c:v>9.5807843919986997</c:v>
                      </c:pt>
                      <c:pt idx="366">
                        <c:v>9.5392774582529896</c:v>
                      </c:pt>
                      <c:pt idx="367">
                        <c:v>9.5630172621237204</c:v>
                      </c:pt>
                      <c:pt idx="368">
                        <c:v>9.5290047549667491</c:v>
                      </c:pt>
                      <c:pt idx="369">
                        <c:v>9.5020591803833803</c:v>
                      </c:pt>
                      <c:pt idx="370">
                        <c:v>9.4213612762797698</c:v>
                      </c:pt>
                      <c:pt idx="371">
                        <c:v>9.3914837908214892</c:v>
                      </c:pt>
                      <c:pt idx="372">
                        <c:v>9.3435705105134197</c:v>
                      </c:pt>
                      <c:pt idx="373">
                        <c:v>9.35768695000103</c:v>
                      </c:pt>
                      <c:pt idx="374">
                        <c:v>9.2447828075896297</c:v>
                      </c:pt>
                      <c:pt idx="375">
                        <c:v>9.1725951543640605</c:v>
                      </c:pt>
                      <c:pt idx="376">
                        <c:v>9.0587094368655201</c:v>
                      </c:pt>
                      <c:pt idx="377">
                        <c:v>8.9506752598899908</c:v>
                      </c:pt>
                      <c:pt idx="378">
                        <c:v>8.9532925377362798</c:v>
                      </c:pt>
                      <c:pt idx="379">
                        <c:v>9.0111152061674602</c:v>
                      </c:pt>
                      <c:pt idx="380">
                        <c:v>9.0253027008630706</c:v>
                      </c:pt>
                      <c:pt idx="381">
                        <c:v>8.8719430752364108</c:v>
                      </c:pt>
                      <c:pt idx="382">
                        <c:v>8.7674038891624804</c:v>
                      </c:pt>
                      <c:pt idx="383">
                        <c:v>8.8288846656085607</c:v>
                      </c:pt>
                      <c:pt idx="384">
                        <c:v>8.9195758104352691</c:v>
                      </c:pt>
                      <c:pt idx="385">
                        <c:v>8.5138773320126706</c:v>
                      </c:pt>
                      <c:pt idx="386">
                        <c:v>8.5566896973372994</c:v>
                      </c:pt>
                      <c:pt idx="387">
                        <c:v>8.3892276724579204</c:v>
                      </c:pt>
                      <c:pt idx="388">
                        <c:v>8.3344627051153601</c:v>
                      </c:pt>
                      <c:pt idx="389">
                        <c:v>8.2302925371455604</c:v>
                      </c:pt>
                      <c:pt idx="390">
                        <c:v>8.0983163082178606</c:v>
                      </c:pt>
                      <c:pt idx="391">
                        <c:v>8.0291768728327195</c:v>
                      </c:pt>
                      <c:pt idx="392">
                        <c:v>7.9875026851820703</c:v>
                      </c:pt>
                      <c:pt idx="393">
                        <c:v>7.8045874717411596</c:v>
                      </c:pt>
                      <c:pt idx="394">
                        <c:v>7.63769107342765</c:v>
                      </c:pt>
                      <c:pt idx="395">
                        <c:v>7.6340443684154202</c:v>
                      </c:pt>
                      <c:pt idx="396">
                        <c:v>7.53259997014327</c:v>
                      </c:pt>
                      <c:pt idx="397">
                        <c:v>7.7034038198468604</c:v>
                      </c:pt>
                      <c:pt idx="398">
                        <c:v>8.0159326444182604</c:v>
                      </c:pt>
                      <c:pt idx="399">
                        <c:v>8.2612862297236695</c:v>
                      </c:pt>
                      <c:pt idx="400">
                        <c:v>8.3585824664310895</c:v>
                      </c:pt>
                      <c:pt idx="401">
                        <c:v>8.6567990208627901</c:v>
                      </c:pt>
                      <c:pt idx="402">
                        <c:v>8.7116775141809093</c:v>
                      </c:pt>
                      <c:pt idx="403">
                        <c:v>8.6825873087967906</c:v>
                      </c:pt>
                      <c:pt idx="404">
                        <c:v>8.6065515459918398</c:v>
                      </c:pt>
                      <c:pt idx="405">
                        <c:v>8.6065515459918398</c:v>
                      </c:pt>
                      <c:pt idx="406">
                        <c:v>8.4793627902115105</c:v>
                      </c:pt>
                      <c:pt idx="407">
                        <c:v>8.2169423347374106</c:v>
                      </c:pt>
                      <c:pt idx="408">
                        <c:v>8.0508524270969399</c:v>
                      </c:pt>
                      <c:pt idx="409">
                        <c:v>8.3183870241193798</c:v>
                      </c:pt>
                      <c:pt idx="410">
                        <c:v>8.2152660290897597</c:v>
                      </c:pt>
                      <c:pt idx="411">
                        <c:v>8.2629790251241406</c:v>
                      </c:pt>
                      <c:pt idx="412">
                        <c:v>8.3988064529674595</c:v>
                      </c:pt>
                      <c:pt idx="413">
                        <c:v>8.5239219649035505</c:v>
                      </c:pt>
                      <c:pt idx="414">
                        <c:v>8.6446164592306598</c:v>
                      </c:pt>
                      <c:pt idx="415">
                        <c:v>8.6669801029740796</c:v>
                      </c:pt>
                      <c:pt idx="416">
                        <c:v>8.6309120453955703</c:v>
                      </c:pt>
                      <c:pt idx="417">
                        <c:v>8.66463566038483</c:v>
                      </c:pt>
                      <c:pt idx="418">
                        <c:v>8.6487799939909298</c:v>
                      </c:pt>
                      <c:pt idx="419">
                        <c:v>8.7008435785801694</c:v>
                      </c:pt>
                      <c:pt idx="420">
                        <c:v>8.7008435785801694</c:v>
                      </c:pt>
                      <c:pt idx="421">
                        <c:v>8.7717257199751497</c:v>
                      </c:pt>
                      <c:pt idx="422">
                        <c:v>8.6847532411469395</c:v>
                      </c:pt>
                      <c:pt idx="423">
                        <c:v>8.6741309331645695</c:v>
                      </c:pt>
                      <c:pt idx="424">
                        <c:v>8.6705092345536592</c:v>
                      </c:pt>
                      <c:pt idx="425">
                        <c:v>8.6705092345536592</c:v>
                      </c:pt>
                      <c:pt idx="426">
                        <c:v>8.7054142164956296</c:v>
                      </c:pt>
                      <c:pt idx="427">
                        <c:v>8.6298449487686</c:v>
                      </c:pt>
                      <c:pt idx="428">
                        <c:v>8.5939691285086202</c:v>
                      </c:pt>
                      <c:pt idx="429">
                        <c:v>8.5678722304002992</c:v>
                      </c:pt>
                      <c:pt idx="430">
                        <c:v>8.4895883589825996</c:v>
                      </c:pt>
                      <c:pt idx="431">
                        <c:v>8.4201706044307691</c:v>
                      </c:pt>
                      <c:pt idx="432">
                        <c:v>8.24850812736363</c:v>
                      </c:pt>
                      <c:pt idx="433">
                        <c:v>8.1583120200549306</c:v>
                      </c:pt>
                      <c:pt idx="434">
                        <c:v>8.2007423600170597</c:v>
                      </c:pt>
                      <c:pt idx="435">
                        <c:v>8.0947844201897308</c:v>
                      </c:pt>
                      <c:pt idx="436">
                        <c:v>8.3086139914090005</c:v>
                      </c:pt>
                      <c:pt idx="437">
                        <c:v>8.3951102089819702</c:v>
                      </c:pt>
                      <c:pt idx="438">
                        <c:v>8.26692524617118</c:v>
                      </c:pt>
                      <c:pt idx="439">
                        <c:v>8.3342467041916706</c:v>
                      </c:pt>
                      <c:pt idx="440">
                        <c:v>8.4449047352242008</c:v>
                      </c:pt>
                      <c:pt idx="441">
                        <c:v>8.3565530864884394</c:v>
                      </c:pt>
                      <c:pt idx="442">
                        <c:v>8.2764639534904596</c:v>
                      </c:pt>
                      <c:pt idx="443">
                        <c:v>8.2764639534904596</c:v>
                      </c:pt>
                      <c:pt idx="444">
                        <c:v>8.3283581263604596</c:v>
                      </c:pt>
                      <c:pt idx="445">
                        <c:v>8.2600058280492998</c:v>
                      </c:pt>
                      <c:pt idx="446">
                        <c:v>8.2269680936718608</c:v>
                      </c:pt>
                      <c:pt idx="447">
                        <c:v>8.1782638115407096</c:v>
                      </c:pt>
                      <c:pt idx="448">
                        <c:v>8.1700197976863809</c:v>
                      </c:pt>
                      <c:pt idx="449">
                        <c:v>8.1680267014948793</c:v>
                      </c:pt>
                      <c:pt idx="450">
                        <c:v>8.2809512367952305</c:v>
                      </c:pt>
                      <c:pt idx="451">
                        <c:v>8.2821995272227493</c:v>
                      </c:pt>
                      <c:pt idx="452">
                        <c:v>8.2293392944167802</c:v>
                      </c:pt>
                      <c:pt idx="453">
                        <c:v>8.1936638221032698</c:v>
                      </c:pt>
                      <c:pt idx="454">
                        <c:v>8.1679968459023407</c:v>
                      </c:pt>
                      <c:pt idx="455">
                        <c:v>8.12953734248023</c:v>
                      </c:pt>
                      <c:pt idx="456">
                        <c:v>8.1143164878939409</c:v>
                      </c:pt>
                      <c:pt idx="457">
                        <c:v>8.1443232981338305</c:v>
                      </c:pt>
                      <c:pt idx="458">
                        <c:v>8.0080883294585501</c:v>
                      </c:pt>
                      <c:pt idx="459">
                        <c:v>8.0080883294585501</c:v>
                      </c:pt>
                      <c:pt idx="460">
                        <c:v>8.0350059558829194</c:v>
                      </c:pt>
                      <c:pt idx="461">
                        <c:v>8.0286392490347307</c:v>
                      </c:pt>
                      <c:pt idx="462">
                        <c:v>8.0386805306360198</c:v>
                      </c:pt>
                      <c:pt idx="463">
                        <c:v>7.9987809174413202</c:v>
                      </c:pt>
                      <c:pt idx="464">
                        <c:v>7.9517176999018702</c:v>
                      </c:pt>
                      <c:pt idx="465">
                        <c:v>7.9517176999018702</c:v>
                      </c:pt>
                      <c:pt idx="466">
                        <c:v>7.9025846483058997</c:v>
                      </c:pt>
                      <c:pt idx="467">
                        <c:v>7.8319012384320796</c:v>
                      </c:pt>
                      <c:pt idx="468">
                        <c:v>7.7615682396344399</c:v>
                      </c:pt>
                      <c:pt idx="469">
                        <c:v>7.6733800935487499</c:v>
                      </c:pt>
                      <c:pt idx="470">
                        <c:v>7.6595308572935403</c:v>
                      </c:pt>
                      <c:pt idx="471">
                        <c:v>7.6543460129173697</c:v>
                      </c:pt>
                      <c:pt idx="472">
                        <c:v>7.6382099519450399</c:v>
                      </c:pt>
                      <c:pt idx="473">
                        <c:v>7.6586156942999297</c:v>
                      </c:pt>
                      <c:pt idx="474">
                        <c:v>7.5610236557941803</c:v>
                      </c:pt>
                      <c:pt idx="475">
                        <c:v>7.5390364300163499</c:v>
                      </c:pt>
                      <c:pt idx="476">
                        <c:v>7.4813585653957997</c:v>
                      </c:pt>
                      <c:pt idx="477">
                        <c:v>7.5068506242670603</c:v>
                      </c:pt>
                      <c:pt idx="478">
                        <c:v>7.5728854986461398</c:v>
                      </c:pt>
                      <c:pt idx="479">
                        <c:v>7.4439802494836398</c:v>
                      </c:pt>
                      <c:pt idx="480">
                        <c:v>7.4910067085938801</c:v>
                      </c:pt>
                      <c:pt idx="481">
                        <c:v>7.4989369005297801</c:v>
                      </c:pt>
                      <c:pt idx="482">
                        <c:v>7.50454226754362</c:v>
                      </c:pt>
                      <c:pt idx="483">
                        <c:v>7.4008273678089003</c:v>
                      </c:pt>
                      <c:pt idx="484">
                        <c:v>7.4008273678089003</c:v>
                      </c:pt>
                      <c:pt idx="485">
                        <c:v>7.3787535934048796</c:v>
                      </c:pt>
                      <c:pt idx="486">
                        <c:v>7.3137932655916797</c:v>
                      </c:pt>
                      <c:pt idx="487">
                        <c:v>7.3196926648706997</c:v>
                      </c:pt>
                      <c:pt idx="488">
                        <c:v>7.2382263464310697</c:v>
                      </c:pt>
                      <c:pt idx="489">
                        <c:v>7.2137496851799199</c:v>
                      </c:pt>
                      <c:pt idx="490">
                        <c:v>7.1451973782255704</c:v>
                      </c:pt>
                      <c:pt idx="491">
                        <c:v>7.1085632266171404</c:v>
                      </c:pt>
                      <c:pt idx="492">
                        <c:v>7.1171891918619599</c:v>
                      </c:pt>
                      <c:pt idx="493">
                        <c:v>7.0898595797370501</c:v>
                      </c:pt>
                      <c:pt idx="494">
                        <c:v>6.9996657310913202</c:v>
                      </c:pt>
                      <c:pt idx="495">
                        <c:v>6.9714824713380796</c:v>
                      </c:pt>
                      <c:pt idx="496">
                        <c:v>6.9517024647062797</c:v>
                      </c:pt>
                      <c:pt idx="497">
                        <c:v>6.9286682055755104</c:v>
                      </c:pt>
                      <c:pt idx="498">
                        <c:v>6.80229036139212</c:v>
                      </c:pt>
                      <c:pt idx="499">
                        <c:v>6.7804595017212099</c:v>
                      </c:pt>
                      <c:pt idx="500">
                        <c:v>6.8034406131270204</c:v>
                      </c:pt>
                      <c:pt idx="501">
                        <c:v>6.7978418939352103</c:v>
                      </c:pt>
                      <c:pt idx="502">
                        <c:v>6.82350610623946</c:v>
                      </c:pt>
                      <c:pt idx="503">
                        <c:v>6.8882317980869701</c:v>
                      </c:pt>
                      <c:pt idx="504">
                        <c:v>7.0246440027560197</c:v>
                      </c:pt>
                      <c:pt idx="505">
                        <c:v>7.1354998539094199</c:v>
                      </c:pt>
                      <c:pt idx="506">
                        <c:v>7.2308811697249604</c:v>
                      </c:pt>
                      <c:pt idx="507">
                        <c:v>7.1760895799856499</c:v>
                      </c:pt>
                      <c:pt idx="508">
                        <c:v>7.1572057164159899</c:v>
                      </c:pt>
                      <c:pt idx="509">
                        <c:v>7.2893890270304196</c:v>
                      </c:pt>
                      <c:pt idx="510">
                        <c:v>7.36626374190491</c:v>
                      </c:pt>
                      <c:pt idx="511">
                        <c:v>7.2390352951407904</c:v>
                      </c:pt>
                      <c:pt idx="512">
                        <c:v>7.1611003978445504</c:v>
                      </c:pt>
                      <c:pt idx="513">
                        <c:v>7.06123715426284</c:v>
                      </c:pt>
                      <c:pt idx="514">
                        <c:v>7.0694757593217803</c:v>
                      </c:pt>
                      <c:pt idx="515">
                        <c:v>7.0694757593217803</c:v>
                      </c:pt>
                      <c:pt idx="516">
                        <c:v>7.1340477458702596</c:v>
                      </c:pt>
                      <c:pt idx="517">
                        <c:v>7.2405084348931998</c:v>
                      </c:pt>
                      <c:pt idx="518">
                        <c:v>7.25842496790463</c:v>
                      </c:pt>
                      <c:pt idx="519">
                        <c:v>7.27280709967531</c:v>
                      </c:pt>
                      <c:pt idx="520">
                        <c:v>7.2948928183484201</c:v>
                      </c:pt>
                      <c:pt idx="521">
                        <c:v>7.2946845985119904</c:v>
                      </c:pt>
                      <c:pt idx="522">
                        <c:v>7.33267423593598</c:v>
                      </c:pt>
                      <c:pt idx="523">
                        <c:v>7.35863488578629</c:v>
                      </c:pt>
                      <c:pt idx="524">
                        <c:v>7.3262477129735597</c:v>
                      </c:pt>
                      <c:pt idx="525">
                        <c:v>7.3590978669909903</c:v>
                      </c:pt>
                      <c:pt idx="526">
                        <c:v>7.3796956860415497</c:v>
                      </c:pt>
                      <c:pt idx="527">
                        <c:v>7.4403267382270597</c:v>
                      </c:pt>
                      <c:pt idx="528">
                        <c:v>7.5013762692642896</c:v>
                      </c:pt>
                      <c:pt idx="529">
                        <c:v>7.7588185113922004</c:v>
                      </c:pt>
                      <c:pt idx="530">
                        <c:v>7.9470116170716096</c:v>
                      </c:pt>
                      <c:pt idx="531">
                        <c:v>7.9366168476219103</c:v>
                      </c:pt>
                      <c:pt idx="532">
                        <c:v>7.9848825755695403</c:v>
                      </c:pt>
                      <c:pt idx="533">
                        <c:v>7.9848825755695403</c:v>
                      </c:pt>
                      <c:pt idx="534">
                        <c:v>7.9848825755695403</c:v>
                      </c:pt>
                      <c:pt idx="535">
                        <c:v>8.3830372986462205</c:v>
                      </c:pt>
                      <c:pt idx="536">
                        <c:v>8.3578298368585404</c:v>
                      </c:pt>
                      <c:pt idx="537">
                        <c:v>8.2372469842221996</c:v>
                      </c:pt>
                      <c:pt idx="538">
                        <c:v>8.2372469842221996</c:v>
                      </c:pt>
                      <c:pt idx="539">
                        <c:v>8.1122180142619094</c:v>
                      </c:pt>
                      <c:pt idx="540">
                        <c:v>8.0263979830071008</c:v>
                      </c:pt>
                      <c:pt idx="541">
                        <c:v>8.3385764670274707</c:v>
                      </c:pt>
                      <c:pt idx="542">
                        <c:v>8.52376846832734</c:v>
                      </c:pt>
                      <c:pt idx="543">
                        <c:v>8.4715814182447104</c:v>
                      </c:pt>
                      <c:pt idx="544">
                        <c:v>8.5288517787732108</c:v>
                      </c:pt>
                      <c:pt idx="545">
                        <c:v>8.5288517787732108</c:v>
                      </c:pt>
                      <c:pt idx="546">
                        <c:v>8.8785711152998701</c:v>
                      </c:pt>
                      <c:pt idx="547">
                        <c:v>8.9270434126577296</c:v>
                      </c:pt>
                      <c:pt idx="548">
                        <c:v>9.0081664624822899</c:v>
                      </c:pt>
                      <c:pt idx="549">
                        <c:v>8.9109040549770402</c:v>
                      </c:pt>
                      <c:pt idx="550">
                        <c:v>8.6870629358318006</c:v>
                      </c:pt>
                      <c:pt idx="551">
                        <c:v>8.8301525489096093</c:v>
                      </c:pt>
                      <c:pt idx="552">
                        <c:v>8.6145649519433896</c:v>
                      </c:pt>
                      <c:pt idx="553">
                        <c:v>8.8052948414642103</c:v>
                      </c:pt>
                      <c:pt idx="554">
                        <c:v>8.9309852841818707</c:v>
                      </c:pt>
                      <c:pt idx="555">
                        <c:v>9.1167578632932305</c:v>
                      </c:pt>
                      <c:pt idx="556">
                        <c:v>9.0002157460651908</c:v>
                      </c:pt>
                      <c:pt idx="557">
                        <c:v>9.2204188163737992</c:v>
                      </c:pt>
                      <c:pt idx="558">
                        <c:v>9.3445403685702804</c:v>
                      </c:pt>
                      <c:pt idx="559">
                        <c:v>9.31806539064711</c:v>
                      </c:pt>
                      <c:pt idx="560">
                        <c:v>9.5578756836027203</c:v>
                      </c:pt>
                      <c:pt idx="561">
                        <c:v>9.5116546989103199</c:v>
                      </c:pt>
                      <c:pt idx="562">
                        <c:v>9.87111936266529</c:v>
                      </c:pt>
                      <c:pt idx="563">
                        <c:v>9.82185105318149</c:v>
                      </c:pt>
                      <c:pt idx="564">
                        <c:v>9.4037059780145498</c:v>
                      </c:pt>
                      <c:pt idx="565">
                        <c:v>9.4037059780145498</c:v>
                      </c:pt>
                      <c:pt idx="566">
                        <c:v>9.5675178163528507</c:v>
                      </c:pt>
                      <c:pt idx="567">
                        <c:v>9.8073350942855999</c:v>
                      </c:pt>
                      <c:pt idx="568">
                        <c:v>9.7201698449318403</c:v>
                      </c:pt>
                      <c:pt idx="569">
                        <c:v>9.6029226108536694</c:v>
                      </c:pt>
                      <c:pt idx="570">
                        <c:v>9.5616276992131901</c:v>
                      </c:pt>
                      <c:pt idx="571">
                        <c:v>9.7889632934729303</c:v>
                      </c:pt>
                      <c:pt idx="572">
                        <c:v>9.7889632934729303</c:v>
                      </c:pt>
                      <c:pt idx="573">
                        <c:v>9.7889632934729303</c:v>
                      </c:pt>
                      <c:pt idx="574">
                        <c:v>9.9624925312753803</c:v>
                      </c:pt>
                      <c:pt idx="575">
                        <c:v>10.0246374079841</c:v>
                      </c:pt>
                      <c:pt idx="576">
                        <c:v>10.265611265303299</c:v>
                      </c:pt>
                      <c:pt idx="577">
                        <c:v>10.2653985706034</c:v>
                      </c:pt>
                      <c:pt idx="578">
                        <c:v>10.295007155680899</c:v>
                      </c:pt>
                      <c:pt idx="579">
                        <c:v>10.3639372283203</c:v>
                      </c:pt>
                      <c:pt idx="580">
                        <c:v>10.3639372283203</c:v>
                      </c:pt>
                      <c:pt idx="581">
                        <c:v>10.3490925717322</c:v>
                      </c:pt>
                      <c:pt idx="582">
                        <c:v>10.4039306758596</c:v>
                      </c:pt>
                      <c:pt idx="583">
                        <c:v>10.6245499261547</c:v>
                      </c:pt>
                      <c:pt idx="584">
                        <c:v>10.8388877696325</c:v>
                      </c:pt>
                      <c:pt idx="585">
                        <c:v>10.8388877696325</c:v>
                      </c:pt>
                      <c:pt idx="586">
                        <c:v>11.388715759622199</c:v>
                      </c:pt>
                      <c:pt idx="587">
                        <c:v>12.097735029702701</c:v>
                      </c:pt>
                      <c:pt idx="588">
                        <c:v>11.853310882225101</c:v>
                      </c:pt>
                      <c:pt idx="589">
                        <c:v>10.927295469846699</c:v>
                      </c:pt>
                      <c:pt idx="590">
                        <c:v>10.927295469846699</c:v>
                      </c:pt>
                      <c:pt idx="591">
                        <c:v>10.728183168370601</c:v>
                      </c:pt>
                      <c:pt idx="592">
                        <c:v>11.1084310119438</c:v>
                      </c:pt>
                      <c:pt idx="593">
                        <c:v>10.783446471383501</c:v>
                      </c:pt>
                      <c:pt idx="594">
                        <c:v>10.6094368741326</c:v>
                      </c:pt>
                      <c:pt idx="595">
                        <c:v>10.147926691088999</c:v>
                      </c:pt>
                      <c:pt idx="596">
                        <c:v>10.156881050997701</c:v>
                      </c:pt>
                      <c:pt idx="597">
                        <c:v>10.4479663611757</c:v>
                      </c:pt>
                      <c:pt idx="598">
                        <c:v>10.814229512647399</c:v>
                      </c:pt>
                      <c:pt idx="599">
                        <c:v>10.9368321381908</c:v>
                      </c:pt>
                      <c:pt idx="600">
                        <c:v>10.9515333671528</c:v>
                      </c:pt>
                      <c:pt idx="601">
                        <c:v>10.836064381135801</c:v>
                      </c:pt>
                      <c:pt idx="602">
                        <c:v>10.706127473754901</c:v>
                      </c:pt>
                      <c:pt idx="603">
                        <c:v>10.706127473754901</c:v>
                      </c:pt>
                      <c:pt idx="604">
                        <c:v>10.2844622004983</c:v>
                      </c:pt>
                      <c:pt idx="605">
                        <c:v>10.0008263498831</c:v>
                      </c:pt>
                      <c:pt idx="606">
                        <c:v>10.079672082016501</c:v>
                      </c:pt>
                      <c:pt idx="607">
                        <c:v>10.0810734765815</c:v>
                      </c:pt>
                      <c:pt idx="608">
                        <c:v>9.9475840660500197</c:v>
                      </c:pt>
                      <c:pt idx="609">
                        <c:v>9.9475840660500197</c:v>
                      </c:pt>
                      <c:pt idx="610">
                        <c:v>9.7119097145287405</c:v>
                      </c:pt>
                      <c:pt idx="611">
                        <c:v>9.6911453435065802</c:v>
                      </c:pt>
                      <c:pt idx="612">
                        <c:v>9.84203200064246</c:v>
                      </c:pt>
                      <c:pt idx="613">
                        <c:v>9.8042179533132394</c:v>
                      </c:pt>
                      <c:pt idx="614">
                        <c:v>9.5870950764531404</c:v>
                      </c:pt>
                      <c:pt idx="615">
                        <c:v>9.5870950764531404</c:v>
                      </c:pt>
                      <c:pt idx="616">
                        <c:v>9.5718705626139595</c:v>
                      </c:pt>
                      <c:pt idx="617">
                        <c:v>9.4448419871536498</c:v>
                      </c:pt>
                      <c:pt idx="618">
                        <c:v>9.4134305132141005</c:v>
                      </c:pt>
                      <c:pt idx="619">
                        <c:v>9.5322979872630498</c:v>
                      </c:pt>
                      <c:pt idx="620">
                        <c:v>9.6721878816047795</c:v>
                      </c:pt>
                      <c:pt idx="621">
                        <c:v>9.5452071554057198</c:v>
                      </c:pt>
                      <c:pt idx="622">
                        <c:v>9.3988953015163403</c:v>
                      </c:pt>
                      <c:pt idx="623">
                        <c:v>9.3755643150491306</c:v>
                      </c:pt>
                      <c:pt idx="624">
                        <c:v>9.3759426886153694</c:v>
                      </c:pt>
                      <c:pt idx="625">
                        <c:v>9.3759426886153694</c:v>
                      </c:pt>
                      <c:pt idx="626">
                        <c:v>9.3169254716951695</c:v>
                      </c:pt>
                      <c:pt idx="627">
                        <c:v>9.4994420123440495</c:v>
                      </c:pt>
                      <c:pt idx="628">
                        <c:v>9.6024223403271591</c:v>
                      </c:pt>
                      <c:pt idx="629">
                        <c:v>9.68244131690229</c:v>
                      </c:pt>
                      <c:pt idx="630">
                        <c:v>9.5835241197361505</c:v>
                      </c:pt>
                      <c:pt idx="631">
                        <c:v>9.4720508123273799</c:v>
                      </c:pt>
                      <c:pt idx="632">
                        <c:v>9.4882768191025093</c:v>
                      </c:pt>
                      <c:pt idx="633">
                        <c:v>9.4275177435267299</c:v>
                      </c:pt>
                      <c:pt idx="634">
                        <c:v>9.4646944837276408</c:v>
                      </c:pt>
                      <c:pt idx="635">
                        <c:v>9.4540734555167294</c:v>
                      </c:pt>
                      <c:pt idx="636">
                        <c:v>9.4830347588371406</c:v>
                      </c:pt>
                      <c:pt idx="637">
                        <c:v>9.6130498780983107</c:v>
                      </c:pt>
                      <c:pt idx="638">
                        <c:v>9.5528830609960593</c:v>
                      </c:pt>
                      <c:pt idx="639">
                        <c:v>9.4290954573797094</c:v>
                      </c:pt>
                      <c:pt idx="640">
                        <c:v>10.1256418419082</c:v>
                      </c:pt>
                      <c:pt idx="641">
                        <c:v>9.5186140419883305</c:v>
                      </c:pt>
                      <c:pt idx="642">
                        <c:v>9.5413572157946493</c:v>
                      </c:pt>
                      <c:pt idx="643">
                        <c:v>9.4714618003994193</c:v>
                      </c:pt>
                      <c:pt idx="644">
                        <c:v>9.4961007104275001</c:v>
                      </c:pt>
                      <c:pt idx="645">
                        <c:v>9.5443732229155795</c:v>
                      </c:pt>
                      <c:pt idx="646">
                        <c:v>9.5081591390203606</c:v>
                      </c:pt>
                      <c:pt idx="647">
                        <c:v>9.5010596076478997</c:v>
                      </c:pt>
                      <c:pt idx="648">
                        <c:v>9.6126614832698802</c:v>
                      </c:pt>
                      <c:pt idx="649">
                        <c:v>9.7790029536012408</c:v>
                      </c:pt>
                      <c:pt idx="650">
                        <c:v>9.8204762787986102</c:v>
                      </c:pt>
                      <c:pt idx="651">
                        <c:v>9.7923484823243303</c:v>
                      </c:pt>
                      <c:pt idx="652">
                        <c:v>9.7547657181080503</c:v>
                      </c:pt>
                      <c:pt idx="653">
                        <c:v>9.6689852778013705</c:v>
                      </c:pt>
                      <c:pt idx="654">
                        <c:v>9.5393848828826808</c:v>
                      </c:pt>
                      <c:pt idx="655">
                        <c:v>9.6147926148133607</c:v>
                      </c:pt>
                      <c:pt idx="656">
                        <c:v>9.61313232121047</c:v>
                      </c:pt>
                      <c:pt idx="657">
                        <c:v>9.6559259880157899</c:v>
                      </c:pt>
                      <c:pt idx="658">
                        <c:v>9.5898127483017799</c:v>
                      </c:pt>
                      <c:pt idx="659">
                        <c:v>9.5498228226772692</c:v>
                      </c:pt>
                      <c:pt idx="660">
                        <c:v>9.5039363028810193</c:v>
                      </c:pt>
                      <c:pt idx="661">
                        <c:v>9.4902268947176207</c:v>
                      </c:pt>
                      <c:pt idx="662">
                        <c:v>9.5055384250610704</c:v>
                      </c:pt>
                      <c:pt idx="663">
                        <c:v>9.5117068746752693</c:v>
                      </c:pt>
                      <c:pt idx="664">
                        <c:v>9.4752662828625294</c:v>
                      </c:pt>
                      <c:pt idx="665">
                        <c:v>9.4752662828625294</c:v>
                      </c:pt>
                      <c:pt idx="666">
                        <c:v>9.5398669415214101</c:v>
                      </c:pt>
                      <c:pt idx="667">
                        <c:v>9.4764284270333992</c:v>
                      </c:pt>
                      <c:pt idx="668">
                        <c:v>9.4511289075768392</c:v>
                      </c:pt>
                      <c:pt idx="669">
                        <c:v>9.4736474809435691</c:v>
                      </c:pt>
                      <c:pt idx="670">
                        <c:v>9.4618159591512505</c:v>
                      </c:pt>
                      <c:pt idx="671">
                        <c:v>9.6098551528597795</c:v>
                      </c:pt>
                      <c:pt idx="672">
                        <c:v>9.4653244126993599</c:v>
                      </c:pt>
                      <c:pt idx="673">
                        <c:v>9.6981354591466005</c:v>
                      </c:pt>
                      <c:pt idx="674">
                        <c:v>9.3044539297539401</c:v>
                      </c:pt>
                      <c:pt idx="675">
                        <c:v>9.2938773485428499</c:v>
                      </c:pt>
                      <c:pt idx="676">
                        <c:v>9.22235176864009</c:v>
                      </c:pt>
                      <c:pt idx="677">
                        <c:v>9.1695226111469896</c:v>
                      </c:pt>
                      <c:pt idx="678">
                        <c:v>9.1761064438023894</c:v>
                      </c:pt>
                      <c:pt idx="679">
                        <c:v>9.1734085478351304</c:v>
                      </c:pt>
                      <c:pt idx="680">
                        <c:v>9.1734085478351304</c:v>
                      </c:pt>
                      <c:pt idx="681">
                        <c:v>9.0933254967508095</c:v>
                      </c:pt>
                      <c:pt idx="682">
                        <c:v>9.0198288626670209</c:v>
                      </c:pt>
                      <c:pt idx="683">
                        <c:v>8.9852343266904899</c:v>
                      </c:pt>
                      <c:pt idx="684">
                        <c:v>9.0428273606021907</c:v>
                      </c:pt>
                      <c:pt idx="685">
                        <c:v>9.0428273606021907</c:v>
                      </c:pt>
                      <c:pt idx="686">
                        <c:v>8.9898478874119103</c:v>
                      </c:pt>
                      <c:pt idx="687">
                        <c:v>8.9464439951179706</c:v>
                      </c:pt>
                      <c:pt idx="688">
                        <c:v>9.0188048045200695</c:v>
                      </c:pt>
                      <c:pt idx="689">
                        <c:v>9.0337015558291807</c:v>
                      </c:pt>
                      <c:pt idx="690">
                        <c:v>9.0461832088865108</c:v>
                      </c:pt>
                      <c:pt idx="691">
                        <c:v>9.0361066174155908</c:v>
                      </c:pt>
                      <c:pt idx="692">
                        <c:v>9.0815838848890706</c:v>
                      </c:pt>
                      <c:pt idx="693">
                        <c:v>9.1255064690978998</c:v>
                      </c:pt>
                      <c:pt idx="694">
                        <c:v>9.1795039805444496</c:v>
                      </c:pt>
                      <c:pt idx="695">
                        <c:v>9.3992665488686296</c:v>
                      </c:pt>
                      <c:pt idx="696">
                        <c:v>9.4047754857184795</c:v>
                      </c:pt>
                      <c:pt idx="697">
                        <c:v>9.3523428990584208</c:v>
                      </c:pt>
                      <c:pt idx="698">
                        <c:v>9.3124529711879092</c:v>
                      </c:pt>
                      <c:pt idx="699">
                        <c:v>9.2855718068502693</c:v>
                      </c:pt>
                      <c:pt idx="700">
                        <c:v>9.2430955086710096</c:v>
                      </c:pt>
                      <c:pt idx="701">
                        <c:v>9.1397838955447792</c:v>
                      </c:pt>
                      <c:pt idx="702">
                        <c:v>9.1462136089695907</c:v>
                      </c:pt>
                      <c:pt idx="703">
                        <c:v>9.1789620323870107</c:v>
                      </c:pt>
                      <c:pt idx="704">
                        <c:v>9.1789620323870107</c:v>
                      </c:pt>
                      <c:pt idx="705">
                        <c:v>9.1400827227668202</c:v>
                      </c:pt>
                      <c:pt idx="706">
                        <c:v>9.1157468246824092</c:v>
                      </c:pt>
                      <c:pt idx="707">
                        <c:v>9.1030650353268694</c:v>
                      </c:pt>
                      <c:pt idx="708">
                        <c:v>9.1265476860265498</c:v>
                      </c:pt>
                      <c:pt idx="709">
                        <c:v>9.0386725287214098</c:v>
                      </c:pt>
                      <c:pt idx="710">
                        <c:v>8.97022449608499</c:v>
                      </c:pt>
                      <c:pt idx="711">
                        <c:v>8.9802457911263005</c:v>
                      </c:pt>
                      <c:pt idx="712">
                        <c:v>8.94854075419744</c:v>
                      </c:pt>
                      <c:pt idx="713">
                        <c:v>8.6976337099031493</c:v>
                      </c:pt>
                      <c:pt idx="714">
                        <c:v>8.9822320584979494</c:v>
                      </c:pt>
                      <c:pt idx="715">
                        <c:v>8.9468151366102493</c:v>
                      </c:pt>
                      <c:pt idx="716">
                        <c:v>8.7456824093240595</c:v>
                      </c:pt>
                      <c:pt idx="717">
                        <c:v>8.9819526558128704</c:v>
                      </c:pt>
                      <c:pt idx="718">
                        <c:v>8.9819526558128704</c:v>
                      </c:pt>
                      <c:pt idx="719">
                        <c:v>8.9819526558128704</c:v>
                      </c:pt>
                      <c:pt idx="720">
                        <c:v>8.9475691536505995</c:v>
                      </c:pt>
                      <c:pt idx="721">
                        <c:v>8.8868060358449199</c:v>
                      </c:pt>
                      <c:pt idx="722">
                        <c:v>8.9337802424531905</c:v>
                      </c:pt>
                      <c:pt idx="723">
                        <c:v>9.05279380374939</c:v>
                      </c:pt>
                      <c:pt idx="724">
                        <c:v>9.05279380374939</c:v>
                      </c:pt>
                      <c:pt idx="725">
                        <c:v>9.2306335097428303</c:v>
                      </c:pt>
                      <c:pt idx="726">
                        <c:v>9.5567814871276795</c:v>
                      </c:pt>
                      <c:pt idx="727">
                        <c:v>9.30961333932024</c:v>
                      </c:pt>
                      <c:pt idx="728">
                        <c:v>9.3032303711706206</c:v>
                      </c:pt>
                      <c:pt idx="729">
                        <c:v>9.1925722423708098</c:v>
                      </c:pt>
                      <c:pt idx="730">
                        <c:v>9.2129684944620305</c:v>
                      </c:pt>
                      <c:pt idx="731">
                        <c:v>9.1623246730180607</c:v>
                      </c:pt>
                      <c:pt idx="732">
                        <c:v>9.1311453709053598</c:v>
                      </c:pt>
                      <c:pt idx="733">
                        <c:v>9.1884511788234295</c:v>
                      </c:pt>
                      <c:pt idx="734">
                        <c:v>9.1942230512139407</c:v>
                      </c:pt>
                      <c:pt idx="735">
                        <c:v>9.3050650507818293</c:v>
                      </c:pt>
                      <c:pt idx="736">
                        <c:v>9.2849054436817493</c:v>
                      </c:pt>
                      <c:pt idx="737">
                        <c:v>9.2845692963125597</c:v>
                      </c:pt>
                      <c:pt idx="738">
                        <c:v>9.4759136226748701</c:v>
                      </c:pt>
                      <c:pt idx="739">
                        <c:v>9.4710006387109509</c:v>
                      </c:pt>
                      <c:pt idx="740">
                        <c:v>9.4709224421653193</c:v>
                      </c:pt>
                      <c:pt idx="741">
                        <c:v>9.4489573002313403</c:v>
                      </c:pt>
                      <c:pt idx="742">
                        <c:v>9.3954558921317997</c:v>
                      </c:pt>
                      <c:pt idx="743">
                        <c:v>9.4010200499979</c:v>
                      </c:pt>
                      <c:pt idx="744">
                        <c:v>9.3825875799215304</c:v>
                      </c:pt>
                      <c:pt idx="745">
                        <c:v>9.4203687135812793</c:v>
                      </c:pt>
                      <c:pt idx="746">
                        <c:v>9.5402350918149708</c:v>
                      </c:pt>
                      <c:pt idx="747">
                        <c:v>9.7735541560134092</c:v>
                      </c:pt>
                      <c:pt idx="748">
                        <c:v>9.6905880009415508</c:v>
                      </c:pt>
                      <c:pt idx="749">
                        <c:v>9.6211936866620604</c:v>
                      </c:pt>
                      <c:pt idx="750">
                        <c:v>9.5705862622214894</c:v>
                      </c:pt>
                      <c:pt idx="751">
                        <c:v>9.4651076464294395</c:v>
                      </c:pt>
                      <c:pt idx="752">
                        <c:v>9.4443802871269291</c:v>
                      </c:pt>
                      <c:pt idx="753">
                        <c:v>9.3474482850321596</c:v>
                      </c:pt>
                      <c:pt idx="754">
                        <c:v>9.5058446757169897</c:v>
                      </c:pt>
                      <c:pt idx="755">
                        <c:v>9.4416748221578093</c:v>
                      </c:pt>
                      <c:pt idx="756">
                        <c:v>9.5640988917102892</c:v>
                      </c:pt>
                      <c:pt idx="757">
                        <c:v>9.4637849064123696</c:v>
                      </c:pt>
                      <c:pt idx="758">
                        <c:v>9.4341279769544695</c:v>
                      </c:pt>
                      <c:pt idx="759">
                        <c:v>9.4588508901763593</c:v>
                      </c:pt>
                      <c:pt idx="760">
                        <c:v>9.6349227404691202</c:v>
                      </c:pt>
                      <c:pt idx="761">
                        <c:v>9.6875851072707704</c:v>
                      </c:pt>
                      <c:pt idx="762">
                        <c:v>9.9913138754796904</c:v>
                      </c:pt>
                      <c:pt idx="763">
                        <c:v>9.9664765713998094</c:v>
                      </c:pt>
                      <c:pt idx="764">
                        <c:v>10.0076842717313</c:v>
                      </c:pt>
                      <c:pt idx="765">
                        <c:v>9.8711457467519903</c:v>
                      </c:pt>
                      <c:pt idx="766">
                        <c:v>9.7729183462024807</c:v>
                      </c:pt>
                      <c:pt idx="767">
                        <c:v>9.8107482785892692</c:v>
                      </c:pt>
                      <c:pt idx="768">
                        <c:v>9.8009341116492994</c:v>
                      </c:pt>
                      <c:pt idx="769">
                        <c:v>9.8412540920786498</c:v>
                      </c:pt>
                      <c:pt idx="770">
                        <c:v>9.8726788094289404</c:v>
                      </c:pt>
                      <c:pt idx="771">
                        <c:v>9.9407738754187207</c:v>
                      </c:pt>
                      <c:pt idx="772">
                        <c:v>9.9146132403106595</c:v>
                      </c:pt>
                      <c:pt idx="773">
                        <c:v>9.9168132561041897</c:v>
                      </c:pt>
                      <c:pt idx="774">
                        <c:v>9.9168132561041897</c:v>
                      </c:pt>
                      <c:pt idx="775">
                        <c:v>9.9400806995984201</c:v>
                      </c:pt>
                      <c:pt idx="776">
                        <c:v>9.9032326908184594</c:v>
                      </c:pt>
                      <c:pt idx="777">
                        <c:v>9.9043395164484895</c:v>
                      </c:pt>
                      <c:pt idx="778">
                        <c:v>9.9282094777684193</c:v>
                      </c:pt>
                      <c:pt idx="779">
                        <c:v>9.9723962809870503</c:v>
                      </c:pt>
                      <c:pt idx="780">
                        <c:v>9.93427221932936</c:v>
                      </c:pt>
                      <c:pt idx="781">
                        <c:v>9.9412246918153109</c:v>
                      </c:pt>
                      <c:pt idx="782">
                        <c:v>9.9332818745271005</c:v>
                      </c:pt>
                      <c:pt idx="783">
                        <c:v>9.9808522771493209</c:v>
                      </c:pt>
                      <c:pt idx="784">
                        <c:v>10.184010370986799</c:v>
                      </c:pt>
                      <c:pt idx="785">
                        <c:v>10.0980281342284</c:v>
                      </c:pt>
                      <c:pt idx="786">
                        <c:v>10.077633891049601</c:v>
                      </c:pt>
                      <c:pt idx="787">
                        <c:v>10.077633891049601</c:v>
                      </c:pt>
                      <c:pt idx="788">
                        <c:v>10.077633891049601</c:v>
                      </c:pt>
                      <c:pt idx="789">
                        <c:v>10.0488083109458</c:v>
                      </c:pt>
                      <c:pt idx="790">
                        <c:v>10.049844738679401</c:v>
                      </c:pt>
                      <c:pt idx="791">
                        <c:v>10.1252427336648</c:v>
                      </c:pt>
                      <c:pt idx="792">
                        <c:v>10.1510444205499</c:v>
                      </c:pt>
                      <c:pt idx="793">
                        <c:v>10.0849676756684</c:v>
                      </c:pt>
                      <c:pt idx="794">
                        <c:v>10.099542358552499</c:v>
                      </c:pt>
                      <c:pt idx="795">
                        <c:v>10.2475855602474</c:v>
                      </c:pt>
                      <c:pt idx="796">
                        <c:v>10.19162250554</c:v>
                      </c:pt>
                      <c:pt idx="797">
                        <c:v>10.214381497257</c:v>
                      </c:pt>
                      <c:pt idx="798">
                        <c:v>10.1637708280385</c:v>
                      </c:pt>
                      <c:pt idx="799">
                        <c:v>10.163788018669999</c:v>
                      </c:pt>
                      <c:pt idx="800">
                        <c:v>10.253778058356099</c:v>
                      </c:pt>
                      <c:pt idx="801">
                        <c:v>10.142006638371701</c:v>
                      </c:pt>
                      <c:pt idx="802">
                        <c:v>10.190291109486701</c:v>
                      </c:pt>
                      <c:pt idx="803">
                        <c:v>10.169169665084899</c:v>
                      </c:pt>
                      <c:pt idx="804">
                        <c:v>10.1682996105309</c:v>
                      </c:pt>
                      <c:pt idx="805">
                        <c:v>10.1682996105309</c:v>
                      </c:pt>
                      <c:pt idx="806">
                        <c:v>10.291041030653499</c:v>
                      </c:pt>
                      <c:pt idx="807">
                        <c:v>10.2943628517602</c:v>
                      </c:pt>
                      <c:pt idx="808">
                        <c:v>10.353096916644599</c:v>
                      </c:pt>
                      <c:pt idx="809">
                        <c:v>10.3563112541561</c:v>
                      </c:pt>
                      <c:pt idx="810">
                        <c:v>10.3083217833116</c:v>
                      </c:pt>
                      <c:pt idx="811">
                        <c:v>10.2258513015868</c:v>
                      </c:pt>
                      <c:pt idx="812">
                        <c:v>9.9776748329588703</c:v>
                      </c:pt>
                      <c:pt idx="813">
                        <c:v>10.1962463546622</c:v>
                      </c:pt>
                      <c:pt idx="814">
                        <c:v>10.218628897232399</c:v>
                      </c:pt>
                      <c:pt idx="815">
                        <c:v>10.249356818688099</c:v>
                      </c:pt>
                      <c:pt idx="816">
                        <c:v>10.229710446845299</c:v>
                      </c:pt>
                      <c:pt idx="817">
                        <c:v>10.2174953464217</c:v>
                      </c:pt>
                      <c:pt idx="818">
                        <c:v>9.9372924559955909</c:v>
                      </c:pt>
                      <c:pt idx="819">
                        <c:v>9.9372924559955909</c:v>
                      </c:pt>
                      <c:pt idx="820">
                        <c:v>10.0953197951248</c:v>
                      </c:pt>
                      <c:pt idx="821">
                        <c:v>10.0952326181859</c:v>
                      </c:pt>
                      <c:pt idx="822">
                        <c:v>10.1368768075194</c:v>
                      </c:pt>
                      <c:pt idx="823">
                        <c:v>10.0737319500273</c:v>
                      </c:pt>
                      <c:pt idx="824">
                        <c:v>10.012910496264601</c:v>
                      </c:pt>
                      <c:pt idx="825">
                        <c:v>9.97913263853982</c:v>
                      </c:pt>
                      <c:pt idx="826">
                        <c:v>9.9485782517577501</c:v>
                      </c:pt>
                      <c:pt idx="827">
                        <c:v>9.9493010310952297</c:v>
                      </c:pt>
                      <c:pt idx="828">
                        <c:v>9.9500378712674902</c:v>
                      </c:pt>
                      <c:pt idx="829">
                        <c:v>9.8561796926060108</c:v>
                      </c:pt>
                      <c:pt idx="830">
                        <c:v>9.8595290898401995</c:v>
                      </c:pt>
                      <c:pt idx="831">
                        <c:v>9.8577581392264992</c:v>
                      </c:pt>
                      <c:pt idx="832">
                        <c:v>9.9667757770921899</c:v>
                      </c:pt>
                      <c:pt idx="833">
                        <c:v>9.9929750507508004</c:v>
                      </c:pt>
                      <c:pt idx="834">
                        <c:v>9.9929750507508004</c:v>
                      </c:pt>
                      <c:pt idx="835">
                        <c:v>9.9265935859075594</c:v>
                      </c:pt>
                      <c:pt idx="836">
                        <c:v>9.9072568722857799</c:v>
                      </c:pt>
                      <c:pt idx="837">
                        <c:v>9.8793763794880505</c:v>
                      </c:pt>
                      <c:pt idx="838">
                        <c:v>9.8164793718639096</c:v>
                      </c:pt>
                      <c:pt idx="839">
                        <c:v>9.8164793718639096</c:v>
                      </c:pt>
                      <c:pt idx="840">
                        <c:v>9.8539452888576697</c:v>
                      </c:pt>
                      <c:pt idx="841">
                        <c:v>9.8818947747839196</c:v>
                      </c:pt>
                      <c:pt idx="842">
                        <c:v>9.9743210046419293</c:v>
                      </c:pt>
                      <c:pt idx="843">
                        <c:v>10.0610940065788</c:v>
                      </c:pt>
                      <c:pt idx="844">
                        <c:v>10.0644659637489</c:v>
                      </c:pt>
                      <c:pt idx="845">
                        <c:v>10.0603383370466</c:v>
                      </c:pt>
                      <c:pt idx="846">
                        <c:v>10.049106682080501</c:v>
                      </c:pt>
                      <c:pt idx="847">
                        <c:v>9.9954865990566599</c:v>
                      </c:pt>
                      <c:pt idx="848">
                        <c:v>9.9096620435846603</c:v>
                      </c:pt>
                      <c:pt idx="849">
                        <c:v>9.9096620435846603</c:v>
                      </c:pt>
                      <c:pt idx="850">
                        <c:v>9.9736340735589</c:v>
                      </c:pt>
                      <c:pt idx="851">
                        <c:v>10.026225903759601</c:v>
                      </c:pt>
                      <c:pt idx="852">
                        <c:v>10.0369582259921</c:v>
                      </c:pt>
                      <c:pt idx="853">
                        <c:v>10.023300680017501</c:v>
                      </c:pt>
                      <c:pt idx="854">
                        <c:v>10.1677252983994</c:v>
                      </c:pt>
                      <c:pt idx="855">
                        <c:v>9.9847435184532092</c:v>
                      </c:pt>
                      <c:pt idx="856">
                        <c:v>10.0092544180734</c:v>
                      </c:pt>
                      <c:pt idx="857">
                        <c:v>9.9353319717791706</c:v>
                      </c:pt>
                      <c:pt idx="858">
                        <c:v>9.9446357172136999</c:v>
                      </c:pt>
                      <c:pt idx="859">
                        <c:v>9.9040879923394005</c:v>
                      </c:pt>
                      <c:pt idx="860">
                        <c:v>9.9861207248139507</c:v>
                      </c:pt>
                      <c:pt idx="861">
                        <c:v>10.006430745572599</c:v>
                      </c:pt>
                      <c:pt idx="862">
                        <c:v>9.9581152123435199</c:v>
                      </c:pt>
                      <c:pt idx="863">
                        <c:v>9.9581152123435199</c:v>
                      </c:pt>
                      <c:pt idx="864">
                        <c:v>9.9531009294060002</c:v>
                      </c:pt>
                      <c:pt idx="865">
                        <c:v>9.9862603821771501</c:v>
                      </c:pt>
                      <c:pt idx="866">
                        <c:v>10.000939364839001</c:v>
                      </c:pt>
                      <c:pt idx="867">
                        <c:v>10.0616367600059</c:v>
                      </c:pt>
                      <c:pt idx="868">
                        <c:v>10.0028796922309</c:v>
                      </c:pt>
                      <c:pt idx="869">
                        <c:v>10.054148421514</c:v>
                      </c:pt>
                      <c:pt idx="870">
                        <c:v>10.011443852621101</c:v>
                      </c:pt>
                      <c:pt idx="871">
                        <c:v>9.98975066016264</c:v>
                      </c:pt>
                      <c:pt idx="872">
                        <c:v>9.9886228608443908</c:v>
                      </c:pt>
                      <c:pt idx="873">
                        <c:v>10.0281675389658</c:v>
                      </c:pt>
                      <c:pt idx="874">
                        <c:v>9.9807656396102598</c:v>
                      </c:pt>
                      <c:pt idx="875">
                        <c:v>9.9807656396102598</c:v>
                      </c:pt>
                      <c:pt idx="876">
                        <c:v>10.0431446284272</c:v>
                      </c:pt>
                      <c:pt idx="877">
                        <c:v>10.201848881463601</c:v>
                      </c:pt>
                      <c:pt idx="878">
                        <c:v>10.203898577092</c:v>
                      </c:pt>
                      <c:pt idx="879">
                        <c:v>10.2668757945641</c:v>
                      </c:pt>
                      <c:pt idx="880">
                        <c:v>10.3118290116224</c:v>
                      </c:pt>
                      <c:pt idx="881">
                        <c:v>10.440874629010301</c:v>
                      </c:pt>
                      <c:pt idx="882">
                        <c:v>10.748938077279201</c:v>
                      </c:pt>
                      <c:pt idx="883">
                        <c:v>10.757617901874401</c:v>
                      </c:pt>
                      <c:pt idx="884">
                        <c:v>10.757617901874401</c:v>
                      </c:pt>
                      <c:pt idx="885">
                        <c:v>10.7743826623347</c:v>
                      </c:pt>
                      <c:pt idx="886">
                        <c:v>10.731270455818599</c:v>
                      </c:pt>
                      <c:pt idx="887">
                        <c:v>10.7033136736729</c:v>
                      </c:pt>
                      <c:pt idx="888">
                        <c:v>10.701840063572901</c:v>
                      </c:pt>
                      <c:pt idx="889">
                        <c:v>10.6032018172703</c:v>
                      </c:pt>
                      <c:pt idx="890">
                        <c:v>10.476962735860001</c:v>
                      </c:pt>
                      <c:pt idx="891">
                        <c:v>10.8143285279202</c:v>
                      </c:pt>
                      <c:pt idx="892">
                        <c:v>10.8809794486436</c:v>
                      </c:pt>
                      <c:pt idx="893">
                        <c:v>10.7583209840324</c:v>
                      </c:pt>
                      <c:pt idx="894">
                        <c:v>10.609985815722499</c:v>
                      </c:pt>
                      <c:pt idx="895">
                        <c:v>10.7229444427256</c:v>
                      </c:pt>
                      <c:pt idx="896">
                        <c:v>10.717277880638701</c:v>
                      </c:pt>
                      <c:pt idx="897">
                        <c:v>10.651707076628</c:v>
                      </c:pt>
                      <c:pt idx="898">
                        <c:v>10.826052812897601</c:v>
                      </c:pt>
                      <c:pt idx="899">
                        <c:v>11.281460857072499</c:v>
                      </c:pt>
                      <c:pt idx="900">
                        <c:v>11.2358118182913</c:v>
                      </c:pt>
                      <c:pt idx="901">
                        <c:v>10.815370908964599</c:v>
                      </c:pt>
                      <c:pt idx="902">
                        <c:v>10.739547994901899</c:v>
                      </c:pt>
                      <c:pt idx="903">
                        <c:v>10.634807353603099</c:v>
                      </c:pt>
                      <c:pt idx="904">
                        <c:v>10.5938958722565</c:v>
                      </c:pt>
                      <c:pt idx="905">
                        <c:v>10.543772561959299</c:v>
                      </c:pt>
                      <c:pt idx="906">
                        <c:v>10.3044018924881</c:v>
                      </c:pt>
                      <c:pt idx="907">
                        <c:v>10.4440576604879</c:v>
                      </c:pt>
                      <c:pt idx="908">
                        <c:v>10.374886761342101</c:v>
                      </c:pt>
                      <c:pt idx="909">
                        <c:v>10.5068219803325</c:v>
                      </c:pt>
                      <c:pt idx="910">
                        <c:v>10.4632668923892</c:v>
                      </c:pt>
                      <c:pt idx="911">
                        <c:v>10.367767502976401</c:v>
                      </c:pt>
                      <c:pt idx="912">
                        <c:v>10.4004948237296</c:v>
                      </c:pt>
                      <c:pt idx="913">
                        <c:v>10.360489023384799</c:v>
                      </c:pt>
                      <c:pt idx="914">
                        <c:v>10.3112960940091</c:v>
                      </c:pt>
                      <c:pt idx="915">
                        <c:v>10.293698489080301</c:v>
                      </c:pt>
                      <c:pt idx="916">
                        <c:v>10.28920767176</c:v>
                      </c:pt>
                      <c:pt idx="917">
                        <c:v>10.330383996888999</c:v>
                      </c:pt>
                      <c:pt idx="918">
                        <c:v>10.299321731240999</c:v>
                      </c:pt>
                      <c:pt idx="919">
                        <c:v>10.326195269471899</c:v>
                      </c:pt>
                      <c:pt idx="920">
                        <c:v>10.341009316584501</c:v>
                      </c:pt>
                      <c:pt idx="921">
                        <c:v>10.3406728373891</c:v>
                      </c:pt>
                      <c:pt idx="922">
                        <c:v>10.3293359383515</c:v>
                      </c:pt>
                      <c:pt idx="923">
                        <c:v>10.332853269159401</c:v>
                      </c:pt>
                      <c:pt idx="924">
                        <c:v>10.332853269159401</c:v>
                      </c:pt>
                      <c:pt idx="925">
                        <c:v>10.3913229020175</c:v>
                      </c:pt>
                      <c:pt idx="926">
                        <c:v>10.4430109587773</c:v>
                      </c:pt>
                      <c:pt idx="927">
                        <c:v>10.3630355927053</c:v>
                      </c:pt>
                      <c:pt idx="928">
                        <c:v>10.4019068841995</c:v>
                      </c:pt>
                      <c:pt idx="929">
                        <c:v>10.368242363910101</c:v>
                      </c:pt>
                      <c:pt idx="930">
                        <c:v>10.376010850640901</c:v>
                      </c:pt>
                      <c:pt idx="931">
                        <c:v>10.3809299128907</c:v>
                      </c:pt>
                      <c:pt idx="932">
                        <c:v>10.4669883830451</c:v>
                      </c:pt>
                      <c:pt idx="933">
                        <c:v>10.392135874243699</c:v>
                      </c:pt>
                      <c:pt idx="934">
                        <c:v>10.3880533561251</c:v>
                      </c:pt>
                      <c:pt idx="935">
                        <c:v>10.400593854182</c:v>
                      </c:pt>
                      <c:pt idx="936">
                        <c:v>10.351583543724599</c:v>
                      </c:pt>
                      <c:pt idx="937">
                        <c:v>10.156130753045501</c:v>
                      </c:pt>
                      <c:pt idx="938">
                        <c:v>10.2159157647909</c:v>
                      </c:pt>
                      <c:pt idx="939">
                        <c:v>10.2159157647909</c:v>
                      </c:pt>
                      <c:pt idx="940">
                        <c:v>10.2849745152997</c:v>
                      </c:pt>
                      <c:pt idx="941">
                        <c:v>10.352490957368699</c:v>
                      </c:pt>
                      <c:pt idx="942">
                        <c:v>10.229881171477899</c:v>
                      </c:pt>
                      <c:pt idx="943">
                        <c:v>10.3206049208839</c:v>
                      </c:pt>
                      <c:pt idx="944">
                        <c:v>10.3206049208839</c:v>
                      </c:pt>
                      <c:pt idx="945">
                        <c:v>10.2919056657614</c:v>
                      </c:pt>
                      <c:pt idx="946">
                        <c:v>10.2576897929459</c:v>
                      </c:pt>
                      <c:pt idx="947">
                        <c:v>10.3146183784269</c:v>
                      </c:pt>
                      <c:pt idx="948">
                        <c:v>10.2395770506253</c:v>
                      </c:pt>
                      <c:pt idx="949">
                        <c:v>10.218705708187899</c:v>
                      </c:pt>
                      <c:pt idx="950">
                        <c:v>10.2508031154796</c:v>
                      </c:pt>
                      <c:pt idx="951">
                        <c:v>10.27211262692</c:v>
                      </c:pt>
                      <c:pt idx="952">
                        <c:v>10.283599575000601</c:v>
                      </c:pt>
                      <c:pt idx="953">
                        <c:v>10.289284738994001</c:v>
                      </c:pt>
                      <c:pt idx="954">
                        <c:v>10.2916726561694</c:v>
                      </c:pt>
                      <c:pt idx="955">
                        <c:v>10.3321745308508</c:v>
                      </c:pt>
                      <c:pt idx="956">
                        <c:v>10.286738559001</c:v>
                      </c:pt>
                      <c:pt idx="957">
                        <c:v>10.2573423683725</c:v>
                      </c:pt>
                      <c:pt idx="958">
                        <c:v>10.231115766800301</c:v>
                      </c:pt>
                      <c:pt idx="959">
                        <c:v>10.2600391354826</c:v>
                      </c:pt>
                      <c:pt idx="960">
                        <c:v>10.2686215674332</c:v>
                      </c:pt>
                      <c:pt idx="961">
                        <c:v>10.251235038427501</c:v>
                      </c:pt>
                      <c:pt idx="962">
                        <c:v>10.234374020689</c:v>
                      </c:pt>
                      <c:pt idx="963">
                        <c:v>10.2499828033472</c:v>
                      </c:pt>
                      <c:pt idx="964">
                        <c:v>10.281476499377099</c:v>
                      </c:pt>
                      <c:pt idx="965">
                        <c:v>10.199518829364401</c:v>
                      </c:pt>
                      <c:pt idx="966">
                        <c:v>10.2216747601852</c:v>
                      </c:pt>
                      <c:pt idx="967">
                        <c:v>10.2216747601852</c:v>
                      </c:pt>
                      <c:pt idx="968">
                        <c:v>10.272397593123101</c:v>
                      </c:pt>
                      <c:pt idx="969">
                        <c:v>10.234082919818</c:v>
                      </c:pt>
                      <c:pt idx="970">
                        <c:v>10.3484352474259</c:v>
                      </c:pt>
                      <c:pt idx="971">
                        <c:v>10.3274472155554</c:v>
                      </c:pt>
                      <c:pt idx="972">
                        <c:v>10.2838234133983</c:v>
                      </c:pt>
                      <c:pt idx="973">
                        <c:v>10.345249861820699</c:v>
                      </c:pt>
                      <c:pt idx="974">
                        <c:v>9.2255954071890098</c:v>
                      </c:pt>
                      <c:pt idx="975">
                        <c:v>9.2255954071890098</c:v>
                      </c:pt>
                      <c:pt idx="976">
                        <c:v>10.3584110692493</c:v>
                      </c:pt>
                      <c:pt idx="977">
                        <c:v>10.339886529967799</c:v>
                      </c:pt>
                      <c:pt idx="978">
                        <c:v>10.3073594554102</c:v>
                      </c:pt>
                      <c:pt idx="979">
                        <c:v>10.3073594554102</c:v>
                      </c:pt>
                      <c:pt idx="980">
                        <c:v>10.3073594554102</c:v>
                      </c:pt>
                      <c:pt idx="981">
                        <c:v>10.3001980157141</c:v>
                      </c:pt>
                      <c:pt idx="982">
                        <c:v>10.466254417043</c:v>
                      </c:pt>
                      <c:pt idx="983">
                        <c:v>10.4755251324071</c:v>
                      </c:pt>
                      <c:pt idx="984">
                        <c:v>10.4755251324071</c:v>
                      </c:pt>
                      <c:pt idx="985">
                        <c:v>10.4159329057756</c:v>
                      </c:pt>
                      <c:pt idx="986">
                        <c:v>10.492285099958</c:v>
                      </c:pt>
                      <c:pt idx="987">
                        <c:v>10.5029326522065</c:v>
                      </c:pt>
                      <c:pt idx="988">
                        <c:v>10.474544244184999</c:v>
                      </c:pt>
                      <c:pt idx="989">
                        <c:v>10.451414193465499</c:v>
                      </c:pt>
                      <c:pt idx="990">
                        <c:v>10.496501509865301</c:v>
                      </c:pt>
                      <c:pt idx="991">
                        <c:v>10.592053423344799</c:v>
                      </c:pt>
                      <c:pt idx="992">
                        <c:v>10.5896840645413</c:v>
                      </c:pt>
                      <c:pt idx="993">
                        <c:v>10.6943001409531</c:v>
                      </c:pt>
                      <c:pt idx="994">
                        <c:v>11.143058263649101</c:v>
                      </c:pt>
                      <c:pt idx="995">
                        <c:v>11.200989048353501</c:v>
                      </c:pt>
                      <c:pt idx="996">
                        <c:v>11.2045983756667</c:v>
                      </c:pt>
                      <c:pt idx="997">
                        <c:v>11.138119728107201</c:v>
                      </c:pt>
                      <c:pt idx="998">
                        <c:v>10.980610151559601</c:v>
                      </c:pt>
                      <c:pt idx="999">
                        <c:v>11.194206218748899</c:v>
                      </c:pt>
                      <c:pt idx="1000">
                        <c:v>11.0630260140447</c:v>
                      </c:pt>
                      <c:pt idx="1001">
                        <c:v>11.136573285001701</c:v>
                      </c:pt>
                      <c:pt idx="1002">
                        <c:v>11.0843746640611</c:v>
                      </c:pt>
                      <c:pt idx="1003">
                        <c:v>11.131717031165101</c:v>
                      </c:pt>
                      <c:pt idx="1004">
                        <c:v>11.1213781368411</c:v>
                      </c:pt>
                      <c:pt idx="1005">
                        <c:v>11.2832443147874</c:v>
                      </c:pt>
                      <c:pt idx="1006">
                        <c:v>11.231244789415801</c:v>
                      </c:pt>
                      <c:pt idx="1007">
                        <c:v>12.614368401457901</c:v>
                      </c:pt>
                      <c:pt idx="1008">
                        <c:v>11.2106222578581</c:v>
                      </c:pt>
                      <c:pt idx="1009">
                        <c:v>11.190141074387499</c:v>
                      </c:pt>
                      <c:pt idx="1010">
                        <c:v>11.1985818416937</c:v>
                      </c:pt>
                      <c:pt idx="1011">
                        <c:v>11.147202744812899</c:v>
                      </c:pt>
                      <c:pt idx="1012">
                        <c:v>11.1498128503984</c:v>
                      </c:pt>
                      <c:pt idx="1013">
                        <c:v>11.2396798568076</c:v>
                      </c:pt>
                      <c:pt idx="1014">
                        <c:v>11.1336002209024</c:v>
                      </c:pt>
                      <c:pt idx="1015">
                        <c:v>11.2543739675378</c:v>
                      </c:pt>
                      <c:pt idx="1016">
                        <c:v>11.2830576782543</c:v>
                      </c:pt>
                      <c:pt idx="1017">
                        <c:v>11.221688250782901</c:v>
                      </c:pt>
                      <c:pt idx="1018">
                        <c:v>11.268658702846601</c:v>
                      </c:pt>
                      <c:pt idx="1019">
                        <c:v>11.3668833924062</c:v>
                      </c:pt>
                      <c:pt idx="1020">
                        <c:v>11.275858723478599</c:v>
                      </c:pt>
                      <c:pt idx="1021">
                        <c:v>11.3537255154554</c:v>
                      </c:pt>
                      <c:pt idx="1022">
                        <c:v>11.3677936156553</c:v>
                      </c:pt>
                      <c:pt idx="1023">
                        <c:v>11.4814473693562</c:v>
                      </c:pt>
                      <c:pt idx="1024">
                        <c:v>11.6114076825273</c:v>
                      </c:pt>
                      <c:pt idx="1025">
                        <c:v>11.650610961660901</c:v>
                      </c:pt>
                      <c:pt idx="1026">
                        <c:v>11.6219699745245</c:v>
                      </c:pt>
                      <c:pt idx="1027">
                        <c:v>11.7218686692388</c:v>
                      </c:pt>
                      <c:pt idx="1028">
                        <c:v>11.635160910672001</c:v>
                      </c:pt>
                      <c:pt idx="1029">
                        <c:v>11.5796196190418</c:v>
                      </c:pt>
                      <c:pt idx="1030">
                        <c:v>11.5649470457495</c:v>
                      </c:pt>
                      <c:pt idx="1031">
                        <c:v>11.5728400428982</c:v>
                      </c:pt>
                      <c:pt idx="1032">
                        <c:v>11.6318270683803</c:v>
                      </c:pt>
                      <c:pt idx="1033">
                        <c:v>11.652740325240901</c:v>
                      </c:pt>
                      <c:pt idx="1034">
                        <c:v>11.647346051832599</c:v>
                      </c:pt>
                      <c:pt idx="1035">
                        <c:v>11.622890346149299</c:v>
                      </c:pt>
                      <c:pt idx="1036">
                        <c:v>11.852456452498</c:v>
                      </c:pt>
                      <c:pt idx="1037">
                        <c:v>11.852456452498</c:v>
                      </c:pt>
                      <c:pt idx="1038">
                        <c:v>11.852456452498</c:v>
                      </c:pt>
                      <c:pt idx="1039">
                        <c:v>11.852456452498</c:v>
                      </c:pt>
                      <c:pt idx="1040">
                        <c:v>11.658291748282201</c:v>
                      </c:pt>
                      <c:pt idx="1041">
                        <c:v>11.6236340926758</c:v>
                      </c:pt>
                      <c:pt idx="1042">
                        <c:v>11.5995005956732</c:v>
                      </c:pt>
                      <c:pt idx="1043">
                        <c:v>11.553984672712801</c:v>
                      </c:pt>
                      <c:pt idx="1044">
                        <c:v>11.5730132740795</c:v>
                      </c:pt>
                      <c:pt idx="1045">
                        <c:v>11.5410333159817</c:v>
                      </c:pt>
                      <c:pt idx="1046">
                        <c:v>11.483487825176001</c:v>
                      </c:pt>
                      <c:pt idx="1047">
                        <c:v>11.4724451891777</c:v>
                      </c:pt>
                      <c:pt idx="1048">
                        <c:v>11.4318224451189</c:v>
                      </c:pt>
                      <c:pt idx="1049">
                        <c:v>11.3765735526691</c:v>
                      </c:pt>
                      <c:pt idx="1050">
                        <c:v>11.3680854450759</c:v>
                      </c:pt>
                      <c:pt idx="1051">
                        <c:v>11.3245670242547</c:v>
                      </c:pt>
                      <c:pt idx="1052">
                        <c:v>11.3133570547181</c:v>
                      </c:pt>
                      <c:pt idx="1053">
                        <c:v>11.338610849848401</c:v>
                      </c:pt>
                      <c:pt idx="1054">
                        <c:v>11.2932245215256</c:v>
                      </c:pt>
                      <c:pt idx="1055">
                        <c:v>11.2987802387561</c:v>
                      </c:pt>
                      <c:pt idx="1056">
                        <c:v>11.2418923137869</c:v>
                      </c:pt>
                      <c:pt idx="1057">
                        <c:v>11.205968128709801</c:v>
                      </c:pt>
                      <c:pt idx="1058">
                        <c:v>11.241006757408</c:v>
                      </c:pt>
                      <c:pt idx="1059">
                        <c:v>11.2169181636341</c:v>
                      </c:pt>
                      <c:pt idx="1060">
                        <c:v>11.2676378346905</c:v>
                      </c:pt>
                      <c:pt idx="1061">
                        <c:v>11.2273170343283</c:v>
                      </c:pt>
                      <c:pt idx="1062">
                        <c:v>11.195753011391099</c:v>
                      </c:pt>
                      <c:pt idx="1063">
                        <c:v>11.1862013940168</c:v>
                      </c:pt>
                      <c:pt idx="1064">
                        <c:v>11.1488989777908</c:v>
                      </c:pt>
                      <c:pt idx="1065">
                        <c:v>11.122075019551501</c:v>
                      </c:pt>
                      <c:pt idx="1066">
                        <c:v>11.006166817482001</c:v>
                      </c:pt>
                      <c:pt idx="1067">
                        <c:v>11.006166817482001</c:v>
                      </c:pt>
                      <c:pt idx="1068">
                        <c:v>11.065869688110601</c:v>
                      </c:pt>
                      <c:pt idx="1069">
                        <c:v>11.065869688110601</c:v>
                      </c:pt>
                      <c:pt idx="1070">
                        <c:v>11.0932442601378</c:v>
                      </c:pt>
                      <c:pt idx="1071">
                        <c:v>11.1333250933644</c:v>
                      </c:pt>
                      <c:pt idx="1072">
                        <c:v>11.1534466914605</c:v>
                      </c:pt>
                      <c:pt idx="1073">
                        <c:v>11.2449759628606</c:v>
                      </c:pt>
                      <c:pt idx="1074">
                        <c:v>11.271570860885401</c:v>
                      </c:pt>
                      <c:pt idx="1075">
                        <c:v>11.2264197680466</c:v>
                      </c:pt>
                      <c:pt idx="1076">
                        <c:v>11.268414562581199</c:v>
                      </c:pt>
                      <c:pt idx="1077">
                        <c:v>11.429745247564099</c:v>
                      </c:pt>
                      <c:pt idx="1078">
                        <c:v>11.4147300275579</c:v>
                      </c:pt>
                      <c:pt idx="1079">
                        <c:v>11.4335845769728</c:v>
                      </c:pt>
                      <c:pt idx="1080">
                        <c:v>11.393621405420401</c:v>
                      </c:pt>
                      <c:pt idx="1081">
                        <c:v>11.4533083135134</c:v>
                      </c:pt>
                      <c:pt idx="1082">
                        <c:v>11.514413295488</c:v>
                      </c:pt>
                      <c:pt idx="1083">
                        <c:v>11.449581664841</c:v>
                      </c:pt>
                      <c:pt idx="1084">
                        <c:v>11.449581664841</c:v>
                      </c:pt>
                      <c:pt idx="1085">
                        <c:v>11.471640377113699</c:v>
                      </c:pt>
                      <c:pt idx="1086">
                        <c:v>11.502868304474401</c:v>
                      </c:pt>
                      <c:pt idx="1087">
                        <c:v>11.590340422445299</c:v>
                      </c:pt>
                      <c:pt idx="1088">
                        <c:v>11.5738408341302</c:v>
                      </c:pt>
                      <c:pt idx="1089">
                        <c:v>11.5738408341302</c:v>
                      </c:pt>
                      <c:pt idx="1090">
                        <c:v>11.6986004425976</c:v>
                      </c:pt>
                      <c:pt idx="1091">
                        <c:v>11.9459862065401</c:v>
                      </c:pt>
                      <c:pt idx="1092">
                        <c:v>11.9646804405906</c:v>
                      </c:pt>
                      <c:pt idx="1093">
                        <c:v>12.036223236848899</c:v>
                      </c:pt>
                      <c:pt idx="1094">
                        <c:v>11.975633441065099</c:v>
                      </c:pt>
                      <c:pt idx="1095">
                        <c:v>11.975197173828899</c:v>
                      </c:pt>
                      <c:pt idx="1096">
                        <c:v>12.0109199018559</c:v>
                      </c:pt>
                      <c:pt idx="1097">
                        <c:v>12.240199379903601</c:v>
                      </c:pt>
                      <c:pt idx="1098">
                        <c:v>12.1460290984246</c:v>
                      </c:pt>
                      <c:pt idx="1099">
                        <c:v>12.165425342820299</c:v>
                      </c:pt>
                      <c:pt idx="1100">
                        <c:v>12.1555901822077</c:v>
                      </c:pt>
                      <c:pt idx="1101">
                        <c:v>12.262888680823</c:v>
                      </c:pt>
                      <c:pt idx="1102">
                        <c:v>12.4337086559221</c:v>
                      </c:pt>
                      <c:pt idx="1103">
                        <c:v>12.3141472112308</c:v>
                      </c:pt>
                      <c:pt idx="1104">
                        <c:v>12.263657123551299</c:v>
                      </c:pt>
                      <c:pt idx="1105">
                        <c:v>12.295857484754899</c:v>
                      </c:pt>
                      <c:pt idx="1106">
                        <c:v>12.3810330819814</c:v>
                      </c:pt>
                      <c:pt idx="1107">
                        <c:v>12.498935976484301</c:v>
                      </c:pt>
                      <c:pt idx="1108">
                        <c:v>12.8058769039965</c:v>
                      </c:pt>
                      <c:pt idx="1109">
                        <c:v>12.8058769039965</c:v>
                      </c:pt>
                      <c:pt idx="1110">
                        <c:v>12.906270852447699</c:v>
                      </c:pt>
                      <c:pt idx="1111">
                        <c:v>13.1608357680396</c:v>
                      </c:pt>
                      <c:pt idx="1112">
                        <c:v>12.965885953808201</c:v>
                      </c:pt>
                      <c:pt idx="1113">
                        <c:v>13.0218892153087</c:v>
                      </c:pt>
                      <c:pt idx="1114">
                        <c:v>12.6920222330104</c:v>
                      </c:pt>
                      <c:pt idx="1115">
                        <c:v>13.1413510247194</c:v>
                      </c:pt>
                      <c:pt idx="1116">
                        <c:v>13.210693877295</c:v>
                      </c:pt>
                      <c:pt idx="1117">
                        <c:v>13.3217524341462</c:v>
                      </c:pt>
                      <c:pt idx="1118">
                        <c:v>13.3406852010185</c:v>
                      </c:pt>
                      <c:pt idx="1119">
                        <c:v>13.307069513490299</c:v>
                      </c:pt>
                      <c:pt idx="1120">
                        <c:v>13.299581333880299</c:v>
                      </c:pt>
                      <c:pt idx="1121">
                        <c:v>13.1938056613347</c:v>
                      </c:pt>
                      <c:pt idx="1122">
                        <c:v>13.0681700052453</c:v>
                      </c:pt>
                      <c:pt idx="1123">
                        <c:v>13.085468273747599</c:v>
                      </c:pt>
                      <c:pt idx="1124">
                        <c:v>13.020292934945401</c:v>
                      </c:pt>
                      <c:pt idx="1125">
                        <c:v>13.168986134401401</c:v>
                      </c:pt>
                      <c:pt idx="1126">
                        <c:v>13.126472225893499</c:v>
                      </c:pt>
                      <c:pt idx="1127">
                        <c:v>13.0573393228482</c:v>
                      </c:pt>
                      <c:pt idx="1128">
                        <c:v>13.0429148757708</c:v>
                      </c:pt>
                      <c:pt idx="1129">
                        <c:v>13.0213201900507</c:v>
                      </c:pt>
                      <c:pt idx="1130">
                        <c:v>13.041531074290299</c:v>
                      </c:pt>
                      <c:pt idx="1131">
                        <c:v>12.848430067616601</c:v>
                      </c:pt>
                      <c:pt idx="1132">
                        <c:v>12.761011203686801</c:v>
                      </c:pt>
                      <c:pt idx="1133">
                        <c:v>12.719360039793999</c:v>
                      </c:pt>
                      <c:pt idx="1134">
                        <c:v>12.428839240182199</c:v>
                      </c:pt>
                      <c:pt idx="1135">
                        <c:v>12.3189403593177</c:v>
                      </c:pt>
                      <c:pt idx="1136">
                        <c:v>12.272813173880699</c:v>
                      </c:pt>
                      <c:pt idx="1137">
                        <c:v>12.272813173880699</c:v>
                      </c:pt>
                      <c:pt idx="1138">
                        <c:v>12.219863837201199</c:v>
                      </c:pt>
                      <c:pt idx="1139">
                        <c:v>12.2279540653119</c:v>
                      </c:pt>
                      <c:pt idx="1140">
                        <c:v>12.286670872232399</c:v>
                      </c:pt>
                      <c:pt idx="1141">
                        <c:v>12.2298275999648</c:v>
                      </c:pt>
                      <c:pt idx="1142">
                        <c:v>12.111457468772199</c:v>
                      </c:pt>
                      <c:pt idx="1143">
                        <c:v>12.0797369829431</c:v>
                      </c:pt>
                      <c:pt idx="1144">
                        <c:v>12.0797369829431</c:v>
                      </c:pt>
                      <c:pt idx="1145">
                        <c:v>11.901996660252401</c:v>
                      </c:pt>
                      <c:pt idx="1146">
                        <c:v>11.8574154052847</c:v>
                      </c:pt>
                      <c:pt idx="1147">
                        <c:v>11.8614783740846</c:v>
                      </c:pt>
                      <c:pt idx="1148">
                        <c:v>11.801795076644</c:v>
                      </c:pt>
                      <c:pt idx="1149">
                        <c:v>11.7194246848677</c:v>
                      </c:pt>
                      <c:pt idx="1150">
                        <c:v>11.6924069269191</c:v>
                      </c:pt>
                      <c:pt idx="1151">
                        <c:v>11.533434763902401</c:v>
                      </c:pt>
                      <c:pt idx="1152">
                        <c:v>11.5316326363822</c:v>
                      </c:pt>
                      <c:pt idx="1153">
                        <c:v>11.501950796305501</c:v>
                      </c:pt>
                      <c:pt idx="1154">
                        <c:v>11.4665192048433</c:v>
                      </c:pt>
                      <c:pt idx="1155">
                        <c:v>11.5917674893143</c:v>
                      </c:pt>
                      <c:pt idx="1156">
                        <c:v>11.6615118495062</c:v>
                      </c:pt>
                      <c:pt idx="1157">
                        <c:v>11.6235623859956</c:v>
                      </c:pt>
                      <c:pt idx="1158">
                        <c:v>11.7708788024763</c:v>
                      </c:pt>
                      <c:pt idx="1159">
                        <c:v>11.7482477000597</c:v>
                      </c:pt>
                      <c:pt idx="1160">
                        <c:v>11.859812399189799</c:v>
                      </c:pt>
                      <c:pt idx="1161">
                        <c:v>11.8183736515037</c:v>
                      </c:pt>
                      <c:pt idx="1162">
                        <c:v>11.758706800313499</c:v>
                      </c:pt>
                      <c:pt idx="1163">
                        <c:v>11.6976100596751</c:v>
                      </c:pt>
                      <c:pt idx="1164">
                        <c:v>11.835254331556699</c:v>
                      </c:pt>
                      <c:pt idx="1165">
                        <c:v>11.9721249629069</c:v>
                      </c:pt>
                      <c:pt idx="1166">
                        <c:v>12.129099204393601</c:v>
                      </c:pt>
                      <c:pt idx="1167">
                        <c:v>12.565253099948499</c:v>
                      </c:pt>
                      <c:pt idx="1168">
                        <c:v>12.118548354729301</c:v>
                      </c:pt>
                      <c:pt idx="1169">
                        <c:v>11.955921535790599</c:v>
                      </c:pt>
                      <c:pt idx="1170">
                        <c:v>12.2940410375243</c:v>
                      </c:pt>
                      <c:pt idx="1171">
                        <c:v>12.286319585716299</c:v>
                      </c:pt>
                      <c:pt idx="1172">
                        <c:v>12.119375828685399</c:v>
                      </c:pt>
                      <c:pt idx="1173">
                        <c:v>12.070474133744</c:v>
                      </c:pt>
                      <c:pt idx="1174">
                        <c:v>12.100105047069899</c:v>
                      </c:pt>
                      <c:pt idx="1175">
                        <c:v>12.1463590512206</c:v>
                      </c:pt>
                      <c:pt idx="1176">
                        <c:v>12.0222950317641</c:v>
                      </c:pt>
                      <c:pt idx="1177">
                        <c:v>12.0107625196316</c:v>
                      </c:pt>
                      <c:pt idx="1178">
                        <c:v>11.7828572035422</c:v>
                      </c:pt>
                      <c:pt idx="1179">
                        <c:v>12.058171296632199</c:v>
                      </c:pt>
                      <c:pt idx="1180">
                        <c:v>12.0729998410071</c:v>
                      </c:pt>
                      <c:pt idx="1181">
                        <c:v>12.4573935374525</c:v>
                      </c:pt>
                      <c:pt idx="1182">
                        <c:v>12.297012121310299</c:v>
                      </c:pt>
                      <c:pt idx="1183">
                        <c:v>12.788916511244899</c:v>
                      </c:pt>
                      <c:pt idx="1184">
                        <c:v>12.788916511244899</c:v>
                      </c:pt>
                      <c:pt idx="1185">
                        <c:v>12.6922529366819</c:v>
                      </c:pt>
                      <c:pt idx="1186">
                        <c:v>12.855172165190799</c:v>
                      </c:pt>
                      <c:pt idx="1187">
                        <c:v>13.167635650525</c:v>
                      </c:pt>
                      <c:pt idx="1188">
                        <c:v>12.797906023832899</c:v>
                      </c:pt>
                      <c:pt idx="1189">
                        <c:v>12.8596429203808</c:v>
                      </c:pt>
                      <c:pt idx="1190">
                        <c:v>12.707414596140101</c:v>
                      </c:pt>
                      <c:pt idx="1191">
                        <c:v>12.711640680797901</c:v>
                      </c:pt>
                      <c:pt idx="1192">
                        <c:v>13.118760912354899</c:v>
                      </c:pt>
                      <c:pt idx="1193">
                        <c:v>13.233589063175</c:v>
                      </c:pt>
                      <c:pt idx="1194">
                        <c:v>13.0818725315281</c:v>
                      </c:pt>
                      <c:pt idx="1195">
                        <c:v>13.2435524575857</c:v>
                      </c:pt>
                      <c:pt idx="1196">
                        <c:v>12.9191664533432</c:v>
                      </c:pt>
                      <c:pt idx="1197">
                        <c:v>12.8291785186606</c:v>
                      </c:pt>
                      <c:pt idx="1198">
                        <c:v>12.7756013471293</c:v>
                      </c:pt>
                      <c:pt idx="1199">
                        <c:v>12.7756013471293</c:v>
                      </c:pt>
                      <c:pt idx="1200">
                        <c:v>12.8145763621798</c:v>
                      </c:pt>
                      <c:pt idx="1201">
                        <c:v>12.8145763621798</c:v>
                      </c:pt>
                      <c:pt idx="1202">
                        <c:v>12.6924694329419</c:v>
                      </c:pt>
                      <c:pt idx="1203">
                        <c:v>12.542215130088501</c:v>
                      </c:pt>
                      <c:pt idx="1204">
                        <c:v>12.476698954588599</c:v>
                      </c:pt>
                      <c:pt idx="1205">
                        <c:v>12.435242793349101</c:v>
                      </c:pt>
                      <c:pt idx="1206">
                        <c:v>12.4084927154722</c:v>
                      </c:pt>
                      <c:pt idx="1207">
                        <c:v>12.2951127938243</c:v>
                      </c:pt>
                      <c:pt idx="1208">
                        <c:v>12.256836791828</c:v>
                      </c:pt>
                      <c:pt idx="1209">
                        <c:v>12.256836791828</c:v>
                      </c:pt>
                      <c:pt idx="1210">
                        <c:v>12.4956814845259</c:v>
                      </c:pt>
                      <c:pt idx="1211">
                        <c:v>12.2033218160422</c:v>
                      </c:pt>
                      <c:pt idx="1212">
                        <c:v>12.2033218160422</c:v>
                      </c:pt>
                      <c:pt idx="1213">
                        <c:v>12.2755060166884</c:v>
                      </c:pt>
                      <c:pt idx="1214">
                        <c:v>12.4349190976109</c:v>
                      </c:pt>
                      <c:pt idx="1215">
                        <c:v>12.0710397683278</c:v>
                      </c:pt>
                      <c:pt idx="1216">
                        <c:v>11.931073805666999</c:v>
                      </c:pt>
                      <c:pt idx="1217">
                        <c:v>11.5686408335328</c:v>
                      </c:pt>
                      <c:pt idx="1218">
                        <c:v>11.5299755622144</c:v>
                      </c:pt>
                      <c:pt idx="1219">
                        <c:v>11.6020790409212</c:v>
                      </c:pt>
                      <c:pt idx="1220">
                        <c:v>11.7276923372717</c:v>
                      </c:pt>
                      <c:pt idx="1221">
                        <c:v>11.590175547193001</c:v>
                      </c:pt>
                      <c:pt idx="1222">
                        <c:v>11.496674309168499</c:v>
                      </c:pt>
                      <c:pt idx="1223">
                        <c:v>11.557208587341799</c:v>
                      </c:pt>
                      <c:pt idx="1224">
                        <c:v>11.557208587341799</c:v>
                      </c:pt>
                      <c:pt idx="1225">
                        <c:v>11.283860232662899</c:v>
                      </c:pt>
                      <c:pt idx="1226">
                        <c:v>11.326609196498501</c:v>
                      </c:pt>
                      <c:pt idx="1227">
                        <c:v>11.0153473526497</c:v>
                      </c:pt>
                      <c:pt idx="1228">
                        <c:v>11.0421337094431</c:v>
                      </c:pt>
                      <c:pt idx="1229">
                        <c:v>10.8054311719632</c:v>
                      </c:pt>
                      <c:pt idx="1230">
                        <c:v>10.805109840835801</c:v>
                      </c:pt>
                      <c:pt idx="1231">
                        <c:v>10.6726663703746</c:v>
                      </c:pt>
                      <c:pt idx="1232">
                        <c:v>10.4659313956278</c:v>
                      </c:pt>
                      <c:pt idx="1233">
                        <c:v>10.475401736956901</c:v>
                      </c:pt>
                      <c:pt idx="1234">
                        <c:v>10.2797392826907</c:v>
                      </c:pt>
                      <c:pt idx="1235">
                        <c:v>10.204544578603301</c:v>
                      </c:pt>
                      <c:pt idx="1236">
                        <c:v>10.077695296963499</c:v>
                      </c:pt>
                      <c:pt idx="1237">
                        <c:v>9.9005322062371999</c:v>
                      </c:pt>
                      <c:pt idx="1238">
                        <c:v>10.1873584150882</c:v>
                      </c:pt>
                      <c:pt idx="1239">
                        <c:v>10.2982961190745</c:v>
                      </c:pt>
                      <c:pt idx="1240">
                        <c:v>10.2982961190745</c:v>
                      </c:pt>
                      <c:pt idx="1241">
                        <c:v>10.2982961190745</c:v>
                      </c:pt>
                      <c:pt idx="1242">
                        <c:v>10.133945684588801</c:v>
                      </c:pt>
                      <c:pt idx="1243">
                        <c:v>9.8929656585549601</c:v>
                      </c:pt>
                      <c:pt idx="1244">
                        <c:v>10.1213016607571</c:v>
                      </c:pt>
                      <c:pt idx="1245">
                        <c:v>10.1805389437421</c:v>
                      </c:pt>
                      <c:pt idx="1246">
                        <c:v>10.0312042342116</c:v>
                      </c:pt>
                      <c:pt idx="1247">
                        <c:v>9.9470520472324999</c:v>
                      </c:pt>
                      <c:pt idx="1248">
                        <c:v>9.9470520472324999</c:v>
                      </c:pt>
                      <c:pt idx="1249">
                        <c:v>9.9154920999357898</c:v>
                      </c:pt>
                      <c:pt idx="1250">
                        <c:v>9.8170236324517592</c:v>
                      </c:pt>
                      <c:pt idx="1251">
                        <c:v>9.8612414313526902</c:v>
                      </c:pt>
                      <c:pt idx="1252">
                        <c:v>9.8383442413983104</c:v>
                      </c:pt>
                      <c:pt idx="1253">
                        <c:v>9.8192983707891699</c:v>
                      </c:pt>
                      <c:pt idx="1254">
                        <c:v>9.9905032557225404</c:v>
                      </c:pt>
                      <c:pt idx="1255">
                        <c:v>9.9463821750395702</c:v>
                      </c:pt>
                      <c:pt idx="1256">
                        <c:v>9.6707070359376708</c:v>
                      </c:pt>
                      <c:pt idx="1257">
                        <c:v>9.75783686890966</c:v>
                      </c:pt>
                      <c:pt idx="1258">
                        <c:v>9.7212197292388094</c:v>
                      </c:pt>
                      <c:pt idx="1259">
                        <c:v>9.7402715305533007</c:v>
                      </c:pt>
                      <c:pt idx="1260">
                        <c:v>9.7168139023113707</c:v>
                      </c:pt>
                      <c:pt idx="1261">
                        <c:v>9.7259878396728503</c:v>
                      </c:pt>
                      <c:pt idx="1262">
                        <c:v>9.5887157539162597</c:v>
                      </c:pt>
                      <c:pt idx="1263">
                        <c:v>9.5819544244415091</c:v>
                      </c:pt>
                      <c:pt idx="1264">
                        <c:v>9.6393820775653296</c:v>
                      </c:pt>
                      <c:pt idx="1265">
                        <c:v>9.60238819436168</c:v>
                      </c:pt>
                      <c:pt idx="1266">
                        <c:v>9.5843834088657793</c:v>
                      </c:pt>
                      <c:pt idx="1267">
                        <c:v>9.5329861799522799</c:v>
                      </c:pt>
                      <c:pt idx="1268">
                        <c:v>9.4998578373791993</c:v>
                      </c:pt>
                      <c:pt idx="1269">
                        <c:v>9.7552162436574594</c:v>
                      </c:pt>
                      <c:pt idx="1270">
                        <c:v>9.8515605157885595</c:v>
                      </c:pt>
                      <c:pt idx="1271">
                        <c:v>9.7783271174001491</c:v>
                      </c:pt>
                      <c:pt idx="1272">
                        <c:v>9.6841937027427107</c:v>
                      </c:pt>
                      <c:pt idx="1273">
                        <c:v>9.6909564925248208</c:v>
                      </c:pt>
                      <c:pt idx="1274">
                        <c:v>9.7448140950736803</c:v>
                      </c:pt>
                      <c:pt idx="1275">
                        <c:v>9.6995725390851408</c:v>
                      </c:pt>
                      <c:pt idx="1276">
                        <c:v>9.6658516189818897</c:v>
                      </c:pt>
                      <c:pt idx="1277">
                        <c:v>9.70008798106476</c:v>
                      </c:pt>
                      <c:pt idx="1278">
                        <c:v>9.6665923855822307</c:v>
                      </c:pt>
                      <c:pt idx="1279">
                        <c:v>9.6665923855822307</c:v>
                      </c:pt>
                      <c:pt idx="1280">
                        <c:v>9.6665923855822307</c:v>
                      </c:pt>
                      <c:pt idx="1281">
                        <c:v>9.4756277546603798</c:v>
                      </c:pt>
                      <c:pt idx="1282">
                        <c:v>9.4509798443139399</c:v>
                      </c:pt>
                      <c:pt idx="1283">
                        <c:v>9.2652603784517407</c:v>
                      </c:pt>
                      <c:pt idx="1284">
                        <c:v>9.1962856145577803</c:v>
                      </c:pt>
                      <c:pt idx="1285">
                        <c:v>9.1191408825568807</c:v>
                      </c:pt>
                      <c:pt idx="1286">
                        <c:v>9.0820257733822398</c:v>
                      </c:pt>
                      <c:pt idx="1287">
                        <c:v>9.0987776230472601</c:v>
                      </c:pt>
                      <c:pt idx="1288">
                        <c:v>9.1517328318313993</c:v>
                      </c:pt>
                      <c:pt idx="1289">
                        <c:v>9.1010639592520608</c:v>
                      </c:pt>
                      <c:pt idx="1290">
                        <c:v>9.1261146301108909</c:v>
                      </c:pt>
                      <c:pt idx="1291">
                        <c:v>9.0939119083837099</c:v>
                      </c:pt>
                      <c:pt idx="1292">
                        <c:v>9.0304138134096306</c:v>
                      </c:pt>
                      <c:pt idx="1293">
                        <c:v>8.9493861785286306</c:v>
                      </c:pt>
                      <c:pt idx="1294">
                        <c:v>8.8401018358461005</c:v>
                      </c:pt>
                      <c:pt idx="1295">
                        <c:v>8.8339100380333804</c:v>
                      </c:pt>
                      <c:pt idx="1296">
                        <c:v>8.7956798251104598</c:v>
                      </c:pt>
                      <c:pt idx="1297">
                        <c:v>8.7765750724585807</c:v>
                      </c:pt>
                      <c:pt idx="1298">
                        <c:v>8.7765750724585807</c:v>
                      </c:pt>
                      <c:pt idx="1299">
                        <c:v>8.77201242262473</c:v>
                      </c:pt>
                      <c:pt idx="1300">
                        <c:v>8.8857425262265508</c:v>
                      </c:pt>
                      <c:pt idx="1301">
                        <c:v>8.9355145925693797</c:v>
                      </c:pt>
                      <c:pt idx="1302">
                        <c:v>8.9519407435278193</c:v>
                      </c:pt>
                      <c:pt idx="1303">
                        <c:v>9.0611179230990508</c:v>
                      </c:pt>
                      <c:pt idx="1304">
                        <c:v>8.9879008418889104</c:v>
                      </c:pt>
                      <c:pt idx="1305">
                        <c:v>8.9273673755530893</c:v>
                      </c:pt>
                      <c:pt idx="1306">
                        <c:v>8.8389638895455995</c:v>
                      </c:pt>
                      <c:pt idx="1307">
                        <c:v>8.8354568525001298</c:v>
                      </c:pt>
                      <c:pt idx="1308">
                        <c:v>8.7224342884215602</c:v>
                      </c:pt>
                      <c:pt idx="1309">
                        <c:v>8.7364340060314802</c:v>
                      </c:pt>
                      <c:pt idx="1310">
                        <c:v>8.5443367998080006</c:v>
                      </c:pt>
                      <c:pt idx="1311">
                        <c:v>8.5443367998080006</c:v>
                      </c:pt>
                      <c:pt idx="1312">
                        <c:v>8.5443367998080006</c:v>
                      </c:pt>
                      <c:pt idx="1313">
                        <c:v>8.5693528819349094</c:v>
                      </c:pt>
                      <c:pt idx="1314">
                        <c:v>8.5452107184487307</c:v>
                      </c:pt>
                      <c:pt idx="1315">
                        <c:v>8.4092341959683505</c:v>
                      </c:pt>
                      <c:pt idx="1316">
                        <c:v>8.3919418210276202</c:v>
                      </c:pt>
                      <c:pt idx="1317">
                        <c:v>8.4037204178768494</c:v>
                      </c:pt>
                      <c:pt idx="1318">
                        <c:v>8.3912127111841901</c:v>
                      </c:pt>
                      <c:pt idx="1319">
                        <c:v>8.2385746111338403</c:v>
                      </c:pt>
                      <c:pt idx="1320">
                        <c:v>8.1335430601687708</c:v>
                      </c:pt>
                      <c:pt idx="1321">
                        <c:v>8.1441274589727399</c:v>
                      </c:pt>
                      <c:pt idx="1322">
                        <c:v>8.08828592477151</c:v>
                      </c:pt>
                      <c:pt idx="1323">
                        <c:v>8.1808263620776405</c:v>
                      </c:pt>
                      <c:pt idx="1324">
                        <c:v>8.1778266331392704</c:v>
                      </c:pt>
                      <c:pt idx="1325">
                        <c:v>8.0222957619798105</c:v>
                      </c:pt>
                      <c:pt idx="1326">
                        <c:v>7.95143795855987</c:v>
                      </c:pt>
                      <c:pt idx="1327">
                        <c:v>7.95143795855987</c:v>
                      </c:pt>
                      <c:pt idx="1328">
                        <c:v>7.9414835104684096</c:v>
                      </c:pt>
                      <c:pt idx="1329">
                        <c:v>7.9865344024106601</c:v>
                      </c:pt>
                      <c:pt idx="1330">
                        <c:v>7.9858357718457098</c:v>
                      </c:pt>
                      <c:pt idx="1331">
                        <c:v>7.9750225215468902</c:v>
                      </c:pt>
                      <c:pt idx="1332">
                        <c:v>7.9330878200146104</c:v>
                      </c:pt>
                      <c:pt idx="1333">
                        <c:v>7.9744542615672298</c:v>
                      </c:pt>
                      <c:pt idx="1334">
                        <c:v>7.9096328574851302</c:v>
                      </c:pt>
                      <c:pt idx="1335">
                        <c:v>7.8960762071612596</c:v>
                      </c:pt>
                      <c:pt idx="1336">
                        <c:v>7.8098488308225997</c:v>
                      </c:pt>
                      <c:pt idx="1337">
                        <c:v>7.8526920012650097</c:v>
                      </c:pt>
                      <c:pt idx="1338">
                        <c:v>7.82622103680115</c:v>
                      </c:pt>
                      <c:pt idx="1339">
                        <c:v>7.7279792787395403</c:v>
                      </c:pt>
                      <c:pt idx="1340">
                        <c:v>7.6830160418618103</c:v>
                      </c:pt>
                      <c:pt idx="1341">
                        <c:v>7.8567406316274297</c:v>
                      </c:pt>
                      <c:pt idx="1342">
                        <c:v>8.0744713673013493</c:v>
                      </c:pt>
                      <c:pt idx="1343">
                        <c:v>8.0744713673013493</c:v>
                      </c:pt>
                      <c:pt idx="1344">
                        <c:v>8.1382139116732599</c:v>
                      </c:pt>
                      <c:pt idx="1345">
                        <c:v>8.0137007497926298</c:v>
                      </c:pt>
                      <c:pt idx="1346">
                        <c:v>8.1426171478413707</c:v>
                      </c:pt>
                      <c:pt idx="1347">
                        <c:v>8.1278390899780302</c:v>
                      </c:pt>
                      <c:pt idx="1348">
                        <c:v>8.1190247179409099</c:v>
                      </c:pt>
                      <c:pt idx="1349">
                        <c:v>8.4460156743432506</c:v>
                      </c:pt>
                      <c:pt idx="1350">
                        <c:v>8.4460156743432506</c:v>
                      </c:pt>
                      <c:pt idx="1351">
                        <c:v>8.4460156743432506</c:v>
                      </c:pt>
                      <c:pt idx="1352">
                        <c:v>8.6599510563592599</c:v>
                      </c:pt>
                      <c:pt idx="1353">
                        <c:v>8.9624074057997394</c:v>
                      </c:pt>
                      <c:pt idx="1354">
                        <c:v>8.9011037091398393</c:v>
                      </c:pt>
                      <c:pt idx="1355">
                        <c:v>8.9279192164365995</c:v>
                      </c:pt>
                      <c:pt idx="1356">
                        <c:v>8.8075638053172405</c:v>
                      </c:pt>
                      <c:pt idx="1357">
                        <c:v>8.7833639676829698</c:v>
                      </c:pt>
                      <c:pt idx="1358">
                        <c:v>8.7833639676829698</c:v>
                      </c:pt>
                      <c:pt idx="1359">
                        <c:v>9.0008841728573294</c:v>
                      </c:pt>
                      <c:pt idx="1360">
                        <c:v>8.8824575054764594</c:v>
                      </c:pt>
                      <c:pt idx="1361">
                        <c:v>9.0024615841921207</c:v>
                      </c:pt>
                      <c:pt idx="1362">
                        <c:v>8.9798805825488603</c:v>
                      </c:pt>
                      <c:pt idx="1363">
                        <c:v>8.9798805825488603</c:v>
                      </c:pt>
                      <c:pt idx="1364">
                        <c:v>9.9392347357043498</c:v>
                      </c:pt>
                      <c:pt idx="1365">
                        <c:v>9.0922598325484891</c:v>
                      </c:pt>
                      <c:pt idx="1366">
                        <c:v>9.0171734126802008</c:v>
                      </c:pt>
                      <c:pt idx="1367">
                        <c:v>8.9360513496364593</c:v>
                      </c:pt>
                      <c:pt idx="1368">
                        <c:v>8.9360513496364593</c:v>
                      </c:pt>
                      <c:pt idx="1369">
                        <c:v>8.8596378392477604</c:v>
                      </c:pt>
                      <c:pt idx="1370">
                        <c:v>8.8056967807228403</c:v>
                      </c:pt>
                      <c:pt idx="1371">
                        <c:v>8.8367061950384205</c:v>
                      </c:pt>
                      <c:pt idx="1372">
                        <c:v>8.7553570533074208</c:v>
                      </c:pt>
                      <c:pt idx="1373">
                        <c:v>8.6124785356814293</c:v>
                      </c:pt>
                      <c:pt idx="1374">
                        <c:v>8.4405301018411993</c:v>
                      </c:pt>
                      <c:pt idx="1375">
                        <c:v>8.50319901804788</c:v>
                      </c:pt>
                      <c:pt idx="1376">
                        <c:v>8.4597660855220305</c:v>
                      </c:pt>
                      <c:pt idx="1377">
                        <c:v>8.8389558574110296</c:v>
                      </c:pt>
                      <c:pt idx="1378">
                        <c:v>8.9408418339703299</c:v>
                      </c:pt>
                      <c:pt idx="1379">
                        <c:v>8.9524309882696897</c:v>
                      </c:pt>
                      <c:pt idx="1380">
                        <c:v>8.83834996410733</c:v>
                      </c:pt>
                      <c:pt idx="1381">
                        <c:v>8.7942066385428301</c:v>
                      </c:pt>
                      <c:pt idx="1382">
                        <c:v>8.7476441270613403</c:v>
                      </c:pt>
                      <c:pt idx="1383">
                        <c:v>8.7476441270613403</c:v>
                      </c:pt>
                      <c:pt idx="1384">
                        <c:v>8.6948598330753697</c:v>
                      </c:pt>
                      <c:pt idx="1385">
                        <c:v>8.6914712453218499</c:v>
                      </c:pt>
                      <c:pt idx="1386">
                        <c:v>8.6671058164060994</c:v>
                      </c:pt>
                      <c:pt idx="1387">
                        <c:v>8.6004099825277596</c:v>
                      </c:pt>
                      <c:pt idx="1388">
                        <c:v>8.5668677785384801</c:v>
                      </c:pt>
                      <c:pt idx="1389">
                        <c:v>8.6319665513311499</c:v>
                      </c:pt>
                      <c:pt idx="1390">
                        <c:v>8.8104038543865997</c:v>
                      </c:pt>
                      <c:pt idx="1391">
                        <c:v>8.8363498914572993</c:v>
                      </c:pt>
                      <c:pt idx="1392">
                        <c:v>8.8004549769058702</c:v>
                      </c:pt>
                      <c:pt idx="1393">
                        <c:v>8.6721374926521992</c:v>
                      </c:pt>
                      <c:pt idx="1394">
                        <c:v>8.7120994643798593</c:v>
                      </c:pt>
                      <c:pt idx="1395">
                        <c:v>8.7750020379329197</c:v>
                      </c:pt>
                      <c:pt idx="1396">
                        <c:v>8.72759091842134</c:v>
                      </c:pt>
                      <c:pt idx="1397">
                        <c:v>8.72759091842134</c:v>
                      </c:pt>
                      <c:pt idx="1398">
                        <c:v>8.8751449002813594</c:v>
                      </c:pt>
                      <c:pt idx="1399">
                        <c:v>8.8453330912679995</c:v>
                      </c:pt>
                      <c:pt idx="1400">
                        <c:v>8.8256889197893003</c:v>
                      </c:pt>
                      <c:pt idx="1401">
                        <c:v>8.8114799218281892</c:v>
                      </c:pt>
                      <c:pt idx="1402">
                        <c:v>8.77067788555647</c:v>
                      </c:pt>
                      <c:pt idx="1403">
                        <c:v>8.77067788555647</c:v>
                      </c:pt>
                      <c:pt idx="1404">
                        <c:v>8.8408693821133895</c:v>
                      </c:pt>
                      <c:pt idx="1405">
                        <c:v>8.9925595278866304</c:v>
                      </c:pt>
                      <c:pt idx="1406">
                        <c:v>8.9093936620584397</c:v>
                      </c:pt>
                      <c:pt idx="1407">
                        <c:v>9.0165088743603601</c:v>
                      </c:pt>
                      <c:pt idx="1408">
                        <c:v>8.9021850649284495</c:v>
                      </c:pt>
                      <c:pt idx="1409">
                        <c:v>9.0384351845954392</c:v>
                      </c:pt>
                      <c:pt idx="1410">
                        <c:v>8.9914594186913508</c:v>
                      </c:pt>
                      <c:pt idx="1411">
                        <c:v>8.9529535032354897</c:v>
                      </c:pt>
                      <c:pt idx="1412">
                        <c:v>9.0005621198461903</c:v>
                      </c:pt>
                      <c:pt idx="1413">
                        <c:v>9.01718121333578</c:v>
                      </c:pt>
                      <c:pt idx="1414">
                        <c:v>9.0257003392970692</c:v>
                      </c:pt>
                      <c:pt idx="1415">
                        <c:v>9.0257003392970692</c:v>
                      </c:pt>
                      <c:pt idx="1416">
                        <c:v>8.9743853866251104</c:v>
                      </c:pt>
                      <c:pt idx="1417">
                        <c:v>8.8671908571954905</c:v>
                      </c:pt>
                      <c:pt idx="1418">
                        <c:v>8.8292283825511593</c:v>
                      </c:pt>
                      <c:pt idx="1419">
                        <c:v>8.9462315756634805</c:v>
                      </c:pt>
                      <c:pt idx="1420">
                        <c:v>8.9574696002101692</c:v>
                      </c:pt>
                      <c:pt idx="1421">
                        <c:v>9.0126250664541594</c:v>
                      </c:pt>
                      <c:pt idx="1422">
                        <c:v>9.0622234476730501</c:v>
                      </c:pt>
                      <c:pt idx="1423">
                        <c:v>8.9459378991167</c:v>
                      </c:pt>
                      <c:pt idx="1424">
                        <c:v>9.0039706989493897</c:v>
                      </c:pt>
                      <c:pt idx="1425">
                        <c:v>9.0491412539689993</c:v>
                      </c:pt>
                      <c:pt idx="1426">
                        <c:v>9.0878837344131806</c:v>
                      </c:pt>
                      <c:pt idx="1427">
                        <c:v>8.9467592602763695</c:v>
                      </c:pt>
                      <c:pt idx="1428">
                        <c:v>8.9517666981452404</c:v>
                      </c:pt>
                      <c:pt idx="1429">
                        <c:v>8.9021936359567402</c:v>
                      </c:pt>
                      <c:pt idx="1430">
                        <c:v>8.93153560608026</c:v>
                      </c:pt>
                      <c:pt idx="1431">
                        <c:v>8.8742030861826695</c:v>
                      </c:pt>
                      <c:pt idx="1432">
                        <c:v>8.85914957682912</c:v>
                      </c:pt>
                      <c:pt idx="1433">
                        <c:v>8.7057402368600201</c:v>
                      </c:pt>
                      <c:pt idx="1434">
                        <c:v>8.6451461777956897</c:v>
                      </c:pt>
                      <c:pt idx="1435">
                        <c:v>8.6420556365505306</c:v>
                      </c:pt>
                      <c:pt idx="1436">
                        <c:v>8.5326769769323807</c:v>
                      </c:pt>
                      <c:pt idx="1437">
                        <c:v>8.5709962327781604</c:v>
                      </c:pt>
                      <c:pt idx="1438">
                        <c:v>8.5642406770213704</c:v>
                      </c:pt>
                      <c:pt idx="1439">
                        <c:v>8.4021279208943902</c:v>
                      </c:pt>
                      <c:pt idx="1440">
                        <c:v>8.4598926569846196</c:v>
                      </c:pt>
                      <c:pt idx="1441">
                        <c:v>8.4824968538544194</c:v>
                      </c:pt>
                      <c:pt idx="1442">
                        <c:v>8.47411378904172</c:v>
                      </c:pt>
                      <c:pt idx="1443">
                        <c:v>8.47411378904172</c:v>
                      </c:pt>
                      <c:pt idx="1444">
                        <c:v>8.4927608018359599</c:v>
                      </c:pt>
                      <c:pt idx="1445">
                        <c:v>8.4331508205772998</c:v>
                      </c:pt>
                      <c:pt idx="1446">
                        <c:v>8.3966996912370107</c:v>
                      </c:pt>
                      <c:pt idx="1447">
                        <c:v>8.4043881069377893</c:v>
                      </c:pt>
                      <c:pt idx="1448">
                        <c:v>8.23216186111339</c:v>
                      </c:pt>
                      <c:pt idx="1449">
                        <c:v>8.3716374028824205</c:v>
                      </c:pt>
                      <c:pt idx="1450">
                        <c:v>8.4191128281295704</c:v>
                      </c:pt>
                      <c:pt idx="1451">
                        <c:v>8.29274307315392</c:v>
                      </c:pt>
                      <c:pt idx="1452">
                        <c:v>8.2954714326202001</c:v>
                      </c:pt>
                      <c:pt idx="1453">
                        <c:v>8.0650467799016194</c:v>
                      </c:pt>
                      <c:pt idx="1454">
                        <c:v>7.9575251328479899</c:v>
                      </c:pt>
                      <c:pt idx="1455">
                        <c:v>7.9675154642674997</c:v>
                      </c:pt>
                      <c:pt idx="1456">
                        <c:v>7.8680748216263101</c:v>
                      </c:pt>
                      <c:pt idx="1457">
                        <c:v>7.7946309756950098</c:v>
                      </c:pt>
                      <c:pt idx="1458">
                        <c:v>7.7946309756950098</c:v>
                      </c:pt>
                      <c:pt idx="1459">
                        <c:v>7.78820387381327</c:v>
                      </c:pt>
                      <c:pt idx="1460">
                        <c:v>7.6304174828513203</c:v>
                      </c:pt>
                      <c:pt idx="1461">
                        <c:v>7.7542653306731504</c:v>
                      </c:pt>
                      <c:pt idx="1462">
                        <c:v>7.4534684702668796</c:v>
                      </c:pt>
                      <c:pt idx="1463">
                        <c:v>7.4899578055972196</c:v>
                      </c:pt>
                      <c:pt idx="1464">
                        <c:v>7.3989014933537103</c:v>
                      </c:pt>
                      <c:pt idx="1465">
                        <c:v>7.2842069673188599</c:v>
                      </c:pt>
                      <c:pt idx="1466">
                        <c:v>7.1854517407635097</c:v>
                      </c:pt>
                      <c:pt idx="1467">
                        <c:v>7.0950314254020297</c:v>
                      </c:pt>
                      <c:pt idx="1468">
                        <c:v>7.0950314254020297</c:v>
                      </c:pt>
                      <c:pt idx="1469">
                        <c:v>7.3267762538959698</c:v>
                      </c:pt>
                      <c:pt idx="1470">
                        <c:v>7.3369091864665998</c:v>
                      </c:pt>
                      <c:pt idx="1471">
                        <c:v>7.32439150481183</c:v>
                      </c:pt>
                      <c:pt idx="1472">
                        <c:v>7.2039519980800497</c:v>
                      </c:pt>
                      <c:pt idx="1473">
                        <c:v>7.3278147487831298</c:v>
                      </c:pt>
                      <c:pt idx="1474">
                        <c:v>7.1105467334355401</c:v>
                      </c:pt>
                      <c:pt idx="1475">
                        <c:v>7.0408252121336599</c:v>
                      </c:pt>
                      <c:pt idx="1476">
                        <c:v>6.79699979441064</c:v>
                      </c:pt>
                      <c:pt idx="1477">
                        <c:v>7.10474231961435</c:v>
                      </c:pt>
                      <c:pt idx="1478">
                        <c:v>6.93240397590949</c:v>
                      </c:pt>
                      <c:pt idx="1479">
                        <c:v>6.8295803869371499</c:v>
                      </c:pt>
                      <c:pt idx="1480">
                        <c:v>6.8481794034593699</c:v>
                      </c:pt>
                      <c:pt idx="1481">
                        <c:v>6.8925377184874499</c:v>
                      </c:pt>
                      <c:pt idx="1482">
                        <c:v>7.1823875846822798</c:v>
                      </c:pt>
                      <c:pt idx="1483">
                        <c:v>7.0870676023505599</c:v>
                      </c:pt>
                      <c:pt idx="1484">
                        <c:v>7.0870676023505599</c:v>
                      </c:pt>
                      <c:pt idx="1485">
                        <c:v>7.2767681111308802</c:v>
                      </c:pt>
                      <c:pt idx="1486">
                        <c:v>7.03421082066256</c:v>
                      </c:pt>
                      <c:pt idx="1487">
                        <c:v>7.1833684007605001</c:v>
                      </c:pt>
                      <c:pt idx="1488">
                        <c:v>7.14478602806998</c:v>
                      </c:pt>
                      <c:pt idx="1489">
                        <c:v>7.12832231152428</c:v>
                      </c:pt>
                      <c:pt idx="1490">
                        <c:v>7.1092594998049998</c:v>
                      </c:pt>
                      <c:pt idx="1491">
                        <c:v>7.1561256533163</c:v>
                      </c:pt>
                      <c:pt idx="1492">
                        <c:v>7.1927404070560996</c:v>
                      </c:pt>
                      <c:pt idx="1493">
                        <c:v>7.4058182473498402</c:v>
                      </c:pt>
                      <c:pt idx="1494">
                        <c:v>7.2439593456372098</c:v>
                      </c:pt>
                      <c:pt idx="1495">
                        <c:v>7.3192425031105701</c:v>
                      </c:pt>
                      <c:pt idx="1496">
                        <c:v>7.1806008213210601</c:v>
                      </c:pt>
                      <c:pt idx="1497">
                        <c:v>7.1806008213210601</c:v>
                      </c:pt>
                      <c:pt idx="1498">
                        <c:v>7.2479852936523903</c:v>
                      </c:pt>
                      <c:pt idx="1499">
                        <c:v>7.2618248645493102</c:v>
                      </c:pt>
                      <c:pt idx="1500">
                        <c:v>7.3250263310887203</c:v>
                      </c:pt>
                      <c:pt idx="1501">
                        <c:v>7.3250263310887203</c:v>
                      </c:pt>
                      <c:pt idx="1502">
                        <c:v>7.3250263310887203</c:v>
                      </c:pt>
                      <c:pt idx="1503">
                        <c:v>7.3654929034863299</c:v>
                      </c:pt>
                      <c:pt idx="1504">
                        <c:v>7.3851151679122697</c:v>
                      </c:pt>
                      <c:pt idx="1505">
                        <c:v>7.3777121889367896</c:v>
                      </c:pt>
                      <c:pt idx="1506">
                        <c:v>7.6715181299837996</c:v>
                      </c:pt>
                      <c:pt idx="1507">
                        <c:v>7.5965673598309502</c:v>
                      </c:pt>
                      <c:pt idx="1508">
                        <c:v>7.5965673598309502</c:v>
                      </c:pt>
                      <c:pt idx="1509">
                        <c:v>7.7413009531719101</c:v>
                      </c:pt>
                      <c:pt idx="1510">
                        <c:v>7.9790428506194404</c:v>
                      </c:pt>
                      <c:pt idx="1511">
                        <c:v>8.0885338249213898</c:v>
                      </c:pt>
                      <c:pt idx="1512">
                        <c:v>8.2288221575459506</c:v>
                      </c:pt>
                      <c:pt idx="1513">
                        <c:v>8.0743282029891095</c:v>
                      </c:pt>
                      <c:pt idx="1514">
                        <c:v>8.0057458092051395</c:v>
                      </c:pt>
                      <c:pt idx="1515">
                        <c:v>8.0746872587470104</c:v>
                      </c:pt>
                      <c:pt idx="1516">
                        <c:v>8.0697871008797808</c:v>
                      </c:pt>
                      <c:pt idx="1517">
                        <c:v>7.9876105263155601</c:v>
                      </c:pt>
                      <c:pt idx="1518">
                        <c:v>7.9602242838076798</c:v>
                      </c:pt>
                      <c:pt idx="1519">
                        <c:v>7.9776632307803803</c:v>
                      </c:pt>
                      <c:pt idx="1520">
                        <c:v>8.13715977305419</c:v>
                      </c:pt>
                      <c:pt idx="1521">
                        <c:v>8.2246518679315805</c:v>
                      </c:pt>
                      <c:pt idx="1522">
                        <c:v>8.2370666316908405</c:v>
                      </c:pt>
                      <c:pt idx="1523">
                        <c:v>8.3280072498486994</c:v>
                      </c:pt>
                      <c:pt idx="1524">
                        <c:v>8.4524982479854192</c:v>
                      </c:pt>
                      <c:pt idx="1525">
                        <c:v>8.3106492287924798</c:v>
                      </c:pt>
                      <c:pt idx="1526">
                        <c:v>8.5010054533680304</c:v>
                      </c:pt>
                      <c:pt idx="1527">
                        <c:v>8.4906714795027103</c:v>
                      </c:pt>
                      <c:pt idx="1528">
                        <c:v>8.3222249801957702</c:v>
                      </c:pt>
                      <c:pt idx="1529">
                        <c:v>8.3416418834626107</c:v>
                      </c:pt>
                      <c:pt idx="1530">
                        <c:v>8.3639518392466101</c:v>
                      </c:pt>
                      <c:pt idx="1531">
                        <c:v>8.3659076504454895</c:v>
                      </c:pt>
                      <c:pt idx="1532">
                        <c:v>8.3112736827437708</c:v>
                      </c:pt>
                      <c:pt idx="1533">
                        <c:v>8.3555399180189696</c:v>
                      </c:pt>
                      <c:pt idx="1534">
                        <c:v>8.5682078750715203</c:v>
                      </c:pt>
                      <c:pt idx="1535">
                        <c:v>8.4353802639550803</c:v>
                      </c:pt>
                      <c:pt idx="1536">
                        <c:v>8.4707384596232291</c:v>
                      </c:pt>
                      <c:pt idx="1537">
                        <c:v>8.5187548680281608</c:v>
                      </c:pt>
                      <c:pt idx="1538">
                        <c:v>8.5119139877957899</c:v>
                      </c:pt>
                      <c:pt idx="1539">
                        <c:v>8.5709726124480596</c:v>
                      </c:pt>
                      <c:pt idx="1540">
                        <c:v>8.5201138794678997</c:v>
                      </c:pt>
                      <c:pt idx="1541">
                        <c:v>8.5604983987667698</c:v>
                      </c:pt>
                      <c:pt idx="1542">
                        <c:v>8.5693960865055008</c:v>
                      </c:pt>
                      <c:pt idx="1543">
                        <c:v>8.4956168804504806</c:v>
                      </c:pt>
                      <c:pt idx="1544">
                        <c:v>8.4738181777672104</c:v>
                      </c:pt>
                      <c:pt idx="1545">
                        <c:v>8.50135430143383</c:v>
                      </c:pt>
                      <c:pt idx="1546">
                        <c:v>8.5267081398880507</c:v>
                      </c:pt>
                      <c:pt idx="1547">
                        <c:v>8.4280627640654195</c:v>
                      </c:pt>
                      <c:pt idx="1548">
                        <c:v>8.4014586546352206</c:v>
                      </c:pt>
                      <c:pt idx="1549">
                        <c:v>8.4972804328777798</c:v>
                      </c:pt>
                      <c:pt idx="1550">
                        <c:v>8.5176023735979207</c:v>
                      </c:pt>
                      <c:pt idx="1551">
                        <c:v>8.5000023739367698</c:v>
                      </c:pt>
                      <c:pt idx="1552">
                        <c:v>8.4577300620239395</c:v>
                      </c:pt>
                      <c:pt idx="1553">
                        <c:v>8.4702913708930101</c:v>
                      </c:pt>
                      <c:pt idx="1554">
                        <c:v>8.3443371296104392</c:v>
                      </c:pt>
                      <c:pt idx="1555">
                        <c:v>8.3093218003323397</c:v>
                      </c:pt>
                      <c:pt idx="1556">
                        <c:v>8.4049303741995498</c:v>
                      </c:pt>
                      <c:pt idx="1557">
                        <c:v>8.4090187275641703</c:v>
                      </c:pt>
                      <c:pt idx="1558">
                        <c:v>8.4090187275641703</c:v>
                      </c:pt>
                      <c:pt idx="1559">
                        <c:v>8.38327832485888</c:v>
                      </c:pt>
                      <c:pt idx="1560">
                        <c:v>8.3830095442481394</c:v>
                      </c:pt>
                      <c:pt idx="1561">
                        <c:v>8.3996348944826895</c:v>
                      </c:pt>
                      <c:pt idx="1562">
                        <c:v>8.4562141362925693</c:v>
                      </c:pt>
                      <c:pt idx="1563">
                        <c:v>8.4042175947865907</c:v>
                      </c:pt>
                      <c:pt idx="1564">
                        <c:v>8.38942737626164</c:v>
                      </c:pt>
                      <c:pt idx="1565">
                        <c:v>8.4271116885773605</c:v>
                      </c:pt>
                      <c:pt idx="1566">
                        <c:v>8.4271116885773605</c:v>
                      </c:pt>
                      <c:pt idx="1567">
                        <c:v>8.4271116885773605</c:v>
                      </c:pt>
                      <c:pt idx="1568">
                        <c:v>8.3862790450749802</c:v>
                      </c:pt>
                      <c:pt idx="1569">
                        <c:v>8.2605917749511608</c:v>
                      </c:pt>
                      <c:pt idx="1570">
                        <c:v>8.1112483417992305</c:v>
                      </c:pt>
                      <c:pt idx="1571">
                        <c:v>8.1536387640617605</c:v>
                      </c:pt>
                      <c:pt idx="1572">
                        <c:v>8.0489842275689991</c:v>
                      </c:pt>
                      <c:pt idx="1573">
                        <c:v>7.9628166533821503</c:v>
                      </c:pt>
                      <c:pt idx="1574">
                        <c:v>8.0628260683679596</c:v>
                      </c:pt>
                      <c:pt idx="1575">
                        <c:v>8.0745523146296598</c:v>
                      </c:pt>
                      <c:pt idx="1576">
                        <c:v>8.0238251163088705</c:v>
                      </c:pt>
                      <c:pt idx="1577">
                        <c:v>8.0248605595131099</c:v>
                      </c:pt>
                      <c:pt idx="1578">
                        <c:v>8.0382263449716493</c:v>
                      </c:pt>
                      <c:pt idx="1579">
                        <c:v>7.9386738325291697</c:v>
                      </c:pt>
                      <c:pt idx="1580">
                        <c:v>7.9717558553476202</c:v>
                      </c:pt>
                      <c:pt idx="1581">
                        <c:v>7.9762211889387098</c:v>
                      </c:pt>
                      <c:pt idx="1582">
                        <c:v>8.0365108651362807</c:v>
                      </c:pt>
                      <c:pt idx="1583">
                        <c:v>8.0138251061299393</c:v>
                      </c:pt>
                      <c:pt idx="1584">
                        <c:v>8.09988875753419</c:v>
                      </c:pt>
                      <c:pt idx="1585">
                        <c:v>8.0887904305210903</c:v>
                      </c:pt>
                      <c:pt idx="1586">
                        <c:v>8.0535345423105102</c:v>
                      </c:pt>
                      <c:pt idx="1587">
                        <c:v>8.0906939132150804</c:v>
                      </c:pt>
                      <c:pt idx="1588">
                        <c:v>7.7637415624690904</c:v>
                      </c:pt>
                      <c:pt idx="1589">
                        <c:v>7.7369457021286099</c:v>
                      </c:pt>
                      <c:pt idx="1590">
                        <c:v>7.8028262003216602</c:v>
                      </c:pt>
                      <c:pt idx="1591">
                        <c:v>7.7114115150650901</c:v>
                      </c:pt>
                      <c:pt idx="1592">
                        <c:v>7.9119015395276699</c:v>
                      </c:pt>
                      <c:pt idx="1593">
                        <c:v>7.8506229872029598</c:v>
                      </c:pt>
                      <c:pt idx="1594">
                        <c:v>7.82705732296807</c:v>
                      </c:pt>
                      <c:pt idx="1595">
                        <c:v>7.7954436193837902</c:v>
                      </c:pt>
                      <c:pt idx="1596">
                        <c:v>7.8199162547113596</c:v>
                      </c:pt>
                      <c:pt idx="1597">
                        <c:v>7.9503765604303798</c:v>
                      </c:pt>
                      <c:pt idx="1598">
                        <c:v>7.9503765604303798</c:v>
                      </c:pt>
                      <c:pt idx="1599">
                        <c:v>7.9860121212130304</c:v>
                      </c:pt>
                      <c:pt idx="1600">
                        <c:v>8.0143667855119407</c:v>
                      </c:pt>
                      <c:pt idx="1601">
                        <c:v>8.0061701772280998</c:v>
                      </c:pt>
                      <c:pt idx="1602">
                        <c:v>7.9431017688177104</c:v>
                      </c:pt>
                      <c:pt idx="1603">
                        <c:v>7.8531012196893002</c:v>
                      </c:pt>
                      <c:pt idx="1604">
                        <c:v>7.8870912862375899</c:v>
                      </c:pt>
                      <c:pt idx="1605">
                        <c:v>7.8225636172137696</c:v>
                      </c:pt>
                      <c:pt idx="1606">
                        <c:v>7.8045698057105897</c:v>
                      </c:pt>
                      <c:pt idx="1607">
                        <c:v>7.8611819450208298</c:v>
                      </c:pt>
                      <c:pt idx="1608">
                        <c:v>7.8503434941667596</c:v>
                      </c:pt>
                      <c:pt idx="1609">
                        <c:v>7.8184535194517402</c:v>
                      </c:pt>
                      <c:pt idx="1610">
                        <c:v>7.7647252712767001</c:v>
                      </c:pt>
                      <c:pt idx="1611">
                        <c:v>7.7334760041110799</c:v>
                      </c:pt>
                      <c:pt idx="1612">
                        <c:v>7.7426219599569404</c:v>
                      </c:pt>
                      <c:pt idx="1613">
                        <c:v>7.7426219599569404</c:v>
                      </c:pt>
                      <c:pt idx="1614">
                        <c:v>7.4217880602800497</c:v>
                      </c:pt>
                      <c:pt idx="1615">
                        <c:v>7.4928590579475003</c:v>
                      </c:pt>
                      <c:pt idx="1616">
                        <c:v>7.4556750937907204</c:v>
                      </c:pt>
                      <c:pt idx="1617">
                        <c:v>7.4598466151642899</c:v>
                      </c:pt>
                      <c:pt idx="1618">
                        <c:v>7.4598466151642899</c:v>
                      </c:pt>
                      <c:pt idx="1619">
                        <c:v>7.5001237903251203</c:v>
                      </c:pt>
                      <c:pt idx="1620">
                        <c:v>7.6173704149703001</c:v>
                      </c:pt>
                      <c:pt idx="1621">
                        <c:v>7.6290221094956898</c:v>
                      </c:pt>
                      <c:pt idx="1622">
                        <c:v>7.5322711460328202</c:v>
                      </c:pt>
                      <c:pt idx="1623">
                        <c:v>7.6789869806828399</c:v>
                      </c:pt>
                      <c:pt idx="1624">
                        <c:v>7.6826229102413404</c:v>
                      </c:pt>
                      <c:pt idx="1625">
                        <c:v>7.6980904274893902</c:v>
                      </c:pt>
                      <c:pt idx="1626">
                        <c:v>7.6515537120705597</c:v>
                      </c:pt>
                      <c:pt idx="1627">
                        <c:v>7.6247318351048996</c:v>
                      </c:pt>
                      <c:pt idx="1628">
                        <c:v>7.59400065249008</c:v>
                      </c:pt>
                      <c:pt idx="1629">
                        <c:v>7.5501120881274497</c:v>
                      </c:pt>
                      <c:pt idx="1630">
                        <c:v>7.5214152005666</c:v>
                      </c:pt>
                      <c:pt idx="1631">
                        <c:v>7.3171470623140902</c:v>
                      </c:pt>
                      <c:pt idx="1632">
                        <c:v>7.2929420067325497</c:v>
                      </c:pt>
                      <c:pt idx="1633">
                        <c:v>7.2929420067325497</c:v>
                      </c:pt>
                      <c:pt idx="1634">
                        <c:v>7.2749796236163498</c:v>
                      </c:pt>
                      <c:pt idx="1635">
                        <c:v>7.3639678325102</c:v>
                      </c:pt>
                      <c:pt idx="1636">
                        <c:v>7.2511504185785602</c:v>
                      </c:pt>
                      <c:pt idx="1637">
                        <c:v>7.2924674022024201</c:v>
                      </c:pt>
                      <c:pt idx="1638">
                        <c:v>7.23079184160986</c:v>
                      </c:pt>
                      <c:pt idx="1639">
                        <c:v>7.3186556129920897</c:v>
                      </c:pt>
                      <c:pt idx="1640">
                        <c:v>7.2090222134617097</c:v>
                      </c:pt>
                      <c:pt idx="1641">
                        <c:v>7.1639824853110596</c:v>
                      </c:pt>
                      <c:pt idx="1642">
                        <c:v>7.1818968908992904</c:v>
                      </c:pt>
                      <c:pt idx="1643">
                        <c:v>6.9508312787547402</c:v>
                      </c:pt>
                      <c:pt idx="1644">
                        <c:v>6.9508312787547402</c:v>
                      </c:pt>
                      <c:pt idx="1645">
                        <c:v>7.0050743358989003</c:v>
                      </c:pt>
                      <c:pt idx="1646">
                        <c:v>7.2021169640699503</c:v>
                      </c:pt>
                      <c:pt idx="1647">
                        <c:v>7.2618888872881504</c:v>
                      </c:pt>
                      <c:pt idx="1648">
                        <c:v>7.2823669787503302</c:v>
                      </c:pt>
                      <c:pt idx="1649">
                        <c:v>7.2817845836464903</c:v>
                      </c:pt>
                      <c:pt idx="1650">
                        <c:v>7.31218407446445</c:v>
                      </c:pt>
                      <c:pt idx="1651">
                        <c:v>7.2430533264466099</c:v>
                      </c:pt>
                      <c:pt idx="1652">
                        <c:v>7.1691156729811496</c:v>
                      </c:pt>
                      <c:pt idx="1653">
                        <c:v>7.1051374710508197</c:v>
                      </c:pt>
                      <c:pt idx="1654">
                        <c:v>7.2213252281912101</c:v>
                      </c:pt>
                      <c:pt idx="1655">
                        <c:v>7.1026042778393803</c:v>
                      </c:pt>
                      <c:pt idx="1656">
                        <c:v>7.0940371346601196</c:v>
                      </c:pt>
                      <c:pt idx="1657">
                        <c:v>6.9647311910162504</c:v>
                      </c:pt>
                      <c:pt idx="1658">
                        <c:v>6.7400422966419598</c:v>
                      </c:pt>
                      <c:pt idx="1659">
                        <c:v>6.9237331738967303</c:v>
                      </c:pt>
                      <c:pt idx="1660">
                        <c:v>6.9118951698927003</c:v>
                      </c:pt>
                      <c:pt idx="1661">
                        <c:v>7.1050629349058498</c:v>
                      </c:pt>
                      <c:pt idx="1662">
                        <c:v>6.9950790481345004</c:v>
                      </c:pt>
                      <c:pt idx="1663">
                        <c:v>6.9950790481345004</c:v>
                      </c:pt>
                      <c:pt idx="1664">
                        <c:v>6.9702261747366903</c:v>
                      </c:pt>
                      <c:pt idx="1665">
                        <c:v>6.90692201581974</c:v>
                      </c:pt>
                      <c:pt idx="1666">
                        <c:v>6.85894335724511</c:v>
                      </c:pt>
                      <c:pt idx="1667">
                        <c:v>6.8540233016412504</c:v>
                      </c:pt>
                      <c:pt idx="1668">
                        <c:v>6.7428428292408897</c:v>
                      </c:pt>
                      <c:pt idx="1669">
                        <c:v>6.8683263695450201</c:v>
                      </c:pt>
                      <c:pt idx="1670">
                        <c:v>6.8475349810257704</c:v>
                      </c:pt>
                      <c:pt idx="1671">
                        <c:v>6.8018291663013102</c:v>
                      </c:pt>
                      <c:pt idx="1672">
                        <c:v>6.8182545224102196</c:v>
                      </c:pt>
                      <c:pt idx="1673">
                        <c:v>6.7173778140457596</c:v>
                      </c:pt>
                      <c:pt idx="1674">
                        <c:v>6.8148541268873304</c:v>
                      </c:pt>
                      <c:pt idx="1675">
                        <c:v>6.7048072460790902</c:v>
                      </c:pt>
                      <c:pt idx="1676">
                        <c:v>6.7247678569006304</c:v>
                      </c:pt>
                      <c:pt idx="1677">
                        <c:v>6.7157558175628402</c:v>
                      </c:pt>
                      <c:pt idx="1678">
                        <c:v>6.5573467707473601</c:v>
                      </c:pt>
                      <c:pt idx="1679">
                        <c:v>6.65477417106736</c:v>
                      </c:pt>
                      <c:pt idx="1680">
                        <c:v>6.6730647281865698</c:v>
                      </c:pt>
                      <c:pt idx="1681">
                        <c:v>6.9045446464345002</c:v>
                      </c:pt>
                      <c:pt idx="1682">
                        <c:v>6.82556020516025</c:v>
                      </c:pt>
                      <c:pt idx="1683">
                        <c:v>6.9866789007952699</c:v>
                      </c:pt>
                      <c:pt idx="1684">
                        <c:v>6.9069853778176196</c:v>
                      </c:pt>
                      <c:pt idx="1685">
                        <c:v>6.8355742980376197</c:v>
                      </c:pt>
                      <c:pt idx="1686">
                        <c:v>6.8229434870419201</c:v>
                      </c:pt>
                      <c:pt idx="1687">
                        <c:v>6.6513072554183603</c:v>
                      </c:pt>
                      <c:pt idx="1688">
                        <c:v>6.65951552531725</c:v>
                      </c:pt>
                      <c:pt idx="1689">
                        <c:v>6.7480917783138903</c:v>
                      </c:pt>
                      <c:pt idx="1690">
                        <c:v>6.8077962029424999</c:v>
                      </c:pt>
                      <c:pt idx="1691">
                        <c:v>6.7113843814556704</c:v>
                      </c:pt>
                      <c:pt idx="1692">
                        <c:v>6.7878859351494203</c:v>
                      </c:pt>
                      <c:pt idx="1693">
                        <c:v>6.7427565482681802</c:v>
                      </c:pt>
                      <c:pt idx="1694">
                        <c:v>6.6209036256250702</c:v>
                      </c:pt>
                      <c:pt idx="1695">
                        <c:v>6.6208280867551599</c:v>
                      </c:pt>
                      <c:pt idx="1696">
                        <c:v>6.7213837639110903</c:v>
                      </c:pt>
                      <c:pt idx="1697">
                        <c:v>6.6869474998126597</c:v>
                      </c:pt>
                      <c:pt idx="1698">
                        <c:v>6.7337953520568101</c:v>
                      </c:pt>
                      <c:pt idx="1699">
                        <c:v>6.73900988710189</c:v>
                      </c:pt>
                      <c:pt idx="1700">
                        <c:v>6.7425381845052001</c:v>
                      </c:pt>
                      <c:pt idx="1701">
                        <c:v>6.6373224649531899</c:v>
                      </c:pt>
                      <c:pt idx="1702">
                        <c:v>6.5793578053934096</c:v>
                      </c:pt>
                      <c:pt idx="1703">
                        <c:v>6.5408457350282596</c:v>
                      </c:pt>
                      <c:pt idx="1704">
                        <c:v>6.5617531678255903</c:v>
                      </c:pt>
                      <c:pt idx="1705">
                        <c:v>6.5748612772640298</c:v>
                      </c:pt>
                      <c:pt idx="1706">
                        <c:v>6.54088844017474</c:v>
                      </c:pt>
                      <c:pt idx="1707">
                        <c:v>6.5473664642097802</c:v>
                      </c:pt>
                      <c:pt idx="1708">
                        <c:v>6.5473664642097802</c:v>
                      </c:pt>
                      <c:pt idx="1709">
                        <c:v>6.6311146381267898</c:v>
                      </c:pt>
                      <c:pt idx="1710">
                        <c:v>6.5633459208044496</c:v>
                      </c:pt>
                      <c:pt idx="1711">
                        <c:v>6.5212340323447204</c:v>
                      </c:pt>
                      <c:pt idx="1712">
                        <c:v>6.4822889972008797</c:v>
                      </c:pt>
                      <c:pt idx="1713">
                        <c:v>6.4323261402066798</c:v>
                      </c:pt>
                      <c:pt idx="1714">
                        <c:v>6.4738752178439603</c:v>
                      </c:pt>
                      <c:pt idx="1715">
                        <c:v>6.4391963172635798</c:v>
                      </c:pt>
                      <c:pt idx="1716">
                        <c:v>6.3820660646549197</c:v>
                      </c:pt>
                      <c:pt idx="1717">
                        <c:v>6.4153604234917498</c:v>
                      </c:pt>
                      <c:pt idx="1718">
                        <c:v>6.4153604234917498</c:v>
                      </c:pt>
                      <c:pt idx="1719">
                        <c:v>6.4470614820577996</c:v>
                      </c:pt>
                      <c:pt idx="1720">
                        <c:v>6.5321603117316096</c:v>
                      </c:pt>
                      <c:pt idx="1721">
                        <c:v>6.4814040736541401</c:v>
                      </c:pt>
                      <c:pt idx="1722">
                        <c:v>6.4645768349675201</c:v>
                      </c:pt>
                      <c:pt idx="1723">
                        <c:v>6.44505171303953</c:v>
                      </c:pt>
                      <c:pt idx="1724">
                        <c:v>6.4110849795566001</c:v>
                      </c:pt>
                      <c:pt idx="1725">
                        <c:v>6.4163681065086804</c:v>
                      </c:pt>
                      <c:pt idx="1726">
                        <c:v>6.5203556960295801</c:v>
                      </c:pt>
                      <c:pt idx="1727">
                        <c:v>6.6649406545344103</c:v>
                      </c:pt>
                      <c:pt idx="1728">
                        <c:v>6.6649406545344103</c:v>
                      </c:pt>
                      <c:pt idx="1729">
                        <c:v>6.9025448603286303</c:v>
                      </c:pt>
                      <c:pt idx="1730">
                        <c:v>6.7576476992181602</c:v>
                      </c:pt>
                      <c:pt idx="1731">
                        <c:v>6.7166100945653904</c:v>
                      </c:pt>
                      <c:pt idx="1732">
                        <c:v>6.6415213910280899</c:v>
                      </c:pt>
                      <c:pt idx="1733">
                        <c:v>6.7347165731451799</c:v>
                      </c:pt>
                      <c:pt idx="1734">
                        <c:v>6.8760021439310002</c:v>
                      </c:pt>
                      <c:pt idx="1735">
                        <c:v>6.7594015688584097</c:v>
                      </c:pt>
                      <c:pt idx="1736">
                        <c:v>6.8266950844059604</c:v>
                      </c:pt>
                      <c:pt idx="1737">
                        <c:v>6.8858454803204099</c:v>
                      </c:pt>
                      <c:pt idx="1738">
                        <c:v>6.8950953854629802</c:v>
                      </c:pt>
                      <c:pt idx="1739">
                        <c:v>6.9135819211514704</c:v>
                      </c:pt>
                      <c:pt idx="1740">
                        <c:v>6.8197857755614404</c:v>
                      </c:pt>
                      <c:pt idx="1741">
                        <c:v>6.8988704994722196</c:v>
                      </c:pt>
                      <c:pt idx="1742">
                        <c:v>6.8406125423967303</c:v>
                      </c:pt>
                      <c:pt idx="1743">
                        <c:v>6.8133649295977197</c:v>
                      </c:pt>
                      <c:pt idx="1744">
                        <c:v>6.8614859381898201</c:v>
                      </c:pt>
                      <c:pt idx="1745">
                        <c:v>6.8614859381898201</c:v>
                      </c:pt>
                      <c:pt idx="1746">
                        <c:v>6.92667630906183</c:v>
                      </c:pt>
                      <c:pt idx="1747">
                        <c:v>7.1251871754384801</c:v>
                      </c:pt>
                      <c:pt idx="1748">
                        <c:v>7.29512973161758</c:v>
                      </c:pt>
                      <c:pt idx="1749">
                        <c:v>7.2686369372538397</c:v>
                      </c:pt>
                      <c:pt idx="1750">
                        <c:v>7.2766994515665102</c:v>
                      </c:pt>
                      <c:pt idx="1751">
                        <c:v>7.2740873046984902</c:v>
                      </c:pt>
                      <c:pt idx="1752">
                        <c:v>7.1960821671833903</c:v>
                      </c:pt>
                      <c:pt idx="1753">
                        <c:v>7.33286725354683</c:v>
                      </c:pt>
                      <c:pt idx="1754">
                        <c:v>7.2975947046973104</c:v>
                      </c:pt>
                      <c:pt idx="1755">
                        <c:v>7.2783752804529804</c:v>
                      </c:pt>
                      <c:pt idx="1756">
                        <c:v>7.2593277854262599</c:v>
                      </c:pt>
                      <c:pt idx="1757">
                        <c:v>7.19242010319679</c:v>
                      </c:pt>
                      <c:pt idx="1758">
                        <c:v>7.2589164986343997</c:v>
                      </c:pt>
                      <c:pt idx="1759">
                        <c:v>7.2465482612913199</c:v>
                      </c:pt>
                      <c:pt idx="1760">
                        <c:v>7.2761316359858004</c:v>
                      </c:pt>
                      <c:pt idx="1761">
                        <c:v>7.3206496035267996</c:v>
                      </c:pt>
                      <c:pt idx="1762">
                        <c:v>7.3206496035267996</c:v>
                      </c:pt>
                      <c:pt idx="1763">
                        <c:v>7.2627368062316799</c:v>
                      </c:pt>
                      <c:pt idx="1764">
                        <c:v>7.5296200284115997</c:v>
                      </c:pt>
                      <c:pt idx="1765">
                        <c:v>7.5674496182004498</c:v>
                      </c:pt>
                      <c:pt idx="1766">
                        <c:v>7.6791834672983201</c:v>
                      </c:pt>
                      <c:pt idx="1767">
                        <c:v>7.5495500398750899</c:v>
                      </c:pt>
                      <c:pt idx="1768">
                        <c:v>7.5495500398750899</c:v>
                      </c:pt>
                      <c:pt idx="1769">
                        <c:v>7.5194669247207404</c:v>
                      </c:pt>
                      <c:pt idx="1770">
                        <c:v>7.3879945957478697</c:v>
                      </c:pt>
                      <c:pt idx="1771">
                        <c:v>7.4111240383827903</c:v>
                      </c:pt>
                      <c:pt idx="1772">
                        <c:v>7.4469345349059601</c:v>
                      </c:pt>
                      <c:pt idx="1773">
                        <c:v>7.5438154660665502</c:v>
                      </c:pt>
                      <c:pt idx="1774">
                        <c:v>7.5988569640739998</c:v>
                      </c:pt>
                      <c:pt idx="1775">
                        <c:v>7.5852914400496996</c:v>
                      </c:pt>
                      <c:pt idx="1776">
                        <c:v>7.5391465400072102</c:v>
                      </c:pt>
                      <c:pt idx="1777">
                        <c:v>7.61343080662256</c:v>
                      </c:pt>
                      <c:pt idx="1778">
                        <c:v>7.6302853423155304</c:v>
                      </c:pt>
                      <c:pt idx="1779">
                        <c:v>7.6587919979908303</c:v>
                      </c:pt>
                      <c:pt idx="1780">
                        <c:v>7.6288821953097097</c:v>
                      </c:pt>
                      <c:pt idx="1781">
                        <c:v>7.6511840171830396</c:v>
                      </c:pt>
                      <c:pt idx="1782">
                        <c:v>7.6803258589063699</c:v>
                      </c:pt>
                      <c:pt idx="1783">
                        <c:v>7.6456401732372301</c:v>
                      </c:pt>
                      <c:pt idx="1784">
                        <c:v>7.7475983101986801</c:v>
                      </c:pt>
                      <c:pt idx="1785">
                        <c:v>7.7813464504563097</c:v>
                      </c:pt>
                      <c:pt idx="1786">
                        <c:v>7.7871781234454298</c:v>
                      </c:pt>
                      <c:pt idx="1787">
                        <c:v>7.8173183695319199</c:v>
                      </c:pt>
                      <c:pt idx="1788">
                        <c:v>7.8285660016696701</c:v>
                      </c:pt>
                      <c:pt idx="1789">
                        <c:v>7.9923856244551397</c:v>
                      </c:pt>
                      <c:pt idx="1790">
                        <c:v>7.9509972171565204</c:v>
                      </c:pt>
                      <c:pt idx="1791">
                        <c:v>7.9265290244032398</c:v>
                      </c:pt>
                      <c:pt idx="1792">
                        <c:v>7.8470450318933498</c:v>
                      </c:pt>
                      <c:pt idx="1793">
                        <c:v>7.92099548186685</c:v>
                      </c:pt>
                      <c:pt idx="1794">
                        <c:v>7.9193199772547498</c:v>
                      </c:pt>
                      <c:pt idx="1795">
                        <c:v>7.8465640200644602</c:v>
                      </c:pt>
                      <c:pt idx="1796">
                        <c:v>7.9801294670090801</c:v>
                      </c:pt>
                      <c:pt idx="1797">
                        <c:v>7.9605443401443701</c:v>
                      </c:pt>
                      <c:pt idx="1798">
                        <c:v>8.0387425198044493</c:v>
                      </c:pt>
                      <c:pt idx="1799">
                        <c:v>7.9150873562407202</c:v>
                      </c:pt>
                      <c:pt idx="1800">
                        <c:v>8.0238101285080692</c:v>
                      </c:pt>
                      <c:pt idx="1801">
                        <c:v>8.1007249434413602</c:v>
                      </c:pt>
                      <c:pt idx="1802">
                        <c:v>8.1220236275101403</c:v>
                      </c:pt>
                      <c:pt idx="1803">
                        <c:v>8.0911618017498004</c:v>
                      </c:pt>
                      <c:pt idx="1804">
                        <c:v>8.1036408061955196</c:v>
                      </c:pt>
                      <c:pt idx="1805">
                        <c:v>8.2205477207074509</c:v>
                      </c:pt>
                      <c:pt idx="1806">
                        <c:v>8.2090277242824605</c:v>
                      </c:pt>
                      <c:pt idx="1807">
                        <c:v>8.1417534920551908</c:v>
                      </c:pt>
                      <c:pt idx="1808">
                        <c:v>7.9979815800094203</c:v>
                      </c:pt>
                      <c:pt idx="1809">
                        <c:v>7.9432523260303798</c:v>
                      </c:pt>
                      <c:pt idx="1810">
                        <c:v>7.9561180516879801</c:v>
                      </c:pt>
                      <c:pt idx="1811">
                        <c:v>7.5941829838278903</c:v>
                      </c:pt>
                      <c:pt idx="1812">
                        <c:v>7.9343870802983796</c:v>
                      </c:pt>
                      <c:pt idx="1813">
                        <c:v>7.9348700966515802</c:v>
                      </c:pt>
                      <c:pt idx="1814">
                        <c:v>7.9683789249147496</c:v>
                      </c:pt>
                      <c:pt idx="1815">
                        <c:v>7.99391979319459</c:v>
                      </c:pt>
                      <c:pt idx="1816">
                        <c:v>7.8660930918335099</c:v>
                      </c:pt>
                      <c:pt idx="1817">
                        <c:v>7.8941585972780501</c:v>
                      </c:pt>
                      <c:pt idx="1818">
                        <c:v>7.8941585972780501</c:v>
                      </c:pt>
                      <c:pt idx="1819">
                        <c:v>7.8645252249189204</c:v>
                      </c:pt>
                      <c:pt idx="1820">
                        <c:v>7.8235978124330003</c:v>
                      </c:pt>
                      <c:pt idx="1821">
                        <c:v>8.00430653306727</c:v>
                      </c:pt>
                      <c:pt idx="1822">
                        <c:v>8.0829336757459593</c:v>
                      </c:pt>
                      <c:pt idx="1823">
                        <c:v>8.0834943379002997</c:v>
                      </c:pt>
                      <c:pt idx="1824">
                        <c:v>8.0702148572965093</c:v>
                      </c:pt>
                      <c:pt idx="1825">
                        <c:v>8.0677906909378301</c:v>
                      </c:pt>
                      <c:pt idx="1826">
                        <c:v>8.0325320272589007</c:v>
                      </c:pt>
                      <c:pt idx="1827">
                        <c:v>7.9637510684182997</c:v>
                      </c:pt>
                      <c:pt idx="1828">
                        <c:v>7.88949387522206</c:v>
                      </c:pt>
                      <c:pt idx="1829">
                        <c:v>7.8515589304053996</c:v>
                      </c:pt>
                      <c:pt idx="1830">
                        <c:v>7.86004118561259</c:v>
                      </c:pt>
                      <c:pt idx="1831">
                        <c:v>7.8605520316487301</c:v>
                      </c:pt>
                      <c:pt idx="1832">
                        <c:v>7.8214852352467901</c:v>
                      </c:pt>
                      <c:pt idx="1833">
                        <c:v>7.7519101126756498</c:v>
                      </c:pt>
                      <c:pt idx="1834">
                        <c:v>7.7464254781867199</c:v>
                      </c:pt>
                      <c:pt idx="1835">
                        <c:v>7.7290188441860401</c:v>
                      </c:pt>
                      <c:pt idx="1836">
                        <c:v>7.6761516982301998</c:v>
                      </c:pt>
                      <c:pt idx="1837">
                        <c:v>7.6927353783488801</c:v>
                      </c:pt>
                      <c:pt idx="1838">
                        <c:v>7.7551838599156904</c:v>
                      </c:pt>
                      <c:pt idx="1839">
                        <c:v>7.7321767095845697</c:v>
                      </c:pt>
                      <c:pt idx="1840">
                        <c:v>7.6801447158507701</c:v>
                      </c:pt>
                      <c:pt idx="1841">
                        <c:v>7.6801447158507701</c:v>
                      </c:pt>
                      <c:pt idx="1842">
                        <c:v>7.6801447158507701</c:v>
                      </c:pt>
                      <c:pt idx="1843">
                        <c:v>7.7771149295930098</c:v>
                      </c:pt>
                      <c:pt idx="1844">
                        <c:v>7.8574285442388501</c:v>
                      </c:pt>
                      <c:pt idx="1845">
                        <c:v>7.8347032872364997</c:v>
                      </c:pt>
                      <c:pt idx="1846">
                        <c:v>7.8369737166102</c:v>
                      </c:pt>
                      <c:pt idx="1847">
                        <c:v>7.7775976208883497</c:v>
                      </c:pt>
                      <c:pt idx="1848">
                        <c:v>7.7882003099920203</c:v>
                      </c:pt>
                      <c:pt idx="1849">
                        <c:v>7.7196760961223596</c:v>
                      </c:pt>
                      <c:pt idx="1850">
                        <c:v>7.6878191978058004</c:v>
                      </c:pt>
                      <c:pt idx="1851">
                        <c:v>7.6742366983866397</c:v>
                      </c:pt>
                      <c:pt idx="1852">
                        <c:v>7.6389187452601304</c:v>
                      </c:pt>
                      <c:pt idx="1853">
                        <c:v>7.6537882320129</c:v>
                      </c:pt>
                      <c:pt idx="1854">
                        <c:v>7.5742898189366796</c:v>
                      </c:pt>
                      <c:pt idx="1855">
                        <c:v>7.6378587266472504</c:v>
                      </c:pt>
                      <c:pt idx="1856">
                        <c:v>7.6546425851139901</c:v>
                      </c:pt>
                      <c:pt idx="1857">
                        <c:v>7.65095802515477</c:v>
                      </c:pt>
                      <c:pt idx="1858">
                        <c:v>7.70208220224991</c:v>
                      </c:pt>
                      <c:pt idx="1859">
                        <c:v>7.6627604594093199</c:v>
                      </c:pt>
                      <c:pt idx="1860">
                        <c:v>7.5877366563297404</c:v>
                      </c:pt>
                      <c:pt idx="1861">
                        <c:v>7.61040860691618</c:v>
                      </c:pt>
                      <c:pt idx="1862">
                        <c:v>7.5969507137945502</c:v>
                      </c:pt>
                      <c:pt idx="1863">
                        <c:v>7.66229840561512</c:v>
                      </c:pt>
                      <c:pt idx="1864">
                        <c:v>7.605467533243</c:v>
                      </c:pt>
                      <c:pt idx="1865">
                        <c:v>7.6186736510075903</c:v>
                      </c:pt>
                      <c:pt idx="1866">
                        <c:v>7.6066280136610098</c:v>
                      </c:pt>
                      <c:pt idx="1867">
                        <c:v>7.6137171399120698</c:v>
                      </c:pt>
                      <c:pt idx="1868">
                        <c:v>7.5568147805393497</c:v>
                      </c:pt>
                      <c:pt idx="1869">
                        <c:v>7.4868982259005197</c:v>
                      </c:pt>
                      <c:pt idx="1870">
                        <c:v>7.3963327793577696</c:v>
                      </c:pt>
                      <c:pt idx="1871">
                        <c:v>7.3852713352359496</c:v>
                      </c:pt>
                      <c:pt idx="1872">
                        <c:v>7.4333926730554998</c:v>
                      </c:pt>
                      <c:pt idx="1873">
                        <c:v>7.4333926730554998</c:v>
                      </c:pt>
                      <c:pt idx="1874">
                        <c:v>7.3338523663912296</c:v>
                      </c:pt>
                      <c:pt idx="1875">
                        <c:v>7.2487146391162502</c:v>
                      </c:pt>
                      <c:pt idx="1876">
                        <c:v>7.2477182398165896</c:v>
                      </c:pt>
                      <c:pt idx="1877">
                        <c:v>7.2475639244587002</c:v>
                      </c:pt>
                      <c:pt idx="1878">
                        <c:v>7.26081959321019</c:v>
                      </c:pt>
                      <c:pt idx="1879">
                        <c:v>7.2242432668218202</c:v>
                      </c:pt>
                      <c:pt idx="1880">
                        <c:v>7.1667919757862801</c:v>
                      </c:pt>
                      <c:pt idx="1881">
                        <c:v>7.1580027223578897</c:v>
                      </c:pt>
                      <c:pt idx="1882">
                        <c:v>7.1450648843902904</c:v>
                      </c:pt>
                      <c:pt idx="1883">
                        <c:v>7.1206010862130302</c:v>
                      </c:pt>
                      <c:pt idx="1884">
                        <c:v>7.0873487585925599</c:v>
                      </c:pt>
                      <c:pt idx="1885">
                        <c:v>7.1386309155690997</c:v>
                      </c:pt>
                      <c:pt idx="1886">
                        <c:v>7.1144431747947197</c:v>
                      </c:pt>
                      <c:pt idx="1887">
                        <c:v>7.0856854863552403</c:v>
                      </c:pt>
                      <c:pt idx="1888">
                        <c:v>7.0856854863552403</c:v>
                      </c:pt>
                      <c:pt idx="1889">
                        <c:v>7.0714419094533403</c:v>
                      </c:pt>
                      <c:pt idx="1890">
                        <c:v>7.0632567087457998</c:v>
                      </c:pt>
                      <c:pt idx="1891">
                        <c:v>7.0651230563456204</c:v>
                      </c:pt>
                      <c:pt idx="1892">
                        <c:v>7.0715504879023596</c:v>
                      </c:pt>
                      <c:pt idx="1893">
                        <c:v>7.0715504879023596</c:v>
                      </c:pt>
                      <c:pt idx="1894">
                        <c:v>7.1193913043923196</c:v>
                      </c:pt>
                      <c:pt idx="1895">
                        <c:v>7.1239765224435496</c:v>
                      </c:pt>
                      <c:pt idx="1896">
                        <c:v>7.0846846256135203</c:v>
                      </c:pt>
                      <c:pt idx="1897">
                        <c:v>7.0448706531357699</c:v>
                      </c:pt>
                      <c:pt idx="1898">
                        <c:v>7.0843833928655604</c:v>
                      </c:pt>
                      <c:pt idx="1899">
                        <c:v>7.0926186526917796</c:v>
                      </c:pt>
                      <c:pt idx="1900">
                        <c:v>7.1040444039058199</c:v>
                      </c:pt>
                      <c:pt idx="1901">
                        <c:v>7.0960748643180498</c:v>
                      </c:pt>
                      <c:pt idx="1902">
                        <c:v>7.0811455865846504</c:v>
                      </c:pt>
                      <c:pt idx="1903">
                        <c:v>7.1293807995861904</c:v>
                      </c:pt>
                      <c:pt idx="1904">
                        <c:v>7.1663849380376599</c:v>
                      </c:pt>
                      <c:pt idx="1905">
                        <c:v>7.1663849380376599</c:v>
                      </c:pt>
                      <c:pt idx="1906">
                        <c:v>7.1272732962646597</c:v>
                      </c:pt>
                      <c:pt idx="1907">
                        <c:v>7.0984913105122596</c:v>
                      </c:pt>
                      <c:pt idx="1908">
                        <c:v>7.0802333237414903</c:v>
                      </c:pt>
                      <c:pt idx="1909">
                        <c:v>7.0294299715903703</c:v>
                      </c:pt>
                      <c:pt idx="1910">
                        <c:v>7.01111544911958</c:v>
                      </c:pt>
                      <c:pt idx="1911">
                        <c:v>6.9840917215201603</c:v>
                      </c:pt>
                      <c:pt idx="1912">
                        <c:v>6.9311524384702503</c:v>
                      </c:pt>
                      <c:pt idx="1913">
                        <c:v>6.9188757841173896</c:v>
                      </c:pt>
                      <c:pt idx="1914">
                        <c:v>6.9044244929140097</c:v>
                      </c:pt>
                      <c:pt idx="1915">
                        <c:v>6.9158387190544</c:v>
                      </c:pt>
                      <c:pt idx="1916">
                        <c:v>6.9207622153408996</c:v>
                      </c:pt>
                      <c:pt idx="1917">
                        <c:v>7.0120786870821501</c:v>
                      </c:pt>
                      <c:pt idx="1918">
                        <c:v>6.9810048617376799</c:v>
                      </c:pt>
                      <c:pt idx="1919">
                        <c:v>6.9665267915126901</c:v>
                      </c:pt>
                      <c:pt idx="1920">
                        <c:v>6.8342075177280499</c:v>
                      </c:pt>
                      <c:pt idx="1921">
                        <c:v>6.8025920940442797</c:v>
                      </c:pt>
                      <c:pt idx="1922">
                        <c:v>6.7543569611214398</c:v>
                      </c:pt>
                      <c:pt idx="1923">
                        <c:v>6.7543569611214398</c:v>
                      </c:pt>
                      <c:pt idx="1924">
                        <c:v>6.72783626670443</c:v>
                      </c:pt>
                      <c:pt idx="1925">
                        <c:v>6.7452755576460701</c:v>
                      </c:pt>
                      <c:pt idx="1926">
                        <c:v>6.7104884458015999</c:v>
                      </c:pt>
                      <c:pt idx="1927">
                        <c:v>6.6845023721515204</c:v>
                      </c:pt>
                      <c:pt idx="1928">
                        <c:v>6.5782738534521803</c:v>
                      </c:pt>
                      <c:pt idx="1929">
                        <c:v>6.5788527497153604</c:v>
                      </c:pt>
                      <c:pt idx="1930">
                        <c:v>6.5681596584388098</c:v>
                      </c:pt>
                      <c:pt idx="1931">
                        <c:v>6.6359319701103896</c:v>
                      </c:pt>
                      <c:pt idx="1932">
                        <c:v>6.6549867996702998</c:v>
                      </c:pt>
                      <c:pt idx="1933">
                        <c:v>6.6479289920774498</c:v>
                      </c:pt>
                      <c:pt idx="1934">
                        <c:v>6.6264523440593797</c:v>
                      </c:pt>
                      <c:pt idx="1935">
                        <c:v>6.6205410650876004</c:v>
                      </c:pt>
                      <c:pt idx="1936">
                        <c:v>6.5907990360855599</c:v>
                      </c:pt>
                      <c:pt idx="1937">
                        <c:v>6.5232591210535498</c:v>
                      </c:pt>
                      <c:pt idx="1938">
                        <c:v>6.4700291930884397</c:v>
                      </c:pt>
                      <c:pt idx="1939">
                        <c:v>6.4119434309115402</c:v>
                      </c:pt>
                      <c:pt idx="1940">
                        <c:v>6.43070547172153</c:v>
                      </c:pt>
                      <c:pt idx="1941">
                        <c:v>6.3278459418535498</c:v>
                      </c:pt>
                      <c:pt idx="1942">
                        <c:v>6.3139114839363302</c:v>
                      </c:pt>
                      <c:pt idx="1943">
                        <c:v>6.37872446430847</c:v>
                      </c:pt>
                      <c:pt idx="1944">
                        <c:v>6.4110228313549902</c:v>
                      </c:pt>
                      <c:pt idx="1945">
                        <c:v>6.4410765714123004</c:v>
                      </c:pt>
                      <c:pt idx="1946">
                        <c:v>6.4212183017071496</c:v>
                      </c:pt>
                      <c:pt idx="1947">
                        <c:v>6.4621897598796902</c:v>
                      </c:pt>
                      <c:pt idx="1948">
                        <c:v>6.4631486705012602</c:v>
                      </c:pt>
                      <c:pt idx="1949">
                        <c:v>6.4599664068061102</c:v>
                      </c:pt>
                      <c:pt idx="1950">
                        <c:v>6.5695244446153804</c:v>
                      </c:pt>
                      <c:pt idx="1951">
                        <c:v>6.7547521244310804</c:v>
                      </c:pt>
                      <c:pt idx="1952">
                        <c:v>6.8603672708800802</c:v>
                      </c:pt>
                      <c:pt idx="1953">
                        <c:v>6.81216944621299</c:v>
                      </c:pt>
                      <c:pt idx="1954">
                        <c:v>6.7754077569348601</c:v>
                      </c:pt>
                      <c:pt idx="1955">
                        <c:v>6.7332947660967797</c:v>
                      </c:pt>
                      <c:pt idx="1956">
                        <c:v>6.7444339726279896</c:v>
                      </c:pt>
                      <c:pt idx="1957">
                        <c:v>6.7859270707815202</c:v>
                      </c:pt>
                      <c:pt idx="1958">
                        <c:v>6.9462484116443104</c:v>
                      </c:pt>
                      <c:pt idx="1959">
                        <c:v>6.9883373204636596</c:v>
                      </c:pt>
                      <c:pt idx="1960">
                        <c:v>6.8979171563825696</c:v>
                      </c:pt>
                      <c:pt idx="1961">
                        <c:v>6.9532308356086903</c:v>
                      </c:pt>
                      <c:pt idx="1962">
                        <c:v>6.8800520606797999</c:v>
                      </c:pt>
                      <c:pt idx="1963">
                        <c:v>6.7955723357242999</c:v>
                      </c:pt>
                      <c:pt idx="1964">
                        <c:v>6.7974494177756997</c:v>
                      </c:pt>
                      <c:pt idx="1965">
                        <c:v>6.79545489020723</c:v>
                      </c:pt>
                      <c:pt idx="1966">
                        <c:v>6.8799066731803</c:v>
                      </c:pt>
                      <c:pt idx="1967">
                        <c:v>6.7863084381493302</c:v>
                      </c:pt>
                      <c:pt idx="1968">
                        <c:v>6.7863084381493302</c:v>
                      </c:pt>
                      <c:pt idx="1969">
                        <c:v>6.8076596345768001</c:v>
                      </c:pt>
                      <c:pt idx="1970">
                        <c:v>6.8119216370508502</c:v>
                      </c:pt>
                      <c:pt idx="1971">
                        <c:v>6.9271417173238197</c:v>
                      </c:pt>
                      <c:pt idx="1972">
                        <c:v>6.9766161832885798</c:v>
                      </c:pt>
                      <c:pt idx="1973">
                        <c:v>6.9096727281337103</c:v>
                      </c:pt>
                      <c:pt idx="1974">
                        <c:v>6.9210152151870199</c:v>
                      </c:pt>
                      <c:pt idx="1975">
                        <c:v>6.93483016676928</c:v>
                      </c:pt>
                      <c:pt idx="1976">
                        <c:v>6.8770142964832601</c:v>
                      </c:pt>
                      <c:pt idx="1977">
                        <c:v>6.9645446785066003</c:v>
                      </c:pt>
                      <c:pt idx="1978">
                        <c:v>6.9477769341356099</c:v>
                      </c:pt>
                      <c:pt idx="1979">
                        <c:v>6.9489824931102397</c:v>
                      </c:pt>
                      <c:pt idx="1980">
                        <c:v>6.9498595342849097</c:v>
                      </c:pt>
                      <c:pt idx="1981">
                        <c:v>6.95347518437588</c:v>
                      </c:pt>
                      <c:pt idx="1982">
                        <c:v>6.99372161644773</c:v>
                      </c:pt>
                      <c:pt idx="1983">
                        <c:v>6.99372161644773</c:v>
                      </c:pt>
                      <c:pt idx="1984">
                        <c:v>6.9657513945506304</c:v>
                      </c:pt>
                      <c:pt idx="1985">
                        <c:v>6.9882670636211603</c:v>
                      </c:pt>
                      <c:pt idx="1986">
                        <c:v>7.0097797529406902</c:v>
                      </c:pt>
                      <c:pt idx="1987">
                        <c:v>7.0131687356933998</c:v>
                      </c:pt>
                      <c:pt idx="1988">
                        <c:v>7.0131687356933998</c:v>
                      </c:pt>
                      <c:pt idx="1989">
                        <c:v>7.0354162161835996</c:v>
                      </c:pt>
                      <c:pt idx="1990">
                        <c:v>7.0834941984941402</c:v>
                      </c:pt>
                      <c:pt idx="1991">
                        <c:v>7.0823290881628402</c:v>
                      </c:pt>
                      <c:pt idx="1992">
                        <c:v>7.0786911073784502</c:v>
                      </c:pt>
                      <c:pt idx="1993">
                        <c:v>7.0920305292783103</c:v>
                      </c:pt>
                      <c:pt idx="1994">
                        <c:v>7.1134806584400101</c:v>
                      </c:pt>
                      <c:pt idx="1995">
                        <c:v>7.1257435345771603</c:v>
                      </c:pt>
                      <c:pt idx="1996">
                        <c:v>7.1390006824998897</c:v>
                      </c:pt>
                      <c:pt idx="1997">
                        <c:v>7.0946875741945696</c:v>
                      </c:pt>
                      <c:pt idx="1998">
                        <c:v>7.11855940331096</c:v>
                      </c:pt>
                      <c:pt idx="1999">
                        <c:v>7.1106470756132598</c:v>
                      </c:pt>
                      <c:pt idx="2000">
                        <c:v>7.0964993278936497</c:v>
                      </c:pt>
                      <c:pt idx="2001">
                        <c:v>7.0589995618427297</c:v>
                      </c:pt>
                      <c:pt idx="2002">
                        <c:v>7.03523443510145</c:v>
                      </c:pt>
                      <c:pt idx="2003">
                        <c:v>7.0128904295311498</c:v>
                      </c:pt>
                      <c:pt idx="2004">
                        <c:v>7.0492757119253699</c:v>
                      </c:pt>
                      <c:pt idx="2005">
                        <c:v>7.1240335168220001</c:v>
                      </c:pt>
                      <c:pt idx="2006">
                        <c:v>7.1240335168220001</c:v>
                      </c:pt>
                      <c:pt idx="2007">
                        <c:v>7.0192126795581098</c:v>
                      </c:pt>
                      <c:pt idx="2008">
                        <c:v>7.0862125157037301</c:v>
                      </c:pt>
                      <c:pt idx="2009">
                        <c:v>7.0937908916025503</c:v>
                      </c:pt>
                      <c:pt idx="2010">
                        <c:v>7.0938671072737298</c:v>
                      </c:pt>
                      <c:pt idx="2011">
                        <c:v>7.0611910520006598</c:v>
                      </c:pt>
                      <c:pt idx="2012">
                        <c:v>6.98703129490384</c:v>
                      </c:pt>
                      <c:pt idx="2013">
                        <c:v>7.1266723710658502</c:v>
                      </c:pt>
                      <c:pt idx="2014">
                        <c:v>7.1198273327860004</c:v>
                      </c:pt>
                      <c:pt idx="2015">
                        <c:v>7.1175721223319499</c:v>
                      </c:pt>
                      <c:pt idx="2016">
                        <c:v>7.1476459188661297</c:v>
                      </c:pt>
                      <c:pt idx="2017">
                        <c:v>7.0507119573802903</c:v>
                      </c:pt>
                      <c:pt idx="2018">
                        <c:v>7.1921071863701904</c:v>
                      </c:pt>
                      <c:pt idx="2019">
                        <c:v>7.1417623566276296</c:v>
                      </c:pt>
                      <c:pt idx="2020">
                        <c:v>7.1512161809188504</c:v>
                      </c:pt>
                      <c:pt idx="2021">
                        <c:v>7.1445070044156997</c:v>
                      </c:pt>
                      <c:pt idx="2022">
                        <c:v>7.1445070044156997</c:v>
                      </c:pt>
                      <c:pt idx="2023">
                        <c:v>7.1743425421096996</c:v>
                      </c:pt>
                      <c:pt idx="2024">
                        <c:v>7.1758507525952799</c:v>
                      </c:pt>
                      <c:pt idx="2025">
                        <c:v>7.1097656255833996</c:v>
                      </c:pt>
                      <c:pt idx="2026">
                        <c:v>7.0787728964727101</c:v>
                      </c:pt>
                      <c:pt idx="2027">
                        <c:v>7.0697125934529099</c:v>
                      </c:pt>
                      <c:pt idx="2028">
                        <c:v>7.0697125934529099</c:v>
                      </c:pt>
                      <c:pt idx="2029">
                        <c:v>7.0441454984483798</c:v>
                      </c:pt>
                      <c:pt idx="2030">
                        <c:v>7.0237901998733197</c:v>
                      </c:pt>
                      <c:pt idx="2031">
                        <c:v>6.9646659813974496</c:v>
                      </c:pt>
                      <c:pt idx="2032">
                        <c:v>6.9300445158301702</c:v>
                      </c:pt>
                      <c:pt idx="2033">
                        <c:v>6.9389623464813699</c:v>
                      </c:pt>
                      <c:pt idx="2034">
                        <c:v>6.9115169150638298</c:v>
                      </c:pt>
                      <c:pt idx="2035">
                        <c:v>6.9339192021709701</c:v>
                      </c:pt>
                      <c:pt idx="2036">
                        <c:v>6.9122696560737404</c:v>
                      </c:pt>
                      <c:pt idx="2037">
                        <c:v>6.9341831644151801</c:v>
                      </c:pt>
                      <c:pt idx="2038">
                        <c:v>6.9065916641323604</c:v>
                      </c:pt>
                      <c:pt idx="2039">
                        <c:v>6.9022179255926499</c:v>
                      </c:pt>
                      <c:pt idx="2040">
                        <c:v>6.8308507540193597</c:v>
                      </c:pt>
                      <c:pt idx="2041">
                        <c:v>6.77469979436583</c:v>
                      </c:pt>
                      <c:pt idx="2042">
                        <c:v>6.81731389031465</c:v>
                      </c:pt>
                      <c:pt idx="2043">
                        <c:v>6.8564443560573096</c:v>
                      </c:pt>
                      <c:pt idx="2044">
                        <c:v>6.9533434798039098</c:v>
                      </c:pt>
                      <c:pt idx="2045">
                        <c:v>6.8913667274285997</c:v>
                      </c:pt>
                      <c:pt idx="2046">
                        <c:v>6.8924552593090302</c:v>
                      </c:pt>
                      <c:pt idx="2047">
                        <c:v>6.8597705233526503</c:v>
                      </c:pt>
                      <c:pt idx="2048">
                        <c:v>6.8806415059302397</c:v>
                      </c:pt>
                      <c:pt idx="2049">
                        <c:v>6.9207704362037701</c:v>
                      </c:pt>
                      <c:pt idx="2050">
                        <c:v>6.9467791269153603</c:v>
                      </c:pt>
                      <c:pt idx="2051">
                        <c:v>6.9431069214894103</c:v>
                      </c:pt>
                      <c:pt idx="2052">
                        <c:v>6.9558463903236296</c:v>
                      </c:pt>
                      <c:pt idx="2053">
                        <c:v>7.0239987049328203</c:v>
                      </c:pt>
                      <c:pt idx="2054">
                        <c:v>7.0226648698356096</c:v>
                      </c:pt>
                      <c:pt idx="2055">
                        <c:v>7.0456412618963098</c:v>
                      </c:pt>
                      <c:pt idx="2056">
                        <c:v>6.99465519711827</c:v>
                      </c:pt>
                      <c:pt idx="2057">
                        <c:v>6.9519609175139703</c:v>
                      </c:pt>
                      <c:pt idx="2058">
                        <c:v>6.9742731608534596</c:v>
                      </c:pt>
                      <c:pt idx="2059">
                        <c:v>7.0155996131012301</c:v>
                      </c:pt>
                      <c:pt idx="2060">
                        <c:v>7.0173599219469702</c:v>
                      </c:pt>
                      <c:pt idx="2061">
                        <c:v>7.0349908291117602</c:v>
                      </c:pt>
                      <c:pt idx="2062">
                        <c:v>7.0399358889634298</c:v>
                      </c:pt>
                      <c:pt idx="2063">
                        <c:v>6.9873414153045399</c:v>
                      </c:pt>
                      <c:pt idx="2064">
                        <c:v>6.9770107983754599</c:v>
                      </c:pt>
                      <c:pt idx="2065">
                        <c:v>6.95462930046717</c:v>
                      </c:pt>
                      <c:pt idx="2066">
                        <c:v>6.9586591059653502</c:v>
                      </c:pt>
                      <c:pt idx="2067">
                        <c:v>6.9017932573707697</c:v>
                      </c:pt>
                      <c:pt idx="2068">
                        <c:v>6.8321123344556698</c:v>
                      </c:pt>
                      <c:pt idx="2069">
                        <c:v>6.7833697306060596</c:v>
                      </c:pt>
                      <c:pt idx="2070">
                        <c:v>6.7797836897858597</c:v>
                      </c:pt>
                      <c:pt idx="2071">
                        <c:v>6.7464907468530599</c:v>
                      </c:pt>
                      <c:pt idx="2072">
                        <c:v>6.7864112467165398</c:v>
                      </c:pt>
                      <c:pt idx="2073">
                        <c:v>6.7470309372248503</c:v>
                      </c:pt>
                      <c:pt idx="2074">
                        <c:v>6.7436644361704001</c:v>
                      </c:pt>
                      <c:pt idx="2075">
                        <c:v>6.7996266245120003</c:v>
                      </c:pt>
                      <c:pt idx="2076">
                        <c:v>6.8224113804834197</c:v>
                      </c:pt>
                      <c:pt idx="2077">
                        <c:v>6.8025117839976996</c:v>
                      </c:pt>
                      <c:pt idx="2078">
                        <c:v>6.8025117839976996</c:v>
                      </c:pt>
                      <c:pt idx="2079">
                        <c:v>6.8286066683269304</c:v>
                      </c:pt>
                      <c:pt idx="2080">
                        <c:v>6.8147164917904597</c:v>
                      </c:pt>
                      <c:pt idx="2081">
                        <c:v>6.7910295090791202</c:v>
                      </c:pt>
                      <c:pt idx="2082">
                        <c:v>6.7764490098291299</c:v>
                      </c:pt>
                      <c:pt idx="2083">
                        <c:v>6.7695967802980102</c:v>
                      </c:pt>
                      <c:pt idx="2084">
                        <c:v>6.72709899223329</c:v>
                      </c:pt>
                      <c:pt idx="2085">
                        <c:v>6.7057327370522302</c:v>
                      </c:pt>
                      <c:pt idx="2086">
                        <c:v>6.7225658803411701</c:v>
                      </c:pt>
                      <c:pt idx="2087">
                        <c:v>6.7126817701540098</c:v>
                      </c:pt>
                      <c:pt idx="2088">
                        <c:v>6.7000970151362802</c:v>
                      </c:pt>
                      <c:pt idx="2089">
                        <c:v>6.6578049861187401</c:v>
                      </c:pt>
                      <c:pt idx="2090">
                        <c:v>6.6576575217045297</c:v>
                      </c:pt>
                      <c:pt idx="2091">
                        <c:v>6.6576575217045297</c:v>
                      </c:pt>
                      <c:pt idx="2092">
                        <c:v>6.6576575217045297</c:v>
                      </c:pt>
                      <c:pt idx="2093">
                        <c:v>6.5892411704953</c:v>
                      </c:pt>
                      <c:pt idx="2094">
                        <c:v>6.6013007080017596</c:v>
                      </c:pt>
                      <c:pt idx="2095">
                        <c:v>6.6176604994629598</c:v>
                      </c:pt>
                      <c:pt idx="2096">
                        <c:v>6.5966812361131604</c:v>
                      </c:pt>
                      <c:pt idx="2097">
                        <c:v>6.5700945289561901</c:v>
                      </c:pt>
                      <c:pt idx="2098">
                        <c:v>6.54162994337947</c:v>
                      </c:pt>
                      <c:pt idx="2099">
                        <c:v>6.54899303108001</c:v>
                      </c:pt>
                      <c:pt idx="2100">
                        <c:v>6.5532735562137301</c:v>
                      </c:pt>
                      <c:pt idx="2101">
                        <c:v>6.55933554904456</c:v>
                      </c:pt>
                      <c:pt idx="2102">
                        <c:v>6.5553663191242402</c:v>
                      </c:pt>
                      <c:pt idx="2103">
                        <c:v>6.57839019086326</c:v>
                      </c:pt>
                      <c:pt idx="2104">
                        <c:v>6.6075190020012302</c:v>
                      </c:pt>
                      <c:pt idx="2105">
                        <c:v>6.60028529244991</c:v>
                      </c:pt>
                      <c:pt idx="2106">
                        <c:v>6.5730361656959797</c:v>
                      </c:pt>
                      <c:pt idx="2107">
                        <c:v>6.56093793591576</c:v>
                      </c:pt>
                      <c:pt idx="2108">
                        <c:v>6.5754548340991104</c:v>
                      </c:pt>
                      <c:pt idx="2109">
                        <c:v>6.5754548340991104</c:v>
                      </c:pt>
                      <c:pt idx="2110">
                        <c:v>6.58649707513612</c:v>
                      </c:pt>
                      <c:pt idx="2111">
                        <c:v>6.5475170913321001</c:v>
                      </c:pt>
                      <c:pt idx="2112">
                        <c:v>6.5444040893483004</c:v>
                      </c:pt>
                      <c:pt idx="2113">
                        <c:v>6.5436470737757499</c:v>
                      </c:pt>
                      <c:pt idx="2114">
                        <c:v>6.5348117465339302</c:v>
                      </c:pt>
                      <c:pt idx="2115">
                        <c:v>6.6067837321082203</c:v>
                      </c:pt>
                      <c:pt idx="2116">
                        <c:v>6.5848663288522999</c:v>
                      </c:pt>
                      <c:pt idx="2117">
                        <c:v>6.6030049843927898</c:v>
                      </c:pt>
                      <c:pt idx="2118">
                        <c:v>6.6499769079069901</c:v>
                      </c:pt>
                      <c:pt idx="2119">
                        <c:v>6.7005285730113604</c:v>
                      </c:pt>
                      <c:pt idx="2120">
                        <c:v>6.6931461628988496</c:v>
                      </c:pt>
                      <c:pt idx="2121">
                        <c:v>6.7097776543367802</c:v>
                      </c:pt>
                      <c:pt idx="2122">
                        <c:v>6.6698533406321499</c:v>
                      </c:pt>
                      <c:pt idx="2123">
                        <c:v>6.6698533406321499</c:v>
                      </c:pt>
                      <c:pt idx="2124">
                        <c:v>6.6515348632548896</c:v>
                      </c:pt>
                      <c:pt idx="2125">
                        <c:v>6.7204514344017596</c:v>
                      </c:pt>
                      <c:pt idx="2126">
                        <c:v>6.7147052695230798</c:v>
                      </c:pt>
                      <c:pt idx="2127">
                        <c:v>6.7193006769231101</c:v>
                      </c:pt>
                      <c:pt idx="2128">
                        <c:v>6.6891391865800198</c:v>
                      </c:pt>
                      <c:pt idx="2129">
                        <c:v>6.69874906568828</c:v>
                      </c:pt>
                      <c:pt idx="2130">
                        <c:v>6.6831519837559199</c:v>
                      </c:pt>
                      <c:pt idx="2131">
                        <c:v>6.6677067741901599</c:v>
                      </c:pt>
                      <c:pt idx="2132">
                        <c:v>6.6378716551830799</c:v>
                      </c:pt>
                      <c:pt idx="2133">
                        <c:v>6.5901679067655898</c:v>
                      </c:pt>
                      <c:pt idx="2134">
                        <c:v>6.5565289212041504</c:v>
                      </c:pt>
                      <c:pt idx="2135">
                        <c:v>6.5878337539708296</c:v>
                      </c:pt>
                      <c:pt idx="2136">
                        <c:v>6.5526508673311099</c:v>
                      </c:pt>
                      <c:pt idx="2137">
                        <c:v>6.5485112443745699</c:v>
                      </c:pt>
                      <c:pt idx="2138">
                        <c:v>6.5485112443745699</c:v>
                      </c:pt>
                      <c:pt idx="2139">
                        <c:v>6.5435327015085498</c:v>
                      </c:pt>
                      <c:pt idx="2140">
                        <c:v>6.5178780015978202</c:v>
                      </c:pt>
                      <c:pt idx="2141">
                        <c:v>6.5589674527481501</c:v>
                      </c:pt>
                      <c:pt idx="2142">
                        <c:v>6.5413775208239402</c:v>
                      </c:pt>
                      <c:pt idx="2143">
                        <c:v>6.5413775208239402</c:v>
                      </c:pt>
                      <c:pt idx="2144">
                        <c:v>6.5210684177073199</c:v>
                      </c:pt>
                      <c:pt idx="2145">
                        <c:v>6.52642871480748</c:v>
                      </c:pt>
                      <c:pt idx="2146">
                        <c:v>6.44733917459493</c:v>
                      </c:pt>
                      <c:pt idx="2147">
                        <c:v>6.4367381154987999</c:v>
                      </c:pt>
                      <c:pt idx="2148">
                        <c:v>6.4188450950918901</c:v>
                      </c:pt>
                      <c:pt idx="2149">
                        <c:v>6.3900815257678696</c:v>
                      </c:pt>
                      <c:pt idx="2150">
                        <c:v>6.3872879641270801</c:v>
                      </c:pt>
                      <c:pt idx="2151">
                        <c:v>6.41261184088106</c:v>
                      </c:pt>
                      <c:pt idx="2152">
                        <c:v>6.3992081024653498</c:v>
                      </c:pt>
                      <c:pt idx="2153">
                        <c:v>6.3992081024653498</c:v>
                      </c:pt>
                      <c:pt idx="2154">
                        <c:v>6.4177166744908503</c:v>
                      </c:pt>
                      <c:pt idx="2155">
                        <c:v>6.3950547555565196</c:v>
                      </c:pt>
                      <c:pt idx="2156">
                        <c:v>6.3865020455063801</c:v>
                      </c:pt>
                      <c:pt idx="2157">
                        <c:v>6.3596753214320803</c:v>
                      </c:pt>
                      <c:pt idx="2158">
                        <c:v>6.3850602127827196</c:v>
                      </c:pt>
                      <c:pt idx="2159">
                        <c:v>6.34482787067925</c:v>
                      </c:pt>
                      <c:pt idx="2160">
                        <c:v>6.2852378601225496</c:v>
                      </c:pt>
                      <c:pt idx="2161">
                        <c:v>6.2593581095556896</c:v>
                      </c:pt>
                      <c:pt idx="2162">
                        <c:v>6.1876074142301496</c:v>
                      </c:pt>
                      <c:pt idx="2163">
                        <c:v>6.16722836578339</c:v>
                      </c:pt>
                      <c:pt idx="2164">
                        <c:v>6.1844353720712997</c:v>
                      </c:pt>
                      <c:pt idx="2165">
                        <c:v>6.1997098316014698</c:v>
                      </c:pt>
                      <c:pt idx="2166">
                        <c:v>6.1901972700650596</c:v>
                      </c:pt>
                      <c:pt idx="2167">
                        <c:v>6.1901972700650596</c:v>
                      </c:pt>
                      <c:pt idx="2168">
                        <c:v>6.1562254243374097</c:v>
                      </c:pt>
                      <c:pt idx="2169">
                        <c:v>6.1211371107553498</c:v>
                      </c:pt>
                      <c:pt idx="2170">
                        <c:v>6.1414961549981104</c:v>
                      </c:pt>
                      <c:pt idx="2171">
                        <c:v>6.10476742238468</c:v>
                      </c:pt>
                      <c:pt idx="2172">
                        <c:v>6.12888494926412</c:v>
                      </c:pt>
                      <c:pt idx="2173">
                        <c:v>6.0357813441271899</c:v>
                      </c:pt>
                      <c:pt idx="2174">
                        <c:v>5.98880925407357</c:v>
                      </c:pt>
                      <c:pt idx="2175">
                        <c:v>5.9642439214889302</c:v>
                      </c:pt>
                      <c:pt idx="2176">
                        <c:v>5.9544301447399501</c:v>
                      </c:pt>
                      <c:pt idx="2177">
                        <c:v>5.9331551595979501</c:v>
                      </c:pt>
                      <c:pt idx="2178">
                        <c:v>5.8961577059513504</c:v>
                      </c:pt>
                      <c:pt idx="2179">
                        <c:v>5.8961577059513504</c:v>
                      </c:pt>
                      <c:pt idx="2180">
                        <c:v>5.8868769500863198</c:v>
                      </c:pt>
                      <c:pt idx="2181">
                        <c:v>5.9164829777323602</c:v>
                      </c:pt>
                      <c:pt idx="2182">
                        <c:v>5.89931556807921</c:v>
                      </c:pt>
                      <c:pt idx="2183">
                        <c:v>5.8555258271451498</c:v>
                      </c:pt>
                      <c:pt idx="2184">
                        <c:v>5.8541709512887197</c:v>
                      </c:pt>
                      <c:pt idx="2185">
                        <c:v>5.8470189809975803</c:v>
                      </c:pt>
                      <c:pt idx="2186">
                        <c:v>5.8011605902327199</c:v>
                      </c:pt>
                      <c:pt idx="2187">
                        <c:v>5.8087414356671196</c:v>
                      </c:pt>
                      <c:pt idx="2188">
                        <c:v>5.8087414356671196</c:v>
                      </c:pt>
                      <c:pt idx="2189">
                        <c:v>5.7977182116505404</c:v>
                      </c:pt>
                      <c:pt idx="2190">
                        <c:v>5.8187739196988604</c:v>
                      </c:pt>
                      <c:pt idx="2191">
                        <c:v>5.8690702081935999</c:v>
                      </c:pt>
                      <c:pt idx="2192">
                        <c:v>5.86468846720601</c:v>
                      </c:pt>
                      <c:pt idx="2193">
                        <c:v>5.8476723474158598</c:v>
                      </c:pt>
                      <c:pt idx="2194">
                        <c:v>5.8438058999000804</c:v>
                      </c:pt>
                      <c:pt idx="2195">
                        <c:v>5.8729269606905001</c:v>
                      </c:pt>
                      <c:pt idx="2196">
                        <c:v>5.8882143998230001</c:v>
                      </c:pt>
                      <c:pt idx="2197">
                        <c:v>5.88743027930665</c:v>
                      </c:pt>
                      <c:pt idx="2198">
                        <c:v>5.8520571264539099</c:v>
                      </c:pt>
                      <c:pt idx="2199">
                        <c:v>5.8650873558224097</c:v>
                      </c:pt>
                      <c:pt idx="2200">
                        <c:v>5.86995345069296</c:v>
                      </c:pt>
                      <c:pt idx="2201">
                        <c:v>5.8302240859194496</c:v>
                      </c:pt>
                      <c:pt idx="2202">
                        <c:v>5.7756804157515402</c:v>
                      </c:pt>
                      <c:pt idx="2203">
                        <c:v>5.7483473095395601</c:v>
                      </c:pt>
                      <c:pt idx="2204">
                        <c:v>5.7673651236387897</c:v>
                      </c:pt>
                      <c:pt idx="2205">
                        <c:v>5.8032243897948499</c:v>
                      </c:pt>
                      <c:pt idx="2206">
                        <c:v>5.7718468582629798</c:v>
                      </c:pt>
                      <c:pt idx="2207">
                        <c:v>5.8262490210303</c:v>
                      </c:pt>
                      <c:pt idx="2208">
                        <c:v>5.8182633875273497</c:v>
                      </c:pt>
                      <c:pt idx="2209">
                        <c:v>5.8420896931613999</c:v>
                      </c:pt>
                      <c:pt idx="2210">
                        <c:v>5.8530617137625196</c:v>
                      </c:pt>
                      <c:pt idx="2211">
                        <c:v>5.79877171835897</c:v>
                      </c:pt>
                      <c:pt idx="2212">
                        <c:v>5.80954134666261</c:v>
                      </c:pt>
                      <c:pt idx="2213">
                        <c:v>5.7821475608630601</c:v>
                      </c:pt>
                      <c:pt idx="2214">
                        <c:v>5.7636463665868396</c:v>
                      </c:pt>
                      <c:pt idx="2215">
                        <c:v>5.7293889917510299</c:v>
                      </c:pt>
                      <c:pt idx="2216">
                        <c:v>5.72643920759353</c:v>
                      </c:pt>
                      <c:pt idx="2217">
                        <c:v>5.70102964354591</c:v>
                      </c:pt>
                      <c:pt idx="2218">
                        <c:v>5.7448863897760303</c:v>
                      </c:pt>
                      <c:pt idx="2219">
                        <c:v>5.6970753676811796</c:v>
                      </c:pt>
                      <c:pt idx="2220">
                        <c:v>5.6881938738890998</c:v>
                      </c:pt>
                      <c:pt idx="2221">
                        <c:v>5.6924853885770101</c:v>
                      </c:pt>
                      <c:pt idx="2222">
                        <c:v>5.6375409169629203</c:v>
                      </c:pt>
                      <c:pt idx="2223">
                        <c:v>5.6078592406741699</c:v>
                      </c:pt>
                      <c:pt idx="2224">
                        <c:v>5.5952411471669103</c:v>
                      </c:pt>
                      <c:pt idx="2225">
                        <c:v>5.6103819256707999</c:v>
                      </c:pt>
                      <c:pt idx="2226">
                        <c:v>5.5690646763449596</c:v>
                      </c:pt>
                      <c:pt idx="2227">
                        <c:v>5.4849065614976196</c:v>
                      </c:pt>
                      <c:pt idx="2228">
                        <c:v>5.4849065614976196</c:v>
                      </c:pt>
                      <c:pt idx="2229">
                        <c:v>5.4673022374392497</c:v>
                      </c:pt>
                      <c:pt idx="2230">
                        <c:v>5.51193365942569</c:v>
                      </c:pt>
                      <c:pt idx="2231">
                        <c:v>5.5579604298484799</c:v>
                      </c:pt>
                      <c:pt idx="2232">
                        <c:v>5.4695536856899896</c:v>
                      </c:pt>
                      <c:pt idx="2233">
                        <c:v>5.4580521379660798</c:v>
                      </c:pt>
                      <c:pt idx="2234">
                        <c:v>5.4781812074454601</c:v>
                      </c:pt>
                      <c:pt idx="2235">
                        <c:v>5.48931065172453</c:v>
                      </c:pt>
                      <c:pt idx="2236">
                        <c:v>5.4938020690591598</c:v>
                      </c:pt>
                      <c:pt idx="2237">
                        <c:v>5.4675684692065003</c:v>
                      </c:pt>
                      <c:pt idx="2238">
                        <c:v>5.5071274223628404</c:v>
                      </c:pt>
                      <c:pt idx="2239">
                        <c:v>5.5502836047769399</c:v>
                      </c:pt>
                      <c:pt idx="2240">
                        <c:v>5.57740776475912</c:v>
                      </c:pt>
                      <c:pt idx="2241">
                        <c:v>5.5807514421627102</c:v>
                      </c:pt>
                      <c:pt idx="2242">
                        <c:v>5.60770682968574</c:v>
                      </c:pt>
                      <c:pt idx="2243">
                        <c:v>5.60770682968574</c:v>
                      </c:pt>
                      <c:pt idx="2244">
                        <c:v>5.5820560323733996</c:v>
                      </c:pt>
                      <c:pt idx="2245">
                        <c:v>5.54863911166587</c:v>
                      </c:pt>
                      <c:pt idx="2246">
                        <c:v>5.5441106594525298</c:v>
                      </c:pt>
                      <c:pt idx="2247">
                        <c:v>5.5980624631007396</c:v>
                      </c:pt>
                      <c:pt idx="2248">
                        <c:v>5.5980624631007396</c:v>
                      </c:pt>
                      <c:pt idx="2249">
                        <c:v>5.6220672636412701</c:v>
                      </c:pt>
                      <c:pt idx="2250">
                        <c:v>5.7049902916606596</c:v>
                      </c:pt>
                      <c:pt idx="2251">
                        <c:v>5.7328101664614302</c:v>
                      </c:pt>
                      <c:pt idx="2252">
                        <c:v>5.7267756439853104</c:v>
                      </c:pt>
                      <c:pt idx="2253">
                        <c:v>5.6706632275208504</c:v>
                      </c:pt>
                      <c:pt idx="2254">
                        <c:v>5.6663784822824699</c:v>
                      </c:pt>
                      <c:pt idx="2255">
                        <c:v>5.6439209851772896</c:v>
                      </c:pt>
                      <c:pt idx="2256">
                        <c:v>5.7107178606840696</c:v>
                      </c:pt>
                      <c:pt idx="2257">
                        <c:v>5.6391471028175504</c:v>
                      </c:pt>
                      <c:pt idx="2258">
                        <c:v>5.5024912232632204</c:v>
                      </c:pt>
                      <c:pt idx="2259">
                        <c:v>5.4720864260846902</c:v>
                      </c:pt>
                      <c:pt idx="2260">
                        <c:v>5.4673769709063098</c:v>
                      </c:pt>
                      <c:pt idx="2261">
                        <c:v>5.5061609445680597</c:v>
                      </c:pt>
                      <c:pt idx="2262">
                        <c:v>5.4402249204866298</c:v>
                      </c:pt>
                      <c:pt idx="2263">
                        <c:v>5.4280849608150801</c:v>
                      </c:pt>
                      <c:pt idx="2264">
                        <c:v>5.4214340438860003</c:v>
                      </c:pt>
                      <c:pt idx="2265">
                        <c:v>5.4205201490328401</c:v>
                      </c:pt>
                      <c:pt idx="2266">
                        <c:v>5.29981737085724</c:v>
                      </c:pt>
                      <c:pt idx="2267">
                        <c:v>5.3154672058208501</c:v>
                      </c:pt>
                      <c:pt idx="2268">
                        <c:v>5.2917078923716598</c:v>
                      </c:pt>
                      <c:pt idx="2269">
                        <c:v>5.4023671729149001</c:v>
                      </c:pt>
                      <c:pt idx="2270">
                        <c:v>5.4295405625803097</c:v>
                      </c:pt>
                      <c:pt idx="2271">
                        <c:v>5.4329124283801304</c:v>
                      </c:pt>
                      <c:pt idx="2272">
                        <c:v>5.3457050033453797</c:v>
                      </c:pt>
                      <c:pt idx="2273">
                        <c:v>5.4050122101565501</c:v>
                      </c:pt>
                      <c:pt idx="2274">
                        <c:v>5.37047529762234</c:v>
                      </c:pt>
                      <c:pt idx="2275">
                        <c:v>5.3814507641745903</c:v>
                      </c:pt>
                      <c:pt idx="2276">
                        <c:v>5.3663730037561503</c:v>
                      </c:pt>
                      <c:pt idx="2277">
                        <c:v>5.2413981996864596</c:v>
                      </c:pt>
                      <c:pt idx="2278">
                        <c:v>5.1183060113154601</c:v>
                      </c:pt>
                      <c:pt idx="2279">
                        <c:v>5.1183060113154601</c:v>
                      </c:pt>
                      <c:pt idx="2280">
                        <c:v>5.1509233393101601</c:v>
                      </c:pt>
                      <c:pt idx="2281">
                        <c:v>5.1910673870529997</c:v>
                      </c:pt>
                      <c:pt idx="2282">
                        <c:v>5.1606724501525498</c:v>
                      </c:pt>
                      <c:pt idx="2283">
                        <c:v>5.1606724501525498</c:v>
                      </c:pt>
                      <c:pt idx="2284">
                        <c:v>5.1606724501525498</c:v>
                      </c:pt>
                      <c:pt idx="2285">
                        <c:v>5.1678687893705799</c:v>
                      </c:pt>
                      <c:pt idx="2286">
                        <c:v>5.1509193162986602</c:v>
                      </c:pt>
                      <c:pt idx="2287">
                        <c:v>5.1744082351503602</c:v>
                      </c:pt>
                      <c:pt idx="2288">
                        <c:v>5.1744082351503602</c:v>
                      </c:pt>
                      <c:pt idx="2289">
                        <c:v>5.0654927605254496</c:v>
                      </c:pt>
                      <c:pt idx="2290">
                        <c:v>5.0505013107686603</c:v>
                      </c:pt>
                      <c:pt idx="2291">
                        <c:v>4.9666494519253002</c:v>
                      </c:pt>
                      <c:pt idx="2292">
                        <c:v>4.9599307736805196</c:v>
                      </c:pt>
                      <c:pt idx="2293">
                        <c:v>4.9048946810805596</c:v>
                      </c:pt>
                      <c:pt idx="2294">
                        <c:v>4.8832430864471297</c:v>
                      </c:pt>
                      <c:pt idx="2295">
                        <c:v>4.8718737499923597</c:v>
                      </c:pt>
                      <c:pt idx="2296">
                        <c:v>4.8071656051450598</c:v>
                      </c:pt>
                      <c:pt idx="2297">
                        <c:v>4.8007565078018297</c:v>
                      </c:pt>
                      <c:pt idx="2298">
                        <c:v>4.7407708668331798</c:v>
                      </c:pt>
                      <c:pt idx="2299">
                        <c:v>4.7587344516496799</c:v>
                      </c:pt>
                      <c:pt idx="2300">
                        <c:v>4.6997418040728398</c:v>
                      </c:pt>
                      <c:pt idx="2301">
                        <c:v>4.7243673635386303</c:v>
                      </c:pt>
                      <c:pt idx="2302">
                        <c:v>4.7411695232683702</c:v>
                      </c:pt>
                      <c:pt idx="2303">
                        <c:v>4.7502169991801004</c:v>
                      </c:pt>
                      <c:pt idx="2304">
                        <c:v>4.7472222886516899</c:v>
                      </c:pt>
                      <c:pt idx="2305">
                        <c:v>4.7634375170264303</c:v>
                      </c:pt>
                      <c:pt idx="2306">
                        <c:v>4.75173837443963</c:v>
                      </c:pt>
                      <c:pt idx="2307">
                        <c:v>4.7313992288015498</c:v>
                      </c:pt>
                      <c:pt idx="2308">
                        <c:v>4.74341302419991</c:v>
                      </c:pt>
                      <c:pt idx="2309">
                        <c:v>4.7448179616895096</c:v>
                      </c:pt>
                      <c:pt idx="2310">
                        <c:v>4.6324531910751396</c:v>
                      </c:pt>
                      <c:pt idx="2311">
                        <c:v>4.6038024616899396</c:v>
                      </c:pt>
                      <c:pt idx="2312">
                        <c:v>4.6040817239136196</c:v>
                      </c:pt>
                      <c:pt idx="2313">
                        <c:v>4.6303464977868902</c:v>
                      </c:pt>
                      <c:pt idx="2314">
                        <c:v>4.6236628122656702</c:v>
                      </c:pt>
                      <c:pt idx="2315">
                        <c:v>4.5881339390570197</c:v>
                      </c:pt>
                      <c:pt idx="2316">
                        <c:v>4.57353199552833</c:v>
                      </c:pt>
                      <c:pt idx="2317">
                        <c:v>4.5502430643117702</c:v>
                      </c:pt>
                      <c:pt idx="2318">
                        <c:v>4.55008577660894</c:v>
                      </c:pt>
                      <c:pt idx="2319">
                        <c:v>4.5545556774837301</c:v>
                      </c:pt>
                      <c:pt idx="2320">
                        <c:v>4.5467138806890404</c:v>
                      </c:pt>
                      <c:pt idx="2321">
                        <c:v>4.51459233810405</c:v>
                      </c:pt>
                      <c:pt idx="2322">
                        <c:v>4.4895867029565597</c:v>
                      </c:pt>
                      <c:pt idx="2323">
                        <c:v>4.5241172053793202</c:v>
                      </c:pt>
                      <c:pt idx="2324">
                        <c:v>4.5346416957907802</c:v>
                      </c:pt>
                      <c:pt idx="2325">
                        <c:v>4.5334305949677596</c:v>
                      </c:pt>
                      <c:pt idx="2326">
                        <c:v>4.51188624606496</c:v>
                      </c:pt>
                      <c:pt idx="2327">
                        <c:v>4.4944004163394098</c:v>
                      </c:pt>
                      <c:pt idx="2328">
                        <c:v>4.4957872168553203</c:v>
                      </c:pt>
                      <c:pt idx="2329">
                        <c:v>4.4702834410824304</c:v>
                      </c:pt>
                      <c:pt idx="2330">
                        <c:v>4.4481927482435504</c:v>
                      </c:pt>
                      <c:pt idx="2331">
                        <c:v>4.38979730203173</c:v>
                      </c:pt>
                      <c:pt idx="2332">
                        <c:v>4.4235584854537002</c:v>
                      </c:pt>
                      <c:pt idx="2333">
                        <c:v>4.4683372764053297</c:v>
                      </c:pt>
                      <c:pt idx="2334">
                        <c:v>4.4800793390939697</c:v>
                      </c:pt>
                      <c:pt idx="2335">
                        <c:v>4.4639357561931901</c:v>
                      </c:pt>
                      <c:pt idx="2336">
                        <c:v>4.4721754378385299</c:v>
                      </c:pt>
                      <c:pt idx="2337">
                        <c:v>4.4633354967566197</c:v>
                      </c:pt>
                      <c:pt idx="2338">
                        <c:v>4.4641104845571897</c:v>
                      </c:pt>
                      <c:pt idx="2339">
                        <c:v>4.46629293164417</c:v>
                      </c:pt>
                      <c:pt idx="2340">
                        <c:v>4.49015585714863</c:v>
                      </c:pt>
                      <c:pt idx="2341">
                        <c:v>4.59497169388057</c:v>
                      </c:pt>
                      <c:pt idx="2342">
                        <c:v>4.6385034299022596</c:v>
                      </c:pt>
                      <c:pt idx="2343">
                        <c:v>4.6385034299022596</c:v>
                      </c:pt>
                      <c:pt idx="2344">
                        <c:v>4.3927731722746897</c:v>
                      </c:pt>
                      <c:pt idx="2345">
                        <c:v>4.43752459788195</c:v>
                      </c:pt>
                      <c:pt idx="2346">
                        <c:v>4.43752459788195</c:v>
                      </c:pt>
                      <c:pt idx="2347">
                        <c:v>4.43752459788195</c:v>
                      </c:pt>
                      <c:pt idx="2348">
                        <c:v>4.5217536893078396</c:v>
                      </c:pt>
                      <c:pt idx="2349">
                        <c:v>4.5276075419309203</c:v>
                      </c:pt>
                      <c:pt idx="2350">
                        <c:v>4.5518612350251004</c:v>
                      </c:pt>
                      <c:pt idx="2351">
                        <c:v>4.5884322901233299</c:v>
                      </c:pt>
                      <c:pt idx="2352">
                        <c:v>4.5188380155468204</c:v>
                      </c:pt>
                      <c:pt idx="2353">
                        <c:v>4.4881114595973104</c:v>
                      </c:pt>
                      <c:pt idx="2354">
                        <c:v>4.5179808716265697</c:v>
                      </c:pt>
                      <c:pt idx="2355">
                        <c:v>4.5250581957827096</c:v>
                      </c:pt>
                      <c:pt idx="2356">
                        <c:v>4.4694606191978901</c:v>
                      </c:pt>
                      <c:pt idx="2357">
                        <c:v>4.4565968244476899</c:v>
                      </c:pt>
                      <c:pt idx="2358">
                        <c:v>4.4966409450758702</c:v>
                      </c:pt>
                      <c:pt idx="2359">
                        <c:v>4.47593381824682</c:v>
                      </c:pt>
                      <c:pt idx="2360">
                        <c:v>4.4946076035024696</c:v>
                      </c:pt>
                      <c:pt idx="2361">
                        <c:v>4.47581899685877</c:v>
                      </c:pt>
                      <c:pt idx="2362">
                        <c:v>4.45051281937518</c:v>
                      </c:pt>
                      <c:pt idx="2363">
                        <c:v>4.4430031748199896</c:v>
                      </c:pt>
                      <c:pt idx="2364">
                        <c:v>4.4517750791610897</c:v>
                      </c:pt>
                      <c:pt idx="2365">
                        <c:v>4.4538411292028597</c:v>
                      </c:pt>
                      <c:pt idx="2366">
                        <c:v>4.4517631684122403</c:v>
                      </c:pt>
                      <c:pt idx="2367">
                        <c:v>4.4529584594919003</c:v>
                      </c:pt>
                      <c:pt idx="2368">
                        <c:v>4.4917843754095301</c:v>
                      </c:pt>
                      <c:pt idx="2369">
                        <c:v>4.4936646153065203</c:v>
                      </c:pt>
                      <c:pt idx="2370">
                        <c:v>4.4936646153065203</c:v>
                      </c:pt>
                      <c:pt idx="2371">
                        <c:v>4.5026502448827301</c:v>
                      </c:pt>
                      <c:pt idx="2372">
                        <c:v>4.5178975624033901</c:v>
                      </c:pt>
                      <c:pt idx="2373">
                        <c:v>4.61144751071157</c:v>
                      </c:pt>
                      <c:pt idx="2374">
                        <c:v>4.6819584984302196</c:v>
                      </c:pt>
                      <c:pt idx="2375">
                        <c:v>4.63474785704308</c:v>
                      </c:pt>
                      <c:pt idx="2376">
                        <c:v>4.6155798069684799</c:v>
                      </c:pt>
                      <c:pt idx="2377">
                        <c:v>4.6347566829734399</c:v>
                      </c:pt>
                      <c:pt idx="2378">
                        <c:v>4.6347566829734399</c:v>
                      </c:pt>
                      <c:pt idx="2379">
                        <c:v>4.6098840984635503</c:v>
                      </c:pt>
                      <c:pt idx="2380">
                        <c:v>4.6139948166691198</c:v>
                      </c:pt>
                      <c:pt idx="2381">
                        <c:v>4.6956772213036304</c:v>
                      </c:pt>
                      <c:pt idx="2382">
                        <c:v>4.7335313689057203</c:v>
                      </c:pt>
                      <c:pt idx="2383">
                        <c:v>4.6586827562431203</c:v>
                      </c:pt>
                      <c:pt idx="2384">
                        <c:v>4.7669968604447996</c:v>
                      </c:pt>
                      <c:pt idx="2385">
                        <c:v>4.7664096274357597</c:v>
                      </c:pt>
                      <c:pt idx="2386">
                        <c:v>4.8387812431557302</c:v>
                      </c:pt>
                      <c:pt idx="2387">
                        <c:v>4.8683680845541204</c:v>
                      </c:pt>
                      <c:pt idx="2388">
                        <c:v>4.9164492542363103</c:v>
                      </c:pt>
                      <c:pt idx="2389">
                        <c:v>5.0560270132729803</c:v>
                      </c:pt>
                      <c:pt idx="2390">
                        <c:v>5.0747964070158504</c:v>
                      </c:pt>
                      <c:pt idx="2391">
                        <c:v>5.3628388800800302</c:v>
                      </c:pt>
                      <c:pt idx="2392">
                        <c:v>5.3115715666184498</c:v>
                      </c:pt>
                      <c:pt idx="2393">
                        <c:v>5.3115715666184498</c:v>
                      </c:pt>
                      <c:pt idx="2394">
                        <c:v>5.5258069820290299</c:v>
                      </c:pt>
                      <c:pt idx="2395">
                        <c:v>5.8359010079752496</c:v>
                      </c:pt>
                      <c:pt idx="2396">
                        <c:v>6.0680319251733597</c:v>
                      </c:pt>
                      <c:pt idx="2397">
                        <c:v>5.9092814834710001</c:v>
                      </c:pt>
                      <c:pt idx="2398">
                        <c:v>5.9092814834710001</c:v>
                      </c:pt>
                      <c:pt idx="2399">
                        <c:v>6.0915831042248501</c:v>
                      </c:pt>
                      <c:pt idx="2400">
                        <c:v>6.2156457838687702</c:v>
                      </c:pt>
                      <c:pt idx="2401">
                        <c:v>6.1280909950580202</c:v>
                      </c:pt>
                      <c:pt idx="2402">
                        <c:v>5.9665311889196504</c:v>
                      </c:pt>
                      <c:pt idx="2403">
                        <c:v>6.0102322752989403</c:v>
                      </c:pt>
                      <c:pt idx="2404">
                        <c:v>6.0720833262312501</c:v>
                      </c:pt>
                      <c:pt idx="2405">
                        <c:v>6.1334290399156304</c:v>
                      </c:pt>
                      <c:pt idx="2406">
                        <c:v>6.5027098545483097</c:v>
                      </c:pt>
                      <c:pt idx="2407">
                        <c:v>6.6257838612001496</c:v>
                      </c:pt>
                      <c:pt idx="2408">
                        <c:v>7.04699944908874</c:v>
                      </c:pt>
                      <c:pt idx="2409">
                        <c:v>6.9329058760980997</c:v>
                      </c:pt>
                      <c:pt idx="2410">
                        <c:v>6.6905688029020602</c:v>
                      </c:pt>
                      <c:pt idx="2411">
                        <c:v>6.4611437556861198</c:v>
                      </c:pt>
                      <c:pt idx="2412">
                        <c:v>6.3902930013965999</c:v>
                      </c:pt>
                      <c:pt idx="2413">
                        <c:v>6.3902930013965999</c:v>
                      </c:pt>
                      <c:pt idx="2414">
                        <c:v>6.4052231373645503</c:v>
                      </c:pt>
                      <c:pt idx="2415">
                        <c:v>6.4434496848107203</c:v>
                      </c:pt>
                      <c:pt idx="2416">
                        <c:v>6.4245199225603002</c:v>
                      </c:pt>
                      <c:pt idx="2417">
                        <c:v>6.5325228654805798</c:v>
                      </c:pt>
                      <c:pt idx="2418">
                        <c:v>6.5319341356506397</c:v>
                      </c:pt>
                      <c:pt idx="2419">
                        <c:v>6.38613346652979</c:v>
                      </c:pt>
                      <c:pt idx="2420">
                        <c:v>6.3704967500315401</c:v>
                      </c:pt>
                      <c:pt idx="2421">
                        <c:v>6.1613522291655602</c:v>
                      </c:pt>
                      <c:pt idx="2422">
                        <c:v>6.1559418707855</c:v>
                      </c:pt>
                      <c:pt idx="2423">
                        <c:v>6.0897989017303802</c:v>
                      </c:pt>
                      <c:pt idx="2424">
                        <c:v>6.1755343197806196</c:v>
                      </c:pt>
                      <c:pt idx="2425">
                        <c:v>6.0985654675697898</c:v>
                      </c:pt>
                      <c:pt idx="2426">
                        <c:v>6.1853926284919698</c:v>
                      </c:pt>
                      <c:pt idx="2427">
                        <c:v>6.3922337374485902</c:v>
                      </c:pt>
                      <c:pt idx="2428">
                        <c:v>6.06615158236374</c:v>
                      </c:pt>
                      <c:pt idx="2429">
                        <c:v>6.1399416379520799</c:v>
                      </c:pt>
                      <c:pt idx="2430">
                        <c:v>6.3849285240112597</c:v>
                      </c:pt>
                      <c:pt idx="2431">
                        <c:v>6.4059804605272497</c:v>
                      </c:pt>
                      <c:pt idx="2432">
                        <c:v>6.3854278096865302</c:v>
                      </c:pt>
                      <c:pt idx="2433">
                        <c:v>6.4219691470860996</c:v>
                      </c:pt>
                      <c:pt idx="2434">
                        <c:v>6.4331728848392098</c:v>
                      </c:pt>
                      <c:pt idx="2435">
                        <c:v>6.5110432829356801</c:v>
                      </c:pt>
                      <c:pt idx="2436">
                        <c:v>6.4474816524077099</c:v>
                      </c:pt>
                      <c:pt idx="2437">
                        <c:v>6.3900753577963201</c:v>
                      </c:pt>
                      <c:pt idx="2438">
                        <c:v>6.2426901189448696</c:v>
                      </c:pt>
                      <c:pt idx="2439">
                        <c:v>6.3468976809698097</c:v>
                      </c:pt>
                      <c:pt idx="2440">
                        <c:v>6.3468976809698097</c:v>
                      </c:pt>
                      <c:pt idx="2441">
                        <c:v>6.2146899874623998</c:v>
                      </c:pt>
                      <c:pt idx="2442">
                        <c:v>6.1507998135685398</c:v>
                      </c:pt>
                      <c:pt idx="2443">
                        <c:v>6.2215258023566502</c:v>
                      </c:pt>
                      <c:pt idx="2444">
                        <c:v>6.4604891753495899</c:v>
                      </c:pt>
                      <c:pt idx="2445">
                        <c:v>6.4630381072396901</c:v>
                      </c:pt>
                      <c:pt idx="2446">
                        <c:v>6.5127569003029802</c:v>
                      </c:pt>
                      <c:pt idx="2447">
                        <c:v>6.61862963839509</c:v>
                      </c:pt>
                      <c:pt idx="2448">
                        <c:v>6.61862963839509</c:v>
                      </c:pt>
                      <c:pt idx="2449">
                        <c:v>6.64496577073926</c:v>
                      </c:pt>
                      <c:pt idx="2450">
                        <c:v>6.7057324698903598</c:v>
                      </c:pt>
                      <c:pt idx="2451">
                        <c:v>6.6768581209629296</c:v>
                      </c:pt>
                      <c:pt idx="2452">
                        <c:v>6.6502376554756797</c:v>
                      </c:pt>
                      <c:pt idx="2453">
                        <c:v>6.6430540861095499</c:v>
                      </c:pt>
                      <c:pt idx="2454">
                        <c:v>6.8171037291068997</c:v>
                      </c:pt>
                      <c:pt idx="2455">
                        <c:v>6.7627231060630599</c:v>
                      </c:pt>
                      <c:pt idx="2456">
                        <c:v>6.7655543605715396</c:v>
                      </c:pt>
                      <c:pt idx="2457">
                        <c:v>6.7955667026061004</c:v>
                      </c:pt>
                      <c:pt idx="2458">
                        <c:v>6.7428962357878302</c:v>
                      </c:pt>
                      <c:pt idx="2459">
                        <c:v>6.8098845924269797</c:v>
                      </c:pt>
                      <c:pt idx="2460">
                        <c:v>6.82386436067587</c:v>
                      </c:pt>
                      <c:pt idx="2461">
                        <c:v>6.7932282515289604</c:v>
                      </c:pt>
                      <c:pt idx="2462">
                        <c:v>6.68630276314199</c:v>
                      </c:pt>
                      <c:pt idx="2463">
                        <c:v>6.7247170881868099</c:v>
                      </c:pt>
                      <c:pt idx="2464">
                        <c:v>6.6157048873963804</c:v>
                      </c:pt>
                      <c:pt idx="2465">
                        <c:v>6.5279737795952997</c:v>
                      </c:pt>
                      <c:pt idx="2466">
                        <c:v>6.4622344594161598</c:v>
                      </c:pt>
                      <c:pt idx="2467">
                        <c:v>6.3953361091727201</c:v>
                      </c:pt>
                      <c:pt idx="2468">
                        <c:v>6.3223057876737299</c:v>
                      </c:pt>
                      <c:pt idx="2469">
                        <c:v>6.54949902491839</c:v>
                      </c:pt>
                      <c:pt idx="2470">
                        <c:v>6.5471630592195798</c:v>
                      </c:pt>
                      <c:pt idx="2471">
                        <c:v>6.44825998768113</c:v>
                      </c:pt>
                      <c:pt idx="2472">
                        <c:v>6.3771292935049297</c:v>
                      </c:pt>
                      <c:pt idx="2473">
                        <c:v>6.3804356734939898</c:v>
                      </c:pt>
                      <c:pt idx="2474">
                        <c:v>6.4208761533005401</c:v>
                      </c:pt>
                      <c:pt idx="2475">
                        <c:v>6.3966702324412896</c:v>
                      </c:pt>
                      <c:pt idx="2476">
                        <c:v>6.3853742001446303</c:v>
                      </c:pt>
                      <c:pt idx="2477">
                        <c:v>6.1273796928782396</c:v>
                      </c:pt>
                      <c:pt idx="2478">
                        <c:v>6.4307963295202999</c:v>
                      </c:pt>
                      <c:pt idx="2479">
                        <c:v>6.4987710678241601</c:v>
                      </c:pt>
                      <c:pt idx="2480">
                        <c:v>6.46829010914891</c:v>
                      </c:pt>
                      <c:pt idx="2481">
                        <c:v>6.4998276791045599</c:v>
                      </c:pt>
                      <c:pt idx="2482">
                        <c:v>6.44019409147809</c:v>
                      </c:pt>
                      <c:pt idx="2483">
                        <c:v>6.3681915293931697</c:v>
                      </c:pt>
                      <c:pt idx="2484">
                        <c:v>6.39039630995011</c:v>
                      </c:pt>
                      <c:pt idx="2485">
                        <c:v>6.47071993210223</c:v>
                      </c:pt>
                      <c:pt idx="2486">
                        <c:v>6.4133582512247704</c:v>
                      </c:pt>
                      <c:pt idx="2487">
                        <c:v>6.38441190681674</c:v>
                      </c:pt>
                      <c:pt idx="2488">
                        <c:v>6.38441190681674</c:v>
                      </c:pt>
                      <c:pt idx="2489">
                        <c:v>6.3199268341799897</c:v>
                      </c:pt>
                      <c:pt idx="2490">
                        <c:v>6.4149251733570702</c:v>
                      </c:pt>
                      <c:pt idx="2491">
                        <c:v>6.2941594704948098</c:v>
                      </c:pt>
                      <c:pt idx="2492">
                        <c:v>6.2576606266202797</c:v>
                      </c:pt>
                      <c:pt idx="2493">
                        <c:v>6.2402192294737198</c:v>
                      </c:pt>
                      <c:pt idx="2494">
                        <c:v>6.3488475082872702</c:v>
                      </c:pt>
                      <c:pt idx="2495">
                        <c:v>6.0623778578476797</c:v>
                      </c:pt>
                      <c:pt idx="2496">
                        <c:v>5.9336377091117098</c:v>
                      </c:pt>
                      <c:pt idx="2497">
                        <c:v>5.94820416854198</c:v>
                      </c:pt>
                      <c:pt idx="2498">
                        <c:v>6.1193608819540604</c:v>
                      </c:pt>
                      <c:pt idx="2499">
                        <c:v>6.1223024320913</c:v>
                      </c:pt>
                      <c:pt idx="2500">
                        <c:v>6.0680887184763801</c:v>
                      </c:pt>
                      <c:pt idx="2501">
                        <c:v>6.1528723265234397</c:v>
                      </c:pt>
                      <c:pt idx="2502">
                        <c:v>6.3364902093833901</c:v>
                      </c:pt>
                      <c:pt idx="2503">
                        <c:v>6.3364902093833901</c:v>
                      </c:pt>
                      <c:pt idx="2504">
                        <c:v>6.4124771343414597</c:v>
                      </c:pt>
                      <c:pt idx="2505">
                        <c:v>6.33332277717453</c:v>
                      </c:pt>
                      <c:pt idx="2506">
                        <c:v>6.3178742424037999</c:v>
                      </c:pt>
                      <c:pt idx="2507">
                        <c:v>6.5309604844972098</c:v>
                      </c:pt>
                      <c:pt idx="2508">
                        <c:v>6.5309604844972098</c:v>
                      </c:pt>
                      <c:pt idx="2509">
                        <c:v>6.5975344504395004</c:v>
                      </c:pt>
                      <c:pt idx="2510">
                        <c:v>6.5100117996033804</c:v>
                      </c:pt>
                      <c:pt idx="2511">
                        <c:v>6.4922679175554396</c:v>
                      </c:pt>
                      <c:pt idx="2512">
                        <c:v>6.4125825559479397</c:v>
                      </c:pt>
                      <c:pt idx="2513">
                        <c:v>6.3535333917505596</c:v>
                      </c:pt>
                      <c:pt idx="2514">
                        <c:v>6.3212172781028304</c:v>
                      </c:pt>
                      <c:pt idx="2515">
                        <c:v>6.3138538698170299</c:v>
                      </c:pt>
                      <c:pt idx="2516">
                        <c:v>6.4231952655676503</c:v>
                      </c:pt>
                      <c:pt idx="2517">
                        <c:v>6.2761940153242604</c:v>
                      </c:pt>
                      <c:pt idx="2518">
                        <c:v>6.3085878292614597</c:v>
                      </c:pt>
                      <c:pt idx="2519">
                        <c:v>6.2916144362988202</c:v>
                      </c:pt>
                      <c:pt idx="2520">
                        <c:v>6.3045861942359398</c:v>
                      </c:pt>
                      <c:pt idx="2521">
                        <c:v>6.3094910089180596</c:v>
                      </c:pt>
                      <c:pt idx="2522">
                        <c:v>6.3175195127276096</c:v>
                      </c:pt>
                      <c:pt idx="2523">
                        <c:v>6.3595823902543502</c:v>
                      </c:pt>
                      <c:pt idx="2524">
                        <c:v>6.3820102085510797</c:v>
                      </c:pt>
                      <c:pt idx="2525">
                        <c:v>6.4474072062855203</c:v>
                      </c:pt>
                      <c:pt idx="2526">
                        <c:v>6.4502314846512299</c:v>
                      </c:pt>
                      <c:pt idx="2527">
                        <c:v>6.2987670842875101</c:v>
                      </c:pt>
                      <c:pt idx="2528">
                        <c:v>6.2177527046096399</c:v>
                      </c:pt>
                      <c:pt idx="2529">
                        <c:v>6.2174627424578102</c:v>
                      </c:pt>
                      <c:pt idx="2530">
                        <c:v>6.2279412693426899</c:v>
                      </c:pt>
                      <c:pt idx="2531">
                        <c:v>6.3195215519424304</c:v>
                      </c:pt>
                      <c:pt idx="2532">
                        <c:v>6.3114717835134702</c:v>
                      </c:pt>
                      <c:pt idx="2533">
                        <c:v>6.2757127549554301</c:v>
                      </c:pt>
                      <c:pt idx="2534">
                        <c:v>6.2868767584479404</c:v>
                      </c:pt>
                      <c:pt idx="2535">
                        <c:v>6.28445285259368</c:v>
                      </c:pt>
                      <c:pt idx="2536">
                        <c:v>6.3150073325512297</c:v>
                      </c:pt>
                      <c:pt idx="2537">
                        <c:v>6.2542718775371204</c:v>
                      </c:pt>
                      <c:pt idx="2538">
                        <c:v>6.1696616438880101</c:v>
                      </c:pt>
                      <c:pt idx="2539">
                        <c:v>6.1559041596884301</c:v>
                      </c:pt>
                      <c:pt idx="2540">
                        <c:v>6.1559041596884301</c:v>
                      </c:pt>
                      <c:pt idx="2541">
                        <c:v>6.0610387769227998</c:v>
                      </c:pt>
                      <c:pt idx="2542">
                        <c:v>6.1293008209488402</c:v>
                      </c:pt>
                      <c:pt idx="2543">
                        <c:v>6.2703278018269302</c:v>
                      </c:pt>
                      <c:pt idx="2544">
                        <c:v>6.2703278018269302</c:v>
                      </c:pt>
                      <c:pt idx="2545">
                        <c:v>6.2703278018269302</c:v>
                      </c:pt>
                      <c:pt idx="2546">
                        <c:v>6.2993383962175704</c:v>
                      </c:pt>
                      <c:pt idx="2547">
                        <c:v>6.2257987734953204</c:v>
                      </c:pt>
                      <c:pt idx="2548">
                        <c:v>6.2257987734953204</c:v>
                      </c:pt>
                      <c:pt idx="2549">
                        <c:v>6.2919150846716096</c:v>
                      </c:pt>
                      <c:pt idx="2550">
                        <c:v>6.2744236025990698</c:v>
                      </c:pt>
                      <c:pt idx="2551">
                        <c:v>6.2499833053582501</c:v>
                      </c:pt>
                      <c:pt idx="2552">
                        <c:v>6.2150359723529798</c:v>
                      </c:pt>
                      <c:pt idx="2553">
                        <c:v>6.1973099080301202</c:v>
                      </c:pt>
                      <c:pt idx="2554">
                        <c:v>6.1887669902726401</c:v>
                      </c:pt>
                      <c:pt idx="2555">
                        <c:v>6.1649426231954401</c:v>
                      </c:pt>
                      <c:pt idx="2556">
                        <c:v>6.1534627588886499</c:v>
                      </c:pt>
                      <c:pt idx="2557">
                        <c:v>6.1912335727536298</c:v>
                      </c:pt>
                      <c:pt idx="2558">
                        <c:v>6.2071132539888199</c:v>
                      </c:pt>
                      <c:pt idx="2559">
                        <c:v>6.2230932318422099</c:v>
                      </c:pt>
                      <c:pt idx="2560">
                        <c:v>6.1964048922217003</c:v>
                      </c:pt>
                      <c:pt idx="2561">
                        <c:v>6.2015822540451602</c:v>
                      </c:pt>
                      <c:pt idx="2562">
                        <c:v>6.2722033149177996</c:v>
                      </c:pt>
                      <c:pt idx="2563">
                        <c:v>6.1888305418869303</c:v>
                      </c:pt>
                      <c:pt idx="2564">
                        <c:v>6.2697605498901297</c:v>
                      </c:pt>
                      <c:pt idx="2565">
                        <c:v>6.3838628976320502</c:v>
                      </c:pt>
                      <c:pt idx="2566">
                        <c:v>6.4237225676681904</c:v>
                      </c:pt>
                      <c:pt idx="2567">
                        <c:v>6.6251996369439796</c:v>
                      </c:pt>
                      <c:pt idx="2568">
                        <c:v>6.65207491046288</c:v>
                      </c:pt>
                      <c:pt idx="2569">
                        <c:v>6.6506766809866802</c:v>
                      </c:pt>
                      <c:pt idx="2570">
                        <c:v>6.6268587526174896</c:v>
                      </c:pt>
                      <c:pt idx="2571">
                        <c:v>6.5960906743030598</c:v>
                      </c:pt>
                      <c:pt idx="2572">
                        <c:v>6.5806190492611503</c:v>
                      </c:pt>
                      <c:pt idx="2573">
                        <c:v>6.5531585013929901</c:v>
                      </c:pt>
                      <c:pt idx="2574">
                        <c:v>6.5214630846422299</c:v>
                      </c:pt>
                      <c:pt idx="2575">
                        <c:v>6.4998185724781097</c:v>
                      </c:pt>
                      <c:pt idx="2576">
                        <c:v>6.5462357020605602</c:v>
                      </c:pt>
                      <c:pt idx="2577">
                        <c:v>6.5300225958749198</c:v>
                      </c:pt>
                      <c:pt idx="2578">
                        <c:v>6.5171422658751199</c:v>
                      </c:pt>
                      <c:pt idx="2579">
                        <c:v>6.5402518354529802</c:v>
                      </c:pt>
                      <c:pt idx="2580">
                        <c:v>6.5953253099994003</c:v>
                      </c:pt>
                      <c:pt idx="2581">
                        <c:v>6.6801142787783698</c:v>
                      </c:pt>
                      <c:pt idx="2582">
                        <c:v>6.6226781088262801</c:v>
                      </c:pt>
                      <c:pt idx="2583">
                        <c:v>6.6423634805960701</c:v>
                      </c:pt>
                      <c:pt idx="2584">
                        <c:v>6.6369629227667302</c:v>
                      </c:pt>
                      <c:pt idx="2585">
                        <c:v>6.6383193364936401</c:v>
                      </c:pt>
                      <c:pt idx="2586">
                        <c:v>6.6407510655819504</c:v>
                      </c:pt>
                      <c:pt idx="2587">
                        <c:v>6.6157119113838698</c:v>
                      </c:pt>
                      <c:pt idx="2588">
                        <c:v>6.6104874670058704</c:v>
                      </c:pt>
                      <c:pt idx="2589">
                        <c:v>6.5846776438045902</c:v>
                      </c:pt>
                      <c:pt idx="2590">
                        <c:v>6.5715385517295104</c:v>
                      </c:pt>
                      <c:pt idx="2591">
                        <c:v>6.5071030012813003</c:v>
                      </c:pt>
                      <c:pt idx="2592">
                        <c:v>6.5237470490050598</c:v>
                      </c:pt>
                      <c:pt idx="2593">
                        <c:v>6.5394015253499704</c:v>
                      </c:pt>
                      <c:pt idx="2594">
                        <c:v>6.5245426427870896</c:v>
                      </c:pt>
                      <c:pt idx="2595">
                        <c:v>6.5141448232490902</c:v>
                      </c:pt>
                      <c:pt idx="2596">
                        <c:v>6.5002676010751799</c:v>
                      </c:pt>
                      <c:pt idx="2597">
                        <c:v>6.5024825123979904</c:v>
                      </c:pt>
                      <c:pt idx="2598">
                        <c:v>6.4694703300696101</c:v>
                      </c:pt>
                      <c:pt idx="2599">
                        <c:v>6.5089923913324403</c:v>
                      </c:pt>
                      <c:pt idx="2600">
                        <c:v>6.3834714505762697</c:v>
                      </c:pt>
                      <c:pt idx="2601">
                        <c:v>6.1719092869011201</c:v>
                      </c:pt>
                      <c:pt idx="2602">
                        <c:v>6.1556903084248802</c:v>
                      </c:pt>
                      <c:pt idx="2603">
                        <c:v>6.1556903084248802</c:v>
                      </c:pt>
                      <c:pt idx="2604">
                        <c:v>6.1452307777964297</c:v>
                      </c:pt>
                      <c:pt idx="2605">
                        <c:v>5.9740938187258399</c:v>
                      </c:pt>
                      <c:pt idx="2606">
                        <c:v>5.9168445112234602</c:v>
                      </c:pt>
                      <c:pt idx="2607">
                        <c:v>5.9311326895552998</c:v>
                      </c:pt>
                      <c:pt idx="2608">
                        <c:v>5.9285424641831996</c:v>
                      </c:pt>
                      <c:pt idx="2609">
                        <c:v>5.8828361713116903</c:v>
                      </c:pt>
                      <c:pt idx="2610">
                        <c:v>5.9070064886098903</c:v>
                      </c:pt>
                      <c:pt idx="2611">
                        <c:v>5.8978330196161899</c:v>
                      </c:pt>
                      <c:pt idx="2612">
                        <c:v>5.8631286158531202</c:v>
                      </c:pt>
                      <c:pt idx="2613">
                        <c:v>5.8176155750535301</c:v>
                      </c:pt>
                      <c:pt idx="2614">
                        <c:v>5.7040559668792401</c:v>
                      </c:pt>
                      <c:pt idx="2615">
                        <c:v>5.7039099970517304</c:v>
                      </c:pt>
                      <c:pt idx="2616">
                        <c:v>5.7204189393582796</c:v>
                      </c:pt>
                      <c:pt idx="2617">
                        <c:v>5.7158466403243198</c:v>
                      </c:pt>
                      <c:pt idx="2618">
                        <c:v>5.7115459430543902</c:v>
                      </c:pt>
                      <c:pt idx="2619">
                        <c:v>5.7363674463093304</c:v>
                      </c:pt>
                      <c:pt idx="2620">
                        <c:v>5.7543367169154598</c:v>
                      </c:pt>
                      <c:pt idx="2621">
                        <c:v>5.7543367169154598</c:v>
                      </c:pt>
                      <c:pt idx="2622">
                        <c:v>5.7543367169154598</c:v>
                      </c:pt>
                      <c:pt idx="2623">
                        <c:v>5.7346752973587796</c:v>
                      </c:pt>
                      <c:pt idx="2624">
                        <c:v>5.7633008670955999</c:v>
                      </c:pt>
                      <c:pt idx="2625">
                        <c:v>5.8289185241820203</c:v>
                      </c:pt>
                      <c:pt idx="2626">
                        <c:v>5.9031813863050697</c:v>
                      </c:pt>
                      <c:pt idx="2627">
                        <c:v>5.8842636896901501</c:v>
                      </c:pt>
                      <c:pt idx="2628">
                        <c:v>6.0635213279729197</c:v>
                      </c:pt>
                      <c:pt idx="2629">
                        <c:v>6.0388677002735296</c:v>
                      </c:pt>
                      <c:pt idx="2630">
                        <c:v>6.0264714569280597</c:v>
                      </c:pt>
                      <c:pt idx="2631">
                        <c:v>6.0264714569280597</c:v>
                      </c:pt>
                      <c:pt idx="2632">
                        <c:v>6.0460126560961198</c:v>
                      </c:pt>
                      <c:pt idx="2633">
                        <c:v>6.0434589821152596</c:v>
                      </c:pt>
                      <c:pt idx="2634">
                        <c:v>6.0783508328417897</c:v>
                      </c:pt>
                      <c:pt idx="2635">
                        <c:v>6.04086138943783</c:v>
                      </c:pt>
                      <c:pt idx="2636">
                        <c:v>5.9776909907504097</c:v>
                      </c:pt>
                      <c:pt idx="2637">
                        <c:v>5.9991624594801802</c:v>
                      </c:pt>
                      <c:pt idx="2638">
                        <c:v>6.0129584654246804</c:v>
                      </c:pt>
                      <c:pt idx="2639">
                        <c:v>6.0561768314272397</c:v>
                      </c:pt>
                      <c:pt idx="2640">
                        <c:v>6.0847529075532103</c:v>
                      </c:pt>
                      <c:pt idx="2641">
                        <c:v>6.1503712057603801</c:v>
                      </c:pt>
                      <c:pt idx="2642">
                        <c:v>6.0990110406172402</c:v>
                      </c:pt>
                      <c:pt idx="2643">
                        <c:v>6.1438450225091499</c:v>
                      </c:pt>
                      <c:pt idx="2644">
                        <c:v>6.0773912034071804</c:v>
                      </c:pt>
                      <c:pt idx="2645">
                        <c:v>6.07875692900339</c:v>
                      </c:pt>
                      <c:pt idx="2646">
                        <c:v>6.0263815190405197</c:v>
                      </c:pt>
                      <c:pt idx="2647">
                        <c:v>6.0135098765957498</c:v>
                      </c:pt>
                      <c:pt idx="2648">
                        <c:v>6.0365921811373298</c:v>
                      </c:pt>
                      <c:pt idx="2649">
                        <c:v>6.0756865999313696</c:v>
                      </c:pt>
                      <c:pt idx="2650">
                        <c:v>6.0244040072099203</c:v>
                      </c:pt>
                      <c:pt idx="2651">
                        <c:v>6.0654259275509697</c:v>
                      </c:pt>
                      <c:pt idx="2652">
                        <c:v>6.0517307007965497</c:v>
                      </c:pt>
                      <c:pt idx="2653">
                        <c:v>6.0517307007965497</c:v>
                      </c:pt>
                      <c:pt idx="2654">
                        <c:v>6.0401707915871201</c:v>
                      </c:pt>
                      <c:pt idx="2655">
                        <c:v>6.0749937768876396</c:v>
                      </c:pt>
                      <c:pt idx="2656">
                        <c:v>6.0378547657313097</c:v>
                      </c:pt>
                      <c:pt idx="2657">
                        <c:v>6.0011980355618402</c:v>
                      </c:pt>
                      <c:pt idx="2658">
                        <c:v>6.01534852436198</c:v>
                      </c:pt>
                      <c:pt idx="2659">
                        <c:v>6.0286020797310602</c:v>
                      </c:pt>
                      <c:pt idx="2660">
                        <c:v>6.00842751309421</c:v>
                      </c:pt>
                      <c:pt idx="2661">
                        <c:v>6.0330923167090598</c:v>
                      </c:pt>
                      <c:pt idx="2662">
                        <c:v>6.0319887487172901</c:v>
                      </c:pt>
                      <c:pt idx="2663">
                        <c:v>6.0894029273078099</c:v>
                      </c:pt>
                      <c:pt idx="2664">
                        <c:v>6.2628276813620101</c:v>
                      </c:pt>
                      <c:pt idx="2665">
                        <c:v>6.2782543514721798</c:v>
                      </c:pt>
                      <c:pt idx="2666">
                        <c:v>6.2345498878002896</c:v>
                      </c:pt>
                      <c:pt idx="2667">
                        <c:v>6.2408750343103501</c:v>
                      </c:pt>
                      <c:pt idx="2668">
                        <c:v>6.2408750343103501</c:v>
                      </c:pt>
                      <c:pt idx="2669">
                        <c:v>6.2135510869571604</c:v>
                      </c:pt>
                      <c:pt idx="2670">
                        <c:v>6.2540881023704298</c:v>
                      </c:pt>
                      <c:pt idx="2671">
                        <c:v>6.25922052564019</c:v>
                      </c:pt>
                      <c:pt idx="2672">
                        <c:v>6.24222622946023</c:v>
                      </c:pt>
                      <c:pt idx="2673">
                        <c:v>6.24222622946023</c:v>
                      </c:pt>
                      <c:pt idx="2674">
                        <c:v>6.25712646874649</c:v>
                      </c:pt>
                      <c:pt idx="2675">
                        <c:v>6.28343531501974</c:v>
                      </c:pt>
                      <c:pt idx="2676">
                        <c:v>6.36103976313529</c:v>
                      </c:pt>
                      <c:pt idx="2677">
                        <c:v>6.2845643838210901</c:v>
                      </c:pt>
                      <c:pt idx="2678">
                        <c:v>6.2559187345972997</c:v>
                      </c:pt>
                      <c:pt idx="2679">
                        <c:v>6.2452017910168802</c:v>
                      </c:pt>
                      <c:pt idx="2680">
                        <c:v>6.2900853361045899</c:v>
                      </c:pt>
                      <c:pt idx="2681">
                        <c:v>6.2814977074999598</c:v>
                      </c:pt>
                      <c:pt idx="2682">
                        <c:v>6.2704726081322404</c:v>
                      </c:pt>
                      <c:pt idx="2683">
                        <c:v>6.23719470017436</c:v>
                      </c:pt>
                      <c:pt idx="2684">
                        <c:v>6.2643189417075602</c:v>
                      </c:pt>
                      <c:pt idx="2685">
                        <c:v>6.2565101900098501</c:v>
                      </c:pt>
                      <c:pt idx="2686">
                        <c:v>6.2080727464282504</c:v>
                      </c:pt>
                      <c:pt idx="2687">
                        <c:v>6.2496643054613497</c:v>
                      </c:pt>
                      <c:pt idx="2688">
                        <c:v>6.2791036054862097</c:v>
                      </c:pt>
                      <c:pt idx="2689">
                        <c:v>6.1804716441602796</c:v>
                      </c:pt>
                      <c:pt idx="2690">
                        <c:v>6.1862672365587397</c:v>
                      </c:pt>
                      <c:pt idx="2691">
                        <c:v>6.14661088397144</c:v>
                      </c:pt>
                      <c:pt idx="2692">
                        <c:v>6.1512094613179302</c:v>
                      </c:pt>
                      <c:pt idx="2693">
                        <c:v>6.0967344304896196</c:v>
                      </c:pt>
                      <c:pt idx="2694">
                        <c:v>6.1165826166470403</c:v>
                      </c:pt>
                      <c:pt idx="2695">
                        <c:v>6.1997152073895503</c:v>
                      </c:pt>
                      <c:pt idx="2696">
                        <c:v>6.25674953766028</c:v>
                      </c:pt>
                      <c:pt idx="2697">
                        <c:v>6.1879380186449104</c:v>
                      </c:pt>
                      <c:pt idx="2698">
                        <c:v>6.2268375204718698</c:v>
                      </c:pt>
                      <c:pt idx="2699">
                        <c:v>6.24663528968932</c:v>
                      </c:pt>
                      <c:pt idx="2700">
                        <c:v>6.2121546802643302</c:v>
                      </c:pt>
                      <c:pt idx="2701">
                        <c:v>6.2121546802643302</c:v>
                      </c:pt>
                      <c:pt idx="2702">
                        <c:v>6.2398333606565002</c:v>
                      </c:pt>
                      <c:pt idx="2703">
                        <c:v>6.2310853074483799</c:v>
                      </c:pt>
                      <c:pt idx="2704">
                        <c:v>6.2215087797334698</c:v>
                      </c:pt>
                      <c:pt idx="2705">
                        <c:v>6.2039609023109303</c:v>
                      </c:pt>
                      <c:pt idx="2706">
                        <c:v>6.2069011101741101</c:v>
                      </c:pt>
                      <c:pt idx="2707">
                        <c:v>6.1139757644323698</c:v>
                      </c:pt>
                      <c:pt idx="2708">
                        <c:v>6.1139757644323698</c:v>
                      </c:pt>
                      <c:pt idx="2709">
                        <c:v>6.11966858135676</c:v>
                      </c:pt>
                      <c:pt idx="2710">
                        <c:v>6.11123779053883</c:v>
                      </c:pt>
                      <c:pt idx="2711">
                        <c:v>6.1225174513792604</c:v>
                      </c:pt>
                      <c:pt idx="2712">
                        <c:v>6.1338174539756602</c:v>
                      </c:pt>
                      <c:pt idx="2713">
                        <c:v>6.1322807898971696</c:v>
                      </c:pt>
                      <c:pt idx="2714">
                        <c:v>6.0826992852812296</c:v>
                      </c:pt>
                      <c:pt idx="2715">
                        <c:v>6.0593865425714801</c:v>
                      </c:pt>
                      <c:pt idx="2716">
                        <c:v>6.0306684006526803</c:v>
                      </c:pt>
                      <c:pt idx="2717">
                        <c:v>5.9916975495057496</c:v>
                      </c:pt>
                      <c:pt idx="2718">
                        <c:v>5.9491026795397204</c:v>
                      </c:pt>
                      <c:pt idx="2719">
                        <c:v>6.0030108624564402</c:v>
                      </c:pt>
                      <c:pt idx="2720">
                        <c:v>5.9998670917474204</c:v>
                      </c:pt>
                      <c:pt idx="2721">
                        <c:v>5.9885264173843398</c:v>
                      </c:pt>
                      <c:pt idx="2722">
                        <c:v>5.9708116458705804</c:v>
                      </c:pt>
                      <c:pt idx="2723">
                        <c:v>5.9728058430364497</c:v>
                      </c:pt>
                      <c:pt idx="2724">
                        <c:v>6.0356678471623404</c:v>
                      </c:pt>
                      <c:pt idx="2725">
                        <c:v>6.0584131385769702</c:v>
                      </c:pt>
                      <c:pt idx="2726">
                        <c:v>6.0535133495912898</c:v>
                      </c:pt>
                      <c:pt idx="2727">
                        <c:v>6.087700621642</c:v>
                      </c:pt>
                      <c:pt idx="2728">
                        <c:v>6.0840117803227098</c:v>
                      </c:pt>
                      <c:pt idx="2729">
                        <c:v>6.0645073519731998</c:v>
                      </c:pt>
                      <c:pt idx="2730">
                        <c:v>6.0157186660015496</c:v>
                      </c:pt>
                      <c:pt idx="2731">
                        <c:v>6.0274522618158199</c:v>
                      </c:pt>
                      <c:pt idx="2732">
                        <c:v>6.0146917437533398</c:v>
                      </c:pt>
                      <c:pt idx="2733">
                        <c:v>6.0155124127715096</c:v>
                      </c:pt>
                      <c:pt idx="2734">
                        <c:v>6.0370301483667799</c:v>
                      </c:pt>
                      <c:pt idx="2735">
                        <c:v>6.0656196807102898</c:v>
                      </c:pt>
                      <c:pt idx="2736">
                        <c:v>6.0794954166548898</c:v>
                      </c:pt>
                      <c:pt idx="2737">
                        <c:v>6.1056071248954602</c:v>
                      </c:pt>
                      <c:pt idx="2738">
                        <c:v>6.1809863537824796</c:v>
                      </c:pt>
                      <c:pt idx="2739">
                        <c:v>6.2190635365500704</c:v>
                      </c:pt>
                      <c:pt idx="2740">
                        <c:v>6.1599273333042204</c:v>
                      </c:pt>
                      <c:pt idx="2741">
                        <c:v>6.1662601944532698</c:v>
                      </c:pt>
                      <c:pt idx="2742">
                        <c:v>6.1602774012646604</c:v>
                      </c:pt>
                      <c:pt idx="2743">
                        <c:v>6.1339995292467799</c:v>
                      </c:pt>
                      <c:pt idx="2744">
                        <c:v>6.1295857893166099</c:v>
                      </c:pt>
                      <c:pt idx="2745">
                        <c:v>6.1407731115457898</c:v>
                      </c:pt>
                      <c:pt idx="2746">
                        <c:v>6.1047780447431297</c:v>
                      </c:pt>
                      <c:pt idx="2747">
                        <c:v>6.14406837342377</c:v>
                      </c:pt>
                      <c:pt idx="2748">
                        <c:v>6.14406837342377</c:v>
                      </c:pt>
                      <c:pt idx="2749">
                        <c:v>6.0904522394922704</c:v>
                      </c:pt>
                      <c:pt idx="2750">
                        <c:v>6.0444681875920701</c:v>
                      </c:pt>
                      <c:pt idx="2751">
                        <c:v>6.0881373436805104</c:v>
                      </c:pt>
                      <c:pt idx="2752">
                        <c:v>6.03695645796798</c:v>
                      </c:pt>
                      <c:pt idx="2753">
                        <c:v>6.0319569210552704</c:v>
                      </c:pt>
                      <c:pt idx="2754">
                        <c:v>6.0112779399426204</c:v>
                      </c:pt>
                      <c:pt idx="2755">
                        <c:v>6.01784944615037</c:v>
                      </c:pt>
                      <c:pt idx="2756">
                        <c:v>6.0155014622257701</c:v>
                      </c:pt>
                      <c:pt idx="2757">
                        <c:v>6.0108748912032404</c:v>
                      </c:pt>
                      <c:pt idx="2758">
                        <c:v>6.0231373122478304</c:v>
                      </c:pt>
                      <c:pt idx="2759">
                        <c:v>5.9752099431274903</c:v>
                      </c:pt>
                      <c:pt idx="2760">
                        <c:v>5.9288357418314996</c:v>
                      </c:pt>
                      <c:pt idx="2761">
                        <c:v>5.9168757056447099</c:v>
                      </c:pt>
                      <c:pt idx="2762">
                        <c:v>5.90082271510515</c:v>
                      </c:pt>
                      <c:pt idx="2763">
                        <c:v>5.90082271510515</c:v>
                      </c:pt>
                      <c:pt idx="2764">
                        <c:v>5.88125308232864</c:v>
                      </c:pt>
                      <c:pt idx="2765">
                        <c:v>5.8150595198401502</c:v>
                      </c:pt>
                      <c:pt idx="2766">
                        <c:v>5.8122212240783604</c:v>
                      </c:pt>
                      <c:pt idx="2767">
                        <c:v>5.79099862092108</c:v>
                      </c:pt>
                      <c:pt idx="2768">
                        <c:v>5.7634683861796097</c:v>
                      </c:pt>
                      <c:pt idx="2769">
                        <c:v>5.7814102857048102</c:v>
                      </c:pt>
                      <c:pt idx="2770">
                        <c:v>5.7282830739557999</c:v>
                      </c:pt>
                      <c:pt idx="2771">
                        <c:v>5.7273718002856304</c:v>
                      </c:pt>
                      <c:pt idx="2772">
                        <c:v>5.7729501585945302</c:v>
                      </c:pt>
                      <c:pt idx="2773">
                        <c:v>5.7729501585945302</c:v>
                      </c:pt>
                      <c:pt idx="2774">
                        <c:v>5.7439482342172701</c:v>
                      </c:pt>
                      <c:pt idx="2775">
                        <c:v>5.7409156056485697</c:v>
                      </c:pt>
                      <c:pt idx="2776">
                        <c:v>5.6745429468791801</c:v>
                      </c:pt>
                      <c:pt idx="2777">
                        <c:v>5.65402335992004</c:v>
                      </c:pt>
                      <c:pt idx="2778">
                        <c:v>5.6577901615469699</c:v>
                      </c:pt>
                      <c:pt idx="2779">
                        <c:v>5.6547613937059804</c:v>
                      </c:pt>
                      <c:pt idx="2780">
                        <c:v>5.6708266415346298</c:v>
                      </c:pt>
                      <c:pt idx="2781">
                        <c:v>5.7126231112785799</c:v>
                      </c:pt>
                      <c:pt idx="2782">
                        <c:v>5.68863503562938</c:v>
                      </c:pt>
                      <c:pt idx="2783">
                        <c:v>5.6813886253466803</c:v>
                      </c:pt>
                      <c:pt idx="2784">
                        <c:v>5.7071026237450697</c:v>
                      </c:pt>
                      <c:pt idx="2785">
                        <c:v>5.6939266690140196</c:v>
                      </c:pt>
                      <c:pt idx="2786">
                        <c:v>5.7381744056653998</c:v>
                      </c:pt>
                      <c:pt idx="2787">
                        <c:v>5.8090711511284399</c:v>
                      </c:pt>
                      <c:pt idx="2788">
                        <c:v>5.8090711511284399</c:v>
                      </c:pt>
                      <c:pt idx="2789">
                        <c:v>5.9216812708459097</c:v>
                      </c:pt>
                      <c:pt idx="2790">
                        <c:v>6.1356039424797704</c:v>
                      </c:pt>
                      <c:pt idx="2791">
                        <c:v>6.1552136860011899</c:v>
                      </c:pt>
                      <c:pt idx="2792">
                        <c:v>6.1233022078132997</c:v>
                      </c:pt>
                      <c:pt idx="2793">
                        <c:v>6.2046334785350403</c:v>
                      </c:pt>
                      <c:pt idx="2794">
                        <c:v>6.3494078104793203</c:v>
                      </c:pt>
                      <c:pt idx="2795">
                        <c:v>6.3083552932592699</c:v>
                      </c:pt>
                      <c:pt idx="2796">
                        <c:v>6.2401802674259299</c:v>
                      </c:pt>
                      <c:pt idx="2797">
                        <c:v>6.2757489326744702</c:v>
                      </c:pt>
                      <c:pt idx="2798">
                        <c:v>6.3118896894494103</c:v>
                      </c:pt>
                      <c:pt idx="2799">
                        <c:v>6.3695051153761399</c:v>
                      </c:pt>
                      <c:pt idx="2800">
                        <c:v>6.3154854366845701</c:v>
                      </c:pt>
                      <c:pt idx="2801">
                        <c:v>6.3154854366845701</c:v>
                      </c:pt>
                      <c:pt idx="2802">
                        <c:v>6.2743121097963899</c:v>
                      </c:pt>
                      <c:pt idx="2803">
                        <c:v>6.3138402390701804</c:v>
                      </c:pt>
                      <c:pt idx="2804">
                        <c:v>6.3125411700596903</c:v>
                      </c:pt>
                      <c:pt idx="2805">
                        <c:v>6.3125411700596903</c:v>
                      </c:pt>
                      <c:pt idx="2806">
                        <c:v>6.3125411700596903</c:v>
                      </c:pt>
                      <c:pt idx="2807">
                        <c:v>6.2443996427584096</c:v>
                      </c:pt>
                      <c:pt idx="2808">
                        <c:v>6.2724391442482998</c:v>
                      </c:pt>
                      <c:pt idx="2809">
                        <c:v>6.3187117556881196</c:v>
                      </c:pt>
                      <c:pt idx="2810">
                        <c:v>6.2465150216352603</c:v>
                      </c:pt>
                      <c:pt idx="2811">
                        <c:v>6.0974275390586596</c:v>
                      </c:pt>
                      <c:pt idx="2812">
                        <c:v>6.1210111762675101</c:v>
                      </c:pt>
                      <c:pt idx="2813">
                        <c:v>6.1210111762675101</c:v>
                      </c:pt>
                      <c:pt idx="2814">
                        <c:v>6.1517764945546096</c:v>
                      </c:pt>
                      <c:pt idx="2815">
                        <c:v>6.0940905890847796</c:v>
                      </c:pt>
                      <c:pt idx="2816">
                        <c:v>5.9589897596895796</c:v>
                      </c:pt>
                      <c:pt idx="2817">
                        <c:v>5.8913046537960803</c:v>
                      </c:pt>
                      <c:pt idx="2818">
                        <c:v>5.8548523249675002</c:v>
                      </c:pt>
                      <c:pt idx="2819">
                        <c:v>5.8515901869743097</c:v>
                      </c:pt>
                      <c:pt idx="2820">
                        <c:v>5.8212196026636196</c:v>
                      </c:pt>
                      <c:pt idx="2821">
                        <c:v>5.6761951071476</c:v>
                      </c:pt>
                      <c:pt idx="2822">
                        <c:v>5.6148453497501301</c:v>
                      </c:pt>
                      <c:pt idx="2823">
                        <c:v>5.5891388681199299</c:v>
                      </c:pt>
                      <c:pt idx="2824">
                        <c:v>5.53854243896411</c:v>
                      </c:pt>
                      <c:pt idx="2825">
                        <c:v>5.5345547022338204</c:v>
                      </c:pt>
                      <c:pt idx="2826">
                        <c:v>5.5022269929786702</c:v>
                      </c:pt>
                      <c:pt idx="2827">
                        <c:v>5.6178206720874</c:v>
                      </c:pt>
                      <c:pt idx="2828">
                        <c:v>5.5059036567598501</c:v>
                      </c:pt>
                      <c:pt idx="2829">
                        <c:v>5.5336311121452901</c:v>
                      </c:pt>
                      <c:pt idx="2830">
                        <c:v>5.60684755434258</c:v>
                      </c:pt>
                      <c:pt idx="2831">
                        <c:v>5.6269068330417804</c:v>
                      </c:pt>
                      <c:pt idx="2832">
                        <c:v>5.7064915592218801</c:v>
                      </c:pt>
                      <c:pt idx="2833">
                        <c:v>5.7545462463246304</c:v>
                      </c:pt>
                      <c:pt idx="2834">
                        <c:v>5.8150543520633704</c:v>
                      </c:pt>
                      <c:pt idx="2835">
                        <c:v>5.8083475886513698</c:v>
                      </c:pt>
                      <c:pt idx="2836">
                        <c:v>5.6834747966367001</c:v>
                      </c:pt>
                      <c:pt idx="2837">
                        <c:v>5.6317764128958201</c:v>
                      </c:pt>
                      <c:pt idx="2838">
                        <c:v>5.6214027604093397</c:v>
                      </c:pt>
                      <c:pt idx="2839">
                        <c:v>5.6463870596588697</c:v>
                      </c:pt>
                      <c:pt idx="2840">
                        <c:v>5.6197733899965803</c:v>
                      </c:pt>
                      <c:pt idx="2841">
                        <c:v>5.5878407110064696</c:v>
                      </c:pt>
                      <c:pt idx="2842">
                        <c:v>5.6066015440226797</c:v>
                      </c:pt>
                      <c:pt idx="2843">
                        <c:v>5.5660014912501401</c:v>
                      </c:pt>
                      <c:pt idx="2844">
                        <c:v>5.5744822710935003</c:v>
                      </c:pt>
                      <c:pt idx="2845">
                        <c:v>5.52447955859689</c:v>
                      </c:pt>
                      <c:pt idx="2846">
                        <c:v>5.51999933507145</c:v>
                      </c:pt>
                      <c:pt idx="2847">
                        <c:v>5.5439352511727602</c:v>
                      </c:pt>
                      <c:pt idx="2848">
                        <c:v>5.5727180728755501</c:v>
                      </c:pt>
                      <c:pt idx="2849">
                        <c:v>5.6199307504393996</c:v>
                      </c:pt>
                      <c:pt idx="2850">
                        <c:v>5.65884969384516</c:v>
                      </c:pt>
                      <c:pt idx="2851">
                        <c:v>5.6679232424238402</c:v>
                      </c:pt>
                      <c:pt idx="2852">
                        <c:v>5.9034295950166804</c:v>
                      </c:pt>
                      <c:pt idx="2853">
                        <c:v>5.9607247231187301</c:v>
                      </c:pt>
                      <c:pt idx="2854">
                        <c:v>6.0761141324492502</c:v>
                      </c:pt>
                      <c:pt idx="2855">
                        <c:v>6.0554162458944099</c:v>
                      </c:pt>
                      <c:pt idx="2856">
                        <c:v>6.0120159267673596</c:v>
                      </c:pt>
                      <c:pt idx="2857">
                        <c:v>6.1763251344158796</c:v>
                      </c:pt>
                      <c:pt idx="2858">
                        <c:v>6.23667516322155</c:v>
                      </c:pt>
                      <c:pt idx="2859">
                        <c:v>6.1695132411806703</c:v>
                      </c:pt>
                      <c:pt idx="2860">
                        <c:v>6.0832195214796698</c:v>
                      </c:pt>
                      <c:pt idx="2861">
                        <c:v>5.9870560862819602</c:v>
                      </c:pt>
                      <c:pt idx="2862">
                        <c:v>5.94795367578421</c:v>
                      </c:pt>
                      <c:pt idx="2863">
                        <c:v>5.94795367578421</c:v>
                      </c:pt>
                      <c:pt idx="2864">
                        <c:v>5.8966962052701497</c:v>
                      </c:pt>
                      <c:pt idx="2865">
                        <c:v>5.9608423458538704</c:v>
                      </c:pt>
                      <c:pt idx="2866">
                        <c:v>6.0200357772066804</c:v>
                      </c:pt>
                      <c:pt idx="2867">
                        <c:v>6.0664300791308996</c:v>
                      </c:pt>
                      <c:pt idx="2868">
                        <c:v>6.1022356986258801</c:v>
                      </c:pt>
                      <c:pt idx="2869">
                        <c:v>6.1258120964963396</c:v>
                      </c:pt>
                      <c:pt idx="2870">
                        <c:v>6.0844529072556703</c:v>
                      </c:pt>
                      <c:pt idx="2871">
                        <c:v>6.0844529072556703</c:v>
                      </c:pt>
                      <c:pt idx="2872">
                        <c:v>6.0844529072556703</c:v>
                      </c:pt>
                      <c:pt idx="2873">
                        <c:v>5.9691808076772599</c:v>
                      </c:pt>
                      <c:pt idx="2874">
                        <c:v>5.9717294715133002</c:v>
                      </c:pt>
                      <c:pt idx="2875">
                        <c:v>5.8767249542439099</c:v>
                      </c:pt>
                      <c:pt idx="2876">
                        <c:v>5.9458483032676304</c:v>
                      </c:pt>
                      <c:pt idx="2877">
                        <c:v>5.9489836573074397</c:v>
                      </c:pt>
                      <c:pt idx="2878">
                        <c:v>5.8600468886877097</c:v>
                      </c:pt>
                      <c:pt idx="2879">
                        <c:v>5.8902121130605396</c:v>
                      </c:pt>
                      <c:pt idx="2880">
                        <c:v>5.8666326222315996</c:v>
                      </c:pt>
                      <c:pt idx="2881">
                        <c:v>5.8565679601414402</c:v>
                      </c:pt>
                      <c:pt idx="2882">
                        <c:v>5.8581083933552804</c:v>
                      </c:pt>
                      <c:pt idx="2883">
                        <c:v>5.8581741563100298</c:v>
                      </c:pt>
                      <c:pt idx="2884">
                        <c:v>5.8355515671526703</c:v>
                      </c:pt>
                      <c:pt idx="2885">
                        <c:v>5.8326732607394103</c:v>
                      </c:pt>
                      <c:pt idx="2886">
                        <c:v>5.8453751970458301</c:v>
                      </c:pt>
                      <c:pt idx="2887">
                        <c:v>5.81522613288936</c:v>
                      </c:pt>
                      <c:pt idx="2888">
                        <c:v>5.8230689390562702</c:v>
                      </c:pt>
                      <c:pt idx="2889">
                        <c:v>5.8490697496592103</c:v>
                      </c:pt>
                      <c:pt idx="2890">
                        <c:v>5.8411368717054799</c:v>
                      </c:pt>
                      <c:pt idx="2891">
                        <c:v>5.8870275135200698</c:v>
                      </c:pt>
                      <c:pt idx="2892">
                        <c:v>5.8870275135200698</c:v>
                      </c:pt>
                      <c:pt idx="2893">
                        <c:v>5.9084239117785398</c:v>
                      </c:pt>
                      <c:pt idx="2894">
                        <c:v>5.9389378361382397</c:v>
                      </c:pt>
                      <c:pt idx="2895">
                        <c:v>5.9953013220383102</c:v>
                      </c:pt>
                      <c:pt idx="2896">
                        <c:v>5.9708232016252198</c:v>
                      </c:pt>
                      <c:pt idx="2897">
                        <c:v>5.9321996394910697</c:v>
                      </c:pt>
                      <c:pt idx="2898">
                        <c:v>5.9762064829356802</c:v>
                      </c:pt>
                      <c:pt idx="2899">
                        <c:v>6.0243828604215102</c:v>
                      </c:pt>
                      <c:pt idx="2900">
                        <c:v>5.9704505524243903</c:v>
                      </c:pt>
                      <c:pt idx="2901">
                        <c:v>5.9773881731969896</c:v>
                      </c:pt>
                      <c:pt idx="2902">
                        <c:v>5.9760313485251499</c:v>
                      </c:pt>
                      <c:pt idx="2903">
                        <c:v>5.9760313485251499</c:v>
                      </c:pt>
                      <c:pt idx="2904">
                        <c:v>6.0094197059287104</c:v>
                      </c:pt>
                      <c:pt idx="2905">
                        <c:v>6.0248180124906199</c:v>
                      </c:pt>
                      <c:pt idx="2906">
                        <c:v>5.9869593076912304</c:v>
                      </c:pt>
                      <c:pt idx="2907">
                        <c:v>6.0168895961745896</c:v>
                      </c:pt>
                      <c:pt idx="2908">
                        <c:v>6.0155933801343497</c:v>
                      </c:pt>
                      <c:pt idx="2909">
                        <c:v>6.0178583744554999</c:v>
                      </c:pt>
                      <c:pt idx="2910">
                        <c:v>6.0343971931054901</c:v>
                      </c:pt>
                      <c:pt idx="2911">
                        <c:v>6.0133652880358497</c:v>
                      </c:pt>
                      <c:pt idx="2912">
                        <c:v>5.9863778151028804</c:v>
                      </c:pt>
                      <c:pt idx="2913">
                        <c:v>6.0277997207990497</c:v>
                      </c:pt>
                      <c:pt idx="2914">
                        <c:v>6.0754420394920299</c:v>
                      </c:pt>
                      <c:pt idx="2915">
                        <c:v>6.1155384102714496</c:v>
                      </c:pt>
                      <c:pt idx="2916">
                        <c:v>6.1364687082773104</c:v>
                      </c:pt>
                      <c:pt idx="2917">
                        <c:v>6.1714805145661904</c:v>
                      </c:pt>
                      <c:pt idx="2918">
                        <c:v>6.1714805145661904</c:v>
                      </c:pt>
                      <c:pt idx="2919">
                        <c:v>6.1569892432115303</c:v>
                      </c:pt>
                      <c:pt idx="2920">
                        <c:v>6.1467823678441098</c:v>
                      </c:pt>
                      <c:pt idx="2921">
                        <c:v>6.1656918350449397</c:v>
                      </c:pt>
                      <c:pt idx="2922">
                        <c:v>6.1523977998384902</c:v>
                      </c:pt>
                      <c:pt idx="2923">
                        <c:v>6.1523977998384902</c:v>
                      </c:pt>
                      <c:pt idx="2924">
                        <c:v>6.1659031760569203</c:v>
                      </c:pt>
                      <c:pt idx="2925">
                        <c:v>6.2434836583357001</c:v>
                      </c:pt>
                      <c:pt idx="2926">
                        <c:v>6.2366282565160702</c:v>
                      </c:pt>
                      <c:pt idx="2927">
                        <c:v>6.2050176481544801</c:v>
                      </c:pt>
                      <c:pt idx="2928">
                        <c:v>6.2321459463339304</c:v>
                      </c:pt>
                      <c:pt idx="2929">
                        <c:v>6.2305597627290803</c:v>
                      </c:pt>
                      <c:pt idx="2930">
                        <c:v>6.2552859602509301</c:v>
                      </c:pt>
                      <c:pt idx="2931">
                        <c:v>6.2925622218061896</c:v>
                      </c:pt>
                      <c:pt idx="2932">
                        <c:v>6.3618067446520996</c:v>
                      </c:pt>
                      <c:pt idx="2933">
                        <c:v>6.3618067446520996</c:v>
                      </c:pt>
                      <c:pt idx="2934">
                        <c:v>6.3229009101764397</c:v>
                      </c:pt>
                      <c:pt idx="2935">
                        <c:v>6.3615211868813697</c:v>
                      </c:pt>
                      <c:pt idx="2936">
                        <c:v>6.3911384574025698</c:v>
                      </c:pt>
                      <c:pt idx="2937">
                        <c:v>6.3991204670534101</c:v>
                      </c:pt>
                      <c:pt idx="2938">
                        <c:v>6.4300735684233796</c:v>
                      </c:pt>
                      <c:pt idx="2939">
                        <c:v>6.4268053910358303</c:v>
                      </c:pt>
                      <c:pt idx="2940">
                        <c:v>6.4143253666185496</c:v>
                      </c:pt>
                      <c:pt idx="2941">
                        <c:v>6.3790959606035598</c:v>
                      </c:pt>
                      <c:pt idx="2942">
                        <c:v>6.3732774923258404</c:v>
                      </c:pt>
                      <c:pt idx="2943">
                        <c:v>6.3690390142597497</c:v>
                      </c:pt>
                      <c:pt idx="2944">
                        <c:v>6.36479944369301</c:v>
                      </c:pt>
                      <c:pt idx="2945">
                        <c:v>6.3758009186848303</c:v>
                      </c:pt>
                      <c:pt idx="2946">
                        <c:v>6.34236452358242</c:v>
                      </c:pt>
                      <c:pt idx="2947">
                        <c:v>6.3398491612553398</c:v>
                      </c:pt>
                      <c:pt idx="2948">
                        <c:v>6.3398491612553398</c:v>
                      </c:pt>
                      <c:pt idx="2949">
                        <c:v>6.3463450005798698</c:v>
                      </c:pt>
                      <c:pt idx="2950">
                        <c:v>6.3200801706060901</c:v>
                      </c:pt>
                      <c:pt idx="2951">
                        <c:v>6.2649886603769298</c:v>
                      </c:pt>
                      <c:pt idx="2952">
                        <c:v>6.3106626721011798</c:v>
                      </c:pt>
                      <c:pt idx="2953">
                        <c:v>6.3072942686951201</c:v>
                      </c:pt>
                      <c:pt idx="2954">
                        <c:v>6.33009627062407</c:v>
                      </c:pt>
                      <c:pt idx="2955">
                        <c:v>6.3127151864305304</c:v>
                      </c:pt>
                      <c:pt idx="2956">
                        <c:v>6.3038631308626698</c:v>
                      </c:pt>
                      <c:pt idx="2957">
                        <c:v>6.2964240690201603</c:v>
                      </c:pt>
                      <c:pt idx="2958">
                        <c:v>6.4115662124678598</c:v>
                      </c:pt>
                      <c:pt idx="2959">
                        <c:v>6.4291013694476797</c:v>
                      </c:pt>
                      <c:pt idx="2960">
                        <c:v>6.5089276173621498</c:v>
                      </c:pt>
                      <c:pt idx="2961">
                        <c:v>6.5984598824899603</c:v>
                      </c:pt>
                      <c:pt idx="2962">
                        <c:v>6.5984598824899603</c:v>
                      </c:pt>
                      <c:pt idx="2963">
                        <c:v>6.6031103854480699</c:v>
                      </c:pt>
                      <c:pt idx="2964">
                        <c:v>6.5753432269021301</c:v>
                      </c:pt>
                      <c:pt idx="2965">
                        <c:v>6.4983593571832596</c:v>
                      </c:pt>
                      <c:pt idx="2966">
                        <c:v>6.5719377003603903</c:v>
                      </c:pt>
                      <c:pt idx="2967">
                        <c:v>6.5712790690881002</c:v>
                      </c:pt>
                      <c:pt idx="2968">
                        <c:v>6.5712790690881002</c:v>
                      </c:pt>
                      <c:pt idx="2969">
                        <c:v>6.6187965785428</c:v>
                      </c:pt>
                      <c:pt idx="2970">
                        <c:v>6.6193352797376104</c:v>
                      </c:pt>
                      <c:pt idx="2971">
                        <c:v>6.6124858643346602</c:v>
                      </c:pt>
                      <c:pt idx="2972">
                        <c:v>6.7736452320901996</c:v>
                      </c:pt>
                      <c:pt idx="2973">
                        <c:v>6.9055246295483101</c:v>
                      </c:pt>
                      <c:pt idx="2974">
                        <c:v>6.8619344509184197</c:v>
                      </c:pt>
                      <c:pt idx="2975">
                        <c:v>6.9901377497357</c:v>
                      </c:pt>
                      <c:pt idx="2976">
                        <c:v>6.94350923276071</c:v>
                      </c:pt>
                      <c:pt idx="2977">
                        <c:v>6.9116445332188396</c:v>
                      </c:pt>
                      <c:pt idx="2978">
                        <c:v>6.88495431075658</c:v>
                      </c:pt>
                      <c:pt idx="2979">
                        <c:v>6.9128286816329698</c:v>
                      </c:pt>
                      <c:pt idx="2980">
                        <c:v>7.01961149297781</c:v>
                      </c:pt>
                      <c:pt idx="2981">
                        <c:v>7.0602454640987</c:v>
                      </c:pt>
                      <c:pt idx="2982">
                        <c:v>7.0810088128772097</c:v>
                      </c:pt>
                      <c:pt idx="2983">
                        <c:v>7.2880200753989399</c:v>
                      </c:pt>
                      <c:pt idx="2984">
                        <c:v>7.37583380009203</c:v>
                      </c:pt>
                      <c:pt idx="2985">
                        <c:v>7.3513888584950502</c:v>
                      </c:pt>
                      <c:pt idx="2986">
                        <c:v>7.2997355967453901</c:v>
                      </c:pt>
                      <c:pt idx="2987">
                        <c:v>7.2525029191803299</c:v>
                      </c:pt>
                      <c:pt idx="2988">
                        <c:v>7.2332104040758001</c:v>
                      </c:pt>
                      <c:pt idx="2989">
                        <c:v>7.3273595058974603</c:v>
                      </c:pt>
                      <c:pt idx="2990">
                        <c:v>7.2975168918915703</c:v>
                      </c:pt>
                      <c:pt idx="2991">
                        <c:v>7.1722557678132901</c:v>
                      </c:pt>
                      <c:pt idx="2992">
                        <c:v>7.0695714039255497</c:v>
                      </c:pt>
                      <c:pt idx="2993">
                        <c:v>6.9821847518657698</c:v>
                      </c:pt>
                      <c:pt idx="2994">
                        <c:v>7.1141232431237897</c:v>
                      </c:pt>
                      <c:pt idx="2995">
                        <c:v>7.1287705804243799</c:v>
                      </c:pt>
                      <c:pt idx="2996">
                        <c:v>7.2268572049554898</c:v>
                      </c:pt>
                      <c:pt idx="2997">
                        <c:v>7.1137430174957599</c:v>
                      </c:pt>
                      <c:pt idx="2998">
                        <c:v>7.3875690183623401</c:v>
                      </c:pt>
                      <c:pt idx="2999">
                        <c:v>7.5201889541351301</c:v>
                      </c:pt>
                      <c:pt idx="3000">
                        <c:v>7.49808269446876</c:v>
                      </c:pt>
                      <c:pt idx="3001">
                        <c:v>7.44999607270812</c:v>
                      </c:pt>
                      <c:pt idx="3002">
                        <c:v>7.3386385699843197</c:v>
                      </c:pt>
                      <c:pt idx="3003">
                        <c:v>7.2516035431130401</c:v>
                      </c:pt>
                      <c:pt idx="3004">
                        <c:v>7.3508605679500798</c:v>
                      </c:pt>
                      <c:pt idx="3005">
                        <c:v>7.2380823329890598</c:v>
                      </c:pt>
                      <c:pt idx="3006">
                        <c:v>7.2796050240471999</c:v>
                      </c:pt>
                      <c:pt idx="3007">
                        <c:v>7.2276549530647998</c:v>
                      </c:pt>
                      <c:pt idx="3008">
                        <c:v>7.2276549530647998</c:v>
                      </c:pt>
                      <c:pt idx="3009">
                        <c:v>7.2828942634335103</c:v>
                      </c:pt>
                      <c:pt idx="3010">
                        <c:v>7.2523886374234099</c:v>
                      </c:pt>
                      <c:pt idx="3011">
                        <c:v>7.1920972321242198</c:v>
                      </c:pt>
                      <c:pt idx="3012">
                        <c:v>7.1648519535053001</c:v>
                      </c:pt>
                      <c:pt idx="3013">
                        <c:v>7.3029497406140198</c:v>
                      </c:pt>
                      <c:pt idx="3014">
                        <c:v>7.4531271264108998</c:v>
                      </c:pt>
                      <c:pt idx="3015">
                        <c:v>7.3560815764644998</c:v>
                      </c:pt>
                      <c:pt idx="3016">
                        <c:v>7.3709996078496003</c:v>
                      </c:pt>
                      <c:pt idx="3017">
                        <c:v>7.24942769575848</c:v>
                      </c:pt>
                      <c:pt idx="3018">
                        <c:v>7.3309042136104301</c:v>
                      </c:pt>
                      <c:pt idx="3019">
                        <c:v>7.3352876102560698</c:v>
                      </c:pt>
                      <c:pt idx="3020">
                        <c:v>7.3061296745855202</c:v>
                      </c:pt>
                      <c:pt idx="3021">
                        <c:v>7.3526376910825197</c:v>
                      </c:pt>
                      <c:pt idx="3022">
                        <c:v>7.3645117816847403</c:v>
                      </c:pt>
                      <c:pt idx="3023">
                        <c:v>7.3645117816847403</c:v>
                      </c:pt>
                      <c:pt idx="3024">
                        <c:v>7.4136833024863202</c:v>
                      </c:pt>
                      <c:pt idx="3025">
                        <c:v>7.41537642762479</c:v>
                      </c:pt>
                      <c:pt idx="3026">
                        <c:v>7.4906759768980598</c:v>
                      </c:pt>
                      <c:pt idx="3027">
                        <c:v>7.5068481748708997</c:v>
                      </c:pt>
                      <c:pt idx="3028">
                        <c:v>7.4798511996214803</c:v>
                      </c:pt>
                      <c:pt idx="3029">
                        <c:v>7.36385496139905</c:v>
                      </c:pt>
                      <c:pt idx="3030">
                        <c:v>7.4536589593559501</c:v>
                      </c:pt>
                      <c:pt idx="3031">
                        <c:v>7.4986891924837797</c:v>
                      </c:pt>
                      <c:pt idx="3032">
                        <c:v>7.5249884793016903</c:v>
                      </c:pt>
                      <c:pt idx="3033">
                        <c:v>7.5249884793016903</c:v>
                      </c:pt>
                      <c:pt idx="3034">
                        <c:v>7.5073935792454796</c:v>
                      </c:pt>
                      <c:pt idx="3035">
                        <c:v>7.6174402392417697</c:v>
                      </c:pt>
                      <c:pt idx="3036">
                        <c:v>7.5633416341582</c:v>
                      </c:pt>
                      <c:pt idx="3037">
                        <c:v>7.5941642005321404</c:v>
                      </c:pt>
                      <c:pt idx="3038">
                        <c:v>7.6981065194654796</c:v>
                      </c:pt>
                      <c:pt idx="3039">
                        <c:v>7.6986171265661696</c:v>
                      </c:pt>
                      <c:pt idx="3040">
                        <c:v>7.6624927416173696</c:v>
                      </c:pt>
                      <c:pt idx="3041">
                        <c:v>7.7066496891087004</c:v>
                      </c:pt>
                      <c:pt idx="3042">
                        <c:v>7.7981471863688796</c:v>
                      </c:pt>
                      <c:pt idx="3043">
                        <c:v>7.6807002498254704</c:v>
                      </c:pt>
                      <c:pt idx="3044">
                        <c:v>7.6360846737991404</c:v>
                      </c:pt>
                      <c:pt idx="3045">
                        <c:v>7.6093807179856396</c:v>
                      </c:pt>
                      <c:pt idx="3046">
                        <c:v>7.6986689863269699</c:v>
                      </c:pt>
                      <c:pt idx="3047">
                        <c:v>7.7206237696876299</c:v>
                      </c:pt>
                      <c:pt idx="3048">
                        <c:v>7.8128921658771704</c:v>
                      </c:pt>
                      <c:pt idx="3049">
                        <c:v>7.8128921658771704</c:v>
                      </c:pt>
                      <c:pt idx="3050">
                        <c:v>7.7855085019130801</c:v>
                      </c:pt>
                      <c:pt idx="3051">
                        <c:v>7.78181866419812</c:v>
                      </c:pt>
                      <c:pt idx="3052">
                        <c:v>7.9459259459325899</c:v>
                      </c:pt>
                      <c:pt idx="3053">
                        <c:v>8.1620808563626799</c:v>
                      </c:pt>
                      <c:pt idx="3054">
                        <c:v>8.0644192032744701</c:v>
                      </c:pt>
                      <c:pt idx="3055">
                        <c:v>8.0446870498237892</c:v>
                      </c:pt>
                      <c:pt idx="3056">
                        <c:v>8.0256692481185006</c:v>
                      </c:pt>
                      <c:pt idx="3057">
                        <c:v>8.0374216094106803</c:v>
                      </c:pt>
                      <c:pt idx="3058">
                        <c:v>8.0599408321921295</c:v>
                      </c:pt>
                      <c:pt idx="3059">
                        <c:v>7.8621156567719499</c:v>
                      </c:pt>
                      <c:pt idx="3060">
                        <c:v>7.8922360909785203</c:v>
                      </c:pt>
                      <c:pt idx="3061">
                        <c:v>7.8454074340449003</c:v>
                      </c:pt>
                      <c:pt idx="3062">
                        <c:v>7.8454074340449003</c:v>
                      </c:pt>
                      <c:pt idx="3063">
                        <c:v>7.9001994411095504</c:v>
                      </c:pt>
                      <c:pt idx="3064">
                        <c:v>7.9166800334629999</c:v>
                      </c:pt>
                      <c:pt idx="3065">
                        <c:v>7.9405544473150602</c:v>
                      </c:pt>
                      <c:pt idx="3066">
                        <c:v>7.9405544473150602</c:v>
                      </c:pt>
                      <c:pt idx="3067">
                        <c:v>7.9405544473150602</c:v>
                      </c:pt>
                      <c:pt idx="3068">
                        <c:v>8.0289300839416704</c:v>
                      </c:pt>
                      <c:pt idx="3069">
                        <c:v>8.1844398559862306</c:v>
                      </c:pt>
                      <c:pt idx="3070">
                        <c:v>8.1784409293753306</c:v>
                      </c:pt>
                      <c:pt idx="3071">
                        <c:v>8.2004276812771604</c:v>
                      </c:pt>
                      <c:pt idx="3072">
                        <c:v>8.1795927751895405</c:v>
                      </c:pt>
                      <c:pt idx="3073">
                        <c:v>8.1795927751895405</c:v>
                      </c:pt>
                      <c:pt idx="3074">
                        <c:v>8.2298959302104109</c:v>
                      </c:pt>
                      <c:pt idx="3075">
                        <c:v>8.1890778325165794</c:v>
                      </c:pt>
                      <c:pt idx="3076">
                        <c:v>8.1451195805132492</c:v>
                      </c:pt>
                      <c:pt idx="3077">
                        <c:v>8.12893652383943</c:v>
                      </c:pt>
                      <c:pt idx="3078">
                        <c:v>8.1792254750776596</c:v>
                      </c:pt>
                      <c:pt idx="3079">
                        <c:v>8.2016887142733097</c:v>
                      </c:pt>
                      <c:pt idx="3080">
                        <c:v>8.2755748604144692</c:v>
                      </c:pt>
                      <c:pt idx="3081">
                        <c:v>8.3087330552293697</c:v>
                      </c:pt>
                      <c:pt idx="3082">
                        <c:v>8.2235393774323295</c:v>
                      </c:pt>
                      <c:pt idx="3083">
                        <c:v>8.3200352055206501</c:v>
                      </c:pt>
                      <c:pt idx="3084">
                        <c:v>8.3625150537599797</c:v>
                      </c:pt>
                      <c:pt idx="3085">
                        <c:v>8.3504743968270994</c:v>
                      </c:pt>
                      <c:pt idx="3086">
                        <c:v>8.2842565615298795</c:v>
                      </c:pt>
                      <c:pt idx="3087">
                        <c:v>8.2559356929697891</c:v>
                      </c:pt>
                      <c:pt idx="3088">
                        <c:v>8.2884674763883393</c:v>
                      </c:pt>
                      <c:pt idx="3089">
                        <c:v>8.2902228557861104</c:v>
                      </c:pt>
                      <c:pt idx="3090">
                        <c:v>8.2929632927954895</c:v>
                      </c:pt>
                      <c:pt idx="3091">
                        <c:v>8.2618038303625294</c:v>
                      </c:pt>
                      <c:pt idx="3092">
                        <c:v>8.2480103218196508</c:v>
                      </c:pt>
                      <c:pt idx="3093">
                        <c:v>8.3951662595183603</c:v>
                      </c:pt>
                      <c:pt idx="3094">
                        <c:v>8.4464778811352605</c:v>
                      </c:pt>
                      <c:pt idx="3095">
                        <c:v>8.5262718701976006</c:v>
                      </c:pt>
                      <c:pt idx="3096">
                        <c:v>8.8001333440661202</c:v>
                      </c:pt>
                      <c:pt idx="3097">
                        <c:v>8.7397210097508005</c:v>
                      </c:pt>
                      <c:pt idx="3098">
                        <c:v>8.6841119738964903</c:v>
                      </c:pt>
                      <c:pt idx="3099">
                        <c:v>8.7197732284403902</c:v>
                      </c:pt>
                      <c:pt idx="3100">
                        <c:v>8.7173266474709603</c:v>
                      </c:pt>
                      <c:pt idx="3101">
                        <c:v>8.6778653830077594</c:v>
                      </c:pt>
                      <c:pt idx="3102">
                        <c:v>8.6947735129784292</c:v>
                      </c:pt>
                      <c:pt idx="3103">
                        <c:v>8.5676000695036603</c:v>
                      </c:pt>
                      <c:pt idx="3104">
                        <c:v>8.5364162602805305</c:v>
                      </c:pt>
                      <c:pt idx="3105">
                        <c:v>8.5408476799587394</c:v>
                      </c:pt>
                      <c:pt idx="3106">
                        <c:v>8.4487108059237794</c:v>
                      </c:pt>
                      <c:pt idx="3107">
                        <c:v>8.4704081193592398</c:v>
                      </c:pt>
                      <c:pt idx="3108">
                        <c:v>8.4231709325143598</c:v>
                      </c:pt>
                      <c:pt idx="3109">
                        <c:v>8.3507988438787599</c:v>
                      </c:pt>
                      <c:pt idx="3110">
                        <c:v>8.2927376850997394</c:v>
                      </c:pt>
                      <c:pt idx="3111">
                        <c:v>8.2644587430640293</c:v>
                      </c:pt>
                      <c:pt idx="3112">
                        <c:v>8.2645610846108006</c:v>
                      </c:pt>
                      <c:pt idx="3113">
                        <c:v>8.0610262727732298</c:v>
                      </c:pt>
                      <c:pt idx="3114">
                        <c:v>8.0194018649673406</c:v>
                      </c:pt>
                      <c:pt idx="3115">
                        <c:v>8.0268253566575201</c:v>
                      </c:pt>
                      <c:pt idx="3116">
                        <c:v>7.9175005967001999</c:v>
                      </c:pt>
                      <c:pt idx="3117">
                        <c:v>7.8276537135887398</c:v>
                      </c:pt>
                      <c:pt idx="3118">
                        <c:v>7.9575918286282796</c:v>
                      </c:pt>
                      <c:pt idx="3119">
                        <c:v>8.0068826283422503</c:v>
                      </c:pt>
                      <c:pt idx="3120">
                        <c:v>7.92587259758354</c:v>
                      </c:pt>
                      <c:pt idx="3121">
                        <c:v>7.7640520449680901</c:v>
                      </c:pt>
                      <c:pt idx="3122">
                        <c:v>7.6876528759373803</c:v>
                      </c:pt>
                      <c:pt idx="3123">
                        <c:v>7.6876528759373803</c:v>
                      </c:pt>
                      <c:pt idx="3124">
                        <c:v>7.7508712336465502</c:v>
                      </c:pt>
                      <c:pt idx="3125">
                        <c:v>7.76043680737651</c:v>
                      </c:pt>
                      <c:pt idx="3126">
                        <c:v>7.76043680737651</c:v>
                      </c:pt>
                      <c:pt idx="3127">
                        <c:v>7.76043680737651</c:v>
                      </c:pt>
                      <c:pt idx="3128">
                        <c:v>7.8048093850828897</c:v>
                      </c:pt>
                      <c:pt idx="3129">
                        <c:v>7.7641257028441499</c:v>
                      </c:pt>
                      <c:pt idx="3130">
                        <c:v>7.7109041826631701</c:v>
                      </c:pt>
                      <c:pt idx="3131">
                        <c:v>7.6647460592000902</c:v>
                      </c:pt>
                      <c:pt idx="3132">
                        <c:v>7.6432100930616897</c:v>
                      </c:pt>
                      <c:pt idx="3133">
                        <c:v>7.6415991368913598</c:v>
                      </c:pt>
                      <c:pt idx="3134">
                        <c:v>7.6154348904306701</c:v>
                      </c:pt>
                      <c:pt idx="3135">
                        <c:v>7.6864085971498701</c:v>
                      </c:pt>
                      <c:pt idx="3136">
                        <c:v>7.8051139272291703</c:v>
                      </c:pt>
                      <c:pt idx="3137">
                        <c:v>7.8120476545646902</c:v>
                      </c:pt>
                      <c:pt idx="3138">
                        <c:v>7.8214385725625704</c:v>
                      </c:pt>
                      <c:pt idx="3139">
                        <c:v>7.7979837268732801</c:v>
                      </c:pt>
                      <c:pt idx="3140">
                        <c:v>7.7435312503247102</c:v>
                      </c:pt>
                      <c:pt idx="3141">
                        <c:v>7.7474158655702299</c:v>
                      </c:pt>
                      <c:pt idx="3142">
                        <c:v>7.7636337301287801</c:v>
                      </c:pt>
                      <c:pt idx="3143">
                        <c:v>7.7878888811829796</c:v>
                      </c:pt>
                      <c:pt idx="3144">
                        <c:v>7.6505278520880902</c:v>
                      </c:pt>
                      <c:pt idx="3145">
                        <c:v>7.6812898268035203</c:v>
                      </c:pt>
                      <c:pt idx="3146">
                        <c:v>7.7434161813167597</c:v>
                      </c:pt>
                      <c:pt idx="3147">
                        <c:v>7.7319196507920003</c:v>
                      </c:pt>
                      <c:pt idx="3148">
                        <c:v>7.7518535794614003</c:v>
                      </c:pt>
                      <c:pt idx="3149">
                        <c:v>7.7577170160016502</c:v>
                      </c:pt>
                      <c:pt idx="3150">
                        <c:v>7.73395852298819</c:v>
                      </c:pt>
                      <c:pt idx="3151">
                        <c:v>7.6347492383241597</c:v>
                      </c:pt>
                      <c:pt idx="3152">
                        <c:v>7.6487408621289799</c:v>
                      </c:pt>
                      <c:pt idx="3153">
                        <c:v>7.7147074147150603</c:v>
                      </c:pt>
                      <c:pt idx="3154">
                        <c:v>7.7544685370412996</c:v>
                      </c:pt>
                      <c:pt idx="3155">
                        <c:v>7.7224979447388504</c:v>
                      </c:pt>
                      <c:pt idx="3156">
                        <c:v>7.7460547764877496</c:v>
                      </c:pt>
                      <c:pt idx="3157">
                        <c:v>7.6250754293114102</c:v>
                      </c:pt>
                      <c:pt idx="3158">
                        <c:v>7.6250754293114102</c:v>
                      </c:pt>
                      <c:pt idx="3159">
                        <c:v>7.5807043440203596</c:v>
                      </c:pt>
                      <c:pt idx="3160">
                        <c:v>7.4913084332137103</c:v>
                      </c:pt>
                      <c:pt idx="3161">
                        <c:v>7.50508762539015</c:v>
                      </c:pt>
                      <c:pt idx="3162">
                        <c:v>7.4897177445020198</c:v>
                      </c:pt>
                      <c:pt idx="3163">
                        <c:v>7.5457994013464003</c:v>
                      </c:pt>
                      <c:pt idx="3164">
                        <c:v>7.5258198971048698</c:v>
                      </c:pt>
                      <c:pt idx="3165">
                        <c:v>7.5377804402653803</c:v>
                      </c:pt>
                      <c:pt idx="3166">
                        <c:v>7.6123964099986603</c:v>
                      </c:pt>
                      <c:pt idx="3167">
                        <c:v>7.6189548768292497</c:v>
                      </c:pt>
                      <c:pt idx="3168">
                        <c:v>7.66747615061864</c:v>
                      </c:pt>
                      <c:pt idx="3169">
                        <c:v>7.6800659986728297</c:v>
                      </c:pt>
                      <c:pt idx="3170">
                        <c:v>7.6348842332663898</c:v>
                      </c:pt>
                      <c:pt idx="3171">
                        <c:v>7.6240646189134296</c:v>
                      </c:pt>
                      <c:pt idx="3172">
                        <c:v>7.6539439627322698</c:v>
                      </c:pt>
                      <c:pt idx="3173">
                        <c:v>7.6539439627322698</c:v>
                      </c:pt>
                      <c:pt idx="3174">
                        <c:v>7.6203684895619404</c:v>
                      </c:pt>
                      <c:pt idx="3175">
                        <c:v>7.5682504507640402</c:v>
                      </c:pt>
                      <c:pt idx="3176">
                        <c:v>7.5022253498478699</c:v>
                      </c:pt>
                      <c:pt idx="3177">
                        <c:v>7.43340810922074</c:v>
                      </c:pt>
                      <c:pt idx="3178">
                        <c:v>7.43340810922074</c:v>
                      </c:pt>
                      <c:pt idx="3179">
                        <c:v>7.4672468116319397</c:v>
                      </c:pt>
                      <c:pt idx="3180">
                        <c:v>7.4257932193134701</c:v>
                      </c:pt>
                      <c:pt idx="3181">
                        <c:v>7.4502062413024097</c:v>
                      </c:pt>
                      <c:pt idx="3182">
                        <c:v>7.6130340988099503</c:v>
                      </c:pt>
                      <c:pt idx="3183">
                        <c:v>7.5229106576427904</c:v>
                      </c:pt>
                      <c:pt idx="3184">
                        <c:v>7.4741666865209497</c:v>
                      </c:pt>
                      <c:pt idx="3185">
                        <c:v>7.4556623634085302</c:v>
                      </c:pt>
                      <c:pt idx="3186">
                        <c:v>7.4462799384522</c:v>
                      </c:pt>
                      <c:pt idx="3187">
                        <c:v>7.4795933187234001</c:v>
                      </c:pt>
                      <c:pt idx="3188">
                        <c:v>7.4704508390355402</c:v>
                      </c:pt>
                      <c:pt idx="3189">
                        <c:v>7.5207930050972296</c:v>
                      </c:pt>
                      <c:pt idx="3190">
                        <c:v>7.5589665044233803</c:v>
                      </c:pt>
                      <c:pt idx="3191">
                        <c:v>7.5223442268858998</c:v>
                      </c:pt>
                      <c:pt idx="3192">
                        <c:v>7.4990152191049102</c:v>
                      </c:pt>
                      <c:pt idx="3193">
                        <c:v>7.3454288193042201</c:v>
                      </c:pt>
                      <c:pt idx="3194">
                        <c:v>7.2434046766607798</c:v>
                      </c:pt>
                      <c:pt idx="3195">
                        <c:v>6.9695737744051396</c:v>
                      </c:pt>
                      <c:pt idx="3196">
                        <c:v>6.9832196617185396</c:v>
                      </c:pt>
                      <c:pt idx="3197">
                        <c:v>6.9627281185477896</c:v>
                      </c:pt>
                      <c:pt idx="3198">
                        <c:v>6.9627281185477896</c:v>
                      </c:pt>
                      <c:pt idx="3199">
                        <c:v>6.9797686635701597</c:v>
                      </c:pt>
                      <c:pt idx="3200">
                        <c:v>6.9884973775704102</c:v>
                      </c:pt>
                      <c:pt idx="3201">
                        <c:v>7.02125379293261</c:v>
                      </c:pt>
                      <c:pt idx="3202">
                        <c:v>6.9906122326052502</c:v>
                      </c:pt>
                      <c:pt idx="3203">
                        <c:v>6.9921836218084596</c:v>
                      </c:pt>
                      <c:pt idx="3204">
                        <c:v>7.03501824985441</c:v>
                      </c:pt>
                      <c:pt idx="3205">
                        <c:v>7.0636567079800097</c:v>
                      </c:pt>
                      <c:pt idx="3206">
                        <c:v>7.0859126304832998</c:v>
                      </c:pt>
                      <c:pt idx="3207">
                        <c:v>7.1397148247919402</c:v>
                      </c:pt>
                      <c:pt idx="3208">
                        <c:v>7.2056677341419197</c:v>
                      </c:pt>
                      <c:pt idx="3209">
                        <c:v>7.1903185496853599</c:v>
                      </c:pt>
                      <c:pt idx="3210">
                        <c:v>7.1903185496853599</c:v>
                      </c:pt>
                      <c:pt idx="3211">
                        <c:v>7.2211466525754604</c:v>
                      </c:pt>
                      <c:pt idx="3212">
                        <c:v>6.9810088641296497</c:v>
                      </c:pt>
                      <c:pt idx="3213">
                        <c:v>7.0511227162008199</c:v>
                      </c:pt>
                      <c:pt idx="3214">
                        <c:v>7.11737836050757</c:v>
                      </c:pt>
                      <c:pt idx="3215">
                        <c:v>7.0867949031356297</c:v>
                      </c:pt>
                      <c:pt idx="3216">
                        <c:v>7.18899010278788</c:v>
                      </c:pt>
                      <c:pt idx="3217">
                        <c:v>7.2424987475827098</c:v>
                      </c:pt>
                      <c:pt idx="3218">
                        <c:v>7.34710257184173</c:v>
                      </c:pt>
                      <c:pt idx="3219">
                        <c:v>7.3631245568154604</c:v>
                      </c:pt>
                      <c:pt idx="3220">
                        <c:v>7.3766011568522698</c:v>
                      </c:pt>
                      <c:pt idx="3221">
                        <c:v>7.3335362854709301</c:v>
                      </c:pt>
                      <c:pt idx="3222">
                        <c:v>7.3072222534609903</c:v>
                      </c:pt>
                      <c:pt idx="3223">
                        <c:v>7.2362401726794996</c:v>
                      </c:pt>
                      <c:pt idx="3224">
                        <c:v>7.2294448718283304</c:v>
                      </c:pt>
                      <c:pt idx="3225">
                        <c:v>7.2686053143655203</c:v>
                      </c:pt>
                      <c:pt idx="3226">
                        <c:v>7.2605605369865298</c:v>
                      </c:pt>
                      <c:pt idx="3227">
                        <c:v>7.2670643357911704</c:v>
                      </c:pt>
                      <c:pt idx="3228">
                        <c:v>7.2670643357911704</c:v>
                      </c:pt>
                      <c:pt idx="3229">
                        <c:v>7.24315776817041</c:v>
                      </c:pt>
                      <c:pt idx="3230">
                        <c:v>7.1766888083904696</c:v>
                      </c:pt>
                      <c:pt idx="3231">
                        <c:v>7.0746863995423697</c:v>
                      </c:pt>
                      <c:pt idx="3232">
                        <c:v>7.0321154806234203</c:v>
                      </c:pt>
                      <c:pt idx="3233">
                        <c:v>7.0342542592271302</c:v>
                      </c:pt>
                      <c:pt idx="3234">
                        <c:v>7.0539685665814602</c:v>
                      </c:pt>
                      <c:pt idx="3235">
                        <c:v>6.98392734347438</c:v>
                      </c:pt>
                      <c:pt idx="3236">
                        <c:v>6.94573060196414</c:v>
                      </c:pt>
                      <c:pt idx="3237">
                        <c:v>6.9615734283096602</c:v>
                      </c:pt>
                      <c:pt idx="3238">
                        <c:v>7.0725503897033901</c:v>
                      </c:pt>
                      <c:pt idx="3239">
                        <c:v>7.0999527793378299</c:v>
                      </c:pt>
                      <c:pt idx="3240">
                        <c:v>7.0964719445698599</c:v>
                      </c:pt>
                      <c:pt idx="3241">
                        <c:v>7.02169347724021</c:v>
                      </c:pt>
                      <c:pt idx="3242">
                        <c:v>6.9633817976635504</c:v>
                      </c:pt>
                      <c:pt idx="3243">
                        <c:v>6.8722068670288303</c:v>
                      </c:pt>
                      <c:pt idx="3244">
                        <c:v>6.6914279873447402</c:v>
                      </c:pt>
                      <c:pt idx="3245">
                        <c:v>6.6203828546322097</c:v>
                      </c:pt>
                      <c:pt idx="3246">
                        <c:v>6.6200686447007904</c:v>
                      </c:pt>
                      <c:pt idx="3247">
                        <c:v>6.7601860767871598</c:v>
                      </c:pt>
                      <c:pt idx="3248">
                        <c:v>6.7661699831141</c:v>
                      </c:pt>
                      <c:pt idx="3249">
                        <c:v>6.7818061445270699</c:v>
                      </c:pt>
                      <c:pt idx="3250">
                        <c:v>6.7674701028386997</c:v>
                      </c:pt>
                      <c:pt idx="3251">
                        <c:v>6.7387038625068802</c:v>
                      </c:pt>
                      <c:pt idx="3252">
                        <c:v>6.72846324508469</c:v>
                      </c:pt>
                      <c:pt idx="3253">
                        <c:v>6.7960018081274098</c:v>
                      </c:pt>
                      <c:pt idx="3254">
                        <c:v>6.7494506522992497</c:v>
                      </c:pt>
                      <c:pt idx="3255">
                        <c:v>6.7175409288995196</c:v>
                      </c:pt>
                      <c:pt idx="3256">
                        <c:v>6.6298337320293097</c:v>
                      </c:pt>
                      <c:pt idx="3257">
                        <c:v>6.63091130609949</c:v>
                      </c:pt>
                      <c:pt idx="3258">
                        <c:v>6.6529132621564004</c:v>
                      </c:pt>
                      <c:pt idx="3259">
                        <c:v>6.6422049010336304</c:v>
                      </c:pt>
                      <c:pt idx="3260">
                        <c:v>6.5770723171842302</c:v>
                      </c:pt>
                      <c:pt idx="3261">
                        <c:v>6.5745726188159903</c:v>
                      </c:pt>
                      <c:pt idx="3262">
                        <c:v>6.55735009485708</c:v>
                      </c:pt>
                      <c:pt idx="3263">
                        <c:v>6.7211189039188</c:v>
                      </c:pt>
                      <c:pt idx="3264">
                        <c:v>6.8050328882938498</c:v>
                      </c:pt>
                      <c:pt idx="3265">
                        <c:v>6.8402287584875401</c:v>
                      </c:pt>
                      <c:pt idx="3266">
                        <c:v>6.7311441312061797</c:v>
                      </c:pt>
                      <c:pt idx="3267">
                        <c:v>6.7110372171230503</c:v>
                      </c:pt>
                      <c:pt idx="3268">
                        <c:v>6.6447466586955803</c:v>
                      </c:pt>
                      <c:pt idx="3269">
                        <c:v>6.6085624686348696</c:v>
                      </c:pt>
                      <c:pt idx="3270">
                        <c:v>6.6130970019124602</c:v>
                      </c:pt>
                      <c:pt idx="3271">
                        <c:v>6.62550996439934</c:v>
                      </c:pt>
                      <c:pt idx="3272">
                        <c:v>6.6380904235436802</c:v>
                      </c:pt>
                      <c:pt idx="3273">
                        <c:v>6.6380904235436802</c:v>
                      </c:pt>
                      <c:pt idx="3274">
                        <c:v>6.6385936938103596</c:v>
                      </c:pt>
                      <c:pt idx="3275">
                        <c:v>6.69786692697852</c:v>
                      </c:pt>
                      <c:pt idx="3276">
                        <c:v>6.63844752107424</c:v>
                      </c:pt>
                      <c:pt idx="3277">
                        <c:v>6.6583626522869297</c:v>
                      </c:pt>
                      <c:pt idx="3278">
                        <c:v>6.6859446435205196</c:v>
                      </c:pt>
                      <c:pt idx="3279">
                        <c:v>6.7325694541074999</c:v>
                      </c:pt>
                      <c:pt idx="3280">
                        <c:v>6.70322320687466</c:v>
                      </c:pt>
                      <c:pt idx="3281">
                        <c:v>6.6863045793217104</c:v>
                      </c:pt>
                      <c:pt idx="3282">
                        <c:v>6.7036821961298303</c:v>
                      </c:pt>
                      <c:pt idx="3283">
                        <c:v>6.7508165139578296</c:v>
                      </c:pt>
                      <c:pt idx="3284">
                        <c:v>6.7885604718048</c:v>
                      </c:pt>
                      <c:pt idx="3285">
                        <c:v>6.8223691390758097</c:v>
                      </c:pt>
                      <c:pt idx="3286">
                        <c:v>6.7880207908591697</c:v>
                      </c:pt>
                      <c:pt idx="3287">
                        <c:v>6.8078316063518098</c:v>
                      </c:pt>
                      <c:pt idx="3288">
                        <c:v>6.8078316063518098</c:v>
                      </c:pt>
                      <c:pt idx="3289">
                        <c:v>6.7018025888521198</c:v>
                      </c:pt>
                      <c:pt idx="3290">
                        <c:v>6.7381805073652101</c:v>
                      </c:pt>
                      <c:pt idx="3291">
                        <c:v>6.9876086143691802</c:v>
                      </c:pt>
                      <c:pt idx="3292">
                        <c:v>7.18017085509649</c:v>
                      </c:pt>
                      <c:pt idx="3293">
                        <c:v>7.18017085509649</c:v>
                      </c:pt>
                      <c:pt idx="3294">
                        <c:v>7.0556954436448702</c:v>
                      </c:pt>
                      <c:pt idx="3295">
                        <c:v>7.0563966336332697</c:v>
                      </c:pt>
                      <c:pt idx="3296">
                        <c:v>7.04854831035333</c:v>
                      </c:pt>
                      <c:pt idx="3297">
                        <c:v>7.1388968805623199</c:v>
                      </c:pt>
                      <c:pt idx="3298">
                        <c:v>7.1837302787302901</c:v>
                      </c:pt>
                      <c:pt idx="3299">
                        <c:v>7.12636428695762</c:v>
                      </c:pt>
                      <c:pt idx="3300">
                        <c:v>7.115221926956</c:v>
                      </c:pt>
                      <c:pt idx="3301">
                        <c:v>7.0264662510490297</c:v>
                      </c:pt>
                      <c:pt idx="3302">
                        <c:v>6.9847407743022698</c:v>
                      </c:pt>
                      <c:pt idx="3303">
                        <c:v>6.8479709556408803</c:v>
                      </c:pt>
                      <c:pt idx="3304">
                        <c:v>6.8145550226678697</c:v>
                      </c:pt>
                      <c:pt idx="3305">
                        <c:v>6.7701378039031104</c:v>
                      </c:pt>
                      <c:pt idx="3306">
                        <c:v>6.9173813953763199</c:v>
                      </c:pt>
                      <c:pt idx="3307">
                        <c:v>6.9348688688246103</c:v>
                      </c:pt>
                      <c:pt idx="3308">
                        <c:v>6.8961236077407504</c:v>
                      </c:pt>
                      <c:pt idx="3309">
                        <c:v>6.8687161179536398</c:v>
                      </c:pt>
                      <c:pt idx="3310">
                        <c:v>6.8140037355065903</c:v>
                      </c:pt>
                      <c:pt idx="3311">
                        <c:v>6.8140037355065903</c:v>
                      </c:pt>
                      <c:pt idx="3312">
                        <c:v>6.8691381456385097</c:v>
                      </c:pt>
                      <c:pt idx="3313">
                        <c:v>6.8942514187492696</c:v>
                      </c:pt>
                      <c:pt idx="3314">
                        <c:v>6.8319940497795004</c:v>
                      </c:pt>
                      <c:pt idx="3315">
                        <c:v>6.8686233926819602</c:v>
                      </c:pt>
                      <c:pt idx="3316">
                        <c:v>6.9406673285334897</c:v>
                      </c:pt>
                      <c:pt idx="3317">
                        <c:v>6.92205020736544</c:v>
                      </c:pt>
                      <c:pt idx="3318">
                        <c:v>6.7573527790215797</c:v>
                      </c:pt>
                      <c:pt idx="3319">
                        <c:v>6.6955131504427099</c:v>
                      </c:pt>
                      <c:pt idx="3320">
                        <c:v>6.6465917287373202</c:v>
                      </c:pt>
                      <c:pt idx="3321">
                        <c:v>6.6227051150855001</c:v>
                      </c:pt>
                      <c:pt idx="3322">
                        <c:v>6.6227051150855001</c:v>
                      </c:pt>
                      <c:pt idx="3323">
                        <c:v>6.6101486436035701</c:v>
                      </c:pt>
                      <c:pt idx="3324">
                        <c:v>6.6102412546810001</c:v>
                      </c:pt>
                      <c:pt idx="3325">
                        <c:v>6.6390283513278101</c:v>
                      </c:pt>
                      <c:pt idx="3326">
                        <c:v>6.6204175435911896</c:v>
                      </c:pt>
                      <c:pt idx="3327">
                        <c:v>6.6204175435911896</c:v>
                      </c:pt>
                      <c:pt idx="3328">
                        <c:v>6.6229949194691304</c:v>
                      </c:pt>
                      <c:pt idx="3329">
                        <c:v>6.6369250050258097</c:v>
                      </c:pt>
                      <c:pt idx="3330">
                        <c:v>6.5690384349872</c:v>
                      </c:pt>
                      <c:pt idx="3331">
                        <c:v>6.4661256707885997</c:v>
                      </c:pt>
                      <c:pt idx="3332">
                        <c:v>6.3591863521421903</c:v>
                      </c:pt>
                      <c:pt idx="3333">
                        <c:v>6.3591863521421903</c:v>
                      </c:pt>
                      <c:pt idx="3334">
                        <c:v>6.3872251551986503</c:v>
                      </c:pt>
                      <c:pt idx="3335">
                        <c:v>6.4067880084504498</c:v>
                      </c:pt>
                      <c:pt idx="3336">
                        <c:v>6.3485945531499297</c:v>
                      </c:pt>
                      <c:pt idx="3337">
                        <c:v>6.4224345171623698</c:v>
                      </c:pt>
                      <c:pt idx="3338">
                        <c:v>6.49456931383647</c:v>
                      </c:pt>
                      <c:pt idx="3339">
                        <c:v>6.4799096753189298</c:v>
                      </c:pt>
                      <c:pt idx="3340">
                        <c:v>6.5367826462513703</c:v>
                      </c:pt>
                      <c:pt idx="3341">
                        <c:v>6.5634910494435799</c:v>
                      </c:pt>
                      <c:pt idx="3342">
                        <c:v>6.5755458908727</c:v>
                      </c:pt>
                      <c:pt idx="3343">
                        <c:v>6.5045716837169998</c:v>
                      </c:pt>
                      <c:pt idx="3344">
                        <c:v>6.5031312923640403</c:v>
                      </c:pt>
                      <c:pt idx="3345">
                        <c:v>6.4568049268811896</c:v>
                      </c:pt>
                      <c:pt idx="3346">
                        <c:v>6.4022126876223098</c:v>
                      </c:pt>
                      <c:pt idx="3347">
                        <c:v>6.3725667628593596</c:v>
                      </c:pt>
                      <c:pt idx="3348">
                        <c:v>6.5019727154522098</c:v>
                      </c:pt>
                      <c:pt idx="3349">
                        <c:v>6.5371440763520701</c:v>
                      </c:pt>
                      <c:pt idx="3350">
                        <c:v>6.5200055318505203</c:v>
                      </c:pt>
                      <c:pt idx="3351">
                        <c:v>6.4881471327584297</c:v>
                      </c:pt>
                      <c:pt idx="3352">
                        <c:v>6.4657467844904097</c:v>
                      </c:pt>
                      <c:pt idx="3353">
                        <c:v>6.5092023806018497</c:v>
                      </c:pt>
                      <c:pt idx="3354">
                        <c:v>6.4786431092834498</c:v>
                      </c:pt>
                      <c:pt idx="3355">
                        <c:v>6.4413724880025098</c:v>
                      </c:pt>
                      <c:pt idx="3356">
                        <c:v>6.45961042107084</c:v>
                      </c:pt>
                      <c:pt idx="3357">
                        <c:v>6.4801703731340004</c:v>
                      </c:pt>
                      <c:pt idx="3358">
                        <c:v>6.4808577872483903</c:v>
                      </c:pt>
                      <c:pt idx="3359">
                        <c:v>6.5146865432796099</c:v>
                      </c:pt>
                      <c:pt idx="3360">
                        <c:v>6.6091246971070898</c:v>
                      </c:pt>
                      <c:pt idx="3361">
                        <c:v>6.6158319607377498</c:v>
                      </c:pt>
                      <c:pt idx="3362">
                        <c:v>6.7325695599250004</c:v>
                      </c:pt>
                      <c:pt idx="3363">
                        <c:v>6.6985217191953401</c:v>
                      </c:pt>
                      <c:pt idx="3364">
                        <c:v>6.67541592213035</c:v>
                      </c:pt>
                      <c:pt idx="3365">
                        <c:v>6.5884579025239596</c:v>
                      </c:pt>
                      <c:pt idx="3366">
                        <c:v>6.5293993250379803</c:v>
                      </c:pt>
                      <c:pt idx="3367">
                        <c:v>6.5335901608998697</c:v>
                      </c:pt>
                      <c:pt idx="3368">
                        <c:v>6.4337782133682699</c:v>
                      </c:pt>
                      <c:pt idx="3369">
                        <c:v>6.5162966943820999</c:v>
                      </c:pt>
                      <c:pt idx="3370">
                        <c:v>6.5878495446848797</c:v>
                      </c:pt>
                      <c:pt idx="3371">
                        <c:v>6.6117164584362502</c:v>
                      </c:pt>
                      <c:pt idx="3372">
                        <c:v>6.58139178277884</c:v>
                      </c:pt>
                      <c:pt idx="3373">
                        <c:v>6.5644912824546298</c:v>
                      </c:pt>
                      <c:pt idx="3374">
                        <c:v>6.6406107193901303</c:v>
                      </c:pt>
                      <c:pt idx="3375">
                        <c:v>6.69026588707204</c:v>
                      </c:pt>
                      <c:pt idx="3376">
                        <c:v>6.6850040713734504</c:v>
                      </c:pt>
                      <c:pt idx="3377">
                        <c:v>6.6480539322562002</c:v>
                      </c:pt>
                      <c:pt idx="3378">
                        <c:v>6.6320110428502499</c:v>
                      </c:pt>
                      <c:pt idx="3379">
                        <c:v>6.56638128386271</c:v>
                      </c:pt>
                      <c:pt idx="3380">
                        <c:v>6.4842905139832299</c:v>
                      </c:pt>
                      <c:pt idx="3381">
                        <c:v>6.4358766036682296</c:v>
                      </c:pt>
                      <c:pt idx="3382">
                        <c:v>6.3923753993069301</c:v>
                      </c:pt>
                      <c:pt idx="3383">
                        <c:v>6.3923753993069301</c:v>
                      </c:pt>
                      <c:pt idx="3384">
                        <c:v>6.3529527301126798</c:v>
                      </c:pt>
                      <c:pt idx="3385">
                        <c:v>6.3424334973901599</c:v>
                      </c:pt>
                      <c:pt idx="3386">
                        <c:v>6.2549953830550704</c:v>
                      </c:pt>
                      <c:pt idx="3387">
                        <c:v>6.2708311482473498</c:v>
                      </c:pt>
                      <c:pt idx="3388">
                        <c:v>6.3191223948187902</c:v>
                      </c:pt>
                      <c:pt idx="3389">
                        <c:v>6.2755808808496498</c:v>
                      </c:pt>
                      <c:pt idx="3390">
                        <c:v>6.25708497123422</c:v>
                      </c:pt>
                      <c:pt idx="3391">
                        <c:v>6.2205443163542196</c:v>
                      </c:pt>
                      <c:pt idx="3392">
                        <c:v>6.23108957921393</c:v>
                      </c:pt>
                      <c:pt idx="3393">
                        <c:v>6.1844710258513196</c:v>
                      </c:pt>
                      <c:pt idx="3394">
                        <c:v>6.1457005145753101</c:v>
                      </c:pt>
                      <c:pt idx="3395">
                        <c:v>6.1248501171238399</c:v>
                      </c:pt>
                      <c:pt idx="3396">
                        <c:v>6.1389570346022397</c:v>
                      </c:pt>
                      <c:pt idx="3397">
                        <c:v>6.17342873076697</c:v>
                      </c:pt>
                      <c:pt idx="3398">
                        <c:v>6.1787377548470204</c:v>
                      </c:pt>
                      <c:pt idx="3399">
                        <c:v>6.2089060319604101</c:v>
                      </c:pt>
                      <c:pt idx="3400">
                        <c:v>6.2468277642700203</c:v>
                      </c:pt>
                      <c:pt idx="3401">
                        <c:v>6.2468277642700203</c:v>
                      </c:pt>
                      <c:pt idx="3402">
                        <c:v>6.2468277642700203</c:v>
                      </c:pt>
                      <c:pt idx="3403">
                        <c:v>6.2166497794329203</c:v>
                      </c:pt>
                      <c:pt idx="3404">
                        <c:v>6.1052892037951398</c:v>
                      </c:pt>
                      <c:pt idx="3405">
                        <c:v>6.0321189162687601</c:v>
                      </c:pt>
                      <c:pt idx="3406">
                        <c:v>6.0113846310731702</c:v>
                      </c:pt>
                      <c:pt idx="3407">
                        <c:v>5.9558718305504099</c:v>
                      </c:pt>
                      <c:pt idx="3408">
                        <c:v>5.9895369229184103</c:v>
                      </c:pt>
                      <c:pt idx="3409">
                        <c:v>5.9995798647935201</c:v>
                      </c:pt>
                      <c:pt idx="3410">
                        <c:v>5.9712519024574204</c:v>
                      </c:pt>
                      <c:pt idx="3411">
                        <c:v>5.90109659239004</c:v>
                      </c:pt>
                      <c:pt idx="3412">
                        <c:v>5.8357293150152802</c:v>
                      </c:pt>
                      <c:pt idx="3413">
                        <c:v>5.8357293150152802</c:v>
                      </c:pt>
                      <c:pt idx="3414">
                        <c:v>5.8763064792852804</c:v>
                      </c:pt>
                      <c:pt idx="3415">
                        <c:v>5.8261482210926099</c:v>
                      </c:pt>
                      <c:pt idx="3416">
                        <c:v>5.8847724894652398</c:v>
                      </c:pt>
                      <c:pt idx="3417">
                        <c:v>5.8548181515543396</c:v>
                      </c:pt>
                      <c:pt idx="3418">
                        <c:v>5.9183141233095098</c:v>
                      </c:pt>
                      <c:pt idx="3419">
                        <c:v>5.9223309741399204</c:v>
                      </c:pt>
                      <c:pt idx="3420">
                        <c:v>5.9997816653091398</c:v>
                      </c:pt>
                      <c:pt idx="3421">
                        <c:v>5.9828515618669602</c:v>
                      </c:pt>
                      <c:pt idx="3422">
                        <c:v>5.9610984615968103</c:v>
                      </c:pt>
                      <c:pt idx="3423">
                        <c:v>5.9666401319834499</c:v>
                      </c:pt>
                      <c:pt idx="3424">
                        <c:v>6.0313842893741398</c:v>
                      </c:pt>
                      <c:pt idx="3425">
                        <c:v>5.9577818530146702</c:v>
                      </c:pt>
                      <c:pt idx="3426">
                        <c:v>5.9407344641111202</c:v>
                      </c:pt>
                      <c:pt idx="3427">
                        <c:v>5.84917998406205</c:v>
                      </c:pt>
                      <c:pt idx="3428">
                        <c:v>5.8499874291241802</c:v>
                      </c:pt>
                      <c:pt idx="3429">
                        <c:v>5.8472151199873501</c:v>
                      </c:pt>
                      <c:pt idx="3430">
                        <c:v>5.8847146835936197</c:v>
                      </c:pt>
                      <c:pt idx="3431">
                        <c:v>5.8914244043083697</c:v>
                      </c:pt>
                      <c:pt idx="3432">
                        <c:v>5.8607964534149497</c:v>
                      </c:pt>
                      <c:pt idx="3433">
                        <c:v>5.8607964534149497</c:v>
                      </c:pt>
                      <c:pt idx="3434">
                        <c:v>5.8488378132537999</c:v>
                      </c:pt>
                      <c:pt idx="3435">
                        <c:v>5.77866377556823</c:v>
                      </c:pt>
                      <c:pt idx="3436">
                        <c:v>5.8174660961863598</c:v>
                      </c:pt>
                      <c:pt idx="3437">
                        <c:v>5.7452965544860302</c:v>
                      </c:pt>
                      <c:pt idx="3438">
                        <c:v>5.7181077343931603</c:v>
                      </c:pt>
                      <c:pt idx="3439">
                        <c:v>5.6187449792985404</c:v>
                      </c:pt>
                      <c:pt idx="3440">
                        <c:v>5.6743823904130801</c:v>
                      </c:pt>
                      <c:pt idx="3441">
                        <c:v>5.77788767938193</c:v>
                      </c:pt>
                      <c:pt idx="3442">
                        <c:v>5.8234097818921704</c:v>
                      </c:pt>
                      <c:pt idx="3443">
                        <c:v>5.7852426909562196</c:v>
                      </c:pt>
                      <c:pt idx="3444">
                        <c:v>5.7811602906913704</c:v>
                      </c:pt>
                      <c:pt idx="3445">
                        <c:v>5.7330992644689598</c:v>
                      </c:pt>
                      <c:pt idx="3446">
                        <c:v>5.8365114881627802</c:v>
                      </c:pt>
                      <c:pt idx="3447">
                        <c:v>5.8751747239722096</c:v>
                      </c:pt>
                      <c:pt idx="3448">
                        <c:v>5.8751747239722096</c:v>
                      </c:pt>
                      <c:pt idx="3449">
                        <c:v>6.0080926115878901</c:v>
                      </c:pt>
                      <c:pt idx="3450">
                        <c:v>6.0619420673636597</c:v>
                      </c:pt>
                      <c:pt idx="3451">
                        <c:v>5.9856383441194803</c:v>
                      </c:pt>
                      <c:pt idx="3452">
                        <c:v>5.9600346228368997</c:v>
                      </c:pt>
                      <c:pt idx="3453">
                        <c:v>5.9600346228368997</c:v>
                      </c:pt>
                      <c:pt idx="3454">
                        <c:v>5.9135676116923497</c:v>
                      </c:pt>
                      <c:pt idx="3455">
                        <c:v>5.9127033642224998</c:v>
                      </c:pt>
                      <c:pt idx="3456">
                        <c:v>6.0035639025037097</c:v>
                      </c:pt>
                      <c:pt idx="3457">
                        <c:v>5.9458130865822598</c:v>
                      </c:pt>
                      <c:pt idx="3458">
                        <c:v>5.9458130865822598</c:v>
                      </c:pt>
                      <c:pt idx="3459">
                        <c:v>5.9534152461837504</c:v>
                      </c:pt>
                      <c:pt idx="3460">
                        <c:v>6.1072106881761501</c:v>
                      </c:pt>
                      <c:pt idx="3461">
                        <c:v>6.2085373720637698</c:v>
                      </c:pt>
                      <c:pt idx="3462">
                        <c:v>6.2895662732463302</c:v>
                      </c:pt>
                      <c:pt idx="3463">
                        <c:v>6.23398844270341</c:v>
                      </c:pt>
                      <c:pt idx="3464">
                        <c:v>6.1898733361348999</c:v>
                      </c:pt>
                      <c:pt idx="3465">
                        <c:v>6.2033590051415102</c:v>
                      </c:pt>
                      <c:pt idx="3466">
                        <c:v>6.1496968663640104</c:v>
                      </c:pt>
                      <c:pt idx="3467">
                        <c:v>6.1500743419258104</c:v>
                      </c:pt>
                      <c:pt idx="3468">
                        <c:v>6.0824117929837298</c:v>
                      </c:pt>
                      <c:pt idx="3469">
                        <c:v>6.1742609751827802</c:v>
                      </c:pt>
                      <c:pt idx="3470">
                        <c:v>6.1450982113447097</c:v>
                      </c:pt>
                      <c:pt idx="3471">
                        <c:v>6.1450982113447097</c:v>
                      </c:pt>
                      <c:pt idx="3472">
                        <c:v>6.2161336375737104</c:v>
                      </c:pt>
                      <c:pt idx="3473">
                        <c:v>6.2346079654425699</c:v>
                      </c:pt>
                      <c:pt idx="3474">
                        <c:v>6.2191712534629398</c:v>
                      </c:pt>
                      <c:pt idx="3475">
                        <c:v>6.3086550195840703</c:v>
                      </c:pt>
                      <c:pt idx="3476">
                        <c:v>6.2470288026283303</c:v>
                      </c:pt>
                      <c:pt idx="3477">
                        <c:v>6.3150440752949297</c:v>
                      </c:pt>
                      <c:pt idx="3478">
                        <c:v>6.2160091212889101</c:v>
                      </c:pt>
                      <c:pt idx="3479">
                        <c:v>6.30719800162003</c:v>
                      </c:pt>
                      <c:pt idx="3480">
                        <c:v>6.3596066459480198</c:v>
                      </c:pt>
                      <c:pt idx="3481">
                        <c:v>6.39064199245112</c:v>
                      </c:pt>
                      <c:pt idx="3482">
                        <c:v>6.3764290216182404</c:v>
                      </c:pt>
                      <c:pt idx="3483">
                        <c:v>6.3764290216182404</c:v>
                      </c:pt>
                      <c:pt idx="3484">
                        <c:v>6.3298963466912799</c:v>
                      </c:pt>
                      <c:pt idx="3485">
                        <c:v>6.3337926601072496</c:v>
                      </c:pt>
                      <c:pt idx="3486">
                        <c:v>6.2957811526563496</c:v>
                      </c:pt>
                      <c:pt idx="3487">
                        <c:v>6.3025607352060504</c:v>
                      </c:pt>
                      <c:pt idx="3488">
                        <c:v>6.3033897142900299</c:v>
                      </c:pt>
                      <c:pt idx="3489">
                        <c:v>6.2757129350154699</c:v>
                      </c:pt>
                      <c:pt idx="3490">
                        <c:v>6.2408852126075001</c:v>
                      </c:pt>
                      <c:pt idx="3491">
                        <c:v>6.2157086490145801</c:v>
                      </c:pt>
                      <c:pt idx="3492">
                        <c:v>6.2683413085986199</c:v>
                      </c:pt>
                      <c:pt idx="3493">
                        <c:v>6.2683413085986199</c:v>
                      </c:pt>
                      <c:pt idx="3494">
                        <c:v>6.2454065176647298</c:v>
                      </c:pt>
                      <c:pt idx="3495">
                        <c:v>6.2618207685154799</c:v>
                      </c:pt>
                      <c:pt idx="3496">
                        <c:v>6.2340335603346704</c:v>
                      </c:pt>
                      <c:pt idx="3497">
                        <c:v>6.1844307162694303</c:v>
                      </c:pt>
                      <c:pt idx="3498">
                        <c:v>6.2142373302834999</c:v>
                      </c:pt>
                      <c:pt idx="3499">
                        <c:v>6.2341155424242096</c:v>
                      </c:pt>
                      <c:pt idx="3500">
                        <c:v>6.2261815411826902</c:v>
                      </c:pt>
                      <c:pt idx="3501">
                        <c:v>6.17427228848263</c:v>
                      </c:pt>
                      <c:pt idx="3502">
                        <c:v>6.1652693416218201</c:v>
                      </c:pt>
                      <c:pt idx="3503">
                        <c:v>6.2341747134078496</c:v>
                      </c:pt>
                      <c:pt idx="3504">
                        <c:v>6.2190559152462797</c:v>
                      </c:pt>
                      <c:pt idx="3505">
                        <c:v>6.1831486687184798</c:v>
                      </c:pt>
                      <c:pt idx="3506">
                        <c:v>6.14554737833621</c:v>
                      </c:pt>
                      <c:pt idx="3507">
                        <c:v>6.0954602613510502</c:v>
                      </c:pt>
                      <c:pt idx="3508">
                        <c:v>6.0666694717588401</c:v>
                      </c:pt>
                      <c:pt idx="3509">
                        <c:v>6.0754072974484004</c:v>
                      </c:pt>
                      <c:pt idx="3510">
                        <c:v>6.0472927412429502</c:v>
                      </c:pt>
                      <c:pt idx="3511">
                        <c:v>6.0610235314465299</c:v>
                      </c:pt>
                      <c:pt idx="3512">
                        <c:v>6.0380310205208296</c:v>
                      </c:pt>
                      <c:pt idx="3513">
                        <c:v>6.0437788394086098</c:v>
                      </c:pt>
                      <c:pt idx="3514">
                        <c:v>6.0540007538924199</c:v>
                      </c:pt>
                      <c:pt idx="3515">
                        <c:v>6.0535237726566304</c:v>
                      </c:pt>
                      <c:pt idx="3516">
                        <c:v>6.0740529477295198</c:v>
                      </c:pt>
                      <c:pt idx="3517">
                        <c:v>6.0681495536204801</c:v>
                      </c:pt>
                      <c:pt idx="3518">
                        <c:v>6.0648886306830301</c:v>
                      </c:pt>
                      <c:pt idx="3519">
                        <c:v>6.1079937099954797</c:v>
                      </c:pt>
                      <c:pt idx="3520">
                        <c:v>6.0601365100337201</c:v>
                      </c:pt>
                      <c:pt idx="3521">
                        <c:v>6.0992417540748498</c:v>
                      </c:pt>
                      <c:pt idx="3522">
                        <c:v>6.0445303930640897</c:v>
                      </c:pt>
                      <c:pt idx="3523">
                        <c:v>6.0859489570415102</c:v>
                      </c:pt>
                      <c:pt idx="3524">
                        <c:v>6.0674674202366301</c:v>
                      </c:pt>
                      <c:pt idx="3525">
                        <c:v>6.0118580357675304</c:v>
                      </c:pt>
                      <c:pt idx="3526">
                        <c:v>6.1213367208627503</c:v>
                      </c:pt>
                      <c:pt idx="3527">
                        <c:v>6.1334202096000903</c:v>
                      </c:pt>
                      <c:pt idx="3528">
                        <c:v>5.9721069006171996</c:v>
                      </c:pt>
                      <c:pt idx="3529">
                        <c:v>6.03648746192916</c:v>
                      </c:pt>
                      <c:pt idx="3530">
                        <c:v>6.0337308385825903</c:v>
                      </c:pt>
                      <c:pt idx="3531">
                        <c:v>5.9210985292968701</c:v>
                      </c:pt>
                      <c:pt idx="3532">
                        <c:v>5.8769747859243804</c:v>
                      </c:pt>
                      <c:pt idx="3533">
                        <c:v>5.8769747859243804</c:v>
                      </c:pt>
                      <c:pt idx="3534">
                        <c:v>5.9271863174530299</c:v>
                      </c:pt>
                      <c:pt idx="3535">
                        <c:v>5.9268853820514904</c:v>
                      </c:pt>
                      <c:pt idx="3536">
                        <c:v>5.9646298089780796</c:v>
                      </c:pt>
                      <c:pt idx="3537">
                        <c:v>6.1074641451803204</c:v>
                      </c:pt>
                      <c:pt idx="3538">
                        <c:v>6.1222976236145197</c:v>
                      </c:pt>
                      <c:pt idx="3539">
                        <c:v>6.04368804834772</c:v>
                      </c:pt>
                      <c:pt idx="3540">
                        <c:v>6.0879240739920197</c:v>
                      </c:pt>
                      <c:pt idx="3541">
                        <c:v>6.0834620730524902</c:v>
                      </c:pt>
                      <c:pt idx="3542">
                        <c:v>6.1664392310159304</c:v>
                      </c:pt>
                      <c:pt idx="3543">
                        <c:v>6.0984465296767301</c:v>
                      </c:pt>
                      <c:pt idx="3544">
                        <c:v>6.1282109330792096</c:v>
                      </c:pt>
                      <c:pt idx="3545">
                        <c:v>6.2045680567856198</c:v>
                      </c:pt>
                      <c:pt idx="3546">
                        <c:v>6.2915953689342796</c:v>
                      </c:pt>
                      <c:pt idx="3547">
                        <c:v>6.2607679964291902</c:v>
                      </c:pt>
                      <c:pt idx="3548">
                        <c:v>6.2607679964291902</c:v>
                      </c:pt>
                      <c:pt idx="3549">
                        <c:v>6.2014009477606002</c:v>
                      </c:pt>
                      <c:pt idx="3550">
                        <c:v>6.1530278320992604</c:v>
                      </c:pt>
                      <c:pt idx="3551">
                        <c:v>6.1641583084031799</c:v>
                      </c:pt>
                      <c:pt idx="3552">
                        <c:v>6.1722193389443802</c:v>
                      </c:pt>
                      <c:pt idx="3553">
                        <c:v>6.1722193389443802</c:v>
                      </c:pt>
                      <c:pt idx="3554">
                        <c:v>6.2260182940940503</c:v>
                      </c:pt>
                      <c:pt idx="3555">
                        <c:v>6.22582810277137</c:v>
                      </c:pt>
                      <c:pt idx="3556">
                        <c:v>6.1835428930074103</c:v>
                      </c:pt>
                      <c:pt idx="3557">
                        <c:v>6.1270426637725999</c:v>
                      </c:pt>
                      <c:pt idx="3558">
                        <c:v>6.1448716403802504</c:v>
                      </c:pt>
                      <c:pt idx="3559">
                        <c:v>6.0801696061002399</c:v>
                      </c:pt>
                      <c:pt idx="3560">
                        <c:v>6.0626547595941602</c:v>
                      </c:pt>
                      <c:pt idx="3561">
                        <c:v>6.0134629517545202</c:v>
                      </c:pt>
                      <c:pt idx="3562">
                        <c:v>6.0088919570348596</c:v>
                      </c:pt>
                      <c:pt idx="3563">
                        <c:v>5.7206900060192298</c:v>
                      </c:pt>
                      <c:pt idx="3564">
                        <c:v>5.9507075757619097</c:v>
                      </c:pt>
                      <c:pt idx="3565">
                        <c:v>5.9221447568500096</c:v>
                      </c:pt>
                      <c:pt idx="3566">
                        <c:v>5.8461608627701303</c:v>
                      </c:pt>
                      <c:pt idx="3567">
                        <c:v>5.8776553985517204</c:v>
                      </c:pt>
                      <c:pt idx="3568">
                        <c:v>5.8974164367066502</c:v>
                      </c:pt>
                      <c:pt idx="3569">
                        <c:v>5.88106623364237</c:v>
                      </c:pt>
                      <c:pt idx="3570">
                        <c:v>5.8858193466095603</c:v>
                      </c:pt>
                      <c:pt idx="3571">
                        <c:v>5.9232961174424696</c:v>
                      </c:pt>
                      <c:pt idx="3572">
                        <c:v>5.9232961174424696</c:v>
                      </c:pt>
                      <c:pt idx="3573">
                        <c:v>6.00487007086556</c:v>
                      </c:pt>
                      <c:pt idx="3574">
                        <c:v>6.0661646137342196</c:v>
                      </c:pt>
                      <c:pt idx="3575">
                        <c:v>5.9937035784289199</c:v>
                      </c:pt>
                      <c:pt idx="3576">
                        <c:v>5.9091546791171998</c:v>
                      </c:pt>
                      <c:pt idx="3577">
                        <c:v>5.8718774511158296</c:v>
                      </c:pt>
                      <c:pt idx="3578">
                        <c:v>5.77496628546045</c:v>
                      </c:pt>
                      <c:pt idx="3579">
                        <c:v>5.8256129019109597</c:v>
                      </c:pt>
                      <c:pt idx="3580">
                        <c:v>5.8758743107415903</c:v>
                      </c:pt>
                      <c:pt idx="3581">
                        <c:v>5.8822762430969497</c:v>
                      </c:pt>
                      <c:pt idx="3582">
                        <c:v>5.9337613587404601</c:v>
                      </c:pt>
                      <c:pt idx="3583">
                        <c:v>5.9337613587404601</c:v>
                      </c:pt>
                      <c:pt idx="3584">
                        <c:v>5.9385621940165603</c:v>
                      </c:pt>
                      <c:pt idx="3585">
                        <c:v>5.93477752335553</c:v>
                      </c:pt>
                      <c:pt idx="3586">
                        <c:v>5.9361988111477499</c:v>
                      </c:pt>
                      <c:pt idx="3587">
                        <c:v>5.9361988111477499</c:v>
                      </c:pt>
                      <c:pt idx="3588">
                        <c:v>5.9361988111477499</c:v>
                      </c:pt>
                      <c:pt idx="3589">
                        <c:v>5.90145021607883</c:v>
                      </c:pt>
                      <c:pt idx="3590">
                        <c:v>5.8435901844585603</c:v>
                      </c:pt>
                      <c:pt idx="3591">
                        <c:v>5.8328331091474901</c:v>
                      </c:pt>
                      <c:pt idx="3592">
                        <c:v>5.7791144249741304</c:v>
                      </c:pt>
                      <c:pt idx="3593">
                        <c:v>5.7791144249741304</c:v>
                      </c:pt>
                      <c:pt idx="3594">
                        <c:v>5.7928095778324602</c:v>
                      </c:pt>
                      <c:pt idx="3595">
                        <c:v>5.8115490703883204</c:v>
                      </c:pt>
                      <c:pt idx="3596">
                        <c:v>5.7807336725522704</c:v>
                      </c:pt>
                      <c:pt idx="3597">
                        <c:v>5.8006376867316103</c:v>
                      </c:pt>
                      <c:pt idx="3598">
                        <c:v>5.8334229264285096</c:v>
                      </c:pt>
                      <c:pt idx="3599">
                        <c:v>5.8866551152065396</c:v>
                      </c:pt>
                      <c:pt idx="3600">
                        <c:v>5.8626159818744101</c:v>
                      </c:pt>
                      <c:pt idx="3601">
                        <c:v>5.8786072527037003</c:v>
                      </c:pt>
                      <c:pt idx="3602">
                        <c:v>5.8929171258047299</c:v>
                      </c:pt>
                      <c:pt idx="3603">
                        <c:v>5.9176188963306702</c:v>
                      </c:pt>
                      <c:pt idx="3604">
                        <c:v>5.8646292578280397</c:v>
                      </c:pt>
                      <c:pt idx="3605">
                        <c:v>5.8722681996784702</c:v>
                      </c:pt>
                      <c:pt idx="3606">
                        <c:v>5.8339731960782197</c:v>
                      </c:pt>
                      <c:pt idx="3607">
                        <c:v>5.8601581662801498</c:v>
                      </c:pt>
                      <c:pt idx="3608">
                        <c:v>5.8646427523214797</c:v>
                      </c:pt>
                      <c:pt idx="3609">
                        <c:v>5.8997449305920799</c:v>
                      </c:pt>
                      <c:pt idx="3610">
                        <c:v>5.8977506909911899</c:v>
                      </c:pt>
                      <c:pt idx="3611">
                        <c:v>5.89504145128143</c:v>
                      </c:pt>
                      <c:pt idx="3612">
                        <c:v>5.9157615163406696</c:v>
                      </c:pt>
                      <c:pt idx="3613">
                        <c:v>5.9950329016653097</c:v>
                      </c:pt>
                      <c:pt idx="3614">
                        <c:v>6.0017610003656898</c:v>
                      </c:pt>
                      <c:pt idx="3615">
                        <c:v>5.9811312099785798</c:v>
                      </c:pt>
                      <c:pt idx="3616">
                        <c:v>6.0192845229305201</c:v>
                      </c:pt>
                      <c:pt idx="3617">
                        <c:v>6.0460096442696303</c:v>
                      </c:pt>
                      <c:pt idx="3618">
                        <c:v>6.0289084439520604</c:v>
                      </c:pt>
                      <c:pt idx="3619">
                        <c:v>6.04817963284043</c:v>
                      </c:pt>
                      <c:pt idx="3620">
                        <c:v>6.0618718761470403</c:v>
                      </c:pt>
                      <c:pt idx="3621">
                        <c:v>6.0602492648880002</c:v>
                      </c:pt>
                      <c:pt idx="3622">
                        <c:v>6.02486221347863</c:v>
                      </c:pt>
                      <c:pt idx="3623">
                        <c:v>6.0364226632456903</c:v>
                      </c:pt>
                      <c:pt idx="3624">
                        <c:v>6.0467788019490101</c:v>
                      </c:pt>
                      <c:pt idx="3625">
                        <c:v>6.0335451605294503</c:v>
                      </c:pt>
                      <c:pt idx="3626">
                        <c:v>6.0100214526376696</c:v>
                      </c:pt>
                      <c:pt idx="3627">
                        <c:v>6.00054056987618</c:v>
                      </c:pt>
                      <c:pt idx="3628">
                        <c:v>5.9787031051691404</c:v>
                      </c:pt>
                      <c:pt idx="3629">
                        <c:v>6.0111884591112101</c:v>
                      </c:pt>
                      <c:pt idx="3630">
                        <c:v>6.0507005157416698</c:v>
                      </c:pt>
                      <c:pt idx="3631">
                        <c:v>6.1482675750556703</c:v>
                      </c:pt>
                      <c:pt idx="3632">
                        <c:v>6.1781399493254199</c:v>
                      </c:pt>
                      <c:pt idx="3633">
                        <c:v>6.1663035749894002</c:v>
                      </c:pt>
                      <c:pt idx="3634">
                        <c:v>6.1158761154340002</c:v>
                      </c:pt>
                      <c:pt idx="3635">
                        <c:v>6.1490316847831803</c:v>
                      </c:pt>
                      <c:pt idx="3636">
                        <c:v>6.14667478937384</c:v>
                      </c:pt>
                      <c:pt idx="3637">
                        <c:v>6.1181567633616796</c:v>
                      </c:pt>
                      <c:pt idx="3638">
                        <c:v>6.0669402485178701</c:v>
                      </c:pt>
                      <c:pt idx="3639">
                        <c:v>6.0388352406069101</c:v>
                      </c:pt>
                      <c:pt idx="3640">
                        <c:v>6.0539520959009803</c:v>
                      </c:pt>
                      <c:pt idx="3641">
                        <c:v>6.0281605566832797</c:v>
                      </c:pt>
                      <c:pt idx="3642">
                        <c:v>5.9881645914331401</c:v>
                      </c:pt>
                      <c:pt idx="3643">
                        <c:v>5.9881645914331401</c:v>
                      </c:pt>
                      <c:pt idx="3644">
                        <c:v>5.9881645914331401</c:v>
                      </c:pt>
                      <c:pt idx="3645">
                        <c:v>5.9913789020158603</c:v>
                      </c:pt>
                      <c:pt idx="3646">
                        <c:v>6.0021208146577898</c:v>
                      </c:pt>
                      <c:pt idx="3647">
                        <c:v>6.0240567718124698</c:v>
                      </c:pt>
                      <c:pt idx="3648">
                        <c:v>5.98136343341156</c:v>
                      </c:pt>
                      <c:pt idx="3649">
                        <c:v>5.9076438215723801</c:v>
                      </c:pt>
                      <c:pt idx="3650">
                        <c:v>5.8820567771755599</c:v>
                      </c:pt>
                      <c:pt idx="3651">
                        <c:v>5.8820567771755599</c:v>
                      </c:pt>
                      <c:pt idx="3652">
                        <c:v>5.8820567771755599</c:v>
                      </c:pt>
                      <c:pt idx="3653">
                        <c:v>5.8965488001758803</c:v>
                      </c:pt>
                      <c:pt idx="3654">
                        <c:v>5.8986883832574701</c:v>
                      </c:pt>
                      <c:pt idx="3655">
                        <c:v>5.9126188005328304</c:v>
                      </c:pt>
                      <c:pt idx="3656">
                        <c:v>5.8832917367162301</c:v>
                      </c:pt>
                      <c:pt idx="3657">
                        <c:v>5.8201868283981897</c:v>
                      </c:pt>
                      <c:pt idx="3658">
                        <c:v>5.8246595654217197</c:v>
                      </c:pt>
                      <c:pt idx="3659">
                        <c:v>5.7606998089560602</c:v>
                      </c:pt>
                      <c:pt idx="3660">
                        <c:v>5.7183804658550796</c:v>
                      </c:pt>
                      <c:pt idx="3661">
                        <c:v>5.75991555549012</c:v>
                      </c:pt>
                      <c:pt idx="3662">
                        <c:v>5.7234521863545602</c:v>
                      </c:pt>
                      <c:pt idx="3663">
                        <c:v>5.7021539301270403</c:v>
                      </c:pt>
                      <c:pt idx="3664">
                        <c:v>5.6813271726249299</c:v>
                      </c:pt>
                      <c:pt idx="3665">
                        <c:v>5.6777486018892498</c:v>
                      </c:pt>
                      <c:pt idx="3666">
                        <c:v>5.7397231104749302</c:v>
                      </c:pt>
                      <c:pt idx="3667">
                        <c:v>5.7400577505252501</c:v>
                      </c:pt>
                      <c:pt idx="3668">
                        <c:v>5.7380186801832203</c:v>
                      </c:pt>
                      <c:pt idx="3669">
                        <c:v>5.7414278699992396</c:v>
                      </c:pt>
                      <c:pt idx="3670">
                        <c:v>5.77438103108629</c:v>
                      </c:pt>
                      <c:pt idx="3671">
                        <c:v>5.7714988691105802</c:v>
                      </c:pt>
                      <c:pt idx="3672">
                        <c:v>5.7180321561580598</c:v>
                      </c:pt>
                      <c:pt idx="3673">
                        <c:v>5.7836192802448103</c:v>
                      </c:pt>
                      <c:pt idx="3674">
                        <c:v>5.7836192802448103</c:v>
                      </c:pt>
                      <c:pt idx="3675">
                        <c:v>5.7681894385908299</c:v>
                      </c:pt>
                      <c:pt idx="3676">
                        <c:v>5.7609564561059896</c:v>
                      </c:pt>
                      <c:pt idx="3677">
                        <c:v>5.7681882799525299</c:v>
                      </c:pt>
                      <c:pt idx="3678">
                        <c:v>5.8002075023414097</c:v>
                      </c:pt>
                      <c:pt idx="3679">
                        <c:v>5.8690667785915496</c:v>
                      </c:pt>
                      <c:pt idx="3680">
                        <c:v>5.8870335135707297</c:v>
                      </c:pt>
                      <c:pt idx="3681">
                        <c:v>5.8350497904285197</c:v>
                      </c:pt>
                      <c:pt idx="3682">
                        <c:v>5.8352479224569898</c:v>
                      </c:pt>
                      <c:pt idx="3683">
                        <c:v>5.8352479224569898</c:v>
                      </c:pt>
                      <c:pt idx="3684">
                        <c:v>5.8883357519625497</c:v>
                      </c:pt>
                      <c:pt idx="3685">
                        <c:v>5.9050607655601004</c:v>
                      </c:pt>
                      <c:pt idx="3686">
                        <c:v>5.95261531401915</c:v>
                      </c:pt>
                      <c:pt idx="3687">
                        <c:v>6.0560169202911096</c:v>
                      </c:pt>
                      <c:pt idx="3688">
                        <c:v>6.0384549786169099</c:v>
                      </c:pt>
                      <c:pt idx="3689">
                        <c:v>5.9921572288910099</c:v>
                      </c:pt>
                      <c:pt idx="3690">
                        <c:v>5.9781236505376496</c:v>
                      </c:pt>
                      <c:pt idx="3691">
                        <c:v>5.9530655955909397</c:v>
                      </c:pt>
                      <c:pt idx="3692">
                        <c:v>5.9631402918978598</c:v>
                      </c:pt>
                      <c:pt idx="3693">
                        <c:v>5.9487826887619102</c:v>
                      </c:pt>
                      <c:pt idx="3694">
                        <c:v>5.9731838056516402</c:v>
                      </c:pt>
                      <c:pt idx="3695">
                        <c:v>6.0017979784081898</c:v>
                      </c:pt>
                      <c:pt idx="3696">
                        <c:v>6.0090350130813404</c:v>
                      </c:pt>
                      <c:pt idx="3697">
                        <c:v>5.9663236294611304</c:v>
                      </c:pt>
                      <c:pt idx="3698">
                        <c:v>5.9663236294611304</c:v>
                      </c:pt>
                      <c:pt idx="3699">
                        <c:v>5.9677689507708296</c:v>
                      </c:pt>
                      <c:pt idx="3700">
                        <c:v>5.9122080811271296</c:v>
                      </c:pt>
                      <c:pt idx="3701">
                        <c:v>5.9330973337152102</c:v>
                      </c:pt>
                      <c:pt idx="3702">
                        <c:v>5.98472858140883</c:v>
                      </c:pt>
                      <c:pt idx="3703">
                        <c:v>5.98472858140883</c:v>
                      </c:pt>
                      <c:pt idx="3704">
                        <c:v>6.0335979325559403</c:v>
                      </c:pt>
                      <c:pt idx="3705">
                        <c:v>6.0627116081191996</c:v>
                      </c:pt>
                      <c:pt idx="3706">
                        <c:v>6.0532938605233104</c:v>
                      </c:pt>
                      <c:pt idx="3707">
                        <c:v>6.1333153795415196</c:v>
                      </c:pt>
                      <c:pt idx="3708">
                        <c:v>6.1296246818123397</c:v>
                      </c:pt>
                      <c:pt idx="3709">
                        <c:v>6.1279922307469104</c:v>
                      </c:pt>
                      <c:pt idx="3710">
                        <c:v>6.1061001096505896</c:v>
                      </c:pt>
                      <c:pt idx="3711">
                        <c:v>6.1513881172135196</c:v>
                      </c:pt>
                      <c:pt idx="3712">
                        <c:v>6.1185219160786204</c:v>
                      </c:pt>
                      <c:pt idx="3713">
                        <c:v>6.1239424194678502</c:v>
                      </c:pt>
                      <c:pt idx="3714">
                        <c:v>6.1377667493549399</c:v>
                      </c:pt>
                      <c:pt idx="3715">
                        <c:v>6.1167057314516704</c:v>
                      </c:pt>
                      <c:pt idx="3716">
                        <c:v>6.1458060498134799</c:v>
                      </c:pt>
                      <c:pt idx="3717">
                        <c:v>6.14489212280969</c:v>
                      </c:pt>
                      <c:pt idx="3718">
                        <c:v>6.14489212280969</c:v>
                      </c:pt>
                      <c:pt idx="3719">
                        <c:v>6.1202976165466003</c:v>
                      </c:pt>
                      <c:pt idx="3720">
                        <c:v>6.0898858092371997</c:v>
                      </c:pt>
                      <c:pt idx="3721">
                        <c:v>6.1014053536663804</c:v>
                      </c:pt>
                      <c:pt idx="3722">
                        <c:v>6.1030625045520601</c:v>
                      </c:pt>
                      <c:pt idx="3723">
                        <c:v>6.1591350298488896</c:v>
                      </c:pt>
                      <c:pt idx="3724">
                        <c:v>6.1055703176454301</c:v>
                      </c:pt>
                      <c:pt idx="3725">
                        <c:v>6.1308097530992196</c:v>
                      </c:pt>
                      <c:pt idx="3726">
                        <c:v>6.1409794446798696</c:v>
                      </c:pt>
                      <c:pt idx="3727">
                        <c:v>6.1378413702343302</c:v>
                      </c:pt>
                      <c:pt idx="3728">
                        <c:v>6.1396452963404702</c:v>
                      </c:pt>
                      <c:pt idx="3729">
                        <c:v>6.1498478186767302</c:v>
                      </c:pt>
                      <c:pt idx="3730">
                        <c:v>6.1230916285233699</c:v>
                      </c:pt>
                      <c:pt idx="3731">
                        <c:v>6.0894518199666798</c:v>
                      </c:pt>
                      <c:pt idx="3732">
                        <c:v>6.0894518199666798</c:v>
                      </c:pt>
                      <c:pt idx="3733">
                        <c:v>6.0946778720488402</c:v>
                      </c:pt>
                      <c:pt idx="3734">
                        <c:v>6.1343553207335804</c:v>
                      </c:pt>
                      <c:pt idx="3735">
                        <c:v>6.1452378141822104</c:v>
                      </c:pt>
                      <c:pt idx="3736">
                        <c:v>6.1158036513746001</c:v>
                      </c:pt>
                      <c:pt idx="3737">
                        <c:v>6.1090943852594597</c:v>
                      </c:pt>
                      <c:pt idx="3738">
                        <c:v>6.1575260485696699</c:v>
                      </c:pt>
                      <c:pt idx="3739">
                        <c:v>6.20771306952863</c:v>
                      </c:pt>
                      <c:pt idx="3740">
                        <c:v>6.2061591115273202</c:v>
                      </c:pt>
                      <c:pt idx="3741">
                        <c:v>6.2072748010910299</c:v>
                      </c:pt>
                      <c:pt idx="3742">
                        <c:v>6.2116384417821404</c:v>
                      </c:pt>
                      <c:pt idx="3743">
                        <c:v>6.1703152238258001</c:v>
                      </c:pt>
                      <c:pt idx="3744">
                        <c:v>6.1703152238258001</c:v>
                      </c:pt>
                      <c:pt idx="3745">
                        <c:v>6.1561428248481</c:v>
                      </c:pt>
                      <c:pt idx="3746">
                        <c:v>6.1448674469819897</c:v>
                      </c:pt>
                      <c:pt idx="3747">
                        <c:v>6.1366738895286597</c:v>
                      </c:pt>
                      <c:pt idx="3748">
                        <c:v>6.1901620951186098</c:v>
                      </c:pt>
                      <c:pt idx="3749">
                        <c:v>6.1994782270732802</c:v>
                      </c:pt>
                      <c:pt idx="3750">
                        <c:v>6.2002830279045504</c:v>
                      </c:pt>
                      <c:pt idx="3751">
                        <c:v>6.1718530209846199</c:v>
                      </c:pt>
                      <c:pt idx="3752">
                        <c:v>6.1927015449465497</c:v>
                      </c:pt>
                      <c:pt idx="3753">
                        <c:v>6.1927015449465497</c:v>
                      </c:pt>
                      <c:pt idx="3754">
                        <c:v>6.1703869131623801</c:v>
                      </c:pt>
                      <c:pt idx="3755">
                        <c:v>6.1557644179963198</c:v>
                      </c:pt>
                      <c:pt idx="3756">
                        <c:v>6.1228948922592501</c:v>
                      </c:pt>
                      <c:pt idx="3757">
                        <c:v>6.1216116581427604</c:v>
                      </c:pt>
                      <c:pt idx="3758">
                        <c:v>6.0996612362799398</c:v>
                      </c:pt>
                      <c:pt idx="3759">
                        <c:v>6.1214544726418403</c:v>
                      </c:pt>
                      <c:pt idx="3760">
                        <c:v>6.1560360029226304</c:v>
                      </c:pt>
                      <c:pt idx="3761">
                        <c:v>6.1723738226673204</c:v>
                      </c:pt>
                      <c:pt idx="3762">
                        <c:v>6.1836044231136302</c:v>
                      </c:pt>
                      <c:pt idx="3763">
                        <c:v>6.17897051052626</c:v>
                      </c:pt>
                      <c:pt idx="3764">
                        <c:v>6.2014091733410703</c:v>
                      </c:pt>
                      <c:pt idx="3765">
                        <c:v>6.2047507914551998</c:v>
                      </c:pt>
                      <c:pt idx="3766">
                        <c:v>6.2122248260921298</c:v>
                      </c:pt>
                      <c:pt idx="3767">
                        <c:v>6.2593618254112</c:v>
                      </c:pt>
                      <c:pt idx="3768">
                        <c:v>6.2867004267462798</c:v>
                      </c:pt>
                      <c:pt idx="3769">
                        <c:v>6.2891430218884397</c:v>
                      </c:pt>
                      <c:pt idx="3770">
                        <c:v>6.2841053257220096</c:v>
                      </c:pt>
                      <c:pt idx="3771">
                        <c:v>6.2431551017216904</c:v>
                      </c:pt>
                      <c:pt idx="3772">
                        <c:v>6.2600197074193904</c:v>
                      </c:pt>
                      <c:pt idx="3773">
                        <c:v>6.2659588120983898</c:v>
                      </c:pt>
                      <c:pt idx="3774">
                        <c:v>6.2724484916459096</c:v>
                      </c:pt>
                      <c:pt idx="3775">
                        <c:v>6.3033481367541304</c:v>
                      </c:pt>
                      <c:pt idx="3776">
                        <c:v>6.28443520793373</c:v>
                      </c:pt>
                      <c:pt idx="3777">
                        <c:v>6.2458011565997298</c:v>
                      </c:pt>
                      <c:pt idx="3778">
                        <c:v>6.2588431127405499</c:v>
                      </c:pt>
                      <c:pt idx="3779">
                        <c:v>6.2726940895613801</c:v>
                      </c:pt>
                      <c:pt idx="3780">
                        <c:v>6.2440140011633396</c:v>
                      </c:pt>
                      <c:pt idx="3781">
                        <c:v>6.22680687809759</c:v>
                      </c:pt>
                      <c:pt idx="3782">
                        <c:v>6.2108354796121104</c:v>
                      </c:pt>
                      <c:pt idx="3783">
                        <c:v>6.2101846657840101</c:v>
                      </c:pt>
                      <c:pt idx="3784">
                        <c:v>6.2169836870548396</c:v>
                      </c:pt>
                      <c:pt idx="3785">
                        <c:v>6.2164443249339598</c:v>
                      </c:pt>
                      <c:pt idx="3786">
                        <c:v>6.28928814841092</c:v>
                      </c:pt>
                      <c:pt idx="3787">
                        <c:v>6.3126468444690698</c:v>
                      </c:pt>
                      <c:pt idx="3788">
                        <c:v>6.27398127363342</c:v>
                      </c:pt>
                      <c:pt idx="3789">
                        <c:v>6.2799006393756498</c:v>
                      </c:pt>
                      <c:pt idx="3790">
                        <c:v>6.30134869855286</c:v>
                      </c:pt>
                      <c:pt idx="3791">
                        <c:v>6.3522501587574798</c:v>
                      </c:pt>
                      <c:pt idx="3792">
                        <c:v>6.3998624449497701</c:v>
                      </c:pt>
                      <c:pt idx="3793">
                        <c:v>6.3998624449497701</c:v>
                      </c:pt>
                      <c:pt idx="3794">
                        <c:v>6.3599878373637999</c:v>
                      </c:pt>
                      <c:pt idx="3795">
                        <c:v>6.3289672319436097</c:v>
                      </c:pt>
                      <c:pt idx="3796">
                        <c:v>6.3557507111550002</c:v>
                      </c:pt>
                      <c:pt idx="3797">
                        <c:v>6.34199616982505</c:v>
                      </c:pt>
                      <c:pt idx="3798">
                        <c:v>6.33583578250611</c:v>
                      </c:pt>
                      <c:pt idx="3799">
                        <c:v>6.39156851047073</c:v>
                      </c:pt>
                      <c:pt idx="3800">
                        <c:v>6.3939057652772702</c:v>
                      </c:pt>
                      <c:pt idx="3801">
                        <c:v>6.4292741419183201</c:v>
                      </c:pt>
                      <c:pt idx="3802">
                        <c:v>6.46983808425676</c:v>
                      </c:pt>
                      <c:pt idx="3803">
                        <c:v>6.4735436907847896</c:v>
                      </c:pt>
                      <c:pt idx="3804">
                        <c:v>6.4937845240496497</c:v>
                      </c:pt>
                      <c:pt idx="3805">
                        <c:v>6.4588654997371497</c:v>
                      </c:pt>
                      <c:pt idx="3806">
                        <c:v>6.4412361142111898</c:v>
                      </c:pt>
                      <c:pt idx="3807">
                        <c:v>6.5083725095098801</c:v>
                      </c:pt>
                      <c:pt idx="3808">
                        <c:v>6.5083725095098801</c:v>
                      </c:pt>
                      <c:pt idx="3809">
                        <c:v>6.5310493126057203</c:v>
                      </c:pt>
                      <c:pt idx="3810">
                        <c:v>6.4618321312614198</c:v>
                      </c:pt>
                      <c:pt idx="3811">
                        <c:v>6.4634562892550198</c:v>
                      </c:pt>
                      <c:pt idx="3812">
                        <c:v>6.5125507999723604</c:v>
                      </c:pt>
                      <c:pt idx="3813">
                        <c:v>6.5125507999723604</c:v>
                      </c:pt>
                      <c:pt idx="3814">
                        <c:v>6.5320812411020501</c:v>
                      </c:pt>
                      <c:pt idx="3815">
                        <c:v>6.5358198197634199</c:v>
                      </c:pt>
                      <c:pt idx="3816">
                        <c:v>6.5086045109091302</c:v>
                      </c:pt>
                      <c:pt idx="3817">
                        <c:v>6.4438656567853698</c:v>
                      </c:pt>
                      <c:pt idx="3818">
                        <c:v>6.4372752988056696</c:v>
                      </c:pt>
                      <c:pt idx="3819">
                        <c:v>6.5209925245759202</c:v>
                      </c:pt>
                      <c:pt idx="3820">
                        <c:v>6.4019148725663602</c:v>
                      </c:pt>
                      <c:pt idx="3821">
                        <c:v>6.3706812079383797</c:v>
                      </c:pt>
                      <c:pt idx="3822">
                        <c:v>6.3611895394255003</c:v>
                      </c:pt>
                      <c:pt idx="3823">
                        <c:v>6.3896127064762602</c:v>
                      </c:pt>
                      <c:pt idx="3824">
                        <c:v>6.3920818368622498</c:v>
                      </c:pt>
                      <c:pt idx="3825">
                        <c:v>6.4558255566801304</c:v>
                      </c:pt>
                      <c:pt idx="3826">
                        <c:v>6.3493246062910904</c:v>
                      </c:pt>
                      <c:pt idx="3827">
                        <c:v>6.3297013783332403</c:v>
                      </c:pt>
                      <c:pt idx="3828">
                        <c:v>6.2959108472073098</c:v>
                      </c:pt>
                      <c:pt idx="3829">
                        <c:v>6.2864433339882799</c:v>
                      </c:pt>
                      <c:pt idx="3830">
                        <c:v>6.3058961350895197</c:v>
                      </c:pt>
                      <c:pt idx="3831">
                        <c:v>6.3100461197712896</c:v>
                      </c:pt>
                      <c:pt idx="3832">
                        <c:v>6.2584617220082199</c:v>
                      </c:pt>
                      <c:pt idx="3833">
                        <c:v>6.2654234917666596</c:v>
                      </c:pt>
                      <c:pt idx="3834">
                        <c:v>6.2347539753854804</c:v>
                      </c:pt>
                      <c:pt idx="3835">
                        <c:v>6.2478065797705904</c:v>
                      </c:pt>
                      <c:pt idx="3836">
                        <c:v>6.2130180301845597</c:v>
                      </c:pt>
                      <c:pt idx="3837">
                        <c:v>6.2120419502237203</c:v>
                      </c:pt>
                      <c:pt idx="3838">
                        <c:v>6.2086786683712996</c:v>
                      </c:pt>
                      <c:pt idx="3839">
                        <c:v>6.2113965768432102</c:v>
                      </c:pt>
                      <c:pt idx="3840">
                        <c:v>6.1941196152050804</c:v>
                      </c:pt>
                      <c:pt idx="3841">
                        <c:v>6.1439520968666699</c:v>
                      </c:pt>
                      <c:pt idx="3842">
                        <c:v>6.12816131061457</c:v>
                      </c:pt>
                      <c:pt idx="3843">
                        <c:v>6.1408445915054202</c:v>
                      </c:pt>
                      <c:pt idx="3844">
                        <c:v>6.1408445915054202</c:v>
                      </c:pt>
                      <c:pt idx="3845">
                        <c:v>6.1724867406436896</c:v>
                      </c:pt>
                      <c:pt idx="3846">
                        <c:v>6.1605799863951196</c:v>
                      </c:pt>
                      <c:pt idx="3847">
                        <c:v>6.1362574640221403</c:v>
                      </c:pt>
                      <c:pt idx="3848">
                        <c:v>6.1362574640221403</c:v>
                      </c:pt>
                      <c:pt idx="3849">
                        <c:v>6.1362574640221403</c:v>
                      </c:pt>
                      <c:pt idx="3850">
                        <c:v>6.1600520052388896</c:v>
                      </c:pt>
                      <c:pt idx="3851">
                        <c:v>6.1730322125616901</c:v>
                      </c:pt>
                      <c:pt idx="3852">
                        <c:v>6.1846536158156198</c:v>
                      </c:pt>
                      <c:pt idx="3853">
                        <c:v>6.1846536158156198</c:v>
                      </c:pt>
                      <c:pt idx="3854">
                        <c:v>6.1085635434481498</c:v>
                      </c:pt>
                      <c:pt idx="3855">
                        <c:v>6.0733463678521602</c:v>
                      </c:pt>
                      <c:pt idx="3856">
                        <c:v>6.1306704645268404</c:v>
                      </c:pt>
                      <c:pt idx="3857">
                        <c:v>6.1298057363514804</c:v>
                      </c:pt>
                      <c:pt idx="3858">
                        <c:v>6.11370059184675</c:v>
                      </c:pt>
                      <c:pt idx="3859">
                        <c:v>6.1433550787356399</c:v>
                      </c:pt>
                      <c:pt idx="3860">
                        <c:v>6.16444473541371</c:v>
                      </c:pt>
                      <c:pt idx="3861">
                        <c:v>6.1844341169778403</c:v>
                      </c:pt>
                      <c:pt idx="3862">
                        <c:v>6.1753937360075399</c:v>
                      </c:pt>
                      <c:pt idx="3863">
                        <c:v>6.1706111617701698</c:v>
                      </c:pt>
                      <c:pt idx="3864">
                        <c:v>6.1923260451425399</c:v>
                      </c:pt>
                      <c:pt idx="3865">
                        <c:v>6.2026260030813702</c:v>
                      </c:pt>
                      <c:pt idx="3866">
                        <c:v>6.2011133037150197</c:v>
                      </c:pt>
                      <c:pt idx="3867">
                        <c:v>6.1943801166872197</c:v>
                      </c:pt>
                      <c:pt idx="3868">
                        <c:v>6.1827495648219299</c:v>
                      </c:pt>
                      <c:pt idx="3869">
                        <c:v>6.1471976638416699</c:v>
                      </c:pt>
                      <c:pt idx="3870">
                        <c:v>6.1169778793593101</c:v>
                      </c:pt>
                      <c:pt idx="3871">
                        <c:v>6.0481250481337803</c:v>
                      </c:pt>
                      <c:pt idx="3872">
                        <c:v>6.0312825150581197</c:v>
                      </c:pt>
                      <c:pt idx="3873">
                        <c:v>6.0185548044159196</c:v>
                      </c:pt>
                      <c:pt idx="3874">
                        <c:v>6.0468364191086499</c:v>
                      </c:pt>
                      <c:pt idx="3875">
                        <c:v>5.9777195289207601</c:v>
                      </c:pt>
                      <c:pt idx="3876">
                        <c:v>6.0131101431420397</c:v>
                      </c:pt>
                      <c:pt idx="3877">
                        <c:v>6.0199807935018503</c:v>
                      </c:pt>
                      <c:pt idx="3878">
                        <c:v>6.0478929289309402</c:v>
                      </c:pt>
                      <c:pt idx="3879">
                        <c:v>6.0480410487228902</c:v>
                      </c:pt>
                      <c:pt idx="3880">
                        <c:v>6.0387967892772396</c:v>
                      </c:pt>
                      <c:pt idx="3881">
                        <c:v>6.0334828199138899</c:v>
                      </c:pt>
                      <c:pt idx="3882">
                        <c:v>6.0006952084698399</c:v>
                      </c:pt>
                      <c:pt idx="3883">
                        <c:v>6.0015995236008299</c:v>
                      </c:pt>
                      <c:pt idx="3884">
                        <c:v>5.9932822511866704</c:v>
                      </c:pt>
                      <c:pt idx="3885">
                        <c:v>5.9833905620936001</c:v>
                      </c:pt>
                      <c:pt idx="3886">
                        <c:v>6.0101436403298001</c:v>
                      </c:pt>
                      <c:pt idx="3887">
                        <c:v>5.9964555988206998</c:v>
                      </c:pt>
                      <c:pt idx="3888">
                        <c:v>5.9732353750735303</c:v>
                      </c:pt>
                      <c:pt idx="3889">
                        <c:v>5.97786697494747</c:v>
                      </c:pt>
                      <c:pt idx="3890">
                        <c:v>5.9796086591581501</c:v>
                      </c:pt>
                      <c:pt idx="3891">
                        <c:v>5.9882530124095403</c:v>
                      </c:pt>
                      <c:pt idx="3892">
                        <c:v>6.0231993544885398</c:v>
                      </c:pt>
                      <c:pt idx="3893">
                        <c:v>6.0380617598756299</c:v>
                      </c:pt>
                      <c:pt idx="3894">
                        <c:v>6.0201445706096903</c:v>
                      </c:pt>
                      <c:pt idx="3895">
                        <c:v>5.9549980096122104</c:v>
                      </c:pt>
                      <c:pt idx="3896">
                        <c:v>5.95092292265781</c:v>
                      </c:pt>
                      <c:pt idx="3897">
                        <c:v>5.9012609369329398</c:v>
                      </c:pt>
                      <c:pt idx="3898">
                        <c:v>5.8530645297658399</c:v>
                      </c:pt>
                      <c:pt idx="3899">
                        <c:v>5.8534324416928003</c:v>
                      </c:pt>
                      <c:pt idx="3900">
                        <c:v>5.8539735133263999</c:v>
                      </c:pt>
                      <c:pt idx="3901">
                        <c:v>5.8367379534948096</c:v>
                      </c:pt>
                      <c:pt idx="3902">
                        <c:v>5.7983894985346804</c:v>
                      </c:pt>
                      <c:pt idx="3903">
                        <c:v>5.8192561304324197</c:v>
                      </c:pt>
                      <c:pt idx="3904">
                        <c:v>5.80519341518609</c:v>
                      </c:pt>
                      <c:pt idx="3905">
                        <c:v>5.7632299546401704</c:v>
                      </c:pt>
                      <c:pt idx="3906">
                        <c:v>5.6980801001626302</c:v>
                      </c:pt>
                      <c:pt idx="3907">
                        <c:v>5.7103875381320703</c:v>
                      </c:pt>
                      <c:pt idx="3908">
                        <c:v>5.7103875381320703</c:v>
                      </c:pt>
                      <c:pt idx="3909">
                        <c:v>5.7224025718778702</c:v>
                      </c:pt>
                      <c:pt idx="3910">
                        <c:v>5.7742242368681502</c:v>
                      </c:pt>
                      <c:pt idx="3911">
                        <c:v>5.7508149683828904</c:v>
                      </c:pt>
                      <c:pt idx="3912">
                        <c:v>5.7505270870059499</c:v>
                      </c:pt>
                      <c:pt idx="3913">
                        <c:v>5.7500111376482899</c:v>
                      </c:pt>
                      <c:pt idx="3914">
                        <c:v>5.8137421613907998</c:v>
                      </c:pt>
                      <c:pt idx="3915">
                        <c:v>5.8060254269955598</c:v>
                      </c:pt>
                      <c:pt idx="3916">
                        <c:v>5.8148870518225504</c:v>
                      </c:pt>
                      <c:pt idx="3917">
                        <c:v>5.8018346860554502</c:v>
                      </c:pt>
                      <c:pt idx="3918">
                        <c:v>5.7696606375955799</c:v>
                      </c:pt>
                      <c:pt idx="3919">
                        <c:v>5.7231999675561802</c:v>
                      </c:pt>
                      <c:pt idx="3920">
                        <c:v>5.7169880507405697</c:v>
                      </c:pt>
                      <c:pt idx="3921">
                        <c:v>5.7174218410826203</c:v>
                      </c:pt>
                      <c:pt idx="3922">
                        <c:v>5.7364840775045902</c:v>
                      </c:pt>
                      <c:pt idx="3923">
                        <c:v>5.7584664593080799</c:v>
                      </c:pt>
                      <c:pt idx="3924">
                        <c:v>5.8161961538211999</c:v>
                      </c:pt>
                      <c:pt idx="3925">
                        <c:v>5.7727953919388701</c:v>
                      </c:pt>
                      <c:pt idx="3926">
                        <c:v>5.7727953919388701</c:v>
                      </c:pt>
                      <c:pt idx="3927">
                        <c:v>5.7727953919388701</c:v>
                      </c:pt>
                      <c:pt idx="3928">
                        <c:v>5.7687541980440002</c:v>
                      </c:pt>
                      <c:pt idx="3929">
                        <c:v>5.7858928081956398</c:v>
                      </c:pt>
                      <c:pt idx="3930">
                        <c:v>5.8321501869872199</c:v>
                      </c:pt>
                      <c:pt idx="3931">
                        <c:v>5.8692978502100104</c:v>
                      </c:pt>
                      <c:pt idx="3932">
                        <c:v>5.9030332961081298</c:v>
                      </c:pt>
                      <c:pt idx="3933">
                        <c:v>5.9287917787408997</c:v>
                      </c:pt>
                      <c:pt idx="3934">
                        <c:v>5.9355988129747699</c:v>
                      </c:pt>
                      <c:pt idx="3935">
                        <c:v>5.9355988129747699</c:v>
                      </c:pt>
                      <c:pt idx="3936">
                        <c:v>6.0446758804960998</c:v>
                      </c:pt>
                      <c:pt idx="3937">
                        <c:v>5.9606677976972096</c:v>
                      </c:pt>
                      <c:pt idx="3938">
                        <c:v>5.9846578527016598</c:v>
                      </c:pt>
                      <c:pt idx="3939">
                        <c:v>5.9787484722199498</c:v>
                      </c:pt>
                      <c:pt idx="3940">
                        <c:v>5.9192271040178399</c:v>
                      </c:pt>
                      <c:pt idx="3941">
                        <c:v>5.8901333500697399</c:v>
                      </c:pt>
                      <c:pt idx="3942">
                        <c:v>5.8352473567329604</c:v>
                      </c:pt>
                      <c:pt idx="3943">
                        <c:v>5.8778027442252796</c:v>
                      </c:pt>
                      <c:pt idx="3944">
                        <c:v>5.8756093256326798</c:v>
                      </c:pt>
                      <c:pt idx="3945">
                        <c:v>5.89385721828722</c:v>
                      </c:pt>
                      <c:pt idx="3946">
                        <c:v>5.8801873207476403</c:v>
                      </c:pt>
                      <c:pt idx="3947">
                        <c:v>5.8939754772059203</c:v>
                      </c:pt>
                      <c:pt idx="3948">
                        <c:v>5.88910550072245</c:v>
                      </c:pt>
                      <c:pt idx="3949">
                        <c:v>5.8837010476014804</c:v>
                      </c:pt>
                      <c:pt idx="3950">
                        <c:v>5.8866852950270303</c:v>
                      </c:pt>
                      <c:pt idx="3951">
                        <c:v>5.9096829454607196</c:v>
                      </c:pt>
                      <c:pt idx="3952">
                        <c:v>5.8606336559941798</c:v>
                      </c:pt>
                      <c:pt idx="3953">
                        <c:v>5.8580109043781698</c:v>
                      </c:pt>
                      <c:pt idx="3954">
                        <c:v>5.8299649499559703</c:v>
                      </c:pt>
                      <c:pt idx="3955">
                        <c:v>5.8206993455587899</c:v>
                      </c:pt>
                      <c:pt idx="3956">
                        <c:v>5.7748218884264997</c:v>
                      </c:pt>
                      <c:pt idx="3957">
                        <c:v>5.7607523952331396</c:v>
                      </c:pt>
                      <c:pt idx="3958">
                        <c:v>5.7607523952331396</c:v>
                      </c:pt>
                      <c:pt idx="3959">
                        <c:v>5.7052940750246499</c:v>
                      </c:pt>
                      <c:pt idx="3960">
                        <c:v>5.6374265685279497</c:v>
                      </c:pt>
                      <c:pt idx="3961">
                        <c:v>5.60638925391053</c:v>
                      </c:pt>
                      <c:pt idx="3962">
                        <c:v>5.5864161385599997</c:v>
                      </c:pt>
                      <c:pt idx="3963">
                        <c:v>5.5349084897292098</c:v>
                      </c:pt>
                      <c:pt idx="3964">
                        <c:v>5.4871421093376904</c:v>
                      </c:pt>
                      <c:pt idx="3965">
                        <c:v>5.4709333477034097</c:v>
                      </c:pt>
                      <c:pt idx="3966">
                        <c:v>5.3871004087865</c:v>
                      </c:pt>
                      <c:pt idx="3967">
                        <c:v>5.3998968258776001</c:v>
                      </c:pt>
                      <c:pt idx="3968">
                        <c:v>5.4881736632367701</c:v>
                      </c:pt>
                      <c:pt idx="3969">
                        <c:v>5.4621275626982104</c:v>
                      </c:pt>
                      <c:pt idx="3970">
                        <c:v>5.4561241316280098</c:v>
                      </c:pt>
                      <c:pt idx="3971">
                        <c:v>5.3287093999251303</c:v>
                      </c:pt>
                      <c:pt idx="3972">
                        <c:v>5.2879761197080004</c:v>
                      </c:pt>
                      <c:pt idx="3973">
                        <c:v>5.2879761197080004</c:v>
                      </c:pt>
                      <c:pt idx="3974">
                        <c:v>5.3312519446359898</c:v>
                      </c:pt>
                      <c:pt idx="3975">
                        <c:v>5.3319970100228096</c:v>
                      </c:pt>
                      <c:pt idx="3976">
                        <c:v>5.3664493011939003</c:v>
                      </c:pt>
                      <c:pt idx="3977">
                        <c:v>5.3120711726707599</c:v>
                      </c:pt>
                      <c:pt idx="3978">
                        <c:v>5.3120711726707599</c:v>
                      </c:pt>
                      <c:pt idx="3979">
                        <c:v>5.22602922380407</c:v>
                      </c:pt>
                      <c:pt idx="3980">
                        <c:v>5.1628632672802803</c:v>
                      </c:pt>
                      <c:pt idx="3981">
                        <c:v>5.1364814227830404</c:v>
                      </c:pt>
                      <c:pt idx="3982">
                        <c:v>5.2174814925732802</c:v>
                      </c:pt>
                      <c:pt idx="3983">
                        <c:v>5.2453429402641403</c:v>
                      </c:pt>
                      <c:pt idx="3984">
                        <c:v>5.2730307323167001</c:v>
                      </c:pt>
                      <c:pt idx="3985">
                        <c:v>5.2265365266088297</c:v>
                      </c:pt>
                      <c:pt idx="3986">
                        <c:v>5.2746809468090499</c:v>
                      </c:pt>
                      <c:pt idx="3987">
                        <c:v>5.3018695703946399</c:v>
                      </c:pt>
                      <c:pt idx="3988">
                        <c:v>5.2564831434426704</c:v>
                      </c:pt>
                      <c:pt idx="3989">
                        <c:v>5.2769805562895096</c:v>
                      </c:pt>
                      <c:pt idx="3990">
                        <c:v>5.2356867262011599</c:v>
                      </c:pt>
                      <c:pt idx="3991">
                        <c:v>5.2468968167902101</c:v>
                      </c:pt>
                      <c:pt idx="3992">
                        <c:v>5.1866639966586296</c:v>
                      </c:pt>
                      <c:pt idx="3993">
                        <c:v>5.1631486617897604</c:v>
                      </c:pt>
                      <c:pt idx="3994">
                        <c:v>5.17691225213387</c:v>
                      </c:pt>
                      <c:pt idx="3995">
                        <c:v>5.1458412010854104</c:v>
                      </c:pt>
                      <c:pt idx="3996">
                        <c:v>5.1715211132495602</c:v>
                      </c:pt>
                      <c:pt idx="3997">
                        <c:v>5.1585774529607402</c:v>
                      </c:pt>
                      <c:pt idx="3998">
                        <c:v>5.2251754859950497</c:v>
                      </c:pt>
                      <c:pt idx="3999">
                        <c:v>5.2833720815689196</c:v>
                      </c:pt>
                      <c:pt idx="4000">
                        <c:v>5.2851533572029297</c:v>
                      </c:pt>
                      <c:pt idx="4001">
                        <c:v>5.3254259992876696</c:v>
                      </c:pt>
                      <c:pt idx="4002">
                        <c:v>5.2900973558323097</c:v>
                      </c:pt>
                      <c:pt idx="4003">
                        <c:v>5.3632181605065403</c:v>
                      </c:pt>
                      <c:pt idx="4004">
                        <c:v>5.3689581173429399</c:v>
                      </c:pt>
                      <c:pt idx="4005">
                        <c:v>5.3689581173429399</c:v>
                      </c:pt>
                      <c:pt idx="4006">
                        <c:v>5.3351768541228202</c:v>
                      </c:pt>
                      <c:pt idx="4007">
                        <c:v>5.3010557421929398</c:v>
                      </c:pt>
                      <c:pt idx="4008">
                        <c:v>5.3219817040908097</c:v>
                      </c:pt>
                      <c:pt idx="4009">
                        <c:v>5.2620442348848</c:v>
                      </c:pt>
                      <c:pt idx="4010">
                        <c:v>5.23970401490313</c:v>
                      </c:pt>
                      <c:pt idx="4011">
                        <c:v>5.20296838127725</c:v>
                      </c:pt>
                      <c:pt idx="4012">
                        <c:v>5.1904529012781904</c:v>
                      </c:pt>
                      <c:pt idx="4013">
                        <c:v>5.1904529012781904</c:v>
                      </c:pt>
                      <c:pt idx="4014">
                        <c:v>5.2115734484362299</c:v>
                      </c:pt>
                      <c:pt idx="4015">
                        <c:v>5.21902957705628</c:v>
                      </c:pt>
                      <c:pt idx="4016">
                        <c:v>5.2726990839122099</c:v>
                      </c:pt>
                      <c:pt idx="4017">
                        <c:v>5.3233025679208001</c:v>
                      </c:pt>
                      <c:pt idx="4018">
                        <c:v>5.3006368420553303</c:v>
                      </c:pt>
                      <c:pt idx="4019">
                        <c:v>5.3411936113849796</c:v>
                      </c:pt>
                      <c:pt idx="4020">
                        <c:v>5.3586360036301297</c:v>
                      </c:pt>
                      <c:pt idx="4021">
                        <c:v>5.3834830316210196</c:v>
                      </c:pt>
                      <c:pt idx="4022">
                        <c:v>5.3368346536375304</c:v>
                      </c:pt>
                      <c:pt idx="4023">
                        <c:v>5.3652986260114996</c:v>
                      </c:pt>
                      <c:pt idx="4024">
                        <c:v>5.3644040387157297</c:v>
                      </c:pt>
                      <c:pt idx="4025">
                        <c:v>5.3267585773348198</c:v>
                      </c:pt>
                      <c:pt idx="4026">
                        <c:v>5.3083885928132997</c:v>
                      </c:pt>
                      <c:pt idx="4027">
                        <c:v>5.25708680702542</c:v>
                      </c:pt>
                      <c:pt idx="4028">
                        <c:v>5.2897397830388702</c:v>
                      </c:pt>
                      <c:pt idx="4029">
                        <c:v>5.3268290228197497</c:v>
                      </c:pt>
                      <c:pt idx="4030">
                        <c:v>5.3173036331318002</c:v>
                      </c:pt>
                      <c:pt idx="4031">
                        <c:v>5.2812251035095796</c:v>
                      </c:pt>
                      <c:pt idx="4032">
                        <c:v>5.30571080271186</c:v>
                      </c:pt>
                      <c:pt idx="4033">
                        <c:v>5.2972820925299198</c:v>
                      </c:pt>
                      <c:pt idx="4034">
                        <c:v>5.2740581797155199</c:v>
                      </c:pt>
                      <c:pt idx="4035">
                        <c:v>5.2711904363152602</c:v>
                      </c:pt>
                      <c:pt idx="4036">
                        <c:v>5.2595427323015098</c:v>
                      </c:pt>
                      <c:pt idx="4037">
                        <c:v>5.22050053678604</c:v>
                      </c:pt>
                      <c:pt idx="4038">
                        <c:v>5.1868510276940398</c:v>
                      </c:pt>
                      <c:pt idx="4039">
                        <c:v>5.1906147953968604</c:v>
                      </c:pt>
                      <c:pt idx="4040">
                        <c:v>5.2195862908366104</c:v>
                      </c:pt>
                      <c:pt idx="4041">
                        <c:v>5.1875384287727799</c:v>
                      </c:pt>
                      <c:pt idx="4042">
                        <c:v>5.2279249769448102</c:v>
                      </c:pt>
                      <c:pt idx="4043">
                        <c:v>5.2471042245384698</c:v>
                      </c:pt>
                      <c:pt idx="4044">
                        <c:v>5.2478176141716002</c:v>
                      </c:pt>
                      <c:pt idx="4045">
                        <c:v>5.2522696003685398</c:v>
                      </c:pt>
                      <c:pt idx="4046">
                        <c:v>5.2110295041359098</c:v>
                      </c:pt>
                      <c:pt idx="4047">
                        <c:v>5.1879169088355903</c:v>
                      </c:pt>
                      <c:pt idx="4048">
                        <c:v>5.2284583085410503</c:v>
                      </c:pt>
                      <c:pt idx="4049">
                        <c:v>5.2153325408822999</c:v>
                      </c:pt>
                      <c:pt idx="4050">
                        <c:v>5.2154322427631099</c:v>
                      </c:pt>
                      <c:pt idx="4051">
                        <c:v>5.2526781951840897</c:v>
                      </c:pt>
                      <c:pt idx="4052">
                        <c:v>5.2844940215276504</c:v>
                      </c:pt>
                      <c:pt idx="4053">
                        <c:v>5.2844940215276504</c:v>
                      </c:pt>
                      <c:pt idx="4054">
                        <c:v>5.3311457140890397</c:v>
                      </c:pt>
                      <c:pt idx="4055">
                        <c:v>5.3682984796733297</c:v>
                      </c:pt>
                      <c:pt idx="4056">
                        <c:v>5.3787255422274303</c:v>
                      </c:pt>
                      <c:pt idx="4057">
                        <c:v>5.3357199202315604</c:v>
                      </c:pt>
                      <c:pt idx="4058">
                        <c:v>5.38463494607252</c:v>
                      </c:pt>
                      <c:pt idx="4059">
                        <c:v>5.4124420004693397</c:v>
                      </c:pt>
                      <c:pt idx="4060">
                        <c:v>5.38566074125134</c:v>
                      </c:pt>
                      <c:pt idx="4061">
                        <c:v>5.3413843647465997</c:v>
                      </c:pt>
                      <c:pt idx="4062">
                        <c:v>5.3258692300617199</c:v>
                      </c:pt>
                      <c:pt idx="4063">
                        <c:v>5.3790218642543302</c:v>
                      </c:pt>
                      <c:pt idx="4064">
                        <c:v>5.3734226479902096</c:v>
                      </c:pt>
                      <c:pt idx="4065">
                        <c:v>5.4200016447447004</c:v>
                      </c:pt>
                      <c:pt idx="4066">
                        <c:v>5.3507675752447597</c:v>
                      </c:pt>
                      <c:pt idx="4067">
                        <c:v>5.3231416523008104</c:v>
                      </c:pt>
                      <c:pt idx="4068">
                        <c:v>5.3231416523008104</c:v>
                      </c:pt>
                      <c:pt idx="4069">
                        <c:v>5.3916591013447501</c:v>
                      </c:pt>
                      <c:pt idx="4070">
                        <c:v>5.3985053163350898</c:v>
                      </c:pt>
                      <c:pt idx="4071">
                        <c:v>5.4352054524621902</c:v>
                      </c:pt>
                      <c:pt idx="4072">
                        <c:v>5.4749231065610902</c:v>
                      </c:pt>
                      <c:pt idx="4073">
                        <c:v>5.4749231065610902</c:v>
                      </c:pt>
                      <c:pt idx="4074">
                        <c:v>5.5576633176445096</c:v>
                      </c:pt>
                      <c:pt idx="4075">
                        <c:v>5.6387736603181997</c:v>
                      </c:pt>
                      <c:pt idx="4076">
                        <c:v>5.5935394004086296</c:v>
                      </c:pt>
                      <c:pt idx="4077">
                        <c:v>5.5787001836865802</c:v>
                      </c:pt>
                      <c:pt idx="4078">
                        <c:v>5.6292328621906504</c:v>
                      </c:pt>
                      <c:pt idx="4079">
                        <c:v>5.6345887981704497</c:v>
                      </c:pt>
                      <c:pt idx="4080">
                        <c:v>5.6437219281292901</c:v>
                      </c:pt>
                      <c:pt idx="4081">
                        <c:v>5.5903266117295898</c:v>
                      </c:pt>
                      <c:pt idx="4082">
                        <c:v>5.5871246160180803</c:v>
                      </c:pt>
                      <c:pt idx="4083">
                        <c:v>5.7626470950178899</c:v>
                      </c:pt>
                      <c:pt idx="4084">
                        <c:v>5.8697408679291501</c:v>
                      </c:pt>
                      <c:pt idx="4085">
                        <c:v>5.8277500878827002</c:v>
                      </c:pt>
                      <c:pt idx="4086">
                        <c:v>5.77001481555933</c:v>
                      </c:pt>
                      <c:pt idx="4087">
                        <c:v>5.7569163177512399</c:v>
                      </c:pt>
                      <c:pt idx="4088">
                        <c:v>5.7698207017007803</c:v>
                      </c:pt>
                      <c:pt idx="4089">
                        <c:v>5.6996825702693403</c:v>
                      </c:pt>
                      <c:pt idx="4090">
                        <c:v>5.6715790861011603</c:v>
                      </c:pt>
                      <c:pt idx="4091">
                        <c:v>5.5989077467788499</c:v>
                      </c:pt>
                      <c:pt idx="4092">
                        <c:v>5.5294944724289401</c:v>
                      </c:pt>
                      <c:pt idx="4093">
                        <c:v>5.55661840566429</c:v>
                      </c:pt>
                      <c:pt idx="4094">
                        <c:v>5.58617949107553</c:v>
                      </c:pt>
                      <c:pt idx="4095">
                        <c:v>5.5318522591413597</c:v>
                      </c:pt>
                      <c:pt idx="4096">
                        <c:v>5.5216060064444097</c:v>
                      </c:pt>
                      <c:pt idx="4097">
                        <c:v>5.5319058703909301</c:v>
                      </c:pt>
                      <c:pt idx="4098">
                        <c:v>5.5612504397396796</c:v>
                      </c:pt>
                      <c:pt idx="4099">
                        <c:v>5.5499718768882396</c:v>
                      </c:pt>
                      <c:pt idx="4100">
                        <c:v>5.5326713131835001</c:v>
                      </c:pt>
                      <c:pt idx="4101">
                        <c:v>5.56022650512827</c:v>
                      </c:pt>
                      <c:pt idx="4102">
                        <c:v>5.5700960848997401</c:v>
                      </c:pt>
                      <c:pt idx="4103">
                        <c:v>5.56455988347538</c:v>
                      </c:pt>
                      <c:pt idx="4104">
                        <c:v>5.6513532159406097</c:v>
                      </c:pt>
                      <c:pt idx="4105">
                        <c:v>5.6513532159406097</c:v>
                      </c:pt>
                      <c:pt idx="4106">
                        <c:v>5.5748137552838299</c:v>
                      </c:pt>
                      <c:pt idx="4107">
                        <c:v>5.5515092645459099</c:v>
                      </c:pt>
                      <c:pt idx="4108">
                        <c:v>5.5629762485676499</c:v>
                      </c:pt>
                      <c:pt idx="4109">
                        <c:v>5.5629762485676499</c:v>
                      </c:pt>
                      <c:pt idx="4110">
                        <c:v>5.5629762485676499</c:v>
                      </c:pt>
                      <c:pt idx="4111">
                        <c:v>5.5811367449898004</c:v>
                      </c:pt>
                      <c:pt idx="4112">
                        <c:v>5.6100090023533298</c:v>
                      </c:pt>
                      <c:pt idx="4113">
                        <c:v>5.6100090023533298</c:v>
                      </c:pt>
                      <c:pt idx="4114">
                        <c:v>5.5628725450140903</c:v>
                      </c:pt>
                      <c:pt idx="4115">
                        <c:v>5.48175346658926</c:v>
                      </c:pt>
                      <c:pt idx="4116">
                        <c:v>5.4332541620474704</c:v>
                      </c:pt>
                      <c:pt idx="4117">
                        <c:v>5.3885737735534702</c:v>
                      </c:pt>
                      <c:pt idx="4118">
                        <c:v>5.4232726578316797</c:v>
                      </c:pt>
                      <c:pt idx="4119">
                        <c:v>5.4248862497793198</c:v>
                      </c:pt>
                      <c:pt idx="4120">
                        <c:v>5.3623384980404403</c:v>
                      </c:pt>
                      <c:pt idx="4121">
                        <c:v>5.3386166886582904</c:v>
                      </c:pt>
                      <c:pt idx="4122">
                        <c:v>5.3319753966385504</c:v>
                      </c:pt>
                      <c:pt idx="4123">
                        <c:v>5.3692101394367899</c:v>
                      </c:pt>
                      <c:pt idx="4124">
                        <c:v>5.37326603406897</c:v>
                      </c:pt>
                      <c:pt idx="4125">
                        <c:v>5.3293386031146204</c:v>
                      </c:pt>
                      <c:pt idx="4126">
                        <c:v>5.3227678717749303</c:v>
                      </c:pt>
                      <c:pt idx="4127">
                        <c:v>5.3113340839619596</c:v>
                      </c:pt>
                      <c:pt idx="4128">
                        <c:v>5.3382000547682704</c:v>
                      </c:pt>
                      <c:pt idx="4129">
                        <c:v>5.3466911538459003</c:v>
                      </c:pt>
                      <c:pt idx="4130">
                        <c:v>5.3278075457586596</c:v>
                      </c:pt>
                      <c:pt idx="4131">
                        <c:v>5.32807174802638</c:v>
                      </c:pt>
                      <c:pt idx="4132">
                        <c:v>5.2737814404877703</c:v>
                      </c:pt>
                      <c:pt idx="4133">
                        <c:v>5.2494915019938402</c:v>
                      </c:pt>
                      <c:pt idx="4134">
                        <c:v>5.3054908771746403</c:v>
                      </c:pt>
                      <c:pt idx="4135">
                        <c:v>5.2692991111412804</c:v>
                      </c:pt>
                      <c:pt idx="4136">
                        <c:v>5.2229081732241402</c:v>
                      </c:pt>
                      <c:pt idx="4137">
                        <c:v>5.2437258096403196</c:v>
                      </c:pt>
                      <c:pt idx="4138">
                        <c:v>5.2232563382490298</c:v>
                      </c:pt>
                      <c:pt idx="4139">
                        <c:v>5.2027431899399801</c:v>
                      </c:pt>
                      <c:pt idx="4140">
                        <c:v>5.1674275051669598</c:v>
                      </c:pt>
                      <c:pt idx="4141">
                        <c:v>5.2013411349951699</c:v>
                      </c:pt>
                      <c:pt idx="4142">
                        <c:v>5.1956924770441599</c:v>
                      </c:pt>
                      <c:pt idx="4143">
                        <c:v>5.1500945306661201</c:v>
                      </c:pt>
                      <c:pt idx="4144">
                        <c:v>5.1481312126168799</c:v>
                      </c:pt>
                      <c:pt idx="4145">
                        <c:v>5.1660071141927499</c:v>
                      </c:pt>
                      <c:pt idx="4146">
                        <c:v>5.1779942624514304</c:v>
                      </c:pt>
                      <c:pt idx="4147">
                        <c:v>5.1484797156192297</c:v>
                      </c:pt>
                      <c:pt idx="4148">
                        <c:v>5.1147931116712204</c:v>
                      </c:pt>
                      <c:pt idx="4149">
                        <c:v>5.1159610925391199</c:v>
                      </c:pt>
                      <c:pt idx="4150">
                        <c:v>5.1156068962208199</c:v>
                      </c:pt>
                      <c:pt idx="4151">
                        <c:v>5.2053119378378598</c:v>
                      </c:pt>
                      <c:pt idx="4152">
                        <c:v>5.3594412259712803</c:v>
                      </c:pt>
                      <c:pt idx="4153">
                        <c:v>5.2599723110559502</c:v>
                      </c:pt>
                      <c:pt idx="4154">
                        <c:v>5.1860751595680297</c:v>
                      </c:pt>
                      <c:pt idx="4155">
                        <c:v>5.0234086239984403</c:v>
                      </c:pt>
                      <c:pt idx="4156">
                        <c:v>5.0642847807525904</c:v>
                      </c:pt>
                      <c:pt idx="4157">
                        <c:v>5.1714863763179402</c:v>
                      </c:pt>
                      <c:pt idx="4158">
                        <c:v>5.7091469935822401</c:v>
                      </c:pt>
                      <c:pt idx="4159">
                        <c:v>5.8084744456590904</c:v>
                      </c:pt>
                      <c:pt idx="4160">
                        <c:v>6.3301573214510798</c:v>
                      </c:pt>
                      <c:pt idx="4161">
                        <c:v>7.5885063429983202</c:v>
                      </c:pt>
                      <c:pt idx="4162">
                        <c:v>7.6576555176872603</c:v>
                      </c:pt>
                      <c:pt idx="4163">
                        <c:v>8.7716140959486708</c:v>
                      </c:pt>
                      <c:pt idx="4164">
                        <c:v>7.9897133290279703</c:v>
                      </c:pt>
                      <c:pt idx="4165">
                        <c:v>8.3277998751233504</c:v>
                      </c:pt>
                      <c:pt idx="4166">
                        <c:v>8.3778933686594605</c:v>
                      </c:pt>
                      <c:pt idx="4167">
                        <c:v>8.2363830030230005</c:v>
                      </c:pt>
                      <c:pt idx="4168">
                        <c:v>8.2363830030230005</c:v>
                      </c:pt>
                      <c:pt idx="4169">
                        <c:v>7.2711831883378402</c:v>
                      </c:pt>
                      <c:pt idx="4170">
                        <c:v>6.9146545956288499</c:v>
                      </c:pt>
                      <c:pt idx="4171">
                        <c:v>6.1220800286008501</c:v>
                      </c:pt>
                      <c:pt idx="4172">
                        <c:v>6.34565953437688</c:v>
                      </c:pt>
                      <c:pt idx="4173">
                        <c:v>6.4069034419316901</c:v>
                      </c:pt>
                      <c:pt idx="4174">
                        <c:v>6.4616042915744103</c:v>
                      </c:pt>
                      <c:pt idx="4175">
                        <c:v>6.9780131228336097</c:v>
                      </c:pt>
                      <c:pt idx="4176">
                        <c:v>6.9980874398233102</c:v>
                      </c:pt>
                      <c:pt idx="4177">
                        <c:v>6.9965842527389697</c:v>
                      </c:pt>
                      <c:pt idx="4178">
                        <c:v>7.0773750438689804</c:v>
                      </c:pt>
                      <c:pt idx="4179">
                        <c:v>6.7945818334337602</c:v>
                      </c:pt>
                      <c:pt idx="4180">
                        <c:v>6.7347298236785003</c:v>
                      </c:pt>
                      <c:pt idx="4181">
                        <c:v>6.7347298236785003</c:v>
                      </c:pt>
                      <c:pt idx="4182">
                        <c:v>6.7347298236785003</c:v>
                      </c:pt>
                      <c:pt idx="4183">
                        <c:v>6.5383670378730203</c:v>
                      </c:pt>
                      <c:pt idx="4184">
                        <c:v>6.2844008614069704</c:v>
                      </c:pt>
                      <c:pt idx="4185">
                        <c:v>6.0142585819303598</c:v>
                      </c:pt>
                      <c:pt idx="4186">
                        <c:v>5.7393965389955497</c:v>
                      </c:pt>
                      <c:pt idx="4187">
                        <c:v>5.7954243217209402</c:v>
                      </c:pt>
                      <c:pt idx="4188">
                        <c:v>5.9949753614377199</c:v>
                      </c:pt>
                      <c:pt idx="4189">
                        <c:v>6.1135675299791599</c:v>
                      </c:pt>
                      <c:pt idx="4190">
                        <c:v>5.9821747208055998</c:v>
                      </c:pt>
                      <c:pt idx="4191">
                        <c:v>5.8766404866300697</c:v>
                      </c:pt>
                      <c:pt idx="4192">
                        <c:v>5.8495908819605003</c:v>
                      </c:pt>
                      <c:pt idx="4193">
                        <c:v>5.8867298398289396</c:v>
                      </c:pt>
                      <c:pt idx="4194">
                        <c:v>5.8810793817881502</c:v>
                      </c:pt>
                      <c:pt idx="4195">
                        <c:v>5.8604508432353004</c:v>
                      </c:pt>
                      <c:pt idx="4196">
                        <c:v>5.8164897352257201</c:v>
                      </c:pt>
                      <c:pt idx="4197">
                        <c:v>5.8164897352257201</c:v>
                      </c:pt>
                      <c:pt idx="4198">
                        <c:v>5.7359109743368499</c:v>
                      </c:pt>
                      <c:pt idx="4199">
                        <c:v>5.56631258623334</c:v>
                      </c:pt>
                      <c:pt idx="4200">
                        <c:v>5.4473885909044499</c:v>
                      </c:pt>
                      <c:pt idx="4201">
                        <c:v>5.3523424517600597</c:v>
                      </c:pt>
                      <c:pt idx="4202">
                        <c:v>5.2006948502219501</c:v>
                      </c:pt>
                      <c:pt idx="4203">
                        <c:v>5.1642097706676404</c:v>
                      </c:pt>
                      <c:pt idx="4204">
                        <c:v>5.13071346495353</c:v>
                      </c:pt>
                      <c:pt idx="4205">
                        <c:v>5.1088016423871396</c:v>
                      </c:pt>
                      <c:pt idx="4206">
                        <c:v>5.0082792748252603</c:v>
                      </c:pt>
                      <c:pt idx="4207">
                        <c:v>4.99644612328155</c:v>
                      </c:pt>
                      <c:pt idx="4208">
                        <c:v>4.8942789579374004</c:v>
                      </c:pt>
                      <c:pt idx="4209">
                        <c:v>4.8288758883303204</c:v>
                      </c:pt>
                      <c:pt idx="4210">
                        <c:v>4.66636653569571</c:v>
                      </c:pt>
                      <c:pt idx="4211">
                        <c:v>4.5971329792296602</c:v>
                      </c:pt>
                      <c:pt idx="4212">
                        <c:v>4.5449788268812101</c:v>
                      </c:pt>
                      <c:pt idx="4213">
                        <c:v>4.5449788268812101</c:v>
                      </c:pt>
                      <c:pt idx="4214">
                        <c:v>4.40859162358056</c:v>
                      </c:pt>
                      <c:pt idx="4215">
                        <c:v>4.3826730461665404</c:v>
                      </c:pt>
                      <c:pt idx="4216">
                        <c:v>4.4602967898399202</c:v>
                      </c:pt>
                      <c:pt idx="4217">
                        <c:v>4.5422933796039802</c:v>
                      </c:pt>
                      <c:pt idx="4218">
                        <c:v>4.5986576098069003</c:v>
                      </c:pt>
                      <c:pt idx="4219">
                        <c:v>4.5068069549324301</c:v>
                      </c:pt>
                      <c:pt idx="4220">
                        <c:v>4.5613078050209399</c:v>
                      </c:pt>
                      <c:pt idx="4221">
                        <c:v>4.6688389687136098</c:v>
                      </c:pt>
                      <c:pt idx="4222">
                        <c:v>4.6280788539526601</c:v>
                      </c:pt>
                      <c:pt idx="4223">
                        <c:v>4.57088400288887</c:v>
                      </c:pt>
                      <c:pt idx="4224">
                        <c:v>4.6080708640829</c:v>
                      </c:pt>
                      <c:pt idx="4225">
                        <c:v>4.7554842961702404</c:v>
                      </c:pt>
                      <c:pt idx="4226">
                        <c:v>5.1213362658900099</c:v>
                      </c:pt>
                      <c:pt idx="4227">
                        <c:v>4.9935866737694097</c:v>
                      </c:pt>
                      <c:pt idx="4228">
                        <c:v>4.9935866737694097</c:v>
                      </c:pt>
                      <c:pt idx="4229">
                        <c:v>5.0324040772816403</c:v>
                      </c:pt>
                      <c:pt idx="4230">
                        <c:v>4.9765307074202303</c:v>
                      </c:pt>
                      <c:pt idx="4231">
                        <c:v>4.8243489066604299</c:v>
                      </c:pt>
                      <c:pt idx="4232">
                        <c:v>4.6763628335575902</c:v>
                      </c:pt>
                      <c:pt idx="4233">
                        <c:v>4.6763628335575902</c:v>
                      </c:pt>
                      <c:pt idx="4234">
                        <c:v>4.6294871323248499</c:v>
                      </c:pt>
                      <c:pt idx="4235">
                        <c:v>4.6577044577065596</c:v>
                      </c:pt>
                      <c:pt idx="4236">
                        <c:v>4.6716293178172696</c:v>
                      </c:pt>
                      <c:pt idx="4237">
                        <c:v>4.6598323399070303</c:v>
                      </c:pt>
                      <c:pt idx="4238">
                        <c:v>4.6598323399070303</c:v>
                      </c:pt>
                      <c:pt idx="4239">
                        <c:v>4.5693983539129102</c:v>
                      </c:pt>
                      <c:pt idx="4240">
                        <c:v>4.5369229031418801</c:v>
                      </c:pt>
                      <c:pt idx="4241">
                        <c:v>4.4426859375440397</c:v>
                      </c:pt>
                      <c:pt idx="4242">
                        <c:v>4.3421761501936302</c:v>
                      </c:pt>
                      <c:pt idx="4243">
                        <c:v>4.2442436390945302</c:v>
                      </c:pt>
                      <c:pt idx="4244">
                        <c:v>4.2929119514522798</c:v>
                      </c:pt>
                      <c:pt idx="4245">
                        <c:v>4.2367187029622704</c:v>
                      </c:pt>
                      <c:pt idx="4246">
                        <c:v>4.2201551564325497</c:v>
                      </c:pt>
                      <c:pt idx="4247">
                        <c:v>4.2116806179790398</c:v>
                      </c:pt>
                      <c:pt idx="4248">
                        <c:v>4.2115849228037403</c:v>
                      </c:pt>
                      <c:pt idx="4249">
                        <c:v>4.2330721842949899</c:v>
                      </c:pt>
                      <c:pt idx="4250">
                        <c:v>4.2147740244862399</c:v>
                      </c:pt>
                      <c:pt idx="4251">
                        <c:v>4.2123357768893204</c:v>
                      </c:pt>
                      <c:pt idx="4252">
                        <c:v>4.2063947171978002</c:v>
                      </c:pt>
                      <c:pt idx="4253">
                        <c:v>4.2063947171978002</c:v>
                      </c:pt>
                      <c:pt idx="4254">
                        <c:v>4.1744734917746102</c:v>
                      </c:pt>
                      <c:pt idx="4255">
                        <c:v>4.1981960137277303</c:v>
                      </c:pt>
                      <c:pt idx="4256">
                        <c:v>4.1733773713413198</c:v>
                      </c:pt>
                      <c:pt idx="4257">
                        <c:v>4.2125107398628998</c:v>
                      </c:pt>
                      <c:pt idx="4258">
                        <c:v>4.1642567435518201</c:v>
                      </c:pt>
                      <c:pt idx="4259">
                        <c:v>4.1614396633689896</c:v>
                      </c:pt>
                      <c:pt idx="4260">
                        <c:v>4.1561329450110298</c:v>
                      </c:pt>
                      <c:pt idx="4261">
                        <c:v>4.1919951573750698</c:v>
                      </c:pt>
                      <c:pt idx="4262">
                        <c:v>4.1522219311981097</c:v>
                      </c:pt>
                      <c:pt idx="4263">
                        <c:v>4.1055309589524596</c:v>
                      </c:pt>
                      <c:pt idx="4264">
                        <c:v>4.0792304888110396</c:v>
                      </c:pt>
                      <c:pt idx="4265">
                        <c:v>4.0445819322757899</c:v>
                      </c:pt>
                      <c:pt idx="4266">
                        <c:v>4.0907113743052701</c:v>
                      </c:pt>
                      <c:pt idx="4267">
                        <c:v>4.0907113743052701</c:v>
                      </c:pt>
                      <c:pt idx="4268">
                        <c:v>4.0478245614648101</c:v>
                      </c:pt>
                      <c:pt idx="4269">
                        <c:v>4.1388169863289397</c:v>
                      </c:pt>
                      <c:pt idx="4270">
                        <c:v>4.3558178082982897</c:v>
                      </c:pt>
                      <c:pt idx="4271">
                        <c:v>4.3009791866196396</c:v>
                      </c:pt>
                      <c:pt idx="4272">
                        <c:v>4.3152552876927404</c:v>
                      </c:pt>
                      <c:pt idx="4273">
                        <c:v>4.3152552876927404</c:v>
                      </c:pt>
                      <c:pt idx="4274">
                        <c:v>4.3277197756625103</c:v>
                      </c:pt>
                      <c:pt idx="4275">
                        <c:v>4.2937601339671998</c:v>
                      </c:pt>
                      <c:pt idx="4276">
                        <c:v>4.2779455630833496</c:v>
                      </c:pt>
                      <c:pt idx="4277">
                        <c:v>4.3159807018027099</c:v>
                      </c:pt>
                      <c:pt idx="4278">
                        <c:v>4.3562532008780197</c:v>
                      </c:pt>
                      <c:pt idx="4279">
                        <c:v>4.4088575745732204</c:v>
                      </c:pt>
                      <c:pt idx="4280">
                        <c:v>4.4616118537014202</c:v>
                      </c:pt>
                      <c:pt idx="4281">
                        <c:v>4.45220229984875</c:v>
                      </c:pt>
                      <c:pt idx="4282">
                        <c:v>4.4078597944867699</c:v>
                      </c:pt>
                      <c:pt idx="4283">
                        <c:v>4.3843078519294902</c:v>
                      </c:pt>
                      <c:pt idx="4284">
                        <c:v>4.2503701090695198</c:v>
                      </c:pt>
                      <c:pt idx="4285">
                        <c:v>4.1096969953065603</c:v>
                      </c:pt>
                      <c:pt idx="4286">
                        <c:v>4.1549227499082804</c:v>
                      </c:pt>
                      <c:pt idx="4287">
                        <c:v>4.1660736063794301</c:v>
                      </c:pt>
                      <c:pt idx="4288">
                        <c:v>4.1027677641742804</c:v>
                      </c:pt>
                      <c:pt idx="4289">
                        <c:v>4.1824253928541397</c:v>
                      </c:pt>
                      <c:pt idx="4290">
                        <c:v>4.1283290091690903</c:v>
                      </c:pt>
                      <c:pt idx="4291">
                        <c:v>4.1203826518168603</c:v>
                      </c:pt>
                      <c:pt idx="4292">
                        <c:v>4.0885677822310402</c:v>
                      </c:pt>
                      <c:pt idx="4293">
                        <c:v>4.1941416509801197</c:v>
                      </c:pt>
                      <c:pt idx="4294">
                        <c:v>4.1622775516475903</c:v>
                      </c:pt>
                      <c:pt idx="4295">
                        <c:v>4.1825901708750797</c:v>
                      </c:pt>
                      <c:pt idx="4296">
                        <c:v>4.1894835357100497</c:v>
                      </c:pt>
                      <c:pt idx="4297">
                        <c:v>4.2223333831948198</c:v>
                      </c:pt>
                      <c:pt idx="4298">
                        <c:v>4.3955307091061799</c:v>
                      </c:pt>
                      <c:pt idx="4299">
                        <c:v>4.3830084720615501</c:v>
                      </c:pt>
                      <c:pt idx="4300">
                        <c:v>4.4001554214116201</c:v>
                      </c:pt>
                      <c:pt idx="4301">
                        <c:v>4.3907993590636698</c:v>
                      </c:pt>
                      <c:pt idx="4302">
                        <c:v>4.4204755916899101</c:v>
                      </c:pt>
                      <c:pt idx="4303">
                        <c:v>4.3716243235747401</c:v>
                      </c:pt>
                      <c:pt idx="4304">
                        <c:v>4.3755264512764702</c:v>
                      </c:pt>
                      <c:pt idx="4305">
                        <c:v>4.3600970203191398</c:v>
                      </c:pt>
                      <c:pt idx="4306">
                        <c:v>4.3639537629049396</c:v>
                      </c:pt>
                      <c:pt idx="4307">
                        <c:v>4.4679857434804502</c:v>
                      </c:pt>
                      <c:pt idx="4308">
                        <c:v>4.4272484379120796</c:v>
                      </c:pt>
                      <c:pt idx="4309">
                        <c:v>4.5392390994596798</c:v>
                      </c:pt>
                      <c:pt idx="4310">
                        <c:v>4.45021237857764</c:v>
                      </c:pt>
                      <c:pt idx="4311">
                        <c:v>4.4281020107279199</c:v>
                      </c:pt>
                      <c:pt idx="4312">
                        <c:v>4.3827388365073396</c:v>
                      </c:pt>
                      <c:pt idx="4313">
                        <c:v>4.3827388365073396</c:v>
                      </c:pt>
                      <c:pt idx="4314">
                        <c:v>4.38215313605928</c:v>
                      </c:pt>
                      <c:pt idx="4315">
                        <c:v>4.3573659117911996</c:v>
                      </c:pt>
                      <c:pt idx="4316">
                        <c:v>4.3338970688948004</c:v>
                      </c:pt>
                      <c:pt idx="4317">
                        <c:v>4.3271782969048704</c:v>
                      </c:pt>
                      <c:pt idx="4318">
                        <c:v>4.3523388319966996</c:v>
                      </c:pt>
                      <c:pt idx="4319">
                        <c:v>4.3843144457886103</c:v>
                      </c:pt>
                      <c:pt idx="4320">
                        <c:v>4.4157882024144497</c:v>
                      </c:pt>
                      <c:pt idx="4321">
                        <c:v>4.44009138289276</c:v>
                      </c:pt>
                      <c:pt idx="4322">
                        <c:v>4.4219345111403499</c:v>
                      </c:pt>
                      <c:pt idx="4323">
                        <c:v>4.5300136095983197</c:v>
                      </c:pt>
                      <c:pt idx="4324">
                        <c:v>4.5254830560224502</c:v>
                      </c:pt>
                      <c:pt idx="4325">
                        <c:v>4.5551276242896002</c:v>
                      </c:pt>
                      <c:pt idx="4326">
                        <c:v>4.5828063660190104</c:v>
                      </c:pt>
                      <c:pt idx="4327">
                        <c:v>4.57147842128294</c:v>
                      </c:pt>
                      <c:pt idx="4328">
                        <c:v>4.57147842128294</c:v>
                      </c:pt>
                      <c:pt idx="4329">
                        <c:v>4.57781045882043</c:v>
                      </c:pt>
                      <c:pt idx="4330">
                        <c:v>4.55050309830267</c:v>
                      </c:pt>
                      <c:pt idx="4331">
                        <c:v>4.45989236652452</c:v>
                      </c:pt>
                      <c:pt idx="4332">
                        <c:v>4.3849143200402398</c:v>
                      </c:pt>
                      <c:pt idx="4333">
                        <c:v>4.3442745101257003</c:v>
                      </c:pt>
                      <c:pt idx="4334">
                        <c:v>4.4376114688066197</c:v>
                      </c:pt>
                      <c:pt idx="4335">
                        <c:v>4.4509253609493502</c:v>
                      </c:pt>
                      <c:pt idx="4336">
                        <c:v>4.4046637836385596</c:v>
                      </c:pt>
                      <c:pt idx="4337">
                        <c:v>4.4095985375473603</c:v>
                      </c:pt>
                      <c:pt idx="4338">
                        <c:v>4.4095985375473603</c:v>
                      </c:pt>
                      <c:pt idx="4339">
                        <c:v>4.4207249985931796</c:v>
                      </c:pt>
                      <c:pt idx="4340">
                        <c:v>4.3574666854044501</c:v>
                      </c:pt>
                      <c:pt idx="4341">
                        <c:v>4.3464820913215396</c:v>
                      </c:pt>
                      <c:pt idx="4342">
                        <c:v>4.3145049112703502</c:v>
                      </c:pt>
                      <c:pt idx="4343">
                        <c:v>4.4203117207051097</c:v>
                      </c:pt>
                      <c:pt idx="4344">
                        <c:v>4.3197733377628298</c:v>
                      </c:pt>
                      <c:pt idx="4345">
                        <c:v>4.3285839943426803</c:v>
                      </c:pt>
                      <c:pt idx="4346">
                        <c:v>4.3375106184580101</c:v>
                      </c:pt>
                      <c:pt idx="4347">
                        <c:v>4.3456650868097597</c:v>
                      </c:pt>
                      <c:pt idx="4348">
                        <c:v>4.3589011052570399</c:v>
                      </c:pt>
                      <c:pt idx="4349">
                        <c:v>4.3083731768931903</c:v>
                      </c:pt>
                      <c:pt idx="4350">
                        <c:v>4.3899886610322501</c:v>
                      </c:pt>
                      <c:pt idx="4351">
                        <c:v>4.3793817902391199</c:v>
                      </c:pt>
                      <c:pt idx="4352">
                        <c:v>4.3597770206691404</c:v>
                      </c:pt>
                      <c:pt idx="4353">
                        <c:v>4.3487533752951304</c:v>
                      </c:pt>
                      <c:pt idx="4354">
                        <c:v>4.3487533752951304</c:v>
                      </c:pt>
                      <c:pt idx="4355">
                        <c:v>4.3801267569237599</c:v>
                      </c:pt>
                      <c:pt idx="4356">
                        <c:v>4.4052689500607096</c:v>
                      </c:pt>
                      <c:pt idx="4357">
                        <c:v>4.3627782035192997</c:v>
                      </c:pt>
                      <c:pt idx="4358">
                        <c:v>4.35590144899348</c:v>
                      </c:pt>
                      <c:pt idx="4359">
                        <c:v>4.3694701586409703</c:v>
                      </c:pt>
                      <c:pt idx="4360">
                        <c:v>4.3946775580900104</c:v>
                      </c:pt>
                      <c:pt idx="4361">
                        <c:v>4.3574575893301501</c:v>
                      </c:pt>
                      <c:pt idx="4362">
                        <c:v>4.3111845891618001</c:v>
                      </c:pt>
                      <c:pt idx="4363">
                        <c:v>4.2956946351918797</c:v>
                      </c:pt>
                      <c:pt idx="4364">
                        <c:v>4.2700758379693404</c:v>
                      </c:pt>
                      <c:pt idx="4365">
                        <c:v>4.2894499255258198</c:v>
                      </c:pt>
                      <c:pt idx="4366">
                        <c:v>4.2894499255258198</c:v>
                      </c:pt>
                      <c:pt idx="4367">
                        <c:v>4.2894499255258198</c:v>
                      </c:pt>
                      <c:pt idx="4368">
                        <c:v>4.3101995604662102</c:v>
                      </c:pt>
                      <c:pt idx="4369">
                        <c:v>4.2983760291952402</c:v>
                      </c:pt>
                      <c:pt idx="4370">
                        <c:v>4.2721252251441397</c:v>
                      </c:pt>
                      <c:pt idx="4371">
                        <c:v>4.2721252251441397</c:v>
                      </c:pt>
                      <c:pt idx="4372">
                        <c:v>4.2721252251441397</c:v>
                      </c:pt>
                      <c:pt idx="4373">
                        <c:v>4.2362874668317696</c:v>
                      </c:pt>
                      <c:pt idx="4374">
                        <c:v>4.2182845194548699</c:v>
                      </c:pt>
                      <c:pt idx="4375">
                        <c:v>4.2465990203181203</c:v>
                      </c:pt>
                      <c:pt idx="4376">
                        <c:v>4.2651905526286802</c:v>
                      </c:pt>
                      <c:pt idx="4377">
                        <c:v>4.2409746335876601</c:v>
                      </c:pt>
                      <c:pt idx="4378">
                        <c:v>4.2409746335876601</c:v>
                      </c:pt>
                      <c:pt idx="4379">
                        <c:v>4.3125737260900801</c:v>
                      </c:pt>
                      <c:pt idx="4380">
                        <c:v>4.2841971378598496</c:v>
                      </c:pt>
                      <c:pt idx="4381">
                        <c:v>4.2567775012380498</c:v>
                      </c:pt>
                      <c:pt idx="4382">
                        <c:v>4.2349463493629802</c:v>
                      </c:pt>
                      <c:pt idx="4383">
                        <c:v>4.2526466669939298</c:v>
                      </c:pt>
                      <c:pt idx="4384">
                        <c:v>4.2561002250524798</c:v>
                      </c:pt>
                      <c:pt idx="4385">
                        <c:v>4.1913935543326604</c:v>
                      </c:pt>
                      <c:pt idx="4386">
                        <c:v>4.2139570223255598</c:v>
                      </c:pt>
                      <c:pt idx="4387">
                        <c:v>4.2336616980424902</c:v>
                      </c:pt>
                      <c:pt idx="4388">
                        <c:v>4.2571079532713201</c:v>
                      </c:pt>
                      <c:pt idx="4389">
                        <c:v>4.2641287040490896</c:v>
                      </c:pt>
                      <c:pt idx="4390">
                        <c:v>4.2771711822134399</c:v>
                      </c:pt>
                      <c:pt idx="4391">
                        <c:v>4.2586857610222797</c:v>
                      </c:pt>
                      <c:pt idx="4392">
                        <c:v>4.2126355026503299</c:v>
                      </c:pt>
                      <c:pt idx="4393">
                        <c:v>4.2164369718988599</c:v>
                      </c:pt>
                      <c:pt idx="4394">
                        <c:v>4.2457150835333399</c:v>
                      </c:pt>
                      <c:pt idx="4395">
                        <c:v>4.1899764667103501</c:v>
                      </c:pt>
                      <c:pt idx="4396">
                        <c:v>4.2093938532413002</c:v>
                      </c:pt>
                      <c:pt idx="4397">
                        <c:v>4.2229801660378401</c:v>
                      </c:pt>
                      <c:pt idx="4398">
                        <c:v>4.2516300819137296</c:v>
                      </c:pt>
                      <c:pt idx="4399">
                        <c:v>4.2487100434006901</c:v>
                      </c:pt>
                      <c:pt idx="4400">
                        <c:v>4.2142140731619504</c:v>
                      </c:pt>
                      <c:pt idx="4401">
                        <c:v>4.20347557255882</c:v>
                      </c:pt>
                      <c:pt idx="4402">
                        <c:v>4.2126587863270899</c:v>
                      </c:pt>
                      <c:pt idx="4403">
                        <c:v>4.2208410440109603</c:v>
                      </c:pt>
                      <c:pt idx="4404">
                        <c:v>4.2944847734924396</c:v>
                      </c:pt>
                      <c:pt idx="4405">
                        <c:v>4.3341457122317699</c:v>
                      </c:pt>
                      <c:pt idx="4406">
                        <c:v>4.3337801497174704</c:v>
                      </c:pt>
                      <c:pt idx="4407">
                        <c:v>4.3743370102528303</c:v>
                      </c:pt>
                      <c:pt idx="4408">
                        <c:v>4.4678058857996801</c:v>
                      </c:pt>
                      <c:pt idx="4409">
                        <c:v>4.53148960974299</c:v>
                      </c:pt>
                      <c:pt idx="4410">
                        <c:v>4.5820801279392196</c:v>
                      </c:pt>
                      <c:pt idx="4411">
                        <c:v>4.6834623445703203</c:v>
                      </c:pt>
                      <c:pt idx="4412">
                        <c:v>4.7695071749523201</c:v>
                      </c:pt>
                      <c:pt idx="4413">
                        <c:v>4.7064801255393096</c:v>
                      </c:pt>
                      <c:pt idx="4414">
                        <c:v>4.8058131602264602</c:v>
                      </c:pt>
                      <c:pt idx="4415">
                        <c:v>5.0003580555623204</c:v>
                      </c:pt>
                      <c:pt idx="4416">
                        <c:v>4.9989099147988298</c:v>
                      </c:pt>
                      <c:pt idx="4417">
                        <c:v>5.6846065926621598</c:v>
                      </c:pt>
                      <c:pt idx="4418">
                        <c:v>5.1654100927865798</c:v>
                      </c:pt>
                      <c:pt idx="4419">
                        <c:v>5.1237717532592404</c:v>
                      </c:pt>
                      <c:pt idx="4420">
                        <c:v>5.0524864133890697</c:v>
                      </c:pt>
                      <c:pt idx="4421">
                        <c:v>4.9731236198625304</c:v>
                      </c:pt>
                      <c:pt idx="4422">
                        <c:v>5.0545051841159996</c:v>
                      </c:pt>
                      <c:pt idx="4423">
                        <c:v>5.0672387633066398</c:v>
                      </c:pt>
                      <c:pt idx="4424">
                        <c:v>5.0800276500973798</c:v>
                      </c:pt>
                      <c:pt idx="4425">
                        <c:v>5.2109307128670697</c:v>
                      </c:pt>
                      <c:pt idx="4426">
                        <c:v>5.3049618406302397</c:v>
                      </c:pt>
                      <c:pt idx="4427">
                        <c:v>5.36439000020534</c:v>
                      </c:pt>
                      <c:pt idx="4428">
                        <c:v>5.36439000020534</c:v>
                      </c:pt>
                      <c:pt idx="4429">
                        <c:v>5.4534569864312203</c:v>
                      </c:pt>
                      <c:pt idx="4430">
                        <c:v>5.6161231391842996</c:v>
                      </c:pt>
                      <c:pt idx="4431">
                        <c:v>5.6139482690769302</c:v>
                      </c:pt>
                      <c:pt idx="4432">
                        <c:v>5.6018204300921104</c:v>
                      </c:pt>
                      <c:pt idx="4433">
                        <c:v>5.6417040497273101</c:v>
                      </c:pt>
                      <c:pt idx="4434">
                        <c:v>5.8122977908259399</c:v>
                      </c:pt>
                      <c:pt idx="4435">
                        <c:v>5.7106709556475099</c:v>
                      </c:pt>
                      <c:pt idx="4436">
                        <c:v>5.7106709556475099</c:v>
                      </c:pt>
                      <c:pt idx="4437">
                        <c:v>5.7106709556475099</c:v>
                      </c:pt>
                      <c:pt idx="4438">
                        <c:v>5.6802498948167104</c:v>
                      </c:pt>
                      <c:pt idx="4439">
                        <c:v>5.5275812006513902</c:v>
                      </c:pt>
                      <c:pt idx="4440">
                        <c:v>5.3905127375283604</c:v>
                      </c:pt>
                      <c:pt idx="4441">
                        <c:v>5.3240278579097504</c:v>
                      </c:pt>
                      <c:pt idx="4442">
                        <c:v>5.3375619093402999</c:v>
                      </c:pt>
                      <c:pt idx="4443">
                        <c:v>5.4745524037911899</c:v>
                      </c:pt>
                      <c:pt idx="4444">
                        <c:v>5.4486451727365797</c:v>
                      </c:pt>
                      <c:pt idx="4445">
                        <c:v>5.4598826575978903</c:v>
                      </c:pt>
                      <c:pt idx="4446">
                        <c:v>5.33736308834811</c:v>
                      </c:pt>
                      <c:pt idx="4447">
                        <c:v>5.3606148326356404</c:v>
                      </c:pt>
                      <c:pt idx="4448">
                        <c:v>5.3614818940565101</c:v>
                      </c:pt>
                      <c:pt idx="4449">
                        <c:v>5.3805383831217402</c:v>
                      </c:pt>
                      <c:pt idx="4450">
                        <c:v>5.4080936547176304</c:v>
                      </c:pt>
                      <c:pt idx="4451">
                        <c:v>5.4078077529658799</c:v>
                      </c:pt>
                      <c:pt idx="4452">
                        <c:v>5.4412866648604297</c:v>
                      </c:pt>
                      <c:pt idx="4453">
                        <c:v>5.5220551947350298</c:v>
                      </c:pt>
                      <c:pt idx="4454">
                        <c:v>5.6337988933874596</c:v>
                      </c:pt>
                      <c:pt idx="4455">
                        <c:v>5.65019166125228</c:v>
                      </c:pt>
                      <c:pt idx="4456">
                        <c:v>5.7611213023818397</c:v>
                      </c:pt>
                      <c:pt idx="4457">
                        <c:v>5.7065260790815104</c:v>
                      </c:pt>
                      <c:pt idx="4458">
                        <c:v>5.9751328535155404</c:v>
                      </c:pt>
                      <c:pt idx="4459">
                        <c:v>6.0631836328278501</c:v>
                      </c:pt>
                      <c:pt idx="4460">
                        <c:v>6.3453293677301703</c:v>
                      </c:pt>
                      <c:pt idx="4461">
                        <c:v>5.9263294999616196</c:v>
                      </c:pt>
                      <c:pt idx="4462">
                        <c:v>5.9765138916094998</c:v>
                      </c:pt>
                      <c:pt idx="4463">
                        <c:v>6.1029986550069504</c:v>
                      </c:pt>
                      <c:pt idx="4464">
                        <c:v>6.1737460284633903</c:v>
                      </c:pt>
                      <c:pt idx="4465">
                        <c:v>6.1812061708164903</c:v>
                      </c:pt>
                      <c:pt idx="4466">
                        <c:v>5.9802476183808499</c:v>
                      </c:pt>
                      <c:pt idx="4467">
                        <c:v>5.9293277805697597</c:v>
                      </c:pt>
                      <c:pt idx="4468">
                        <c:v>5.9293277805697597</c:v>
                      </c:pt>
                      <c:pt idx="4469">
                        <c:v>5.8761211662513704</c:v>
                      </c:pt>
                      <c:pt idx="4470">
                        <c:v>5.9195951303626604</c:v>
                      </c:pt>
                      <c:pt idx="4471">
                        <c:v>5.9681059609690497</c:v>
                      </c:pt>
                      <c:pt idx="4472">
                        <c:v>6.0555706265218001</c:v>
                      </c:pt>
                      <c:pt idx="4473">
                        <c:v>6.1157406835608299</c:v>
                      </c:pt>
                      <c:pt idx="4474">
                        <c:v>6.0704740613876504</c:v>
                      </c:pt>
                      <c:pt idx="4475">
                        <c:v>6.06187546661286</c:v>
                      </c:pt>
                      <c:pt idx="4476">
                        <c:v>6.0191391232337201</c:v>
                      </c:pt>
                      <c:pt idx="4477">
                        <c:v>5.9928337066261603</c:v>
                      </c:pt>
                      <c:pt idx="4478">
                        <c:v>5.9532877637885502</c:v>
                      </c:pt>
                      <c:pt idx="4479">
                        <c:v>5.9119171311050902</c:v>
                      </c:pt>
                      <c:pt idx="4480">
                        <c:v>5.83311962038076</c:v>
                      </c:pt>
                      <c:pt idx="4481">
                        <c:v>5.8721182005267201</c:v>
                      </c:pt>
                      <c:pt idx="4482">
                        <c:v>5.7566936791287304</c:v>
                      </c:pt>
                      <c:pt idx="4483">
                        <c:v>5.7566936791287304</c:v>
                      </c:pt>
                      <c:pt idx="4484">
                        <c:v>5.7500369355293497</c:v>
                      </c:pt>
                      <c:pt idx="4485">
                        <c:v>5.70725835631377</c:v>
                      </c:pt>
                      <c:pt idx="4486">
                        <c:v>5.8087354724195297</c:v>
                      </c:pt>
                      <c:pt idx="4487">
                        <c:v>5.9275005621736199</c:v>
                      </c:pt>
                      <c:pt idx="4488">
                        <c:v>5.9275005621736199</c:v>
                      </c:pt>
                      <c:pt idx="4489">
                        <c:v>5.9726649410204402</c:v>
                      </c:pt>
                      <c:pt idx="4490">
                        <c:v>5.8714799968403799</c:v>
                      </c:pt>
                      <c:pt idx="4491">
                        <c:v>5.84773141694816</c:v>
                      </c:pt>
                      <c:pt idx="4492">
                        <c:v>5.8819449013426599</c:v>
                      </c:pt>
                      <c:pt idx="4493">
                        <c:v>5.9774083541052097</c:v>
                      </c:pt>
                      <c:pt idx="4494">
                        <c:v>6.0059547941040901</c:v>
                      </c:pt>
                      <c:pt idx="4495">
                        <c:v>5.9906053745735699</c:v>
                      </c:pt>
                      <c:pt idx="4496">
                        <c:v>6.1074772948136298</c:v>
                      </c:pt>
                      <c:pt idx="4497">
                        <c:v>6.24706721061452</c:v>
                      </c:pt>
                      <c:pt idx="4498">
                        <c:v>6.2358928852973499</c:v>
                      </c:pt>
                      <c:pt idx="4499">
                        <c:v>6.1105643425609397</c:v>
                      </c:pt>
                      <c:pt idx="4500">
                        <c:v>6.1611871288388196</c:v>
                      </c:pt>
                      <c:pt idx="4501">
                        <c:v>6.1623077435093299</c:v>
                      </c:pt>
                      <c:pt idx="4502">
                        <c:v>6.1808091162916297</c:v>
                      </c:pt>
                      <c:pt idx="4503">
                        <c:v>6.1808091162916297</c:v>
                      </c:pt>
                      <c:pt idx="4504">
                        <c:v>6.1396967146526702</c:v>
                      </c:pt>
                      <c:pt idx="4505">
                        <c:v>6.1667960833557904</c:v>
                      </c:pt>
                      <c:pt idx="4506">
                        <c:v>6.1676771976708604</c:v>
                      </c:pt>
                      <c:pt idx="4507">
                        <c:v>6.0926388415161901</c:v>
                      </c:pt>
                      <c:pt idx="4508">
                        <c:v>6.09359736393949</c:v>
                      </c:pt>
                      <c:pt idx="4509">
                        <c:v>6.1370449518602701</c:v>
                      </c:pt>
                      <c:pt idx="4510">
                        <c:v>6.1476221527046997</c:v>
                      </c:pt>
                      <c:pt idx="4511">
                        <c:v>6.1106752194651603</c:v>
                      </c:pt>
                      <c:pt idx="4512">
                        <c:v>6.1229957843434404</c:v>
                      </c:pt>
                      <c:pt idx="4513">
                        <c:v>6.10672421837549</c:v>
                      </c:pt>
                      <c:pt idx="4514">
                        <c:v>6.10672421837549</c:v>
                      </c:pt>
                      <c:pt idx="4515">
                        <c:v>6.11298386207433</c:v>
                      </c:pt>
                      <c:pt idx="4516">
                        <c:v>6.0868937031674797</c:v>
                      </c:pt>
                      <c:pt idx="4517">
                        <c:v>6.0699044482069002</c:v>
                      </c:pt>
                      <c:pt idx="4518">
                        <c:v>6.1237009834500897</c:v>
                      </c:pt>
                      <c:pt idx="4519">
                        <c:v>6.1550969687504402</c:v>
                      </c:pt>
                      <c:pt idx="4520">
                        <c:v>6.1423848045596499</c:v>
                      </c:pt>
                      <c:pt idx="4521">
                        <c:v>6.1136080017119001</c:v>
                      </c:pt>
                      <c:pt idx="4522">
                        <c:v>6.1088534261601399</c:v>
                      </c:pt>
                      <c:pt idx="4523">
                        <c:v>6.1089147319174302</c:v>
                      </c:pt>
                      <c:pt idx="4524">
                        <c:v>6.1019621670146398</c:v>
                      </c:pt>
                      <c:pt idx="4525">
                        <c:v>6.113291085717</c:v>
                      </c:pt>
                      <c:pt idx="4526">
                        <c:v>6.1334436477199201</c:v>
                      </c:pt>
                      <c:pt idx="4527">
                        <c:v>6.1984421190969599</c:v>
                      </c:pt>
                      <c:pt idx="4528">
                        <c:v>6.2908409508643803</c:v>
                      </c:pt>
                      <c:pt idx="4529">
                        <c:v>6.3044585522921199</c:v>
                      </c:pt>
                      <c:pt idx="4530">
                        <c:v>6.27351595786803</c:v>
                      </c:pt>
                      <c:pt idx="4531">
                        <c:v>6.2539706370545796</c:v>
                      </c:pt>
                      <c:pt idx="4532">
                        <c:v>6.2098659130294296</c:v>
                      </c:pt>
                      <c:pt idx="4533">
                        <c:v>6.2098659130294296</c:v>
                      </c:pt>
                      <c:pt idx="4534">
                        <c:v>6.2081763079434298</c:v>
                      </c:pt>
                      <c:pt idx="4535">
                        <c:v>6.2411260693097104</c:v>
                      </c:pt>
                      <c:pt idx="4536">
                        <c:v>6.2566649359852597</c:v>
                      </c:pt>
                      <c:pt idx="4537">
                        <c:v>6.2579830999377002</c:v>
                      </c:pt>
                      <c:pt idx="4538">
                        <c:v>6.22643839002804</c:v>
                      </c:pt>
                      <c:pt idx="4539">
                        <c:v>6.2338910340989004</c:v>
                      </c:pt>
                      <c:pt idx="4540">
                        <c:v>6.2346138245033798</c:v>
                      </c:pt>
                      <c:pt idx="4541">
                        <c:v>6.2228082413530101</c:v>
                      </c:pt>
                      <c:pt idx="4542">
                        <c:v>6.1785853646248396</c:v>
                      </c:pt>
                      <c:pt idx="4543">
                        <c:v>6.1767573678023098</c:v>
                      </c:pt>
                      <c:pt idx="4544">
                        <c:v>6.1430315197710801</c:v>
                      </c:pt>
                      <c:pt idx="4545">
                        <c:v>6.1379131402796201</c:v>
                      </c:pt>
                      <c:pt idx="4546">
                        <c:v>6.1995849903696101</c:v>
                      </c:pt>
                      <c:pt idx="4547">
                        <c:v>6.2157022988639303</c:v>
                      </c:pt>
                      <c:pt idx="4548">
                        <c:v>6.2746623826759302</c:v>
                      </c:pt>
                      <c:pt idx="4549">
                        <c:v>6.3359322487801597</c:v>
                      </c:pt>
                      <c:pt idx="4550">
                        <c:v>6.3031276155669103</c:v>
                      </c:pt>
                      <c:pt idx="4551">
                        <c:v>6.3530775212158197</c:v>
                      </c:pt>
                      <c:pt idx="4552">
                        <c:v>6.3533396331016396</c:v>
                      </c:pt>
                      <c:pt idx="4553">
                        <c:v>6.3814217154478099</c:v>
                      </c:pt>
                      <c:pt idx="4554">
                        <c:v>6.4314532704116898</c:v>
                      </c:pt>
                      <c:pt idx="4555">
                        <c:v>6.4103466986681203</c:v>
                      </c:pt>
                      <c:pt idx="4556">
                        <c:v>6.48548136717692</c:v>
                      </c:pt>
                      <c:pt idx="4557">
                        <c:v>6.5650895749833698</c:v>
                      </c:pt>
                      <c:pt idx="4558">
                        <c:v>6.6559769480472699</c:v>
                      </c:pt>
                      <c:pt idx="4559">
                        <c:v>6.6491511633706999</c:v>
                      </c:pt>
                      <c:pt idx="4560">
                        <c:v>6.6300264297021503</c:v>
                      </c:pt>
                      <c:pt idx="4561">
                        <c:v>6.7314175858310801</c:v>
                      </c:pt>
                      <c:pt idx="4562">
                        <c:v>6.7896795014074796</c:v>
                      </c:pt>
                      <c:pt idx="4563">
                        <c:v>6.7787109569758304</c:v>
                      </c:pt>
                      <c:pt idx="4564">
                        <c:v>6.7757882122678001</c:v>
                      </c:pt>
                      <c:pt idx="4565">
                        <c:v>6.7046264129533197</c:v>
                      </c:pt>
                      <c:pt idx="4566">
                        <c:v>6.6943576550503803</c:v>
                      </c:pt>
                      <c:pt idx="4567">
                        <c:v>6.6475642892653299</c:v>
                      </c:pt>
                      <c:pt idx="4568">
                        <c:v>6.7190587321596098</c:v>
                      </c:pt>
                      <c:pt idx="4569">
                        <c:v>6.7641313784879102</c:v>
                      </c:pt>
                      <c:pt idx="4570">
                        <c:v>6.7216159523857302</c:v>
                      </c:pt>
                      <c:pt idx="4571">
                        <c:v>6.6742036374214297</c:v>
                      </c:pt>
                      <c:pt idx="4572">
                        <c:v>6.7224952679468597</c:v>
                      </c:pt>
                      <c:pt idx="4573">
                        <c:v>6.7333408156332304</c:v>
                      </c:pt>
                      <c:pt idx="4574">
                        <c:v>6.7222117126832002</c:v>
                      </c:pt>
                      <c:pt idx="4575">
                        <c:v>6.7268643874024496</c:v>
                      </c:pt>
                      <c:pt idx="4576">
                        <c:v>6.78839052488902</c:v>
                      </c:pt>
                      <c:pt idx="4577">
                        <c:v>6.83378738366339</c:v>
                      </c:pt>
                      <c:pt idx="4578">
                        <c:v>6.83378738366339</c:v>
                      </c:pt>
                      <c:pt idx="4579">
                        <c:v>6.8961238378588297</c:v>
                      </c:pt>
                      <c:pt idx="4580">
                        <c:v>6.9048914342931198</c:v>
                      </c:pt>
                      <c:pt idx="4581">
                        <c:v>6.9365312512647703</c:v>
                      </c:pt>
                      <c:pt idx="4582">
                        <c:v>7.0767425005824798</c:v>
                      </c:pt>
                      <c:pt idx="4583">
                        <c:v>7.1127434325048799</c:v>
                      </c:pt>
                      <c:pt idx="4584">
                        <c:v>7.17946307896809</c:v>
                      </c:pt>
                      <c:pt idx="4585">
                        <c:v>7.2412462850740802</c:v>
                      </c:pt>
                      <c:pt idx="4586">
                        <c:v>7.2940539554511803</c:v>
                      </c:pt>
                      <c:pt idx="4587">
                        <c:v>7.2925772373325604</c:v>
                      </c:pt>
                      <c:pt idx="4588">
                        <c:v>7.2925772373325604</c:v>
                      </c:pt>
                      <c:pt idx="4589">
                        <c:v>7.1801742659125303</c:v>
                      </c:pt>
                      <c:pt idx="4590">
                        <c:v>7.30016655581223</c:v>
                      </c:pt>
                      <c:pt idx="4591">
                        <c:v>7.4254677467579002</c:v>
                      </c:pt>
                      <c:pt idx="4592">
                        <c:v>7.4089248510036603</c:v>
                      </c:pt>
                      <c:pt idx="4593">
                        <c:v>7.3301962596492798</c:v>
                      </c:pt>
                      <c:pt idx="4594">
                        <c:v>7.3348646396761303</c:v>
                      </c:pt>
                      <c:pt idx="4595">
                        <c:v>7.2985789605661102</c:v>
                      </c:pt>
                      <c:pt idx="4596">
                        <c:v>7.3100177225139502</c:v>
                      </c:pt>
                      <c:pt idx="4597">
                        <c:v>7.44729980697086</c:v>
                      </c:pt>
                      <c:pt idx="4598">
                        <c:v>7.44729980697086</c:v>
                      </c:pt>
                      <c:pt idx="4599">
                        <c:v>7.6261822869346396</c:v>
                      </c:pt>
                      <c:pt idx="4600">
                        <c:v>7.6093817371585502</c:v>
                      </c:pt>
                      <c:pt idx="4601">
                        <c:v>7.4851035776385402</c:v>
                      </c:pt>
                      <c:pt idx="4602">
                        <c:v>7.4593478739848598</c:v>
                      </c:pt>
                      <c:pt idx="4603">
                        <c:v>7.5962152344537603</c:v>
                      </c:pt>
                      <c:pt idx="4604">
                        <c:v>7.6886057511755599</c:v>
                      </c:pt>
                      <c:pt idx="4605">
                        <c:v>7.8140408377878501</c:v>
                      </c:pt>
                      <c:pt idx="4606">
                        <c:v>7.78047279110171</c:v>
                      </c:pt>
                      <c:pt idx="4607">
                        <c:v>7.7460104977513398</c:v>
                      </c:pt>
                      <c:pt idx="4608">
                        <c:v>7.7590605274331601</c:v>
                      </c:pt>
                      <c:pt idx="4609">
                        <c:v>7.6721885091413498</c:v>
                      </c:pt>
                      <c:pt idx="4610">
                        <c:v>7.54667262665403</c:v>
                      </c:pt>
                      <c:pt idx="4611">
                        <c:v>7.4413822300566199</c:v>
                      </c:pt>
                      <c:pt idx="4612">
                        <c:v>7.4671721569895997</c:v>
                      </c:pt>
                      <c:pt idx="4613">
                        <c:v>7.5147341827442702</c:v>
                      </c:pt>
                      <c:pt idx="4614">
                        <c:v>7.5162887427318203</c:v>
                      </c:pt>
                      <c:pt idx="4615">
                        <c:v>7.5162887427318203</c:v>
                      </c:pt>
                      <c:pt idx="4616">
                        <c:v>7.3998139549260999</c:v>
                      </c:pt>
                      <c:pt idx="4617">
                        <c:v>7.37635600997758</c:v>
                      </c:pt>
                      <c:pt idx="4618">
                        <c:v>7.5311235967421801</c:v>
                      </c:pt>
                      <c:pt idx="4619">
                        <c:v>7.7266051768922299</c:v>
                      </c:pt>
                      <c:pt idx="4620">
                        <c:v>7.73629810669925</c:v>
                      </c:pt>
                      <c:pt idx="4621">
                        <c:v>7.6333669630438701</c:v>
                      </c:pt>
                      <c:pt idx="4622">
                        <c:v>7.5327947539106397</c:v>
                      </c:pt>
                      <c:pt idx="4623">
                        <c:v>7.5584078577004403</c:v>
                      </c:pt>
                      <c:pt idx="4624">
                        <c:v>7.6226951998009698</c:v>
                      </c:pt>
                      <c:pt idx="4625">
                        <c:v>7.64245405589398</c:v>
                      </c:pt>
                      <c:pt idx="4626">
                        <c:v>7.6923668486607104</c:v>
                      </c:pt>
                      <c:pt idx="4627">
                        <c:v>7.6923668486607104</c:v>
                      </c:pt>
                      <c:pt idx="4628">
                        <c:v>7.6080988063407702</c:v>
                      </c:pt>
                      <c:pt idx="4629">
                        <c:v>7.65505180844825</c:v>
                      </c:pt>
                      <c:pt idx="4630">
                        <c:v>7.7055272205599099</c:v>
                      </c:pt>
                      <c:pt idx="4631">
                        <c:v>7.7169560145123501</c:v>
                      </c:pt>
                      <c:pt idx="4632">
                        <c:v>7.7169560145123501</c:v>
                      </c:pt>
                      <c:pt idx="4633">
                        <c:v>7.8111502041738499</c:v>
                      </c:pt>
                      <c:pt idx="4634">
                        <c:v>7.9329995828624398</c:v>
                      </c:pt>
                      <c:pt idx="4635">
                        <c:v>7.9522802732361697</c:v>
                      </c:pt>
                      <c:pt idx="4636">
                        <c:v>8.1287541811153599</c:v>
                      </c:pt>
                      <c:pt idx="4637">
                        <c:v>8.2686794709319393</c:v>
                      </c:pt>
                      <c:pt idx="4638">
                        <c:v>8.2686794709319393</c:v>
                      </c:pt>
                      <c:pt idx="4639">
                        <c:v>8.4805777990464701</c:v>
                      </c:pt>
                      <c:pt idx="4640">
                        <c:v>8.4097669937867394</c:v>
                      </c:pt>
                      <c:pt idx="4641">
                        <c:v>8.3711333720966206</c:v>
                      </c:pt>
                      <c:pt idx="4642">
                        <c:v>8.3808263690909293</c:v>
                      </c:pt>
                      <c:pt idx="4643">
                        <c:v>8.4946497400002894</c:v>
                      </c:pt>
                      <c:pt idx="4644">
                        <c:v>8.6856267520064598</c:v>
                      </c:pt>
                      <c:pt idx="4645">
                        <c:v>8.6404070896930794</c:v>
                      </c:pt>
                      <c:pt idx="4646">
                        <c:v>8.5099552074787503</c:v>
                      </c:pt>
                      <c:pt idx="4647">
                        <c:v>8.3653218358486594</c:v>
                      </c:pt>
                      <c:pt idx="4648">
                        <c:v>8.4860866566086308</c:v>
                      </c:pt>
                      <c:pt idx="4649">
                        <c:v>8.48082268620227</c:v>
                      </c:pt>
                      <c:pt idx="4650">
                        <c:v>8.4207496780823696</c:v>
                      </c:pt>
                      <c:pt idx="4651">
                        <c:v>8.5160592977975202</c:v>
                      </c:pt>
                      <c:pt idx="4652">
                        <c:v>8.5597821428688601</c:v>
                      </c:pt>
                      <c:pt idx="4653">
                        <c:v>8.5595212155176394</c:v>
                      </c:pt>
                      <c:pt idx="4654">
                        <c:v>8.4277640214192804</c:v>
                      </c:pt>
                      <c:pt idx="4655">
                        <c:v>8.3577047320887203</c:v>
                      </c:pt>
                      <c:pt idx="4656">
                        <c:v>8.4300289376432804</c:v>
                      </c:pt>
                      <c:pt idx="4657">
                        <c:v>8.3869440532491808</c:v>
                      </c:pt>
                      <c:pt idx="4658">
                        <c:v>8.4065373510713695</c:v>
                      </c:pt>
                      <c:pt idx="4659">
                        <c:v>8.5688634705652902</c:v>
                      </c:pt>
                      <c:pt idx="4660">
                        <c:v>8.6630773137863404</c:v>
                      </c:pt>
                      <c:pt idx="4661">
                        <c:v>8.7656371090397798</c:v>
                      </c:pt>
                      <c:pt idx="4662">
                        <c:v>8.7521511144732091</c:v>
                      </c:pt>
                      <c:pt idx="4663">
                        <c:v>8.8981691656265909</c:v>
                      </c:pt>
                      <c:pt idx="4664">
                        <c:v>8.8642118076810501</c:v>
                      </c:pt>
                      <c:pt idx="4665">
                        <c:v>8.8252691394133596</c:v>
                      </c:pt>
                      <c:pt idx="4666">
                        <c:v>8.7881802130985207</c:v>
                      </c:pt>
                      <c:pt idx="4667">
                        <c:v>8.7455492119909302</c:v>
                      </c:pt>
                      <c:pt idx="4668">
                        <c:v>8.7980707587961309</c:v>
                      </c:pt>
                      <c:pt idx="4669">
                        <c:v>8.8759007905315492</c:v>
                      </c:pt>
                      <c:pt idx="4670">
                        <c:v>8.9391343042447104</c:v>
                      </c:pt>
                      <c:pt idx="4671">
                        <c:v>9.1810260223490996</c:v>
                      </c:pt>
                      <c:pt idx="4672">
                        <c:v>9.1368564485211596</c:v>
                      </c:pt>
                      <c:pt idx="4673">
                        <c:v>9.2176987048111805</c:v>
                      </c:pt>
                      <c:pt idx="4674">
                        <c:v>9.1075764822896002</c:v>
                      </c:pt>
                      <c:pt idx="4675">
                        <c:v>9.0440338440600705</c:v>
                      </c:pt>
                      <c:pt idx="4676">
                        <c:v>8.9944559510990398</c:v>
                      </c:pt>
                      <c:pt idx="4677">
                        <c:v>9.0228635485863702</c:v>
                      </c:pt>
                      <c:pt idx="4678">
                        <c:v>9.2668663125156794</c:v>
                      </c:pt>
                      <c:pt idx="4679">
                        <c:v>9.3794175743444494</c:v>
                      </c:pt>
                      <c:pt idx="4680">
                        <c:v>9.4107951777309609</c:v>
                      </c:pt>
                      <c:pt idx="4681">
                        <c:v>9.4280467924239399</c:v>
                      </c:pt>
                      <c:pt idx="4682">
                        <c:v>9.4553866882251096</c:v>
                      </c:pt>
                      <c:pt idx="4683">
                        <c:v>9.5092898186049606</c:v>
                      </c:pt>
                      <c:pt idx="4684">
                        <c:v>9.4636009332986593</c:v>
                      </c:pt>
                      <c:pt idx="4685">
                        <c:v>9.4469213762153199</c:v>
                      </c:pt>
                      <c:pt idx="4686">
                        <c:v>9.4189582214078396</c:v>
                      </c:pt>
                      <c:pt idx="4687">
                        <c:v>9.4413752827724693</c:v>
                      </c:pt>
                      <c:pt idx="4688">
                        <c:v>9.4413752827724693</c:v>
                      </c:pt>
                      <c:pt idx="4689">
                        <c:v>9.54566053735544</c:v>
                      </c:pt>
                      <c:pt idx="4690">
                        <c:v>9.6309679662127898</c:v>
                      </c:pt>
                      <c:pt idx="4691">
                        <c:v>9.8239708308996008</c:v>
                      </c:pt>
                      <c:pt idx="4692">
                        <c:v>9.9253128234262604</c:v>
                      </c:pt>
                      <c:pt idx="4693">
                        <c:v>9.9119889810034607</c:v>
                      </c:pt>
                      <c:pt idx="4694">
                        <c:v>9.6358496502851398</c:v>
                      </c:pt>
                      <c:pt idx="4695">
                        <c:v>9.4380181028618306</c:v>
                      </c:pt>
                      <c:pt idx="4696">
                        <c:v>9.4169325802561605</c:v>
                      </c:pt>
                      <c:pt idx="4697">
                        <c:v>9.2143554890367803</c:v>
                      </c:pt>
                      <c:pt idx="4698">
                        <c:v>9.0540005808486796</c:v>
                      </c:pt>
                      <c:pt idx="4699">
                        <c:v>9.0391684399647598</c:v>
                      </c:pt>
                      <c:pt idx="4700">
                        <c:v>9.0598277127501508</c:v>
                      </c:pt>
                      <c:pt idx="4701">
                        <c:v>9.0008876481163096</c:v>
                      </c:pt>
                      <c:pt idx="4702">
                        <c:v>9.2432623287495392</c:v>
                      </c:pt>
                      <c:pt idx="4703">
                        <c:v>9.4453765695383698</c:v>
                      </c:pt>
                      <c:pt idx="4704">
                        <c:v>9.3039995295331099</c:v>
                      </c:pt>
                      <c:pt idx="4705">
                        <c:v>9.3308360346783505</c:v>
                      </c:pt>
                      <c:pt idx="4706">
                        <c:v>9.3308360346783505</c:v>
                      </c:pt>
                      <c:pt idx="4707">
                        <c:v>9.3308360346783505</c:v>
                      </c:pt>
                      <c:pt idx="4708">
                        <c:v>9.5117962914175003</c:v>
                      </c:pt>
                      <c:pt idx="4709">
                        <c:v>9.5540691970387304</c:v>
                      </c:pt>
                      <c:pt idx="4710">
                        <c:v>9.5735786996199508</c:v>
                      </c:pt>
                      <c:pt idx="4711">
                        <c:v>9.5996090708327309</c:v>
                      </c:pt>
                      <c:pt idx="4712">
                        <c:v>9.6166250822397199</c:v>
                      </c:pt>
                      <c:pt idx="4713">
                        <c:v>9.7592010463865506</c:v>
                      </c:pt>
                      <c:pt idx="4714">
                        <c:v>9.8204393086193793</c:v>
                      </c:pt>
                      <c:pt idx="4715">
                        <c:v>9.8840040133062406</c:v>
                      </c:pt>
                      <c:pt idx="4716">
                        <c:v>9.9185632530547494</c:v>
                      </c:pt>
                      <c:pt idx="4717">
                        <c:v>10.0395086847561</c:v>
                      </c:pt>
                      <c:pt idx="4718">
                        <c:v>10.294892927138401</c:v>
                      </c:pt>
                      <c:pt idx="4719">
                        <c:v>10.1647883446953</c:v>
                      </c:pt>
                      <c:pt idx="4720">
                        <c:v>10.162977609479</c:v>
                      </c:pt>
                      <c:pt idx="4721">
                        <c:v>10.238471170698601</c:v>
                      </c:pt>
                      <c:pt idx="4722">
                        <c:v>10.4793720815544</c:v>
                      </c:pt>
                      <c:pt idx="4723">
                        <c:v>10.6286255178589</c:v>
                      </c:pt>
                      <c:pt idx="4724">
                        <c:v>10.6346929384283</c:v>
                      </c:pt>
                      <c:pt idx="4725">
                        <c:v>10.7212391862671</c:v>
                      </c:pt>
                      <c:pt idx="4726">
                        <c:v>10.787249343061401</c:v>
                      </c:pt>
                      <c:pt idx="4727">
                        <c:v>10.8646481223922</c:v>
                      </c:pt>
                      <c:pt idx="4728">
                        <c:v>10.9864303770328</c:v>
                      </c:pt>
                      <c:pt idx="4729">
                        <c:v>11.217934378453901</c:v>
                      </c:pt>
                      <c:pt idx="4730">
                        <c:v>11.2536472697421</c:v>
                      </c:pt>
                      <c:pt idx="4731">
                        <c:v>11.0095307402805</c:v>
                      </c:pt>
                      <c:pt idx="4732">
                        <c:v>11.009979912413501</c:v>
                      </c:pt>
                      <c:pt idx="4733">
                        <c:v>10.8806789722705</c:v>
                      </c:pt>
                      <c:pt idx="4734">
                        <c:v>10.991628631224801</c:v>
                      </c:pt>
                      <c:pt idx="4735">
                        <c:v>10.801130092509499</c:v>
                      </c:pt>
                      <c:pt idx="4736">
                        <c:v>10.6719939001533</c:v>
                      </c:pt>
                      <c:pt idx="4737">
                        <c:v>10.6581632406838</c:v>
                      </c:pt>
                      <c:pt idx="4738">
                        <c:v>10.6581632406838</c:v>
                      </c:pt>
                      <c:pt idx="4739">
                        <c:v>10.348176383478</c:v>
                      </c:pt>
                      <c:pt idx="4740">
                        <c:v>10.4538116995323</c:v>
                      </c:pt>
                      <c:pt idx="4741">
                        <c:v>10.378449824459</c:v>
                      </c:pt>
                      <c:pt idx="4742">
                        <c:v>10.238103039333399</c:v>
                      </c:pt>
                      <c:pt idx="4743">
                        <c:v>10.4684011366309</c:v>
                      </c:pt>
                      <c:pt idx="4744">
                        <c:v>10.8203016687174</c:v>
                      </c:pt>
                      <c:pt idx="4745">
                        <c:v>11.0006261812345</c:v>
                      </c:pt>
                      <c:pt idx="4746">
                        <c:v>10.9716388131143</c:v>
                      </c:pt>
                      <c:pt idx="4747">
                        <c:v>11.0192691115326</c:v>
                      </c:pt>
                      <c:pt idx="4748">
                        <c:v>11.1469437122188</c:v>
                      </c:pt>
                      <c:pt idx="4749">
                        <c:v>11.3247158820193</c:v>
                      </c:pt>
                      <c:pt idx="4750">
                        <c:v>11.137672398741101</c:v>
                      </c:pt>
                      <c:pt idx="4751">
                        <c:v>11.2300899860921</c:v>
                      </c:pt>
                      <c:pt idx="4752">
                        <c:v>11.126793682930799</c:v>
                      </c:pt>
                      <c:pt idx="4753">
                        <c:v>11.126793682930799</c:v>
                      </c:pt>
                      <c:pt idx="4754">
                        <c:v>11.6866261564225</c:v>
                      </c:pt>
                      <c:pt idx="4755">
                        <c:v>11.644813740489599</c:v>
                      </c:pt>
                      <c:pt idx="4756">
                        <c:v>11.422249677717</c:v>
                      </c:pt>
                      <c:pt idx="4757">
                        <c:v>11.421743304399101</c:v>
                      </c:pt>
                      <c:pt idx="4758">
                        <c:v>11.421743304399101</c:v>
                      </c:pt>
                      <c:pt idx="4759">
                        <c:v>11.283097277183201</c:v>
                      </c:pt>
                      <c:pt idx="4760">
                        <c:v>11.196977669758301</c:v>
                      </c:pt>
                      <c:pt idx="4761">
                        <c:v>11.1794334618231</c:v>
                      </c:pt>
                      <c:pt idx="4762">
                        <c:v>11.162126273836501</c:v>
                      </c:pt>
                      <c:pt idx="4763">
                        <c:v>10.8179960868296</c:v>
                      </c:pt>
                      <c:pt idx="4764">
                        <c:v>11.0909611670908</c:v>
                      </c:pt>
                      <c:pt idx="4765">
                        <c:v>11.2607620945079</c:v>
                      </c:pt>
                      <c:pt idx="4766">
                        <c:v>11.3820123994358</c:v>
                      </c:pt>
                      <c:pt idx="4767">
                        <c:v>11.7117283798193</c:v>
                      </c:pt>
                      <c:pt idx="4768">
                        <c:v>12.168815910328201</c:v>
                      </c:pt>
                      <c:pt idx="4769">
                        <c:v>12.1427143105381</c:v>
                      </c:pt>
                      <c:pt idx="4770">
                        <c:v>12.6383831393645</c:v>
                      </c:pt>
                      <c:pt idx="4771">
                        <c:v>12.7616627457944</c:v>
                      </c:pt>
                      <c:pt idx="4772">
                        <c:v>12.567838953805399</c:v>
                      </c:pt>
                      <c:pt idx="4773">
                        <c:v>12.5426576170077</c:v>
                      </c:pt>
                      <c:pt idx="4774">
                        <c:v>12.5426576170077</c:v>
                      </c:pt>
                      <c:pt idx="4775">
                        <c:v>12.730210959980701</c:v>
                      </c:pt>
                      <c:pt idx="4776">
                        <c:v>12.589320170399199</c:v>
                      </c:pt>
                      <c:pt idx="4777">
                        <c:v>12.613337195632001</c:v>
                      </c:pt>
                      <c:pt idx="4778">
                        <c:v>12.7074483579998</c:v>
                      </c:pt>
                      <c:pt idx="4779">
                        <c:v>12.570393726456899</c:v>
                      </c:pt>
                      <c:pt idx="4780">
                        <c:v>12.2955664406549</c:v>
                      </c:pt>
                      <c:pt idx="4781">
                        <c:v>11.982250246189199</c:v>
                      </c:pt>
                      <c:pt idx="4782">
                        <c:v>11.492336681191601</c:v>
                      </c:pt>
                      <c:pt idx="4783">
                        <c:v>11.5026577971629</c:v>
                      </c:pt>
                      <c:pt idx="4784">
                        <c:v>11.500200902318401</c:v>
                      </c:pt>
                      <c:pt idx="4785">
                        <c:v>11.305109691273</c:v>
                      </c:pt>
                      <c:pt idx="4786">
                        <c:v>11.7044502928679</c:v>
                      </c:pt>
                      <c:pt idx="4787">
                        <c:v>11.9489284756809</c:v>
                      </c:pt>
                      <c:pt idx="4788">
                        <c:v>11.9287782727876</c:v>
                      </c:pt>
                      <c:pt idx="4789">
                        <c:v>11.584093736198</c:v>
                      </c:pt>
                      <c:pt idx="4790">
                        <c:v>11.366601757617</c:v>
                      </c:pt>
                      <c:pt idx="4791">
                        <c:v>11.518703647452501</c:v>
                      </c:pt>
                      <c:pt idx="4792">
                        <c:v>11.518703647452501</c:v>
                      </c:pt>
                      <c:pt idx="4793">
                        <c:v>11.562910387180001</c:v>
                      </c:pt>
                      <c:pt idx="4794">
                        <c:v>11.548478822236801</c:v>
                      </c:pt>
                      <c:pt idx="4795">
                        <c:v>11.6135240158898</c:v>
                      </c:pt>
                      <c:pt idx="4796">
                        <c:v>11.7578369537841</c:v>
                      </c:pt>
                      <c:pt idx="4797">
                        <c:v>11.9144122067559</c:v>
                      </c:pt>
                      <c:pt idx="4798">
                        <c:v>11.8330891388773</c:v>
                      </c:pt>
                      <c:pt idx="4799">
                        <c:v>11.869638843144299</c:v>
                      </c:pt>
                      <c:pt idx="4800">
                        <c:v>11.719486443111601</c:v>
                      </c:pt>
                      <c:pt idx="4801">
                        <c:v>11.6389995454314</c:v>
                      </c:pt>
                      <c:pt idx="4802">
                        <c:v>11.7751578692374</c:v>
                      </c:pt>
                      <c:pt idx="4803">
                        <c:v>11.7814204816073</c:v>
                      </c:pt>
                      <c:pt idx="4804">
                        <c:v>11.8004305620872</c:v>
                      </c:pt>
                      <c:pt idx="4805">
                        <c:v>11.9541628819187</c:v>
                      </c:pt>
                      <c:pt idx="4806">
                        <c:v>11.8823018546834</c:v>
                      </c:pt>
                      <c:pt idx="4807">
                        <c:v>12.0952712807357</c:v>
                      </c:pt>
                      <c:pt idx="4808">
                        <c:v>12.2124437447166</c:v>
                      </c:pt>
                      <c:pt idx="4809">
                        <c:v>12.1492380840564</c:v>
                      </c:pt>
                      <c:pt idx="4810">
                        <c:v>12.0968562095437</c:v>
                      </c:pt>
                      <c:pt idx="4811">
                        <c:v>12.120630568071</c:v>
                      </c:pt>
                      <c:pt idx="4812">
                        <c:v>12.348676513792499</c:v>
                      </c:pt>
                      <c:pt idx="4813">
                        <c:v>12.479373401122499</c:v>
                      </c:pt>
                      <c:pt idx="4814">
                        <c:v>12.4926688044131</c:v>
                      </c:pt>
                      <c:pt idx="4815">
                        <c:v>12.379726627273699</c:v>
                      </c:pt>
                      <c:pt idx="4816">
                        <c:v>12.355765261556</c:v>
                      </c:pt>
                      <c:pt idx="4817">
                        <c:v>12.267929300098499</c:v>
                      </c:pt>
                      <c:pt idx="4818">
                        <c:v>12.338734568837101</c:v>
                      </c:pt>
                      <c:pt idx="4819">
                        <c:v>12.3510807038067</c:v>
                      </c:pt>
                      <c:pt idx="4820">
                        <c:v>12.3684971186686</c:v>
                      </c:pt>
                      <c:pt idx="4821">
                        <c:v>12.396126926781101</c:v>
                      </c:pt>
                      <c:pt idx="4822">
                        <c:v>12.533954860333001</c:v>
                      </c:pt>
                      <c:pt idx="4823">
                        <c:v>12.5911635946734</c:v>
                      </c:pt>
                      <c:pt idx="4824">
                        <c:v>12.4952692249148</c:v>
                      </c:pt>
                      <c:pt idx="4825">
                        <c:v>12.590513356424699</c:v>
                      </c:pt>
                      <c:pt idx="4826">
                        <c:v>12.508109795746501</c:v>
                      </c:pt>
                      <c:pt idx="4827">
                        <c:v>12.4612603719135</c:v>
                      </c:pt>
                      <c:pt idx="4828">
                        <c:v>12.392011323603301</c:v>
                      </c:pt>
                      <c:pt idx="4829">
                        <c:v>12.576763841809401</c:v>
                      </c:pt>
                      <c:pt idx="4830">
                        <c:v>12.9210532650344</c:v>
                      </c:pt>
                      <c:pt idx="4831">
                        <c:v>12.892142391336201</c:v>
                      </c:pt>
                      <c:pt idx="4832">
                        <c:v>13.0196527746998</c:v>
                      </c:pt>
                      <c:pt idx="4833">
                        <c:v>13.1552505255094</c:v>
                      </c:pt>
                      <c:pt idx="4834">
                        <c:v>13.315900636516</c:v>
                      </c:pt>
                      <c:pt idx="4835">
                        <c:v>13.344592156997001</c:v>
                      </c:pt>
                      <c:pt idx="4836">
                        <c:v>13.621750130083999</c:v>
                      </c:pt>
                      <c:pt idx="4837">
                        <c:v>13.621750130083999</c:v>
                      </c:pt>
                      <c:pt idx="4838">
                        <c:v>13.8880807302529</c:v>
                      </c:pt>
                      <c:pt idx="4839">
                        <c:v>14.269475310495199</c:v>
                      </c:pt>
                      <c:pt idx="4840">
                        <c:v>14.7021919186832</c:v>
                      </c:pt>
                      <c:pt idx="4841">
                        <c:v>14.924235062802</c:v>
                      </c:pt>
                      <c:pt idx="4842">
                        <c:v>14.683342294414301</c:v>
                      </c:pt>
                      <c:pt idx="4843">
                        <c:v>14.079730493388499</c:v>
                      </c:pt>
                      <c:pt idx="4844">
                        <c:v>13.499241578704</c:v>
                      </c:pt>
                      <c:pt idx="4845">
                        <c:v>13.4855313724635</c:v>
                      </c:pt>
                      <c:pt idx="4846">
                        <c:v>13.5096581553208</c:v>
                      </c:pt>
                      <c:pt idx="4847">
                        <c:v>13.5270354953874</c:v>
                      </c:pt>
                      <c:pt idx="4848">
                        <c:v>13.7490012837923</c:v>
                      </c:pt>
                      <c:pt idx="4849">
                        <c:v>14.0383077920006</c:v>
                      </c:pt>
                      <c:pt idx="4850">
                        <c:v>14.2091307679311</c:v>
                      </c:pt>
                      <c:pt idx="4851">
                        <c:v>14.1156153028153</c:v>
                      </c:pt>
                      <c:pt idx="4852">
                        <c:v>14.1156153028153</c:v>
                      </c:pt>
                      <c:pt idx="4853">
                        <c:v>13.954496906844399</c:v>
                      </c:pt>
                      <c:pt idx="4854">
                        <c:v>13.7691809340107</c:v>
                      </c:pt>
                      <c:pt idx="4855">
                        <c:v>13.3606826974339</c:v>
                      </c:pt>
                      <c:pt idx="4856">
                        <c:v>13.2876452484452</c:v>
                      </c:pt>
                      <c:pt idx="4857">
                        <c:v>13.2876452484452</c:v>
                      </c:pt>
                      <c:pt idx="4858">
                        <c:v>13.128051968657999</c:v>
                      </c:pt>
                      <c:pt idx="4859">
                        <c:v>13.090552210286299</c:v>
                      </c:pt>
                      <c:pt idx="4860">
                        <c:v>13.479906561653101</c:v>
                      </c:pt>
                      <c:pt idx="4861">
                        <c:v>13.179936049635399</c:v>
                      </c:pt>
                      <c:pt idx="4862">
                        <c:v>13.239025755999799</c:v>
                      </c:pt>
                      <c:pt idx="4863">
                        <c:v>13.093028459827901</c:v>
                      </c:pt>
                      <c:pt idx="4864">
                        <c:v>12.8905620895958</c:v>
                      </c:pt>
                      <c:pt idx="4865">
                        <c:v>12.8457862075315</c:v>
                      </c:pt>
                      <c:pt idx="4866">
                        <c:v>13.123402864384801</c:v>
                      </c:pt>
                      <c:pt idx="4867">
                        <c:v>13.1875217271333</c:v>
                      </c:pt>
                      <c:pt idx="4868">
                        <c:v>13.0706261549263</c:v>
                      </c:pt>
                      <c:pt idx="4869">
                        <c:v>12.995604037544499</c:v>
                      </c:pt>
                      <c:pt idx="4870">
                        <c:v>12.688929446298699</c:v>
                      </c:pt>
                      <c:pt idx="4871">
                        <c:v>12.1060639465008</c:v>
                      </c:pt>
                      <c:pt idx="4872">
                        <c:v>12.276396467792001</c:v>
                      </c:pt>
                      <c:pt idx="4873">
                        <c:v>12.3313570022165</c:v>
                      </c:pt>
                      <c:pt idx="4874">
                        <c:v>12.5672473083968</c:v>
                      </c:pt>
                      <c:pt idx="4875">
                        <c:v>12.5672473083968</c:v>
                      </c:pt>
                      <c:pt idx="4876">
                        <c:v>12.8043664018263</c:v>
                      </c:pt>
                      <c:pt idx="4877">
                        <c:v>13.0548650500529</c:v>
                      </c:pt>
                      <c:pt idx="4878">
                        <c:v>12.878175602707699</c:v>
                      </c:pt>
                      <c:pt idx="4879">
                        <c:v>12.978992904435399</c:v>
                      </c:pt>
                      <c:pt idx="4880">
                        <c:v>12.891947099824201</c:v>
                      </c:pt>
                      <c:pt idx="4881">
                        <c:v>12.825406857831901</c:v>
                      </c:pt>
                      <c:pt idx="4882">
                        <c:v>12.919787792909601</c:v>
                      </c:pt>
                      <c:pt idx="4883">
                        <c:v>12.8526219112047</c:v>
                      </c:pt>
                      <c:pt idx="4884">
                        <c:v>12.7815984293313</c:v>
                      </c:pt>
                      <c:pt idx="4885">
                        <c:v>12.809410970343301</c:v>
                      </c:pt>
                      <c:pt idx="4886">
                        <c:v>12.6786588846107</c:v>
                      </c:pt>
                      <c:pt idx="4887">
                        <c:v>12.6332701576471</c:v>
                      </c:pt>
                      <c:pt idx="4888">
                        <c:v>12.765605133108901</c:v>
                      </c:pt>
                      <c:pt idx="4889">
                        <c:v>12.761985532889399</c:v>
                      </c:pt>
                      <c:pt idx="4890">
                        <c:v>12.8263405002663</c:v>
                      </c:pt>
                      <c:pt idx="4891">
                        <c:v>12.8263405002663</c:v>
                      </c:pt>
                      <c:pt idx="4892">
                        <c:v>13.013335594825399</c:v>
                      </c:pt>
                      <c:pt idx="4893">
                        <c:v>12.9799801781655</c:v>
                      </c:pt>
                      <c:pt idx="4894">
                        <c:v>13.1004789195563</c:v>
                      </c:pt>
                      <c:pt idx="4895">
                        <c:v>13.3069693545681</c:v>
                      </c:pt>
                      <c:pt idx="4896">
                        <c:v>13.1322284701742</c:v>
                      </c:pt>
                      <c:pt idx="4897">
                        <c:v>13.1322284701742</c:v>
                      </c:pt>
                      <c:pt idx="4898">
                        <c:v>13.0180024730941</c:v>
                      </c:pt>
                      <c:pt idx="4899">
                        <c:v>12.736176013745901</c:v>
                      </c:pt>
                      <c:pt idx="4900">
                        <c:v>12.3460315359765</c:v>
                      </c:pt>
                      <c:pt idx="4901">
                        <c:v>12.0896070918715</c:v>
                      </c:pt>
                      <c:pt idx="4902">
                        <c:v>12.172598819940999</c:v>
                      </c:pt>
                      <c:pt idx="4903">
                        <c:v>12.109671042829699</c:v>
                      </c:pt>
                      <c:pt idx="4904">
                        <c:v>12.356385892496901</c:v>
                      </c:pt>
                      <c:pt idx="4905">
                        <c:v>12.334493692244701</c:v>
                      </c:pt>
                      <c:pt idx="4906">
                        <c:v>12.3799870265713</c:v>
                      </c:pt>
                      <c:pt idx="4907">
                        <c:v>12.4612260680803</c:v>
                      </c:pt>
                      <c:pt idx="4908">
                        <c:v>12.357552721075299</c:v>
                      </c:pt>
                      <c:pt idx="4909">
                        <c:v>11.9043943661462</c:v>
                      </c:pt>
                      <c:pt idx="4910">
                        <c:v>11.97380010304</c:v>
                      </c:pt>
                      <c:pt idx="4911">
                        <c:v>12.113474504299999</c:v>
                      </c:pt>
                      <c:pt idx="4912">
                        <c:v>12.148922872995</c:v>
                      </c:pt>
                      <c:pt idx="4913">
                        <c:v>12.062848105692099</c:v>
                      </c:pt>
                      <c:pt idx="4914">
                        <c:v>11.9168711198935</c:v>
                      </c:pt>
                      <c:pt idx="4915">
                        <c:v>11.6967024885675</c:v>
                      </c:pt>
                      <c:pt idx="4916">
                        <c:v>11.798445382108801</c:v>
                      </c:pt>
                      <c:pt idx="4917">
                        <c:v>11.787502840868299</c:v>
                      </c:pt>
                      <c:pt idx="4918">
                        <c:v>11.675649966463199</c:v>
                      </c:pt>
                      <c:pt idx="4919">
                        <c:v>11.689266240672501</c:v>
                      </c:pt>
                      <c:pt idx="4920">
                        <c:v>11.771205684261499</c:v>
                      </c:pt>
                      <c:pt idx="4921">
                        <c:v>11.9037495655363</c:v>
                      </c:pt>
                      <c:pt idx="4922">
                        <c:v>12.0067674136851</c:v>
                      </c:pt>
                      <c:pt idx="4923">
                        <c:v>12.0038368921431</c:v>
                      </c:pt>
                      <c:pt idx="4924">
                        <c:v>12.1888679002308</c:v>
                      </c:pt>
                      <c:pt idx="4925">
                        <c:v>12.4156177272004</c:v>
                      </c:pt>
                      <c:pt idx="4926">
                        <c:v>12.599706664766099</c:v>
                      </c:pt>
                      <c:pt idx="4927">
                        <c:v>13.019537618493599</c:v>
                      </c:pt>
                      <c:pt idx="4928">
                        <c:v>13.0795557465279</c:v>
                      </c:pt>
                      <c:pt idx="4929">
                        <c:v>12.8903989937352</c:v>
                      </c:pt>
                      <c:pt idx="4930">
                        <c:v>12.685250711435399</c:v>
                      </c:pt>
                      <c:pt idx="4931">
                        <c:v>12.7638430379754</c:v>
                      </c:pt>
                      <c:pt idx="4932">
                        <c:v>12.735025474711501</c:v>
                      </c:pt>
                      <c:pt idx="4933">
                        <c:v>12.8719272136958</c:v>
                      </c:pt>
                      <c:pt idx="4934">
                        <c:v>12.794211654311001</c:v>
                      </c:pt>
                      <c:pt idx="4935">
                        <c:v>12.8241130192357</c:v>
                      </c:pt>
                      <c:pt idx="4936">
                        <c:v>12.5136395590463</c:v>
                      </c:pt>
                      <c:pt idx="4937">
                        <c:v>12.182735034163301</c:v>
                      </c:pt>
                      <c:pt idx="4938">
                        <c:v>12.367604016890301</c:v>
                      </c:pt>
                      <c:pt idx="4939">
                        <c:v>12.3858400249821</c:v>
                      </c:pt>
                      <c:pt idx="4940">
                        <c:v>12.304248200162499</c:v>
                      </c:pt>
                      <c:pt idx="4941">
                        <c:v>12.1560365065891</c:v>
                      </c:pt>
                      <c:pt idx="4942">
                        <c:v>11.987395074129401</c:v>
                      </c:pt>
                      <c:pt idx="4943">
                        <c:v>12.227925702199199</c:v>
                      </c:pt>
                      <c:pt idx="4944">
                        <c:v>12.172140587917299</c:v>
                      </c:pt>
                      <c:pt idx="4945">
                        <c:v>12.175781936835101</c:v>
                      </c:pt>
                      <c:pt idx="4946">
                        <c:v>11.9326467093478</c:v>
                      </c:pt>
                      <c:pt idx="4947">
                        <c:v>11.9326467093478</c:v>
                      </c:pt>
                      <c:pt idx="4948">
                        <c:v>11.8295918711237</c:v>
                      </c:pt>
                      <c:pt idx="4949">
                        <c:v>11.816304576093801</c:v>
                      </c:pt>
                      <c:pt idx="4950">
                        <c:v>11.534523705707</c:v>
                      </c:pt>
                      <c:pt idx="4951">
                        <c:v>11.540176194650201</c:v>
                      </c:pt>
                      <c:pt idx="4952">
                        <c:v>11.529494564641301</c:v>
                      </c:pt>
                      <c:pt idx="4953">
                        <c:v>11.597408943306901</c:v>
                      </c:pt>
                      <c:pt idx="4954">
                        <c:v>11.5306958774823</c:v>
                      </c:pt>
                      <c:pt idx="4955">
                        <c:v>11.5113652705398</c:v>
                      </c:pt>
                      <c:pt idx="4956">
                        <c:v>11.4557338892432</c:v>
                      </c:pt>
                      <c:pt idx="4957">
                        <c:v>11.171158648932201</c:v>
                      </c:pt>
                      <c:pt idx="4958">
                        <c:v>11.0852038163102</c:v>
                      </c:pt>
                      <c:pt idx="4959">
                        <c:v>11.1362056647583</c:v>
                      </c:pt>
                      <c:pt idx="4960">
                        <c:v>11.1362056647583</c:v>
                      </c:pt>
                      <c:pt idx="4961">
                        <c:v>11.1362056647583</c:v>
                      </c:pt>
                      <c:pt idx="4962">
                        <c:v>11.4213780923453</c:v>
                      </c:pt>
                      <c:pt idx="4963">
                        <c:v>11.4333867337279</c:v>
                      </c:pt>
                      <c:pt idx="4964">
                        <c:v>11.283533735161599</c:v>
                      </c:pt>
                      <c:pt idx="4965">
                        <c:v>11.198407183106999</c:v>
                      </c:pt>
                      <c:pt idx="4966">
                        <c:v>11.196440522808301</c:v>
                      </c:pt>
                      <c:pt idx="4967">
                        <c:v>11.2959623864171</c:v>
                      </c:pt>
                      <c:pt idx="4968">
                        <c:v>11.2403458429184</c:v>
                      </c:pt>
                      <c:pt idx="4969">
                        <c:v>11.2678226523715</c:v>
                      </c:pt>
                      <c:pt idx="4970">
                        <c:v>11.2354553900496</c:v>
                      </c:pt>
                      <c:pt idx="4971">
                        <c:v>11.192026733068399</c:v>
                      </c:pt>
                      <c:pt idx="4972">
                        <c:v>11.1571334323529</c:v>
                      </c:pt>
                      <c:pt idx="4973">
                        <c:v>11.022463976394199</c:v>
                      </c:pt>
                      <c:pt idx="4974">
                        <c:v>11.1683846167642</c:v>
                      </c:pt>
                      <c:pt idx="4975">
                        <c:v>11.5193518802513</c:v>
                      </c:pt>
                      <c:pt idx="4976">
                        <c:v>11.46380170368</c:v>
                      </c:pt>
                      <c:pt idx="4977">
                        <c:v>11.46380170368</c:v>
                      </c:pt>
                      <c:pt idx="4978">
                        <c:v>11.678167046307401</c:v>
                      </c:pt>
                      <c:pt idx="4979">
                        <c:v>11.4648769784497</c:v>
                      </c:pt>
                      <c:pt idx="4980">
                        <c:v>11.383675823200401</c:v>
                      </c:pt>
                      <c:pt idx="4981">
                        <c:v>11.1480601307643</c:v>
                      </c:pt>
                      <c:pt idx="4982">
                        <c:v>11.053355275850301</c:v>
                      </c:pt>
                      <c:pt idx="4983">
                        <c:v>11.0812518439106</c:v>
                      </c:pt>
                      <c:pt idx="4984">
                        <c:v>11.0406035771021</c:v>
                      </c:pt>
                      <c:pt idx="4985">
                        <c:v>10.990232679696399</c:v>
                      </c:pt>
                      <c:pt idx="4986">
                        <c:v>10.957925750771601</c:v>
                      </c:pt>
                      <c:pt idx="4987">
                        <c:v>10.772199763434701</c:v>
                      </c:pt>
                      <c:pt idx="4988">
                        <c:v>10.740359400726099</c:v>
                      </c:pt>
                      <c:pt idx="4989">
                        <c:v>10.744573812197601</c:v>
                      </c:pt>
                      <c:pt idx="4990">
                        <c:v>10.8869227652226</c:v>
                      </c:pt>
                      <c:pt idx="4991">
                        <c:v>10.995058520858199</c:v>
                      </c:pt>
                      <c:pt idx="4992">
                        <c:v>10.995058520858199</c:v>
                      </c:pt>
                      <c:pt idx="4993">
                        <c:v>11.088106340463</c:v>
                      </c:pt>
                      <c:pt idx="4994">
                        <c:v>11.0748761542279</c:v>
                      </c:pt>
                      <c:pt idx="4995">
                        <c:v>11.123220322991401</c:v>
                      </c:pt>
                      <c:pt idx="4996">
                        <c:v>11.1447856689636</c:v>
                      </c:pt>
                      <c:pt idx="4997">
                        <c:v>10.9745527232896</c:v>
                      </c:pt>
                      <c:pt idx="4998">
                        <c:v>10.880118246672</c:v>
                      </c:pt>
                      <c:pt idx="4999">
                        <c:v>10.865971673959001</c:v>
                      </c:pt>
                      <c:pt idx="5000">
                        <c:v>10.921422272356301</c:v>
                      </c:pt>
                      <c:pt idx="5001">
                        <c:v>10.870665242756001</c:v>
                      </c:pt>
                      <c:pt idx="5002">
                        <c:v>10.7229596913982</c:v>
                      </c:pt>
                      <c:pt idx="5003">
                        <c:v>10.715388384575</c:v>
                      </c:pt>
                      <c:pt idx="5004">
                        <c:v>10.6675612409851</c:v>
                      </c:pt>
                      <c:pt idx="5005">
                        <c:v>10.407187638493699</c:v>
                      </c:pt>
                      <c:pt idx="5006">
                        <c:v>10.3322483925293</c:v>
                      </c:pt>
                      <c:pt idx="5007">
                        <c:v>10.3322483925293</c:v>
                      </c:pt>
                      <c:pt idx="5008">
                        <c:v>10.3111552679231</c:v>
                      </c:pt>
                      <c:pt idx="5009">
                        <c:v>10.368815466758299</c:v>
                      </c:pt>
                      <c:pt idx="5010">
                        <c:v>10.4314241775703</c:v>
                      </c:pt>
                      <c:pt idx="5011">
                        <c:v>10.3091269300063</c:v>
                      </c:pt>
                      <c:pt idx="5012">
                        <c:v>10.3091269300063</c:v>
                      </c:pt>
                      <c:pt idx="5013">
                        <c:v>10.092541814506999</c:v>
                      </c:pt>
                      <c:pt idx="5014">
                        <c:v>10.071226869828999</c:v>
                      </c:pt>
                      <c:pt idx="5015">
                        <c:v>10.063157184762099</c:v>
                      </c:pt>
                      <c:pt idx="5016">
                        <c:v>10.148964760418099</c:v>
                      </c:pt>
                      <c:pt idx="5017">
                        <c:v>10.0419447281577</c:v>
                      </c:pt>
                      <c:pt idx="5018">
                        <c:v>10.008220548866699</c:v>
                      </c:pt>
                      <c:pt idx="5019">
                        <c:v>9.9697707586256801</c:v>
                      </c:pt>
                      <c:pt idx="5020">
                        <c:v>10.077786246730801</c:v>
                      </c:pt>
                      <c:pt idx="5021">
                        <c:v>9.9647990979912908</c:v>
                      </c:pt>
                      <c:pt idx="5022">
                        <c:v>9.9647990979912908</c:v>
                      </c:pt>
                      <c:pt idx="5023">
                        <c:v>9.8898340256411199</c:v>
                      </c:pt>
                      <c:pt idx="5024">
                        <c:v>9.8870574672272902</c:v>
                      </c:pt>
                      <c:pt idx="5025">
                        <c:v>10.0817080216757</c:v>
                      </c:pt>
                      <c:pt idx="5026">
                        <c:v>10.0334853984034</c:v>
                      </c:pt>
                      <c:pt idx="5027">
                        <c:v>9.9180993044353905</c:v>
                      </c:pt>
                      <c:pt idx="5028">
                        <c:v>9.7854861333843903</c:v>
                      </c:pt>
                      <c:pt idx="5029">
                        <c:v>9.67643999693456</c:v>
                      </c:pt>
                      <c:pt idx="5030">
                        <c:v>9.6700121718058405</c:v>
                      </c:pt>
                      <c:pt idx="5031">
                        <c:v>9.6921614799158196</c:v>
                      </c:pt>
                      <c:pt idx="5032">
                        <c:v>9.8052139462740708</c:v>
                      </c:pt>
                      <c:pt idx="5033">
                        <c:v>9.7473360283737698</c:v>
                      </c:pt>
                      <c:pt idx="5034">
                        <c:v>9.8519577405325602</c:v>
                      </c:pt>
                      <c:pt idx="5035">
                        <c:v>9.8519577405325602</c:v>
                      </c:pt>
                      <c:pt idx="5036">
                        <c:v>9.8752142549170294</c:v>
                      </c:pt>
                      <c:pt idx="5037">
                        <c:v>9.9938998755431303</c:v>
                      </c:pt>
                      <c:pt idx="5038">
                        <c:v>10.2090347663418</c:v>
                      </c:pt>
                      <c:pt idx="5039">
                        <c:v>10.1454796110662</c:v>
                      </c:pt>
                      <c:pt idx="5040">
                        <c:v>10.168161420877601</c:v>
                      </c:pt>
                      <c:pt idx="5041">
                        <c:v>10.1898503868582</c:v>
                      </c:pt>
                      <c:pt idx="5042">
                        <c:v>10.021956807820199</c:v>
                      </c:pt>
                      <c:pt idx="5043">
                        <c:v>10.118054044669501</c:v>
                      </c:pt>
                      <c:pt idx="5044">
                        <c:v>10.2292805467044</c:v>
                      </c:pt>
                      <c:pt idx="5045">
                        <c:v>10.3574352420944</c:v>
                      </c:pt>
                      <c:pt idx="5046">
                        <c:v>10.1770994743481</c:v>
                      </c:pt>
                      <c:pt idx="5047">
                        <c:v>10.1770994743481</c:v>
                      </c:pt>
                      <c:pt idx="5048">
                        <c:v>10.0958783755508</c:v>
                      </c:pt>
                      <c:pt idx="5049">
                        <c:v>10.187392253192201</c:v>
                      </c:pt>
                      <c:pt idx="5050">
                        <c:v>10.0979920992751</c:v>
                      </c:pt>
                      <c:pt idx="5051">
                        <c:v>10.149519315223399</c:v>
                      </c:pt>
                      <c:pt idx="5052">
                        <c:v>10.253261249968</c:v>
                      </c:pt>
                      <c:pt idx="5053">
                        <c:v>10.272120790450399</c:v>
                      </c:pt>
                      <c:pt idx="5054">
                        <c:v>10.3302158420108</c:v>
                      </c:pt>
                      <c:pt idx="5055">
                        <c:v>10.515971273943199</c:v>
                      </c:pt>
                      <c:pt idx="5056">
                        <c:v>10.5400208259911</c:v>
                      </c:pt>
                      <c:pt idx="5057">
                        <c:v>10.5400208259911</c:v>
                      </c:pt>
                      <c:pt idx="5058">
                        <c:v>10.5760689887362</c:v>
                      </c:pt>
                      <c:pt idx="5059">
                        <c:v>10.417878193302901</c:v>
                      </c:pt>
                      <c:pt idx="5060">
                        <c:v>10.3784952501539</c:v>
                      </c:pt>
                      <c:pt idx="5061">
                        <c:v>10.2938139183792</c:v>
                      </c:pt>
                      <c:pt idx="5062">
                        <c:v>10.1890112134326</c:v>
                      </c:pt>
                      <c:pt idx="5063">
                        <c:v>10.1252693490153</c:v>
                      </c:pt>
                      <c:pt idx="5064">
                        <c:v>10.1052345625695</c:v>
                      </c:pt>
                      <c:pt idx="5065">
                        <c:v>10.194203203287</c:v>
                      </c:pt>
                      <c:pt idx="5066">
                        <c:v>10.2579169792989</c:v>
                      </c:pt>
                      <c:pt idx="5067">
                        <c:v>10.332180707839299</c:v>
                      </c:pt>
                      <c:pt idx="5068">
                        <c:v>10.4886293663426</c:v>
                      </c:pt>
                      <c:pt idx="5069">
                        <c:v>10.633226046543401</c:v>
                      </c:pt>
                      <c:pt idx="5070">
                        <c:v>10.4985315509361</c:v>
                      </c:pt>
                      <c:pt idx="5071">
                        <c:v>10.5235672372336</c:v>
                      </c:pt>
                      <c:pt idx="5072">
                        <c:v>10.665179447995699</c:v>
                      </c:pt>
                      <c:pt idx="5073">
                        <c:v>10.6895088389932</c:v>
                      </c:pt>
                      <c:pt idx="5074">
                        <c:v>10.5814299089323</c:v>
                      </c:pt>
                      <c:pt idx="5075">
                        <c:v>10.5363252407939</c:v>
                      </c:pt>
                      <c:pt idx="5076">
                        <c:v>10.611321551353599</c:v>
                      </c:pt>
                      <c:pt idx="5077">
                        <c:v>10.5251659790492</c:v>
                      </c:pt>
                      <c:pt idx="5078">
                        <c:v>10.6272525453942</c:v>
                      </c:pt>
                      <c:pt idx="5079">
                        <c:v>10.675325100575799</c:v>
                      </c:pt>
                      <c:pt idx="5080">
                        <c:v>10.894273568499001</c:v>
                      </c:pt>
                      <c:pt idx="5081">
                        <c:v>10.8964354905475</c:v>
                      </c:pt>
                      <c:pt idx="5082">
                        <c:v>11.215846357033501</c:v>
                      </c:pt>
                      <c:pt idx="5083">
                        <c:v>11.3679583425572</c:v>
                      </c:pt>
                      <c:pt idx="5084">
                        <c:v>11.697951542620601</c:v>
                      </c:pt>
                      <c:pt idx="5085">
                        <c:v>11.687038082427801</c:v>
                      </c:pt>
                      <c:pt idx="5086">
                        <c:v>11.3931852349873</c:v>
                      </c:pt>
                      <c:pt idx="5087">
                        <c:v>11.441305711584</c:v>
                      </c:pt>
                      <c:pt idx="5088">
                        <c:v>11.687301977528801</c:v>
                      </c:pt>
                      <c:pt idx="5089">
                        <c:v>11.557597093134399</c:v>
                      </c:pt>
                      <c:pt idx="5090">
                        <c:v>11.562618419902901</c:v>
                      </c:pt>
                      <c:pt idx="5091">
                        <c:v>11.814031900724199</c:v>
                      </c:pt>
                      <c:pt idx="5092">
                        <c:v>11.7102599532505</c:v>
                      </c:pt>
                      <c:pt idx="5093">
                        <c:v>11.6150333136664</c:v>
                      </c:pt>
                      <c:pt idx="5094">
                        <c:v>11.376539711305099</c:v>
                      </c:pt>
                      <c:pt idx="5095">
                        <c:v>11.2708622305435</c:v>
                      </c:pt>
                      <c:pt idx="5096">
                        <c:v>11.264297246366199</c:v>
                      </c:pt>
                      <c:pt idx="5097">
                        <c:v>11.264297246366199</c:v>
                      </c:pt>
                      <c:pt idx="5098">
                        <c:v>11.536613683917899</c:v>
                      </c:pt>
                      <c:pt idx="5099">
                        <c:v>11.533044867918299</c:v>
                      </c:pt>
                      <c:pt idx="5100">
                        <c:v>11.4444294811122</c:v>
                      </c:pt>
                      <c:pt idx="5101">
                        <c:v>11.325677903563101</c:v>
                      </c:pt>
                      <c:pt idx="5102">
                        <c:v>11.4382303423699</c:v>
                      </c:pt>
                      <c:pt idx="5103">
                        <c:v>11.657655906225999</c:v>
                      </c:pt>
                      <c:pt idx="5104">
                        <c:v>11.5813125084712</c:v>
                      </c:pt>
                      <c:pt idx="5105">
                        <c:v>11.573896792857401</c:v>
                      </c:pt>
                      <c:pt idx="5106">
                        <c:v>11.485002210575001</c:v>
                      </c:pt>
                      <c:pt idx="5107">
                        <c:v>11.434900759291301</c:v>
                      </c:pt>
                      <c:pt idx="5108">
                        <c:v>11.383742738752</c:v>
                      </c:pt>
                      <c:pt idx="5109">
                        <c:v>11.2152267160706</c:v>
                      </c:pt>
                      <c:pt idx="5110">
                        <c:v>10.91388184024</c:v>
                      </c:pt>
                      <c:pt idx="5111">
                        <c:v>10.7546892610239</c:v>
                      </c:pt>
                      <c:pt idx="5112">
                        <c:v>10.7546892610239</c:v>
                      </c:pt>
                      <c:pt idx="5113">
                        <c:v>10.7924237189672</c:v>
                      </c:pt>
                      <c:pt idx="5114">
                        <c:v>10.6395782939939</c:v>
                      </c:pt>
                      <c:pt idx="5115">
                        <c:v>10.570641891564399</c:v>
                      </c:pt>
                      <c:pt idx="5116">
                        <c:v>10.774003526241501</c:v>
                      </c:pt>
                      <c:pt idx="5117">
                        <c:v>10.774003526241501</c:v>
                      </c:pt>
                      <c:pt idx="5118">
                        <c:v>10.5410086751642</c:v>
                      </c:pt>
                      <c:pt idx="5119">
                        <c:v>10.4899511013208</c:v>
                      </c:pt>
                      <c:pt idx="5120">
                        <c:v>10.379618256532</c:v>
                      </c:pt>
                      <c:pt idx="5121">
                        <c:v>10.427229079987301</c:v>
                      </c:pt>
                      <c:pt idx="5122">
                        <c:v>10.3848811076014</c:v>
                      </c:pt>
                      <c:pt idx="5123">
                        <c:v>10.220606996900599</c:v>
                      </c:pt>
                      <c:pt idx="5124">
                        <c:v>10.2194458814927</c:v>
                      </c:pt>
                      <c:pt idx="5125">
                        <c:v>10.337755248055201</c:v>
                      </c:pt>
                      <c:pt idx="5126">
                        <c:v>10.405226523074599</c:v>
                      </c:pt>
                      <c:pt idx="5127">
                        <c:v>10.2698728223288</c:v>
                      </c:pt>
                      <c:pt idx="5128">
                        <c:v>10.2185570916074</c:v>
                      </c:pt>
                      <c:pt idx="5129">
                        <c:v>10.1642577654771</c:v>
                      </c:pt>
                      <c:pt idx="5130">
                        <c:v>10.314095279363601</c:v>
                      </c:pt>
                      <c:pt idx="5131">
                        <c:v>10.3391627443647</c:v>
                      </c:pt>
                      <c:pt idx="5132">
                        <c:v>10.378663387603501</c:v>
                      </c:pt>
                      <c:pt idx="5133">
                        <c:v>10.247998961906999</c:v>
                      </c:pt>
                      <c:pt idx="5134">
                        <c:v>10.176045462111</c:v>
                      </c:pt>
                      <c:pt idx="5135">
                        <c:v>10.2057334750775</c:v>
                      </c:pt>
                      <c:pt idx="5136">
                        <c:v>10.2057334750775</c:v>
                      </c:pt>
                      <c:pt idx="5137">
                        <c:v>10.321078304889999</c:v>
                      </c:pt>
                      <c:pt idx="5138">
                        <c:v>10.372245171964099</c:v>
                      </c:pt>
                      <c:pt idx="5139">
                        <c:v>10.238332602725499</c:v>
                      </c:pt>
                      <c:pt idx="5140">
                        <c:v>9.9500060001970798</c:v>
                      </c:pt>
                      <c:pt idx="5141">
                        <c:v>9.93417700761084</c:v>
                      </c:pt>
                      <c:pt idx="5142">
                        <c:v>9.8631308846847592</c:v>
                      </c:pt>
                      <c:pt idx="5143">
                        <c:v>9.7616268040642797</c:v>
                      </c:pt>
                      <c:pt idx="5144">
                        <c:v>9.6386607686070995</c:v>
                      </c:pt>
                      <c:pt idx="5145">
                        <c:v>9.6564002779842397</c:v>
                      </c:pt>
                      <c:pt idx="5146">
                        <c:v>9.5993068168476103</c:v>
                      </c:pt>
                      <c:pt idx="5147">
                        <c:v>9.5993068168476103</c:v>
                      </c:pt>
                      <c:pt idx="5148">
                        <c:v>9.6880085847473598</c:v>
                      </c:pt>
                      <c:pt idx="5149">
                        <c:v>9.5770058530996707</c:v>
                      </c:pt>
                      <c:pt idx="5150">
                        <c:v>9.5913968626744008</c:v>
                      </c:pt>
                      <c:pt idx="5151">
                        <c:v>9.5913968626744008</c:v>
                      </c:pt>
                      <c:pt idx="5152">
                        <c:v>9.5913968626744008</c:v>
                      </c:pt>
                      <c:pt idx="5153">
                        <c:v>9.6861199900015098</c:v>
                      </c:pt>
                      <c:pt idx="5154">
                        <c:v>9.7084093082858001</c:v>
                      </c:pt>
                      <c:pt idx="5155">
                        <c:v>9.7234490641685092</c:v>
                      </c:pt>
                      <c:pt idx="5156">
                        <c:v>9.6738900087049604</c:v>
                      </c:pt>
                      <c:pt idx="5157">
                        <c:v>9.6738900087049604</c:v>
                      </c:pt>
                      <c:pt idx="5158">
                        <c:v>9.5661031760892001</c:v>
                      </c:pt>
                      <c:pt idx="5159">
                        <c:v>9.3818933057741098</c:v>
                      </c:pt>
                      <c:pt idx="5160">
                        <c:v>9.2981051196289393</c:v>
                      </c:pt>
                      <c:pt idx="5161">
                        <c:v>9.2248573419317097</c:v>
                      </c:pt>
                      <c:pt idx="5162">
                        <c:v>9.1853611507493405</c:v>
                      </c:pt>
                      <c:pt idx="5163">
                        <c:v>9.2100457807399305</c:v>
                      </c:pt>
                      <c:pt idx="5164">
                        <c:v>9.2847660854951304</c:v>
                      </c:pt>
                      <c:pt idx="5165">
                        <c:v>9.2864720135757004</c:v>
                      </c:pt>
                      <c:pt idx="5166">
                        <c:v>9.3455474340467894</c:v>
                      </c:pt>
                      <c:pt idx="5167">
                        <c:v>9.2711152606458107</c:v>
                      </c:pt>
                      <c:pt idx="5168">
                        <c:v>9.2842605380758094</c:v>
                      </c:pt>
                      <c:pt idx="5169">
                        <c:v>9.2472908719909608</c:v>
                      </c:pt>
                      <c:pt idx="5170">
                        <c:v>9.2221076425702098</c:v>
                      </c:pt>
                      <c:pt idx="5171">
                        <c:v>9.2342332458557905</c:v>
                      </c:pt>
                      <c:pt idx="5172">
                        <c:v>9.2018974344414506</c:v>
                      </c:pt>
                      <c:pt idx="5173">
                        <c:v>9.1594654210547208</c:v>
                      </c:pt>
                      <c:pt idx="5174">
                        <c:v>9.0582266679421597</c:v>
                      </c:pt>
                      <c:pt idx="5175">
                        <c:v>8.9969978749303294</c:v>
                      </c:pt>
                      <c:pt idx="5176">
                        <c:v>9.2768130122176107</c:v>
                      </c:pt>
                      <c:pt idx="5177">
                        <c:v>9.4573500350198607</c:v>
                      </c:pt>
                      <c:pt idx="5178">
                        <c:v>9.3027996017155097</c:v>
                      </c:pt>
                      <c:pt idx="5179">
                        <c:v>9.2316422322371299</c:v>
                      </c:pt>
                      <c:pt idx="5180">
                        <c:v>9.2937025560484905</c:v>
                      </c:pt>
                      <c:pt idx="5181">
                        <c:v>9.1834634820287295</c:v>
                      </c:pt>
                      <c:pt idx="5182">
                        <c:v>9.2225888108148304</c:v>
                      </c:pt>
                      <c:pt idx="5183">
                        <c:v>9.3150250305267193</c:v>
                      </c:pt>
                      <c:pt idx="5184">
                        <c:v>9.2978758980354499</c:v>
                      </c:pt>
                      <c:pt idx="5185">
                        <c:v>9.1984547295254</c:v>
                      </c:pt>
                      <c:pt idx="5186">
                        <c:v>9.1727254404558796</c:v>
                      </c:pt>
                      <c:pt idx="5187">
                        <c:v>9.1677730612295196</c:v>
                      </c:pt>
                      <c:pt idx="5188">
                        <c:v>9.1814601881950892</c:v>
                      </c:pt>
                      <c:pt idx="5189">
                        <c:v>9.25125925824746</c:v>
                      </c:pt>
                      <c:pt idx="5190">
                        <c:v>9.3148727179624302</c:v>
                      </c:pt>
                      <c:pt idx="5191">
                        <c:v>9.3357439639582793</c:v>
                      </c:pt>
                      <c:pt idx="5192">
                        <c:v>9.3314129029389097</c:v>
                      </c:pt>
                      <c:pt idx="5193">
                        <c:v>9.3525502343256601</c:v>
                      </c:pt>
                      <c:pt idx="5194">
                        <c:v>9.3796720668289506</c:v>
                      </c:pt>
                      <c:pt idx="5195">
                        <c:v>9.4075637115249808</c:v>
                      </c:pt>
                      <c:pt idx="5196">
                        <c:v>9.3180533659014593</c:v>
                      </c:pt>
                      <c:pt idx="5197">
                        <c:v>9.3503411773093994</c:v>
                      </c:pt>
                      <c:pt idx="5198">
                        <c:v>9.3542643566607797</c:v>
                      </c:pt>
                      <c:pt idx="5199">
                        <c:v>9.4250867494529391</c:v>
                      </c:pt>
                      <c:pt idx="5200">
                        <c:v>9.3726816757984803</c:v>
                      </c:pt>
                      <c:pt idx="5201">
                        <c:v>9.3981465839832001</c:v>
                      </c:pt>
                      <c:pt idx="5202">
                        <c:v>9.4624145344875501</c:v>
                      </c:pt>
                      <c:pt idx="5203">
                        <c:v>9.5491178839985107</c:v>
                      </c:pt>
                      <c:pt idx="5204">
                        <c:v>9.5342386820401508</c:v>
                      </c:pt>
                      <c:pt idx="5205">
                        <c:v>9.6259867199451001</c:v>
                      </c:pt>
                      <c:pt idx="5206">
                        <c:v>9.6033185949866606</c:v>
                      </c:pt>
                      <c:pt idx="5207">
                        <c:v>9.6933391365507493</c:v>
                      </c:pt>
                      <c:pt idx="5208">
                        <c:v>9.6060081058781108</c:v>
                      </c:pt>
                      <c:pt idx="5209">
                        <c:v>9.5884183969218206</c:v>
                      </c:pt>
                      <c:pt idx="5210">
                        <c:v>9.5718438478168704</c:v>
                      </c:pt>
                      <c:pt idx="5211">
                        <c:v>9.5629668249129498</c:v>
                      </c:pt>
                      <c:pt idx="5212">
                        <c:v>9.5629668249129498</c:v>
                      </c:pt>
                      <c:pt idx="5213">
                        <c:v>9.6379864284487997</c:v>
                      </c:pt>
                      <c:pt idx="5214">
                        <c:v>9.6265201036155208</c:v>
                      </c:pt>
                      <c:pt idx="5215">
                        <c:v>9.6265201036155208</c:v>
                      </c:pt>
                      <c:pt idx="5216">
                        <c:v>9.6265201036155208</c:v>
                      </c:pt>
                      <c:pt idx="5217">
                        <c:v>9.7517553639030208</c:v>
                      </c:pt>
                      <c:pt idx="5218">
                        <c:v>9.9486366930055095</c:v>
                      </c:pt>
                      <c:pt idx="5219">
                        <c:v>9.9319990389552295</c:v>
                      </c:pt>
                      <c:pt idx="5220">
                        <c:v>9.8586595671232296</c:v>
                      </c:pt>
                      <c:pt idx="5221">
                        <c:v>9.8342859932200302</c:v>
                      </c:pt>
                      <c:pt idx="5222">
                        <c:v>10.058734612848401</c:v>
                      </c:pt>
                      <c:pt idx="5223">
                        <c:v>10.096376130350601</c:v>
                      </c:pt>
                      <c:pt idx="5224">
                        <c:v>10.420751588652699</c:v>
                      </c:pt>
                      <c:pt idx="5225">
                        <c:v>10.6455174963882</c:v>
                      </c:pt>
                      <c:pt idx="5226">
                        <c:v>10.3975651370985</c:v>
                      </c:pt>
                      <c:pt idx="5227">
                        <c:v>10.6248339659896</c:v>
                      </c:pt>
                      <c:pt idx="5228">
                        <c:v>10.820145775493501</c:v>
                      </c:pt>
                      <c:pt idx="5229">
                        <c:v>10.655123011299199</c:v>
                      </c:pt>
                      <c:pt idx="5230">
                        <c:v>10.6398484038844</c:v>
                      </c:pt>
                      <c:pt idx="5231">
                        <c:v>10.399909978074399</c:v>
                      </c:pt>
                      <c:pt idx="5232">
                        <c:v>10.2681788678151</c:v>
                      </c:pt>
                      <c:pt idx="5233">
                        <c:v>10.2103571025711</c:v>
                      </c:pt>
                      <c:pt idx="5234">
                        <c:v>10.3442049998334</c:v>
                      </c:pt>
                      <c:pt idx="5235">
                        <c:v>10.4939669693127</c:v>
                      </c:pt>
                      <c:pt idx="5236">
                        <c:v>10.412599152697499</c:v>
                      </c:pt>
                      <c:pt idx="5237">
                        <c:v>10.232535655136999</c:v>
                      </c:pt>
                      <c:pt idx="5238">
                        <c:v>10.218990696938301</c:v>
                      </c:pt>
                      <c:pt idx="5239">
                        <c:v>10.218990696938301</c:v>
                      </c:pt>
                      <c:pt idx="5240">
                        <c:v>10.1437454133009</c:v>
                      </c:pt>
                      <c:pt idx="5241">
                        <c:v>10.157000923227599</c:v>
                      </c:pt>
                      <c:pt idx="5242">
                        <c:v>10.194217339671599</c:v>
                      </c:pt>
                      <c:pt idx="5243">
                        <c:v>10.080120958045701</c:v>
                      </c:pt>
                      <c:pt idx="5244">
                        <c:v>10.0547638773961</c:v>
                      </c:pt>
                      <c:pt idx="5245">
                        <c:v>10.1526691049517</c:v>
                      </c:pt>
                      <c:pt idx="5246">
                        <c:v>10.317858627961099</c:v>
                      </c:pt>
                      <c:pt idx="5247">
                        <c:v>10.317858627961099</c:v>
                      </c:pt>
                      <c:pt idx="5248">
                        <c:v>10.2990838963128</c:v>
                      </c:pt>
                      <c:pt idx="5249">
                        <c:v>10.119309191275599</c:v>
                      </c:pt>
                      <c:pt idx="5250">
                        <c:v>9.9985140969837492</c:v>
                      </c:pt>
                      <c:pt idx="5251">
                        <c:v>10.0379631484704</c:v>
                      </c:pt>
                      <c:pt idx="5252">
                        <c:v>10.1471919213751</c:v>
                      </c:pt>
                      <c:pt idx="5253">
                        <c:v>10.1281374720863</c:v>
                      </c:pt>
                      <c:pt idx="5254">
                        <c:v>10.190306966163799</c:v>
                      </c:pt>
                      <c:pt idx="5255">
                        <c:v>10.293202587157801</c:v>
                      </c:pt>
                      <c:pt idx="5256">
                        <c:v>10.3528998743347</c:v>
                      </c:pt>
                      <c:pt idx="5257">
                        <c:v>10.399396928106899</c:v>
                      </c:pt>
                      <c:pt idx="5258">
                        <c:v>10.4672252579191</c:v>
                      </c:pt>
                      <c:pt idx="5259">
                        <c:v>10.524580779887099</c:v>
                      </c:pt>
                      <c:pt idx="5260">
                        <c:v>10.551487715072099</c:v>
                      </c:pt>
                      <c:pt idx="5261">
                        <c:v>10.5198809887381</c:v>
                      </c:pt>
                      <c:pt idx="5262">
                        <c:v>10.5198809887381</c:v>
                      </c:pt>
                      <c:pt idx="5263">
                        <c:v>10.2555288944046</c:v>
                      </c:pt>
                      <c:pt idx="5264">
                        <c:v>10.2534311272621</c:v>
                      </c:pt>
                      <c:pt idx="5265">
                        <c:v>10.1641500066708</c:v>
                      </c:pt>
                      <c:pt idx="5266">
                        <c:v>10.047859866391899</c:v>
                      </c:pt>
                      <c:pt idx="5267">
                        <c:v>10.047859866391899</c:v>
                      </c:pt>
                      <c:pt idx="5268">
                        <c:v>10.019520935094899</c:v>
                      </c:pt>
                      <c:pt idx="5269">
                        <c:v>10.0748022085</c:v>
                      </c:pt>
                      <c:pt idx="5270">
                        <c:v>10.351722861930901</c:v>
                      </c:pt>
                      <c:pt idx="5271">
                        <c:v>10.4000165130032</c:v>
                      </c:pt>
                      <c:pt idx="5272">
                        <c:v>10.4608419220343</c:v>
                      </c:pt>
                      <c:pt idx="5273">
                        <c:v>10.2610922365878</c:v>
                      </c:pt>
                      <c:pt idx="5274">
                        <c:v>10.342271972353499</c:v>
                      </c:pt>
                      <c:pt idx="5275">
                        <c:v>10.3794804039635</c:v>
                      </c:pt>
                      <c:pt idx="5276">
                        <c:v>10.364050512504299</c:v>
                      </c:pt>
                      <c:pt idx="5277">
                        <c:v>10.258909180139099</c:v>
                      </c:pt>
                      <c:pt idx="5278">
                        <c:v>10.401524048661599</c:v>
                      </c:pt>
                      <c:pt idx="5279">
                        <c:v>10.2612981307671</c:v>
                      </c:pt>
                      <c:pt idx="5280">
                        <c:v>10.194226035138</c:v>
                      </c:pt>
                      <c:pt idx="5281">
                        <c:v>10.166523601828199</c:v>
                      </c:pt>
                      <c:pt idx="5282">
                        <c:v>10.166523601828199</c:v>
                      </c:pt>
                      <c:pt idx="5283">
                        <c:v>10.2033730333719</c:v>
                      </c:pt>
                      <c:pt idx="5284">
                        <c:v>10.089029354754899</c:v>
                      </c:pt>
                      <c:pt idx="5285">
                        <c:v>10.2238692315681</c:v>
                      </c:pt>
                      <c:pt idx="5286">
                        <c:v>10.282265962480601</c:v>
                      </c:pt>
                      <c:pt idx="5287">
                        <c:v>10.290380747344701</c:v>
                      </c:pt>
                      <c:pt idx="5288">
                        <c:v>10.352197994771499</c:v>
                      </c:pt>
                      <c:pt idx="5289">
                        <c:v>10.344830429103901</c:v>
                      </c:pt>
                      <c:pt idx="5290">
                        <c:v>10.276777559404399</c:v>
                      </c:pt>
                      <c:pt idx="5291">
                        <c:v>10.1993821256305</c:v>
                      </c:pt>
                      <c:pt idx="5292">
                        <c:v>10.094781965521401</c:v>
                      </c:pt>
                      <c:pt idx="5293">
                        <c:v>10.034673370051999</c:v>
                      </c:pt>
                      <c:pt idx="5294">
                        <c:v>10.047221604339001</c:v>
                      </c:pt>
                      <c:pt idx="5295">
                        <c:v>10.120138274484701</c:v>
                      </c:pt>
                      <c:pt idx="5296">
                        <c:v>10.169845249149599</c:v>
                      </c:pt>
                      <c:pt idx="5297">
                        <c:v>10.209752422209601</c:v>
                      </c:pt>
                      <c:pt idx="5298">
                        <c:v>10.197915402508899</c:v>
                      </c:pt>
                      <c:pt idx="5299">
                        <c:v>10.191060348452799</c:v>
                      </c:pt>
                      <c:pt idx="5300">
                        <c:v>10.200912139784799</c:v>
                      </c:pt>
                      <c:pt idx="5301">
                        <c:v>10.162396059506101</c:v>
                      </c:pt>
                      <c:pt idx="5302">
                        <c:v>10.316538915167399</c:v>
                      </c:pt>
                      <c:pt idx="5303">
                        <c:v>10.260744398926001</c:v>
                      </c:pt>
                      <c:pt idx="5304">
                        <c:v>10.0856908950716</c:v>
                      </c:pt>
                      <c:pt idx="5305">
                        <c:v>9.8996241370281197</c:v>
                      </c:pt>
                      <c:pt idx="5306">
                        <c:v>9.7464855304365496</c:v>
                      </c:pt>
                      <c:pt idx="5307">
                        <c:v>9.7578723026507799</c:v>
                      </c:pt>
                      <c:pt idx="5308">
                        <c:v>9.7952456665057106</c:v>
                      </c:pt>
                      <c:pt idx="5309">
                        <c:v>9.7952456665057106</c:v>
                      </c:pt>
                      <c:pt idx="5310">
                        <c:v>9.8611680478294303</c:v>
                      </c:pt>
                      <c:pt idx="5311">
                        <c:v>9.6554826594522396</c:v>
                      </c:pt>
                      <c:pt idx="5312">
                        <c:v>9.6015971278073007</c:v>
                      </c:pt>
                      <c:pt idx="5313">
                        <c:v>9.4648265717664497</c:v>
                      </c:pt>
                      <c:pt idx="5314">
                        <c:v>9.4068535515045806</c:v>
                      </c:pt>
                      <c:pt idx="5315">
                        <c:v>9.4296669088988097</c:v>
                      </c:pt>
                      <c:pt idx="5316">
                        <c:v>9.4673970766352902</c:v>
                      </c:pt>
                      <c:pt idx="5317">
                        <c:v>9.4673970766352902</c:v>
                      </c:pt>
                      <c:pt idx="5318">
                        <c:v>9.4049279384448301</c:v>
                      </c:pt>
                      <c:pt idx="5319">
                        <c:v>9.4593441647293304</c:v>
                      </c:pt>
                      <c:pt idx="5320">
                        <c:v>9.5597266693342693</c:v>
                      </c:pt>
                      <c:pt idx="5321">
                        <c:v>9.52951694621499</c:v>
                      </c:pt>
                      <c:pt idx="5322">
                        <c:v>9.4810290045469507</c:v>
                      </c:pt>
                      <c:pt idx="5323">
                        <c:v>9.4623351230274402</c:v>
                      </c:pt>
                      <c:pt idx="5324">
                        <c:v>9.52428274432366</c:v>
                      </c:pt>
                      <c:pt idx="5325">
                        <c:v>9.5599139672584403</c:v>
                      </c:pt>
                      <c:pt idx="5326">
                        <c:v>9.5712418003210704</c:v>
                      </c:pt>
                      <c:pt idx="5327">
                        <c:v>9.5883976418138506</c:v>
                      </c:pt>
                      <c:pt idx="5328">
                        <c:v>9.19958088029572</c:v>
                      </c:pt>
                      <c:pt idx="5329">
                        <c:v>9.2908283636394309</c:v>
                      </c:pt>
                      <c:pt idx="5330">
                        <c:v>9.2647890672195601</c:v>
                      </c:pt>
                      <c:pt idx="5331">
                        <c:v>9.5746411600518098</c:v>
                      </c:pt>
                      <c:pt idx="5332">
                        <c:v>9.3696072052147308</c:v>
                      </c:pt>
                      <c:pt idx="5333">
                        <c:v>9.3995761504499793</c:v>
                      </c:pt>
                      <c:pt idx="5334">
                        <c:v>9.3328679956637295</c:v>
                      </c:pt>
                      <c:pt idx="5335">
                        <c:v>9.38213916685479</c:v>
                      </c:pt>
                      <c:pt idx="5336">
                        <c:v>9.3388703189638296</c:v>
                      </c:pt>
                      <c:pt idx="5337">
                        <c:v>9.3022365423891191</c:v>
                      </c:pt>
                      <c:pt idx="5338">
                        <c:v>9.3277537684747909</c:v>
                      </c:pt>
                      <c:pt idx="5339">
                        <c:v>9.2982358813288499</c:v>
                      </c:pt>
                      <c:pt idx="5340">
                        <c:v>9.2791247383504096</c:v>
                      </c:pt>
                      <c:pt idx="5341">
                        <c:v>9.3404086208631796</c:v>
                      </c:pt>
                      <c:pt idx="5342">
                        <c:v>9.4061156961925008</c:v>
                      </c:pt>
                      <c:pt idx="5343">
                        <c:v>9.4187519729419993</c:v>
                      </c:pt>
                      <c:pt idx="5344">
                        <c:v>9.0264771828971302</c:v>
                      </c:pt>
                      <c:pt idx="5345">
                        <c:v>9.5373967484728102</c:v>
                      </c:pt>
                      <c:pt idx="5346">
                        <c:v>9.4367355364228196</c:v>
                      </c:pt>
                      <c:pt idx="5347">
                        <c:v>9.4412625740212608</c:v>
                      </c:pt>
                      <c:pt idx="5348">
                        <c:v>9.4871943367064695</c:v>
                      </c:pt>
                      <c:pt idx="5349">
                        <c:v>9.1152079776828803</c:v>
                      </c:pt>
                      <c:pt idx="5350">
                        <c:v>9.2107825538439503</c:v>
                      </c:pt>
                      <c:pt idx="5351">
                        <c:v>9.3507635275898302</c:v>
                      </c:pt>
                      <c:pt idx="5352">
                        <c:v>9.4625106177629004</c:v>
                      </c:pt>
                      <c:pt idx="5353">
                        <c:v>9.3822580931668096</c:v>
                      </c:pt>
                      <c:pt idx="5354">
                        <c:v>9.4711150782763696</c:v>
                      </c:pt>
                      <c:pt idx="5355">
                        <c:v>9.5360255634502202</c:v>
                      </c:pt>
                      <c:pt idx="5356">
                        <c:v>9.5331367006309407</c:v>
                      </c:pt>
                      <c:pt idx="5357">
                        <c:v>9.5331367006309407</c:v>
                      </c:pt>
                      <c:pt idx="5358">
                        <c:v>9.5332854646296106</c:v>
                      </c:pt>
                      <c:pt idx="5359">
                        <c:v>9.5470580546636192</c:v>
                      </c:pt>
                      <c:pt idx="5360">
                        <c:v>9.6361613652354201</c:v>
                      </c:pt>
                      <c:pt idx="5361">
                        <c:v>9.6228590545221397</c:v>
                      </c:pt>
                      <c:pt idx="5362">
                        <c:v>9.8600277785167005</c:v>
                      </c:pt>
                      <c:pt idx="5363">
                        <c:v>9.9088589474827202</c:v>
                      </c:pt>
                      <c:pt idx="5364">
                        <c:v>10.0665328512677</c:v>
                      </c:pt>
                      <c:pt idx="5365">
                        <c:v>10.010462212529699</c:v>
                      </c:pt>
                      <c:pt idx="5366">
                        <c:v>10.1154361289259</c:v>
                      </c:pt>
                      <c:pt idx="5367" formatCode="General">
                        <c:v>10.37</c:v>
                      </c:pt>
                      <c:pt idx="5368" formatCode="General">
                        <c:v>10.27</c:v>
                      </c:pt>
                      <c:pt idx="5369" formatCode="General">
                        <c:v>10.15</c:v>
                      </c:pt>
                      <c:pt idx="5370" formatCode="General">
                        <c:v>10.18</c:v>
                      </c:pt>
                      <c:pt idx="5371" formatCode="General">
                        <c:v>10.199999999999999</c:v>
                      </c:pt>
                      <c:pt idx="5372" formatCode="General">
                        <c:v>10.4</c:v>
                      </c:pt>
                      <c:pt idx="5373" formatCode="General">
                        <c:v>10.26</c:v>
                      </c:pt>
                      <c:pt idx="5374" formatCode="General">
                        <c:v>10.06</c:v>
                      </c:pt>
                      <c:pt idx="5375" formatCode="General">
                        <c:v>10.01</c:v>
                      </c:pt>
                      <c:pt idx="5376" formatCode="General">
                        <c:v>10.08</c:v>
                      </c:pt>
                      <c:pt idx="5377" formatCode="General">
                        <c:v>10.15</c:v>
                      </c:pt>
                      <c:pt idx="5378" formatCode="General">
                        <c:v>10.11</c:v>
                      </c:pt>
                      <c:pt idx="5379" formatCode="General">
                        <c:v>9.85</c:v>
                      </c:pt>
                      <c:pt idx="5380" formatCode="General">
                        <c:v>10.130000000000001</c:v>
                      </c:pt>
                      <c:pt idx="5381" formatCode="General">
                        <c:v>9.7200000000000006</c:v>
                      </c:pt>
                      <c:pt idx="5382" formatCode="General">
                        <c:v>9.6199999999999992</c:v>
                      </c:pt>
                      <c:pt idx="5383" formatCode="General">
                        <c:v>9.44</c:v>
                      </c:pt>
                      <c:pt idx="5384" formatCode="General">
                        <c:v>9.51</c:v>
                      </c:pt>
                      <c:pt idx="5385" formatCode="General">
                        <c:v>10.029999999999999</c:v>
                      </c:pt>
                      <c:pt idx="5386" formatCode="General">
                        <c:v>10.14</c:v>
                      </c:pt>
                      <c:pt idx="5387" formatCode="General">
                        <c:v>10.18</c:v>
                      </c:pt>
                      <c:pt idx="5388" formatCode="General">
                        <c:v>10.25</c:v>
                      </c:pt>
                      <c:pt idx="5389" formatCode="General">
                        <c:v>10.28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0-49E9-4D25-B60A-92C31AFE1E83}"/>
                  </c:ext>
                </c:extLst>
              </c15:ser>
            </c15:filteredLineSeries>
            <c15:filteredLineSeries>
              <c15:ser>
                <c:idx val="2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Hoja2!$E$2</c15:sqref>
                        </c15:formulaRef>
                      </c:ext>
                    </c:extLst>
                    <c:strCache>
                      <c:ptCount val="1"/>
                      <c:pt idx="0">
                        <c:v>CDS 5 años %</c:v>
                      </c:pt>
                    </c:strCache>
                  </c:strRef>
                </c:tx>
                <c:spPr>
                  <a:ln w="22225" cap="rnd">
                    <a:solidFill>
                      <a:srgbClr val="92D050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Hoja2!$B$316:$B$5735</c15:sqref>
                        </c15:formulaRef>
                      </c:ext>
                    </c:extLst>
                    <c:numCache>
                      <c:formatCode>m/d/yyyy</c:formatCode>
                      <c:ptCount val="5420"/>
                      <c:pt idx="0">
                        <c:v>38070</c:v>
                      </c:pt>
                      <c:pt idx="1">
                        <c:v>38071</c:v>
                      </c:pt>
                      <c:pt idx="2">
                        <c:v>38072</c:v>
                      </c:pt>
                      <c:pt idx="3">
                        <c:v>38075</c:v>
                      </c:pt>
                      <c:pt idx="4">
                        <c:v>38076</c:v>
                      </c:pt>
                      <c:pt idx="5">
                        <c:v>38077</c:v>
                      </c:pt>
                      <c:pt idx="6">
                        <c:v>38078</c:v>
                      </c:pt>
                      <c:pt idx="7">
                        <c:v>38079</c:v>
                      </c:pt>
                      <c:pt idx="8">
                        <c:v>38082</c:v>
                      </c:pt>
                      <c:pt idx="9">
                        <c:v>38083</c:v>
                      </c:pt>
                      <c:pt idx="10">
                        <c:v>38084</c:v>
                      </c:pt>
                      <c:pt idx="11">
                        <c:v>38085</c:v>
                      </c:pt>
                      <c:pt idx="12">
                        <c:v>38089</c:v>
                      </c:pt>
                      <c:pt idx="13">
                        <c:v>38090</c:v>
                      </c:pt>
                      <c:pt idx="14">
                        <c:v>38091</c:v>
                      </c:pt>
                      <c:pt idx="15">
                        <c:v>38092</c:v>
                      </c:pt>
                      <c:pt idx="16">
                        <c:v>38093</c:v>
                      </c:pt>
                      <c:pt idx="17">
                        <c:v>38096</c:v>
                      </c:pt>
                      <c:pt idx="18">
                        <c:v>38097</c:v>
                      </c:pt>
                      <c:pt idx="19">
                        <c:v>38098</c:v>
                      </c:pt>
                      <c:pt idx="20">
                        <c:v>38099</c:v>
                      </c:pt>
                      <c:pt idx="21">
                        <c:v>38100</c:v>
                      </c:pt>
                      <c:pt idx="22">
                        <c:v>38103</c:v>
                      </c:pt>
                      <c:pt idx="23">
                        <c:v>38104</c:v>
                      </c:pt>
                      <c:pt idx="24">
                        <c:v>38105</c:v>
                      </c:pt>
                      <c:pt idx="25">
                        <c:v>38106</c:v>
                      </c:pt>
                      <c:pt idx="26">
                        <c:v>38107</c:v>
                      </c:pt>
                      <c:pt idx="27">
                        <c:v>38110</c:v>
                      </c:pt>
                      <c:pt idx="28">
                        <c:v>38111</c:v>
                      </c:pt>
                      <c:pt idx="29">
                        <c:v>38112</c:v>
                      </c:pt>
                      <c:pt idx="30">
                        <c:v>38113</c:v>
                      </c:pt>
                      <c:pt idx="31">
                        <c:v>38114</c:v>
                      </c:pt>
                      <c:pt idx="32">
                        <c:v>38117</c:v>
                      </c:pt>
                      <c:pt idx="33">
                        <c:v>38118</c:v>
                      </c:pt>
                      <c:pt idx="34">
                        <c:v>38119</c:v>
                      </c:pt>
                      <c:pt idx="35">
                        <c:v>38120</c:v>
                      </c:pt>
                      <c:pt idx="36">
                        <c:v>38121</c:v>
                      </c:pt>
                      <c:pt idx="37">
                        <c:v>38124</c:v>
                      </c:pt>
                      <c:pt idx="38">
                        <c:v>38125</c:v>
                      </c:pt>
                      <c:pt idx="39">
                        <c:v>38126</c:v>
                      </c:pt>
                      <c:pt idx="40">
                        <c:v>38127</c:v>
                      </c:pt>
                      <c:pt idx="41">
                        <c:v>38128</c:v>
                      </c:pt>
                      <c:pt idx="42">
                        <c:v>38131</c:v>
                      </c:pt>
                      <c:pt idx="43">
                        <c:v>38132</c:v>
                      </c:pt>
                      <c:pt idx="44">
                        <c:v>38133</c:v>
                      </c:pt>
                      <c:pt idx="45">
                        <c:v>38134</c:v>
                      </c:pt>
                      <c:pt idx="46">
                        <c:v>38135</c:v>
                      </c:pt>
                      <c:pt idx="47">
                        <c:v>38138</c:v>
                      </c:pt>
                      <c:pt idx="48">
                        <c:v>38139</c:v>
                      </c:pt>
                      <c:pt idx="49">
                        <c:v>38140</c:v>
                      </c:pt>
                      <c:pt idx="50">
                        <c:v>38141</c:v>
                      </c:pt>
                      <c:pt idx="51">
                        <c:v>38142</c:v>
                      </c:pt>
                      <c:pt idx="52">
                        <c:v>38145</c:v>
                      </c:pt>
                      <c:pt idx="53">
                        <c:v>38146</c:v>
                      </c:pt>
                      <c:pt idx="54">
                        <c:v>38147</c:v>
                      </c:pt>
                      <c:pt idx="55">
                        <c:v>38148</c:v>
                      </c:pt>
                      <c:pt idx="56">
                        <c:v>38149</c:v>
                      </c:pt>
                      <c:pt idx="57">
                        <c:v>38152</c:v>
                      </c:pt>
                      <c:pt idx="58">
                        <c:v>38153</c:v>
                      </c:pt>
                      <c:pt idx="59">
                        <c:v>38154</c:v>
                      </c:pt>
                      <c:pt idx="60">
                        <c:v>38155</c:v>
                      </c:pt>
                      <c:pt idx="61">
                        <c:v>38156</c:v>
                      </c:pt>
                      <c:pt idx="62">
                        <c:v>38159</c:v>
                      </c:pt>
                      <c:pt idx="63">
                        <c:v>38160</c:v>
                      </c:pt>
                      <c:pt idx="64">
                        <c:v>38161</c:v>
                      </c:pt>
                      <c:pt idx="65">
                        <c:v>38162</c:v>
                      </c:pt>
                      <c:pt idx="66">
                        <c:v>38163</c:v>
                      </c:pt>
                      <c:pt idx="67">
                        <c:v>38166</c:v>
                      </c:pt>
                      <c:pt idx="68">
                        <c:v>38167</c:v>
                      </c:pt>
                      <c:pt idx="69">
                        <c:v>38168</c:v>
                      </c:pt>
                      <c:pt idx="70">
                        <c:v>38169</c:v>
                      </c:pt>
                      <c:pt idx="71">
                        <c:v>38170</c:v>
                      </c:pt>
                      <c:pt idx="72">
                        <c:v>38174</c:v>
                      </c:pt>
                      <c:pt idx="73">
                        <c:v>38175</c:v>
                      </c:pt>
                      <c:pt idx="74">
                        <c:v>38176</c:v>
                      </c:pt>
                      <c:pt idx="75">
                        <c:v>38177</c:v>
                      </c:pt>
                      <c:pt idx="76">
                        <c:v>38180</c:v>
                      </c:pt>
                      <c:pt idx="77">
                        <c:v>38181</c:v>
                      </c:pt>
                      <c:pt idx="78">
                        <c:v>38182</c:v>
                      </c:pt>
                      <c:pt idx="79">
                        <c:v>38183</c:v>
                      </c:pt>
                      <c:pt idx="80">
                        <c:v>38184</c:v>
                      </c:pt>
                      <c:pt idx="81">
                        <c:v>38187</c:v>
                      </c:pt>
                      <c:pt idx="82">
                        <c:v>38188</c:v>
                      </c:pt>
                      <c:pt idx="83">
                        <c:v>38189</c:v>
                      </c:pt>
                      <c:pt idx="84">
                        <c:v>38190</c:v>
                      </c:pt>
                      <c:pt idx="85">
                        <c:v>38191</c:v>
                      </c:pt>
                      <c:pt idx="86">
                        <c:v>38194</c:v>
                      </c:pt>
                      <c:pt idx="87">
                        <c:v>38195</c:v>
                      </c:pt>
                      <c:pt idx="88">
                        <c:v>38196</c:v>
                      </c:pt>
                      <c:pt idx="89">
                        <c:v>38197</c:v>
                      </c:pt>
                      <c:pt idx="90">
                        <c:v>38198</c:v>
                      </c:pt>
                      <c:pt idx="91">
                        <c:v>38201</c:v>
                      </c:pt>
                      <c:pt idx="92">
                        <c:v>38202</c:v>
                      </c:pt>
                      <c:pt idx="93">
                        <c:v>38203</c:v>
                      </c:pt>
                      <c:pt idx="94">
                        <c:v>38204</c:v>
                      </c:pt>
                      <c:pt idx="95">
                        <c:v>38205</c:v>
                      </c:pt>
                      <c:pt idx="96">
                        <c:v>38208</c:v>
                      </c:pt>
                      <c:pt idx="97">
                        <c:v>38209</c:v>
                      </c:pt>
                      <c:pt idx="98">
                        <c:v>38210</c:v>
                      </c:pt>
                      <c:pt idx="99">
                        <c:v>38211</c:v>
                      </c:pt>
                      <c:pt idx="100">
                        <c:v>38212</c:v>
                      </c:pt>
                      <c:pt idx="101">
                        <c:v>38215</c:v>
                      </c:pt>
                      <c:pt idx="102">
                        <c:v>38216</c:v>
                      </c:pt>
                      <c:pt idx="103">
                        <c:v>38217</c:v>
                      </c:pt>
                      <c:pt idx="104">
                        <c:v>38218</c:v>
                      </c:pt>
                      <c:pt idx="105">
                        <c:v>38219</c:v>
                      </c:pt>
                      <c:pt idx="106">
                        <c:v>38222</c:v>
                      </c:pt>
                      <c:pt idx="107">
                        <c:v>38223</c:v>
                      </c:pt>
                      <c:pt idx="108">
                        <c:v>38224</c:v>
                      </c:pt>
                      <c:pt idx="109">
                        <c:v>38225</c:v>
                      </c:pt>
                      <c:pt idx="110">
                        <c:v>38226</c:v>
                      </c:pt>
                      <c:pt idx="111">
                        <c:v>38229</c:v>
                      </c:pt>
                      <c:pt idx="112">
                        <c:v>38230</c:v>
                      </c:pt>
                      <c:pt idx="113">
                        <c:v>38231</c:v>
                      </c:pt>
                      <c:pt idx="114">
                        <c:v>38232</c:v>
                      </c:pt>
                      <c:pt idx="115">
                        <c:v>38233</c:v>
                      </c:pt>
                      <c:pt idx="116">
                        <c:v>38236</c:v>
                      </c:pt>
                      <c:pt idx="117">
                        <c:v>38237</c:v>
                      </c:pt>
                      <c:pt idx="118">
                        <c:v>38238</c:v>
                      </c:pt>
                      <c:pt idx="119">
                        <c:v>38239</c:v>
                      </c:pt>
                      <c:pt idx="120">
                        <c:v>38240</c:v>
                      </c:pt>
                      <c:pt idx="121">
                        <c:v>38243</c:v>
                      </c:pt>
                      <c:pt idx="122">
                        <c:v>38244</c:v>
                      </c:pt>
                      <c:pt idx="123">
                        <c:v>38245</c:v>
                      </c:pt>
                      <c:pt idx="124">
                        <c:v>38246</c:v>
                      </c:pt>
                      <c:pt idx="125">
                        <c:v>38247</c:v>
                      </c:pt>
                      <c:pt idx="126">
                        <c:v>38250</c:v>
                      </c:pt>
                      <c:pt idx="127">
                        <c:v>38251</c:v>
                      </c:pt>
                      <c:pt idx="128">
                        <c:v>38252</c:v>
                      </c:pt>
                      <c:pt idx="129">
                        <c:v>38253</c:v>
                      </c:pt>
                      <c:pt idx="130">
                        <c:v>38254</c:v>
                      </c:pt>
                      <c:pt idx="131">
                        <c:v>38257</c:v>
                      </c:pt>
                      <c:pt idx="132">
                        <c:v>38258</c:v>
                      </c:pt>
                      <c:pt idx="133">
                        <c:v>38259</c:v>
                      </c:pt>
                      <c:pt idx="134">
                        <c:v>38260</c:v>
                      </c:pt>
                      <c:pt idx="135">
                        <c:v>38261</c:v>
                      </c:pt>
                      <c:pt idx="136">
                        <c:v>38264</c:v>
                      </c:pt>
                      <c:pt idx="137">
                        <c:v>38265</c:v>
                      </c:pt>
                      <c:pt idx="138">
                        <c:v>38266</c:v>
                      </c:pt>
                      <c:pt idx="139">
                        <c:v>38267</c:v>
                      </c:pt>
                      <c:pt idx="140">
                        <c:v>38268</c:v>
                      </c:pt>
                      <c:pt idx="141">
                        <c:v>38271</c:v>
                      </c:pt>
                      <c:pt idx="142">
                        <c:v>38272</c:v>
                      </c:pt>
                      <c:pt idx="143">
                        <c:v>38273</c:v>
                      </c:pt>
                      <c:pt idx="144">
                        <c:v>38274</c:v>
                      </c:pt>
                      <c:pt idx="145">
                        <c:v>38275</c:v>
                      </c:pt>
                      <c:pt idx="146">
                        <c:v>38278</c:v>
                      </c:pt>
                      <c:pt idx="147">
                        <c:v>38279</c:v>
                      </c:pt>
                      <c:pt idx="148">
                        <c:v>38280</c:v>
                      </c:pt>
                      <c:pt idx="149">
                        <c:v>38281</c:v>
                      </c:pt>
                      <c:pt idx="150">
                        <c:v>38282</c:v>
                      </c:pt>
                      <c:pt idx="151">
                        <c:v>38285</c:v>
                      </c:pt>
                      <c:pt idx="152">
                        <c:v>38286</c:v>
                      </c:pt>
                      <c:pt idx="153">
                        <c:v>38287</c:v>
                      </c:pt>
                      <c:pt idx="154">
                        <c:v>38288</c:v>
                      </c:pt>
                      <c:pt idx="155">
                        <c:v>38289</c:v>
                      </c:pt>
                      <c:pt idx="156">
                        <c:v>38292</c:v>
                      </c:pt>
                      <c:pt idx="157">
                        <c:v>38293</c:v>
                      </c:pt>
                      <c:pt idx="158">
                        <c:v>38294</c:v>
                      </c:pt>
                      <c:pt idx="159">
                        <c:v>38295</c:v>
                      </c:pt>
                      <c:pt idx="160">
                        <c:v>38296</c:v>
                      </c:pt>
                      <c:pt idx="161">
                        <c:v>38299</c:v>
                      </c:pt>
                      <c:pt idx="162">
                        <c:v>38300</c:v>
                      </c:pt>
                      <c:pt idx="163">
                        <c:v>38301</c:v>
                      </c:pt>
                      <c:pt idx="164">
                        <c:v>38302</c:v>
                      </c:pt>
                      <c:pt idx="165">
                        <c:v>38303</c:v>
                      </c:pt>
                      <c:pt idx="166">
                        <c:v>38306</c:v>
                      </c:pt>
                      <c:pt idx="167">
                        <c:v>38307</c:v>
                      </c:pt>
                      <c:pt idx="168">
                        <c:v>38308</c:v>
                      </c:pt>
                      <c:pt idx="169">
                        <c:v>38309</c:v>
                      </c:pt>
                      <c:pt idx="170">
                        <c:v>38310</c:v>
                      </c:pt>
                      <c:pt idx="171">
                        <c:v>38313</c:v>
                      </c:pt>
                      <c:pt idx="172">
                        <c:v>38314</c:v>
                      </c:pt>
                      <c:pt idx="173">
                        <c:v>38315</c:v>
                      </c:pt>
                      <c:pt idx="174">
                        <c:v>38316</c:v>
                      </c:pt>
                      <c:pt idx="175">
                        <c:v>38317</c:v>
                      </c:pt>
                      <c:pt idx="176">
                        <c:v>38320</c:v>
                      </c:pt>
                      <c:pt idx="177">
                        <c:v>38321</c:v>
                      </c:pt>
                      <c:pt idx="178">
                        <c:v>38322</c:v>
                      </c:pt>
                      <c:pt idx="179">
                        <c:v>38323</c:v>
                      </c:pt>
                      <c:pt idx="180">
                        <c:v>38324</c:v>
                      </c:pt>
                      <c:pt idx="181">
                        <c:v>38327</c:v>
                      </c:pt>
                      <c:pt idx="182">
                        <c:v>38328</c:v>
                      </c:pt>
                      <c:pt idx="183">
                        <c:v>38329</c:v>
                      </c:pt>
                      <c:pt idx="184">
                        <c:v>38330</c:v>
                      </c:pt>
                      <c:pt idx="185">
                        <c:v>38331</c:v>
                      </c:pt>
                      <c:pt idx="186">
                        <c:v>38334</c:v>
                      </c:pt>
                      <c:pt idx="187">
                        <c:v>38335</c:v>
                      </c:pt>
                      <c:pt idx="188">
                        <c:v>38336</c:v>
                      </c:pt>
                      <c:pt idx="189">
                        <c:v>38337</c:v>
                      </c:pt>
                      <c:pt idx="190">
                        <c:v>38338</c:v>
                      </c:pt>
                      <c:pt idx="191">
                        <c:v>38341</c:v>
                      </c:pt>
                      <c:pt idx="192">
                        <c:v>38342</c:v>
                      </c:pt>
                      <c:pt idx="193">
                        <c:v>38343</c:v>
                      </c:pt>
                      <c:pt idx="194">
                        <c:v>38344</c:v>
                      </c:pt>
                      <c:pt idx="195">
                        <c:v>38345</c:v>
                      </c:pt>
                      <c:pt idx="196">
                        <c:v>38348</c:v>
                      </c:pt>
                      <c:pt idx="197">
                        <c:v>38349</c:v>
                      </c:pt>
                      <c:pt idx="198">
                        <c:v>38350</c:v>
                      </c:pt>
                      <c:pt idx="199">
                        <c:v>38351</c:v>
                      </c:pt>
                      <c:pt idx="200">
                        <c:v>38352</c:v>
                      </c:pt>
                      <c:pt idx="201">
                        <c:v>38355</c:v>
                      </c:pt>
                      <c:pt idx="202">
                        <c:v>38356</c:v>
                      </c:pt>
                      <c:pt idx="203">
                        <c:v>38357</c:v>
                      </c:pt>
                      <c:pt idx="204">
                        <c:v>38358</c:v>
                      </c:pt>
                      <c:pt idx="205">
                        <c:v>38359</c:v>
                      </c:pt>
                      <c:pt idx="206">
                        <c:v>38362</c:v>
                      </c:pt>
                      <c:pt idx="207">
                        <c:v>38363</c:v>
                      </c:pt>
                      <c:pt idx="208">
                        <c:v>38364</c:v>
                      </c:pt>
                      <c:pt idx="209">
                        <c:v>38365</c:v>
                      </c:pt>
                      <c:pt idx="210">
                        <c:v>38366</c:v>
                      </c:pt>
                      <c:pt idx="211">
                        <c:v>38369</c:v>
                      </c:pt>
                      <c:pt idx="212">
                        <c:v>38370</c:v>
                      </c:pt>
                      <c:pt idx="213">
                        <c:v>38371</c:v>
                      </c:pt>
                      <c:pt idx="214">
                        <c:v>38372</c:v>
                      </c:pt>
                      <c:pt idx="215">
                        <c:v>38373</c:v>
                      </c:pt>
                      <c:pt idx="216">
                        <c:v>38376</c:v>
                      </c:pt>
                      <c:pt idx="217">
                        <c:v>38377</c:v>
                      </c:pt>
                      <c:pt idx="218">
                        <c:v>38378</c:v>
                      </c:pt>
                      <c:pt idx="219">
                        <c:v>38379</c:v>
                      </c:pt>
                      <c:pt idx="220">
                        <c:v>38380</c:v>
                      </c:pt>
                      <c:pt idx="221">
                        <c:v>38383</c:v>
                      </c:pt>
                      <c:pt idx="222">
                        <c:v>38384</c:v>
                      </c:pt>
                      <c:pt idx="223">
                        <c:v>38385</c:v>
                      </c:pt>
                      <c:pt idx="224">
                        <c:v>38386</c:v>
                      </c:pt>
                      <c:pt idx="225">
                        <c:v>38387</c:v>
                      </c:pt>
                      <c:pt idx="226">
                        <c:v>38390</c:v>
                      </c:pt>
                      <c:pt idx="227">
                        <c:v>38391</c:v>
                      </c:pt>
                      <c:pt idx="228">
                        <c:v>38392</c:v>
                      </c:pt>
                      <c:pt idx="229">
                        <c:v>38393</c:v>
                      </c:pt>
                      <c:pt idx="230">
                        <c:v>38394</c:v>
                      </c:pt>
                      <c:pt idx="231">
                        <c:v>38397</c:v>
                      </c:pt>
                      <c:pt idx="232">
                        <c:v>38398</c:v>
                      </c:pt>
                      <c:pt idx="233">
                        <c:v>38399</c:v>
                      </c:pt>
                      <c:pt idx="234">
                        <c:v>38400</c:v>
                      </c:pt>
                      <c:pt idx="235">
                        <c:v>38401</c:v>
                      </c:pt>
                      <c:pt idx="236">
                        <c:v>38404</c:v>
                      </c:pt>
                      <c:pt idx="237">
                        <c:v>38405</c:v>
                      </c:pt>
                      <c:pt idx="238">
                        <c:v>38406</c:v>
                      </c:pt>
                      <c:pt idx="239">
                        <c:v>38407</c:v>
                      </c:pt>
                      <c:pt idx="240">
                        <c:v>38408</c:v>
                      </c:pt>
                      <c:pt idx="241">
                        <c:v>38411</c:v>
                      </c:pt>
                      <c:pt idx="242">
                        <c:v>38412</c:v>
                      </c:pt>
                      <c:pt idx="243">
                        <c:v>38413</c:v>
                      </c:pt>
                      <c:pt idx="244">
                        <c:v>38414</c:v>
                      </c:pt>
                      <c:pt idx="245">
                        <c:v>38415</c:v>
                      </c:pt>
                      <c:pt idx="246">
                        <c:v>38418</c:v>
                      </c:pt>
                      <c:pt idx="247">
                        <c:v>38419</c:v>
                      </c:pt>
                      <c:pt idx="248">
                        <c:v>38420</c:v>
                      </c:pt>
                      <c:pt idx="249">
                        <c:v>38421</c:v>
                      </c:pt>
                      <c:pt idx="250">
                        <c:v>38422</c:v>
                      </c:pt>
                      <c:pt idx="251">
                        <c:v>38425</c:v>
                      </c:pt>
                      <c:pt idx="252">
                        <c:v>38426</c:v>
                      </c:pt>
                      <c:pt idx="253">
                        <c:v>38427</c:v>
                      </c:pt>
                      <c:pt idx="254">
                        <c:v>38428</c:v>
                      </c:pt>
                      <c:pt idx="255">
                        <c:v>38429</c:v>
                      </c:pt>
                      <c:pt idx="256">
                        <c:v>38432</c:v>
                      </c:pt>
                      <c:pt idx="257">
                        <c:v>38433</c:v>
                      </c:pt>
                      <c:pt idx="258">
                        <c:v>38434</c:v>
                      </c:pt>
                      <c:pt idx="259">
                        <c:v>38435</c:v>
                      </c:pt>
                      <c:pt idx="260">
                        <c:v>38436</c:v>
                      </c:pt>
                      <c:pt idx="261">
                        <c:v>38439</c:v>
                      </c:pt>
                      <c:pt idx="262">
                        <c:v>38440</c:v>
                      </c:pt>
                      <c:pt idx="263">
                        <c:v>38441</c:v>
                      </c:pt>
                      <c:pt idx="264">
                        <c:v>38442</c:v>
                      </c:pt>
                      <c:pt idx="265">
                        <c:v>38443</c:v>
                      </c:pt>
                      <c:pt idx="266">
                        <c:v>38446</c:v>
                      </c:pt>
                      <c:pt idx="267">
                        <c:v>38447</c:v>
                      </c:pt>
                      <c:pt idx="268">
                        <c:v>38448</c:v>
                      </c:pt>
                      <c:pt idx="269">
                        <c:v>38449</c:v>
                      </c:pt>
                      <c:pt idx="270">
                        <c:v>38450</c:v>
                      </c:pt>
                      <c:pt idx="271">
                        <c:v>38453</c:v>
                      </c:pt>
                      <c:pt idx="272">
                        <c:v>38454</c:v>
                      </c:pt>
                      <c:pt idx="273">
                        <c:v>38455</c:v>
                      </c:pt>
                      <c:pt idx="274">
                        <c:v>38456</c:v>
                      </c:pt>
                      <c:pt idx="275">
                        <c:v>38457</c:v>
                      </c:pt>
                      <c:pt idx="276">
                        <c:v>38460</c:v>
                      </c:pt>
                      <c:pt idx="277">
                        <c:v>38461</c:v>
                      </c:pt>
                      <c:pt idx="278">
                        <c:v>38462</c:v>
                      </c:pt>
                      <c:pt idx="279">
                        <c:v>38463</c:v>
                      </c:pt>
                      <c:pt idx="280">
                        <c:v>38464</c:v>
                      </c:pt>
                      <c:pt idx="281">
                        <c:v>38467</c:v>
                      </c:pt>
                      <c:pt idx="282">
                        <c:v>38468</c:v>
                      </c:pt>
                      <c:pt idx="283">
                        <c:v>38469</c:v>
                      </c:pt>
                      <c:pt idx="284">
                        <c:v>38470</c:v>
                      </c:pt>
                      <c:pt idx="285">
                        <c:v>38471</c:v>
                      </c:pt>
                      <c:pt idx="286">
                        <c:v>38474</c:v>
                      </c:pt>
                      <c:pt idx="287">
                        <c:v>38475</c:v>
                      </c:pt>
                      <c:pt idx="288">
                        <c:v>38476</c:v>
                      </c:pt>
                      <c:pt idx="289">
                        <c:v>38477</c:v>
                      </c:pt>
                      <c:pt idx="290">
                        <c:v>38478</c:v>
                      </c:pt>
                      <c:pt idx="291">
                        <c:v>38481</c:v>
                      </c:pt>
                      <c:pt idx="292">
                        <c:v>38482</c:v>
                      </c:pt>
                      <c:pt idx="293">
                        <c:v>38483</c:v>
                      </c:pt>
                      <c:pt idx="294">
                        <c:v>38484</c:v>
                      </c:pt>
                      <c:pt idx="295">
                        <c:v>38485</c:v>
                      </c:pt>
                      <c:pt idx="296">
                        <c:v>38488</c:v>
                      </c:pt>
                      <c:pt idx="297">
                        <c:v>38489</c:v>
                      </c:pt>
                      <c:pt idx="298">
                        <c:v>38490</c:v>
                      </c:pt>
                      <c:pt idx="299">
                        <c:v>38491</c:v>
                      </c:pt>
                      <c:pt idx="300">
                        <c:v>38492</c:v>
                      </c:pt>
                      <c:pt idx="301">
                        <c:v>38495</c:v>
                      </c:pt>
                      <c:pt idx="302">
                        <c:v>38496</c:v>
                      </c:pt>
                      <c:pt idx="303">
                        <c:v>38497</c:v>
                      </c:pt>
                      <c:pt idx="304">
                        <c:v>38498</c:v>
                      </c:pt>
                      <c:pt idx="305">
                        <c:v>38499</c:v>
                      </c:pt>
                      <c:pt idx="306">
                        <c:v>38503</c:v>
                      </c:pt>
                      <c:pt idx="307">
                        <c:v>38504</c:v>
                      </c:pt>
                      <c:pt idx="308">
                        <c:v>38505</c:v>
                      </c:pt>
                      <c:pt idx="309">
                        <c:v>38506</c:v>
                      </c:pt>
                      <c:pt idx="310">
                        <c:v>38509</c:v>
                      </c:pt>
                      <c:pt idx="311">
                        <c:v>38510</c:v>
                      </c:pt>
                      <c:pt idx="312">
                        <c:v>38511</c:v>
                      </c:pt>
                      <c:pt idx="313">
                        <c:v>38512</c:v>
                      </c:pt>
                      <c:pt idx="314">
                        <c:v>38513</c:v>
                      </c:pt>
                      <c:pt idx="315">
                        <c:v>38516</c:v>
                      </c:pt>
                      <c:pt idx="316">
                        <c:v>38517</c:v>
                      </c:pt>
                      <c:pt idx="317">
                        <c:v>38518</c:v>
                      </c:pt>
                      <c:pt idx="318">
                        <c:v>38519</c:v>
                      </c:pt>
                      <c:pt idx="319">
                        <c:v>38520</c:v>
                      </c:pt>
                      <c:pt idx="320">
                        <c:v>38523</c:v>
                      </c:pt>
                      <c:pt idx="321">
                        <c:v>38524</c:v>
                      </c:pt>
                      <c:pt idx="322">
                        <c:v>38525</c:v>
                      </c:pt>
                      <c:pt idx="323">
                        <c:v>38526</c:v>
                      </c:pt>
                      <c:pt idx="324">
                        <c:v>38527</c:v>
                      </c:pt>
                      <c:pt idx="325">
                        <c:v>38530</c:v>
                      </c:pt>
                      <c:pt idx="326">
                        <c:v>38531</c:v>
                      </c:pt>
                      <c:pt idx="327">
                        <c:v>38532</c:v>
                      </c:pt>
                      <c:pt idx="328">
                        <c:v>38533</c:v>
                      </c:pt>
                      <c:pt idx="329">
                        <c:v>38534</c:v>
                      </c:pt>
                      <c:pt idx="330">
                        <c:v>38537</c:v>
                      </c:pt>
                      <c:pt idx="331">
                        <c:v>38538</c:v>
                      </c:pt>
                      <c:pt idx="332">
                        <c:v>38539</c:v>
                      </c:pt>
                      <c:pt idx="333">
                        <c:v>38540</c:v>
                      </c:pt>
                      <c:pt idx="334">
                        <c:v>38541</c:v>
                      </c:pt>
                      <c:pt idx="335">
                        <c:v>38544</c:v>
                      </c:pt>
                      <c:pt idx="336">
                        <c:v>38545</c:v>
                      </c:pt>
                      <c:pt idx="337">
                        <c:v>38546</c:v>
                      </c:pt>
                      <c:pt idx="338">
                        <c:v>38547</c:v>
                      </c:pt>
                      <c:pt idx="339">
                        <c:v>38548</c:v>
                      </c:pt>
                      <c:pt idx="340">
                        <c:v>38551</c:v>
                      </c:pt>
                      <c:pt idx="341">
                        <c:v>38552</c:v>
                      </c:pt>
                      <c:pt idx="342">
                        <c:v>38553</c:v>
                      </c:pt>
                      <c:pt idx="343">
                        <c:v>38554</c:v>
                      </c:pt>
                      <c:pt idx="344">
                        <c:v>38555</c:v>
                      </c:pt>
                      <c:pt idx="345">
                        <c:v>38558</c:v>
                      </c:pt>
                      <c:pt idx="346">
                        <c:v>38559</c:v>
                      </c:pt>
                      <c:pt idx="347">
                        <c:v>38560</c:v>
                      </c:pt>
                      <c:pt idx="348">
                        <c:v>38561</c:v>
                      </c:pt>
                      <c:pt idx="349">
                        <c:v>38562</c:v>
                      </c:pt>
                      <c:pt idx="350">
                        <c:v>38565</c:v>
                      </c:pt>
                      <c:pt idx="351">
                        <c:v>38566</c:v>
                      </c:pt>
                      <c:pt idx="352">
                        <c:v>38567</c:v>
                      </c:pt>
                      <c:pt idx="353">
                        <c:v>38568</c:v>
                      </c:pt>
                      <c:pt idx="354">
                        <c:v>38569</c:v>
                      </c:pt>
                      <c:pt idx="355">
                        <c:v>38572</c:v>
                      </c:pt>
                      <c:pt idx="356">
                        <c:v>38573</c:v>
                      </c:pt>
                      <c:pt idx="357">
                        <c:v>38574</c:v>
                      </c:pt>
                      <c:pt idx="358">
                        <c:v>38575</c:v>
                      </c:pt>
                      <c:pt idx="359">
                        <c:v>38576</c:v>
                      </c:pt>
                      <c:pt idx="360">
                        <c:v>38579</c:v>
                      </c:pt>
                      <c:pt idx="361">
                        <c:v>38580</c:v>
                      </c:pt>
                      <c:pt idx="362">
                        <c:v>38581</c:v>
                      </c:pt>
                      <c:pt idx="363">
                        <c:v>38582</c:v>
                      </c:pt>
                      <c:pt idx="364">
                        <c:v>38583</c:v>
                      </c:pt>
                      <c:pt idx="365">
                        <c:v>38586</c:v>
                      </c:pt>
                      <c:pt idx="366">
                        <c:v>38587</c:v>
                      </c:pt>
                      <c:pt idx="367">
                        <c:v>38588</c:v>
                      </c:pt>
                      <c:pt idx="368">
                        <c:v>38589</c:v>
                      </c:pt>
                      <c:pt idx="369">
                        <c:v>38590</c:v>
                      </c:pt>
                      <c:pt idx="370">
                        <c:v>38593</c:v>
                      </c:pt>
                      <c:pt idx="371">
                        <c:v>38594</c:v>
                      </c:pt>
                      <c:pt idx="372">
                        <c:v>38595</c:v>
                      </c:pt>
                      <c:pt idx="373">
                        <c:v>38596</c:v>
                      </c:pt>
                      <c:pt idx="374">
                        <c:v>38597</c:v>
                      </c:pt>
                      <c:pt idx="375">
                        <c:v>38600</c:v>
                      </c:pt>
                      <c:pt idx="376">
                        <c:v>38601</c:v>
                      </c:pt>
                      <c:pt idx="377">
                        <c:v>38602</c:v>
                      </c:pt>
                      <c:pt idx="378">
                        <c:v>38603</c:v>
                      </c:pt>
                      <c:pt idx="379">
                        <c:v>38604</c:v>
                      </c:pt>
                      <c:pt idx="380">
                        <c:v>38607</c:v>
                      </c:pt>
                      <c:pt idx="381">
                        <c:v>38608</c:v>
                      </c:pt>
                      <c:pt idx="382">
                        <c:v>38609</c:v>
                      </c:pt>
                      <c:pt idx="383">
                        <c:v>38610</c:v>
                      </c:pt>
                      <c:pt idx="384">
                        <c:v>38611</c:v>
                      </c:pt>
                      <c:pt idx="385">
                        <c:v>38614</c:v>
                      </c:pt>
                      <c:pt idx="386">
                        <c:v>38615</c:v>
                      </c:pt>
                      <c:pt idx="387">
                        <c:v>38616</c:v>
                      </c:pt>
                      <c:pt idx="388">
                        <c:v>38617</c:v>
                      </c:pt>
                      <c:pt idx="389">
                        <c:v>38618</c:v>
                      </c:pt>
                      <c:pt idx="390">
                        <c:v>38621</c:v>
                      </c:pt>
                      <c:pt idx="391">
                        <c:v>38622</c:v>
                      </c:pt>
                      <c:pt idx="392">
                        <c:v>38623</c:v>
                      </c:pt>
                      <c:pt idx="393">
                        <c:v>38624</c:v>
                      </c:pt>
                      <c:pt idx="394">
                        <c:v>38625</c:v>
                      </c:pt>
                      <c:pt idx="395">
                        <c:v>38628</c:v>
                      </c:pt>
                      <c:pt idx="396">
                        <c:v>38629</c:v>
                      </c:pt>
                      <c:pt idx="397">
                        <c:v>38630</c:v>
                      </c:pt>
                      <c:pt idx="398">
                        <c:v>38631</c:v>
                      </c:pt>
                      <c:pt idx="399">
                        <c:v>38632</c:v>
                      </c:pt>
                      <c:pt idx="400">
                        <c:v>38635</c:v>
                      </c:pt>
                      <c:pt idx="401">
                        <c:v>38636</c:v>
                      </c:pt>
                      <c:pt idx="402">
                        <c:v>38637</c:v>
                      </c:pt>
                      <c:pt idx="403">
                        <c:v>38638</c:v>
                      </c:pt>
                      <c:pt idx="404">
                        <c:v>38639</c:v>
                      </c:pt>
                      <c:pt idx="405">
                        <c:v>38642</c:v>
                      </c:pt>
                      <c:pt idx="406">
                        <c:v>38643</c:v>
                      </c:pt>
                      <c:pt idx="407">
                        <c:v>38644</c:v>
                      </c:pt>
                      <c:pt idx="408">
                        <c:v>38645</c:v>
                      </c:pt>
                      <c:pt idx="409">
                        <c:v>38646</c:v>
                      </c:pt>
                      <c:pt idx="410">
                        <c:v>38649</c:v>
                      </c:pt>
                      <c:pt idx="411">
                        <c:v>38650</c:v>
                      </c:pt>
                      <c:pt idx="412">
                        <c:v>38651</c:v>
                      </c:pt>
                      <c:pt idx="413">
                        <c:v>38652</c:v>
                      </c:pt>
                      <c:pt idx="414">
                        <c:v>38653</c:v>
                      </c:pt>
                      <c:pt idx="415">
                        <c:v>38656</c:v>
                      </c:pt>
                      <c:pt idx="416">
                        <c:v>38657</c:v>
                      </c:pt>
                      <c:pt idx="417">
                        <c:v>38658</c:v>
                      </c:pt>
                      <c:pt idx="418">
                        <c:v>38659</c:v>
                      </c:pt>
                      <c:pt idx="419">
                        <c:v>38660</c:v>
                      </c:pt>
                      <c:pt idx="420">
                        <c:v>38663</c:v>
                      </c:pt>
                      <c:pt idx="421">
                        <c:v>38664</c:v>
                      </c:pt>
                      <c:pt idx="422">
                        <c:v>38665</c:v>
                      </c:pt>
                      <c:pt idx="423">
                        <c:v>38666</c:v>
                      </c:pt>
                      <c:pt idx="424">
                        <c:v>38667</c:v>
                      </c:pt>
                      <c:pt idx="425">
                        <c:v>38670</c:v>
                      </c:pt>
                      <c:pt idx="426">
                        <c:v>38671</c:v>
                      </c:pt>
                      <c:pt idx="427">
                        <c:v>38672</c:v>
                      </c:pt>
                      <c:pt idx="428">
                        <c:v>38673</c:v>
                      </c:pt>
                      <c:pt idx="429">
                        <c:v>38674</c:v>
                      </c:pt>
                      <c:pt idx="430">
                        <c:v>38677</c:v>
                      </c:pt>
                      <c:pt idx="431">
                        <c:v>38678</c:v>
                      </c:pt>
                      <c:pt idx="432">
                        <c:v>38679</c:v>
                      </c:pt>
                      <c:pt idx="433">
                        <c:v>38680</c:v>
                      </c:pt>
                      <c:pt idx="434">
                        <c:v>38681</c:v>
                      </c:pt>
                      <c:pt idx="435">
                        <c:v>38684</c:v>
                      </c:pt>
                      <c:pt idx="436">
                        <c:v>38685</c:v>
                      </c:pt>
                      <c:pt idx="437">
                        <c:v>38686</c:v>
                      </c:pt>
                      <c:pt idx="438">
                        <c:v>38687</c:v>
                      </c:pt>
                      <c:pt idx="439">
                        <c:v>38688</c:v>
                      </c:pt>
                      <c:pt idx="440">
                        <c:v>38691</c:v>
                      </c:pt>
                      <c:pt idx="441">
                        <c:v>38692</c:v>
                      </c:pt>
                      <c:pt idx="442">
                        <c:v>38693</c:v>
                      </c:pt>
                      <c:pt idx="443">
                        <c:v>38694</c:v>
                      </c:pt>
                      <c:pt idx="444">
                        <c:v>38695</c:v>
                      </c:pt>
                      <c:pt idx="445">
                        <c:v>38698</c:v>
                      </c:pt>
                      <c:pt idx="446">
                        <c:v>38699</c:v>
                      </c:pt>
                      <c:pt idx="447">
                        <c:v>38700</c:v>
                      </c:pt>
                      <c:pt idx="448">
                        <c:v>38701</c:v>
                      </c:pt>
                      <c:pt idx="449">
                        <c:v>38702</c:v>
                      </c:pt>
                      <c:pt idx="450">
                        <c:v>38705</c:v>
                      </c:pt>
                      <c:pt idx="451">
                        <c:v>38706</c:v>
                      </c:pt>
                      <c:pt idx="452">
                        <c:v>38707</c:v>
                      </c:pt>
                      <c:pt idx="453">
                        <c:v>38708</c:v>
                      </c:pt>
                      <c:pt idx="454">
                        <c:v>38709</c:v>
                      </c:pt>
                      <c:pt idx="455">
                        <c:v>38712</c:v>
                      </c:pt>
                      <c:pt idx="456">
                        <c:v>38713</c:v>
                      </c:pt>
                      <c:pt idx="457">
                        <c:v>38714</c:v>
                      </c:pt>
                      <c:pt idx="458">
                        <c:v>38715</c:v>
                      </c:pt>
                      <c:pt idx="459">
                        <c:v>38716</c:v>
                      </c:pt>
                      <c:pt idx="460">
                        <c:v>38719</c:v>
                      </c:pt>
                      <c:pt idx="461">
                        <c:v>38720</c:v>
                      </c:pt>
                      <c:pt idx="462">
                        <c:v>38721</c:v>
                      </c:pt>
                      <c:pt idx="463">
                        <c:v>38722</c:v>
                      </c:pt>
                      <c:pt idx="464">
                        <c:v>38723</c:v>
                      </c:pt>
                      <c:pt idx="465">
                        <c:v>38726</c:v>
                      </c:pt>
                      <c:pt idx="466">
                        <c:v>38727</c:v>
                      </c:pt>
                      <c:pt idx="467">
                        <c:v>38728</c:v>
                      </c:pt>
                      <c:pt idx="468">
                        <c:v>38729</c:v>
                      </c:pt>
                      <c:pt idx="469">
                        <c:v>38730</c:v>
                      </c:pt>
                      <c:pt idx="470">
                        <c:v>38733</c:v>
                      </c:pt>
                      <c:pt idx="471">
                        <c:v>38734</c:v>
                      </c:pt>
                      <c:pt idx="472">
                        <c:v>38735</c:v>
                      </c:pt>
                      <c:pt idx="473">
                        <c:v>38736</c:v>
                      </c:pt>
                      <c:pt idx="474">
                        <c:v>38737</c:v>
                      </c:pt>
                      <c:pt idx="475">
                        <c:v>38740</c:v>
                      </c:pt>
                      <c:pt idx="476">
                        <c:v>38741</c:v>
                      </c:pt>
                      <c:pt idx="477">
                        <c:v>38742</c:v>
                      </c:pt>
                      <c:pt idx="478">
                        <c:v>38743</c:v>
                      </c:pt>
                      <c:pt idx="479">
                        <c:v>38744</c:v>
                      </c:pt>
                      <c:pt idx="480">
                        <c:v>38747</c:v>
                      </c:pt>
                      <c:pt idx="481">
                        <c:v>38748</c:v>
                      </c:pt>
                      <c:pt idx="482">
                        <c:v>38749</c:v>
                      </c:pt>
                      <c:pt idx="483">
                        <c:v>38750</c:v>
                      </c:pt>
                      <c:pt idx="484">
                        <c:v>38751</c:v>
                      </c:pt>
                      <c:pt idx="485">
                        <c:v>38754</c:v>
                      </c:pt>
                      <c:pt idx="486">
                        <c:v>38755</c:v>
                      </c:pt>
                      <c:pt idx="487">
                        <c:v>38756</c:v>
                      </c:pt>
                      <c:pt idx="488">
                        <c:v>38757</c:v>
                      </c:pt>
                      <c:pt idx="489">
                        <c:v>38758</c:v>
                      </c:pt>
                      <c:pt idx="490">
                        <c:v>38761</c:v>
                      </c:pt>
                      <c:pt idx="491">
                        <c:v>38762</c:v>
                      </c:pt>
                      <c:pt idx="492">
                        <c:v>38763</c:v>
                      </c:pt>
                      <c:pt idx="493">
                        <c:v>38764</c:v>
                      </c:pt>
                      <c:pt idx="494">
                        <c:v>38765</c:v>
                      </c:pt>
                      <c:pt idx="495">
                        <c:v>38768</c:v>
                      </c:pt>
                      <c:pt idx="496">
                        <c:v>38769</c:v>
                      </c:pt>
                      <c:pt idx="497">
                        <c:v>38770</c:v>
                      </c:pt>
                      <c:pt idx="498">
                        <c:v>38771</c:v>
                      </c:pt>
                      <c:pt idx="499">
                        <c:v>38772</c:v>
                      </c:pt>
                      <c:pt idx="500">
                        <c:v>38775</c:v>
                      </c:pt>
                      <c:pt idx="501">
                        <c:v>38776</c:v>
                      </c:pt>
                      <c:pt idx="502">
                        <c:v>38777</c:v>
                      </c:pt>
                      <c:pt idx="503">
                        <c:v>38778</c:v>
                      </c:pt>
                      <c:pt idx="504">
                        <c:v>38779</c:v>
                      </c:pt>
                      <c:pt idx="505">
                        <c:v>38782</c:v>
                      </c:pt>
                      <c:pt idx="506">
                        <c:v>38783</c:v>
                      </c:pt>
                      <c:pt idx="507">
                        <c:v>38784</c:v>
                      </c:pt>
                      <c:pt idx="508">
                        <c:v>38785</c:v>
                      </c:pt>
                      <c:pt idx="509">
                        <c:v>38786</c:v>
                      </c:pt>
                      <c:pt idx="510">
                        <c:v>38789</c:v>
                      </c:pt>
                      <c:pt idx="511">
                        <c:v>38790</c:v>
                      </c:pt>
                      <c:pt idx="512">
                        <c:v>38791</c:v>
                      </c:pt>
                      <c:pt idx="513">
                        <c:v>38792</c:v>
                      </c:pt>
                      <c:pt idx="514">
                        <c:v>38793</c:v>
                      </c:pt>
                      <c:pt idx="515">
                        <c:v>38796</c:v>
                      </c:pt>
                      <c:pt idx="516">
                        <c:v>38797</c:v>
                      </c:pt>
                      <c:pt idx="517">
                        <c:v>38798</c:v>
                      </c:pt>
                      <c:pt idx="518">
                        <c:v>38799</c:v>
                      </c:pt>
                      <c:pt idx="519">
                        <c:v>38800</c:v>
                      </c:pt>
                      <c:pt idx="520">
                        <c:v>38803</c:v>
                      </c:pt>
                      <c:pt idx="521">
                        <c:v>38804</c:v>
                      </c:pt>
                      <c:pt idx="522">
                        <c:v>38805</c:v>
                      </c:pt>
                      <c:pt idx="523">
                        <c:v>38806</c:v>
                      </c:pt>
                      <c:pt idx="524">
                        <c:v>38807</c:v>
                      </c:pt>
                      <c:pt idx="525">
                        <c:v>38810</c:v>
                      </c:pt>
                      <c:pt idx="526">
                        <c:v>38811</c:v>
                      </c:pt>
                      <c:pt idx="527">
                        <c:v>38812</c:v>
                      </c:pt>
                      <c:pt idx="528">
                        <c:v>38813</c:v>
                      </c:pt>
                      <c:pt idx="529">
                        <c:v>38814</c:v>
                      </c:pt>
                      <c:pt idx="530">
                        <c:v>38817</c:v>
                      </c:pt>
                      <c:pt idx="531">
                        <c:v>38818</c:v>
                      </c:pt>
                      <c:pt idx="532">
                        <c:v>38819</c:v>
                      </c:pt>
                      <c:pt idx="533">
                        <c:v>38820</c:v>
                      </c:pt>
                      <c:pt idx="534">
                        <c:v>38821</c:v>
                      </c:pt>
                      <c:pt idx="535">
                        <c:v>38824</c:v>
                      </c:pt>
                      <c:pt idx="536">
                        <c:v>38825</c:v>
                      </c:pt>
                      <c:pt idx="537">
                        <c:v>38826</c:v>
                      </c:pt>
                      <c:pt idx="538">
                        <c:v>38827</c:v>
                      </c:pt>
                      <c:pt idx="539">
                        <c:v>38828</c:v>
                      </c:pt>
                      <c:pt idx="540">
                        <c:v>38831</c:v>
                      </c:pt>
                      <c:pt idx="541">
                        <c:v>38832</c:v>
                      </c:pt>
                      <c:pt idx="542">
                        <c:v>38833</c:v>
                      </c:pt>
                      <c:pt idx="543">
                        <c:v>38834</c:v>
                      </c:pt>
                      <c:pt idx="544">
                        <c:v>38835</c:v>
                      </c:pt>
                      <c:pt idx="545">
                        <c:v>38838</c:v>
                      </c:pt>
                      <c:pt idx="546">
                        <c:v>38839</c:v>
                      </c:pt>
                      <c:pt idx="547">
                        <c:v>38840</c:v>
                      </c:pt>
                      <c:pt idx="548">
                        <c:v>38841</c:v>
                      </c:pt>
                      <c:pt idx="549">
                        <c:v>38842</c:v>
                      </c:pt>
                      <c:pt idx="550">
                        <c:v>38845</c:v>
                      </c:pt>
                      <c:pt idx="551">
                        <c:v>38846</c:v>
                      </c:pt>
                      <c:pt idx="552">
                        <c:v>38847</c:v>
                      </c:pt>
                      <c:pt idx="553">
                        <c:v>38848</c:v>
                      </c:pt>
                      <c:pt idx="554">
                        <c:v>38849</c:v>
                      </c:pt>
                      <c:pt idx="555">
                        <c:v>38852</c:v>
                      </c:pt>
                      <c:pt idx="556">
                        <c:v>38853</c:v>
                      </c:pt>
                      <c:pt idx="557">
                        <c:v>38854</c:v>
                      </c:pt>
                      <c:pt idx="558">
                        <c:v>38855</c:v>
                      </c:pt>
                      <c:pt idx="559">
                        <c:v>38856</c:v>
                      </c:pt>
                      <c:pt idx="560">
                        <c:v>38859</c:v>
                      </c:pt>
                      <c:pt idx="561">
                        <c:v>38860</c:v>
                      </c:pt>
                      <c:pt idx="562">
                        <c:v>38861</c:v>
                      </c:pt>
                      <c:pt idx="563">
                        <c:v>38862</c:v>
                      </c:pt>
                      <c:pt idx="564">
                        <c:v>38863</c:v>
                      </c:pt>
                      <c:pt idx="565">
                        <c:v>38866</c:v>
                      </c:pt>
                      <c:pt idx="566">
                        <c:v>38867</c:v>
                      </c:pt>
                      <c:pt idx="567">
                        <c:v>38868</c:v>
                      </c:pt>
                      <c:pt idx="568">
                        <c:v>38869</c:v>
                      </c:pt>
                      <c:pt idx="569">
                        <c:v>38870</c:v>
                      </c:pt>
                      <c:pt idx="570">
                        <c:v>38873</c:v>
                      </c:pt>
                      <c:pt idx="571">
                        <c:v>38874</c:v>
                      </c:pt>
                      <c:pt idx="572">
                        <c:v>38875</c:v>
                      </c:pt>
                      <c:pt idx="573">
                        <c:v>38876</c:v>
                      </c:pt>
                      <c:pt idx="574">
                        <c:v>38877</c:v>
                      </c:pt>
                      <c:pt idx="575">
                        <c:v>38880</c:v>
                      </c:pt>
                      <c:pt idx="576">
                        <c:v>38881</c:v>
                      </c:pt>
                      <c:pt idx="577">
                        <c:v>38882</c:v>
                      </c:pt>
                      <c:pt idx="578">
                        <c:v>38883</c:v>
                      </c:pt>
                      <c:pt idx="579">
                        <c:v>38884</c:v>
                      </c:pt>
                      <c:pt idx="580">
                        <c:v>38887</c:v>
                      </c:pt>
                      <c:pt idx="581">
                        <c:v>38888</c:v>
                      </c:pt>
                      <c:pt idx="582">
                        <c:v>38889</c:v>
                      </c:pt>
                      <c:pt idx="583">
                        <c:v>38890</c:v>
                      </c:pt>
                      <c:pt idx="584">
                        <c:v>38891</c:v>
                      </c:pt>
                      <c:pt idx="585">
                        <c:v>38894</c:v>
                      </c:pt>
                      <c:pt idx="586">
                        <c:v>38895</c:v>
                      </c:pt>
                      <c:pt idx="587">
                        <c:v>38896</c:v>
                      </c:pt>
                      <c:pt idx="588">
                        <c:v>38897</c:v>
                      </c:pt>
                      <c:pt idx="589">
                        <c:v>38898</c:v>
                      </c:pt>
                      <c:pt idx="590">
                        <c:v>38901</c:v>
                      </c:pt>
                      <c:pt idx="591">
                        <c:v>38902</c:v>
                      </c:pt>
                      <c:pt idx="592">
                        <c:v>38903</c:v>
                      </c:pt>
                      <c:pt idx="593">
                        <c:v>38904</c:v>
                      </c:pt>
                      <c:pt idx="594">
                        <c:v>38905</c:v>
                      </c:pt>
                      <c:pt idx="595">
                        <c:v>38908</c:v>
                      </c:pt>
                      <c:pt idx="596">
                        <c:v>38909</c:v>
                      </c:pt>
                      <c:pt idx="597">
                        <c:v>38910</c:v>
                      </c:pt>
                      <c:pt idx="598">
                        <c:v>38911</c:v>
                      </c:pt>
                      <c:pt idx="599">
                        <c:v>38912</c:v>
                      </c:pt>
                      <c:pt idx="600">
                        <c:v>38915</c:v>
                      </c:pt>
                      <c:pt idx="601">
                        <c:v>38916</c:v>
                      </c:pt>
                      <c:pt idx="602">
                        <c:v>38917</c:v>
                      </c:pt>
                      <c:pt idx="603">
                        <c:v>38918</c:v>
                      </c:pt>
                      <c:pt idx="604">
                        <c:v>38919</c:v>
                      </c:pt>
                      <c:pt idx="605">
                        <c:v>38922</c:v>
                      </c:pt>
                      <c:pt idx="606">
                        <c:v>38923</c:v>
                      </c:pt>
                      <c:pt idx="607">
                        <c:v>38924</c:v>
                      </c:pt>
                      <c:pt idx="608">
                        <c:v>38925</c:v>
                      </c:pt>
                      <c:pt idx="609">
                        <c:v>38926</c:v>
                      </c:pt>
                      <c:pt idx="610">
                        <c:v>38929</c:v>
                      </c:pt>
                      <c:pt idx="611">
                        <c:v>38930</c:v>
                      </c:pt>
                      <c:pt idx="612">
                        <c:v>38931</c:v>
                      </c:pt>
                      <c:pt idx="613">
                        <c:v>38932</c:v>
                      </c:pt>
                      <c:pt idx="614">
                        <c:v>38933</c:v>
                      </c:pt>
                      <c:pt idx="615">
                        <c:v>38936</c:v>
                      </c:pt>
                      <c:pt idx="616">
                        <c:v>38937</c:v>
                      </c:pt>
                      <c:pt idx="617">
                        <c:v>38938</c:v>
                      </c:pt>
                      <c:pt idx="618">
                        <c:v>38939</c:v>
                      </c:pt>
                      <c:pt idx="619">
                        <c:v>38940</c:v>
                      </c:pt>
                      <c:pt idx="620">
                        <c:v>38943</c:v>
                      </c:pt>
                      <c:pt idx="621">
                        <c:v>38944</c:v>
                      </c:pt>
                      <c:pt idx="622">
                        <c:v>38945</c:v>
                      </c:pt>
                      <c:pt idx="623">
                        <c:v>38946</c:v>
                      </c:pt>
                      <c:pt idx="624">
                        <c:v>38947</c:v>
                      </c:pt>
                      <c:pt idx="625">
                        <c:v>38950</c:v>
                      </c:pt>
                      <c:pt idx="626">
                        <c:v>38951</c:v>
                      </c:pt>
                      <c:pt idx="627">
                        <c:v>38952</c:v>
                      </c:pt>
                      <c:pt idx="628">
                        <c:v>38953</c:v>
                      </c:pt>
                      <c:pt idx="629">
                        <c:v>38954</c:v>
                      </c:pt>
                      <c:pt idx="630">
                        <c:v>38957</c:v>
                      </c:pt>
                      <c:pt idx="631">
                        <c:v>38958</c:v>
                      </c:pt>
                      <c:pt idx="632">
                        <c:v>38959</c:v>
                      </c:pt>
                      <c:pt idx="633">
                        <c:v>38960</c:v>
                      </c:pt>
                      <c:pt idx="634">
                        <c:v>38961</c:v>
                      </c:pt>
                      <c:pt idx="635">
                        <c:v>38964</c:v>
                      </c:pt>
                      <c:pt idx="636">
                        <c:v>38965</c:v>
                      </c:pt>
                      <c:pt idx="637">
                        <c:v>38966</c:v>
                      </c:pt>
                      <c:pt idx="638">
                        <c:v>38967</c:v>
                      </c:pt>
                      <c:pt idx="639">
                        <c:v>38968</c:v>
                      </c:pt>
                      <c:pt idx="640">
                        <c:v>38971</c:v>
                      </c:pt>
                      <c:pt idx="641">
                        <c:v>38972</c:v>
                      </c:pt>
                      <c:pt idx="642">
                        <c:v>38973</c:v>
                      </c:pt>
                      <c:pt idx="643">
                        <c:v>38974</c:v>
                      </c:pt>
                      <c:pt idx="644">
                        <c:v>38975</c:v>
                      </c:pt>
                      <c:pt idx="645">
                        <c:v>38978</c:v>
                      </c:pt>
                      <c:pt idx="646">
                        <c:v>38979</c:v>
                      </c:pt>
                      <c:pt idx="647">
                        <c:v>38980</c:v>
                      </c:pt>
                      <c:pt idx="648">
                        <c:v>38981</c:v>
                      </c:pt>
                      <c:pt idx="649">
                        <c:v>38982</c:v>
                      </c:pt>
                      <c:pt idx="650">
                        <c:v>38985</c:v>
                      </c:pt>
                      <c:pt idx="651">
                        <c:v>38986</c:v>
                      </c:pt>
                      <c:pt idx="652">
                        <c:v>38987</c:v>
                      </c:pt>
                      <c:pt idx="653">
                        <c:v>38988</c:v>
                      </c:pt>
                      <c:pt idx="654">
                        <c:v>38989</c:v>
                      </c:pt>
                      <c:pt idx="655">
                        <c:v>38992</c:v>
                      </c:pt>
                      <c:pt idx="656">
                        <c:v>38993</c:v>
                      </c:pt>
                      <c:pt idx="657">
                        <c:v>38994</c:v>
                      </c:pt>
                      <c:pt idx="658">
                        <c:v>38995</c:v>
                      </c:pt>
                      <c:pt idx="659">
                        <c:v>38996</c:v>
                      </c:pt>
                      <c:pt idx="660">
                        <c:v>38999</c:v>
                      </c:pt>
                      <c:pt idx="661">
                        <c:v>39000</c:v>
                      </c:pt>
                      <c:pt idx="662">
                        <c:v>39001</c:v>
                      </c:pt>
                      <c:pt idx="663">
                        <c:v>39002</c:v>
                      </c:pt>
                      <c:pt idx="664">
                        <c:v>39003</c:v>
                      </c:pt>
                      <c:pt idx="665">
                        <c:v>39006</c:v>
                      </c:pt>
                      <c:pt idx="666">
                        <c:v>39007</c:v>
                      </c:pt>
                      <c:pt idx="667">
                        <c:v>39008</c:v>
                      </c:pt>
                      <c:pt idx="668">
                        <c:v>39009</c:v>
                      </c:pt>
                      <c:pt idx="669">
                        <c:v>39010</c:v>
                      </c:pt>
                      <c:pt idx="670">
                        <c:v>39013</c:v>
                      </c:pt>
                      <c:pt idx="671">
                        <c:v>39014</c:v>
                      </c:pt>
                      <c:pt idx="672">
                        <c:v>39015</c:v>
                      </c:pt>
                      <c:pt idx="673">
                        <c:v>39016</c:v>
                      </c:pt>
                      <c:pt idx="674">
                        <c:v>39017</c:v>
                      </c:pt>
                      <c:pt idx="675">
                        <c:v>39020</c:v>
                      </c:pt>
                      <c:pt idx="676">
                        <c:v>39021</c:v>
                      </c:pt>
                      <c:pt idx="677">
                        <c:v>39022</c:v>
                      </c:pt>
                      <c:pt idx="678">
                        <c:v>39023</c:v>
                      </c:pt>
                      <c:pt idx="679">
                        <c:v>39024</c:v>
                      </c:pt>
                      <c:pt idx="680">
                        <c:v>39027</c:v>
                      </c:pt>
                      <c:pt idx="681">
                        <c:v>39028</c:v>
                      </c:pt>
                      <c:pt idx="682">
                        <c:v>39029</c:v>
                      </c:pt>
                      <c:pt idx="683">
                        <c:v>39030</c:v>
                      </c:pt>
                      <c:pt idx="684">
                        <c:v>39031</c:v>
                      </c:pt>
                      <c:pt idx="685">
                        <c:v>39034</c:v>
                      </c:pt>
                      <c:pt idx="686">
                        <c:v>39035</c:v>
                      </c:pt>
                      <c:pt idx="687">
                        <c:v>39036</c:v>
                      </c:pt>
                      <c:pt idx="688">
                        <c:v>39037</c:v>
                      </c:pt>
                      <c:pt idx="689">
                        <c:v>39038</c:v>
                      </c:pt>
                      <c:pt idx="690">
                        <c:v>39041</c:v>
                      </c:pt>
                      <c:pt idx="691">
                        <c:v>39042</c:v>
                      </c:pt>
                      <c:pt idx="692">
                        <c:v>39043</c:v>
                      </c:pt>
                      <c:pt idx="693">
                        <c:v>39044</c:v>
                      </c:pt>
                      <c:pt idx="694">
                        <c:v>39045</c:v>
                      </c:pt>
                      <c:pt idx="695">
                        <c:v>39048</c:v>
                      </c:pt>
                      <c:pt idx="696">
                        <c:v>39049</c:v>
                      </c:pt>
                      <c:pt idx="697">
                        <c:v>39050</c:v>
                      </c:pt>
                      <c:pt idx="698">
                        <c:v>39051</c:v>
                      </c:pt>
                      <c:pt idx="699">
                        <c:v>39052</c:v>
                      </c:pt>
                      <c:pt idx="700">
                        <c:v>39055</c:v>
                      </c:pt>
                      <c:pt idx="701">
                        <c:v>39056</c:v>
                      </c:pt>
                      <c:pt idx="702">
                        <c:v>39057</c:v>
                      </c:pt>
                      <c:pt idx="703">
                        <c:v>39058</c:v>
                      </c:pt>
                      <c:pt idx="704">
                        <c:v>39059</c:v>
                      </c:pt>
                      <c:pt idx="705">
                        <c:v>39062</c:v>
                      </c:pt>
                      <c:pt idx="706">
                        <c:v>39063</c:v>
                      </c:pt>
                      <c:pt idx="707">
                        <c:v>39064</c:v>
                      </c:pt>
                      <c:pt idx="708">
                        <c:v>39065</c:v>
                      </c:pt>
                      <c:pt idx="709">
                        <c:v>39066</c:v>
                      </c:pt>
                      <c:pt idx="710">
                        <c:v>39069</c:v>
                      </c:pt>
                      <c:pt idx="711">
                        <c:v>39070</c:v>
                      </c:pt>
                      <c:pt idx="712">
                        <c:v>39071</c:v>
                      </c:pt>
                      <c:pt idx="713">
                        <c:v>39072</c:v>
                      </c:pt>
                      <c:pt idx="714">
                        <c:v>39073</c:v>
                      </c:pt>
                      <c:pt idx="715">
                        <c:v>39077</c:v>
                      </c:pt>
                      <c:pt idx="716">
                        <c:v>39078</c:v>
                      </c:pt>
                      <c:pt idx="717">
                        <c:v>39079</c:v>
                      </c:pt>
                      <c:pt idx="718">
                        <c:v>39080</c:v>
                      </c:pt>
                      <c:pt idx="719">
                        <c:v>39083</c:v>
                      </c:pt>
                      <c:pt idx="720">
                        <c:v>39084</c:v>
                      </c:pt>
                      <c:pt idx="721">
                        <c:v>39085</c:v>
                      </c:pt>
                      <c:pt idx="722">
                        <c:v>39086</c:v>
                      </c:pt>
                      <c:pt idx="723">
                        <c:v>39087</c:v>
                      </c:pt>
                      <c:pt idx="724">
                        <c:v>39090</c:v>
                      </c:pt>
                      <c:pt idx="725">
                        <c:v>39091</c:v>
                      </c:pt>
                      <c:pt idx="726">
                        <c:v>39092</c:v>
                      </c:pt>
                      <c:pt idx="727">
                        <c:v>39093</c:v>
                      </c:pt>
                      <c:pt idx="728">
                        <c:v>39094</c:v>
                      </c:pt>
                      <c:pt idx="729">
                        <c:v>39097</c:v>
                      </c:pt>
                      <c:pt idx="730">
                        <c:v>39098</c:v>
                      </c:pt>
                      <c:pt idx="731">
                        <c:v>39099</c:v>
                      </c:pt>
                      <c:pt idx="732">
                        <c:v>39100</c:v>
                      </c:pt>
                      <c:pt idx="733">
                        <c:v>39101</c:v>
                      </c:pt>
                      <c:pt idx="734">
                        <c:v>39104</c:v>
                      </c:pt>
                      <c:pt idx="735">
                        <c:v>39105</c:v>
                      </c:pt>
                      <c:pt idx="736">
                        <c:v>39106</c:v>
                      </c:pt>
                      <c:pt idx="737">
                        <c:v>39107</c:v>
                      </c:pt>
                      <c:pt idx="738">
                        <c:v>39108</c:v>
                      </c:pt>
                      <c:pt idx="739">
                        <c:v>39111</c:v>
                      </c:pt>
                      <c:pt idx="740">
                        <c:v>39112</c:v>
                      </c:pt>
                      <c:pt idx="741">
                        <c:v>39113</c:v>
                      </c:pt>
                      <c:pt idx="742">
                        <c:v>39114</c:v>
                      </c:pt>
                      <c:pt idx="743">
                        <c:v>39115</c:v>
                      </c:pt>
                      <c:pt idx="744">
                        <c:v>39118</c:v>
                      </c:pt>
                      <c:pt idx="745">
                        <c:v>39119</c:v>
                      </c:pt>
                      <c:pt idx="746">
                        <c:v>39120</c:v>
                      </c:pt>
                      <c:pt idx="747">
                        <c:v>39121</c:v>
                      </c:pt>
                      <c:pt idx="748">
                        <c:v>39122</c:v>
                      </c:pt>
                      <c:pt idx="749">
                        <c:v>39125</c:v>
                      </c:pt>
                      <c:pt idx="750">
                        <c:v>39126</c:v>
                      </c:pt>
                      <c:pt idx="751">
                        <c:v>39127</c:v>
                      </c:pt>
                      <c:pt idx="752">
                        <c:v>39128</c:v>
                      </c:pt>
                      <c:pt idx="753">
                        <c:v>39129</c:v>
                      </c:pt>
                      <c:pt idx="754">
                        <c:v>39132</c:v>
                      </c:pt>
                      <c:pt idx="755">
                        <c:v>39133</c:v>
                      </c:pt>
                      <c:pt idx="756">
                        <c:v>39134</c:v>
                      </c:pt>
                      <c:pt idx="757">
                        <c:v>39135</c:v>
                      </c:pt>
                      <c:pt idx="758">
                        <c:v>39136</c:v>
                      </c:pt>
                      <c:pt idx="759">
                        <c:v>39139</c:v>
                      </c:pt>
                      <c:pt idx="760">
                        <c:v>39140</c:v>
                      </c:pt>
                      <c:pt idx="761">
                        <c:v>39141</c:v>
                      </c:pt>
                      <c:pt idx="762">
                        <c:v>39142</c:v>
                      </c:pt>
                      <c:pt idx="763">
                        <c:v>39143</c:v>
                      </c:pt>
                      <c:pt idx="764">
                        <c:v>39146</c:v>
                      </c:pt>
                      <c:pt idx="765">
                        <c:v>39147</c:v>
                      </c:pt>
                      <c:pt idx="766">
                        <c:v>39148</c:v>
                      </c:pt>
                      <c:pt idx="767">
                        <c:v>39149</c:v>
                      </c:pt>
                      <c:pt idx="768">
                        <c:v>39150</c:v>
                      </c:pt>
                      <c:pt idx="769">
                        <c:v>39153</c:v>
                      </c:pt>
                      <c:pt idx="770">
                        <c:v>39154</c:v>
                      </c:pt>
                      <c:pt idx="771">
                        <c:v>39155</c:v>
                      </c:pt>
                      <c:pt idx="772">
                        <c:v>39156</c:v>
                      </c:pt>
                      <c:pt idx="773">
                        <c:v>39157</c:v>
                      </c:pt>
                      <c:pt idx="774">
                        <c:v>39160</c:v>
                      </c:pt>
                      <c:pt idx="775">
                        <c:v>39161</c:v>
                      </c:pt>
                      <c:pt idx="776">
                        <c:v>39162</c:v>
                      </c:pt>
                      <c:pt idx="777">
                        <c:v>39163</c:v>
                      </c:pt>
                      <c:pt idx="778">
                        <c:v>39164</c:v>
                      </c:pt>
                      <c:pt idx="779">
                        <c:v>39167</c:v>
                      </c:pt>
                      <c:pt idx="780">
                        <c:v>39168</c:v>
                      </c:pt>
                      <c:pt idx="781">
                        <c:v>39169</c:v>
                      </c:pt>
                      <c:pt idx="782">
                        <c:v>39170</c:v>
                      </c:pt>
                      <c:pt idx="783">
                        <c:v>39171</c:v>
                      </c:pt>
                      <c:pt idx="784">
                        <c:v>39174</c:v>
                      </c:pt>
                      <c:pt idx="785">
                        <c:v>39175</c:v>
                      </c:pt>
                      <c:pt idx="786">
                        <c:v>39176</c:v>
                      </c:pt>
                      <c:pt idx="787">
                        <c:v>39177</c:v>
                      </c:pt>
                      <c:pt idx="788">
                        <c:v>39178</c:v>
                      </c:pt>
                      <c:pt idx="789">
                        <c:v>39181</c:v>
                      </c:pt>
                      <c:pt idx="790">
                        <c:v>39182</c:v>
                      </c:pt>
                      <c:pt idx="791">
                        <c:v>39183</c:v>
                      </c:pt>
                      <c:pt idx="792">
                        <c:v>39184</c:v>
                      </c:pt>
                      <c:pt idx="793">
                        <c:v>39185</c:v>
                      </c:pt>
                      <c:pt idx="794">
                        <c:v>39188</c:v>
                      </c:pt>
                      <c:pt idx="795">
                        <c:v>39189</c:v>
                      </c:pt>
                      <c:pt idx="796">
                        <c:v>39190</c:v>
                      </c:pt>
                      <c:pt idx="797">
                        <c:v>39191</c:v>
                      </c:pt>
                      <c:pt idx="798">
                        <c:v>39192</c:v>
                      </c:pt>
                      <c:pt idx="799">
                        <c:v>39195</c:v>
                      </c:pt>
                      <c:pt idx="800">
                        <c:v>39196</c:v>
                      </c:pt>
                      <c:pt idx="801">
                        <c:v>39197</c:v>
                      </c:pt>
                      <c:pt idx="802">
                        <c:v>39198</c:v>
                      </c:pt>
                      <c:pt idx="803">
                        <c:v>39199</c:v>
                      </c:pt>
                      <c:pt idx="804">
                        <c:v>39202</c:v>
                      </c:pt>
                      <c:pt idx="805">
                        <c:v>39203</c:v>
                      </c:pt>
                      <c:pt idx="806">
                        <c:v>39204</c:v>
                      </c:pt>
                      <c:pt idx="807">
                        <c:v>39205</c:v>
                      </c:pt>
                      <c:pt idx="808">
                        <c:v>39206</c:v>
                      </c:pt>
                      <c:pt idx="809">
                        <c:v>39209</c:v>
                      </c:pt>
                      <c:pt idx="810">
                        <c:v>39210</c:v>
                      </c:pt>
                      <c:pt idx="811">
                        <c:v>39211</c:v>
                      </c:pt>
                      <c:pt idx="812">
                        <c:v>39212</c:v>
                      </c:pt>
                      <c:pt idx="813">
                        <c:v>39213</c:v>
                      </c:pt>
                      <c:pt idx="814">
                        <c:v>39216</c:v>
                      </c:pt>
                      <c:pt idx="815">
                        <c:v>39217</c:v>
                      </c:pt>
                      <c:pt idx="816">
                        <c:v>39218</c:v>
                      </c:pt>
                      <c:pt idx="817">
                        <c:v>39219</c:v>
                      </c:pt>
                      <c:pt idx="818">
                        <c:v>39220</c:v>
                      </c:pt>
                      <c:pt idx="819">
                        <c:v>39223</c:v>
                      </c:pt>
                      <c:pt idx="820">
                        <c:v>39224</c:v>
                      </c:pt>
                      <c:pt idx="821">
                        <c:v>39225</c:v>
                      </c:pt>
                      <c:pt idx="822">
                        <c:v>39226</c:v>
                      </c:pt>
                      <c:pt idx="823">
                        <c:v>39227</c:v>
                      </c:pt>
                      <c:pt idx="824">
                        <c:v>39230</c:v>
                      </c:pt>
                      <c:pt idx="825">
                        <c:v>39231</c:v>
                      </c:pt>
                      <c:pt idx="826">
                        <c:v>39232</c:v>
                      </c:pt>
                      <c:pt idx="827">
                        <c:v>39233</c:v>
                      </c:pt>
                      <c:pt idx="828">
                        <c:v>39234</c:v>
                      </c:pt>
                      <c:pt idx="829">
                        <c:v>39237</c:v>
                      </c:pt>
                      <c:pt idx="830">
                        <c:v>39238</c:v>
                      </c:pt>
                      <c:pt idx="831">
                        <c:v>39239</c:v>
                      </c:pt>
                      <c:pt idx="832">
                        <c:v>39240</c:v>
                      </c:pt>
                      <c:pt idx="833">
                        <c:v>39241</c:v>
                      </c:pt>
                      <c:pt idx="834">
                        <c:v>39244</c:v>
                      </c:pt>
                      <c:pt idx="835">
                        <c:v>39245</c:v>
                      </c:pt>
                      <c:pt idx="836">
                        <c:v>39246</c:v>
                      </c:pt>
                      <c:pt idx="837">
                        <c:v>39247</c:v>
                      </c:pt>
                      <c:pt idx="838">
                        <c:v>39248</c:v>
                      </c:pt>
                      <c:pt idx="839">
                        <c:v>39251</c:v>
                      </c:pt>
                      <c:pt idx="840">
                        <c:v>39252</c:v>
                      </c:pt>
                      <c:pt idx="841">
                        <c:v>39253</c:v>
                      </c:pt>
                      <c:pt idx="842">
                        <c:v>39254</c:v>
                      </c:pt>
                      <c:pt idx="843">
                        <c:v>39255</c:v>
                      </c:pt>
                      <c:pt idx="844">
                        <c:v>39258</c:v>
                      </c:pt>
                      <c:pt idx="845">
                        <c:v>39259</c:v>
                      </c:pt>
                      <c:pt idx="846">
                        <c:v>39260</c:v>
                      </c:pt>
                      <c:pt idx="847">
                        <c:v>39261</c:v>
                      </c:pt>
                      <c:pt idx="848">
                        <c:v>39262</c:v>
                      </c:pt>
                      <c:pt idx="849">
                        <c:v>39265</c:v>
                      </c:pt>
                      <c:pt idx="850">
                        <c:v>39266</c:v>
                      </c:pt>
                      <c:pt idx="851">
                        <c:v>39267</c:v>
                      </c:pt>
                      <c:pt idx="852">
                        <c:v>39268</c:v>
                      </c:pt>
                      <c:pt idx="853">
                        <c:v>39269</c:v>
                      </c:pt>
                      <c:pt idx="854">
                        <c:v>39272</c:v>
                      </c:pt>
                      <c:pt idx="855">
                        <c:v>39273</c:v>
                      </c:pt>
                      <c:pt idx="856">
                        <c:v>39274</c:v>
                      </c:pt>
                      <c:pt idx="857">
                        <c:v>39275</c:v>
                      </c:pt>
                      <c:pt idx="858">
                        <c:v>39276</c:v>
                      </c:pt>
                      <c:pt idx="859">
                        <c:v>39279</c:v>
                      </c:pt>
                      <c:pt idx="860">
                        <c:v>39280</c:v>
                      </c:pt>
                      <c:pt idx="861">
                        <c:v>39281</c:v>
                      </c:pt>
                      <c:pt idx="862">
                        <c:v>39282</c:v>
                      </c:pt>
                      <c:pt idx="863">
                        <c:v>39283</c:v>
                      </c:pt>
                      <c:pt idx="864">
                        <c:v>39286</c:v>
                      </c:pt>
                      <c:pt idx="865">
                        <c:v>39287</c:v>
                      </c:pt>
                      <c:pt idx="866">
                        <c:v>39288</c:v>
                      </c:pt>
                      <c:pt idx="867">
                        <c:v>39289</c:v>
                      </c:pt>
                      <c:pt idx="868">
                        <c:v>39290</c:v>
                      </c:pt>
                      <c:pt idx="869">
                        <c:v>39293</c:v>
                      </c:pt>
                      <c:pt idx="870">
                        <c:v>39294</c:v>
                      </c:pt>
                      <c:pt idx="871">
                        <c:v>39295</c:v>
                      </c:pt>
                      <c:pt idx="872">
                        <c:v>39296</c:v>
                      </c:pt>
                      <c:pt idx="873">
                        <c:v>39297</c:v>
                      </c:pt>
                      <c:pt idx="874">
                        <c:v>39300</c:v>
                      </c:pt>
                      <c:pt idx="875">
                        <c:v>39301</c:v>
                      </c:pt>
                      <c:pt idx="876">
                        <c:v>39302</c:v>
                      </c:pt>
                      <c:pt idx="877">
                        <c:v>39303</c:v>
                      </c:pt>
                      <c:pt idx="878">
                        <c:v>39304</c:v>
                      </c:pt>
                      <c:pt idx="879">
                        <c:v>39307</c:v>
                      </c:pt>
                      <c:pt idx="880">
                        <c:v>39308</c:v>
                      </c:pt>
                      <c:pt idx="881">
                        <c:v>39309</c:v>
                      </c:pt>
                      <c:pt idx="882">
                        <c:v>39310</c:v>
                      </c:pt>
                      <c:pt idx="883">
                        <c:v>39311</c:v>
                      </c:pt>
                      <c:pt idx="884">
                        <c:v>39314</c:v>
                      </c:pt>
                      <c:pt idx="885">
                        <c:v>39315</c:v>
                      </c:pt>
                      <c:pt idx="886">
                        <c:v>39316</c:v>
                      </c:pt>
                      <c:pt idx="887">
                        <c:v>39317</c:v>
                      </c:pt>
                      <c:pt idx="888">
                        <c:v>39318</c:v>
                      </c:pt>
                      <c:pt idx="889">
                        <c:v>39321</c:v>
                      </c:pt>
                      <c:pt idx="890">
                        <c:v>39322</c:v>
                      </c:pt>
                      <c:pt idx="891">
                        <c:v>39323</c:v>
                      </c:pt>
                      <c:pt idx="892">
                        <c:v>39324</c:v>
                      </c:pt>
                      <c:pt idx="893">
                        <c:v>39325</c:v>
                      </c:pt>
                      <c:pt idx="894">
                        <c:v>39328</c:v>
                      </c:pt>
                      <c:pt idx="895">
                        <c:v>39329</c:v>
                      </c:pt>
                      <c:pt idx="896">
                        <c:v>39330</c:v>
                      </c:pt>
                      <c:pt idx="897">
                        <c:v>39331</c:v>
                      </c:pt>
                      <c:pt idx="898">
                        <c:v>39332</c:v>
                      </c:pt>
                      <c:pt idx="899">
                        <c:v>39335</c:v>
                      </c:pt>
                      <c:pt idx="900">
                        <c:v>39336</c:v>
                      </c:pt>
                      <c:pt idx="901">
                        <c:v>39337</c:v>
                      </c:pt>
                      <c:pt idx="902">
                        <c:v>39338</c:v>
                      </c:pt>
                      <c:pt idx="903">
                        <c:v>39339</c:v>
                      </c:pt>
                      <c:pt idx="904">
                        <c:v>39342</c:v>
                      </c:pt>
                      <c:pt idx="905">
                        <c:v>39343</c:v>
                      </c:pt>
                      <c:pt idx="906">
                        <c:v>39344</c:v>
                      </c:pt>
                      <c:pt idx="907">
                        <c:v>39345</c:v>
                      </c:pt>
                      <c:pt idx="908">
                        <c:v>39346</c:v>
                      </c:pt>
                      <c:pt idx="909">
                        <c:v>39349</c:v>
                      </c:pt>
                      <c:pt idx="910">
                        <c:v>39350</c:v>
                      </c:pt>
                      <c:pt idx="911">
                        <c:v>39351</c:v>
                      </c:pt>
                      <c:pt idx="912">
                        <c:v>39352</c:v>
                      </c:pt>
                      <c:pt idx="913">
                        <c:v>39353</c:v>
                      </c:pt>
                      <c:pt idx="914">
                        <c:v>39356</c:v>
                      </c:pt>
                      <c:pt idx="915">
                        <c:v>39357</c:v>
                      </c:pt>
                      <c:pt idx="916">
                        <c:v>39358</c:v>
                      </c:pt>
                      <c:pt idx="917">
                        <c:v>39359</c:v>
                      </c:pt>
                      <c:pt idx="918">
                        <c:v>39360</c:v>
                      </c:pt>
                      <c:pt idx="919">
                        <c:v>39363</c:v>
                      </c:pt>
                      <c:pt idx="920">
                        <c:v>39364</c:v>
                      </c:pt>
                      <c:pt idx="921">
                        <c:v>39365</c:v>
                      </c:pt>
                      <c:pt idx="922">
                        <c:v>39366</c:v>
                      </c:pt>
                      <c:pt idx="923">
                        <c:v>39367</c:v>
                      </c:pt>
                      <c:pt idx="924">
                        <c:v>39370</c:v>
                      </c:pt>
                      <c:pt idx="925">
                        <c:v>39371</c:v>
                      </c:pt>
                      <c:pt idx="926">
                        <c:v>39372</c:v>
                      </c:pt>
                      <c:pt idx="927">
                        <c:v>39373</c:v>
                      </c:pt>
                      <c:pt idx="928">
                        <c:v>39374</c:v>
                      </c:pt>
                      <c:pt idx="929">
                        <c:v>39377</c:v>
                      </c:pt>
                      <c:pt idx="930">
                        <c:v>39378</c:v>
                      </c:pt>
                      <c:pt idx="931">
                        <c:v>39379</c:v>
                      </c:pt>
                      <c:pt idx="932">
                        <c:v>39380</c:v>
                      </c:pt>
                      <c:pt idx="933">
                        <c:v>39381</c:v>
                      </c:pt>
                      <c:pt idx="934">
                        <c:v>39384</c:v>
                      </c:pt>
                      <c:pt idx="935">
                        <c:v>39385</c:v>
                      </c:pt>
                      <c:pt idx="936">
                        <c:v>39386</c:v>
                      </c:pt>
                      <c:pt idx="937">
                        <c:v>39387</c:v>
                      </c:pt>
                      <c:pt idx="938">
                        <c:v>39388</c:v>
                      </c:pt>
                      <c:pt idx="939">
                        <c:v>39391</c:v>
                      </c:pt>
                      <c:pt idx="940">
                        <c:v>39392</c:v>
                      </c:pt>
                      <c:pt idx="941">
                        <c:v>39393</c:v>
                      </c:pt>
                      <c:pt idx="942">
                        <c:v>39394</c:v>
                      </c:pt>
                      <c:pt idx="943">
                        <c:v>39395</c:v>
                      </c:pt>
                      <c:pt idx="944">
                        <c:v>39398</c:v>
                      </c:pt>
                      <c:pt idx="945">
                        <c:v>39399</c:v>
                      </c:pt>
                      <c:pt idx="946">
                        <c:v>39400</c:v>
                      </c:pt>
                      <c:pt idx="947">
                        <c:v>39401</c:v>
                      </c:pt>
                      <c:pt idx="948">
                        <c:v>39402</c:v>
                      </c:pt>
                      <c:pt idx="949">
                        <c:v>39405</c:v>
                      </c:pt>
                      <c:pt idx="950">
                        <c:v>39406</c:v>
                      </c:pt>
                      <c:pt idx="951">
                        <c:v>39407</c:v>
                      </c:pt>
                      <c:pt idx="952">
                        <c:v>39408</c:v>
                      </c:pt>
                      <c:pt idx="953">
                        <c:v>39409</c:v>
                      </c:pt>
                      <c:pt idx="954">
                        <c:v>39412</c:v>
                      </c:pt>
                      <c:pt idx="955">
                        <c:v>39413</c:v>
                      </c:pt>
                      <c:pt idx="956">
                        <c:v>39414</c:v>
                      </c:pt>
                      <c:pt idx="957">
                        <c:v>39415</c:v>
                      </c:pt>
                      <c:pt idx="958">
                        <c:v>39416</c:v>
                      </c:pt>
                      <c:pt idx="959">
                        <c:v>39419</c:v>
                      </c:pt>
                      <c:pt idx="960">
                        <c:v>39420</c:v>
                      </c:pt>
                      <c:pt idx="961">
                        <c:v>39421</c:v>
                      </c:pt>
                      <c:pt idx="962">
                        <c:v>39422</c:v>
                      </c:pt>
                      <c:pt idx="963">
                        <c:v>39423</c:v>
                      </c:pt>
                      <c:pt idx="964">
                        <c:v>39426</c:v>
                      </c:pt>
                      <c:pt idx="965">
                        <c:v>39427</c:v>
                      </c:pt>
                      <c:pt idx="966">
                        <c:v>39428</c:v>
                      </c:pt>
                      <c:pt idx="967">
                        <c:v>39429</c:v>
                      </c:pt>
                      <c:pt idx="968">
                        <c:v>39430</c:v>
                      </c:pt>
                      <c:pt idx="969">
                        <c:v>39433</c:v>
                      </c:pt>
                      <c:pt idx="970">
                        <c:v>39434</c:v>
                      </c:pt>
                      <c:pt idx="971">
                        <c:v>39435</c:v>
                      </c:pt>
                      <c:pt idx="972">
                        <c:v>39436</c:v>
                      </c:pt>
                      <c:pt idx="973">
                        <c:v>39437</c:v>
                      </c:pt>
                      <c:pt idx="974">
                        <c:v>39440</c:v>
                      </c:pt>
                      <c:pt idx="975">
                        <c:v>39441</c:v>
                      </c:pt>
                      <c:pt idx="976">
                        <c:v>39442</c:v>
                      </c:pt>
                      <c:pt idx="977">
                        <c:v>39443</c:v>
                      </c:pt>
                      <c:pt idx="978">
                        <c:v>39444</c:v>
                      </c:pt>
                      <c:pt idx="979">
                        <c:v>39447</c:v>
                      </c:pt>
                      <c:pt idx="980">
                        <c:v>39448</c:v>
                      </c:pt>
                      <c:pt idx="981">
                        <c:v>39449</c:v>
                      </c:pt>
                      <c:pt idx="982">
                        <c:v>39450</c:v>
                      </c:pt>
                      <c:pt idx="983">
                        <c:v>39451</c:v>
                      </c:pt>
                      <c:pt idx="984">
                        <c:v>39454</c:v>
                      </c:pt>
                      <c:pt idx="985">
                        <c:v>39455</c:v>
                      </c:pt>
                      <c:pt idx="986">
                        <c:v>39456</c:v>
                      </c:pt>
                      <c:pt idx="987">
                        <c:v>39457</c:v>
                      </c:pt>
                      <c:pt idx="988">
                        <c:v>39458</c:v>
                      </c:pt>
                      <c:pt idx="989">
                        <c:v>39461</c:v>
                      </c:pt>
                      <c:pt idx="990">
                        <c:v>39462</c:v>
                      </c:pt>
                      <c:pt idx="991">
                        <c:v>39463</c:v>
                      </c:pt>
                      <c:pt idx="992">
                        <c:v>39464</c:v>
                      </c:pt>
                      <c:pt idx="993">
                        <c:v>39465</c:v>
                      </c:pt>
                      <c:pt idx="994">
                        <c:v>39468</c:v>
                      </c:pt>
                      <c:pt idx="995">
                        <c:v>39469</c:v>
                      </c:pt>
                      <c:pt idx="996">
                        <c:v>39470</c:v>
                      </c:pt>
                      <c:pt idx="997">
                        <c:v>39471</c:v>
                      </c:pt>
                      <c:pt idx="998">
                        <c:v>39472</c:v>
                      </c:pt>
                      <c:pt idx="999">
                        <c:v>39475</c:v>
                      </c:pt>
                      <c:pt idx="1000">
                        <c:v>39476</c:v>
                      </c:pt>
                      <c:pt idx="1001">
                        <c:v>39477</c:v>
                      </c:pt>
                      <c:pt idx="1002">
                        <c:v>39478</c:v>
                      </c:pt>
                      <c:pt idx="1003">
                        <c:v>39479</c:v>
                      </c:pt>
                      <c:pt idx="1004">
                        <c:v>39482</c:v>
                      </c:pt>
                      <c:pt idx="1005">
                        <c:v>39483</c:v>
                      </c:pt>
                      <c:pt idx="1006">
                        <c:v>39484</c:v>
                      </c:pt>
                      <c:pt idx="1007">
                        <c:v>39485</c:v>
                      </c:pt>
                      <c:pt idx="1008">
                        <c:v>39486</c:v>
                      </c:pt>
                      <c:pt idx="1009">
                        <c:v>39489</c:v>
                      </c:pt>
                      <c:pt idx="1010">
                        <c:v>39490</c:v>
                      </c:pt>
                      <c:pt idx="1011">
                        <c:v>39491</c:v>
                      </c:pt>
                      <c:pt idx="1012">
                        <c:v>39492</c:v>
                      </c:pt>
                      <c:pt idx="1013">
                        <c:v>39493</c:v>
                      </c:pt>
                      <c:pt idx="1014">
                        <c:v>39496</c:v>
                      </c:pt>
                      <c:pt idx="1015">
                        <c:v>39497</c:v>
                      </c:pt>
                      <c:pt idx="1016">
                        <c:v>39498</c:v>
                      </c:pt>
                      <c:pt idx="1017">
                        <c:v>39499</c:v>
                      </c:pt>
                      <c:pt idx="1018">
                        <c:v>39500</c:v>
                      </c:pt>
                      <c:pt idx="1019">
                        <c:v>39503</c:v>
                      </c:pt>
                      <c:pt idx="1020">
                        <c:v>39504</c:v>
                      </c:pt>
                      <c:pt idx="1021">
                        <c:v>39505</c:v>
                      </c:pt>
                      <c:pt idx="1022">
                        <c:v>39506</c:v>
                      </c:pt>
                      <c:pt idx="1023">
                        <c:v>39507</c:v>
                      </c:pt>
                      <c:pt idx="1024">
                        <c:v>39510</c:v>
                      </c:pt>
                      <c:pt idx="1025">
                        <c:v>39511</c:v>
                      </c:pt>
                      <c:pt idx="1026">
                        <c:v>39512</c:v>
                      </c:pt>
                      <c:pt idx="1027">
                        <c:v>39513</c:v>
                      </c:pt>
                      <c:pt idx="1028">
                        <c:v>39514</c:v>
                      </c:pt>
                      <c:pt idx="1029">
                        <c:v>39517</c:v>
                      </c:pt>
                      <c:pt idx="1030">
                        <c:v>39518</c:v>
                      </c:pt>
                      <c:pt idx="1031">
                        <c:v>39519</c:v>
                      </c:pt>
                      <c:pt idx="1032">
                        <c:v>39520</c:v>
                      </c:pt>
                      <c:pt idx="1033">
                        <c:v>39521</c:v>
                      </c:pt>
                      <c:pt idx="1034">
                        <c:v>39524</c:v>
                      </c:pt>
                      <c:pt idx="1035">
                        <c:v>39525</c:v>
                      </c:pt>
                      <c:pt idx="1036">
                        <c:v>39526</c:v>
                      </c:pt>
                      <c:pt idx="1037">
                        <c:v>39527</c:v>
                      </c:pt>
                      <c:pt idx="1038">
                        <c:v>39528</c:v>
                      </c:pt>
                      <c:pt idx="1039">
                        <c:v>39531</c:v>
                      </c:pt>
                      <c:pt idx="1040">
                        <c:v>39532</c:v>
                      </c:pt>
                      <c:pt idx="1041">
                        <c:v>39533</c:v>
                      </c:pt>
                      <c:pt idx="1042">
                        <c:v>39534</c:v>
                      </c:pt>
                      <c:pt idx="1043">
                        <c:v>39535</c:v>
                      </c:pt>
                      <c:pt idx="1044">
                        <c:v>39538</c:v>
                      </c:pt>
                      <c:pt idx="1045">
                        <c:v>39539</c:v>
                      </c:pt>
                      <c:pt idx="1046">
                        <c:v>39540</c:v>
                      </c:pt>
                      <c:pt idx="1047">
                        <c:v>39541</c:v>
                      </c:pt>
                      <c:pt idx="1048">
                        <c:v>39542</c:v>
                      </c:pt>
                      <c:pt idx="1049">
                        <c:v>39545</c:v>
                      </c:pt>
                      <c:pt idx="1050">
                        <c:v>39546</c:v>
                      </c:pt>
                      <c:pt idx="1051">
                        <c:v>39547</c:v>
                      </c:pt>
                      <c:pt idx="1052">
                        <c:v>39548</c:v>
                      </c:pt>
                      <c:pt idx="1053">
                        <c:v>39549</c:v>
                      </c:pt>
                      <c:pt idx="1054">
                        <c:v>39552</c:v>
                      </c:pt>
                      <c:pt idx="1055">
                        <c:v>39553</c:v>
                      </c:pt>
                      <c:pt idx="1056">
                        <c:v>39554</c:v>
                      </c:pt>
                      <c:pt idx="1057">
                        <c:v>39555</c:v>
                      </c:pt>
                      <c:pt idx="1058">
                        <c:v>39556</c:v>
                      </c:pt>
                      <c:pt idx="1059">
                        <c:v>39559</c:v>
                      </c:pt>
                      <c:pt idx="1060">
                        <c:v>39560</c:v>
                      </c:pt>
                      <c:pt idx="1061">
                        <c:v>39561</c:v>
                      </c:pt>
                      <c:pt idx="1062">
                        <c:v>39562</c:v>
                      </c:pt>
                      <c:pt idx="1063">
                        <c:v>39563</c:v>
                      </c:pt>
                      <c:pt idx="1064">
                        <c:v>39566</c:v>
                      </c:pt>
                      <c:pt idx="1065">
                        <c:v>39567</c:v>
                      </c:pt>
                      <c:pt idx="1066">
                        <c:v>39568</c:v>
                      </c:pt>
                      <c:pt idx="1067">
                        <c:v>39569</c:v>
                      </c:pt>
                      <c:pt idx="1068">
                        <c:v>39570</c:v>
                      </c:pt>
                      <c:pt idx="1069">
                        <c:v>39573</c:v>
                      </c:pt>
                      <c:pt idx="1070">
                        <c:v>39574</c:v>
                      </c:pt>
                      <c:pt idx="1071">
                        <c:v>39575</c:v>
                      </c:pt>
                      <c:pt idx="1072">
                        <c:v>39576</c:v>
                      </c:pt>
                      <c:pt idx="1073">
                        <c:v>39577</c:v>
                      </c:pt>
                      <c:pt idx="1074">
                        <c:v>39580</c:v>
                      </c:pt>
                      <c:pt idx="1075">
                        <c:v>39581</c:v>
                      </c:pt>
                      <c:pt idx="1076">
                        <c:v>39582</c:v>
                      </c:pt>
                      <c:pt idx="1077">
                        <c:v>39583</c:v>
                      </c:pt>
                      <c:pt idx="1078">
                        <c:v>39584</c:v>
                      </c:pt>
                      <c:pt idx="1079">
                        <c:v>39587</c:v>
                      </c:pt>
                      <c:pt idx="1080">
                        <c:v>39588</c:v>
                      </c:pt>
                      <c:pt idx="1081">
                        <c:v>39589</c:v>
                      </c:pt>
                      <c:pt idx="1082">
                        <c:v>39590</c:v>
                      </c:pt>
                      <c:pt idx="1083">
                        <c:v>39591</c:v>
                      </c:pt>
                      <c:pt idx="1084">
                        <c:v>39594</c:v>
                      </c:pt>
                      <c:pt idx="1085">
                        <c:v>39595</c:v>
                      </c:pt>
                      <c:pt idx="1086">
                        <c:v>39596</c:v>
                      </c:pt>
                      <c:pt idx="1087">
                        <c:v>39597</c:v>
                      </c:pt>
                      <c:pt idx="1088">
                        <c:v>39598</c:v>
                      </c:pt>
                      <c:pt idx="1089">
                        <c:v>39601</c:v>
                      </c:pt>
                      <c:pt idx="1090">
                        <c:v>39602</c:v>
                      </c:pt>
                      <c:pt idx="1091">
                        <c:v>39603</c:v>
                      </c:pt>
                      <c:pt idx="1092">
                        <c:v>39604</c:v>
                      </c:pt>
                      <c:pt idx="1093">
                        <c:v>39605</c:v>
                      </c:pt>
                      <c:pt idx="1094">
                        <c:v>39608</c:v>
                      </c:pt>
                      <c:pt idx="1095">
                        <c:v>39609</c:v>
                      </c:pt>
                      <c:pt idx="1096">
                        <c:v>39610</c:v>
                      </c:pt>
                      <c:pt idx="1097">
                        <c:v>39611</c:v>
                      </c:pt>
                      <c:pt idx="1098">
                        <c:v>39612</c:v>
                      </c:pt>
                      <c:pt idx="1099">
                        <c:v>39615</c:v>
                      </c:pt>
                      <c:pt idx="1100">
                        <c:v>39616</c:v>
                      </c:pt>
                      <c:pt idx="1101">
                        <c:v>39617</c:v>
                      </c:pt>
                      <c:pt idx="1102">
                        <c:v>39618</c:v>
                      </c:pt>
                      <c:pt idx="1103">
                        <c:v>39619</c:v>
                      </c:pt>
                      <c:pt idx="1104">
                        <c:v>39622</c:v>
                      </c:pt>
                      <c:pt idx="1105">
                        <c:v>39623</c:v>
                      </c:pt>
                      <c:pt idx="1106">
                        <c:v>39624</c:v>
                      </c:pt>
                      <c:pt idx="1107">
                        <c:v>39625</c:v>
                      </c:pt>
                      <c:pt idx="1108">
                        <c:v>39626</c:v>
                      </c:pt>
                      <c:pt idx="1109">
                        <c:v>39629</c:v>
                      </c:pt>
                      <c:pt idx="1110">
                        <c:v>39630</c:v>
                      </c:pt>
                      <c:pt idx="1111">
                        <c:v>39631</c:v>
                      </c:pt>
                      <c:pt idx="1112">
                        <c:v>39632</c:v>
                      </c:pt>
                      <c:pt idx="1113">
                        <c:v>39633</c:v>
                      </c:pt>
                      <c:pt idx="1114">
                        <c:v>39636</c:v>
                      </c:pt>
                      <c:pt idx="1115">
                        <c:v>39637</c:v>
                      </c:pt>
                      <c:pt idx="1116">
                        <c:v>39638</c:v>
                      </c:pt>
                      <c:pt idx="1117">
                        <c:v>39639</c:v>
                      </c:pt>
                      <c:pt idx="1118">
                        <c:v>39640</c:v>
                      </c:pt>
                      <c:pt idx="1119">
                        <c:v>39643</c:v>
                      </c:pt>
                      <c:pt idx="1120">
                        <c:v>39644</c:v>
                      </c:pt>
                      <c:pt idx="1121">
                        <c:v>39645</c:v>
                      </c:pt>
                      <c:pt idx="1122">
                        <c:v>39646</c:v>
                      </c:pt>
                      <c:pt idx="1123">
                        <c:v>39647</c:v>
                      </c:pt>
                      <c:pt idx="1124">
                        <c:v>39650</c:v>
                      </c:pt>
                      <c:pt idx="1125">
                        <c:v>39651</c:v>
                      </c:pt>
                      <c:pt idx="1126">
                        <c:v>39652</c:v>
                      </c:pt>
                      <c:pt idx="1127">
                        <c:v>39653</c:v>
                      </c:pt>
                      <c:pt idx="1128">
                        <c:v>39654</c:v>
                      </c:pt>
                      <c:pt idx="1129">
                        <c:v>39657</c:v>
                      </c:pt>
                      <c:pt idx="1130">
                        <c:v>39658</c:v>
                      </c:pt>
                      <c:pt idx="1131">
                        <c:v>39659</c:v>
                      </c:pt>
                      <c:pt idx="1132">
                        <c:v>39660</c:v>
                      </c:pt>
                      <c:pt idx="1133">
                        <c:v>39661</c:v>
                      </c:pt>
                      <c:pt idx="1134">
                        <c:v>39664</c:v>
                      </c:pt>
                      <c:pt idx="1135">
                        <c:v>39665</c:v>
                      </c:pt>
                      <c:pt idx="1136">
                        <c:v>39666</c:v>
                      </c:pt>
                      <c:pt idx="1137">
                        <c:v>39667</c:v>
                      </c:pt>
                      <c:pt idx="1138">
                        <c:v>39668</c:v>
                      </c:pt>
                      <c:pt idx="1139">
                        <c:v>39671</c:v>
                      </c:pt>
                      <c:pt idx="1140">
                        <c:v>39672</c:v>
                      </c:pt>
                      <c:pt idx="1141">
                        <c:v>39673</c:v>
                      </c:pt>
                      <c:pt idx="1142">
                        <c:v>39674</c:v>
                      </c:pt>
                      <c:pt idx="1143">
                        <c:v>39675</c:v>
                      </c:pt>
                      <c:pt idx="1144">
                        <c:v>39678</c:v>
                      </c:pt>
                      <c:pt idx="1145">
                        <c:v>39679</c:v>
                      </c:pt>
                      <c:pt idx="1146">
                        <c:v>39680</c:v>
                      </c:pt>
                      <c:pt idx="1147">
                        <c:v>39681</c:v>
                      </c:pt>
                      <c:pt idx="1148">
                        <c:v>39682</c:v>
                      </c:pt>
                      <c:pt idx="1149">
                        <c:v>39685</c:v>
                      </c:pt>
                      <c:pt idx="1150">
                        <c:v>39686</c:v>
                      </c:pt>
                      <c:pt idx="1151">
                        <c:v>39687</c:v>
                      </c:pt>
                      <c:pt idx="1152">
                        <c:v>39688</c:v>
                      </c:pt>
                      <c:pt idx="1153">
                        <c:v>39689</c:v>
                      </c:pt>
                      <c:pt idx="1154">
                        <c:v>39692</c:v>
                      </c:pt>
                      <c:pt idx="1155">
                        <c:v>39693</c:v>
                      </c:pt>
                      <c:pt idx="1156">
                        <c:v>39694</c:v>
                      </c:pt>
                      <c:pt idx="1157">
                        <c:v>39695</c:v>
                      </c:pt>
                      <c:pt idx="1158">
                        <c:v>39696</c:v>
                      </c:pt>
                      <c:pt idx="1159">
                        <c:v>39699</c:v>
                      </c:pt>
                      <c:pt idx="1160">
                        <c:v>39700</c:v>
                      </c:pt>
                      <c:pt idx="1161">
                        <c:v>39701</c:v>
                      </c:pt>
                      <c:pt idx="1162">
                        <c:v>39702</c:v>
                      </c:pt>
                      <c:pt idx="1163">
                        <c:v>39703</c:v>
                      </c:pt>
                      <c:pt idx="1164">
                        <c:v>39706</c:v>
                      </c:pt>
                      <c:pt idx="1165">
                        <c:v>39707</c:v>
                      </c:pt>
                      <c:pt idx="1166">
                        <c:v>39708</c:v>
                      </c:pt>
                      <c:pt idx="1167">
                        <c:v>39709</c:v>
                      </c:pt>
                      <c:pt idx="1168">
                        <c:v>39710</c:v>
                      </c:pt>
                      <c:pt idx="1169">
                        <c:v>39713</c:v>
                      </c:pt>
                      <c:pt idx="1170">
                        <c:v>39714</c:v>
                      </c:pt>
                      <c:pt idx="1171">
                        <c:v>39715</c:v>
                      </c:pt>
                      <c:pt idx="1172">
                        <c:v>39716</c:v>
                      </c:pt>
                      <c:pt idx="1173">
                        <c:v>39717</c:v>
                      </c:pt>
                      <c:pt idx="1174">
                        <c:v>39720</c:v>
                      </c:pt>
                      <c:pt idx="1175">
                        <c:v>39721</c:v>
                      </c:pt>
                      <c:pt idx="1176">
                        <c:v>39722</c:v>
                      </c:pt>
                      <c:pt idx="1177">
                        <c:v>39723</c:v>
                      </c:pt>
                      <c:pt idx="1178">
                        <c:v>39724</c:v>
                      </c:pt>
                      <c:pt idx="1179">
                        <c:v>39727</c:v>
                      </c:pt>
                      <c:pt idx="1180">
                        <c:v>39728</c:v>
                      </c:pt>
                      <c:pt idx="1181">
                        <c:v>39729</c:v>
                      </c:pt>
                      <c:pt idx="1182">
                        <c:v>39730</c:v>
                      </c:pt>
                      <c:pt idx="1183">
                        <c:v>39731</c:v>
                      </c:pt>
                      <c:pt idx="1184">
                        <c:v>39734</c:v>
                      </c:pt>
                      <c:pt idx="1185">
                        <c:v>39735</c:v>
                      </c:pt>
                      <c:pt idx="1186">
                        <c:v>39736</c:v>
                      </c:pt>
                      <c:pt idx="1187">
                        <c:v>39737</c:v>
                      </c:pt>
                      <c:pt idx="1188">
                        <c:v>39738</c:v>
                      </c:pt>
                      <c:pt idx="1189">
                        <c:v>39741</c:v>
                      </c:pt>
                      <c:pt idx="1190">
                        <c:v>39742</c:v>
                      </c:pt>
                      <c:pt idx="1191">
                        <c:v>39743</c:v>
                      </c:pt>
                      <c:pt idx="1192">
                        <c:v>39744</c:v>
                      </c:pt>
                      <c:pt idx="1193">
                        <c:v>39745</c:v>
                      </c:pt>
                      <c:pt idx="1194">
                        <c:v>39748</c:v>
                      </c:pt>
                      <c:pt idx="1195">
                        <c:v>39749</c:v>
                      </c:pt>
                      <c:pt idx="1196">
                        <c:v>39750</c:v>
                      </c:pt>
                      <c:pt idx="1197">
                        <c:v>39751</c:v>
                      </c:pt>
                      <c:pt idx="1198">
                        <c:v>39752</c:v>
                      </c:pt>
                      <c:pt idx="1199">
                        <c:v>39755</c:v>
                      </c:pt>
                      <c:pt idx="1200">
                        <c:v>39756</c:v>
                      </c:pt>
                      <c:pt idx="1201">
                        <c:v>39757</c:v>
                      </c:pt>
                      <c:pt idx="1202">
                        <c:v>39758</c:v>
                      </c:pt>
                      <c:pt idx="1203">
                        <c:v>39759</c:v>
                      </c:pt>
                      <c:pt idx="1204">
                        <c:v>39762</c:v>
                      </c:pt>
                      <c:pt idx="1205">
                        <c:v>39763</c:v>
                      </c:pt>
                      <c:pt idx="1206">
                        <c:v>39764</c:v>
                      </c:pt>
                      <c:pt idx="1207">
                        <c:v>39765</c:v>
                      </c:pt>
                      <c:pt idx="1208">
                        <c:v>39766</c:v>
                      </c:pt>
                      <c:pt idx="1209">
                        <c:v>39769</c:v>
                      </c:pt>
                      <c:pt idx="1210">
                        <c:v>39770</c:v>
                      </c:pt>
                      <c:pt idx="1211">
                        <c:v>39771</c:v>
                      </c:pt>
                      <c:pt idx="1212">
                        <c:v>39772</c:v>
                      </c:pt>
                      <c:pt idx="1213">
                        <c:v>39773</c:v>
                      </c:pt>
                      <c:pt idx="1214">
                        <c:v>39776</c:v>
                      </c:pt>
                      <c:pt idx="1215">
                        <c:v>39777</c:v>
                      </c:pt>
                      <c:pt idx="1216">
                        <c:v>39778</c:v>
                      </c:pt>
                      <c:pt idx="1217">
                        <c:v>39779</c:v>
                      </c:pt>
                      <c:pt idx="1218">
                        <c:v>39780</c:v>
                      </c:pt>
                      <c:pt idx="1219">
                        <c:v>39783</c:v>
                      </c:pt>
                      <c:pt idx="1220">
                        <c:v>39784</c:v>
                      </c:pt>
                      <c:pt idx="1221">
                        <c:v>39785</c:v>
                      </c:pt>
                      <c:pt idx="1222">
                        <c:v>39786</c:v>
                      </c:pt>
                      <c:pt idx="1223">
                        <c:v>39787</c:v>
                      </c:pt>
                      <c:pt idx="1224">
                        <c:v>39790</c:v>
                      </c:pt>
                      <c:pt idx="1225">
                        <c:v>39791</c:v>
                      </c:pt>
                      <c:pt idx="1226">
                        <c:v>39792</c:v>
                      </c:pt>
                      <c:pt idx="1227">
                        <c:v>39793</c:v>
                      </c:pt>
                      <c:pt idx="1228">
                        <c:v>39794</c:v>
                      </c:pt>
                      <c:pt idx="1229">
                        <c:v>39797</c:v>
                      </c:pt>
                      <c:pt idx="1230">
                        <c:v>39798</c:v>
                      </c:pt>
                      <c:pt idx="1231">
                        <c:v>39799</c:v>
                      </c:pt>
                      <c:pt idx="1232">
                        <c:v>39800</c:v>
                      </c:pt>
                      <c:pt idx="1233">
                        <c:v>39801</c:v>
                      </c:pt>
                      <c:pt idx="1234">
                        <c:v>39804</c:v>
                      </c:pt>
                      <c:pt idx="1235">
                        <c:v>39805</c:v>
                      </c:pt>
                      <c:pt idx="1236">
                        <c:v>39806</c:v>
                      </c:pt>
                      <c:pt idx="1237">
                        <c:v>39808</c:v>
                      </c:pt>
                      <c:pt idx="1238">
                        <c:v>39811</c:v>
                      </c:pt>
                      <c:pt idx="1239">
                        <c:v>39812</c:v>
                      </c:pt>
                      <c:pt idx="1240">
                        <c:v>39813</c:v>
                      </c:pt>
                      <c:pt idx="1241">
                        <c:v>39814</c:v>
                      </c:pt>
                      <c:pt idx="1242">
                        <c:v>39815</c:v>
                      </c:pt>
                      <c:pt idx="1243">
                        <c:v>39818</c:v>
                      </c:pt>
                      <c:pt idx="1244">
                        <c:v>39819</c:v>
                      </c:pt>
                      <c:pt idx="1245">
                        <c:v>39820</c:v>
                      </c:pt>
                      <c:pt idx="1246">
                        <c:v>39821</c:v>
                      </c:pt>
                      <c:pt idx="1247">
                        <c:v>39822</c:v>
                      </c:pt>
                      <c:pt idx="1248">
                        <c:v>39825</c:v>
                      </c:pt>
                      <c:pt idx="1249">
                        <c:v>39826</c:v>
                      </c:pt>
                      <c:pt idx="1250">
                        <c:v>39827</c:v>
                      </c:pt>
                      <c:pt idx="1251">
                        <c:v>39828</c:v>
                      </c:pt>
                      <c:pt idx="1252">
                        <c:v>39829</c:v>
                      </c:pt>
                      <c:pt idx="1253">
                        <c:v>39832</c:v>
                      </c:pt>
                      <c:pt idx="1254">
                        <c:v>39833</c:v>
                      </c:pt>
                      <c:pt idx="1255">
                        <c:v>39834</c:v>
                      </c:pt>
                      <c:pt idx="1256">
                        <c:v>39835</c:v>
                      </c:pt>
                      <c:pt idx="1257">
                        <c:v>39836</c:v>
                      </c:pt>
                      <c:pt idx="1258">
                        <c:v>39839</c:v>
                      </c:pt>
                      <c:pt idx="1259">
                        <c:v>39840</c:v>
                      </c:pt>
                      <c:pt idx="1260">
                        <c:v>39841</c:v>
                      </c:pt>
                      <c:pt idx="1261">
                        <c:v>39842</c:v>
                      </c:pt>
                      <c:pt idx="1262">
                        <c:v>39843</c:v>
                      </c:pt>
                      <c:pt idx="1263">
                        <c:v>39846</c:v>
                      </c:pt>
                      <c:pt idx="1264">
                        <c:v>39847</c:v>
                      </c:pt>
                      <c:pt idx="1265">
                        <c:v>39848</c:v>
                      </c:pt>
                      <c:pt idx="1266">
                        <c:v>39849</c:v>
                      </c:pt>
                      <c:pt idx="1267">
                        <c:v>39850</c:v>
                      </c:pt>
                      <c:pt idx="1268">
                        <c:v>39853</c:v>
                      </c:pt>
                      <c:pt idx="1269">
                        <c:v>39854</c:v>
                      </c:pt>
                      <c:pt idx="1270">
                        <c:v>39855</c:v>
                      </c:pt>
                      <c:pt idx="1271">
                        <c:v>39856</c:v>
                      </c:pt>
                      <c:pt idx="1272">
                        <c:v>39857</c:v>
                      </c:pt>
                      <c:pt idx="1273">
                        <c:v>39860</c:v>
                      </c:pt>
                      <c:pt idx="1274">
                        <c:v>39861</c:v>
                      </c:pt>
                      <c:pt idx="1275">
                        <c:v>39862</c:v>
                      </c:pt>
                      <c:pt idx="1276">
                        <c:v>39863</c:v>
                      </c:pt>
                      <c:pt idx="1277">
                        <c:v>39864</c:v>
                      </c:pt>
                      <c:pt idx="1278">
                        <c:v>39867</c:v>
                      </c:pt>
                      <c:pt idx="1279">
                        <c:v>39868</c:v>
                      </c:pt>
                      <c:pt idx="1280">
                        <c:v>39869</c:v>
                      </c:pt>
                      <c:pt idx="1281">
                        <c:v>39870</c:v>
                      </c:pt>
                      <c:pt idx="1282">
                        <c:v>39871</c:v>
                      </c:pt>
                      <c:pt idx="1283">
                        <c:v>39874</c:v>
                      </c:pt>
                      <c:pt idx="1284">
                        <c:v>39875</c:v>
                      </c:pt>
                      <c:pt idx="1285">
                        <c:v>39876</c:v>
                      </c:pt>
                      <c:pt idx="1286">
                        <c:v>39877</c:v>
                      </c:pt>
                      <c:pt idx="1287">
                        <c:v>39878</c:v>
                      </c:pt>
                      <c:pt idx="1288">
                        <c:v>39881</c:v>
                      </c:pt>
                      <c:pt idx="1289">
                        <c:v>39882</c:v>
                      </c:pt>
                      <c:pt idx="1290">
                        <c:v>39883</c:v>
                      </c:pt>
                      <c:pt idx="1291">
                        <c:v>39884</c:v>
                      </c:pt>
                      <c:pt idx="1292">
                        <c:v>39885</c:v>
                      </c:pt>
                      <c:pt idx="1293">
                        <c:v>39888</c:v>
                      </c:pt>
                      <c:pt idx="1294">
                        <c:v>39889</c:v>
                      </c:pt>
                      <c:pt idx="1295">
                        <c:v>39890</c:v>
                      </c:pt>
                      <c:pt idx="1296">
                        <c:v>39891</c:v>
                      </c:pt>
                      <c:pt idx="1297">
                        <c:v>39892</c:v>
                      </c:pt>
                      <c:pt idx="1298">
                        <c:v>39895</c:v>
                      </c:pt>
                      <c:pt idx="1299">
                        <c:v>39896</c:v>
                      </c:pt>
                      <c:pt idx="1300">
                        <c:v>39897</c:v>
                      </c:pt>
                      <c:pt idx="1301">
                        <c:v>39898</c:v>
                      </c:pt>
                      <c:pt idx="1302">
                        <c:v>39899</c:v>
                      </c:pt>
                      <c:pt idx="1303">
                        <c:v>39902</c:v>
                      </c:pt>
                      <c:pt idx="1304">
                        <c:v>39903</c:v>
                      </c:pt>
                      <c:pt idx="1305">
                        <c:v>39904</c:v>
                      </c:pt>
                      <c:pt idx="1306">
                        <c:v>39905</c:v>
                      </c:pt>
                      <c:pt idx="1307">
                        <c:v>39906</c:v>
                      </c:pt>
                      <c:pt idx="1308">
                        <c:v>39909</c:v>
                      </c:pt>
                      <c:pt idx="1309">
                        <c:v>39910</c:v>
                      </c:pt>
                      <c:pt idx="1310">
                        <c:v>39911</c:v>
                      </c:pt>
                      <c:pt idx="1311">
                        <c:v>39912</c:v>
                      </c:pt>
                      <c:pt idx="1312">
                        <c:v>39913</c:v>
                      </c:pt>
                      <c:pt idx="1313">
                        <c:v>39916</c:v>
                      </c:pt>
                      <c:pt idx="1314">
                        <c:v>39917</c:v>
                      </c:pt>
                      <c:pt idx="1315">
                        <c:v>39918</c:v>
                      </c:pt>
                      <c:pt idx="1316">
                        <c:v>39919</c:v>
                      </c:pt>
                      <c:pt idx="1317">
                        <c:v>39920</c:v>
                      </c:pt>
                      <c:pt idx="1318">
                        <c:v>39923</c:v>
                      </c:pt>
                      <c:pt idx="1319">
                        <c:v>39924</c:v>
                      </c:pt>
                      <c:pt idx="1320">
                        <c:v>39925</c:v>
                      </c:pt>
                      <c:pt idx="1321">
                        <c:v>39926</c:v>
                      </c:pt>
                      <c:pt idx="1322">
                        <c:v>39927</c:v>
                      </c:pt>
                      <c:pt idx="1323">
                        <c:v>39930</c:v>
                      </c:pt>
                      <c:pt idx="1324">
                        <c:v>39931</c:v>
                      </c:pt>
                      <c:pt idx="1325">
                        <c:v>39932</c:v>
                      </c:pt>
                      <c:pt idx="1326">
                        <c:v>39933</c:v>
                      </c:pt>
                      <c:pt idx="1327">
                        <c:v>39934</c:v>
                      </c:pt>
                      <c:pt idx="1328">
                        <c:v>39937</c:v>
                      </c:pt>
                      <c:pt idx="1329">
                        <c:v>39938</c:v>
                      </c:pt>
                      <c:pt idx="1330">
                        <c:v>39939</c:v>
                      </c:pt>
                      <c:pt idx="1331">
                        <c:v>39940</c:v>
                      </c:pt>
                      <c:pt idx="1332">
                        <c:v>39941</c:v>
                      </c:pt>
                      <c:pt idx="1333">
                        <c:v>39944</c:v>
                      </c:pt>
                      <c:pt idx="1334">
                        <c:v>39945</c:v>
                      </c:pt>
                      <c:pt idx="1335">
                        <c:v>39946</c:v>
                      </c:pt>
                      <c:pt idx="1336">
                        <c:v>39947</c:v>
                      </c:pt>
                      <c:pt idx="1337">
                        <c:v>39948</c:v>
                      </c:pt>
                      <c:pt idx="1338">
                        <c:v>39951</c:v>
                      </c:pt>
                      <c:pt idx="1339">
                        <c:v>39952</c:v>
                      </c:pt>
                      <c:pt idx="1340">
                        <c:v>39953</c:v>
                      </c:pt>
                      <c:pt idx="1341">
                        <c:v>39954</c:v>
                      </c:pt>
                      <c:pt idx="1342">
                        <c:v>39955</c:v>
                      </c:pt>
                      <c:pt idx="1343">
                        <c:v>39958</c:v>
                      </c:pt>
                      <c:pt idx="1344">
                        <c:v>39959</c:v>
                      </c:pt>
                      <c:pt idx="1345">
                        <c:v>39960</c:v>
                      </c:pt>
                      <c:pt idx="1346">
                        <c:v>39961</c:v>
                      </c:pt>
                      <c:pt idx="1347">
                        <c:v>39962</c:v>
                      </c:pt>
                      <c:pt idx="1348">
                        <c:v>39965</c:v>
                      </c:pt>
                      <c:pt idx="1349">
                        <c:v>39966</c:v>
                      </c:pt>
                      <c:pt idx="1350">
                        <c:v>39967</c:v>
                      </c:pt>
                      <c:pt idx="1351">
                        <c:v>39968</c:v>
                      </c:pt>
                      <c:pt idx="1352">
                        <c:v>39969</c:v>
                      </c:pt>
                      <c:pt idx="1353">
                        <c:v>39972</c:v>
                      </c:pt>
                      <c:pt idx="1354">
                        <c:v>39973</c:v>
                      </c:pt>
                      <c:pt idx="1355">
                        <c:v>39974</c:v>
                      </c:pt>
                      <c:pt idx="1356">
                        <c:v>39975</c:v>
                      </c:pt>
                      <c:pt idx="1357">
                        <c:v>39976</c:v>
                      </c:pt>
                      <c:pt idx="1358">
                        <c:v>39979</c:v>
                      </c:pt>
                      <c:pt idx="1359">
                        <c:v>39980</c:v>
                      </c:pt>
                      <c:pt idx="1360">
                        <c:v>39981</c:v>
                      </c:pt>
                      <c:pt idx="1361">
                        <c:v>39982</c:v>
                      </c:pt>
                      <c:pt idx="1362">
                        <c:v>39983</c:v>
                      </c:pt>
                      <c:pt idx="1363">
                        <c:v>39986</c:v>
                      </c:pt>
                      <c:pt idx="1364">
                        <c:v>39987</c:v>
                      </c:pt>
                      <c:pt idx="1365">
                        <c:v>39988</c:v>
                      </c:pt>
                      <c:pt idx="1366">
                        <c:v>39989</c:v>
                      </c:pt>
                      <c:pt idx="1367">
                        <c:v>39990</c:v>
                      </c:pt>
                      <c:pt idx="1368">
                        <c:v>39993</c:v>
                      </c:pt>
                      <c:pt idx="1369">
                        <c:v>39994</c:v>
                      </c:pt>
                      <c:pt idx="1370">
                        <c:v>39995</c:v>
                      </c:pt>
                      <c:pt idx="1371">
                        <c:v>39996</c:v>
                      </c:pt>
                      <c:pt idx="1372">
                        <c:v>39997</c:v>
                      </c:pt>
                      <c:pt idx="1373">
                        <c:v>40000</c:v>
                      </c:pt>
                      <c:pt idx="1374">
                        <c:v>40001</c:v>
                      </c:pt>
                      <c:pt idx="1375">
                        <c:v>40002</c:v>
                      </c:pt>
                      <c:pt idx="1376">
                        <c:v>40003</c:v>
                      </c:pt>
                      <c:pt idx="1377">
                        <c:v>40004</c:v>
                      </c:pt>
                      <c:pt idx="1378">
                        <c:v>40007</c:v>
                      </c:pt>
                      <c:pt idx="1379">
                        <c:v>40008</c:v>
                      </c:pt>
                      <c:pt idx="1380">
                        <c:v>40009</c:v>
                      </c:pt>
                      <c:pt idx="1381">
                        <c:v>40010</c:v>
                      </c:pt>
                      <c:pt idx="1382">
                        <c:v>40011</c:v>
                      </c:pt>
                      <c:pt idx="1383">
                        <c:v>40014</c:v>
                      </c:pt>
                      <c:pt idx="1384">
                        <c:v>40015</c:v>
                      </c:pt>
                      <c:pt idx="1385">
                        <c:v>40016</c:v>
                      </c:pt>
                      <c:pt idx="1386">
                        <c:v>40017</c:v>
                      </c:pt>
                      <c:pt idx="1387">
                        <c:v>40018</c:v>
                      </c:pt>
                      <c:pt idx="1388">
                        <c:v>40021</c:v>
                      </c:pt>
                      <c:pt idx="1389">
                        <c:v>40022</c:v>
                      </c:pt>
                      <c:pt idx="1390">
                        <c:v>40023</c:v>
                      </c:pt>
                      <c:pt idx="1391">
                        <c:v>40024</c:v>
                      </c:pt>
                      <c:pt idx="1392">
                        <c:v>40025</c:v>
                      </c:pt>
                      <c:pt idx="1393">
                        <c:v>40028</c:v>
                      </c:pt>
                      <c:pt idx="1394">
                        <c:v>40029</c:v>
                      </c:pt>
                      <c:pt idx="1395">
                        <c:v>40030</c:v>
                      </c:pt>
                      <c:pt idx="1396">
                        <c:v>40031</c:v>
                      </c:pt>
                      <c:pt idx="1397">
                        <c:v>40032</c:v>
                      </c:pt>
                      <c:pt idx="1398">
                        <c:v>40035</c:v>
                      </c:pt>
                      <c:pt idx="1399">
                        <c:v>40036</c:v>
                      </c:pt>
                      <c:pt idx="1400">
                        <c:v>40037</c:v>
                      </c:pt>
                      <c:pt idx="1401">
                        <c:v>40038</c:v>
                      </c:pt>
                      <c:pt idx="1402">
                        <c:v>40039</c:v>
                      </c:pt>
                      <c:pt idx="1403">
                        <c:v>40042</c:v>
                      </c:pt>
                      <c:pt idx="1404">
                        <c:v>40043</c:v>
                      </c:pt>
                      <c:pt idx="1405">
                        <c:v>40044</c:v>
                      </c:pt>
                      <c:pt idx="1406">
                        <c:v>40045</c:v>
                      </c:pt>
                      <c:pt idx="1407">
                        <c:v>40046</c:v>
                      </c:pt>
                      <c:pt idx="1408">
                        <c:v>40049</c:v>
                      </c:pt>
                      <c:pt idx="1409">
                        <c:v>40050</c:v>
                      </c:pt>
                      <c:pt idx="1410">
                        <c:v>40051</c:v>
                      </c:pt>
                      <c:pt idx="1411">
                        <c:v>40052</c:v>
                      </c:pt>
                      <c:pt idx="1412">
                        <c:v>40053</c:v>
                      </c:pt>
                      <c:pt idx="1413">
                        <c:v>40056</c:v>
                      </c:pt>
                      <c:pt idx="1414">
                        <c:v>40057</c:v>
                      </c:pt>
                      <c:pt idx="1415">
                        <c:v>40058</c:v>
                      </c:pt>
                      <c:pt idx="1416">
                        <c:v>40059</c:v>
                      </c:pt>
                      <c:pt idx="1417">
                        <c:v>40060</c:v>
                      </c:pt>
                      <c:pt idx="1418">
                        <c:v>40063</c:v>
                      </c:pt>
                      <c:pt idx="1419">
                        <c:v>40064</c:v>
                      </c:pt>
                      <c:pt idx="1420">
                        <c:v>40065</c:v>
                      </c:pt>
                      <c:pt idx="1421">
                        <c:v>40066</c:v>
                      </c:pt>
                      <c:pt idx="1422">
                        <c:v>40067</c:v>
                      </c:pt>
                      <c:pt idx="1423">
                        <c:v>40070</c:v>
                      </c:pt>
                      <c:pt idx="1424">
                        <c:v>40071</c:v>
                      </c:pt>
                      <c:pt idx="1425">
                        <c:v>40072</c:v>
                      </c:pt>
                      <c:pt idx="1426">
                        <c:v>40073</c:v>
                      </c:pt>
                      <c:pt idx="1427">
                        <c:v>40074</c:v>
                      </c:pt>
                      <c:pt idx="1428">
                        <c:v>40077</c:v>
                      </c:pt>
                      <c:pt idx="1429">
                        <c:v>40078</c:v>
                      </c:pt>
                      <c:pt idx="1430">
                        <c:v>40079</c:v>
                      </c:pt>
                      <c:pt idx="1431">
                        <c:v>40080</c:v>
                      </c:pt>
                      <c:pt idx="1432">
                        <c:v>40081</c:v>
                      </c:pt>
                      <c:pt idx="1433">
                        <c:v>40084</c:v>
                      </c:pt>
                      <c:pt idx="1434">
                        <c:v>40085</c:v>
                      </c:pt>
                      <c:pt idx="1435">
                        <c:v>40086</c:v>
                      </c:pt>
                      <c:pt idx="1436">
                        <c:v>40087</c:v>
                      </c:pt>
                      <c:pt idx="1437">
                        <c:v>40088</c:v>
                      </c:pt>
                      <c:pt idx="1438">
                        <c:v>40091</c:v>
                      </c:pt>
                      <c:pt idx="1439">
                        <c:v>40092</c:v>
                      </c:pt>
                      <c:pt idx="1440">
                        <c:v>40093</c:v>
                      </c:pt>
                      <c:pt idx="1441">
                        <c:v>40094</c:v>
                      </c:pt>
                      <c:pt idx="1442">
                        <c:v>40095</c:v>
                      </c:pt>
                      <c:pt idx="1443">
                        <c:v>40098</c:v>
                      </c:pt>
                      <c:pt idx="1444">
                        <c:v>40099</c:v>
                      </c:pt>
                      <c:pt idx="1445">
                        <c:v>40100</c:v>
                      </c:pt>
                      <c:pt idx="1446">
                        <c:v>40101</c:v>
                      </c:pt>
                      <c:pt idx="1447">
                        <c:v>40102</c:v>
                      </c:pt>
                      <c:pt idx="1448">
                        <c:v>40105</c:v>
                      </c:pt>
                      <c:pt idx="1449">
                        <c:v>40106</c:v>
                      </c:pt>
                      <c:pt idx="1450">
                        <c:v>40107</c:v>
                      </c:pt>
                      <c:pt idx="1451">
                        <c:v>40108</c:v>
                      </c:pt>
                      <c:pt idx="1452">
                        <c:v>40109</c:v>
                      </c:pt>
                      <c:pt idx="1453">
                        <c:v>40112</c:v>
                      </c:pt>
                      <c:pt idx="1454">
                        <c:v>40113</c:v>
                      </c:pt>
                      <c:pt idx="1455">
                        <c:v>40114</c:v>
                      </c:pt>
                      <c:pt idx="1456">
                        <c:v>40115</c:v>
                      </c:pt>
                      <c:pt idx="1457">
                        <c:v>40116</c:v>
                      </c:pt>
                      <c:pt idx="1458">
                        <c:v>40119</c:v>
                      </c:pt>
                      <c:pt idx="1459">
                        <c:v>40120</c:v>
                      </c:pt>
                      <c:pt idx="1460">
                        <c:v>40121</c:v>
                      </c:pt>
                      <c:pt idx="1461">
                        <c:v>40122</c:v>
                      </c:pt>
                      <c:pt idx="1462">
                        <c:v>40123</c:v>
                      </c:pt>
                      <c:pt idx="1463">
                        <c:v>40126</c:v>
                      </c:pt>
                      <c:pt idx="1464">
                        <c:v>40127</c:v>
                      </c:pt>
                      <c:pt idx="1465">
                        <c:v>40128</c:v>
                      </c:pt>
                      <c:pt idx="1466">
                        <c:v>40129</c:v>
                      </c:pt>
                      <c:pt idx="1467">
                        <c:v>40130</c:v>
                      </c:pt>
                      <c:pt idx="1468">
                        <c:v>40133</c:v>
                      </c:pt>
                      <c:pt idx="1469">
                        <c:v>40134</c:v>
                      </c:pt>
                      <c:pt idx="1470">
                        <c:v>40135</c:v>
                      </c:pt>
                      <c:pt idx="1471">
                        <c:v>40136</c:v>
                      </c:pt>
                      <c:pt idx="1472">
                        <c:v>40137</c:v>
                      </c:pt>
                      <c:pt idx="1473">
                        <c:v>40140</c:v>
                      </c:pt>
                      <c:pt idx="1474">
                        <c:v>40141</c:v>
                      </c:pt>
                      <c:pt idx="1475">
                        <c:v>40142</c:v>
                      </c:pt>
                      <c:pt idx="1476">
                        <c:v>40143</c:v>
                      </c:pt>
                      <c:pt idx="1477">
                        <c:v>40144</c:v>
                      </c:pt>
                      <c:pt idx="1478">
                        <c:v>40147</c:v>
                      </c:pt>
                      <c:pt idx="1479">
                        <c:v>40148</c:v>
                      </c:pt>
                      <c:pt idx="1480">
                        <c:v>40149</c:v>
                      </c:pt>
                      <c:pt idx="1481">
                        <c:v>40150</c:v>
                      </c:pt>
                      <c:pt idx="1482">
                        <c:v>40151</c:v>
                      </c:pt>
                      <c:pt idx="1483">
                        <c:v>40154</c:v>
                      </c:pt>
                      <c:pt idx="1484">
                        <c:v>40155</c:v>
                      </c:pt>
                      <c:pt idx="1485">
                        <c:v>40156</c:v>
                      </c:pt>
                      <c:pt idx="1486">
                        <c:v>40157</c:v>
                      </c:pt>
                      <c:pt idx="1487">
                        <c:v>40158</c:v>
                      </c:pt>
                      <c:pt idx="1488">
                        <c:v>40161</c:v>
                      </c:pt>
                      <c:pt idx="1489">
                        <c:v>40162</c:v>
                      </c:pt>
                      <c:pt idx="1490">
                        <c:v>40163</c:v>
                      </c:pt>
                      <c:pt idx="1491">
                        <c:v>40164</c:v>
                      </c:pt>
                      <c:pt idx="1492">
                        <c:v>40165</c:v>
                      </c:pt>
                      <c:pt idx="1493">
                        <c:v>40168</c:v>
                      </c:pt>
                      <c:pt idx="1494">
                        <c:v>40169</c:v>
                      </c:pt>
                      <c:pt idx="1495">
                        <c:v>40170</c:v>
                      </c:pt>
                      <c:pt idx="1496">
                        <c:v>40171</c:v>
                      </c:pt>
                      <c:pt idx="1497">
                        <c:v>40172</c:v>
                      </c:pt>
                      <c:pt idx="1498">
                        <c:v>40175</c:v>
                      </c:pt>
                      <c:pt idx="1499">
                        <c:v>40176</c:v>
                      </c:pt>
                      <c:pt idx="1500">
                        <c:v>40177</c:v>
                      </c:pt>
                      <c:pt idx="1501">
                        <c:v>40178</c:v>
                      </c:pt>
                      <c:pt idx="1502">
                        <c:v>40179</c:v>
                      </c:pt>
                      <c:pt idx="1503">
                        <c:v>40182</c:v>
                      </c:pt>
                      <c:pt idx="1504">
                        <c:v>40183</c:v>
                      </c:pt>
                      <c:pt idx="1505">
                        <c:v>40184</c:v>
                      </c:pt>
                      <c:pt idx="1506">
                        <c:v>40185</c:v>
                      </c:pt>
                      <c:pt idx="1507">
                        <c:v>40186</c:v>
                      </c:pt>
                      <c:pt idx="1508">
                        <c:v>40189</c:v>
                      </c:pt>
                      <c:pt idx="1509">
                        <c:v>40190</c:v>
                      </c:pt>
                      <c:pt idx="1510">
                        <c:v>40191</c:v>
                      </c:pt>
                      <c:pt idx="1511">
                        <c:v>40192</c:v>
                      </c:pt>
                      <c:pt idx="1512">
                        <c:v>40193</c:v>
                      </c:pt>
                      <c:pt idx="1513">
                        <c:v>40196</c:v>
                      </c:pt>
                      <c:pt idx="1514">
                        <c:v>40197</c:v>
                      </c:pt>
                      <c:pt idx="1515">
                        <c:v>40198</c:v>
                      </c:pt>
                      <c:pt idx="1516">
                        <c:v>40199</c:v>
                      </c:pt>
                      <c:pt idx="1517">
                        <c:v>40200</c:v>
                      </c:pt>
                      <c:pt idx="1518">
                        <c:v>40203</c:v>
                      </c:pt>
                      <c:pt idx="1519">
                        <c:v>40204</c:v>
                      </c:pt>
                      <c:pt idx="1520">
                        <c:v>40205</c:v>
                      </c:pt>
                      <c:pt idx="1521">
                        <c:v>40206</c:v>
                      </c:pt>
                      <c:pt idx="1522">
                        <c:v>40207</c:v>
                      </c:pt>
                      <c:pt idx="1523">
                        <c:v>40210</c:v>
                      </c:pt>
                      <c:pt idx="1524">
                        <c:v>40211</c:v>
                      </c:pt>
                      <c:pt idx="1525">
                        <c:v>40212</c:v>
                      </c:pt>
                      <c:pt idx="1526">
                        <c:v>40213</c:v>
                      </c:pt>
                      <c:pt idx="1527">
                        <c:v>40214</c:v>
                      </c:pt>
                      <c:pt idx="1528">
                        <c:v>40217</c:v>
                      </c:pt>
                      <c:pt idx="1529">
                        <c:v>40218</c:v>
                      </c:pt>
                      <c:pt idx="1530">
                        <c:v>40219</c:v>
                      </c:pt>
                      <c:pt idx="1531">
                        <c:v>40220</c:v>
                      </c:pt>
                      <c:pt idx="1532">
                        <c:v>40221</c:v>
                      </c:pt>
                      <c:pt idx="1533">
                        <c:v>40224</c:v>
                      </c:pt>
                      <c:pt idx="1534">
                        <c:v>40225</c:v>
                      </c:pt>
                      <c:pt idx="1535">
                        <c:v>40226</c:v>
                      </c:pt>
                      <c:pt idx="1536">
                        <c:v>40227</c:v>
                      </c:pt>
                      <c:pt idx="1537">
                        <c:v>40228</c:v>
                      </c:pt>
                      <c:pt idx="1538">
                        <c:v>40231</c:v>
                      </c:pt>
                      <c:pt idx="1539">
                        <c:v>40232</c:v>
                      </c:pt>
                      <c:pt idx="1540">
                        <c:v>40233</c:v>
                      </c:pt>
                      <c:pt idx="1541">
                        <c:v>40234</c:v>
                      </c:pt>
                      <c:pt idx="1542">
                        <c:v>40235</c:v>
                      </c:pt>
                      <c:pt idx="1543">
                        <c:v>40238</c:v>
                      </c:pt>
                      <c:pt idx="1544">
                        <c:v>40239</c:v>
                      </c:pt>
                      <c:pt idx="1545">
                        <c:v>40240</c:v>
                      </c:pt>
                      <c:pt idx="1546">
                        <c:v>40241</c:v>
                      </c:pt>
                      <c:pt idx="1547">
                        <c:v>40242</c:v>
                      </c:pt>
                      <c:pt idx="1548">
                        <c:v>40245</c:v>
                      </c:pt>
                      <c:pt idx="1549">
                        <c:v>40246</c:v>
                      </c:pt>
                      <c:pt idx="1550">
                        <c:v>40247</c:v>
                      </c:pt>
                      <c:pt idx="1551">
                        <c:v>40248</c:v>
                      </c:pt>
                      <c:pt idx="1552">
                        <c:v>40249</c:v>
                      </c:pt>
                      <c:pt idx="1553">
                        <c:v>40252</c:v>
                      </c:pt>
                      <c:pt idx="1554">
                        <c:v>40253</c:v>
                      </c:pt>
                      <c:pt idx="1555">
                        <c:v>40254</c:v>
                      </c:pt>
                      <c:pt idx="1556">
                        <c:v>40255</c:v>
                      </c:pt>
                      <c:pt idx="1557">
                        <c:v>40256</c:v>
                      </c:pt>
                      <c:pt idx="1558">
                        <c:v>40259</c:v>
                      </c:pt>
                      <c:pt idx="1559">
                        <c:v>40260</c:v>
                      </c:pt>
                      <c:pt idx="1560">
                        <c:v>40261</c:v>
                      </c:pt>
                      <c:pt idx="1561">
                        <c:v>40262</c:v>
                      </c:pt>
                      <c:pt idx="1562">
                        <c:v>40263</c:v>
                      </c:pt>
                      <c:pt idx="1563">
                        <c:v>40266</c:v>
                      </c:pt>
                      <c:pt idx="1564">
                        <c:v>40267</c:v>
                      </c:pt>
                      <c:pt idx="1565">
                        <c:v>40268</c:v>
                      </c:pt>
                      <c:pt idx="1566">
                        <c:v>40269</c:v>
                      </c:pt>
                      <c:pt idx="1567">
                        <c:v>40270</c:v>
                      </c:pt>
                      <c:pt idx="1568">
                        <c:v>40273</c:v>
                      </c:pt>
                      <c:pt idx="1569">
                        <c:v>40274</c:v>
                      </c:pt>
                      <c:pt idx="1570">
                        <c:v>40275</c:v>
                      </c:pt>
                      <c:pt idx="1571">
                        <c:v>40276</c:v>
                      </c:pt>
                      <c:pt idx="1572">
                        <c:v>40277</c:v>
                      </c:pt>
                      <c:pt idx="1573">
                        <c:v>40280</c:v>
                      </c:pt>
                      <c:pt idx="1574">
                        <c:v>40281</c:v>
                      </c:pt>
                      <c:pt idx="1575">
                        <c:v>40282</c:v>
                      </c:pt>
                      <c:pt idx="1576">
                        <c:v>40283</c:v>
                      </c:pt>
                      <c:pt idx="1577">
                        <c:v>40284</c:v>
                      </c:pt>
                      <c:pt idx="1578">
                        <c:v>40287</c:v>
                      </c:pt>
                      <c:pt idx="1579">
                        <c:v>40288</c:v>
                      </c:pt>
                      <c:pt idx="1580">
                        <c:v>40289</c:v>
                      </c:pt>
                      <c:pt idx="1581">
                        <c:v>40290</c:v>
                      </c:pt>
                      <c:pt idx="1582">
                        <c:v>40291</c:v>
                      </c:pt>
                      <c:pt idx="1583">
                        <c:v>40294</c:v>
                      </c:pt>
                      <c:pt idx="1584">
                        <c:v>40295</c:v>
                      </c:pt>
                      <c:pt idx="1585">
                        <c:v>40296</c:v>
                      </c:pt>
                      <c:pt idx="1586">
                        <c:v>40297</c:v>
                      </c:pt>
                      <c:pt idx="1587">
                        <c:v>40298</c:v>
                      </c:pt>
                      <c:pt idx="1588">
                        <c:v>40301</c:v>
                      </c:pt>
                      <c:pt idx="1589">
                        <c:v>40302</c:v>
                      </c:pt>
                      <c:pt idx="1590">
                        <c:v>40303</c:v>
                      </c:pt>
                      <c:pt idx="1591">
                        <c:v>40304</c:v>
                      </c:pt>
                      <c:pt idx="1592">
                        <c:v>40305</c:v>
                      </c:pt>
                      <c:pt idx="1593">
                        <c:v>40308</c:v>
                      </c:pt>
                      <c:pt idx="1594">
                        <c:v>40309</c:v>
                      </c:pt>
                      <c:pt idx="1595">
                        <c:v>40310</c:v>
                      </c:pt>
                      <c:pt idx="1596">
                        <c:v>40311</c:v>
                      </c:pt>
                      <c:pt idx="1597">
                        <c:v>40312</c:v>
                      </c:pt>
                      <c:pt idx="1598">
                        <c:v>40315</c:v>
                      </c:pt>
                      <c:pt idx="1599">
                        <c:v>40316</c:v>
                      </c:pt>
                      <c:pt idx="1600">
                        <c:v>40317</c:v>
                      </c:pt>
                      <c:pt idx="1601">
                        <c:v>40318</c:v>
                      </c:pt>
                      <c:pt idx="1602">
                        <c:v>40319</c:v>
                      </c:pt>
                      <c:pt idx="1603">
                        <c:v>40322</c:v>
                      </c:pt>
                      <c:pt idx="1604">
                        <c:v>40323</c:v>
                      </c:pt>
                      <c:pt idx="1605">
                        <c:v>40324</c:v>
                      </c:pt>
                      <c:pt idx="1606">
                        <c:v>40325</c:v>
                      </c:pt>
                      <c:pt idx="1607">
                        <c:v>40326</c:v>
                      </c:pt>
                      <c:pt idx="1608">
                        <c:v>40329</c:v>
                      </c:pt>
                      <c:pt idx="1609">
                        <c:v>40330</c:v>
                      </c:pt>
                      <c:pt idx="1610">
                        <c:v>40331</c:v>
                      </c:pt>
                      <c:pt idx="1611">
                        <c:v>40332</c:v>
                      </c:pt>
                      <c:pt idx="1612">
                        <c:v>40333</c:v>
                      </c:pt>
                      <c:pt idx="1613">
                        <c:v>40336</c:v>
                      </c:pt>
                      <c:pt idx="1614">
                        <c:v>40337</c:v>
                      </c:pt>
                      <c:pt idx="1615">
                        <c:v>40338</c:v>
                      </c:pt>
                      <c:pt idx="1616">
                        <c:v>40339</c:v>
                      </c:pt>
                      <c:pt idx="1617">
                        <c:v>40340</c:v>
                      </c:pt>
                      <c:pt idx="1618">
                        <c:v>40343</c:v>
                      </c:pt>
                      <c:pt idx="1619">
                        <c:v>40344</c:v>
                      </c:pt>
                      <c:pt idx="1620">
                        <c:v>40345</c:v>
                      </c:pt>
                      <c:pt idx="1621">
                        <c:v>40346</c:v>
                      </c:pt>
                      <c:pt idx="1622">
                        <c:v>40347</c:v>
                      </c:pt>
                      <c:pt idx="1623">
                        <c:v>40350</c:v>
                      </c:pt>
                      <c:pt idx="1624">
                        <c:v>40351</c:v>
                      </c:pt>
                      <c:pt idx="1625">
                        <c:v>40352</c:v>
                      </c:pt>
                      <c:pt idx="1626">
                        <c:v>40353</c:v>
                      </c:pt>
                      <c:pt idx="1627">
                        <c:v>40354</c:v>
                      </c:pt>
                      <c:pt idx="1628">
                        <c:v>40357</c:v>
                      </c:pt>
                      <c:pt idx="1629">
                        <c:v>40358</c:v>
                      </c:pt>
                      <c:pt idx="1630">
                        <c:v>40359</c:v>
                      </c:pt>
                      <c:pt idx="1631">
                        <c:v>40360</c:v>
                      </c:pt>
                      <c:pt idx="1632">
                        <c:v>40361</c:v>
                      </c:pt>
                      <c:pt idx="1633">
                        <c:v>40364</c:v>
                      </c:pt>
                      <c:pt idx="1634">
                        <c:v>40365</c:v>
                      </c:pt>
                      <c:pt idx="1635">
                        <c:v>40366</c:v>
                      </c:pt>
                      <c:pt idx="1636">
                        <c:v>40367</c:v>
                      </c:pt>
                      <c:pt idx="1637">
                        <c:v>40368</c:v>
                      </c:pt>
                      <c:pt idx="1638">
                        <c:v>40371</c:v>
                      </c:pt>
                      <c:pt idx="1639">
                        <c:v>40372</c:v>
                      </c:pt>
                      <c:pt idx="1640">
                        <c:v>40373</c:v>
                      </c:pt>
                      <c:pt idx="1641">
                        <c:v>40374</c:v>
                      </c:pt>
                      <c:pt idx="1642">
                        <c:v>40375</c:v>
                      </c:pt>
                      <c:pt idx="1643">
                        <c:v>40378</c:v>
                      </c:pt>
                      <c:pt idx="1644">
                        <c:v>40379</c:v>
                      </c:pt>
                      <c:pt idx="1645">
                        <c:v>40380</c:v>
                      </c:pt>
                      <c:pt idx="1646">
                        <c:v>40381</c:v>
                      </c:pt>
                      <c:pt idx="1647">
                        <c:v>40382</c:v>
                      </c:pt>
                      <c:pt idx="1648">
                        <c:v>40385</c:v>
                      </c:pt>
                      <c:pt idx="1649">
                        <c:v>40386</c:v>
                      </c:pt>
                      <c:pt idx="1650">
                        <c:v>40387</c:v>
                      </c:pt>
                      <c:pt idx="1651">
                        <c:v>40388</c:v>
                      </c:pt>
                      <c:pt idx="1652">
                        <c:v>40389</c:v>
                      </c:pt>
                      <c:pt idx="1653">
                        <c:v>40392</c:v>
                      </c:pt>
                      <c:pt idx="1654">
                        <c:v>40393</c:v>
                      </c:pt>
                      <c:pt idx="1655">
                        <c:v>40394</c:v>
                      </c:pt>
                      <c:pt idx="1656">
                        <c:v>40395</c:v>
                      </c:pt>
                      <c:pt idx="1657">
                        <c:v>40396</c:v>
                      </c:pt>
                      <c:pt idx="1658">
                        <c:v>40399</c:v>
                      </c:pt>
                      <c:pt idx="1659">
                        <c:v>40400</c:v>
                      </c:pt>
                      <c:pt idx="1660">
                        <c:v>40401</c:v>
                      </c:pt>
                      <c:pt idx="1661">
                        <c:v>40402</c:v>
                      </c:pt>
                      <c:pt idx="1662">
                        <c:v>40403</c:v>
                      </c:pt>
                      <c:pt idx="1663">
                        <c:v>40406</c:v>
                      </c:pt>
                      <c:pt idx="1664">
                        <c:v>40407</c:v>
                      </c:pt>
                      <c:pt idx="1665">
                        <c:v>40408</c:v>
                      </c:pt>
                      <c:pt idx="1666">
                        <c:v>40409</c:v>
                      </c:pt>
                      <c:pt idx="1667">
                        <c:v>40410</c:v>
                      </c:pt>
                      <c:pt idx="1668">
                        <c:v>40413</c:v>
                      </c:pt>
                      <c:pt idx="1669">
                        <c:v>40414</c:v>
                      </c:pt>
                      <c:pt idx="1670">
                        <c:v>40415</c:v>
                      </c:pt>
                      <c:pt idx="1671">
                        <c:v>40416</c:v>
                      </c:pt>
                      <c:pt idx="1672">
                        <c:v>40417</c:v>
                      </c:pt>
                      <c:pt idx="1673">
                        <c:v>40420</c:v>
                      </c:pt>
                      <c:pt idx="1674">
                        <c:v>40421</c:v>
                      </c:pt>
                      <c:pt idx="1675">
                        <c:v>40422</c:v>
                      </c:pt>
                      <c:pt idx="1676">
                        <c:v>40423</c:v>
                      </c:pt>
                      <c:pt idx="1677">
                        <c:v>40424</c:v>
                      </c:pt>
                      <c:pt idx="1678">
                        <c:v>40427</c:v>
                      </c:pt>
                      <c:pt idx="1679">
                        <c:v>40428</c:v>
                      </c:pt>
                      <c:pt idx="1680">
                        <c:v>40429</c:v>
                      </c:pt>
                      <c:pt idx="1681">
                        <c:v>40430</c:v>
                      </c:pt>
                      <c:pt idx="1682">
                        <c:v>40431</c:v>
                      </c:pt>
                      <c:pt idx="1683">
                        <c:v>40434</c:v>
                      </c:pt>
                      <c:pt idx="1684">
                        <c:v>40435</c:v>
                      </c:pt>
                      <c:pt idx="1685">
                        <c:v>40436</c:v>
                      </c:pt>
                      <c:pt idx="1686">
                        <c:v>40437</c:v>
                      </c:pt>
                      <c:pt idx="1687">
                        <c:v>40438</c:v>
                      </c:pt>
                      <c:pt idx="1688">
                        <c:v>40441</c:v>
                      </c:pt>
                      <c:pt idx="1689">
                        <c:v>40442</c:v>
                      </c:pt>
                      <c:pt idx="1690">
                        <c:v>40443</c:v>
                      </c:pt>
                      <c:pt idx="1691">
                        <c:v>40444</c:v>
                      </c:pt>
                      <c:pt idx="1692">
                        <c:v>40445</c:v>
                      </c:pt>
                      <c:pt idx="1693">
                        <c:v>40448</c:v>
                      </c:pt>
                      <c:pt idx="1694">
                        <c:v>40449</c:v>
                      </c:pt>
                      <c:pt idx="1695">
                        <c:v>40450</c:v>
                      </c:pt>
                      <c:pt idx="1696">
                        <c:v>40451</c:v>
                      </c:pt>
                      <c:pt idx="1697">
                        <c:v>40452</c:v>
                      </c:pt>
                      <c:pt idx="1698">
                        <c:v>40455</c:v>
                      </c:pt>
                      <c:pt idx="1699">
                        <c:v>40456</c:v>
                      </c:pt>
                      <c:pt idx="1700">
                        <c:v>40457</c:v>
                      </c:pt>
                      <c:pt idx="1701">
                        <c:v>40458</c:v>
                      </c:pt>
                      <c:pt idx="1702">
                        <c:v>40459</c:v>
                      </c:pt>
                      <c:pt idx="1703">
                        <c:v>40462</c:v>
                      </c:pt>
                      <c:pt idx="1704">
                        <c:v>40463</c:v>
                      </c:pt>
                      <c:pt idx="1705">
                        <c:v>40464</c:v>
                      </c:pt>
                      <c:pt idx="1706">
                        <c:v>40465</c:v>
                      </c:pt>
                      <c:pt idx="1707">
                        <c:v>40466</c:v>
                      </c:pt>
                      <c:pt idx="1708">
                        <c:v>40469</c:v>
                      </c:pt>
                      <c:pt idx="1709">
                        <c:v>40470</c:v>
                      </c:pt>
                      <c:pt idx="1710">
                        <c:v>40471</c:v>
                      </c:pt>
                      <c:pt idx="1711">
                        <c:v>40472</c:v>
                      </c:pt>
                      <c:pt idx="1712">
                        <c:v>40473</c:v>
                      </c:pt>
                      <c:pt idx="1713">
                        <c:v>40476</c:v>
                      </c:pt>
                      <c:pt idx="1714">
                        <c:v>40477</c:v>
                      </c:pt>
                      <c:pt idx="1715">
                        <c:v>40478</c:v>
                      </c:pt>
                      <c:pt idx="1716">
                        <c:v>40479</c:v>
                      </c:pt>
                      <c:pt idx="1717">
                        <c:v>40480</c:v>
                      </c:pt>
                      <c:pt idx="1718">
                        <c:v>40483</c:v>
                      </c:pt>
                      <c:pt idx="1719">
                        <c:v>40484</c:v>
                      </c:pt>
                      <c:pt idx="1720">
                        <c:v>40485</c:v>
                      </c:pt>
                      <c:pt idx="1721">
                        <c:v>40486</c:v>
                      </c:pt>
                      <c:pt idx="1722">
                        <c:v>40487</c:v>
                      </c:pt>
                      <c:pt idx="1723">
                        <c:v>40490</c:v>
                      </c:pt>
                      <c:pt idx="1724">
                        <c:v>40491</c:v>
                      </c:pt>
                      <c:pt idx="1725">
                        <c:v>40492</c:v>
                      </c:pt>
                      <c:pt idx="1726">
                        <c:v>40493</c:v>
                      </c:pt>
                      <c:pt idx="1727">
                        <c:v>40494</c:v>
                      </c:pt>
                      <c:pt idx="1728">
                        <c:v>40497</c:v>
                      </c:pt>
                      <c:pt idx="1729">
                        <c:v>40498</c:v>
                      </c:pt>
                      <c:pt idx="1730">
                        <c:v>40499</c:v>
                      </c:pt>
                      <c:pt idx="1731">
                        <c:v>40500</c:v>
                      </c:pt>
                      <c:pt idx="1732">
                        <c:v>40501</c:v>
                      </c:pt>
                      <c:pt idx="1733">
                        <c:v>40504</c:v>
                      </c:pt>
                      <c:pt idx="1734">
                        <c:v>40505</c:v>
                      </c:pt>
                      <c:pt idx="1735">
                        <c:v>40506</c:v>
                      </c:pt>
                      <c:pt idx="1736">
                        <c:v>40507</c:v>
                      </c:pt>
                      <c:pt idx="1737">
                        <c:v>40508</c:v>
                      </c:pt>
                      <c:pt idx="1738">
                        <c:v>40511</c:v>
                      </c:pt>
                      <c:pt idx="1739">
                        <c:v>40512</c:v>
                      </c:pt>
                      <c:pt idx="1740">
                        <c:v>40513</c:v>
                      </c:pt>
                      <c:pt idx="1741">
                        <c:v>40514</c:v>
                      </c:pt>
                      <c:pt idx="1742">
                        <c:v>40515</c:v>
                      </c:pt>
                      <c:pt idx="1743">
                        <c:v>40518</c:v>
                      </c:pt>
                      <c:pt idx="1744">
                        <c:v>40519</c:v>
                      </c:pt>
                      <c:pt idx="1745">
                        <c:v>40520</c:v>
                      </c:pt>
                      <c:pt idx="1746">
                        <c:v>40521</c:v>
                      </c:pt>
                      <c:pt idx="1747">
                        <c:v>40522</c:v>
                      </c:pt>
                      <c:pt idx="1748">
                        <c:v>40525</c:v>
                      </c:pt>
                      <c:pt idx="1749">
                        <c:v>40526</c:v>
                      </c:pt>
                      <c:pt idx="1750">
                        <c:v>40527</c:v>
                      </c:pt>
                      <c:pt idx="1751">
                        <c:v>40528</c:v>
                      </c:pt>
                      <c:pt idx="1752">
                        <c:v>40529</c:v>
                      </c:pt>
                      <c:pt idx="1753">
                        <c:v>40532</c:v>
                      </c:pt>
                      <c:pt idx="1754">
                        <c:v>40533</c:v>
                      </c:pt>
                      <c:pt idx="1755">
                        <c:v>40534</c:v>
                      </c:pt>
                      <c:pt idx="1756">
                        <c:v>40535</c:v>
                      </c:pt>
                      <c:pt idx="1757">
                        <c:v>40536</c:v>
                      </c:pt>
                      <c:pt idx="1758">
                        <c:v>40539</c:v>
                      </c:pt>
                      <c:pt idx="1759">
                        <c:v>40540</c:v>
                      </c:pt>
                      <c:pt idx="1760">
                        <c:v>40541</c:v>
                      </c:pt>
                      <c:pt idx="1761">
                        <c:v>40542</c:v>
                      </c:pt>
                      <c:pt idx="1762">
                        <c:v>40543</c:v>
                      </c:pt>
                      <c:pt idx="1763">
                        <c:v>40546</c:v>
                      </c:pt>
                      <c:pt idx="1764">
                        <c:v>40547</c:v>
                      </c:pt>
                      <c:pt idx="1765">
                        <c:v>40548</c:v>
                      </c:pt>
                      <c:pt idx="1766">
                        <c:v>40549</c:v>
                      </c:pt>
                      <c:pt idx="1767">
                        <c:v>40550</c:v>
                      </c:pt>
                      <c:pt idx="1768">
                        <c:v>40553</c:v>
                      </c:pt>
                      <c:pt idx="1769">
                        <c:v>40554</c:v>
                      </c:pt>
                      <c:pt idx="1770">
                        <c:v>40555</c:v>
                      </c:pt>
                      <c:pt idx="1771">
                        <c:v>40556</c:v>
                      </c:pt>
                      <c:pt idx="1772">
                        <c:v>40557</c:v>
                      </c:pt>
                      <c:pt idx="1773">
                        <c:v>40560</c:v>
                      </c:pt>
                      <c:pt idx="1774">
                        <c:v>40561</c:v>
                      </c:pt>
                      <c:pt idx="1775">
                        <c:v>40562</c:v>
                      </c:pt>
                      <c:pt idx="1776">
                        <c:v>40563</c:v>
                      </c:pt>
                      <c:pt idx="1777">
                        <c:v>40564</c:v>
                      </c:pt>
                      <c:pt idx="1778">
                        <c:v>40567</c:v>
                      </c:pt>
                      <c:pt idx="1779">
                        <c:v>40568</c:v>
                      </c:pt>
                      <c:pt idx="1780">
                        <c:v>40569</c:v>
                      </c:pt>
                      <c:pt idx="1781">
                        <c:v>40570</c:v>
                      </c:pt>
                      <c:pt idx="1782">
                        <c:v>40571</c:v>
                      </c:pt>
                      <c:pt idx="1783">
                        <c:v>40574</c:v>
                      </c:pt>
                      <c:pt idx="1784">
                        <c:v>40575</c:v>
                      </c:pt>
                      <c:pt idx="1785">
                        <c:v>40576</c:v>
                      </c:pt>
                      <c:pt idx="1786">
                        <c:v>40577</c:v>
                      </c:pt>
                      <c:pt idx="1787">
                        <c:v>40578</c:v>
                      </c:pt>
                      <c:pt idx="1788">
                        <c:v>40581</c:v>
                      </c:pt>
                      <c:pt idx="1789">
                        <c:v>40582</c:v>
                      </c:pt>
                      <c:pt idx="1790">
                        <c:v>40583</c:v>
                      </c:pt>
                      <c:pt idx="1791">
                        <c:v>40584</c:v>
                      </c:pt>
                      <c:pt idx="1792">
                        <c:v>40585</c:v>
                      </c:pt>
                      <c:pt idx="1793">
                        <c:v>40588</c:v>
                      </c:pt>
                      <c:pt idx="1794">
                        <c:v>40589</c:v>
                      </c:pt>
                      <c:pt idx="1795">
                        <c:v>40590</c:v>
                      </c:pt>
                      <c:pt idx="1796">
                        <c:v>40591</c:v>
                      </c:pt>
                      <c:pt idx="1797">
                        <c:v>40592</c:v>
                      </c:pt>
                      <c:pt idx="1798">
                        <c:v>40595</c:v>
                      </c:pt>
                      <c:pt idx="1799">
                        <c:v>40596</c:v>
                      </c:pt>
                      <c:pt idx="1800">
                        <c:v>40597</c:v>
                      </c:pt>
                      <c:pt idx="1801">
                        <c:v>40598</c:v>
                      </c:pt>
                      <c:pt idx="1802">
                        <c:v>40599</c:v>
                      </c:pt>
                      <c:pt idx="1803">
                        <c:v>40602</c:v>
                      </c:pt>
                      <c:pt idx="1804">
                        <c:v>40603</c:v>
                      </c:pt>
                      <c:pt idx="1805">
                        <c:v>40604</c:v>
                      </c:pt>
                      <c:pt idx="1806">
                        <c:v>40605</c:v>
                      </c:pt>
                      <c:pt idx="1807">
                        <c:v>40606</c:v>
                      </c:pt>
                      <c:pt idx="1808">
                        <c:v>40609</c:v>
                      </c:pt>
                      <c:pt idx="1809">
                        <c:v>40610</c:v>
                      </c:pt>
                      <c:pt idx="1810">
                        <c:v>40611</c:v>
                      </c:pt>
                      <c:pt idx="1811">
                        <c:v>40612</c:v>
                      </c:pt>
                      <c:pt idx="1812">
                        <c:v>40613</c:v>
                      </c:pt>
                      <c:pt idx="1813">
                        <c:v>40616</c:v>
                      </c:pt>
                      <c:pt idx="1814">
                        <c:v>40617</c:v>
                      </c:pt>
                      <c:pt idx="1815">
                        <c:v>40618</c:v>
                      </c:pt>
                      <c:pt idx="1816">
                        <c:v>40619</c:v>
                      </c:pt>
                      <c:pt idx="1817">
                        <c:v>40620</c:v>
                      </c:pt>
                      <c:pt idx="1818">
                        <c:v>40623</c:v>
                      </c:pt>
                      <c:pt idx="1819">
                        <c:v>40624</c:v>
                      </c:pt>
                      <c:pt idx="1820">
                        <c:v>40625</c:v>
                      </c:pt>
                      <c:pt idx="1821">
                        <c:v>40626</c:v>
                      </c:pt>
                      <c:pt idx="1822">
                        <c:v>40627</c:v>
                      </c:pt>
                      <c:pt idx="1823">
                        <c:v>40630</c:v>
                      </c:pt>
                      <c:pt idx="1824">
                        <c:v>40631</c:v>
                      </c:pt>
                      <c:pt idx="1825">
                        <c:v>40632</c:v>
                      </c:pt>
                      <c:pt idx="1826">
                        <c:v>40633</c:v>
                      </c:pt>
                      <c:pt idx="1827">
                        <c:v>40634</c:v>
                      </c:pt>
                      <c:pt idx="1828">
                        <c:v>40637</c:v>
                      </c:pt>
                      <c:pt idx="1829">
                        <c:v>40638</c:v>
                      </c:pt>
                      <c:pt idx="1830">
                        <c:v>40639</c:v>
                      </c:pt>
                      <c:pt idx="1831">
                        <c:v>40640</c:v>
                      </c:pt>
                      <c:pt idx="1832">
                        <c:v>40641</c:v>
                      </c:pt>
                      <c:pt idx="1833">
                        <c:v>40644</c:v>
                      </c:pt>
                      <c:pt idx="1834">
                        <c:v>40645</c:v>
                      </c:pt>
                      <c:pt idx="1835">
                        <c:v>40646</c:v>
                      </c:pt>
                      <c:pt idx="1836">
                        <c:v>40647</c:v>
                      </c:pt>
                      <c:pt idx="1837">
                        <c:v>40648</c:v>
                      </c:pt>
                      <c:pt idx="1838">
                        <c:v>40651</c:v>
                      </c:pt>
                      <c:pt idx="1839">
                        <c:v>40652</c:v>
                      </c:pt>
                      <c:pt idx="1840">
                        <c:v>40653</c:v>
                      </c:pt>
                      <c:pt idx="1841">
                        <c:v>40654</c:v>
                      </c:pt>
                      <c:pt idx="1842">
                        <c:v>40655</c:v>
                      </c:pt>
                      <c:pt idx="1843">
                        <c:v>40658</c:v>
                      </c:pt>
                      <c:pt idx="1844">
                        <c:v>40659</c:v>
                      </c:pt>
                      <c:pt idx="1845">
                        <c:v>40660</c:v>
                      </c:pt>
                      <c:pt idx="1846">
                        <c:v>40661</c:v>
                      </c:pt>
                      <c:pt idx="1847">
                        <c:v>40662</c:v>
                      </c:pt>
                      <c:pt idx="1848">
                        <c:v>40665</c:v>
                      </c:pt>
                      <c:pt idx="1849">
                        <c:v>40666</c:v>
                      </c:pt>
                      <c:pt idx="1850">
                        <c:v>40667</c:v>
                      </c:pt>
                      <c:pt idx="1851">
                        <c:v>40668</c:v>
                      </c:pt>
                      <c:pt idx="1852">
                        <c:v>40669</c:v>
                      </c:pt>
                      <c:pt idx="1853">
                        <c:v>40672</c:v>
                      </c:pt>
                      <c:pt idx="1854">
                        <c:v>40673</c:v>
                      </c:pt>
                      <c:pt idx="1855">
                        <c:v>40674</c:v>
                      </c:pt>
                      <c:pt idx="1856">
                        <c:v>40675</c:v>
                      </c:pt>
                      <c:pt idx="1857">
                        <c:v>40676</c:v>
                      </c:pt>
                      <c:pt idx="1858">
                        <c:v>40679</c:v>
                      </c:pt>
                      <c:pt idx="1859">
                        <c:v>40680</c:v>
                      </c:pt>
                      <c:pt idx="1860">
                        <c:v>40681</c:v>
                      </c:pt>
                      <c:pt idx="1861">
                        <c:v>40682</c:v>
                      </c:pt>
                      <c:pt idx="1862">
                        <c:v>40683</c:v>
                      </c:pt>
                      <c:pt idx="1863">
                        <c:v>40686</c:v>
                      </c:pt>
                      <c:pt idx="1864">
                        <c:v>40687</c:v>
                      </c:pt>
                      <c:pt idx="1865">
                        <c:v>40688</c:v>
                      </c:pt>
                      <c:pt idx="1866">
                        <c:v>40689</c:v>
                      </c:pt>
                      <c:pt idx="1867">
                        <c:v>40690</c:v>
                      </c:pt>
                      <c:pt idx="1868">
                        <c:v>40693</c:v>
                      </c:pt>
                      <c:pt idx="1869">
                        <c:v>40694</c:v>
                      </c:pt>
                      <c:pt idx="1870">
                        <c:v>40695</c:v>
                      </c:pt>
                      <c:pt idx="1871">
                        <c:v>40696</c:v>
                      </c:pt>
                      <c:pt idx="1872">
                        <c:v>40697</c:v>
                      </c:pt>
                      <c:pt idx="1873">
                        <c:v>40700</c:v>
                      </c:pt>
                      <c:pt idx="1874">
                        <c:v>40701</c:v>
                      </c:pt>
                      <c:pt idx="1875">
                        <c:v>40702</c:v>
                      </c:pt>
                      <c:pt idx="1876">
                        <c:v>40703</c:v>
                      </c:pt>
                      <c:pt idx="1877">
                        <c:v>40704</c:v>
                      </c:pt>
                      <c:pt idx="1878">
                        <c:v>40707</c:v>
                      </c:pt>
                      <c:pt idx="1879">
                        <c:v>40708</c:v>
                      </c:pt>
                      <c:pt idx="1880">
                        <c:v>40709</c:v>
                      </c:pt>
                      <c:pt idx="1881">
                        <c:v>40710</c:v>
                      </c:pt>
                      <c:pt idx="1882">
                        <c:v>40711</c:v>
                      </c:pt>
                      <c:pt idx="1883">
                        <c:v>40714</c:v>
                      </c:pt>
                      <c:pt idx="1884">
                        <c:v>40715</c:v>
                      </c:pt>
                      <c:pt idx="1885">
                        <c:v>40716</c:v>
                      </c:pt>
                      <c:pt idx="1886">
                        <c:v>40717</c:v>
                      </c:pt>
                      <c:pt idx="1887">
                        <c:v>40718</c:v>
                      </c:pt>
                      <c:pt idx="1888">
                        <c:v>40721</c:v>
                      </c:pt>
                      <c:pt idx="1889">
                        <c:v>40722</c:v>
                      </c:pt>
                      <c:pt idx="1890">
                        <c:v>40723</c:v>
                      </c:pt>
                      <c:pt idx="1891">
                        <c:v>40724</c:v>
                      </c:pt>
                      <c:pt idx="1892">
                        <c:v>40725</c:v>
                      </c:pt>
                      <c:pt idx="1893">
                        <c:v>40728</c:v>
                      </c:pt>
                      <c:pt idx="1894">
                        <c:v>40729</c:v>
                      </c:pt>
                      <c:pt idx="1895">
                        <c:v>40730</c:v>
                      </c:pt>
                      <c:pt idx="1896">
                        <c:v>40731</c:v>
                      </c:pt>
                      <c:pt idx="1897">
                        <c:v>40732</c:v>
                      </c:pt>
                      <c:pt idx="1898">
                        <c:v>40735</c:v>
                      </c:pt>
                      <c:pt idx="1899">
                        <c:v>40736</c:v>
                      </c:pt>
                      <c:pt idx="1900">
                        <c:v>40737</c:v>
                      </c:pt>
                      <c:pt idx="1901">
                        <c:v>40738</c:v>
                      </c:pt>
                      <c:pt idx="1902">
                        <c:v>40739</c:v>
                      </c:pt>
                      <c:pt idx="1903">
                        <c:v>40742</c:v>
                      </c:pt>
                      <c:pt idx="1904">
                        <c:v>40743</c:v>
                      </c:pt>
                      <c:pt idx="1905">
                        <c:v>40744</c:v>
                      </c:pt>
                      <c:pt idx="1906">
                        <c:v>40745</c:v>
                      </c:pt>
                      <c:pt idx="1907">
                        <c:v>40746</c:v>
                      </c:pt>
                      <c:pt idx="1908">
                        <c:v>40749</c:v>
                      </c:pt>
                      <c:pt idx="1909">
                        <c:v>40750</c:v>
                      </c:pt>
                      <c:pt idx="1910">
                        <c:v>40751</c:v>
                      </c:pt>
                      <c:pt idx="1911">
                        <c:v>40752</c:v>
                      </c:pt>
                      <c:pt idx="1912">
                        <c:v>40753</c:v>
                      </c:pt>
                      <c:pt idx="1913">
                        <c:v>40756</c:v>
                      </c:pt>
                      <c:pt idx="1914">
                        <c:v>40757</c:v>
                      </c:pt>
                      <c:pt idx="1915">
                        <c:v>40758</c:v>
                      </c:pt>
                      <c:pt idx="1916">
                        <c:v>40759</c:v>
                      </c:pt>
                      <c:pt idx="1917">
                        <c:v>40760</c:v>
                      </c:pt>
                      <c:pt idx="1918">
                        <c:v>40763</c:v>
                      </c:pt>
                      <c:pt idx="1919">
                        <c:v>40764</c:v>
                      </c:pt>
                      <c:pt idx="1920">
                        <c:v>40765</c:v>
                      </c:pt>
                      <c:pt idx="1921">
                        <c:v>40766</c:v>
                      </c:pt>
                      <c:pt idx="1922">
                        <c:v>40767</c:v>
                      </c:pt>
                      <c:pt idx="1923">
                        <c:v>40770</c:v>
                      </c:pt>
                      <c:pt idx="1924">
                        <c:v>40771</c:v>
                      </c:pt>
                      <c:pt idx="1925">
                        <c:v>40772</c:v>
                      </c:pt>
                      <c:pt idx="1926">
                        <c:v>40773</c:v>
                      </c:pt>
                      <c:pt idx="1927">
                        <c:v>40774</c:v>
                      </c:pt>
                      <c:pt idx="1928">
                        <c:v>40777</c:v>
                      </c:pt>
                      <c:pt idx="1929">
                        <c:v>40778</c:v>
                      </c:pt>
                      <c:pt idx="1930">
                        <c:v>40779</c:v>
                      </c:pt>
                      <c:pt idx="1931">
                        <c:v>40780</c:v>
                      </c:pt>
                      <c:pt idx="1932">
                        <c:v>40781</c:v>
                      </c:pt>
                      <c:pt idx="1933">
                        <c:v>40784</c:v>
                      </c:pt>
                      <c:pt idx="1934">
                        <c:v>40785</c:v>
                      </c:pt>
                      <c:pt idx="1935">
                        <c:v>40786</c:v>
                      </c:pt>
                      <c:pt idx="1936">
                        <c:v>40787</c:v>
                      </c:pt>
                      <c:pt idx="1937">
                        <c:v>40788</c:v>
                      </c:pt>
                      <c:pt idx="1938">
                        <c:v>40791</c:v>
                      </c:pt>
                      <c:pt idx="1939">
                        <c:v>40792</c:v>
                      </c:pt>
                      <c:pt idx="1940">
                        <c:v>40793</c:v>
                      </c:pt>
                      <c:pt idx="1941">
                        <c:v>40794</c:v>
                      </c:pt>
                      <c:pt idx="1942">
                        <c:v>40795</c:v>
                      </c:pt>
                      <c:pt idx="1943">
                        <c:v>40798</c:v>
                      </c:pt>
                      <c:pt idx="1944">
                        <c:v>40799</c:v>
                      </c:pt>
                      <c:pt idx="1945">
                        <c:v>40800</c:v>
                      </c:pt>
                      <c:pt idx="1946">
                        <c:v>40801</c:v>
                      </c:pt>
                      <c:pt idx="1947">
                        <c:v>40802</c:v>
                      </c:pt>
                      <c:pt idx="1948">
                        <c:v>40805</c:v>
                      </c:pt>
                      <c:pt idx="1949">
                        <c:v>40806</c:v>
                      </c:pt>
                      <c:pt idx="1950">
                        <c:v>40807</c:v>
                      </c:pt>
                      <c:pt idx="1951">
                        <c:v>40808</c:v>
                      </c:pt>
                      <c:pt idx="1952">
                        <c:v>40809</c:v>
                      </c:pt>
                      <c:pt idx="1953">
                        <c:v>40812</c:v>
                      </c:pt>
                      <c:pt idx="1954">
                        <c:v>40813</c:v>
                      </c:pt>
                      <c:pt idx="1955">
                        <c:v>40814</c:v>
                      </c:pt>
                      <c:pt idx="1956">
                        <c:v>40815</c:v>
                      </c:pt>
                      <c:pt idx="1957">
                        <c:v>40816</c:v>
                      </c:pt>
                      <c:pt idx="1958">
                        <c:v>40819</c:v>
                      </c:pt>
                      <c:pt idx="1959">
                        <c:v>40820</c:v>
                      </c:pt>
                      <c:pt idx="1960">
                        <c:v>40821</c:v>
                      </c:pt>
                      <c:pt idx="1961">
                        <c:v>40822</c:v>
                      </c:pt>
                      <c:pt idx="1962">
                        <c:v>40823</c:v>
                      </c:pt>
                      <c:pt idx="1963">
                        <c:v>40826</c:v>
                      </c:pt>
                      <c:pt idx="1964">
                        <c:v>40827</c:v>
                      </c:pt>
                      <c:pt idx="1965">
                        <c:v>40828</c:v>
                      </c:pt>
                      <c:pt idx="1966">
                        <c:v>40829</c:v>
                      </c:pt>
                      <c:pt idx="1967">
                        <c:v>40830</c:v>
                      </c:pt>
                      <c:pt idx="1968">
                        <c:v>40833</c:v>
                      </c:pt>
                      <c:pt idx="1969">
                        <c:v>40834</c:v>
                      </c:pt>
                      <c:pt idx="1970">
                        <c:v>40835</c:v>
                      </c:pt>
                      <c:pt idx="1971">
                        <c:v>40836</c:v>
                      </c:pt>
                      <c:pt idx="1972">
                        <c:v>40837</c:v>
                      </c:pt>
                      <c:pt idx="1973">
                        <c:v>40840</c:v>
                      </c:pt>
                      <c:pt idx="1974">
                        <c:v>40841</c:v>
                      </c:pt>
                      <c:pt idx="1975">
                        <c:v>40842</c:v>
                      </c:pt>
                      <c:pt idx="1976">
                        <c:v>40843</c:v>
                      </c:pt>
                      <c:pt idx="1977">
                        <c:v>40844</c:v>
                      </c:pt>
                      <c:pt idx="1978">
                        <c:v>40847</c:v>
                      </c:pt>
                      <c:pt idx="1979">
                        <c:v>40848</c:v>
                      </c:pt>
                      <c:pt idx="1980">
                        <c:v>40849</c:v>
                      </c:pt>
                      <c:pt idx="1981">
                        <c:v>40850</c:v>
                      </c:pt>
                      <c:pt idx="1982">
                        <c:v>40851</c:v>
                      </c:pt>
                      <c:pt idx="1983">
                        <c:v>40854</c:v>
                      </c:pt>
                      <c:pt idx="1984">
                        <c:v>40855</c:v>
                      </c:pt>
                      <c:pt idx="1985">
                        <c:v>40856</c:v>
                      </c:pt>
                      <c:pt idx="1986">
                        <c:v>40857</c:v>
                      </c:pt>
                      <c:pt idx="1987">
                        <c:v>40858</c:v>
                      </c:pt>
                      <c:pt idx="1988">
                        <c:v>40861</c:v>
                      </c:pt>
                      <c:pt idx="1989">
                        <c:v>40862</c:v>
                      </c:pt>
                      <c:pt idx="1990">
                        <c:v>40863</c:v>
                      </c:pt>
                      <c:pt idx="1991">
                        <c:v>40864</c:v>
                      </c:pt>
                      <c:pt idx="1992">
                        <c:v>40865</c:v>
                      </c:pt>
                      <c:pt idx="1993">
                        <c:v>40868</c:v>
                      </c:pt>
                      <c:pt idx="1994">
                        <c:v>40869</c:v>
                      </c:pt>
                      <c:pt idx="1995">
                        <c:v>40870</c:v>
                      </c:pt>
                      <c:pt idx="1996">
                        <c:v>40871</c:v>
                      </c:pt>
                      <c:pt idx="1997">
                        <c:v>40872</c:v>
                      </c:pt>
                      <c:pt idx="1998">
                        <c:v>40875</c:v>
                      </c:pt>
                      <c:pt idx="1999">
                        <c:v>40876</c:v>
                      </c:pt>
                      <c:pt idx="2000">
                        <c:v>40877</c:v>
                      </c:pt>
                      <c:pt idx="2001">
                        <c:v>40878</c:v>
                      </c:pt>
                      <c:pt idx="2002">
                        <c:v>40879</c:v>
                      </c:pt>
                      <c:pt idx="2003">
                        <c:v>40882</c:v>
                      </c:pt>
                      <c:pt idx="2004">
                        <c:v>40883</c:v>
                      </c:pt>
                      <c:pt idx="2005">
                        <c:v>40884</c:v>
                      </c:pt>
                      <c:pt idx="2006">
                        <c:v>40885</c:v>
                      </c:pt>
                      <c:pt idx="2007">
                        <c:v>40886</c:v>
                      </c:pt>
                      <c:pt idx="2008">
                        <c:v>40889</c:v>
                      </c:pt>
                      <c:pt idx="2009">
                        <c:v>40890</c:v>
                      </c:pt>
                      <c:pt idx="2010">
                        <c:v>40891</c:v>
                      </c:pt>
                      <c:pt idx="2011">
                        <c:v>40892</c:v>
                      </c:pt>
                      <c:pt idx="2012">
                        <c:v>40893</c:v>
                      </c:pt>
                      <c:pt idx="2013">
                        <c:v>40896</c:v>
                      </c:pt>
                      <c:pt idx="2014">
                        <c:v>40897</c:v>
                      </c:pt>
                      <c:pt idx="2015">
                        <c:v>40898</c:v>
                      </c:pt>
                      <c:pt idx="2016">
                        <c:v>40899</c:v>
                      </c:pt>
                      <c:pt idx="2017">
                        <c:v>40900</c:v>
                      </c:pt>
                      <c:pt idx="2018">
                        <c:v>40903</c:v>
                      </c:pt>
                      <c:pt idx="2019">
                        <c:v>40904</c:v>
                      </c:pt>
                      <c:pt idx="2020">
                        <c:v>40905</c:v>
                      </c:pt>
                      <c:pt idx="2021">
                        <c:v>40906</c:v>
                      </c:pt>
                      <c:pt idx="2022">
                        <c:v>40907</c:v>
                      </c:pt>
                      <c:pt idx="2023">
                        <c:v>40910</c:v>
                      </c:pt>
                      <c:pt idx="2024">
                        <c:v>40911</c:v>
                      </c:pt>
                      <c:pt idx="2025">
                        <c:v>40912</c:v>
                      </c:pt>
                      <c:pt idx="2026">
                        <c:v>40913</c:v>
                      </c:pt>
                      <c:pt idx="2027">
                        <c:v>40914</c:v>
                      </c:pt>
                      <c:pt idx="2028">
                        <c:v>40917</c:v>
                      </c:pt>
                      <c:pt idx="2029">
                        <c:v>40918</c:v>
                      </c:pt>
                      <c:pt idx="2030">
                        <c:v>40919</c:v>
                      </c:pt>
                      <c:pt idx="2031">
                        <c:v>40920</c:v>
                      </c:pt>
                      <c:pt idx="2032">
                        <c:v>40921</c:v>
                      </c:pt>
                      <c:pt idx="2033">
                        <c:v>40924</c:v>
                      </c:pt>
                      <c:pt idx="2034">
                        <c:v>40925</c:v>
                      </c:pt>
                      <c:pt idx="2035">
                        <c:v>40926</c:v>
                      </c:pt>
                      <c:pt idx="2036">
                        <c:v>40927</c:v>
                      </c:pt>
                      <c:pt idx="2037">
                        <c:v>40928</c:v>
                      </c:pt>
                      <c:pt idx="2038">
                        <c:v>40931</c:v>
                      </c:pt>
                      <c:pt idx="2039">
                        <c:v>40932</c:v>
                      </c:pt>
                      <c:pt idx="2040">
                        <c:v>40933</c:v>
                      </c:pt>
                      <c:pt idx="2041">
                        <c:v>40934</c:v>
                      </c:pt>
                      <c:pt idx="2042">
                        <c:v>40935</c:v>
                      </c:pt>
                      <c:pt idx="2043">
                        <c:v>40938</c:v>
                      </c:pt>
                      <c:pt idx="2044">
                        <c:v>40939</c:v>
                      </c:pt>
                      <c:pt idx="2045">
                        <c:v>40940</c:v>
                      </c:pt>
                      <c:pt idx="2046">
                        <c:v>40941</c:v>
                      </c:pt>
                      <c:pt idx="2047">
                        <c:v>40942</c:v>
                      </c:pt>
                      <c:pt idx="2048">
                        <c:v>40945</c:v>
                      </c:pt>
                      <c:pt idx="2049">
                        <c:v>40946</c:v>
                      </c:pt>
                      <c:pt idx="2050">
                        <c:v>40947</c:v>
                      </c:pt>
                      <c:pt idx="2051">
                        <c:v>40948</c:v>
                      </c:pt>
                      <c:pt idx="2052">
                        <c:v>40949</c:v>
                      </c:pt>
                      <c:pt idx="2053">
                        <c:v>40952</c:v>
                      </c:pt>
                      <c:pt idx="2054">
                        <c:v>40953</c:v>
                      </c:pt>
                      <c:pt idx="2055">
                        <c:v>40954</c:v>
                      </c:pt>
                      <c:pt idx="2056">
                        <c:v>40955</c:v>
                      </c:pt>
                      <c:pt idx="2057">
                        <c:v>40956</c:v>
                      </c:pt>
                      <c:pt idx="2058">
                        <c:v>40959</c:v>
                      </c:pt>
                      <c:pt idx="2059">
                        <c:v>40960</c:v>
                      </c:pt>
                      <c:pt idx="2060">
                        <c:v>40961</c:v>
                      </c:pt>
                      <c:pt idx="2061">
                        <c:v>40962</c:v>
                      </c:pt>
                      <c:pt idx="2062">
                        <c:v>40963</c:v>
                      </c:pt>
                      <c:pt idx="2063">
                        <c:v>40966</c:v>
                      </c:pt>
                      <c:pt idx="2064">
                        <c:v>40967</c:v>
                      </c:pt>
                      <c:pt idx="2065">
                        <c:v>40968</c:v>
                      </c:pt>
                      <c:pt idx="2066">
                        <c:v>40969</c:v>
                      </c:pt>
                      <c:pt idx="2067">
                        <c:v>40970</c:v>
                      </c:pt>
                      <c:pt idx="2068">
                        <c:v>40973</c:v>
                      </c:pt>
                      <c:pt idx="2069">
                        <c:v>40974</c:v>
                      </c:pt>
                      <c:pt idx="2070">
                        <c:v>40975</c:v>
                      </c:pt>
                      <c:pt idx="2071">
                        <c:v>40976</c:v>
                      </c:pt>
                      <c:pt idx="2072">
                        <c:v>40977</c:v>
                      </c:pt>
                      <c:pt idx="2073">
                        <c:v>40980</c:v>
                      </c:pt>
                      <c:pt idx="2074">
                        <c:v>40981</c:v>
                      </c:pt>
                      <c:pt idx="2075">
                        <c:v>40982</c:v>
                      </c:pt>
                      <c:pt idx="2076">
                        <c:v>40983</c:v>
                      </c:pt>
                      <c:pt idx="2077">
                        <c:v>40984</c:v>
                      </c:pt>
                      <c:pt idx="2078">
                        <c:v>40987</c:v>
                      </c:pt>
                      <c:pt idx="2079">
                        <c:v>40988</c:v>
                      </c:pt>
                      <c:pt idx="2080">
                        <c:v>40989</c:v>
                      </c:pt>
                      <c:pt idx="2081">
                        <c:v>40990</c:v>
                      </c:pt>
                      <c:pt idx="2082">
                        <c:v>40991</c:v>
                      </c:pt>
                      <c:pt idx="2083">
                        <c:v>40994</c:v>
                      </c:pt>
                      <c:pt idx="2084">
                        <c:v>40995</c:v>
                      </c:pt>
                      <c:pt idx="2085">
                        <c:v>40996</c:v>
                      </c:pt>
                      <c:pt idx="2086">
                        <c:v>40997</c:v>
                      </c:pt>
                      <c:pt idx="2087">
                        <c:v>40998</c:v>
                      </c:pt>
                      <c:pt idx="2088">
                        <c:v>41001</c:v>
                      </c:pt>
                      <c:pt idx="2089">
                        <c:v>41002</c:v>
                      </c:pt>
                      <c:pt idx="2090">
                        <c:v>41003</c:v>
                      </c:pt>
                      <c:pt idx="2091">
                        <c:v>41004</c:v>
                      </c:pt>
                      <c:pt idx="2092">
                        <c:v>41005</c:v>
                      </c:pt>
                      <c:pt idx="2093">
                        <c:v>41008</c:v>
                      </c:pt>
                      <c:pt idx="2094">
                        <c:v>41009</c:v>
                      </c:pt>
                      <c:pt idx="2095">
                        <c:v>41010</c:v>
                      </c:pt>
                      <c:pt idx="2096">
                        <c:v>41011</c:v>
                      </c:pt>
                      <c:pt idx="2097">
                        <c:v>41012</c:v>
                      </c:pt>
                      <c:pt idx="2098">
                        <c:v>41015</c:v>
                      </c:pt>
                      <c:pt idx="2099">
                        <c:v>41016</c:v>
                      </c:pt>
                      <c:pt idx="2100">
                        <c:v>41017</c:v>
                      </c:pt>
                      <c:pt idx="2101">
                        <c:v>41018</c:v>
                      </c:pt>
                      <c:pt idx="2102">
                        <c:v>41019</c:v>
                      </c:pt>
                      <c:pt idx="2103">
                        <c:v>41022</c:v>
                      </c:pt>
                      <c:pt idx="2104">
                        <c:v>41023</c:v>
                      </c:pt>
                      <c:pt idx="2105">
                        <c:v>41024</c:v>
                      </c:pt>
                      <c:pt idx="2106">
                        <c:v>41025</c:v>
                      </c:pt>
                      <c:pt idx="2107">
                        <c:v>41026</c:v>
                      </c:pt>
                      <c:pt idx="2108">
                        <c:v>41029</c:v>
                      </c:pt>
                      <c:pt idx="2109">
                        <c:v>41030</c:v>
                      </c:pt>
                      <c:pt idx="2110">
                        <c:v>41031</c:v>
                      </c:pt>
                      <c:pt idx="2111">
                        <c:v>41032</c:v>
                      </c:pt>
                      <c:pt idx="2112">
                        <c:v>41033</c:v>
                      </c:pt>
                      <c:pt idx="2113">
                        <c:v>41036</c:v>
                      </c:pt>
                      <c:pt idx="2114">
                        <c:v>41037</c:v>
                      </c:pt>
                      <c:pt idx="2115">
                        <c:v>41038</c:v>
                      </c:pt>
                      <c:pt idx="2116">
                        <c:v>41039</c:v>
                      </c:pt>
                      <c:pt idx="2117">
                        <c:v>41040</c:v>
                      </c:pt>
                      <c:pt idx="2118">
                        <c:v>41043</c:v>
                      </c:pt>
                      <c:pt idx="2119">
                        <c:v>41044</c:v>
                      </c:pt>
                      <c:pt idx="2120">
                        <c:v>41045</c:v>
                      </c:pt>
                      <c:pt idx="2121">
                        <c:v>41046</c:v>
                      </c:pt>
                      <c:pt idx="2122">
                        <c:v>41047</c:v>
                      </c:pt>
                      <c:pt idx="2123">
                        <c:v>41050</c:v>
                      </c:pt>
                      <c:pt idx="2124">
                        <c:v>41051</c:v>
                      </c:pt>
                      <c:pt idx="2125">
                        <c:v>41052</c:v>
                      </c:pt>
                      <c:pt idx="2126">
                        <c:v>41053</c:v>
                      </c:pt>
                      <c:pt idx="2127">
                        <c:v>41054</c:v>
                      </c:pt>
                      <c:pt idx="2128">
                        <c:v>41057</c:v>
                      </c:pt>
                      <c:pt idx="2129">
                        <c:v>41058</c:v>
                      </c:pt>
                      <c:pt idx="2130">
                        <c:v>41059</c:v>
                      </c:pt>
                      <c:pt idx="2131">
                        <c:v>41060</c:v>
                      </c:pt>
                      <c:pt idx="2132">
                        <c:v>41061</c:v>
                      </c:pt>
                      <c:pt idx="2133">
                        <c:v>41064</c:v>
                      </c:pt>
                      <c:pt idx="2134">
                        <c:v>41065</c:v>
                      </c:pt>
                      <c:pt idx="2135">
                        <c:v>41066</c:v>
                      </c:pt>
                      <c:pt idx="2136">
                        <c:v>41067</c:v>
                      </c:pt>
                      <c:pt idx="2137">
                        <c:v>41068</c:v>
                      </c:pt>
                      <c:pt idx="2138">
                        <c:v>41071</c:v>
                      </c:pt>
                      <c:pt idx="2139">
                        <c:v>41072</c:v>
                      </c:pt>
                      <c:pt idx="2140">
                        <c:v>41073</c:v>
                      </c:pt>
                      <c:pt idx="2141">
                        <c:v>41074</c:v>
                      </c:pt>
                      <c:pt idx="2142">
                        <c:v>41075</c:v>
                      </c:pt>
                      <c:pt idx="2143">
                        <c:v>41078</c:v>
                      </c:pt>
                      <c:pt idx="2144">
                        <c:v>41079</c:v>
                      </c:pt>
                      <c:pt idx="2145">
                        <c:v>41080</c:v>
                      </c:pt>
                      <c:pt idx="2146">
                        <c:v>41081</c:v>
                      </c:pt>
                      <c:pt idx="2147">
                        <c:v>41082</c:v>
                      </c:pt>
                      <c:pt idx="2148">
                        <c:v>41085</c:v>
                      </c:pt>
                      <c:pt idx="2149">
                        <c:v>41086</c:v>
                      </c:pt>
                      <c:pt idx="2150">
                        <c:v>41087</c:v>
                      </c:pt>
                      <c:pt idx="2151">
                        <c:v>41088</c:v>
                      </c:pt>
                      <c:pt idx="2152">
                        <c:v>41089</c:v>
                      </c:pt>
                      <c:pt idx="2153">
                        <c:v>41092</c:v>
                      </c:pt>
                      <c:pt idx="2154">
                        <c:v>41093</c:v>
                      </c:pt>
                      <c:pt idx="2155">
                        <c:v>41094</c:v>
                      </c:pt>
                      <c:pt idx="2156">
                        <c:v>41095</c:v>
                      </c:pt>
                      <c:pt idx="2157">
                        <c:v>41096</c:v>
                      </c:pt>
                      <c:pt idx="2158">
                        <c:v>41099</c:v>
                      </c:pt>
                      <c:pt idx="2159">
                        <c:v>41100</c:v>
                      </c:pt>
                      <c:pt idx="2160">
                        <c:v>41101</c:v>
                      </c:pt>
                      <c:pt idx="2161">
                        <c:v>41102</c:v>
                      </c:pt>
                      <c:pt idx="2162">
                        <c:v>41103</c:v>
                      </c:pt>
                      <c:pt idx="2163">
                        <c:v>41106</c:v>
                      </c:pt>
                      <c:pt idx="2164">
                        <c:v>41107</c:v>
                      </c:pt>
                      <c:pt idx="2165">
                        <c:v>41108</c:v>
                      </c:pt>
                      <c:pt idx="2166">
                        <c:v>41109</c:v>
                      </c:pt>
                      <c:pt idx="2167">
                        <c:v>41110</c:v>
                      </c:pt>
                      <c:pt idx="2168">
                        <c:v>41113</c:v>
                      </c:pt>
                      <c:pt idx="2169">
                        <c:v>41114</c:v>
                      </c:pt>
                      <c:pt idx="2170">
                        <c:v>41115</c:v>
                      </c:pt>
                      <c:pt idx="2171">
                        <c:v>41116</c:v>
                      </c:pt>
                      <c:pt idx="2172">
                        <c:v>41117</c:v>
                      </c:pt>
                      <c:pt idx="2173">
                        <c:v>41120</c:v>
                      </c:pt>
                      <c:pt idx="2174">
                        <c:v>41121</c:v>
                      </c:pt>
                      <c:pt idx="2175">
                        <c:v>41122</c:v>
                      </c:pt>
                      <c:pt idx="2176">
                        <c:v>41123</c:v>
                      </c:pt>
                      <c:pt idx="2177">
                        <c:v>41124</c:v>
                      </c:pt>
                      <c:pt idx="2178">
                        <c:v>41127</c:v>
                      </c:pt>
                      <c:pt idx="2179">
                        <c:v>41128</c:v>
                      </c:pt>
                      <c:pt idx="2180">
                        <c:v>41129</c:v>
                      </c:pt>
                      <c:pt idx="2181">
                        <c:v>41130</c:v>
                      </c:pt>
                      <c:pt idx="2182">
                        <c:v>41131</c:v>
                      </c:pt>
                      <c:pt idx="2183">
                        <c:v>41134</c:v>
                      </c:pt>
                      <c:pt idx="2184">
                        <c:v>41135</c:v>
                      </c:pt>
                      <c:pt idx="2185">
                        <c:v>41136</c:v>
                      </c:pt>
                      <c:pt idx="2186">
                        <c:v>41137</c:v>
                      </c:pt>
                      <c:pt idx="2187">
                        <c:v>41138</c:v>
                      </c:pt>
                      <c:pt idx="2188">
                        <c:v>41141</c:v>
                      </c:pt>
                      <c:pt idx="2189">
                        <c:v>41142</c:v>
                      </c:pt>
                      <c:pt idx="2190">
                        <c:v>41143</c:v>
                      </c:pt>
                      <c:pt idx="2191">
                        <c:v>41144</c:v>
                      </c:pt>
                      <c:pt idx="2192">
                        <c:v>41145</c:v>
                      </c:pt>
                      <c:pt idx="2193">
                        <c:v>41148</c:v>
                      </c:pt>
                      <c:pt idx="2194">
                        <c:v>41149</c:v>
                      </c:pt>
                      <c:pt idx="2195">
                        <c:v>41150</c:v>
                      </c:pt>
                      <c:pt idx="2196">
                        <c:v>41151</c:v>
                      </c:pt>
                      <c:pt idx="2197">
                        <c:v>41152</c:v>
                      </c:pt>
                      <c:pt idx="2198">
                        <c:v>41155</c:v>
                      </c:pt>
                      <c:pt idx="2199">
                        <c:v>41156</c:v>
                      </c:pt>
                      <c:pt idx="2200">
                        <c:v>41157</c:v>
                      </c:pt>
                      <c:pt idx="2201">
                        <c:v>41158</c:v>
                      </c:pt>
                      <c:pt idx="2202">
                        <c:v>41159</c:v>
                      </c:pt>
                      <c:pt idx="2203">
                        <c:v>41162</c:v>
                      </c:pt>
                      <c:pt idx="2204">
                        <c:v>41163</c:v>
                      </c:pt>
                      <c:pt idx="2205">
                        <c:v>41164</c:v>
                      </c:pt>
                      <c:pt idx="2206">
                        <c:v>41165</c:v>
                      </c:pt>
                      <c:pt idx="2207">
                        <c:v>41166</c:v>
                      </c:pt>
                      <c:pt idx="2208">
                        <c:v>41169</c:v>
                      </c:pt>
                      <c:pt idx="2209">
                        <c:v>41170</c:v>
                      </c:pt>
                      <c:pt idx="2210">
                        <c:v>41171</c:v>
                      </c:pt>
                      <c:pt idx="2211">
                        <c:v>41172</c:v>
                      </c:pt>
                      <c:pt idx="2212">
                        <c:v>41173</c:v>
                      </c:pt>
                      <c:pt idx="2213">
                        <c:v>41176</c:v>
                      </c:pt>
                      <c:pt idx="2214">
                        <c:v>41177</c:v>
                      </c:pt>
                      <c:pt idx="2215">
                        <c:v>41178</c:v>
                      </c:pt>
                      <c:pt idx="2216">
                        <c:v>41179</c:v>
                      </c:pt>
                      <c:pt idx="2217">
                        <c:v>41180</c:v>
                      </c:pt>
                      <c:pt idx="2218">
                        <c:v>41183</c:v>
                      </c:pt>
                      <c:pt idx="2219">
                        <c:v>41184</c:v>
                      </c:pt>
                      <c:pt idx="2220">
                        <c:v>41185</c:v>
                      </c:pt>
                      <c:pt idx="2221">
                        <c:v>41186</c:v>
                      </c:pt>
                      <c:pt idx="2222">
                        <c:v>41187</c:v>
                      </c:pt>
                      <c:pt idx="2223">
                        <c:v>41190</c:v>
                      </c:pt>
                      <c:pt idx="2224">
                        <c:v>41191</c:v>
                      </c:pt>
                      <c:pt idx="2225">
                        <c:v>41192</c:v>
                      </c:pt>
                      <c:pt idx="2226">
                        <c:v>41193</c:v>
                      </c:pt>
                      <c:pt idx="2227">
                        <c:v>41194</c:v>
                      </c:pt>
                      <c:pt idx="2228">
                        <c:v>41197</c:v>
                      </c:pt>
                      <c:pt idx="2229">
                        <c:v>41198</c:v>
                      </c:pt>
                      <c:pt idx="2230">
                        <c:v>41199</c:v>
                      </c:pt>
                      <c:pt idx="2231">
                        <c:v>41200</c:v>
                      </c:pt>
                      <c:pt idx="2232">
                        <c:v>41201</c:v>
                      </c:pt>
                      <c:pt idx="2233">
                        <c:v>41204</c:v>
                      </c:pt>
                      <c:pt idx="2234">
                        <c:v>41205</c:v>
                      </c:pt>
                      <c:pt idx="2235">
                        <c:v>41206</c:v>
                      </c:pt>
                      <c:pt idx="2236">
                        <c:v>41207</c:v>
                      </c:pt>
                      <c:pt idx="2237">
                        <c:v>41208</c:v>
                      </c:pt>
                      <c:pt idx="2238">
                        <c:v>41211</c:v>
                      </c:pt>
                      <c:pt idx="2239">
                        <c:v>41212</c:v>
                      </c:pt>
                      <c:pt idx="2240">
                        <c:v>41213</c:v>
                      </c:pt>
                      <c:pt idx="2241">
                        <c:v>41214</c:v>
                      </c:pt>
                      <c:pt idx="2242">
                        <c:v>41215</c:v>
                      </c:pt>
                      <c:pt idx="2243">
                        <c:v>41218</c:v>
                      </c:pt>
                      <c:pt idx="2244">
                        <c:v>41219</c:v>
                      </c:pt>
                      <c:pt idx="2245">
                        <c:v>41220</c:v>
                      </c:pt>
                      <c:pt idx="2246">
                        <c:v>41221</c:v>
                      </c:pt>
                      <c:pt idx="2247">
                        <c:v>41222</c:v>
                      </c:pt>
                      <c:pt idx="2248">
                        <c:v>41225</c:v>
                      </c:pt>
                      <c:pt idx="2249">
                        <c:v>41226</c:v>
                      </c:pt>
                      <c:pt idx="2250">
                        <c:v>41227</c:v>
                      </c:pt>
                      <c:pt idx="2251">
                        <c:v>41228</c:v>
                      </c:pt>
                      <c:pt idx="2252">
                        <c:v>41229</c:v>
                      </c:pt>
                      <c:pt idx="2253">
                        <c:v>41232</c:v>
                      </c:pt>
                      <c:pt idx="2254">
                        <c:v>41233</c:v>
                      </c:pt>
                      <c:pt idx="2255">
                        <c:v>41234</c:v>
                      </c:pt>
                      <c:pt idx="2256">
                        <c:v>41235</c:v>
                      </c:pt>
                      <c:pt idx="2257">
                        <c:v>41236</c:v>
                      </c:pt>
                      <c:pt idx="2258">
                        <c:v>41239</c:v>
                      </c:pt>
                      <c:pt idx="2259">
                        <c:v>41240</c:v>
                      </c:pt>
                      <c:pt idx="2260">
                        <c:v>41241</c:v>
                      </c:pt>
                      <c:pt idx="2261">
                        <c:v>41242</c:v>
                      </c:pt>
                      <c:pt idx="2262">
                        <c:v>41243</c:v>
                      </c:pt>
                      <c:pt idx="2263">
                        <c:v>41246</c:v>
                      </c:pt>
                      <c:pt idx="2264">
                        <c:v>41247</c:v>
                      </c:pt>
                      <c:pt idx="2265">
                        <c:v>41248</c:v>
                      </c:pt>
                      <c:pt idx="2266">
                        <c:v>41249</c:v>
                      </c:pt>
                      <c:pt idx="2267">
                        <c:v>41250</c:v>
                      </c:pt>
                      <c:pt idx="2268">
                        <c:v>41253</c:v>
                      </c:pt>
                      <c:pt idx="2269">
                        <c:v>41254</c:v>
                      </c:pt>
                      <c:pt idx="2270">
                        <c:v>41255</c:v>
                      </c:pt>
                      <c:pt idx="2271">
                        <c:v>41256</c:v>
                      </c:pt>
                      <c:pt idx="2272">
                        <c:v>41257</c:v>
                      </c:pt>
                      <c:pt idx="2273">
                        <c:v>41260</c:v>
                      </c:pt>
                      <c:pt idx="2274">
                        <c:v>41261</c:v>
                      </c:pt>
                      <c:pt idx="2275">
                        <c:v>41262</c:v>
                      </c:pt>
                      <c:pt idx="2276">
                        <c:v>41263</c:v>
                      </c:pt>
                      <c:pt idx="2277">
                        <c:v>41264</c:v>
                      </c:pt>
                      <c:pt idx="2278">
                        <c:v>41267</c:v>
                      </c:pt>
                      <c:pt idx="2279">
                        <c:v>41268</c:v>
                      </c:pt>
                      <c:pt idx="2280">
                        <c:v>41269</c:v>
                      </c:pt>
                      <c:pt idx="2281">
                        <c:v>41270</c:v>
                      </c:pt>
                      <c:pt idx="2282">
                        <c:v>41271</c:v>
                      </c:pt>
                      <c:pt idx="2283">
                        <c:v>41274</c:v>
                      </c:pt>
                      <c:pt idx="2284">
                        <c:v>41275</c:v>
                      </c:pt>
                      <c:pt idx="2285">
                        <c:v>41276</c:v>
                      </c:pt>
                      <c:pt idx="2286">
                        <c:v>41277</c:v>
                      </c:pt>
                      <c:pt idx="2287">
                        <c:v>41278</c:v>
                      </c:pt>
                      <c:pt idx="2288">
                        <c:v>41281</c:v>
                      </c:pt>
                      <c:pt idx="2289">
                        <c:v>41282</c:v>
                      </c:pt>
                      <c:pt idx="2290">
                        <c:v>41283</c:v>
                      </c:pt>
                      <c:pt idx="2291">
                        <c:v>41284</c:v>
                      </c:pt>
                      <c:pt idx="2292">
                        <c:v>41285</c:v>
                      </c:pt>
                      <c:pt idx="2293">
                        <c:v>41288</c:v>
                      </c:pt>
                      <c:pt idx="2294">
                        <c:v>41289</c:v>
                      </c:pt>
                      <c:pt idx="2295">
                        <c:v>41290</c:v>
                      </c:pt>
                      <c:pt idx="2296">
                        <c:v>41291</c:v>
                      </c:pt>
                      <c:pt idx="2297">
                        <c:v>41292</c:v>
                      </c:pt>
                      <c:pt idx="2298">
                        <c:v>41295</c:v>
                      </c:pt>
                      <c:pt idx="2299">
                        <c:v>41296</c:v>
                      </c:pt>
                      <c:pt idx="2300">
                        <c:v>41297</c:v>
                      </c:pt>
                      <c:pt idx="2301">
                        <c:v>41298</c:v>
                      </c:pt>
                      <c:pt idx="2302">
                        <c:v>41299</c:v>
                      </c:pt>
                      <c:pt idx="2303">
                        <c:v>41302</c:v>
                      </c:pt>
                      <c:pt idx="2304">
                        <c:v>41303</c:v>
                      </c:pt>
                      <c:pt idx="2305">
                        <c:v>41304</c:v>
                      </c:pt>
                      <c:pt idx="2306">
                        <c:v>41305</c:v>
                      </c:pt>
                      <c:pt idx="2307">
                        <c:v>41306</c:v>
                      </c:pt>
                      <c:pt idx="2308">
                        <c:v>41309</c:v>
                      </c:pt>
                      <c:pt idx="2309">
                        <c:v>41310</c:v>
                      </c:pt>
                      <c:pt idx="2310">
                        <c:v>41311</c:v>
                      </c:pt>
                      <c:pt idx="2311">
                        <c:v>41312</c:v>
                      </c:pt>
                      <c:pt idx="2312">
                        <c:v>41313</c:v>
                      </c:pt>
                      <c:pt idx="2313">
                        <c:v>41316</c:v>
                      </c:pt>
                      <c:pt idx="2314">
                        <c:v>41317</c:v>
                      </c:pt>
                      <c:pt idx="2315">
                        <c:v>41318</c:v>
                      </c:pt>
                      <c:pt idx="2316">
                        <c:v>41319</c:v>
                      </c:pt>
                      <c:pt idx="2317">
                        <c:v>41320</c:v>
                      </c:pt>
                      <c:pt idx="2318">
                        <c:v>41323</c:v>
                      </c:pt>
                      <c:pt idx="2319">
                        <c:v>41324</c:v>
                      </c:pt>
                      <c:pt idx="2320">
                        <c:v>41325</c:v>
                      </c:pt>
                      <c:pt idx="2321">
                        <c:v>41326</c:v>
                      </c:pt>
                      <c:pt idx="2322">
                        <c:v>41327</c:v>
                      </c:pt>
                      <c:pt idx="2323">
                        <c:v>41330</c:v>
                      </c:pt>
                      <c:pt idx="2324">
                        <c:v>41331</c:v>
                      </c:pt>
                      <c:pt idx="2325">
                        <c:v>41332</c:v>
                      </c:pt>
                      <c:pt idx="2326">
                        <c:v>41333</c:v>
                      </c:pt>
                      <c:pt idx="2327">
                        <c:v>41334</c:v>
                      </c:pt>
                      <c:pt idx="2328">
                        <c:v>41337</c:v>
                      </c:pt>
                      <c:pt idx="2329">
                        <c:v>41338</c:v>
                      </c:pt>
                      <c:pt idx="2330">
                        <c:v>41339</c:v>
                      </c:pt>
                      <c:pt idx="2331">
                        <c:v>41340</c:v>
                      </c:pt>
                      <c:pt idx="2332">
                        <c:v>41341</c:v>
                      </c:pt>
                      <c:pt idx="2333">
                        <c:v>41344</c:v>
                      </c:pt>
                      <c:pt idx="2334">
                        <c:v>41345</c:v>
                      </c:pt>
                      <c:pt idx="2335">
                        <c:v>41346</c:v>
                      </c:pt>
                      <c:pt idx="2336">
                        <c:v>41347</c:v>
                      </c:pt>
                      <c:pt idx="2337">
                        <c:v>41348</c:v>
                      </c:pt>
                      <c:pt idx="2338">
                        <c:v>41351</c:v>
                      </c:pt>
                      <c:pt idx="2339">
                        <c:v>41352</c:v>
                      </c:pt>
                      <c:pt idx="2340">
                        <c:v>41353</c:v>
                      </c:pt>
                      <c:pt idx="2341">
                        <c:v>41354</c:v>
                      </c:pt>
                      <c:pt idx="2342">
                        <c:v>41355</c:v>
                      </c:pt>
                      <c:pt idx="2343">
                        <c:v>41358</c:v>
                      </c:pt>
                      <c:pt idx="2344">
                        <c:v>41359</c:v>
                      </c:pt>
                      <c:pt idx="2345">
                        <c:v>41360</c:v>
                      </c:pt>
                      <c:pt idx="2346">
                        <c:v>41361</c:v>
                      </c:pt>
                      <c:pt idx="2347">
                        <c:v>41362</c:v>
                      </c:pt>
                      <c:pt idx="2348">
                        <c:v>41365</c:v>
                      </c:pt>
                      <c:pt idx="2349">
                        <c:v>41366</c:v>
                      </c:pt>
                      <c:pt idx="2350">
                        <c:v>41367</c:v>
                      </c:pt>
                      <c:pt idx="2351">
                        <c:v>41368</c:v>
                      </c:pt>
                      <c:pt idx="2352">
                        <c:v>41369</c:v>
                      </c:pt>
                      <c:pt idx="2353">
                        <c:v>41372</c:v>
                      </c:pt>
                      <c:pt idx="2354">
                        <c:v>41373</c:v>
                      </c:pt>
                      <c:pt idx="2355">
                        <c:v>41374</c:v>
                      </c:pt>
                      <c:pt idx="2356">
                        <c:v>41375</c:v>
                      </c:pt>
                      <c:pt idx="2357">
                        <c:v>41376</c:v>
                      </c:pt>
                      <c:pt idx="2358">
                        <c:v>41379</c:v>
                      </c:pt>
                      <c:pt idx="2359">
                        <c:v>41380</c:v>
                      </c:pt>
                      <c:pt idx="2360">
                        <c:v>41381</c:v>
                      </c:pt>
                      <c:pt idx="2361">
                        <c:v>41382</c:v>
                      </c:pt>
                      <c:pt idx="2362">
                        <c:v>41383</c:v>
                      </c:pt>
                      <c:pt idx="2363">
                        <c:v>41386</c:v>
                      </c:pt>
                      <c:pt idx="2364">
                        <c:v>41387</c:v>
                      </c:pt>
                      <c:pt idx="2365">
                        <c:v>41388</c:v>
                      </c:pt>
                      <c:pt idx="2366">
                        <c:v>41389</c:v>
                      </c:pt>
                      <c:pt idx="2367">
                        <c:v>41390</c:v>
                      </c:pt>
                      <c:pt idx="2368">
                        <c:v>41393</c:v>
                      </c:pt>
                      <c:pt idx="2369">
                        <c:v>41394</c:v>
                      </c:pt>
                      <c:pt idx="2370">
                        <c:v>41395</c:v>
                      </c:pt>
                      <c:pt idx="2371">
                        <c:v>41396</c:v>
                      </c:pt>
                      <c:pt idx="2372">
                        <c:v>41397</c:v>
                      </c:pt>
                      <c:pt idx="2373">
                        <c:v>41400</c:v>
                      </c:pt>
                      <c:pt idx="2374">
                        <c:v>41401</c:v>
                      </c:pt>
                      <c:pt idx="2375">
                        <c:v>41402</c:v>
                      </c:pt>
                      <c:pt idx="2376">
                        <c:v>41403</c:v>
                      </c:pt>
                      <c:pt idx="2377">
                        <c:v>41404</c:v>
                      </c:pt>
                      <c:pt idx="2378">
                        <c:v>41407</c:v>
                      </c:pt>
                      <c:pt idx="2379">
                        <c:v>41408</c:v>
                      </c:pt>
                      <c:pt idx="2380">
                        <c:v>41409</c:v>
                      </c:pt>
                      <c:pt idx="2381">
                        <c:v>41410</c:v>
                      </c:pt>
                      <c:pt idx="2382">
                        <c:v>41411</c:v>
                      </c:pt>
                      <c:pt idx="2383">
                        <c:v>41414</c:v>
                      </c:pt>
                      <c:pt idx="2384">
                        <c:v>41415</c:v>
                      </c:pt>
                      <c:pt idx="2385">
                        <c:v>41416</c:v>
                      </c:pt>
                      <c:pt idx="2386">
                        <c:v>41417</c:v>
                      </c:pt>
                      <c:pt idx="2387">
                        <c:v>41418</c:v>
                      </c:pt>
                      <c:pt idx="2388">
                        <c:v>41421</c:v>
                      </c:pt>
                      <c:pt idx="2389">
                        <c:v>41422</c:v>
                      </c:pt>
                      <c:pt idx="2390">
                        <c:v>41423</c:v>
                      </c:pt>
                      <c:pt idx="2391">
                        <c:v>41424</c:v>
                      </c:pt>
                      <c:pt idx="2392">
                        <c:v>41425</c:v>
                      </c:pt>
                      <c:pt idx="2393">
                        <c:v>41428</c:v>
                      </c:pt>
                      <c:pt idx="2394">
                        <c:v>41429</c:v>
                      </c:pt>
                      <c:pt idx="2395">
                        <c:v>41430</c:v>
                      </c:pt>
                      <c:pt idx="2396">
                        <c:v>41431</c:v>
                      </c:pt>
                      <c:pt idx="2397">
                        <c:v>41432</c:v>
                      </c:pt>
                      <c:pt idx="2398">
                        <c:v>41435</c:v>
                      </c:pt>
                      <c:pt idx="2399">
                        <c:v>41436</c:v>
                      </c:pt>
                      <c:pt idx="2400">
                        <c:v>41437</c:v>
                      </c:pt>
                      <c:pt idx="2401">
                        <c:v>41438</c:v>
                      </c:pt>
                      <c:pt idx="2402">
                        <c:v>41439</c:v>
                      </c:pt>
                      <c:pt idx="2403">
                        <c:v>41442</c:v>
                      </c:pt>
                      <c:pt idx="2404">
                        <c:v>41443</c:v>
                      </c:pt>
                      <c:pt idx="2405">
                        <c:v>41444</c:v>
                      </c:pt>
                      <c:pt idx="2406">
                        <c:v>41445</c:v>
                      </c:pt>
                      <c:pt idx="2407">
                        <c:v>41446</c:v>
                      </c:pt>
                      <c:pt idx="2408">
                        <c:v>41449</c:v>
                      </c:pt>
                      <c:pt idx="2409">
                        <c:v>41450</c:v>
                      </c:pt>
                      <c:pt idx="2410">
                        <c:v>41451</c:v>
                      </c:pt>
                      <c:pt idx="2411">
                        <c:v>41452</c:v>
                      </c:pt>
                      <c:pt idx="2412">
                        <c:v>41453</c:v>
                      </c:pt>
                      <c:pt idx="2413">
                        <c:v>41456</c:v>
                      </c:pt>
                      <c:pt idx="2414">
                        <c:v>41457</c:v>
                      </c:pt>
                      <c:pt idx="2415">
                        <c:v>41458</c:v>
                      </c:pt>
                      <c:pt idx="2416">
                        <c:v>41459</c:v>
                      </c:pt>
                      <c:pt idx="2417">
                        <c:v>41460</c:v>
                      </c:pt>
                      <c:pt idx="2418">
                        <c:v>41463</c:v>
                      </c:pt>
                      <c:pt idx="2419">
                        <c:v>41464</c:v>
                      </c:pt>
                      <c:pt idx="2420">
                        <c:v>41465</c:v>
                      </c:pt>
                      <c:pt idx="2421">
                        <c:v>41466</c:v>
                      </c:pt>
                      <c:pt idx="2422">
                        <c:v>41467</c:v>
                      </c:pt>
                      <c:pt idx="2423">
                        <c:v>41470</c:v>
                      </c:pt>
                      <c:pt idx="2424">
                        <c:v>41471</c:v>
                      </c:pt>
                      <c:pt idx="2425">
                        <c:v>41472</c:v>
                      </c:pt>
                      <c:pt idx="2426">
                        <c:v>41473</c:v>
                      </c:pt>
                      <c:pt idx="2427">
                        <c:v>41474</c:v>
                      </c:pt>
                      <c:pt idx="2428">
                        <c:v>41477</c:v>
                      </c:pt>
                      <c:pt idx="2429">
                        <c:v>41478</c:v>
                      </c:pt>
                      <c:pt idx="2430">
                        <c:v>41479</c:v>
                      </c:pt>
                      <c:pt idx="2431">
                        <c:v>41480</c:v>
                      </c:pt>
                      <c:pt idx="2432">
                        <c:v>41481</c:v>
                      </c:pt>
                      <c:pt idx="2433">
                        <c:v>41484</c:v>
                      </c:pt>
                      <c:pt idx="2434">
                        <c:v>41485</c:v>
                      </c:pt>
                      <c:pt idx="2435">
                        <c:v>41486</c:v>
                      </c:pt>
                      <c:pt idx="2436">
                        <c:v>41487</c:v>
                      </c:pt>
                      <c:pt idx="2437">
                        <c:v>41488</c:v>
                      </c:pt>
                      <c:pt idx="2438">
                        <c:v>41491</c:v>
                      </c:pt>
                      <c:pt idx="2439">
                        <c:v>41492</c:v>
                      </c:pt>
                      <c:pt idx="2440">
                        <c:v>41493</c:v>
                      </c:pt>
                      <c:pt idx="2441">
                        <c:v>41494</c:v>
                      </c:pt>
                      <c:pt idx="2442">
                        <c:v>41495</c:v>
                      </c:pt>
                      <c:pt idx="2443">
                        <c:v>41498</c:v>
                      </c:pt>
                      <c:pt idx="2444">
                        <c:v>41499</c:v>
                      </c:pt>
                      <c:pt idx="2445">
                        <c:v>41500</c:v>
                      </c:pt>
                      <c:pt idx="2446">
                        <c:v>41501</c:v>
                      </c:pt>
                      <c:pt idx="2447">
                        <c:v>41502</c:v>
                      </c:pt>
                      <c:pt idx="2448">
                        <c:v>41505</c:v>
                      </c:pt>
                      <c:pt idx="2449">
                        <c:v>41506</c:v>
                      </c:pt>
                      <c:pt idx="2450">
                        <c:v>41507</c:v>
                      </c:pt>
                      <c:pt idx="2451">
                        <c:v>41508</c:v>
                      </c:pt>
                      <c:pt idx="2452">
                        <c:v>41509</c:v>
                      </c:pt>
                      <c:pt idx="2453">
                        <c:v>41512</c:v>
                      </c:pt>
                      <c:pt idx="2454">
                        <c:v>41513</c:v>
                      </c:pt>
                      <c:pt idx="2455">
                        <c:v>41514</c:v>
                      </c:pt>
                      <c:pt idx="2456">
                        <c:v>41515</c:v>
                      </c:pt>
                      <c:pt idx="2457">
                        <c:v>41516</c:v>
                      </c:pt>
                      <c:pt idx="2458">
                        <c:v>41519</c:v>
                      </c:pt>
                      <c:pt idx="2459">
                        <c:v>41520</c:v>
                      </c:pt>
                      <c:pt idx="2460">
                        <c:v>41521</c:v>
                      </c:pt>
                      <c:pt idx="2461">
                        <c:v>41522</c:v>
                      </c:pt>
                      <c:pt idx="2462">
                        <c:v>41523</c:v>
                      </c:pt>
                      <c:pt idx="2463">
                        <c:v>41526</c:v>
                      </c:pt>
                      <c:pt idx="2464">
                        <c:v>41527</c:v>
                      </c:pt>
                      <c:pt idx="2465">
                        <c:v>41528</c:v>
                      </c:pt>
                      <c:pt idx="2466">
                        <c:v>41529</c:v>
                      </c:pt>
                      <c:pt idx="2467">
                        <c:v>41530</c:v>
                      </c:pt>
                      <c:pt idx="2468">
                        <c:v>41533</c:v>
                      </c:pt>
                      <c:pt idx="2469">
                        <c:v>41534</c:v>
                      </c:pt>
                      <c:pt idx="2470">
                        <c:v>41535</c:v>
                      </c:pt>
                      <c:pt idx="2471">
                        <c:v>41536</c:v>
                      </c:pt>
                      <c:pt idx="2472">
                        <c:v>41537</c:v>
                      </c:pt>
                      <c:pt idx="2473">
                        <c:v>41540</c:v>
                      </c:pt>
                      <c:pt idx="2474">
                        <c:v>41541</c:v>
                      </c:pt>
                      <c:pt idx="2475">
                        <c:v>41542</c:v>
                      </c:pt>
                      <c:pt idx="2476">
                        <c:v>41543</c:v>
                      </c:pt>
                      <c:pt idx="2477">
                        <c:v>41544</c:v>
                      </c:pt>
                      <c:pt idx="2478">
                        <c:v>41547</c:v>
                      </c:pt>
                      <c:pt idx="2479">
                        <c:v>41548</c:v>
                      </c:pt>
                      <c:pt idx="2480">
                        <c:v>41549</c:v>
                      </c:pt>
                      <c:pt idx="2481">
                        <c:v>41550</c:v>
                      </c:pt>
                      <c:pt idx="2482">
                        <c:v>41551</c:v>
                      </c:pt>
                      <c:pt idx="2483">
                        <c:v>41554</c:v>
                      </c:pt>
                      <c:pt idx="2484">
                        <c:v>41555</c:v>
                      </c:pt>
                      <c:pt idx="2485">
                        <c:v>41556</c:v>
                      </c:pt>
                      <c:pt idx="2486">
                        <c:v>41557</c:v>
                      </c:pt>
                      <c:pt idx="2487">
                        <c:v>41558</c:v>
                      </c:pt>
                      <c:pt idx="2488">
                        <c:v>41561</c:v>
                      </c:pt>
                      <c:pt idx="2489">
                        <c:v>41562</c:v>
                      </c:pt>
                      <c:pt idx="2490">
                        <c:v>41563</c:v>
                      </c:pt>
                      <c:pt idx="2491">
                        <c:v>41564</c:v>
                      </c:pt>
                      <c:pt idx="2492">
                        <c:v>41565</c:v>
                      </c:pt>
                      <c:pt idx="2493">
                        <c:v>41568</c:v>
                      </c:pt>
                      <c:pt idx="2494">
                        <c:v>41569</c:v>
                      </c:pt>
                      <c:pt idx="2495">
                        <c:v>41570</c:v>
                      </c:pt>
                      <c:pt idx="2496">
                        <c:v>41571</c:v>
                      </c:pt>
                      <c:pt idx="2497">
                        <c:v>41572</c:v>
                      </c:pt>
                      <c:pt idx="2498">
                        <c:v>41575</c:v>
                      </c:pt>
                      <c:pt idx="2499">
                        <c:v>41576</c:v>
                      </c:pt>
                      <c:pt idx="2500">
                        <c:v>41577</c:v>
                      </c:pt>
                      <c:pt idx="2501">
                        <c:v>41578</c:v>
                      </c:pt>
                      <c:pt idx="2502">
                        <c:v>41579</c:v>
                      </c:pt>
                      <c:pt idx="2503">
                        <c:v>41582</c:v>
                      </c:pt>
                      <c:pt idx="2504">
                        <c:v>41583</c:v>
                      </c:pt>
                      <c:pt idx="2505">
                        <c:v>41584</c:v>
                      </c:pt>
                      <c:pt idx="2506">
                        <c:v>41585</c:v>
                      </c:pt>
                      <c:pt idx="2507">
                        <c:v>41586</c:v>
                      </c:pt>
                      <c:pt idx="2508">
                        <c:v>41589</c:v>
                      </c:pt>
                      <c:pt idx="2509">
                        <c:v>41590</c:v>
                      </c:pt>
                      <c:pt idx="2510">
                        <c:v>41591</c:v>
                      </c:pt>
                      <c:pt idx="2511">
                        <c:v>41592</c:v>
                      </c:pt>
                      <c:pt idx="2512">
                        <c:v>41593</c:v>
                      </c:pt>
                      <c:pt idx="2513">
                        <c:v>41596</c:v>
                      </c:pt>
                      <c:pt idx="2514">
                        <c:v>41597</c:v>
                      </c:pt>
                      <c:pt idx="2515">
                        <c:v>41598</c:v>
                      </c:pt>
                      <c:pt idx="2516">
                        <c:v>41599</c:v>
                      </c:pt>
                      <c:pt idx="2517">
                        <c:v>41600</c:v>
                      </c:pt>
                      <c:pt idx="2518">
                        <c:v>41603</c:v>
                      </c:pt>
                      <c:pt idx="2519">
                        <c:v>41604</c:v>
                      </c:pt>
                      <c:pt idx="2520">
                        <c:v>41605</c:v>
                      </c:pt>
                      <c:pt idx="2521">
                        <c:v>41606</c:v>
                      </c:pt>
                      <c:pt idx="2522">
                        <c:v>41607</c:v>
                      </c:pt>
                      <c:pt idx="2523">
                        <c:v>41610</c:v>
                      </c:pt>
                      <c:pt idx="2524">
                        <c:v>41611</c:v>
                      </c:pt>
                      <c:pt idx="2525">
                        <c:v>41612</c:v>
                      </c:pt>
                      <c:pt idx="2526">
                        <c:v>41613</c:v>
                      </c:pt>
                      <c:pt idx="2527">
                        <c:v>41614</c:v>
                      </c:pt>
                      <c:pt idx="2528">
                        <c:v>41617</c:v>
                      </c:pt>
                      <c:pt idx="2529">
                        <c:v>41618</c:v>
                      </c:pt>
                      <c:pt idx="2530">
                        <c:v>41619</c:v>
                      </c:pt>
                      <c:pt idx="2531">
                        <c:v>41620</c:v>
                      </c:pt>
                      <c:pt idx="2532">
                        <c:v>41621</c:v>
                      </c:pt>
                      <c:pt idx="2533">
                        <c:v>41624</c:v>
                      </c:pt>
                      <c:pt idx="2534">
                        <c:v>41625</c:v>
                      </c:pt>
                      <c:pt idx="2535">
                        <c:v>41626</c:v>
                      </c:pt>
                      <c:pt idx="2536">
                        <c:v>41627</c:v>
                      </c:pt>
                      <c:pt idx="2537">
                        <c:v>41628</c:v>
                      </c:pt>
                      <c:pt idx="2538">
                        <c:v>41631</c:v>
                      </c:pt>
                      <c:pt idx="2539">
                        <c:v>41632</c:v>
                      </c:pt>
                      <c:pt idx="2540">
                        <c:v>41633</c:v>
                      </c:pt>
                      <c:pt idx="2541">
                        <c:v>41634</c:v>
                      </c:pt>
                      <c:pt idx="2542">
                        <c:v>41635</c:v>
                      </c:pt>
                      <c:pt idx="2543">
                        <c:v>41638</c:v>
                      </c:pt>
                      <c:pt idx="2544">
                        <c:v>41639</c:v>
                      </c:pt>
                      <c:pt idx="2545">
                        <c:v>41640</c:v>
                      </c:pt>
                      <c:pt idx="2546">
                        <c:v>41641</c:v>
                      </c:pt>
                      <c:pt idx="2547">
                        <c:v>41642</c:v>
                      </c:pt>
                      <c:pt idx="2548">
                        <c:v>41645</c:v>
                      </c:pt>
                      <c:pt idx="2549">
                        <c:v>41646</c:v>
                      </c:pt>
                      <c:pt idx="2550">
                        <c:v>41647</c:v>
                      </c:pt>
                      <c:pt idx="2551">
                        <c:v>41648</c:v>
                      </c:pt>
                      <c:pt idx="2552">
                        <c:v>41649</c:v>
                      </c:pt>
                      <c:pt idx="2553">
                        <c:v>41652</c:v>
                      </c:pt>
                      <c:pt idx="2554">
                        <c:v>41653</c:v>
                      </c:pt>
                      <c:pt idx="2555">
                        <c:v>41654</c:v>
                      </c:pt>
                      <c:pt idx="2556">
                        <c:v>41655</c:v>
                      </c:pt>
                      <c:pt idx="2557">
                        <c:v>41656</c:v>
                      </c:pt>
                      <c:pt idx="2558">
                        <c:v>41659</c:v>
                      </c:pt>
                      <c:pt idx="2559">
                        <c:v>41660</c:v>
                      </c:pt>
                      <c:pt idx="2560">
                        <c:v>41661</c:v>
                      </c:pt>
                      <c:pt idx="2561">
                        <c:v>41662</c:v>
                      </c:pt>
                      <c:pt idx="2562">
                        <c:v>41663</c:v>
                      </c:pt>
                      <c:pt idx="2563">
                        <c:v>41666</c:v>
                      </c:pt>
                      <c:pt idx="2564">
                        <c:v>41667</c:v>
                      </c:pt>
                      <c:pt idx="2565">
                        <c:v>41668</c:v>
                      </c:pt>
                      <c:pt idx="2566">
                        <c:v>41669</c:v>
                      </c:pt>
                      <c:pt idx="2567">
                        <c:v>41670</c:v>
                      </c:pt>
                      <c:pt idx="2568">
                        <c:v>41673</c:v>
                      </c:pt>
                      <c:pt idx="2569">
                        <c:v>41674</c:v>
                      </c:pt>
                      <c:pt idx="2570">
                        <c:v>41675</c:v>
                      </c:pt>
                      <c:pt idx="2571">
                        <c:v>41676</c:v>
                      </c:pt>
                      <c:pt idx="2572">
                        <c:v>41677</c:v>
                      </c:pt>
                      <c:pt idx="2573">
                        <c:v>41680</c:v>
                      </c:pt>
                      <c:pt idx="2574">
                        <c:v>41681</c:v>
                      </c:pt>
                      <c:pt idx="2575">
                        <c:v>41682</c:v>
                      </c:pt>
                      <c:pt idx="2576">
                        <c:v>41683</c:v>
                      </c:pt>
                      <c:pt idx="2577">
                        <c:v>41684</c:v>
                      </c:pt>
                      <c:pt idx="2578">
                        <c:v>41687</c:v>
                      </c:pt>
                      <c:pt idx="2579">
                        <c:v>41688</c:v>
                      </c:pt>
                      <c:pt idx="2580">
                        <c:v>41689</c:v>
                      </c:pt>
                      <c:pt idx="2581">
                        <c:v>41690</c:v>
                      </c:pt>
                      <c:pt idx="2582">
                        <c:v>41691</c:v>
                      </c:pt>
                      <c:pt idx="2583">
                        <c:v>41694</c:v>
                      </c:pt>
                      <c:pt idx="2584">
                        <c:v>41695</c:v>
                      </c:pt>
                      <c:pt idx="2585">
                        <c:v>41696</c:v>
                      </c:pt>
                      <c:pt idx="2586">
                        <c:v>41697</c:v>
                      </c:pt>
                      <c:pt idx="2587">
                        <c:v>41698</c:v>
                      </c:pt>
                      <c:pt idx="2588">
                        <c:v>41701</c:v>
                      </c:pt>
                      <c:pt idx="2589">
                        <c:v>41702</c:v>
                      </c:pt>
                      <c:pt idx="2590">
                        <c:v>41703</c:v>
                      </c:pt>
                      <c:pt idx="2591">
                        <c:v>41704</c:v>
                      </c:pt>
                      <c:pt idx="2592">
                        <c:v>41705</c:v>
                      </c:pt>
                      <c:pt idx="2593">
                        <c:v>41708</c:v>
                      </c:pt>
                      <c:pt idx="2594">
                        <c:v>41709</c:v>
                      </c:pt>
                      <c:pt idx="2595">
                        <c:v>41710</c:v>
                      </c:pt>
                      <c:pt idx="2596">
                        <c:v>41711</c:v>
                      </c:pt>
                      <c:pt idx="2597">
                        <c:v>41712</c:v>
                      </c:pt>
                      <c:pt idx="2598">
                        <c:v>41715</c:v>
                      </c:pt>
                      <c:pt idx="2599">
                        <c:v>41716</c:v>
                      </c:pt>
                      <c:pt idx="2600">
                        <c:v>41717</c:v>
                      </c:pt>
                      <c:pt idx="2601">
                        <c:v>41718</c:v>
                      </c:pt>
                      <c:pt idx="2602">
                        <c:v>41719</c:v>
                      </c:pt>
                      <c:pt idx="2603">
                        <c:v>41722</c:v>
                      </c:pt>
                      <c:pt idx="2604">
                        <c:v>41723</c:v>
                      </c:pt>
                      <c:pt idx="2605">
                        <c:v>41724</c:v>
                      </c:pt>
                      <c:pt idx="2606">
                        <c:v>41725</c:v>
                      </c:pt>
                      <c:pt idx="2607">
                        <c:v>41726</c:v>
                      </c:pt>
                      <c:pt idx="2608">
                        <c:v>41729</c:v>
                      </c:pt>
                      <c:pt idx="2609">
                        <c:v>41730</c:v>
                      </c:pt>
                      <c:pt idx="2610">
                        <c:v>41731</c:v>
                      </c:pt>
                      <c:pt idx="2611">
                        <c:v>41732</c:v>
                      </c:pt>
                      <c:pt idx="2612">
                        <c:v>41733</c:v>
                      </c:pt>
                      <c:pt idx="2613">
                        <c:v>41736</c:v>
                      </c:pt>
                      <c:pt idx="2614">
                        <c:v>41737</c:v>
                      </c:pt>
                      <c:pt idx="2615">
                        <c:v>41738</c:v>
                      </c:pt>
                      <c:pt idx="2616">
                        <c:v>41739</c:v>
                      </c:pt>
                      <c:pt idx="2617">
                        <c:v>41740</c:v>
                      </c:pt>
                      <c:pt idx="2618">
                        <c:v>41743</c:v>
                      </c:pt>
                      <c:pt idx="2619">
                        <c:v>41744</c:v>
                      </c:pt>
                      <c:pt idx="2620">
                        <c:v>41745</c:v>
                      </c:pt>
                      <c:pt idx="2621">
                        <c:v>41746</c:v>
                      </c:pt>
                      <c:pt idx="2622">
                        <c:v>41747</c:v>
                      </c:pt>
                      <c:pt idx="2623">
                        <c:v>41750</c:v>
                      </c:pt>
                      <c:pt idx="2624">
                        <c:v>41751</c:v>
                      </c:pt>
                      <c:pt idx="2625">
                        <c:v>41752</c:v>
                      </c:pt>
                      <c:pt idx="2626">
                        <c:v>41753</c:v>
                      </c:pt>
                      <c:pt idx="2627">
                        <c:v>41754</c:v>
                      </c:pt>
                      <c:pt idx="2628">
                        <c:v>41757</c:v>
                      </c:pt>
                      <c:pt idx="2629">
                        <c:v>41758</c:v>
                      </c:pt>
                      <c:pt idx="2630">
                        <c:v>41759</c:v>
                      </c:pt>
                      <c:pt idx="2631">
                        <c:v>41760</c:v>
                      </c:pt>
                      <c:pt idx="2632">
                        <c:v>41761</c:v>
                      </c:pt>
                      <c:pt idx="2633">
                        <c:v>41764</c:v>
                      </c:pt>
                      <c:pt idx="2634">
                        <c:v>41765</c:v>
                      </c:pt>
                      <c:pt idx="2635">
                        <c:v>41766</c:v>
                      </c:pt>
                      <c:pt idx="2636">
                        <c:v>41767</c:v>
                      </c:pt>
                      <c:pt idx="2637">
                        <c:v>41768</c:v>
                      </c:pt>
                      <c:pt idx="2638">
                        <c:v>41771</c:v>
                      </c:pt>
                      <c:pt idx="2639">
                        <c:v>41772</c:v>
                      </c:pt>
                      <c:pt idx="2640">
                        <c:v>41773</c:v>
                      </c:pt>
                      <c:pt idx="2641">
                        <c:v>41774</c:v>
                      </c:pt>
                      <c:pt idx="2642">
                        <c:v>41775</c:v>
                      </c:pt>
                      <c:pt idx="2643">
                        <c:v>41778</c:v>
                      </c:pt>
                      <c:pt idx="2644">
                        <c:v>41779</c:v>
                      </c:pt>
                      <c:pt idx="2645">
                        <c:v>41780</c:v>
                      </c:pt>
                      <c:pt idx="2646">
                        <c:v>41781</c:v>
                      </c:pt>
                      <c:pt idx="2647">
                        <c:v>41782</c:v>
                      </c:pt>
                      <c:pt idx="2648">
                        <c:v>41785</c:v>
                      </c:pt>
                      <c:pt idx="2649">
                        <c:v>41786</c:v>
                      </c:pt>
                      <c:pt idx="2650">
                        <c:v>41787</c:v>
                      </c:pt>
                      <c:pt idx="2651">
                        <c:v>41788</c:v>
                      </c:pt>
                      <c:pt idx="2652">
                        <c:v>41789</c:v>
                      </c:pt>
                      <c:pt idx="2653">
                        <c:v>41792</c:v>
                      </c:pt>
                      <c:pt idx="2654">
                        <c:v>41793</c:v>
                      </c:pt>
                      <c:pt idx="2655">
                        <c:v>41794</c:v>
                      </c:pt>
                      <c:pt idx="2656">
                        <c:v>41795</c:v>
                      </c:pt>
                      <c:pt idx="2657">
                        <c:v>41796</c:v>
                      </c:pt>
                      <c:pt idx="2658">
                        <c:v>41799</c:v>
                      </c:pt>
                      <c:pt idx="2659">
                        <c:v>41800</c:v>
                      </c:pt>
                      <c:pt idx="2660">
                        <c:v>41801</c:v>
                      </c:pt>
                      <c:pt idx="2661">
                        <c:v>41802</c:v>
                      </c:pt>
                      <c:pt idx="2662">
                        <c:v>41803</c:v>
                      </c:pt>
                      <c:pt idx="2663">
                        <c:v>41806</c:v>
                      </c:pt>
                      <c:pt idx="2664">
                        <c:v>41807</c:v>
                      </c:pt>
                      <c:pt idx="2665">
                        <c:v>41808</c:v>
                      </c:pt>
                      <c:pt idx="2666">
                        <c:v>41809</c:v>
                      </c:pt>
                      <c:pt idx="2667">
                        <c:v>41810</c:v>
                      </c:pt>
                      <c:pt idx="2668">
                        <c:v>41813</c:v>
                      </c:pt>
                      <c:pt idx="2669">
                        <c:v>41814</c:v>
                      </c:pt>
                      <c:pt idx="2670">
                        <c:v>41815</c:v>
                      </c:pt>
                      <c:pt idx="2671">
                        <c:v>41816</c:v>
                      </c:pt>
                      <c:pt idx="2672">
                        <c:v>41817</c:v>
                      </c:pt>
                      <c:pt idx="2673">
                        <c:v>41820</c:v>
                      </c:pt>
                      <c:pt idx="2674">
                        <c:v>41821</c:v>
                      </c:pt>
                      <c:pt idx="2675">
                        <c:v>41822</c:v>
                      </c:pt>
                      <c:pt idx="2676">
                        <c:v>41823</c:v>
                      </c:pt>
                      <c:pt idx="2677">
                        <c:v>41824</c:v>
                      </c:pt>
                      <c:pt idx="2678">
                        <c:v>41827</c:v>
                      </c:pt>
                      <c:pt idx="2679">
                        <c:v>41828</c:v>
                      </c:pt>
                      <c:pt idx="2680">
                        <c:v>41829</c:v>
                      </c:pt>
                      <c:pt idx="2681">
                        <c:v>41830</c:v>
                      </c:pt>
                      <c:pt idx="2682">
                        <c:v>41831</c:v>
                      </c:pt>
                      <c:pt idx="2683">
                        <c:v>41834</c:v>
                      </c:pt>
                      <c:pt idx="2684">
                        <c:v>41835</c:v>
                      </c:pt>
                      <c:pt idx="2685">
                        <c:v>41836</c:v>
                      </c:pt>
                      <c:pt idx="2686">
                        <c:v>41837</c:v>
                      </c:pt>
                      <c:pt idx="2687">
                        <c:v>41838</c:v>
                      </c:pt>
                      <c:pt idx="2688">
                        <c:v>41841</c:v>
                      </c:pt>
                      <c:pt idx="2689">
                        <c:v>41842</c:v>
                      </c:pt>
                      <c:pt idx="2690">
                        <c:v>41843</c:v>
                      </c:pt>
                      <c:pt idx="2691">
                        <c:v>41844</c:v>
                      </c:pt>
                      <c:pt idx="2692">
                        <c:v>41845</c:v>
                      </c:pt>
                      <c:pt idx="2693">
                        <c:v>41848</c:v>
                      </c:pt>
                      <c:pt idx="2694">
                        <c:v>41849</c:v>
                      </c:pt>
                      <c:pt idx="2695">
                        <c:v>41850</c:v>
                      </c:pt>
                      <c:pt idx="2696">
                        <c:v>41851</c:v>
                      </c:pt>
                      <c:pt idx="2697">
                        <c:v>41852</c:v>
                      </c:pt>
                      <c:pt idx="2698">
                        <c:v>41855</c:v>
                      </c:pt>
                      <c:pt idx="2699">
                        <c:v>41856</c:v>
                      </c:pt>
                      <c:pt idx="2700">
                        <c:v>41857</c:v>
                      </c:pt>
                      <c:pt idx="2701">
                        <c:v>41858</c:v>
                      </c:pt>
                      <c:pt idx="2702">
                        <c:v>41859</c:v>
                      </c:pt>
                      <c:pt idx="2703">
                        <c:v>41862</c:v>
                      </c:pt>
                      <c:pt idx="2704">
                        <c:v>41863</c:v>
                      </c:pt>
                      <c:pt idx="2705">
                        <c:v>41864</c:v>
                      </c:pt>
                      <c:pt idx="2706">
                        <c:v>41865</c:v>
                      </c:pt>
                      <c:pt idx="2707">
                        <c:v>41866</c:v>
                      </c:pt>
                      <c:pt idx="2708">
                        <c:v>41869</c:v>
                      </c:pt>
                      <c:pt idx="2709">
                        <c:v>41870</c:v>
                      </c:pt>
                      <c:pt idx="2710">
                        <c:v>41871</c:v>
                      </c:pt>
                      <c:pt idx="2711">
                        <c:v>41872</c:v>
                      </c:pt>
                      <c:pt idx="2712">
                        <c:v>41873</c:v>
                      </c:pt>
                      <c:pt idx="2713">
                        <c:v>41876</c:v>
                      </c:pt>
                      <c:pt idx="2714">
                        <c:v>41877</c:v>
                      </c:pt>
                      <c:pt idx="2715">
                        <c:v>41878</c:v>
                      </c:pt>
                      <c:pt idx="2716">
                        <c:v>41879</c:v>
                      </c:pt>
                      <c:pt idx="2717">
                        <c:v>41880</c:v>
                      </c:pt>
                      <c:pt idx="2718">
                        <c:v>41883</c:v>
                      </c:pt>
                      <c:pt idx="2719">
                        <c:v>41884</c:v>
                      </c:pt>
                      <c:pt idx="2720">
                        <c:v>41885</c:v>
                      </c:pt>
                      <c:pt idx="2721">
                        <c:v>41886</c:v>
                      </c:pt>
                      <c:pt idx="2722">
                        <c:v>41887</c:v>
                      </c:pt>
                      <c:pt idx="2723">
                        <c:v>41890</c:v>
                      </c:pt>
                      <c:pt idx="2724">
                        <c:v>41891</c:v>
                      </c:pt>
                      <c:pt idx="2725">
                        <c:v>41892</c:v>
                      </c:pt>
                      <c:pt idx="2726">
                        <c:v>41893</c:v>
                      </c:pt>
                      <c:pt idx="2727">
                        <c:v>41894</c:v>
                      </c:pt>
                      <c:pt idx="2728">
                        <c:v>41897</c:v>
                      </c:pt>
                      <c:pt idx="2729">
                        <c:v>41898</c:v>
                      </c:pt>
                      <c:pt idx="2730">
                        <c:v>41899</c:v>
                      </c:pt>
                      <c:pt idx="2731">
                        <c:v>41900</c:v>
                      </c:pt>
                      <c:pt idx="2732">
                        <c:v>41901</c:v>
                      </c:pt>
                      <c:pt idx="2733">
                        <c:v>41904</c:v>
                      </c:pt>
                      <c:pt idx="2734">
                        <c:v>41905</c:v>
                      </c:pt>
                      <c:pt idx="2735">
                        <c:v>41906</c:v>
                      </c:pt>
                      <c:pt idx="2736">
                        <c:v>41907</c:v>
                      </c:pt>
                      <c:pt idx="2737">
                        <c:v>41908</c:v>
                      </c:pt>
                      <c:pt idx="2738">
                        <c:v>41911</c:v>
                      </c:pt>
                      <c:pt idx="2739">
                        <c:v>41912</c:v>
                      </c:pt>
                      <c:pt idx="2740">
                        <c:v>41913</c:v>
                      </c:pt>
                      <c:pt idx="2741">
                        <c:v>41914</c:v>
                      </c:pt>
                      <c:pt idx="2742">
                        <c:v>41915</c:v>
                      </c:pt>
                      <c:pt idx="2743">
                        <c:v>41918</c:v>
                      </c:pt>
                      <c:pt idx="2744">
                        <c:v>41919</c:v>
                      </c:pt>
                      <c:pt idx="2745">
                        <c:v>41920</c:v>
                      </c:pt>
                      <c:pt idx="2746">
                        <c:v>41921</c:v>
                      </c:pt>
                      <c:pt idx="2747">
                        <c:v>41922</c:v>
                      </c:pt>
                      <c:pt idx="2748">
                        <c:v>41925</c:v>
                      </c:pt>
                      <c:pt idx="2749">
                        <c:v>41926</c:v>
                      </c:pt>
                      <c:pt idx="2750">
                        <c:v>41927</c:v>
                      </c:pt>
                      <c:pt idx="2751">
                        <c:v>41928</c:v>
                      </c:pt>
                      <c:pt idx="2752">
                        <c:v>41929</c:v>
                      </c:pt>
                      <c:pt idx="2753">
                        <c:v>41932</c:v>
                      </c:pt>
                      <c:pt idx="2754">
                        <c:v>41933</c:v>
                      </c:pt>
                      <c:pt idx="2755">
                        <c:v>41934</c:v>
                      </c:pt>
                      <c:pt idx="2756">
                        <c:v>41935</c:v>
                      </c:pt>
                      <c:pt idx="2757">
                        <c:v>41936</c:v>
                      </c:pt>
                      <c:pt idx="2758">
                        <c:v>41939</c:v>
                      </c:pt>
                      <c:pt idx="2759">
                        <c:v>41940</c:v>
                      </c:pt>
                      <c:pt idx="2760">
                        <c:v>41941</c:v>
                      </c:pt>
                      <c:pt idx="2761">
                        <c:v>41942</c:v>
                      </c:pt>
                      <c:pt idx="2762">
                        <c:v>41943</c:v>
                      </c:pt>
                      <c:pt idx="2763">
                        <c:v>41946</c:v>
                      </c:pt>
                      <c:pt idx="2764">
                        <c:v>41947</c:v>
                      </c:pt>
                      <c:pt idx="2765">
                        <c:v>41948</c:v>
                      </c:pt>
                      <c:pt idx="2766">
                        <c:v>41949</c:v>
                      </c:pt>
                      <c:pt idx="2767">
                        <c:v>41950</c:v>
                      </c:pt>
                      <c:pt idx="2768">
                        <c:v>41953</c:v>
                      </c:pt>
                      <c:pt idx="2769">
                        <c:v>41954</c:v>
                      </c:pt>
                      <c:pt idx="2770">
                        <c:v>41955</c:v>
                      </c:pt>
                      <c:pt idx="2771">
                        <c:v>41956</c:v>
                      </c:pt>
                      <c:pt idx="2772">
                        <c:v>41957</c:v>
                      </c:pt>
                      <c:pt idx="2773">
                        <c:v>41960</c:v>
                      </c:pt>
                      <c:pt idx="2774">
                        <c:v>41961</c:v>
                      </c:pt>
                      <c:pt idx="2775">
                        <c:v>41962</c:v>
                      </c:pt>
                      <c:pt idx="2776">
                        <c:v>41963</c:v>
                      </c:pt>
                      <c:pt idx="2777">
                        <c:v>41964</c:v>
                      </c:pt>
                      <c:pt idx="2778">
                        <c:v>41967</c:v>
                      </c:pt>
                      <c:pt idx="2779">
                        <c:v>41968</c:v>
                      </c:pt>
                      <c:pt idx="2780">
                        <c:v>41969</c:v>
                      </c:pt>
                      <c:pt idx="2781">
                        <c:v>41970</c:v>
                      </c:pt>
                      <c:pt idx="2782">
                        <c:v>41971</c:v>
                      </c:pt>
                      <c:pt idx="2783">
                        <c:v>41974</c:v>
                      </c:pt>
                      <c:pt idx="2784">
                        <c:v>41975</c:v>
                      </c:pt>
                      <c:pt idx="2785">
                        <c:v>41976</c:v>
                      </c:pt>
                      <c:pt idx="2786">
                        <c:v>41977</c:v>
                      </c:pt>
                      <c:pt idx="2787">
                        <c:v>41978</c:v>
                      </c:pt>
                      <c:pt idx="2788">
                        <c:v>41981</c:v>
                      </c:pt>
                      <c:pt idx="2789">
                        <c:v>41982</c:v>
                      </c:pt>
                      <c:pt idx="2790">
                        <c:v>41983</c:v>
                      </c:pt>
                      <c:pt idx="2791">
                        <c:v>41984</c:v>
                      </c:pt>
                      <c:pt idx="2792">
                        <c:v>41985</c:v>
                      </c:pt>
                      <c:pt idx="2793">
                        <c:v>41988</c:v>
                      </c:pt>
                      <c:pt idx="2794">
                        <c:v>41989</c:v>
                      </c:pt>
                      <c:pt idx="2795">
                        <c:v>41990</c:v>
                      </c:pt>
                      <c:pt idx="2796">
                        <c:v>41991</c:v>
                      </c:pt>
                      <c:pt idx="2797">
                        <c:v>41992</c:v>
                      </c:pt>
                      <c:pt idx="2798">
                        <c:v>41995</c:v>
                      </c:pt>
                      <c:pt idx="2799">
                        <c:v>41996</c:v>
                      </c:pt>
                      <c:pt idx="2800">
                        <c:v>41997</c:v>
                      </c:pt>
                      <c:pt idx="2801">
                        <c:v>41998</c:v>
                      </c:pt>
                      <c:pt idx="2802">
                        <c:v>41999</c:v>
                      </c:pt>
                      <c:pt idx="2803">
                        <c:v>42002</c:v>
                      </c:pt>
                      <c:pt idx="2804">
                        <c:v>42003</c:v>
                      </c:pt>
                      <c:pt idx="2805">
                        <c:v>42004</c:v>
                      </c:pt>
                      <c:pt idx="2806">
                        <c:v>42005</c:v>
                      </c:pt>
                      <c:pt idx="2807">
                        <c:v>42006</c:v>
                      </c:pt>
                      <c:pt idx="2808">
                        <c:v>42009</c:v>
                      </c:pt>
                      <c:pt idx="2809">
                        <c:v>42010</c:v>
                      </c:pt>
                      <c:pt idx="2810">
                        <c:v>42011</c:v>
                      </c:pt>
                      <c:pt idx="2811">
                        <c:v>42012</c:v>
                      </c:pt>
                      <c:pt idx="2812">
                        <c:v>42013</c:v>
                      </c:pt>
                      <c:pt idx="2813">
                        <c:v>42016</c:v>
                      </c:pt>
                      <c:pt idx="2814">
                        <c:v>42017</c:v>
                      </c:pt>
                      <c:pt idx="2815">
                        <c:v>42018</c:v>
                      </c:pt>
                      <c:pt idx="2816">
                        <c:v>42019</c:v>
                      </c:pt>
                      <c:pt idx="2817">
                        <c:v>42020</c:v>
                      </c:pt>
                      <c:pt idx="2818">
                        <c:v>42023</c:v>
                      </c:pt>
                      <c:pt idx="2819">
                        <c:v>42024</c:v>
                      </c:pt>
                      <c:pt idx="2820">
                        <c:v>42025</c:v>
                      </c:pt>
                      <c:pt idx="2821">
                        <c:v>42026</c:v>
                      </c:pt>
                      <c:pt idx="2822">
                        <c:v>42027</c:v>
                      </c:pt>
                      <c:pt idx="2823">
                        <c:v>42030</c:v>
                      </c:pt>
                      <c:pt idx="2824">
                        <c:v>42031</c:v>
                      </c:pt>
                      <c:pt idx="2825">
                        <c:v>42032</c:v>
                      </c:pt>
                      <c:pt idx="2826">
                        <c:v>42033</c:v>
                      </c:pt>
                      <c:pt idx="2827">
                        <c:v>42034</c:v>
                      </c:pt>
                      <c:pt idx="2828">
                        <c:v>42037</c:v>
                      </c:pt>
                      <c:pt idx="2829">
                        <c:v>42038</c:v>
                      </c:pt>
                      <c:pt idx="2830">
                        <c:v>42039</c:v>
                      </c:pt>
                      <c:pt idx="2831">
                        <c:v>42040</c:v>
                      </c:pt>
                      <c:pt idx="2832">
                        <c:v>42041</c:v>
                      </c:pt>
                      <c:pt idx="2833">
                        <c:v>42044</c:v>
                      </c:pt>
                      <c:pt idx="2834">
                        <c:v>42045</c:v>
                      </c:pt>
                      <c:pt idx="2835">
                        <c:v>42046</c:v>
                      </c:pt>
                      <c:pt idx="2836">
                        <c:v>42047</c:v>
                      </c:pt>
                      <c:pt idx="2837">
                        <c:v>42048</c:v>
                      </c:pt>
                      <c:pt idx="2838">
                        <c:v>42051</c:v>
                      </c:pt>
                      <c:pt idx="2839">
                        <c:v>42052</c:v>
                      </c:pt>
                      <c:pt idx="2840">
                        <c:v>42053</c:v>
                      </c:pt>
                      <c:pt idx="2841">
                        <c:v>42054</c:v>
                      </c:pt>
                      <c:pt idx="2842">
                        <c:v>42055</c:v>
                      </c:pt>
                      <c:pt idx="2843">
                        <c:v>42058</c:v>
                      </c:pt>
                      <c:pt idx="2844">
                        <c:v>42059</c:v>
                      </c:pt>
                      <c:pt idx="2845">
                        <c:v>42060</c:v>
                      </c:pt>
                      <c:pt idx="2846">
                        <c:v>42061</c:v>
                      </c:pt>
                      <c:pt idx="2847">
                        <c:v>42062</c:v>
                      </c:pt>
                      <c:pt idx="2848">
                        <c:v>42065</c:v>
                      </c:pt>
                      <c:pt idx="2849">
                        <c:v>42066</c:v>
                      </c:pt>
                      <c:pt idx="2850">
                        <c:v>42067</c:v>
                      </c:pt>
                      <c:pt idx="2851">
                        <c:v>42068</c:v>
                      </c:pt>
                      <c:pt idx="2852">
                        <c:v>42069</c:v>
                      </c:pt>
                      <c:pt idx="2853">
                        <c:v>42072</c:v>
                      </c:pt>
                      <c:pt idx="2854">
                        <c:v>42073</c:v>
                      </c:pt>
                      <c:pt idx="2855">
                        <c:v>42074</c:v>
                      </c:pt>
                      <c:pt idx="2856">
                        <c:v>42075</c:v>
                      </c:pt>
                      <c:pt idx="2857">
                        <c:v>42076</c:v>
                      </c:pt>
                      <c:pt idx="2858">
                        <c:v>42079</c:v>
                      </c:pt>
                      <c:pt idx="2859">
                        <c:v>42080</c:v>
                      </c:pt>
                      <c:pt idx="2860">
                        <c:v>42081</c:v>
                      </c:pt>
                      <c:pt idx="2861">
                        <c:v>42082</c:v>
                      </c:pt>
                      <c:pt idx="2862">
                        <c:v>42083</c:v>
                      </c:pt>
                      <c:pt idx="2863">
                        <c:v>42086</c:v>
                      </c:pt>
                      <c:pt idx="2864">
                        <c:v>42087</c:v>
                      </c:pt>
                      <c:pt idx="2865">
                        <c:v>42088</c:v>
                      </c:pt>
                      <c:pt idx="2866">
                        <c:v>42089</c:v>
                      </c:pt>
                      <c:pt idx="2867">
                        <c:v>42090</c:v>
                      </c:pt>
                      <c:pt idx="2868">
                        <c:v>42093</c:v>
                      </c:pt>
                      <c:pt idx="2869">
                        <c:v>42094</c:v>
                      </c:pt>
                      <c:pt idx="2870">
                        <c:v>42095</c:v>
                      </c:pt>
                      <c:pt idx="2871">
                        <c:v>42096</c:v>
                      </c:pt>
                      <c:pt idx="2872">
                        <c:v>42097</c:v>
                      </c:pt>
                      <c:pt idx="2873">
                        <c:v>42100</c:v>
                      </c:pt>
                      <c:pt idx="2874">
                        <c:v>42101</c:v>
                      </c:pt>
                      <c:pt idx="2875">
                        <c:v>42102</c:v>
                      </c:pt>
                      <c:pt idx="2876">
                        <c:v>42103</c:v>
                      </c:pt>
                      <c:pt idx="2877">
                        <c:v>42104</c:v>
                      </c:pt>
                      <c:pt idx="2878">
                        <c:v>42107</c:v>
                      </c:pt>
                      <c:pt idx="2879">
                        <c:v>42108</c:v>
                      </c:pt>
                      <c:pt idx="2880">
                        <c:v>42109</c:v>
                      </c:pt>
                      <c:pt idx="2881">
                        <c:v>42110</c:v>
                      </c:pt>
                      <c:pt idx="2882">
                        <c:v>42111</c:v>
                      </c:pt>
                      <c:pt idx="2883">
                        <c:v>42114</c:v>
                      </c:pt>
                      <c:pt idx="2884">
                        <c:v>42115</c:v>
                      </c:pt>
                      <c:pt idx="2885">
                        <c:v>42116</c:v>
                      </c:pt>
                      <c:pt idx="2886">
                        <c:v>42117</c:v>
                      </c:pt>
                      <c:pt idx="2887">
                        <c:v>42118</c:v>
                      </c:pt>
                      <c:pt idx="2888">
                        <c:v>42121</c:v>
                      </c:pt>
                      <c:pt idx="2889">
                        <c:v>42122</c:v>
                      </c:pt>
                      <c:pt idx="2890">
                        <c:v>42123</c:v>
                      </c:pt>
                      <c:pt idx="2891">
                        <c:v>42124</c:v>
                      </c:pt>
                      <c:pt idx="2892">
                        <c:v>42125</c:v>
                      </c:pt>
                      <c:pt idx="2893">
                        <c:v>42128</c:v>
                      </c:pt>
                      <c:pt idx="2894">
                        <c:v>42129</c:v>
                      </c:pt>
                      <c:pt idx="2895">
                        <c:v>42130</c:v>
                      </c:pt>
                      <c:pt idx="2896">
                        <c:v>42131</c:v>
                      </c:pt>
                      <c:pt idx="2897">
                        <c:v>42132</c:v>
                      </c:pt>
                      <c:pt idx="2898">
                        <c:v>42135</c:v>
                      </c:pt>
                      <c:pt idx="2899">
                        <c:v>42136</c:v>
                      </c:pt>
                      <c:pt idx="2900">
                        <c:v>42137</c:v>
                      </c:pt>
                      <c:pt idx="2901">
                        <c:v>42138</c:v>
                      </c:pt>
                      <c:pt idx="2902">
                        <c:v>42139</c:v>
                      </c:pt>
                      <c:pt idx="2903">
                        <c:v>42142</c:v>
                      </c:pt>
                      <c:pt idx="2904">
                        <c:v>42143</c:v>
                      </c:pt>
                      <c:pt idx="2905">
                        <c:v>42144</c:v>
                      </c:pt>
                      <c:pt idx="2906">
                        <c:v>42145</c:v>
                      </c:pt>
                      <c:pt idx="2907">
                        <c:v>42146</c:v>
                      </c:pt>
                      <c:pt idx="2908">
                        <c:v>42149</c:v>
                      </c:pt>
                      <c:pt idx="2909">
                        <c:v>42150</c:v>
                      </c:pt>
                      <c:pt idx="2910">
                        <c:v>42151</c:v>
                      </c:pt>
                      <c:pt idx="2911">
                        <c:v>42152</c:v>
                      </c:pt>
                      <c:pt idx="2912">
                        <c:v>42153</c:v>
                      </c:pt>
                      <c:pt idx="2913">
                        <c:v>42156</c:v>
                      </c:pt>
                      <c:pt idx="2914">
                        <c:v>42157</c:v>
                      </c:pt>
                      <c:pt idx="2915">
                        <c:v>42158</c:v>
                      </c:pt>
                      <c:pt idx="2916">
                        <c:v>42159</c:v>
                      </c:pt>
                      <c:pt idx="2917">
                        <c:v>42160</c:v>
                      </c:pt>
                      <c:pt idx="2918">
                        <c:v>42163</c:v>
                      </c:pt>
                      <c:pt idx="2919">
                        <c:v>42164</c:v>
                      </c:pt>
                      <c:pt idx="2920">
                        <c:v>42165</c:v>
                      </c:pt>
                      <c:pt idx="2921">
                        <c:v>42166</c:v>
                      </c:pt>
                      <c:pt idx="2922">
                        <c:v>42167</c:v>
                      </c:pt>
                      <c:pt idx="2923">
                        <c:v>42170</c:v>
                      </c:pt>
                      <c:pt idx="2924">
                        <c:v>42171</c:v>
                      </c:pt>
                      <c:pt idx="2925">
                        <c:v>42172</c:v>
                      </c:pt>
                      <c:pt idx="2926">
                        <c:v>42173</c:v>
                      </c:pt>
                      <c:pt idx="2927">
                        <c:v>42174</c:v>
                      </c:pt>
                      <c:pt idx="2928">
                        <c:v>42177</c:v>
                      </c:pt>
                      <c:pt idx="2929">
                        <c:v>42178</c:v>
                      </c:pt>
                      <c:pt idx="2930">
                        <c:v>42179</c:v>
                      </c:pt>
                      <c:pt idx="2931">
                        <c:v>42180</c:v>
                      </c:pt>
                      <c:pt idx="2932">
                        <c:v>42181</c:v>
                      </c:pt>
                      <c:pt idx="2933">
                        <c:v>42184</c:v>
                      </c:pt>
                      <c:pt idx="2934">
                        <c:v>42185</c:v>
                      </c:pt>
                      <c:pt idx="2935">
                        <c:v>42186</c:v>
                      </c:pt>
                      <c:pt idx="2936">
                        <c:v>42187</c:v>
                      </c:pt>
                      <c:pt idx="2937">
                        <c:v>42188</c:v>
                      </c:pt>
                      <c:pt idx="2938">
                        <c:v>42191</c:v>
                      </c:pt>
                      <c:pt idx="2939">
                        <c:v>42192</c:v>
                      </c:pt>
                      <c:pt idx="2940">
                        <c:v>42193</c:v>
                      </c:pt>
                      <c:pt idx="2941">
                        <c:v>42194</c:v>
                      </c:pt>
                      <c:pt idx="2942">
                        <c:v>42195</c:v>
                      </c:pt>
                      <c:pt idx="2943">
                        <c:v>42198</c:v>
                      </c:pt>
                      <c:pt idx="2944">
                        <c:v>42199</c:v>
                      </c:pt>
                      <c:pt idx="2945">
                        <c:v>42200</c:v>
                      </c:pt>
                      <c:pt idx="2946">
                        <c:v>42201</c:v>
                      </c:pt>
                      <c:pt idx="2947">
                        <c:v>42202</c:v>
                      </c:pt>
                      <c:pt idx="2948">
                        <c:v>42205</c:v>
                      </c:pt>
                      <c:pt idx="2949">
                        <c:v>42206</c:v>
                      </c:pt>
                      <c:pt idx="2950">
                        <c:v>42207</c:v>
                      </c:pt>
                      <c:pt idx="2951">
                        <c:v>42208</c:v>
                      </c:pt>
                      <c:pt idx="2952">
                        <c:v>42209</c:v>
                      </c:pt>
                      <c:pt idx="2953">
                        <c:v>42212</c:v>
                      </c:pt>
                      <c:pt idx="2954">
                        <c:v>42213</c:v>
                      </c:pt>
                      <c:pt idx="2955">
                        <c:v>42214</c:v>
                      </c:pt>
                      <c:pt idx="2956">
                        <c:v>42215</c:v>
                      </c:pt>
                      <c:pt idx="2957">
                        <c:v>42216</c:v>
                      </c:pt>
                      <c:pt idx="2958">
                        <c:v>42219</c:v>
                      </c:pt>
                      <c:pt idx="2959">
                        <c:v>42220</c:v>
                      </c:pt>
                      <c:pt idx="2960">
                        <c:v>42221</c:v>
                      </c:pt>
                      <c:pt idx="2961">
                        <c:v>42222</c:v>
                      </c:pt>
                      <c:pt idx="2962">
                        <c:v>42223</c:v>
                      </c:pt>
                      <c:pt idx="2963">
                        <c:v>42226</c:v>
                      </c:pt>
                      <c:pt idx="2964">
                        <c:v>42227</c:v>
                      </c:pt>
                      <c:pt idx="2965">
                        <c:v>42228</c:v>
                      </c:pt>
                      <c:pt idx="2966">
                        <c:v>42229</c:v>
                      </c:pt>
                      <c:pt idx="2967">
                        <c:v>42230</c:v>
                      </c:pt>
                      <c:pt idx="2968">
                        <c:v>42233</c:v>
                      </c:pt>
                      <c:pt idx="2969">
                        <c:v>42234</c:v>
                      </c:pt>
                      <c:pt idx="2970">
                        <c:v>42235</c:v>
                      </c:pt>
                      <c:pt idx="2971">
                        <c:v>42236</c:v>
                      </c:pt>
                      <c:pt idx="2972">
                        <c:v>42237</c:v>
                      </c:pt>
                      <c:pt idx="2973">
                        <c:v>42240</c:v>
                      </c:pt>
                      <c:pt idx="2974">
                        <c:v>42241</c:v>
                      </c:pt>
                      <c:pt idx="2975">
                        <c:v>42242</c:v>
                      </c:pt>
                      <c:pt idx="2976">
                        <c:v>42243</c:v>
                      </c:pt>
                      <c:pt idx="2977">
                        <c:v>42244</c:v>
                      </c:pt>
                      <c:pt idx="2978">
                        <c:v>42247</c:v>
                      </c:pt>
                      <c:pt idx="2979">
                        <c:v>42248</c:v>
                      </c:pt>
                      <c:pt idx="2980">
                        <c:v>42249</c:v>
                      </c:pt>
                      <c:pt idx="2981">
                        <c:v>42250</c:v>
                      </c:pt>
                      <c:pt idx="2982">
                        <c:v>42251</c:v>
                      </c:pt>
                      <c:pt idx="2983">
                        <c:v>42254</c:v>
                      </c:pt>
                      <c:pt idx="2984">
                        <c:v>42255</c:v>
                      </c:pt>
                      <c:pt idx="2985">
                        <c:v>42256</c:v>
                      </c:pt>
                      <c:pt idx="2986">
                        <c:v>42257</c:v>
                      </c:pt>
                      <c:pt idx="2987">
                        <c:v>42258</c:v>
                      </c:pt>
                      <c:pt idx="2988">
                        <c:v>42261</c:v>
                      </c:pt>
                      <c:pt idx="2989">
                        <c:v>42262</c:v>
                      </c:pt>
                      <c:pt idx="2990">
                        <c:v>42263</c:v>
                      </c:pt>
                      <c:pt idx="2991">
                        <c:v>42264</c:v>
                      </c:pt>
                      <c:pt idx="2992">
                        <c:v>42265</c:v>
                      </c:pt>
                      <c:pt idx="2993">
                        <c:v>42268</c:v>
                      </c:pt>
                      <c:pt idx="2994">
                        <c:v>42269</c:v>
                      </c:pt>
                      <c:pt idx="2995">
                        <c:v>42270</c:v>
                      </c:pt>
                      <c:pt idx="2996">
                        <c:v>42271</c:v>
                      </c:pt>
                      <c:pt idx="2997">
                        <c:v>42272</c:v>
                      </c:pt>
                      <c:pt idx="2998">
                        <c:v>42275</c:v>
                      </c:pt>
                      <c:pt idx="2999">
                        <c:v>42276</c:v>
                      </c:pt>
                      <c:pt idx="3000">
                        <c:v>42277</c:v>
                      </c:pt>
                      <c:pt idx="3001">
                        <c:v>42278</c:v>
                      </c:pt>
                      <c:pt idx="3002">
                        <c:v>42279</c:v>
                      </c:pt>
                      <c:pt idx="3003">
                        <c:v>42282</c:v>
                      </c:pt>
                      <c:pt idx="3004">
                        <c:v>42283</c:v>
                      </c:pt>
                      <c:pt idx="3005">
                        <c:v>42284</c:v>
                      </c:pt>
                      <c:pt idx="3006">
                        <c:v>42285</c:v>
                      </c:pt>
                      <c:pt idx="3007">
                        <c:v>42286</c:v>
                      </c:pt>
                      <c:pt idx="3008">
                        <c:v>42289</c:v>
                      </c:pt>
                      <c:pt idx="3009">
                        <c:v>42290</c:v>
                      </c:pt>
                      <c:pt idx="3010">
                        <c:v>42291</c:v>
                      </c:pt>
                      <c:pt idx="3011">
                        <c:v>42292</c:v>
                      </c:pt>
                      <c:pt idx="3012">
                        <c:v>42293</c:v>
                      </c:pt>
                      <c:pt idx="3013">
                        <c:v>42296</c:v>
                      </c:pt>
                      <c:pt idx="3014">
                        <c:v>42297</c:v>
                      </c:pt>
                      <c:pt idx="3015">
                        <c:v>42298</c:v>
                      </c:pt>
                      <c:pt idx="3016">
                        <c:v>42299</c:v>
                      </c:pt>
                      <c:pt idx="3017">
                        <c:v>42300</c:v>
                      </c:pt>
                      <c:pt idx="3018">
                        <c:v>42303</c:v>
                      </c:pt>
                      <c:pt idx="3019">
                        <c:v>42304</c:v>
                      </c:pt>
                      <c:pt idx="3020">
                        <c:v>42305</c:v>
                      </c:pt>
                      <c:pt idx="3021">
                        <c:v>42306</c:v>
                      </c:pt>
                      <c:pt idx="3022">
                        <c:v>42307</c:v>
                      </c:pt>
                      <c:pt idx="3023">
                        <c:v>42310</c:v>
                      </c:pt>
                      <c:pt idx="3024">
                        <c:v>42311</c:v>
                      </c:pt>
                      <c:pt idx="3025">
                        <c:v>42312</c:v>
                      </c:pt>
                      <c:pt idx="3026">
                        <c:v>42313</c:v>
                      </c:pt>
                      <c:pt idx="3027">
                        <c:v>42314</c:v>
                      </c:pt>
                      <c:pt idx="3028">
                        <c:v>42317</c:v>
                      </c:pt>
                      <c:pt idx="3029">
                        <c:v>42318</c:v>
                      </c:pt>
                      <c:pt idx="3030">
                        <c:v>42319</c:v>
                      </c:pt>
                      <c:pt idx="3031">
                        <c:v>42320</c:v>
                      </c:pt>
                      <c:pt idx="3032">
                        <c:v>42321</c:v>
                      </c:pt>
                      <c:pt idx="3033">
                        <c:v>42324</c:v>
                      </c:pt>
                      <c:pt idx="3034">
                        <c:v>42325</c:v>
                      </c:pt>
                      <c:pt idx="3035">
                        <c:v>42326</c:v>
                      </c:pt>
                      <c:pt idx="3036">
                        <c:v>42327</c:v>
                      </c:pt>
                      <c:pt idx="3037">
                        <c:v>42328</c:v>
                      </c:pt>
                      <c:pt idx="3038">
                        <c:v>42331</c:v>
                      </c:pt>
                      <c:pt idx="3039">
                        <c:v>42332</c:v>
                      </c:pt>
                      <c:pt idx="3040">
                        <c:v>42333</c:v>
                      </c:pt>
                      <c:pt idx="3041">
                        <c:v>42334</c:v>
                      </c:pt>
                      <c:pt idx="3042">
                        <c:v>42335</c:v>
                      </c:pt>
                      <c:pt idx="3043">
                        <c:v>42338</c:v>
                      </c:pt>
                      <c:pt idx="3044">
                        <c:v>42339</c:v>
                      </c:pt>
                      <c:pt idx="3045">
                        <c:v>42340</c:v>
                      </c:pt>
                      <c:pt idx="3046">
                        <c:v>42341</c:v>
                      </c:pt>
                      <c:pt idx="3047">
                        <c:v>42342</c:v>
                      </c:pt>
                      <c:pt idx="3048">
                        <c:v>42345</c:v>
                      </c:pt>
                      <c:pt idx="3049">
                        <c:v>42346</c:v>
                      </c:pt>
                      <c:pt idx="3050">
                        <c:v>42347</c:v>
                      </c:pt>
                      <c:pt idx="3051">
                        <c:v>42348</c:v>
                      </c:pt>
                      <c:pt idx="3052">
                        <c:v>42349</c:v>
                      </c:pt>
                      <c:pt idx="3053">
                        <c:v>42352</c:v>
                      </c:pt>
                      <c:pt idx="3054">
                        <c:v>42353</c:v>
                      </c:pt>
                      <c:pt idx="3055">
                        <c:v>42354</c:v>
                      </c:pt>
                      <c:pt idx="3056">
                        <c:v>42355</c:v>
                      </c:pt>
                      <c:pt idx="3057">
                        <c:v>42356</c:v>
                      </c:pt>
                      <c:pt idx="3058">
                        <c:v>42359</c:v>
                      </c:pt>
                      <c:pt idx="3059">
                        <c:v>42360</c:v>
                      </c:pt>
                      <c:pt idx="3060">
                        <c:v>42361</c:v>
                      </c:pt>
                      <c:pt idx="3061">
                        <c:v>42362</c:v>
                      </c:pt>
                      <c:pt idx="3062">
                        <c:v>42363</c:v>
                      </c:pt>
                      <c:pt idx="3063">
                        <c:v>42366</c:v>
                      </c:pt>
                      <c:pt idx="3064">
                        <c:v>42367</c:v>
                      </c:pt>
                      <c:pt idx="3065">
                        <c:v>42368</c:v>
                      </c:pt>
                      <c:pt idx="3066">
                        <c:v>42369</c:v>
                      </c:pt>
                      <c:pt idx="3067">
                        <c:v>42370</c:v>
                      </c:pt>
                      <c:pt idx="3068">
                        <c:v>42373</c:v>
                      </c:pt>
                      <c:pt idx="3069">
                        <c:v>42374</c:v>
                      </c:pt>
                      <c:pt idx="3070">
                        <c:v>42375</c:v>
                      </c:pt>
                      <c:pt idx="3071">
                        <c:v>42376</c:v>
                      </c:pt>
                      <c:pt idx="3072">
                        <c:v>42377</c:v>
                      </c:pt>
                      <c:pt idx="3073">
                        <c:v>42380</c:v>
                      </c:pt>
                      <c:pt idx="3074">
                        <c:v>42381</c:v>
                      </c:pt>
                      <c:pt idx="3075">
                        <c:v>42382</c:v>
                      </c:pt>
                      <c:pt idx="3076">
                        <c:v>42383</c:v>
                      </c:pt>
                      <c:pt idx="3077">
                        <c:v>42384</c:v>
                      </c:pt>
                      <c:pt idx="3078">
                        <c:v>42387</c:v>
                      </c:pt>
                      <c:pt idx="3079">
                        <c:v>42388</c:v>
                      </c:pt>
                      <c:pt idx="3080">
                        <c:v>42389</c:v>
                      </c:pt>
                      <c:pt idx="3081">
                        <c:v>42390</c:v>
                      </c:pt>
                      <c:pt idx="3082">
                        <c:v>42391</c:v>
                      </c:pt>
                      <c:pt idx="3083">
                        <c:v>42394</c:v>
                      </c:pt>
                      <c:pt idx="3084">
                        <c:v>42395</c:v>
                      </c:pt>
                      <c:pt idx="3085">
                        <c:v>42396</c:v>
                      </c:pt>
                      <c:pt idx="3086">
                        <c:v>42397</c:v>
                      </c:pt>
                      <c:pt idx="3087">
                        <c:v>42398</c:v>
                      </c:pt>
                      <c:pt idx="3088">
                        <c:v>42401</c:v>
                      </c:pt>
                      <c:pt idx="3089">
                        <c:v>42402</c:v>
                      </c:pt>
                      <c:pt idx="3090">
                        <c:v>42403</c:v>
                      </c:pt>
                      <c:pt idx="3091">
                        <c:v>42404</c:v>
                      </c:pt>
                      <c:pt idx="3092">
                        <c:v>42405</c:v>
                      </c:pt>
                      <c:pt idx="3093">
                        <c:v>42408</c:v>
                      </c:pt>
                      <c:pt idx="3094">
                        <c:v>42409</c:v>
                      </c:pt>
                      <c:pt idx="3095">
                        <c:v>42410</c:v>
                      </c:pt>
                      <c:pt idx="3096">
                        <c:v>42411</c:v>
                      </c:pt>
                      <c:pt idx="3097">
                        <c:v>42412</c:v>
                      </c:pt>
                      <c:pt idx="3098">
                        <c:v>42415</c:v>
                      </c:pt>
                      <c:pt idx="3099">
                        <c:v>42416</c:v>
                      </c:pt>
                      <c:pt idx="3100">
                        <c:v>42417</c:v>
                      </c:pt>
                      <c:pt idx="3101">
                        <c:v>42418</c:v>
                      </c:pt>
                      <c:pt idx="3102">
                        <c:v>42419</c:v>
                      </c:pt>
                      <c:pt idx="3103">
                        <c:v>42422</c:v>
                      </c:pt>
                      <c:pt idx="3104">
                        <c:v>42423</c:v>
                      </c:pt>
                      <c:pt idx="3105">
                        <c:v>42424</c:v>
                      </c:pt>
                      <c:pt idx="3106">
                        <c:v>42425</c:v>
                      </c:pt>
                      <c:pt idx="3107">
                        <c:v>42426</c:v>
                      </c:pt>
                      <c:pt idx="3108">
                        <c:v>42429</c:v>
                      </c:pt>
                      <c:pt idx="3109">
                        <c:v>42430</c:v>
                      </c:pt>
                      <c:pt idx="3110">
                        <c:v>42431</c:v>
                      </c:pt>
                      <c:pt idx="3111">
                        <c:v>42432</c:v>
                      </c:pt>
                      <c:pt idx="3112">
                        <c:v>42433</c:v>
                      </c:pt>
                      <c:pt idx="3113">
                        <c:v>42436</c:v>
                      </c:pt>
                      <c:pt idx="3114">
                        <c:v>42437</c:v>
                      </c:pt>
                      <c:pt idx="3115">
                        <c:v>42438</c:v>
                      </c:pt>
                      <c:pt idx="3116">
                        <c:v>42439</c:v>
                      </c:pt>
                      <c:pt idx="3117">
                        <c:v>42440</c:v>
                      </c:pt>
                      <c:pt idx="3118">
                        <c:v>42443</c:v>
                      </c:pt>
                      <c:pt idx="3119">
                        <c:v>42444</c:v>
                      </c:pt>
                      <c:pt idx="3120">
                        <c:v>42445</c:v>
                      </c:pt>
                      <c:pt idx="3121">
                        <c:v>42446</c:v>
                      </c:pt>
                      <c:pt idx="3122">
                        <c:v>42447</c:v>
                      </c:pt>
                      <c:pt idx="3123">
                        <c:v>42450</c:v>
                      </c:pt>
                      <c:pt idx="3124">
                        <c:v>42451</c:v>
                      </c:pt>
                      <c:pt idx="3125">
                        <c:v>42452</c:v>
                      </c:pt>
                      <c:pt idx="3126">
                        <c:v>42453</c:v>
                      </c:pt>
                      <c:pt idx="3127">
                        <c:v>42454</c:v>
                      </c:pt>
                      <c:pt idx="3128">
                        <c:v>42457</c:v>
                      </c:pt>
                      <c:pt idx="3129">
                        <c:v>42458</c:v>
                      </c:pt>
                      <c:pt idx="3130">
                        <c:v>42459</c:v>
                      </c:pt>
                      <c:pt idx="3131">
                        <c:v>42460</c:v>
                      </c:pt>
                      <c:pt idx="3132">
                        <c:v>42461</c:v>
                      </c:pt>
                      <c:pt idx="3133">
                        <c:v>42464</c:v>
                      </c:pt>
                      <c:pt idx="3134">
                        <c:v>42465</c:v>
                      </c:pt>
                      <c:pt idx="3135">
                        <c:v>42466</c:v>
                      </c:pt>
                      <c:pt idx="3136">
                        <c:v>42467</c:v>
                      </c:pt>
                      <c:pt idx="3137">
                        <c:v>42468</c:v>
                      </c:pt>
                      <c:pt idx="3138">
                        <c:v>42471</c:v>
                      </c:pt>
                      <c:pt idx="3139">
                        <c:v>42472</c:v>
                      </c:pt>
                      <c:pt idx="3140">
                        <c:v>42473</c:v>
                      </c:pt>
                      <c:pt idx="3141">
                        <c:v>42474</c:v>
                      </c:pt>
                      <c:pt idx="3142">
                        <c:v>42475</c:v>
                      </c:pt>
                      <c:pt idx="3143">
                        <c:v>42478</c:v>
                      </c:pt>
                      <c:pt idx="3144">
                        <c:v>42479</c:v>
                      </c:pt>
                      <c:pt idx="3145">
                        <c:v>42480</c:v>
                      </c:pt>
                      <c:pt idx="3146">
                        <c:v>42481</c:v>
                      </c:pt>
                      <c:pt idx="3147">
                        <c:v>42482</c:v>
                      </c:pt>
                      <c:pt idx="3148">
                        <c:v>42485</c:v>
                      </c:pt>
                      <c:pt idx="3149">
                        <c:v>42486</c:v>
                      </c:pt>
                      <c:pt idx="3150">
                        <c:v>42487</c:v>
                      </c:pt>
                      <c:pt idx="3151">
                        <c:v>42488</c:v>
                      </c:pt>
                      <c:pt idx="3152">
                        <c:v>42489</c:v>
                      </c:pt>
                      <c:pt idx="3153">
                        <c:v>42492</c:v>
                      </c:pt>
                      <c:pt idx="3154">
                        <c:v>42493</c:v>
                      </c:pt>
                      <c:pt idx="3155">
                        <c:v>42494</c:v>
                      </c:pt>
                      <c:pt idx="3156">
                        <c:v>42495</c:v>
                      </c:pt>
                      <c:pt idx="3157">
                        <c:v>42496</c:v>
                      </c:pt>
                      <c:pt idx="3158">
                        <c:v>42499</c:v>
                      </c:pt>
                      <c:pt idx="3159">
                        <c:v>42500</c:v>
                      </c:pt>
                      <c:pt idx="3160">
                        <c:v>42501</c:v>
                      </c:pt>
                      <c:pt idx="3161">
                        <c:v>42502</c:v>
                      </c:pt>
                      <c:pt idx="3162">
                        <c:v>42503</c:v>
                      </c:pt>
                      <c:pt idx="3163">
                        <c:v>42506</c:v>
                      </c:pt>
                      <c:pt idx="3164">
                        <c:v>42507</c:v>
                      </c:pt>
                      <c:pt idx="3165">
                        <c:v>42508</c:v>
                      </c:pt>
                      <c:pt idx="3166">
                        <c:v>42509</c:v>
                      </c:pt>
                      <c:pt idx="3167">
                        <c:v>42510</c:v>
                      </c:pt>
                      <c:pt idx="3168">
                        <c:v>42513</c:v>
                      </c:pt>
                      <c:pt idx="3169">
                        <c:v>42514</c:v>
                      </c:pt>
                      <c:pt idx="3170">
                        <c:v>42515</c:v>
                      </c:pt>
                      <c:pt idx="3171">
                        <c:v>42516</c:v>
                      </c:pt>
                      <c:pt idx="3172">
                        <c:v>42517</c:v>
                      </c:pt>
                      <c:pt idx="3173">
                        <c:v>42520</c:v>
                      </c:pt>
                      <c:pt idx="3174">
                        <c:v>42521</c:v>
                      </c:pt>
                      <c:pt idx="3175">
                        <c:v>42522</c:v>
                      </c:pt>
                      <c:pt idx="3176">
                        <c:v>42523</c:v>
                      </c:pt>
                      <c:pt idx="3177">
                        <c:v>42524</c:v>
                      </c:pt>
                      <c:pt idx="3178">
                        <c:v>42527</c:v>
                      </c:pt>
                      <c:pt idx="3179">
                        <c:v>42528</c:v>
                      </c:pt>
                      <c:pt idx="3180">
                        <c:v>42529</c:v>
                      </c:pt>
                      <c:pt idx="3181">
                        <c:v>42530</c:v>
                      </c:pt>
                      <c:pt idx="3182">
                        <c:v>42531</c:v>
                      </c:pt>
                      <c:pt idx="3183">
                        <c:v>42534</c:v>
                      </c:pt>
                      <c:pt idx="3184">
                        <c:v>42535</c:v>
                      </c:pt>
                      <c:pt idx="3185">
                        <c:v>42536</c:v>
                      </c:pt>
                      <c:pt idx="3186">
                        <c:v>42537</c:v>
                      </c:pt>
                      <c:pt idx="3187">
                        <c:v>42538</c:v>
                      </c:pt>
                      <c:pt idx="3188">
                        <c:v>42541</c:v>
                      </c:pt>
                      <c:pt idx="3189">
                        <c:v>42542</c:v>
                      </c:pt>
                      <c:pt idx="3190">
                        <c:v>42543</c:v>
                      </c:pt>
                      <c:pt idx="3191">
                        <c:v>42544</c:v>
                      </c:pt>
                      <c:pt idx="3192">
                        <c:v>42545</c:v>
                      </c:pt>
                      <c:pt idx="3193">
                        <c:v>42548</c:v>
                      </c:pt>
                      <c:pt idx="3194">
                        <c:v>42549</c:v>
                      </c:pt>
                      <c:pt idx="3195">
                        <c:v>42550</c:v>
                      </c:pt>
                      <c:pt idx="3196">
                        <c:v>42551</c:v>
                      </c:pt>
                      <c:pt idx="3197">
                        <c:v>42552</c:v>
                      </c:pt>
                      <c:pt idx="3198">
                        <c:v>42555</c:v>
                      </c:pt>
                      <c:pt idx="3199">
                        <c:v>42556</c:v>
                      </c:pt>
                      <c:pt idx="3200">
                        <c:v>42557</c:v>
                      </c:pt>
                      <c:pt idx="3201">
                        <c:v>42558</c:v>
                      </c:pt>
                      <c:pt idx="3202">
                        <c:v>42559</c:v>
                      </c:pt>
                      <c:pt idx="3203">
                        <c:v>42562</c:v>
                      </c:pt>
                      <c:pt idx="3204">
                        <c:v>42563</c:v>
                      </c:pt>
                      <c:pt idx="3205">
                        <c:v>42564</c:v>
                      </c:pt>
                      <c:pt idx="3206">
                        <c:v>42565</c:v>
                      </c:pt>
                      <c:pt idx="3207">
                        <c:v>42566</c:v>
                      </c:pt>
                      <c:pt idx="3208">
                        <c:v>42569</c:v>
                      </c:pt>
                      <c:pt idx="3209">
                        <c:v>42570</c:v>
                      </c:pt>
                      <c:pt idx="3210">
                        <c:v>42571</c:v>
                      </c:pt>
                      <c:pt idx="3211">
                        <c:v>42572</c:v>
                      </c:pt>
                      <c:pt idx="3212">
                        <c:v>42573</c:v>
                      </c:pt>
                      <c:pt idx="3213">
                        <c:v>42576</c:v>
                      </c:pt>
                      <c:pt idx="3214">
                        <c:v>42577</c:v>
                      </c:pt>
                      <c:pt idx="3215">
                        <c:v>42578</c:v>
                      </c:pt>
                      <c:pt idx="3216">
                        <c:v>42579</c:v>
                      </c:pt>
                      <c:pt idx="3217">
                        <c:v>42580</c:v>
                      </c:pt>
                      <c:pt idx="3218">
                        <c:v>42583</c:v>
                      </c:pt>
                      <c:pt idx="3219">
                        <c:v>42584</c:v>
                      </c:pt>
                      <c:pt idx="3220">
                        <c:v>42585</c:v>
                      </c:pt>
                      <c:pt idx="3221">
                        <c:v>42586</c:v>
                      </c:pt>
                      <c:pt idx="3222">
                        <c:v>42587</c:v>
                      </c:pt>
                      <c:pt idx="3223">
                        <c:v>42590</c:v>
                      </c:pt>
                      <c:pt idx="3224">
                        <c:v>42591</c:v>
                      </c:pt>
                      <c:pt idx="3225">
                        <c:v>42592</c:v>
                      </c:pt>
                      <c:pt idx="3226">
                        <c:v>42593</c:v>
                      </c:pt>
                      <c:pt idx="3227">
                        <c:v>42594</c:v>
                      </c:pt>
                      <c:pt idx="3228">
                        <c:v>42597</c:v>
                      </c:pt>
                      <c:pt idx="3229">
                        <c:v>42598</c:v>
                      </c:pt>
                      <c:pt idx="3230">
                        <c:v>42599</c:v>
                      </c:pt>
                      <c:pt idx="3231">
                        <c:v>42600</c:v>
                      </c:pt>
                      <c:pt idx="3232">
                        <c:v>42601</c:v>
                      </c:pt>
                      <c:pt idx="3233">
                        <c:v>42604</c:v>
                      </c:pt>
                      <c:pt idx="3234">
                        <c:v>42605</c:v>
                      </c:pt>
                      <c:pt idx="3235">
                        <c:v>42606</c:v>
                      </c:pt>
                      <c:pt idx="3236">
                        <c:v>42607</c:v>
                      </c:pt>
                      <c:pt idx="3237">
                        <c:v>42608</c:v>
                      </c:pt>
                      <c:pt idx="3238">
                        <c:v>42611</c:v>
                      </c:pt>
                      <c:pt idx="3239">
                        <c:v>42612</c:v>
                      </c:pt>
                      <c:pt idx="3240">
                        <c:v>42613</c:v>
                      </c:pt>
                      <c:pt idx="3241">
                        <c:v>42614</c:v>
                      </c:pt>
                      <c:pt idx="3242">
                        <c:v>42615</c:v>
                      </c:pt>
                      <c:pt idx="3243">
                        <c:v>42618</c:v>
                      </c:pt>
                      <c:pt idx="3244">
                        <c:v>42619</c:v>
                      </c:pt>
                      <c:pt idx="3245">
                        <c:v>42620</c:v>
                      </c:pt>
                      <c:pt idx="3246">
                        <c:v>42621</c:v>
                      </c:pt>
                      <c:pt idx="3247">
                        <c:v>42622</c:v>
                      </c:pt>
                      <c:pt idx="3248">
                        <c:v>42625</c:v>
                      </c:pt>
                      <c:pt idx="3249">
                        <c:v>42626</c:v>
                      </c:pt>
                      <c:pt idx="3250">
                        <c:v>42627</c:v>
                      </c:pt>
                      <c:pt idx="3251">
                        <c:v>42628</c:v>
                      </c:pt>
                      <c:pt idx="3252">
                        <c:v>42629</c:v>
                      </c:pt>
                      <c:pt idx="3253">
                        <c:v>42632</c:v>
                      </c:pt>
                      <c:pt idx="3254">
                        <c:v>42633</c:v>
                      </c:pt>
                      <c:pt idx="3255">
                        <c:v>42634</c:v>
                      </c:pt>
                      <c:pt idx="3256">
                        <c:v>42635</c:v>
                      </c:pt>
                      <c:pt idx="3257">
                        <c:v>42636</c:v>
                      </c:pt>
                      <c:pt idx="3258">
                        <c:v>42639</c:v>
                      </c:pt>
                      <c:pt idx="3259">
                        <c:v>42640</c:v>
                      </c:pt>
                      <c:pt idx="3260">
                        <c:v>42641</c:v>
                      </c:pt>
                      <c:pt idx="3261">
                        <c:v>42642</c:v>
                      </c:pt>
                      <c:pt idx="3262">
                        <c:v>42643</c:v>
                      </c:pt>
                      <c:pt idx="3263">
                        <c:v>42646</c:v>
                      </c:pt>
                      <c:pt idx="3264">
                        <c:v>42647</c:v>
                      </c:pt>
                      <c:pt idx="3265">
                        <c:v>42648</c:v>
                      </c:pt>
                      <c:pt idx="3266">
                        <c:v>42649</c:v>
                      </c:pt>
                      <c:pt idx="3267">
                        <c:v>42650</c:v>
                      </c:pt>
                      <c:pt idx="3268">
                        <c:v>42653</c:v>
                      </c:pt>
                      <c:pt idx="3269">
                        <c:v>42654</c:v>
                      </c:pt>
                      <c:pt idx="3270">
                        <c:v>42655</c:v>
                      </c:pt>
                      <c:pt idx="3271">
                        <c:v>42656</c:v>
                      </c:pt>
                      <c:pt idx="3272">
                        <c:v>42657</c:v>
                      </c:pt>
                      <c:pt idx="3273">
                        <c:v>42660</c:v>
                      </c:pt>
                      <c:pt idx="3274">
                        <c:v>42661</c:v>
                      </c:pt>
                      <c:pt idx="3275">
                        <c:v>42662</c:v>
                      </c:pt>
                      <c:pt idx="3276">
                        <c:v>42663</c:v>
                      </c:pt>
                      <c:pt idx="3277">
                        <c:v>42664</c:v>
                      </c:pt>
                      <c:pt idx="3278">
                        <c:v>42667</c:v>
                      </c:pt>
                      <c:pt idx="3279">
                        <c:v>42668</c:v>
                      </c:pt>
                      <c:pt idx="3280">
                        <c:v>42669</c:v>
                      </c:pt>
                      <c:pt idx="3281">
                        <c:v>42670</c:v>
                      </c:pt>
                      <c:pt idx="3282">
                        <c:v>42671</c:v>
                      </c:pt>
                      <c:pt idx="3283">
                        <c:v>42674</c:v>
                      </c:pt>
                      <c:pt idx="3284">
                        <c:v>42675</c:v>
                      </c:pt>
                      <c:pt idx="3285">
                        <c:v>42676</c:v>
                      </c:pt>
                      <c:pt idx="3286">
                        <c:v>42677</c:v>
                      </c:pt>
                      <c:pt idx="3287">
                        <c:v>42678</c:v>
                      </c:pt>
                      <c:pt idx="3288">
                        <c:v>42681</c:v>
                      </c:pt>
                      <c:pt idx="3289">
                        <c:v>42682</c:v>
                      </c:pt>
                      <c:pt idx="3290">
                        <c:v>42683</c:v>
                      </c:pt>
                      <c:pt idx="3291">
                        <c:v>42684</c:v>
                      </c:pt>
                      <c:pt idx="3292">
                        <c:v>42685</c:v>
                      </c:pt>
                      <c:pt idx="3293">
                        <c:v>42688</c:v>
                      </c:pt>
                      <c:pt idx="3294">
                        <c:v>42689</c:v>
                      </c:pt>
                      <c:pt idx="3295">
                        <c:v>42690</c:v>
                      </c:pt>
                      <c:pt idx="3296">
                        <c:v>42691</c:v>
                      </c:pt>
                      <c:pt idx="3297">
                        <c:v>42692</c:v>
                      </c:pt>
                      <c:pt idx="3298">
                        <c:v>42695</c:v>
                      </c:pt>
                      <c:pt idx="3299">
                        <c:v>42696</c:v>
                      </c:pt>
                      <c:pt idx="3300">
                        <c:v>42697</c:v>
                      </c:pt>
                      <c:pt idx="3301">
                        <c:v>42698</c:v>
                      </c:pt>
                      <c:pt idx="3302">
                        <c:v>42699</c:v>
                      </c:pt>
                      <c:pt idx="3303">
                        <c:v>42702</c:v>
                      </c:pt>
                      <c:pt idx="3304">
                        <c:v>42703</c:v>
                      </c:pt>
                      <c:pt idx="3305">
                        <c:v>42704</c:v>
                      </c:pt>
                      <c:pt idx="3306">
                        <c:v>42705</c:v>
                      </c:pt>
                      <c:pt idx="3307">
                        <c:v>42706</c:v>
                      </c:pt>
                      <c:pt idx="3308">
                        <c:v>42709</c:v>
                      </c:pt>
                      <c:pt idx="3309">
                        <c:v>42710</c:v>
                      </c:pt>
                      <c:pt idx="3310">
                        <c:v>42711</c:v>
                      </c:pt>
                      <c:pt idx="3311">
                        <c:v>42712</c:v>
                      </c:pt>
                      <c:pt idx="3312">
                        <c:v>42713</c:v>
                      </c:pt>
                      <c:pt idx="3313">
                        <c:v>42716</c:v>
                      </c:pt>
                      <c:pt idx="3314">
                        <c:v>42717</c:v>
                      </c:pt>
                      <c:pt idx="3315">
                        <c:v>42718</c:v>
                      </c:pt>
                      <c:pt idx="3316">
                        <c:v>42719</c:v>
                      </c:pt>
                      <c:pt idx="3317">
                        <c:v>42720</c:v>
                      </c:pt>
                      <c:pt idx="3318">
                        <c:v>42723</c:v>
                      </c:pt>
                      <c:pt idx="3319">
                        <c:v>42724</c:v>
                      </c:pt>
                      <c:pt idx="3320">
                        <c:v>42725</c:v>
                      </c:pt>
                      <c:pt idx="3321">
                        <c:v>42726</c:v>
                      </c:pt>
                      <c:pt idx="3322">
                        <c:v>42727</c:v>
                      </c:pt>
                      <c:pt idx="3323">
                        <c:v>42730</c:v>
                      </c:pt>
                      <c:pt idx="3324">
                        <c:v>42731</c:v>
                      </c:pt>
                      <c:pt idx="3325">
                        <c:v>42732</c:v>
                      </c:pt>
                      <c:pt idx="3326">
                        <c:v>42733</c:v>
                      </c:pt>
                      <c:pt idx="3327">
                        <c:v>42734</c:v>
                      </c:pt>
                      <c:pt idx="3328">
                        <c:v>42737</c:v>
                      </c:pt>
                      <c:pt idx="3329">
                        <c:v>42738</c:v>
                      </c:pt>
                      <c:pt idx="3330">
                        <c:v>42739</c:v>
                      </c:pt>
                      <c:pt idx="3331">
                        <c:v>42740</c:v>
                      </c:pt>
                      <c:pt idx="3332">
                        <c:v>42741</c:v>
                      </c:pt>
                      <c:pt idx="3333">
                        <c:v>42744</c:v>
                      </c:pt>
                      <c:pt idx="3334">
                        <c:v>42745</c:v>
                      </c:pt>
                      <c:pt idx="3335">
                        <c:v>42746</c:v>
                      </c:pt>
                      <c:pt idx="3336">
                        <c:v>42747</c:v>
                      </c:pt>
                      <c:pt idx="3337">
                        <c:v>42748</c:v>
                      </c:pt>
                      <c:pt idx="3338">
                        <c:v>42751</c:v>
                      </c:pt>
                      <c:pt idx="3339">
                        <c:v>42752</c:v>
                      </c:pt>
                      <c:pt idx="3340">
                        <c:v>42753</c:v>
                      </c:pt>
                      <c:pt idx="3341">
                        <c:v>42754</c:v>
                      </c:pt>
                      <c:pt idx="3342">
                        <c:v>42755</c:v>
                      </c:pt>
                      <c:pt idx="3343">
                        <c:v>42758</c:v>
                      </c:pt>
                      <c:pt idx="3344">
                        <c:v>42759</c:v>
                      </c:pt>
                      <c:pt idx="3345">
                        <c:v>42760</c:v>
                      </c:pt>
                      <c:pt idx="3346">
                        <c:v>42761</c:v>
                      </c:pt>
                      <c:pt idx="3347">
                        <c:v>42762</c:v>
                      </c:pt>
                      <c:pt idx="3348">
                        <c:v>42765</c:v>
                      </c:pt>
                      <c:pt idx="3349">
                        <c:v>42766</c:v>
                      </c:pt>
                      <c:pt idx="3350">
                        <c:v>42767</c:v>
                      </c:pt>
                      <c:pt idx="3351">
                        <c:v>42768</c:v>
                      </c:pt>
                      <c:pt idx="3352">
                        <c:v>42769</c:v>
                      </c:pt>
                      <c:pt idx="3353">
                        <c:v>42772</c:v>
                      </c:pt>
                      <c:pt idx="3354">
                        <c:v>42773</c:v>
                      </c:pt>
                      <c:pt idx="3355">
                        <c:v>42774</c:v>
                      </c:pt>
                      <c:pt idx="3356">
                        <c:v>42775</c:v>
                      </c:pt>
                      <c:pt idx="3357">
                        <c:v>42776</c:v>
                      </c:pt>
                      <c:pt idx="3358">
                        <c:v>42779</c:v>
                      </c:pt>
                      <c:pt idx="3359">
                        <c:v>42780</c:v>
                      </c:pt>
                      <c:pt idx="3360">
                        <c:v>42781</c:v>
                      </c:pt>
                      <c:pt idx="3361">
                        <c:v>42782</c:v>
                      </c:pt>
                      <c:pt idx="3362">
                        <c:v>42783</c:v>
                      </c:pt>
                      <c:pt idx="3363">
                        <c:v>42786</c:v>
                      </c:pt>
                      <c:pt idx="3364">
                        <c:v>42787</c:v>
                      </c:pt>
                      <c:pt idx="3365">
                        <c:v>42788</c:v>
                      </c:pt>
                      <c:pt idx="3366">
                        <c:v>42789</c:v>
                      </c:pt>
                      <c:pt idx="3367">
                        <c:v>42790</c:v>
                      </c:pt>
                      <c:pt idx="3368">
                        <c:v>42793</c:v>
                      </c:pt>
                      <c:pt idx="3369">
                        <c:v>42794</c:v>
                      </c:pt>
                      <c:pt idx="3370">
                        <c:v>42795</c:v>
                      </c:pt>
                      <c:pt idx="3371">
                        <c:v>42796</c:v>
                      </c:pt>
                      <c:pt idx="3372">
                        <c:v>42797</c:v>
                      </c:pt>
                      <c:pt idx="3373">
                        <c:v>42800</c:v>
                      </c:pt>
                      <c:pt idx="3374">
                        <c:v>42801</c:v>
                      </c:pt>
                      <c:pt idx="3375">
                        <c:v>42802</c:v>
                      </c:pt>
                      <c:pt idx="3376">
                        <c:v>42803</c:v>
                      </c:pt>
                      <c:pt idx="3377">
                        <c:v>42804</c:v>
                      </c:pt>
                      <c:pt idx="3378">
                        <c:v>42807</c:v>
                      </c:pt>
                      <c:pt idx="3379">
                        <c:v>42808</c:v>
                      </c:pt>
                      <c:pt idx="3380">
                        <c:v>42809</c:v>
                      </c:pt>
                      <c:pt idx="3381">
                        <c:v>42810</c:v>
                      </c:pt>
                      <c:pt idx="3382">
                        <c:v>42811</c:v>
                      </c:pt>
                      <c:pt idx="3383">
                        <c:v>42814</c:v>
                      </c:pt>
                      <c:pt idx="3384">
                        <c:v>42815</c:v>
                      </c:pt>
                      <c:pt idx="3385">
                        <c:v>42816</c:v>
                      </c:pt>
                      <c:pt idx="3386">
                        <c:v>42817</c:v>
                      </c:pt>
                      <c:pt idx="3387">
                        <c:v>42818</c:v>
                      </c:pt>
                      <c:pt idx="3388">
                        <c:v>42821</c:v>
                      </c:pt>
                      <c:pt idx="3389">
                        <c:v>42822</c:v>
                      </c:pt>
                      <c:pt idx="3390">
                        <c:v>42823</c:v>
                      </c:pt>
                      <c:pt idx="3391">
                        <c:v>42824</c:v>
                      </c:pt>
                      <c:pt idx="3392">
                        <c:v>42825</c:v>
                      </c:pt>
                      <c:pt idx="3393">
                        <c:v>42828</c:v>
                      </c:pt>
                      <c:pt idx="3394">
                        <c:v>42829</c:v>
                      </c:pt>
                      <c:pt idx="3395">
                        <c:v>42830</c:v>
                      </c:pt>
                      <c:pt idx="3396">
                        <c:v>42831</c:v>
                      </c:pt>
                      <c:pt idx="3397">
                        <c:v>42832</c:v>
                      </c:pt>
                      <c:pt idx="3398">
                        <c:v>42835</c:v>
                      </c:pt>
                      <c:pt idx="3399">
                        <c:v>42836</c:v>
                      </c:pt>
                      <c:pt idx="3400">
                        <c:v>42837</c:v>
                      </c:pt>
                      <c:pt idx="3401">
                        <c:v>42838</c:v>
                      </c:pt>
                      <c:pt idx="3402">
                        <c:v>42839</c:v>
                      </c:pt>
                      <c:pt idx="3403">
                        <c:v>42842</c:v>
                      </c:pt>
                      <c:pt idx="3404">
                        <c:v>42843</c:v>
                      </c:pt>
                      <c:pt idx="3405">
                        <c:v>42844</c:v>
                      </c:pt>
                      <c:pt idx="3406">
                        <c:v>42845</c:v>
                      </c:pt>
                      <c:pt idx="3407">
                        <c:v>42846</c:v>
                      </c:pt>
                      <c:pt idx="3408">
                        <c:v>42849</c:v>
                      </c:pt>
                      <c:pt idx="3409">
                        <c:v>42850</c:v>
                      </c:pt>
                      <c:pt idx="3410">
                        <c:v>42851</c:v>
                      </c:pt>
                      <c:pt idx="3411">
                        <c:v>42852</c:v>
                      </c:pt>
                      <c:pt idx="3412">
                        <c:v>42853</c:v>
                      </c:pt>
                      <c:pt idx="3413">
                        <c:v>42856</c:v>
                      </c:pt>
                      <c:pt idx="3414">
                        <c:v>42857</c:v>
                      </c:pt>
                      <c:pt idx="3415">
                        <c:v>42858</c:v>
                      </c:pt>
                      <c:pt idx="3416">
                        <c:v>42859</c:v>
                      </c:pt>
                      <c:pt idx="3417">
                        <c:v>42860</c:v>
                      </c:pt>
                      <c:pt idx="3418">
                        <c:v>42863</c:v>
                      </c:pt>
                      <c:pt idx="3419">
                        <c:v>42864</c:v>
                      </c:pt>
                      <c:pt idx="3420">
                        <c:v>42865</c:v>
                      </c:pt>
                      <c:pt idx="3421">
                        <c:v>42866</c:v>
                      </c:pt>
                      <c:pt idx="3422">
                        <c:v>42867</c:v>
                      </c:pt>
                      <c:pt idx="3423">
                        <c:v>42870</c:v>
                      </c:pt>
                      <c:pt idx="3424">
                        <c:v>42871</c:v>
                      </c:pt>
                      <c:pt idx="3425">
                        <c:v>42872</c:v>
                      </c:pt>
                      <c:pt idx="3426">
                        <c:v>42873</c:v>
                      </c:pt>
                      <c:pt idx="3427">
                        <c:v>42874</c:v>
                      </c:pt>
                      <c:pt idx="3428">
                        <c:v>42877</c:v>
                      </c:pt>
                      <c:pt idx="3429">
                        <c:v>42878</c:v>
                      </c:pt>
                      <c:pt idx="3430">
                        <c:v>42879</c:v>
                      </c:pt>
                      <c:pt idx="3431">
                        <c:v>42880</c:v>
                      </c:pt>
                      <c:pt idx="3432">
                        <c:v>42881</c:v>
                      </c:pt>
                      <c:pt idx="3433">
                        <c:v>42884</c:v>
                      </c:pt>
                      <c:pt idx="3434">
                        <c:v>42885</c:v>
                      </c:pt>
                      <c:pt idx="3435">
                        <c:v>42886</c:v>
                      </c:pt>
                      <c:pt idx="3436">
                        <c:v>42887</c:v>
                      </c:pt>
                      <c:pt idx="3437">
                        <c:v>42888</c:v>
                      </c:pt>
                      <c:pt idx="3438">
                        <c:v>42891</c:v>
                      </c:pt>
                      <c:pt idx="3439">
                        <c:v>42892</c:v>
                      </c:pt>
                      <c:pt idx="3440">
                        <c:v>42893</c:v>
                      </c:pt>
                      <c:pt idx="3441">
                        <c:v>42894</c:v>
                      </c:pt>
                      <c:pt idx="3442">
                        <c:v>42895</c:v>
                      </c:pt>
                      <c:pt idx="3443">
                        <c:v>42898</c:v>
                      </c:pt>
                      <c:pt idx="3444">
                        <c:v>42899</c:v>
                      </c:pt>
                      <c:pt idx="3445">
                        <c:v>42900</c:v>
                      </c:pt>
                      <c:pt idx="3446">
                        <c:v>42901</c:v>
                      </c:pt>
                      <c:pt idx="3447">
                        <c:v>42902</c:v>
                      </c:pt>
                      <c:pt idx="3448">
                        <c:v>42905</c:v>
                      </c:pt>
                      <c:pt idx="3449">
                        <c:v>42906</c:v>
                      </c:pt>
                      <c:pt idx="3450">
                        <c:v>42907</c:v>
                      </c:pt>
                      <c:pt idx="3451">
                        <c:v>42908</c:v>
                      </c:pt>
                      <c:pt idx="3452">
                        <c:v>42909</c:v>
                      </c:pt>
                      <c:pt idx="3453">
                        <c:v>42912</c:v>
                      </c:pt>
                      <c:pt idx="3454">
                        <c:v>42913</c:v>
                      </c:pt>
                      <c:pt idx="3455">
                        <c:v>42914</c:v>
                      </c:pt>
                      <c:pt idx="3456">
                        <c:v>42915</c:v>
                      </c:pt>
                      <c:pt idx="3457">
                        <c:v>42916</c:v>
                      </c:pt>
                      <c:pt idx="3458">
                        <c:v>42919</c:v>
                      </c:pt>
                      <c:pt idx="3459">
                        <c:v>42920</c:v>
                      </c:pt>
                      <c:pt idx="3460">
                        <c:v>42921</c:v>
                      </c:pt>
                      <c:pt idx="3461">
                        <c:v>42922</c:v>
                      </c:pt>
                      <c:pt idx="3462">
                        <c:v>42923</c:v>
                      </c:pt>
                      <c:pt idx="3463">
                        <c:v>42926</c:v>
                      </c:pt>
                      <c:pt idx="3464">
                        <c:v>42927</c:v>
                      </c:pt>
                      <c:pt idx="3465">
                        <c:v>42928</c:v>
                      </c:pt>
                      <c:pt idx="3466">
                        <c:v>42929</c:v>
                      </c:pt>
                      <c:pt idx="3467">
                        <c:v>42930</c:v>
                      </c:pt>
                      <c:pt idx="3468">
                        <c:v>42933</c:v>
                      </c:pt>
                      <c:pt idx="3469">
                        <c:v>42934</c:v>
                      </c:pt>
                      <c:pt idx="3470">
                        <c:v>42935</c:v>
                      </c:pt>
                      <c:pt idx="3471">
                        <c:v>42936</c:v>
                      </c:pt>
                      <c:pt idx="3472">
                        <c:v>42937</c:v>
                      </c:pt>
                      <c:pt idx="3473">
                        <c:v>42940</c:v>
                      </c:pt>
                      <c:pt idx="3474">
                        <c:v>42941</c:v>
                      </c:pt>
                      <c:pt idx="3475">
                        <c:v>42942</c:v>
                      </c:pt>
                      <c:pt idx="3476">
                        <c:v>42943</c:v>
                      </c:pt>
                      <c:pt idx="3477">
                        <c:v>42944</c:v>
                      </c:pt>
                      <c:pt idx="3478">
                        <c:v>42947</c:v>
                      </c:pt>
                      <c:pt idx="3479">
                        <c:v>42948</c:v>
                      </c:pt>
                      <c:pt idx="3480">
                        <c:v>42949</c:v>
                      </c:pt>
                      <c:pt idx="3481">
                        <c:v>42950</c:v>
                      </c:pt>
                      <c:pt idx="3482">
                        <c:v>42951</c:v>
                      </c:pt>
                      <c:pt idx="3483">
                        <c:v>42954</c:v>
                      </c:pt>
                      <c:pt idx="3484">
                        <c:v>42955</c:v>
                      </c:pt>
                      <c:pt idx="3485">
                        <c:v>42956</c:v>
                      </c:pt>
                      <c:pt idx="3486">
                        <c:v>42957</c:v>
                      </c:pt>
                      <c:pt idx="3487">
                        <c:v>42958</c:v>
                      </c:pt>
                      <c:pt idx="3488">
                        <c:v>42961</c:v>
                      </c:pt>
                      <c:pt idx="3489">
                        <c:v>42962</c:v>
                      </c:pt>
                      <c:pt idx="3490">
                        <c:v>42963</c:v>
                      </c:pt>
                      <c:pt idx="3491">
                        <c:v>42964</c:v>
                      </c:pt>
                      <c:pt idx="3492">
                        <c:v>42965</c:v>
                      </c:pt>
                      <c:pt idx="3493">
                        <c:v>42968</c:v>
                      </c:pt>
                      <c:pt idx="3494">
                        <c:v>42969</c:v>
                      </c:pt>
                      <c:pt idx="3495">
                        <c:v>42970</c:v>
                      </c:pt>
                      <c:pt idx="3496">
                        <c:v>42971</c:v>
                      </c:pt>
                      <c:pt idx="3497">
                        <c:v>42972</c:v>
                      </c:pt>
                      <c:pt idx="3498">
                        <c:v>42975</c:v>
                      </c:pt>
                      <c:pt idx="3499">
                        <c:v>42976</c:v>
                      </c:pt>
                      <c:pt idx="3500">
                        <c:v>42977</c:v>
                      </c:pt>
                      <c:pt idx="3501">
                        <c:v>42978</c:v>
                      </c:pt>
                      <c:pt idx="3502">
                        <c:v>42979</c:v>
                      </c:pt>
                      <c:pt idx="3503">
                        <c:v>42982</c:v>
                      </c:pt>
                      <c:pt idx="3504">
                        <c:v>42983</c:v>
                      </c:pt>
                      <c:pt idx="3505">
                        <c:v>42984</c:v>
                      </c:pt>
                      <c:pt idx="3506">
                        <c:v>42985</c:v>
                      </c:pt>
                      <c:pt idx="3507">
                        <c:v>42986</c:v>
                      </c:pt>
                      <c:pt idx="3508">
                        <c:v>42989</c:v>
                      </c:pt>
                      <c:pt idx="3509">
                        <c:v>42990</c:v>
                      </c:pt>
                      <c:pt idx="3510">
                        <c:v>42991</c:v>
                      </c:pt>
                      <c:pt idx="3511">
                        <c:v>42992</c:v>
                      </c:pt>
                      <c:pt idx="3512">
                        <c:v>42993</c:v>
                      </c:pt>
                      <c:pt idx="3513">
                        <c:v>42996</c:v>
                      </c:pt>
                      <c:pt idx="3514">
                        <c:v>42997</c:v>
                      </c:pt>
                      <c:pt idx="3515">
                        <c:v>42998</c:v>
                      </c:pt>
                      <c:pt idx="3516">
                        <c:v>42999</c:v>
                      </c:pt>
                      <c:pt idx="3517">
                        <c:v>43000</c:v>
                      </c:pt>
                      <c:pt idx="3518">
                        <c:v>43003</c:v>
                      </c:pt>
                      <c:pt idx="3519">
                        <c:v>43004</c:v>
                      </c:pt>
                      <c:pt idx="3520">
                        <c:v>43005</c:v>
                      </c:pt>
                      <c:pt idx="3521">
                        <c:v>43006</c:v>
                      </c:pt>
                      <c:pt idx="3522">
                        <c:v>43007</c:v>
                      </c:pt>
                      <c:pt idx="3523">
                        <c:v>43010</c:v>
                      </c:pt>
                      <c:pt idx="3524">
                        <c:v>43011</c:v>
                      </c:pt>
                      <c:pt idx="3525">
                        <c:v>43012</c:v>
                      </c:pt>
                      <c:pt idx="3526">
                        <c:v>43013</c:v>
                      </c:pt>
                      <c:pt idx="3527">
                        <c:v>43014</c:v>
                      </c:pt>
                      <c:pt idx="3528">
                        <c:v>43017</c:v>
                      </c:pt>
                      <c:pt idx="3529">
                        <c:v>43018</c:v>
                      </c:pt>
                      <c:pt idx="3530">
                        <c:v>43019</c:v>
                      </c:pt>
                      <c:pt idx="3531">
                        <c:v>43020</c:v>
                      </c:pt>
                      <c:pt idx="3532">
                        <c:v>43021</c:v>
                      </c:pt>
                      <c:pt idx="3533">
                        <c:v>43024</c:v>
                      </c:pt>
                      <c:pt idx="3534">
                        <c:v>43025</c:v>
                      </c:pt>
                      <c:pt idx="3535">
                        <c:v>43026</c:v>
                      </c:pt>
                      <c:pt idx="3536">
                        <c:v>43027</c:v>
                      </c:pt>
                      <c:pt idx="3537">
                        <c:v>43028</c:v>
                      </c:pt>
                      <c:pt idx="3538">
                        <c:v>43031</c:v>
                      </c:pt>
                      <c:pt idx="3539">
                        <c:v>43032</c:v>
                      </c:pt>
                      <c:pt idx="3540">
                        <c:v>43033</c:v>
                      </c:pt>
                      <c:pt idx="3541">
                        <c:v>43034</c:v>
                      </c:pt>
                      <c:pt idx="3542">
                        <c:v>43035</c:v>
                      </c:pt>
                      <c:pt idx="3543">
                        <c:v>43038</c:v>
                      </c:pt>
                      <c:pt idx="3544">
                        <c:v>43039</c:v>
                      </c:pt>
                      <c:pt idx="3545">
                        <c:v>43040</c:v>
                      </c:pt>
                      <c:pt idx="3546">
                        <c:v>43041</c:v>
                      </c:pt>
                      <c:pt idx="3547">
                        <c:v>43042</c:v>
                      </c:pt>
                      <c:pt idx="3548">
                        <c:v>43045</c:v>
                      </c:pt>
                      <c:pt idx="3549">
                        <c:v>43046</c:v>
                      </c:pt>
                      <c:pt idx="3550">
                        <c:v>43047</c:v>
                      </c:pt>
                      <c:pt idx="3551">
                        <c:v>43048</c:v>
                      </c:pt>
                      <c:pt idx="3552">
                        <c:v>43049</c:v>
                      </c:pt>
                      <c:pt idx="3553">
                        <c:v>43052</c:v>
                      </c:pt>
                      <c:pt idx="3554">
                        <c:v>43053</c:v>
                      </c:pt>
                      <c:pt idx="3555">
                        <c:v>43054</c:v>
                      </c:pt>
                      <c:pt idx="3556">
                        <c:v>43055</c:v>
                      </c:pt>
                      <c:pt idx="3557">
                        <c:v>43056</c:v>
                      </c:pt>
                      <c:pt idx="3558">
                        <c:v>43059</c:v>
                      </c:pt>
                      <c:pt idx="3559">
                        <c:v>43060</c:v>
                      </c:pt>
                      <c:pt idx="3560">
                        <c:v>43061</c:v>
                      </c:pt>
                      <c:pt idx="3561">
                        <c:v>43062</c:v>
                      </c:pt>
                      <c:pt idx="3562">
                        <c:v>43063</c:v>
                      </c:pt>
                      <c:pt idx="3563">
                        <c:v>43066</c:v>
                      </c:pt>
                      <c:pt idx="3564">
                        <c:v>43067</c:v>
                      </c:pt>
                      <c:pt idx="3565">
                        <c:v>43068</c:v>
                      </c:pt>
                      <c:pt idx="3566">
                        <c:v>43069</c:v>
                      </c:pt>
                      <c:pt idx="3567">
                        <c:v>43070</c:v>
                      </c:pt>
                      <c:pt idx="3568">
                        <c:v>43073</c:v>
                      </c:pt>
                      <c:pt idx="3569">
                        <c:v>43074</c:v>
                      </c:pt>
                      <c:pt idx="3570">
                        <c:v>43075</c:v>
                      </c:pt>
                      <c:pt idx="3571">
                        <c:v>43076</c:v>
                      </c:pt>
                      <c:pt idx="3572">
                        <c:v>43077</c:v>
                      </c:pt>
                      <c:pt idx="3573">
                        <c:v>43080</c:v>
                      </c:pt>
                      <c:pt idx="3574">
                        <c:v>43081</c:v>
                      </c:pt>
                      <c:pt idx="3575">
                        <c:v>43082</c:v>
                      </c:pt>
                      <c:pt idx="3576">
                        <c:v>43083</c:v>
                      </c:pt>
                      <c:pt idx="3577">
                        <c:v>43084</c:v>
                      </c:pt>
                      <c:pt idx="3578">
                        <c:v>43087</c:v>
                      </c:pt>
                      <c:pt idx="3579">
                        <c:v>43088</c:v>
                      </c:pt>
                      <c:pt idx="3580">
                        <c:v>43089</c:v>
                      </c:pt>
                      <c:pt idx="3581">
                        <c:v>43090</c:v>
                      </c:pt>
                      <c:pt idx="3582">
                        <c:v>43091</c:v>
                      </c:pt>
                      <c:pt idx="3583">
                        <c:v>43094</c:v>
                      </c:pt>
                      <c:pt idx="3584">
                        <c:v>43095</c:v>
                      </c:pt>
                      <c:pt idx="3585">
                        <c:v>43096</c:v>
                      </c:pt>
                      <c:pt idx="3586">
                        <c:v>43097</c:v>
                      </c:pt>
                      <c:pt idx="3587">
                        <c:v>43098</c:v>
                      </c:pt>
                      <c:pt idx="3588">
                        <c:v>43101</c:v>
                      </c:pt>
                      <c:pt idx="3589">
                        <c:v>43102</c:v>
                      </c:pt>
                      <c:pt idx="3590">
                        <c:v>43103</c:v>
                      </c:pt>
                      <c:pt idx="3591">
                        <c:v>43104</c:v>
                      </c:pt>
                      <c:pt idx="3592">
                        <c:v>43105</c:v>
                      </c:pt>
                      <c:pt idx="3593">
                        <c:v>43108</c:v>
                      </c:pt>
                      <c:pt idx="3594">
                        <c:v>43109</c:v>
                      </c:pt>
                      <c:pt idx="3595">
                        <c:v>43110</c:v>
                      </c:pt>
                      <c:pt idx="3596">
                        <c:v>43111</c:v>
                      </c:pt>
                      <c:pt idx="3597">
                        <c:v>43112</c:v>
                      </c:pt>
                      <c:pt idx="3598">
                        <c:v>43115</c:v>
                      </c:pt>
                      <c:pt idx="3599">
                        <c:v>43116</c:v>
                      </c:pt>
                      <c:pt idx="3600">
                        <c:v>43117</c:v>
                      </c:pt>
                      <c:pt idx="3601">
                        <c:v>43118</c:v>
                      </c:pt>
                      <c:pt idx="3602">
                        <c:v>43119</c:v>
                      </c:pt>
                      <c:pt idx="3603">
                        <c:v>43122</c:v>
                      </c:pt>
                      <c:pt idx="3604">
                        <c:v>43123</c:v>
                      </c:pt>
                      <c:pt idx="3605">
                        <c:v>43124</c:v>
                      </c:pt>
                      <c:pt idx="3606">
                        <c:v>43125</c:v>
                      </c:pt>
                      <c:pt idx="3607">
                        <c:v>43126</c:v>
                      </c:pt>
                      <c:pt idx="3608">
                        <c:v>43129</c:v>
                      </c:pt>
                      <c:pt idx="3609">
                        <c:v>43130</c:v>
                      </c:pt>
                      <c:pt idx="3610">
                        <c:v>43131</c:v>
                      </c:pt>
                      <c:pt idx="3611">
                        <c:v>43132</c:v>
                      </c:pt>
                      <c:pt idx="3612">
                        <c:v>43133</c:v>
                      </c:pt>
                      <c:pt idx="3613">
                        <c:v>43136</c:v>
                      </c:pt>
                      <c:pt idx="3614">
                        <c:v>43137</c:v>
                      </c:pt>
                      <c:pt idx="3615">
                        <c:v>43138</c:v>
                      </c:pt>
                      <c:pt idx="3616">
                        <c:v>43139</c:v>
                      </c:pt>
                      <c:pt idx="3617">
                        <c:v>43140</c:v>
                      </c:pt>
                      <c:pt idx="3618">
                        <c:v>43143</c:v>
                      </c:pt>
                      <c:pt idx="3619">
                        <c:v>43144</c:v>
                      </c:pt>
                      <c:pt idx="3620">
                        <c:v>43145</c:v>
                      </c:pt>
                      <c:pt idx="3621">
                        <c:v>43146</c:v>
                      </c:pt>
                      <c:pt idx="3622">
                        <c:v>43147</c:v>
                      </c:pt>
                      <c:pt idx="3623">
                        <c:v>43150</c:v>
                      </c:pt>
                      <c:pt idx="3624">
                        <c:v>43151</c:v>
                      </c:pt>
                      <c:pt idx="3625">
                        <c:v>43152</c:v>
                      </c:pt>
                      <c:pt idx="3626">
                        <c:v>43153</c:v>
                      </c:pt>
                      <c:pt idx="3627">
                        <c:v>43154</c:v>
                      </c:pt>
                      <c:pt idx="3628">
                        <c:v>43157</c:v>
                      </c:pt>
                      <c:pt idx="3629">
                        <c:v>43158</c:v>
                      </c:pt>
                      <c:pt idx="3630">
                        <c:v>43159</c:v>
                      </c:pt>
                      <c:pt idx="3631">
                        <c:v>43160</c:v>
                      </c:pt>
                      <c:pt idx="3632">
                        <c:v>43161</c:v>
                      </c:pt>
                      <c:pt idx="3633">
                        <c:v>43164</c:v>
                      </c:pt>
                      <c:pt idx="3634">
                        <c:v>43165</c:v>
                      </c:pt>
                      <c:pt idx="3635">
                        <c:v>43166</c:v>
                      </c:pt>
                      <c:pt idx="3636">
                        <c:v>43167</c:v>
                      </c:pt>
                      <c:pt idx="3637">
                        <c:v>43168</c:v>
                      </c:pt>
                      <c:pt idx="3638">
                        <c:v>43171</c:v>
                      </c:pt>
                      <c:pt idx="3639">
                        <c:v>43172</c:v>
                      </c:pt>
                      <c:pt idx="3640">
                        <c:v>43173</c:v>
                      </c:pt>
                      <c:pt idx="3641">
                        <c:v>43174</c:v>
                      </c:pt>
                      <c:pt idx="3642">
                        <c:v>43175</c:v>
                      </c:pt>
                      <c:pt idx="3643">
                        <c:v>43178</c:v>
                      </c:pt>
                      <c:pt idx="3644">
                        <c:v>43179</c:v>
                      </c:pt>
                      <c:pt idx="3645">
                        <c:v>43180</c:v>
                      </c:pt>
                      <c:pt idx="3646">
                        <c:v>43181</c:v>
                      </c:pt>
                      <c:pt idx="3647">
                        <c:v>43182</c:v>
                      </c:pt>
                      <c:pt idx="3648">
                        <c:v>43185</c:v>
                      </c:pt>
                      <c:pt idx="3649">
                        <c:v>43186</c:v>
                      </c:pt>
                      <c:pt idx="3650">
                        <c:v>43187</c:v>
                      </c:pt>
                      <c:pt idx="3651">
                        <c:v>43188</c:v>
                      </c:pt>
                      <c:pt idx="3652">
                        <c:v>43189</c:v>
                      </c:pt>
                      <c:pt idx="3653">
                        <c:v>43192</c:v>
                      </c:pt>
                      <c:pt idx="3654">
                        <c:v>43193</c:v>
                      </c:pt>
                      <c:pt idx="3655">
                        <c:v>43194</c:v>
                      </c:pt>
                      <c:pt idx="3656">
                        <c:v>43195</c:v>
                      </c:pt>
                      <c:pt idx="3657">
                        <c:v>43196</c:v>
                      </c:pt>
                      <c:pt idx="3658">
                        <c:v>43199</c:v>
                      </c:pt>
                      <c:pt idx="3659">
                        <c:v>43200</c:v>
                      </c:pt>
                      <c:pt idx="3660">
                        <c:v>43201</c:v>
                      </c:pt>
                      <c:pt idx="3661">
                        <c:v>43202</c:v>
                      </c:pt>
                      <c:pt idx="3662">
                        <c:v>43203</c:v>
                      </c:pt>
                      <c:pt idx="3663">
                        <c:v>43206</c:v>
                      </c:pt>
                      <c:pt idx="3664">
                        <c:v>43207</c:v>
                      </c:pt>
                      <c:pt idx="3665">
                        <c:v>43208</c:v>
                      </c:pt>
                      <c:pt idx="3666">
                        <c:v>43209</c:v>
                      </c:pt>
                      <c:pt idx="3667">
                        <c:v>43210</c:v>
                      </c:pt>
                      <c:pt idx="3668">
                        <c:v>43213</c:v>
                      </c:pt>
                      <c:pt idx="3669">
                        <c:v>43214</c:v>
                      </c:pt>
                      <c:pt idx="3670">
                        <c:v>43215</c:v>
                      </c:pt>
                      <c:pt idx="3671">
                        <c:v>43216</c:v>
                      </c:pt>
                      <c:pt idx="3672">
                        <c:v>43217</c:v>
                      </c:pt>
                      <c:pt idx="3673">
                        <c:v>43220</c:v>
                      </c:pt>
                      <c:pt idx="3674">
                        <c:v>43221</c:v>
                      </c:pt>
                      <c:pt idx="3675">
                        <c:v>43222</c:v>
                      </c:pt>
                      <c:pt idx="3676">
                        <c:v>43223</c:v>
                      </c:pt>
                      <c:pt idx="3677">
                        <c:v>43224</c:v>
                      </c:pt>
                      <c:pt idx="3678">
                        <c:v>43227</c:v>
                      </c:pt>
                      <c:pt idx="3679">
                        <c:v>43228</c:v>
                      </c:pt>
                      <c:pt idx="3680">
                        <c:v>43229</c:v>
                      </c:pt>
                      <c:pt idx="3681">
                        <c:v>43230</c:v>
                      </c:pt>
                      <c:pt idx="3682">
                        <c:v>43231</c:v>
                      </c:pt>
                      <c:pt idx="3683">
                        <c:v>43234</c:v>
                      </c:pt>
                      <c:pt idx="3684">
                        <c:v>43235</c:v>
                      </c:pt>
                      <c:pt idx="3685">
                        <c:v>43236</c:v>
                      </c:pt>
                      <c:pt idx="3686">
                        <c:v>43237</c:v>
                      </c:pt>
                      <c:pt idx="3687">
                        <c:v>43238</c:v>
                      </c:pt>
                      <c:pt idx="3688">
                        <c:v>43241</c:v>
                      </c:pt>
                      <c:pt idx="3689">
                        <c:v>43242</c:v>
                      </c:pt>
                      <c:pt idx="3690">
                        <c:v>43243</c:v>
                      </c:pt>
                      <c:pt idx="3691">
                        <c:v>43244</c:v>
                      </c:pt>
                      <c:pt idx="3692">
                        <c:v>43245</c:v>
                      </c:pt>
                      <c:pt idx="3693">
                        <c:v>43248</c:v>
                      </c:pt>
                      <c:pt idx="3694">
                        <c:v>43249</c:v>
                      </c:pt>
                      <c:pt idx="3695">
                        <c:v>43250</c:v>
                      </c:pt>
                      <c:pt idx="3696">
                        <c:v>43251</c:v>
                      </c:pt>
                      <c:pt idx="3697">
                        <c:v>43252</c:v>
                      </c:pt>
                      <c:pt idx="3698">
                        <c:v>43255</c:v>
                      </c:pt>
                      <c:pt idx="3699">
                        <c:v>43256</c:v>
                      </c:pt>
                      <c:pt idx="3700">
                        <c:v>43257</c:v>
                      </c:pt>
                      <c:pt idx="3701">
                        <c:v>43258</c:v>
                      </c:pt>
                      <c:pt idx="3702">
                        <c:v>43259</c:v>
                      </c:pt>
                      <c:pt idx="3703">
                        <c:v>43262</c:v>
                      </c:pt>
                      <c:pt idx="3704">
                        <c:v>43263</c:v>
                      </c:pt>
                      <c:pt idx="3705">
                        <c:v>43264</c:v>
                      </c:pt>
                      <c:pt idx="3706">
                        <c:v>43265</c:v>
                      </c:pt>
                      <c:pt idx="3707">
                        <c:v>43266</c:v>
                      </c:pt>
                      <c:pt idx="3708">
                        <c:v>43269</c:v>
                      </c:pt>
                      <c:pt idx="3709">
                        <c:v>43270</c:v>
                      </c:pt>
                      <c:pt idx="3710">
                        <c:v>43271</c:v>
                      </c:pt>
                      <c:pt idx="3711">
                        <c:v>43272</c:v>
                      </c:pt>
                      <c:pt idx="3712">
                        <c:v>43273</c:v>
                      </c:pt>
                      <c:pt idx="3713">
                        <c:v>43276</c:v>
                      </c:pt>
                      <c:pt idx="3714">
                        <c:v>43277</c:v>
                      </c:pt>
                      <c:pt idx="3715">
                        <c:v>43278</c:v>
                      </c:pt>
                      <c:pt idx="3716">
                        <c:v>43279</c:v>
                      </c:pt>
                      <c:pt idx="3717">
                        <c:v>43280</c:v>
                      </c:pt>
                      <c:pt idx="3718">
                        <c:v>43283</c:v>
                      </c:pt>
                      <c:pt idx="3719">
                        <c:v>43284</c:v>
                      </c:pt>
                      <c:pt idx="3720">
                        <c:v>43285</c:v>
                      </c:pt>
                      <c:pt idx="3721">
                        <c:v>43286</c:v>
                      </c:pt>
                      <c:pt idx="3722">
                        <c:v>43287</c:v>
                      </c:pt>
                      <c:pt idx="3723">
                        <c:v>43290</c:v>
                      </c:pt>
                      <c:pt idx="3724">
                        <c:v>43291</c:v>
                      </c:pt>
                      <c:pt idx="3725">
                        <c:v>43292</c:v>
                      </c:pt>
                      <c:pt idx="3726">
                        <c:v>43293</c:v>
                      </c:pt>
                      <c:pt idx="3727">
                        <c:v>43294</c:v>
                      </c:pt>
                      <c:pt idx="3728">
                        <c:v>43297</c:v>
                      </c:pt>
                      <c:pt idx="3729">
                        <c:v>43298</c:v>
                      </c:pt>
                      <c:pt idx="3730">
                        <c:v>43299</c:v>
                      </c:pt>
                      <c:pt idx="3731">
                        <c:v>43300</c:v>
                      </c:pt>
                      <c:pt idx="3732">
                        <c:v>43301</c:v>
                      </c:pt>
                      <c:pt idx="3733">
                        <c:v>43304</c:v>
                      </c:pt>
                      <c:pt idx="3734">
                        <c:v>43305</c:v>
                      </c:pt>
                      <c:pt idx="3735">
                        <c:v>43306</c:v>
                      </c:pt>
                      <c:pt idx="3736">
                        <c:v>43307</c:v>
                      </c:pt>
                      <c:pt idx="3737">
                        <c:v>43308</c:v>
                      </c:pt>
                      <c:pt idx="3738">
                        <c:v>43311</c:v>
                      </c:pt>
                      <c:pt idx="3739">
                        <c:v>43312</c:v>
                      </c:pt>
                      <c:pt idx="3740">
                        <c:v>43313</c:v>
                      </c:pt>
                      <c:pt idx="3741">
                        <c:v>43314</c:v>
                      </c:pt>
                      <c:pt idx="3742">
                        <c:v>43315</c:v>
                      </c:pt>
                      <c:pt idx="3743">
                        <c:v>43318</c:v>
                      </c:pt>
                      <c:pt idx="3744">
                        <c:v>43319</c:v>
                      </c:pt>
                      <c:pt idx="3745">
                        <c:v>43320</c:v>
                      </c:pt>
                      <c:pt idx="3746">
                        <c:v>43321</c:v>
                      </c:pt>
                      <c:pt idx="3747">
                        <c:v>43322</c:v>
                      </c:pt>
                      <c:pt idx="3748">
                        <c:v>43325</c:v>
                      </c:pt>
                      <c:pt idx="3749">
                        <c:v>43326</c:v>
                      </c:pt>
                      <c:pt idx="3750">
                        <c:v>43327</c:v>
                      </c:pt>
                      <c:pt idx="3751">
                        <c:v>43328</c:v>
                      </c:pt>
                      <c:pt idx="3752">
                        <c:v>43329</c:v>
                      </c:pt>
                      <c:pt idx="3753">
                        <c:v>43332</c:v>
                      </c:pt>
                      <c:pt idx="3754">
                        <c:v>43333</c:v>
                      </c:pt>
                      <c:pt idx="3755">
                        <c:v>43334</c:v>
                      </c:pt>
                      <c:pt idx="3756">
                        <c:v>43335</c:v>
                      </c:pt>
                      <c:pt idx="3757">
                        <c:v>43336</c:v>
                      </c:pt>
                      <c:pt idx="3758">
                        <c:v>43339</c:v>
                      </c:pt>
                      <c:pt idx="3759">
                        <c:v>43340</c:v>
                      </c:pt>
                      <c:pt idx="3760">
                        <c:v>43341</c:v>
                      </c:pt>
                      <c:pt idx="3761">
                        <c:v>43342</c:v>
                      </c:pt>
                      <c:pt idx="3762">
                        <c:v>43343</c:v>
                      </c:pt>
                      <c:pt idx="3763">
                        <c:v>43346</c:v>
                      </c:pt>
                      <c:pt idx="3764">
                        <c:v>43347</c:v>
                      </c:pt>
                      <c:pt idx="3765">
                        <c:v>43348</c:v>
                      </c:pt>
                      <c:pt idx="3766">
                        <c:v>43349</c:v>
                      </c:pt>
                      <c:pt idx="3767">
                        <c:v>43350</c:v>
                      </c:pt>
                      <c:pt idx="3768">
                        <c:v>43353</c:v>
                      </c:pt>
                      <c:pt idx="3769">
                        <c:v>43354</c:v>
                      </c:pt>
                      <c:pt idx="3770">
                        <c:v>43355</c:v>
                      </c:pt>
                      <c:pt idx="3771">
                        <c:v>43356</c:v>
                      </c:pt>
                      <c:pt idx="3772">
                        <c:v>43357</c:v>
                      </c:pt>
                      <c:pt idx="3773">
                        <c:v>43360</c:v>
                      </c:pt>
                      <c:pt idx="3774">
                        <c:v>43361</c:v>
                      </c:pt>
                      <c:pt idx="3775">
                        <c:v>43362</c:v>
                      </c:pt>
                      <c:pt idx="3776">
                        <c:v>43363</c:v>
                      </c:pt>
                      <c:pt idx="3777">
                        <c:v>43364</c:v>
                      </c:pt>
                      <c:pt idx="3778">
                        <c:v>43367</c:v>
                      </c:pt>
                      <c:pt idx="3779">
                        <c:v>43368</c:v>
                      </c:pt>
                      <c:pt idx="3780">
                        <c:v>43369</c:v>
                      </c:pt>
                      <c:pt idx="3781">
                        <c:v>43370</c:v>
                      </c:pt>
                      <c:pt idx="3782">
                        <c:v>43371</c:v>
                      </c:pt>
                      <c:pt idx="3783">
                        <c:v>43374</c:v>
                      </c:pt>
                      <c:pt idx="3784">
                        <c:v>43375</c:v>
                      </c:pt>
                      <c:pt idx="3785">
                        <c:v>43376</c:v>
                      </c:pt>
                      <c:pt idx="3786">
                        <c:v>43377</c:v>
                      </c:pt>
                      <c:pt idx="3787">
                        <c:v>43378</c:v>
                      </c:pt>
                      <c:pt idx="3788">
                        <c:v>43381</c:v>
                      </c:pt>
                      <c:pt idx="3789">
                        <c:v>43382</c:v>
                      </c:pt>
                      <c:pt idx="3790">
                        <c:v>43383</c:v>
                      </c:pt>
                      <c:pt idx="3791">
                        <c:v>43384</c:v>
                      </c:pt>
                      <c:pt idx="3792">
                        <c:v>43385</c:v>
                      </c:pt>
                      <c:pt idx="3793">
                        <c:v>43388</c:v>
                      </c:pt>
                      <c:pt idx="3794">
                        <c:v>43389</c:v>
                      </c:pt>
                      <c:pt idx="3795">
                        <c:v>43390</c:v>
                      </c:pt>
                      <c:pt idx="3796">
                        <c:v>43391</c:v>
                      </c:pt>
                      <c:pt idx="3797">
                        <c:v>43392</c:v>
                      </c:pt>
                      <c:pt idx="3798">
                        <c:v>43395</c:v>
                      </c:pt>
                      <c:pt idx="3799">
                        <c:v>43396</c:v>
                      </c:pt>
                      <c:pt idx="3800">
                        <c:v>43397</c:v>
                      </c:pt>
                      <c:pt idx="3801">
                        <c:v>43398</c:v>
                      </c:pt>
                      <c:pt idx="3802">
                        <c:v>43399</c:v>
                      </c:pt>
                      <c:pt idx="3803">
                        <c:v>43402</c:v>
                      </c:pt>
                      <c:pt idx="3804">
                        <c:v>43403</c:v>
                      </c:pt>
                      <c:pt idx="3805">
                        <c:v>43404</c:v>
                      </c:pt>
                      <c:pt idx="3806">
                        <c:v>43405</c:v>
                      </c:pt>
                      <c:pt idx="3807">
                        <c:v>43406</c:v>
                      </c:pt>
                      <c:pt idx="3808">
                        <c:v>43409</c:v>
                      </c:pt>
                      <c:pt idx="3809">
                        <c:v>43410</c:v>
                      </c:pt>
                      <c:pt idx="3810">
                        <c:v>43411</c:v>
                      </c:pt>
                      <c:pt idx="3811">
                        <c:v>43412</c:v>
                      </c:pt>
                      <c:pt idx="3812">
                        <c:v>43413</c:v>
                      </c:pt>
                      <c:pt idx="3813">
                        <c:v>43416</c:v>
                      </c:pt>
                      <c:pt idx="3814">
                        <c:v>43417</c:v>
                      </c:pt>
                      <c:pt idx="3815">
                        <c:v>43418</c:v>
                      </c:pt>
                      <c:pt idx="3816">
                        <c:v>43419</c:v>
                      </c:pt>
                      <c:pt idx="3817">
                        <c:v>43420</c:v>
                      </c:pt>
                      <c:pt idx="3818">
                        <c:v>43423</c:v>
                      </c:pt>
                      <c:pt idx="3819">
                        <c:v>43424</c:v>
                      </c:pt>
                      <c:pt idx="3820">
                        <c:v>43425</c:v>
                      </c:pt>
                      <c:pt idx="3821">
                        <c:v>43426</c:v>
                      </c:pt>
                      <c:pt idx="3822">
                        <c:v>43427</c:v>
                      </c:pt>
                      <c:pt idx="3823">
                        <c:v>43430</c:v>
                      </c:pt>
                      <c:pt idx="3824">
                        <c:v>43431</c:v>
                      </c:pt>
                      <c:pt idx="3825">
                        <c:v>43432</c:v>
                      </c:pt>
                      <c:pt idx="3826">
                        <c:v>43433</c:v>
                      </c:pt>
                      <c:pt idx="3827">
                        <c:v>43434</c:v>
                      </c:pt>
                      <c:pt idx="3828">
                        <c:v>43437</c:v>
                      </c:pt>
                      <c:pt idx="3829">
                        <c:v>43438</c:v>
                      </c:pt>
                      <c:pt idx="3830">
                        <c:v>43439</c:v>
                      </c:pt>
                      <c:pt idx="3831">
                        <c:v>43440</c:v>
                      </c:pt>
                      <c:pt idx="3832">
                        <c:v>43441</c:v>
                      </c:pt>
                      <c:pt idx="3833">
                        <c:v>43444</c:v>
                      </c:pt>
                      <c:pt idx="3834">
                        <c:v>43445</c:v>
                      </c:pt>
                      <c:pt idx="3835">
                        <c:v>43446</c:v>
                      </c:pt>
                      <c:pt idx="3836">
                        <c:v>43447</c:v>
                      </c:pt>
                      <c:pt idx="3837">
                        <c:v>43448</c:v>
                      </c:pt>
                      <c:pt idx="3838">
                        <c:v>43451</c:v>
                      </c:pt>
                      <c:pt idx="3839">
                        <c:v>43452</c:v>
                      </c:pt>
                      <c:pt idx="3840">
                        <c:v>43453</c:v>
                      </c:pt>
                      <c:pt idx="3841">
                        <c:v>43454</c:v>
                      </c:pt>
                      <c:pt idx="3842">
                        <c:v>43455</c:v>
                      </c:pt>
                      <c:pt idx="3843">
                        <c:v>43458</c:v>
                      </c:pt>
                      <c:pt idx="3844">
                        <c:v>43459</c:v>
                      </c:pt>
                      <c:pt idx="3845">
                        <c:v>43460</c:v>
                      </c:pt>
                      <c:pt idx="3846">
                        <c:v>43461</c:v>
                      </c:pt>
                      <c:pt idx="3847">
                        <c:v>43462</c:v>
                      </c:pt>
                      <c:pt idx="3848">
                        <c:v>43465</c:v>
                      </c:pt>
                      <c:pt idx="3849">
                        <c:v>43466</c:v>
                      </c:pt>
                      <c:pt idx="3850">
                        <c:v>43467</c:v>
                      </c:pt>
                      <c:pt idx="3851">
                        <c:v>43468</c:v>
                      </c:pt>
                      <c:pt idx="3852">
                        <c:v>43469</c:v>
                      </c:pt>
                      <c:pt idx="3853">
                        <c:v>43472</c:v>
                      </c:pt>
                      <c:pt idx="3854">
                        <c:v>43473</c:v>
                      </c:pt>
                      <c:pt idx="3855">
                        <c:v>43474</c:v>
                      </c:pt>
                      <c:pt idx="3856">
                        <c:v>43475</c:v>
                      </c:pt>
                      <c:pt idx="3857">
                        <c:v>43476</c:v>
                      </c:pt>
                      <c:pt idx="3858">
                        <c:v>43479</c:v>
                      </c:pt>
                      <c:pt idx="3859">
                        <c:v>43480</c:v>
                      </c:pt>
                      <c:pt idx="3860">
                        <c:v>43481</c:v>
                      </c:pt>
                      <c:pt idx="3861">
                        <c:v>43482</c:v>
                      </c:pt>
                      <c:pt idx="3862">
                        <c:v>43483</c:v>
                      </c:pt>
                      <c:pt idx="3863">
                        <c:v>43486</c:v>
                      </c:pt>
                      <c:pt idx="3864">
                        <c:v>43487</c:v>
                      </c:pt>
                      <c:pt idx="3865">
                        <c:v>43488</c:v>
                      </c:pt>
                      <c:pt idx="3866">
                        <c:v>43489</c:v>
                      </c:pt>
                      <c:pt idx="3867">
                        <c:v>43490</c:v>
                      </c:pt>
                      <c:pt idx="3868">
                        <c:v>43493</c:v>
                      </c:pt>
                      <c:pt idx="3869">
                        <c:v>43494</c:v>
                      </c:pt>
                      <c:pt idx="3870">
                        <c:v>43495</c:v>
                      </c:pt>
                      <c:pt idx="3871">
                        <c:v>43496</c:v>
                      </c:pt>
                      <c:pt idx="3872">
                        <c:v>43497</c:v>
                      </c:pt>
                      <c:pt idx="3873">
                        <c:v>43500</c:v>
                      </c:pt>
                      <c:pt idx="3874">
                        <c:v>43501</c:v>
                      </c:pt>
                      <c:pt idx="3875">
                        <c:v>43502</c:v>
                      </c:pt>
                      <c:pt idx="3876">
                        <c:v>43503</c:v>
                      </c:pt>
                      <c:pt idx="3877">
                        <c:v>43504</c:v>
                      </c:pt>
                      <c:pt idx="3878">
                        <c:v>43507</c:v>
                      </c:pt>
                      <c:pt idx="3879">
                        <c:v>43508</c:v>
                      </c:pt>
                      <c:pt idx="3880">
                        <c:v>43509</c:v>
                      </c:pt>
                      <c:pt idx="3881">
                        <c:v>43510</c:v>
                      </c:pt>
                      <c:pt idx="3882">
                        <c:v>43511</c:v>
                      </c:pt>
                      <c:pt idx="3883">
                        <c:v>43514</c:v>
                      </c:pt>
                      <c:pt idx="3884">
                        <c:v>43515</c:v>
                      </c:pt>
                      <c:pt idx="3885">
                        <c:v>43516</c:v>
                      </c:pt>
                      <c:pt idx="3886">
                        <c:v>43517</c:v>
                      </c:pt>
                      <c:pt idx="3887">
                        <c:v>43518</c:v>
                      </c:pt>
                      <c:pt idx="3888">
                        <c:v>43521</c:v>
                      </c:pt>
                      <c:pt idx="3889">
                        <c:v>43522</c:v>
                      </c:pt>
                      <c:pt idx="3890">
                        <c:v>43523</c:v>
                      </c:pt>
                      <c:pt idx="3891">
                        <c:v>43524</c:v>
                      </c:pt>
                      <c:pt idx="3892">
                        <c:v>43525</c:v>
                      </c:pt>
                      <c:pt idx="3893">
                        <c:v>43528</c:v>
                      </c:pt>
                      <c:pt idx="3894">
                        <c:v>43529</c:v>
                      </c:pt>
                      <c:pt idx="3895">
                        <c:v>43530</c:v>
                      </c:pt>
                      <c:pt idx="3896">
                        <c:v>43531</c:v>
                      </c:pt>
                      <c:pt idx="3897">
                        <c:v>43532</c:v>
                      </c:pt>
                      <c:pt idx="3898">
                        <c:v>43535</c:v>
                      </c:pt>
                      <c:pt idx="3899">
                        <c:v>43536</c:v>
                      </c:pt>
                      <c:pt idx="3900">
                        <c:v>43537</c:v>
                      </c:pt>
                      <c:pt idx="3901">
                        <c:v>43538</c:v>
                      </c:pt>
                      <c:pt idx="3902">
                        <c:v>43539</c:v>
                      </c:pt>
                      <c:pt idx="3903">
                        <c:v>43542</c:v>
                      </c:pt>
                      <c:pt idx="3904">
                        <c:v>43543</c:v>
                      </c:pt>
                      <c:pt idx="3905">
                        <c:v>43544</c:v>
                      </c:pt>
                      <c:pt idx="3906">
                        <c:v>43545</c:v>
                      </c:pt>
                      <c:pt idx="3907">
                        <c:v>43546</c:v>
                      </c:pt>
                      <c:pt idx="3908">
                        <c:v>43549</c:v>
                      </c:pt>
                      <c:pt idx="3909">
                        <c:v>43550</c:v>
                      </c:pt>
                      <c:pt idx="3910">
                        <c:v>43551</c:v>
                      </c:pt>
                      <c:pt idx="3911">
                        <c:v>43552</c:v>
                      </c:pt>
                      <c:pt idx="3912">
                        <c:v>43553</c:v>
                      </c:pt>
                      <c:pt idx="3913">
                        <c:v>43556</c:v>
                      </c:pt>
                      <c:pt idx="3914">
                        <c:v>43557</c:v>
                      </c:pt>
                      <c:pt idx="3915">
                        <c:v>43558</c:v>
                      </c:pt>
                      <c:pt idx="3916">
                        <c:v>43559</c:v>
                      </c:pt>
                      <c:pt idx="3917">
                        <c:v>43560</c:v>
                      </c:pt>
                      <c:pt idx="3918">
                        <c:v>43563</c:v>
                      </c:pt>
                      <c:pt idx="3919">
                        <c:v>43564</c:v>
                      </c:pt>
                      <c:pt idx="3920">
                        <c:v>43565</c:v>
                      </c:pt>
                      <c:pt idx="3921">
                        <c:v>43566</c:v>
                      </c:pt>
                      <c:pt idx="3922">
                        <c:v>43567</c:v>
                      </c:pt>
                      <c:pt idx="3923">
                        <c:v>43570</c:v>
                      </c:pt>
                      <c:pt idx="3924">
                        <c:v>43571</c:v>
                      </c:pt>
                      <c:pt idx="3925">
                        <c:v>43572</c:v>
                      </c:pt>
                      <c:pt idx="3926">
                        <c:v>43573</c:v>
                      </c:pt>
                      <c:pt idx="3927">
                        <c:v>43574</c:v>
                      </c:pt>
                      <c:pt idx="3928">
                        <c:v>43577</c:v>
                      </c:pt>
                      <c:pt idx="3929">
                        <c:v>43578</c:v>
                      </c:pt>
                      <c:pt idx="3930">
                        <c:v>43579</c:v>
                      </c:pt>
                      <c:pt idx="3931">
                        <c:v>43580</c:v>
                      </c:pt>
                      <c:pt idx="3932">
                        <c:v>43581</c:v>
                      </c:pt>
                      <c:pt idx="3933">
                        <c:v>43584</c:v>
                      </c:pt>
                      <c:pt idx="3934">
                        <c:v>43585</c:v>
                      </c:pt>
                      <c:pt idx="3935">
                        <c:v>43586</c:v>
                      </c:pt>
                      <c:pt idx="3936">
                        <c:v>43587</c:v>
                      </c:pt>
                      <c:pt idx="3937">
                        <c:v>43588</c:v>
                      </c:pt>
                      <c:pt idx="3938">
                        <c:v>43591</c:v>
                      </c:pt>
                      <c:pt idx="3939">
                        <c:v>43592</c:v>
                      </c:pt>
                      <c:pt idx="3940">
                        <c:v>43593</c:v>
                      </c:pt>
                      <c:pt idx="3941">
                        <c:v>43594</c:v>
                      </c:pt>
                      <c:pt idx="3942">
                        <c:v>43595</c:v>
                      </c:pt>
                      <c:pt idx="3943">
                        <c:v>43598</c:v>
                      </c:pt>
                      <c:pt idx="3944">
                        <c:v>43599</c:v>
                      </c:pt>
                      <c:pt idx="3945">
                        <c:v>43600</c:v>
                      </c:pt>
                      <c:pt idx="3946">
                        <c:v>43601</c:v>
                      </c:pt>
                      <c:pt idx="3947">
                        <c:v>43602</c:v>
                      </c:pt>
                      <c:pt idx="3948">
                        <c:v>43605</c:v>
                      </c:pt>
                      <c:pt idx="3949">
                        <c:v>43606</c:v>
                      </c:pt>
                      <c:pt idx="3950">
                        <c:v>43607</c:v>
                      </c:pt>
                      <c:pt idx="3951">
                        <c:v>43608</c:v>
                      </c:pt>
                      <c:pt idx="3952">
                        <c:v>43609</c:v>
                      </c:pt>
                      <c:pt idx="3953">
                        <c:v>43612</c:v>
                      </c:pt>
                      <c:pt idx="3954">
                        <c:v>43613</c:v>
                      </c:pt>
                      <c:pt idx="3955">
                        <c:v>43614</c:v>
                      </c:pt>
                      <c:pt idx="3956">
                        <c:v>43615</c:v>
                      </c:pt>
                      <c:pt idx="3957">
                        <c:v>43616</c:v>
                      </c:pt>
                      <c:pt idx="3958">
                        <c:v>43619</c:v>
                      </c:pt>
                      <c:pt idx="3959">
                        <c:v>43620</c:v>
                      </c:pt>
                      <c:pt idx="3960">
                        <c:v>43621</c:v>
                      </c:pt>
                      <c:pt idx="3961">
                        <c:v>43622</c:v>
                      </c:pt>
                      <c:pt idx="3962">
                        <c:v>43623</c:v>
                      </c:pt>
                      <c:pt idx="3963">
                        <c:v>43626</c:v>
                      </c:pt>
                      <c:pt idx="3964">
                        <c:v>43627</c:v>
                      </c:pt>
                      <c:pt idx="3965">
                        <c:v>43628</c:v>
                      </c:pt>
                      <c:pt idx="3966">
                        <c:v>43629</c:v>
                      </c:pt>
                      <c:pt idx="3967">
                        <c:v>43630</c:v>
                      </c:pt>
                      <c:pt idx="3968">
                        <c:v>43633</c:v>
                      </c:pt>
                      <c:pt idx="3969">
                        <c:v>43634</c:v>
                      </c:pt>
                      <c:pt idx="3970">
                        <c:v>43635</c:v>
                      </c:pt>
                      <c:pt idx="3971">
                        <c:v>43636</c:v>
                      </c:pt>
                      <c:pt idx="3972">
                        <c:v>43637</c:v>
                      </c:pt>
                      <c:pt idx="3973">
                        <c:v>43640</c:v>
                      </c:pt>
                      <c:pt idx="3974">
                        <c:v>43641</c:v>
                      </c:pt>
                      <c:pt idx="3975">
                        <c:v>43642</c:v>
                      </c:pt>
                      <c:pt idx="3976">
                        <c:v>43643</c:v>
                      </c:pt>
                      <c:pt idx="3977">
                        <c:v>43644</c:v>
                      </c:pt>
                      <c:pt idx="3978">
                        <c:v>43647</c:v>
                      </c:pt>
                      <c:pt idx="3979">
                        <c:v>43648</c:v>
                      </c:pt>
                      <c:pt idx="3980">
                        <c:v>43649</c:v>
                      </c:pt>
                      <c:pt idx="3981">
                        <c:v>43650</c:v>
                      </c:pt>
                      <c:pt idx="3982">
                        <c:v>43651</c:v>
                      </c:pt>
                      <c:pt idx="3983">
                        <c:v>43654</c:v>
                      </c:pt>
                      <c:pt idx="3984">
                        <c:v>43655</c:v>
                      </c:pt>
                      <c:pt idx="3985">
                        <c:v>43656</c:v>
                      </c:pt>
                      <c:pt idx="3986">
                        <c:v>43657</c:v>
                      </c:pt>
                      <c:pt idx="3987">
                        <c:v>43658</c:v>
                      </c:pt>
                      <c:pt idx="3988">
                        <c:v>43661</c:v>
                      </c:pt>
                      <c:pt idx="3989">
                        <c:v>43662</c:v>
                      </c:pt>
                      <c:pt idx="3990">
                        <c:v>43663</c:v>
                      </c:pt>
                      <c:pt idx="3991">
                        <c:v>43664</c:v>
                      </c:pt>
                      <c:pt idx="3992">
                        <c:v>43665</c:v>
                      </c:pt>
                      <c:pt idx="3993">
                        <c:v>43668</c:v>
                      </c:pt>
                      <c:pt idx="3994">
                        <c:v>43669</c:v>
                      </c:pt>
                      <c:pt idx="3995">
                        <c:v>43670</c:v>
                      </c:pt>
                      <c:pt idx="3996">
                        <c:v>43671</c:v>
                      </c:pt>
                      <c:pt idx="3997">
                        <c:v>43672</c:v>
                      </c:pt>
                      <c:pt idx="3998">
                        <c:v>43675</c:v>
                      </c:pt>
                      <c:pt idx="3999">
                        <c:v>43676</c:v>
                      </c:pt>
                      <c:pt idx="4000">
                        <c:v>43677</c:v>
                      </c:pt>
                      <c:pt idx="4001">
                        <c:v>43678</c:v>
                      </c:pt>
                      <c:pt idx="4002">
                        <c:v>43679</c:v>
                      </c:pt>
                      <c:pt idx="4003">
                        <c:v>43682</c:v>
                      </c:pt>
                      <c:pt idx="4004">
                        <c:v>43683</c:v>
                      </c:pt>
                      <c:pt idx="4005">
                        <c:v>43684</c:v>
                      </c:pt>
                      <c:pt idx="4006">
                        <c:v>43685</c:v>
                      </c:pt>
                      <c:pt idx="4007">
                        <c:v>43686</c:v>
                      </c:pt>
                      <c:pt idx="4008">
                        <c:v>43689</c:v>
                      </c:pt>
                      <c:pt idx="4009">
                        <c:v>43690</c:v>
                      </c:pt>
                      <c:pt idx="4010">
                        <c:v>43691</c:v>
                      </c:pt>
                      <c:pt idx="4011">
                        <c:v>43692</c:v>
                      </c:pt>
                      <c:pt idx="4012">
                        <c:v>43693</c:v>
                      </c:pt>
                      <c:pt idx="4013">
                        <c:v>43696</c:v>
                      </c:pt>
                      <c:pt idx="4014">
                        <c:v>43697</c:v>
                      </c:pt>
                      <c:pt idx="4015">
                        <c:v>43698</c:v>
                      </c:pt>
                      <c:pt idx="4016">
                        <c:v>43699</c:v>
                      </c:pt>
                      <c:pt idx="4017">
                        <c:v>43700</c:v>
                      </c:pt>
                      <c:pt idx="4018">
                        <c:v>43703</c:v>
                      </c:pt>
                      <c:pt idx="4019">
                        <c:v>43704</c:v>
                      </c:pt>
                      <c:pt idx="4020">
                        <c:v>43705</c:v>
                      </c:pt>
                      <c:pt idx="4021">
                        <c:v>43706</c:v>
                      </c:pt>
                      <c:pt idx="4022">
                        <c:v>43707</c:v>
                      </c:pt>
                      <c:pt idx="4023">
                        <c:v>43710</c:v>
                      </c:pt>
                      <c:pt idx="4024">
                        <c:v>43711</c:v>
                      </c:pt>
                      <c:pt idx="4025">
                        <c:v>43712</c:v>
                      </c:pt>
                      <c:pt idx="4026">
                        <c:v>43713</c:v>
                      </c:pt>
                      <c:pt idx="4027">
                        <c:v>43714</c:v>
                      </c:pt>
                      <c:pt idx="4028">
                        <c:v>43717</c:v>
                      </c:pt>
                      <c:pt idx="4029">
                        <c:v>43718</c:v>
                      </c:pt>
                      <c:pt idx="4030">
                        <c:v>43719</c:v>
                      </c:pt>
                      <c:pt idx="4031">
                        <c:v>43720</c:v>
                      </c:pt>
                      <c:pt idx="4032">
                        <c:v>43721</c:v>
                      </c:pt>
                      <c:pt idx="4033">
                        <c:v>43724</c:v>
                      </c:pt>
                      <c:pt idx="4034">
                        <c:v>43725</c:v>
                      </c:pt>
                      <c:pt idx="4035">
                        <c:v>43726</c:v>
                      </c:pt>
                      <c:pt idx="4036">
                        <c:v>43727</c:v>
                      </c:pt>
                      <c:pt idx="4037">
                        <c:v>43728</c:v>
                      </c:pt>
                      <c:pt idx="4038">
                        <c:v>43731</c:v>
                      </c:pt>
                      <c:pt idx="4039">
                        <c:v>43732</c:v>
                      </c:pt>
                      <c:pt idx="4040">
                        <c:v>43733</c:v>
                      </c:pt>
                      <c:pt idx="4041">
                        <c:v>43734</c:v>
                      </c:pt>
                      <c:pt idx="4042">
                        <c:v>43735</c:v>
                      </c:pt>
                      <c:pt idx="4043">
                        <c:v>43738</c:v>
                      </c:pt>
                      <c:pt idx="4044">
                        <c:v>43739</c:v>
                      </c:pt>
                      <c:pt idx="4045">
                        <c:v>43740</c:v>
                      </c:pt>
                      <c:pt idx="4046">
                        <c:v>43741</c:v>
                      </c:pt>
                      <c:pt idx="4047">
                        <c:v>43742</c:v>
                      </c:pt>
                      <c:pt idx="4048">
                        <c:v>43745</c:v>
                      </c:pt>
                      <c:pt idx="4049">
                        <c:v>43746</c:v>
                      </c:pt>
                      <c:pt idx="4050">
                        <c:v>43747</c:v>
                      </c:pt>
                      <c:pt idx="4051">
                        <c:v>43748</c:v>
                      </c:pt>
                      <c:pt idx="4052">
                        <c:v>43749</c:v>
                      </c:pt>
                      <c:pt idx="4053">
                        <c:v>43752</c:v>
                      </c:pt>
                      <c:pt idx="4054">
                        <c:v>43753</c:v>
                      </c:pt>
                      <c:pt idx="4055">
                        <c:v>43754</c:v>
                      </c:pt>
                      <c:pt idx="4056">
                        <c:v>43755</c:v>
                      </c:pt>
                      <c:pt idx="4057">
                        <c:v>43756</c:v>
                      </c:pt>
                      <c:pt idx="4058">
                        <c:v>43759</c:v>
                      </c:pt>
                      <c:pt idx="4059">
                        <c:v>43760</c:v>
                      </c:pt>
                      <c:pt idx="4060">
                        <c:v>43761</c:v>
                      </c:pt>
                      <c:pt idx="4061">
                        <c:v>43762</c:v>
                      </c:pt>
                      <c:pt idx="4062">
                        <c:v>43763</c:v>
                      </c:pt>
                      <c:pt idx="4063">
                        <c:v>43766</c:v>
                      </c:pt>
                      <c:pt idx="4064">
                        <c:v>43767</c:v>
                      </c:pt>
                      <c:pt idx="4065">
                        <c:v>43768</c:v>
                      </c:pt>
                      <c:pt idx="4066">
                        <c:v>43769</c:v>
                      </c:pt>
                      <c:pt idx="4067">
                        <c:v>43770</c:v>
                      </c:pt>
                      <c:pt idx="4068">
                        <c:v>43773</c:v>
                      </c:pt>
                      <c:pt idx="4069">
                        <c:v>43774</c:v>
                      </c:pt>
                      <c:pt idx="4070">
                        <c:v>43775</c:v>
                      </c:pt>
                      <c:pt idx="4071">
                        <c:v>43776</c:v>
                      </c:pt>
                      <c:pt idx="4072">
                        <c:v>43777</c:v>
                      </c:pt>
                      <c:pt idx="4073">
                        <c:v>43780</c:v>
                      </c:pt>
                      <c:pt idx="4074">
                        <c:v>43781</c:v>
                      </c:pt>
                      <c:pt idx="4075">
                        <c:v>43782</c:v>
                      </c:pt>
                      <c:pt idx="4076">
                        <c:v>43783</c:v>
                      </c:pt>
                      <c:pt idx="4077">
                        <c:v>43784</c:v>
                      </c:pt>
                      <c:pt idx="4078">
                        <c:v>43787</c:v>
                      </c:pt>
                      <c:pt idx="4079">
                        <c:v>43788</c:v>
                      </c:pt>
                      <c:pt idx="4080">
                        <c:v>43789</c:v>
                      </c:pt>
                      <c:pt idx="4081">
                        <c:v>43790</c:v>
                      </c:pt>
                      <c:pt idx="4082">
                        <c:v>43791</c:v>
                      </c:pt>
                      <c:pt idx="4083">
                        <c:v>43794</c:v>
                      </c:pt>
                      <c:pt idx="4084">
                        <c:v>43795</c:v>
                      </c:pt>
                      <c:pt idx="4085">
                        <c:v>43796</c:v>
                      </c:pt>
                      <c:pt idx="4086">
                        <c:v>43797</c:v>
                      </c:pt>
                      <c:pt idx="4087">
                        <c:v>43798</c:v>
                      </c:pt>
                      <c:pt idx="4088">
                        <c:v>43801</c:v>
                      </c:pt>
                      <c:pt idx="4089">
                        <c:v>43802</c:v>
                      </c:pt>
                      <c:pt idx="4090">
                        <c:v>43803</c:v>
                      </c:pt>
                      <c:pt idx="4091">
                        <c:v>43804</c:v>
                      </c:pt>
                      <c:pt idx="4092">
                        <c:v>43805</c:v>
                      </c:pt>
                      <c:pt idx="4093">
                        <c:v>43808</c:v>
                      </c:pt>
                      <c:pt idx="4094">
                        <c:v>43809</c:v>
                      </c:pt>
                      <c:pt idx="4095">
                        <c:v>43810</c:v>
                      </c:pt>
                      <c:pt idx="4096">
                        <c:v>43811</c:v>
                      </c:pt>
                      <c:pt idx="4097">
                        <c:v>43812</c:v>
                      </c:pt>
                      <c:pt idx="4098">
                        <c:v>43815</c:v>
                      </c:pt>
                      <c:pt idx="4099">
                        <c:v>43816</c:v>
                      </c:pt>
                      <c:pt idx="4100">
                        <c:v>43817</c:v>
                      </c:pt>
                      <c:pt idx="4101">
                        <c:v>43818</c:v>
                      </c:pt>
                      <c:pt idx="4102">
                        <c:v>43819</c:v>
                      </c:pt>
                      <c:pt idx="4103">
                        <c:v>43822</c:v>
                      </c:pt>
                      <c:pt idx="4104">
                        <c:v>43823</c:v>
                      </c:pt>
                      <c:pt idx="4105">
                        <c:v>43824</c:v>
                      </c:pt>
                      <c:pt idx="4106">
                        <c:v>43825</c:v>
                      </c:pt>
                      <c:pt idx="4107">
                        <c:v>43826</c:v>
                      </c:pt>
                      <c:pt idx="4108">
                        <c:v>43829</c:v>
                      </c:pt>
                      <c:pt idx="4109">
                        <c:v>43830</c:v>
                      </c:pt>
                      <c:pt idx="4110">
                        <c:v>43831</c:v>
                      </c:pt>
                      <c:pt idx="4111">
                        <c:v>43832</c:v>
                      </c:pt>
                      <c:pt idx="4112">
                        <c:v>43833</c:v>
                      </c:pt>
                      <c:pt idx="4113">
                        <c:v>43836</c:v>
                      </c:pt>
                      <c:pt idx="4114">
                        <c:v>43837</c:v>
                      </c:pt>
                      <c:pt idx="4115">
                        <c:v>43838</c:v>
                      </c:pt>
                      <c:pt idx="4116">
                        <c:v>43839</c:v>
                      </c:pt>
                      <c:pt idx="4117">
                        <c:v>43840</c:v>
                      </c:pt>
                      <c:pt idx="4118">
                        <c:v>43843</c:v>
                      </c:pt>
                      <c:pt idx="4119">
                        <c:v>43844</c:v>
                      </c:pt>
                      <c:pt idx="4120">
                        <c:v>43845</c:v>
                      </c:pt>
                      <c:pt idx="4121">
                        <c:v>43846</c:v>
                      </c:pt>
                      <c:pt idx="4122">
                        <c:v>43847</c:v>
                      </c:pt>
                      <c:pt idx="4123">
                        <c:v>43850</c:v>
                      </c:pt>
                      <c:pt idx="4124">
                        <c:v>43851</c:v>
                      </c:pt>
                      <c:pt idx="4125">
                        <c:v>43852</c:v>
                      </c:pt>
                      <c:pt idx="4126">
                        <c:v>43853</c:v>
                      </c:pt>
                      <c:pt idx="4127">
                        <c:v>43854</c:v>
                      </c:pt>
                      <c:pt idx="4128">
                        <c:v>43857</c:v>
                      </c:pt>
                      <c:pt idx="4129">
                        <c:v>43858</c:v>
                      </c:pt>
                      <c:pt idx="4130">
                        <c:v>43859</c:v>
                      </c:pt>
                      <c:pt idx="4131">
                        <c:v>43860</c:v>
                      </c:pt>
                      <c:pt idx="4132">
                        <c:v>43861</c:v>
                      </c:pt>
                      <c:pt idx="4133">
                        <c:v>43864</c:v>
                      </c:pt>
                      <c:pt idx="4134">
                        <c:v>43865</c:v>
                      </c:pt>
                      <c:pt idx="4135">
                        <c:v>43866</c:v>
                      </c:pt>
                      <c:pt idx="4136">
                        <c:v>43867</c:v>
                      </c:pt>
                      <c:pt idx="4137">
                        <c:v>43868</c:v>
                      </c:pt>
                      <c:pt idx="4138">
                        <c:v>43871</c:v>
                      </c:pt>
                      <c:pt idx="4139">
                        <c:v>43872</c:v>
                      </c:pt>
                      <c:pt idx="4140">
                        <c:v>43873</c:v>
                      </c:pt>
                      <c:pt idx="4141">
                        <c:v>43874</c:v>
                      </c:pt>
                      <c:pt idx="4142">
                        <c:v>43875</c:v>
                      </c:pt>
                      <c:pt idx="4143">
                        <c:v>43878</c:v>
                      </c:pt>
                      <c:pt idx="4144">
                        <c:v>43879</c:v>
                      </c:pt>
                      <c:pt idx="4145">
                        <c:v>43880</c:v>
                      </c:pt>
                      <c:pt idx="4146">
                        <c:v>43881</c:v>
                      </c:pt>
                      <c:pt idx="4147">
                        <c:v>43882</c:v>
                      </c:pt>
                      <c:pt idx="4148">
                        <c:v>43885</c:v>
                      </c:pt>
                      <c:pt idx="4149">
                        <c:v>43886</c:v>
                      </c:pt>
                      <c:pt idx="4150">
                        <c:v>43887</c:v>
                      </c:pt>
                      <c:pt idx="4151">
                        <c:v>43888</c:v>
                      </c:pt>
                      <c:pt idx="4152">
                        <c:v>43889</c:v>
                      </c:pt>
                      <c:pt idx="4153">
                        <c:v>43892</c:v>
                      </c:pt>
                      <c:pt idx="4154">
                        <c:v>43893</c:v>
                      </c:pt>
                      <c:pt idx="4155">
                        <c:v>43894</c:v>
                      </c:pt>
                      <c:pt idx="4156">
                        <c:v>43895</c:v>
                      </c:pt>
                      <c:pt idx="4157">
                        <c:v>43896</c:v>
                      </c:pt>
                      <c:pt idx="4158">
                        <c:v>43899</c:v>
                      </c:pt>
                      <c:pt idx="4159">
                        <c:v>43900</c:v>
                      </c:pt>
                      <c:pt idx="4160">
                        <c:v>43901</c:v>
                      </c:pt>
                      <c:pt idx="4161">
                        <c:v>43902</c:v>
                      </c:pt>
                      <c:pt idx="4162">
                        <c:v>43903</c:v>
                      </c:pt>
                      <c:pt idx="4163">
                        <c:v>43906</c:v>
                      </c:pt>
                      <c:pt idx="4164">
                        <c:v>43907</c:v>
                      </c:pt>
                      <c:pt idx="4165">
                        <c:v>43908</c:v>
                      </c:pt>
                      <c:pt idx="4166">
                        <c:v>43909</c:v>
                      </c:pt>
                      <c:pt idx="4167">
                        <c:v>43910</c:v>
                      </c:pt>
                      <c:pt idx="4168">
                        <c:v>43913</c:v>
                      </c:pt>
                      <c:pt idx="4169">
                        <c:v>43914</c:v>
                      </c:pt>
                      <c:pt idx="4170">
                        <c:v>43915</c:v>
                      </c:pt>
                      <c:pt idx="4171">
                        <c:v>43916</c:v>
                      </c:pt>
                      <c:pt idx="4172">
                        <c:v>43917</c:v>
                      </c:pt>
                      <c:pt idx="4173">
                        <c:v>43920</c:v>
                      </c:pt>
                      <c:pt idx="4174">
                        <c:v>43921</c:v>
                      </c:pt>
                      <c:pt idx="4175">
                        <c:v>43922</c:v>
                      </c:pt>
                      <c:pt idx="4176">
                        <c:v>43923</c:v>
                      </c:pt>
                      <c:pt idx="4177">
                        <c:v>43924</c:v>
                      </c:pt>
                      <c:pt idx="4178">
                        <c:v>43927</c:v>
                      </c:pt>
                      <c:pt idx="4179">
                        <c:v>43928</c:v>
                      </c:pt>
                      <c:pt idx="4180">
                        <c:v>43929</c:v>
                      </c:pt>
                      <c:pt idx="4181">
                        <c:v>43930</c:v>
                      </c:pt>
                      <c:pt idx="4182">
                        <c:v>43931</c:v>
                      </c:pt>
                      <c:pt idx="4183">
                        <c:v>43934</c:v>
                      </c:pt>
                      <c:pt idx="4184">
                        <c:v>43935</c:v>
                      </c:pt>
                      <c:pt idx="4185">
                        <c:v>43936</c:v>
                      </c:pt>
                      <c:pt idx="4186">
                        <c:v>43937</c:v>
                      </c:pt>
                      <c:pt idx="4187">
                        <c:v>43938</c:v>
                      </c:pt>
                      <c:pt idx="4188">
                        <c:v>43941</c:v>
                      </c:pt>
                      <c:pt idx="4189">
                        <c:v>43942</c:v>
                      </c:pt>
                      <c:pt idx="4190">
                        <c:v>43943</c:v>
                      </c:pt>
                      <c:pt idx="4191">
                        <c:v>43944</c:v>
                      </c:pt>
                      <c:pt idx="4192">
                        <c:v>43945</c:v>
                      </c:pt>
                      <c:pt idx="4193">
                        <c:v>43948</c:v>
                      </c:pt>
                      <c:pt idx="4194">
                        <c:v>43949</c:v>
                      </c:pt>
                      <c:pt idx="4195">
                        <c:v>43950</c:v>
                      </c:pt>
                      <c:pt idx="4196">
                        <c:v>43951</c:v>
                      </c:pt>
                      <c:pt idx="4197">
                        <c:v>43952</c:v>
                      </c:pt>
                      <c:pt idx="4198">
                        <c:v>43955</c:v>
                      </c:pt>
                      <c:pt idx="4199">
                        <c:v>43956</c:v>
                      </c:pt>
                      <c:pt idx="4200">
                        <c:v>43957</c:v>
                      </c:pt>
                      <c:pt idx="4201">
                        <c:v>43958</c:v>
                      </c:pt>
                      <c:pt idx="4202">
                        <c:v>43959</c:v>
                      </c:pt>
                      <c:pt idx="4203">
                        <c:v>43962</c:v>
                      </c:pt>
                      <c:pt idx="4204">
                        <c:v>43963</c:v>
                      </c:pt>
                      <c:pt idx="4205">
                        <c:v>43964</c:v>
                      </c:pt>
                      <c:pt idx="4206">
                        <c:v>43965</c:v>
                      </c:pt>
                      <c:pt idx="4207">
                        <c:v>43966</c:v>
                      </c:pt>
                      <c:pt idx="4208">
                        <c:v>43969</c:v>
                      </c:pt>
                      <c:pt idx="4209">
                        <c:v>43970</c:v>
                      </c:pt>
                      <c:pt idx="4210">
                        <c:v>43971</c:v>
                      </c:pt>
                      <c:pt idx="4211">
                        <c:v>43972</c:v>
                      </c:pt>
                      <c:pt idx="4212">
                        <c:v>43973</c:v>
                      </c:pt>
                      <c:pt idx="4213">
                        <c:v>43976</c:v>
                      </c:pt>
                      <c:pt idx="4214">
                        <c:v>43977</c:v>
                      </c:pt>
                      <c:pt idx="4215">
                        <c:v>43978</c:v>
                      </c:pt>
                      <c:pt idx="4216">
                        <c:v>43979</c:v>
                      </c:pt>
                      <c:pt idx="4217">
                        <c:v>43980</c:v>
                      </c:pt>
                      <c:pt idx="4218">
                        <c:v>43983</c:v>
                      </c:pt>
                      <c:pt idx="4219">
                        <c:v>43984</c:v>
                      </c:pt>
                      <c:pt idx="4220">
                        <c:v>43985</c:v>
                      </c:pt>
                      <c:pt idx="4221">
                        <c:v>43986</c:v>
                      </c:pt>
                      <c:pt idx="4222">
                        <c:v>43987</c:v>
                      </c:pt>
                      <c:pt idx="4223">
                        <c:v>43990</c:v>
                      </c:pt>
                      <c:pt idx="4224">
                        <c:v>43991</c:v>
                      </c:pt>
                      <c:pt idx="4225">
                        <c:v>43992</c:v>
                      </c:pt>
                      <c:pt idx="4226">
                        <c:v>43993</c:v>
                      </c:pt>
                      <c:pt idx="4227">
                        <c:v>43994</c:v>
                      </c:pt>
                      <c:pt idx="4228">
                        <c:v>43997</c:v>
                      </c:pt>
                      <c:pt idx="4229">
                        <c:v>43998</c:v>
                      </c:pt>
                      <c:pt idx="4230">
                        <c:v>43999</c:v>
                      </c:pt>
                      <c:pt idx="4231">
                        <c:v>44000</c:v>
                      </c:pt>
                      <c:pt idx="4232">
                        <c:v>44001</c:v>
                      </c:pt>
                      <c:pt idx="4233">
                        <c:v>44004</c:v>
                      </c:pt>
                      <c:pt idx="4234">
                        <c:v>44005</c:v>
                      </c:pt>
                      <c:pt idx="4235">
                        <c:v>44006</c:v>
                      </c:pt>
                      <c:pt idx="4236">
                        <c:v>44007</c:v>
                      </c:pt>
                      <c:pt idx="4237">
                        <c:v>44008</c:v>
                      </c:pt>
                      <c:pt idx="4238">
                        <c:v>44011</c:v>
                      </c:pt>
                      <c:pt idx="4239">
                        <c:v>44012</c:v>
                      </c:pt>
                      <c:pt idx="4240">
                        <c:v>44013</c:v>
                      </c:pt>
                      <c:pt idx="4241">
                        <c:v>44014</c:v>
                      </c:pt>
                      <c:pt idx="4242">
                        <c:v>44015</c:v>
                      </c:pt>
                      <c:pt idx="4243">
                        <c:v>44018</c:v>
                      </c:pt>
                      <c:pt idx="4244">
                        <c:v>44019</c:v>
                      </c:pt>
                      <c:pt idx="4245">
                        <c:v>44020</c:v>
                      </c:pt>
                      <c:pt idx="4246">
                        <c:v>44021</c:v>
                      </c:pt>
                      <c:pt idx="4247">
                        <c:v>44022</c:v>
                      </c:pt>
                      <c:pt idx="4248">
                        <c:v>44025</c:v>
                      </c:pt>
                      <c:pt idx="4249">
                        <c:v>44026</c:v>
                      </c:pt>
                      <c:pt idx="4250">
                        <c:v>44027</c:v>
                      </c:pt>
                      <c:pt idx="4251">
                        <c:v>44028</c:v>
                      </c:pt>
                      <c:pt idx="4252">
                        <c:v>44029</c:v>
                      </c:pt>
                      <c:pt idx="4253">
                        <c:v>44032</c:v>
                      </c:pt>
                      <c:pt idx="4254">
                        <c:v>44033</c:v>
                      </c:pt>
                      <c:pt idx="4255">
                        <c:v>44034</c:v>
                      </c:pt>
                      <c:pt idx="4256">
                        <c:v>44035</c:v>
                      </c:pt>
                      <c:pt idx="4257">
                        <c:v>44036</c:v>
                      </c:pt>
                      <c:pt idx="4258">
                        <c:v>44039</c:v>
                      </c:pt>
                      <c:pt idx="4259">
                        <c:v>44040</c:v>
                      </c:pt>
                      <c:pt idx="4260">
                        <c:v>44041</c:v>
                      </c:pt>
                      <c:pt idx="4261">
                        <c:v>44042</c:v>
                      </c:pt>
                      <c:pt idx="4262">
                        <c:v>44043</c:v>
                      </c:pt>
                      <c:pt idx="4263">
                        <c:v>44046</c:v>
                      </c:pt>
                      <c:pt idx="4264">
                        <c:v>44047</c:v>
                      </c:pt>
                      <c:pt idx="4265">
                        <c:v>44048</c:v>
                      </c:pt>
                      <c:pt idx="4266">
                        <c:v>44049</c:v>
                      </c:pt>
                      <c:pt idx="4267">
                        <c:v>44050</c:v>
                      </c:pt>
                      <c:pt idx="4268">
                        <c:v>44053</c:v>
                      </c:pt>
                      <c:pt idx="4269">
                        <c:v>44054</c:v>
                      </c:pt>
                      <c:pt idx="4270">
                        <c:v>44055</c:v>
                      </c:pt>
                      <c:pt idx="4271">
                        <c:v>44056</c:v>
                      </c:pt>
                      <c:pt idx="4272">
                        <c:v>44057</c:v>
                      </c:pt>
                      <c:pt idx="4273">
                        <c:v>44060</c:v>
                      </c:pt>
                      <c:pt idx="4274">
                        <c:v>44061</c:v>
                      </c:pt>
                      <c:pt idx="4275">
                        <c:v>44062</c:v>
                      </c:pt>
                      <c:pt idx="4276">
                        <c:v>44063</c:v>
                      </c:pt>
                      <c:pt idx="4277">
                        <c:v>44064</c:v>
                      </c:pt>
                      <c:pt idx="4278">
                        <c:v>44067</c:v>
                      </c:pt>
                      <c:pt idx="4279">
                        <c:v>44068</c:v>
                      </c:pt>
                      <c:pt idx="4280">
                        <c:v>44069</c:v>
                      </c:pt>
                      <c:pt idx="4281">
                        <c:v>44070</c:v>
                      </c:pt>
                      <c:pt idx="4282">
                        <c:v>44071</c:v>
                      </c:pt>
                      <c:pt idx="4283">
                        <c:v>44074</c:v>
                      </c:pt>
                      <c:pt idx="4284">
                        <c:v>44075</c:v>
                      </c:pt>
                      <c:pt idx="4285">
                        <c:v>44076</c:v>
                      </c:pt>
                      <c:pt idx="4286">
                        <c:v>44077</c:v>
                      </c:pt>
                      <c:pt idx="4287">
                        <c:v>44078</c:v>
                      </c:pt>
                      <c:pt idx="4288">
                        <c:v>44081</c:v>
                      </c:pt>
                      <c:pt idx="4289">
                        <c:v>44082</c:v>
                      </c:pt>
                      <c:pt idx="4290">
                        <c:v>44083</c:v>
                      </c:pt>
                      <c:pt idx="4291">
                        <c:v>44084</c:v>
                      </c:pt>
                      <c:pt idx="4292">
                        <c:v>44085</c:v>
                      </c:pt>
                      <c:pt idx="4293">
                        <c:v>44088</c:v>
                      </c:pt>
                      <c:pt idx="4294">
                        <c:v>44089</c:v>
                      </c:pt>
                      <c:pt idx="4295">
                        <c:v>44090</c:v>
                      </c:pt>
                      <c:pt idx="4296">
                        <c:v>44091</c:v>
                      </c:pt>
                      <c:pt idx="4297">
                        <c:v>44092</c:v>
                      </c:pt>
                      <c:pt idx="4298">
                        <c:v>44095</c:v>
                      </c:pt>
                      <c:pt idx="4299">
                        <c:v>44096</c:v>
                      </c:pt>
                      <c:pt idx="4300">
                        <c:v>44097</c:v>
                      </c:pt>
                      <c:pt idx="4301">
                        <c:v>44098</c:v>
                      </c:pt>
                      <c:pt idx="4302">
                        <c:v>44099</c:v>
                      </c:pt>
                      <c:pt idx="4303">
                        <c:v>44102</c:v>
                      </c:pt>
                      <c:pt idx="4304">
                        <c:v>44103</c:v>
                      </c:pt>
                      <c:pt idx="4305">
                        <c:v>44104</c:v>
                      </c:pt>
                      <c:pt idx="4306">
                        <c:v>44105</c:v>
                      </c:pt>
                      <c:pt idx="4307">
                        <c:v>44106</c:v>
                      </c:pt>
                      <c:pt idx="4308">
                        <c:v>44109</c:v>
                      </c:pt>
                      <c:pt idx="4309">
                        <c:v>44110</c:v>
                      </c:pt>
                      <c:pt idx="4310">
                        <c:v>44111</c:v>
                      </c:pt>
                      <c:pt idx="4311">
                        <c:v>44112</c:v>
                      </c:pt>
                      <c:pt idx="4312">
                        <c:v>44113</c:v>
                      </c:pt>
                      <c:pt idx="4313">
                        <c:v>44116</c:v>
                      </c:pt>
                      <c:pt idx="4314">
                        <c:v>44117</c:v>
                      </c:pt>
                      <c:pt idx="4315">
                        <c:v>44118</c:v>
                      </c:pt>
                      <c:pt idx="4316">
                        <c:v>44119</c:v>
                      </c:pt>
                      <c:pt idx="4317">
                        <c:v>44120</c:v>
                      </c:pt>
                      <c:pt idx="4318">
                        <c:v>44123</c:v>
                      </c:pt>
                      <c:pt idx="4319">
                        <c:v>44124</c:v>
                      </c:pt>
                      <c:pt idx="4320">
                        <c:v>44125</c:v>
                      </c:pt>
                      <c:pt idx="4321">
                        <c:v>44126</c:v>
                      </c:pt>
                      <c:pt idx="4322">
                        <c:v>44127</c:v>
                      </c:pt>
                      <c:pt idx="4323">
                        <c:v>44130</c:v>
                      </c:pt>
                      <c:pt idx="4324">
                        <c:v>44131</c:v>
                      </c:pt>
                      <c:pt idx="4325">
                        <c:v>44132</c:v>
                      </c:pt>
                      <c:pt idx="4326">
                        <c:v>44133</c:v>
                      </c:pt>
                      <c:pt idx="4327">
                        <c:v>44134</c:v>
                      </c:pt>
                      <c:pt idx="4328">
                        <c:v>44137</c:v>
                      </c:pt>
                      <c:pt idx="4329">
                        <c:v>44138</c:v>
                      </c:pt>
                      <c:pt idx="4330">
                        <c:v>44139</c:v>
                      </c:pt>
                      <c:pt idx="4331">
                        <c:v>44140</c:v>
                      </c:pt>
                      <c:pt idx="4332">
                        <c:v>44141</c:v>
                      </c:pt>
                      <c:pt idx="4333">
                        <c:v>44144</c:v>
                      </c:pt>
                      <c:pt idx="4334">
                        <c:v>44145</c:v>
                      </c:pt>
                      <c:pt idx="4335">
                        <c:v>44146</c:v>
                      </c:pt>
                      <c:pt idx="4336">
                        <c:v>44147</c:v>
                      </c:pt>
                      <c:pt idx="4337">
                        <c:v>44148</c:v>
                      </c:pt>
                      <c:pt idx="4338">
                        <c:v>44151</c:v>
                      </c:pt>
                      <c:pt idx="4339">
                        <c:v>44152</c:v>
                      </c:pt>
                      <c:pt idx="4340">
                        <c:v>44153</c:v>
                      </c:pt>
                      <c:pt idx="4341">
                        <c:v>44154</c:v>
                      </c:pt>
                      <c:pt idx="4342">
                        <c:v>44155</c:v>
                      </c:pt>
                      <c:pt idx="4343">
                        <c:v>44158</c:v>
                      </c:pt>
                      <c:pt idx="4344">
                        <c:v>44159</c:v>
                      </c:pt>
                      <c:pt idx="4345">
                        <c:v>44160</c:v>
                      </c:pt>
                      <c:pt idx="4346">
                        <c:v>44161</c:v>
                      </c:pt>
                      <c:pt idx="4347">
                        <c:v>44162</c:v>
                      </c:pt>
                      <c:pt idx="4348">
                        <c:v>44165</c:v>
                      </c:pt>
                      <c:pt idx="4349">
                        <c:v>44166</c:v>
                      </c:pt>
                      <c:pt idx="4350">
                        <c:v>44167</c:v>
                      </c:pt>
                      <c:pt idx="4351">
                        <c:v>44168</c:v>
                      </c:pt>
                      <c:pt idx="4352">
                        <c:v>44169</c:v>
                      </c:pt>
                      <c:pt idx="4353">
                        <c:v>44172</c:v>
                      </c:pt>
                      <c:pt idx="4354">
                        <c:v>44173</c:v>
                      </c:pt>
                      <c:pt idx="4355">
                        <c:v>44174</c:v>
                      </c:pt>
                      <c:pt idx="4356">
                        <c:v>44175</c:v>
                      </c:pt>
                      <c:pt idx="4357">
                        <c:v>44176</c:v>
                      </c:pt>
                      <c:pt idx="4358">
                        <c:v>44179</c:v>
                      </c:pt>
                      <c:pt idx="4359">
                        <c:v>44180</c:v>
                      </c:pt>
                      <c:pt idx="4360">
                        <c:v>44181</c:v>
                      </c:pt>
                      <c:pt idx="4361">
                        <c:v>44182</c:v>
                      </c:pt>
                      <c:pt idx="4362">
                        <c:v>44183</c:v>
                      </c:pt>
                      <c:pt idx="4363">
                        <c:v>44186</c:v>
                      </c:pt>
                      <c:pt idx="4364">
                        <c:v>44187</c:v>
                      </c:pt>
                      <c:pt idx="4365">
                        <c:v>44188</c:v>
                      </c:pt>
                      <c:pt idx="4366">
                        <c:v>44189</c:v>
                      </c:pt>
                      <c:pt idx="4367">
                        <c:v>44190</c:v>
                      </c:pt>
                      <c:pt idx="4368">
                        <c:v>44193</c:v>
                      </c:pt>
                      <c:pt idx="4369">
                        <c:v>44194</c:v>
                      </c:pt>
                      <c:pt idx="4370">
                        <c:v>44195</c:v>
                      </c:pt>
                      <c:pt idx="4371">
                        <c:v>44196</c:v>
                      </c:pt>
                      <c:pt idx="4372">
                        <c:v>44197</c:v>
                      </c:pt>
                      <c:pt idx="4373">
                        <c:v>44200</c:v>
                      </c:pt>
                      <c:pt idx="4374">
                        <c:v>44201</c:v>
                      </c:pt>
                      <c:pt idx="4375">
                        <c:v>44202</c:v>
                      </c:pt>
                      <c:pt idx="4376">
                        <c:v>44203</c:v>
                      </c:pt>
                      <c:pt idx="4377">
                        <c:v>44204</c:v>
                      </c:pt>
                      <c:pt idx="4378">
                        <c:v>44207</c:v>
                      </c:pt>
                      <c:pt idx="4379">
                        <c:v>44208</c:v>
                      </c:pt>
                      <c:pt idx="4380">
                        <c:v>44209</c:v>
                      </c:pt>
                      <c:pt idx="4381">
                        <c:v>44210</c:v>
                      </c:pt>
                      <c:pt idx="4382">
                        <c:v>44211</c:v>
                      </c:pt>
                      <c:pt idx="4383">
                        <c:v>44214</c:v>
                      </c:pt>
                      <c:pt idx="4384">
                        <c:v>44215</c:v>
                      </c:pt>
                      <c:pt idx="4385">
                        <c:v>44216</c:v>
                      </c:pt>
                      <c:pt idx="4386">
                        <c:v>44217</c:v>
                      </c:pt>
                      <c:pt idx="4387">
                        <c:v>44218</c:v>
                      </c:pt>
                      <c:pt idx="4388">
                        <c:v>44221</c:v>
                      </c:pt>
                      <c:pt idx="4389">
                        <c:v>44222</c:v>
                      </c:pt>
                      <c:pt idx="4390">
                        <c:v>44223</c:v>
                      </c:pt>
                      <c:pt idx="4391">
                        <c:v>44224</c:v>
                      </c:pt>
                      <c:pt idx="4392">
                        <c:v>44225</c:v>
                      </c:pt>
                      <c:pt idx="4393">
                        <c:v>44228</c:v>
                      </c:pt>
                      <c:pt idx="4394">
                        <c:v>44229</c:v>
                      </c:pt>
                      <c:pt idx="4395">
                        <c:v>44230</c:v>
                      </c:pt>
                      <c:pt idx="4396">
                        <c:v>44231</c:v>
                      </c:pt>
                      <c:pt idx="4397">
                        <c:v>44232</c:v>
                      </c:pt>
                      <c:pt idx="4398">
                        <c:v>44235</c:v>
                      </c:pt>
                      <c:pt idx="4399">
                        <c:v>44236</c:v>
                      </c:pt>
                      <c:pt idx="4400">
                        <c:v>44237</c:v>
                      </c:pt>
                      <c:pt idx="4401">
                        <c:v>44238</c:v>
                      </c:pt>
                      <c:pt idx="4402">
                        <c:v>44239</c:v>
                      </c:pt>
                      <c:pt idx="4403">
                        <c:v>44242</c:v>
                      </c:pt>
                      <c:pt idx="4404">
                        <c:v>44243</c:v>
                      </c:pt>
                      <c:pt idx="4405">
                        <c:v>44244</c:v>
                      </c:pt>
                      <c:pt idx="4406">
                        <c:v>44245</c:v>
                      </c:pt>
                      <c:pt idx="4407">
                        <c:v>44246</c:v>
                      </c:pt>
                      <c:pt idx="4408">
                        <c:v>44249</c:v>
                      </c:pt>
                      <c:pt idx="4409">
                        <c:v>44250</c:v>
                      </c:pt>
                      <c:pt idx="4410">
                        <c:v>44251</c:v>
                      </c:pt>
                      <c:pt idx="4411">
                        <c:v>44252</c:v>
                      </c:pt>
                      <c:pt idx="4412">
                        <c:v>44253</c:v>
                      </c:pt>
                      <c:pt idx="4413">
                        <c:v>44256</c:v>
                      </c:pt>
                      <c:pt idx="4414">
                        <c:v>44257</c:v>
                      </c:pt>
                      <c:pt idx="4415">
                        <c:v>44258</c:v>
                      </c:pt>
                      <c:pt idx="4416">
                        <c:v>44259</c:v>
                      </c:pt>
                      <c:pt idx="4417">
                        <c:v>44260</c:v>
                      </c:pt>
                      <c:pt idx="4418">
                        <c:v>44263</c:v>
                      </c:pt>
                      <c:pt idx="4419">
                        <c:v>44264</c:v>
                      </c:pt>
                      <c:pt idx="4420">
                        <c:v>44265</c:v>
                      </c:pt>
                      <c:pt idx="4421">
                        <c:v>44266</c:v>
                      </c:pt>
                      <c:pt idx="4422">
                        <c:v>44267</c:v>
                      </c:pt>
                      <c:pt idx="4423">
                        <c:v>44270</c:v>
                      </c:pt>
                      <c:pt idx="4424">
                        <c:v>44271</c:v>
                      </c:pt>
                      <c:pt idx="4425">
                        <c:v>44272</c:v>
                      </c:pt>
                      <c:pt idx="4426">
                        <c:v>44273</c:v>
                      </c:pt>
                      <c:pt idx="4427">
                        <c:v>44274</c:v>
                      </c:pt>
                      <c:pt idx="4428">
                        <c:v>44277</c:v>
                      </c:pt>
                      <c:pt idx="4429">
                        <c:v>44278</c:v>
                      </c:pt>
                      <c:pt idx="4430">
                        <c:v>44279</c:v>
                      </c:pt>
                      <c:pt idx="4431">
                        <c:v>44280</c:v>
                      </c:pt>
                      <c:pt idx="4432">
                        <c:v>44281</c:v>
                      </c:pt>
                      <c:pt idx="4433">
                        <c:v>44284</c:v>
                      </c:pt>
                      <c:pt idx="4434">
                        <c:v>44285</c:v>
                      </c:pt>
                      <c:pt idx="4435">
                        <c:v>44286</c:v>
                      </c:pt>
                      <c:pt idx="4436">
                        <c:v>44287</c:v>
                      </c:pt>
                      <c:pt idx="4437">
                        <c:v>44288</c:v>
                      </c:pt>
                      <c:pt idx="4438">
                        <c:v>44291</c:v>
                      </c:pt>
                      <c:pt idx="4439">
                        <c:v>44292</c:v>
                      </c:pt>
                      <c:pt idx="4440">
                        <c:v>44293</c:v>
                      </c:pt>
                      <c:pt idx="4441">
                        <c:v>44294</c:v>
                      </c:pt>
                      <c:pt idx="4442">
                        <c:v>44295</c:v>
                      </c:pt>
                      <c:pt idx="4443">
                        <c:v>44298</c:v>
                      </c:pt>
                      <c:pt idx="4444">
                        <c:v>44299</c:v>
                      </c:pt>
                      <c:pt idx="4445">
                        <c:v>44300</c:v>
                      </c:pt>
                      <c:pt idx="4446">
                        <c:v>44301</c:v>
                      </c:pt>
                      <c:pt idx="4447">
                        <c:v>44302</c:v>
                      </c:pt>
                      <c:pt idx="4448">
                        <c:v>44305</c:v>
                      </c:pt>
                      <c:pt idx="4449">
                        <c:v>44306</c:v>
                      </c:pt>
                      <c:pt idx="4450">
                        <c:v>44307</c:v>
                      </c:pt>
                      <c:pt idx="4451">
                        <c:v>44308</c:v>
                      </c:pt>
                      <c:pt idx="4452">
                        <c:v>44309</c:v>
                      </c:pt>
                      <c:pt idx="4453">
                        <c:v>44312</c:v>
                      </c:pt>
                      <c:pt idx="4454">
                        <c:v>44313</c:v>
                      </c:pt>
                      <c:pt idx="4455">
                        <c:v>44314</c:v>
                      </c:pt>
                      <c:pt idx="4456">
                        <c:v>44315</c:v>
                      </c:pt>
                      <c:pt idx="4457">
                        <c:v>44316</c:v>
                      </c:pt>
                      <c:pt idx="4458">
                        <c:v>44319</c:v>
                      </c:pt>
                      <c:pt idx="4459">
                        <c:v>44320</c:v>
                      </c:pt>
                      <c:pt idx="4460">
                        <c:v>44321</c:v>
                      </c:pt>
                      <c:pt idx="4461">
                        <c:v>44322</c:v>
                      </c:pt>
                      <c:pt idx="4462">
                        <c:v>44323</c:v>
                      </c:pt>
                      <c:pt idx="4463">
                        <c:v>44326</c:v>
                      </c:pt>
                      <c:pt idx="4464">
                        <c:v>44327</c:v>
                      </c:pt>
                      <c:pt idx="4465">
                        <c:v>44328</c:v>
                      </c:pt>
                      <c:pt idx="4466">
                        <c:v>44329</c:v>
                      </c:pt>
                      <c:pt idx="4467">
                        <c:v>44330</c:v>
                      </c:pt>
                      <c:pt idx="4468">
                        <c:v>44333</c:v>
                      </c:pt>
                      <c:pt idx="4469">
                        <c:v>44334</c:v>
                      </c:pt>
                      <c:pt idx="4470">
                        <c:v>44335</c:v>
                      </c:pt>
                      <c:pt idx="4471">
                        <c:v>44336</c:v>
                      </c:pt>
                      <c:pt idx="4472">
                        <c:v>44337</c:v>
                      </c:pt>
                      <c:pt idx="4473">
                        <c:v>44340</c:v>
                      </c:pt>
                      <c:pt idx="4474">
                        <c:v>44341</c:v>
                      </c:pt>
                      <c:pt idx="4475">
                        <c:v>44342</c:v>
                      </c:pt>
                      <c:pt idx="4476">
                        <c:v>44343</c:v>
                      </c:pt>
                      <c:pt idx="4477">
                        <c:v>44344</c:v>
                      </c:pt>
                      <c:pt idx="4478">
                        <c:v>44347</c:v>
                      </c:pt>
                      <c:pt idx="4479">
                        <c:v>44348</c:v>
                      </c:pt>
                      <c:pt idx="4480">
                        <c:v>44349</c:v>
                      </c:pt>
                      <c:pt idx="4481">
                        <c:v>44350</c:v>
                      </c:pt>
                      <c:pt idx="4482">
                        <c:v>44351</c:v>
                      </c:pt>
                      <c:pt idx="4483">
                        <c:v>44354</c:v>
                      </c:pt>
                      <c:pt idx="4484">
                        <c:v>44355</c:v>
                      </c:pt>
                      <c:pt idx="4485">
                        <c:v>44356</c:v>
                      </c:pt>
                      <c:pt idx="4486">
                        <c:v>44357</c:v>
                      </c:pt>
                      <c:pt idx="4487">
                        <c:v>44358</c:v>
                      </c:pt>
                      <c:pt idx="4488">
                        <c:v>44361</c:v>
                      </c:pt>
                      <c:pt idx="4489">
                        <c:v>44362</c:v>
                      </c:pt>
                      <c:pt idx="4490">
                        <c:v>44363</c:v>
                      </c:pt>
                      <c:pt idx="4491">
                        <c:v>44364</c:v>
                      </c:pt>
                      <c:pt idx="4492">
                        <c:v>44365</c:v>
                      </c:pt>
                      <c:pt idx="4493">
                        <c:v>44368</c:v>
                      </c:pt>
                      <c:pt idx="4494">
                        <c:v>44369</c:v>
                      </c:pt>
                      <c:pt idx="4495">
                        <c:v>44370</c:v>
                      </c:pt>
                      <c:pt idx="4496">
                        <c:v>44371</c:v>
                      </c:pt>
                      <c:pt idx="4497">
                        <c:v>44372</c:v>
                      </c:pt>
                      <c:pt idx="4498">
                        <c:v>44375</c:v>
                      </c:pt>
                      <c:pt idx="4499">
                        <c:v>44376</c:v>
                      </c:pt>
                      <c:pt idx="4500">
                        <c:v>44377</c:v>
                      </c:pt>
                      <c:pt idx="4501">
                        <c:v>44378</c:v>
                      </c:pt>
                      <c:pt idx="4502">
                        <c:v>44379</c:v>
                      </c:pt>
                      <c:pt idx="4503">
                        <c:v>44382</c:v>
                      </c:pt>
                      <c:pt idx="4504">
                        <c:v>44383</c:v>
                      </c:pt>
                      <c:pt idx="4505">
                        <c:v>44384</c:v>
                      </c:pt>
                      <c:pt idx="4506">
                        <c:v>44385</c:v>
                      </c:pt>
                      <c:pt idx="4507">
                        <c:v>44386</c:v>
                      </c:pt>
                      <c:pt idx="4508">
                        <c:v>44389</c:v>
                      </c:pt>
                      <c:pt idx="4509">
                        <c:v>44390</c:v>
                      </c:pt>
                      <c:pt idx="4510">
                        <c:v>44391</c:v>
                      </c:pt>
                      <c:pt idx="4511">
                        <c:v>44392</c:v>
                      </c:pt>
                      <c:pt idx="4512">
                        <c:v>44393</c:v>
                      </c:pt>
                      <c:pt idx="4513">
                        <c:v>44396</c:v>
                      </c:pt>
                      <c:pt idx="4514">
                        <c:v>44397</c:v>
                      </c:pt>
                      <c:pt idx="4515">
                        <c:v>44398</c:v>
                      </c:pt>
                      <c:pt idx="4516">
                        <c:v>44399</c:v>
                      </c:pt>
                      <c:pt idx="4517">
                        <c:v>44400</c:v>
                      </c:pt>
                      <c:pt idx="4518">
                        <c:v>44403</c:v>
                      </c:pt>
                      <c:pt idx="4519">
                        <c:v>44404</c:v>
                      </c:pt>
                      <c:pt idx="4520">
                        <c:v>44405</c:v>
                      </c:pt>
                      <c:pt idx="4521">
                        <c:v>44406</c:v>
                      </c:pt>
                      <c:pt idx="4522">
                        <c:v>44407</c:v>
                      </c:pt>
                      <c:pt idx="4523">
                        <c:v>44410</c:v>
                      </c:pt>
                      <c:pt idx="4524">
                        <c:v>44411</c:v>
                      </c:pt>
                      <c:pt idx="4525">
                        <c:v>44412</c:v>
                      </c:pt>
                      <c:pt idx="4526">
                        <c:v>44413</c:v>
                      </c:pt>
                      <c:pt idx="4527">
                        <c:v>44414</c:v>
                      </c:pt>
                      <c:pt idx="4528">
                        <c:v>44417</c:v>
                      </c:pt>
                      <c:pt idx="4529">
                        <c:v>44418</c:v>
                      </c:pt>
                      <c:pt idx="4530">
                        <c:v>44419</c:v>
                      </c:pt>
                      <c:pt idx="4531">
                        <c:v>44420</c:v>
                      </c:pt>
                      <c:pt idx="4532">
                        <c:v>44421</c:v>
                      </c:pt>
                      <c:pt idx="4533">
                        <c:v>44424</c:v>
                      </c:pt>
                      <c:pt idx="4534">
                        <c:v>44425</c:v>
                      </c:pt>
                      <c:pt idx="4535">
                        <c:v>44426</c:v>
                      </c:pt>
                      <c:pt idx="4536">
                        <c:v>44427</c:v>
                      </c:pt>
                      <c:pt idx="4537">
                        <c:v>44428</c:v>
                      </c:pt>
                      <c:pt idx="4538">
                        <c:v>44431</c:v>
                      </c:pt>
                      <c:pt idx="4539">
                        <c:v>44432</c:v>
                      </c:pt>
                      <c:pt idx="4540">
                        <c:v>44433</c:v>
                      </c:pt>
                      <c:pt idx="4541">
                        <c:v>44434</c:v>
                      </c:pt>
                      <c:pt idx="4542">
                        <c:v>44435</c:v>
                      </c:pt>
                      <c:pt idx="4543">
                        <c:v>44438</c:v>
                      </c:pt>
                      <c:pt idx="4544">
                        <c:v>44439</c:v>
                      </c:pt>
                      <c:pt idx="4545">
                        <c:v>44440</c:v>
                      </c:pt>
                      <c:pt idx="4546">
                        <c:v>44441</c:v>
                      </c:pt>
                      <c:pt idx="4547">
                        <c:v>44442</c:v>
                      </c:pt>
                      <c:pt idx="4548">
                        <c:v>44445</c:v>
                      </c:pt>
                      <c:pt idx="4549">
                        <c:v>44446</c:v>
                      </c:pt>
                      <c:pt idx="4550">
                        <c:v>44447</c:v>
                      </c:pt>
                      <c:pt idx="4551">
                        <c:v>44448</c:v>
                      </c:pt>
                      <c:pt idx="4552">
                        <c:v>44449</c:v>
                      </c:pt>
                      <c:pt idx="4553">
                        <c:v>44452</c:v>
                      </c:pt>
                      <c:pt idx="4554">
                        <c:v>44453</c:v>
                      </c:pt>
                      <c:pt idx="4555">
                        <c:v>44454</c:v>
                      </c:pt>
                      <c:pt idx="4556">
                        <c:v>44455</c:v>
                      </c:pt>
                      <c:pt idx="4557">
                        <c:v>44456</c:v>
                      </c:pt>
                      <c:pt idx="4558">
                        <c:v>44459</c:v>
                      </c:pt>
                      <c:pt idx="4559">
                        <c:v>44460</c:v>
                      </c:pt>
                      <c:pt idx="4560">
                        <c:v>44461</c:v>
                      </c:pt>
                      <c:pt idx="4561">
                        <c:v>44462</c:v>
                      </c:pt>
                      <c:pt idx="4562">
                        <c:v>44463</c:v>
                      </c:pt>
                      <c:pt idx="4563">
                        <c:v>44466</c:v>
                      </c:pt>
                      <c:pt idx="4564">
                        <c:v>44467</c:v>
                      </c:pt>
                      <c:pt idx="4565">
                        <c:v>44468</c:v>
                      </c:pt>
                      <c:pt idx="4566">
                        <c:v>44469</c:v>
                      </c:pt>
                      <c:pt idx="4567">
                        <c:v>44470</c:v>
                      </c:pt>
                      <c:pt idx="4568">
                        <c:v>44473</c:v>
                      </c:pt>
                      <c:pt idx="4569">
                        <c:v>44474</c:v>
                      </c:pt>
                      <c:pt idx="4570">
                        <c:v>44475</c:v>
                      </c:pt>
                      <c:pt idx="4571">
                        <c:v>44476</c:v>
                      </c:pt>
                      <c:pt idx="4572">
                        <c:v>44477</c:v>
                      </c:pt>
                      <c:pt idx="4573">
                        <c:v>44480</c:v>
                      </c:pt>
                      <c:pt idx="4574">
                        <c:v>44481</c:v>
                      </c:pt>
                      <c:pt idx="4575">
                        <c:v>44482</c:v>
                      </c:pt>
                      <c:pt idx="4576">
                        <c:v>44483</c:v>
                      </c:pt>
                      <c:pt idx="4577">
                        <c:v>44484</c:v>
                      </c:pt>
                      <c:pt idx="4578">
                        <c:v>44487</c:v>
                      </c:pt>
                      <c:pt idx="4579">
                        <c:v>44488</c:v>
                      </c:pt>
                      <c:pt idx="4580">
                        <c:v>44489</c:v>
                      </c:pt>
                      <c:pt idx="4581">
                        <c:v>44490</c:v>
                      </c:pt>
                      <c:pt idx="4582">
                        <c:v>44491</c:v>
                      </c:pt>
                      <c:pt idx="4583">
                        <c:v>44494</c:v>
                      </c:pt>
                      <c:pt idx="4584">
                        <c:v>44495</c:v>
                      </c:pt>
                      <c:pt idx="4585">
                        <c:v>44496</c:v>
                      </c:pt>
                      <c:pt idx="4586">
                        <c:v>44497</c:v>
                      </c:pt>
                      <c:pt idx="4587">
                        <c:v>44498</c:v>
                      </c:pt>
                      <c:pt idx="4588">
                        <c:v>44501</c:v>
                      </c:pt>
                      <c:pt idx="4589">
                        <c:v>44502</c:v>
                      </c:pt>
                      <c:pt idx="4590">
                        <c:v>44503</c:v>
                      </c:pt>
                      <c:pt idx="4591">
                        <c:v>44504</c:v>
                      </c:pt>
                      <c:pt idx="4592">
                        <c:v>44505</c:v>
                      </c:pt>
                      <c:pt idx="4593">
                        <c:v>44508</c:v>
                      </c:pt>
                      <c:pt idx="4594">
                        <c:v>44509</c:v>
                      </c:pt>
                      <c:pt idx="4595">
                        <c:v>44510</c:v>
                      </c:pt>
                      <c:pt idx="4596">
                        <c:v>44511</c:v>
                      </c:pt>
                      <c:pt idx="4597">
                        <c:v>44512</c:v>
                      </c:pt>
                      <c:pt idx="4598">
                        <c:v>44515</c:v>
                      </c:pt>
                      <c:pt idx="4599">
                        <c:v>44516</c:v>
                      </c:pt>
                      <c:pt idx="4600">
                        <c:v>44517</c:v>
                      </c:pt>
                      <c:pt idx="4601">
                        <c:v>44518</c:v>
                      </c:pt>
                      <c:pt idx="4602">
                        <c:v>44519</c:v>
                      </c:pt>
                      <c:pt idx="4603">
                        <c:v>44522</c:v>
                      </c:pt>
                      <c:pt idx="4604">
                        <c:v>44523</c:v>
                      </c:pt>
                      <c:pt idx="4605">
                        <c:v>44524</c:v>
                      </c:pt>
                      <c:pt idx="4606">
                        <c:v>44525</c:v>
                      </c:pt>
                      <c:pt idx="4607">
                        <c:v>44526</c:v>
                      </c:pt>
                      <c:pt idx="4608">
                        <c:v>44529</c:v>
                      </c:pt>
                      <c:pt idx="4609">
                        <c:v>44530</c:v>
                      </c:pt>
                      <c:pt idx="4610">
                        <c:v>44531</c:v>
                      </c:pt>
                      <c:pt idx="4611">
                        <c:v>44532</c:v>
                      </c:pt>
                      <c:pt idx="4612">
                        <c:v>44533</c:v>
                      </c:pt>
                      <c:pt idx="4613">
                        <c:v>44536</c:v>
                      </c:pt>
                      <c:pt idx="4614">
                        <c:v>44537</c:v>
                      </c:pt>
                      <c:pt idx="4615">
                        <c:v>44538</c:v>
                      </c:pt>
                      <c:pt idx="4616">
                        <c:v>44539</c:v>
                      </c:pt>
                      <c:pt idx="4617">
                        <c:v>44540</c:v>
                      </c:pt>
                      <c:pt idx="4618">
                        <c:v>44543</c:v>
                      </c:pt>
                      <c:pt idx="4619">
                        <c:v>44544</c:v>
                      </c:pt>
                      <c:pt idx="4620">
                        <c:v>44545</c:v>
                      </c:pt>
                      <c:pt idx="4621">
                        <c:v>44546</c:v>
                      </c:pt>
                      <c:pt idx="4622">
                        <c:v>44547</c:v>
                      </c:pt>
                      <c:pt idx="4623">
                        <c:v>44550</c:v>
                      </c:pt>
                      <c:pt idx="4624">
                        <c:v>44551</c:v>
                      </c:pt>
                      <c:pt idx="4625">
                        <c:v>44552</c:v>
                      </c:pt>
                      <c:pt idx="4626">
                        <c:v>44553</c:v>
                      </c:pt>
                      <c:pt idx="4627">
                        <c:v>44554</c:v>
                      </c:pt>
                      <c:pt idx="4628">
                        <c:v>44557</c:v>
                      </c:pt>
                      <c:pt idx="4629">
                        <c:v>44558</c:v>
                      </c:pt>
                      <c:pt idx="4630">
                        <c:v>44559</c:v>
                      </c:pt>
                      <c:pt idx="4631">
                        <c:v>44560</c:v>
                      </c:pt>
                      <c:pt idx="4632">
                        <c:v>44561</c:v>
                      </c:pt>
                      <c:pt idx="4633">
                        <c:v>44564</c:v>
                      </c:pt>
                      <c:pt idx="4634">
                        <c:v>44565</c:v>
                      </c:pt>
                      <c:pt idx="4635">
                        <c:v>44566</c:v>
                      </c:pt>
                      <c:pt idx="4636">
                        <c:v>44567</c:v>
                      </c:pt>
                      <c:pt idx="4637">
                        <c:v>44568</c:v>
                      </c:pt>
                      <c:pt idx="4638">
                        <c:v>44571</c:v>
                      </c:pt>
                      <c:pt idx="4639">
                        <c:v>44572</c:v>
                      </c:pt>
                      <c:pt idx="4640">
                        <c:v>44573</c:v>
                      </c:pt>
                      <c:pt idx="4641">
                        <c:v>44574</c:v>
                      </c:pt>
                      <c:pt idx="4642">
                        <c:v>44575</c:v>
                      </c:pt>
                      <c:pt idx="4643">
                        <c:v>44578</c:v>
                      </c:pt>
                      <c:pt idx="4644">
                        <c:v>44579</c:v>
                      </c:pt>
                      <c:pt idx="4645">
                        <c:v>44580</c:v>
                      </c:pt>
                      <c:pt idx="4646">
                        <c:v>44581</c:v>
                      </c:pt>
                      <c:pt idx="4647">
                        <c:v>44582</c:v>
                      </c:pt>
                      <c:pt idx="4648">
                        <c:v>44585</c:v>
                      </c:pt>
                      <c:pt idx="4649">
                        <c:v>44586</c:v>
                      </c:pt>
                      <c:pt idx="4650">
                        <c:v>44587</c:v>
                      </c:pt>
                      <c:pt idx="4651">
                        <c:v>44588</c:v>
                      </c:pt>
                      <c:pt idx="4652">
                        <c:v>44589</c:v>
                      </c:pt>
                      <c:pt idx="4653">
                        <c:v>44592</c:v>
                      </c:pt>
                      <c:pt idx="4654">
                        <c:v>44593</c:v>
                      </c:pt>
                      <c:pt idx="4655">
                        <c:v>44594</c:v>
                      </c:pt>
                      <c:pt idx="4656">
                        <c:v>44595</c:v>
                      </c:pt>
                      <c:pt idx="4657">
                        <c:v>44596</c:v>
                      </c:pt>
                      <c:pt idx="4658">
                        <c:v>44599</c:v>
                      </c:pt>
                      <c:pt idx="4659">
                        <c:v>44600</c:v>
                      </c:pt>
                      <c:pt idx="4660">
                        <c:v>44601</c:v>
                      </c:pt>
                      <c:pt idx="4661">
                        <c:v>44602</c:v>
                      </c:pt>
                      <c:pt idx="4662">
                        <c:v>44603</c:v>
                      </c:pt>
                      <c:pt idx="4663">
                        <c:v>44606</c:v>
                      </c:pt>
                      <c:pt idx="4664">
                        <c:v>44607</c:v>
                      </c:pt>
                      <c:pt idx="4665">
                        <c:v>44608</c:v>
                      </c:pt>
                      <c:pt idx="4666">
                        <c:v>44609</c:v>
                      </c:pt>
                      <c:pt idx="4667">
                        <c:v>44610</c:v>
                      </c:pt>
                      <c:pt idx="4668">
                        <c:v>44613</c:v>
                      </c:pt>
                      <c:pt idx="4669">
                        <c:v>44614</c:v>
                      </c:pt>
                      <c:pt idx="4670">
                        <c:v>44615</c:v>
                      </c:pt>
                      <c:pt idx="4671">
                        <c:v>44616</c:v>
                      </c:pt>
                      <c:pt idx="4672">
                        <c:v>44617</c:v>
                      </c:pt>
                      <c:pt idx="4673">
                        <c:v>44620</c:v>
                      </c:pt>
                      <c:pt idx="4674">
                        <c:v>44621</c:v>
                      </c:pt>
                      <c:pt idx="4675">
                        <c:v>44622</c:v>
                      </c:pt>
                      <c:pt idx="4676">
                        <c:v>44623</c:v>
                      </c:pt>
                      <c:pt idx="4677">
                        <c:v>44624</c:v>
                      </c:pt>
                      <c:pt idx="4678">
                        <c:v>44627</c:v>
                      </c:pt>
                      <c:pt idx="4679">
                        <c:v>44628</c:v>
                      </c:pt>
                      <c:pt idx="4680">
                        <c:v>44629</c:v>
                      </c:pt>
                      <c:pt idx="4681">
                        <c:v>44630</c:v>
                      </c:pt>
                      <c:pt idx="4682">
                        <c:v>44631</c:v>
                      </c:pt>
                      <c:pt idx="4683">
                        <c:v>44634</c:v>
                      </c:pt>
                      <c:pt idx="4684">
                        <c:v>44635</c:v>
                      </c:pt>
                      <c:pt idx="4685">
                        <c:v>44636</c:v>
                      </c:pt>
                      <c:pt idx="4686">
                        <c:v>44637</c:v>
                      </c:pt>
                      <c:pt idx="4687">
                        <c:v>44638</c:v>
                      </c:pt>
                      <c:pt idx="4688">
                        <c:v>44641</c:v>
                      </c:pt>
                      <c:pt idx="4689">
                        <c:v>44642</c:v>
                      </c:pt>
                      <c:pt idx="4690">
                        <c:v>44643</c:v>
                      </c:pt>
                      <c:pt idx="4691">
                        <c:v>44644</c:v>
                      </c:pt>
                      <c:pt idx="4692">
                        <c:v>44645</c:v>
                      </c:pt>
                      <c:pt idx="4693">
                        <c:v>44648</c:v>
                      </c:pt>
                      <c:pt idx="4694">
                        <c:v>44649</c:v>
                      </c:pt>
                      <c:pt idx="4695">
                        <c:v>44650</c:v>
                      </c:pt>
                      <c:pt idx="4696">
                        <c:v>44651</c:v>
                      </c:pt>
                      <c:pt idx="4697">
                        <c:v>44652</c:v>
                      </c:pt>
                      <c:pt idx="4698">
                        <c:v>44655</c:v>
                      </c:pt>
                      <c:pt idx="4699">
                        <c:v>44656</c:v>
                      </c:pt>
                      <c:pt idx="4700">
                        <c:v>44657</c:v>
                      </c:pt>
                      <c:pt idx="4701">
                        <c:v>44658</c:v>
                      </c:pt>
                      <c:pt idx="4702">
                        <c:v>44659</c:v>
                      </c:pt>
                      <c:pt idx="4703">
                        <c:v>44662</c:v>
                      </c:pt>
                      <c:pt idx="4704">
                        <c:v>44663</c:v>
                      </c:pt>
                      <c:pt idx="4705">
                        <c:v>44664</c:v>
                      </c:pt>
                      <c:pt idx="4706">
                        <c:v>44665</c:v>
                      </c:pt>
                      <c:pt idx="4707">
                        <c:v>44666</c:v>
                      </c:pt>
                      <c:pt idx="4708">
                        <c:v>44669</c:v>
                      </c:pt>
                      <c:pt idx="4709">
                        <c:v>44670</c:v>
                      </c:pt>
                      <c:pt idx="4710">
                        <c:v>44671</c:v>
                      </c:pt>
                      <c:pt idx="4711">
                        <c:v>44672</c:v>
                      </c:pt>
                      <c:pt idx="4712">
                        <c:v>44673</c:v>
                      </c:pt>
                      <c:pt idx="4713">
                        <c:v>44676</c:v>
                      </c:pt>
                      <c:pt idx="4714">
                        <c:v>44677</c:v>
                      </c:pt>
                      <c:pt idx="4715">
                        <c:v>44678</c:v>
                      </c:pt>
                      <c:pt idx="4716">
                        <c:v>44679</c:v>
                      </c:pt>
                      <c:pt idx="4717">
                        <c:v>44680</c:v>
                      </c:pt>
                      <c:pt idx="4718">
                        <c:v>44683</c:v>
                      </c:pt>
                      <c:pt idx="4719">
                        <c:v>44684</c:v>
                      </c:pt>
                      <c:pt idx="4720">
                        <c:v>44685</c:v>
                      </c:pt>
                      <c:pt idx="4721">
                        <c:v>44686</c:v>
                      </c:pt>
                      <c:pt idx="4722">
                        <c:v>44687</c:v>
                      </c:pt>
                      <c:pt idx="4723">
                        <c:v>44690</c:v>
                      </c:pt>
                      <c:pt idx="4724">
                        <c:v>44691</c:v>
                      </c:pt>
                      <c:pt idx="4725">
                        <c:v>44692</c:v>
                      </c:pt>
                      <c:pt idx="4726">
                        <c:v>44693</c:v>
                      </c:pt>
                      <c:pt idx="4727">
                        <c:v>44694</c:v>
                      </c:pt>
                      <c:pt idx="4728">
                        <c:v>44697</c:v>
                      </c:pt>
                      <c:pt idx="4729">
                        <c:v>44698</c:v>
                      </c:pt>
                      <c:pt idx="4730">
                        <c:v>44699</c:v>
                      </c:pt>
                      <c:pt idx="4731">
                        <c:v>44700</c:v>
                      </c:pt>
                      <c:pt idx="4732">
                        <c:v>44701</c:v>
                      </c:pt>
                      <c:pt idx="4733">
                        <c:v>44704</c:v>
                      </c:pt>
                      <c:pt idx="4734">
                        <c:v>44705</c:v>
                      </c:pt>
                      <c:pt idx="4735">
                        <c:v>44706</c:v>
                      </c:pt>
                      <c:pt idx="4736">
                        <c:v>44707</c:v>
                      </c:pt>
                      <c:pt idx="4737">
                        <c:v>44708</c:v>
                      </c:pt>
                      <c:pt idx="4738">
                        <c:v>44711</c:v>
                      </c:pt>
                      <c:pt idx="4739">
                        <c:v>44712</c:v>
                      </c:pt>
                      <c:pt idx="4740">
                        <c:v>44713</c:v>
                      </c:pt>
                      <c:pt idx="4741">
                        <c:v>44714</c:v>
                      </c:pt>
                      <c:pt idx="4742">
                        <c:v>44715</c:v>
                      </c:pt>
                      <c:pt idx="4743">
                        <c:v>44718</c:v>
                      </c:pt>
                      <c:pt idx="4744">
                        <c:v>44719</c:v>
                      </c:pt>
                      <c:pt idx="4745">
                        <c:v>44720</c:v>
                      </c:pt>
                      <c:pt idx="4746">
                        <c:v>44721</c:v>
                      </c:pt>
                      <c:pt idx="4747">
                        <c:v>44722</c:v>
                      </c:pt>
                      <c:pt idx="4748">
                        <c:v>44725</c:v>
                      </c:pt>
                      <c:pt idx="4749">
                        <c:v>44726</c:v>
                      </c:pt>
                      <c:pt idx="4750">
                        <c:v>44727</c:v>
                      </c:pt>
                      <c:pt idx="4751">
                        <c:v>44728</c:v>
                      </c:pt>
                      <c:pt idx="4752">
                        <c:v>44729</c:v>
                      </c:pt>
                      <c:pt idx="4753">
                        <c:v>44732</c:v>
                      </c:pt>
                      <c:pt idx="4754">
                        <c:v>44733</c:v>
                      </c:pt>
                      <c:pt idx="4755">
                        <c:v>44734</c:v>
                      </c:pt>
                      <c:pt idx="4756">
                        <c:v>44735</c:v>
                      </c:pt>
                      <c:pt idx="4757">
                        <c:v>44736</c:v>
                      </c:pt>
                      <c:pt idx="4758">
                        <c:v>44739</c:v>
                      </c:pt>
                      <c:pt idx="4759">
                        <c:v>44740</c:v>
                      </c:pt>
                      <c:pt idx="4760">
                        <c:v>44741</c:v>
                      </c:pt>
                      <c:pt idx="4761">
                        <c:v>44742</c:v>
                      </c:pt>
                      <c:pt idx="4762">
                        <c:v>44743</c:v>
                      </c:pt>
                      <c:pt idx="4763">
                        <c:v>44747</c:v>
                      </c:pt>
                      <c:pt idx="4764">
                        <c:v>44748</c:v>
                      </c:pt>
                      <c:pt idx="4765">
                        <c:v>44749</c:v>
                      </c:pt>
                      <c:pt idx="4766">
                        <c:v>44750</c:v>
                      </c:pt>
                      <c:pt idx="4767">
                        <c:v>44753</c:v>
                      </c:pt>
                      <c:pt idx="4768">
                        <c:v>44754</c:v>
                      </c:pt>
                      <c:pt idx="4769">
                        <c:v>44755</c:v>
                      </c:pt>
                      <c:pt idx="4770">
                        <c:v>44756</c:v>
                      </c:pt>
                      <c:pt idx="4771">
                        <c:v>44757</c:v>
                      </c:pt>
                      <c:pt idx="4772">
                        <c:v>44760</c:v>
                      </c:pt>
                      <c:pt idx="4773">
                        <c:v>44761</c:v>
                      </c:pt>
                      <c:pt idx="4774">
                        <c:v>44762</c:v>
                      </c:pt>
                      <c:pt idx="4775">
                        <c:v>44763</c:v>
                      </c:pt>
                      <c:pt idx="4776">
                        <c:v>44764</c:v>
                      </c:pt>
                      <c:pt idx="4777">
                        <c:v>44767</c:v>
                      </c:pt>
                      <c:pt idx="4778">
                        <c:v>44768</c:v>
                      </c:pt>
                      <c:pt idx="4779">
                        <c:v>44769</c:v>
                      </c:pt>
                      <c:pt idx="4780">
                        <c:v>44770</c:v>
                      </c:pt>
                      <c:pt idx="4781">
                        <c:v>44771</c:v>
                      </c:pt>
                      <c:pt idx="4782">
                        <c:v>44774</c:v>
                      </c:pt>
                      <c:pt idx="4783">
                        <c:v>44775</c:v>
                      </c:pt>
                      <c:pt idx="4784">
                        <c:v>44776</c:v>
                      </c:pt>
                      <c:pt idx="4785">
                        <c:v>44777</c:v>
                      </c:pt>
                      <c:pt idx="4786">
                        <c:v>44778</c:v>
                      </c:pt>
                      <c:pt idx="4787">
                        <c:v>44781</c:v>
                      </c:pt>
                      <c:pt idx="4788">
                        <c:v>44782</c:v>
                      </c:pt>
                      <c:pt idx="4789">
                        <c:v>44783</c:v>
                      </c:pt>
                      <c:pt idx="4790">
                        <c:v>44784</c:v>
                      </c:pt>
                      <c:pt idx="4791">
                        <c:v>44785</c:v>
                      </c:pt>
                      <c:pt idx="4792">
                        <c:v>44788</c:v>
                      </c:pt>
                      <c:pt idx="4793">
                        <c:v>44789</c:v>
                      </c:pt>
                      <c:pt idx="4794">
                        <c:v>44790</c:v>
                      </c:pt>
                      <c:pt idx="4795">
                        <c:v>44791</c:v>
                      </c:pt>
                      <c:pt idx="4796">
                        <c:v>44792</c:v>
                      </c:pt>
                      <c:pt idx="4797">
                        <c:v>44795</c:v>
                      </c:pt>
                      <c:pt idx="4798">
                        <c:v>44796</c:v>
                      </c:pt>
                      <c:pt idx="4799">
                        <c:v>44797</c:v>
                      </c:pt>
                      <c:pt idx="4800">
                        <c:v>44798</c:v>
                      </c:pt>
                      <c:pt idx="4801">
                        <c:v>44799</c:v>
                      </c:pt>
                      <c:pt idx="4802">
                        <c:v>44802</c:v>
                      </c:pt>
                      <c:pt idx="4803">
                        <c:v>44803</c:v>
                      </c:pt>
                      <c:pt idx="4804">
                        <c:v>44804</c:v>
                      </c:pt>
                      <c:pt idx="4805">
                        <c:v>44805</c:v>
                      </c:pt>
                      <c:pt idx="4806">
                        <c:v>44806</c:v>
                      </c:pt>
                      <c:pt idx="4807">
                        <c:v>44809</c:v>
                      </c:pt>
                      <c:pt idx="4808">
                        <c:v>44810</c:v>
                      </c:pt>
                      <c:pt idx="4809">
                        <c:v>44811</c:v>
                      </c:pt>
                      <c:pt idx="4810">
                        <c:v>44812</c:v>
                      </c:pt>
                      <c:pt idx="4811">
                        <c:v>44813</c:v>
                      </c:pt>
                      <c:pt idx="4812">
                        <c:v>44816</c:v>
                      </c:pt>
                      <c:pt idx="4813">
                        <c:v>44817</c:v>
                      </c:pt>
                      <c:pt idx="4814">
                        <c:v>44818</c:v>
                      </c:pt>
                      <c:pt idx="4815">
                        <c:v>44819</c:v>
                      </c:pt>
                      <c:pt idx="4816">
                        <c:v>44820</c:v>
                      </c:pt>
                      <c:pt idx="4817">
                        <c:v>44823</c:v>
                      </c:pt>
                      <c:pt idx="4818">
                        <c:v>44824</c:v>
                      </c:pt>
                      <c:pt idx="4819">
                        <c:v>44825</c:v>
                      </c:pt>
                      <c:pt idx="4820">
                        <c:v>44826</c:v>
                      </c:pt>
                      <c:pt idx="4821">
                        <c:v>44827</c:v>
                      </c:pt>
                      <c:pt idx="4822">
                        <c:v>44830</c:v>
                      </c:pt>
                      <c:pt idx="4823">
                        <c:v>44831</c:v>
                      </c:pt>
                      <c:pt idx="4824">
                        <c:v>44832</c:v>
                      </c:pt>
                      <c:pt idx="4825">
                        <c:v>44833</c:v>
                      </c:pt>
                      <c:pt idx="4826">
                        <c:v>44834</c:v>
                      </c:pt>
                      <c:pt idx="4827">
                        <c:v>44837</c:v>
                      </c:pt>
                      <c:pt idx="4828">
                        <c:v>44838</c:v>
                      </c:pt>
                      <c:pt idx="4829">
                        <c:v>44839</c:v>
                      </c:pt>
                      <c:pt idx="4830">
                        <c:v>44840</c:v>
                      </c:pt>
                      <c:pt idx="4831">
                        <c:v>44841</c:v>
                      </c:pt>
                      <c:pt idx="4832">
                        <c:v>44844</c:v>
                      </c:pt>
                      <c:pt idx="4833">
                        <c:v>44845</c:v>
                      </c:pt>
                      <c:pt idx="4834">
                        <c:v>44846</c:v>
                      </c:pt>
                      <c:pt idx="4835">
                        <c:v>44847</c:v>
                      </c:pt>
                      <c:pt idx="4836">
                        <c:v>44848</c:v>
                      </c:pt>
                      <c:pt idx="4837">
                        <c:v>44851</c:v>
                      </c:pt>
                      <c:pt idx="4838">
                        <c:v>44852</c:v>
                      </c:pt>
                      <c:pt idx="4839">
                        <c:v>44853</c:v>
                      </c:pt>
                      <c:pt idx="4840">
                        <c:v>44854</c:v>
                      </c:pt>
                      <c:pt idx="4841">
                        <c:v>44855</c:v>
                      </c:pt>
                      <c:pt idx="4842">
                        <c:v>44858</c:v>
                      </c:pt>
                      <c:pt idx="4843">
                        <c:v>44859</c:v>
                      </c:pt>
                      <c:pt idx="4844">
                        <c:v>44860</c:v>
                      </c:pt>
                      <c:pt idx="4845">
                        <c:v>44861</c:v>
                      </c:pt>
                      <c:pt idx="4846">
                        <c:v>44862</c:v>
                      </c:pt>
                      <c:pt idx="4847">
                        <c:v>44865</c:v>
                      </c:pt>
                      <c:pt idx="4848">
                        <c:v>44866</c:v>
                      </c:pt>
                      <c:pt idx="4849">
                        <c:v>44867</c:v>
                      </c:pt>
                      <c:pt idx="4850">
                        <c:v>44868</c:v>
                      </c:pt>
                      <c:pt idx="4851">
                        <c:v>44869</c:v>
                      </c:pt>
                      <c:pt idx="4852">
                        <c:v>44872</c:v>
                      </c:pt>
                      <c:pt idx="4853">
                        <c:v>44873</c:v>
                      </c:pt>
                      <c:pt idx="4854">
                        <c:v>44874</c:v>
                      </c:pt>
                      <c:pt idx="4855">
                        <c:v>44875</c:v>
                      </c:pt>
                      <c:pt idx="4856">
                        <c:v>44876</c:v>
                      </c:pt>
                      <c:pt idx="4857">
                        <c:v>44879</c:v>
                      </c:pt>
                      <c:pt idx="4858">
                        <c:v>44880</c:v>
                      </c:pt>
                      <c:pt idx="4859">
                        <c:v>44881</c:v>
                      </c:pt>
                      <c:pt idx="4860">
                        <c:v>44882</c:v>
                      </c:pt>
                      <c:pt idx="4861">
                        <c:v>44883</c:v>
                      </c:pt>
                      <c:pt idx="4862">
                        <c:v>44886</c:v>
                      </c:pt>
                      <c:pt idx="4863">
                        <c:v>44887</c:v>
                      </c:pt>
                      <c:pt idx="4864">
                        <c:v>44888</c:v>
                      </c:pt>
                      <c:pt idx="4865">
                        <c:v>44889</c:v>
                      </c:pt>
                      <c:pt idx="4866">
                        <c:v>44890</c:v>
                      </c:pt>
                      <c:pt idx="4867">
                        <c:v>44893</c:v>
                      </c:pt>
                      <c:pt idx="4868">
                        <c:v>44894</c:v>
                      </c:pt>
                      <c:pt idx="4869">
                        <c:v>44895</c:v>
                      </c:pt>
                      <c:pt idx="4870">
                        <c:v>44896</c:v>
                      </c:pt>
                      <c:pt idx="4871">
                        <c:v>44897</c:v>
                      </c:pt>
                      <c:pt idx="4872">
                        <c:v>44900</c:v>
                      </c:pt>
                      <c:pt idx="4873">
                        <c:v>44901</c:v>
                      </c:pt>
                      <c:pt idx="4874">
                        <c:v>44902</c:v>
                      </c:pt>
                      <c:pt idx="4875">
                        <c:v>44903</c:v>
                      </c:pt>
                      <c:pt idx="4876">
                        <c:v>44904</c:v>
                      </c:pt>
                      <c:pt idx="4877">
                        <c:v>44907</c:v>
                      </c:pt>
                      <c:pt idx="4878">
                        <c:v>44908</c:v>
                      </c:pt>
                      <c:pt idx="4879">
                        <c:v>44909</c:v>
                      </c:pt>
                      <c:pt idx="4880">
                        <c:v>44910</c:v>
                      </c:pt>
                      <c:pt idx="4881">
                        <c:v>44911</c:v>
                      </c:pt>
                      <c:pt idx="4882">
                        <c:v>44914</c:v>
                      </c:pt>
                      <c:pt idx="4883">
                        <c:v>44915</c:v>
                      </c:pt>
                      <c:pt idx="4884">
                        <c:v>44916</c:v>
                      </c:pt>
                      <c:pt idx="4885">
                        <c:v>44917</c:v>
                      </c:pt>
                      <c:pt idx="4886">
                        <c:v>44918</c:v>
                      </c:pt>
                      <c:pt idx="4887">
                        <c:v>44921</c:v>
                      </c:pt>
                      <c:pt idx="4888">
                        <c:v>44922</c:v>
                      </c:pt>
                      <c:pt idx="4889">
                        <c:v>44923</c:v>
                      </c:pt>
                      <c:pt idx="4890">
                        <c:v>44924</c:v>
                      </c:pt>
                      <c:pt idx="4891">
                        <c:v>44925</c:v>
                      </c:pt>
                      <c:pt idx="4892">
                        <c:v>44928</c:v>
                      </c:pt>
                      <c:pt idx="4893">
                        <c:v>44929</c:v>
                      </c:pt>
                      <c:pt idx="4894">
                        <c:v>44930</c:v>
                      </c:pt>
                      <c:pt idx="4895">
                        <c:v>44931</c:v>
                      </c:pt>
                      <c:pt idx="4896">
                        <c:v>44932</c:v>
                      </c:pt>
                      <c:pt idx="4897">
                        <c:v>44935</c:v>
                      </c:pt>
                      <c:pt idx="4898">
                        <c:v>44936</c:v>
                      </c:pt>
                      <c:pt idx="4899">
                        <c:v>44937</c:v>
                      </c:pt>
                      <c:pt idx="4900">
                        <c:v>44938</c:v>
                      </c:pt>
                      <c:pt idx="4901">
                        <c:v>44939</c:v>
                      </c:pt>
                      <c:pt idx="4902">
                        <c:v>44942</c:v>
                      </c:pt>
                      <c:pt idx="4903">
                        <c:v>44943</c:v>
                      </c:pt>
                      <c:pt idx="4904">
                        <c:v>44944</c:v>
                      </c:pt>
                      <c:pt idx="4905">
                        <c:v>44945</c:v>
                      </c:pt>
                      <c:pt idx="4906">
                        <c:v>44946</c:v>
                      </c:pt>
                      <c:pt idx="4907">
                        <c:v>44949</c:v>
                      </c:pt>
                      <c:pt idx="4908">
                        <c:v>44950</c:v>
                      </c:pt>
                      <c:pt idx="4909">
                        <c:v>44951</c:v>
                      </c:pt>
                      <c:pt idx="4910">
                        <c:v>44952</c:v>
                      </c:pt>
                      <c:pt idx="4911">
                        <c:v>44953</c:v>
                      </c:pt>
                      <c:pt idx="4912">
                        <c:v>44956</c:v>
                      </c:pt>
                      <c:pt idx="4913">
                        <c:v>44957</c:v>
                      </c:pt>
                      <c:pt idx="4914">
                        <c:v>44958</c:v>
                      </c:pt>
                      <c:pt idx="4915">
                        <c:v>44959</c:v>
                      </c:pt>
                      <c:pt idx="4916">
                        <c:v>44960</c:v>
                      </c:pt>
                      <c:pt idx="4917">
                        <c:v>44963</c:v>
                      </c:pt>
                      <c:pt idx="4918">
                        <c:v>44964</c:v>
                      </c:pt>
                      <c:pt idx="4919">
                        <c:v>44965</c:v>
                      </c:pt>
                      <c:pt idx="4920">
                        <c:v>44966</c:v>
                      </c:pt>
                      <c:pt idx="4921">
                        <c:v>44967</c:v>
                      </c:pt>
                      <c:pt idx="4922">
                        <c:v>44970</c:v>
                      </c:pt>
                      <c:pt idx="4923">
                        <c:v>44971</c:v>
                      </c:pt>
                      <c:pt idx="4924">
                        <c:v>44972</c:v>
                      </c:pt>
                      <c:pt idx="4925">
                        <c:v>44973</c:v>
                      </c:pt>
                      <c:pt idx="4926">
                        <c:v>44974</c:v>
                      </c:pt>
                      <c:pt idx="4927">
                        <c:v>44977</c:v>
                      </c:pt>
                      <c:pt idx="4928">
                        <c:v>44978</c:v>
                      </c:pt>
                      <c:pt idx="4929">
                        <c:v>44979</c:v>
                      </c:pt>
                      <c:pt idx="4930">
                        <c:v>44980</c:v>
                      </c:pt>
                      <c:pt idx="4931">
                        <c:v>44981</c:v>
                      </c:pt>
                      <c:pt idx="4932">
                        <c:v>44984</c:v>
                      </c:pt>
                      <c:pt idx="4933">
                        <c:v>44985</c:v>
                      </c:pt>
                      <c:pt idx="4934">
                        <c:v>44986</c:v>
                      </c:pt>
                      <c:pt idx="4935">
                        <c:v>44987</c:v>
                      </c:pt>
                      <c:pt idx="4936">
                        <c:v>44988</c:v>
                      </c:pt>
                      <c:pt idx="4937">
                        <c:v>44991</c:v>
                      </c:pt>
                      <c:pt idx="4938">
                        <c:v>44992</c:v>
                      </c:pt>
                      <c:pt idx="4939">
                        <c:v>44993</c:v>
                      </c:pt>
                      <c:pt idx="4940">
                        <c:v>44994</c:v>
                      </c:pt>
                      <c:pt idx="4941">
                        <c:v>44995</c:v>
                      </c:pt>
                      <c:pt idx="4942">
                        <c:v>44998</c:v>
                      </c:pt>
                      <c:pt idx="4943">
                        <c:v>44999</c:v>
                      </c:pt>
                      <c:pt idx="4944">
                        <c:v>45000</c:v>
                      </c:pt>
                      <c:pt idx="4945">
                        <c:v>45001</c:v>
                      </c:pt>
                      <c:pt idx="4946">
                        <c:v>45002</c:v>
                      </c:pt>
                      <c:pt idx="4947">
                        <c:v>45005</c:v>
                      </c:pt>
                      <c:pt idx="4948">
                        <c:v>45006</c:v>
                      </c:pt>
                      <c:pt idx="4949">
                        <c:v>45007</c:v>
                      </c:pt>
                      <c:pt idx="4950">
                        <c:v>45008</c:v>
                      </c:pt>
                      <c:pt idx="4951">
                        <c:v>45009</c:v>
                      </c:pt>
                      <c:pt idx="4952">
                        <c:v>45012</c:v>
                      </c:pt>
                      <c:pt idx="4953">
                        <c:v>45013</c:v>
                      </c:pt>
                      <c:pt idx="4954">
                        <c:v>45014</c:v>
                      </c:pt>
                      <c:pt idx="4955">
                        <c:v>45015</c:v>
                      </c:pt>
                      <c:pt idx="4956">
                        <c:v>45016</c:v>
                      </c:pt>
                      <c:pt idx="4957">
                        <c:v>45019</c:v>
                      </c:pt>
                      <c:pt idx="4958">
                        <c:v>45020</c:v>
                      </c:pt>
                      <c:pt idx="4959">
                        <c:v>45021</c:v>
                      </c:pt>
                      <c:pt idx="4960">
                        <c:v>45022</c:v>
                      </c:pt>
                      <c:pt idx="4961">
                        <c:v>45023</c:v>
                      </c:pt>
                      <c:pt idx="4962">
                        <c:v>45026</c:v>
                      </c:pt>
                      <c:pt idx="4963">
                        <c:v>45027</c:v>
                      </c:pt>
                      <c:pt idx="4964">
                        <c:v>45028</c:v>
                      </c:pt>
                      <c:pt idx="4965">
                        <c:v>45029</c:v>
                      </c:pt>
                      <c:pt idx="4966">
                        <c:v>45030</c:v>
                      </c:pt>
                      <c:pt idx="4967">
                        <c:v>45033</c:v>
                      </c:pt>
                      <c:pt idx="4968">
                        <c:v>45034</c:v>
                      </c:pt>
                      <c:pt idx="4969">
                        <c:v>45035</c:v>
                      </c:pt>
                      <c:pt idx="4970">
                        <c:v>45036</c:v>
                      </c:pt>
                      <c:pt idx="4971">
                        <c:v>45037</c:v>
                      </c:pt>
                      <c:pt idx="4972">
                        <c:v>45040</c:v>
                      </c:pt>
                      <c:pt idx="4973">
                        <c:v>45041</c:v>
                      </c:pt>
                      <c:pt idx="4974">
                        <c:v>45042</c:v>
                      </c:pt>
                      <c:pt idx="4975">
                        <c:v>45043</c:v>
                      </c:pt>
                      <c:pt idx="4976">
                        <c:v>45044</c:v>
                      </c:pt>
                      <c:pt idx="4977">
                        <c:v>45047</c:v>
                      </c:pt>
                      <c:pt idx="4978">
                        <c:v>45048</c:v>
                      </c:pt>
                      <c:pt idx="4979">
                        <c:v>45049</c:v>
                      </c:pt>
                      <c:pt idx="4980">
                        <c:v>45050</c:v>
                      </c:pt>
                      <c:pt idx="4981">
                        <c:v>45051</c:v>
                      </c:pt>
                      <c:pt idx="4982">
                        <c:v>45054</c:v>
                      </c:pt>
                      <c:pt idx="4983">
                        <c:v>45055</c:v>
                      </c:pt>
                      <c:pt idx="4984">
                        <c:v>45056</c:v>
                      </c:pt>
                      <c:pt idx="4985">
                        <c:v>45057</c:v>
                      </c:pt>
                      <c:pt idx="4986">
                        <c:v>45058</c:v>
                      </c:pt>
                      <c:pt idx="4987">
                        <c:v>45061</c:v>
                      </c:pt>
                      <c:pt idx="4988">
                        <c:v>45062</c:v>
                      </c:pt>
                      <c:pt idx="4989">
                        <c:v>45063</c:v>
                      </c:pt>
                      <c:pt idx="4990">
                        <c:v>45064</c:v>
                      </c:pt>
                      <c:pt idx="4991">
                        <c:v>45065</c:v>
                      </c:pt>
                      <c:pt idx="4992">
                        <c:v>45068</c:v>
                      </c:pt>
                      <c:pt idx="4993">
                        <c:v>45069</c:v>
                      </c:pt>
                      <c:pt idx="4994">
                        <c:v>45070</c:v>
                      </c:pt>
                      <c:pt idx="4995">
                        <c:v>45071</c:v>
                      </c:pt>
                      <c:pt idx="4996">
                        <c:v>45072</c:v>
                      </c:pt>
                      <c:pt idx="4997">
                        <c:v>45075</c:v>
                      </c:pt>
                      <c:pt idx="4998">
                        <c:v>45076</c:v>
                      </c:pt>
                      <c:pt idx="4999">
                        <c:v>45077</c:v>
                      </c:pt>
                      <c:pt idx="5000">
                        <c:v>45078</c:v>
                      </c:pt>
                      <c:pt idx="5001">
                        <c:v>45079</c:v>
                      </c:pt>
                      <c:pt idx="5002">
                        <c:v>45082</c:v>
                      </c:pt>
                      <c:pt idx="5003">
                        <c:v>45083</c:v>
                      </c:pt>
                      <c:pt idx="5004">
                        <c:v>45084</c:v>
                      </c:pt>
                      <c:pt idx="5005">
                        <c:v>45085</c:v>
                      </c:pt>
                      <c:pt idx="5006">
                        <c:v>45086</c:v>
                      </c:pt>
                      <c:pt idx="5007">
                        <c:v>45089</c:v>
                      </c:pt>
                      <c:pt idx="5008">
                        <c:v>45090</c:v>
                      </c:pt>
                      <c:pt idx="5009">
                        <c:v>45091</c:v>
                      </c:pt>
                      <c:pt idx="5010">
                        <c:v>45092</c:v>
                      </c:pt>
                      <c:pt idx="5011">
                        <c:v>45093</c:v>
                      </c:pt>
                      <c:pt idx="5012">
                        <c:v>45096</c:v>
                      </c:pt>
                      <c:pt idx="5013">
                        <c:v>45097</c:v>
                      </c:pt>
                      <c:pt idx="5014">
                        <c:v>45098</c:v>
                      </c:pt>
                      <c:pt idx="5015">
                        <c:v>45099</c:v>
                      </c:pt>
                      <c:pt idx="5016">
                        <c:v>45100</c:v>
                      </c:pt>
                      <c:pt idx="5017">
                        <c:v>45103</c:v>
                      </c:pt>
                      <c:pt idx="5018">
                        <c:v>45104</c:v>
                      </c:pt>
                      <c:pt idx="5019">
                        <c:v>45105</c:v>
                      </c:pt>
                      <c:pt idx="5020">
                        <c:v>45106</c:v>
                      </c:pt>
                      <c:pt idx="5021">
                        <c:v>45107</c:v>
                      </c:pt>
                      <c:pt idx="5022">
                        <c:v>45110</c:v>
                      </c:pt>
                      <c:pt idx="5023">
                        <c:v>45111</c:v>
                      </c:pt>
                      <c:pt idx="5024">
                        <c:v>45112</c:v>
                      </c:pt>
                      <c:pt idx="5025">
                        <c:v>45113</c:v>
                      </c:pt>
                      <c:pt idx="5026">
                        <c:v>45114</c:v>
                      </c:pt>
                      <c:pt idx="5027">
                        <c:v>45117</c:v>
                      </c:pt>
                      <c:pt idx="5028">
                        <c:v>45118</c:v>
                      </c:pt>
                      <c:pt idx="5029">
                        <c:v>45119</c:v>
                      </c:pt>
                      <c:pt idx="5030">
                        <c:v>45120</c:v>
                      </c:pt>
                      <c:pt idx="5031">
                        <c:v>45121</c:v>
                      </c:pt>
                      <c:pt idx="5032">
                        <c:v>45124</c:v>
                      </c:pt>
                      <c:pt idx="5033">
                        <c:v>45125</c:v>
                      </c:pt>
                      <c:pt idx="5034">
                        <c:v>45126</c:v>
                      </c:pt>
                      <c:pt idx="5035">
                        <c:v>45127</c:v>
                      </c:pt>
                      <c:pt idx="5036">
                        <c:v>45128</c:v>
                      </c:pt>
                      <c:pt idx="5037">
                        <c:v>45131</c:v>
                      </c:pt>
                      <c:pt idx="5038">
                        <c:v>45132</c:v>
                      </c:pt>
                      <c:pt idx="5039">
                        <c:v>45133</c:v>
                      </c:pt>
                      <c:pt idx="5040">
                        <c:v>45134</c:v>
                      </c:pt>
                      <c:pt idx="5041">
                        <c:v>45135</c:v>
                      </c:pt>
                      <c:pt idx="5042">
                        <c:v>45138</c:v>
                      </c:pt>
                      <c:pt idx="5043">
                        <c:v>45139</c:v>
                      </c:pt>
                      <c:pt idx="5044">
                        <c:v>45140</c:v>
                      </c:pt>
                      <c:pt idx="5045">
                        <c:v>45141</c:v>
                      </c:pt>
                      <c:pt idx="5046">
                        <c:v>45142</c:v>
                      </c:pt>
                      <c:pt idx="5047">
                        <c:v>45145</c:v>
                      </c:pt>
                      <c:pt idx="5048">
                        <c:v>45146</c:v>
                      </c:pt>
                      <c:pt idx="5049">
                        <c:v>45147</c:v>
                      </c:pt>
                      <c:pt idx="5050">
                        <c:v>45148</c:v>
                      </c:pt>
                      <c:pt idx="5051">
                        <c:v>45149</c:v>
                      </c:pt>
                      <c:pt idx="5052">
                        <c:v>45152</c:v>
                      </c:pt>
                      <c:pt idx="5053">
                        <c:v>45153</c:v>
                      </c:pt>
                      <c:pt idx="5054">
                        <c:v>45154</c:v>
                      </c:pt>
                      <c:pt idx="5055">
                        <c:v>45155</c:v>
                      </c:pt>
                      <c:pt idx="5056">
                        <c:v>45156</c:v>
                      </c:pt>
                      <c:pt idx="5057">
                        <c:v>45159</c:v>
                      </c:pt>
                      <c:pt idx="5058">
                        <c:v>45160</c:v>
                      </c:pt>
                      <c:pt idx="5059">
                        <c:v>45161</c:v>
                      </c:pt>
                      <c:pt idx="5060">
                        <c:v>45162</c:v>
                      </c:pt>
                      <c:pt idx="5061">
                        <c:v>45163</c:v>
                      </c:pt>
                      <c:pt idx="5062">
                        <c:v>45166</c:v>
                      </c:pt>
                      <c:pt idx="5063">
                        <c:v>45167</c:v>
                      </c:pt>
                      <c:pt idx="5064">
                        <c:v>45168</c:v>
                      </c:pt>
                      <c:pt idx="5065">
                        <c:v>45169</c:v>
                      </c:pt>
                      <c:pt idx="5066">
                        <c:v>45170</c:v>
                      </c:pt>
                      <c:pt idx="5067">
                        <c:v>45173</c:v>
                      </c:pt>
                      <c:pt idx="5068">
                        <c:v>45174</c:v>
                      </c:pt>
                      <c:pt idx="5069">
                        <c:v>45175</c:v>
                      </c:pt>
                      <c:pt idx="5070">
                        <c:v>45176</c:v>
                      </c:pt>
                      <c:pt idx="5071">
                        <c:v>45177</c:v>
                      </c:pt>
                      <c:pt idx="5072">
                        <c:v>45180</c:v>
                      </c:pt>
                      <c:pt idx="5073">
                        <c:v>45181</c:v>
                      </c:pt>
                      <c:pt idx="5074">
                        <c:v>45182</c:v>
                      </c:pt>
                      <c:pt idx="5075">
                        <c:v>45183</c:v>
                      </c:pt>
                      <c:pt idx="5076">
                        <c:v>45184</c:v>
                      </c:pt>
                      <c:pt idx="5077">
                        <c:v>45187</c:v>
                      </c:pt>
                      <c:pt idx="5078">
                        <c:v>45188</c:v>
                      </c:pt>
                      <c:pt idx="5079">
                        <c:v>45189</c:v>
                      </c:pt>
                      <c:pt idx="5080">
                        <c:v>45190</c:v>
                      </c:pt>
                      <c:pt idx="5081">
                        <c:v>45191</c:v>
                      </c:pt>
                      <c:pt idx="5082">
                        <c:v>45194</c:v>
                      </c:pt>
                      <c:pt idx="5083">
                        <c:v>45195</c:v>
                      </c:pt>
                      <c:pt idx="5084">
                        <c:v>45196</c:v>
                      </c:pt>
                      <c:pt idx="5085">
                        <c:v>45197</c:v>
                      </c:pt>
                      <c:pt idx="5086">
                        <c:v>45198</c:v>
                      </c:pt>
                      <c:pt idx="5087">
                        <c:v>45201</c:v>
                      </c:pt>
                      <c:pt idx="5088">
                        <c:v>45202</c:v>
                      </c:pt>
                      <c:pt idx="5089">
                        <c:v>45203</c:v>
                      </c:pt>
                      <c:pt idx="5090">
                        <c:v>45204</c:v>
                      </c:pt>
                      <c:pt idx="5091">
                        <c:v>45205</c:v>
                      </c:pt>
                      <c:pt idx="5092">
                        <c:v>45208</c:v>
                      </c:pt>
                      <c:pt idx="5093">
                        <c:v>45209</c:v>
                      </c:pt>
                      <c:pt idx="5094">
                        <c:v>45210</c:v>
                      </c:pt>
                      <c:pt idx="5095">
                        <c:v>45211</c:v>
                      </c:pt>
                      <c:pt idx="5096">
                        <c:v>45212</c:v>
                      </c:pt>
                      <c:pt idx="5097">
                        <c:v>45215</c:v>
                      </c:pt>
                      <c:pt idx="5098">
                        <c:v>45216</c:v>
                      </c:pt>
                      <c:pt idx="5099">
                        <c:v>45217</c:v>
                      </c:pt>
                      <c:pt idx="5100">
                        <c:v>45218</c:v>
                      </c:pt>
                      <c:pt idx="5101">
                        <c:v>45219</c:v>
                      </c:pt>
                      <c:pt idx="5102">
                        <c:v>45222</c:v>
                      </c:pt>
                      <c:pt idx="5103">
                        <c:v>45223</c:v>
                      </c:pt>
                      <c:pt idx="5104">
                        <c:v>45224</c:v>
                      </c:pt>
                      <c:pt idx="5105">
                        <c:v>45225</c:v>
                      </c:pt>
                      <c:pt idx="5106">
                        <c:v>45226</c:v>
                      </c:pt>
                      <c:pt idx="5107">
                        <c:v>45229</c:v>
                      </c:pt>
                      <c:pt idx="5108">
                        <c:v>45230</c:v>
                      </c:pt>
                      <c:pt idx="5109">
                        <c:v>45231</c:v>
                      </c:pt>
                      <c:pt idx="5110">
                        <c:v>45232</c:v>
                      </c:pt>
                      <c:pt idx="5111">
                        <c:v>45233</c:v>
                      </c:pt>
                      <c:pt idx="5112">
                        <c:v>45236</c:v>
                      </c:pt>
                      <c:pt idx="5113">
                        <c:v>45237</c:v>
                      </c:pt>
                      <c:pt idx="5114">
                        <c:v>45238</c:v>
                      </c:pt>
                      <c:pt idx="5115">
                        <c:v>45239</c:v>
                      </c:pt>
                      <c:pt idx="5116">
                        <c:v>45240</c:v>
                      </c:pt>
                      <c:pt idx="5117">
                        <c:v>45243</c:v>
                      </c:pt>
                      <c:pt idx="5118">
                        <c:v>45244</c:v>
                      </c:pt>
                      <c:pt idx="5119">
                        <c:v>45245</c:v>
                      </c:pt>
                      <c:pt idx="5120">
                        <c:v>45246</c:v>
                      </c:pt>
                      <c:pt idx="5121">
                        <c:v>45247</c:v>
                      </c:pt>
                      <c:pt idx="5122">
                        <c:v>45250</c:v>
                      </c:pt>
                      <c:pt idx="5123">
                        <c:v>45251</c:v>
                      </c:pt>
                      <c:pt idx="5124">
                        <c:v>45252</c:v>
                      </c:pt>
                      <c:pt idx="5125">
                        <c:v>45253</c:v>
                      </c:pt>
                      <c:pt idx="5126">
                        <c:v>45254</c:v>
                      </c:pt>
                      <c:pt idx="5127">
                        <c:v>45257</c:v>
                      </c:pt>
                      <c:pt idx="5128">
                        <c:v>45258</c:v>
                      </c:pt>
                      <c:pt idx="5129">
                        <c:v>45259</c:v>
                      </c:pt>
                      <c:pt idx="5130">
                        <c:v>45260</c:v>
                      </c:pt>
                      <c:pt idx="5131">
                        <c:v>45261</c:v>
                      </c:pt>
                      <c:pt idx="5132">
                        <c:v>45264</c:v>
                      </c:pt>
                      <c:pt idx="5133">
                        <c:v>45265</c:v>
                      </c:pt>
                      <c:pt idx="5134">
                        <c:v>45266</c:v>
                      </c:pt>
                      <c:pt idx="5135">
                        <c:v>45267</c:v>
                      </c:pt>
                      <c:pt idx="5136">
                        <c:v>45268</c:v>
                      </c:pt>
                      <c:pt idx="5137">
                        <c:v>45271</c:v>
                      </c:pt>
                      <c:pt idx="5138">
                        <c:v>45272</c:v>
                      </c:pt>
                      <c:pt idx="5139">
                        <c:v>45273</c:v>
                      </c:pt>
                      <c:pt idx="5140">
                        <c:v>45274</c:v>
                      </c:pt>
                      <c:pt idx="5141">
                        <c:v>45275</c:v>
                      </c:pt>
                      <c:pt idx="5142">
                        <c:v>45278</c:v>
                      </c:pt>
                      <c:pt idx="5143">
                        <c:v>45279</c:v>
                      </c:pt>
                      <c:pt idx="5144">
                        <c:v>45280</c:v>
                      </c:pt>
                      <c:pt idx="5145">
                        <c:v>45281</c:v>
                      </c:pt>
                      <c:pt idx="5146">
                        <c:v>45282</c:v>
                      </c:pt>
                      <c:pt idx="5147">
                        <c:v>45285</c:v>
                      </c:pt>
                      <c:pt idx="5148">
                        <c:v>45286</c:v>
                      </c:pt>
                      <c:pt idx="5149">
                        <c:v>45287</c:v>
                      </c:pt>
                      <c:pt idx="5150">
                        <c:v>45288</c:v>
                      </c:pt>
                      <c:pt idx="5151">
                        <c:v>45289</c:v>
                      </c:pt>
                      <c:pt idx="5152">
                        <c:v>45292</c:v>
                      </c:pt>
                      <c:pt idx="5153">
                        <c:v>45293</c:v>
                      </c:pt>
                      <c:pt idx="5154">
                        <c:v>45294</c:v>
                      </c:pt>
                      <c:pt idx="5155">
                        <c:v>45295</c:v>
                      </c:pt>
                      <c:pt idx="5156">
                        <c:v>45296</c:v>
                      </c:pt>
                      <c:pt idx="5157">
                        <c:v>45299</c:v>
                      </c:pt>
                      <c:pt idx="5158">
                        <c:v>45300</c:v>
                      </c:pt>
                      <c:pt idx="5159">
                        <c:v>45301</c:v>
                      </c:pt>
                      <c:pt idx="5160">
                        <c:v>45302</c:v>
                      </c:pt>
                      <c:pt idx="5161">
                        <c:v>45303</c:v>
                      </c:pt>
                      <c:pt idx="5162">
                        <c:v>45306</c:v>
                      </c:pt>
                      <c:pt idx="5163">
                        <c:v>45307</c:v>
                      </c:pt>
                      <c:pt idx="5164">
                        <c:v>45308</c:v>
                      </c:pt>
                      <c:pt idx="5165">
                        <c:v>45309</c:v>
                      </c:pt>
                      <c:pt idx="5166">
                        <c:v>45310</c:v>
                      </c:pt>
                      <c:pt idx="5167">
                        <c:v>45313</c:v>
                      </c:pt>
                      <c:pt idx="5168">
                        <c:v>45314</c:v>
                      </c:pt>
                      <c:pt idx="5169">
                        <c:v>45315</c:v>
                      </c:pt>
                      <c:pt idx="5170">
                        <c:v>45316</c:v>
                      </c:pt>
                      <c:pt idx="5171">
                        <c:v>45317</c:v>
                      </c:pt>
                      <c:pt idx="5172">
                        <c:v>45320</c:v>
                      </c:pt>
                      <c:pt idx="5173">
                        <c:v>45321</c:v>
                      </c:pt>
                      <c:pt idx="5174">
                        <c:v>45322</c:v>
                      </c:pt>
                      <c:pt idx="5175">
                        <c:v>45323</c:v>
                      </c:pt>
                      <c:pt idx="5176">
                        <c:v>45324</c:v>
                      </c:pt>
                      <c:pt idx="5177">
                        <c:v>45327</c:v>
                      </c:pt>
                      <c:pt idx="5178">
                        <c:v>45328</c:v>
                      </c:pt>
                      <c:pt idx="5179">
                        <c:v>45329</c:v>
                      </c:pt>
                      <c:pt idx="5180">
                        <c:v>45330</c:v>
                      </c:pt>
                      <c:pt idx="5181">
                        <c:v>45331</c:v>
                      </c:pt>
                      <c:pt idx="5182">
                        <c:v>45334</c:v>
                      </c:pt>
                      <c:pt idx="5183">
                        <c:v>45335</c:v>
                      </c:pt>
                      <c:pt idx="5184">
                        <c:v>45336</c:v>
                      </c:pt>
                      <c:pt idx="5185">
                        <c:v>45337</c:v>
                      </c:pt>
                      <c:pt idx="5186">
                        <c:v>45338</c:v>
                      </c:pt>
                      <c:pt idx="5187">
                        <c:v>45341</c:v>
                      </c:pt>
                      <c:pt idx="5188">
                        <c:v>45342</c:v>
                      </c:pt>
                      <c:pt idx="5189">
                        <c:v>45343</c:v>
                      </c:pt>
                      <c:pt idx="5190">
                        <c:v>45344</c:v>
                      </c:pt>
                      <c:pt idx="5191">
                        <c:v>45345</c:v>
                      </c:pt>
                      <c:pt idx="5192">
                        <c:v>45348</c:v>
                      </c:pt>
                      <c:pt idx="5193">
                        <c:v>45349</c:v>
                      </c:pt>
                      <c:pt idx="5194">
                        <c:v>45350</c:v>
                      </c:pt>
                      <c:pt idx="5195">
                        <c:v>45351</c:v>
                      </c:pt>
                      <c:pt idx="5196">
                        <c:v>45352</c:v>
                      </c:pt>
                      <c:pt idx="5197">
                        <c:v>45355</c:v>
                      </c:pt>
                      <c:pt idx="5198">
                        <c:v>45356</c:v>
                      </c:pt>
                      <c:pt idx="5199">
                        <c:v>45357</c:v>
                      </c:pt>
                      <c:pt idx="5200">
                        <c:v>45358</c:v>
                      </c:pt>
                      <c:pt idx="5201">
                        <c:v>45359</c:v>
                      </c:pt>
                      <c:pt idx="5202">
                        <c:v>45362</c:v>
                      </c:pt>
                      <c:pt idx="5203">
                        <c:v>45363</c:v>
                      </c:pt>
                      <c:pt idx="5204">
                        <c:v>45364</c:v>
                      </c:pt>
                      <c:pt idx="5205">
                        <c:v>45365</c:v>
                      </c:pt>
                      <c:pt idx="5206">
                        <c:v>45366</c:v>
                      </c:pt>
                      <c:pt idx="5207">
                        <c:v>45369</c:v>
                      </c:pt>
                      <c:pt idx="5208">
                        <c:v>45370</c:v>
                      </c:pt>
                      <c:pt idx="5209">
                        <c:v>45371</c:v>
                      </c:pt>
                      <c:pt idx="5210">
                        <c:v>45372</c:v>
                      </c:pt>
                      <c:pt idx="5211">
                        <c:v>45373</c:v>
                      </c:pt>
                      <c:pt idx="5212">
                        <c:v>45376</c:v>
                      </c:pt>
                      <c:pt idx="5213">
                        <c:v>45377</c:v>
                      </c:pt>
                      <c:pt idx="5214">
                        <c:v>45378</c:v>
                      </c:pt>
                      <c:pt idx="5215">
                        <c:v>45379</c:v>
                      </c:pt>
                      <c:pt idx="5216">
                        <c:v>45380</c:v>
                      </c:pt>
                      <c:pt idx="5217">
                        <c:v>45383</c:v>
                      </c:pt>
                      <c:pt idx="5218">
                        <c:v>45384</c:v>
                      </c:pt>
                      <c:pt idx="5219">
                        <c:v>45385</c:v>
                      </c:pt>
                      <c:pt idx="5220">
                        <c:v>45386</c:v>
                      </c:pt>
                      <c:pt idx="5221">
                        <c:v>45387</c:v>
                      </c:pt>
                      <c:pt idx="5222">
                        <c:v>45390</c:v>
                      </c:pt>
                      <c:pt idx="5223">
                        <c:v>45391</c:v>
                      </c:pt>
                      <c:pt idx="5224">
                        <c:v>45392</c:v>
                      </c:pt>
                      <c:pt idx="5225">
                        <c:v>45393</c:v>
                      </c:pt>
                      <c:pt idx="5226">
                        <c:v>45394</c:v>
                      </c:pt>
                      <c:pt idx="5227">
                        <c:v>45397</c:v>
                      </c:pt>
                      <c:pt idx="5228">
                        <c:v>45398</c:v>
                      </c:pt>
                      <c:pt idx="5229">
                        <c:v>45399</c:v>
                      </c:pt>
                      <c:pt idx="5230">
                        <c:v>45400</c:v>
                      </c:pt>
                      <c:pt idx="5231">
                        <c:v>45401</c:v>
                      </c:pt>
                      <c:pt idx="5232">
                        <c:v>45404</c:v>
                      </c:pt>
                      <c:pt idx="5233">
                        <c:v>45405</c:v>
                      </c:pt>
                      <c:pt idx="5234">
                        <c:v>45406</c:v>
                      </c:pt>
                      <c:pt idx="5235">
                        <c:v>45407</c:v>
                      </c:pt>
                      <c:pt idx="5236">
                        <c:v>45408</c:v>
                      </c:pt>
                      <c:pt idx="5237">
                        <c:v>45411</c:v>
                      </c:pt>
                      <c:pt idx="5238">
                        <c:v>45412</c:v>
                      </c:pt>
                      <c:pt idx="5239">
                        <c:v>45413</c:v>
                      </c:pt>
                      <c:pt idx="5240">
                        <c:v>45414</c:v>
                      </c:pt>
                      <c:pt idx="5241">
                        <c:v>45415</c:v>
                      </c:pt>
                      <c:pt idx="5242">
                        <c:v>45418</c:v>
                      </c:pt>
                      <c:pt idx="5243">
                        <c:v>45419</c:v>
                      </c:pt>
                      <c:pt idx="5244">
                        <c:v>45420</c:v>
                      </c:pt>
                      <c:pt idx="5245">
                        <c:v>45421</c:v>
                      </c:pt>
                      <c:pt idx="5246">
                        <c:v>45422</c:v>
                      </c:pt>
                      <c:pt idx="5247">
                        <c:v>45425</c:v>
                      </c:pt>
                      <c:pt idx="5248">
                        <c:v>45426</c:v>
                      </c:pt>
                      <c:pt idx="5249">
                        <c:v>45427</c:v>
                      </c:pt>
                      <c:pt idx="5250">
                        <c:v>45428</c:v>
                      </c:pt>
                      <c:pt idx="5251">
                        <c:v>45429</c:v>
                      </c:pt>
                      <c:pt idx="5252">
                        <c:v>45432</c:v>
                      </c:pt>
                      <c:pt idx="5253">
                        <c:v>45433</c:v>
                      </c:pt>
                      <c:pt idx="5254">
                        <c:v>45434</c:v>
                      </c:pt>
                      <c:pt idx="5255">
                        <c:v>45435</c:v>
                      </c:pt>
                      <c:pt idx="5256">
                        <c:v>45436</c:v>
                      </c:pt>
                      <c:pt idx="5257">
                        <c:v>45439</c:v>
                      </c:pt>
                      <c:pt idx="5258">
                        <c:v>45440</c:v>
                      </c:pt>
                      <c:pt idx="5259">
                        <c:v>45441</c:v>
                      </c:pt>
                      <c:pt idx="5260">
                        <c:v>45442</c:v>
                      </c:pt>
                      <c:pt idx="5261">
                        <c:v>45443</c:v>
                      </c:pt>
                      <c:pt idx="5262">
                        <c:v>45446</c:v>
                      </c:pt>
                      <c:pt idx="5263">
                        <c:v>45447</c:v>
                      </c:pt>
                      <c:pt idx="5264">
                        <c:v>45448</c:v>
                      </c:pt>
                      <c:pt idx="5265">
                        <c:v>45449</c:v>
                      </c:pt>
                      <c:pt idx="5266">
                        <c:v>45450</c:v>
                      </c:pt>
                      <c:pt idx="5267">
                        <c:v>45453</c:v>
                      </c:pt>
                      <c:pt idx="5268">
                        <c:v>45454</c:v>
                      </c:pt>
                      <c:pt idx="5269">
                        <c:v>45455</c:v>
                      </c:pt>
                      <c:pt idx="5270">
                        <c:v>45456</c:v>
                      </c:pt>
                      <c:pt idx="5271">
                        <c:v>45457</c:v>
                      </c:pt>
                      <c:pt idx="5272">
                        <c:v>45460</c:v>
                      </c:pt>
                      <c:pt idx="5273">
                        <c:v>45461</c:v>
                      </c:pt>
                      <c:pt idx="5274">
                        <c:v>45462</c:v>
                      </c:pt>
                      <c:pt idx="5275">
                        <c:v>45463</c:v>
                      </c:pt>
                      <c:pt idx="5276">
                        <c:v>45464</c:v>
                      </c:pt>
                      <c:pt idx="5277">
                        <c:v>45467</c:v>
                      </c:pt>
                      <c:pt idx="5278">
                        <c:v>45468</c:v>
                      </c:pt>
                      <c:pt idx="5279">
                        <c:v>45469</c:v>
                      </c:pt>
                      <c:pt idx="5280">
                        <c:v>45470</c:v>
                      </c:pt>
                      <c:pt idx="5281">
                        <c:v>45471</c:v>
                      </c:pt>
                      <c:pt idx="5282">
                        <c:v>45474</c:v>
                      </c:pt>
                      <c:pt idx="5283">
                        <c:v>45475</c:v>
                      </c:pt>
                      <c:pt idx="5284">
                        <c:v>45476</c:v>
                      </c:pt>
                      <c:pt idx="5285">
                        <c:v>45477</c:v>
                      </c:pt>
                      <c:pt idx="5286">
                        <c:v>45478</c:v>
                      </c:pt>
                      <c:pt idx="5287">
                        <c:v>45481</c:v>
                      </c:pt>
                      <c:pt idx="5288">
                        <c:v>45482</c:v>
                      </c:pt>
                      <c:pt idx="5289">
                        <c:v>45483</c:v>
                      </c:pt>
                      <c:pt idx="5290">
                        <c:v>45484</c:v>
                      </c:pt>
                      <c:pt idx="5291">
                        <c:v>45485</c:v>
                      </c:pt>
                      <c:pt idx="5292">
                        <c:v>45488</c:v>
                      </c:pt>
                      <c:pt idx="5293">
                        <c:v>45489</c:v>
                      </c:pt>
                      <c:pt idx="5294">
                        <c:v>45490</c:v>
                      </c:pt>
                      <c:pt idx="5295">
                        <c:v>45491</c:v>
                      </c:pt>
                      <c:pt idx="5296">
                        <c:v>45492</c:v>
                      </c:pt>
                      <c:pt idx="5297">
                        <c:v>45495</c:v>
                      </c:pt>
                      <c:pt idx="5298">
                        <c:v>45496</c:v>
                      </c:pt>
                      <c:pt idx="5299">
                        <c:v>45497</c:v>
                      </c:pt>
                      <c:pt idx="5300">
                        <c:v>45498</c:v>
                      </c:pt>
                      <c:pt idx="5301">
                        <c:v>45499</c:v>
                      </c:pt>
                      <c:pt idx="5302">
                        <c:v>45502</c:v>
                      </c:pt>
                      <c:pt idx="5303">
                        <c:v>45503</c:v>
                      </c:pt>
                      <c:pt idx="5304">
                        <c:v>45504</c:v>
                      </c:pt>
                      <c:pt idx="5305">
                        <c:v>45505</c:v>
                      </c:pt>
                      <c:pt idx="5306">
                        <c:v>45506</c:v>
                      </c:pt>
                      <c:pt idx="5307">
                        <c:v>45509</c:v>
                      </c:pt>
                      <c:pt idx="5308">
                        <c:v>45510</c:v>
                      </c:pt>
                      <c:pt idx="5309">
                        <c:v>45511</c:v>
                      </c:pt>
                      <c:pt idx="5310">
                        <c:v>45512</c:v>
                      </c:pt>
                      <c:pt idx="5311">
                        <c:v>45513</c:v>
                      </c:pt>
                      <c:pt idx="5312">
                        <c:v>45516</c:v>
                      </c:pt>
                      <c:pt idx="5313">
                        <c:v>45517</c:v>
                      </c:pt>
                      <c:pt idx="5314">
                        <c:v>45518</c:v>
                      </c:pt>
                      <c:pt idx="5315">
                        <c:v>45519</c:v>
                      </c:pt>
                      <c:pt idx="5316">
                        <c:v>45520</c:v>
                      </c:pt>
                      <c:pt idx="5317">
                        <c:v>45523</c:v>
                      </c:pt>
                      <c:pt idx="5318">
                        <c:v>45524</c:v>
                      </c:pt>
                      <c:pt idx="5319">
                        <c:v>45525</c:v>
                      </c:pt>
                      <c:pt idx="5320">
                        <c:v>45526</c:v>
                      </c:pt>
                      <c:pt idx="5321">
                        <c:v>45527</c:v>
                      </c:pt>
                      <c:pt idx="5322">
                        <c:v>45530</c:v>
                      </c:pt>
                      <c:pt idx="5323">
                        <c:v>45531</c:v>
                      </c:pt>
                      <c:pt idx="5324">
                        <c:v>45532</c:v>
                      </c:pt>
                      <c:pt idx="5325">
                        <c:v>45533</c:v>
                      </c:pt>
                      <c:pt idx="5326">
                        <c:v>45534</c:v>
                      </c:pt>
                      <c:pt idx="5327">
                        <c:v>45537</c:v>
                      </c:pt>
                      <c:pt idx="5328">
                        <c:v>45538</c:v>
                      </c:pt>
                      <c:pt idx="5329">
                        <c:v>45539</c:v>
                      </c:pt>
                      <c:pt idx="5330">
                        <c:v>45540</c:v>
                      </c:pt>
                      <c:pt idx="5331">
                        <c:v>45541</c:v>
                      </c:pt>
                      <c:pt idx="5332">
                        <c:v>45544</c:v>
                      </c:pt>
                      <c:pt idx="5333">
                        <c:v>45545</c:v>
                      </c:pt>
                      <c:pt idx="5334">
                        <c:v>45546</c:v>
                      </c:pt>
                      <c:pt idx="5335">
                        <c:v>45547</c:v>
                      </c:pt>
                      <c:pt idx="5336">
                        <c:v>45548</c:v>
                      </c:pt>
                      <c:pt idx="5337">
                        <c:v>45551</c:v>
                      </c:pt>
                      <c:pt idx="5338">
                        <c:v>45552</c:v>
                      </c:pt>
                      <c:pt idx="5339">
                        <c:v>45553</c:v>
                      </c:pt>
                      <c:pt idx="5340">
                        <c:v>45554</c:v>
                      </c:pt>
                      <c:pt idx="5341">
                        <c:v>45555</c:v>
                      </c:pt>
                      <c:pt idx="5342">
                        <c:v>45558</c:v>
                      </c:pt>
                      <c:pt idx="5343">
                        <c:v>45559</c:v>
                      </c:pt>
                      <c:pt idx="5344">
                        <c:v>45560</c:v>
                      </c:pt>
                      <c:pt idx="5345">
                        <c:v>45561</c:v>
                      </c:pt>
                      <c:pt idx="5346">
                        <c:v>45562</c:v>
                      </c:pt>
                      <c:pt idx="5347">
                        <c:v>45565</c:v>
                      </c:pt>
                      <c:pt idx="5348">
                        <c:v>45566</c:v>
                      </c:pt>
                      <c:pt idx="5349">
                        <c:v>45567</c:v>
                      </c:pt>
                      <c:pt idx="5350">
                        <c:v>45568</c:v>
                      </c:pt>
                      <c:pt idx="5351">
                        <c:v>45569</c:v>
                      </c:pt>
                      <c:pt idx="5352">
                        <c:v>45572</c:v>
                      </c:pt>
                      <c:pt idx="5353">
                        <c:v>45573</c:v>
                      </c:pt>
                      <c:pt idx="5354">
                        <c:v>45574</c:v>
                      </c:pt>
                      <c:pt idx="5355">
                        <c:v>45575</c:v>
                      </c:pt>
                      <c:pt idx="5356">
                        <c:v>45576</c:v>
                      </c:pt>
                      <c:pt idx="5357">
                        <c:v>45579</c:v>
                      </c:pt>
                      <c:pt idx="5358">
                        <c:v>45580</c:v>
                      </c:pt>
                      <c:pt idx="5359">
                        <c:v>45581</c:v>
                      </c:pt>
                      <c:pt idx="5360">
                        <c:v>45582</c:v>
                      </c:pt>
                      <c:pt idx="5361">
                        <c:v>45583</c:v>
                      </c:pt>
                      <c:pt idx="5362">
                        <c:v>45586</c:v>
                      </c:pt>
                      <c:pt idx="5363">
                        <c:v>45587</c:v>
                      </c:pt>
                      <c:pt idx="5364">
                        <c:v>45588</c:v>
                      </c:pt>
                      <c:pt idx="5365">
                        <c:v>45589</c:v>
                      </c:pt>
                      <c:pt idx="5366">
                        <c:v>45590</c:v>
                      </c:pt>
                      <c:pt idx="5367">
                        <c:v>45593</c:v>
                      </c:pt>
                      <c:pt idx="5368">
                        <c:v>45594</c:v>
                      </c:pt>
                      <c:pt idx="5369">
                        <c:v>45595</c:v>
                      </c:pt>
                      <c:pt idx="5370">
                        <c:v>45596</c:v>
                      </c:pt>
                      <c:pt idx="5371">
                        <c:v>45597</c:v>
                      </c:pt>
                      <c:pt idx="5372">
                        <c:v>45601</c:v>
                      </c:pt>
                      <c:pt idx="5373">
                        <c:v>45602</c:v>
                      </c:pt>
                      <c:pt idx="5374">
                        <c:v>45603</c:v>
                      </c:pt>
                      <c:pt idx="5375">
                        <c:v>45604</c:v>
                      </c:pt>
                      <c:pt idx="5376">
                        <c:v>45608</c:v>
                      </c:pt>
                      <c:pt idx="5377">
                        <c:v>45609</c:v>
                      </c:pt>
                      <c:pt idx="5378">
                        <c:v>45610</c:v>
                      </c:pt>
                      <c:pt idx="5379">
                        <c:v>45611</c:v>
                      </c:pt>
                      <c:pt idx="5380">
                        <c:v>45614</c:v>
                      </c:pt>
                      <c:pt idx="5381">
                        <c:v>45615</c:v>
                      </c:pt>
                      <c:pt idx="5382">
                        <c:v>45616</c:v>
                      </c:pt>
                      <c:pt idx="5383">
                        <c:v>45617</c:v>
                      </c:pt>
                      <c:pt idx="5384">
                        <c:v>45618</c:v>
                      </c:pt>
                      <c:pt idx="5385">
                        <c:v>45621</c:v>
                      </c:pt>
                      <c:pt idx="5386">
                        <c:v>45622</c:v>
                      </c:pt>
                      <c:pt idx="5387">
                        <c:v>45623</c:v>
                      </c:pt>
                      <c:pt idx="5388">
                        <c:v>45624</c:v>
                      </c:pt>
                      <c:pt idx="5389">
                        <c:v>45625</c:v>
                      </c:pt>
                      <c:pt idx="5390">
                        <c:v>45628</c:v>
                      </c:pt>
                      <c:pt idx="5391">
                        <c:v>45629</c:v>
                      </c:pt>
                      <c:pt idx="5392">
                        <c:v>45630</c:v>
                      </c:pt>
                      <c:pt idx="5393">
                        <c:v>45631</c:v>
                      </c:pt>
                      <c:pt idx="5394">
                        <c:v>45632</c:v>
                      </c:pt>
                      <c:pt idx="5395">
                        <c:v>45635</c:v>
                      </c:pt>
                      <c:pt idx="5396">
                        <c:v>45636</c:v>
                      </c:pt>
                      <c:pt idx="5397">
                        <c:v>45637</c:v>
                      </c:pt>
                      <c:pt idx="5398">
                        <c:v>45638</c:v>
                      </c:pt>
                      <c:pt idx="5399">
                        <c:v>45639</c:v>
                      </c:pt>
                      <c:pt idx="5400">
                        <c:v>45642</c:v>
                      </c:pt>
                      <c:pt idx="5401">
                        <c:v>45643</c:v>
                      </c:pt>
                      <c:pt idx="5402">
                        <c:v>45644</c:v>
                      </c:pt>
                      <c:pt idx="5403">
                        <c:v>45645</c:v>
                      </c:pt>
                      <c:pt idx="5404">
                        <c:v>45646</c:v>
                      </c:pt>
                      <c:pt idx="5405">
                        <c:v>45649</c:v>
                      </c:pt>
                      <c:pt idx="5406">
                        <c:v>45650</c:v>
                      </c:pt>
                      <c:pt idx="5407">
                        <c:v>45652</c:v>
                      </c:pt>
                      <c:pt idx="5408">
                        <c:v>45653</c:v>
                      </c:pt>
                      <c:pt idx="5409">
                        <c:v>45656</c:v>
                      </c:pt>
                      <c:pt idx="5410">
                        <c:v>45657</c:v>
                      </c:pt>
                      <c:pt idx="5411">
                        <c:v>45659</c:v>
                      </c:pt>
                      <c:pt idx="5412">
                        <c:v>45660</c:v>
                      </c:pt>
                      <c:pt idx="5413">
                        <c:v>45663</c:v>
                      </c:pt>
                      <c:pt idx="5414">
                        <c:v>45664</c:v>
                      </c:pt>
                      <c:pt idx="5415">
                        <c:v>45665</c:v>
                      </c:pt>
                      <c:pt idx="5416">
                        <c:v>45666</c:v>
                      </c:pt>
                      <c:pt idx="5417">
                        <c:v>45667</c:v>
                      </c:pt>
                      <c:pt idx="5418">
                        <c:v>45670</c:v>
                      </c:pt>
                      <c:pt idx="5419">
                        <c:v>45671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Hoja2!$E$316:$E$5735</c15:sqref>
                        </c15:formulaRef>
                      </c:ext>
                    </c:extLst>
                    <c:numCache>
                      <c:formatCode>0.00</c:formatCode>
                      <c:ptCount val="5420"/>
                      <c:pt idx="0">
                        <c:v>409.65899999999999</c:v>
                      </c:pt>
                      <c:pt idx="1">
                        <c:v>405.995</c:v>
                      </c:pt>
                      <c:pt idx="2">
                        <c:v>400.98500000000001</c:v>
                      </c:pt>
                      <c:pt idx="3">
                        <c:v>400.98399999999998</c:v>
                      </c:pt>
                      <c:pt idx="4">
                        <c:v>389.733</c:v>
                      </c:pt>
                      <c:pt idx="5">
                        <c:v>384.66</c:v>
                      </c:pt>
                      <c:pt idx="6">
                        <c:v>364.66899999999998</c:v>
                      </c:pt>
                      <c:pt idx="7">
                        <c:v>362.22800000000001</c:v>
                      </c:pt>
                      <c:pt idx="8">
                        <c:v>368.47300000000001</c:v>
                      </c:pt>
                      <c:pt idx="9">
                        <c:v>364.73200000000003</c:v>
                      </c:pt>
                      <c:pt idx="10">
                        <c:v>362.23099999999999</c:v>
                      </c:pt>
                      <c:pt idx="11">
                        <c:v>361.30700000000002</c:v>
                      </c:pt>
                      <c:pt idx="12">
                        <c:v>359.46100000000001</c:v>
                      </c:pt>
                      <c:pt idx="13">
                        <c:v>354.46499999999997</c:v>
                      </c:pt>
                      <c:pt idx="14">
                        <c:v>366.27</c:v>
                      </c:pt>
                      <c:pt idx="15">
                        <c:v>404.56</c:v>
                      </c:pt>
                      <c:pt idx="16">
                        <c:v>410.92</c:v>
                      </c:pt>
                      <c:pt idx="17">
                        <c:v>408.423</c:v>
                      </c:pt>
                      <c:pt idx="18">
                        <c:v>412.89100000000002</c:v>
                      </c:pt>
                      <c:pt idx="19">
                        <c:v>432.14100000000002</c:v>
                      </c:pt>
                      <c:pt idx="20">
                        <c:v>437.14499999999998</c:v>
                      </c:pt>
                      <c:pt idx="21">
                        <c:v>432.84699999999998</c:v>
                      </c:pt>
                      <c:pt idx="22">
                        <c:v>429.512</c:v>
                      </c:pt>
                      <c:pt idx="23">
                        <c:v>439.62900000000002</c:v>
                      </c:pt>
                      <c:pt idx="24">
                        <c:v>467.10399999999998</c:v>
                      </c:pt>
                      <c:pt idx="25">
                        <c:v>476.13</c:v>
                      </c:pt>
                      <c:pt idx="26">
                        <c:v>490.83300000000003</c:v>
                      </c:pt>
                      <c:pt idx="27">
                        <c:v>501.07499999999999</c:v>
                      </c:pt>
                      <c:pt idx="28">
                        <c:v>507.05099999999999</c:v>
                      </c:pt>
                      <c:pt idx="29">
                        <c:v>508.29700000000003</c:v>
                      </c:pt>
                      <c:pt idx="30">
                        <c:v>569.33900000000006</c:v>
                      </c:pt>
                      <c:pt idx="31">
                        <c:v>606.94200000000001</c:v>
                      </c:pt>
                      <c:pt idx="32">
                        <c:v>642.53200000000004</c:v>
                      </c:pt>
                      <c:pt idx="33">
                        <c:v>629.42999999999995</c:v>
                      </c:pt>
                      <c:pt idx="34">
                        <c:v>609.24099999999999</c:v>
                      </c:pt>
                      <c:pt idx="35">
                        <c:v>614.22699999999998</c:v>
                      </c:pt>
                      <c:pt idx="36">
                        <c:v>586.95799999999997</c:v>
                      </c:pt>
                      <c:pt idx="37">
                        <c:v>565.98900000000003</c:v>
                      </c:pt>
                      <c:pt idx="38">
                        <c:v>547.65700000000004</c:v>
                      </c:pt>
                      <c:pt idx="39">
                        <c:v>560.73</c:v>
                      </c:pt>
                      <c:pt idx="40">
                        <c:v>570.98400000000004</c:v>
                      </c:pt>
                      <c:pt idx="41">
                        <c:v>597.61199999999997</c:v>
                      </c:pt>
                      <c:pt idx="42">
                        <c:v>583.92499999999995</c:v>
                      </c:pt>
                      <c:pt idx="43">
                        <c:v>562.63499999999999</c:v>
                      </c:pt>
                      <c:pt idx="44">
                        <c:v>568.22799999999995</c:v>
                      </c:pt>
                      <c:pt idx="45">
                        <c:v>559.31799999999998</c:v>
                      </c:pt>
                      <c:pt idx="46">
                        <c:v>551.99300000000005</c:v>
                      </c:pt>
                      <c:pt idx="47">
                        <c:v>551.99300000000005</c:v>
                      </c:pt>
                      <c:pt idx="48">
                        <c:v>557.64099999999996</c:v>
                      </c:pt>
                      <c:pt idx="49">
                        <c:v>531.50199999999995</c:v>
                      </c:pt>
                      <c:pt idx="50">
                        <c:v>539.00800000000004</c:v>
                      </c:pt>
                      <c:pt idx="51">
                        <c:v>521.50800000000004</c:v>
                      </c:pt>
                      <c:pt idx="52">
                        <c:v>497.71</c:v>
                      </c:pt>
                      <c:pt idx="53">
                        <c:v>501.041</c:v>
                      </c:pt>
                      <c:pt idx="54">
                        <c:v>506.03</c:v>
                      </c:pt>
                      <c:pt idx="55">
                        <c:v>506.02300000000002</c:v>
                      </c:pt>
                      <c:pt idx="56">
                        <c:v>506.02300000000002</c:v>
                      </c:pt>
                      <c:pt idx="57">
                        <c:v>520.99300000000005</c:v>
                      </c:pt>
                      <c:pt idx="58">
                        <c:v>508.70600000000002</c:v>
                      </c:pt>
                      <c:pt idx="59">
                        <c:v>501.03100000000001</c:v>
                      </c:pt>
                      <c:pt idx="60">
                        <c:v>494.37700000000001</c:v>
                      </c:pt>
                      <c:pt idx="61">
                        <c:v>492.71100000000001</c:v>
                      </c:pt>
                      <c:pt idx="62">
                        <c:v>479.399</c:v>
                      </c:pt>
                      <c:pt idx="63">
                        <c:v>476.07</c:v>
                      </c:pt>
                      <c:pt idx="64">
                        <c:v>476.07</c:v>
                      </c:pt>
                      <c:pt idx="65">
                        <c:v>474.404</c:v>
                      </c:pt>
                      <c:pt idx="66">
                        <c:v>487.721</c:v>
                      </c:pt>
                      <c:pt idx="67">
                        <c:v>497.68400000000003</c:v>
                      </c:pt>
                      <c:pt idx="68">
                        <c:v>499.37099999999998</c:v>
                      </c:pt>
                      <c:pt idx="69">
                        <c:v>494.39499999999998</c:v>
                      </c:pt>
                      <c:pt idx="70">
                        <c:v>492.73599999999999</c:v>
                      </c:pt>
                      <c:pt idx="71">
                        <c:v>481.10700000000003</c:v>
                      </c:pt>
                      <c:pt idx="72">
                        <c:v>479.43700000000001</c:v>
                      </c:pt>
                      <c:pt idx="73">
                        <c:v>481.10300000000001</c:v>
                      </c:pt>
                      <c:pt idx="74">
                        <c:v>484.43799999999999</c:v>
                      </c:pt>
                      <c:pt idx="75">
                        <c:v>471.666</c:v>
                      </c:pt>
                      <c:pt idx="76">
                        <c:v>471.66899999999998</c:v>
                      </c:pt>
                      <c:pt idx="77">
                        <c:v>474.44600000000003</c:v>
                      </c:pt>
                      <c:pt idx="78">
                        <c:v>472.77600000000001</c:v>
                      </c:pt>
                      <c:pt idx="79">
                        <c:v>469.44</c:v>
                      </c:pt>
                      <c:pt idx="80">
                        <c:v>459.48599999999999</c:v>
                      </c:pt>
                      <c:pt idx="81">
                        <c:v>457.81799999999998</c:v>
                      </c:pt>
                      <c:pt idx="82">
                        <c:v>457.803</c:v>
                      </c:pt>
                      <c:pt idx="83">
                        <c:v>467.779</c:v>
                      </c:pt>
                      <c:pt idx="84">
                        <c:v>463.34</c:v>
                      </c:pt>
                      <c:pt idx="85">
                        <c:v>467.78899999999999</c:v>
                      </c:pt>
                      <c:pt idx="86">
                        <c:v>469.57799999999997</c:v>
                      </c:pt>
                      <c:pt idx="87">
                        <c:v>464.42200000000003</c:v>
                      </c:pt>
                      <c:pt idx="88">
                        <c:v>471.09899999999999</c:v>
                      </c:pt>
                      <c:pt idx="89">
                        <c:v>465.55399999999997</c:v>
                      </c:pt>
                      <c:pt idx="90">
                        <c:v>460.84500000000003</c:v>
                      </c:pt>
                      <c:pt idx="91">
                        <c:v>461.39699999999999</c:v>
                      </c:pt>
                      <c:pt idx="92">
                        <c:v>457.108</c:v>
                      </c:pt>
                      <c:pt idx="93">
                        <c:v>453.36200000000002</c:v>
                      </c:pt>
                      <c:pt idx="94">
                        <c:v>459.61200000000002</c:v>
                      </c:pt>
                      <c:pt idx="95">
                        <c:v>453.39</c:v>
                      </c:pt>
                      <c:pt idx="96">
                        <c:v>454.51499999999999</c:v>
                      </c:pt>
                      <c:pt idx="97">
                        <c:v>444.64400000000001</c:v>
                      </c:pt>
                      <c:pt idx="98">
                        <c:v>436.423</c:v>
                      </c:pt>
                      <c:pt idx="99">
                        <c:v>454.625</c:v>
                      </c:pt>
                      <c:pt idx="100">
                        <c:v>452.13400000000001</c:v>
                      </c:pt>
                      <c:pt idx="101">
                        <c:v>456.17500000000001</c:v>
                      </c:pt>
                      <c:pt idx="102">
                        <c:v>448.39299999999997</c:v>
                      </c:pt>
                      <c:pt idx="103">
                        <c:v>451.18700000000001</c:v>
                      </c:pt>
                      <c:pt idx="104">
                        <c:v>448</c:v>
                      </c:pt>
                      <c:pt idx="105">
                        <c:v>438</c:v>
                      </c:pt>
                      <c:pt idx="106">
                        <c:v>437.25</c:v>
                      </c:pt>
                      <c:pt idx="107">
                        <c:v>429.66699999999997</c:v>
                      </c:pt>
                      <c:pt idx="108">
                        <c:v>426</c:v>
                      </c:pt>
                      <c:pt idx="109">
                        <c:v>440</c:v>
                      </c:pt>
                      <c:pt idx="110">
                        <c:v>426.625</c:v>
                      </c:pt>
                      <c:pt idx="111">
                        <c:v>432.5</c:v>
                      </c:pt>
                      <c:pt idx="112">
                        <c:v>447.5</c:v>
                      </c:pt>
                      <c:pt idx="113">
                        <c:v>426.875</c:v>
                      </c:pt>
                      <c:pt idx="114">
                        <c:v>432.5</c:v>
                      </c:pt>
                      <c:pt idx="115">
                        <c:v>400.66699999999997</c:v>
                      </c:pt>
                      <c:pt idx="116">
                        <c:v>448.75</c:v>
                      </c:pt>
                      <c:pt idx="117">
                        <c:v>414.66699999999997</c:v>
                      </c:pt>
                      <c:pt idx="118">
                        <c:v>407.25</c:v>
                      </c:pt>
                      <c:pt idx="119">
                        <c:v>406.25</c:v>
                      </c:pt>
                      <c:pt idx="120">
                        <c:v>378</c:v>
                      </c:pt>
                      <c:pt idx="121">
                        <c:v>424.66699999999997</c:v>
                      </c:pt>
                      <c:pt idx="122">
                        <c:v>413.5</c:v>
                      </c:pt>
                      <c:pt idx="123">
                        <c:v>407.25</c:v>
                      </c:pt>
                      <c:pt idx="124">
                        <c:v>375.66699999999997</c:v>
                      </c:pt>
                      <c:pt idx="125">
                        <c:v>397.25</c:v>
                      </c:pt>
                      <c:pt idx="126">
                        <c:v>406.33300000000003</c:v>
                      </c:pt>
                      <c:pt idx="127">
                        <c:v>369</c:v>
                      </c:pt>
                      <c:pt idx="128">
                        <c:v>368.16699999999997</c:v>
                      </c:pt>
                      <c:pt idx="129">
                        <c:v>406</c:v>
                      </c:pt>
                      <c:pt idx="130">
                        <c:v>408.5</c:v>
                      </c:pt>
                      <c:pt idx="131">
                        <c:v>387.33300000000003</c:v>
                      </c:pt>
                      <c:pt idx="132">
                        <c:v>396.66699999999997</c:v>
                      </c:pt>
                      <c:pt idx="133">
                        <c:v>411</c:v>
                      </c:pt>
                      <c:pt idx="134">
                        <c:v>426.33300000000003</c:v>
                      </c:pt>
                      <c:pt idx="135">
                        <c:v>393.5</c:v>
                      </c:pt>
                      <c:pt idx="136">
                        <c:v>381.33300000000003</c:v>
                      </c:pt>
                      <c:pt idx="137">
                        <c:v>372</c:v>
                      </c:pt>
                      <c:pt idx="138">
                        <c:v>368</c:v>
                      </c:pt>
                      <c:pt idx="139">
                        <c:v>363.5</c:v>
                      </c:pt>
                      <c:pt idx="140">
                        <c:v>355.33300000000003</c:v>
                      </c:pt>
                      <c:pt idx="141">
                        <c:v>418.5</c:v>
                      </c:pt>
                      <c:pt idx="142">
                        <c:v>361.15600000000001</c:v>
                      </c:pt>
                      <c:pt idx="143">
                        <c:v>404.66699999999997</c:v>
                      </c:pt>
                      <c:pt idx="144">
                        <c:v>416.33300000000003</c:v>
                      </c:pt>
                      <c:pt idx="145">
                        <c:v>407.25</c:v>
                      </c:pt>
                      <c:pt idx="146">
                        <c:v>403.5</c:v>
                      </c:pt>
                      <c:pt idx="147">
                        <c:v>419.66699999999997</c:v>
                      </c:pt>
                      <c:pt idx="148">
                        <c:v>405.375</c:v>
                      </c:pt>
                      <c:pt idx="149">
                        <c:v>390.53100000000001</c:v>
                      </c:pt>
                      <c:pt idx="150">
                        <c:v>393</c:v>
                      </c:pt>
                      <c:pt idx="151">
                        <c:v>405.83300000000003</c:v>
                      </c:pt>
                      <c:pt idx="152">
                        <c:v>398.33300000000003</c:v>
                      </c:pt>
                      <c:pt idx="153">
                        <c:v>424</c:v>
                      </c:pt>
                      <c:pt idx="154">
                        <c:v>422.33300000000003</c:v>
                      </c:pt>
                      <c:pt idx="155">
                        <c:v>390.66699999999997</c:v>
                      </c:pt>
                      <c:pt idx="156">
                        <c:v>413.625</c:v>
                      </c:pt>
                      <c:pt idx="157">
                        <c:v>408.625</c:v>
                      </c:pt>
                      <c:pt idx="158">
                        <c:v>406.125</c:v>
                      </c:pt>
                      <c:pt idx="159">
                        <c:v>406.33300000000003</c:v>
                      </c:pt>
                      <c:pt idx="160">
                        <c:v>365.5</c:v>
                      </c:pt>
                      <c:pt idx="161">
                        <c:v>401.33300000000003</c:v>
                      </c:pt>
                      <c:pt idx="162">
                        <c:v>400.375</c:v>
                      </c:pt>
                      <c:pt idx="163">
                        <c:v>391</c:v>
                      </c:pt>
                      <c:pt idx="164">
                        <c:v>422</c:v>
                      </c:pt>
                      <c:pt idx="165">
                        <c:v>388.5</c:v>
                      </c:pt>
                      <c:pt idx="166">
                        <c:v>386</c:v>
                      </c:pt>
                      <c:pt idx="167">
                        <c:v>348</c:v>
                      </c:pt>
                      <c:pt idx="168">
                        <c:v>376</c:v>
                      </c:pt>
                      <c:pt idx="169">
                        <c:v>323</c:v>
                      </c:pt>
                      <c:pt idx="170">
                        <c:v>334.66699999999997</c:v>
                      </c:pt>
                      <c:pt idx="171">
                        <c:v>322</c:v>
                      </c:pt>
                      <c:pt idx="172">
                        <c:v>321.33300000000003</c:v>
                      </c:pt>
                      <c:pt idx="173">
                        <c:v>316.33300000000003</c:v>
                      </c:pt>
                      <c:pt idx="174">
                        <c:v>373</c:v>
                      </c:pt>
                      <c:pt idx="175">
                        <c:v>353.5</c:v>
                      </c:pt>
                      <c:pt idx="176">
                        <c:v>358.5</c:v>
                      </c:pt>
                      <c:pt idx="177">
                        <c:v>318.75</c:v>
                      </c:pt>
                      <c:pt idx="178">
                        <c:v>320</c:v>
                      </c:pt>
                      <c:pt idx="179">
                        <c:v>320</c:v>
                      </c:pt>
                      <c:pt idx="180">
                        <c:v>357.5</c:v>
                      </c:pt>
                      <c:pt idx="181">
                        <c:v>318.375</c:v>
                      </c:pt>
                      <c:pt idx="182">
                        <c:v>352.25</c:v>
                      </c:pt>
                      <c:pt idx="183">
                        <c:v>358.5</c:v>
                      </c:pt>
                      <c:pt idx="184">
                        <c:v>362.25</c:v>
                      </c:pt>
                      <c:pt idx="185">
                        <c:v>320.33300000000003</c:v>
                      </c:pt>
                      <c:pt idx="186">
                        <c:v>357.75</c:v>
                      </c:pt>
                      <c:pt idx="187">
                        <c:v>354.75</c:v>
                      </c:pt>
                      <c:pt idx="188">
                        <c:v>307</c:v>
                      </c:pt>
                      <c:pt idx="189">
                        <c:v>307.5</c:v>
                      </c:pt>
                      <c:pt idx="190">
                        <c:v>346.75</c:v>
                      </c:pt>
                      <c:pt idx="191">
                        <c:v>348</c:v>
                      </c:pt>
                      <c:pt idx="192">
                        <c:v>345.5</c:v>
                      </c:pt>
                      <c:pt idx="193">
                        <c:v>345.5</c:v>
                      </c:pt>
                      <c:pt idx="194">
                        <c:v>343</c:v>
                      </c:pt>
                      <c:pt idx="195">
                        <c:v>360.66699999999997</c:v>
                      </c:pt>
                      <c:pt idx="196">
                        <c:v>292.83300000000003</c:v>
                      </c:pt>
                      <c:pt idx="197">
                        <c:v>292.25</c:v>
                      </c:pt>
                      <c:pt idx="198">
                        <c:v>299.5</c:v>
                      </c:pt>
                      <c:pt idx="199">
                        <c:v>297.125</c:v>
                      </c:pt>
                      <c:pt idx="200">
                        <c:v>341</c:v>
                      </c:pt>
                      <c:pt idx="201">
                        <c:v>299.5</c:v>
                      </c:pt>
                      <c:pt idx="202">
                        <c:v>294.375</c:v>
                      </c:pt>
                      <c:pt idx="203">
                        <c:v>307.25</c:v>
                      </c:pt>
                      <c:pt idx="204">
                        <c:v>311.66699999999997</c:v>
                      </c:pt>
                      <c:pt idx="205">
                        <c:v>313.83300000000003</c:v>
                      </c:pt>
                      <c:pt idx="206">
                        <c:v>317.25</c:v>
                      </c:pt>
                      <c:pt idx="207">
                        <c:v>328.5</c:v>
                      </c:pt>
                      <c:pt idx="208">
                        <c:v>321.33300000000003</c:v>
                      </c:pt>
                      <c:pt idx="209">
                        <c:v>319.75</c:v>
                      </c:pt>
                      <c:pt idx="210">
                        <c:v>323.33300000000003</c:v>
                      </c:pt>
                      <c:pt idx="211">
                        <c:v>329</c:v>
                      </c:pt>
                      <c:pt idx="212">
                        <c:v>330.5</c:v>
                      </c:pt>
                      <c:pt idx="213">
                        <c:v>334</c:v>
                      </c:pt>
                      <c:pt idx="214">
                        <c:v>336</c:v>
                      </c:pt>
                      <c:pt idx="215">
                        <c:v>344.125</c:v>
                      </c:pt>
                      <c:pt idx="216">
                        <c:v>331.625</c:v>
                      </c:pt>
                      <c:pt idx="217">
                        <c:v>326.83300000000003</c:v>
                      </c:pt>
                      <c:pt idx="218">
                        <c:v>324.125</c:v>
                      </c:pt>
                      <c:pt idx="219">
                        <c:v>331.125</c:v>
                      </c:pt>
                      <c:pt idx="220">
                        <c:v>334.25</c:v>
                      </c:pt>
                      <c:pt idx="221">
                        <c:v>329.875</c:v>
                      </c:pt>
                      <c:pt idx="222">
                        <c:v>328.33300000000003</c:v>
                      </c:pt>
                      <c:pt idx="223">
                        <c:v>335.33300000000003</c:v>
                      </c:pt>
                      <c:pt idx="224">
                        <c:v>332</c:v>
                      </c:pt>
                      <c:pt idx="225">
                        <c:v>325.66699999999997</c:v>
                      </c:pt>
                      <c:pt idx="226">
                        <c:v>322.16699999999997</c:v>
                      </c:pt>
                      <c:pt idx="227">
                        <c:v>321.16699999999997</c:v>
                      </c:pt>
                      <c:pt idx="228">
                        <c:v>319.33300000000003</c:v>
                      </c:pt>
                      <c:pt idx="229">
                        <c:v>317.33300000000003</c:v>
                      </c:pt>
                      <c:pt idx="230">
                        <c:v>315.125</c:v>
                      </c:pt>
                      <c:pt idx="231">
                        <c:v>310.375</c:v>
                      </c:pt>
                      <c:pt idx="232">
                        <c:v>312.16699999999997</c:v>
                      </c:pt>
                      <c:pt idx="233">
                        <c:v>311.5</c:v>
                      </c:pt>
                      <c:pt idx="234">
                        <c:v>304.125</c:v>
                      </c:pt>
                      <c:pt idx="235">
                        <c:v>301.5</c:v>
                      </c:pt>
                      <c:pt idx="236">
                        <c:v>305.5</c:v>
                      </c:pt>
                      <c:pt idx="237">
                        <c:v>313.33300000000003</c:v>
                      </c:pt>
                      <c:pt idx="238">
                        <c:v>314.66699999999997</c:v>
                      </c:pt>
                      <c:pt idx="239">
                        <c:v>311.16699999999997</c:v>
                      </c:pt>
                      <c:pt idx="240">
                        <c:v>310.125</c:v>
                      </c:pt>
                      <c:pt idx="241">
                        <c:v>309.33300000000003</c:v>
                      </c:pt>
                      <c:pt idx="242">
                        <c:v>311.8</c:v>
                      </c:pt>
                      <c:pt idx="243">
                        <c:v>308.33300000000003</c:v>
                      </c:pt>
                      <c:pt idx="244">
                        <c:v>306</c:v>
                      </c:pt>
                      <c:pt idx="245">
                        <c:v>303.5</c:v>
                      </c:pt>
                      <c:pt idx="246">
                        <c:v>291.5</c:v>
                      </c:pt>
                      <c:pt idx="247">
                        <c:v>289.125</c:v>
                      </c:pt>
                      <c:pt idx="248">
                        <c:v>299.625</c:v>
                      </c:pt>
                      <c:pt idx="249">
                        <c:v>304.25</c:v>
                      </c:pt>
                      <c:pt idx="250">
                        <c:v>314.39999999999998</c:v>
                      </c:pt>
                      <c:pt idx="251">
                        <c:v>333</c:v>
                      </c:pt>
                      <c:pt idx="252">
                        <c:v>341.83300000000003</c:v>
                      </c:pt>
                      <c:pt idx="253">
                        <c:v>360.5</c:v>
                      </c:pt>
                      <c:pt idx="254">
                        <c:v>368.125</c:v>
                      </c:pt>
                      <c:pt idx="255">
                        <c:v>362.375</c:v>
                      </c:pt>
                      <c:pt idx="256">
                        <c:v>374.16699999999997</c:v>
                      </c:pt>
                      <c:pt idx="257">
                        <c:v>381.25</c:v>
                      </c:pt>
                      <c:pt idx="258">
                        <c:v>399.6</c:v>
                      </c:pt>
                      <c:pt idx="259">
                        <c:v>440.83300000000003</c:v>
                      </c:pt>
                      <c:pt idx="260">
                        <c:v>443.16699999999997</c:v>
                      </c:pt>
                      <c:pt idx="261">
                        <c:v>453.25</c:v>
                      </c:pt>
                      <c:pt idx="262">
                        <c:v>443.83300000000003</c:v>
                      </c:pt>
                      <c:pt idx="263">
                        <c:v>427</c:v>
                      </c:pt>
                      <c:pt idx="264">
                        <c:v>412.125</c:v>
                      </c:pt>
                      <c:pt idx="265">
                        <c:v>411.16699999999997</c:v>
                      </c:pt>
                      <c:pt idx="266">
                        <c:v>421.33300000000003</c:v>
                      </c:pt>
                      <c:pt idx="267">
                        <c:v>418.33300000000003</c:v>
                      </c:pt>
                      <c:pt idx="268">
                        <c:v>409.75</c:v>
                      </c:pt>
                      <c:pt idx="269">
                        <c:v>401.5</c:v>
                      </c:pt>
                      <c:pt idx="270">
                        <c:v>399</c:v>
                      </c:pt>
                      <c:pt idx="271">
                        <c:v>397.125</c:v>
                      </c:pt>
                      <c:pt idx="272">
                        <c:v>395.83300000000003</c:v>
                      </c:pt>
                      <c:pt idx="273">
                        <c:v>396.75</c:v>
                      </c:pt>
                      <c:pt idx="274">
                        <c:v>412.5</c:v>
                      </c:pt>
                      <c:pt idx="275">
                        <c:v>426.16699999999997</c:v>
                      </c:pt>
                      <c:pt idx="276">
                        <c:v>427.16699999999997</c:v>
                      </c:pt>
                      <c:pt idx="277">
                        <c:v>418</c:v>
                      </c:pt>
                      <c:pt idx="278">
                        <c:v>416.5</c:v>
                      </c:pt>
                      <c:pt idx="279">
                        <c:v>403.25</c:v>
                      </c:pt>
                      <c:pt idx="280">
                        <c:v>398.25</c:v>
                      </c:pt>
                      <c:pt idx="281">
                        <c:v>400</c:v>
                      </c:pt>
                      <c:pt idx="282">
                        <c:v>392.16699999999997</c:v>
                      </c:pt>
                      <c:pt idx="283">
                        <c:v>395.5</c:v>
                      </c:pt>
                      <c:pt idx="284">
                        <c:v>398.83300000000003</c:v>
                      </c:pt>
                      <c:pt idx="285">
                        <c:v>402.125</c:v>
                      </c:pt>
                      <c:pt idx="286">
                        <c:v>401.5</c:v>
                      </c:pt>
                      <c:pt idx="287">
                        <c:v>393.5</c:v>
                      </c:pt>
                      <c:pt idx="288">
                        <c:v>380.125</c:v>
                      </c:pt>
                      <c:pt idx="289">
                        <c:v>372.25</c:v>
                      </c:pt>
                      <c:pt idx="290">
                        <c:v>363.375</c:v>
                      </c:pt>
                      <c:pt idx="291">
                        <c:v>361.625</c:v>
                      </c:pt>
                      <c:pt idx="292">
                        <c:v>353.83300000000003</c:v>
                      </c:pt>
                      <c:pt idx="293">
                        <c:v>375.375</c:v>
                      </c:pt>
                      <c:pt idx="294">
                        <c:v>360.5</c:v>
                      </c:pt>
                      <c:pt idx="295">
                        <c:v>359.5</c:v>
                      </c:pt>
                      <c:pt idx="296">
                        <c:v>362.875</c:v>
                      </c:pt>
                      <c:pt idx="297">
                        <c:v>369.096</c:v>
                      </c:pt>
                      <c:pt idx="298">
                        <c:v>367.56099999999998</c:v>
                      </c:pt>
                      <c:pt idx="299">
                        <c:v>364.42599999999999</c:v>
                      </c:pt>
                      <c:pt idx="300">
                        <c:v>358.66699999999997</c:v>
                      </c:pt>
                      <c:pt idx="301">
                        <c:v>357.214</c:v>
                      </c:pt>
                      <c:pt idx="302">
                        <c:v>354.96199999999999</c:v>
                      </c:pt>
                      <c:pt idx="303">
                        <c:v>337.54599999999999</c:v>
                      </c:pt>
                      <c:pt idx="304">
                        <c:v>314.81099999999998</c:v>
                      </c:pt>
                      <c:pt idx="305">
                        <c:v>326.19900000000001</c:v>
                      </c:pt>
                      <c:pt idx="306">
                        <c:v>310.23599999999999</c:v>
                      </c:pt>
                      <c:pt idx="307">
                        <c:v>312.137</c:v>
                      </c:pt>
                      <c:pt idx="308">
                        <c:v>306.32400000000001</c:v>
                      </c:pt>
                      <c:pt idx="309">
                        <c:v>308.73200000000003</c:v>
                      </c:pt>
                      <c:pt idx="310">
                        <c:v>321.84300000000002</c:v>
                      </c:pt>
                      <c:pt idx="311">
                        <c:v>322.73700000000002</c:v>
                      </c:pt>
                      <c:pt idx="312">
                        <c:v>314.488</c:v>
                      </c:pt>
                      <c:pt idx="313">
                        <c:v>314.99799999999999</c:v>
                      </c:pt>
                      <c:pt idx="314">
                        <c:v>303.38400000000001</c:v>
                      </c:pt>
                      <c:pt idx="315">
                        <c:v>304.34300000000002</c:v>
                      </c:pt>
                      <c:pt idx="316">
                        <c:v>296.911</c:v>
                      </c:pt>
                      <c:pt idx="317">
                        <c:v>296.233</c:v>
                      </c:pt>
                      <c:pt idx="318">
                        <c:v>297.44200000000001</c:v>
                      </c:pt>
                      <c:pt idx="319">
                        <c:v>299.83</c:v>
                      </c:pt>
                      <c:pt idx="320">
                        <c:v>294.68799999999999</c:v>
                      </c:pt>
                      <c:pt idx="321">
                        <c:v>293.17700000000002</c:v>
                      </c:pt>
                      <c:pt idx="322">
                        <c:v>299.685</c:v>
                      </c:pt>
                      <c:pt idx="323">
                        <c:v>298.18700000000001</c:v>
                      </c:pt>
                      <c:pt idx="324">
                        <c:v>298.57799999999997</c:v>
                      </c:pt>
                      <c:pt idx="325">
                        <c:v>298.88799999999998</c:v>
                      </c:pt>
                      <c:pt idx="326">
                        <c:v>294.625</c:v>
                      </c:pt>
                      <c:pt idx="327">
                        <c:v>292.61799999999999</c:v>
                      </c:pt>
                      <c:pt idx="328">
                        <c:v>291.45800000000003</c:v>
                      </c:pt>
                      <c:pt idx="329">
                        <c:v>292.923</c:v>
                      </c:pt>
                      <c:pt idx="330">
                        <c:v>295</c:v>
                      </c:pt>
                      <c:pt idx="331">
                        <c:v>300.56599999999997</c:v>
                      </c:pt>
                      <c:pt idx="332">
                        <c:v>299.80200000000002</c:v>
                      </c:pt>
                      <c:pt idx="333">
                        <c:v>296.911</c:v>
                      </c:pt>
                      <c:pt idx="334">
                        <c:v>299.62599999999998</c:v>
                      </c:pt>
                      <c:pt idx="335">
                        <c:v>289.238</c:v>
                      </c:pt>
                      <c:pt idx="336">
                        <c:v>287.45600000000002</c:v>
                      </c:pt>
                      <c:pt idx="337">
                        <c:v>282.49799999999999</c:v>
                      </c:pt>
                      <c:pt idx="338">
                        <c:v>282.197</c:v>
                      </c:pt>
                      <c:pt idx="339">
                        <c:v>284.404</c:v>
                      </c:pt>
                      <c:pt idx="340">
                        <c:v>285.84500000000003</c:v>
                      </c:pt>
                      <c:pt idx="341">
                        <c:v>290.03199999999998</c:v>
                      </c:pt>
                      <c:pt idx="342">
                        <c:v>290.42700000000002</c:v>
                      </c:pt>
                      <c:pt idx="343">
                        <c:v>288.55099999999999</c:v>
                      </c:pt>
                      <c:pt idx="344">
                        <c:v>291.75200000000001</c:v>
                      </c:pt>
                      <c:pt idx="345">
                        <c:v>295.34100000000001</c:v>
                      </c:pt>
                      <c:pt idx="346">
                        <c:v>297.68900000000002</c:v>
                      </c:pt>
                      <c:pt idx="347">
                        <c:v>285.75900000000001</c:v>
                      </c:pt>
                      <c:pt idx="348">
                        <c:v>269</c:v>
                      </c:pt>
                      <c:pt idx="349">
                        <c:v>272.279</c:v>
                      </c:pt>
                      <c:pt idx="350">
                        <c:v>273.31599999999997</c:v>
                      </c:pt>
                      <c:pt idx="351">
                        <c:v>268.25599999999997</c:v>
                      </c:pt>
                      <c:pt idx="352">
                        <c:v>266.875</c:v>
                      </c:pt>
                      <c:pt idx="353">
                        <c:v>266.25</c:v>
                      </c:pt>
                      <c:pt idx="354">
                        <c:v>259.733</c:v>
                      </c:pt>
                      <c:pt idx="355">
                        <c:v>266.49700000000001</c:v>
                      </c:pt>
                      <c:pt idx="356">
                        <c:v>267.89400000000001</c:v>
                      </c:pt>
                      <c:pt idx="357">
                        <c:v>264.02199999999999</c:v>
                      </c:pt>
                      <c:pt idx="358">
                        <c:v>271.16699999999997</c:v>
                      </c:pt>
                      <c:pt idx="359">
                        <c:v>268.84300000000002</c:v>
                      </c:pt>
                      <c:pt idx="360">
                        <c:v>264.517</c:v>
                      </c:pt>
                      <c:pt idx="361">
                        <c:v>264.26400000000001</c:v>
                      </c:pt>
                      <c:pt idx="362">
                        <c:v>263.125</c:v>
                      </c:pt>
                      <c:pt idx="363">
                        <c:v>260.74900000000002</c:v>
                      </c:pt>
                      <c:pt idx="364">
                        <c:v>259.52800000000002</c:v>
                      </c:pt>
                      <c:pt idx="365">
                        <c:v>258.55200000000002</c:v>
                      </c:pt>
                      <c:pt idx="366">
                        <c:v>258.61</c:v>
                      </c:pt>
                      <c:pt idx="367">
                        <c:v>263.35399999999998</c:v>
                      </c:pt>
                      <c:pt idx="368">
                        <c:v>262.40800000000002</c:v>
                      </c:pt>
                      <c:pt idx="369">
                        <c:v>259.70699999999999</c:v>
                      </c:pt>
                      <c:pt idx="370">
                        <c:v>257.27199999999999</c:v>
                      </c:pt>
                      <c:pt idx="371">
                        <c:v>257.97500000000002</c:v>
                      </c:pt>
                      <c:pt idx="372">
                        <c:v>255.61699999999999</c:v>
                      </c:pt>
                      <c:pt idx="373">
                        <c:v>253.125</c:v>
                      </c:pt>
                      <c:pt idx="374">
                        <c:v>253.887</c:v>
                      </c:pt>
                      <c:pt idx="375">
                        <c:v>250.75</c:v>
                      </c:pt>
                      <c:pt idx="376">
                        <c:v>247.08699999999999</c:v>
                      </c:pt>
                      <c:pt idx="377">
                        <c:v>237.21899999999999</c:v>
                      </c:pt>
                      <c:pt idx="378">
                        <c:v>236.404</c:v>
                      </c:pt>
                      <c:pt idx="379">
                        <c:v>236.57</c:v>
                      </c:pt>
                      <c:pt idx="380">
                        <c:v>235.553</c:v>
                      </c:pt>
                      <c:pt idx="381">
                        <c:v>237.43700000000001</c:v>
                      </c:pt>
                      <c:pt idx="382">
                        <c:v>233.37</c:v>
                      </c:pt>
                      <c:pt idx="383">
                        <c:v>227.72499999999999</c:v>
                      </c:pt>
                      <c:pt idx="384">
                        <c:v>225.5</c:v>
                      </c:pt>
                      <c:pt idx="385">
                        <c:v>208.554</c:v>
                      </c:pt>
                      <c:pt idx="386">
                        <c:v>209.88</c:v>
                      </c:pt>
                      <c:pt idx="387">
                        <c:v>205.38300000000001</c:v>
                      </c:pt>
                      <c:pt idx="388">
                        <c:v>210.04</c:v>
                      </c:pt>
                      <c:pt idx="389">
                        <c:v>206.8</c:v>
                      </c:pt>
                      <c:pt idx="390">
                        <c:v>203.23500000000001</c:v>
                      </c:pt>
                      <c:pt idx="391">
                        <c:v>205.17400000000001</c:v>
                      </c:pt>
                      <c:pt idx="392">
                        <c:v>202.166</c:v>
                      </c:pt>
                      <c:pt idx="393">
                        <c:v>193.31800000000001</c:v>
                      </c:pt>
                      <c:pt idx="394">
                        <c:v>189.47900000000001</c:v>
                      </c:pt>
                      <c:pt idx="395">
                        <c:v>186.75899999999999</c:v>
                      </c:pt>
                      <c:pt idx="396">
                        <c:v>194.214</c:v>
                      </c:pt>
                      <c:pt idx="397">
                        <c:v>207.422</c:v>
                      </c:pt>
                      <c:pt idx="398">
                        <c:v>246.95099999999999</c:v>
                      </c:pt>
                      <c:pt idx="399">
                        <c:v>235.25</c:v>
                      </c:pt>
                      <c:pt idx="400">
                        <c:v>234.833</c:v>
                      </c:pt>
                      <c:pt idx="401">
                        <c:v>240.702</c:v>
                      </c:pt>
                      <c:pt idx="402">
                        <c:v>270.23899999999998</c:v>
                      </c:pt>
                      <c:pt idx="403">
                        <c:v>285.59100000000001</c:v>
                      </c:pt>
                      <c:pt idx="404">
                        <c:v>282.81900000000002</c:v>
                      </c:pt>
                      <c:pt idx="405">
                        <c:v>270.27100000000002</c:v>
                      </c:pt>
                      <c:pt idx="406">
                        <c:v>263.2</c:v>
                      </c:pt>
                      <c:pt idx="407">
                        <c:v>262.33199999999999</c:v>
                      </c:pt>
                      <c:pt idx="408">
                        <c:v>253.357</c:v>
                      </c:pt>
                      <c:pt idx="409">
                        <c:v>258.16699999999997</c:v>
                      </c:pt>
                      <c:pt idx="410">
                        <c:v>249.85400000000001</c:v>
                      </c:pt>
                      <c:pt idx="411">
                        <c:v>241.97900000000001</c:v>
                      </c:pt>
                      <c:pt idx="412">
                        <c:v>241.476</c:v>
                      </c:pt>
                      <c:pt idx="413">
                        <c:v>244.69800000000001</c:v>
                      </c:pt>
                      <c:pt idx="414">
                        <c:v>233.81100000000001</c:v>
                      </c:pt>
                      <c:pt idx="415">
                        <c:v>223.36600000000001</c:v>
                      </c:pt>
                      <c:pt idx="416">
                        <c:v>218.17699999999999</c:v>
                      </c:pt>
                      <c:pt idx="417">
                        <c:v>213.59200000000001</c:v>
                      </c:pt>
                      <c:pt idx="418">
                        <c:v>213.375</c:v>
                      </c:pt>
                      <c:pt idx="419">
                        <c:v>216.06399999999999</c:v>
                      </c:pt>
                      <c:pt idx="420">
                        <c:v>213.28700000000001</c:v>
                      </c:pt>
                      <c:pt idx="421">
                        <c:v>203.34299999999999</c:v>
                      </c:pt>
                      <c:pt idx="422">
                        <c:v>200.27</c:v>
                      </c:pt>
                      <c:pt idx="423">
                        <c:v>201.791</c:v>
                      </c:pt>
                      <c:pt idx="424">
                        <c:v>201.791</c:v>
                      </c:pt>
                      <c:pt idx="425">
                        <c:v>200.54599999999999</c:v>
                      </c:pt>
                      <c:pt idx="426">
                        <c:v>195.13300000000001</c:v>
                      </c:pt>
                      <c:pt idx="427">
                        <c:v>193.21799999999999</c:v>
                      </c:pt>
                      <c:pt idx="428">
                        <c:v>189.79900000000001</c:v>
                      </c:pt>
                      <c:pt idx="429">
                        <c:v>186.27</c:v>
                      </c:pt>
                      <c:pt idx="430">
                        <c:v>182.19300000000001</c:v>
                      </c:pt>
                      <c:pt idx="431">
                        <c:v>180.18199999999999</c:v>
                      </c:pt>
                      <c:pt idx="432">
                        <c:v>178.625</c:v>
                      </c:pt>
                      <c:pt idx="433">
                        <c:v>178.625</c:v>
                      </c:pt>
                      <c:pt idx="434">
                        <c:v>178.125</c:v>
                      </c:pt>
                      <c:pt idx="435">
                        <c:v>175.22399999999999</c:v>
                      </c:pt>
                      <c:pt idx="436">
                        <c:v>178.07400000000001</c:v>
                      </c:pt>
                      <c:pt idx="437">
                        <c:v>178.91800000000001</c:v>
                      </c:pt>
                      <c:pt idx="438">
                        <c:v>173.77199999999999</c:v>
                      </c:pt>
                      <c:pt idx="439">
                        <c:v>170.54900000000001</c:v>
                      </c:pt>
                      <c:pt idx="440">
                        <c:v>169.68799999999999</c:v>
                      </c:pt>
                      <c:pt idx="441">
                        <c:v>169.465</c:v>
                      </c:pt>
                      <c:pt idx="442">
                        <c:v>169.32499999999999</c:v>
                      </c:pt>
                      <c:pt idx="443">
                        <c:v>173.42599999999999</c:v>
                      </c:pt>
                      <c:pt idx="444">
                        <c:v>173.27799999999999</c:v>
                      </c:pt>
                      <c:pt idx="445">
                        <c:v>173.93700000000001</c:v>
                      </c:pt>
                      <c:pt idx="446">
                        <c:v>169.92099999999999</c:v>
                      </c:pt>
                      <c:pt idx="447">
                        <c:v>166.43199999999999</c:v>
                      </c:pt>
                      <c:pt idx="448">
                        <c:v>169.411</c:v>
                      </c:pt>
                      <c:pt idx="449">
                        <c:v>171.47900000000001</c:v>
                      </c:pt>
                      <c:pt idx="450">
                        <c:v>170.31399999999999</c:v>
                      </c:pt>
                      <c:pt idx="451">
                        <c:v>170.33500000000001</c:v>
                      </c:pt>
                      <c:pt idx="452">
                        <c:v>169.79</c:v>
                      </c:pt>
                      <c:pt idx="453">
                        <c:v>168.41900000000001</c:v>
                      </c:pt>
                      <c:pt idx="454">
                        <c:v>167.73500000000001</c:v>
                      </c:pt>
                      <c:pt idx="455">
                        <c:v>168.5</c:v>
                      </c:pt>
                      <c:pt idx="456">
                        <c:v>168</c:v>
                      </c:pt>
                      <c:pt idx="457">
                        <c:v>168.35300000000001</c:v>
                      </c:pt>
                      <c:pt idx="458">
                        <c:v>167.43799999999999</c:v>
                      </c:pt>
                      <c:pt idx="459">
                        <c:v>167</c:v>
                      </c:pt>
                      <c:pt idx="460">
                        <c:v>168.5</c:v>
                      </c:pt>
                      <c:pt idx="461">
                        <c:v>169.07499999999999</c:v>
                      </c:pt>
                      <c:pt idx="462">
                        <c:v>165.404</c:v>
                      </c:pt>
                      <c:pt idx="463">
                        <c:v>165.208</c:v>
                      </c:pt>
                      <c:pt idx="464">
                        <c:v>163.417</c:v>
                      </c:pt>
                      <c:pt idx="465">
                        <c:v>160.15899999999999</c:v>
                      </c:pt>
                      <c:pt idx="466">
                        <c:v>157.23599999999999</c:v>
                      </c:pt>
                      <c:pt idx="467">
                        <c:v>156.21</c:v>
                      </c:pt>
                      <c:pt idx="468">
                        <c:v>156.69300000000001</c:v>
                      </c:pt>
                      <c:pt idx="469">
                        <c:v>156.792</c:v>
                      </c:pt>
                      <c:pt idx="470">
                        <c:v>156.792</c:v>
                      </c:pt>
                      <c:pt idx="471">
                        <c:v>159.90299999999999</c:v>
                      </c:pt>
                      <c:pt idx="472">
                        <c:v>157.52600000000001</c:v>
                      </c:pt>
                      <c:pt idx="473">
                        <c:v>152.12299999999999</c:v>
                      </c:pt>
                      <c:pt idx="474">
                        <c:v>152.083</c:v>
                      </c:pt>
                      <c:pt idx="475">
                        <c:v>150.30199999999999</c:v>
                      </c:pt>
                      <c:pt idx="476">
                        <c:v>148.9</c:v>
                      </c:pt>
                      <c:pt idx="477">
                        <c:v>147.059</c:v>
                      </c:pt>
                      <c:pt idx="478">
                        <c:v>144.006</c:v>
                      </c:pt>
                      <c:pt idx="479">
                        <c:v>142.071</c:v>
                      </c:pt>
                      <c:pt idx="480">
                        <c:v>144.14500000000001</c:v>
                      </c:pt>
                      <c:pt idx="481">
                        <c:v>147.81</c:v>
                      </c:pt>
                      <c:pt idx="482">
                        <c:v>142.24799999999999</c:v>
                      </c:pt>
                      <c:pt idx="483">
                        <c:v>137.23099999999999</c:v>
                      </c:pt>
                      <c:pt idx="484">
                        <c:v>132.267</c:v>
                      </c:pt>
                      <c:pt idx="485">
                        <c:v>123.235</c:v>
                      </c:pt>
                      <c:pt idx="486">
                        <c:v>125.523</c:v>
                      </c:pt>
                      <c:pt idx="487">
                        <c:v>127.401</c:v>
                      </c:pt>
                      <c:pt idx="488">
                        <c:v>122.505</c:v>
                      </c:pt>
                      <c:pt idx="489">
                        <c:v>113.69499999999999</c:v>
                      </c:pt>
                      <c:pt idx="490">
                        <c:v>115.46899999999999</c:v>
                      </c:pt>
                      <c:pt idx="491">
                        <c:v>116.102</c:v>
                      </c:pt>
                      <c:pt idx="492">
                        <c:v>117.137</c:v>
                      </c:pt>
                      <c:pt idx="493">
                        <c:v>113.32599999999999</c:v>
                      </c:pt>
                      <c:pt idx="494">
                        <c:v>111.599</c:v>
                      </c:pt>
                      <c:pt idx="495">
                        <c:v>116.5</c:v>
                      </c:pt>
                      <c:pt idx="496">
                        <c:v>112.154</c:v>
                      </c:pt>
                      <c:pt idx="497">
                        <c:v>109.057</c:v>
                      </c:pt>
                      <c:pt idx="498">
                        <c:v>103.2</c:v>
                      </c:pt>
                      <c:pt idx="499">
                        <c:v>102.581</c:v>
                      </c:pt>
                      <c:pt idx="500">
                        <c:v>93.346999999999994</c:v>
                      </c:pt>
                      <c:pt idx="501">
                        <c:v>97.165999999999997</c:v>
                      </c:pt>
                      <c:pt idx="502">
                        <c:v>93.66</c:v>
                      </c:pt>
                      <c:pt idx="503">
                        <c:v>98.929000000000002</c:v>
                      </c:pt>
                      <c:pt idx="504">
                        <c:v>104.515</c:v>
                      </c:pt>
                      <c:pt idx="505">
                        <c:v>116.36799999999999</c:v>
                      </c:pt>
                      <c:pt idx="506">
                        <c:v>125.90900000000001</c:v>
                      </c:pt>
                      <c:pt idx="507">
                        <c:v>131.11799999999999</c:v>
                      </c:pt>
                      <c:pt idx="508">
                        <c:v>131.43299999999999</c:v>
                      </c:pt>
                      <c:pt idx="509">
                        <c:v>128.72499999999999</c:v>
                      </c:pt>
                      <c:pt idx="510">
                        <c:v>128.43700000000001</c:v>
                      </c:pt>
                      <c:pt idx="511">
                        <c:v>128.33099999999999</c:v>
                      </c:pt>
                      <c:pt idx="512">
                        <c:v>122.083</c:v>
                      </c:pt>
                      <c:pt idx="513">
                        <c:v>119.486</c:v>
                      </c:pt>
                      <c:pt idx="514">
                        <c:v>120.3</c:v>
                      </c:pt>
                      <c:pt idx="515">
                        <c:v>120.654</c:v>
                      </c:pt>
                      <c:pt idx="516">
                        <c:v>132.08699999999999</c:v>
                      </c:pt>
                      <c:pt idx="517">
                        <c:v>132.50800000000001</c:v>
                      </c:pt>
                      <c:pt idx="518">
                        <c:v>134.357</c:v>
                      </c:pt>
                      <c:pt idx="519">
                        <c:v>135.34200000000001</c:v>
                      </c:pt>
                      <c:pt idx="520">
                        <c:v>138.75299999999999</c:v>
                      </c:pt>
                      <c:pt idx="521">
                        <c:v>140.786</c:v>
                      </c:pt>
                      <c:pt idx="522">
                        <c:v>137.983</c:v>
                      </c:pt>
                      <c:pt idx="523">
                        <c:v>137.9</c:v>
                      </c:pt>
                      <c:pt idx="524">
                        <c:v>136.96199999999999</c:v>
                      </c:pt>
                      <c:pt idx="525">
                        <c:v>134.59399999999999</c:v>
                      </c:pt>
                      <c:pt idx="526">
                        <c:v>132.964</c:v>
                      </c:pt>
                      <c:pt idx="527">
                        <c:v>135.65</c:v>
                      </c:pt>
                      <c:pt idx="528">
                        <c:v>138.92599999999999</c:v>
                      </c:pt>
                      <c:pt idx="529">
                        <c:v>144.76</c:v>
                      </c:pt>
                      <c:pt idx="530">
                        <c:v>146.1</c:v>
                      </c:pt>
                      <c:pt idx="531">
                        <c:v>145.73500000000001</c:v>
                      </c:pt>
                      <c:pt idx="532">
                        <c:v>146.20500000000001</c:v>
                      </c:pt>
                      <c:pt idx="533">
                        <c:v>148.07400000000001</c:v>
                      </c:pt>
                      <c:pt idx="534">
                        <c:v>148.07400000000001</c:v>
                      </c:pt>
                      <c:pt idx="535">
                        <c:v>149.92500000000001</c:v>
                      </c:pt>
                      <c:pt idx="536">
                        <c:v>136.56899999999999</c:v>
                      </c:pt>
                      <c:pt idx="537">
                        <c:v>125.571</c:v>
                      </c:pt>
                      <c:pt idx="538">
                        <c:v>127.45</c:v>
                      </c:pt>
                      <c:pt idx="539">
                        <c:v>124.73699999999999</c:v>
                      </c:pt>
                      <c:pt idx="540">
                        <c:v>125.321</c:v>
                      </c:pt>
                      <c:pt idx="541">
                        <c:v>128.49100000000001</c:v>
                      </c:pt>
                      <c:pt idx="542">
                        <c:v>122.84</c:v>
                      </c:pt>
                      <c:pt idx="543">
                        <c:v>123.43300000000001</c:v>
                      </c:pt>
                      <c:pt idx="544">
                        <c:v>125.994</c:v>
                      </c:pt>
                      <c:pt idx="545">
                        <c:v>125.25</c:v>
                      </c:pt>
                      <c:pt idx="546">
                        <c:v>121.375</c:v>
                      </c:pt>
                      <c:pt idx="547">
                        <c:v>123.42700000000001</c:v>
                      </c:pt>
                      <c:pt idx="548">
                        <c:v>125.712</c:v>
                      </c:pt>
                      <c:pt idx="549">
                        <c:v>125.73699999999999</c:v>
                      </c:pt>
                      <c:pt idx="550">
                        <c:v>125.056</c:v>
                      </c:pt>
                      <c:pt idx="551">
                        <c:v>126.292</c:v>
                      </c:pt>
                      <c:pt idx="552">
                        <c:v>125.83799999999999</c:v>
                      </c:pt>
                      <c:pt idx="553">
                        <c:v>131.75</c:v>
                      </c:pt>
                      <c:pt idx="554">
                        <c:v>141.4</c:v>
                      </c:pt>
                      <c:pt idx="555">
                        <c:v>157.63300000000001</c:v>
                      </c:pt>
                      <c:pt idx="556">
                        <c:v>152.22300000000001</c:v>
                      </c:pt>
                      <c:pt idx="557">
                        <c:v>164.691</c:v>
                      </c:pt>
                      <c:pt idx="558">
                        <c:v>170.792</c:v>
                      </c:pt>
                      <c:pt idx="559">
                        <c:v>172.44399999999999</c:v>
                      </c:pt>
                      <c:pt idx="560">
                        <c:v>186.92099999999999</c:v>
                      </c:pt>
                      <c:pt idx="561">
                        <c:v>192.77799999999999</c:v>
                      </c:pt>
                      <c:pt idx="562">
                        <c:v>193.953</c:v>
                      </c:pt>
                      <c:pt idx="563">
                        <c:v>172.173</c:v>
                      </c:pt>
                      <c:pt idx="564">
                        <c:v>163.94900000000001</c:v>
                      </c:pt>
                      <c:pt idx="565">
                        <c:v>177.5</c:v>
                      </c:pt>
                      <c:pt idx="566">
                        <c:v>179.20400000000001</c:v>
                      </c:pt>
                      <c:pt idx="567">
                        <c:v>177.69200000000001</c:v>
                      </c:pt>
                      <c:pt idx="568">
                        <c:v>165.24700000000001</c:v>
                      </c:pt>
                      <c:pt idx="569">
                        <c:v>174.078</c:v>
                      </c:pt>
                      <c:pt idx="570">
                        <c:v>170.53100000000001</c:v>
                      </c:pt>
                      <c:pt idx="571">
                        <c:v>172.66900000000001</c:v>
                      </c:pt>
                      <c:pt idx="572">
                        <c:v>172.47399999999999</c:v>
                      </c:pt>
                      <c:pt idx="573">
                        <c:v>177.00700000000001</c:v>
                      </c:pt>
                      <c:pt idx="574">
                        <c:v>174.583</c:v>
                      </c:pt>
                      <c:pt idx="575">
                        <c:v>184.69300000000001</c:v>
                      </c:pt>
                      <c:pt idx="576">
                        <c:v>193.25299999999999</c:v>
                      </c:pt>
                      <c:pt idx="577">
                        <c:v>188.62799999999999</c:v>
                      </c:pt>
                      <c:pt idx="578">
                        <c:v>179.03700000000001</c:v>
                      </c:pt>
                      <c:pt idx="579">
                        <c:v>180.85400000000001</c:v>
                      </c:pt>
                      <c:pt idx="580">
                        <c:v>178.917</c:v>
                      </c:pt>
                      <c:pt idx="581">
                        <c:v>182.3</c:v>
                      </c:pt>
                      <c:pt idx="582">
                        <c:v>182.917</c:v>
                      </c:pt>
                      <c:pt idx="583">
                        <c:v>189</c:v>
                      </c:pt>
                      <c:pt idx="584">
                        <c:v>200.429</c:v>
                      </c:pt>
                      <c:pt idx="585">
                        <c:v>209.786</c:v>
                      </c:pt>
                      <c:pt idx="586">
                        <c:v>215.33500000000001</c:v>
                      </c:pt>
                      <c:pt idx="587">
                        <c:v>208.81399999999999</c:v>
                      </c:pt>
                      <c:pt idx="588">
                        <c:v>190.01</c:v>
                      </c:pt>
                      <c:pt idx="589">
                        <c:v>175.721</c:v>
                      </c:pt>
                      <c:pt idx="590">
                        <c:v>168.25299999999999</c:v>
                      </c:pt>
                      <c:pt idx="591">
                        <c:v>167.5</c:v>
                      </c:pt>
                      <c:pt idx="592">
                        <c:v>178.09299999999999</c:v>
                      </c:pt>
                      <c:pt idx="593">
                        <c:v>171.72399999999999</c:v>
                      </c:pt>
                      <c:pt idx="594">
                        <c:v>172.19</c:v>
                      </c:pt>
                      <c:pt idx="595">
                        <c:v>165.577</c:v>
                      </c:pt>
                      <c:pt idx="596">
                        <c:v>164.405</c:v>
                      </c:pt>
                      <c:pt idx="597">
                        <c:v>170.09899999999999</c:v>
                      </c:pt>
                      <c:pt idx="598">
                        <c:v>185.03299999999999</c:v>
                      </c:pt>
                      <c:pt idx="599">
                        <c:v>184.92</c:v>
                      </c:pt>
                      <c:pt idx="600">
                        <c:v>184.071</c:v>
                      </c:pt>
                      <c:pt idx="601">
                        <c:v>174.6</c:v>
                      </c:pt>
                      <c:pt idx="602">
                        <c:v>165.083</c:v>
                      </c:pt>
                      <c:pt idx="603">
                        <c:v>163.833</c:v>
                      </c:pt>
                      <c:pt idx="604">
                        <c:v>164.24199999999999</c:v>
                      </c:pt>
                      <c:pt idx="605">
                        <c:v>157.43600000000001</c:v>
                      </c:pt>
                      <c:pt idx="606">
                        <c:v>155.03</c:v>
                      </c:pt>
                      <c:pt idx="607">
                        <c:v>149.733</c:v>
                      </c:pt>
                      <c:pt idx="608">
                        <c:v>140.79400000000001</c:v>
                      </c:pt>
                      <c:pt idx="609">
                        <c:v>141.26400000000001</c:v>
                      </c:pt>
                      <c:pt idx="610">
                        <c:v>142.85499999999999</c:v>
                      </c:pt>
                      <c:pt idx="611">
                        <c:v>146.17400000000001</c:v>
                      </c:pt>
                      <c:pt idx="612">
                        <c:v>140.816</c:v>
                      </c:pt>
                      <c:pt idx="613">
                        <c:v>140.006</c:v>
                      </c:pt>
                      <c:pt idx="614">
                        <c:v>134.89699999999999</c:v>
                      </c:pt>
                      <c:pt idx="615">
                        <c:v>134.09399999999999</c:v>
                      </c:pt>
                      <c:pt idx="616">
                        <c:v>131.226</c:v>
                      </c:pt>
                      <c:pt idx="617">
                        <c:v>124.547</c:v>
                      </c:pt>
                      <c:pt idx="618">
                        <c:v>127.646</c:v>
                      </c:pt>
                      <c:pt idx="619">
                        <c:v>130.119</c:v>
                      </c:pt>
                      <c:pt idx="620">
                        <c:v>132.01</c:v>
                      </c:pt>
                      <c:pt idx="621">
                        <c:v>129.85499999999999</c:v>
                      </c:pt>
                      <c:pt idx="622">
                        <c:v>124.974</c:v>
                      </c:pt>
                      <c:pt idx="623">
                        <c:v>123.316</c:v>
                      </c:pt>
                      <c:pt idx="624">
                        <c:v>124.675</c:v>
                      </c:pt>
                      <c:pt idx="625">
                        <c:v>126.93</c:v>
                      </c:pt>
                      <c:pt idx="626">
                        <c:v>128.75800000000001</c:v>
                      </c:pt>
                      <c:pt idx="627">
                        <c:v>134.03700000000001</c:v>
                      </c:pt>
                      <c:pt idx="628">
                        <c:v>140.67599999999999</c:v>
                      </c:pt>
                      <c:pt idx="629">
                        <c:v>141.273</c:v>
                      </c:pt>
                      <c:pt idx="630">
                        <c:v>140.66499999999999</c:v>
                      </c:pt>
                      <c:pt idx="631">
                        <c:v>140.583</c:v>
                      </c:pt>
                      <c:pt idx="632">
                        <c:v>136.5</c:v>
                      </c:pt>
                      <c:pt idx="633">
                        <c:v>129.75</c:v>
                      </c:pt>
                      <c:pt idx="634">
                        <c:v>129.6</c:v>
                      </c:pt>
                      <c:pt idx="635">
                        <c:v>129</c:v>
                      </c:pt>
                      <c:pt idx="636">
                        <c:v>125.333</c:v>
                      </c:pt>
                      <c:pt idx="637">
                        <c:v>128.30000000000001</c:v>
                      </c:pt>
                      <c:pt idx="638">
                        <c:v>134</c:v>
                      </c:pt>
                      <c:pt idx="639">
                        <c:v>132.25</c:v>
                      </c:pt>
                      <c:pt idx="640">
                        <c:v>139.25</c:v>
                      </c:pt>
                      <c:pt idx="641">
                        <c:v>139.9</c:v>
                      </c:pt>
                      <c:pt idx="642">
                        <c:v>141.1</c:v>
                      </c:pt>
                      <c:pt idx="643">
                        <c:v>140.5</c:v>
                      </c:pt>
                      <c:pt idx="644">
                        <c:v>134.917</c:v>
                      </c:pt>
                      <c:pt idx="645">
                        <c:v>135</c:v>
                      </c:pt>
                      <c:pt idx="646">
                        <c:v>137.417</c:v>
                      </c:pt>
                      <c:pt idx="647">
                        <c:v>143.929</c:v>
                      </c:pt>
                      <c:pt idx="648">
                        <c:v>157.375</c:v>
                      </c:pt>
                      <c:pt idx="649">
                        <c:v>162.333</c:v>
                      </c:pt>
                      <c:pt idx="650">
                        <c:v>161</c:v>
                      </c:pt>
                      <c:pt idx="651">
                        <c:v>152</c:v>
                      </c:pt>
                      <c:pt idx="652">
                        <c:v>147.583</c:v>
                      </c:pt>
                      <c:pt idx="653">
                        <c:v>143.571</c:v>
                      </c:pt>
                      <c:pt idx="654">
                        <c:v>145.06200000000001</c:v>
                      </c:pt>
                      <c:pt idx="655">
                        <c:v>142.18799999999999</c:v>
                      </c:pt>
                      <c:pt idx="656">
                        <c:v>149.071</c:v>
                      </c:pt>
                      <c:pt idx="657">
                        <c:v>146.5</c:v>
                      </c:pt>
                      <c:pt idx="658">
                        <c:v>139</c:v>
                      </c:pt>
                      <c:pt idx="659">
                        <c:v>135.417</c:v>
                      </c:pt>
                      <c:pt idx="660">
                        <c:v>135.5</c:v>
                      </c:pt>
                      <c:pt idx="661">
                        <c:v>126.5</c:v>
                      </c:pt>
                      <c:pt idx="662">
                        <c:v>125.875</c:v>
                      </c:pt>
                      <c:pt idx="663">
                        <c:v>122.1</c:v>
                      </c:pt>
                      <c:pt idx="664">
                        <c:v>121</c:v>
                      </c:pt>
                      <c:pt idx="665">
                        <c:v>117.571</c:v>
                      </c:pt>
                      <c:pt idx="666">
                        <c:v>122.286</c:v>
                      </c:pt>
                      <c:pt idx="667">
                        <c:v>121.917</c:v>
                      </c:pt>
                      <c:pt idx="668">
                        <c:v>120.583</c:v>
                      </c:pt>
                      <c:pt idx="669">
                        <c:v>122.583</c:v>
                      </c:pt>
                      <c:pt idx="670">
                        <c:v>127</c:v>
                      </c:pt>
                      <c:pt idx="671">
                        <c:v>126.6</c:v>
                      </c:pt>
                      <c:pt idx="672">
                        <c:v>121.583</c:v>
                      </c:pt>
                      <c:pt idx="673">
                        <c:v>118.786</c:v>
                      </c:pt>
                      <c:pt idx="674">
                        <c:v>122.9</c:v>
                      </c:pt>
                      <c:pt idx="675">
                        <c:v>127.48399999999999</c:v>
                      </c:pt>
                      <c:pt idx="676">
                        <c:v>126.69799999999999</c:v>
                      </c:pt>
                      <c:pt idx="677">
                        <c:v>126.25</c:v>
                      </c:pt>
                      <c:pt idx="678">
                        <c:v>126.714</c:v>
                      </c:pt>
                      <c:pt idx="679">
                        <c:v>120.5</c:v>
                      </c:pt>
                      <c:pt idx="680">
                        <c:v>116.771</c:v>
                      </c:pt>
                      <c:pt idx="681">
                        <c:v>117.714</c:v>
                      </c:pt>
                      <c:pt idx="682">
                        <c:v>117.81</c:v>
                      </c:pt>
                      <c:pt idx="683">
                        <c:v>116.983</c:v>
                      </c:pt>
                      <c:pt idx="684">
                        <c:v>119.5</c:v>
                      </c:pt>
                      <c:pt idx="685">
                        <c:v>119.1</c:v>
                      </c:pt>
                      <c:pt idx="686">
                        <c:v>118.4</c:v>
                      </c:pt>
                      <c:pt idx="687">
                        <c:v>113.958</c:v>
                      </c:pt>
                      <c:pt idx="688">
                        <c:v>112.85</c:v>
                      </c:pt>
                      <c:pt idx="689">
                        <c:v>117.051</c:v>
                      </c:pt>
                      <c:pt idx="690">
                        <c:v>118.458</c:v>
                      </c:pt>
                      <c:pt idx="691">
                        <c:v>116.575</c:v>
                      </c:pt>
                      <c:pt idx="692">
                        <c:v>116.333</c:v>
                      </c:pt>
                      <c:pt idx="693">
                        <c:v>115.83</c:v>
                      </c:pt>
                      <c:pt idx="694">
                        <c:v>117.96899999999999</c:v>
                      </c:pt>
                      <c:pt idx="695">
                        <c:v>126.7</c:v>
                      </c:pt>
                      <c:pt idx="696">
                        <c:v>128.69999999999999</c:v>
                      </c:pt>
                      <c:pt idx="697">
                        <c:v>122.833</c:v>
                      </c:pt>
                      <c:pt idx="698">
                        <c:v>125.033</c:v>
                      </c:pt>
                      <c:pt idx="699">
                        <c:v>128.41</c:v>
                      </c:pt>
                      <c:pt idx="700">
                        <c:v>125.842</c:v>
                      </c:pt>
                      <c:pt idx="701">
                        <c:v>121.85</c:v>
                      </c:pt>
                      <c:pt idx="702">
                        <c:v>122.33799999999999</c:v>
                      </c:pt>
                      <c:pt idx="703">
                        <c:v>123.917</c:v>
                      </c:pt>
                      <c:pt idx="704">
                        <c:v>121.809</c:v>
                      </c:pt>
                      <c:pt idx="705">
                        <c:v>118.616</c:v>
                      </c:pt>
                      <c:pt idx="706">
                        <c:v>120.444</c:v>
                      </c:pt>
                      <c:pt idx="707">
                        <c:v>117.8</c:v>
                      </c:pt>
                      <c:pt idx="708">
                        <c:v>116.875</c:v>
                      </c:pt>
                      <c:pt idx="709">
                        <c:v>116.69199999999999</c:v>
                      </c:pt>
                      <c:pt idx="710">
                        <c:v>116.354</c:v>
                      </c:pt>
                      <c:pt idx="711">
                        <c:v>116.367</c:v>
                      </c:pt>
                      <c:pt idx="712">
                        <c:v>115.18899999999999</c:v>
                      </c:pt>
                      <c:pt idx="713">
                        <c:v>114.59399999999999</c:v>
                      </c:pt>
                      <c:pt idx="714">
                        <c:v>115.438</c:v>
                      </c:pt>
                      <c:pt idx="715">
                        <c:v>115.5</c:v>
                      </c:pt>
                      <c:pt idx="716">
                        <c:v>114.5</c:v>
                      </c:pt>
                      <c:pt idx="717">
                        <c:v>113.625</c:v>
                      </c:pt>
                      <c:pt idx="718">
                        <c:v>114.2</c:v>
                      </c:pt>
                      <c:pt idx="719">
                        <c:v>114</c:v>
                      </c:pt>
                      <c:pt idx="720">
                        <c:v>114.045</c:v>
                      </c:pt>
                      <c:pt idx="721">
                        <c:v>109.5</c:v>
                      </c:pt>
                      <c:pt idx="722">
                        <c:v>112.896</c:v>
                      </c:pt>
                      <c:pt idx="723">
                        <c:v>114.9</c:v>
                      </c:pt>
                      <c:pt idx="724">
                        <c:v>115.7</c:v>
                      </c:pt>
                      <c:pt idx="725">
                        <c:v>119.875</c:v>
                      </c:pt>
                      <c:pt idx="726">
                        <c:v>120.78100000000001</c:v>
                      </c:pt>
                      <c:pt idx="727">
                        <c:v>116.458</c:v>
                      </c:pt>
                      <c:pt idx="728">
                        <c:v>113.226</c:v>
                      </c:pt>
                      <c:pt idx="729">
                        <c:v>114</c:v>
                      </c:pt>
                      <c:pt idx="730">
                        <c:v>110.761</c:v>
                      </c:pt>
                      <c:pt idx="731">
                        <c:v>107.983</c:v>
                      </c:pt>
                      <c:pt idx="732">
                        <c:v>108.355</c:v>
                      </c:pt>
                      <c:pt idx="733">
                        <c:v>107</c:v>
                      </c:pt>
                      <c:pt idx="734">
                        <c:v>107.9</c:v>
                      </c:pt>
                      <c:pt idx="735">
                        <c:v>108.3</c:v>
                      </c:pt>
                      <c:pt idx="736">
                        <c:v>108.194</c:v>
                      </c:pt>
                      <c:pt idx="737">
                        <c:v>110.13800000000001</c:v>
                      </c:pt>
                      <c:pt idx="738">
                        <c:v>113.167</c:v>
                      </c:pt>
                      <c:pt idx="739">
                        <c:v>115.41800000000001</c:v>
                      </c:pt>
                      <c:pt idx="740">
                        <c:v>115.146</c:v>
                      </c:pt>
                      <c:pt idx="741">
                        <c:v>113.8</c:v>
                      </c:pt>
                      <c:pt idx="742">
                        <c:v>108.625</c:v>
                      </c:pt>
                      <c:pt idx="743">
                        <c:v>107.529</c:v>
                      </c:pt>
                      <c:pt idx="744">
                        <c:v>106.65</c:v>
                      </c:pt>
                      <c:pt idx="745">
                        <c:v>105.364</c:v>
                      </c:pt>
                      <c:pt idx="746">
                        <c:v>105.95</c:v>
                      </c:pt>
                      <c:pt idx="747">
                        <c:v>106.738</c:v>
                      </c:pt>
                      <c:pt idx="748">
                        <c:v>106.876</c:v>
                      </c:pt>
                      <c:pt idx="749">
                        <c:v>107.11199999999999</c:v>
                      </c:pt>
                      <c:pt idx="750">
                        <c:v>102.3</c:v>
                      </c:pt>
                      <c:pt idx="751">
                        <c:v>100.233</c:v>
                      </c:pt>
                      <c:pt idx="752">
                        <c:v>99.733000000000004</c:v>
                      </c:pt>
                      <c:pt idx="753">
                        <c:v>99.9</c:v>
                      </c:pt>
                      <c:pt idx="754">
                        <c:v>100</c:v>
                      </c:pt>
                      <c:pt idx="755">
                        <c:v>101.72199999999999</c:v>
                      </c:pt>
                      <c:pt idx="756">
                        <c:v>102.25</c:v>
                      </c:pt>
                      <c:pt idx="757">
                        <c:v>99.793999999999997</c:v>
                      </c:pt>
                      <c:pt idx="758">
                        <c:v>101.188</c:v>
                      </c:pt>
                      <c:pt idx="759">
                        <c:v>103.167</c:v>
                      </c:pt>
                      <c:pt idx="760">
                        <c:v>114.82299999999999</c:v>
                      </c:pt>
                      <c:pt idx="761">
                        <c:v>112.25</c:v>
                      </c:pt>
                      <c:pt idx="762">
                        <c:v>114.78</c:v>
                      </c:pt>
                      <c:pt idx="763">
                        <c:v>119.825</c:v>
                      </c:pt>
                      <c:pt idx="764">
                        <c:v>126.29</c:v>
                      </c:pt>
                      <c:pt idx="765">
                        <c:v>115.679</c:v>
                      </c:pt>
                      <c:pt idx="766">
                        <c:v>114.55</c:v>
                      </c:pt>
                      <c:pt idx="767">
                        <c:v>109.69499999999999</c:v>
                      </c:pt>
                      <c:pt idx="768">
                        <c:v>106.54900000000001</c:v>
                      </c:pt>
                      <c:pt idx="769">
                        <c:v>106.5</c:v>
                      </c:pt>
                      <c:pt idx="770">
                        <c:v>113.459</c:v>
                      </c:pt>
                      <c:pt idx="771">
                        <c:v>111.328</c:v>
                      </c:pt>
                      <c:pt idx="772">
                        <c:v>110.52500000000001</c:v>
                      </c:pt>
                      <c:pt idx="773">
                        <c:v>110.65600000000001</c:v>
                      </c:pt>
                      <c:pt idx="774">
                        <c:v>104.733</c:v>
                      </c:pt>
                      <c:pt idx="775">
                        <c:v>106.732</c:v>
                      </c:pt>
                      <c:pt idx="776">
                        <c:v>101.125</c:v>
                      </c:pt>
                      <c:pt idx="777">
                        <c:v>97.674999999999997</c:v>
                      </c:pt>
                      <c:pt idx="778">
                        <c:v>97.656999999999996</c:v>
                      </c:pt>
                      <c:pt idx="779">
                        <c:v>97.2</c:v>
                      </c:pt>
                      <c:pt idx="780">
                        <c:v>97.75</c:v>
                      </c:pt>
                      <c:pt idx="781">
                        <c:v>99.641999999999996</c:v>
                      </c:pt>
                      <c:pt idx="782">
                        <c:v>97.674999999999997</c:v>
                      </c:pt>
                      <c:pt idx="783">
                        <c:v>95.677000000000007</c:v>
                      </c:pt>
                      <c:pt idx="784">
                        <c:v>95.7</c:v>
                      </c:pt>
                      <c:pt idx="785">
                        <c:v>93.703999999999994</c:v>
                      </c:pt>
                      <c:pt idx="786">
                        <c:v>93.85</c:v>
                      </c:pt>
                      <c:pt idx="787">
                        <c:v>93.343999999999994</c:v>
                      </c:pt>
                      <c:pt idx="788">
                        <c:v>93.123999999999995</c:v>
                      </c:pt>
                      <c:pt idx="789">
                        <c:v>91.05</c:v>
                      </c:pt>
                      <c:pt idx="790">
                        <c:v>91.438000000000002</c:v>
                      </c:pt>
                      <c:pt idx="791">
                        <c:v>90.988</c:v>
                      </c:pt>
                      <c:pt idx="792">
                        <c:v>91.8</c:v>
                      </c:pt>
                      <c:pt idx="793">
                        <c:v>90.37</c:v>
                      </c:pt>
                      <c:pt idx="794">
                        <c:v>86.56</c:v>
                      </c:pt>
                      <c:pt idx="795">
                        <c:v>81.933999999999997</c:v>
                      </c:pt>
                      <c:pt idx="796">
                        <c:v>82.3</c:v>
                      </c:pt>
                      <c:pt idx="797">
                        <c:v>79.834000000000003</c:v>
                      </c:pt>
                      <c:pt idx="798">
                        <c:v>77.453999999999994</c:v>
                      </c:pt>
                      <c:pt idx="799">
                        <c:v>79.676000000000002</c:v>
                      </c:pt>
                      <c:pt idx="800">
                        <c:v>81.481999999999999</c:v>
                      </c:pt>
                      <c:pt idx="801">
                        <c:v>81.02</c:v>
                      </c:pt>
                      <c:pt idx="802">
                        <c:v>83.75</c:v>
                      </c:pt>
                      <c:pt idx="803">
                        <c:v>84.9</c:v>
                      </c:pt>
                      <c:pt idx="804">
                        <c:v>86.46</c:v>
                      </c:pt>
                      <c:pt idx="805">
                        <c:v>85.188000000000002</c:v>
                      </c:pt>
                      <c:pt idx="806">
                        <c:v>85.45</c:v>
                      </c:pt>
                      <c:pt idx="807">
                        <c:v>85.95</c:v>
                      </c:pt>
                      <c:pt idx="808">
                        <c:v>87.025000000000006</c:v>
                      </c:pt>
                      <c:pt idx="809">
                        <c:v>87</c:v>
                      </c:pt>
                      <c:pt idx="810">
                        <c:v>86.932000000000002</c:v>
                      </c:pt>
                      <c:pt idx="811">
                        <c:v>86.52</c:v>
                      </c:pt>
                      <c:pt idx="812">
                        <c:v>87.5</c:v>
                      </c:pt>
                      <c:pt idx="813">
                        <c:v>88.613</c:v>
                      </c:pt>
                      <c:pt idx="814">
                        <c:v>89.06</c:v>
                      </c:pt>
                      <c:pt idx="815">
                        <c:v>88.02</c:v>
                      </c:pt>
                      <c:pt idx="816">
                        <c:v>84.162000000000006</c:v>
                      </c:pt>
                      <c:pt idx="817">
                        <c:v>80.849999999999994</c:v>
                      </c:pt>
                      <c:pt idx="818">
                        <c:v>78.061999999999998</c:v>
                      </c:pt>
                      <c:pt idx="819">
                        <c:v>77</c:v>
                      </c:pt>
                      <c:pt idx="820">
                        <c:v>78.28</c:v>
                      </c:pt>
                      <c:pt idx="821">
                        <c:v>77.58</c:v>
                      </c:pt>
                      <c:pt idx="822">
                        <c:v>81.55</c:v>
                      </c:pt>
                      <c:pt idx="823">
                        <c:v>79.95</c:v>
                      </c:pt>
                      <c:pt idx="824">
                        <c:v>79.730999999999995</c:v>
                      </c:pt>
                      <c:pt idx="825">
                        <c:v>79.674999999999997</c:v>
                      </c:pt>
                      <c:pt idx="826">
                        <c:v>80.81</c:v>
                      </c:pt>
                      <c:pt idx="827">
                        <c:v>77.400000000000006</c:v>
                      </c:pt>
                      <c:pt idx="828">
                        <c:v>73.25</c:v>
                      </c:pt>
                      <c:pt idx="829">
                        <c:v>73.8</c:v>
                      </c:pt>
                      <c:pt idx="830">
                        <c:v>76.45</c:v>
                      </c:pt>
                      <c:pt idx="831">
                        <c:v>78.25</c:v>
                      </c:pt>
                      <c:pt idx="832">
                        <c:v>83.7</c:v>
                      </c:pt>
                      <c:pt idx="833">
                        <c:v>82.462999999999994</c:v>
                      </c:pt>
                      <c:pt idx="834">
                        <c:v>83.662000000000006</c:v>
                      </c:pt>
                      <c:pt idx="835">
                        <c:v>79.912000000000006</c:v>
                      </c:pt>
                      <c:pt idx="836">
                        <c:v>77.5</c:v>
                      </c:pt>
                      <c:pt idx="837">
                        <c:v>71.174999999999997</c:v>
                      </c:pt>
                      <c:pt idx="838">
                        <c:v>67.811999999999998</c:v>
                      </c:pt>
                      <c:pt idx="839">
                        <c:v>65.400000000000006</c:v>
                      </c:pt>
                      <c:pt idx="840">
                        <c:v>64.7</c:v>
                      </c:pt>
                      <c:pt idx="841">
                        <c:v>67.962999999999994</c:v>
                      </c:pt>
                      <c:pt idx="842">
                        <c:v>70.825000000000003</c:v>
                      </c:pt>
                      <c:pt idx="843">
                        <c:v>72.55</c:v>
                      </c:pt>
                      <c:pt idx="844">
                        <c:v>77.900000000000006</c:v>
                      </c:pt>
                      <c:pt idx="845">
                        <c:v>80.275000000000006</c:v>
                      </c:pt>
                      <c:pt idx="846">
                        <c:v>83.125</c:v>
                      </c:pt>
                      <c:pt idx="847">
                        <c:v>80.2</c:v>
                      </c:pt>
                      <c:pt idx="848">
                        <c:v>83.712999999999994</c:v>
                      </c:pt>
                      <c:pt idx="849">
                        <c:v>80.561999999999998</c:v>
                      </c:pt>
                      <c:pt idx="850">
                        <c:v>80.075000000000003</c:v>
                      </c:pt>
                      <c:pt idx="851">
                        <c:v>79.5</c:v>
                      </c:pt>
                      <c:pt idx="852">
                        <c:v>79.762</c:v>
                      </c:pt>
                      <c:pt idx="853">
                        <c:v>78.561999999999998</c:v>
                      </c:pt>
                      <c:pt idx="854">
                        <c:v>77.724999999999994</c:v>
                      </c:pt>
                      <c:pt idx="855">
                        <c:v>85.174999999999997</c:v>
                      </c:pt>
                      <c:pt idx="856">
                        <c:v>85.625</c:v>
                      </c:pt>
                      <c:pt idx="857">
                        <c:v>81.587999999999994</c:v>
                      </c:pt>
                      <c:pt idx="858">
                        <c:v>82.2</c:v>
                      </c:pt>
                      <c:pt idx="859">
                        <c:v>83.587999999999994</c:v>
                      </c:pt>
                      <c:pt idx="860">
                        <c:v>84.7</c:v>
                      </c:pt>
                      <c:pt idx="861">
                        <c:v>87.1</c:v>
                      </c:pt>
                      <c:pt idx="862">
                        <c:v>86.825000000000003</c:v>
                      </c:pt>
                      <c:pt idx="863">
                        <c:v>93.85</c:v>
                      </c:pt>
                      <c:pt idx="864">
                        <c:v>98</c:v>
                      </c:pt>
                      <c:pt idx="865">
                        <c:v>112.425</c:v>
                      </c:pt>
                      <c:pt idx="866">
                        <c:v>113.925</c:v>
                      </c:pt>
                      <c:pt idx="867">
                        <c:v>167.012</c:v>
                      </c:pt>
                      <c:pt idx="868">
                        <c:v>174</c:v>
                      </c:pt>
                      <c:pt idx="869">
                        <c:v>164.3</c:v>
                      </c:pt>
                      <c:pt idx="870">
                        <c:v>157.71199999999999</c:v>
                      </c:pt>
                      <c:pt idx="871">
                        <c:v>145.1</c:v>
                      </c:pt>
                      <c:pt idx="872">
                        <c:v>136.57499999999999</c:v>
                      </c:pt>
                      <c:pt idx="873">
                        <c:v>137.28</c:v>
                      </c:pt>
                      <c:pt idx="874">
                        <c:v>147.47499999999999</c:v>
                      </c:pt>
                      <c:pt idx="875">
                        <c:v>135.43799999999999</c:v>
                      </c:pt>
                      <c:pt idx="876">
                        <c:v>117.4</c:v>
                      </c:pt>
                      <c:pt idx="877">
                        <c:v>130.667</c:v>
                      </c:pt>
                      <c:pt idx="878">
                        <c:v>135.584</c:v>
                      </c:pt>
                      <c:pt idx="879">
                        <c:v>135.86000000000001</c:v>
                      </c:pt>
                      <c:pt idx="880">
                        <c:v>145.404</c:v>
                      </c:pt>
                      <c:pt idx="881">
                        <c:v>161.667</c:v>
                      </c:pt>
                      <c:pt idx="882">
                        <c:v>174.333</c:v>
                      </c:pt>
                      <c:pt idx="883">
                        <c:v>164.97</c:v>
                      </c:pt>
                      <c:pt idx="884">
                        <c:v>167.375</c:v>
                      </c:pt>
                      <c:pt idx="885">
                        <c:v>167.167</c:v>
                      </c:pt>
                      <c:pt idx="886">
                        <c:v>152.333</c:v>
                      </c:pt>
                      <c:pt idx="887">
                        <c:v>147</c:v>
                      </c:pt>
                      <c:pt idx="888">
                        <c:v>136.89400000000001</c:v>
                      </c:pt>
                      <c:pt idx="889">
                        <c:v>131</c:v>
                      </c:pt>
                      <c:pt idx="890">
                        <c:v>142.916</c:v>
                      </c:pt>
                      <c:pt idx="891">
                        <c:v>139.833</c:v>
                      </c:pt>
                      <c:pt idx="892">
                        <c:v>146.17500000000001</c:v>
                      </c:pt>
                      <c:pt idx="893">
                        <c:v>142.73599999999999</c:v>
                      </c:pt>
                      <c:pt idx="894">
                        <c:v>144.5</c:v>
                      </c:pt>
                      <c:pt idx="895">
                        <c:v>143.53299999999999</c:v>
                      </c:pt>
                      <c:pt idx="896">
                        <c:v>149.833</c:v>
                      </c:pt>
                      <c:pt idx="897">
                        <c:v>148.89599999999999</c:v>
                      </c:pt>
                      <c:pt idx="898">
                        <c:v>156.16</c:v>
                      </c:pt>
                      <c:pt idx="899">
                        <c:v>157.333</c:v>
                      </c:pt>
                      <c:pt idx="900">
                        <c:v>151.167</c:v>
                      </c:pt>
                      <c:pt idx="901">
                        <c:v>148.167</c:v>
                      </c:pt>
                      <c:pt idx="902">
                        <c:v>138.833</c:v>
                      </c:pt>
                      <c:pt idx="903">
                        <c:v>136.167</c:v>
                      </c:pt>
                      <c:pt idx="904">
                        <c:v>136.833</c:v>
                      </c:pt>
                      <c:pt idx="905">
                        <c:v>125.617</c:v>
                      </c:pt>
                      <c:pt idx="906">
                        <c:v>112.941</c:v>
                      </c:pt>
                      <c:pt idx="907">
                        <c:v>116.34</c:v>
                      </c:pt>
                      <c:pt idx="908">
                        <c:v>107.59099999999999</c:v>
                      </c:pt>
                      <c:pt idx="909">
                        <c:v>106.571</c:v>
                      </c:pt>
                      <c:pt idx="910">
                        <c:v>110.122</c:v>
                      </c:pt>
                      <c:pt idx="911">
                        <c:v>109.26900000000001</c:v>
                      </c:pt>
                      <c:pt idx="912">
                        <c:v>111.33499999999999</c:v>
                      </c:pt>
                      <c:pt idx="913">
                        <c:v>117.099</c:v>
                      </c:pt>
                      <c:pt idx="914">
                        <c:v>113.566</c:v>
                      </c:pt>
                      <c:pt idx="915">
                        <c:v>113.33199999999999</c:v>
                      </c:pt>
                      <c:pt idx="916">
                        <c:v>115.236</c:v>
                      </c:pt>
                      <c:pt idx="917">
                        <c:v>115.233</c:v>
                      </c:pt>
                      <c:pt idx="918">
                        <c:v>109.16500000000001</c:v>
                      </c:pt>
                      <c:pt idx="919">
                        <c:v>109.703</c:v>
                      </c:pt>
                      <c:pt idx="920">
                        <c:v>106.17</c:v>
                      </c:pt>
                      <c:pt idx="921">
                        <c:v>105.79900000000001</c:v>
                      </c:pt>
                      <c:pt idx="922">
                        <c:v>104.31</c:v>
                      </c:pt>
                      <c:pt idx="923">
                        <c:v>102.898</c:v>
                      </c:pt>
                      <c:pt idx="924">
                        <c:v>106.904</c:v>
                      </c:pt>
                      <c:pt idx="925">
                        <c:v>108.099</c:v>
                      </c:pt>
                      <c:pt idx="926">
                        <c:v>112.574</c:v>
                      </c:pt>
                      <c:pt idx="927">
                        <c:v>115.83</c:v>
                      </c:pt>
                      <c:pt idx="928">
                        <c:v>126.279</c:v>
                      </c:pt>
                      <c:pt idx="929">
                        <c:v>126.997</c:v>
                      </c:pt>
                      <c:pt idx="930">
                        <c:v>124.429</c:v>
                      </c:pt>
                      <c:pt idx="931">
                        <c:v>127.13200000000001</c:v>
                      </c:pt>
                      <c:pt idx="932">
                        <c:v>126.16200000000001</c:v>
                      </c:pt>
                      <c:pt idx="933">
                        <c:v>120.767</c:v>
                      </c:pt>
                      <c:pt idx="934">
                        <c:v>117.739</c:v>
                      </c:pt>
                      <c:pt idx="935">
                        <c:v>120.66500000000001</c:v>
                      </c:pt>
                      <c:pt idx="936">
                        <c:v>116.73099999999999</c:v>
                      </c:pt>
                      <c:pt idx="937">
                        <c:v>124.746</c:v>
                      </c:pt>
                      <c:pt idx="938">
                        <c:v>130.63499999999999</c:v>
                      </c:pt>
                      <c:pt idx="939">
                        <c:v>134.63499999999999</c:v>
                      </c:pt>
                      <c:pt idx="940">
                        <c:v>132.26900000000001</c:v>
                      </c:pt>
                      <c:pt idx="941">
                        <c:v>139.10400000000001</c:v>
                      </c:pt>
                      <c:pt idx="942">
                        <c:v>141.66300000000001</c:v>
                      </c:pt>
                      <c:pt idx="943">
                        <c:v>145.60400000000001</c:v>
                      </c:pt>
                      <c:pt idx="944">
                        <c:v>147.75399999999999</c:v>
                      </c:pt>
                      <c:pt idx="945">
                        <c:v>143.226</c:v>
                      </c:pt>
                      <c:pt idx="946">
                        <c:v>139.44900000000001</c:v>
                      </c:pt>
                      <c:pt idx="947">
                        <c:v>146.74100000000001</c:v>
                      </c:pt>
                      <c:pt idx="948">
                        <c:v>152.32</c:v>
                      </c:pt>
                      <c:pt idx="949">
                        <c:v>162.90600000000001</c:v>
                      </c:pt>
                      <c:pt idx="950">
                        <c:v>162.434</c:v>
                      </c:pt>
                      <c:pt idx="951">
                        <c:v>172.02799999999999</c:v>
                      </c:pt>
                      <c:pt idx="952">
                        <c:v>172.066</c:v>
                      </c:pt>
                      <c:pt idx="953">
                        <c:v>172.27699999999999</c:v>
                      </c:pt>
                      <c:pt idx="954">
                        <c:v>176.06100000000001</c:v>
                      </c:pt>
                      <c:pt idx="955">
                        <c:v>169.495</c:v>
                      </c:pt>
                      <c:pt idx="956">
                        <c:v>150.53800000000001</c:v>
                      </c:pt>
                      <c:pt idx="957">
                        <c:v>148.76599999999999</c:v>
                      </c:pt>
                      <c:pt idx="958">
                        <c:v>135.505</c:v>
                      </c:pt>
                      <c:pt idx="959">
                        <c:v>136.66</c:v>
                      </c:pt>
                      <c:pt idx="960">
                        <c:v>138.429</c:v>
                      </c:pt>
                      <c:pt idx="961">
                        <c:v>132.76599999999999</c:v>
                      </c:pt>
                      <c:pt idx="962">
                        <c:v>123</c:v>
                      </c:pt>
                      <c:pt idx="963">
                        <c:v>122.233</c:v>
                      </c:pt>
                      <c:pt idx="964">
                        <c:v>118.33</c:v>
                      </c:pt>
                      <c:pt idx="965">
                        <c:v>126.179</c:v>
                      </c:pt>
                      <c:pt idx="966">
                        <c:v>121.73099999999999</c:v>
                      </c:pt>
                      <c:pt idx="967">
                        <c:v>122.66500000000001</c:v>
                      </c:pt>
                      <c:pt idx="968">
                        <c:v>124.733</c:v>
                      </c:pt>
                      <c:pt idx="969">
                        <c:v>128.93600000000001</c:v>
                      </c:pt>
                      <c:pt idx="970">
                        <c:v>128.23400000000001</c:v>
                      </c:pt>
                      <c:pt idx="971">
                        <c:v>128.66999999999999</c:v>
                      </c:pt>
                      <c:pt idx="972">
                        <c:v>129.904</c:v>
                      </c:pt>
                      <c:pt idx="973">
                        <c:v>128.73599999999999</c:v>
                      </c:pt>
                      <c:pt idx="974">
                        <c:v>127.396</c:v>
                      </c:pt>
                      <c:pt idx="975">
                        <c:v>128.83699999999999</c:v>
                      </c:pt>
                      <c:pt idx="976">
                        <c:v>126.759</c:v>
                      </c:pt>
                      <c:pt idx="977">
                        <c:v>127.83499999999999</c:v>
                      </c:pt>
                      <c:pt idx="978">
                        <c:v>128.16499999999999</c:v>
                      </c:pt>
                      <c:pt idx="979">
                        <c:v>130</c:v>
                      </c:pt>
                      <c:pt idx="980">
                        <c:v>127.42100000000001</c:v>
                      </c:pt>
                      <c:pt idx="981">
                        <c:v>132.779</c:v>
                      </c:pt>
                      <c:pt idx="982">
                        <c:v>138.625</c:v>
                      </c:pt>
                      <c:pt idx="983">
                        <c:v>151.614</c:v>
                      </c:pt>
                      <c:pt idx="984">
                        <c:v>155.54300000000001</c:v>
                      </c:pt>
                      <c:pt idx="985">
                        <c:v>160.97499999999999</c:v>
                      </c:pt>
                      <c:pt idx="986">
                        <c:v>171.25</c:v>
                      </c:pt>
                      <c:pt idx="987">
                        <c:v>164.32</c:v>
                      </c:pt>
                      <c:pt idx="988">
                        <c:v>165.65199999999999</c:v>
                      </c:pt>
                      <c:pt idx="989">
                        <c:v>163.50299999999999</c:v>
                      </c:pt>
                      <c:pt idx="990">
                        <c:v>171.5</c:v>
                      </c:pt>
                      <c:pt idx="991">
                        <c:v>174.76400000000001</c:v>
                      </c:pt>
                      <c:pt idx="992">
                        <c:v>190</c:v>
                      </c:pt>
                      <c:pt idx="993">
                        <c:v>193.60900000000001</c:v>
                      </c:pt>
                      <c:pt idx="994">
                        <c:v>193.57400000000001</c:v>
                      </c:pt>
                      <c:pt idx="995">
                        <c:v>207.5</c:v>
                      </c:pt>
                      <c:pt idx="996">
                        <c:v>203.32300000000001</c:v>
                      </c:pt>
                      <c:pt idx="997">
                        <c:v>185.17500000000001</c:v>
                      </c:pt>
                      <c:pt idx="998">
                        <c:v>182.90600000000001</c:v>
                      </c:pt>
                      <c:pt idx="999">
                        <c:v>180.56100000000001</c:v>
                      </c:pt>
                      <c:pt idx="1000">
                        <c:v>179.37299999999999</c:v>
                      </c:pt>
                      <c:pt idx="1001">
                        <c:v>176.59399999999999</c:v>
                      </c:pt>
                      <c:pt idx="1002">
                        <c:v>181.66</c:v>
                      </c:pt>
                      <c:pt idx="1003">
                        <c:v>180.102</c:v>
                      </c:pt>
                      <c:pt idx="1004">
                        <c:v>180.607</c:v>
                      </c:pt>
                      <c:pt idx="1005">
                        <c:v>192.76400000000001</c:v>
                      </c:pt>
                      <c:pt idx="1006">
                        <c:v>193.8</c:v>
                      </c:pt>
                      <c:pt idx="1007">
                        <c:v>200.89599999999999</c:v>
                      </c:pt>
                      <c:pt idx="1008">
                        <c:v>216.495</c:v>
                      </c:pt>
                      <c:pt idx="1009">
                        <c:v>213.32499999999999</c:v>
                      </c:pt>
                      <c:pt idx="1010">
                        <c:v>206.5</c:v>
                      </c:pt>
                      <c:pt idx="1011">
                        <c:v>198.434</c:v>
                      </c:pt>
                      <c:pt idx="1012">
                        <c:v>195.23599999999999</c:v>
                      </c:pt>
                      <c:pt idx="1013">
                        <c:v>200.76400000000001</c:v>
                      </c:pt>
                      <c:pt idx="1014">
                        <c:v>201.39599999999999</c:v>
                      </c:pt>
                      <c:pt idx="1015">
                        <c:v>198.06100000000001</c:v>
                      </c:pt>
                      <c:pt idx="1016">
                        <c:v>200.42500000000001</c:v>
                      </c:pt>
                      <c:pt idx="1017">
                        <c:v>196.505</c:v>
                      </c:pt>
                      <c:pt idx="1018">
                        <c:v>193.137</c:v>
                      </c:pt>
                      <c:pt idx="1019">
                        <c:v>184.911</c:v>
                      </c:pt>
                      <c:pt idx="1020">
                        <c:v>175.46700000000001</c:v>
                      </c:pt>
                      <c:pt idx="1021">
                        <c:v>177.72900000000001</c:v>
                      </c:pt>
                      <c:pt idx="1022">
                        <c:v>182.964</c:v>
                      </c:pt>
                      <c:pt idx="1023">
                        <c:v>194.07499999999999</c:v>
                      </c:pt>
                      <c:pt idx="1024">
                        <c:v>210.3</c:v>
                      </c:pt>
                      <c:pt idx="1025">
                        <c:v>216.25399999999999</c:v>
                      </c:pt>
                      <c:pt idx="1026">
                        <c:v>209.23099999999999</c:v>
                      </c:pt>
                      <c:pt idx="1027">
                        <c:v>217.703</c:v>
                      </c:pt>
                      <c:pt idx="1028">
                        <c:v>223.749</c:v>
                      </c:pt>
                      <c:pt idx="1029">
                        <c:v>229.46700000000001</c:v>
                      </c:pt>
                      <c:pt idx="1030">
                        <c:v>220.55</c:v>
                      </c:pt>
                      <c:pt idx="1031">
                        <c:v>222.28800000000001</c:v>
                      </c:pt>
                      <c:pt idx="1032">
                        <c:v>229.988</c:v>
                      </c:pt>
                      <c:pt idx="1033">
                        <c:v>237.703</c:v>
                      </c:pt>
                      <c:pt idx="1034">
                        <c:v>245.68799999999999</c:v>
                      </c:pt>
                      <c:pt idx="1035">
                        <c:v>219.39599999999999</c:v>
                      </c:pt>
                      <c:pt idx="1036">
                        <c:v>213.65199999999999</c:v>
                      </c:pt>
                      <c:pt idx="1037">
                        <c:v>217.096</c:v>
                      </c:pt>
                      <c:pt idx="1038">
                        <c:v>216.52799999999999</c:v>
                      </c:pt>
                      <c:pt idx="1039">
                        <c:v>203.87299999999999</c:v>
                      </c:pt>
                      <c:pt idx="1040">
                        <c:v>199.33500000000001</c:v>
                      </c:pt>
                      <c:pt idx="1041">
                        <c:v>205.429</c:v>
                      </c:pt>
                      <c:pt idx="1042">
                        <c:v>204.23400000000001</c:v>
                      </c:pt>
                      <c:pt idx="1043">
                        <c:v>207.749</c:v>
                      </c:pt>
                      <c:pt idx="1044">
                        <c:v>217.73099999999999</c:v>
                      </c:pt>
                      <c:pt idx="1045">
                        <c:v>205.46199999999999</c:v>
                      </c:pt>
                      <c:pt idx="1046">
                        <c:v>196.327</c:v>
                      </c:pt>
                      <c:pt idx="1047">
                        <c:v>191.55600000000001</c:v>
                      </c:pt>
                      <c:pt idx="1048">
                        <c:v>186.70099999999999</c:v>
                      </c:pt>
                      <c:pt idx="1049">
                        <c:v>180.934</c:v>
                      </c:pt>
                      <c:pt idx="1050">
                        <c:v>182.25</c:v>
                      </c:pt>
                      <c:pt idx="1051">
                        <c:v>185.363</c:v>
                      </c:pt>
                      <c:pt idx="1052">
                        <c:v>182.09399999999999</c:v>
                      </c:pt>
                      <c:pt idx="1053">
                        <c:v>186.571</c:v>
                      </c:pt>
                      <c:pt idx="1054">
                        <c:v>184.49700000000001</c:v>
                      </c:pt>
                      <c:pt idx="1055">
                        <c:v>178</c:v>
                      </c:pt>
                      <c:pt idx="1056">
                        <c:v>164.92599999999999</c:v>
                      </c:pt>
                      <c:pt idx="1057">
                        <c:v>161.92099999999999</c:v>
                      </c:pt>
                      <c:pt idx="1058">
                        <c:v>150.70099999999999</c:v>
                      </c:pt>
                      <c:pt idx="1059">
                        <c:v>156.66999999999999</c:v>
                      </c:pt>
                      <c:pt idx="1060">
                        <c:v>158.13499999999999</c:v>
                      </c:pt>
                      <c:pt idx="1061">
                        <c:v>155.178</c:v>
                      </c:pt>
                      <c:pt idx="1062">
                        <c:v>150.80000000000001</c:v>
                      </c:pt>
                      <c:pt idx="1063">
                        <c:v>152.333</c:v>
                      </c:pt>
                      <c:pt idx="1064">
                        <c:v>154.00299999999999</c:v>
                      </c:pt>
                      <c:pt idx="1065">
                        <c:v>157.934</c:v>
                      </c:pt>
                      <c:pt idx="1066">
                        <c:v>153.73099999999999</c:v>
                      </c:pt>
                      <c:pt idx="1067">
                        <c:v>145.262</c:v>
                      </c:pt>
                      <c:pt idx="1068">
                        <c:v>139.90600000000001</c:v>
                      </c:pt>
                      <c:pt idx="1069">
                        <c:v>140.06399999999999</c:v>
                      </c:pt>
                      <c:pt idx="1070">
                        <c:v>133.23400000000001</c:v>
                      </c:pt>
                      <c:pt idx="1071">
                        <c:v>138.21299999999999</c:v>
                      </c:pt>
                      <c:pt idx="1072">
                        <c:v>141.036</c:v>
                      </c:pt>
                      <c:pt idx="1073">
                        <c:v>146.12700000000001</c:v>
                      </c:pt>
                      <c:pt idx="1074">
                        <c:v>145.833</c:v>
                      </c:pt>
                      <c:pt idx="1075">
                        <c:v>141.06399999999999</c:v>
                      </c:pt>
                      <c:pt idx="1076">
                        <c:v>139.5</c:v>
                      </c:pt>
                      <c:pt idx="1077">
                        <c:v>135.875</c:v>
                      </c:pt>
                      <c:pt idx="1078">
                        <c:v>130.102</c:v>
                      </c:pt>
                      <c:pt idx="1079">
                        <c:v>126.50700000000001</c:v>
                      </c:pt>
                      <c:pt idx="1080">
                        <c:v>130.375</c:v>
                      </c:pt>
                      <c:pt idx="1081">
                        <c:v>129.43199999999999</c:v>
                      </c:pt>
                      <c:pt idx="1082">
                        <c:v>128.50299999999999</c:v>
                      </c:pt>
                      <c:pt idx="1083">
                        <c:v>130.33699999999999</c:v>
                      </c:pt>
                      <c:pt idx="1084">
                        <c:v>129.55600000000001</c:v>
                      </c:pt>
                      <c:pt idx="1085">
                        <c:v>128.46899999999999</c:v>
                      </c:pt>
                      <c:pt idx="1086">
                        <c:v>125.465</c:v>
                      </c:pt>
                      <c:pt idx="1087">
                        <c:v>119.28</c:v>
                      </c:pt>
                      <c:pt idx="1088">
                        <c:v>115.43899999999999</c:v>
                      </c:pt>
                      <c:pt idx="1089">
                        <c:v>119.566</c:v>
                      </c:pt>
                      <c:pt idx="1090">
                        <c:v>119</c:v>
                      </c:pt>
                      <c:pt idx="1091">
                        <c:v>120.5</c:v>
                      </c:pt>
                      <c:pt idx="1092">
                        <c:v>120.066</c:v>
                      </c:pt>
                      <c:pt idx="1093">
                        <c:v>117.714</c:v>
                      </c:pt>
                      <c:pt idx="1094">
                        <c:v>126.038</c:v>
                      </c:pt>
                      <c:pt idx="1095">
                        <c:v>129.434</c:v>
                      </c:pt>
                      <c:pt idx="1096">
                        <c:v>131.90100000000001</c:v>
                      </c:pt>
                      <c:pt idx="1097">
                        <c:v>130.23099999999999</c:v>
                      </c:pt>
                      <c:pt idx="1098">
                        <c:v>129.83000000000001</c:v>
                      </c:pt>
                      <c:pt idx="1099">
                        <c:v>130.09399999999999</c:v>
                      </c:pt>
                      <c:pt idx="1100">
                        <c:v>129.46199999999999</c:v>
                      </c:pt>
                      <c:pt idx="1101">
                        <c:v>131.934</c:v>
                      </c:pt>
                      <c:pt idx="1102">
                        <c:v>129.25899999999999</c:v>
                      </c:pt>
                      <c:pt idx="1103">
                        <c:v>137.10400000000001</c:v>
                      </c:pt>
                      <c:pt idx="1104">
                        <c:v>135.73599999999999</c:v>
                      </c:pt>
                      <c:pt idx="1105">
                        <c:v>142.066</c:v>
                      </c:pt>
                      <c:pt idx="1106">
                        <c:v>139.505</c:v>
                      </c:pt>
                      <c:pt idx="1107">
                        <c:v>150.39599999999999</c:v>
                      </c:pt>
                      <c:pt idx="1108">
                        <c:v>160.495</c:v>
                      </c:pt>
                      <c:pt idx="1109">
                        <c:v>161.89599999999999</c:v>
                      </c:pt>
                      <c:pt idx="1110">
                        <c:v>170.62700000000001</c:v>
                      </c:pt>
                      <c:pt idx="1111">
                        <c:v>174.40100000000001</c:v>
                      </c:pt>
                      <c:pt idx="1112">
                        <c:v>169.934</c:v>
                      </c:pt>
                      <c:pt idx="1113">
                        <c:v>169.286</c:v>
                      </c:pt>
                      <c:pt idx="1114">
                        <c:v>167.995</c:v>
                      </c:pt>
                      <c:pt idx="1115">
                        <c:v>166.05600000000001</c:v>
                      </c:pt>
                      <c:pt idx="1116">
                        <c:v>165.114</c:v>
                      </c:pt>
                      <c:pt idx="1117">
                        <c:v>167.40600000000001</c:v>
                      </c:pt>
                      <c:pt idx="1118">
                        <c:v>170.505</c:v>
                      </c:pt>
                      <c:pt idx="1119">
                        <c:v>171.434</c:v>
                      </c:pt>
                      <c:pt idx="1120">
                        <c:v>170.82499999999999</c:v>
                      </c:pt>
                      <c:pt idx="1121">
                        <c:v>161.26900000000001</c:v>
                      </c:pt>
                      <c:pt idx="1122">
                        <c:v>156.929</c:v>
                      </c:pt>
                      <c:pt idx="1123">
                        <c:v>150.995</c:v>
                      </c:pt>
                      <c:pt idx="1124">
                        <c:v>148.83500000000001</c:v>
                      </c:pt>
                      <c:pt idx="1125">
                        <c:v>139.39099999999999</c:v>
                      </c:pt>
                      <c:pt idx="1126">
                        <c:v>139.34</c:v>
                      </c:pt>
                      <c:pt idx="1127">
                        <c:v>146.26400000000001</c:v>
                      </c:pt>
                      <c:pt idx="1128">
                        <c:v>144.33500000000001</c:v>
                      </c:pt>
                      <c:pt idx="1129">
                        <c:v>146.66499999999999</c:v>
                      </c:pt>
                      <c:pt idx="1130">
                        <c:v>143.53299999999999</c:v>
                      </c:pt>
                      <c:pt idx="1131">
                        <c:v>143.934</c:v>
                      </c:pt>
                      <c:pt idx="1132">
                        <c:v>145.566</c:v>
                      </c:pt>
                      <c:pt idx="1133">
                        <c:v>148.16499999999999</c:v>
                      </c:pt>
                      <c:pt idx="1134">
                        <c:v>153.26400000000001</c:v>
                      </c:pt>
                      <c:pt idx="1135">
                        <c:v>151.066</c:v>
                      </c:pt>
                      <c:pt idx="1136">
                        <c:v>150.76900000000001</c:v>
                      </c:pt>
                      <c:pt idx="1137">
                        <c:v>156.071</c:v>
                      </c:pt>
                      <c:pt idx="1138">
                        <c:v>159.995</c:v>
                      </c:pt>
                      <c:pt idx="1139">
                        <c:v>157.13200000000001</c:v>
                      </c:pt>
                      <c:pt idx="1140">
                        <c:v>158.66499999999999</c:v>
                      </c:pt>
                      <c:pt idx="1141">
                        <c:v>156.863</c:v>
                      </c:pt>
                      <c:pt idx="1142">
                        <c:v>156.34</c:v>
                      </c:pt>
                      <c:pt idx="1143">
                        <c:v>160.071</c:v>
                      </c:pt>
                      <c:pt idx="1144">
                        <c:v>162.708</c:v>
                      </c:pt>
                      <c:pt idx="1145">
                        <c:v>164.297</c:v>
                      </c:pt>
                      <c:pt idx="1146">
                        <c:v>164.797</c:v>
                      </c:pt>
                      <c:pt idx="1147">
                        <c:v>165.16</c:v>
                      </c:pt>
                      <c:pt idx="1148">
                        <c:v>162.59399999999999</c:v>
                      </c:pt>
                      <c:pt idx="1149">
                        <c:v>164.56100000000001</c:v>
                      </c:pt>
                      <c:pt idx="1150">
                        <c:v>164.23099999999999</c:v>
                      </c:pt>
                      <c:pt idx="1151">
                        <c:v>163.53800000000001</c:v>
                      </c:pt>
                      <c:pt idx="1152">
                        <c:v>159.75899999999999</c:v>
                      </c:pt>
                      <c:pt idx="1153">
                        <c:v>159.934</c:v>
                      </c:pt>
                      <c:pt idx="1154">
                        <c:v>160.03299999999999</c:v>
                      </c:pt>
                      <c:pt idx="1155">
                        <c:v>162.97200000000001</c:v>
                      </c:pt>
                      <c:pt idx="1156">
                        <c:v>167.06100000000001</c:v>
                      </c:pt>
                      <c:pt idx="1157">
                        <c:v>178.89599999999999</c:v>
                      </c:pt>
                      <c:pt idx="1158">
                        <c:v>184.23099999999999</c:v>
                      </c:pt>
                      <c:pt idx="1159">
                        <c:v>178.434</c:v>
                      </c:pt>
                      <c:pt idx="1160">
                        <c:v>191.13200000000001</c:v>
                      </c:pt>
                      <c:pt idx="1161">
                        <c:v>190.23599999999999</c:v>
                      </c:pt>
                      <c:pt idx="1162">
                        <c:v>193.21600000000001</c:v>
                      </c:pt>
                      <c:pt idx="1163">
                        <c:v>190.46199999999999</c:v>
                      </c:pt>
                      <c:pt idx="1164">
                        <c:v>219.851</c:v>
                      </c:pt>
                      <c:pt idx="1165">
                        <c:v>272.40600000000001</c:v>
                      </c:pt>
                      <c:pt idx="1166">
                        <c:v>285.48700000000002</c:v>
                      </c:pt>
                      <c:pt idx="1167">
                        <c:v>262.64</c:v>
                      </c:pt>
                      <c:pt idx="1168">
                        <c:v>194.274</c:v>
                      </c:pt>
                      <c:pt idx="1169">
                        <c:v>188.43600000000001</c:v>
                      </c:pt>
                      <c:pt idx="1170">
                        <c:v>191.863</c:v>
                      </c:pt>
                      <c:pt idx="1171">
                        <c:v>191.07599999999999</c:v>
                      </c:pt>
                      <c:pt idx="1172">
                        <c:v>185.434</c:v>
                      </c:pt>
                      <c:pt idx="1173">
                        <c:v>193.17500000000001</c:v>
                      </c:pt>
                      <c:pt idx="1174">
                        <c:v>220.251</c:v>
                      </c:pt>
                      <c:pt idx="1175">
                        <c:v>200.749</c:v>
                      </c:pt>
                      <c:pt idx="1176">
                        <c:v>202.08600000000001</c:v>
                      </c:pt>
                      <c:pt idx="1177">
                        <c:v>216.98</c:v>
                      </c:pt>
                      <c:pt idx="1178">
                        <c:v>211.756</c:v>
                      </c:pt>
                      <c:pt idx="1179">
                        <c:v>266.67700000000002</c:v>
                      </c:pt>
                      <c:pt idx="1180">
                        <c:v>272.80900000000003</c:v>
                      </c:pt>
                      <c:pt idx="1181">
                        <c:v>326.67099999999999</c:v>
                      </c:pt>
                      <c:pt idx="1182">
                        <c:v>330.476</c:v>
                      </c:pt>
                      <c:pt idx="1183">
                        <c:v>406.82</c:v>
                      </c:pt>
                      <c:pt idx="1184">
                        <c:v>406.48500000000001</c:v>
                      </c:pt>
                      <c:pt idx="1185">
                        <c:v>279.964</c:v>
                      </c:pt>
                      <c:pt idx="1186">
                        <c:v>318.09899999999999</c:v>
                      </c:pt>
                      <c:pt idx="1187">
                        <c:v>330.82499999999999</c:v>
                      </c:pt>
                      <c:pt idx="1188">
                        <c:v>328.30399999999997</c:v>
                      </c:pt>
                      <c:pt idx="1189">
                        <c:v>330.82499999999999</c:v>
                      </c:pt>
                      <c:pt idx="1190">
                        <c:v>369.74900000000002</c:v>
                      </c:pt>
                      <c:pt idx="1191">
                        <c:v>550.33500000000004</c:v>
                      </c:pt>
                      <c:pt idx="1192">
                        <c:v>598.66</c:v>
                      </c:pt>
                      <c:pt idx="1193">
                        <c:v>593.66899999999998</c:v>
                      </c:pt>
                      <c:pt idx="1194">
                        <c:v>550.20699999999999</c:v>
                      </c:pt>
                      <c:pt idx="1195">
                        <c:v>474.55099999999999</c:v>
                      </c:pt>
                      <c:pt idx="1196">
                        <c:v>398.68099999999998</c:v>
                      </c:pt>
                      <c:pt idx="1197">
                        <c:v>356.44400000000002</c:v>
                      </c:pt>
                      <c:pt idx="1198">
                        <c:v>319.97500000000002</c:v>
                      </c:pt>
                      <c:pt idx="1199">
                        <c:v>308.19299999999998</c:v>
                      </c:pt>
                      <c:pt idx="1200">
                        <c:v>278.83</c:v>
                      </c:pt>
                      <c:pt idx="1201">
                        <c:v>311.62200000000001</c:v>
                      </c:pt>
                      <c:pt idx="1202">
                        <c:v>339.06599999999997</c:v>
                      </c:pt>
                      <c:pt idx="1203">
                        <c:v>317.83100000000002</c:v>
                      </c:pt>
                      <c:pt idx="1204">
                        <c:v>304.779</c:v>
                      </c:pt>
                      <c:pt idx="1205">
                        <c:v>305.52</c:v>
                      </c:pt>
                      <c:pt idx="1206">
                        <c:v>357.65499999999997</c:v>
                      </c:pt>
                      <c:pt idx="1207">
                        <c:v>360.28500000000003</c:v>
                      </c:pt>
                      <c:pt idx="1208">
                        <c:v>361.97199999999998</c:v>
                      </c:pt>
                      <c:pt idx="1209">
                        <c:v>357.89400000000001</c:v>
                      </c:pt>
                      <c:pt idx="1210">
                        <c:v>373.06099999999998</c:v>
                      </c:pt>
                      <c:pt idx="1211">
                        <c:v>416.505</c:v>
                      </c:pt>
                      <c:pt idx="1212">
                        <c:v>453</c:v>
                      </c:pt>
                      <c:pt idx="1213">
                        <c:v>437.726</c:v>
                      </c:pt>
                      <c:pt idx="1214">
                        <c:v>380.74099999999999</c:v>
                      </c:pt>
                      <c:pt idx="1215">
                        <c:v>346.28399999999999</c:v>
                      </c:pt>
                      <c:pt idx="1216">
                        <c:v>342.39100000000002</c:v>
                      </c:pt>
                      <c:pt idx="1217">
                        <c:v>343.97</c:v>
                      </c:pt>
                      <c:pt idx="1218">
                        <c:v>330.49</c:v>
                      </c:pt>
                      <c:pt idx="1219">
                        <c:v>363.97699999999998</c:v>
                      </c:pt>
                      <c:pt idx="1220">
                        <c:v>356.02300000000002</c:v>
                      </c:pt>
                      <c:pt idx="1221">
                        <c:v>373.43400000000003</c:v>
                      </c:pt>
                      <c:pt idx="1222">
                        <c:v>403.20100000000002</c:v>
                      </c:pt>
                      <c:pt idx="1223">
                        <c:v>418.07900000000001</c:v>
                      </c:pt>
                      <c:pt idx="1224">
                        <c:v>379.96699999999998</c:v>
                      </c:pt>
                      <c:pt idx="1225">
                        <c:v>390.49</c:v>
                      </c:pt>
                      <c:pt idx="1226">
                        <c:v>381.29700000000003</c:v>
                      </c:pt>
                      <c:pt idx="1227">
                        <c:v>376.89100000000002</c:v>
                      </c:pt>
                      <c:pt idx="1228">
                        <c:v>393.17599999999999</c:v>
                      </c:pt>
                      <c:pt idx="1229">
                        <c:v>407.39299999999997</c:v>
                      </c:pt>
                      <c:pt idx="1230">
                        <c:v>377.63799999999998</c:v>
                      </c:pt>
                      <c:pt idx="1231">
                        <c:v>335.30500000000001</c:v>
                      </c:pt>
                      <c:pt idx="1232">
                        <c:v>324.142</c:v>
                      </c:pt>
                      <c:pt idx="1233">
                        <c:v>313.40699999999998</c:v>
                      </c:pt>
                      <c:pt idx="1234">
                        <c:v>313.22899999999998</c:v>
                      </c:pt>
                      <c:pt idx="1235">
                        <c:v>315.59699999999998</c:v>
                      </c:pt>
                      <c:pt idx="1236">
                        <c:v>315.59699999999998</c:v>
                      </c:pt>
                      <c:pt idx="1237">
                        <c:v>315.59699999999998</c:v>
                      </c:pt>
                      <c:pt idx="1238">
                        <c:v>310.82499999999999</c:v>
                      </c:pt>
                      <c:pt idx="1239">
                        <c:v>310.39600000000002</c:v>
                      </c:pt>
                      <c:pt idx="1240">
                        <c:v>309.17500000000001</c:v>
                      </c:pt>
                      <c:pt idx="1241">
                        <c:v>309.17500000000001</c:v>
                      </c:pt>
                      <c:pt idx="1242">
                        <c:v>309.17500000000001</c:v>
                      </c:pt>
                      <c:pt idx="1243">
                        <c:v>301.54300000000001</c:v>
                      </c:pt>
                      <c:pt idx="1244">
                        <c:v>298.46199999999999</c:v>
                      </c:pt>
                      <c:pt idx="1245">
                        <c:v>308.71800000000002</c:v>
                      </c:pt>
                      <c:pt idx="1246">
                        <c:v>321.85300000000001</c:v>
                      </c:pt>
                      <c:pt idx="1247">
                        <c:v>317.59899999999999</c:v>
                      </c:pt>
                      <c:pt idx="1248">
                        <c:v>330.584</c:v>
                      </c:pt>
                      <c:pt idx="1249">
                        <c:v>336.005</c:v>
                      </c:pt>
                      <c:pt idx="1250">
                        <c:v>354.79700000000003</c:v>
                      </c:pt>
                      <c:pt idx="1251">
                        <c:v>357.92399999999998</c:v>
                      </c:pt>
                      <c:pt idx="1252">
                        <c:v>337.06099999999998</c:v>
                      </c:pt>
                      <c:pt idx="1253">
                        <c:v>332.17500000000001</c:v>
                      </c:pt>
                      <c:pt idx="1254">
                        <c:v>363.81299999999999</c:v>
                      </c:pt>
                      <c:pt idx="1255">
                        <c:v>369.995</c:v>
                      </c:pt>
                      <c:pt idx="1256">
                        <c:v>368.42500000000001</c:v>
                      </c:pt>
                      <c:pt idx="1257">
                        <c:v>359.05099999999999</c:v>
                      </c:pt>
                      <c:pt idx="1258">
                        <c:v>345.952</c:v>
                      </c:pt>
                      <c:pt idx="1259">
                        <c:v>355</c:v>
                      </c:pt>
                      <c:pt idx="1260">
                        <c:v>340.36799999999999</c:v>
                      </c:pt>
                      <c:pt idx="1261">
                        <c:v>358</c:v>
                      </c:pt>
                      <c:pt idx="1262">
                        <c:v>369.85</c:v>
                      </c:pt>
                      <c:pt idx="1263">
                        <c:v>379.66699999999997</c:v>
                      </c:pt>
                      <c:pt idx="1264">
                        <c:v>382.51</c:v>
                      </c:pt>
                      <c:pt idx="1265">
                        <c:v>408.66699999999997</c:v>
                      </c:pt>
                      <c:pt idx="1266">
                        <c:v>411.262</c:v>
                      </c:pt>
                      <c:pt idx="1267">
                        <c:v>382.95</c:v>
                      </c:pt>
                      <c:pt idx="1268">
                        <c:v>376.66699999999997</c:v>
                      </c:pt>
                      <c:pt idx="1269">
                        <c:v>410</c:v>
                      </c:pt>
                      <c:pt idx="1270">
                        <c:v>419.86</c:v>
                      </c:pt>
                      <c:pt idx="1271">
                        <c:v>443.63</c:v>
                      </c:pt>
                      <c:pt idx="1272">
                        <c:v>432.64800000000002</c:v>
                      </c:pt>
                      <c:pt idx="1273">
                        <c:v>440.065</c:v>
                      </c:pt>
                      <c:pt idx="1274">
                        <c:v>462.31</c:v>
                      </c:pt>
                      <c:pt idx="1275">
                        <c:v>447</c:v>
                      </c:pt>
                      <c:pt idx="1276">
                        <c:v>451.19499999999999</c:v>
                      </c:pt>
                      <c:pt idx="1277">
                        <c:v>471.34800000000001</c:v>
                      </c:pt>
                      <c:pt idx="1278">
                        <c:v>484.33300000000003</c:v>
                      </c:pt>
                      <c:pt idx="1279">
                        <c:v>461</c:v>
                      </c:pt>
                      <c:pt idx="1280">
                        <c:v>463.22399999999999</c:v>
                      </c:pt>
                      <c:pt idx="1281">
                        <c:v>464.66699999999997</c:v>
                      </c:pt>
                      <c:pt idx="1282">
                        <c:v>473.22</c:v>
                      </c:pt>
                      <c:pt idx="1283">
                        <c:v>494</c:v>
                      </c:pt>
                      <c:pt idx="1284">
                        <c:v>487.17700000000002</c:v>
                      </c:pt>
                      <c:pt idx="1285">
                        <c:v>474</c:v>
                      </c:pt>
                      <c:pt idx="1286">
                        <c:v>492.33300000000003</c:v>
                      </c:pt>
                      <c:pt idx="1287">
                        <c:v>491.99200000000002</c:v>
                      </c:pt>
                      <c:pt idx="1288">
                        <c:v>498.01499999999999</c:v>
                      </c:pt>
                      <c:pt idx="1289">
                        <c:v>470.15499999999997</c:v>
                      </c:pt>
                      <c:pt idx="1290">
                        <c:v>464</c:v>
                      </c:pt>
                      <c:pt idx="1291">
                        <c:v>448.4</c:v>
                      </c:pt>
                      <c:pt idx="1292">
                        <c:v>436.56900000000002</c:v>
                      </c:pt>
                      <c:pt idx="1293">
                        <c:v>421.827</c:v>
                      </c:pt>
                      <c:pt idx="1294">
                        <c:v>424.30700000000002</c:v>
                      </c:pt>
                      <c:pt idx="1295">
                        <c:v>418.66699999999997</c:v>
                      </c:pt>
                      <c:pt idx="1296">
                        <c:v>415.125</c:v>
                      </c:pt>
                      <c:pt idx="1297">
                        <c:v>422.911</c:v>
                      </c:pt>
                      <c:pt idx="1298">
                        <c:v>400.87400000000002</c:v>
                      </c:pt>
                      <c:pt idx="1299">
                        <c:v>413.66300000000001</c:v>
                      </c:pt>
                      <c:pt idx="1300">
                        <c:v>401.79399999999998</c:v>
                      </c:pt>
                      <c:pt idx="1301">
                        <c:v>382.66699999999997</c:v>
                      </c:pt>
                      <c:pt idx="1302">
                        <c:v>388.95499999999998</c:v>
                      </c:pt>
                      <c:pt idx="1303">
                        <c:v>413.33300000000003</c:v>
                      </c:pt>
                      <c:pt idx="1304">
                        <c:v>400.44099999999997</c:v>
                      </c:pt>
                      <c:pt idx="1305">
                        <c:v>392.91899999999998</c:v>
                      </c:pt>
                      <c:pt idx="1306">
                        <c:v>368.97</c:v>
                      </c:pt>
                      <c:pt idx="1307">
                        <c:v>346.66</c:v>
                      </c:pt>
                      <c:pt idx="1308">
                        <c:v>349.77100000000002</c:v>
                      </c:pt>
                      <c:pt idx="1309">
                        <c:v>353.75</c:v>
                      </c:pt>
                      <c:pt idx="1310">
                        <c:v>338.66699999999997</c:v>
                      </c:pt>
                      <c:pt idx="1311">
                        <c:v>323.90800000000002</c:v>
                      </c:pt>
                      <c:pt idx="1312">
                        <c:v>325.57600000000002</c:v>
                      </c:pt>
                      <c:pt idx="1313">
                        <c:v>327.93400000000003</c:v>
                      </c:pt>
                      <c:pt idx="1314">
                        <c:v>319.19</c:v>
                      </c:pt>
                      <c:pt idx="1315">
                        <c:v>319.46899999999999</c:v>
                      </c:pt>
                      <c:pt idx="1316">
                        <c:v>312.33300000000003</c:v>
                      </c:pt>
                      <c:pt idx="1317">
                        <c:v>313.43099999999998</c:v>
                      </c:pt>
                      <c:pt idx="1318">
                        <c:v>332.66699999999997</c:v>
                      </c:pt>
                      <c:pt idx="1319">
                        <c:v>322.06200000000001</c:v>
                      </c:pt>
                      <c:pt idx="1320">
                        <c:v>327.142</c:v>
                      </c:pt>
                      <c:pt idx="1321">
                        <c:v>321.79700000000003</c:v>
                      </c:pt>
                      <c:pt idx="1322">
                        <c:v>312.09699999999998</c:v>
                      </c:pt>
                      <c:pt idx="1323">
                        <c:v>325.30900000000003</c:v>
                      </c:pt>
                      <c:pt idx="1324">
                        <c:v>320.22800000000001</c:v>
                      </c:pt>
                      <c:pt idx="1325">
                        <c:v>302.92099999999999</c:v>
                      </c:pt>
                      <c:pt idx="1326">
                        <c:v>303.45100000000002</c:v>
                      </c:pt>
                      <c:pt idx="1327">
                        <c:v>303.20800000000003</c:v>
                      </c:pt>
                      <c:pt idx="1328">
                        <c:v>289.94200000000001</c:v>
                      </c:pt>
                      <c:pt idx="1329">
                        <c:v>270.55399999999997</c:v>
                      </c:pt>
                      <c:pt idx="1330">
                        <c:v>248</c:v>
                      </c:pt>
                      <c:pt idx="1331">
                        <c:v>238</c:v>
                      </c:pt>
                      <c:pt idx="1332">
                        <c:v>240.90600000000001</c:v>
                      </c:pt>
                      <c:pt idx="1333">
                        <c:v>252.898</c:v>
                      </c:pt>
                      <c:pt idx="1334">
                        <c:v>253.667</c:v>
                      </c:pt>
                      <c:pt idx="1335">
                        <c:v>262</c:v>
                      </c:pt>
                      <c:pt idx="1336">
                        <c:v>256</c:v>
                      </c:pt>
                      <c:pt idx="1337">
                        <c:v>255.578</c:v>
                      </c:pt>
                      <c:pt idx="1338">
                        <c:v>244</c:v>
                      </c:pt>
                      <c:pt idx="1339">
                        <c:v>232.91</c:v>
                      </c:pt>
                      <c:pt idx="1340">
                        <c:v>225.78399999999999</c:v>
                      </c:pt>
                      <c:pt idx="1341">
                        <c:v>235.667</c:v>
                      </c:pt>
                      <c:pt idx="1342">
                        <c:v>237.352</c:v>
                      </c:pt>
                      <c:pt idx="1343">
                        <c:v>236.21299999999999</c:v>
                      </c:pt>
                      <c:pt idx="1344">
                        <c:v>228.333</c:v>
                      </c:pt>
                      <c:pt idx="1345">
                        <c:v>230.38</c:v>
                      </c:pt>
                      <c:pt idx="1346">
                        <c:v>227.762</c:v>
                      </c:pt>
                      <c:pt idx="1347">
                        <c:v>221.06</c:v>
                      </c:pt>
                      <c:pt idx="1348">
                        <c:v>208.417</c:v>
                      </c:pt>
                      <c:pt idx="1349">
                        <c:v>207.934</c:v>
                      </c:pt>
                      <c:pt idx="1350">
                        <c:v>214.53</c:v>
                      </c:pt>
                      <c:pt idx="1351">
                        <c:v>209.822</c:v>
                      </c:pt>
                      <c:pt idx="1352">
                        <c:v>204.08600000000001</c:v>
                      </c:pt>
                      <c:pt idx="1353">
                        <c:v>208.75700000000001</c:v>
                      </c:pt>
                      <c:pt idx="1354">
                        <c:v>203.595</c:v>
                      </c:pt>
                      <c:pt idx="1355">
                        <c:v>207.036</c:v>
                      </c:pt>
                      <c:pt idx="1356">
                        <c:v>207.42099999999999</c:v>
                      </c:pt>
                      <c:pt idx="1357">
                        <c:v>207.791</c:v>
                      </c:pt>
                      <c:pt idx="1358">
                        <c:v>213.05500000000001</c:v>
                      </c:pt>
                      <c:pt idx="1359">
                        <c:v>221.41300000000001</c:v>
                      </c:pt>
                      <c:pt idx="1360">
                        <c:v>228.893</c:v>
                      </c:pt>
                      <c:pt idx="1361">
                        <c:v>224.88300000000001</c:v>
                      </c:pt>
                      <c:pt idx="1362">
                        <c:v>225.315</c:v>
                      </c:pt>
                      <c:pt idx="1363">
                        <c:v>242.059</c:v>
                      </c:pt>
                      <c:pt idx="1364">
                        <c:v>237.898</c:v>
                      </c:pt>
                      <c:pt idx="1365">
                        <c:v>223.71199999999999</c:v>
                      </c:pt>
                      <c:pt idx="1366">
                        <c:v>219.208</c:v>
                      </c:pt>
                      <c:pt idx="1367">
                        <c:v>213.75899999999999</c:v>
                      </c:pt>
                      <c:pt idx="1368">
                        <c:v>205.77099999999999</c:v>
                      </c:pt>
                      <c:pt idx="1369">
                        <c:v>203.69900000000001</c:v>
                      </c:pt>
                      <c:pt idx="1370">
                        <c:v>200.71299999999999</c:v>
                      </c:pt>
                      <c:pt idx="1371">
                        <c:v>206.446</c:v>
                      </c:pt>
                      <c:pt idx="1372">
                        <c:v>205.98500000000001</c:v>
                      </c:pt>
                      <c:pt idx="1373">
                        <c:v>207.99199999999999</c:v>
                      </c:pt>
                      <c:pt idx="1374">
                        <c:v>218.167</c:v>
                      </c:pt>
                      <c:pt idx="1375">
                        <c:v>226.982</c:v>
                      </c:pt>
                      <c:pt idx="1376">
                        <c:v>223</c:v>
                      </c:pt>
                      <c:pt idx="1377">
                        <c:v>226.315</c:v>
                      </c:pt>
                      <c:pt idx="1378">
                        <c:v>223.68299999999999</c:v>
                      </c:pt>
                      <c:pt idx="1379">
                        <c:v>222.898</c:v>
                      </c:pt>
                      <c:pt idx="1380">
                        <c:v>216.309</c:v>
                      </c:pt>
                      <c:pt idx="1381">
                        <c:v>212.41499999999999</c:v>
                      </c:pt>
                      <c:pt idx="1382">
                        <c:v>207.553</c:v>
                      </c:pt>
                      <c:pt idx="1383">
                        <c:v>202.846</c:v>
                      </c:pt>
                      <c:pt idx="1384">
                        <c:v>193.49700000000001</c:v>
                      </c:pt>
                      <c:pt idx="1385">
                        <c:v>196.221</c:v>
                      </c:pt>
                      <c:pt idx="1386">
                        <c:v>178.06899999999999</c:v>
                      </c:pt>
                      <c:pt idx="1387">
                        <c:v>180.49700000000001</c:v>
                      </c:pt>
                      <c:pt idx="1388">
                        <c:v>171.82400000000001</c:v>
                      </c:pt>
                      <c:pt idx="1389">
                        <c:v>171.99199999999999</c:v>
                      </c:pt>
                      <c:pt idx="1390">
                        <c:v>180.70500000000001</c:v>
                      </c:pt>
                      <c:pt idx="1391">
                        <c:v>174.82300000000001</c:v>
                      </c:pt>
                      <c:pt idx="1392">
                        <c:v>171.77500000000001</c:v>
                      </c:pt>
                      <c:pt idx="1393">
                        <c:v>151.773</c:v>
                      </c:pt>
                      <c:pt idx="1394">
                        <c:v>152.11699999999999</c:v>
                      </c:pt>
                      <c:pt idx="1395">
                        <c:v>150.208</c:v>
                      </c:pt>
                      <c:pt idx="1396">
                        <c:v>155.98099999999999</c:v>
                      </c:pt>
                      <c:pt idx="1397">
                        <c:v>145</c:v>
                      </c:pt>
                      <c:pt idx="1398">
                        <c:v>149.221</c:v>
                      </c:pt>
                      <c:pt idx="1399">
                        <c:v>160.36600000000001</c:v>
                      </c:pt>
                      <c:pt idx="1400">
                        <c:v>160.191</c:v>
                      </c:pt>
                      <c:pt idx="1401">
                        <c:v>159.33500000000001</c:v>
                      </c:pt>
                      <c:pt idx="1402">
                        <c:v>163.66999999999999</c:v>
                      </c:pt>
                      <c:pt idx="1403">
                        <c:v>169.42400000000001</c:v>
                      </c:pt>
                      <c:pt idx="1404">
                        <c:v>162.375</c:v>
                      </c:pt>
                      <c:pt idx="1405">
                        <c:v>166.744</c:v>
                      </c:pt>
                      <c:pt idx="1406">
                        <c:v>163.19499999999999</c:v>
                      </c:pt>
                      <c:pt idx="1407">
                        <c:v>157.85499999999999</c:v>
                      </c:pt>
                      <c:pt idx="1408">
                        <c:v>155.071</c:v>
                      </c:pt>
                      <c:pt idx="1409">
                        <c:v>155.97399999999999</c:v>
                      </c:pt>
                      <c:pt idx="1410">
                        <c:v>162.28399999999999</c:v>
                      </c:pt>
                      <c:pt idx="1411">
                        <c:v>163.25</c:v>
                      </c:pt>
                      <c:pt idx="1412">
                        <c:v>164.084</c:v>
                      </c:pt>
                      <c:pt idx="1413">
                        <c:v>170.20699999999999</c:v>
                      </c:pt>
                      <c:pt idx="1414">
                        <c:v>178.44300000000001</c:v>
                      </c:pt>
                      <c:pt idx="1415">
                        <c:v>175.62</c:v>
                      </c:pt>
                      <c:pt idx="1416">
                        <c:v>166.542</c:v>
                      </c:pt>
                      <c:pt idx="1417">
                        <c:v>162.16</c:v>
                      </c:pt>
                      <c:pt idx="1418">
                        <c:v>162.774</c:v>
                      </c:pt>
                      <c:pt idx="1419">
                        <c:v>154.834</c:v>
                      </c:pt>
                      <c:pt idx="1420">
                        <c:v>155.62</c:v>
                      </c:pt>
                      <c:pt idx="1421">
                        <c:v>152.47</c:v>
                      </c:pt>
                      <c:pt idx="1422">
                        <c:v>154.42099999999999</c:v>
                      </c:pt>
                      <c:pt idx="1423">
                        <c:v>149.511</c:v>
                      </c:pt>
                      <c:pt idx="1424">
                        <c:v>146.577</c:v>
                      </c:pt>
                      <c:pt idx="1425">
                        <c:v>136.875</c:v>
                      </c:pt>
                      <c:pt idx="1426">
                        <c:v>139.80099999999999</c:v>
                      </c:pt>
                      <c:pt idx="1427">
                        <c:v>144.31399999999999</c:v>
                      </c:pt>
                      <c:pt idx="1428">
                        <c:v>150.28</c:v>
                      </c:pt>
                      <c:pt idx="1429">
                        <c:v>146.102</c:v>
                      </c:pt>
                      <c:pt idx="1430">
                        <c:v>150.095</c:v>
                      </c:pt>
                      <c:pt idx="1431">
                        <c:v>157.214</c:v>
                      </c:pt>
                      <c:pt idx="1432">
                        <c:v>160.714</c:v>
                      </c:pt>
                      <c:pt idx="1433">
                        <c:v>159.131</c:v>
                      </c:pt>
                      <c:pt idx="1434">
                        <c:v>157.54900000000001</c:v>
                      </c:pt>
                      <c:pt idx="1435">
                        <c:v>154.167</c:v>
                      </c:pt>
                      <c:pt idx="1436">
                        <c:v>163.71100000000001</c:v>
                      </c:pt>
                      <c:pt idx="1437">
                        <c:v>162.11000000000001</c:v>
                      </c:pt>
                      <c:pt idx="1438">
                        <c:v>152.119</c:v>
                      </c:pt>
                      <c:pt idx="1439">
                        <c:v>144.727</c:v>
                      </c:pt>
                      <c:pt idx="1440">
                        <c:v>150.03100000000001</c:v>
                      </c:pt>
                      <c:pt idx="1441">
                        <c:v>145.91800000000001</c:v>
                      </c:pt>
                      <c:pt idx="1442">
                        <c:v>141.661</c:v>
                      </c:pt>
                      <c:pt idx="1443">
                        <c:v>143.655</c:v>
                      </c:pt>
                      <c:pt idx="1444">
                        <c:v>144.88999999999999</c:v>
                      </c:pt>
                      <c:pt idx="1445">
                        <c:v>141.173</c:v>
                      </c:pt>
                      <c:pt idx="1446">
                        <c:v>144.667</c:v>
                      </c:pt>
                      <c:pt idx="1447">
                        <c:v>146.94999999999999</c:v>
                      </c:pt>
                      <c:pt idx="1448">
                        <c:v>145.53100000000001</c:v>
                      </c:pt>
                      <c:pt idx="1449">
                        <c:v>150.452</c:v>
                      </c:pt>
                      <c:pt idx="1450">
                        <c:v>160.56</c:v>
                      </c:pt>
                      <c:pt idx="1451">
                        <c:v>157.38499999999999</c:v>
                      </c:pt>
                      <c:pt idx="1452">
                        <c:v>159.81800000000001</c:v>
                      </c:pt>
                      <c:pt idx="1453">
                        <c:v>171.50899999999999</c:v>
                      </c:pt>
                      <c:pt idx="1454">
                        <c:v>173.81100000000001</c:v>
                      </c:pt>
                      <c:pt idx="1455">
                        <c:v>178.84899999999999</c:v>
                      </c:pt>
                      <c:pt idx="1456">
                        <c:v>163.02000000000001</c:v>
                      </c:pt>
                      <c:pt idx="1457">
                        <c:v>167.792</c:v>
                      </c:pt>
                      <c:pt idx="1458">
                        <c:v>167.203</c:v>
                      </c:pt>
                      <c:pt idx="1459">
                        <c:v>170.36699999999999</c:v>
                      </c:pt>
                      <c:pt idx="1460">
                        <c:v>163.21799999999999</c:v>
                      </c:pt>
                      <c:pt idx="1461">
                        <c:v>160.75899999999999</c:v>
                      </c:pt>
                      <c:pt idx="1462">
                        <c:v>157.042</c:v>
                      </c:pt>
                      <c:pt idx="1463">
                        <c:v>144.381</c:v>
                      </c:pt>
                      <c:pt idx="1464">
                        <c:v>145.90100000000001</c:v>
                      </c:pt>
                      <c:pt idx="1465">
                        <c:v>145.16800000000001</c:v>
                      </c:pt>
                      <c:pt idx="1466">
                        <c:v>150.16499999999999</c:v>
                      </c:pt>
                      <c:pt idx="1467">
                        <c:v>149.21899999999999</c:v>
                      </c:pt>
                      <c:pt idx="1468">
                        <c:v>144.61600000000001</c:v>
                      </c:pt>
                      <c:pt idx="1469">
                        <c:v>146.333</c:v>
                      </c:pt>
                      <c:pt idx="1470">
                        <c:v>145.363</c:v>
                      </c:pt>
                      <c:pt idx="1471">
                        <c:v>148.995</c:v>
                      </c:pt>
                      <c:pt idx="1472">
                        <c:v>149.49600000000001</c:v>
                      </c:pt>
                      <c:pt idx="1473">
                        <c:v>148.352</c:v>
                      </c:pt>
                      <c:pt idx="1474">
                        <c:v>148.483</c:v>
                      </c:pt>
                      <c:pt idx="1475">
                        <c:v>143.86099999999999</c:v>
                      </c:pt>
                      <c:pt idx="1476">
                        <c:v>144.16999999999999</c:v>
                      </c:pt>
                      <c:pt idx="1477">
                        <c:v>153.083</c:v>
                      </c:pt>
                      <c:pt idx="1478">
                        <c:v>153.81800000000001</c:v>
                      </c:pt>
                      <c:pt idx="1479">
                        <c:v>144.453</c:v>
                      </c:pt>
                      <c:pt idx="1480">
                        <c:v>144.833</c:v>
                      </c:pt>
                      <c:pt idx="1481">
                        <c:v>149.244</c:v>
                      </c:pt>
                      <c:pt idx="1482">
                        <c:v>145.11799999999999</c:v>
                      </c:pt>
                      <c:pt idx="1483">
                        <c:v>144.96100000000001</c:v>
                      </c:pt>
                      <c:pt idx="1484">
                        <c:v>148.541</c:v>
                      </c:pt>
                      <c:pt idx="1485">
                        <c:v>151.89599999999999</c:v>
                      </c:pt>
                      <c:pt idx="1486">
                        <c:v>150.202</c:v>
                      </c:pt>
                      <c:pt idx="1487">
                        <c:v>149.03</c:v>
                      </c:pt>
                      <c:pt idx="1488">
                        <c:v>146.18600000000001</c:v>
                      </c:pt>
                      <c:pt idx="1489">
                        <c:v>143.69800000000001</c:v>
                      </c:pt>
                      <c:pt idx="1490">
                        <c:v>146.03200000000001</c:v>
                      </c:pt>
                      <c:pt idx="1491">
                        <c:v>150.89099999999999</c:v>
                      </c:pt>
                      <c:pt idx="1492">
                        <c:v>147.66200000000001</c:v>
                      </c:pt>
                      <c:pt idx="1493">
                        <c:v>145.78800000000001</c:v>
                      </c:pt>
                      <c:pt idx="1494">
                        <c:v>141.60499999999999</c:v>
                      </c:pt>
                      <c:pt idx="1495">
                        <c:v>143.142</c:v>
                      </c:pt>
                      <c:pt idx="1496">
                        <c:v>143.24</c:v>
                      </c:pt>
                      <c:pt idx="1497">
                        <c:v>142.06700000000001</c:v>
                      </c:pt>
                      <c:pt idx="1498">
                        <c:v>142.602</c:v>
                      </c:pt>
                      <c:pt idx="1499">
                        <c:v>142.79400000000001</c:v>
                      </c:pt>
                      <c:pt idx="1500">
                        <c:v>142.39099999999999</c:v>
                      </c:pt>
                      <c:pt idx="1501">
                        <c:v>142.94200000000001</c:v>
                      </c:pt>
                      <c:pt idx="1502">
                        <c:v>143.26900000000001</c:v>
                      </c:pt>
                      <c:pt idx="1503">
                        <c:v>134.59200000000001</c:v>
                      </c:pt>
                      <c:pt idx="1504">
                        <c:v>134.702</c:v>
                      </c:pt>
                      <c:pt idx="1505">
                        <c:v>133.49700000000001</c:v>
                      </c:pt>
                      <c:pt idx="1506">
                        <c:v>132.78399999999999</c:v>
                      </c:pt>
                      <c:pt idx="1507">
                        <c:v>131.864</c:v>
                      </c:pt>
                      <c:pt idx="1508">
                        <c:v>131.92500000000001</c:v>
                      </c:pt>
                      <c:pt idx="1509">
                        <c:v>135.14599999999999</c:v>
                      </c:pt>
                      <c:pt idx="1510">
                        <c:v>134.17699999999999</c:v>
                      </c:pt>
                      <c:pt idx="1511">
                        <c:v>139.13499999999999</c:v>
                      </c:pt>
                      <c:pt idx="1512">
                        <c:v>144.72800000000001</c:v>
                      </c:pt>
                      <c:pt idx="1513">
                        <c:v>145.416</c:v>
                      </c:pt>
                      <c:pt idx="1514">
                        <c:v>141.85</c:v>
                      </c:pt>
                      <c:pt idx="1515">
                        <c:v>144.92500000000001</c:v>
                      </c:pt>
                      <c:pt idx="1516">
                        <c:v>154.625</c:v>
                      </c:pt>
                      <c:pt idx="1517">
                        <c:v>158.77699999999999</c:v>
                      </c:pt>
                      <c:pt idx="1518">
                        <c:v>151.43</c:v>
                      </c:pt>
                      <c:pt idx="1519">
                        <c:v>158.91499999999999</c:v>
                      </c:pt>
                      <c:pt idx="1520">
                        <c:v>162.96700000000001</c:v>
                      </c:pt>
                      <c:pt idx="1521">
                        <c:v>167.31</c:v>
                      </c:pt>
                      <c:pt idx="1522">
                        <c:v>168.16800000000001</c:v>
                      </c:pt>
                      <c:pt idx="1523">
                        <c:v>164.90600000000001</c:v>
                      </c:pt>
                      <c:pt idx="1524">
                        <c:v>163.273</c:v>
                      </c:pt>
                      <c:pt idx="1525">
                        <c:v>165.53399999999999</c:v>
                      </c:pt>
                      <c:pt idx="1526">
                        <c:v>178.04</c:v>
                      </c:pt>
                      <c:pt idx="1527">
                        <c:v>177.006</c:v>
                      </c:pt>
                      <c:pt idx="1528">
                        <c:v>182.64</c:v>
                      </c:pt>
                      <c:pt idx="1529">
                        <c:v>173.29499999999999</c:v>
                      </c:pt>
                      <c:pt idx="1530">
                        <c:v>168.72300000000001</c:v>
                      </c:pt>
                      <c:pt idx="1531">
                        <c:v>163.32599999999999</c:v>
                      </c:pt>
                      <c:pt idx="1532">
                        <c:v>167.1</c:v>
                      </c:pt>
                      <c:pt idx="1533">
                        <c:v>167.107</c:v>
                      </c:pt>
                      <c:pt idx="1534">
                        <c:v>162.81100000000001</c:v>
                      </c:pt>
                      <c:pt idx="1535">
                        <c:v>163.64500000000001</c:v>
                      </c:pt>
                      <c:pt idx="1536">
                        <c:v>162.73500000000001</c:v>
                      </c:pt>
                      <c:pt idx="1537">
                        <c:v>159.233</c:v>
                      </c:pt>
                      <c:pt idx="1538">
                        <c:v>156.691</c:v>
                      </c:pt>
                      <c:pt idx="1539">
                        <c:v>161.20599999999999</c:v>
                      </c:pt>
                      <c:pt idx="1540">
                        <c:v>159.89400000000001</c:v>
                      </c:pt>
                      <c:pt idx="1541">
                        <c:v>158.63300000000001</c:v>
                      </c:pt>
                      <c:pt idx="1542">
                        <c:v>156.99199999999999</c:v>
                      </c:pt>
                      <c:pt idx="1543">
                        <c:v>153.54900000000001</c:v>
                      </c:pt>
                      <c:pt idx="1544">
                        <c:v>152.739</c:v>
                      </c:pt>
                      <c:pt idx="1545">
                        <c:v>153.02199999999999</c:v>
                      </c:pt>
                      <c:pt idx="1546">
                        <c:v>151.15</c:v>
                      </c:pt>
                      <c:pt idx="1547">
                        <c:v>146.178</c:v>
                      </c:pt>
                      <c:pt idx="1548">
                        <c:v>141.751</c:v>
                      </c:pt>
                      <c:pt idx="1549">
                        <c:v>140.102</c:v>
                      </c:pt>
                      <c:pt idx="1550">
                        <c:v>140.41399999999999</c:v>
                      </c:pt>
                      <c:pt idx="1551">
                        <c:v>137.75899999999999</c:v>
                      </c:pt>
                      <c:pt idx="1552">
                        <c:v>137.95699999999999</c:v>
                      </c:pt>
                      <c:pt idx="1553">
                        <c:v>140.35499999999999</c:v>
                      </c:pt>
                      <c:pt idx="1554">
                        <c:v>139.01499999999999</c:v>
                      </c:pt>
                      <c:pt idx="1555">
                        <c:v>136.417</c:v>
                      </c:pt>
                      <c:pt idx="1556">
                        <c:v>136.114</c:v>
                      </c:pt>
                      <c:pt idx="1557">
                        <c:v>139.46899999999999</c:v>
                      </c:pt>
                      <c:pt idx="1558">
                        <c:v>143.98400000000001</c:v>
                      </c:pt>
                      <c:pt idx="1559">
                        <c:v>144.25</c:v>
                      </c:pt>
                      <c:pt idx="1560">
                        <c:v>147.56700000000001</c:v>
                      </c:pt>
                      <c:pt idx="1561">
                        <c:v>148.43199999999999</c:v>
                      </c:pt>
                      <c:pt idx="1562">
                        <c:v>152.37100000000001</c:v>
                      </c:pt>
                      <c:pt idx="1563">
                        <c:v>152.33600000000001</c:v>
                      </c:pt>
                      <c:pt idx="1564">
                        <c:v>149.53200000000001</c:v>
                      </c:pt>
                      <c:pt idx="1565">
                        <c:v>150.096</c:v>
                      </c:pt>
                      <c:pt idx="1566">
                        <c:v>146.488</c:v>
                      </c:pt>
                      <c:pt idx="1567">
                        <c:v>145.43899999999999</c:v>
                      </c:pt>
                      <c:pt idx="1568">
                        <c:v>139.654</c:v>
                      </c:pt>
                      <c:pt idx="1569">
                        <c:v>140.90299999999999</c:v>
                      </c:pt>
                      <c:pt idx="1570">
                        <c:v>142.79499999999999</c:v>
                      </c:pt>
                      <c:pt idx="1571">
                        <c:v>142.18600000000001</c:v>
                      </c:pt>
                      <c:pt idx="1572">
                        <c:v>140.333</c:v>
                      </c:pt>
                      <c:pt idx="1573">
                        <c:v>136.464</c:v>
                      </c:pt>
                      <c:pt idx="1574">
                        <c:v>134.57499999999999</c:v>
                      </c:pt>
                      <c:pt idx="1575">
                        <c:v>131.333</c:v>
                      </c:pt>
                      <c:pt idx="1576">
                        <c:v>124.617</c:v>
                      </c:pt>
                      <c:pt idx="1577">
                        <c:v>130.477</c:v>
                      </c:pt>
                      <c:pt idx="1578">
                        <c:v>130.33699999999999</c:v>
                      </c:pt>
                      <c:pt idx="1579">
                        <c:v>127.625</c:v>
                      </c:pt>
                      <c:pt idx="1580">
                        <c:v>129.124</c:v>
                      </c:pt>
                      <c:pt idx="1581">
                        <c:v>132.89099999999999</c:v>
                      </c:pt>
                      <c:pt idx="1582">
                        <c:v>133.29599999999999</c:v>
                      </c:pt>
                      <c:pt idx="1583">
                        <c:v>136.36000000000001</c:v>
                      </c:pt>
                      <c:pt idx="1584">
                        <c:v>148.70099999999999</c:v>
                      </c:pt>
                      <c:pt idx="1585">
                        <c:v>145.51499999999999</c:v>
                      </c:pt>
                      <c:pt idx="1586">
                        <c:v>141.75</c:v>
                      </c:pt>
                      <c:pt idx="1587">
                        <c:v>146.15</c:v>
                      </c:pt>
                      <c:pt idx="1588">
                        <c:v>141.81</c:v>
                      </c:pt>
                      <c:pt idx="1589">
                        <c:v>154.22900000000001</c:v>
                      </c:pt>
                      <c:pt idx="1590">
                        <c:v>162.232</c:v>
                      </c:pt>
                      <c:pt idx="1591">
                        <c:v>182.71199999999999</c:v>
                      </c:pt>
                      <c:pt idx="1592">
                        <c:v>182.28299999999999</c:v>
                      </c:pt>
                      <c:pt idx="1593">
                        <c:v>155.245</c:v>
                      </c:pt>
                      <c:pt idx="1594">
                        <c:v>153.80099999999999</c:v>
                      </c:pt>
                      <c:pt idx="1595">
                        <c:v>142.012</c:v>
                      </c:pt>
                      <c:pt idx="1596">
                        <c:v>146.03100000000001</c:v>
                      </c:pt>
                      <c:pt idx="1597">
                        <c:v>157.125</c:v>
                      </c:pt>
                      <c:pt idx="1598">
                        <c:v>158.19499999999999</c:v>
                      </c:pt>
                      <c:pt idx="1599">
                        <c:v>169.87899999999999</c:v>
                      </c:pt>
                      <c:pt idx="1600">
                        <c:v>170.833</c:v>
                      </c:pt>
                      <c:pt idx="1601">
                        <c:v>186.15700000000001</c:v>
                      </c:pt>
                      <c:pt idx="1602">
                        <c:v>179.64699999999999</c:v>
                      </c:pt>
                      <c:pt idx="1603">
                        <c:v>179.33099999999999</c:v>
                      </c:pt>
                      <c:pt idx="1604">
                        <c:v>183.26300000000001</c:v>
                      </c:pt>
                      <c:pt idx="1605">
                        <c:v>173.37899999999999</c:v>
                      </c:pt>
                      <c:pt idx="1606">
                        <c:v>162.864</c:v>
                      </c:pt>
                      <c:pt idx="1607">
                        <c:v>162.733</c:v>
                      </c:pt>
                      <c:pt idx="1608">
                        <c:v>163.43</c:v>
                      </c:pt>
                      <c:pt idx="1609">
                        <c:v>162.625</c:v>
                      </c:pt>
                      <c:pt idx="1610">
                        <c:v>158.875</c:v>
                      </c:pt>
                      <c:pt idx="1611">
                        <c:v>158.58500000000001</c:v>
                      </c:pt>
                      <c:pt idx="1612">
                        <c:v>169.30099999999999</c:v>
                      </c:pt>
                      <c:pt idx="1613">
                        <c:v>171.81100000000001</c:v>
                      </c:pt>
                      <c:pt idx="1614">
                        <c:v>172.66499999999999</c:v>
                      </c:pt>
                      <c:pt idx="1615">
                        <c:v>166.65199999999999</c:v>
                      </c:pt>
                      <c:pt idx="1616">
                        <c:v>162.12100000000001</c:v>
                      </c:pt>
                      <c:pt idx="1617">
                        <c:v>163.09800000000001</c:v>
                      </c:pt>
                      <c:pt idx="1618">
                        <c:v>157.71899999999999</c:v>
                      </c:pt>
                      <c:pt idx="1619">
                        <c:v>155.13999999999999</c:v>
                      </c:pt>
                      <c:pt idx="1620">
                        <c:v>156.14699999999999</c:v>
                      </c:pt>
                      <c:pt idx="1621">
                        <c:v>152.29499999999999</c:v>
                      </c:pt>
                      <c:pt idx="1622">
                        <c:v>147.44200000000001</c:v>
                      </c:pt>
                      <c:pt idx="1623">
                        <c:v>145.702</c:v>
                      </c:pt>
                      <c:pt idx="1624">
                        <c:v>149.952</c:v>
                      </c:pt>
                      <c:pt idx="1625">
                        <c:v>149.29400000000001</c:v>
                      </c:pt>
                      <c:pt idx="1626">
                        <c:v>152.77000000000001</c:v>
                      </c:pt>
                      <c:pt idx="1627">
                        <c:v>148.833</c:v>
                      </c:pt>
                      <c:pt idx="1628">
                        <c:v>146.001</c:v>
                      </c:pt>
                      <c:pt idx="1629">
                        <c:v>153.10900000000001</c:v>
                      </c:pt>
                      <c:pt idx="1630">
                        <c:v>152.97800000000001</c:v>
                      </c:pt>
                      <c:pt idx="1631">
                        <c:v>153.053</c:v>
                      </c:pt>
                      <c:pt idx="1632">
                        <c:v>153.345</c:v>
                      </c:pt>
                      <c:pt idx="1633">
                        <c:v>153.65799999999999</c:v>
                      </c:pt>
                      <c:pt idx="1634">
                        <c:v>149.35400000000001</c:v>
                      </c:pt>
                      <c:pt idx="1635">
                        <c:v>144.785</c:v>
                      </c:pt>
                      <c:pt idx="1636">
                        <c:v>141.39599999999999</c:v>
                      </c:pt>
                      <c:pt idx="1637">
                        <c:v>139.85300000000001</c:v>
                      </c:pt>
                      <c:pt idx="1638">
                        <c:v>136.249</c:v>
                      </c:pt>
                      <c:pt idx="1639">
                        <c:v>131.28299999999999</c:v>
                      </c:pt>
                      <c:pt idx="1640">
                        <c:v>132.46</c:v>
                      </c:pt>
                      <c:pt idx="1641">
                        <c:v>133.113</c:v>
                      </c:pt>
                      <c:pt idx="1642">
                        <c:v>135.98400000000001</c:v>
                      </c:pt>
                      <c:pt idx="1643">
                        <c:v>136.126</c:v>
                      </c:pt>
                      <c:pt idx="1644">
                        <c:v>132.11000000000001</c:v>
                      </c:pt>
                      <c:pt idx="1645">
                        <c:v>132.33600000000001</c:v>
                      </c:pt>
                      <c:pt idx="1646">
                        <c:v>128.15600000000001</c:v>
                      </c:pt>
                      <c:pt idx="1647">
                        <c:v>127.33199999999999</c:v>
                      </c:pt>
                      <c:pt idx="1648">
                        <c:v>123.631</c:v>
                      </c:pt>
                      <c:pt idx="1649">
                        <c:v>124.402</c:v>
                      </c:pt>
                      <c:pt idx="1650">
                        <c:v>126.47</c:v>
                      </c:pt>
                      <c:pt idx="1651">
                        <c:v>123.688</c:v>
                      </c:pt>
                      <c:pt idx="1652">
                        <c:v>123.751</c:v>
                      </c:pt>
                      <c:pt idx="1653">
                        <c:v>118.854</c:v>
                      </c:pt>
                      <c:pt idx="1654">
                        <c:v>120.017</c:v>
                      </c:pt>
                      <c:pt idx="1655">
                        <c:v>120.49299999999999</c:v>
                      </c:pt>
                      <c:pt idx="1656">
                        <c:v>120.218</c:v>
                      </c:pt>
                      <c:pt idx="1657">
                        <c:v>119.672</c:v>
                      </c:pt>
                      <c:pt idx="1658">
                        <c:v>117.282</c:v>
                      </c:pt>
                      <c:pt idx="1659">
                        <c:v>119.098</c:v>
                      </c:pt>
                      <c:pt idx="1660">
                        <c:v>118.449</c:v>
                      </c:pt>
                      <c:pt idx="1661">
                        <c:v>119.61199999999999</c:v>
                      </c:pt>
                      <c:pt idx="1662">
                        <c:v>122.197</c:v>
                      </c:pt>
                      <c:pt idx="1663">
                        <c:v>122.30200000000001</c:v>
                      </c:pt>
                      <c:pt idx="1664">
                        <c:v>118.84699999999999</c:v>
                      </c:pt>
                      <c:pt idx="1665">
                        <c:v>118.301</c:v>
                      </c:pt>
                      <c:pt idx="1666">
                        <c:v>120.053</c:v>
                      </c:pt>
                      <c:pt idx="1667">
                        <c:v>122.49299999999999</c:v>
                      </c:pt>
                      <c:pt idx="1668">
                        <c:v>120.15</c:v>
                      </c:pt>
                      <c:pt idx="1669">
                        <c:v>126.693</c:v>
                      </c:pt>
                      <c:pt idx="1670">
                        <c:v>127.797</c:v>
                      </c:pt>
                      <c:pt idx="1671">
                        <c:v>133.88800000000001</c:v>
                      </c:pt>
                      <c:pt idx="1672">
                        <c:v>132.53399999999999</c:v>
                      </c:pt>
                      <c:pt idx="1673">
                        <c:v>135.571</c:v>
                      </c:pt>
                      <c:pt idx="1674">
                        <c:v>137.82</c:v>
                      </c:pt>
                      <c:pt idx="1675">
                        <c:v>129.31800000000001</c:v>
                      </c:pt>
                      <c:pt idx="1676">
                        <c:v>126.14100000000001</c:v>
                      </c:pt>
                      <c:pt idx="1677">
                        <c:v>123.373</c:v>
                      </c:pt>
                      <c:pt idx="1678">
                        <c:v>123.508</c:v>
                      </c:pt>
                      <c:pt idx="1679">
                        <c:v>127.67400000000001</c:v>
                      </c:pt>
                      <c:pt idx="1680">
                        <c:v>132.63900000000001</c:v>
                      </c:pt>
                      <c:pt idx="1681">
                        <c:v>130.99600000000001</c:v>
                      </c:pt>
                      <c:pt idx="1682">
                        <c:v>130.22800000000001</c:v>
                      </c:pt>
                      <c:pt idx="1683">
                        <c:v>123.928</c:v>
                      </c:pt>
                      <c:pt idx="1684">
                        <c:v>123.857</c:v>
                      </c:pt>
                      <c:pt idx="1685">
                        <c:v>122.851</c:v>
                      </c:pt>
                      <c:pt idx="1686">
                        <c:v>120.733</c:v>
                      </c:pt>
                      <c:pt idx="1687">
                        <c:v>126.217</c:v>
                      </c:pt>
                      <c:pt idx="1688">
                        <c:v>127.002</c:v>
                      </c:pt>
                      <c:pt idx="1689">
                        <c:v>126.001</c:v>
                      </c:pt>
                      <c:pt idx="1690">
                        <c:v>124.69799999999999</c:v>
                      </c:pt>
                      <c:pt idx="1691">
                        <c:v>127.59</c:v>
                      </c:pt>
                      <c:pt idx="1692">
                        <c:v>123.187</c:v>
                      </c:pt>
                      <c:pt idx="1693">
                        <c:v>120.5</c:v>
                      </c:pt>
                      <c:pt idx="1694">
                        <c:v>116.843</c:v>
                      </c:pt>
                      <c:pt idx="1695">
                        <c:v>117.574</c:v>
                      </c:pt>
                      <c:pt idx="1696">
                        <c:v>117.833</c:v>
                      </c:pt>
                      <c:pt idx="1697">
                        <c:v>114.68300000000001</c:v>
                      </c:pt>
                      <c:pt idx="1698">
                        <c:v>114.497</c:v>
                      </c:pt>
                      <c:pt idx="1699">
                        <c:v>108.855</c:v>
                      </c:pt>
                      <c:pt idx="1700">
                        <c:v>105.5</c:v>
                      </c:pt>
                      <c:pt idx="1701">
                        <c:v>104.443</c:v>
                      </c:pt>
                      <c:pt idx="1702">
                        <c:v>100.679</c:v>
                      </c:pt>
                      <c:pt idx="1703">
                        <c:v>100.09399999999999</c:v>
                      </c:pt>
                      <c:pt idx="1704">
                        <c:v>94.563000000000002</c:v>
                      </c:pt>
                      <c:pt idx="1705">
                        <c:v>90.704999999999998</c:v>
                      </c:pt>
                      <c:pt idx="1706">
                        <c:v>94.376000000000005</c:v>
                      </c:pt>
                      <c:pt idx="1707">
                        <c:v>99.194000000000003</c:v>
                      </c:pt>
                      <c:pt idx="1708">
                        <c:v>102.229</c:v>
                      </c:pt>
                      <c:pt idx="1709">
                        <c:v>104.913</c:v>
                      </c:pt>
                      <c:pt idx="1710">
                        <c:v>102.32</c:v>
                      </c:pt>
                      <c:pt idx="1711">
                        <c:v>102.066</c:v>
                      </c:pt>
                      <c:pt idx="1712">
                        <c:v>101.44</c:v>
                      </c:pt>
                      <c:pt idx="1713">
                        <c:v>98.004000000000005</c:v>
                      </c:pt>
                      <c:pt idx="1714">
                        <c:v>99.100999999999999</c:v>
                      </c:pt>
                      <c:pt idx="1715">
                        <c:v>101.154</c:v>
                      </c:pt>
                      <c:pt idx="1716">
                        <c:v>100.654</c:v>
                      </c:pt>
                      <c:pt idx="1717">
                        <c:v>102.11</c:v>
                      </c:pt>
                      <c:pt idx="1718">
                        <c:v>100.696</c:v>
                      </c:pt>
                      <c:pt idx="1719">
                        <c:v>97.552000000000007</c:v>
                      </c:pt>
                      <c:pt idx="1720">
                        <c:v>96.19</c:v>
                      </c:pt>
                      <c:pt idx="1721">
                        <c:v>91.567999999999998</c:v>
                      </c:pt>
                      <c:pt idx="1722">
                        <c:v>94.63</c:v>
                      </c:pt>
                      <c:pt idx="1723">
                        <c:v>98.274000000000001</c:v>
                      </c:pt>
                      <c:pt idx="1724">
                        <c:v>99.364000000000004</c:v>
                      </c:pt>
                      <c:pt idx="1725">
                        <c:v>102.33499999999999</c:v>
                      </c:pt>
                      <c:pt idx="1726">
                        <c:v>102.03</c:v>
                      </c:pt>
                      <c:pt idx="1727">
                        <c:v>104.559</c:v>
                      </c:pt>
                      <c:pt idx="1728">
                        <c:v>103.756</c:v>
                      </c:pt>
                      <c:pt idx="1729">
                        <c:v>111.349</c:v>
                      </c:pt>
                      <c:pt idx="1730">
                        <c:v>111.488</c:v>
                      </c:pt>
                      <c:pt idx="1731">
                        <c:v>108.83</c:v>
                      </c:pt>
                      <c:pt idx="1732">
                        <c:v>108.78400000000001</c:v>
                      </c:pt>
                      <c:pt idx="1733">
                        <c:v>110.014</c:v>
                      </c:pt>
                      <c:pt idx="1734">
                        <c:v>117.654</c:v>
                      </c:pt>
                      <c:pt idx="1735">
                        <c:v>114.063</c:v>
                      </c:pt>
                      <c:pt idx="1736">
                        <c:v>115.018</c:v>
                      </c:pt>
                      <c:pt idx="1737">
                        <c:v>115.261</c:v>
                      </c:pt>
                      <c:pt idx="1738">
                        <c:v>119.589</c:v>
                      </c:pt>
                      <c:pt idx="1739">
                        <c:v>125.80200000000001</c:v>
                      </c:pt>
                      <c:pt idx="1740">
                        <c:v>117.78100000000001</c:v>
                      </c:pt>
                      <c:pt idx="1741">
                        <c:v>111.732</c:v>
                      </c:pt>
                      <c:pt idx="1742">
                        <c:v>106.47199999999999</c:v>
                      </c:pt>
                      <c:pt idx="1743">
                        <c:v>108.238</c:v>
                      </c:pt>
                      <c:pt idx="1744">
                        <c:v>108.23399999999999</c:v>
                      </c:pt>
                      <c:pt idx="1745">
                        <c:v>110.116</c:v>
                      </c:pt>
                      <c:pt idx="1746">
                        <c:v>112.324</c:v>
                      </c:pt>
                      <c:pt idx="1747">
                        <c:v>112.627</c:v>
                      </c:pt>
                      <c:pt idx="1748">
                        <c:v>112.95699999999999</c:v>
                      </c:pt>
                      <c:pt idx="1749">
                        <c:v>111.849</c:v>
                      </c:pt>
                      <c:pt idx="1750">
                        <c:v>116.23699999999999</c:v>
                      </c:pt>
                      <c:pt idx="1751">
                        <c:v>116.932</c:v>
                      </c:pt>
                      <c:pt idx="1752">
                        <c:v>115.41200000000001</c:v>
                      </c:pt>
                      <c:pt idx="1753">
                        <c:v>117.88800000000001</c:v>
                      </c:pt>
                      <c:pt idx="1754">
                        <c:v>116.607</c:v>
                      </c:pt>
                      <c:pt idx="1755">
                        <c:v>115.413</c:v>
                      </c:pt>
                      <c:pt idx="1756">
                        <c:v>116.267</c:v>
                      </c:pt>
                      <c:pt idx="1757">
                        <c:v>116.16500000000001</c:v>
                      </c:pt>
                      <c:pt idx="1758">
                        <c:v>116.16500000000001</c:v>
                      </c:pt>
                      <c:pt idx="1759">
                        <c:v>116.5</c:v>
                      </c:pt>
                      <c:pt idx="1760">
                        <c:v>113.61</c:v>
                      </c:pt>
                      <c:pt idx="1761">
                        <c:v>113.267</c:v>
                      </c:pt>
                      <c:pt idx="1762">
                        <c:v>112.672</c:v>
                      </c:pt>
                      <c:pt idx="1763">
                        <c:v>108.73099999999999</c:v>
                      </c:pt>
                      <c:pt idx="1764">
                        <c:v>105.241</c:v>
                      </c:pt>
                      <c:pt idx="1765">
                        <c:v>105.997</c:v>
                      </c:pt>
                      <c:pt idx="1766">
                        <c:v>107.79300000000001</c:v>
                      </c:pt>
                      <c:pt idx="1767">
                        <c:v>112.658</c:v>
                      </c:pt>
                      <c:pt idx="1768">
                        <c:v>113.25</c:v>
                      </c:pt>
                      <c:pt idx="1769">
                        <c:v>110.649</c:v>
                      </c:pt>
                      <c:pt idx="1770">
                        <c:v>106.80800000000001</c:v>
                      </c:pt>
                      <c:pt idx="1771">
                        <c:v>108.26300000000001</c:v>
                      </c:pt>
                      <c:pt idx="1772">
                        <c:v>107.869</c:v>
                      </c:pt>
                      <c:pt idx="1773">
                        <c:v>109.396</c:v>
                      </c:pt>
                      <c:pt idx="1774">
                        <c:v>107.64400000000001</c:v>
                      </c:pt>
                      <c:pt idx="1775">
                        <c:v>109.952</c:v>
                      </c:pt>
                      <c:pt idx="1776">
                        <c:v>111.599</c:v>
                      </c:pt>
                      <c:pt idx="1777">
                        <c:v>110.31</c:v>
                      </c:pt>
                      <c:pt idx="1778">
                        <c:v>109.33199999999999</c:v>
                      </c:pt>
                      <c:pt idx="1779">
                        <c:v>111.64</c:v>
                      </c:pt>
                      <c:pt idx="1780">
                        <c:v>110.99299999999999</c:v>
                      </c:pt>
                      <c:pt idx="1781">
                        <c:v>115.099</c:v>
                      </c:pt>
                      <c:pt idx="1782">
                        <c:v>122.764</c:v>
                      </c:pt>
                      <c:pt idx="1783">
                        <c:v>119.998</c:v>
                      </c:pt>
                      <c:pt idx="1784">
                        <c:v>116.09399999999999</c:v>
                      </c:pt>
                      <c:pt idx="1785">
                        <c:v>116.563</c:v>
                      </c:pt>
                      <c:pt idx="1786">
                        <c:v>115.04</c:v>
                      </c:pt>
                      <c:pt idx="1787">
                        <c:v>114.682</c:v>
                      </c:pt>
                      <c:pt idx="1788">
                        <c:v>116.047</c:v>
                      </c:pt>
                      <c:pt idx="1789">
                        <c:v>116.42700000000001</c:v>
                      </c:pt>
                      <c:pt idx="1790">
                        <c:v>120.673</c:v>
                      </c:pt>
                      <c:pt idx="1791">
                        <c:v>122.947</c:v>
                      </c:pt>
                      <c:pt idx="1792">
                        <c:v>124.29900000000001</c:v>
                      </c:pt>
                      <c:pt idx="1793">
                        <c:v>122.752</c:v>
                      </c:pt>
                      <c:pt idx="1794">
                        <c:v>121.395</c:v>
                      </c:pt>
                      <c:pt idx="1795">
                        <c:v>119.211</c:v>
                      </c:pt>
                      <c:pt idx="1796">
                        <c:v>117.05200000000001</c:v>
                      </c:pt>
                      <c:pt idx="1797">
                        <c:v>117.33</c:v>
                      </c:pt>
                      <c:pt idx="1798">
                        <c:v>117.949</c:v>
                      </c:pt>
                      <c:pt idx="1799">
                        <c:v>123.148</c:v>
                      </c:pt>
                      <c:pt idx="1800">
                        <c:v>123.604</c:v>
                      </c:pt>
                      <c:pt idx="1801">
                        <c:v>122.73699999999999</c:v>
                      </c:pt>
                      <c:pt idx="1802">
                        <c:v>119.873</c:v>
                      </c:pt>
                      <c:pt idx="1803">
                        <c:v>119.911</c:v>
                      </c:pt>
                      <c:pt idx="1804">
                        <c:v>121.67</c:v>
                      </c:pt>
                      <c:pt idx="1805">
                        <c:v>121.791</c:v>
                      </c:pt>
                      <c:pt idx="1806">
                        <c:v>116.505</c:v>
                      </c:pt>
                      <c:pt idx="1807">
                        <c:v>115.572</c:v>
                      </c:pt>
                      <c:pt idx="1808">
                        <c:v>114.685</c:v>
                      </c:pt>
                      <c:pt idx="1809">
                        <c:v>111.952</c:v>
                      </c:pt>
                      <c:pt idx="1810">
                        <c:v>111.32</c:v>
                      </c:pt>
                      <c:pt idx="1811">
                        <c:v>115.254</c:v>
                      </c:pt>
                      <c:pt idx="1812">
                        <c:v>114.806</c:v>
                      </c:pt>
                      <c:pt idx="1813">
                        <c:v>115.178</c:v>
                      </c:pt>
                      <c:pt idx="1814">
                        <c:v>116.941</c:v>
                      </c:pt>
                      <c:pt idx="1815">
                        <c:v>120.041</c:v>
                      </c:pt>
                      <c:pt idx="1816">
                        <c:v>118.512</c:v>
                      </c:pt>
                      <c:pt idx="1817">
                        <c:v>117.34699999999999</c:v>
                      </c:pt>
                      <c:pt idx="1818">
                        <c:v>115.45699999999999</c:v>
                      </c:pt>
                      <c:pt idx="1819">
                        <c:v>116.08799999999999</c:v>
                      </c:pt>
                      <c:pt idx="1820">
                        <c:v>116.187</c:v>
                      </c:pt>
                      <c:pt idx="1821">
                        <c:v>114.599</c:v>
                      </c:pt>
                      <c:pt idx="1822">
                        <c:v>113.899</c:v>
                      </c:pt>
                      <c:pt idx="1823">
                        <c:v>115.345</c:v>
                      </c:pt>
                      <c:pt idx="1824">
                        <c:v>112.68</c:v>
                      </c:pt>
                      <c:pt idx="1825">
                        <c:v>111.878</c:v>
                      </c:pt>
                      <c:pt idx="1826">
                        <c:v>109.188</c:v>
                      </c:pt>
                      <c:pt idx="1827">
                        <c:v>107.83799999999999</c:v>
                      </c:pt>
                      <c:pt idx="1828">
                        <c:v>105.83799999999999</c:v>
                      </c:pt>
                      <c:pt idx="1829">
                        <c:v>105.78100000000001</c:v>
                      </c:pt>
                      <c:pt idx="1830">
                        <c:v>104.971</c:v>
                      </c:pt>
                      <c:pt idx="1831">
                        <c:v>103.586</c:v>
                      </c:pt>
                      <c:pt idx="1832">
                        <c:v>101.837</c:v>
                      </c:pt>
                      <c:pt idx="1833">
                        <c:v>100.883</c:v>
                      </c:pt>
                      <c:pt idx="1834">
                        <c:v>101.762</c:v>
                      </c:pt>
                      <c:pt idx="1835">
                        <c:v>99.756</c:v>
                      </c:pt>
                      <c:pt idx="1836">
                        <c:v>100.51</c:v>
                      </c:pt>
                      <c:pt idx="1837">
                        <c:v>99.688000000000002</c:v>
                      </c:pt>
                      <c:pt idx="1838">
                        <c:v>102.333</c:v>
                      </c:pt>
                      <c:pt idx="1839">
                        <c:v>101.965</c:v>
                      </c:pt>
                      <c:pt idx="1840">
                        <c:v>101.616</c:v>
                      </c:pt>
                      <c:pt idx="1841">
                        <c:v>101.624</c:v>
                      </c:pt>
                      <c:pt idx="1842">
                        <c:v>101.337</c:v>
                      </c:pt>
                      <c:pt idx="1843">
                        <c:v>100.81399999999999</c:v>
                      </c:pt>
                      <c:pt idx="1844">
                        <c:v>100.5</c:v>
                      </c:pt>
                      <c:pt idx="1845">
                        <c:v>101.333</c:v>
                      </c:pt>
                      <c:pt idx="1846">
                        <c:v>101.93600000000001</c:v>
                      </c:pt>
                      <c:pt idx="1847">
                        <c:v>100.17700000000001</c:v>
                      </c:pt>
                      <c:pt idx="1848">
                        <c:v>99.14</c:v>
                      </c:pt>
                      <c:pt idx="1849">
                        <c:v>98.915999999999997</c:v>
                      </c:pt>
                      <c:pt idx="1850">
                        <c:v>99.123999999999995</c:v>
                      </c:pt>
                      <c:pt idx="1851">
                        <c:v>100.33199999999999</c:v>
                      </c:pt>
                      <c:pt idx="1852">
                        <c:v>99.81</c:v>
                      </c:pt>
                      <c:pt idx="1853">
                        <c:v>100.613</c:v>
                      </c:pt>
                      <c:pt idx="1854">
                        <c:v>100.52800000000001</c:v>
                      </c:pt>
                      <c:pt idx="1855">
                        <c:v>100.651</c:v>
                      </c:pt>
                      <c:pt idx="1856">
                        <c:v>101.55</c:v>
                      </c:pt>
                      <c:pt idx="1857">
                        <c:v>101.33499999999999</c:v>
                      </c:pt>
                      <c:pt idx="1858">
                        <c:v>101.285</c:v>
                      </c:pt>
                      <c:pt idx="1859">
                        <c:v>100.9</c:v>
                      </c:pt>
                      <c:pt idx="1860">
                        <c:v>97.831999999999994</c:v>
                      </c:pt>
                      <c:pt idx="1861">
                        <c:v>98.406000000000006</c:v>
                      </c:pt>
                      <c:pt idx="1862">
                        <c:v>99.918000000000006</c:v>
                      </c:pt>
                      <c:pt idx="1863">
                        <c:v>101.358</c:v>
                      </c:pt>
                      <c:pt idx="1864">
                        <c:v>101.848</c:v>
                      </c:pt>
                      <c:pt idx="1865">
                        <c:v>102.17400000000001</c:v>
                      </c:pt>
                      <c:pt idx="1866">
                        <c:v>105.599</c:v>
                      </c:pt>
                      <c:pt idx="1867">
                        <c:v>105.08799999999999</c:v>
                      </c:pt>
                      <c:pt idx="1868">
                        <c:v>104.75700000000001</c:v>
                      </c:pt>
                      <c:pt idx="1869">
                        <c:v>100.84099999999999</c:v>
                      </c:pt>
                      <c:pt idx="1870">
                        <c:v>100.419</c:v>
                      </c:pt>
                      <c:pt idx="1871">
                        <c:v>101.19199999999999</c:v>
                      </c:pt>
                      <c:pt idx="1872">
                        <c:v>102.5</c:v>
                      </c:pt>
                      <c:pt idx="1873">
                        <c:v>103.30500000000001</c:v>
                      </c:pt>
                      <c:pt idx="1874">
                        <c:v>103.395</c:v>
                      </c:pt>
                      <c:pt idx="1875">
                        <c:v>103.874</c:v>
                      </c:pt>
                      <c:pt idx="1876">
                        <c:v>103.861</c:v>
                      </c:pt>
                      <c:pt idx="1877">
                        <c:v>106.422</c:v>
                      </c:pt>
                      <c:pt idx="1878">
                        <c:v>108.057</c:v>
                      </c:pt>
                      <c:pt idx="1879">
                        <c:v>104.875</c:v>
                      </c:pt>
                      <c:pt idx="1880">
                        <c:v>105.84699999999999</c:v>
                      </c:pt>
                      <c:pt idx="1881">
                        <c:v>110.292</c:v>
                      </c:pt>
                      <c:pt idx="1882">
                        <c:v>110.675</c:v>
                      </c:pt>
                      <c:pt idx="1883">
                        <c:v>112.232</c:v>
                      </c:pt>
                      <c:pt idx="1884">
                        <c:v>110.312</c:v>
                      </c:pt>
                      <c:pt idx="1885">
                        <c:v>110.18300000000001</c:v>
                      </c:pt>
                      <c:pt idx="1886">
                        <c:v>114.256</c:v>
                      </c:pt>
                      <c:pt idx="1887">
                        <c:v>114.886</c:v>
                      </c:pt>
                      <c:pt idx="1888">
                        <c:v>115.24299999999999</c:v>
                      </c:pt>
                      <c:pt idx="1889">
                        <c:v>113.625</c:v>
                      </c:pt>
                      <c:pt idx="1890">
                        <c:v>111.878</c:v>
                      </c:pt>
                      <c:pt idx="1891">
                        <c:v>108.143</c:v>
                      </c:pt>
                      <c:pt idx="1892">
                        <c:v>107.36799999999999</c:v>
                      </c:pt>
                      <c:pt idx="1893">
                        <c:v>107.33499999999999</c:v>
                      </c:pt>
                      <c:pt idx="1894">
                        <c:v>107.035</c:v>
                      </c:pt>
                      <c:pt idx="1895">
                        <c:v>106.911</c:v>
                      </c:pt>
                      <c:pt idx="1896">
                        <c:v>105.333</c:v>
                      </c:pt>
                      <c:pt idx="1897">
                        <c:v>105.997</c:v>
                      </c:pt>
                      <c:pt idx="1898">
                        <c:v>111.89</c:v>
                      </c:pt>
                      <c:pt idx="1899">
                        <c:v>113.47799999999999</c:v>
                      </c:pt>
                      <c:pt idx="1900">
                        <c:v>112.892</c:v>
                      </c:pt>
                      <c:pt idx="1901">
                        <c:v>113.886</c:v>
                      </c:pt>
                      <c:pt idx="1902">
                        <c:v>114.73</c:v>
                      </c:pt>
                      <c:pt idx="1903">
                        <c:v>117.262</c:v>
                      </c:pt>
                      <c:pt idx="1904">
                        <c:v>117.063</c:v>
                      </c:pt>
                      <c:pt idx="1905">
                        <c:v>113.94199999999999</c:v>
                      </c:pt>
                      <c:pt idx="1906">
                        <c:v>109.81</c:v>
                      </c:pt>
                      <c:pt idx="1907">
                        <c:v>109.962</c:v>
                      </c:pt>
                      <c:pt idx="1908">
                        <c:v>112.483</c:v>
                      </c:pt>
                      <c:pt idx="1909">
                        <c:v>111.703</c:v>
                      </c:pt>
                      <c:pt idx="1910">
                        <c:v>112.783</c:v>
                      </c:pt>
                      <c:pt idx="1911">
                        <c:v>111.223</c:v>
                      </c:pt>
                      <c:pt idx="1912">
                        <c:v>111.771</c:v>
                      </c:pt>
                      <c:pt idx="1913">
                        <c:v>110</c:v>
                      </c:pt>
                      <c:pt idx="1914">
                        <c:v>111.18300000000001</c:v>
                      </c:pt>
                      <c:pt idx="1915">
                        <c:v>112.857</c:v>
                      </c:pt>
                      <c:pt idx="1916">
                        <c:v>125.255</c:v>
                      </c:pt>
                      <c:pt idx="1917">
                        <c:v>127.66500000000001</c:v>
                      </c:pt>
                      <c:pt idx="1918">
                        <c:v>157.881</c:v>
                      </c:pt>
                      <c:pt idx="1919">
                        <c:v>150.03399999999999</c:v>
                      </c:pt>
                      <c:pt idx="1920">
                        <c:v>161.07</c:v>
                      </c:pt>
                      <c:pt idx="1921">
                        <c:v>160.83199999999999</c:v>
                      </c:pt>
                      <c:pt idx="1922">
                        <c:v>154.333</c:v>
                      </c:pt>
                      <c:pt idx="1923">
                        <c:v>137.56700000000001</c:v>
                      </c:pt>
                      <c:pt idx="1924">
                        <c:v>138.096</c:v>
                      </c:pt>
                      <c:pt idx="1925">
                        <c:v>134.90700000000001</c:v>
                      </c:pt>
                      <c:pt idx="1926">
                        <c:v>142.321</c:v>
                      </c:pt>
                      <c:pt idx="1927">
                        <c:v>143.75399999999999</c:v>
                      </c:pt>
                      <c:pt idx="1928">
                        <c:v>150.31700000000001</c:v>
                      </c:pt>
                      <c:pt idx="1929">
                        <c:v>154.83099999999999</c:v>
                      </c:pt>
                      <c:pt idx="1930">
                        <c:v>160.745</c:v>
                      </c:pt>
                      <c:pt idx="1931">
                        <c:v>160.762</c:v>
                      </c:pt>
                      <c:pt idx="1932">
                        <c:v>162.27600000000001</c:v>
                      </c:pt>
                      <c:pt idx="1933">
                        <c:v>158.50299999999999</c:v>
                      </c:pt>
                      <c:pt idx="1934">
                        <c:v>152.48699999999999</c:v>
                      </c:pt>
                      <c:pt idx="1935">
                        <c:v>139.06</c:v>
                      </c:pt>
                      <c:pt idx="1936">
                        <c:v>142.375</c:v>
                      </c:pt>
                      <c:pt idx="1937">
                        <c:v>149.232</c:v>
                      </c:pt>
                      <c:pt idx="1938">
                        <c:v>153.13900000000001</c:v>
                      </c:pt>
                      <c:pt idx="1939">
                        <c:v>159.30600000000001</c:v>
                      </c:pt>
                      <c:pt idx="1940">
                        <c:v>151.333</c:v>
                      </c:pt>
                      <c:pt idx="1941">
                        <c:v>156.14400000000001</c:v>
                      </c:pt>
                      <c:pt idx="1942">
                        <c:v>168.31</c:v>
                      </c:pt>
                      <c:pt idx="1943">
                        <c:v>173.16499999999999</c:v>
                      </c:pt>
                      <c:pt idx="1944">
                        <c:v>171</c:v>
                      </c:pt>
                      <c:pt idx="1945">
                        <c:v>171.55600000000001</c:v>
                      </c:pt>
                      <c:pt idx="1946">
                        <c:v>163.834</c:v>
                      </c:pt>
                      <c:pt idx="1947">
                        <c:v>160.333</c:v>
                      </c:pt>
                      <c:pt idx="1948">
                        <c:v>166.49700000000001</c:v>
                      </c:pt>
                      <c:pt idx="1949">
                        <c:v>174.98099999999999</c:v>
                      </c:pt>
                      <c:pt idx="1950">
                        <c:v>195.595</c:v>
                      </c:pt>
                      <c:pt idx="1951">
                        <c:v>215.64500000000001</c:v>
                      </c:pt>
                      <c:pt idx="1952">
                        <c:v>212.43600000000001</c:v>
                      </c:pt>
                      <c:pt idx="1953">
                        <c:v>193.19</c:v>
                      </c:pt>
                      <c:pt idx="1954">
                        <c:v>180.88499999999999</c:v>
                      </c:pt>
                      <c:pt idx="1955">
                        <c:v>187.35400000000001</c:v>
                      </c:pt>
                      <c:pt idx="1956">
                        <c:v>188.36699999999999</c:v>
                      </c:pt>
                      <c:pt idx="1957">
                        <c:v>201.49199999999999</c:v>
                      </c:pt>
                      <c:pt idx="1958">
                        <c:v>215.36699999999999</c:v>
                      </c:pt>
                      <c:pt idx="1959">
                        <c:v>215.917</c:v>
                      </c:pt>
                      <c:pt idx="1960">
                        <c:v>203.06800000000001</c:v>
                      </c:pt>
                      <c:pt idx="1961">
                        <c:v>190.55199999999999</c:v>
                      </c:pt>
                      <c:pt idx="1962">
                        <c:v>187.55199999999999</c:v>
                      </c:pt>
                      <c:pt idx="1963">
                        <c:v>184.566</c:v>
                      </c:pt>
                      <c:pt idx="1964">
                        <c:v>176.405</c:v>
                      </c:pt>
                      <c:pt idx="1965">
                        <c:v>149.672</c:v>
                      </c:pt>
                      <c:pt idx="1966">
                        <c:v>160.29</c:v>
                      </c:pt>
                      <c:pt idx="1967">
                        <c:v>156.28899999999999</c:v>
                      </c:pt>
                      <c:pt idx="1968">
                        <c:v>161.62899999999999</c:v>
                      </c:pt>
                      <c:pt idx="1969">
                        <c:v>155.941</c:v>
                      </c:pt>
                      <c:pt idx="1970">
                        <c:v>156.15600000000001</c:v>
                      </c:pt>
                      <c:pt idx="1971">
                        <c:v>166.96600000000001</c:v>
                      </c:pt>
                      <c:pt idx="1972">
                        <c:v>161.79300000000001</c:v>
                      </c:pt>
                      <c:pt idx="1973">
                        <c:v>159.52500000000001</c:v>
                      </c:pt>
                      <c:pt idx="1974">
                        <c:v>158.81</c:v>
                      </c:pt>
                      <c:pt idx="1975">
                        <c:v>153.13</c:v>
                      </c:pt>
                      <c:pt idx="1976">
                        <c:v>131.52699999999999</c:v>
                      </c:pt>
                      <c:pt idx="1977">
                        <c:v>137.71100000000001</c:v>
                      </c:pt>
                      <c:pt idx="1978">
                        <c:v>140.27500000000001</c:v>
                      </c:pt>
                      <c:pt idx="1979">
                        <c:v>158.29499999999999</c:v>
                      </c:pt>
                      <c:pt idx="1980">
                        <c:v>151.02099999999999</c:v>
                      </c:pt>
                      <c:pt idx="1981">
                        <c:v>138.917</c:v>
                      </c:pt>
                      <c:pt idx="1982">
                        <c:v>142.59100000000001</c:v>
                      </c:pt>
                      <c:pt idx="1983">
                        <c:v>146.56299999999999</c:v>
                      </c:pt>
                      <c:pt idx="1984">
                        <c:v>145.61199999999999</c:v>
                      </c:pt>
                      <c:pt idx="1985">
                        <c:v>166.28800000000001</c:v>
                      </c:pt>
                      <c:pt idx="1986">
                        <c:v>160.30000000000001</c:v>
                      </c:pt>
                      <c:pt idx="1987">
                        <c:v>160.35300000000001</c:v>
                      </c:pt>
                      <c:pt idx="1988">
                        <c:v>156.48599999999999</c:v>
                      </c:pt>
                      <c:pt idx="1989">
                        <c:v>165.49</c:v>
                      </c:pt>
                      <c:pt idx="1990">
                        <c:v>169.852</c:v>
                      </c:pt>
                      <c:pt idx="1991">
                        <c:v>177.22200000000001</c:v>
                      </c:pt>
                      <c:pt idx="1992">
                        <c:v>175.06200000000001</c:v>
                      </c:pt>
                      <c:pt idx="1993">
                        <c:v>182.458</c:v>
                      </c:pt>
                      <c:pt idx="1994">
                        <c:v>182.37</c:v>
                      </c:pt>
                      <c:pt idx="1995">
                        <c:v>185.46899999999999</c:v>
                      </c:pt>
                      <c:pt idx="1996">
                        <c:v>187.691</c:v>
                      </c:pt>
                      <c:pt idx="1997">
                        <c:v>193.583</c:v>
                      </c:pt>
                      <c:pt idx="1998">
                        <c:v>181.74700000000001</c:v>
                      </c:pt>
                      <c:pt idx="1999">
                        <c:v>177.46899999999999</c:v>
                      </c:pt>
                      <c:pt idx="2000">
                        <c:v>164.03299999999999</c:v>
                      </c:pt>
                      <c:pt idx="2001">
                        <c:v>160.999</c:v>
                      </c:pt>
                      <c:pt idx="2002">
                        <c:v>155.261</c:v>
                      </c:pt>
                      <c:pt idx="2003">
                        <c:v>144.03899999999999</c:v>
                      </c:pt>
                      <c:pt idx="2004">
                        <c:v>142.66</c:v>
                      </c:pt>
                      <c:pt idx="2005">
                        <c:v>142.78100000000001</c:v>
                      </c:pt>
                      <c:pt idx="2006">
                        <c:v>150.60900000000001</c:v>
                      </c:pt>
                      <c:pt idx="2007">
                        <c:v>146.333</c:v>
                      </c:pt>
                      <c:pt idx="2008">
                        <c:v>148.91800000000001</c:v>
                      </c:pt>
                      <c:pt idx="2009">
                        <c:v>144.79599999999999</c:v>
                      </c:pt>
                      <c:pt idx="2010">
                        <c:v>155.67699999999999</c:v>
                      </c:pt>
                      <c:pt idx="2011">
                        <c:v>156.87100000000001</c:v>
                      </c:pt>
                      <c:pt idx="2012">
                        <c:v>157.36000000000001</c:v>
                      </c:pt>
                      <c:pt idx="2013">
                        <c:v>159.64099999999999</c:v>
                      </c:pt>
                      <c:pt idx="2014">
                        <c:v>155.381</c:v>
                      </c:pt>
                      <c:pt idx="2015">
                        <c:v>155.535</c:v>
                      </c:pt>
                      <c:pt idx="2016">
                        <c:v>156.13</c:v>
                      </c:pt>
                      <c:pt idx="2017">
                        <c:v>152.92400000000001</c:v>
                      </c:pt>
                      <c:pt idx="2018">
                        <c:v>155.13499999999999</c:v>
                      </c:pt>
                      <c:pt idx="2019">
                        <c:v>156.333</c:v>
                      </c:pt>
                      <c:pt idx="2020">
                        <c:v>155.858</c:v>
                      </c:pt>
                      <c:pt idx="2021">
                        <c:v>155.28700000000001</c:v>
                      </c:pt>
                      <c:pt idx="2022">
                        <c:v>156.089</c:v>
                      </c:pt>
                      <c:pt idx="2023">
                        <c:v>154.94499999999999</c:v>
                      </c:pt>
                      <c:pt idx="2024">
                        <c:v>151.505</c:v>
                      </c:pt>
                      <c:pt idx="2025">
                        <c:v>151.35900000000001</c:v>
                      </c:pt>
                      <c:pt idx="2026">
                        <c:v>155.952</c:v>
                      </c:pt>
                      <c:pt idx="2027">
                        <c:v>153.667</c:v>
                      </c:pt>
                      <c:pt idx="2028">
                        <c:v>153.68799999999999</c:v>
                      </c:pt>
                      <c:pt idx="2029">
                        <c:v>149.47</c:v>
                      </c:pt>
                      <c:pt idx="2030">
                        <c:v>152.92599999999999</c:v>
                      </c:pt>
                      <c:pt idx="2031">
                        <c:v>153</c:v>
                      </c:pt>
                      <c:pt idx="2032">
                        <c:v>155.023</c:v>
                      </c:pt>
                      <c:pt idx="2033">
                        <c:v>157.09</c:v>
                      </c:pt>
                      <c:pt idx="2034">
                        <c:v>154.577</c:v>
                      </c:pt>
                      <c:pt idx="2035">
                        <c:v>150.232</c:v>
                      </c:pt>
                      <c:pt idx="2036">
                        <c:v>147.00200000000001</c:v>
                      </c:pt>
                      <c:pt idx="2037">
                        <c:v>144.84800000000001</c:v>
                      </c:pt>
                      <c:pt idx="2038">
                        <c:v>143.667</c:v>
                      </c:pt>
                      <c:pt idx="2039">
                        <c:v>144.79400000000001</c:v>
                      </c:pt>
                      <c:pt idx="2040">
                        <c:v>143</c:v>
                      </c:pt>
                      <c:pt idx="2041">
                        <c:v>140.029</c:v>
                      </c:pt>
                      <c:pt idx="2042">
                        <c:v>138.16999999999999</c:v>
                      </c:pt>
                      <c:pt idx="2043">
                        <c:v>138.02000000000001</c:v>
                      </c:pt>
                      <c:pt idx="2044">
                        <c:v>138</c:v>
                      </c:pt>
                      <c:pt idx="2045">
                        <c:v>133.99299999999999</c:v>
                      </c:pt>
                      <c:pt idx="2046">
                        <c:v>134.42500000000001</c:v>
                      </c:pt>
                      <c:pt idx="2047">
                        <c:v>131.04</c:v>
                      </c:pt>
                      <c:pt idx="2048">
                        <c:v>129.75700000000001</c:v>
                      </c:pt>
                      <c:pt idx="2049">
                        <c:v>129.124</c:v>
                      </c:pt>
                      <c:pt idx="2050">
                        <c:v>128.31399999999999</c:v>
                      </c:pt>
                      <c:pt idx="2051">
                        <c:v>129.048</c:v>
                      </c:pt>
                      <c:pt idx="2052">
                        <c:v>131.26400000000001</c:v>
                      </c:pt>
                      <c:pt idx="2053">
                        <c:v>130.28800000000001</c:v>
                      </c:pt>
                      <c:pt idx="2054">
                        <c:v>129.67099999999999</c:v>
                      </c:pt>
                      <c:pt idx="2055">
                        <c:v>131.33099999999999</c:v>
                      </c:pt>
                      <c:pt idx="2056">
                        <c:v>129.732</c:v>
                      </c:pt>
                      <c:pt idx="2057">
                        <c:v>128.37899999999999</c:v>
                      </c:pt>
                      <c:pt idx="2058">
                        <c:v>127.53100000000001</c:v>
                      </c:pt>
                      <c:pt idx="2059">
                        <c:v>127.833</c:v>
                      </c:pt>
                      <c:pt idx="2060">
                        <c:v>128.017</c:v>
                      </c:pt>
                      <c:pt idx="2061">
                        <c:v>127.5</c:v>
                      </c:pt>
                      <c:pt idx="2062">
                        <c:v>126.5</c:v>
                      </c:pt>
                      <c:pt idx="2063">
                        <c:v>127.65900000000001</c:v>
                      </c:pt>
                      <c:pt idx="2064">
                        <c:v>127.80500000000001</c:v>
                      </c:pt>
                      <c:pt idx="2065">
                        <c:v>130.54</c:v>
                      </c:pt>
                      <c:pt idx="2066">
                        <c:v>125.011</c:v>
                      </c:pt>
                      <c:pt idx="2067">
                        <c:v>121.33499999999999</c:v>
                      </c:pt>
                      <c:pt idx="2068">
                        <c:v>121.21299999999999</c:v>
                      </c:pt>
                      <c:pt idx="2069">
                        <c:v>127.63800000000001</c:v>
                      </c:pt>
                      <c:pt idx="2070">
                        <c:v>124.28</c:v>
                      </c:pt>
                      <c:pt idx="2071">
                        <c:v>118.82299999999999</c:v>
                      </c:pt>
                      <c:pt idx="2072">
                        <c:v>116.592</c:v>
                      </c:pt>
                      <c:pt idx="2073">
                        <c:v>114.61</c:v>
                      </c:pt>
                      <c:pt idx="2074">
                        <c:v>113.378</c:v>
                      </c:pt>
                      <c:pt idx="2075">
                        <c:v>111.444</c:v>
                      </c:pt>
                      <c:pt idx="2076">
                        <c:v>111.16</c:v>
                      </c:pt>
                      <c:pt idx="2077">
                        <c:v>107.747</c:v>
                      </c:pt>
                      <c:pt idx="2078">
                        <c:v>100.678</c:v>
                      </c:pt>
                      <c:pt idx="2079">
                        <c:v>102.729</c:v>
                      </c:pt>
                      <c:pt idx="2080">
                        <c:v>106.209</c:v>
                      </c:pt>
                      <c:pt idx="2081">
                        <c:v>107.16</c:v>
                      </c:pt>
                      <c:pt idx="2082">
                        <c:v>108.83499999999999</c:v>
                      </c:pt>
                      <c:pt idx="2083">
                        <c:v>105.483</c:v>
                      </c:pt>
                      <c:pt idx="2084">
                        <c:v>107.93</c:v>
                      </c:pt>
                      <c:pt idx="2085">
                        <c:v>109.68300000000001</c:v>
                      </c:pt>
                      <c:pt idx="2086">
                        <c:v>109.96899999999999</c:v>
                      </c:pt>
                      <c:pt idx="2087">
                        <c:v>109.99299999999999</c:v>
                      </c:pt>
                      <c:pt idx="2088">
                        <c:v>108.342</c:v>
                      </c:pt>
                      <c:pt idx="2089">
                        <c:v>108.28100000000001</c:v>
                      </c:pt>
                      <c:pt idx="2090">
                        <c:v>111.069</c:v>
                      </c:pt>
                      <c:pt idx="2091">
                        <c:v>113.633</c:v>
                      </c:pt>
                      <c:pt idx="2092">
                        <c:v>115.446</c:v>
                      </c:pt>
                      <c:pt idx="2093">
                        <c:v>117.92</c:v>
                      </c:pt>
                      <c:pt idx="2094">
                        <c:v>122.723</c:v>
                      </c:pt>
                      <c:pt idx="2095">
                        <c:v>119.497</c:v>
                      </c:pt>
                      <c:pt idx="2096">
                        <c:v>117.339</c:v>
                      </c:pt>
                      <c:pt idx="2097">
                        <c:v>118.33499999999999</c:v>
                      </c:pt>
                      <c:pt idx="2098">
                        <c:v>119.938</c:v>
                      </c:pt>
                      <c:pt idx="2099">
                        <c:v>118.43</c:v>
                      </c:pt>
                      <c:pt idx="2100">
                        <c:v>119.166</c:v>
                      </c:pt>
                      <c:pt idx="2101">
                        <c:v>118.51900000000001</c:v>
                      </c:pt>
                      <c:pt idx="2102">
                        <c:v>115.221</c:v>
                      </c:pt>
                      <c:pt idx="2103">
                        <c:v>116.306</c:v>
                      </c:pt>
                      <c:pt idx="2104">
                        <c:v>116.13200000000001</c:v>
                      </c:pt>
                      <c:pt idx="2105">
                        <c:v>114.309</c:v>
                      </c:pt>
                      <c:pt idx="2106">
                        <c:v>112.50700000000001</c:v>
                      </c:pt>
                      <c:pt idx="2107">
                        <c:v>110.18300000000001</c:v>
                      </c:pt>
                      <c:pt idx="2108">
                        <c:v>111.485</c:v>
                      </c:pt>
                      <c:pt idx="2109">
                        <c:v>110.673</c:v>
                      </c:pt>
                      <c:pt idx="2110">
                        <c:v>110.15</c:v>
                      </c:pt>
                      <c:pt idx="2111">
                        <c:v>110.83499999999999</c:v>
                      </c:pt>
                      <c:pt idx="2112">
                        <c:v>111.077</c:v>
                      </c:pt>
                      <c:pt idx="2113">
                        <c:v>111.771</c:v>
                      </c:pt>
                      <c:pt idx="2114">
                        <c:v>114.755</c:v>
                      </c:pt>
                      <c:pt idx="2115">
                        <c:v>120.08199999999999</c:v>
                      </c:pt>
                      <c:pt idx="2116">
                        <c:v>118.474</c:v>
                      </c:pt>
                      <c:pt idx="2117">
                        <c:v>121.18600000000001</c:v>
                      </c:pt>
                      <c:pt idx="2118">
                        <c:v>127.5</c:v>
                      </c:pt>
                      <c:pt idx="2119">
                        <c:v>137.66999999999999</c:v>
                      </c:pt>
                      <c:pt idx="2120">
                        <c:v>140.00800000000001</c:v>
                      </c:pt>
                      <c:pt idx="2121">
                        <c:v>146.22300000000001</c:v>
                      </c:pt>
                      <c:pt idx="2122">
                        <c:v>145.34</c:v>
                      </c:pt>
                      <c:pt idx="2123">
                        <c:v>140.251</c:v>
                      </c:pt>
                      <c:pt idx="2124">
                        <c:v>144.82499999999999</c:v>
                      </c:pt>
                      <c:pt idx="2125">
                        <c:v>145.911</c:v>
                      </c:pt>
                      <c:pt idx="2126">
                        <c:v>148.55199999999999</c:v>
                      </c:pt>
                      <c:pt idx="2127">
                        <c:v>151.66499999999999</c:v>
                      </c:pt>
                      <c:pt idx="2128">
                        <c:v>151.39500000000001</c:v>
                      </c:pt>
                      <c:pt idx="2129">
                        <c:v>150.68</c:v>
                      </c:pt>
                      <c:pt idx="2130">
                        <c:v>155.32400000000001</c:v>
                      </c:pt>
                      <c:pt idx="2131">
                        <c:v>161.44499999999999</c:v>
                      </c:pt>
                      <c:pt idx="2132">
                        <c:v>165.322</c:v>
                      </c:pt>
                      <c:pt idx="2133">
                        <c:v>162.20099999999999</c:v>
                      </c:pt>
                      <c:pt idx="2134">
                        <c:v>160.678</c:v>
                      </c:pt>
                      <c:pt idx="2135">
                        <c:v>149.917</c:v>
                      </c:pt>
                      <c:pt idx="2136">
                        <c:v>152.255</c:v>
                      </c:pt>
                      <c:pt idx="2137">
                        <c:v>150.85599999999999</c:v>
                      </c:pt>
                      <c:pt idx="2138">
                        <c:v>152.46199999999999</c:v>
                      </c:pt>
                      <c:pt idx="2139">
                        <c:v>147.096</c:v>
                      </c:pt>
                      <c:pt idx="2140">
                        <c:v>146.833</c:v>
                      </c:pt>
                      <c:pt idx="2141">
                        <c:v>139.876</c:v>
                      </c:pt>
                      <c:pt idx="2142">
                        <c:v>140.131</c:v>
                      </c:pt>
                      <c:pt idx="2143">
                        <c:v>140.42099999999999</c:v>
                      </c:pt>
                      <c:pt idx="2144">
                        <c:v>135.01499999999999</c:v>
                      </c:pt>
                      <c:pt idx="2145">
                        <c:v>133.958</c:v>
                      </c:pt>
                      <c:pt idx="2146">
                        <c:v>139.66300000000001</c:v>
                      </c:pt>
                      <c:pt idx="2147">
                        <c:v>141.29599999999999</c:v>
                      </c:pt>
                      <c:pt idx="2148">
                        <c:v>146.80699999999999</c:v>
                      </c:pt>
                      <c:pt idx="2149">
                        <c:v>147.255</c:v>
                      </c:pt>
                      <c:pt idx="2150">
                        <c:v>147.667</c:v>
                      </c:pt>
                      <c:pt idx="2151">
                        <c:v>149.45099999999999</c:v>
                      </c:pt>
                      <c:pt idx="2152">
                        <c:v>143.703</c:v>
                      </c:pt>
                      <c:pt idx="2153">
                        <c:v>135.15100000000001</c:v>
                      </c:pt>
                      <c:pt idx="2154">
                        <c:v>130.316</c:v>
                      </c:pt>
                      <c:pt idx="2155">
                        <c:v>130.518</c:v>
                      </c:pt>
                      <c:pt idx="2156">
                        <c:v>132.71700000000001</c:v>
                      </c:pt>
                      <c:pt idx="2157">
                        <c:v>137.96</c:v>
                      </c:pt>
                      <c:pt idx="2158">
                        <c:v>138.99100000000001</c:v>
                      </c:pt>
                      <c:pt idx="2159">
                        <c:v>136.68299999999999</c:v>
                      </c:pt>
                      <c:pt idx="2160">
                        <c:v>134.92500000000001</c:v>
                      </c:pt>
                      <c:pt idx="2161">
                        <c:v>130.50800000000001</c:v>
                      </c:pt>
                      <c:pt idx="2162">
                        <c:v>126.848</c:v>
                      </c:pt>
                      <c:pt idx="2163">
                        <c:v>125.50700000000001</c:v>
                      </c:pt>
                      <c:pt idx="2164">
                        <c:v>124.58499999999999</c:v>
                      </c:pt>
                      <c:pt idx="2165">
                        <c:v>125.83799999999999</c:v>
                      </c:pt>
                      <c:pt idx="2166">
                        <c:v>123.512</c:v>
                      </c:pt>
                      <c:pt idx="2167">
                        <c:v>126.886</c:v>
                      </c:pt>
                      <c:pt idx="2168">
                        <c:v>131.76</c:v>
                      </c:pt>
                      <c:pt idx="2169">
                        <c:v>134.327</c:v>
                      </c:pt>
                      <c:pt idx="2170">
                        <c:v>136.327</c:v>
                      </c:pt>
                      <c:pt idx="2171">
                        <c:v>130.00800000000001</c:v>
                      </c:pt>
                      <c:pt idx="2172">
                        <c:v>124.02800000000001</c:v>
                      </c:pt>
                      <c:pt idx="2173">
                        <c:v>118.992</c:v>
                      </c:pt>
                      <c:pt idx="2174">
                        <c:v>121.66200000000001</c:v>
                      </c:pt>
                      <c:pt idx="2175">
                        <c:v>119.32</c:v>
                      </c:pt>
                      <c:pt idx="2176">
                        <c:v>121.08799999999999</c:v>
                      </c:pt>
                      <c:pt idx="2177">
                        <c:v>116.726</c:v>
                      </c:pt>
                      <c:pt idx="2178">
                        <c:v>113.503</c:v>
                      </c:pt>
                      <c:pt idx="2179">
                        <c:v>112.342</c:v>
                      </c:pt>
                      <c:pt idx="2180">
                        <c:v>112.503</c:v>
                      </c:pt>
                      <c:pt idx="2181">
                        <c:v>114.316</c:v>
                      </c:pt>
                      <c:pt idx="2182">
                        <c:v>116.483</c:v>
                      </c:pt>
                      <c:pt idx="2183">
                        <c:v>114.849</c:v>
                      </c:pt>
                      <c:pt idx="2184">
                        <c:v>114.66200000000001</c:v>
                      </c:pt>
                      <c:pt idx="2185">
                        <c:v>114.27200000000001</c:v>
                      </c:pt>
                      <c:pt idx="2186">
                        <c:v>114.223</c:v>
                      </c:pt>
                      <c:pt idx="2187">
                        <c:v>114.83199999999999</c:v>
                      </c:pt>
                      <c:pt idx="2188">
                        <c:v>113.67700000000001</c:v>
                      </c:pt>
                      <c:pt idx="2189">
                        <c:v>112.348</c:v>
                      </c:pt>
                      <c:pt idx="2190">
                        <c:v>111.42100000000001</c:v>
                      </c:pt>
                      <c:pt idx="2191">
                        <c:v>113.49299999999999</c:v>
                      </c:pt>
                      <c:pt idx="2192">
                        <c:v>115.164</c:v>
                      </c:pt>
                      <c:pt idx="2193">
                        <c:v>112.274</c:v>
                      </c:pt>
                      <c:pt idx="2194">
                        <c:v>113.81699999999999</c:v>
                      </c:pt>
                      <c:pt idx="2195">
                        <c:v>114.83799999999999</c:v>
                      </c:pt>
                      <c:pt idx="2196">
                        <c:v>115.66200000000001</c:v>
                      </c:pt>
                      <c:pt idx="2197">
                        <c:v>114.86499999999999</c:v>
                      </c:pt>
                      <c:pt idx="2198">
                        <c:v>114.66500000000001</c:v>
                      </c:pt>
                      <c:pt idx="2199">
                        <c:v>111.75700000000001</c:v>
                      </c:pt>
                      <c:pt idx="2200">
                        <c:v>110.05800000000001</c:v>
                      </c:pt>
                      <c:pt idx="2201">
                        <c:v>108.953</c:v>
                      </c:pt>
                      <c:pt idx="2202">
                        <c:v>105.063</c:v>
                      </c:pt>
                      <c:pt idx="2203">
                        <c:v>105.301</c:v>
                      </c:pt>
                      <c:pt idx="2204">
                        <c:v>103.114</c:v>
                      </c:pt>
                      <c:pt idx="2205">
                        <c:v>99.84</c:v>
                      </c:pt>
                      <c:pt idx="2206">
                        <c:v>98.75</c:v>
                      </c:pt>
                      <c:pt idx="2207">
                        <c:v>89.55</c:v>
                      </c:pt>
                      <c:pt idx="2208">
                        <c:v>90.388999999999996</c:v>
                      </c:pt>
                      <c:pt idx="2209">
                        <c:v>91.831999999999994</c:v>
                      </c:pt>
                      <c:pt idx="2210">
                        <c:v>92.826999999999998</c:v>
                      </c:pt>
                      <c:pt idx="2211">
                        <c:v>94.497</c:v>
                      </c:pt>
                      <c:pt idx="2212">
                        <c:v>96.007000000000005</c:v>
                      </c:pt>
                      <c:pt idx="2213">
                        <c:v>98.075999999999993</c:v>
                      </c:pt>
                      <c:pt idx="2214">
                        <c:v>103.363</c:v>
                      </c:pt>
                      <c:pt idx="2215">
                        <c:v>104.089</c:v>
                      </c:pt>
                      <c:pt idx="2216">
                        <c:v>103.938</c:v>
                      </c:pt>
                      <c:pt idx="2217">
                        <c:v>103.985</c:v>
                      </c:pt>
                      <c:pt idx="2218">
                        <c:v>104.785</c:v>
                      </c:pt>
                      <c:pt idx="2219">
                        <c:v>105.453</c:v>
                      </c:pt>
                      <c:pt idx="2220">
                        <c:v>104.782</c:v>
                      </c:pt>
                      <c:pt idx="2221">
                        <c:v>103.83799999999999</c:v>
                      </c:pt>
                      <c:pt idx="2222">
                        <c:v>102.428</c:v>
                      </c:pt>
                      <c:pt idx="2223">
                        <c:v>100.098</c:v>
                      </c:pt>
                      <c:pt idx="2224">
                        <c:v>104.652</c:v>
                      </c:pt>
                      <c:pt idx="2225">
                        <c:v>106.16200000000001</c:v>
                      </c:pt>
                      <c:pt idx="2226">
                        <c:v>105.66200000000001</c:v>
                      </c:pt>
                      <c:pt idx="2227">
                        <c:v>103.673</c:v>
                      </c:pt>
                      <c:pt idx="2228">
                        <c:v>103.125</c:v>
                      </c:pt>
                      <c:pt idx="2229">
                        <c:v>101.66800000000001</c:v>
                      </c:pt>
                      <c:pt idx="2230">
                        <c:v>100.83499999999999</c:v>
                      </c:pt>
                      <c:pt idx="2231">
                        <c:v>99.337999999999994</c:v>
                      </c:pt>
                      <c:pt idx="2232">
                        <c:v>102.17</c:v>
                      </c:pt>
                      <c:pt idx="2233">
                        <c:v>101.5</c:v>
                      </c:pt>
                      <c:pt idx="2234">
                        <c:v>102.624</c:v>
                      </c:pt>
                      <c:pt idx="2235">
                        <c:v>101.947</c:v>
                      </c:pt>
                      <c:pt idx="2236">
                        <c:v>99.674999999999997</c:v>
                      </c:pt>
                      <c:pt idx="2237">
                        <c:v>100.495</c:v>
                      </c:pt>
                      <c:pt idx="2238">
                        <c:v>101.876</c:v>
                      </c:pt>
                      <c:pt idx="2239">
                        <c:v>102.10899999999999</c:v>
                      </c:pt>
                      <c:pt idx="2240">
                        <c:v>103.16200000000001</c:v>
                      </c:pt>
                      <c:pt idx="2241">
                        <c:v>101.273</c:v>
                      </c:pt>
                      <c:pt idx="2242">
                        <c:v>100.111</c:v>
                      </c:pt>
                      <c:pt idx="2243">
                        <c:v>100.00700000000001</c:v>
                      </c:pt>
                      <c:pt idx="2244">
                        <c:v>97.847999999999999</c:v>
                      </c:pt>
                      <c:pt idx="2245">
                        <c:v>98.686000000000007</c:v>
                      </c:pt>
                      <c:pt idx="2246">
                        <c:v>99.162000000000006</c:v>
                      </c:pt>
                      <c:pt idx="2247">
                        <c:v>98.831999999999994</c:v>
                      </c:pt>
                      <c:pt idx="2248">
                        <c:v>99.632999999999996</c:v>
                      </c:pt>
                      <c:pt idx="2249">
                        <c:v>99.921000000000006</c:v>
                      </c:pt>
                      <c:pt idx="2250">
                        <c:v>101.667</c:v>
                      </c:pt>
                      <c:pt idx="2251">
                        <c:v>104.27200000000001</c:v>
                      </c:pt>
                      <c:pt idx="2252">
                        <c:v>105.173</c:v>
                      </c:pt>
                      <c:pt idx="2253">
                        <c:v>101.75</c:v>
                      </c:pt>
                      <c:pt idx="2254">
                        <c:v>100</c:v>
                      </c:pt>
                      <c:pt idx="2255">
                        <c:v>101.333</c:v>
                      </c:pt>
                      <c:pt idx="2256">
                        <c:v>100.83799999999999</c:v>
                      </c:pt>
                      <c:pt idx="2257">
                        <c:v>100.169</c:v>
                      </c:pt>
                      <c:pt idx="2258">
                        <c:v>101.997</c:v>
                      </c:pt>
                      <c:pt idx="2259">
                        <c:v>102.673</c:v>
                      </c:pt>
                      <c:pt idx="2260">
                        <c:v>101.67</c:v>
                      </c:pt>
                      <c:pt idx="2261">
                        <c:v>99.841999999999999</c:v>
                      </c:pt>
                      <c:pt idx="2262">
                        <c:v>101.075</c:v>
                      </c:pt>
                      <c:pt idx="2263">
                        <c:v>99.831999999999994</c:v>
                      </c:pt>
                      <c:pt idx="2264">
                        <c:v>99.25</c:v>
                      </c:pt>
                      <c:pt idx="2265">
                        <c:v>97.512</c:v>
                      </c:pt>
                      <c:pt idx="2266">
                        <c:v>97.173000000000002</c:v>
                      </c:pt>
                      <c:pt idx="2267">
                        <c:v>99.875</c:v>
                      </c:pt>
                      <c:pt idx="2268">
                        <c:v>99.125</c:v>
                      </c:pt>
                      <c:pt idx="2269">
                        <c:v>96.08</c:v>
                      </c:pt>
                      <c:pt idx="2270">
                        <c:v>94.906000000000006</c:v>
                      </c:pt>
                      <c:pt idx="2271">
                        <c:v>94.745000000000005</c:v>
                      </c:pt>
                      <c:pt idx="2272">
                        <c:v>95.125</c:v>
                      </c:pt>
                      <c:pt idx="2273">
                        <c:v>94.893000000000001</c:v>
                      </c:pt>
                      <c:pt idx="2274">
                        <c:v>90.837999999999994</c:v>
                      </c:pt>
                      <c:pt idx="2275">
                        <c:v>88.177000000000007</c:v>
                      </c:pt>
                      <c:pt idx="2276">
                        <c:v>91.763000000000005</c:v>
                      </c:pt>
                      <c:pt idx="2277">
                        <c:v>95.662000000000006</c:v>
                      </c:pt>
                      <c:pt idx="2278">
                        <c:v>96.438000000000002</c:v>
                      </c:pt>
                      <c:pt idx="2279">
                        <c:v>96.491</c:v>
                      </c:pt>
                      <c:pt idx="2280">
                        <c:v>96.460999999999999</c:v>
                      </c:pt>
                      <c:pt idx="2281">
                        <c:v>96.600999999999999</c:v>
                      </c:pt>
                      <c:pt idx="2282">
                        <c:v>97.153999999999996</c:v>
                      </c:pt>
                      <c:pt idx="2283">
                        <c:v>96.21</c:v>
                      </c:pt>
                      <c:pt idx="2284">
                        <c:v>95.888999999999996</c:v>
                      </c:pt>
                      <c:pt idx="2285">
                        <c:v>91.25</c:v>
                      </c:pt>
                      <c:pt idx="2286">
                        <c:v>90.503</c:v>
                      </c:pt>
                      <c:pt idx="2287">
                        <c:v>90.334999999999994</c:v>
                      </c:pt>
                      <c:pt idx="2288">
                        <c:v>92.132000000000005</c:v>
                      </c:pt>
                      <c:pt idx="2289">
                        <c:v>94.652000000000001</c:v>
                      </c:pt>
                      <c:pt idx="2290">
                        <c:v>94.078999999999994</c:v>
                      </c:pt>
                      <c:pt idx="2291">
                        <c:v>96.003</c:v>
                      </c:pt>
                      <c:pt idx="2292">
                        <c:v>96.33</c:v>
                      </c:pt>
                      <c:pt idx="2293">
                        <c:v>95</c:v>
                      </c:pt>
                      <c:pt idx="2294">
                        <c:v>96.75</c:v>
                      </c:pt>
                      <c:pt idx="2295">
                        <c:v>95.173000000000002</c:v>
                      </c:pt>
                      <c:pt idx="2296">
                        <c:v>93.625</c:v>
                      </c:pt>
                      <c:pt idx="2297">
                        <c:v>92.843999999999994</c:v>
                      </c:pt>
                      <c:pt idx="2298">
                        <c:v>92.543999999999997</c:v>
                      </c:pt>
                      <c:pt idx="2299">
                        <c:v>92.165000000000006</c:v>
                      </c:pt>
                      <c:pt idx="2300">
                        <c:v>92</c:v>
                      </c:pt>
                      <c:pt idx="2301">
                        <c:v>91.561999999999998</c:v>
                      </c:pt>
                      <c:pt idx="2302">
                        <c:v>90.11</c:v>
                      </c:pt>
                      <c:pt idx="2303">
                        <c:v>92.393000000000001</c:v>
                      </c:pt>
                      <c:pt idx="2304">
                        <c:v>92.617999999999995</c:v>
                      </c:pt>
                      <c:pt idx="2305">
                        <c:v>96.832999999999998</c:v>
                      </c:pt>
                      <c:pt idx="2306">
                        <c:v>95.844999999999999</c:v>
                      </c:pt>
                      <c:pt idx="2307">
                        <c:v>97.094999999999999</c:v>
                      </c:pt>
                      <c:pt idx="2308">
                        <c:v>97.927999999999997</c:v>
                      </c:pt>
                      <c:pt idx="2309">
                        <c:v>98.375</c:v>
                      </c:pt>
                      <c:pt idx="2310">
                        <c:v>98.007000000000005</c:v>
                      </c:pt>
                      <c:pt idx="2311">
                        <c:v>97.421999999999997</c:v>
                      </c:pt>
                      <c:pt idx="2312">
                        <c:v>97.403999999999996</c:v>
                      </c:pt>
                      <c:pt idx="2313">
                        <c:v>98.99</c:v>
                      </c:pt>
                      <c:pt idx="2314">
                        <c:v>97.497</c:v>
                      </c:pt>
                      <c:pt idx="2315">
                        <c:v>98.004999999999995</c:v>
                      </c:pt>
                      <c:pt idx="2316">
                        <c:v>97.665000000000006</c:v>
                      </c:pt>
                      <c:pt idx="2317">
                        <c:v>98.066999999999993</c:v>
                      </c:pt>
                      <c:pt idx="2318">
                        <c:v>98.462000000000003</c:v>
                      </c:pt>
                      <c:pt idx="2319">
                        <c:v>96.432000000000002</c:v>
                      </c:pt>
                      <c:pt idx="2320">
                        <c:v>99.423000000000002</c:v>
                      </c:pt>
                      <c:pt idx="2321">
                        <c:v>100.497</c:v>
                      </c:pt>
                      <c:pt idx="2322">
                        <c:v>100.087</c:v>
                      </c:pt>
                      <c:pt idx="2323">
                        <c:v>100.59</c:v>
                      </c:pt>
                      <c:pt idx="2324">
                        <c:v>102.66500000000001</c:v>
                      </c:pt>
                      <c:pt idx="2325">
                        <c:v>99.052999999999997</c:v>
                      </c:pt>
                      <c:pt idx="2326">
                        <c:v>98.847999999999999</c:v>
                      </c:pt>
                      <c:pt idx="2327">
                        <c:v>100.33499999999999</c:v>
                      </c:pt>
                      <c:pt idx="2328">
                        <c:v>98.674999999999997</c:v>
                      </c:pt>
                      <c:pt idx="2329">
                        <c:v>97.512</c:v>
                      </c:pt>
                      <c:pt idx="2330">
                        <c:v>96.674999999999997</c:v>
                      </c:pt>
                      <c:pt idx="2331">
                        <c:v>95.54</c:v>
                      </c:pt>
                      <c:pt idx="2332">
                        <c:v>94.155000000000001</c:v>
                      </c:pt>
                      <c:pt idx="2333">
                        <c:v>90.262</c:v>
                      </c:pt>
                      <c:pt idx="2334">
                        <c:v>90</c:v>
                      </c:pt>
                      <c:pt idx="2335">
                        <c:v>89.257000000000005</c:v>
                      </c:pt>
                      <c:pt idx="2336">
                        <c:v>90.01</c:v>
                      </c:pt>
                      <c:pt idx="2337">
                        <c:v>90.617999999999995</c:v>
                      </c:pt>
                      <c:pt idx="2338">
                        <c:v>91.67</c:v>
                      </c:pt>
                      <c:pt idx="2339">
                        <c:v>90.518000000000001</c:v>
                      </c:pt>
                      <c:pt idx="2340">
                        <c:v>92.668000000000006</c:v>
                      </c:pt>
                      <c:pt idx="2341">
                        <c:v>91.751000000000005</c:v>
                      </c:pt>
                      <c:pt idx="2342">
                        <c:v>95.576999999999998</c:v>
                      </c:pt>
                      <c:pt idx="2343">
                        <c:v>95.375</c:v>
                      </c:pt>
                      <c:pt idx="2344">
                        <c:v>96.5</c:v>
                      </c:pt>
                      <c:pt idx="2345">
                        <c:v>100.251</c:v>
                      </c:pt>
                      <c:pt idx="2346">
                        <c:v>98.853999999999999</c:v>
                      </c:pt>
                      <c:pt idx="2347">
                        <c:v>98.33</c:v>
                      </c:pt>
                      <c:pt idx="2348">
                        <c:v>99.465999999999994</c:v>
                      </c:pt>
                      <c:pt idx="2349">
                        <c:v>101.465</c:v>
                      </c:pt>
                      <c:pt idx="2350">
                        <c:v>99.224000000000004</c:v>
                      </c:pt>
                      <c:pt idx="2351">
                        <c:v>98.665000000000006</c:v>
                      </c:pt>
                      <c:pt idx="2352">
                        <c:v>99.98</c:v>
                      </c:pt>
                      <c:pt idx="2353">
                        <c:v>96.625</c:v>
                      </c:pt>
                      <c:pt idx="2354">
                        <c:v>93.564999999999998</c:v>
                      </c:pt>
                      <c:pt idx="2355">
                        <c:v>88.173000000000002</c:v>
                      </c:pt>
                      <c:pt idx="2356">
                        <c:v>85</c:v>
                      </c:pt>
                      <c:pt idx="2357">
                        <c:v>85.125</c:v>
                      </c:pt>
                      <c:pt idx="2358">
                        <c:v>87.188000000000002</c:v>
                      </c:pt>
                      <c:pt idx="2359">
                        <c:v>88.543000000000006</c:v>
                      </c:pt>
                      <c:pt idx="2360">
                        <c:v>88.375</c:v>
                      </c:pt>
                      <c:pt idx="2361">
                        <c:v>92.548000000000002</c:v>
                      </c:pt>
                      <c:pt idx="2362">
                        <c:v>92.108000000000004</c:v>
                      </c:pt>
                      <c:pt idx="2363">
                        <c:v>89.841999999999999</c:v>
                      </c:pt>
                      <c:pt idx="2364">
                        <c:v>88.512</c:v>
                      </c:pt>
                      <c:pt idx="2365">
                        <c:v>88.177000000000007</c:v>
                      </c:pt>
                      <c:pt idx="2366">
                        <c:v>86.665000000000006</c:v>
                      </c:pt>
                      <c:pt idx="2367">
                        <c:v>85.831999999999994</c:v>
                      </c:pt>
                      <c:pt idx="2368">
                        <c:v>84.75</c:v>
                      </c:pt>
                      <c:pt idx="2369">
                        <c:v>81.677000000000007</c:v>
                      </c:pt>
                      <c:pt idx="2370">
                        <c:v>81.341999999999999</c:v>
                      </c:pt>
                      <c:pt idx="2371">
                        <c:v>78.680000000000007</c:v>
                      </c:pt>
                      <c:pt idx="2372">
                        <c:v>77.894000000000005</c:v>
                      </c:pt>
                      <c:pt idx="2373">
                        <c:v>76.826999999999998</c:v>
                      </c:pt>
                      <c:pt idx="2374">
                        <c:v>76.25</c:v>
                      </c:pt>
                      <c:pt idx="2375">
                        <c:v>75.625</c:v>
                      </c:pt>
                      <c:pt idx="2376">
                        <c:v>75.5</c:v>
                      </c:pt>
                      <c:pt idx="2377">
                        <c:v>75.825000000000003</c:v>
                      </c:pt>
                      <c:pt idx="2378">
                        <c:v>75.697000000000003</c:v>
                      </c:pt>
                      <c:pt idx="2379">
                        <c:v>77.77</c:v>
                      </c:pt>
                      <c:pt idx="2380">
                        <c:v>79.027000000000001</c:v>
                      </c:pt>
                      <c:pt idx="2381">
                        <c:v>81.775000000000006</c:v>
                      </c:pt>
                      <c:pt idx="2382">
                        <c:v>84.326999999999998</c:v>
                      </c:pt>
                      <c:pt idx="2383">
                        <c:v>87.816999999999993</c:v>
                      </c:pt>
                      <c:pt idx="2384">
                        <c:v>87.492999999999995</c:v>
                      </c:pt>
                      <c:pt idx="2385">
                        <c:v>88.662000000000006</c:v>
                      </c:pt>
                      <c:pt idx="2386">
                        <c:v>91.99</c:v>
                      </c:pt>
                      <c:pt idx="2387">
                        <c:v>93.524000000000001</c:v>
                      </c:pt>
                      <c:pt idx="2388">
                        <c:v>94.546000000000006</c:v>
                      </c:pt>
                      <c:pt idx="2389">
                        <c:v>96.438999999999993</c:v>
                      </c:pt>
                      <c:pt idx="2390">
                        <c:v>101.413</c:v>
                      </c:pt>
                      <c:pt idx="2391">
                        <c:v>101.995</c:v>
                      </c:pt>
                      <c:pt idx="2392">
                        <c:v>106.473</c:v>
                      </c:pt>
                      <c:pt idx="2393">
                        <c:v>105.95099999999999</c:v>
                      </c:pt>
                      <c:pt idx="2394">
                        <c:v>110.346</c:v>
                      </c:pt>
                      <c:pt idx="2395">
                        <c:v>117.806</c:v>
                      </c:pt>
                      <c:pt idx="2396">
                        <c:v>122.81699999999999</c:v>
                      </c:pt>
                      <c:pt idx="2397">
                        <c:v>124.75</c:v>
                      </c:pt>
                      <c:pt idx="2398">
                        <c:v>132.125</c:v>
                      </c:pt>
                      <c:pt idx="2399">
                        <c:v>140.91900000000001</c:v>
                      </c:pt>
                      <c:pt idx="2400">
                        <c:v>140.041</c:v>
                      </c:pt>
                      <c:pt idx="2401">
                        <c:v>121.53</c:v>
                      </c:pt>
                      <c:pt idx="2402">
                        <c:v>120.47</c:v>
                      </c:pt>
                      <c:pt idx="2403">
                        <c:v>130.125</c:v>
                      </c:pt>
                      <c:pt idx="2404">
                        <c:v>131.47300000000001</c:v>
                      </c:pt>
                      <c:pt idx="2405">
                        <c:v>142.239</c:v>
                      </c:pt>
                      <c:pt idx="2406">
                        <c:v>168.714</c:v>
                      </c:pt>
                      <c:pt idx="2407">
                        <c:v>169.386</c:v>
                      </c:pt>
                      <c:pt idx="2408">
                        <c:v>164.36500000000001</c:v>
                      </c:pt>
                      <c:pt idx="2409">
                        <c:v>156.685</c:v>
                      </c:pt>
                      <c:pt idx="2410">
                        <c:v>148.98500000000001</c:v>
                      </c:pt>
                      <c:pt idx="2411">
                        <c:v>140.83500000000001</c:v>
                      </c:pt>
                      <c:pt idx="2412">
                        <c:v>140.995</c:v>
                      </c:pt>
                      <c:pt idx="2413">
                        <c:v>140.86099999999999</c:v>
                      </c:pt>
                      <c:pt idx="2414">
                        <c:v>141.99</c:v>
                      </c:pt>
                      <c:pt idx="2415">
                        <c:v>148.708</c:v>
                      </c:pt>
                      <c:pt idx="2416">
                        <c:v>151.73599999999999</c:v>
                      </c:pt>
                      <c:pt idx="2417">
                        <c:v>155.25399999999999</c:v>
                      </c:pt>
                      <c:pt idx="2418">
                        <c:v>155.602</c:v>
                      </c:pt>
                      <c:pt idx="2419">
                        <c:v>148.58799999999999</c:v>
                      </c:pt>
                      <c:pt idx="2420">
                        <c:v>146.68</c:v>
                      </c:pt>
                      <c:pt idx="2421">
                        <c:v>139.417</c:v>
                      </c:pt>
                      <c:pt idx="2422">
                        <c:v>135.83199999999999</c:v>
                      </c:pt>
                      <c:pt idx="2423">
                        <c:v>124.85</c:v>
                      </c:pt>
                      <c:pt idx="2424">
                        <c:v>125.26</c:v>
                      </c:pt>
                      <c:pt idx="2425">
                        <c:v>122.121</c:v>
                      </c:pt>
                      <c:pt idx="2426">
                        <c:v>117.361</c:v>
                      </c:pt>
                      <c:pt idx="2427">
                        <c:v>119.21299999999999</c:v>
                      </c:pt>
                      <c:pt idx="2428">
                        <c:v>117.66500000000001</c:v>
                      </c:pt>
                      <c:pt idx="2429">
                        <c:v>118.75</c:v>
                      </c:pt>
                      <c:pt idx="2430">
                        <c:v>124.143</c:v>
                      </c:pt>
                      <c:pt idx="2431">
                        <c:v>126.34</c:v>
                      </c:pt>
                      <c:pt idx="2432">
                        <c:v>127.837</c:v>
                      </c:pt>
                      <c:pt idx="2433">
                        <c:v>133.40299999999999</c:v>
                      </c:pt>
                      <c:pt idx="2434">
                        <c:v>134.20599999999999</c:v>
                      </c:pt>
                      <c:pt idx="2435">
                        <c:v>132.495</c:v>
                      </c:pt>
                      <c:pt idx="2436">
                        <c:v>130.375</c:v>
                      </c:pt>
                      <c:pt idx="2437">
                        <c:v>126.675</c:v>
                      </c:pt>
                      <c:pt idx="2438">
                        <c:v>125.66500000000001</c:v>
                      </c:pt>
                      <c:pt idx="2439">
                        <c:v>126.995</c:v>
                      </c:pt>
                      <c:pt idx="2440">
                        <c:v>130.15</c:v>
                      </c:pt>
                      <c:pt idx="2441">
                        <c:v>130.66999999999999</c:v>
                      </c:pt>
                      <c:pt idx="2442">
                        <c:v>126.729</c:v>
                      </c:pt>
                      <c:pt idx="2443">
                        <c:v>124</c:v>
                      </c:pt>
                      <c:pt idx="2444">
                        <c:v>117.675</c:v>
                      </c:pt>
                      <c:pt idx="2445">
                        <c:v>121.34</c:v>
                      </c:pt>
                      <c:pt idx="2446">
                        <c:v>128</c:v>
                      </c:pt>
                      <c:pt idx="2447">
                        <c:v>130.44200000000001</c:v>
                      </c:pt>
                      <c:pt idx="2448">
                        <c:v>137.84</c:v>
                      </c:pt>
                      <c:pt idx="2449">
                        <c:v>138</c:v>
                      </c:pt>
                      <c:pt idx="2450">
                        <c:v>144.48500000000001</c:v>
                      </c:pt>
                      <c:pt idx="2451">
                        <c:v>141.827</c:v>
                      </c:pt>
                      <c:pt idx="2452">
                        <c:v>130.626</c:v>
                      </c:pt>
                      <c:pt idx="2453">
                        <c:v>131.125</c:v>
                      </c:pt>
                      <c:pt idx="2454">
                        <c:v>136.333</c:v>
                      </c:pt>
                      <c:pt idx="2455">
                        <c:v>134.375</c:v>
                      </c:pt>
                      <c:pt idx="2456">
                        <c:v>135.98500000000001</c:v>
                      </c:pt>
                      <c:pt idx="2457">
                        <c:v>138.655</c:v>
                      </c:pt>
                      <c:pt idx="2458">
                        <c:v>134.61000000000001</c:v>
                      </c:pt>
                      <c:pt idx="2459">
                        <c:v>139.75</c:v>
                      </c:pt>
                      <c:pt idx="2460">
                        <c:v>141.374</c:v>
                      </c:pt>
                      <c:pt idx="2461">
                        <c:v>139.34</c:v>
                      </c:pt>
                      <c:pt idx="2462">
                        <c:v>134.33500000000001</c:v>
                      </c:pt>
                      <c:pt idx="2463">
                        <c:v>129.655</c:v>
                      </c:pt>
                      <c:pt idx="2464">
                        <c:v>126.825</c:v>
                      </c:pt>
                      <c:pt idx="2465">
                        <c:v>123.003</c:v>
                      </c:pt>
                      <c:pt idx="2466">
                        <c:v>121.65900000000001</c:v>
                      </c:pt>
                      <c:pt idx="2467">
                        <c:v>121.114</c:v>
                      </c:pt>
                      <c:pt idx="2468">
                        <c:v>118.624</c:v>
                      </c:pt>
                      <c:pt idx="2469">
                        <c:v>112.99299999999999</c:v>
                      </c:pt>
                      <c:pt idx="2470">
                        <c:v>104.497</c:v>
                      </c:pt>
                      <c:pt idx="2471">
                        <c:v>107.375</c:v>
                      </c:pt>
                      <c:pt idx="2472">
                        <c:v>113.102</c:v>
                      </c:pt>
                      <c:pt idx="2473">
                        <c:v>117.33</c:v>
                      </c:pt>
                      <c:pt idx="2474">
                        <c:v>118.67</c:v>
                      </c:pt>
                      <c:pt idx="2475">
                        <c:v>121.16800000000001</c:v>
                      </c:pt>
                      <c:pt idx="2476">
                        <c:v>127.30500000000001</c:v>
                      </c:pt>
                      <c:pt idx="2477">
                        <c:v>132.304</c:v>
                      </c:pt>
                      <c:pt idx="2478">
                        <c:v>133.75</c:v>
                      </c:pt>
                      <c:pt idx="2479">
                        <c:v>132.505</c:v>
                      </c:pt>
                      <c:pt idx="2480">
                        <c:v>132.655</c:v>
                      </c:pt>
                      <c:pt idx="2481">
                        <c:v>131.673</c:v>
                      </c:pt>
                      <c:pt idx="2482">
                        <c:v>129.17500000000001</c:v>
                      </c:pt>
                      <c:pt idx="2483">
                        <c:v>126.85</c:v>
                      </c:pt>
                      <c:pt idx="2484">
                        <c:v>126.25</c:v>
                      </c:pt>
                      <c:pt idx="2485">
                        <c:v>128.47999999999999</c:v>
                      </c:pt>
                      <c:pt idx="2486">
                        <c:v>122.66500000000001</c:v>
                      </c:pt>
                      <c:pt idx="2487">
                        <c:v>121.36</c:v>
                      </c:pt>
                      <c:pt idx="2488">
                        <c:v>120.265</c:v>
                      </c:pt>
                      <c:pt idx="2489">
                        <c:v>120.625</c:v>
                      </c:pt>
                      <c:pt idx="2490">
                        <c:v>119.31699999999999</c:v>
                      </c:pt>
                      <c:pt idx="2491">
                        <c:v>119.154</c:v>
                      </c:pt>
                      <c:pt idx="2492">
                        <c:v>118.997</c:v>
                      </c:pt>
                      <c:pt idx="2493">
                        <c:v>123.50700000000001</c:v>
                      </c:pt>
                      <c:pt idx="2494">
                        <c:v>120.505</c:v>
                      </c:pt>
                      <c:pt idx="2495">
                        <c:v>123.482</c:v>
                      </c:pt>
                      <c:pt idx="2496">
                        <c:v>125.315</c:v>
                      </c:pt>
                      <c:pt idx="2497">
                        <c:v>124.5</c:v>
                      </c:pt>
                      <c:pt idx="2498">
                        <c:v>124.49</c:v>
                      </c:pt>
                      <c:pt idx="2499">
                        <c:v>122.66</c:v>
                      </c:pt>
                      <c:pt idx="2500">
                        <c:v>123.505</c:v>
                      </c:pt>
                      <c:pt idx="2501">
                        <c:v>122.33499999999999</c:v>
                      </c:pt>
                      <c:pt idx="2502">
                        <c:v>127.247</c:v>
                      </c:pt>
                      <c:pt idx="2503">
                        <c:v>125.746</c:v>
                      </c:pt>
                      <c:pt idx="2504">
                        <c:v>129.15799999999999</c:v>
                      </c:pt>
                      <c:pt idx="2505">
                        <c:v>128.173</c:v>
                      </c:pt>
                      <c:pt idx="2506">
                        <c:v>128.155</c:v>
                      </c:pt>
                      <c:pt idx="2507">
                        <c:v>131.47200000000001</c:v>
                      </c:pt>
                      <c:pt idx="2508">
                        <c:v>132.584</c:v>
                      </c:pt>
                      <c:pt idx="2509">
                        <c:v>134.65</c:v>
                      </c:pt>
                      <c:pt idx="2510">
                        <c:v>132.58500000000001</c:v>
                      </c:pt>
                      <c:pt idx="2511">
                        <c:v>129.49</c:v>
                      </c:pt>
                      <c:pt idx="2512">
                        <c:v>124.39400000000001</c:v>
                      </c:pt>
                      <c:pt idx="2513">
                        <c:v>119.97799999999999</c:v>
                      </c:pt>
                      <c:pt idx="2514">
                        <c:v>124.658</c:v>
                      </c:pt>
                      <c:pt idx="2515">
                        <c:v>129.334</c:v>
                      </c:pt>
                      <c:pt idx="2516">
                        <c:v>129.643</c:v>
                      </c:pt>
                      <c:pt idx="2517">
                        <c:v>126.33199999999999</c:v>
                      </c:pt>
                      <c:pt idx="2518">
                        <c:v>125.274</c:v>
                      </c:pt>
                      <c:pt idx="2519">
                        <c:v>126.50700000000001</c:v>
                      </c:pt>
                      <c:pt idx="2520">
                        <c:v>128.21899999999999</c:v>
                      </c:pt>
                      <c:pt idx="2521">
                        <c:v>128.327</c:v>
                      </c:pt>
                      <c:pt idx="2522">
                        <c:v>128.327</c:v>
                      </c:pt>
                      <c:pt idx="2523">
                        <c:v>129.505</c:v>
                      </c:pt>
                      <c:pt idx="2524">
                        <c:v>131.34</c:v>
                      </c:pt>
                      <c:pt idx="2525">
                        <c:v>131.93799999999999</c:v>
                      </c:pt>
                      <c:pt idx="2526">
                        <c:v>128.65799999999999</c:v>
                      </c:pt>
                      <c:pt idx="2527">
                        <c:v>122.16200000000001</c:v>
                      </c:pt>
                      <c:pt idx="2528">
                        <c:v>119.68</c:v>
                      </c:pt>
                      <c:pt idx="2529">
                        <c:v>119.16800000000001</c:v>
                      </c:pt>
                      <c:pt idx="2530">
                        <c:v>120.514</c:v>
                      </c:pt>
                      <c:pt idx="2531">
                        <c:v>121.02</c:v>
                      </c:pt>
                      <c:pt idx="2532">
                        <c:v>117.006</c:v>
                      </c:pt>
                      <c:pt idx="2533">
                        <c:v>116.175</c:v>
                      </c:pt>
                      <c:pt idx="2534">
                        <c:v>117.99</c:v>
                      </c:pt>
                      <c:pt idx="2535">
                        <c:v>113.999</c:v>
                      </c:pt>
                      <c:pt idx="2536">
                        <c:v>113.339</c:v>
                      </c:pt>
                      <c:pt idx="2537">
                        <c:v>122.256</c:v>
                      </c:pt>
                      <c:pt idx="2538">
                        <c:v>118.532</c:v>
                      </c:pt>
                      <c:pt idx="2539">
                        <c:v>118.503</c:v>
                      </c:pt>
                      <c:pt idx="2540">
                        <c:v>117.125</c:v>
                      </c:pt>
                      <c:pt idx="2541">
                        <c:v>118.294</c:v>
                      </c:pt>
                      <c:pt idx="2542">
                        <c:v>121.855</c:v>
                      </c:pt>
                      <c:pt idx="2543">
                        <c:v>120.32899999999999</c:v>
                      </c:pt>
                      <c:pt idx="2544">
                        <c:v>118.658</c:v>
                      </c:pt>
                      <c:pt idx="2545">
                        <c:v>117.32899999999999</c:v>
                      </c:pt>
                      <c:pt idx="2546">
                        <c:v>121.694</c:v>
                      </c:pt>
                      <c:pt idx="2547">
                        <c:v>119.06</c:v>
                      </c:pt>
                      <c:pt idx="2548">
                        <c:v>121.18300000000001</c:v>
                      </c:pt>
                      <c:pt idx="2549">
                        <c:v>122.59699999999999</c:v>
                      </c:pt>
                      <c:pt idx="2550">
                        <c:v>125.173</c:v>
                      </c:pt>
                      <c:pt idx="2551">
                        <c:v>124.497</c:v>
                      </c:pt>
                      <c:pt idx="2552">
                        <c:v>124.49</c:v>
                      </c:pt>
                      <c:pt idx="2553">
                        <c:v>123.842</c:v>
                      </c:pt>
                      <c:pt idx="2554">
                        <c:v>123.08499999999999</c:v>
                      </c:pt>
                      <c:pt idx="2555">
                        <c:v>120.25700000000001</c:v>
                      </c:pt>
                      <c:pt idx="2556">
                        <c:v>119.005</c:v>
                      </c:pt>
                      <c:pt idx="2557">
                        <c:v>118.669</c:v>
                      </c:pt>
                      <c:pt idx="2558">
                        <c:v>119.509</c:v>
                      </c:pt>
                      <c:pt idx="2559">
                        <c:v>117.842</c:v>
                      </c:pt>
                      <c:pt idx="2560">
                        <c:v>123.495</c:v>
                      </c:pt>
                      <c:pt idx="2561">
                        <c:v>129.827</c:v>
                      </c:pt>
                      <c:pt idx="2562">
                        <c:v>136.15199999999999</c:v>
                      </c:pt>
                      <c:pt idx="2563">
                        <c:v>131.17699999999999</c:v>
                      </c:pt>
                      <c:pt idx="2564">
                        <c:v>124.508</c:v>
                      </c:pt>
                      <c:pt idx="2565">
                        <c:v>132.827</c:v>
                      </c:pt>
                      <c:pt idx="2566">
                        <c:v>132.49199999999999</c:v>
                      </c:pt>
                      <c:pt idx="2567">
                        <c:v>130.84</c:v>
                      </c:pt>
                      <c:pt idx="2568">
                        <c:v>132.518</c:v>
                      </c:pt>
                      <c:pt idx="2569">
                        <c:v>129.822</c:v>
                      </c:pt>
                      <c:pt idx="2570">
                        <c:v>127.146</c:v>
                      </c:pt>
                      <c:pt idx="2571">
                        <c:v>122.098</c:v>
                      </c:pt>
                      <c:pt idx="2572">
                        <c:v>121.48099999999999</c:v>
                      </c:pt>
                      <c:pt idx="2573">
                        <c:v>123.34</c:v>
                      </c:pt>
                      <c:pt idx="2574">
                        <c:v>121.82299999999999</c:v>
                      </c:pt>
                      <c:pt idx="2575">
                        <c:v>120.35299999999999</c:v>
                      </c:pt>
                      <c:pt idx="2576">
                        <c:v>120.842</c:v>
                      </c:pt>
                      <c:pt idx="2577">
                        <c:v>121.82299999999999</c:v>
                      </c:pt>
                      <c:pt idx="2578">
                        <c:v>119.636</c:v>
                      </c:pt>
                      <c:pt idx="2579">
                        <c:v>120.33</c:v>
                      </c:pt>
                      <c:pt idx="2580">
                        <c:v>121.82299999999999</c:v>
                      </c:pt>
                      <c:pt idx="2581">
                        <c:v>116.498</c:v>
                      </c:pt>
                      <c:pt idx="2582">
                        <c:v>119.482</c:v>
                      </c:pt>
                      <c:pt idx="2583">
                        <c:v>111.527</c:v>
                      </c:pt>
                      <c:pt idx="2584">
                        <c:v>109.01</c:v>
                      </c:pt>
                      <c:pt idx="2585">
                        <c:v>114.498</c:v>
                      </c:pt>
                      <c:pt idx="2586">
                        <c:v>113.67700000000001</c:v>
                      </c:pt>
                      <c:pt idx="2587">
                        <c:v>114.32</c:v>
                      </c:pt>
                      <c:pt idx="2588">
                        <c:v>116.97499999999999</c:v>
                      </c:pt>
                      <c:pt idx="2589">
                        <c:v>112.02</c:v>
                      </c:pt>
                      <c:pt idx="2590">
                        <c:v>110.995</c:v>
                      </c:pt>
                      <c:pt idx="2591">
                        <c:v>108.83799999999999</c:v>
                      </c:pt>
                      <c:pt idx="2592">
                        <c:v>108.66</c:v>
                      </c:pt>
                      <c:pt idx="2593">
                        <c:v>109.17700000000001</c:v>
                      </c:pt>
                      <c:pt idx="2594">
                        <c:v>112.16500000000001</c:v>
                      </c:pt>
                      <c:pt idx="2595">
                        <c:v>112.503</c:v>
                      </c:pt>
                      <c:pt idx="2596">
                        <c:v>114.01</c:v>
                      </c:pt>
                      <c:pt idx="2597">
                        <c:v>114.17700000000001</c:v>
                      </c:pt>
                      <c:pt idx="2598">
                        <c:v>113.675</c:v>
                      </c:pt>
                      <c:pt idx="2599">
                        <c:v>109.029</c:v>
                      </c:pt>
                      <c:pt idx="2600">
                        <c:v>109.342</c:v>
                      </c:pt>
                      <c:pt idx="2601">
                        <c:v>110</c:v>
                      </c:pt>
                      <c:pt idx="2602">
                        <c:v>112.66</c:v>
                      </c:pt>
                      <c:pt idx="2603">
                        <c:v>111</c:v>
                      </c:pt>
                      <c:pt idx="2604">
                        <c:v>109.66</c:v>
                      </c:pt>
                      <c:pt idx="2605">
                        <c:v>106.34</c:v>
                      </c:pt>
                      <c:pt idx="2606">
                        <c:v>105.82299999999999</c:v>
                      </c:pt>
                      <c:pt idx="2607">
                        <c:v>106.648</c:v>
                      </c:pt>
                      <c:pt idx="2608">
                        <c:v>108.325</c:v>
                      </c:pt>
                      <c:pt idx="2609">
                        <c:v>105.345</c:v>
                      </c:pt>
                      <c:pt idx="2610">
                        <c:v>103.845</c:v>
                      </c:pt>
                      <c:pt idx="2611">
                        <c:v>106.655</c:v>
                      </c:pt>
                      <c:pt idx="2612">
                        <c:v>103.505</c:v>
                      </c:pt>
                      <c:pt idx="2613">
                        <c:v>100.33</c:v>
                      </c:pt>
                      <c:pt idx="2614">
                        <c:v>99.668000000000006</c:v>
                      </c:pt>
                      <c:pt idx="2615">
                        <c:v>99.688000000000002</c:v>
                      </c:pt>
                      <c:pt idx="2616">
                        <c:v>97.683000000000007</c:v>
                      </c:pt>
                      <c:pt idx="2617">
                        <c:v>100.68</c:v>
                      </c:pt>
                      <c:pt idx="2618">
                        <c:v>100.343</c:v>
                      </c:pt>
                      <c:pt idx="2619">
                        <c:v>102.988</c:v>
                      </c:pt>
                      <c:pt idx="2620">
                        <c:v>99.852999999999994</c:v>
                      </c:pt>
                      <c:pt idx="2621">
                        <c:v>100.279</c:v>
                      </c:pt>
                      <c:pt idx="2622">
                        <c:v>99.97</c:v>
                      </c:pt>
                      <c:pt idx="2623">
                        <c:v>98.477000000000004</c:v>
                      </c:pt>
                      <c:pt idx="2624">
                        <c:v>98.998000000000005</c:v>
                      </c:pt>
                      <c:pt idx="2625">
                        <c:v>99.677999999999997</c:v>
                      </c:pt>
                      <c:pt idx="2626">
                        <c:v>100.333</c:v>
                      </c:pt>
                      <c:pt idx="2627">
                        <c:v>101.444</c:v>
                      </c:pt>
                      <c:pt idx="2628">
                        <c:v>101.178</c:v>
                      </c:pt>
                      <c:pt idx="2629">
                        <c:v>99.352999999999994</c:v>
                      </c:pt>
                      <c:pt idx="2630">
                        <c:v>97.013000000000005</c:v>
                      </c:pt>
                      <c:pt idx="2631">
                        <c:v>96.328000000000003</c:v>
                      </c:pt>
                      <c:pt idx="2632">
                        <c:v>96.003</c:v>
                      </c:pt>
                      <c:pt idx="2633">
                        <c:v>95.825999999999993</c:v>
                      </c:pt>
                      <c:pt idx="2634">
                        <c:v>95.165999999999997</c:v>
                      </c:pt>
                      <c:pt idx="2635">
                        <c:v>93.016000000000005</c:v>
                      </c:pt>
                      <c:pt idx="2636">
                        <c:v>92.001000000000005</c:v>
                      </c:pt>
                      <c:pt idx="2637">
                        <c:v>89.510999999999996</c:v>
                      </c:pt>
                      <c:pt idx="2638">
                        <c:v>91.825999999999993</c:v>
                      </c:pt>
                      <c:pt idx="2639">
                        <c:v>88.347999999999999</c:v>
                      </c:pt>
                      <c:pt idx="2640">
                        <c:v>91.992999999999995</c:v>
                      </c:pt>
                      <c:pt idx="2641">
                        <c:v>91.503</c:v>
                      </c:pt>
                      <c:pt idx="2642">
                        <c:v>91.253</c:v>
                      </c:pt>
                      <c:pt idx="2643">
                        <c:v>88.688000000000002</c:v>
                      </c:pt>
                      <c:pt idx="2644">
                        <c:v>90.003</c:v>
                      </c:pt>
                      <c:pt idx="2645">
                        <c:v>89.328000000000003</c:v>
                      </c:pt>
                      <c:pt idx="2646">
                        <c:v>88.503</c:v>
                      </c:pt>
                      <c:pt idx="2647">
                        <c:v>86.007999999999996</c:v>
                      </c:pt>
                      <c:pt idx="2648">
                        <c:v>85.600999999999999</c:v>
                      </c:pt>
                      <c:pt idx="2649">
                        <c:v>86.168000000000006</c:v>
                      </c:pt>
                      <c:pt idx="2650">
                        <c:v>85.013000000000005</c:v>
                      </c:pt>
                      <c:pt idx="2651">
                        <c:v>83.878</c:v>
                      </c:pt>
                      <c:pt idx="2652">
                        <c:v>82.998000000000005</c:v>
                      </c:pt>
                      <c:pt idx="2653">
                        <c:v>82.658000000000001</c:v>
                      </c:pt>
                      <c:pt idx="2654">
                        <c:v>82.378</c:v>
                      </c:pt>
                      <c:pt idx="2655">
                        <c:v>85.322999999999993</c:v>
                      </c:pt>
                      <c:pt idx="2656">
                        <c:v>82.013000000000005</c:v>
                      </c:pt>
                      <c:pt idx="2657">
                        <c:v>76.677999999999997</c:v>
                      </c:pt>
                      <c:pt idx="2658">
                        <c:v>77.003</c:v>
                      </c:pt>
                      <c:pt idx="2659">
                        <c:v>78.878</c:v>
                      </c:pt>
                      <c:pt idx="2660">
                        <c:v>77.17</c:v>
                      </c:pt>
                      <c:pt idx="2661">
                        <c:v>78.503</c:v>
                      </c:pt>
                      <c:pt idx="2662">
                        <c:v>77.677999999999997</c:v>
                      </c:pt>
                      <c:pt idx="2663">
                        <c:v>77.822999999999993</c:v>
                      </c:pt>
                      <c:pt idx="2664">
                        <c:v>77.322999999999993</c:v>
                      </c:pt>
                      <c:pt idx="2665">
                        <c:v>75.658000000000001</c:v>
                      </c:pt>
                      <c:pt idx="2666">
                        <c:v>75.977999999999994</c:v>
                      </c:pt>
                      <c:pt idx="2667">
                        <c:v>76.337000000000003</c:v>
                      </c:pt>
                      <c:pt idx="2668">
                        <c:v>78.128</c:v>
                      </c:pt>
                      <c:pt idx="2669">
                        <c:v>78.25</c:v>
                      </c:pt>
                      <c:pt idx="2670">
                        <c:v>77.655000000000001</c:v>
                      </c:pt>
                      <c:pt idx="2671">
                        <c:v>75.507000000000005</c:v>
                      </c:pt>
                      <c:pt idx="2672">
                        <c:v>78.003</c:v>
                      </c:pt>
                      <c:pt idx="2673">
                        <c:v>81.477999999999994</c:v>
                      </c:pt>
                      <c:pt idx="2674">
                        <c:v>78.67</c:v>
                      </c:pt>
                      <c:pt idx="2675">
                        <c:v>80.378</c:v>
                      </c:pt>
                      <c:pt idx="2676">
                        <c:v>81.447999999999993</c:v>
                      </c:pt>
                      <c:pt idx="2677">
                        <c:v>81.512</c:v>
                      </c:pt>
                      <c:pt idx="2678">
                        <c:v>82.156000000000006</c:v>
                      </c:pt>
                      <c:pt idx="2679">
                        <c:v>81.281000000000006</c:v>
                      </c:pt>
                      <c:pt idx="2680">
                        <c:v>80.17</c:v>
                      </c:pt>
                      <c:pt idx="2681">
                        <c:v>81.628</c:v>
                      </c:pt>
                      <c:pt idx="2682">
                        <c:v>82.503</c:v>
                      </c:pt>
                      <c:pt idx="2683">
                        <c:v>82.878</c:v>
                      </c:pt>
                      <c:pt idx="2684">
                        <c:v>84.878</c:v>
                      </c:pt>
                      <c:pt idx="2685">
                        <c:v>86.668000000000006</c:v>
                      </c:pt>
                      <c:pt idx="2686">
                        <c:v>89.378</c:v>
                      </c:pt>
                      <c:pt idx="2687">
                        <c:v>88.495999999999995</c:v>
                      </c:pt>
                      <c:pt idx="2688">
                        <c:v>87.128</c:v>
                      </c:pt>
                      <c:pt idx="2689">
                        <c:v>82.346000000000004</c:v>
                      </c:pt>
                      <c:pt idx="2690">
                        <c:v>82.491</c:v>
                      </c:pt>
                      <c:pt idx="2691">
                        <c:v>82.878</c:v>
                      </c:pt>
                      <c:pt idx="2692">
                        <c:v>84.878</c:v>
                      </c:pt>
                      <c:pt idx="2693">
                        <c:v>87.325999999999993</c:v>
                      </c:pt>
                      <c:pt idx="2694">
                        <c:v>87.878</c:v>
                      </c:pt>
                      <c:pt idx="2695">
                        <c:v>91.150999999999996</c:v>
                      </c:pt>
                      <c:pt idx="2696">
                        <c:v>94.146000000000001</c:v>
                      </c:pt>
                      <c:pt idx="2697">
                        <c:v>94.811000000000007</c:v>
                      </c:pt>
                      <c:pt idx="2698">
                        <c:v>90.503</c:v>
                      </c:pt>
                      <c:pt idx="2699">
                        <c:v>93.003</c:v>
                      </c:pt>
                      <c:pt idx="2700">
                        <c:v>93.180999999999997</c:v>
                      </c:pt>
                      <c:pt idx="2701">
                        <c:v>95.156000000000006</c:v>
                      </c:pt>
                      <c:pt idx="2702">
                        <c:v>93.846000000000004</c:v>
                      </c:pt>
                      <c:pt idx="2703">
                        <c:v>89.510999999999996</c:v>
                      </c:pt>
                      <c:pt idx="2704">
                        <c:v>86.176000000000002</c:v>
                      </c:pt>
                      <c:pt idx="2705">
                        <c:v>81.846000000000004</c:v>
                      </c:pt>
                      <c:pt idx="2706">
                        <c:v>79.510999999999996</c:v>
                      </c:pt>
                      <c:pt idx="2707">
                        <c:v>79.835999999999999</c:v>
                      </c:pt>
                      <c:pt idx="2708">
                        <c:v>79.661000000000001</c:v>
                      </c:pt>
                      <c:pt idx="2709">
                        <c:v>76.840999999999994</c:v>
                      </c:pt>
                      <c:pt idx="2710">
                        <c:v>78.820999999999998</c:v>
                      </c:pt>
                      <c:pt idx="2711">
                        <c:v>77.506</c:v>
                      </c:pt>
                      <c:pt idx="2712">
                        <c:v>78.171000000000006</c:v>
                      </c:pt>
                      <c:pt idx="2713">
                        <c:v>78.176000000000002</c:v>
                      </c:pt>
                      <c:pt idx="2714">
                        <c:v>77.995999999999995</c:v>
                      </c:pt>
                      <c:pt idx="2715">
                        <c:v>76.501000000000005</c:v>
                      </c:pt>
                      <c:pt idx="2716">
                        <c:v>78.628</c:v>
                      </c:pt>
                      <c:pt idx="2717">
                        <c:v>78.128</c:v>
                      </c:pt>
                      <c:pt idx="2718">
                        <c:v>78.379000000000005</c:v>
                      </c:pt>
                      <c:pt idx="2719">
                        <c:v>78.128</c:v>
                      </c:pt>
                      <c:pt idx="2720">
                        <c:v>77.503</c:v>
                      </c:pt>
                      <c:pt idx="2721">
                        <c:v>81.128</c:v>
                      </c:pt>
                      <c:pt idx="2722">
                        <c:v>80.995999999999995</c:v>
                      </c:pt>
                      <c:pt idx="2723">
                        <c:v>82.753</c:v>
                      </c:pt>
                      <c:pt idx="2724">
                        <c:v>89.356999999999999</c:v>
                      </c:pt>
                      <c:pt idx="2725">
                        <c:v>88.753</c:v>
                      </c:pt>
                      <c:pt idx="2726">
                        <c:v>87.825999999999993</c:v>
                      </c:pt>
                      <c:pt idx="2727">
                        <c:v>94.106999999999999</c:v>
                      </c:pt>
                      <c:pt idx="2728">
                        <c:v>92.628</c:v>
                      </c:pt>
                      <c:pt idx="2729">
                        <c:v>90.171000000000006</c:v>
                      </c:pt>
                      <c:pt idx="2730">
                        <c:v>88.503</c:v>
                      </c:pt>
                      <c:pt idx="2731">
                        <c:v>87.67</c:v>
                      </c:pt>
                      <c:pt idx="2732">
                        <c:v>87.003</c:v>
                      </c:pt>
                      <c:pt idx="2733">
                        <c:v>94.932000000000002</c:v>
                      </c:pt>
                      <c:pt idx="2734">
                        <c:v>92.17</c:v>
                      </c:pt>
                      <c:pt idx="2735">
                        <c:v>90.350999999999999</c:v>
                      </c:pt>
                      <c:pt idx="2736">
                        <c:v>94.253</c:v>
                      </c:pt>
                      <c:pt idx="2737">
                        <c:v>95.878</c:v>
                      </c:pt>
                      <c:pt idx="2738">
                        <c:v>102.128</c:v>
                      </c:pt>
                      <c:pt idx="2739">
                        <c:v>100.378</c:v>
                      </c:pt>
                      <c:pt idx="2740">
                        <c:v>100.878</c:v>
                      </c:pt>
                      <c:pt idx="2741">
                        <c:v>99.128</c:v>
                      </c:pt>
                      <c:pt idx="2742">
                        <c:v>101.831</c:v>
                      </c:pt>
                      <c:pt idx="2743">
                        <c:v>97.628</c:v>
                      </c:pt>
                      <c:pt idx="2744">
                        <c:v>98.003</c:v>
                      </c:pt>
                      <c:pt idx="2745">
                        <c:v>97.320999999999998</c:v>
                      </c:pt>
                      <c:pt idx="2746">
                        <c:v>98.003</c:v>
                      </c:pt>
                      <c:pt idx="2747">
                        <c:v>99.003</c:v>
                      </c:pt>
                      <c:pt idx="2748">
                        <c:v>99.659000000000006</c:v>
                      </c:pt>
                      <c:pt idx="2749">
                        <c:v>99.177000000000007</c:v>
                      </c:pt>
                      <c:pt idx="2750">
                        <c:v>106.137</c:v>
                      </c:pt>
                      <c:pt idx="2751">
                        <c:v>108.152</c:v>
                      </c:pt>
                      <c:pt idx="2752">
                        <c:v>99.688000000000002</c:v>
                      </c:pt>
                      <c:pt idx="2753">
                        <c:v>99.497</c:v>
                      </c:pt>
                      <c:pt idx="2754">
                        <c:v>95.158000000000001</c:v>
                      </c:pt>
                      <c:pt idx="2755">
                        <c:v>95.826999999999998</c:v>
                      </c:pt>
                      <c:pt idx="2756">
                        <c:v>93.183000000000007</c:v>
                      </c:pt>
                      <c:pt idx="2757">
                        <c:v>93.183000000000007</c:v>
                      </c:pt>
                      <c:pt idx="2758">
                        <c:v>93.173000000000002</c:v>
                      </c:pt>
                      <c:pt idx="2759">
                        <c:v>90.183000000000007</c:v>
                      </c:pt>
                      <c:pt idx="2760">
                        <c:v>90.375</c:v>
                      </c:pt>
                      <c:pt idx="2761">
                        <c:v>89.173000000000002</c:v>
                      </c:pt>
                      <c:pt idx="2762">
                        <c:v>88.25</c:v>
                      </c:pt>
                      <c:pt idx="2763">
                        <c:v>89.375</c:v>
                      </c:pt>
                      <c:pt idx="2764">
                        <c:v>91.988</c:v>
                      </c:pt>
                      <c:pt idx="2765">
                        <c:v>90.489000000000004</c:v>
                      </c:pt>
                      <c:pt idx="2766">
                        <c:v>95.25</c:v>
                      </c:pt>
                      <c:pt idx="2767">
                        <c:v>96.68</c:v>
                      </c:pt>
                      <c:pt idx="2768">
                        <c:v>97.492999999999995</c:v>
                      </c:pt>
                      <c:pt idx="2769">
                        <c:v>96.168000000000006</c:v>
                      </c:pt>
                      <c:pt idx="2770">
                        <c:v>97.831999999999994</c:v>
                      </c:pt>
                      <c:pt idx="2771">
                        <c:v>102.14700000000001</c:v>
                      </c:pt>
                      <c:pt idx="2772">
                        <c:v>104.16200000000001</c:v>
                      </c:pt>
                      <c:pt idx="2773">
                        <c:v>107.158</c:v>
                      </c:pt>
                      <c:pt idx="2774">
                        <c:v>106.82299999999999</c:v>
                      </c:pt>
                      <c:pt idx="2775">
                        <c:v>104.50700000000001</c:v>
                      </c:pt>
                      <c:pt idx="2776">
                        <c:v>106.49299999999999</c:v>
                      </c:pt>
                      <c:pt idx="2777">
                        <c:v>104.827</c:v>
                      </c:pt>
                      <c:pt idx="2778">
                        <c:v>102.83799999999999</c:v>
                      </c:pt>
                      <c:pt idx="2779">
                        <c:v>101.173</c:v>
                      </c:pt>
                      <c:pt idx="2780">
                        <c:v>100.173</c:v>
                      </c:pt>
                      <c:pt idx="2781">
                        <c:v>99.168999999999997</c:v>
                      </c:pt>
                      <c:pt idx="2782">
                        <c:v>99.165999999999997</c:v>
                      </c:pt>
                      <c:pt idx="2783">
                        <c:v>102.488</c:v>
                      </c:pt>
                      <c:pt idx="2784">
                        <c:v>108.25</c:v>
                      </c:pt>
                      <c:pt idx="2785">
                        <c:v>108</c:v>
                      </c:pt>
                      <c:pt idx="2786">
                        <c:v>110</c:v>
                      </c:pt>
                      <c:pt idx="2787">
                        <c:v>114.86799999999999</c:v>
                      </c:pt>
                      <c:pt idx="2788">
                        <c:v>125.652</c:v>
                      </c:pt>
                      <c:pt idx="2789">
                        <c:v>128.42099999999999</c:v>
                      </c:pt>
                      <c:pt idx="2790">
                        <c:v>147.33199999999999</c:v>
                      </c:pt>
                      <c:pt idx="2791">
                        <c:v>149.17400000000001</c:v>
                      </c:pt>
                      <c:pt idx="2792">
                        <c:v>165.18199999999999</c:v>
                      </c:pt>
                      <c:pt idx="2793">
                        <c:v>184.49199999999999</c:v>
                      </c:pt>
                      <c:pt idx="2794">
                        <c:v>187.43899999999999</c:v>
                      </c:pt>
                      <c:pt idx="2795">
                        <c:v>149.19999999999999</c:v>
                      </c:pt>
                      <c:pt idx="2796">
                        <c:v>147.01599999999999</c:v>
                      </c:pt>
                      <c:pt idx="2797">
                        <c:v>125.688</c:v>
                      </c:pt>
                      <c:pt idx="2798">
                        <c:v>124.85299999999999</c:v>
                      </c:pt>
                      <c:pt idx="2799">
                        <c:v>128.80799999999999</c:v>
                      </c:pt>
                      <c:pt idx="2800">
                        <c:v>130.50800000000001</c:v>
                      </c:pt>
                      <c:pt idx="2801">
                        <c:v>130.26300000000001</c:v>
                      </c:pt>
                      <c:pt idx="2802">
                        <c:v>130.00200000000001</c:v>
                      </c:pt>
                      <c:pt idx="2803">
                        <c:v>132.09100000000001</c:v>
                      </c:pt>
                      <c:pt idx="2804">
                        <c:v>136.79</c:v>
                      </c:pt>
                      <c:pt idx="2805">
                        <c:v>140.965</c:v>
                      </c:pt>
                      <c:pt idx="2806">
                        <c:v>140.464</c:v>
                      </c:pt>
                      <c:pt idx="2807">
                        <c:v>144.21299999999999</c:v>
                      </c:pt>
                      <c:pt idx="2808">
                        <c:v>167.702</c:v>
                      </c:pt>
                      <c:pt idx="2809">
                        <c:v>175.61600000000001</c:v>
                      </c:pt>
                      <c:pt idx="2810">
                        <c:v>168.48400000000001</c:v>
                      </c:pt>
                      <c:pt idx="2811">
                        <c:v>161.07400000000001</c:v>
                      </c:pt>
                      <c:pt idx="2812">
                        <c:v>164.41499999999999</c:v>
                      </c:pt>
                      <c:pt idx="2813">
                        <c:v>172.584</c:v>
                      </c:pt>
                      <c:pt idx="2814">
                        <c:v>177.75299999999999</c:v>
                      </c:pt>
                      <c:pt idx="2815">
                        <c:v>167.583</c:v>
                      </c:pt>
                      <c:pt idx="2816">
                        <c:v>173.82400000000001</c:v>
                      </c:pt>
                      <c:pt idx="2817">
                        <c:v>171.99600000000001</c:v>
                      </c:pt>
                      <c:pt idx="2818">
                        <c:v>171.66900000000001</c:v>
                      </c:pt>
                      <c:pt idx="2819">
                        <c:v>172.12899999999999</c:v>
                      </c:pt>
                      <c:pt idx="2820">
                        <c:v>176.46600000000001</c:v>
                      </c:pt>
                      <c:pt idx="2821">
                        <c:v>172.09399999999999</c:v>
                      </c:pt>
                      <c:pt idx="2822">
                        <c:v>169.49</c:v>
                      </c:pt>
                      <c:pt idx="2823">
                        <c:v>168.376</c:v>
                      </c:pt>
                      <c:pt idx="2824">
                        <c:v>167.79400000000001</c:v>
                      </c:pt>
                      <c:pt idx="2825">
                        <c:v>170.1</c:v>
                      </c:pt>
                      <c:pt idx="2826">
                        <c:v>165.81</c:v>
                      </c:pt>
                      <c:pt idx="2827">
                        <c:v>167.79499999999999</c:v>
                      </c:pt>
                      <c:pt idx="2828">
                        <c:v>164.499</c:v>
                      </c:pt>
                      <c:pt idx="2829">
                        <c:v>143.66</c:v>
                      </c:pt>
                      <c:pt idx="2830">
                        <c:v>148.15299999999999</c:v>
                      </c:pt>
                      <c:pt idx="2831">
                        <c:v>145.69300000000001</c:v>
                      </c:pt>
                      <c:pt idx="2832">
                        <c:v>144.58199999999999</c:v>
                      </c:pt>
                      <c:pt idx="2833">
                        <c:v>143.73599999999999</c:v>
                      </c:pt>
                      <c:pt idx="2834">
                        <c:v>149.41900000000001</c:v>
                      </c:pt>
                      <c:pt idx="2835">
                        <c:v>152.79599999999999</c:v>
                      </c:pt>
                      <c:pt idx="2836">
                        <c:v>147.97300000000001</c:v>
                      </c:pt>
                      <c:pt idx="2837">
                        <c:v>143.012</c:v>
                      </c:pt>
                      <c:pt idx="2838">
                        <c:v>142.869</c:v>
                      </c:pt>
                      <c:pt idx="2839">
                        <c:v>141.62200000000001</c:v>
                      </c:pt>
                      <c:pt idx="2840">
                        <c:v>138.94200000000001</c:v>
                      </c:pt>
                      <c:pt idx="2841">
                        <c:v>142.886</c:v>
                      </c:pt>
                      <c:pt idx="2842">
                        <c:v>142.958</c:v>
                      </c:pt>
                      <c:pt idx="2843">
                        <c:v>144.059</c:v>
                      </c:pt>
                      <c:pt idx="2844">
                        <c:v>139.56399999999999</c:v>
                      </c:pt>
                      <c:pt idx="2845">
                        <c:v>136.072</c:v>
                      </c:pt>
                      <c:pt idx="2846">
                        <c:v>136.03200000000001</c:v>
                      </c:pt>
                      <c:pt idx="2847">
                        <c:v>134.65100000000001</c:v>
                      </c:pt>
                      <c:pt idx="2848">
                        <c:v>132.774</c:v>
                      </c:pt>
                      <c:pt idx="2849">
                        <c:v>135.01</c:v>
                      </c:pt>
                      <c:pt idx="2850">
                        <c:v>139.626</c:v>
                      </c:pt>
                      <c:pt idx="2851">
                        <c:v>144.81299999999999</c:v>
                      </c:pt>
                      <c:pt idx="2852">
                        <c:v>151.07599999999999</c:v>
                      </c:pt>
                      <c:pt idx="2853">
                        <c:v>162.06299999999999</c:v>
                      </c:pt>
                      <c:pt idx="2854">
                        <c:v>173.495</c:v>
                      </c:pt>
                      <c:pt idx="2855">
                        <c:v>171.77699999999999</c:v>
                      </c:pt>
                      <c:pt idx="2856">
                        <c:v>167.929</c:v>
                      </c:pt>
                      <c:pt idx="2857">
                        <c:v>171.37</c:v>
                      </c:pt>
                      <c:pt idx="2858">
                        <c:v>171.94399999999999</c:v>
                      </c:pt>
                      <c:pt idx="2859">
                        <c:v>169.65700000000001</c:v>
                      </c:pt>
                      <c:pt idx="2860">
                        <c:v>165.399</c:v>
                      </c:pt>
                      <c:pt idx="2861">
                        <c:v>166.55500000000001</c:v>
                      </c:pt>
                      <c:pt idx="2862">
                        <c:v>161.90199999999999</c:v>
                      </c:pt>
                      <c:pt idx="2863">
                        <c:v>159.292</c:v>
                      </c:pt>
                      <c:pt idx="2864">
                        <c:v>157.79400000000001</c:v>
                      </c:pt>
                      <c:pt idx="2865">
                        <c:v>159.292</c:v>
                      </c:pt>
                      <c:pt idx="2866">
                        <c:v>159.16399999999999</c:v>
                      </c:pt>
                      <c:pt idx="2867">
                        <c:v>158.80099999999999</c:v>
                      </c:pt>
                      <c:pt idx="2868">
                        <c:v>157.88300000000001</c:v>
                      </c:pt>
                      <c:pt idx="2869">
                        <c:v>159.46</c:v>
                      </c:pt>
                      <c:pt idx="2870">
                        <c:v>156.81800000000001</c:v>
                      </c:pt>
                      <c:pt idx="2871">
                        <c:v>155.33500000000001</c:v>
                      </c:pt>
                      <c:pt idx="2872">
                        <c:v>154.958</c:v>
                      </c:pt>
                      <c:pt idx="2873">
                        <c:v>151.11000000000001</c:v>
                      </c:pt>
                      <c:pt idx="2874">
                        <c:v>149.74600000000001</c:v>
                      </c:pt>
                      <c:pt idx="2875">
                        <c:v>145.452</c:v>
                      </c:pt>
                      <c:pt idx="2876">
                        <c:v>145.94</c:v>
                      </c:pt>
                      <c:pt idx="2877">
                        <c:v>151.28399999999999</c:v>
                      </c:pt>
                      <c:pt idx="2878">
                        <c:v>150.75800000000001</c:v>
                      </c:pt>
                      <c:pt idx="2879">
                        <c:v>146.499</c:v>
                      </c:pt>
                      <c:pt idx="2880">
                        <c:v>140.79499999999999</c:v>
                      </c:pt>
                      <c:pt idx="2881">
                        <c:v>141.97399999999999</c:v>
                      </c:pt>
                      <c:pt idx="2882">
                        <c:v>144.923</c:v>
                      </c:pt>
                      <c:pt idx="2883">
                        <c:v>143.19900000000001</c:v>
                      </c:pt>
                      <c:pt idx="2884">
                        <c:v>143.636</c:v>
                      </c:pt>
                      <c:pt idx="2885">
                        <c:v>143.00700000000001</c:v>
                      </c:pt>
                      <c:pt idx="2886">
                        <c:v>137.79599999999999</c:v>
                      </c:pt>
                      <c:pt idx="2887">
                        <c:v>138.51499999999999</c:v>
                      </c:pt>
                      <c:pt idx="2888">
                        <c:v>138.35900000000001</c:v>
                      </c:pt>
                      <c:pt idx="2889">
                        <c:v>139.64400000000001</c:v>
                      </c:pt>
                      <c:pt idx="2890">
                        <c:v>141.81</c:v>
                      </c:pt>
                      <c:pt idx="2891">
                        <c:v>143.54900000000001</c:v>
                      </c:pt>
                      <c:pt idx="2892">
                        <c:v>147.50299999999999</c:v>
                      </c:pt>
                      <c:pt idx="2893">
                        <c:v>147.00399999999999</c:v>
                      </c:pt>
                      <c:pt idx="2894">
                        <c:v>143.268</c:v>
                      </c:pt>
                      <c:pt idx="2895">
                        <c:v>142.34899999999999</c:v>
                      </c:pt>
                      <c:pt idx="2896">
                        <c:v>144.55600000000001</c:v>
                      </c:pt>
                      <c:pt idx="2897">
                        <c:v>139.65799999999999</c:v>
                      </c:pt>
                      <c:pt idx="2898">
                        <c:v>140.25700000000001</c:v>
                      </c:pt>
                      <c:pt idx="2899">
                        <c:v>141.90299999999999</c:v>
                      </c:pt>
                      <c:pt idx="2900">
                        <c:v>142.69200000000001</c:v>
                      </c:pt>
                      <c:pt idx="2901">
                        <c:v>141.608</c:v>
                      </c:pt>
                      <c:pt idx="2902">
                        <c:v>140.96299999999999</c:v>
                      </c:pt>
                      <c:pt idx="2903">
                        <c:v>139.30000000000001</c:v>
                      </c:pt>
                      <c:pt idx="2904">
                        <c:v>144.417</c:v>
                      </c:pt>
                      <c:pt idx="2905">
                        <c:v>144.785</c:v>
                      </c:pt>
                      <c:pt idx="2906">
                        <c:v>143.09299999999999</c:v>
                      </c:pt>
                      <c:pt idx="2907">
                        <c:v>142.96700000000001</c:v>
                      </c:pt>
                      <c:pt idx="2908">
                        <c:v>143.55699999999999</c:v>
                      </c:pt>
                      <c:pt idx="2909">
                        <c:v>145.89099999999999</c:v>
                      </c:pt>
                      <c:pt idx="2910">
                        <c:v>146.042</c:v>
                      </c:pt>
                      <c:pt idx="2911">
                        <c:v>147.464</c:v>
                      </c:pt>
                      <c:pt idx="2912">
                        <c:v>147.11699999999999</c:v>
                      </c:pt>
                      <c:pt idx="2913">
                        <c:v>149.05099999999999</c:v>
                      </c:pt>
                      <c:pt idx="2914">
                        <c:v>147.86199999999999</c:v>
                      </c:pt>
                      <c:pt idx="2915">
                        <c:v>151.88399999999999</c:v>
                      </c:pt>
                      <c:pt idx="2916">
                        <c:v>157.22999999999999</c:v>
                      </c:pt>
                      <c:pt idx="2917">
                        <c:v>166.322</c:v>
                      </c:pt>
                      <c:pt idx="2918">
                        <c:v>167.52699999999999</c:v>
                      </c:pt>
                      <c:pt idx="2919">
                        <c:v>165.733</c:v>
                      </c:pt>
                      <c:pt idx="2920">
                        <c:v>164.44</c:v>
                      </c:pt>
                      <c:pt idx="2921">
                        <c:v>161.41999999999999</c:v>
                      </c:pt>
                      <c:pt idx="2922">
                        <c:v>160.00299999999999</c:v>
                      </c:pt>
                      <c:pt idx="2923">
                        <c:v>162.17699999999999</c:v>
                      </c:pt>
                      <c:pt idx="2924">
                        <c:v>163.91200000000001</c:v>
                      </c:pt>
                      <c:pt idx="2925">
                        <c:v>161.738</c:v>
                      </c:pt>
                      <c:pt idx="2926">
                        <c:v>158.44499999999999</c:v>
                      </c:pt>
                      <c:pt idx="2927">
                        <c:v>158.89099999999999</c:v>
                      </c:pt>
                      <c:pt idx="2928">
                        <c:v>162.27799999999999</c:v>
                      </c:pt>
                      <c:pt idx="2929">
                        <c:v>161.05199999999999</c:v>
                      </c:pt>
                      <c:pt idx="2930">
                        <c:v>165.04300000000001</c:v>
                      </c:pt>
                      <c:pt idx="2931">
                        <c:v>165.08600000000001</c:v>
                      </c:pt>
                      <c:pt idx="2932">
                        <c:v>166.14699999999999</c:v>
                      </c:pt>
                      <c:pt idx="2933">
                        <c:v>170.53</c:v>
                      </c:pt>
                      <c:pt idx="2934">
                        <c:v>169.26300000000001</c:v>
                      </c:pt>
                      <c:pt idx="2935">
                        <c:v>169.934</c:v>
                      </c:pt>
                      <c:pt idx="2936">
                        <c:v>167.339</c:v>
                      </c:pt>
                      <c:pt idx="2937">
                        <c:v>167.209</c:v>
                      </c:pt>
                      <c:pt idx="2938">
                        <c:v>172.74100000000001</c:v>
                      </c:pt>
                      <c:pt idx="2939">
                        <c:v>178.81</c:v>
                      </c:pt>
                      <c:pt idx="2940">
                        <c:v>180.31200000000001</c:v>
                      </c:pt>
                      <c:pt idx="2941">
                        <c:v>176.55</c:v>
                      </c:pt>
                      <c:pt idx="2942">
                        <c:v>171.751</c:v>
                      </c:pt>
                      <c:pt idx="2943">
                        <c:v>169.45599999999999</c:v>
                      </c:pt>
                      <c:pt idx="2944">
                        <c:v>168.917</c:v>
                      </c:pt>
                      <c:pt idx="2945">
                        <c:v>173.01599999999999</c:v>
                      </c:pt>
                      <c:pt idx="2946">
                        <c:v>170.62100000000001</c:v>
                      </c:pt>
                      <c:pt idx="2947">
                        <c:v>169.62299999999999</c:v>
                      </c:pt>
                      <c:pt idx="2948">
                        <c:v>171.39500000000001</c:v>
                      </c:pt>
                      <c:pt idx="2949">
                        <c:v>169.27199999999999</c:v>
                      </c:pt>
                      <c:pt idx="2950">
                        <c:v>171.93</c:v>
                      </c:pt>
                      <c:pt idx="2951">
                        <c:v>176.67400000000001</c:v>
                      </c:pt>
                      <c:pt idx="2952">
                        <c:v>181.85900000000001</c:v>
                      </c:pt>
                      <c:pt idx="2953">
                        <c:v>185.292</c:v>
                      </c:pt>
                      <c:pt idx="2954">
                        <c:v>182.387</c:v>
                      </c:pt>
                      <c:pt idx="2955">
                        <c:v>177.52199999999999</c:v>
                      </c:pt>
                      <c:pt idx="2956">
                        <c:v>179.26499999999999</c:v>
                      </c:pt>
                      <c:pt idx="2957">
                        <c:v>182.71600000000001</c:v>
                      </c:pt>
                      <c:pt idx="2958">
                        <c:v>186.458</c:v>
                      </c:pt>
                      <c:pt idx="2959">
                        <c:v>189.005</c:v>
                      </c:pt>
                      <c:pt idx="2960">
                        <c:v>188.70400000000001</c:v>
                      </c:pt>
                      <c:pt idx="2961">
                        <c:v>194.53100000000001</c:v>
                      </c:pt>
                      <c:pt idx="2962">
                        <c:v>195.798</c:v>
                      </c:pt>
                      <c:pt idx="2963">
                        <c:v>192.20599999999999</c:v>
                      </c:pt>
                      <c:pt idx="2964">
                        <c:v>194.09899999999999</c:v>
                      </c:pt>
                      <c:pt idx="2965">
                        <c:v>195.79599999999999</c:v>
                      </c:pt>
                      <c:pt idx="2966">
                        <c:v>200.09299999999999</c:v>
                      </c:pt>
                      <c:pt idx="2967">
                        <c:v>199.928</c:v>
                      </c:pt>
                      <c:pt idx="2968">
                        <c:v>200.65799999999999</c:v>
                      </c:pt>
                      <c:pt idx="2969">
                        <c:v>204.54900000000001</c:v>
                      </c:pt>
                      <c:pt idx="2970">
                        <c:v>207.64400000000001</c:v>
                      </c:pt>
                      <c:pt idx="2971">
                        <c:v>212.27199999999999</c:v>
                      </c:pt>
                      <c:pt idx="2972">
                        <c:v>216.08600000000001</c:v>
                      </c:pt>
                      <c:pt idx="2973">
                        <c:v>234.68199999999999</c:v>
                      </c:pt>
                      <c:pt idx="2974">
                        <c:v>232.238</c:v>
                      </c:pt>
                      <c:pt idx="2975">
                        <c:v>224.703</c:v>
                      </c:pt>
                      <c:pt idx="2976">
                        <c:v>218.232</c:v>
                      </c:pt>
                      <c:pt idx="2977">
                        <c:v>216.72900000000001</c:v>
                      </c:pt>
                      <c:pt idx="2978">
                        <c:v>217.715</c:v>
                      </c:pt>
                      <c:pt idx="2979">
                        <c:v>230.76400000000001</c:v>
                      </c:pt>
                      <c:pt idx="2980">
                        <c:v>230.68</c:v>
                      </c:pt>
                      <c:pt idx="2981">
                        <c:v>223.2</c:v>
                      </c:pt>
                      <c:pt idx="2982">
                        <c:v>227.596</c:v>
                      </c:pt>
                      <c:pt idx="2983">
                        <c:v>225.69300000000001</c:v>
                      </c:pt>
                      <c:pt idx="2984">
                        <c:v>220.32499999999999</c:v>
                      </c:pt>
                      <c:pt idx="2985">
                        <c:v>218.86799999999999</c:v>
                      </c:pt>
                      <c:pt idx="2986">
                        <c:v>217.50299999999999</c:v>
                      </c:pt>
                      <c:pt idx="2987">
                        <c:v>218.08099999999999</c:v>
                      </c:pt>
                      <c:pt idx="2988">
                        <c:v>216.97</c:v>
                      </c:pt>
                      <c:pt idx="2989">
                        <c:v>211.881</c:v>
                      </c:pt>
                      <c:pt idx="2990">
                        <c:v>199.02199999999999</c:v>
                      </c:pt>
                      <c:pt idx="2991">
                        <c:v>195.14699999999999</c:v>
                      </c:pt>
                      <c:pt idx="2992">
                        <c:v>200.64099999999999</c:v>
                      </c:pt>
                      <c:pt idx="2993">
                        <c:v>209.191</c:v>
                      </c:pt>
                      <c:pt idx="2994">
                        <c:v>226.90899999999999</c:v>
                      </c:pt>
                      <c:pt idx="2995">
                        <c:v>232.94800000000001</c:v>
                      </c:pt>
                      <c:pt idx="2996">
                        <c:v>235.91</c:v>
                      </c:pt>
                      <c:pt idx="2997">
                        <c:v>242.101</c:v>
                      </c:pt>
                      <c:pt idx="2998">
                        <c:v>259.62200000000001</c:v>
                      </c:pt>
                      <c:pt idx="2999">
                        <c:v>256.58800000000002</c:v>
                      </c:pt>
                      <c:pt idx="3000">
                        <c:v>249.17699999999999</c:v>
                      </c:pt>
                      <c:pt idx="3001">
                        <c:v>247.631</c:v>
                      </c:pt>
                      <c:pt idx="3002">
                        <c:v>243.125</c:v>
                      </c:pt>
                      <c:pt idx="3003">
                        <c:v>229.24100000000001</c:v>
                      </c:pt>
                      <c:pt idx="3004">
                        <c:v>225.46</c:v>
                      </c:pt>
                      <c:pt idx="3005">
                        <c:v>229.72300000000001</c:v>
                      </c:pt>
                      <c:pt idx="3006">
                        <c:v>221.673</c:v>
                      </c:pt>
                      <c:pt idx="3007">
                        <c:v>215.83</c:v>
                      </c:pt>
                      <c:pt idx="3008">
                        <c:v>214.88499999999999</c:v>
                      </c:pt>
                      <c:pt idx="3009">
                        <c:v>228.727</c:v>
                      </c:pt>
                      <c:pt idx="3010">
                        <c:v>230.73400000000001</c:v>
                      </c:pt>
                      <c:pt idx="3011">
                        <c:v>221.76400000000001</c:v>
                      </c:pt>
                      <c:pt idx="3012">
                        <c:v>218.79599999999999</c:v>
                      </c:pt>
                      <c:pt idx="3013">
                        <c:v>219.93299999999999</c:v>
                      </c:pt>
                      <c:pt idx="3014">
                        <c:v>222.577</c:v>
                      </c:pt>
                      <c:pt idx="3015">
                        <c:v>221.273</c:v>
                      </c:pt>
                      <c:pt idx="3016">
                        <c:v>218.166</c:v>
                      </c:pt>
                      <c:pt idx="3017">
                        <c:v>211.279</c:v>
                      </c:pt>
                      <c:pt idx="3018">
                        <c:v>208.798</c:v>
                      </c:pt>
                      <c:pt idx="3019">
                        <c:v>211.45599999999999</c:v>
                      </c:pt>
                      <c:pt idx="3020">
                        <c:v>208.965</c:v>
                      </c:pt>
                      <c:pt idx="3021">
                        <c:v>211.71299999999999</c:v>
                      </c:pt>
                      <c:pt idx="3022">
                        <c:v>210.172</c:v>
                      </c:pt>
                      <c:pt idx="3023">
                        <c:v>205.45400000000001</c:v>
                      </c:pt>
                      <c:pt idx="3024">
                        <c:v>192.44399999999999</c:v>
                      </c:pt>
                      <c:pt idx="3025">
                        <c:v>195.834</c:v>
                      </c:pt>
                      <c:pt idx="3026">
                        <c:v>201.494</c:v>
                      </c:pt>
                      <c:pt idx="3027">
                        <c:v>205.352</c:v>
                      </c:pt>
                      <c:pt idx="3028">
                        <c:v>210.22900000000001</c:v>
                      </c:pt>
                      <c:pt idx="3029">
                        <c:v>208.749</c:v>
                      </c:pt>
                      <c:pt idx="3030">
                        <c:v>207.16499999999999</c:v>
                      </c:pt>
                      <c:pt idx="3031">
                        <c:v>212.90700000000001</c:v>
                      </c:pt>
                      <c:pt idx="3032">
                        <c:v>219.65199999999999</c:v>
                      </c:pt>
                      <c:pt idx="3033">
                        <c:v>217.57499999999999</c:v>
                      </c:pt>
                      <c:pt idx="3034">
                        <c:v>217.92099999999999</c:v>
                      </c:pt>
                      <c:pt idx="3035">
                        <c:v>215.64599999999999</c:v>
                      </c:pt>
                      <c:pt idx="3036">
                        <c:v>214.988</c:v>
                      </c:pt>
                      <c:pt idx="3037">
                        <c:v>214.22800000000001</c:v>
                      </c:pt>
                      <c:pt idx="3038">
                        <c:v>216.512</c:v>
                      </c:pt>
                      <c:pt idx="3039">
                        <c:v>216.768</c:v>
                      </c:pt>
                      <c:pt idx="3040">
                        <c:v>218.755</c:v>
                      </c:pt>
                      <c:pt idx="3041">
                        <c:v>219.28100000000001</c:v>
                      </c:pt>
                      <c:pt idx="3042">
                        <c:v>219.57900000000001</c:v>
                      </c:pt>
                      <c:pt idx="3043">
                        <c:v>221.94</c:v>
                      </c:pt>
                      <c:pt idx="3044">
                        <c:v>220.745</c:v>
                      </c:pt>
                      <c:pt idx="3045">
                        <c:v>223.381</c:v>
                      </c:pt>
                      <c:pt idx="3046">
                        <c:v>232.422</c:v>
                      </c:pt>
                      <c:pt idx="3047">
                        <c:v>231.56399999999999</c:v>
                      </c:pt>
                      <c:pt idx="3048">
                        <c:v>239.08600000000001</c:v>
                      </c:pt>
                      <c:pt idx="3049">
                        <c:v>242.38800000000001</c:v>
                      </c:pt>
                      <c:pt idx="3050">
                        <c:v>243.32400000000001</c:v>
                      </c:pt>
                      <c:pt idx="3051">
                        <c:v>248.07900000000001</c:v>
                      </c:pt>
                      <c:pt idx="3052">
                        <c:v>256.142</c:v>
                      </c:pt>
                      <c:pt idx="3053">
                        <c:v>256.26299999999998</c:v>
                      </c:pt>
                      <c:pt idx="3054">
                        <c:v>246.35900000000001</c:v>
                      </c:pt>
                      <c:pt idx="3055">
                        <c:v>241.95400000000001</c:v>
                      </c:pt>
                      <c:pt idx="3056">
                        <c:v>241.87</c:v>
                      </c:pt>
                      <c:pt idx="3057">
                        <c:v>245.089</c:v>
                      </c:pt>
                      <c:pt idx="3058">
                        <c:v>247.267</c:v>
                      </c:pt>
                      <c:pt idx="3059">
                        <c:v>247.042</c:v>
                      </c:pt>
                      <c:pt idx="3060">
                        <c:v>242.94200000000001</c:v>
                      </c:pt>
                      <c:pt idx="3061">
                        <c:v>241</c:v>
                      </c:pt>
                      <c:pt idx="3062">
                        <c:v>240.733</c:v>
                      </c:pt>
                      <c:pt idx="3063">
                        <c:v>239.86799999999999</c:v>
                      </c:pt>
                      <c:pt idx="3064">
                        <c:v>238.268</c:v>
                      </c:pt>
                      <c:pt idx="3065">
                        <c:v>241.44499999999999</c:v>
                      </c:pt>
                      <c:pt idx="3066">
                        <c:v>242.53899999999999</c:v>
                      </c:pt>
                      <c:pt idx="3067">
                        <c:v>242.821</c:v>
                      </c:pt>
                      <c:pt idx="3068">
                        <c:v>246.333</c:v>
                      </c:pt>
                      <c:pt idx="3069">
                        <c:v>244.38</c:v>
                      </c:pt>
                      <c:pt idx="3070">
                        <c:v>252.672</c:v>
                      </c:pt>
                      <c:pt idx="3071">
                        <c:v>258.459</c:v>
                      </c:pt>
                      <c:pt idx="3072">
                        <c:v>264.86799999999999</c:v>
                      </c:pt>
                      <c:pt idx="3073">
                        <c:v>272.72300000000001</c:v>
                      </c:pt>
                      <c:pt idx="3074">
                        <c:v>274.07499999999999</c:v>
                      </c:pt>
                      <c:pt idx="3075">
                        <c:v>279.13499999999999</c:v>
                      </c:pt>
                      <c:pt idx="3076">
                        <c:v>276.17099999999999</c:v>
                      </c:pt>
                      <c:pt idx="3077">
                        <c:v>287.95299999999997</c:v>
                      </c:pt>
                      <c:pt idx="3078">
                        <c:v>295.983</c:v>
                      </c:pt>
                      <c:pt idx="3079">
                        <c:v>297.64</c:v>
                      </c:pt>
                      <c:pt idx="3080">
                        <c:v>304.84300000000002</c:v>
                      </c:pt>
                      <c:pt idx="3081">
                        <c:v>299.22199999999998</c:v>
                      </c:pt>
                      <c:pt idx="3082">
                        <c:v>289.11099999999999</c:v>
                      </c:pt>
                      <c:pt idx="3083">
                        <c:v>297.33699999999999</c:v>
                      </c:pt>
                      <c:pt idx="3084">
                        <c:v>290.02</c:v>
                      </c:pt>
                      <c:pt idx="3085">
                        <c:v>288.97899999999998</c:v>
                      </c:pt>
                      <c:pt idx="3086">
                        <c:v>281.29599999999999</c:v>
                      </c:pt>
                      <c:pt idx="3087">
                        <c:v>283.38900000000001</c:v>
                      </c:pt>
                      <c:pt idx="3088">
                        <c:v>283.51400000000001</c:v>
                      </c:pt>
                      <c:pt idx="3089">
                        <c:v>296.95600000000002</c:v>
                      </c:pt>
                      <c:pt idx="3090">
                        <c:v>292.17399999999998</c:v>
                      </c:pt>
                      <c:pt idx="3091">
                        <c:v>287.57299999999998</c:v>
                      </c:pt>
                      <c:pt idx="3092">
                        <c:v>288.53199999999998</c:v>
                      </c:pt>
                      <c:pt idx="3093">
                        <c:v>301.29500000000002</c:v>
                      </c:pt>
                      <c:pt idx="3094">
                        <c:v>308.58</c:v>
                      </c:pt>
                      <c:pt idx="3095">
                        <c:v>314.32100000000003</c:v>
                      </c:pt>
                      <c:pt idx="3096">
                        <c:v>326.24799999999999</c:v>
                      </c:pt>
                      <c:pt idx="3097">
                        <c:v>319.47399999999999</c:v>
                      </c:pt>
                      <c:pt idx="3098">
                        <c:v>317.36700000000002</c:v>
                      </c:pt>
                      <c:pt idx="3099">
                        <c:v>313.238</c:v>
                      </c:pt>
                      <c:pt idx="3100">
                        <c:v>297.15100000000001</c:v>
                      </c:pt>
                      <c:pt idx="3101">
                        <c:v>294.50299999999999</c:v>
                      </c:pt>
                      <c:pt idx="3102">
                        <c:v>290.411</c:v>
                      </c:pt>
                      <c:pt idx="3103">
                        <c:v>274.98099999999999</c:v>
                      </c:pt>
                      <c:pt idx="3104">
                        <c:v>278.79199999999997</c:v>
                      </c:pt>
                      <c:pt idx="3105">
                        <c:v>270.98200000000003</c:v>
                      </c:pt>
                      <c:pt idx="3106">
                        <c:v>268.76400000000001</c:v>
                      </c:pt>
                      <c:pt idx="3107">
                        <c:v>271.74900000000002</c:v>
                      </c:pt>
                      <c:pt idx="3108">
                        <c:v>274.2</c:v>
                      </c:pt>
                      <c:pt idx="3109">
                        <c:v>264.71499999999997</c:v>
                      </c:pt>
                      <c:pt idx="3110">
                        <c:v>260.39499999999998</c:v>
                      </c:pt>
                      <c:pt idx="3111">
                        <c:v>255.18299999999999</c:v>
                      </c:pt>
                      <c:pt idx="3112">
                        <c:v>250.00299999999999</c:v>
                      </c:pt>
                      <c:pt idx="3113">
                        <c:v>246.47</c:v>
                      </c:pt>
                      <c:pt idx="3114">
                        <c:v>247.53299999999999</c:v>
                      </c:pt>
                      <c:pt idx="3115">
                        <c:v>242.44399999999999</c:v>
                      </c:pt>
                      <c:pt idx="3116">
                        <c:v>239.566</c:v>
                      </c:pt>
                      <c:pt idx="3117">
                        <c:v>232.029</c:v>
                      </c:pt>
                      <c:pt idx="3118">
                        <c:v>229.548</c:v>
                      </c:pt>
                      <c:pt idx="3119">
                        <c:v>235.17500000000001</c:v>
                      </c:pt>
                      <c:pt idx="3120">
                        <c:v>224.60900000000001</c:v>
                      </c:pt>
                      <c:pt idx="3121">
                        <c:v>204.506</c:v>
                      </c:pt>
                      <c:pt idx="3122">
                        <c:v>198.97499999999999</c:v>
                      </c:pt>
                      <c:pt idx="3123">
                        <c:v>208.73599999999999</c:v>
                      </c:pt>
                      <c:pt idx="3124">
                        <c:v>206.226</c:v>
                      </c:pt>
                      <c:pt idx="3125">
                        <c:v>215.267</c:v>
                      </c:pt>
                      <c:pt idx="3126">
                        <c:v>221.92</c:v>
                      </c:pt>
                      <c:pt idx="3127">
                        <c:v>223.43799999999999</c:v>
                      </c:pt>
                      <c:pt idx="3128">
                        <c:v>220.34</c:v>
                      </c:pt>
                      <c:pt idx="3129">
                        <c:v>218.16200000000001</c:v>
                      </c:pt>
                      <c:pt idx="3130">
                        <c:v>212.71700000000001</c:v>
                      </c:pt>
                      <c:pt idx="3131">
                        <c:v>215.65899999999999</c:v>
                      </c:pt>
                      <c:pt idx="3132">
                        <c:v>219.28299999999999</c:v>
                      </c:pt>
                      <c:pt idx="3133">
                        <c:v>227.822</c:v>
                      </c:pt>
                      <c:pt idx="3134">
                        <c:v>236.654</c:v>
                      </c:pt>
                      <c:pt idx="3135">
                        <c:v>233.447</c:v>
                      </c:pt>
                      <c:pt idx="3136">
                        <c:v>240.56299999999999</c:v>
                      </c:pt>
                      <c:pt idx="3137">
                        <c:v>239.85900000000001</c:v>
                      </c:pt>
                      <c:pt idx="3138">
                        <c:v>235.983</c:v>
                      </c:pt>
                      <c:pt idx="3139">
                        <c:v>225.161</c:v>
                      </c:pt>
                      <c:pt idx="3140">
                        <c:v>217.422</c:v>
                      </c:pt>
                      <c:pt idx="3141">
                        <c:v>213.43</c:v>
                      </c:pt>
                      <c:pt idx="3142">
                        <c:v>217.71299999999999</c:v>
                      </c:pt>
                      <c:pt idx="3143">
                        <c:v>214.892</c:v>
                      </c:pt>
                      <c:pt idx="3144">
                        <c:v>206.56899999999999</c:v>
                      </c:pt>
                      <c:pt idx="3145">
                        <c:v>204.001</c:v>
                      </c:pt>
                      <c:pt idx="3146">
                        <c:v>213.93100000000001</c:v>
                      </c:pt>
                      <c:pt idx="3147">
                        <c:v>216.077</c:v>
                      </c:pt>
                      <c:pt idx="3148">
                        <c:v>218.42400000000001</c:v>
                      </c:pt>
                      <c:pt idx="3149">
                        <c:v>214.25299999999999</c:v>
                      </c:pt>
                      <c:pt idx="3150">
                        <c:v>208.74</c:v>
                      </c:pt>
                      <c:pt idx="3151">
                        <c:v>213.46799999999999</c:v>
                      </c:pt>
                      <c:pt idx="3152">
                        <c:v>218.97900000000001</c:v>
                      </c:pt>
                      <c:pt idx="3153">
                        <c:v>218.80600000000001</c:v>
                      </c:pt>
                      <c:pt idx="3154">
                        <c:v>226.56200000000001</c:v>
                      </c:pt>
                      <c:pt idx="3155">
                        <c:v>229.995</c:v>
                      </c:pt>
                      <c:pt idx="3156">
                        <c:v>231.77600000000001</c:v>
                      </c:pt>
                      <c:pt idx="3157">
                        <c:v>227.57</c:v>
                      </c:pt>
                      <c:pt idx="3158">
                        <c:v>230.858</c:v>
                      </c:pt>
                      <c:pt idx="3159">
                        <c:v>228.45699999999999</c:v>
                      </c:pt>
                      <c:pt idx="3160">
                        <c:v>226.4</c:v>
                      </c:pt>
                      <c:pt idx="3161">
                        <c:v>223.482</c:v>
                      </c:pt>
                      <c:pt idx="3162">
                        <c:v>226.58099999999999</c:v>
                      </c:pt>
                      <c:pt idx="3163">
                        <c:v>224.93199999999999</c:v>
                      </c:pt>
                      <c:pt idx="3164">
                        <c:v>226.79599999999999</c:v>
                      </c:pt>
                      <c:pt idx="3165">
                        <c:v>233.501</c:v>
                      </c:pt>
                      <c:pt idx="3166">
                        <c:v>234.607</c:v>
                      </c:pt>
                      <c:pt idx="3167">
                        <c:v>234.21199999999999</c:v>
                      </c:pt>
                      <c:pt idx="3168">
                        <c:v>239.53399999999999</c:v>
                      </c:pt>
                      <c:pt idx="3169">
                        <c:v>238.92</c:v>
                      </c:pt>
                      <c:pt idx="3170">
                        <c:v>233.892</c:v>
                      </c:pt>
                      <c:pt idx="3171">
                        <c:v>233.00800000000001</c:v>
                      </c:pt>
                      <c:pt idx="3172">
                        <c:v>231.84200000000001</c:v>
                      </c:pt>
                      <c:pt idx="3173">
                        <c:v>230.68899999999999</c:v>
                      </c:pt>
                      <c:pt idx="3174">
                        <c:v>234.06299999999999</c:v>
                      </c:pt>
                      <c:pt idx="3175">
                        <c:v>231.57400000000001</c:v>
                      </c:pt>
                      <c:pt idx="3176">
                        <c:v>229.136</c:v>
                      </c:pt>
                      <c:pt idx="3177">
                        <c:v>226.18799999999999</c:v>
                      </c:pt>
                      <c:pt idx="3178">
                        <c:v>216.078</c:v>
                      </c:pt>
                      <c:pt idx="3179">
                        <c:v>211.375</c:v>
                      </c:pt>
                      <c:pt idx="3180">
                        <c:v>208.5</c:v>
                      </c:pt>
                      <c:pt idx="3181">
                        <c:v>212.495</c:v>
                      </c:pt>
                      <c:pt idx="3182">
                        <c:v>218.547</c:v>
                      </c:pt>
                      <c:pt idx="3183">
                        <c:v>226.43199999999999</c:v>
                      </c:pt>
                      <c:pt idx="3184">
                        <c:v>233.87299999999999</c:v>
                      </c:pt>
                      <c:pt idx="3185">
                        <c:v>235.005</c:v>
                      </c:pt>
                      <c:pt idx="3186">
                        <c:v>236.68600000000001</c:v>
                      </c:pt>
                      <c:pt idx="3187">
                        <c:v>234.249</c:v>
                      </c:pt>
                      <c:pt idx="3188">
                        <c:v>226.511</c:v>
                      </c:pt>
                      <c:pt idx="3189">
                        <c:v>223.619</c:v>
                      </c:pt>
                      <c:pt idx="3190">
                        <c:v>220.48699999999999</c:v>
                      </c:pt>
                      <c:pt idx="3191">
                        <c:v>211.87200000000001</c:v>
                      </c:pt>
                      <c:pt idx="3192">
                        <c:v>229.55799999999999</c:v>
                      </c:pt>
                      <c:pt idx="3193">
                        <c:v>237.42599999999999</c:v>
                      </c:pt>
                      <c:pt idx="3194">
                        <c:v>228.34299999999999</c:v>
                      </c:pt>
                      <c:pt idx="3195">
                        <c:v>210.82900000000001</c:v>
                      </c:pt>
                      <c:pt idx="3196">
                        <c:v>205.57300000000001</c:v>
                      </c:pt>
                      <c:pt idx="3197">
                        <c:v>203.06899999999999</c:v>
                      </c:pt>
                      <c:pt idx="3198">
                        <c:v>201.01300000000001</c:v>
                      </c:pt>
                      <c:pt idx="3199">
                        <c:v>206.33799999999999</c:v>
                      </c:pt>
                      <c:pt idx="3200">
                        <c:v>203.95099999999999</c:v>
                      </c:pt>
                      <c:pt idx="3201">
                        <c:v>206.83799999999999</c:v>
                      </c:pt>
                      <c:pt idx="3202">
                        <c:v>196.626</c:v>
                      </c:pt>
                      <c:pt idx="3203">
                        <c:v>192.49700000000001</c:v>
                      </c:pt>
                      <c:pt idx="3204">
                        <c:v>183.56</c:v>
                      </c:pt>
                      <c:pt idx="3205">
                        <c:v>183.13800000000001</c:v>
                      </c:pt>
                      <c:pt idx="3206">
                        <c:v>185.06</c:v>
                      </c:pt>
                      <c:pt idx="3207">
                        <c:v>187.84399999999999</c:v>
                      </c:pt>
                      <c:pt idx="3208">
                        <c:v>186.59700000000001</c:v>
                      </c:pt>
                      <c:pt idx="3209">
                        <c:v>185.02699999999999</c:v>
                      </c:pt>
                      <c:pt idx="3210">
                        <c:v>181.655</c:v>
                      </c:pt>
                      <c:pt idx="3211">
                        <c:v>181.833</c:v>
                      </c:pt>
                      <c:pt idx="3212">
                        <c:v>180.04</c:v>
                      </c:pt>
                      <c:pt idx="3213">
                        <c:v>185.84299999999999</c:v>
                      </c:pt>
                      <c:pt idx="3214">
                        <c:v>191.51400000000001</c:v>
                      </c:pt>
                      <c:pt idx="3215">
                        <c:v>193.96</c:v>
                      </c:pt>
                      <c:pt idx="3216">
                        <c:v>198.404</c:v>
                      </c:pt>
                      <c:pt idx="3217">
                        <c:v>196.97800000000001</c:v>
                      </c:pt>
                      <c:pt idx="3218">
                        <c:v>199.50399999999999</c:v>
                      </c:pt>
                      <c:pt idx="3219">
                        <c:v>200.732</c:v>
                      </c:pt>
                      <c:pt idx="3220">
                        <c:v>196.42099999999999</c:v>
                      </c:pt>
                      <c:pt idx="3221">
                        <c:v>190.34100000000001</c:v>
                      </c:pt>
                      <c:pt idx="3222">
                        <c:v>184.88399999999999</c:v>
                      </c:pt>
                      <c:pt idx="3223">
                        <c:v>177.583</c:v>
                      </c:pt>
                      <c:pt idx="3224">
                        <c:v>174.61099999999999</c:v>
                      </c:pt>
                      <c:pt idx="3225">
                        <c:v>176.167</c:v>
                      </c:pt>
                      <c:pt idx="3226">
                        <c:v>173.501</c:v>
                      </c:pt>
                      <c:pt idx="3227">
                        <c:v>174.06399999999999</c:v>
                      </c:pt>
                      <c:pt idx="3228">
                        <c:v>169.43600000000001</c:v>
                      </c:pt>
                      <c:pt idx="3229">
                        <c:v>168.983</c:v>
                      </c:pt>
                      <c:pt idx="3230">
                        <c:v>168.334</c:v>
                      </c:pt>
                      <c:pt idx="3231">
                        <c:v>165.32599999999999</c:v>
                      </c:pt>
                      <c:pt idx="3232">
                        <c:v>165.56700000000001</c:v>
                      </c:pt>
                      <c:pt idx="3233">
                        <c:v>167.32400000000001</c:v>
                      </c:pt>
                      <c:pt idx="3234">
                        <c:v>166.73699999999999</c:v>
                      </c:pt>
                      <c:pt idx="3235">
                        <c:v>170.35400000000001</c:v>
                      </c:pt>
                      <c:pt idx="3236">
                        <c:v>171.88</c:v>
                      </c:pt>
                      <c:pt idx="3237">
                        <c:v>171.18100000000001</c:v>
                      </c:pt>
                      <c:pt idx="3238">
                        <c:v>167.01599999999999</c:v>
                      </c:pt>
                      <c:pt idx="3239">
                        <c:v>168.00899999999999</c:v>
                      </c:pt>
                      <c:pt idx="3240">
                        <c:v>170.167</c:v>
                      </c:pt>
                      <c:pt idx="3241">
                        <c:v>172.005</c:v>
                      </c:pt>
                      <c:pt idx="3242">
                        <c:v>167.857</c:v>
                      </c:pt>
                      <c:pt idx="3243">
                        <c:v>167.434</c:v>
                      </c:pt>
                      <c:pt idx="3244">
                        <c:v>163.73599999999999</c:v>
                      </c:pt>
                      <c:pt idx="3245">
                        <c:v>157.547</c:v>
                      </c:pt>
                      <c:pt idx="3246">
                        <c:v>156.27600000000001</c:v>
                      </c:pt>
                      <c:pt idx="3247">
                        <c:v>160.75399999999999</c:v>
                      </c:pt>
                      <c:pt idx="3248">
                        <c:v>159.869</c:v>
                      </c:pt>
                      <c:pt idx="3249">
                        <c:v>167.93799999999999</c:v>
                      </c:pt>
                      <c:pt idx="3250">
                        <c:v>173.304</c:v>
                      </c:pt>
                      <c:pt idx="3251">
                        <c:v>171.86099999999999</c:v>
                      </c:pt>
                      <c:pt idx="3252">
                        <c:v>175.44</c:v>
                      </c:pt>
                      <c:pt idx="3253">
                        <c:v>172.37700000000001</c:v>
                      </c:pt>
                      <c:pt idx="3254">
                        <c:v>182.35300000000001</c:v>
                      </c:pt>
                      <c:pt idx="3255">
                        <c:v>170.33699999999999</c:v>
                      </c:pt>
                      <c:pt idx="3256">
                        <c:v>168.40100000000001</c:v>
                      </c:pt>
                      <c:pt idx="3257">
                        <c:v>174.21899999999999</c:v>
                      </c:pt>
                      <c:pt idx="3258">
                        <c:v>179.14699999999999</c:v>
                      </c:pt>
                      <c:pt idx="3259">
                        <c:v>175.02</c:v>
                      </c:pt>
                      <c:pt idx="3260">
                        <c:v>165.32</c:v>
                      </c:pt>
                      <c:pt idx="3261">
                        <c:v>172.28</c:v>
                      </c:pt>
                      <c:pt idx="3262">
                        <c:v>170.02500000000001</c:v>
                      </c:pt>
                      <c:pt idx="3263">
                        <c:v>171.274</c:v>
                      </c:pt>
                      <c:pt idx="3264">
                        <c:v>179.226</c:v>
                      </c:pt>
                      <c:pt idx="3265">
                        <c:v>177.75200000000001</c:v>
                      </c:pt>
                      <c:pt idx="3266">
                        <c:v>178.773</c:v>
                      </c:pt>
                      <c:pt idx="3267">
                        <c:v>178.08799999999999</c:v>
                      </c:pt>
                      <c:pt idx="3268">
                        <c:v>177.73599999999999</c:v>
                      </c:pt>
                      <c:pt idx="3269">
                        <c:v>180.49700000000001</c:v>
                      </c:pt>
                      <c:pt idx="3270">
                        <c:v>177.07</c:v>
                      </c:pt>
                      <c:pt idx="3271">
                        <c:v>175.834</c:v>
                      </c:pt>
                      <c:pt idx="3272">
                        <c:v>178.505</c:v>
                      </c:pt>
                      <c:pt idx="3273">
                        <c:v>180.68</c:v>
                      </c:pt>
                      <c:pt idx="3274">
                        <c:v>178.904</c:v>
                      </c:pt>
                      <c:pt idx="3275">
                        <c:v>174.45</c:v>
                      </c:pt>
                      <c:pt idx="3276">
                        <c:v>168.518</c:v>
                      </c:pt>
                      <c:pt idx="3277">
                        <c:v>166.12100000000001</c:v>
                      </c:pt>
                      <c:pt idx="3278">
                        <c:v>165.45</c:v>
                      </c:pt>
                      <c:pt idx="3279">
                        <c:v>166.929</c:v>
                      </c:pt>
                      <c:pt idx="3280">
                        <c:v>170.4</c:v>
                      </c:pt>
                      <c:pt idx="3281">
                        <c:v>172.11099999999999</c:v>
                      </c:pt>
                      <c:pt idx="3282">
                        <c:v>174.09200000000001</c:v>
                      </c:pt>
                      <c:pt idx="3283">
                        <c:v>176.221</c:v>
                      </c:pt>
                      <c:pt idx="3284">
                        <c:v>180.001</c:v>
                      </c:pt>
                      <c:pt idx="3285">
                        <c:v>186.035</c:v>
                      </c:pt>
                      <c:pt idx="3286">
                        <c:v>187.15100000000001</c:v>
                      </c:pt>
                      <c:pt idx="3287">
                        <c:v>187.541</c:v>
                      </c:pt>
                      <c:pt idx="3288">
                        <c:v>178.50700000000001</c:v>
                      </c:pt>
                      <c:pt idx="3289">
                        <c:v>173.38</c:v>
                      </c:pt>
                      <c:pt idx="3290">
                        <c:v>179.90799999999999</c:v>
                      </c:pt>
                      <c:pt idx="3291">
                        <c:v>199.376</c:v>
                      </c:pt>
                      <c:pt idx="3292">
                        <c:v>195.70699999999999</c:v>
                      </c:pt>
                      <c:pt idx="3293">
                        <c:v>210.822</c:v>
                      </c:pt>
                      <c:pt idx="3294">
                        <c:v>194.62799999999999</c:v>
                      </c:pt>
                      <c:pt idx="3295">
                        <c:v>197.80099999999999</c:v>
                      </c:pt>
                      <c:pt idx="3296">
                        <c:v>202.477</c:v>
                      </c:pt>
                      <c:pt idx="3297">
                        <c:v>205.65700000000001</c:v>
                      </c:pt>
                      <c:pt idx="3298">
                        <c:v>204.33699999999999</c:v>
                      </c:pt>
                      <c:pt idx="3299">
                        <c:v>199.678</c:v>
                      </c:pt>
                      <c:pt idx="3300">
                        <c:v>200.607</c:v>
                      </c:pt>
                      <c:pt idx="3301">
                        <c:v>200.13900000000001</c:v>
                      </c:pt>
                      <c:pt idx="3302">
                        <c:v>200.48099999999999</c:v>
                      </c:pt>
                      <c:pt idx="3303">
                        <c:v>196.727</c:v>
                      </c:pt>
                      <c:pt idx="3304">
                        <c:v>196.65199999999999</c:v>
                      </c:pt>
                      <c:pt idx="3305">
                        <c:v>190.566</c:v>
                      </c:pt>
                      <c:pt idx="3306">
                        <c:v>193.99799999999999</c:v>
                      </c:pt>
                      <c:pt idx="3307">
                        <c:v>193.292</c:v>
                      </c:pt>
                      <c:pt idx="3308">
                        <c:v>188.679</c:v>
                      </c:pt>
                      <c:pt idx="3309">
                        <c:v>178.26900000000001</c:v>
                      </c:pt>
                      <c:pt idx="3310">
                        <c:v>170.24700000000001</c:v>
                      </c:pt>
                      <c:pt idx="3311">
                        <c:v>170.18100000000001</c:v>
                      </c:pt>
                      <c:pt idx="3312">
                        <c:v>170.60900000000001</c:v>
                      </c:pt>
                      <c:pt idx="3313">
                        <c:v>168.15100000000001</c:v>
                      </c:pt>
                      <c:pt idx="3314">
                        <c:v>166.21600000000001</c:v>
                      </c:pt>
                      <c:pt idx="3315">
                        <c:v>167.31299999999999</c:v>
                      </c:pt>
                      <c:pt idx="3316">
                        <c:v>165.935</c:v>
                      </c:pt>
                      <c:pt idx="3317">
                        <c:v>163.57400000000001</c:v>
                      </c:pt>
                      <c:pt idx="3318">
                        <c:v>164.25200000000001</c:v>
                      </c:pt>
                      <c:pt idx="3319">
                        <c:v>162.75399999999999</c:v>
                      </c:pt>
                      <c:pt idx="3320">
                        <c:v>162.941</c:v>
                      </c:pt>
                      <c:pt idx="3321">
                        <c:v>164.88800000000001</c:v>
                      </c:pt>
                      <c:pt idx="3322">
                        <c:v>165.08799999999999</c:v>
                      </c:pt>
                      <c:pt idx="3323">
                        <c:v>164.89500000000001</c:v>
                      </c:pt>
                      <c:pt idx="3324">
                        <c:v>164.78</c:v>
                      </c:pt>
                      <c:pt idx="3325">
                        <c:v>164.07499999999999</c:v>
                      </c:pt>
                      <c:pt idx="3326">
                        <c:v>164.58699999999999</c:v>
                      </c:pt>
                      <c:pt idx="3327">
                        <c:v>164.22300000000001</c:v>
                      </c:pt>
                      <c:pt idx="3328">
                        <c:v>163.947</c:v>
                      </c:pt>
                      <c:pt idx="3329">
                        <c:v>164.16200000000001</c:v>
                      </c:pt>
                      <c:pt idx="3330">
                        <c:v>159.499</c:v>
                      </c:pt>
                      <c:pt idx="3331">
                        <c:v>154.68100000000001</c:v>
                      </c:pt>
                      <c:pt idx="3332">
                        <c:v>155.01499999999999</c:v>
                      </c:pt>
                      <c:pt idx="3333">
                        <c:v>155.81399999999999</c:v>
                      </c:pt>
                      <c:pt idx="3334">
                        <c:v>158.387</c:v>
                      </c:pt>
                      <c:pt idx="3335">
                        <c:v>154.70500000000001</c:v>
                      </c:pt>
                      <c:pt idx="3336">
                        <c:v>153.148</c:v>
                      </c:pt>
                      <c:pt idx="3337">
                        <c:v>151.238</c:v>
                      </c:pt>
                      <c:pt idx="3338">
                        <c:v>150.899</c:v>
                      </c:pt>
                      <c:pt idx="3339">
                        <c:v>149.958</c:v>
                      </c:pt>
                      <c:pt idx="3340">
                        <c:v>152.66300000000001</c:v>
                      </c:pt>
                      <c:pt idx="3341">
                        <c:v>153.72900000000001</c:v>
                      </c:pt>
                      <c:pt idx="3342">
                        <c:v>152.61600000000001</c:v>
                      </c:pt>
                      <c:pt idx="3343">
                        <c:v>151.47800000000001</c:v>
                      </c:pt>
                      <c:pt idx="3344">
                        <c:v>152.31100000000001</c:v>
                      </c:pt>
                      <c:pt idx="3345">
                        <c:v>151.13300000000001</c:v>
                      </c:pt>
                      <c:pt idx="3346">
                        <c:v>152.73099999999999</c:v>
                      </c:pt>
                      <c:pt idx="3347">
                        <c:v>151.31100000000001</c:v>
                      </c:pt>
                      <c:pt idx="3348">
                        <c:v>153.63300000000001</c:v>
                      </c:pt>
                      <c:pt idx="3349">
                        <c:v>153.81399999999999</c:v>
                      </c:pt>
                      <c:pt idx="3350">
                        <c:v>151.38999999999999</c:v>
                      </c:pt>
                      <c:pt idx="3351">
                        <c:v>147.89099999999999</c:v>
                      </c:pt>
                      <c:pt idx="3352">
                        <c:v>144.72800000000001</c:v>
                      </c:pt>
                      <c:pt idx="3353">
                        <c:v>144.387</c:v>
                      </c:pt>
                      <c:pt idx="3354">
                        <c:v>145.374</c:v>
                      </c:pt>
                      <c:pt idx="3355">
                        <c:v>147.82300000000001</c:v>
                      </c:pt>
                      <c:pt idx="3356">
                        <c:v>146.535</c:v>
                      </c:pt>
                      <c:pt idx="3357">
                        <c:v>143.578</c:v>
                      </c:pt>
                      <c:pt idx="3358">
                        <c:v>137.875</c:v>
                      </c:pt>
                      <c:pt idx="3359">
                        <c:v>137.96700000000001</c:v>
                      </c:pt>
                      <c:pt idx="3360">
                        <c:v>141.619</c:v>
                      </c:pt>
                      <c:pt idx="3361">
                        <c:v>144.113</c:v>
                      </c:pt>
                      <c:pt idx="3362">
                        <c:v>145.38900000000001</c:v>
                      </c:pt>
                      <c:pt idx="3363">
                        <c:v>145.59200000000001</c:v>
                      </c:pt>
                      <c:pt idx="3364">
                        <c:v>140.61600000000001</c:v>
                      </c:pt>
                      <c:pt idx="3365">
                        <c:v>137.86799999999999</c:v>
                      </c:pt>
                      <c:pt idx="3366">
                        <c:v>135.65</c:v>
                      </c:pt>
                      <c:pt idx="3367">
                        <c:v>137.61000000000001</c:v>
                      </c:pt>
                      <c:pt idx="3368">
                        <c:v>138.41</c:v>
                      </c:pt>
                      <c:pt idx="3369">
                        <c:v>140.43799999999999</c:v>
                      </c:pt>
                      <c:pt idx="3370">
                        <c:v>134.62899999999999</c:v>
                      </c:pt>
                      <c:pt idx="3371">
                        <c:v>136.68600000000001</c:v>
                      </c:pt>
                      <c:pt idx="3372">
                        <c:v>132.65199999999999</c:v>
                      </c:pt>
                      <c:pt idx="3373">
                        <c:v>130.345</c:v>
                      </c:pt>
                      <c:pt idx="3374">
                        <c:v>131.40700000000001</c:v>
                      </c:pt>
                      <c:pt idx="3375">
                        <c:v>137.65899999999999</c:v>
                      </c:pt>
                      <c:pt idx="3376">
                        <c:v>140.047</c:v>
                      </c:pt>
                      <c:pt idx="3377">
                        <c:v>137.566</c:v>
                      </c:pt>
                      <c:pt idx="3378">
                        <c:v>137.71299999999999</c:v>
                      </c:pt>
                      <c:pt idx="3379">
                        <c:v>140.60499999999999</c:v>
                      </c:pt>
                      <c:pt idx="3380">
                        <c:v>132.27799999999999</c:v>
                      </c:pt>
                      <c:pt idx="3381">
                        <c:v>131.71100000000001</c:v>
                      </c:pt>
                      <c:pt idx="3382">
                        <c:v>128.923</c:v>
                      </c:pt>
                      <c:pt idx="3383">
                        <c:v>140.66399999999999</c:v>
                      </c:pt>
                      <c:pt idx="3384">
                        <c:v>146.07400000000001</c:v>
                      </c:pt>
                      <c:pt idx="3385">
                        <c:v>145.62</c:v>
                      </c:pt>
                      <c:pt idx="3386">
                        <c:v>142.59899999999999</c:v>
                      </c:pt>
                      <c:pt idx="3387">
                        <c:v>138.02000000000001</c:v>
                      </c:pt>
                      <c:pt idx="3388">
                        <c:v>137.89500000000001</c:v>
                      </c:pt>
                      <c:pt idx="3389">
                        <c:v>135.14500000000001</c:v>
                      </c:pt>
                      <c:pt idx="3390">
                        <c:v>133.583</c:v>
                      </c:pt>
                      <c:pt idx="3391">
                        <c:v>133.06100000000001</c:v>
                      </c:pt>
                      <c:pt idx="3392">
                        <c:v>133.99100000000001</c:v>
                      </c:pt>
                      <c:pt idx="3393">
                        <c:v>134.185</c:v>
                      </c:pt>
                      <c:pt idx="3394">
                        <c:v>134.321</c:v>
                      </c:pt>
                      <c:pt idx="3395">
                        <c:v>134.63999999999999</c:v>
                      </c:pt>
                      <c:pt idx="3396">
                        <c:v>134.477</c:v>
                      </c:pt>
                      <c:pt idx="3397">
                        <c:v>133.09700000000001</c:v>
                      </c:pt>
                      <c:pt idx="3398">
                        <c:v>131.01400000000001</c:v>
                      </c:pt>
                      <c:pt idx="3399">
                        <c:v>132.16200000000001</c:v>
                      </c:pt>
                      <c:pt idx="3400">
                        <c:v>135.38399999999999</c:v>
                      </c:pt>
                      <c:pt idx="3401">
                        <c:v>134.40600000000001</c:v>
                      </c:pt>
                      <c:pt idx="3402">
                        <c:v>134.255</c:v>
                      </c:pt>
                      <c:pt idx="3403">
                        <c:v>135.114</c:v>
                      </c:pt>
                      <c:pt idx="3404">
                        <c:v>136.83500000000001</c:v>
                      </c:pt>
                      <c:pt idx="3405">
                        <c:v>137.33600000000001</c:v>
                      </c:pt>
                      <c:pt idx="3406">
                        <c:v>136.15100000000001</c:v>
                      </c:pt>
                      <c:pt idx="3407">
                        <c:v>134.41300000000001</c:v>
                      </c:pt>
                      <c:pt idx="3408">
                        <c:v>130.15100000000001</c:v>
                      </c:pt>
                      <c:pt idx="3409">
                        <c:v>127.41200000000001</c:v>
                      </c:pt>
                      <c:pt idx="3410">
                        <c:v>130.44800000000001</c:v>
                      </c:pt>
                      <c:pt idx="3411">
                        <c:v>128.648</c:v>
                      </c:pt>
                      <c:pt idx="3412">
                        <c:v>126.41800000000001</c:v>
                      </c:pt>
                      <c:pt idx="3413">
                        <c:v>125.697</c:v>
                      </c:pt>
                      <c:pt idx="3414">
                        <c:v>123.905</c:v>
                      </c:pt>
                      <c:pt idx="3415">
                        <c:v>123.14400000000001</c:v>
                      </c:pt>
                      <c:pt idx="3416">
                        <c:v>129.04900000000001</c:v>
                      </c:pt>
                      <c:pt idx="3417">
                        <c:v>129.119</c:v>
                      </c:pt>
                      <c:pt idx="3418">
                        <c:v>131.73099999999999</c:v>
                      </c:pt>
                      <c:pt idx="3419">
                        <c:v>133.047</c:v>
                      </c:pt>
                      <c:pt idx="3420">
                        <c:v>130.13200000000001</c:v>
                      </c:pt>
                      <c:pt idx="3421">
                        <c:v>129.965</c:v>
                      </c:pt>
                      <c:pt idx="3422">
                        <c:v>129.73599999999999</c:v>
                      </c:pt>
                      <c:pt idx="3423">
                        <c:v>127.742</c:v>
                      </c:pt>
                      <c:pt idx="3424">
                        <c:v>126.208</c:v>
                      </c:pt>
                      <c:pt idx="3425">
                        <c:v>131.72300000000001</c:v>
                      </c:pt>
                      <c:pt idx="3426">
                        <c:v>132.80699999999999</c:v>
                      </c:pt>
                      <c:pt idx="3427">
                        <c:v>127.17700000000001</c:v>
                      </c:pt>
                      <c:pt idx="3428">
                        <c:v>126.495</c:v>
                      </c:pt>
                      <c:pt idx="3429">
                        <c:v>124.437</c:v>
                      </c:pt>
                      <c:pt idx="3430">
                        <c:v>122.764</c:v>
                      </c:pt>
                      <c:pt idx="3431">
                        <c:v>123.9</c:v>
                      </c:pt>
                      <c:pt idx="3432">
                        <c:v>124.501</c:v>
                      </c:pt>
                      <c:pt idx="3433">
                        <c:v>124.408</c:v>
                      </c:pt>
                      <c:pt idx="3434">
                        <c:v>125.511</c:v>
                      </c:pt>
                      <c:pt idx="3435">
                        <c:v>127.60899999999999</c:v>
                      </c:pt>
                      <c:pt idx="3436">
                        <c:v>127.453</c:v>
                      </c:pt>
                      <c:pt idx="3437">
                        <c:v>126.74299999999999</c:v>
                      </c:pt>
                      <c:pt idx="3438">
                        <c:v>125.40600000000001</c:v>
                      </c:pt>
                      <c:pt idx="3439">
                        <c:v>124.739</c:v>
                      </c:pt>
                      <c:pt idx="3440">
                        <c:v>126.629</c:v>
                      </c:pt>
                      <c:pt idx="3441">
                        <c:v>126.666</c:v>
                      </c:pt>
                      <c:pt idx="3442">
                        <c:v>126.887</c:v>
                      </c:pt>
                      <c:pt idx="3443">
                        <c:v>125.78100000000001</c:v>
                      </c:pt>
                      <c:pt idx="3444">
                        <c:v>122.60299999999999</c:v>
                      </c:pt>
                      <c:pt idx="3445">
                        <c:v>120.496</c:v>
                      </c:pt>
                      <c:pt idx="3446">
                        <c:v>123.949</c:v>
                      </c:pt>
                      <c:pt idx="3447">
                        <c:v>128.40600000000001</c:v>
                      </c:pt>
                      <c:pt idx="3448">
                        <c:v>130.262</c:v>
                      </c:pt>
                      <c:pt idx="3449">
                        <c:v>135.00399999999999</c:v>
                      </c:pt>
                      <c:pt idx="3450">
                        <c:v>139.01300000000001</c:v>
                      </c:pt>
                      <c:pt idx="3451">
                        <c:v>135.52500000000001</c:v>
                      </c:pt>
                      <c:pt idx="3452">
                        <c:v>133.67599999999999</c:v>
                      </c:pt>
                      <c:pt idx="3453">
                        <c:v>131.14099999999999</c:v>
                      </c:pt>
                      <c:pt idx="3454">
                        <c:v>131.43600000000001</c:v>
                      </c:pt>
                      <c:pt idx="3455">
                        <c:v>131.756</c:v>
                      </c:pt>
                      <c:pt idx="3456">
                        <c:v>136.001</c:v>
                      </c:pt>
                      <c:pt idx="3457">
                        <c:v>136.137</c:v>
                      </c:pt>
                      <c:pt idx="3458">
                        <c:v>135.529</c:v>
                      </c:pt>
                      <c:pt idx="3459">
                        <c:v>134.929</c:v>
                      </c:pt>
                      <c:pt idx="3460">
                        <c:v>139.91499999999999</c:v>
                      </c:pt>
                      <c:pt idx="3461">
                        <c:v>142.643</c:v>
                      </c:pt>
                      <c:pt idx="3462">
                        <c:v>142.482</c:v>
                      </c:pt>
                      <c:pt idx="3463">
                        <c:v>141.006</c:v>
                      </c:pt>
                      <c:pt idx="3464">
                        <c:v>141.441</c:v>
                      </c:pt>
                      <c:pt idx="3465">
                        <c:v>137.83199999999999</c:v>
                      </c:pt>
                      <c:pt idx="3466">
                        <c:v>137.02799999999999</c:v>
                      </c:pt>
                      <c:pt idx="3467">
                        <c:v>135.30000000000001</c:v>
                      </c:pt>
                      <c:pt idx="3468">
                        <c:v>134.91900000000001</c:v>
                      </c:pt>
                      <c:pt idx="3469">
                        <c:v>134.10900000000001</c:v>
                      </c:pt>
                      <c:pt idx="3470">
                        <c:v>132.732</c:v>
                      </c:pt>
                      <c:pt idx="3471">
                        <c:v>131.44800000000001</c:v>
                      </c:pt>
                      <c:pt idx="3472">
                        <c:v>131.34899999999999</c:v>
                      </c:pt>
                      <c:pt idx="3473">
                        <c:v>132.84</c:v>
                      </c:pt>
                      <c:pt idx="3474">
                        <c:v>134.44999999999999</c:v>
                      </c:pt>
                      <c:pt idx="3475">
                        <c:v>131.38800000000001</c:v>
                      </c:pt>
                      <c:pt idx="3476">
                        <c:v>130.55000000000001</c:v>
                      </c:pt>
                      <c:pt idx="3477">
                        <c:v>128.75399999999999</c:v>
                      </c:pt>
                      <c:pt idx="3478">
                        <c:v>125.242</c:v>
                      </c:pt>
                      <c:pt idx="3479">
                        <c:v>123.351</c:v>
                      </c:pt>
                      <c:pt idx="3480">
                        <c:v>122.649</c:v>
                      </c:pt>
                      <c:pt idx="3481">
                        <c:v>123.361</c:v>
                      </c:pt>
                      <c:pt idx="3482">
                        <c:v>124.218</c:v>
                      </c:pt>
                      <c:pt idx="3483">
                        <c:v>122.593</c:v>
                      </c:pt>
                      <c:pt idx="3484">
                        <c:v>123.884</c:v>
                      </c:pt>
                      <c:pt idx="3485">
                        <c:v>125.82</c:v>
                      </c:pt>
                      <c:pt idx="3486">
                        <c:v>129.38300000000001</c:v>
                      </c:pt>
                      <c:pt idx="3487">
                        <c:v>129.31700000000001</c:v>
                      </c:pt>
                      <c:pt idx="3488">
                        <c:v>127.492</c:v>
                      </c:pt>
                      <c:pt idx="3489">
                        <c:v>127.961</c:v>
                      </c:pt>
                      <c:pt idx="3490">
                        <c:v>129.33699999999999</c:v>
                      </c:pt>
                      <c:pt idx="3491">
                        <c:v>133.33099999999999</c:v>
                      </c:pt>
                      <c:pt idx="3492">
                        <c:v>130.529</c:v>
                      </c:pt>
                      <c:pt idx="3493">
                        <c:v>130.46799999999999</c:v>
                      </c:pt>
                      <c:pt idx="3494">
                        <c:v>128.91900000000001</c:v>
                      </c:pt>
                      <c:pt idx="3495">
                        <c:v>128.44</c:v>
                      </c:pt>
                      <c:pt idx="3496">
                        <c:v>127.777</c:v>
                      </c:pt>
                      <c:pt idx="3497">
                        <c:v>126.80500000000001</c:v>
                      </c:pt>
                      <c:pt idx="3498">
                        <c:v>127.874</c:v>
                      </c:pt>
                      <c:pt idx="3499">
                        <c:v>127.65</c:v>
                      </c:pt>
                      <c:pt idx="3500">
                        <c:v>125.235</c:v>
                      </c:pt>
                      <c:pt idx="3501">
                        <c:v>123.03</c:v>
                      </c:pt>
                      <c:pt idx="3502">
                        <c:v>121.08</c:v>
                      </c:pt>
                      <c:pt idx="3503">
                        <c:v>120.53400000000001</c:v>
                      </c:pt>
                      <c:pt idx="3504">
                        <c:v>118.34699999999999</c:v>
                      </c:pt>
                      <c:pt idx="3505">
                        <c:v>116.169</c:v>
                      </c:pt>
                      <c:pt idx="3506">
                        <c:v>114.111</c:v>
                      </c:pt>
                      <c:pt idx="3507">
                        <c:v>114.593</c:v>
                      </c:pt>
                      <c:pt idx="3508">
                        <c:v>113.53400000000001</c:v>
                      </c:pt>
                      <c:pt idx="3509">
                        <c:v>114.304</c:v>
                      </c:pt>
                      <c:pt idx="3510">
                        <c:v>113.465</c:v>
                      </c:pt>
                      <c:pt idx="3511">
                        <c:v>113.828</c:v>
                      </c:pt>
                      <c:pt idx="3512">
                        <c:v>111.801</c:v>
                      </c:pt>
                      <c:pt idx="3513">
                        <c:v>110.637</c:v>
                      </c:pt>
                      <c:pt idx="3514">
                        <c:v>112.66800000000001</c:v>
                      </c:pt>
                      <c:pt idx="3515">
                        <c:v>128.572</c:v>
                      </c:pt>
                      <c:pt idx="3516">
                        <c:v>129.125</c:v>
                      </c:pt>
                      <c:pt idx="3517">
                        <c:v>127.437</c:v>
                      </c:pt>
                      <c:pt idx="3518">
                        <c:v>129.63300000000001</c:v>
                      </c:pt>
                      <c:pt idx="3519">
                        <c:v>128.31100000000001</c:v>
                      </c:pt>
                      <c:pt idx="3520">
                        <c:v>127.00700000000001</c:v>
                      </c:pt>
                      <c:pt idx="3521">
                        <c:v>124.059</c:v>
                      </c:pt>
                      <c:pt idx="3522">
                        <c:v>122.242</c:v>
                      </c:pt>
                      <c:pt idx="3523">
                        <c:v>118.485</c:v>
                      </c:pt>
                      <c:pt idx="3524">
                        <c:v>113.346</c:v>
                      </c:pt>
                      <c:pt idx="3525">
                        <c:v>113.504</c:v>
                      </c:pt>
                      <c:pt idx="3526">
                        <c:v>113.32</c:v>
                      </c:pt>
                      <c:pt idx="3527">
                        <c:v>114.627</c:v>
                      </c:pt>
                      <c:pt idx="3528">
                        <c:v>114.754</c:v>
                      </c:pt>
                      <c:pt idx="3529">
                        <c:v>116.866</c:v>
                      </c:pt>
                      <c:pt idx="3530">
                        <c:v>116.65</c:v>
                      </c:pt>
                      <c:pt idx="3531">
                        <c:v>117.318</c:v>
                      </c:pt>
                      <c:pt idx="3532">
                        <c:v>117.804</c:v>
                      </c:pt>
                      <c:pt idx="3533">
                        <c:v>118.61</c:v>
                      </c:pt>
                      <c:pt idx="3534">
                        <c:v>115.755</c:v>
                      </c:pt>
                      <c:pt idx="3535">
                        <c:v>113.31399999999999</c:v>
                      </c:pt>
                      <c:pt idx="3536">
                        <c:v>112.398</c:v>
                      </c:pt>
                      <c:pt idx="3537">
                        <c:v>111.694</c:v>
                      </c:pt>
                      <c:pt idx="3538">
                        <c:v>112.09399999999999</c:v>
                      </c:pt>
                      <c:pt idx="3539">
                        <c:v>112.259</c:v>
                      </c:pt>
                      <c:pt idx="3540">
                        <c:v>113.05800000000001</c:v>
                      </c:pt>
                      <c:pt idx="3541">
                        <c:v>114.976</c:v>
                      </c:pt>
                      <c:pt idx="3542">
                        <c:v>111.678</c:v>
                      </c:pt>
                      <c:pt idx="3543">
                        <c:v>110.91500000000001</c:v>
                      </c:pt>
                      <c:pt idx="3544">
                        <c:v>110.261</c:v>
                      </c:pt>
                      <c:pt idx="3545">
                        <c:v>114.246</c:v>
                      </c:pt>
                      <c:pt idx="3546">
                        <c:v>115.26900000000001</c:v>
                      </c:pt>
                      <c:pt idx="3547">
                        <c:v>116.72199999999999</c:v>
                      </c:pt>
                      <c:pt idx="3548">
                        <c:v>115.863</c:v>
                      </c:pt>
                      <c:pt idx="3549">
                        <c:v>119.291</c:v>
                      </c:pt>
                      <c:pt idx="3550">
                        <c:v>120.123</c:v>
                      </c:pt>
                      <c:pt idx="3551">
                        <c:v>122.32599999999999</c:v>
                      </c:pt>
                      <c:pt idx="3552">
                        <c:v>123.34699999999999</c:v>
                      </c:pt>
                      <c:pt idx="3553">
                        <c:v>123.012</c:v>
                      </c:pt>
                      <c:pt idx="3554">
                        <c:v>124.1</c:v>
                      </c:pt>
                      <c:pt idx="3555">
                        <c:v>125.619</c:v>
                      </c:pt>
                      <c:pt idx="3556">
                        <c:v>121.797</c:v>
                      </c:pt>
                      <c:pt idx="3557">
                        <c:v>119.155</c:v>
                      </c:pt>
                      <c:pt idx="3558">
                        <c:v>118.185</c:v>
                      </c:pt>
                      <c:pt idx="3559">
                        <c:v>115.83799999999999</c:v>
                      </c:pt>
                      <c:pt idx="3560">
                        <c:v>115.045</c:v>
                      </c:pt>
                      <c:pt idx="3561">
                        <c:v>113.327</c:v>
                      </c:pt>
                      <c:pt idx="3562">
                        <c:v>112.946</c:v>
                      </c:pt>
                      <c:pt idx="3563">
                        <c:v>109.11499999999999</c:v>
                      </c:pt>
                      <c:pt idx="3564">
                        <c:v>109.983</c:v>
                      </c:pt>
                      <c:pt idx="3565">
                        <c:v>111.58799999999999</c:v>
                      </c:pt>
                      <c:pt idx="3566">
                        <c:v>112.536</c:v>
                      </c:pt>
                      <c:pt idx="3567">
                        <c:v>112.643</c:v>
                      </c:pt>
                      <c:pt idx="3568">
                        <c:v>109.521</c:v>
                      </c:pt>
                      <c:pt idx="3569">
                        <c:v>107.571</c:v>
                      </c:pt>
                      <c:pt idx="3570">
                        <c:v>109.959</c:v>
                      </c:pt>
                      <c:pt idx="3571">
                        <c:v>110.907</c:v>
                      </c:pt>
                      <c:pt idx="3572">
                        <c:v>110.45399999999999</c:v>
                      </c:pt>
                      <c:pt idx="3573">
                        <c:v>110.17</c:v>
                      </c:pt>
                      <c:pt idx="3574">
                        <c:v>112.07899999999999</c:v>
                      </c:pt>
                      <c:pt idx="3575">
                        <c:v>110.938</c:v>
                      </c:pt>
                      <c:pt idx="3576">
                        <c:v>111.178</c:v>
                      </c:pt>
                      <c:pt idx="3577">
                        <c:v>110.253</c:v>
                      </c:pt>
                      <c:pt idx="3578">
                        <c:v>108.976</c:v>
                      </c:pt>
                      <c:pt idx="3579">
                        <c:v>107.449</c:v>
                      </c:pt>
                      <c:pt idx="3580">
                        <c:v>106.599</c:v>
                      </c:pt>
                      <c:pt idx="3581">
                        <c:v>106.04300000000001</c:v>
                      </c:pt>
                      <c:pt idx="3582">
                        <c:v>105.801</c:v>
                      </c:pt>
                      <c:pt idx="3583">
                        <c:v>105.727</c:v>
                      </c:pt>
                      <c:pt idx="3584">
                        <c:v>105.392</c:v>
                      </c:pt>
                      <c:pt idx="3585">
                        <c:v>105.268</c:v>
                      </c:pt>
                      <c:pt idx="3586">
                        <c:v>105.126</c:v>
                      </c:pt>
                      <c:pt idx="3587">
                        <c:v>104.706</c:v>
                      </c:pt>
                      <c:pt idx="3588">
                        <c:v>105.101</c:v>
                      </c:pt>
                      <c:pt idx="3589">
                        <c:v>102.379</c:v>
                      </c:pt>
                      <c:pt idx="3590">
                        <c:v>99.823999999999998</c:v>
                      </c:pt>
                      <c:pt idx="3591">
                        <c:v>97.956000000000003</c:v>
                      </c:pt>
                      <c:pt idx="3592">
                        <c:v>97.004000000000005</c:v>
                      </c:pt>
                      <c:pt idx="3593">
                        <c:v>96.04</c:v>
                      </c:pt>
                      <c:pt idx="3594">
                        <c:v>93.93</c:v>
                      </c:pt>
                      <c:pt idx="3595">
                        <c:v>94.692999999999998</c:v>
                      </c:pt>
                      <c:pt idx="3596">
                        <c:v>93.753</c:v>
                      </c:pt>
                      <c:pt idx="3597">
                        <c:v>92.123000000000005</c:v>
                      </c:pt>
                      <c:pt idx="3598">
                        <c:v>92.42</c:v>
                      </c:pt>
                      <c:pt idx="3599">
                        <c:v>91.462000000000003</c:v>
                      </c:pt>
                      <c:pt idx="3600">
                        <c:v>91.063000000000002</c:v>
                      </c:pt>
                      <c:pt idx="3601">
                        <c:v>90.644999999999996</c:v>
                      </c:pt>
                      <c:pt idx="3602">
                        <c:v>91.25</c:v>
                      </c:pt>
                      <c:pt idx="3603">
                        <c:v>90.622</c:v>
                      </c:pt>
                      <c:pt idx="3604">
                        <c:v>91.777000000000001</c:v>
                      </c:pt>
                      <c:pt idx="3605">
                        <c:v>90.801000000000002</c:v>
                      </c:pt>
                      <c:pt idx="3606">
                        <c:v>89.712999999999994</c:v>
                      </c:pt>
                      <c:pt idx="3607">
                        <c:v>89.492999999999995</c:v>
                      </c:pt>
                      <c:pt idx="3608">
                        <c:v>91.227999999999994</c:v>
                      </c:pt>
                      <c:pt idx="3609">
                        <c:v>91.355999999999995</c:v>
                      </c:pt>
                      <c:pt idx="3610">
                        <c:v>89.903000000000006</c:v>
                      </c:pt>
                      <c:pt idx="3611">
                        <c:v>89.772999999999996</c:v>
                      </c:pt>
                      <c:pt idx="3612">
                        <c:v>92.691999999999993</c:v>
                      </c:pt>
                      <c:pt idx="3613">
                        <c:v>95.477999999999994</c:v>
                      </c:pt>
                      <c:pt idx="3614">
                        <c:v>94.564999999999998</c:v>
                      </c:pt>
                      <c:pt idx="3615">
                        <c:v>94.513999999999996</c:v>
                      </c:pt>
                      <c:pt idx="3616">
                        <c:v>102.24299999999999</c:v>
                      </c:pt>
                      <c:pt idx="3617">
                        <c:v>111.02500000000001</c:v>
                      </c:pt>
                      <c:pt idx="3618">
                        <c:v>107.255</c:v>
                      </c:pt>
                      <c:pt idx="3619">
                        <c:v>110.09699999999999</c:v>
                      </c:pt>
                      <c:pt idx="3620">
                        <c:v>107.17</c:v>
                      </c:pt>
                      <c:pt idx="3621">
                        <c:v>102.66200000000001</c:v>
                      </c:pt>
                      <c:pt idx="3622">
                        <c:v>99.388000000000005</c:v>
                      </c:pt>
                      <c:pt idx="3623">
                        <c:v>97.460999999999999</c:v>
                      </c:pt>
                      <c:pt idx="3624">
                        <c:v>99.655000000000001</c:v>
                      </c:pt>
                      <c:pt idx="3625">
                        <c:v>101.913</c:v>
                      </c:pt>
                      <c:pt idx="3626">
                        <c:v>102.17700000000001</c:v>
                      </c:pt>
                      <c:pt idx="3627">
                        <c:v>101.032</c:v>
                      </c:pt>
                      <c:pt idx="3628">
                        <c:v>97.707999999999998</c:v>
                      </c:pt>
                      <c:pt idx="3629">
                        <c:v>99.92</c:v>
                      </c:pt>
                      <c:pt idx="3630">
                        <c:v>102.01</c:v>
                      </c:pt>
                      <c:pt idx="3631">
                        <c:v>105.495</c:v>
                      </c:pt>
                      <c:pt idx="3632">
                        <c:v>105.428</c:v>
                      </c:pt>
                      <c:pt idx="3633">
                        <c:v>102.496</c:v>
                      </c:pt>
                      <c:pt idx="3634">
                        <c:v>101.34699999999999</c:v>
                      </c:pt>
                      <c:pt idx="3635">
                        <c:v>102.634</c:v>
                      </c:pt>
                      <c:pt idx="3636">
                        <c:v>102.126</c:v>
                      </c:pt>
                      <c:pt idx="3637">
                        <c:v>98.988</c:v>
                      </c:pt>
                      <c:pt idx="3638">
                        <c:v>96.83</c:v>
                      </c:pt>
                      <c:pt idx="3639">
                        <c:v>95.158000000000001</c:v>
                      </c:pt>
                      <c:pt idx="3640">
                        <c:v>95.331000000000003</c:v>
                      </c:pt>
                      <c:pt idx="3641">
                        <c:v>95.483999999999995</c:v>
                      </c:pt>
                      <c:pt idx="3642">
                        <c:v>95.456999999999994</c:v>
                      </c:pt>
                      <c:pt idx="3643">
                        <c:v>98.554000000000002</c:v>
                      </c:pt>
                      <c:pt idx="3644">
                        <c:v>109.291</c:v>
                      </c:pt>
                      <c:pt idx="3645">
                        <c:v>106.366</c:v>
                      </c:pt>
                      <c:pt idx="3646">
                        <c:v>109.79</c:v>
                      </c:pt>
                      <c:pt idx="3647">
                        <c:v>113.958</c:v>
                      </c:pt>
                      <c:pt idx="3648">
                        <c:v>111.32</c:v>
                      </c:pt>
                      <c:pt idx="3649">
                        <c:v>111.03</c:v>
                      </c:pt>
                      <c:pt idx="3650">
                        <c:v>109.81</c:v>
                      </c:pt>
                      <c:pt idx="3651">
                        <c:v>107.315</c:v>
                      </c:pt>
                      <c:pt idx="3652">
                        <c:v>106.714</c:v>
                      </c:pt>
                      <c:pt idx="3653">
                        <c:v>107.539</c:v>
                      </c:pt>
                      <c:pt idx="3654">
                        <c:v>105.724</c:v>
                      </c:pt>
                      <c:pt idx="3655">
                        <c:v>103.51600000000001</c:v>
                      </c:pt>
                      <c:pt idx="3656">
                        <c:v>101.76900000000001</c:v>
                      </c:pt>
                      <c:pt idx="3657">
                        <c:v>102.566</c:v>
                      </c:pt>
                      <c:pt idx="3658">
                        <c:v>102.80200000000001</c:v>
                      </c:pt>
                      <c:pt idx="3659">
                        <c:v>100.901</c:v>
                      </c:pt>
                      <c:pt idx="3660">
                        <c:v>99.664000000000001</c:v>
                      </c:pt>
                      <c:pt idx="3661">
                        <c:v>98.786000000000001</c:v>
                      </c:pt>
                      <c:pt idx="3662">
                        <c:v>99.549000000000007</c:v>
                      </c:pt>
                      <c:pt idx="3663">
                        <c:v>99.551000000000002</c:v>
                      </c:pt>
                      <c:pt idx="3664">
                        <c:v>99.471999999999994</c:v>
                      </c:pt>
                      <c:pt idx="3665">
                        <c:v>98.02</c:v>
                      </c:pt>
                      <c:pt idx="3666">
                        <c:v>98.57</c:v>
                      </c:pt>
                      <c:pt idx="3667">
                        <c:v>100.584</c:v>
                      </c:pt>
                      <c:pt idx="3668">
                        <c:v>102.381</c:v>
                      </c:pt>
                      <c:pt idx="3669">
                        <c:v>103.60899999999999</c:v>
                      </c:pt>
                      <c:pt idx="3670">
                        <c:v>105.92400000000001</c:v>
                      </c:pt>
                      <c:pt idx="3671">
                        <c:v>105.837</c:v>
                      </c:pt>
                      <c:pt idx="3672">
                        <c:v>105.10299999999999</c:v>
                      </c:pt>
                      <c:pt idx="3673">
                        <c:v>106.623</c:v>
                      </c:pt>
                      <c:pt idx="3674">
                        <c:v>107.36799999999999</c:v>
                      </c:pt>
                      <c:pt idx="3675">
                        <c:v>108.54600000000001</c:v>
                      </c:pt>
                      <c:pt idx="3676">
                        <c:v>113.652</c:v>
                      </c:pt>
                      <c:pt idx="3677">
                        <c:v>110.074</c:v>
                      </c:pt>
                      <c:pt idx="3678">
                        <c:v>111.125</c:v>
                      </c:pt>
                      <c:pt idx="3679">
                        <c:v>115.462</c:v>
                      </c:pt>
                      <c:pt idx="3680">
                        <c:v>113.527</c:v>
                      </c:pt>
                      <c:pt idx="3681">
                        <c:v>107.413</c:v>
                      </c:pt>
                      <c:pt idx="3682">
                        <c:v>107.363</c:v>
                      </c:pt>
                      <c:pt idx="3683">
                        <c:v>107.97499999999999</c:v>
                      </c:pt>
                      <c:pt idx="3684">
                        <c:v>109.024</c:v>
                      </c:pt>
                      <c:pt idx="3685">
                        <c:v>108.42400000000001</c:v>
                      </c:pt>
                      <c:pt idx="3686">
                        <c:v>112.32599999999999</c:v>
                      </c:pt>
                      <c:pt idx="3687">
                        <c:v>115.622</c:v>
                      </c:pt>
                      <c:pt idx="3688">
                        <c:v>113.301</c:v>
                      </c:pt>
                      <c:pt idx="3689">
                        <c:v>111.71599999999999</c:v>
                      </c:pt>
                      <c:pt idx="3690">
                        <c:v>109.352</c:v>
                      </c:pt>
                      <c:pt idx="3691">
                        <c:v>109.88200000000001</c:v>
                      </c:pt>
                      <c:pt idx="3692">
                        <c:v>112.026</c:v>
                      </c:pt>
                      <c:pt idx="3693">
                        <c:v>112.845</c:v>
                      </c:pt>
                      <c:pt idx="3694">
                        <c:v>119.34</c:v>
                      </c:pt>
                      <c:pt idx="3695">
                        <c:v>120.971</c:v>
                      </c:pt>
                      <c:pt idx="3696">
                        <c:v>124.43300000000001</c:v>
                      </c:pt>
                      <c:pt idx="3697">
                        <c:v>122.60299999999999</c:v>
                      </c:pt>
                      <c:pt idx="3698">
                        <c:v>118.004</c:v>
                      </c:pt>
                      <c:pt idx="3699">
                        <c:v>119.66200000000001</c:v>
                      </c:pt>
                      <c:pt idx="3700">
                        <c:v>117.57599999999999</c:v>
                      </c:pt>
                      <c:pt idx="3701">
                        <c:v>119.65900000000001</c:v>
                      </c:pt>
                      <c:pt idx="3702">
                        <c:v>121.791</c:v>
                      </c:pt>
                      <c:pt idx="3703">
                        <c:v>124.081</c:v>
                      </c:pt>
                      <c:pt idx="3704">
                        <c:v>124.82299999999999</c:v>
                      </c:pt>
                      <c:pt idx="3705">
                        <c:v>123.503</c:v>
                      </c:pt>
                      <c:pt idx="3706">
                        <c:v>126.504</c:v>
                      </c:pt>
                      <c:pt idx="3707">
                        <c:v>126.256</c:v>
                      </c:pt>
                      <c:pt idx="3708">
                        <c:v>128.387</c:v>
                      </c:pt>
                      <c:pt idx="3709">
                        <c:v>129.458</c:v>
                      </c:pt>
                      <c:pt idx="3710">
                        <c:v>128.191</c:v>
                      </c:pt>
                      <c:pt idx="3711">
                        <c:v>127.90300000000001</c:v>
                      </c:pt>
                      <c:pt idx="3712">
                        <c:v>125.22199999999999</c:v>
                      </c:pt>
                      <c:pt idx="3713">
                        <c:v>125.381</c:v>
                      </c:pt>
                      <c:pt idx="3714">
                        <c:v>123.745</c:v>
                      </c:pt>
                      <c:pt idx="3715">
                        <c:v>127.32</c:v>
                      </c:pt>
                      <c:pt idx="3716">
                        <c:v>126.336</c:v>
                      </c:pt>
                      <c:pt idx="3717">
                        <c:v>124.95</c:v>
                      </c:pt>
                      <c:pt idx="3718">
                        <c:v>123.80500000000001</c:v>
                      </c:pt>
                      <c:pt idx="3719">
                        <c:v>118.04300000000001</c:v>
                      </c:pt>
                      <c:pt idx="3720">
                        <c:v>116.67400000000001</c:v>
                      </c:pt>
                      <c:pt idx="3721">
                        <c:v>111.565</c:v>
                      </c:pt>
                      <c:pt idx="3722">
                        <c:v>108.038</c:v>
                      </c:pt>
                      <c:pt idx="3723">
                        <c:v>105.977</c:v>
                      </c:pt>
                      <c:pt idx="3724">
                        <c:v>103.536</c:v>
                      </c:pt>
                      <c:pt idx="3725">
                        <c:v>112.571</c:v>
                      </c:pt>
                      <c:pt idx="3726">
                        <c:v>111.803</c:v>
                      </c:pt>
                      <c:pt idx="3727">
                        <c:v>109.236</c:v>
                      </c:pt>
                      <c:pt idx="3728">
                        <c:v>111.246</c:v>
                      </c:pt>
                      <c:pt idx="3729">
                        <c:v>112.461</c:v>
                      </c:pt>
                      <c:pt idx="3730">
                        <c:v>111.35299999999999</c:v>
                      </c:pt>
                      <c:pt idx="3731">
                        <c:v>111.51600000000001</c:v>
                      </c:pt>
                      <c:pt idx="3732">
                        <c:v>111.241</c:v>
                      </c:pt>
                      <c:pt idx="3733">
                        <c:v>110.58499999999999</c:v>
                      </c:pt>
                      <c:pt idx="3734">
                        <c:v>110.57899999999999</c:v>
                      </c:pt>
                      <c:pt idx="3735">
                        <c:v>107.831</c:v>
                      </c:pt>
                      <c:pt idx="3736">
                        <c:v>105.8</c:v>
                      </c:pt>
                      <c:pt idx="3737">
                        <c:v>104.249</c:v>
                      </c:pt>
                      <c:pt idx="3738">
                        <c:v>104.357</c:v>
                      </c:pt>
                      <c:pt idx="3739">
                        <c:v>105.645</c:v>
                      </c:pt>
                      <c:pt idx="3740">
                        <c:v>106.18899999999999</c:v>
                      </c:pt>
                      <c:pt idx="3741">
                        <c:v>105.881</c:v>
                      </c:pt>
                      <c:pt idx="3742">
                        <c:v>104.81</c:v>
                      </c:pt>
                      <c:pt idx="3743">
                        <c:v>104.387</c:v>
                      </c:pt>
                      <c:pt idx="3744">
                        <c:v>104.514</c:v>
                      </c:pt>
                      <c:pt idx="3745">
                        <c:v>105.47199999999999</c:v>
                      </c:pt>
                      <c:pt idx="3746">
                        <c:v>107.401</c:v>
                      </c:pt>
                      <c:pt idx="3747">
                        <c:v>110.206</c:v>
                      </c:pt>
                      <c:pt idx="3748">
                        <c:v>113.096</c:v>
                      </c:pt>
                      <c:pt idx="3749">
                        <c:v>109.837</c:v>
                      </c:pt>
                      <c:pt idx="3750">
                        <c:v>110.5</c:v>
                      </c:pt>
                      <c:pt idx="3751">
                        <c:v>109.77200000000001</c:v>
                      </c:pt>
                      <c:pt idx="3752">
                        <c:v>110.956</c:v>
                      </c:pt>
                      <c:pt idx="3753">
                        <c:v>110.98699999999999</c:v>
                      </c:pt>
                      <c:pt idx="3754">
                        <c:v>110.4</c:v>
                      </c:pt>
                      <c:pt idx="3755">
                        <c:v>109.649</c:v>
                      </c:pt>
                      <c:pt idx="3756">
                        <c:v>111.36</c:v>
                      </c:pt>
                      <c:pt idx="3757">
                        <c:v>110.471</c:v>
                      </c:pt>
                      <c:pt idx="3758">
                        <c:v>109.176</c:v>
                      </c:pt>
                      <c:pt idx="3759">
                        <c:v>109.366</c:v>
                      </c:pt>
                      <c:pt idx="3760">
                        <c:v>108.41200000000001</c:v>
                      </c:pt>
                      <c:pt idx="3761">
                        <c:v>111.866</c:v>
                      </c:pt>
                      <c:pt idx="3762">
                        <c:v>111.741</c:v>
                      </c:pt>
                      <c:pt idx="3763">
                        <c:v>111.714</c:v>
                      </c:pt>
                      <c:pt idx="3764">
                        <c:v>114.66</c:v>
                      </c:pt>
                      <c:pt idx="3765">
                        <c:v>115.366</c:v>
                      </c:pt>
                      <c:pt idx="3766">
                        <c:v>114.261</c:v>
                      </c:pt>
                      <c:pt idx="3767">
                        <c:v>114.631</c:v>
                      </c:pt>
                      <c:pt idx="3768">
                        <c:v>115.626</c:v>
                      </c:pt>
                      <c:pt idx="3769">
                        <c:v>115.485</c:v>
                      </c:pt>
                      <c:pt idx="3770">
                        <c:v>111.565</c:v>
                      </c:pt>
                      <c:pt idx="3771">
                        <c:v>108.169</c:v>
                      </c:pt>
                      <c:pt idx="3772">
                        <c:v>105.73</c:v>
                      </c:pt>
                      <c:pt idx="3773">
                        <c:v>104.399</c:v>
                      </c:pt>
                      <c:pt idx="3774">
                        <c:v>104.752</c:v>
                      </c:pt>
                      <c:pt idx="3775">
                        <c:v>104.375</c:v>
                      </c:pt>
                      <c:pt idx="3776">
                        <c:v>113.999</c:v>
                      </c:pt>
                      <c:pt idx="3777">
                        <c:v>112.893</c:v>
                      </c:pt>
                      <c:pt idx="3778">
                        <c:v>114.96599999999999</c:v>
                      </c:pt>
                      <c:pt idx="3779">
                        <c:v>114.44799999999999</c:v>
                      </c:pt>
                      <c:pt idx="3780">
                        <c:v>112.828</c:v>
                      </c:pt>
                      <c:pt idx="3781">
                        <c:v>109.53</c:v>
                      </c:pt>
                      <c:pt idx="3782">
                        <c:v>110.101</c:v>
                      </c:pt>
                      <c:pt idx="3783">
                        <c:v>110.53</c:v>
                      </c:pt>
                      <c:pt idx="3784">
                        <c:v>108.373</c:v>
                      </c:pt>
                      <c:pt idx="3785">
                        <c:v>109.428</c:v>
                      </c:pt>
                      <c:pt idx="3786">
                        <c:v>113.926</c:v>
                      </c:pt>
                      <c:pt idx="3787">
                        <c:v>119.306</c:v>
                      </c:pt>
                      <c:pt idx="3788">
                        <c:v>120.57</c:v>
                      </c:pt>
                      <c:pt idx="3789">
                        <c:v>118.80200000000001</c:v>
                      </c:pt>
                      <c:pt idx="3790">
                        <c:v>124.468</c:v>
                      </c:pt>
                      <c:pt idx="3791">
                        <c:v>122.88</c:v>
                      </c:pt>
                      <c:pt idx="3792">
                        <c:v>121.3</c:v>
                      </c:pt>
                      <c:pt idx="3793">
                        <c:v>121.53100000000001</c:v>
                      </c:pt>
                      <c:pt idx="3794">
                        <c:v>116.828</c:v>
                      </c:pt>
                      <c:pt idx="3795">
                        <c:v>119.13800000000001</c:v>
                      </c:pt>
                      <c:pt idx="3796">
                        <c:v>124.432</c:v>
                      </c:pt>
                      <c:pt idx="3797">
                        <c:v>125.03400000000001</c:v>
                      </c:pt>
                      <c:pt idx="3798">
                        <c:v>125.533</c:v>
                      </c:pt>
                      <c:pt idx="3799">
                        <c:v>125.267</c:v>
                      </c:pt>
                      <c:pt idx="3800">
                        <c:v>128.69900000000001</c:v>
                      </c:pt>
                      <c:pt idx="3801">
                        <c:v>126.336</c:v>
                      </c:pt>
                      <c:pt idx="3802">
                        <c:v>127.01900000000001</c:v>
                      </c:pt>
                      <c:pt idx="3803">
                        <c:v>129.71199999999999</c:v>
                      </c:pt>
                      <c:pt idx="3804">
                        <c:v>127.601</c:v>
                      </c:pt>
                      <c:pt idx="3805">
                        <c:v>128.4</c:v>
                      </c:pt>
                      <c:pt idx="3806">
                        <c:v>126.70699999999999</c:v>
                      </c:pt>
                      <c:pt idx="3807">
                        <c:v>123.839</c:v>
                      </c:pt>
                      <c:pt idx="3808">
                        <c:v>122.633</c:v>
                      </c:pt>
                      <c:pt idx="3809">
                        <c:v>121.36</c:v>
                      </c:pt>
                      <c:pt idx="3810">
                        <c:v>119.04900000000001</c:v>
                      </c:pt>
                      <c:pt idx="3811">
                        <c:v>119.887</c:v>
                      </c:pt>
                      <c:pt idx="3812">
                        <c:v>119.874</c:v>
                      </c:pt>
                      <c:pt idx="3813">
                        <c:v>119.995</c:v>
                      </c:pt>
                      <c:pt idx="3814">
                        <c:v>124.09</c:v>
                      </c:pt>
                      <c:pt idx="3815">
                        <c:v>125.619</c:v>
                      </c:pt>
                      <c:pt idx="3816">
                        <c:v>126.73699999999999</c:v>
                      </c:pt>
                      <c:pt idx="3817">
                        <c:v>128.744</c:v>
                      </c:pt>
                      <c:pt idx="3818">
                        <c:v>134.006</c:v>
                      </c:pt>
                      <c:pt idx="3819">
                        <c:v>140.58600000000001</c:v>
                      </c:pt>
                      <c:pt idx="3820">
                        <c:v>142.4</c:v>
                      </c:pt>
                      <c:pt idx="3821">
                        <c:v>141.64699999999999</c:v>
                      </c:pt>
                      <c:pt idx="3822">
                        <c:v>147.71899999999999</c:v>
                      </c:pt>
                      <c:pt idx="3823">
                        <c:v>148.09399999999999</c:v>
                      </c:pt>
                      <c:pt idx="3824">
                        <c:v>149.02099999999999</c:v>
                      </c:pt>
                      <c:pt idx="3825">
                        <c:v>143.10400000000001</c:v>
                      </c:pt>
                      <c:pt idx="3826">
                        <c:v>141.435</c:v>
                      </c:pt>
                      <c:pt idx="3827">
                        <c:v>141.16800000000001</c:v>
                      </c:pt>
                      <c:pt idx="3828">
                        <c:v>135.96799999999999</c:v>
                      </c:pt>
                      <c:pt idx="3829">
                        <c:v>137.67099999999999</c:v>
                      </c:pt>
                      <c:pt idx="3830">
                        <c:v>138.548</c:v>
                      </c:pt>
                      <c:pt idx="3831">
                        <c:v>138.57499999999999</c:v>
                      </c:pt>
                      <c:pt idx="3832">
                        <c:v>136.93100000000001</c:v>
                      </c:pt>
                      <c:pt idx="3833">
                        <c:v>137.11799999999999</c:v>
                      </c:pt>
                      <c:pt idx="3834">
                        <c:v>136.68700000000001</c:v>
                      </c:pt>
                      <c:pt idx="3835">
                        <c:v>134.38499999999999</c:v>
                      </c:pt>
                      <c:pt idx="3836">
                        <c:v>130.96</c:v>
                      </c:pt>
                      <c:pt idx="3837">
                        <c:v>131.54400000000001</c:v>
                      </c:pt>
                      <c:pt idx="3838">
                        <c:v>130.89400000000001</c:v>
                      </c:pt>
                      <c:pt idx="3839">
                        <c:v>133.732</c:v>
                      </c:pt>
                      <c:pt idx="3840">
                        <c:v>140.16300000000001</c:v>
                      </c:pt>
                      <c:pt idx="3841">
                        <c:v>146.99199999999999</c:v>
                      </c:pt>
                      <c:pt idx="3842">
                        <c:v>152.309</c:v>
                      </c:pt>
                      <c:pt idx="3843">
                        <c:v>157.60900000000001</c:v>
                      </c:pt>
                      <c:pt idx="3844">
                        <c:v>157.40199999999999</c:v>
                      </c:pt>
                      <c:pt idx="3845">
                        <c:v>159.07900000000001</c:v>
                      </c:pt>
                      <c:pt idx="3846">
                        <c:v>160.166</c:v>
                      </c:pt>
                      <c:pt idx="3847">
                        <c:v>158.90100000000001</c:v>
                      </c:pt>
                      <c:pt idx="3848">
                        <c:v>157.08699999999999</c:v>
                      </c:pt>
                      <c:pt idx="3849">
                        <c:v>157.08500000000001</c:v>
                      </c:pt>
                      <c:pt idx="3850">
                        <c:v>157.358</c:v>
                      </c:pt>
                      <c:pt idx="3851">
                        <c:v>155.57599999999999</c:v>
                      </c:pt>
                      <c:pt idx="3852">
                        <c:v>144.309</c:v>
                      </c:pt>
                      <c:pt idx="3853">
                        <c:v>137.80099999999999</c:v>
                      </c:pt>
                      <c:pt idx="3854">
                        <c:v>136.29499999999999</c:v>
                      </c:pt>
                      <c:pt idx="3855">
                        <c:v>132.05600000000001</c:v>
                      </c:pt>
                      <c:pt idx="3856">
                        <c:v>132.86000000000001</c:v>
                      </c:pt>
                      <c:pt idx="3857">
                        <c:v>135.34</c:v>
                      </c:pt>
                      <c:pt idx="3858">
                        <c:v>135.55799999999999</c:v>
                      </c:pt>
                      <c:pt idx="3859">
                        <c:v>134.70599999999999</c:v>
                      </c:pt>
                      <c:pt idx="3860">
                        <c:v>132.49700000000001</c:v>
                      </c:pt>
                      <c:pt idx="3861">
                        <c:v>130.09</c:v>
                      </c:pt>
                      <c:pt idx="3862">
                        <c:v>126.774</c:v>
                      </c:pt>
                      <c:pt idx="3863">
                        <c:v>125.931</c:v>
                      </c:pt>
                      <c:pt idx="3864">
                        <c:v>130.12700000000001</c:v>
                      </c:pt>
                      <c:pt idx="3865">
                        <c:v>129.53399999999999</c:v>
                      </c:pt>
                      <c:pt idx="3866">
                        <c:v>129.67400000000001</c:v>
                      </c:pt>
                      <c:pt idx="3867">
                        <c:v>129.041</c:v>
                      </c:pt>
                      <c:pt idx="3868">
                        <c:v>131.172</c:v>
                      </c:pt>
                      <c:pt idx="3869">
                        <c:v>130.64400000000001</c:v>
                      </c:pt>
                      <c:pt idx="3870">
                        <c:v>127.364</c:v>
                      </c:pt>
                      <c:pt idx="3871">
                        <c:v>124.727</c:v>
                      </c:pt>
                      <c:pt idx="3872">
                        <c:v>123.346</c:v>
                      </c:pt>
                      <c:pt idx="3873">
                        <c:v>120.496</c:v>
                      </c:pt>
                      <c:pt idx="3874">
                        <c:v>115.816</c:v>
                      </c:pt>
                      <c:pt idx="3875">
                        <c:v>117.164</c:v>
                      </c:pt>
                      <c:pt idx="3876">
                        <c:v>119.608</c:v>
                      </c:pt>
                      <c:pt idx="3877">
                        <c:v>121.80800000000001</c:v>
                      </c:pt>
                      <c:pt idx="3878">
                        <c:v>123.44799999999999</c:v>
                      </c:pt>
                      <c:pt idx="3879">
                        <c:v>121.122</c:v>
                      </c:pt>
                      <c:pt idx="3880">
                        <c:v>121.03700000000001</c:v>
                      </c:pt>
                      <c:pt idx="3881">
                        <c:v>119.354</c:v>
                      </c:pt>
                      <c:pt idx="3882">
                        <c:v>118.467</c:v>
                      </c:pt>
                      <c:pt idx="3883">
                        <c:v>117.907</c:v>
                      </c:pt>
                      <c:pt idx="3884">
                        <c:v>116.413</c:v>
                      </c:pt>
                      <c:pt idx="3885">
                        <c:v>115.554</c:v>
                      </c:pt>
                      <c:pt idx="3886">
                        <c:v>114.804</c:v>
                      </c:pt>
                      <c:pt idx="3887">
                        <c:v>112.761</c:v>
                      </c:pt>
                      <c:pt idx="3888">
                        <c:v>110.256</c:v>
                      </c:pt>
                      <c:pt idx="3889">
                        <c:v>107.742</c:v>
                      </c:pt>
                      <c:pt idx="3890">
                        <c:v>106.48</c:v>
                      </c:pt>
                      <c:pt idx="3891">
                        <c:v>107.157</c:v>
                      </c:pt>
                      <c:pt idx="3892">
                        <c:v>108.721</c:v>
                      </c:pt>
                      <c:pt idx="3893">
                        <c:v>110.47199999999999</c:v>
                      </c:pt>
                      <c:pt idx="3894">
                        <c:v>111.274</c:v>
                      </c:pt>
                      <c:pt idx="3895">
                        <c:v>111.491</c:v>
                      </c:pt>
                      <c:pt idx="3896">
                        <c:v>112.64100000000001</c:v>
                      </c:pt>
                      <c:pt idx="3897">
                        <c:v>112.657</c:v>
                      </c:pt>
                      <c:pt idx="3898">
                        <c:v>108.38800000000001</c:v>
                      </c:pt>
                      <c:pt idx="3899">
                        <c:v>109.386</c:v>
                      </c:pt>
                      <c:pt idx="3900">
                        <c:v>108.551</c:v>
                      </c:pt>
                      <c:pt idx="3901">
                        <c:v>107.893</c:v>
                      </c:pt>
                      <c:pt idx="3902">
                        <c:v>107.322</c:v>
                      </c:pt>
                      <c:pt idx="3903">
                        <c:v>105.95099999999999</c:v>
                      </c:pt>
                      <c:pt idx="3904">
                        <c:v>104.173</c:v>
                      </c:pt>
                      <c:pt idx="3905">
                        <c:v>111.652</c:v>
                      </c:pt>
                      <c:pt idx="3906">
                        <c:v>110.617</c:v>
                      </c:pt>
                      <c:pt idx="3907">
                        <c:v>113.068</c:v>
                      </c:pt>
                      <c:pt idx="3908">
                        <c:v>113.319</c:v>
                      </c:pt>
                      <c:pt idx="3909">
                        <c:v>112.325</c:v>
                      </c:pt>
                      <c:pt idx="3910">
                        <c:v>114.38800000000001</c:v>
                      </c:pt>
                      <c:pt idx="3911">
                        <c:v>113.706</c:v>
                      </c:pt>
                      <c:pt idx="3912">
                        <c:v>111.072</c:v>
                      </c:pt>
                      <c:pt idx="3913">
                        <c:v>106.637</c:v>
                      </c:pt>
                      <c:pt idx="3914">
                        <c:v>107.075</c:v>
                      </c:pt>
                      <c:pt idx="3915">
                        <c:v>106.401</c:v>
                      </c:pt>
                      <c:pt idx="3916">
                        <c:v>106.553</c:v>
                      </c:pt>
                      <c:pt idx="3917">
                        <c:v>106.09</c:v>
                      </c:pt>
                      <c:pt idx="3918">
                        <c:v>105.21899999999999</c:v>
                      </c:pt>
                      <c:pt idx="3919">
                        <c:v>103.72799999999999</c:v>
                      </c:pt>
                      <c:pt idx="3920">
                        <c:v>102.322</c:v>
                      </c:pt>
                      <c:pt idx="3921">
                        <c:v>101.81100000000001</c:v>
                      </c:pt>
                      <c:pt idx="3922">
                        <c:v>99.179000000000002</c:v>
                      </c:pt>
                      <c:pt idx="3923">
                        <c:v>98.381</c:v>
                      </c:pt>
                      <c:pt idx="3924">
                        <c:v>96.58</c:v>
                      </c:pt>
                      <c:pt idx="3925">
                        <c:v>95.039000000000001</c:v>
                      </c:pt>
                      <c:pt idx="3926">
                        <c:v>95.036000000000001</c:v>
                      </c:pt>
                      <c:pt idx="3927">
                        <c:v>94.986999999999995</c:v>
                      </c:pt>
                      <c:pt idx="3928">
                        <c:v>94.953000000000003</c:v>
                      </c:pt>
                      <c:pt idx="3929">
                        <c:v>94.683000000000007</c:v>
                      </c:pt>
                      <c:pt idx="3930">
                        <c:v>97.891999999999996</c:v>
                      </c:pt>
                      <c:pt idx="3931">
                        <c:v>97.968000000000004</c:v>
                      </c:pt>
                      <c:pt idx="3932">
                        <c:v>97.215000000000003</c:v>
                      </c:pt>
                      <c:pt idx="3933">
                        <c:v>96.873000000000005</c:v>
                      </c:pt>
                      <c:pt idx="3934">
                        <c:v>96.763000000000005</c:v>
                      </c:pt>
                      <c:pt idx="3935">
                        <c:v>98.073999999999998</c:v>
                      </c:pt>
                      <c:pt idx="3936">
                        <c:v>101.142</c:v>
                      </c:pt>
                      <c:pt idx="3937">
                        <c:v>99.536000000000001</c:v>
                      </c:pt>
                      <c:pt idx="3938">
                        <c:v>101.352</c:v>
                      </c:pt>
                      <c:pt idx="3939">
                        <c:v>105.83</c:v>
                      </c:pt>
                      <c:pt idx="3940">
                        <c:v>105.47499999999999</c:v>
                      </c:pt>
                      <c:pt idx="3941">
                        <c:v>106.428</c:v>
                      </c:pt>
                      <c:pt idx="3942">
                        <c:v>106.876</c:v>
                      </c:pt>
                      <c:pt idx="3943">
                        <c:v>111.08799999999999</c:v>
                      </c:pt>
                      <c:pt idx="3944">
                        <c:v>109.357</c:v>
                      </c:pt>
                      <c:pt idx="3945">
                        <c:v>108.358</c:v>
                      </c:pt>
                      <c:pt idx="3946">
                        <c:v>108.247</c:v>
                      </c:pt>
                      <c:pt idx="3947">
                        <c:v>108.831</c:v>
                      </c:pt>
                      <c:pt idx="3948">
                        <c:v>110.129</c:v>
                      </c:pt>
                      <c:pt idx="3949">
                        <c:v>108.252</c:v>
                      </c:pt>
                      <c:pt idx="3950">
                        <c:v>109.053</c:v>
                      </c:pt>
                      <c:pt idx="3951">
                        <c:v>113.687</c:v>
                      </c:pt>
                      <c:pt idx="3952">
                        <c:v>114.006</c:v>
                      </c:pt>
                      <c:pt idx="3953">
                        <c:v>112.89</c:v>
                      </c:pt>
                      <c:pt idx="3954">
                        <c:v>113.63</c:v>
                      </c:pt>
                      <c:pt idx="3955">
                        <c:v>114.57299999999999</c:v>
                      </c:pt>
                      <c:pt idx="3956">
                        <c:v>113.95699999999999</c:v>
                      </c:pt>
                      <c:pt idx="3957">
                        <c:v>116.849</c:v>
                      </c:pt>
                      <c:pt idx="3958">
                        <c:v>116.227</c:v>
                      </c:pt>
                      <c:pt idx="3959">
                        <c:v>113.976</c:v>
                      </c:pt>
                      <c:pt idx="3960">
                        <c:v>113.011</c:v>
                      </c:pt>
                      <c:pt idx="3961">
                        <c:v>111.831</c:v>
                      </c:pt>
                      <c:pt idx="3962">
                        <c:v>111.042</c:v>
                      </c:pt>
                      <c:pt idx="3963">
                        <c:v>108.04300000000001</c:v>
                      </c:pt>
                      <c:pt idx="3964">
                        <c:v>104.929</c:v>
                      </c:pt>
                      <c:pt idx="3965">
                        <c:v>106.816</c:v>
                      </c:pt>
                      <c:pt idx="3966">
                        <c:v>107.18</c:v>
                      </c:pt>
                      <c:pt idx="3967">
                        <c:v>107.273</c:v>
                      </c:pt>
                      <c:pt idx="3968">
                        <c:v>107.10599999999999</c:v>
                      </c:pt>
                      <c:pt idx="3969">
                        <c:v>100.904</c:v>
                      </c:pt>
                      <c:pt idx="3970">
                        <c:v>95.81</c:v>
                      </c:pt>
                      <c:pt idx="3971">
                        <c:v>92.41</c:v>
                      </c:pt>
                      <c:pt idx="3972">
                        <c:v>92.400999999999996</c:v>
                      </c:pt>
                      <c:pt idx="3973">
                        <c:v>94.841999999999999</c:v>
                      </c:pt>
                      <c:pt idx="3974">
                        <c:v>96.045000000000002</c:v>
                      </c:pt>
                      <c:pt idx="3975">
                        <c:v>94.968000000000004</c:v>
                      </c:pt>
                      <c:pt idx="3976">
                        <c:v>93.186000000000007</c:v>
                      </c:pt>
                      <c:pt idx="3977">
                        <c:v>91.637</c:v>
                      </c:pt>
                      <c:pt idx="3978">
                        <c:v>88.873999999999995</c:v>
                      </c:pt>
                      <c:pt idx="3979">
                        <c:v>88.53</c:v>
                      </c:pt>
                      <c:pt idx="3980">
                        <c:v>88.843999999999994</c:v>
                      </c:pt>
                      <c:pt idx="3981">
                        <c:v>88.994</c:v>
                      </c:pt>
                      <c:pt idx="3982">
                        <c:v>88.977000000000004</c:v>
                      </c:pt>
                      <c:pt idx="3983">
                        <c:v>89.626000000000005</c:v>
                      </c:pt>
                      <c:pt idx="3984">
                        <c:v>89.102999999999994</c:v>
                      </c:pt>
                      <c:pt idx="3985">
                        <c:v>87.328000000000003</c:v>
                      </c:pt>
                      <c:pt idx="3986">
                        <c:v>86.563999999999993</c:v>
                      </c:pt>
                      <c:pt idx="3987">
                        <c:v>84.74</c:v>
                      </c:pt>
                      <c:pt idx="3988">
                        <c:v>83.665000000000006</c:v>
                      </c:pt>
                      <c:pt idx="3989">
                        <c:v>83.105999999999995</c:v>
                      </c:pt>
                      <c:pt idx="3990">
                        <c:v>84.108999999999995</c:v>
                      </c:pt>
                      <c:pt idx="3991">
                        <c:v>83.756</c:v>
                      </c:pt>
                      <c:pt idx="3992">
                        <c:v>83.322000000000003</c:v>
                      </c:pt>
                      <c:pt idx="3993">
                        <c:v>84.054000000000002</c:v>
                      </c:pt>
                      <c:pt idx="3994">
                        <c:v>83.61</c:v>
                      </c:pt>
                      <c:pt idx="3995">
                        <c:v>82.741</c:v>
                      </c:pt>
                      <c:pt idx="3996">
                        <c:v>81.906999999999996</c:v>
                      </c:pt>
                      <c:pt idx="3997">
                        <c:v>82.218000000000004</c:v>
                      </c:pt>
                      <c:pt idx="3998">
                        <c:v>83.144000000000005</c:v>
                      </c:pt>
                      <c:pt idx="3999">
                        <c:v>84.575999999999993</c:v>
                      </c:pt>
                      <c:pt idx="4000">
                        <c:v>86.081999999999994</c:v>
                      </c:pt>
                      <c:pt idx="4001">
                        <c:v>90.811000000000007</c:v>
                      </c:pt>
                      <c:pt idx="4002">
                        <c:v>93.156000000000006</c:v>
                      </c:pt>
                      <c:pt idx="4003">
                        <c:v>101.71299999999999</c:v>
                      </c:pt>
                      <c:pt idx="4004">
                        <c:v>102.827</c:v>
                      </c:pt>
                      <c:pt idx="4005">
                        <c:v>102.117</c:v>
                      </c:pt>
                      <c:pt idx="4006">
                        <c:v>96.92</c:v>
                      </c:pt>
                      <c:pt idx="4007">
                        <c:v>96.332999999999998</c:v>
                      </c:pt>
                      <c:pt idx="4008">
                        <c:v>99.126999999999995</c:v>
                      </c:pt>
                      <c:pt idx="4009">
                        <c:v>98.436999999999998</c:v>
                      </c:pt>
                      <c:pt idx="4010">
                        <c:v>100.9</c:v>
                      </c:pt>
                      <c:pt idx="4011">
                        <c:v>101.59699999999999</c:v>
                      </c:pt>
                      <c:pt idx="4012">
                        <c:v>100.083</c:v>
                      </c:pt>
                      <c:pt idx="4013">
                        <c:v>99.591999999999999</c:v>
                      </c:pt>
                      <c:pt idx="4014">
                        <c:v>100.398</c:v>
                      </c:pt>
                      <c:pt idx="4015">
                        <c:v>98.582999999999998</c:v>
                      </c:pt>
                      <c:pt idx="4016">
                        <c:v>97.510999999999996</c:v>
                      </c:pt>
                      <c:pt idx="4017">
                        <c:v>99.346999999999994</c:v>
                      </c:pt>
                      <c:pt idx="4018">
                        <c:v>100.19199999999999</c:v>
                      </c:pt>
                      <c:pt idx="4019">
                        <c:v>98.554000000000002</c:v>
                      </c:pt>
                      <c:pt idx="4020">
                        <c:v>97.168000000000006</c:v>
                      </c:pt>
                      <c:pt idx="4021">
                        <c:v>95.947999999999993</c:v>
                      </c:pt>
                      <c:pt idx="4022">
                        <c:v>94.311000000000007</c:v>
                      </c:pt>
                      <c:pt idx="4023">
                        <c:v>93.459000000000003</c:v>
                      </c:pt>
                      <c:pt idx="4024">
                        <c:v>91.88</c:v>
                      </c:pt>
                      <c:pt idx="4025">
                        <c:v>87.954999999999998</c:v>
                      </c:pt>
                      <c:pt idx="4026">
                        <c:v>84.358999999999995</c:v>
                      </c:pt>
                      <c:pt idx="4027">
                        <c:v>82.599000000000004</c:v>
                      </c:pt>
                      <c:pt idx="4028">
                        <c:v>81.644999999999996</c:v>
                      </c:pt>
                      <c:pt idx="4029">
                        <c:v>81.655000000000001</c:v>
                      </c:pt>
                      <c:pt idx="4030">
                        <c:v>80.903000000000006</c:v>
                      </c:pt>
                      <c:pt idx="4031">
                        <c:v>79.664000000000001</c:v>
                      </c:pt>
                      <c:pt idx="4032">
                        <c:v>78.656999999999996</c:v>
                      </c:pt>
                      <c:pt idx="4033">
                        <c:v>79.641999999999996</c:v>
                      </c:pt>
                      <c:pt idx="4034">
                        <c:v>78.837000000000003</c:v>
                      </c:pt>
                      <c:pt idx="4035">
                        <c:v>78.995999999999995</c:v>
                      </c:pt>
                      <c:pt idx="4036">
                        <c:v>78.325000000000003</c:v>
                      </c:pt>
                      <c:pt idx="4037">
                        <c:v>89.126000000000005</c:v>
                      </c:pt>
                      <c:pt idx="4038">
                        <c:v>90.603999999999999</c:v>
                      </c:pt>
                      <c:pt idx="4039">
                        <c:v>93.373000000000005</c:v>
                      </c:pt>
                      <c:pt idx="4040">
                        <c:v>93.421000000000006</c:v>
                      </c:pt>
                      <c:pt idx="4041">
                        <c:v>93.671999999999997</c:v>
                      </c:pt>
                      <c:pt idx="4042">
                        <c:v>93.724000000000004</c:v>
                      </c:pt>
                      <c:pt idx="4043">
                        <c:v>93.373000000000005</c:v>
                      </c:pt>
                      <c:pt idx="4044">
                        <c:v>93.700999999999993</c:v>
                      </c:pt>
                      <c:pt idx="4045">
                        <c:v>94.167000000000002</c:v>
                      </c:pt>
                      <c:pt idx="4046">
                        <c:v>94.02</c:v>
                      </c:pt>
                      <c:pt idx="4047">
                        <c:v>93.661000000000001</c:v>
                      </c:pt>
                      <c:pt idx="4048">
                        <c:v>94.311000000000007</c:v>
                      </c:pt>
                      <c:pt idx="4049">
                        <c:v>95.234999999999999</c:v>
                      </c:pt>
                      <c:pt idx="4050">
                        <c:v>94.408000000000001</c:v>
                      </c:pt>
                      <c:pt idx="4051">
                        <c:v>92.613</c:v>
                      </c:pt>
                      <c:pt idx="4052">
                        <c:v>90.301000000000002</c:v>
                      </c:pt>
                      <c:pt idx="4053">
                        <c:v>89.759</c:v>
                      </c:pt>
                      <c:pt idx="4054">
                        <c:v>88.403000000000006</c:v>
                      </c:pt>
                      <c:pt idx="4055">
                        <c:v>87.63</c:v>
                      </c:pt>
                      <c:pt idx="4056">
                        <c:v>86.558000000000007</c:v>
                      </c:pt>
                      <c:pt idx="4057">
                        <c:v>86.727999999999994</c:v>
                      </c:pt>
                      <c:pt idx="4058">
                        <c:v>85.914000000000001</c:v>
                      </c:pt>
                      <c:pt idx="4059">
                        <c:v>84.725999999999999</c:v>
                      </c:pt>
                      <c:pt idx="4060">
                        <c:v>84.075999999999993</c:v>
                      </c:pt>
                      <c:pt idx="4061">
                        <c:v>81.962999999999994</c:v>
                      </c:pt>
                      <c:pt idx="4062">
                        <c:v>79.274000000000001</c:v>
                      </c:pt>
                      <c:pt idx="4063">
                        <c:v>77.608000000000004</c:v>
                      </c:pt>
                      <c:pt idx="4064">
                        <c:v>76.805999999999997</c:v>
                      </c:pt>
                      <c:pt idx="4065">
                        <c:v>77.725999999999999</c:v>
                      </c:pt>
                      <c:pt idx="4066">
                        <c:v>80.730999999999995</c:v>
                      </c:pt>
                      <c:pt idx="4067">
                        <c:v>79.569000000000003</c:v>
                      </c:pt>
                      <c:pt idx="4068">
                        <c:v>76.317999999999998</c:v>
                      </c:pt>
                      <c:pt idx="4069">
                        <c:v>76.322999999999993</c:v>
                      </c:pt>
                      <c:pt idx="4070">
                        <c:v>76.75</c:v>
                      </c:pt>
                      <c:pt idx="4071">
                        <c:v>75.266999999999996</c:v>
                      </c:pt>
                      <c:pt idx="4072">
                        <c:v>74.888000000000005</c:v>
                      </c:pt>
                      <c:pt idx="4073">
                        <c:v>75.322999999999993</c:v>
                      </c:pt>
                      <c:pt idx="4074">
                        <c:v>77.947999999999993</c:v>
                      </c:pt>
                      <c:pt idx="4075">
                        <c:v>80.298000000000002</c:v>
                      </c:pt>
                      <c:pt idx="4076">
                        <c:v>82.84</c:v>
                      </c:pt>
                      <c:pt idx="4077">
                        <c:v>82.506</c:v>
                      </c:pt>
                      <c:pt idx="4078">
                        <c:v>83.956999999999994</c:v>
                      </c:pt>
                      <c:pt idx="4079">
                        <c:v>86.92</c:v>
                      </c:pt>
                      <c:pt idx="4080">
                        <c:v>90.275000000000006</c:v>
                      </c:pt>
                      <c:pt idx="4081">
                        <c:v>89.649000000000001</c:v>
                      </c:pt>
                      <c:pt idx="4082">
                        <c:v>88.477999999999994</c:v>
                      </c:pt>
                      <c:pt idx="4083">
                        <c:v>87.554000000000002</c:v>
                      </c:pt>
                      <c:pt idx="4084">
                        <c:v>88.373000000000005</c:v>
                      </c:pt>
                      <c:pt idx="4085">
                        <c:v>90.102999999999994</c:v>
                      </c:pt>
                      <c:pt idx="4086">
                        <c:v>90.144000000000005</c:v>
                      </c:pt>
                      <c:pt idx="4087">
                        <c:v>90.119</c:v>
                      </c:pt>
                      <c:pt idx="4088">
                        <c:v>89.963999999999999</c:v>
                      </c:pt>
                      <c:pt idx="4089">
                        <c:v>90.733999999999995</c:v>
                      </c:pt>
                      <c:pt idx="4090">
                        <c:v>88.17</c:v>
                      </c:pt>
                      <c:pt idx="4091">
                        <c:v>85.138000000000005</c:v>
                      </c:pt>
                      <c:pt idx="4092">
                        <c:v>82.218000000000004</c:v>
                      </c:pt>
                      <c:pt idx="4093">
                        <c:v>80.248000000000005</c:v>
                      </c:pt>
                      <c:pt idx="4094">
                        <c:v>78.468999999999994</c:v>
                      </c:pt>
                      <c:pt idx="4095">
                        <c:v>75.760000000000005</c:v>
                      </c:pt>
                      <c:pt idx="4096">
                        <c:v>73.227000000000004</c:v>
                      </c:pt>
                      <c:pt idx="4097">
                        <c:v>72.927000000000007</c:v>
                      </c:pt>
                      <c:pt idx="4098">
                        <c:v>72.122</c:v>
                      </c:pt>
                      <c:pt idx="4099">
                        <c:v>71.260999999999996</c:v>
                      </c:pt>
                      <c:pt idx="4100">
                        <c:v>71.81</c:v>
                      </c:pt>
                      <c:pt idx="4101">
                        <c:v>74.343999999999994</c:v>
                      </c:pt>
                      <c:pt idx="4102">
                        <c:v>74.424999999999997</c:v>
                      </c:pt>
                      <c:pt idx="4103">
                        <c:v>74.658000000000001</c:v>
                      </c:pt>
                      <c:pt idx="4104">
                        <c:v>74.298000000000002</c:v>
                      </c:pt>
                      <c:pt idx="4105">
                        <c:v>74.358000000000004</c:v>
                      </c:pt>
                      <c:pt idx="4106">
                        <c:v>74.194999999999993</c:v>
                      </c:pt>
                      <c:pt idx="4107">
                        <c:v>72.974999999999994</c:v>
                      </c:pt>
                      <c:pt idx="4108">
                        <c:v>72.412999999999997</c:v>
                      </c:pt>
                      <c:pt idx="4109">
                        <c:v>72.224999999999994</c:v>
                      </c:pt>
                      <c:pt idx="4110">
                        <c:v>72.376000000000005</c:v>
                      </c:pt>
                      <c:pt idx="4111">
                        <c:v>69.918999999999997</c:v>
                      </c:pt>
                      <c:pt idx="4112">
                        <c:v>70.563999999999993</c:v>
                      </c:pt>
                      <c:pt idx="4113">
                        <c:v>70.891000000000005</c:v>
                      </c:pt>
                      <c:pt idx="4114">
                        <c:v>70.260999999999996</c:v>
                      </c:pt>
                      <c:pt idx="4115">
                        <c:v>69.019000000000005</c:v>
                      </c:pt>
                      <c:pt idx="4116">
                        <c:v>68.343000000000004</c:v>
                      </c:pt>
                      <c:pt idx="4117">
                        <c:v>69.001999999999995</c:v>
                      </c:pt>
                      <c:pt idx="4118">
                        <c:v>70.180999999999997</c:v>
                      </c:pt>
                      <c:pt idx="4119">
                        <c:v>71.465999999999994</c:v>
                      </c:pt>
                      <c:pt idx="4120">
                        <c:v>71.828999999999994</c:v>
                      </c:pt>
                      <c:pt idx="4121">
                        <c:v>71.796999999999997</c:v>
                      </c:pt>
                      <c:pt idx="4122">
                        <c:v>72.664000000000001</c:v>
                      </c:pt>
                      <c:pt idx="4123">
                        <c:v>73.052999999999997</c:v>
                      </c:pt>
                      <c:pt idx="4124">
                        <c:v>74.225999999999999</c:v>
                      </c:pt>
                      <c:pt idx="4125">
                        <c:v>76.305000000000007</c:v>
                      </c:pt>
                      <c:pt idx="4126">
                        <c:v>79.266999999999996</c:v>
                      </c:pt>
                      <c:pt idx="4127">
                        <c:v>81.075999999999993</c:v>
                      </c:pt>
                      <c:pt idx="4128">
                        <c:v>84.667000000000002</c:v>
                      </c:pt>
                      <c:pt idx="4129">
                        <c:v>80.319000000000003</c:v>
                      </c:pt>
                      <c:pt idx="4130">
                        <c:v>75.813999999999993</c:v>
                      </c:pt>
                      <c:pt idx="4131">
                        <c:v>77.031999999999996</c:v>
                      </c:pt>
                      <c:pt idx="4132">
                        <c:v>80.350999999999999</c:v>
                      </c:pt>
                      <c:pt idx="4133">
                        <c:v>81.557000000000002</c:v>
                      </c:pt>
                      <c:pt idx="4134">
                        <c:v>77.572000000000003</c:v>
                      </c:pt>
                      <c:pt idx="4135">
                        <c:v>74.463999999999999</c:v>
                      </c:pt>
                      <c:pt idx="4136">
                        <c:v>73.63</c:v>
                      </c:pt>
                      <c:pt idx="4137">
                        <c:v>74.664000000000001</c:v>
                      </c:pt>
                      <c:pt idx="4138">
                        <c:v>74.703000000000003</c:v>
                      </c:pt>
                      <c:pt idx="4139">
                        <c:v>73.745000000000005</c:v>
                      </c:pt>
                      <c:pt idx="4140">
                        <c:v>73.275000000000006</c:v>
                      </c:pt>
                      <c:pt idx="4141">
                        <c:v>72.156999999999996</c:v>
                      </c:pt>
                      <c:pt idx="4142">
                        <c:v>71.078000000000003</c:v>
                      </c:pt>
                      <c:pt idx="4143">
                        <c:v>70.507000000000005</c:v>
                      </c:pt>
                      <c:pt idx="4144">
                        <c:v>70.429000000000002</c:v>
                      </c:pt>
                      <c:pt idx="4145">
                        <c:v>70.167000000000002</c:v>
                      </c:pt>
                      <c:pt idx="4146">
                        <c:v>69.801000000000002</c:v>
                      </c:pt>
                      <c:pt idx="4147">
                        <c:v>69.405000000000001</c:v>
                      </c:pt>
                      <c:pt idx="4148">
                        <c:v>73.852999999999994</c:v>
                      </c:pt>
                      <c:pt idx="4149">
                        <c:v>78.902000000000001</c:v>
                      </c:pt>
                      <c:pt idx="4150">
                        <c:v>81.073999999999998</c:v>
                      </c:pt>
                      <c:pt idx="4151">
                        <c:v>91.49</c:v>
                      </c:pt>
                      <c:pt idx="4152">
                        <c:v>103.34</c:v>
                      </c:pt>
                      <c:pt idx="4153">
                        <c:v>101.366</c:v>
                      </c:pt>
                      <c:pt idx="4154">
                        <c:v>98.513999999999996</c:v>
                      </c:pt>
                      <c:pt idx="4155">
                        <c:v>89.694999999999993</c:v>
                      </c:pt>
                      <c:pt idx="4156">
                        <c:v>100.214</c:v>
                      </c:pt>
                      <c:pt idx="4157">
                        <c:v>113.687</c:v>
                      </c:pt>
                      <c:pt idx="4158">
                        <c:v>174.81700000000001</c:v>
                      </c:pt>
                      <c:pt idx="4159">
                        <c:v>188.54900000000001</c:v>
                      </c:pt>
                      <c:pt idx="4160">
                        <c:v>236.82599999999999</c:v>
                      </c:pt>
                      <c:pt idx="4161">
                        <c:v>254.64099999999999</c:v>
                      </c:pt>
                      <c:pt idx="4162">
                        <c:v>214.959</c:v>
                      </c:pt>
                      <c:pt idx="4163">
                        <c:v>259.363</c:v>
                      </c:pt>
                      <c:pt idx="4164">
                        <c:v>270.577</c:v>
                      </c:pt>
                      <c:pt idx="4165">
                        <c:v>327.90199999999999</c:v>
                      </c:pt>
                      <c:pt idx="4166">
                        <c:v>334.15100000000001</c:v>
                      </c:pt>
                      <c:pt idx="4167">
                        <c:v>342.3</c:v>
                      </c:pt>
                      <c:pt idx="4168">
                        <c:v>356.959</c:v>
                      </c:pt>
                      <c:pt idx="4169">
                        <c:v>311.221</c:v>
                      </c:pt>
                      <c:pt idx="4170">
                        <c:v>227.36500000000001</c:v>
                      </c:pt>
                      <c:pt idx="4171">
                        <c:v>194.756</c:v>
                      </c:pt>
                      <c:pt idx="4172">
                        <c:v>227.10499999999999</c:v>
                      </c:pt>
                      <c:pt idx="4173">
                        <c:v>238.27699999999999</c:v>
                      </c:pt>
                      <c:pt idx="4174">
                        <c:v>232.34</c:v>
                      </c:pt>
                      <c:pt idx="4175">
                        <c:v>254.767</c:v>
                      </c:pt>
                      <c:pt idx="4176">
                        <c:v>261.36399999999998</c:v>
                      </c:pt>
                      <c:pt idx="4177">
                        <c:v>265.96899999999999</c:v>
                      </c:pt>
                      <c:pt idx="4178">
                        <c:v>252.85</c:v>
                      </c:pt>
                      <c:pt idx="4179">
                        <c:v>245.58099999999999</c:v>
                      </c:pt>
                      <c:pt idx="4180">
                        <c:v>240.88300000000001</c:v>
                      </c:pt>
                      <c:pt idx="4181">
                        <c:v>222.67400000000001</c:v>
                      </c:pt>
                      <c:pt idx="4182">
                        <c:v>216.47200000000001</c:v>
                      </c:pt>
                      <c:pt idx="4183">
                        <c:v>220.85400000000001</c:v>
                      </c:pt>
                      <c:pt idx="4184">
                        <c:v>222.76900000000001</c:v>
                      </c:pt>
                      <c:pt idx="4185">
                        <c:v>241.768</c:v>
                      </c:pt>
                      <c:pt idx="4186">
                        <c:v>251.59100000000001</c:v>
                      </c:pt>
                      <c:pt idx="4187">
                        <c:v>246.80799999999999</c:v>
                      </c:pt>
                      <c:pt idx="4188">
                        <c:v>252.71600000000001</c:v>
                      </c:pt>
                      <c:pt idx="4189">
                        <c:v>267.97500000000002</c:v>
                      </c:pt>
                      <c:pt idx="4190">
                        <c:v>268.94200000000001</c:v>
                      </c:pt>
                      <c:pt idx="4191">
                        <c:v>264.358</c:v>
                      </c:pt>
                      <c:pt idx="4192">
                        <c:v>268.52300000000002</c:v>
                      </c:pt>
                      <c:pt idx="4193">
                        <c:v>279.65499999999997</c:v>
                      </c:pt>
                      <c:pt idx="4194">
                        <c:v>277.69799999999998</c:v>
                      </c:pt>
                      <c:pt idx="4195">
                        <c:v>259.113</c:v>
                      </c:pt>
                      <c:pt idx="4196">
                        <c:v>243.005</c:v>
                      </c:pt>
                      <c:pt idx="4197">
                        <c:v>246.34800000000001</c:v>
                      </c:pt>
                      <c:pt idx="4198">
                        <c:v>245.23400000000001</c:v>
                      </c:pt>
                      <c:pt idx="4199">
                        <c:v>235.833</c:v>
                      </c:pt>
                      <c:pt idx="4200">
                        <c:v>237.09299999999999</c:v>
                      </c:pt>
                      <c:pt idx="4201">
                        <c:v>232.29599999999999</c:v>
                      </c:pt>
                      <c:pt idx="4202">
                        <c:v>224.71299999999999</c:v>
                      </c:pt>
                      <c:pt idx="4203">
                        <c:v>219.78700000000001</c:v>
                      </c:pt>
                      <c:pt idx="4204">
                        <c:v>222.62100000000001</c:v>
                      </c:pt>
                      <c:pt idx="4205">
                        <c:v>231.708</c:v>
                      </c:pt>
                      <c:pt idx="4206">
                        <c:v>238.40700000000001</c:v>
                      </c:pt>
                      <c:pt idx="4207">
                        <c:v>242.49700000000001</c:v>
                      </c:pt>
                      <c:pt idx="4208">
                        <c:v>226.41499999999999</c:v>
                      </c:pt>
                      <c:pt idx="4209">
                        <c:v>221.37299999999999</c:v>
                      </c:pt>
                      <c:pt idx="4210">
                        <c:v>208.80099999999999</c:v>
                      </c:pt>
                      <c:pt idx="4211">
                        <c:v>195.89400000000001</c:v>
                      </c:pt>
                      <c:pt idx="4212">
                        <c:v>193.47900000000001</c:v>
                      </c:pt>
                      <c:pt idx="4213">
                        <c:v>195.59100000000001</c:v>
                      </c:pt>
                      <c:pt idx="4214">
                        <c:v>176.185</c:v>
                      </c:pt>
                      <c:pt idx="4215">
                        <c:v>166.16900000000001</c:v>
                      </c:pt>
                      <c:pt idx="4216">
                        <c:v>169.43899999999999</c:v>
                      </c:pt>
                      <c:pt idx="4217">
                        <c:v>172.79599999999999</c:v>
                      </c:pt>
                      <c:pt idx="4218">
                        <c:v>169.452</c:v>
                      </c:pt>
                      <c:pt idx="4219">
                        <c:v>151.995</c:v>
                      </c:pt>
                      <c:pt idx="4220">
                        <c:v>138.49199999999999</c:v>
                      </c:pt>
                      <c:pt idx="4221">
                        <c:v>135.291</c:v>
                      </c:pt>
                      <c:pt idx="4222">
                        <c:v>124.919</c:v>
                      </c:pt>
                      <c:pt idx="4223">
                        <c:v>123.126</c:v>
                      </c:pt>
                      <c:pt idx="4224">
                        <c:v>132.524</c:v>
                      </c:pt>
                      <c:pt idx="4225">
                        <c:v>138.23099999999999</c:v>
                      </c:pt>
                      <c:pt idx="4226">
                        <c:v>166.46799999999999</c:v>
                      </c:pt>
                      <c:pt idx="4227">
                        <c:v>168.565</c:v>
                      </c:pt>
                      <c:pt idx="4228">
                        <c:v>160.88399999999999</c:v>
                      </c:pt>
                      <c:pt idx="4229">
                        <c:v>150.125</c:v>
                      </c:pt>
                      <c:pt idx="4230">
                        <c:v>152.357</c:v>
                      </c:pt>
                      <c:pt idx="4231">
                        <c:v>156.511</c:v>
                      </c:pt>
                      <c:pt idx="4232">
                        <c:v>155.642</c:v>
                      </c:pt>
                      <c:pt idx="4233">
                        <c:v>155.68600000000001</c:v>
                      </c:pt>
                      <c:pt idx="4234">
                        <c:v>151.83500000000001</c:v>
                      </c:pt>
                      <c:pt idx="4235">
                        <c:v>158.20699999999999</c:v>
                      </c:pt>
                      <c:pt idx="4236">
                        <c:v>159.785</c:v>
                      </c:pt>
                      <c:pt idx="4237">
                        <c:v>164.56800000000001</c:v>
                      </c:pt>
                      <c:pt idx="4238">
                        <c:v>167.16</c:v>
                      </c:pt>
                      <c:pt idx="4239">
                        <c:v>160.73099999999999</c:v>
                      </c:pt>
                      <c:pt idx="4240">
                        <c:v>150.67500000000001</c:v>
                      </c:pt>
                      <c:pt idx="4241">
                        <c:v>139.43199999999999</c:v>
                      </c:pt>
                      <c:pt idx="4242">
                        <c:v>136.762</c:v>
                      </c:pt>
                      <c:pt idx="4243">
                        <c:v>135.38800000000001</c:v>
                      </c:pt>
                      <c:pt idx="4244">
                        <c:v>139.79499999999999</c:v>
                      </c:pt>
                      <c:pt idx="4245">
                        <c:v>143.41300000000001</c:v>
                      </c:pt>
                      <c:pt idx="4246">
                        <c:v>146.964</c:v>
                      </c:pt>
                      <c:pt idx="4247">
                        <c:v>149.00200000000001</c:v>
                      </c:pt>
                      <c:pt idx="4248">
                        <c:v>150.876</c:v>
                      </c:pt>
                      <c:pt idx="4249">
                        <c:v>151.19200000000001</c:v>
                      </c:pt>
                      <c:pt idx="4250">
                        <c:v>148.78299999999999</c:v>
                      </c:pt>
                      <c:pt idx="4251">
                        <c:v>146.75700000000001</c:v>
                      </c:pt>
                      <c:pt idx="4252">
                        <c:v>143.99600000000001</c:v>
                      </c:pt>
                      <c:pt idx="4253">
                        <c:v>136.626</c:v>
                      </c:pt>
                      <c:pt idx="4254">
                        <c:v>123.902</c:v>
                      </c:pt>
                      <c:pt idx="4255">
                        <c:v>118.907</c:v>
                      </c:pt>
                      <c:pt idx="4256">
                        <c:v>123.952</c:v>
                      </c:pt>
                      <c:pt idx="4257">
                        <c:v>128.69900000000001</c:v>
                      </c:pt>
                      <c:pt idx="4258">
                        <c:v>127.687</c:v>
                      </c:pt>
                      <c:pt idx="4259">
                        <c:v>129.65600000000001</c:v>
                      </c:pt>
                      <c:pt idx="4260">
                        <c:v>129.15700000000001</c:v>
                      </c:pt>
                      <c:pt idx="4261">
                        <c:v>129.36600000000001</c:v>
                      </c:pt>
                      <c:pt idx="4262">
                        <c:v>128.86600000000001</c:v>
                      </c:pt>
                      <c:pt idx="4263">
                        <c:v>128.22</c:v>
                      </c:pt>
                      <c:pt idx="4264">
                        <c:v>128.9</c:v>
                      </c:pt>
                      <c:pt idx="4265">
                        <c:v>127.16</c:v>
                      </c:pt>
                      <c:pt idx="4266">
                        <c:v>124.649</c:v>
                      </c:pt>
                      <c:pt idx="4267">
                        <c:v>124.727</c:v>
                      </c:pt>
                      <c:pt idx="4268">
                        <c:v>124.21899999999999</c:v>
                      </c:pt>
                      <c:pt idx="4269">
                        <c:v>124.611</c:v>
                      </c:pt>
                      <c:pt idx="4270">
                        <c:v>126.111</c:v>
                      </c:pt>
                      <c:pt idx="4271">
                        <c:v>128.60300000000001</c:v>
                      </c:pt>
                      <c:pt idx="4272">
                        <c:v>131.88900000000001</c:v>
                      </c:pt>
                      <c:pt idx="4273">
                        <c:v>131.96</c:v>
                      </c:pt>
                      <c:pt idx="4274">
                        <c:v>129.976</c:v>
                      </c:pt>
                      <c:pt idx="4275">
                        <c:v>129.18899999999999</c:v>
                      </c:pt>
                      <c:pt idx="4276">
                        <c:v>128.53700000000001</c:v>
                      </c:pt>
                      <c:pt idx="4277">
                        <c:v>127.55800000000001</c:v>
                      </c:pt>
                      <c:pt idx="4278">
                        <c:v>122.991</c:v>
                      </c:pt>
                      <c:pt idx="4279">
                        <c:v>120.46299999999999</c:v>
                      </c:pt>
                      <c:pt idx="4280">
                        <c:v>122.044</c:v>
                      </c:pt>
                      <c:pt idx="4281">
                        <c:v>123.068</c:v>
                      </c:pt>
                      <c:pt idx="4282">
                        <c:v>119.10299999999999</c:v>
                      </c:pt>
                      <c:pt idx="4283">
                        <c:v>116.2</c:v>
                      </c:pt>
                      <c:pt idx="4284">
                        <c:v>109.05</c:v>
                      </c:pt>
                      <c:pt idx="4285">
                        <c:v>105.128</c:v>
                      </c:pt>
                      <c:pt idx="4286">
                        <c:v>110.48099999999999</c:v>
                      </c:pt>
                      <c:pt idx="4287">
                        <c:v>115.837</c:v>
                      </c:pt>
                      <c:pt idx="4288">
                        <c:v>117.065</c:v>
                      </c:pt>
                      <c:pt idx="4289">
                        <c:v>122.465</c:v>
                      </c:pt>
                      <c:pt idx="4290">
                        <c:v>120.414</c:v>
                      </c:pt>
                      <c:pt idx="4291">
                        <c:v>121.622</c:v>
                      </c:pt>
                      <c:pt idx="4292">
                        <c:v>122.38</c:v>
                      </c:pt>
                      <c:pt idx="4293">
                        <c:v>120.498</c:v>
                      </c:pt>
                      <c:pt idx="4294">
                        <c:v>118.621</c:v>
                      </c:pt>
                      <c:pt idx="4295">
                        <c:v>117.678</c:v>
                      </c:pt>
                      <c:pt idx="4296">
                        <c:v>119.38500000000001</c:v>
                      </c:pt>
                      <c:pt idx="4297">
                        <c:v>122.09699999999999</c:v>
                      </c:pt>
                      <c:pt idx="4298">
                        <c:v>146.15799999999999</c:v>
                      </c:pt>
                      <c:pt idx="4299">
                        <c:v>151.31700000000001</c:v>
                      </c:pt>
                      <c:pt idx="4300">
                        <c:v>163.66900000000001</c:v>
                      </c:pt>
                      <c:pt idx="4301">
                        <c:v>165.029</c:v>
                      </c:pt>
                      <c:pt idx="4302">
                        <c:v>162.65299999999999</c:v>
                      </c:pt>
                      <c:pt idx="4303">
                        <c:v>157.238</c:v>
                      </c:pt>
                      <c:pt idx="4304">
                        <c:v>154.79300000000001</c:v>
                      </c:pt>
                      <c:pt idx="4305">
                        <c:v>151.91999999999999</c:v>
                      </c:pt>
                      <c:pt idx="4306">
                        <c:v>146.315</c:v>
                      </c:pt>
                      <c:pt idx="4307">
                        <c:v>146.38999999999999</c:v>
                      </c:pt>
                      <c:pt idx="4308">
                        <c:v>138.96700000000001</c:v>
                      </c:pt>
                      <c:pt idx="4309">
                        <c:v>134.90199999999999</c:v>
                      </c:pt>
                      <c:pt idx="4310">
                        <c:v>127.18600000000001</c:v>
                      </c:pt>
                      <c:pt idx="4311">
                        <c:v>123.077</c:v>
                      </c:pt>
                      <c:pt idx="4312">
                        <c:v>118.062</c:v>
                      </c:pt>
                      <c:pt idx="4313">
                        <c:v>116.259</c:v>
                      </c:pt>
                      <c:pt idx="4314">
                        <c:v>117.831</c:v>
                      </c:pt>
                      <c:pt idx="4315">
                        <c:v>120.44199999999999</c:v>
                      </c:pt>
                      <c:pt idx="4316">
                        <c:v>122.19499999999999</c:v>
                      </c:pt>
                      <c:pt idx="4317">
                        <c:v>119.514</c:v>
                      </c:pt>
                      <c:pt idx="4318">
                        <c:v>119.633</c:v>
                      </c:pt>
                      <c:pt idx="4319">
                        <c:v>119.39</c:v>
                      </c:pt>
                      <c:pt idx="4320">
                        <c:v>119.21299999999999</c:v>
                      </c:pt>
                      <c:pt idx="4321">
                        <c:v>118.822</c:v>
                      </c:pt>
                      <c:pt idx="4322">
                        <c:v>119.694</c:v>
                      </c:pt>
                      <c:pt idx="4323">
                        <c:v>122.00700000000001</c:v>
                      </c:pt>
                      <c:pt idx="4324">
                        <c:v>120.241</c:v>
                      </c:pt>
                      <c:pt idx="4325">
                        <c:v>124.663</c:v>
                      </c:pt>
                      <c:pt idx="4326">
                        <c:v>124.685</c:v>
                      </c:pt>
                      <c:pt idx="4327">
                        <c:v>125.316</c:v>
                      </c:pt>
                      <c:pt idx="4328">
                        <c:v>126.755</c:v>
                      </c:pt>
                      <c:pt idx="4329">
                        <c:v>123.46299999999999</c:v>
                      </c:pt>
                      <c:pt idx="4330">
                        <c:v>118.871</c:v>
                      </c:pt>
                      <c:pt idx="4331">
                        <c:v>109.196</c:v>
                      </c:pt>
                      <c:pt idx="4332">
                        <c:v>103.886</c:v>
                      </c:pt>
                      <c:pt idx="4333">
                        <c:v>91.814999999999998</c:v>
                      </c:pt>
                      <c:pt idx="4334">
                        <c:v>87.572999999999993</c:v>
                      </c:pt>
                      <c:pt idx="4335">
                        <c:v>87.114999999999995</c:v>
                      </c:pt>
                      <c:pt idx="4336">
                        <c:v>94.477999999999994</c:v>
                      </c:pt>
                      <c:pt idx="4337">
                        <c:v>98.185000000000002</c:v>
                      </c:pt>
                      <c:pt idx="4338">
                        <c:v>96.064999999999998</c:v>
                      </c:pt>
                      <c:pt idx="4339">
                        <c:v>96.316000000000003</c:v>
                      </c:pt>
                      <c:pt idx="4340">
                        <c:v>96.087000000000003</c:v>
                      </c:pt>
                      <c:pt idx="4341">
                        <c:v>95.477999999999994</c:v>
                      </c:pt>
                      <c:pt idx="4342">
                        <c:v>94.644000000000005</c:v>
                      </c:pt>
                      <c:pt idx="4343">
                        <c:v>94.317999999999998</c:v>
                      </c:pt>
                      <c:pt idx="4344">
                        <c:v>89.861999999999995</c:v>
                      </c:pt>
                      <c:pt idx="4345">
                        <c:v>89.683000000000007</c:v>
                      </c:pt>
                      <c:pt idx="4346">
                        <c:v>90.367999999999995</c:v>
                      </c:pt>
                      <c:pt idx="4347">
                        <c:v>88.031999999999996</c:v>
                      </c:pt>
                      <c:pt idx="4348">
                        <c:v>88.826999999999998</c:v>
                      </c:pt>
                      <c:pt idx="4349">
                        <c:v>85.745999999999995</c:v>
                      </c:pt>
                      <c:pt idx="4350">
                        <c:v>85.369</c:v>
                      </c:pt>
                      <c:pt idx="4351">
                        <c:v>85.063000000000002</c:v>
                      </c:pt>
                      <c:pt idx="4352">
                        <c:v>84.831999999999994</c:v>
                      </c:pt>
                      <c:pt idx="4353">
                        <c:v>86.56</c:v>
                      </c:pt>
                      <c:pt idx="4354">
                        <c:v>86.671999999999997</c:v>
                      </c:pt>
                      <c:pt idx="4355">
                        <c:v>88.513000000000005</c:v>
                      </c:pt>
                      <c:pt idx="4356">
                        <c:v>89.28</c:v>
                      </c:pt>
                      <c:pt idx="4357">
                        <c:v>92.826999999999998</c:v>
                      </c:pt>
                      <c:pt idx="4358">
                        <c:v>93.433000000000007</c:v>
                      </c:pt>
                      <c:pt idx="4359">
                        <c:v>93.082999999999998</c:v>
                      </c:pt>
                      <c:pt idx="4360">
                        <c:v>92.582999999999998</c:v>
                      </c:pt>
                      <c:pt idx="4361">
                        <c:v>92.697999999999993</c:v>
                      </c:pt>
                      <c:pt idx="4362">
                        <c:v>93.206000000000003</c:v>
                      </c:pt>
                      <c:pt idx="4363">
                        <c:v>95.558000000000007</c:v>
                      </c:pt>
                      <c:pt idx="4364">
                        <c:v>95.832999999999998</c:v>
                      </c:pt>
                      <c:pt idx="4365">
                        <c:v>93.13</c:v>
                      </c:pt>
                      <c:pt idx="4366">
                        <c:v>91.426000000000002</c:v>
                      </c:pt>
                      <c:pt idx="4367">
                        <c:v>91.144000000000005</c:v>
                      </c:pt>
                      <c:pt idx="4368">
                        <c:v>90.930999999999997</c:v>
                      </c:pt>
                      <c:pt idx="4369">
                        <c:v>90.198999999999998</c:v>
                      </c:pt>
                      <c:pt idx="4370">
                        <c:v>89.364999999999995</c:v>
                      </c:pt>
                      <c:pt idx="4371">
                        <c:v>88.656999999999996</c:v>
                      </c:pt>
                      <c:pt idx="4372">
                        <c:v>88.622</c:v>
                      </c:pt>
                      <c:pt idx="4373">
                        <c:v>89.043999999999997</c:v>
                      </c:pt>
                      <c:pt idx="4374">
                        <c:v>89.677000000000007</c:v>
                      </c:pt>
                      <c:pt idx="4375">
                        <c:v>89.108000000000004</c:v>
                      </c:pt>
                      <c:pt idx="4376">
                        <c:v>89.191999999999993</c:v>
                      </c:pt>
                      <c:pt idx="4377">
                        <c:v>89.995999999999995</c:v>
                      </c:pt>
                      <c:pt idx="4378">
                        <c:v>94.05</c:v>
                      </c:pt>
                      <c:pt idx="4379">
                        <c:v>97.954999999999998</c:v>
                      </c:pt>
                      <c:pt idx="4380">
                        <c:v>99.448999999999998</c:v>
                      </c:pt>
                      <c:pt idx="4381">
                        <c:v>101.446</c:v>
                      </c:pt>
                      <c:pt idx="4382">
                        <c:v>106.411</c:v>
                      </c:pt>
                      <c:pt idx="4383">
                        <c:v>107.239</c:v>
                      </c:pt>
                      <c:pt idx="4384">
                        <c:v>105.53100000000001</c:v>
                      </c:pt>
                      <c:pt idx="4385">
                        <c:v>104.498</c:v>
                      </c:pt>
                      <c:pt idx="4386">
                        <c:v>105.655</c:v>
                      </c:pt>
                      <c:pt idx="4387">
                        <c:v>106.89700000000001</c:v>
                      </c:pt>
                      <c:pt idx="4388">
                        <c:v>110.559</c:v>
                      </c:pt>
                      <c:pt idx="4389">
                        <c:v>110.943</c:v>
                      </c:pt>
                      <c:pt idx="4390">
                        <c:v>113.551</c:v>
                      </c:pt>
                      <c:pt idx="4391">
                        <c:v>112.604</c:v>
                      </c:pt>
                      <c:pt idx="4392">
                        <c:v>112.91500000000001</c:v>
                      </c:pt>
                      <c:pt idx="4393">
                        <c:v>111.491</c:v>
                      </c:pt>
                      <c:pt idx="4394">
                        <c:v>108.617</c:v>
                      </c:pt>
                      <c:pt idx="4395">
                        <c:v>104.18300000000001</c:v>
                      </c:pt>
                      <c:pt idx="4396">
                        <c:v>100.32899999999999</c:v>
                      </c:pt>
                      <c:pt idx="4397">
                        <c:v>97.242999999999995</c:v>
                      </c:pt>
                      <c:pt idx="4398">
                        <c:v>95.308000000000007</c:v>
                      </c:pt>
                      <c:pt idx="4399">
                        <c:v>97.658000000000001</c:v>
                      </c:pt>
                      <c:pt idx="4400">
                        <c:v>97.501000000000005</c:v>
                      </c:pt>
                      <c:pt idx="4401">
                        <c:v>95.929000000000002</c:v>
                      </c:pt>
                      <c:pt idx="4402">
                        <c:v>95.010999999999996</c:v>
                      </c:pt>
                      <c:pt idx="4403">
                        <c:v>95.180999999999997</c:v>
                      </c:pt>
                      <c:pt idx="4404">
                        <c:v>96.870999999999995</c:v>
                      </c:pt>
                      <c:pt idx="4405">
                        <c:v>98.463999999999999</c:v>
                      </c:pt>
                      <c:pt idx="4406">
                        <c:v>101.54</c:v>
                      </c:pt>
                      <c:pt idx="4407">
                        <c:v>102.804</c:v>
                      </c:pt>
                      <c:pt idx="4408">
                        <c:v>109.45099999999999</c:v>
                      </c:pt>
                      <c:pt idx="4409">
                        <c:v>111.27800000000001</c:v>
                      </c:pt>
                      <c:pt idx="4410">
                        <c:v>107.616</c:v>
                      </c:pt>
                      <c:pt idx="4411">
                        <c:v>113.81100000000001</c:v>
                      </c:pt>
                      <c:pt idx="4412">
                        <c:v>121.289</c:v>
                      </c:pt>
                      <c:pt idx="4413">
                        <c:v>117.039</c:v>
                      </c:pt>
                      <c:pt idx="4414">
                        <c:v>117.575</c:v>
                      </c:pt>
                      <c:pt idx="4415">
                        <c:v>121.398</c:v>
                      </c:pt>
                      <c:pt idx="4416">
                        <c:v>126.486</c:v>
                      </c:pt>
                      <c:pt idx="4417">
                        <c:v>125.726</c:v>
                      </c:pt>
                      <c:pt idx="4418">
                        <c:v>133.54499999999999</c:v>
                      </c:pt>
                      <c:pt idx="4419">
                        <c:v>125.377</c:v>
                      </c:pt>
                      <c:pt idx="4420">
                        <c:v>120.654</c:v>
                      </c:pt>
                      <c:pt idx="4421">
                        <c:v>110.96599999999999</c:v>
                      </c:pt>
                      <c:pt idx="4422">
                        <c:v>113.751</c:v>
                      </c:pt>
                      <c:pt idx="4423">
                        <c:v>116.354</c:v>
                      </c:pt>
                      <c:pt idx="4424">
                        <c:v>116.208</c:v>
                      </c:pt>
                      <c:pt idx="4425">
                        <c:v>111.361</c:v>
                      </c:pt>
                      <c:pt idx="4426">
                        <c:v>114.258</c:v>
                      </c:pt>
                      <c:pt idx="4427">
                        <c:v>111.874</c:v>
                      </c:pt>
                      <c:pt idx="4428">
                        <c:v>120.092</c:v>
                      </c:pt>
                      <c:pt idx="4429">
                        <c:v>124.02800000000001</c:v>
                      </c:pt>
                      <c:pt idx="4430">
                        <c:v>126.021</c:v>
                      </c:pt>
                      <c:pt idx="4431">
                        <c:v>131.523</c:v>
                      </c:pt>
                      <c:pt idx="4432">
                        <c:v>132.161</c:v>
                      </c:pt>
                      <c:pt idx="4433">
                        <c:v>133.63200000000001</c:v>
                      </c:pt>
                      <c:pt idx="4434">
                        <c:v>136.61500000000001</c:v>
                      </c:pt>
                      <c:pt idx="4435">
                        <c:v>134.66300000000001</c:v>
                      </c:pt>
                      <c:pt idx="4436">
                        <c:v>130.50700000000001</c:v>
                      </c:pt>
                      <c:pt idx="4437">
                        <c:v>129.13399999999999</c:v>
                      </c:pt>
                      <c:pt idx="4438">
                        <c:v>127.217</c:v>
                      </c:pt>
                      <c:pt idx="4439">
                        <c:v>124.411</c:v>
                      </c:pt>
                      <c:pt idx="4440">
                        <c:v>126.874</c:v>
                      </c:pt>
                      <c:pt idx="4441">
                        <c:v>125.982</c:v>
                      </c:pt>
                      <c:pt idx="4442">
                        <c:v>126.11499999999999</c:v>
                      </c:pt>
                      <c:pt idx="4443">
                        <c:v>125.65900000000001</c:v>
                      </c:pt>
                      <c:pt idx="4444">
                        <c:v>123.203</c:v>
                      </c:pt>
                      <c:pt idx="4445">
                        <c:v>119.13500000000001</c:v>
                      </c:pt>
                      <c:pt idx="4446">
                        <c:v>113.98099999999999</c:v>
                      </c:pt>
                      <c:pt idx="4447">
                        <c:v>107.404</c:v>
                      </c:pt>
                      <c:pt idx="4448">
                        <c:v>107.654</c:v>
                      </c:pt>
                      <c:pt idx="4449">
                        <c:v>113.014</c:v>
                      </c:pt>
                      <c:pt idx="4450">
                        <c:v>113.298</c:v>
                      </c:pt>
                      <c:pt idx="4451">
                        <c:v>115.182</c:v>
                      </c:pt>
                      <c:pt idx="4452">
                        <c:v>115.408</c:v>
                      </c:pt>
                      <c:pt idx="4453">
                        <c:v>117.58799999999999</c:v>
                      </c:pt>
                      <c:pt idx="4454">
                        <c:v>121.342</c:v>
                      </c:pt>
                      <c:pt idx="4455">
                        <c:v>123.64400000000001</c:v>
                      </c:pt>
                      <c:pt idx="4456">
                        <c:v>123.77</c:v>
                      </c:pt>
                      <c:pt idx="4457">
                        <c:v>125.241</c:v>
                      </c:pt>
                      <c:pt idx="4458">
                        <c:v>133.209</c:v>
                      </c:pt>
                      <c:pt idx="4459">
                        <c:v>139.80699999999999</c:v>
                      </c:pt>
                      <c:pt idx="4460">
                        <c:v>139.89400000000001</c:v>
                      </c:pt>
                      <c:pt idx="4461">
                        <c:v>135.57</c:v>
                      </c:pt>
                      <c:pt idx="4462">
                        <c:v>129.607</c:v>
                      </c:pt>
                      <c:pt idx="4463">
                        <c:v>126.9</c:v>
                      </c:pt>
                      <c:pt idx="4464">
                        <c:v>128.59700000000001</c:v>
                      </c:pt>
                      <c:pt idx="4465">
                        <c:v>133.553</c:v>
                      </c:pt>
                      <c:pt idx="4466">
                        <c:v>133.267</c:v>
                      </c:pt>
                      <c:pt idx="4467">
                        <c:v>130.99799999999999</c:v>
                      </c:pt>
                      <c:pt idx="4468">
                        <c:v>131.869</c:v>
                      </c:pt>
                      <c:pt idx="4469">
                        <c:v>134.49</c:v>
                      </c:pt>
                      <c:pt idx="4470">
                        <c:v>136.488</c:v>
                      </c:pt>
                      <c:pt idx="4471">
                        <c:v>138.648</c:v>
                      </c:pt>
                      <c:pt idx="4472">
                        <c:v>139.88399999999999</c:v>
                      </c:pt>
                      <c:pt idx="4473">
                        <c:v>139.905</c:v>
                      </c:pt>
                      <c:pt idx="4474">
                        <c:v>142.81200000000001</c:v>
                      </c:pt>
                      <c:pt idx="4475">
                        <c:v>143.41399999999999</c:v>
                      </c:pt>
                      <c:pt idx="4476">
                        <c:v>142.67099999999999</c:v>
                      </c:pt>
                      <c:pt idx="4477">
                        <c:v>142.11000000000001</c:v>
                      </c:pt>
                      <c:pt idx="4478">
                        <c:v>141.821</c:v>
                      </c:pt>
                      <c:pt idx="4479">
                        <c:v>140.34200000000001</c:v>
                      </c:pt>
                      <c:pt idx="4480">
                        <c:v>137.929</c:v>
                      </c:pt>
                      <c:pt idx="4481">
                        <c:v>139.31700000000001</c:v>
                      </c:pt>
                      <c:pt idx="4482">
                        <c:v>137.56899999999999</c:v>
                      </c:pt>
                      <c:pt idx="4483">
                        <c:v>136.02199999999999</c:v>
                      </c:pt>
                      <c:pt idx="4484">
                        <c:v>133.48699999999999</c:v>
                      </c:pt>
                      <c:pt idx="4485">
                        <c:v>129.536</c:v>
                      </c:pt>
                      <c:pt idx="4486">
                        <c:v>127.83</c:v>
                      </c:pt>
                      <c:pt idx="4487">
                        <c:v>126.285</c:v>
                      </c:pt>
                      <c:pt idx="4488">
                        <c:v>127.51600000000001</c:v>
                      </c:pt>
                      <c:pt idx="4489">
                        <c:v>129.215</c:v>
                      </c:pt>
                      <c:pt idx="4490">
                        <c:v>131.10900000000001</c:v>
                      </c:pt>
                      <c:pt idx="4491">
                        <c:v>132.72900000000001</c:v>
                      </c:pt>
                      <c:pt idx="4492">
                        <c:v>135.613</c:v>
                      </c:pt>
                      <c:pt idx="4493">
                        <c:v>139.535</c:v>
                      </c:pt>
                      <c:pt idx="4494">
                        <c:v>140.66399999999999</c:v>
                      </c:pt>
                      <c:pt idx="4495">
                        <c:v>140.851</c:v>
                      </c:pt>
                      <c:pt idx="4496">
                        <c:v>139.053</c:v>
                      </c:pt>
                      <c:pt idx="4497">
                        <c:v>137.18199999999999</c:v>
                      </c:pt>
                      <c:pt idx="4498">
                        <c:v>134.99199999999999</c:v>
                      </c:pt>
                      <c:pt idx="4499">
                        <c:v>135.37299999999999</c:v>
                      </c:pt>
                      <c:pt idx="4500">
                        <c:v>136.03700000000001</c:v>
                      </c:pt>
                      <c:pt idx="4501">
                        <c:v>136.38999999999999</c:v>
                      </c:pt>
                      <c:pt idx="4502">
                        <c:v>137.80500000000001</c:v>
                      </c:pt>
                      <c:pt idx="4503">
                        <c:v>138.29400000000001</c:v>
                      </c:pt>
                      <c:pt idx="4504">
                        <c:v>138.899</c:v>
                      </c:pt>
                      <c:pt idx="4505">
                        <c:v>138.203</c:v>
                      </c:pt>
                      <c:pt idx="4506">
                        <c:v>139.834</c:v>
                      </c:pt>
                      <c:pt idx="4507">
                        <c:v>138.84700000000001</c:v>
                      </c:pt>
                      <c:pt idx="4508">
                        <c:v>139.05099999999999</c:v>
                      </c:pt>
                      <c:pt idx="4509">
                        <c:v>143.17500000000001</c:v>
                      </c:pt>
                      <c:pt idx="4510">
                        <c:v>144.24100000000001</c:v>
                      </c:pt>
                      <c:pt idx="4511">
                        <c:v>145.53399999999999</c:v>
                      </c:pt>
                      <c:pt idx="4512">
                        <c:v>144.68799999999999</c:v>
                      </c:pt>
                      <c:pt idx="4513">
                        <c:v>149.10300000000001</c:v>
                      </c:pt>
                      <c:pt idx="4514">
                        <c:v>149.36500000000001</c:v>
                      </c:pt>
                      <c:pt idx="4515">
                        <c:v>146.9</c:v>
                      </c:pt>
                      <c:pt idx="4516">
                        <c:v>146.92099999999999</c:v>
                      </c:pt>
                      <c:pt idx="4517">
                        <c:v>146.76599999999999</c:v>
                      </c:pt>
                      <c:pt idx="4518">
                        <c:v>148.14400000000001</c:v>
                      </c:pt>
                      <c:pt idx="4519">
                        <c:v>153.161</c:v>
                      </c:pt>
                      <c:pt idx="4520">
                        <c:v>153.221</c:v>
                      </c:pt>
                      <c:pt idx="4521">
                        <c:v>148.886</c:v>
                      </c:pt>
                      <c:pt idx="4522">
                        <c:v>147.25700000000001</c:v>
                      </c:pt>
                      <c:pt idx="4523">
                        <c:v>146.14599999999999</c:v>
                      </c:pt>
                      <c:pt idx="4524">
                        <c:v>144.69300000000001</c:v>
                      </c:pt>
                      <c:pt idx="4525">
                        <c:v>144.994</c:v>
                      </c:pt>
                      <c:pt idx="4526">
                        <c:v>145.071</c:v>
                      </c:pt>
                      <c:pt idx="4527">
                        <c:v>145.35599999999999</c:v>
                      </c:pt>
                      <c:pt idx="4528">
                        <c:v>146.41499999999999</c:v>
                      </c:pt>
                      <c:pt idx="4529">
                        <c:v>147.708</c:v>
                      </c:pt>
                      <c:pt idx="4530">
                        <c:v>148.77199999999999</c:v>
                      </c:pt>
                      <c:pt idx="4531">
                        <c:v>146.24600000000001</c:v>
                      </c:pt>
                      <c:pt idx="4532">
                        <c:v>143.928</c:v>
                      </c:pt>
                      <c:pt idx="4533">
                        <c:v>142.57</c:v>
                      </c:pt>
                      <c:pt idx="4534">
                        <c:v>143.209</c:v>
                      </c:pt>
                      <c:pt idx="4535">
                        <c:v>144.10499999999999</c:v>
                      </c:pt>
                      <c:pt idx="4536">
                        <c:v>146.386</c:v>
                      </c:pt>
                      <c:pt idx="4537">
                        <c:v>146.81399999999999</c:v>
                      </c:pt>
                      <c:pt idx="4538">
                        <c:v>144.548</c:v>
                      </c:pt>
                      <c:pt idx="4539">
                        <c:v>142.166</c:v>
                      </c:pt>
                      <c:pt idx="4540">
                        <c:v>139.887</c:v>
                      </c:pt>
                      <c:pt idx="4541">
                        <c:v>139.20599999999999</c:v>
                      </c:pt>
                      <c:pt idx="4542">
                        <c:v>136.92599999999999</c:v>
                      </c:pt>
                      <c:pt idx="4543">
                        <c:v>132.536</c:v>
                      </c:pt>
                      <c:pt idx="4544">
                        <c:v>132.79</c:v>
                      </c:pt>
                      <c:pt idx="4545">
                        <c:v>132.07400000000001</c:v>
                      </c:pt>
                      <c:pt idx="4546">
                        <c:v>131.86099999999999</c:v>
                      </c:pt>
                      <c:pt idx="4547">
                        <c:v>131.84899999999999</c:v>
                      </c:pt>
                      <c:pt idx="4548">
                        <c:v>131.745</c:v>
                      </c:pt>
                      <c:pt idx="4549">
                        <c:v>132.46100000000001</c:v>
                      </c:pt>
                      <c:pt idx="4550">
                        <c:v>133.453</c:v>
                      </c:pt>
                      <c:pt idx="4551">
                        <c:v>133.572</c:v>
                      </c:pt>
                      <c:pt idx="4552">
                        <c:v>132.20099999999999</c:v>
                      </c:pt>
                      <c:pt idx="4553">
                        <c:v>132.477</c:v>
                      </c:pt>
                      <c:pt idx="4554">
                        <c:v>134.196</c:v>
                      </c:pt>
                      <c:pt idx="4555">
                        <c:v>132.71100000000001</c:v>
                      </c:pt>
                      <c:pt idx="4556">
                        <c:v>132.37299999999999</c:v>
                      </c:pt>
                      <c:pt idx="4557">
                        <c:v>133.16</c:v>
                      </c:pt>
                      <c:pt idx="4558">
                        <c:v>146.09399999999999</c:v>
                      </c:pt>
                      <c:pt idx="4559">
                        <c:v>150.83199999999999</c:v>
                      </c:pt>
                      <c:pt idx="4560">
                        <c:v>151.02099999999999</c:v>
                      </c:pt>
                      <c:pt idx="4561">
                        <c:v>150.755</c:v>
                      </c:pt>
                      <c:pt idx="4562">
                        <c:v>153.60599999999999</c:v>
                      </c:pt>
                      <c:pt idx="4563">
                        <c:v>156.47900000000001</c:v>
                      </c:pt>
                      <c:pt idx="4564">
                        <c:v>162.30099999999999</c:v>
                      </c:pt>
                      <c:pt idx="4565">
                        <c:v>164.244</c:v>
                      </c:pt>
                      <c:pt idx="4566">
                        <c:v>168.749</c:v>
                      </c:pt>
                      <c:pt idx="4567">
                        <c:v>169.98400000000001</c:v>
                      </c:pt>
                      <c:pt idx="4568">
                        <c:v>173.71</c:v>
                      </c:pt>
                      <c:pt idx="4569">
                        <c:v>172.959</c:v>
                      </c:pt>
                      <c:pt idx="4570">
                        <c:v>173.32900000000001</c:v>
                      </c:pt>
                      <c:pt idx="4571">
                        <c:v>168.512</c:v>
                      </c:pt>
                      <c:pt idx="4572">
                        <c:v>166.20599999999999</c:v>
                      </c:pt>
                      <c:pt idx="4573">
                        <c:v>166.227</c:v>
                      </c:pt>
                      <c:pt idx="4574">
                        <c:v>169.45099999999999</c:v>
                      </c:pt>
                      <c:pt idx="4575">
                        <c:v>166.77699999999999</c:v>
                      </c:pt>
                      <c:pt idx="4576">
                        <c:v>162.374</c:v>
                      </c:pt>
                      <c:pt idx="4577">
                        <c:v>161.53899999999999</c:v>
                      </c:pt>
                      <c:pt idx="4578">
                        <c:v>162.15799999999999</c:v>
                      </c:pt>
                      <c:pt idx="4579">
                        <c:v>158.99799999999999</c:v>
                      </c:pt>
                      <c:pt idx="4580">
                        <c:v>157.041</c:v>
                      </c:pt>
                      <c:pt idx="4581">
                        <c:v>157.07900000000001</c:v>
                      </c:pt>
                      <c:pt idx="4582">
                        <c:v>158.26</c:v>
                      </c:pt>
                      <c:pt idx="4583">
                        <c:v>156.77000000000001</c:v>
                      </c:pt>
                      <c:pt idx="4584">
                        <c:v>153.68199999999999</c:v>
                      </c:pt>
                      <c:pt idx="4585">
                        <c:v>154.63399999999999</c:v>
                      </c:pt>
                      <c:pt idx="4586">
                        <c:v>158.03200000000001</c:v>
                      </c:pt>
                      <c:pt idx="4587">
                        <c:v>163.66999999999999</c:v>
                      </c:pt>
                      <c:pt idx="4588">
                        <c:v>167.815</c:v>
                      </c:pt>
                      <c:pt idx="4589">
                        <c:v>167.69900000000001</c:v>
                      </c:pt>
                      <c:pt idx="4590">
                        <c:v>165.47900000000001</c:v>
                      </c:pt>
                      <c:pt idx="4591">
                        <c:v>164.559</c:v>
                      </c:pt>
                      <c:pt idx="4592">
                        <c:v>163.72200000000001</c:v>
                      </c:pt>
                      <c:pt idx="4593">
                        <c:v>162.28299999999999</c:v>
                      </c:pt>
                      <c:pt idx="4594">
                        <c:v>166.3</c:v>
                      </c:pt>
                      <c:pt idx="4595">
                        <c:v>171.68299999999999</c:v>
                      </c:pt>
                      <c:pt idx="4596">
                        <c:v>172.66900000000001</c:v>
                      </c:pt>
                      <c:pt idx="4597">
                        <c:v>174.01400000000001</c:v>
                      </c:pt>
                      <c:pt idx="4598">
                        <c:v>174.64699999999999</c:v>
                      </c:pt>
                      <c:pt idx="4599">
                        <c:v>176.803</c:v>
                      </c:pt>
                      <c:pt idx="4600">
                        <c:v>179.53299999999999</c:v>
                      </c:pt>
                      <c:pt idx="4601">
                        <c:v>181.56899999999999</c:v>
                      </c:pt>
                      <c:pt idx="4602">
                        <c:v>182.57300000000001</c:v>
                      </c:pt>
                      <c:pt idx="4603">
                        <c:v>185.19</c:v>
                      </c:pt>
                      <c:pt idx="4604">
                        <c:v>191.06</c:v>
                      </c:pt>
                      <c:pt idx="4605">
                        <c:v>196.91200000000001</c:v>
                      </c:pt>
                      <c:pt idx="4606">
                        <c:v>196.965</c:v>
                      </c:pt>
                      <c:pt idx="4607">
                        <c:v>214.846</c:v>
                      </c:pt>
                      <c:pt idx="4608">
                        <c:v>219.29499999999999</c:v>
                      </c:pt>
                      <c:pt idx="4609">
                        <c:v>226.27799999999999</c:v>
                      </c:pt>
                      <c:pt idx="4610">
                        <c:v>217.85499999999999</c:v>
                      </c:pt>
                      <c:pt idx="4611">
                        <c:v>208.34299999999999</c:v>
                      </c:pt>
                      <c:pt idx="4612">
                        <c:v>207.38900000000001</c:v>
                      </c:pt>
                      <c:pt idx="4613">
                        <c:v>205.49100000000001</c:v>
                      </c:pt>
                      <c:pt idx="4614">
                        <c:v>199.07499999999999</c:v>
                      </c:pt>
                      <c:pt idx="4615">
                        <c:v>196.45400000000001</c:v>
                      </c:pt>
                      <c:pt idx="4616">
                        <c:v>200.101</c:v>
                      </c:pt>
                      <c:pt idx="4617">
                        <c:v>201.57900000000001</c:v>
                      </c:pt>
                      <c:pt idx="4618">
                        <c:v>204.22300000000001</c:v>
                      </c:pt>
                      <c:pt idx="4619">
                        <c:v>208.24100000000001</c:v>
                      </c:pt>
                      <c:pt idx="4620">
                        <c:v>209.964</c:v>
                      </c:pt>
                      <c:pt idx="4621">
                        <c:v>210.60599999999999</c:v>
                      </c:pt>
                      <c:pt idx="4622">
                        <c:v>213.15100000000001</c:v>
                      </c:pt>
                      <c:pt idx="4623">
                        <c:v>216.43600000000001</c:v>
                      </c:pt>
                      <c:pt idx="4624">
                        <c:v>215.70699999999999</c:v>
                      </c:pt>
                      <c:pt idx="4625">
                        <c:v>214.42099999999999</c:v>
                      </c:pt>
                      <c:pt idx="4626">
                        <c:v>212.22399999999999</c:v>
                      </c:pt>
                      <c:pt idx="4627">
                        <c:v>211.16900000000001</c:v>
                      </c:pt>
                      <c:pt idx="4628">
                        <c:v>208.309</c:v>
                      </c:pt>
                      <c:pt idx="4629">
                        <c:v>207.02600000000001</c:v>
                      </c:pt>
                      <c:pt idx="4630">
                        <c:v>206.54599999999999</c:v>
                      </c:pt>
                      <c:pt idx="4631">
                        <c:v>204.80199999999999</c:v>
                      </c:pt>
                      <c:pt idx="4632">
                        <c:v>204.673</c:v>
                      </c:pt>
                      <c:pt idx="4633">
                        <c:v>199.86699999999999</c:v>
                      </c:pt>
                      <c:pt idx="4634">
                        <c:v>200.547</c:v>
                      </c:pt>
                      <c:pt idx="4635">
                        <c:v>200.80099999999999</c:v>
                      </c:pt>
                      <c:pt idx="4636">
                        <c:v>199.06</c:v>
                      </c:pt>
                      <c:pt idx="4637">
                        <c:v>199.27199999999999</c:v>
                      </c:pt>
                      <c:pt idx="4638">
                        <c:v>199.93700000000001</c:v>
                      </c:pt>
                      <c:pt idx="4639">
                        <c:v>198.83</c:v>
                      </c:pt>
                      <c:pt idx="4640">
                        <c:v>199.029</c:v>
                      </c:pt>
                      <c:pt idx="4641">
                        <c:v>201.886</c:v>
                      </c:pt>
                      <c:pt idx="4642">
                        <c:v>201.97200000000001</c:v>
                      </c:pt>
                      <c:pt idx="4643">
                        <c:v>203.458</c:v>
                      </c:pt>
                      <c:pt idx="4644">
                        <c:v>203.87700000000001</c:v>
                      </c:pt>
                      <c:pt idx="4645">
                        <c:v>203.345</c:v>
                      </c:pt>
                      <c:pt idx="4646">
                        <c:v>203.155</c:v>
                      </c:pt>
                      <c:pt idx="4647">
                        <c:v>204.172</c:v>
                      </c:pt>
                      <c:pt idx="4648">
                        <c:v>205.60599999999999</c:v>
                      </c:pt>
                      <c:pt idx="4649">
                        <c:v>206.262</c:v>
                      </c:pt>
                      <c:pt idx="4650">
                        <c:v>207.67599999999999</c:v>
                      </c:pt>
                      <c:pt idx="4651">
                        <c:v>210.88399999999999</c:v>
                      </c:pt>
                      <c:pt idx="4652">
                        <c:v>213.858</c:v>
                      </c:pt>
                      <c:pt idx="4653">
                        <c:v>215.048</c:v>
                      </c:pt>
                      <c:pt idx="4654">
                        <c:v>215.04599999999999</c:v>
                      </c:pt>
                      <c:pt idx="4655">
                        <c:v>213.37299999999999</c:v>
                      </c:pt>
                      <c:pt idx="4656">
                        <c:v>217.56800000000001</c:v>
                      </c:pt>
                      <c:pt idx="4657">
                        <c:v>220.08</c:v>
                      </c:pt>
                      <c:pt idx="4658">
                        <c:v>223.029</c:v>
                      </c:pt>
                      <c:pt idx="4659">
                        <c:v>221.64400000000001</c:v>
                      </c:pt>
                      <c:pt idx="4660">
                        <c:v>218.23500000000001</c:v>
                      </c:pt>
                      <c:pt idx="4661">
                        <c:v>219.34200000000001</c:v>
                      </c:pt>
                      <c:pt idx="4662">
                        <c:v>224.02199999999999</c:v>
                      </c:pt>
                      <c:pt idx="4663">
                        <c:v>222.37</c:v>
                      </c:pt>
                      <c:pt idx="4664">
                        <c:v>219.13499999999999</c:v>
                      </c:pt>
                      <c:pt idx="4665">
                        <c:v>216.89699999999999</c:v>
                      </c:pt>
                      <c:pt idx="4666">
                        <c:v>221.46</c:v>
                      </c:pt>
                      <c:pt idx="4667">
                        <c:v>225.83500000000001</c:v>
                      </c:pt>
                      <c:pt idx="4668">
                        <c:v>226.84700000000001</c:v>
                      </c:pt>
                      <c:pt idx="4669">
                        <c:v>226.411</c:v>
                      </c:pt>
                      <c:pt idx="4670">
                        <c:v>231.32400000000001</c:v>
                      </c:pt>
                      <c:pt idx="4671">
                        <c:v>227.017</c:v>
                      </c:pt>
                      <c:pt idx="4672">
                        <c:v>222.11099999999999</c:v>
                      </c:pt>
                      <c:pt idx="4673">
                        <c:v>223.393</c:v>
                      </c:pt>
                      <c:pt idx="4674">
                        <c:v>224.04499999999999</c:v>
                      </c:pt>
                      <c:pt idx="4675">
                        <c:v>222.26</c:v>
                      </c:pt>
                      <c:pt idx="4676">
                        <c:v>219.91200000000001</c:v>
                      </c:pt>
                      <c:pt idx="4677">
                        <c:v>222.73099999999999</c:v>
                      </c:pt>
                      <c:pt idx="4678">
                        <c:v>227.321</c:v>
                      </c:pt>
                      <c:pt idx="4679">
                        <c:v>222.721</c:v>
                      </c:pt>
                      <c:pt idx="4680">
                        <c:v>210.43100000000001</c:v>
                      </c:pt>
                      <c:pt idx="4681">
                        <c:v>207.595</c:v>
                      </c:pt>
                      <c:pt idx="4682">
                        <c:v>213.34399999999999</c:v>
                      </c:pt>
                      <c:pt idx="4683">
                        <c:v>209.80799999999999</c:v>
                      </c:pt>
                      <c:pt idx="4684">
                        <c:v>201.71100000000001</c:v>
                      </c:pt>
                      <c:pt idx="4685">
                        <c:v>188.67400000000001</c:v>
                      </c:pt>
                      <c:pt idx="4686">
                        <c:v>177.26499999999999</c:v>
                      </c:pt>
                      <c:pt idx="4687">
                        <c:v>173.29300000000001</c:v>
                      </c:pt>
                      <c:pt idx="4688">
                        <c:v>198.208</c:v>
                      </c:pt>
                      <c:pt idx="4689">
                        <c:v>200.58</c:v>
                      </c:pt>
                      <c:pt idx="4690">
                        <c:v>204.28100000000001</c:v>
                      </c:pt>
                      <c:pt idx="4691">
                        <c:v>199.50200000000001</c:v>
                      </c:pt>
                      <c:pt idx="4692">
                        <c:v>196.08099999999999</c:v>
                      </c:pt>
                      <c:pt idx="4693">
                        <c:v>193.06299999999999</c:v>
                      </c:pt>
                      <c:pt idx="4694">
                        <c:v>186.77099999999999</c:v>
                      </c:pt>
                      <c:pt idx="4695">
                        <c:v>184.21100000000001</c:v>
                      </c:pt>
                      <c:pt idx="4696">
                        <c:v>190.227</c:v>
                      </c:pt>
                      <c:pt idx="4697">
                        <c:v>192.501</c:v>
                      </c:pt>
                      <c:pt idx="4698">
                        <c:v>182.35</c:v>
                      </c:pt>
                      <c:pt idx="4699">
                        <c:v>182.85300000000001</c:v>
                      </c:pt>
                      <c:pt idx="4700">
                        <c:v>184.94</c:v>
                      </c:pt>
                      <c:pt idx="4701">
                        <c:v>186.38900000000001</c:v>
                      </c:pt>
                      <c:pt idx="4702">
                        <c:v>189.49600000000001</c:v>
                      </c:pt>
                      <c:pt idx="4703">
                        <c:v>195.959</c:v>
                      </c:pt>
                      <c:pt idx="4704">
                        <c:v>199.87700000000001</c:v>
                      </c:pt>
                      <c:pt idx="4705">
                        <c:v>203.87700000000001</c:v>
                      </c:pt>
                      <c:pt idx="4706">
                        <c:v>209.554</c:v>
                      </c:pt>
                      <c:pt idx="4707">
                        <c:v>211.256</c:v>
                      </c:pt>
                      <c:pt idx="4708">
                        <c:v>212.75700000000001</c:v>
                      </c:pt>
                      <c:pt idx="4709">
                        <c:v>214.126</c:v>
                      </c:pt>
                      <c:pt idx="4710">
                        <c:v>212.459</c:v>
                      </c:pt>
                      <c:pt idx="4711">
                        <c:v>216.03100000000001</c:v>
                      </c:pt>
                      <c:pt idx="4712">
                        <c:v>227.39699999999999</c:v>
                      </c:pt>
                      <c:pt idx="4713">
                        <c:v>228.12</c:v>
                      </c:pt>
                      <c:pt idx="4714">
                        <c:v>232.13499999999999</c:v>
                      </c:pt>
                      <c:pt idx="4715">
                        <c:v>233.38200000000001</c:v>
                      </c:pt>
                      <c:pt idx="4716">
                        <c:v>230.24600000000001</c:v>
                      </c:pt>
                      <c:pt idx="4717">
                        <c:v>238.44200000000001</c:v>
                      </c:pt>
                      <c:pt idx="4718">
                        <c:v>248.93899999999999</c:v>
                      </c:pt>
                      <c:pt idx="4719">
                        <c:v>255.852</c:v>
                      </c:pt>
                      <c:pt idx="4720">
                        <c:v>247.839</c:v>
                      </c:pt>
                      <c:pt idx="4721">
                        <c:v>249.833</c:v>
                      </c:pt>
                      <c:pt idx="4722">
                        <c:v>256.2</c:v>
                      </c:pt>
                      <c:pt idx="4723">
                        <c:v>266.274</c:v>
                      </c:pt>
                      <c:pt idx="4724">
                        <c:v>267.42099999999999</c:v>
                      </c:pt>
                      <c:pt idx="4725">
                        <c:v>264.91500000000002</c:v>
                      </c:pt>
                      <c:pt idx="4726">
                        <c:v>264.15699999999998</c:v>
                      </c:pt>
                      <c:pt idx="4727">
                        <c:v>260.61599999999999</c:v>
                      </c:pt>
                      <c:pt idx="4728">
                        <c:v>263.49700000000001</c:v>
                      </c:pt>
                      <c:pt idx="4729">
                        <c:v>261.10399999999998</c:v>
                      </c:pt>
                      <c:pt idx="4730">
                        <c:v>268.87099999999998</c:v>
                      </c:pt>
                      <c:pt idx="4731">
                        <c:v>271.97300000000001</c:v>
                      </c:pt>
                      <c:pt idx="4732">
                        <c:v>269.80500000000001</c:v>
                      </c:pt>
                      <c:pt idx="4733">
                        <c:v>259.96899999999999</c:v>
                      </c:pt>
                      <c:pt idx="4734">
                        <c:v>253.33699999999999</c:v>
                      </c:pt>
                      <c:pt idx="4735">
                        <c:v>237.46299999999999</c:v>
                      </c:pt>
                      <c:pt idx="4736">
                        <c:v>227.12</c:v>
                      </c:pt>
                      <c:pt idx="4737">
                        <c:v>227.148</c:v>
                      </c:pt>
                      <c:pt idx="4738">
                        <c:v>227.035</c:v>
                      </c:pt>
                      <c:pt idx="4739">
                        <c:v>215.81399999999999</c:v>
                      </c:pt>
                      <c:pt idx="4740">
                        <c:v>208.87200000000001</c:v>
                      </c:pt>
                      <c:pt idx="4741">
                        <c:v>203.089</c:v>
                      </c:pt>
                      <c:pt idx="4742">
                        <c:v>202.51400000000001</c:v>
                      </c:pt>
                      <c:pt idx="4743">
                        <c:v>210.37200000000001</c:v>
                      </c:pt>
                      <c:pt idx="4744">
                        <c:v>216.57400000000001</c:v>
                      </c:pt>
                      <c:pt idx="4745">
                        <c:v>224.99700000000001</c:v>
                      </c:pt>
                      <c:pt idx="4746">
                        <c:v>239.13900000000001</c:v>
                      </c:pt>
                      <c:pt idx="4747">
                        <c:v>252.959</c:v>
                      </c:pt>
                      <c:pt idx="4748">
                        <c:v>266.75700000000001</c:v>
                      </c:pt>
                      <c:pt idx="4749">
                        <c:v>269.91000000000003</c:v>
                      </c:pt>
                      <c:pt idx="4750">
                        <c:v>256.18700000000001</c:v>
                      </c:pt>
                      <c:pt idx="4751">
                        <c:v>257.39</c:v>
                      </c:pt>
                      <c:pt idx="4752">
                        <c:v>255.15199999999999</c:v>
                      </c:pt>
                      <c:pt idx="4753">
                        <c:v>253.672</c:v>
                      </c:pt>
                      <c:pt idx="4754">
                        <c:v>257.36399999999998</c:v>
                      </c:pt>
                      <c:pt idx="4755">
                        <c:v>269.154</c:v>
                      </c:pt>
                      <c:pt idx="4756">
                        <c:v>277.899</c:v>
                      </c:pt>
                      <c:pt idx="4757">
                        <c:v>275.346</c:v>
                      </c:pt>
                      <c:pt idx="4758">
                        <c:v>276.61599999999999</c:v>
                      </c:pt>
                      <c:pt idx="4759">
                        <c:v>291.18099999999998</c:v>
                      </c:pt>
                      <c:pt idx="4760">
                        <c:v>294.089</c:v>
                      </c:pt>
                      <c:pt idx="4761">
                        <c:v>293.274</c:v>
                      </c:pt>
                      <c:pt idx="4762">
                        <c:v>292.63</c:v>
                      </c:pt>
                      <c:pt idx="4763">
                        <c:v>295.76400000000001</c:v>
                      </c:pt>
                      <c:pt idx="4764">
                        <c:v>298.47199999999998</c:v>
                      </c:pt>
                      <c:pt idx="4765">
                        <c:v>289.32299999999998</c:v>
                      </c:pt>
                      <c:pt idx="4766">
                        <c:v>284.05200000000002</c:v>
                      </c:pt>
                      <c:pt idx="4767">
                        <c:v>291.33699999999999</c:v>
                      </c:pt>
                      <c:pt idx="4768">
                        <c:v>302.02999999999997</c:v>
                      </c:pt>
                      <c:pt idx="4769">
                        <c:v>315.27600000000001</c:v>
                      </c:pt>
                      <c:pt idx="4770">
                        <c:v>327.90100000000001</c:v>
                      </c:pt>
                      <c:pt idx="4771">
                        <c:v>328.12700000000001</c:v>
                      </c:pt>
                      <c:pt idx="4772">
                        <c:v>323.60899999999998</c:v>
                      </c:pt>
                      <c:pt idx="4773">
                        <c:v>306.202</c:v>
                      </c:pt>
                      <c:pt idx="4774">
                        <c:v>291.36200000000002</c:v>
                      </c:pt>
                      <c:pt idx="4775">
                        <c:v>288.02</c:v>
                      </c:pt>
                      <c:pt idx="4776">
                        <c:v>289.642</c:v>
                      </c:pt>
                      <c:pt idx="4777">
                        <c:v>286.67200000000003</c:v>
                      </c:pt>
                      <c:pt idx="4778">
                        <c:v>292.27199999999999</c:v>
                      </c:pt>
                      <c:pt idx="4779">
                        <c:v>281.72699999999998</c:v>
                      </c:pt>
                      <c:pt idx="4780">
                        <c:v>270.98</c:v>
                      </c:pt>
                      <c:pt idx="4781">
                        <c:v>261.16699999999997</c:v>
                      </c:pt>
                      <c:pt idx="4782">
                        <c:v>261.86599999999999</c:v>
                      </c:pt>
                      <c:pt idx="4783">
                        <c:v>266.80200000000002</c:v>
                      </c:pt>
                      <c:pt idx="4784">
                        <c:v>265.50400000000002</c:v>
                      </c:pt>
                      <c:pt idx="4785">
                        <c:v>259.44600000000003</c:v>
                      </c:pt>
                      <c:pt idx="4786">
                        <c:v>260.02300000000002</c:v>
                      </c:pt>
                      <c:pt idx="4787">
                        <c:v>253.25299999999999</c:v>
                      </c:pt>
                      <c:pt idx="4788">
                        <c:v>256.01600000000002</c:v>
                      </c:pt>
                      <c:pt idx="4789">
                        <c:v>240.84800000000001</c:v>
                      </c:pt>
                      <c:pt idx="4790">
                        <c:v>233.66300000000001</c:v>
                      </c:pt>
                      <c:pt idx="4791">
                        <c:v>226.108</c:v>
                      </c:pt>
                      <c:pt idx="4792">
                        <c:v>223.72200000000001</c:v>
                      </c:pt>
                      <c:pt idx="4793">
                        <c:v>227.16499999999999</c:v>
                      </c:pt>
                      <c:pt idx="4794">
                        <c:v>234.71299999999999</c:v>
                      </c:pt>
                      <c:pt idx="4795">
                        <c:v>243.334</c:v>
                      </c:pt>
                      <c:pt idx="4796">
                        <c:v>256.62799999999999</c:v>
                      </c:pt>
                      <c:pt idx="4797">
                        <c:v>265.66000000000003</c:v>
                      </c:pt>
                      <c:pt idx="4798">
                        <c:v>261.12099999999998</c:v>
                      </c:pt>
                      <c:pt idx="4799">
                        <c:v>253.42099999999999</c:v>
                      </c:pt>
                      <c:pt idx="4800">
                        <c:v>250.464</c:v>
                      </c:pt>
                      <c:pt idx="4801">
                        <c:v>256.64999999999998</c:v>
                      </c:pt>
                      <c:pt idx="4802">
                        <c:v>262.34500000000003</c:v>
                      </c:pt>
                      <c:pt idx="4803">
                        <c:v>270.97399999999999</c:v>
                      </c:pt>
                      <c:pt idx="4804">
                        <c:v>276.25200000000001</c:v>
                      </c:pt>
                      <c:pt idx="4805">
                        <c:v>275.08</c:v>
                      </c:pt>
                      <c:pt idx="4806">
                        <c:v>269.85599999999999</c:v>
                      </c:pt>
                      <c:pt idx="4807">
                        <c:v>271.80900000000003</c:v>
                      </c:pt>
                      <c:pt idx="4808">
                        <c:v>266.72800000000001</c:v>
                      </c:pt>
                      <c:pt idx="4809">
                        <c:v>257.29000000000002</c:v>
                      </c:pt>
                      <c:pt idx="4810">
                        <c:v>251.494</c:v>
                      </c:pt>
                      <c:pt idx="4811">
                        <c:v>243.12299999999999</c:v>
                      </c:pt>
                      <c:pt idx="4812">
                        <c:v>237.386</c:v>
                      </c:pt>
                      <c:pt idx="4813">
                        <c:v>249.75800000000001</c:v>
                      </c:pt>
                      <c:pt idx="4814">
                        <c:v>251.92699999999999</c:v>
                      </c:pt>
                      <c:pt idx="4815">
                        <c:v>253.875</c:v>
                      </c:pt>
                      <c:pt idx="4816">
                        <c:v>257.64400000000001</c:v>
                      </c:pt>
                      <c:pt idx="4817">
                        <c:v>254.559</c:v>
                      </c:pt>
                      <c:pt idx="4818">
                        <c:v>282.35899999999998</c:v>
                      </c:pt>
                      <c:pt idx="4819">
                        <c:v>285.39699999999999</c:v>
                      </c:pt>
                      <c:pt idx="4820">
                        <c:v>291.54000000000002</c:v>
                      </c:pt>
                      <c:pt idx="4821">
                        <c:v>306.68200000000002</c:v>
                      </c:pt>
                      <c:pt idx="4822">
                        <c:v>322.35199999999998</c:v>
                      </c:pt>
                      <c:pt idx="4823">
                        <c:v>340.50400000000002</c:v>
                      </c:pt>
                      <c:pt idx="4824">
                        <c:v>331.95699999999999</c:v>
                      </c:pt>
                      <c:pt idx="4825">
                        <c:v>333.80200000000002</c:v>
                      </c:pt>
                      <c:pt idx="4826">
                        <c:v>337.02300000000002</c:v>
                      </c:pt>
                      <c:pt idx="4827">
                        <c:v>325.47500000000002</c:v>
                      </c:pt>
                      <c:pt idx="4828">
                        <c:v>311.95299999999997</c:v>
                      </c:pt>
                      <c:pt idx="4829">
                        <c:v>311.59699999999998</c:v>
                      </c:pt>
                      <c:pt idx="4830">
                        <c:v>316.63499999999999</c:v>
                      </c:pt>
                      <c:pt idx="4831">
                        <c:v>331.90699999999998</c:v>
                      </c:pt>
                      <c:pt idx="4832">
                        <c:v>339.52</c:v>
                      </c:pt>
                      <c:pt idx="4833">
                        <c:v>339.55500000000001</c:v>
                      </c:pt>
                      <c:pt idx="4834">
                        <c:v>344.803</c:v>
                      </c:pt>
                      <c:pt idx="4835">
                        <c:v>347.47399999999999</c:v>
                      </c:pt>
                      <c:pt idx="4836">
                        <c:v>365.38</c:v>
                      </c:pt>
                      <c:pt idx="4837">
                        <c:v>366.95600000000002</c:v>
                      </c:pt>
                      <c:pt idx="4838">
                        <c:v>366.69900000000001</c:v>
                      </c:pt>
                      <c:pt idx="4839">
                        <c:v>374.37200000000001</c:v>
                      </c:pt>
                      <c:pt idx="4840">
                        <c:v>387.60599999999999</c:v>
                      </c:pt>
                      <c:pt idx="4841">
                        <c:v>392.87400000000002</c:v>
                      </c:pt>
                      <c:pt idx="4842">
                        <c:v>388.00900000000001</c:v>
                      </c:pt>
                      <c:pt idx="4843">
                        <c:v>375.57299999999998</c:v>
                      </c:pt>
                      <c:pt idx="4844">
                        <c:v>365.11900000000003</c:v>
                      </c:pt>
                      <c:pt idx="4845">
                        <c:v>344.39</c:v>
                      </c:pt>
                      <c:pt idx="4846">
                        <c:v>341.17899999999997</c:v>
                      </c:pt>
                      <c:pt idx="4847">
                        <c:v>351.22800000000001</c:v>
                      </c:pt>
                      <c:pt idx="4848">
                        <c:v>354.69799999999998</c:v>
                      </c:pt>
                      <c:pt idx="4849">
                        <c:v>363.81099999999998</c:v>
                      </c:pt>
                      <c:pt idx="4850">
                        <c:v>374.90800000000002</c:v>
                      </c:pt>
                      <c:pt idx="4851">
                        <c:v>369.83</c:v>
                      </c:pt>
                      <c:pt idx="4852">
                        <c:v>354.04399999999998</c:v>
                      </c:pt>
                      <c:pt idx="4853">
                        <c:v>337.67500000000001</c:v>
                      </c:pt>
                      <c:pt idx="4854">
                        <c:v>338.04</c:v>
                      </c:pt>
                      <c:pt idx="4855">
                        <c:v>310.35199999999998</c:v>
                      </c:pt>
                      <c:pt idx="4856">
                        <c:v>299.42700000000002</c:v>
                      </c:pt>
                      <c:pt idx="4857">
                        <c:v>294.21600000000001</c:v>
                      </c:pt>
                      <c:pt idx="4858">
                        <c:v>289.75900000000001</c:v>
                      </c:pt>
                      <c:pt idx="4859">
                        <c:v>293.61399999999998</c:v>
                      </c:pt>
                      <c:pt idx="4860">
                        <c:v>301.995</c:v>
                      </c:pt>
                      <c:pt idx="4861">
                        <c:v>303.71499999999997</c:v>
                      </c:pt>
                      <c:pt idx="4862">
                        <c:v>303.97000000000003</c:v>
                      </c:pt>
                      <c:pt idx="4863">
                        <c:v>298.04500000000002</c:v>
                      </c:pt>
                      <c:pt idx="4864">
                        <c:v>291.25900000000001</c:v>
                      </c:pt>
                      <c:pt idx="4865">
                        <c:v>288.31400000000002</c:v>
                      </c:pt>
                      <c:pt idx="4866">
                        <c:v>286.22500000000002</c:v>
                      </c:pt>
                      <c:pt idx="4867">
                        <c:v>295.322</c:v>
                      </c:pt>
                      <c:pt idx="4868">
                        <c:v>294.59500000000003</c:v>
                      </c:pt>
                      <c:pt idx="4869">
                        <c:v>285.48899999999998</c:v>
                      </c:pt>
                      <c:pt idx="4870">
                        <c:v>278.13200000000001</c:v>
                      </c:pt>
                      <c:pt idx="4871">
                        <c:v>269.51299999999998</c:v>
                      </c:pt>
                      <c:pt idx="4872">
                        <c:v>272.404</c:v>
                      </c:pt>
                      <c:pt idx="4873">
                        <c:v>281.11</c:v>
                      </c:pt>
                      <c:pt idx="4874">
                        <c:v>280.25799999999998</c:v>
                      </c:pt>
                      <c:pt idx="4875">
                        <c:v>274.04199999999997</c:v>
                      </c:pt>
                      <c:pt idx="4876">
                        <c:v>269.80099999999999</c:v>
                      </c:pt>
                      <c:pt idx="4877">
                        <c:v>269.78100000000001</c:v>
                      </c:pt>
                      <c:pt idx="4878">
                        <c:v>267.21800000000002</c:v>
                      </c:pt>
                      <c:pt idx="4879">
                        <c:v>265.18099999999998</c:v>
                      </c:pt>
                      <c:pt idx="4880">
                        <c:v>268.58800000000002</c:v>
                      </c:pt>
                      <c:pt idx="4881">
                        <c:v>278.02699999999999</c:v>
                      </c:pt>
                      <c:pt idx="4882">
                        <c:v>282.27600000000001</c:v>
                      </c:pt>
                      <c:pt idx="4883">
                        <c:v>284.85500000000002</c:v>
                      </c:pt>
                      <c:pt idx="4884">
                        <c:v>279.666</c:v>
                      </c:pt>
                      <c:pt idx="4885">
                        <c:v>280.96699999999998</c:v>
                      </c:pt>
                      <c:pt idx="4886">
                        <c:v>280.13</c:v>
                      </c:pt>
                      <c:pt idx="4887">
                        <c:v>278.84399999999999</c:v>
                      </c:pt>
                      <c:pt idx="4888">
                        <c:v>278.88799999999998</c:v>
                      </c:pt>
                      <c:pt idx="4889">
                        <c:v>276.483</c:v>
                      </c:pt>
                      <c:pt idx="4890">
                        <c:v>274.565</c:v>
                      </c:pt>
                      <c:pt idx="4891">
                        <c:v>274.58100000000002</c:v>
                      </c:pt>
                      <c:pt idx="4892">
                        <c:v>275.82400000000001</c:v>
                      </c:pt>
                      <c:pt idx="4893">
                        <c:v>270.79700000000003</c:v>
                      </c:pt>
                      <c:pt idx="4894">
                        <c:v>265.79300000000001</c:v>
                      </c:pt>
                      <c:pt idx="4895">
                        <c:v>272.005</c:v>
                      </c:pt>
                      <c:pt idx="4896">
                        <c:v>271.38499999999999</c:v>
                      </c:pt>
                      <c:pt idx="4897">
                        <c:v>268.64699999999999</c:v>
                      </c:pt>
                      <c:pt idx="4898">
                        <c:v>272.29399999999998</c:v>
                      </c:pt>
                      <c:pt idx="4899">
                        <c:v>270.97199999999998</c:v>
                      </c:pt>
                      <c:pt idx="4900">
                        <c:v>267.78500000000003</c:v>
                      </c:pt>
                      <c:pt idx="4901">
                        <c:v>265.69200000000001</c:v>
                      </c:pt>
                      <c:pt idx="4902">
                        <c:v>265.86700000000002</c:v>
                      </c:pt>
                      <c:pt idx="4903">
                        <c:v>268.88099999999997</c:v>
                      </c:pt>
                      <c:pt idx="4904">
                        <c:v>266.93200000000002</c:v>
                      </c:pt>
                      <c:pt idx="4905">
                        <c:v>268.01</c:v>
                      </c:pt>
                      <c:pt idx="4906">
                        <c:v>266.709</c:v>
                      </c:pt>
                      <c:pt idx="4907">
                        <c:v>264.99400000000003</c:v>
                      </c:pt>
                      <c:pt idx="4908">
                        <c:v>261.86799999999999</c:v>
                      </c:pt>
                      <c:pt idx="4909">
                        <c:v>262.09800000000001</c:v>
                      </c:pt>
                      <c:pt idx="4910">
                        <c:v>259.77800000000002</c:v>
                      </c:pt>
                      <c:pt idx="4911">
                        <c:v>260.14699999999999</c:v>
                      </c:pt>
                      <c:pt idx="4912">
                        <c:v>268.49599999999998</c:v>
                      </c:pt>
                      <c:pt idx="4913">
                        <c:v>265.85000000000002</c:v>
                      </c:pt>
                      <c:pt idx="4914">
                        <c:v>260.41000000000003</c:v>
                      </c:pt>
                      <c:pt idx="4915">
                        <c:v>252.005</c:v>
                      </c:pt>
                      <c:pt idx="4916">
                        <c:v>253.57499999999999</c:v>
                      </c:pt>
                      <c:pt idx="4917">
                        <c:v>261.35000000000002</c:v>
                      </c:pt>
                      <c:pt idx="4918">
                        <c:v>259.77300000000002</c:v>
                      </c:pt>
                      <c:pt idx="4919">
                        <c:v>263.77100000000002</c:v>
                      </c:pt>
                      <c:pt idx="4920">
                        <c:v>265.30599999999998</c:v>
                      </c:pt>
                      <c:pt idx="4921">
                        <c:v>272.11200000000002</c:v>
                      </c:pt>
                      <c:pt idx="4922">
                        <c:v>273.23500000000001</c:v>
                      </c:pt>
                      <c:pt idx="4923">
                        <c:v>269.27499999999998</c:v>
                      </c:pt>
                      <c:pt idx="4924">
                        <c:v>271.27</c:v>
                      </c:pt>
                      <c:pt idx="4925">
                        <c:v>276.68700000000001</c:v>
                      </c:pt>
                      <c:pt idx="4926">
                        <c:v>288.65199999999999</c:v>
                      </c:pt>
                      <c:pt idx="4927">
                        <c:v>290.49099999999999</c:v>
                      </c:pt>
                      <c:pt idx="4928">
                        <c:v>299.07499999999999</c:v>
                      </c:pt>
                      <c:pt idx="4929">
                        <c:v>297.07900000000001</c:v>
                      </c:pt>
                      <c:pt idx="4930">
                        <c:v>288.392</c:v>
                      </c:pt>
                      <c:pt idx="4931">
                        <c:v>288.536</c:v>
                      </c:pt>
                      <c:pt idx="4932">
                        <c:v>285.17700000000002</c:v>
                      </c:pt>
                      <c:pt idx="4933">
                        <c:v>286.67200000000003</c:v>
                      </c:pt>
                      <c:pt idx="4934">
                        <c:v>283.32900000000001</c:v>
                      </c:pt>
                      <c:pt idx="4935">
                        <c:v>281.79199999999997</c:v>
                      </c:pt>
                      <c:pt idx="4936">
                        <c:v>270.95299999999997</c:v>
                      </c:pt>
                      <c:pt idx="4937">
                        <c:v>260.02600000000001</c:v>
                      </c:pt>
                      <c:pt idx="4938">
                        <c:v>265.52999999999997</c:v>
                      </c:pt>
                      <c:pt idx="4939">
                        <c:v>271.916</c:v>
                      </c:pt>
                      <c:pt idx="4940">
                        <c:v>280.47300000000001</c:v>
                      </c:pt>
                      <c:pt idx="4941">
                        <c:v>289.62799999999999</c:v>
                      </c:pt>
                      <c:pt idx="4942">
                        <c:v>309.99099999999999</c:v>
                      </c:pt>
                      <c:pt idx="4943">
                        <c:v>312.12400000000002</c:v>
                      </c:pt>
                      <c:pt idx="4944">
                        <c:v>326.64800000000002</c:v>
                      </c:pt>
                      <c:pt idx="4945">
                        <c:v>323.84800000000001</c:v>
                      </c:pt>
                      <c:pt idx="4946">
                        <c:v>330.86200000000002</c:v>
                      </c:pt>
                      <c:pt idx="4947">
                        <c:v>353.31900000000002</c:v>
                      </c:pt>
                      <c:pt idx="4948">
                        <c:v>335.66699999999997</c:v>
                      </c:pt>
                      <c:pt idx="4949">
                        <c:v>330.7</c:v>
                      </c:pt>
                      <c:pt idx="4950">
                        <c:v>331.7</c:v>
                      </c:pt>
                      <c:pt idx="4951">
                        <c:v>328.89100000000002</c:v>
                      </c:pt>
                      <c:pt idx="4952">
                        <c:v>319.74200000000002</c:v>
                      </c:pt>
                      <c:pt idx="4953">
                        <c:v>318.95</c:v>
                      </c:pt>
                      <c:pt idx="4954">
                        <c:v>305.23700000000002</c:v>
                      </c:pt>
                      <c:pt idx="4955">
                        <c:v>296.19299999999998</c:v>
                      </c:pt>
                      <c:pt idx="4956">
                        <c:v>288.51100000000002</c:v>
                      </c:pt>
                      <c:pt idx="4957">
                        <c:v>281.505</c:v>
                      </c:pt>
                      <c:pt idx="4958">
                        <c:v>284.95800000000003</c:v>
                      </c:pt>
                      <c:pt idx="4959">
                        <c:v>291.44799999999998</c:v>
                      </c:pt>
                      <c:pt idx="4960">
                        <c:v>294.92099999999999</c:v>
                      </c:pt>
                      <c:pt idx="4961">
                        <c:v>294.69299999999998</c:v>
                      </c:pt>
                      <c:pt idx="4962">
                        <c:v>295.98399999999998</c:v>
                      </c:pt>
                      <c:pt idx="4963">
                        <c:v>291.63099999999997</c:v>
                      </c:pt>
                      <c:pt idx="4964">
                        <c:v>286.58499999999998</c:v>
                      </c:pt>
                      <c:pt idx="4965">
                        <c:v>280.69</c:v>
                      </c:pt>
                      <c:pt idx="4966">
                        <c:v>278.23700000000002</c:v>
                      </c:pt>
                      <c:pt idx="4967">
                        <c:v>279.32499999999999</c:v>
                      </c:pt>
                      <c:pt idx="4968">
                        <c:v>279.46300000000002</c:v>
                      </c:pt>
                      <c:pt idx="4969">
                        <c:v>281.53800000000001</c:v>
                      </c:pt>
                      <c:pt idx="4970">
                        <c:v>285.09199999999998</c:v>
                      </c:pt>
                      <c:pt idx="4971">
                        <c:v>283.26100000000002</c:v>
                      </c:pt>
                      <c:pt idx="4972">
                        <c:v>281.36200000000002</c:v>
                      </c:pt>
                      <c:pt idx="4973">
                        <c:v>280.88299999999998</c:v>
                      </c:pt>
                      <c:pt idx="4974">
                        <c:v>300.04300000000001</c:v>
                      </c:pt>
                      <c:pt idx="4975">
                        <c:v>304.50700000000001</c:v>
                      </c:pt>
                      <c:pt idx="4976">
                        <c:v>296.36</c:v>
                      </c:pt>
                      <c:pt idx="4977">
                        <c:v>294.83999999999997</c:v>
                      </c:pt>
                      <c:pt idx="4978">
                        <c:v>297.40899999999999</c:v>
                      </c:pt>
                      <c:pt idx="4979">
                        <c:v>301.01</c:v>
                      </c:pt>
                      <c:pt idx="4980">
                        <c:v>307.19499999999999</c:v>
                      </c:pt>
                      <c:pt idx="4981">
                        <c:v>305.267</c:v>
                      </c:pt>
                      <c:pt idx="4982">
                        <c:v>305.17700000000002</c:v>
                      </c:pt>
                      <c:pt idx="4983">
                        <c:v>309.72199999999998</c:v>
                      </c:pt>
                      <c:pt idx="4984">
                        <c:v>306.84399999999999</c:v>
                      </c:pt>
                      <c:pt idx="4985">
                        <c:v>302.32600000000002</c:v>
                      </c:pt>
                      <c:pt idx="4986">
                        <c:v>301.02100000000002</c:v>
                      </c:pt>
                      <c:pt idx="4987">
                        <c:v>302.149</c:v>
                      </c:pt>
                      <c:pt idx="4988">
                        <c:v>302.69600000000003</c:v>
                      </c:pt>
                      <c:pt idx="4989">
                        <c:v>296.221</c:v>
                      </c:pt>
                      <c:pt idx="4990">
                        <c:v>288.11399999999998</c:v>
                      </c:pt>
                      <c:pt idx="4991">
                        <c:v>287.846</c:v>
                      </c:pt>
                      <c:pt idx="4992">
                        <c:v>286.97000000000003</c:v>
                      </c:pt>
                      <c:pt idx="4993">
                        <c:v>285.887</c:v>
                      </c:pt>
                      <c:pt idx="4994">
                        <c:v>285.94099999999997</c:v>
                      </c:pt>
                      <c:pt idx="4995">
                        <c:v>283.51900000000001</c:v>
                      </c:pt>
                      <c:pt idx="4996">
                        <c:v>279.49200000000002</c:v>
                      </c:pt>
                      <c:pt idx="4997">
                        <c:v>278.22300000000001</c:v>
                      </c:pt>
                      <c:pt idx="4998">
                        <c:v>277.13400000000001</c:v>
                      </c:pt>
                      <c:pt idx="4999">
                        <c:v>278.46499999999997</c:v>
                      </c:pt>
                      <c:pt idx="5000">
                        <c:v>274.76</c:v>
                      </c:pt>
                      <c:pt idx="5001">
                        <c:v>270.43700000000001</c:v>
                      </c:pt>
                      <c:pt idx="5002">
                        <c:v>262.37799999999999</c:v>
                      </c:pt>
                      <c:pt idx="5003">
                        <c:v>254.40600000000001</c:v>
                      </c:pt>
                      <c:pt idx="5004">
                        <c:v>253.279</c:v>
                      </c:pt>
                      <c:pt idx="5005">
                        <c:v>250.84100000000001</c:v>
                      </c:pt>
                      <c:pt idx="5006">
                        <c:v>248.15700000000001</c:v>
                      </c:pt>
                      <c:pt idx="5007">
                        <c:v>244.83099999999999</c:v>
                      </c:pt>
                      <c:pt idx="5008">
                        <c:v>239.773</c:v>
                      </c:pt>
                      <c:pt idx="5009">
                        <c:v>237.62799999999999</c:v>
                      </c:pt>
                      <c:pt idx="5010">
                        <c:v>240.876</c:v>
                      </c:pt>
                      <c:pt idx="5011">
                        <c:v>239.51300000000001</c:v>
                      </c:pt>
                      <c:pt idx="5012">
                        <c:v>238.976</c:v>
                      </c:pt>
                      <c:pt idx="5013">
                        <c:v>240.458</c:v>
                      </c:pt>
                      <c:pt idx="5014">
                        <c:v>238.29</c:v>
                      </c:pt>
                      <c:pt idx="5015">
                        <c:v>236.58099999999999</c:v>
                      </c:pt>
                      <c:pt idx="5016">
                        <c:v>236.25299999999999</c:v>
                      </c:pt>
                      <c:pt idx="5017">
                        <c:v>236.45699999999999</c:v>
                      </c:pt>
                      <c:pt idx="5018">
                        <c:v>234.971</c:v>
                      </c:pt>
                      <c:pt idx="5019">
                        <c:v>235.767</c:v>
                      </c:pt>
                      <c:pt idx="5020">
                        <c:v>238.38300000000001</c:v>
                      </c:pt>
                      <c:pt idx="5021">
                        <c:v>236.691</c:v>
                      </c:pt>
                      <c:pt idx="5022">
                        <c:v>236.23099999999999</c:v>
                      </c:pt>
                      <c:pt idx="5023">
                        <c:v>235.70699999999999</c:v>
                      </c:pt>
                      <c:pt idx="5024">
                        <c:v>237.75</c:v>
                      </c:pt>
                      <c:pt idx="5025">
                        <c:v>242.87799999999999</c:v>
                      </c:pt>
                      <c:pt idx="5026">
                        <c:v>245.66300000000001</c:v>
                      </c:pt>
                      <c:pt idx="5027">
                        <c:v>246.864</c:v>
                      </c:pt>
                      <c:pt idx="5028">
                        <c:v>246.16499999999999</c:v>
                      </c:pt>
                      <c:pt idx="5029">
                        <c:v>240.333</c:v>
                      </c:pt>
                      <c:pt idx="5030">
                        <c:v>228.40899999999999</c:v>
                      </c:pt>
                      <c:pt idx="5031">
                        <c:v>224.29499999999999</c:v>
                      </c:pt>
                      <c:pt idx="5032">
                        <c:v>223.625</c:v>
                      </c:pt>
                      <c:pt idx="5033">
                        <c:v>219.92500000000001</c:v>
                      </c:pt>
                      <c:pt idx="5034">
                        <c:v>218.035</c:v>
                      </c:pt>
                      <c:pt idx="5035">
                        <c:v>218.40899999999999</c:v>
                      </c:pt>
                      <c:pt idx="5036">
                        <c:v>216.32300000000001</c:v>
                      </c:pt>
                      <c:pt idx="5037">
                        <c:v>213.04</c:v>
                      </c:pt>
                      <c:pt idx="5038">
                        <c:v>208.53</c:v>
                      </c:pt>
                      <c:pt idx="5039">
                        <c:v>206.03800000000001</c:v>
                      </c:pt>
                      <c:pt idx="5040">
                        <c:v>204.30500000000001</c:v>
                      </c:pt>
                      <c:pt idx="5041">
                        <c:v>201.68899999999999</c:v>
                      </c:pt>
                      <c:pt idx="5042">
                        <c:v>201.03700000000001</c:v>
                      </c:pt>
                      <c:pt idx="5043">
                        <c:v>202.089</c:v>
                      </c:pt>
                      <c:pt idx="5044">
                        <c:v>208.35</c:v>
                      </c:pt>
                      <c:pt idx="5045">
                        <c:v>212.29300000000001</c:v>
                      </c:pt>
                      <c:pt idx="5046">
                        <c:v>208.71199999999999</c:v>
                      </c:pt>
                      <c:pt idx="5047">
                        <c:v>207.07900000000001</c:v>
                      </c:pt>
                      <c:pt idx="5048">
                        <c:v>206.63499999999999</c:v>
                      </c:pt>
                      <c:pt idx="5049">
                        <c:v>208.14</c:v>
                      </c:pt>
                      <c:pt idx="5050">
                        <c:v>206.96299999999999</c:v>
                      </c:pt>
                      <c:pt idx="5051">
                        <c:v>206.37100000000001</c:v>
                      </c:pt>
                      <c:pt idx="5052">
                        <c:v>210.98</c:v>
                      </c:pt>
                      <c:pt idx="5053">
                        <c:v>217.904</c:v>
                      </c:pt>
                      <c:pt idx="5054">
                        <c:v>220.346</c:v>
                      </c:pt>
                      <c:pt idx="5055">
                        <c:v>223.755</c:v>
                      </c:pt>
                      <c:pt idx="5056">
                        <c:v>226.411</c:v>
                      </c:pt>
                      <c:pt idx="5057">
                        <c:v>227.21100000000001</c:v>
                      </c:pt>
                      <c:pt idx="5058">
                        <c:v>226.27199999999999</c:v>
                      </c:pt>
                      <c:pt idx="5059">
                        <c:v>221.08099999999999</c:v>
                      </c:pt>
                      <c:pt idx="5060">
                        <c:v>221.97499999999999</c:v>
                      </c:pt>
                      <c:pt idx="5061">
                        <c:v>220.13300000000001</c:v>
                      </c:pt>
                      <c:pt idx="5062">
                        <c:v>211.12799999999999</c:v>
                      </c:pt>
                      <c:pt idx="5063">
                        <c:v>207.446</c:v>
                      </c:pt>
                      <c:pt idx="5064">
                        <c:v>206.124</c:v>
                      </c:pt>
                      <c:pt idx="5065">
                        <c:v>208.387</c:v>
                      </c:pt>
                      <c:pt idx="5066">
                        <c:v>207.226</c:v>
                      </c:pt>
                      <c:pt idx="5067">
                        <c:v>206.57599999999999</c:v>
                      </c:pt>
                      <c:pt idx="5068">
                        <c:v>210.374</c:v>
                      </c:pt>
                      <c:pt idx="5069">
                        <c:v>213.489</c:v>
                      </c:pt>
                      <c:pt idx="5070">
                        <c:v>214.23400000000001</c:v>
                      </c:pt>
                      <c:pt idx="5071">
                        <c:v>212.66499999999999</c:v>
                      </c:pt>
                      <c:pt idx="5072">
                        <c:v>213.203</c:v>
                      </c:pt>
                      <c:pt idx="5073">
                        <c:v>215.54900000000001</c:v>
                      </c:pt>
                      <c:pt idx="5074">
                        <c:v>211.64099999999999</c:v>
                      </c:pt>
                      <c:pt idx="5075">
                        <c:v>208.095</c:v>
                      </c:pt>
                      <c:pt idx="5076">
                        <c:v>207.19800000000001</c:v>
                      </c:pt>
                      <c:pt idx="5077">
                        <c:v>207.65100000000001</c:v>
                      </c:pt>
                      <c:pt idx="5078">
                        <c:v>205.13300000000001</c:v>
                      </c:pt>
                      <c:pt idx="5079">
                        <c:v>227.298</c:v>
                      </c:pt>
                      <c:pt idx="5080">
                        <c:v>230.75800000000001</c:v>
                      </c:pt>
                      <c:pt idx="5081">
                        <c:v>226.89099999999999</c:v>
                      </c:pt>
                      <c:pt idx="5082">
                        <c:v>225.68700000000001</c:v>
                      </c:pt>
                      <c:pt idx="5083">
                        <c:v>229.51300000000001</c:v>
                      </c:pt>
                      <c:pt idx="5084">
                        <c:v>237.27699999999999</c:v>
                      </c:pt>
                      <c:pt idx="5085">
                        <c:v>238.096</c:v>
                      </c:pt>
                      <c:pt idx="5086">
                        <c:v>241.11699999999999</c:v>
                      </c:pt>
                      <c:pt idx="5087">
                        <c:v>245.20400000000001</c:v>
                      </c:pt>
                      <c:pt idx="5088">
                        <c:v>257.95299999999997</c:v>
                      </c:pt>
                      <c:pt idx="5089">
                        <c:v>260.14800000000002</c:v>
                      </c:pt>
                      <c:pt idx="5090">
                        <c:v>263.78699999999998</c:v>
                      </c:pt>
                      <c:pt idx="5091">
                        <c:v>261.577</c:v>
                      </c:pt>
                      <c:pt idx="5092">
                        <c:v>260.60399999999998</c:v>
                      </c:pt>
                      <c:pt idx="5093">
                        <c:v>251.24700000000001</c:v>
                      </c:pt>
                      <c:pt idx="5094">
                        <c:v>248.505</c:v>
                      </c:pt>
                      <c:pt idx="5095">
                        <c:v>247.86199999999999</c:v>
                      </c:pt>
                      <c:pt idx="5096">
                        <c:v>248.35400000000001</c:v>
                      </c:pt>
                      <c:pt idx="5097">
                        <c:v>240.48500000000001</c:v>
                      </c:pt>
                      <c:pt idx="5098">
                        <c:v>235.33799999999999</c:v>
                      </c:pt>
                      <c:pt idx="5099">
                        <c:v>239.29599999999999</c:v>
                      </c:pt>
                      <c:pt idx="5100">
                        <c:v>242.45699999999999</c:v>
                      </c:pt>
                      <c:pt idx="5101">
                        <c:v>245.101</c:v>
                      </c:pt>
                      <c:pt idx="5102">
                        <c:v>241.935</c:v>
                      </c:pt>
                      <c:pt idx="5103">
                        <c:v>237.56399999999999</c:v>
                      </c:pt>
                      <c:pt idx="5104">
                        <c:v>237.35900000000001</c:v>
                      </c:pt>
                      <c:pt idx="5105">
                        <c:v>239.477</c:v>
                      </c:pt>
                      <c:pt idx="5106">
                        <c:v>238.89099999999999</c:v>
                      </c:pt>
                      <c:pt idx="5107">
                        <c:v>229.48</c:v>
                      </c:pt>
                      <c:pt idx="5108">
                        <c:v>221.92699999999999</c:v>
                      </c:pt>
                      <c:pt idx="5109">
                        <c:v>216.93899999999999</c:v>
                      </c:pt>
                      <c:pt idx="5110">
                        <c:v>207.75</c:v>
                      </c:pt>
                      <c:pt idx="5111">
                        <c:v>199.53800000000001</c:v>
                      </c:pt>
                      <c:pt idx="5112">
                        <c:v>208.40299999999999</c:v>
                      </c:pt>
                      <c:pt idx="5113">
                        <c:v>213.47399999999999</c:v>
                      </c:pt>
                      <c:pt idx="5114">
                        <c:v>216.12100000000001</c:v>
                      </c:pt>
                      <c:pt idx="5115">
                        <c:v>218.387</c:v>
                      </c:pt>
                      <c:pt idx="5116">
                        <c:v>216.26300000000001</c:v>
                      </c:pt>
                      <c:pt idx="5117">
                        <c:v>214.964</c:v>
                      </c:pt>
                      <c:pt idx="5118">
                        <c:v>207.21</c:v>
                      </c:pt>
                      <c:pt idx="5119">
                        <c:v>201.87700000000001</c:v>
                      </c:pt>
                      <c:pt idx="5120">
                        <c:v>204.40199999999999</c:v>
                      </c:pt>
                      <c:pt idx="5121">
                        <c:v>204.82</c:v>
                      </c:pt>
                      <c:pt idx="5122">
                        <c:v>200.56</c:v>
                      </c:pt>
                      <c:pt idx="5123">
                        <c:v>198.471</c:v>
                      </c:pt>
                      <c:pt idx="5124">
                        <c:v>198.65700000000001</c:v>
                      </c:pt>
                      <c:pt idx="5125">
                        <c:v>199.09899999999999</c:v>
                      </c:pt>
                      <c:pt idx="5126">
                        <c:v>197.988</c:v>
                      </c:pt>
                      <c:pt idx="5127">
                        <c:v>197.60900000000001</c:v>
                      </c:pt>
                      <c:pt idx="5128">
                        <c:v>195.99700000000001</c:v>
                      </c:pt>
                      <c:pt idx="5129">
                        <c:v>191.51499999999999</c:v>
                      </c:pt>
                      <c:pt idx="5130">
                        <c:v>189.51499999999999</c:v>
                      </c:pt>
                      <c:pt idx="5131">
                        <c:v>188.946</c:v>
                      </c:pt>
                      <c:pt idx="5132">
                        <c:v>182.66200000000001</c:v>
                      </c:pt>
                      <c:pt idx="5133">
                        <c:v>180.405</c:v>
                      </c:pt>
                      <c:pt idx="5134">
                        <c:v>182.86799999999999</c:v>
                      </c:pt>
                      <c:pt idx="5135">
                        <c:v>182.40899999999999</c:v>
                      </c:pt>
                      <c:pt idx="5136">
                        <c:v>181.22499999999999</c:v>
                      </c:pt>
                      <c:pt idx="5137">
                        <c:v>178.46100000000001</c:v>
                      </c:pt>
                      <c:pt idx="5138">
                        <c:v>176.87200000000001</c:v>
                      </c:pt>
                      <c:pt idx="5139">
                        <c:v>171.44900000000001</c:v>
                      </c:pt>
                      <c:pt idx="5140">
                        <c:v>168.32599999999999</c:v>
                      </c:pt>
                      <c:pt idx="5141">
                        <c:v>168.42</c:v>
                      </c:pt>
                      <c:pt idx="5142">
                        <c:v>166.99799999999999</c:v>
                      </c:pt>
                      <c:pt idx="5143">
                        <c:v>165.655</c:v>
                      </c:pt>
                      <c:pt idx="5144">
                        <c:v>164.386</c:v>
                      </c:pt>
                      <c:pt idx="5145">
                        <c:v>161.762</c:v>
                      </c:pt>
                      <c:pt idx="5146">
                        <c:v>158.322</c:v>
                      </c:pt>
                      <c:pt idx="5147">
                        <c:v>158.19499999999999</c:v>
                      </c:pt>
                      <c:pt idx="5148">
                        <c:v>158.94399999999999</c:v>
                      </c:pt>
                      <c:pt idx="5149">
                        <c:v>158.637</c:v>
                      </c:pt>
                      <c:pt idx="5150">
                        <c:v>158.02199999999999</c:v>
                      </c:pt>
                      <c:pt idx="5151">
                        <c:v>157.08600000000001</c:v>
                      </c:pt>
                      <c:pt idx="5152">
                        <c:v>157.83199999999999</c:v>
                      </c:pt>
                      <c:pt idx="5153">
                        <c:v>164.90199999999999</c:v>
                      </c:pt>
                      <c:pt idx="5154">
                        <c:v>171.39099999999999</c:v>
                      </c:pt>
                      <c:pt idx="5155">
                        <c:v>175.744</c:v>
                      </c:pt>
                      <c:pt idx="5156">
                        <c:v>175.92400000000001</c:v>
                      </c:pt>
                      <c:pt idx="5157">
                        <c:v>177.6</c:v>
                      </c:pt>
                      <c:pt idx="5158">
                        <c:v>179.904</c:v>
                      </c:pt>
                      <c:pt idx="5159">
                        <c:v>175.17599999999999</c:v>
                      </c:pt>
                      <c:pt idx="5160">
                        <c:v>172.28</c:v>
                      </c:pt>
                      <c:pt idx="5161">
                        <c:v>169.38</c:v>
                      </c:pt>
                      <c:pt idx="5162">
                        <c:v>170.33</c:v>
                      </c:pt>
                      <c:pt idx="5163">
                        <c:v>172.999</c:v>
                      </c:pt>
                      <c:pt idx="5164">
                        <c:v>174.511</c:v>
                      </c:pt>
                      <c:pt idx="5165">
                        <c:v>176.208</c:v>
                      </c:pt>
                      <c:pt idx="5166">
                        <c:v>177.84399999999999</c:v>
                      </c:pt>
                      <c:pt idx="5167">
                        <c:v>178.00800000000001</c:v>
                      </c:pt>
                      <c:pt idx="5168">
                        <c:v>179.745</c:v>
                      </c:pt>
                      <c:pt idx="5169">
                        <c:v>180.54400000000001</c:v>
                      </c:pt>
                      <c:pt idx="5170">
                        <c:v>178.81399999999999</c:v>
                      </c:pt>
                      <c:pt idx="5171">
                        <c:v>176.22499999999999</c:v>
                      </c:pt>
                      <c:pt idx="5172">
                        <c:v>173.61500000000001</c:v>
                      </c:pt>
                      <c:pt idx="5173">
                        <c:v>170.316</c:v>
                      </c:pt>
                      <c:pt idx="5174">
                        <c:v>172.62</c:v>
                      </c:pt>
                      <c:pt idx="5175">
                        <c:v>180.59</c:v>
                      </c:pt>
                      <c:pt idx="5176">
                        <c:v>182.34800000000001</c:v>
                      </c:pt>
                      <c:pt idx="5177">
                        <c:v>185.988</c:v>
                      </c:pt>
                      <c:pt idx="5178">
                        <c:v>187.108</c:v>
                      </c:pt>
                      <c:pt idx="5179">
                        <c:v>184.55</c:v>
                      </c:pt>
                      <c:pt idx="5180">
                        <c:v>185.06100000000001</c:v>
                      </c:pt>
                      <c:pt idx="5181">
                        <c:v>185.386</c:v>
                      </c:pt>
                      <c:pt idx="5182">
                        <c:v>185.69800000000001</c:v>
                      </c:pt>
                      <c:pt idx="5183">
                        <c:v>184.97300000000001</c:v>
                      </c:pt>
                      <c:pt idx="5184">
                        <c:v>181.15799999999999</c:v>
                      </c:pt>
                      <c:pt idx="5185">
                        <c:v>175.37200000000001</c:v>
                      </c:pt>
                      <c:pt idx="5186">
                        <c:v>173.744</c:v>
                      </c:pt>
                      <c:pt idx="5187">
                        <c:v>173.21100000000001</c:v>
                      </c:pt>
                      <c:pt idx="5188">
                        <c:v>178.81</c:v>
                      </c:pt>
                      <c:pt idx="5189">
                        <c:v>177.91800000000001</c:v>
                      </c:pt>
                      <c:pt idx="5190">
                        <c:v>170.124</c:v>
                      </c:pt>
                      <c:pt idx="5191">
                        <c:v>163.07900000000001</c:v>
                      </c:pt>
                      <c:pt idx="5192">
                        <c:v>162.72499999999999</c:v>
                      </c:pt>
                      <c:pt idx="5193">
                        <c:v>165.53800000000001</c:v>
                      </c:pt>
                      <c:pt idx="5194">
                        <c:v>165.60400000000001</c:v>
                      </c:pt>
                      <c:pt idx="5195">
                        <c:v>160.95400000000001</c:v>
                      </c:pt>
                      <c:pt idx="5196">
                        <c:v>155.86500000000001</c:v>
                      </c:pt>
                      <c:pt idx="5197">
                        <c:v>155.078</c:v>
                      </c:pt>
                      <c:pt idx="5198">
                        <c:v>158.67699999999999</c:v>
                      </c:pt>
                      <c:pt idx="5199">
                        <c:v>158.94900000000001</c:v>
                      </c:pt>
                      <c:pt idx="5200">
                        <c:v>159.68899999999999</c:v>
                      </c:pt>
                      <c:pt idx="5201">
                        <c:v>162.089</c:v>
                      </c:pt>
                      <c:pt idx="5202">
                        <c:v>161.178</c:v>
                      </c:pt>
                      <c:pt idx="5203">
                        <c:v>158.80199999999999</c:v>
                      </c:pt>
                      <c:pt idx="5204">
                        <c:v>154.65700000000001</c:v>
                      </c:pt>
                      <c:pt idx="5205">
                        <c:v>157.18299999999999</c:v>
                      </c:pt>
                      <c:pt idx="5206">
                        <c:v>159.98699999999999</c:v>
                      </c:pt>
                      <c:pt idx="5207">
                        <c:v>162.85499999999999</c:v>
                      </c:pt>
                      <c:pt idx="5208">
                        <c:v>163.63499999999999</c:v>
                      </c:pt>
                      <c:pt idx="5209">
                        <c:v>180.101</c:v>
                      </c:pt>
                      <c:pt idx="5210">
                        <c:v>173.03399999999999</c:v>
                      </c:pt>
                      <c:pt idx="5211">
                        <c:v>175.55699999999999</c:v>
                      </c:pt>
                      <c:pt idx="5212">
                        <c:v>175.90199999999999</c:v>
                      </c:pt>
                      <c:pt idx="5213">
                        <c:v>174.75700000000001</c:v>
                      </c:pt>
                      <c:pt idx="5214">
                        <c:v>174.65799999999999</c:v>
                      </c:pt>
                      <c:pt idx="5215">
                        <c:v>174.43799999999999</c:v>
                      </c:pt>
                      <c:pt idx="5216">
                        <c:v>174.14699999999999</c:v>
                      </c:pt>
                      <c:pt idx="5217">
                        <c:v>175.05500000000001</c:v>
                      </c:pt>
                      <c:pt idx="5218">
                        <c:v>176.22900000000001</c:v>
                      </c:pt>
                      <c:pt idx="5219">
                        <c:v>176.31200000000001</c:v>
                      </c:pt>
                      <c:pt idx="5220">
                        <c:v>178.2</c:v>
                      </c:pt>
                      <c:pt idx="5221">
                        <c:v>177.94399999999999</c:v>
                      </c:pt>
                      <c:pt idx="5222">
                        <c:v>174.173</c:v>
                      </c:pt>
                      <c:pt idx="5223">
                        <c:v>168.80099999999999</c:v>
                      </c:pt>
                      <c:pt idx="5224">
                        <c:v>173.36699999999999</c:v>
                      </c:pt>
                      <c:pt idx="5225">
                        <c:v>177.43199999999999</c:v>
                      </c:pt>
                      <c:pt idx="5226">
                        <c:v>183.202</c:v>
                      </c:pt>
                      <c:pt idx="5227">
                        <c:v>190.94900000000001</c:v>
                      </c:pt>
                      <c:pt idx="5228">
                        <c:v>196.36199999999999</c:v>
                      </c:pt>
                      <c:pt idx="5229">
                        <c:v>197.18199999999999</c:v>
                      </c:pt>
                      <c:pt idx="5230">
                        <c:v>196.684</c:v>
                      </c:pt>
                      <c:pt idx="5231">
                        <c:v>197.95</c:v>
                      </c:pt>
                      <c:pt idx="5232">
                        <c:v>195.64699999999999</c:v>
                      </c:pt>
                      <c:pt idx="5233">
                        <c:v>190.006</c:v>
                      </c:pt>
                      <c:pt idx="5234">
                        <c:v>189.09</c:v>
                      </c:pt>
                      <c:pt idx="5235">
                        <c:v>191.22200000000001</c:v>
                      </c:pt>
                      <c:pt idx="5236">
                        <c:v>190.571</c:v>
                      </c:pt>
                      <c:pt idx="5237">
                        <c:v>187.345</c:v>
                      </c:pt>
                      <c:pt idx="5238">
                        <c:v>190.935</c:v>
                      </c:pt>
                      <c:pt idx="5239">
                        <c:v>193.17500000000001</c:v>
                      </c:pt>
                      <c:pt idx="5240">
                        <c:v>190.49799999999999</c:v>
                      </c:pt>
                      <c:pt idx="5241">
                        <c:v>183.96700000000001</c:v>
                      </c:pt>
                      <c:pt idx="5242">
                        <c:v>177.429</c:v>
                      </c:pt>
                      <c:pt idx="5243">
                        <c:v>175.446</c:v>
                      </c:pt>
                      <c:pt idx="5244">
                        <c:v>177.446</c:v>
                      </c:pt>
                      <c:pt idx="5245">
                        <c:v>177.25899999999999</c:v>
                      </c:pt>
                      <c:pt idx="5246">
                        <c:v>175.76</c:v>
                      </c:pt>
                      <c:pt idx="5247">
                        <c:v>175.2</c:v>
                      </c:pt>
                      <c:pt idx="5248">
                        <c:v>176.26499999999999</c:v>
                      </c:pt>
                      <c:pt idx="5249">
                        <c:v>170.81100000000001</c:v>
                      </c:pt>
                      <c:pt idx="5250">
                        <c:v>171.36799999999999</c:v>
                      </c:pt>
                      <c:pt idx="5251">
                        <c:v>174.82400000000001</c:v>
                      </c:pt>
                      <c:pt idx="5252">
                        <c:v>174.292</c:v>
                      </c:pt>
                      <c:pt idx="5253">
                        <c:v>174.9</c:v>
                      </c:pt>
                      <c:pt idx="5254">
                        <c:v>177.613</c:v>
                      </c:pt>
                      <c:pt idx="5255">
                        <c:v>186.286</c:v>
                      </c:pt>
                      <c:pt idx="5256">
                        <c:v>192.422</c:v>
                      </c:pt>
                      <c:pt idx="5257">
                        <c:v>193.785</c:v>
                      </c:pt>
                      <c:pt idx="5258">
                        <c:v>193.91800000000001</c:v>
                      </c:pt>
                      <c:pt idx="5259">
                        <c:v>194.678</c:v>
                      </c:pt>
                      <c:pt idx="5260">
                        <c:v>193.50399999999999</c:v>
                      </c:pt>
                      <c:pt idx="5261">
                        <c:v>192.32400000000001</c:v>
                      </c:pt>
                      <c:pt idx="5262">
                        <c:v>190.31200000000001</c:v>
                      </c:pt>
                      <c:pt idx="5263">
                        <c:v>190.93</c:v>
                      </c:pt>
                      <c:pt idx="5264">
                        <c:v>189.65100000000001</c:v>
                      </c:pt>
                      <c:pt idx="5265">
                        <c:v>190.994</c:v>
                      </c:pt>
                      <c:pt idx="5266">
                        <c:v>187.05799999999999</c:v>
                      </c:pt>
                      <c:pt idx="5267">
                        <c:v>184.81899999999999</c:v>
                      </c:pt>
                      <c:pt idx="5268">
                        <c:v>185.011</c:v>
                      </c:pt>
                      <c:pt idx="5269">
                        <c:v>185.417</c:v>
                      </c:pt>
                      <c:pt idx="5270">
                        <c:v>191.19900000000001</c:v>
                      </c:pt>
                      <c:pt idx="5271">
                        <c:v>196.06200000000001</c:v>
                      </c:pt>
                      <c:pt idx="5272">
                        <c:v>200.316</c:v>
                      </c:pt>
                      <c:pt idx="5273">
                        <c:v>198.48699999999999</c:v>
                      </c:pt>
                      <c:pt idx="5274">
                        <c:v>197.42500000000001</c:v>
                      </c:pt>
                      <c:pt idx="5275">
                        <c:v>200.90700000000001</c:v>
                      </c:pt>
                      <c:pt idx="5276">
                        <c:v>204.34399999999999</c:v>
                      </c:pt>
                      <c:pt idx="5277">
                        <c:v>200.822</c:v>
                      </c:pt>
                      <c:pt idx="5278">
                        <c:v>196.386</c:v>
                      </c:pt>
                      <c:pt idx="5279">
                        <c:v>197.43100000000001</c:v>
                      </c:pt>
                      <c:pt idx="5280">
                        <c:v>197.89699999999999</c:v>
                      </c:pt>
                      <c:pt idx="5281">
                        <c:v>197.17500000000001</c:v>
                      </c:pt>
                      <c:pt idx="5282">
                        <c:v>196.68</c:v>
                      </c:pt>
                      <c:pt idx="5283">
                        <c:v>194.86699999999999</c:v>
                      </c:pt>
                      <c:pt idx="5284">
                        <c:v>189.518</c:v>
                      </c:pt>
                      <c:pt idx="5285">
                        <c:v>188.21199999999999</c:v>
                      </c:pt>
                      <c:pt idx="5286">
                        <c:v>184.875</c:v>
                      </c:pt>
                      <c:pt idx="5287">
                        <c:v>182.01900000000001</c:v>
                      </c:pt>
                      <c:pt idx="5288">
                        <c:v>182.34800000000001</c:v>
                      </c:pt>
                      <c:pt idx="5289">
                        <c:v>178.55199999999999</c:v>
                      </c:pt>
                      <c:pt idx="5290">
                        <c:v>178.44200000000001</c:v>
                      </c:pt>
                      <c:pt idx="5291">
                        <c:v>176.42500000000001</c:v>
                      </c:pt>
                      <c:pt idx="5292">
                        <c:v>176.81399999999999</c:v>
                      </c:pt>
                      <c:pt idx="5293">
                        <c:v>177.267</c:v>
                      </c:pt>
                      <c:pt idx="5294">
                        <c:v>180.18100000000001</c:v>
                      </c:pt>
                      <c:pt idx="5295">
                        <c:v>185.41300000000001</c:v>
                      </c:pt>
                      <c:pt idx="5296">
                        <c:v>188.161</c:v>
                      </c:pt>
                      <c:pt idx="5297">
                        <c:v>185.738</c:v>
                      </c:pt>
                      <c:pt idx="5298">
                        <c:v>184.56399999999999</c:v>
                      </c:pt>
                      <c:pt idx="5299">
                        <c:v>189.91</c:v>
                      </c:pt>
                      <c:pt idx="5300">
                        <c:v>189.387</c:v>
                      </c:pt>
                      <c:pt idx="5301">
                        <c:v>186.30199999999999</c:v>
                      </c:pt>
                      <c:pt idx="5302">
                        <c:v>186.477</c:v>
                      </c:pt>
                      <c:pt idx="5303">
                        <c:v>188.36600000000001</c:v>
                      </c:pt>
                      <c:pt idx="5304">
                        <c:v>187.958</c:v>
                      </c:pt>
                      <c:pt idx="5305">
                        <c:v>191.33099999999999</c:v>
                      </c:pt>
                      <c:pt idx="5306">
                        <c:v>200.595</c:v>
                      </c:pt>
                      <c:pt idx="5307">
                        <c:v>208.11600000000001</c:v>
                      </c:pt>
                      <c:pt idx="5308">
                        <c:v>210.76400000000001</c:v>
                      </c:pt>
                      <c:pt idx="5309">
                        <c:v>209.464</c:v>
                      </c:pt>
                      <c:pt idx="5310">
                        <c:v>203.91800000000001</c:v>
                      </c:pt>
                      <c:pt idx="5311">
                        <c:v>201.61500000000001</c:v>
                      </c:pt>
                      <c:pt idx="5312">
                        <c:v>201.542</c:v>
                      </c:pt>
                      <c:pt idx="5313">
                        <c:v>198.107</c:v>
                      </c:pt>
                      <c:pt idx="5314">
                        <c:v>195.43</c:v>
                      </c:pt>
                      <c:pt idx="5315">
                        <c:v>189.59</c:v>
                      </c:pt>
                      <c:pt idx="5316">
                        <c:v>184.84</c:v>
                      </c:pt>
                      <c:pt idx="5317">
                        <c:v>175.416</c:v>
                      </c:pt>
                      <c:pt idx="5318">
                        <c:v>176.17599999999999</c:v>
                      </c:pt>
                      <c:pt idx="5319">
                        <c:v>174.95400000000001</c:v>
                      </c:pt>
                      <c:pt idx="5320">
                        <c:v>175.61799999999999</c:v>
                      </c:pt>
                      <c:pt idx="5321">
                        <c:v>172.71199999999999</c:v>
                      </c:pt>
                      <c:pt idx="5322">
                        <c:v>171.911</c:v>
                      </c:pt>
                      <c:pt idx="5323">
                        <c:v>172.828</c:v>
                      </c:pt>
                      <c:pt idx="5324">
                        <c:v>175.839</c:v>
                      </c:pt>
                      <c:pt idx="5325">
                        <c:v>178.297</c:v>
                      </c:pt>
                      <c:pt idx="5326">
                        <c:v>180.702</c:v>
                      </c:pt>
                      <c:pt idx="5327">
                        <c:v>181.804</c:v>
                      </c:pt>
                      <c:pt idx="5328">
                        <c:v>186.27500000000001</c:v>
                      </c:pt>
                      <c:pt idx="5329">
                        <c:v>190.75800000000001</c:v>
                      </c:pt>
                      <c:pt idx="5330">
                        <c:v>192.476</c:v>
                      </c:pt>
                      <c:pt idx="5331">
                        <c:v>193.72499999999999</c:v>
                      </c:pt>
                      <c:pt idx="5332">
                        <c:v>192.125</c:v>
                      </c:pt>
                      <c:pt idx="5333">
                        <c:v>195.26900000000001</c:v>
                      </c:pt>
                      <c:pt idx="5334">
                        <c:v>194.21</c:v>
                      </c:pt>
                      <c:pt idx="5335">
                        <c:v>192.66200000000001</c:v>
                      </c:pt>
                      <c:pt idx="5336">
                        <c:v>192.84899999999999</c:v>
                      </c:pt>
                      <c:pt idx="5337">
                        <c:v>191.398</c:v>
                      </c:pt>
                      <c:pt idx="5338">
                        <c:v>188.80199999999999</c:v>
                      </c:pt>
                      <c:pt idx="5339">
                        <c:v>185.89699999999999</c:v>
                      </c:pt>
                      <c:pt idx="5340">
                        <c:v>178.167</c:v>
                      </c:pt>
                      <c:pt idx="5341">
                        <c:v>197.012</c:v>
                      </c:pt>
                      <c:pt idx="5342">
                        <c:v>199.11799999999999</c:v>
                      </c:pt>
                      <c:pt idx="5343">
                        <c:v>197.041</c:v>
                      </c:pt>
                      <c:pt idx="5344">
                        <c:v>200.95699999999999</c:v>
                      </c:pt>
                      <c:pt idx="5345">
                        <c:v>199.97900000000001</c:v>
                      </c:pt>
                      <c:pt idx="5346">
                        <c:v>201.02099999999999</c:v>
                      </c:pt>
                      <c:pt idx="5347">
                        <c:v>200.791</c:v>
                      </c:pt>
                      <c:pt idx="5348">
                        <c:v>200.09</c:v>
                      </c:pt>
                      <c:pt idx="5349">
                        <c:v>196.94499999999999</c:v>
                      </c:pt>
                      <c:pt idx="5350">
                        <c:v>193.13</c:v>
                      </c:pt>
                      <c:pt idx="5351">
                        <c:v>189.739</c:v>
                      </c:pt>
                      <c:pt idx="5352">
                        <c:v>189.619</c:v>
                      </c:pt>
                      <c:pt idx="5353">
                        <c:v>187.69200000000001</c:v>
                      </c:pt>
                      <c:pt idx="5354">
                        <c:v>190.71199999999999</c:v>
                      </c:pt>
                      <c:pt idx="5355">
                        <c:v>193.11</c:v>
                      </c:pt>
                      <c:pt idx="5356">
                        <c:v>189.535</c:v>
                      </c:pt>
                      <c:pt idx="5357">
                        <c:v>191.16200000000001</c:v>
                      </c:pt>
                      <c:pt idx="5358">
                        <c:v>189.499</c:v>
                      </c:pt>
                      <c:pt idx="5359">
                        <c:v>188.88499999999999</c:v>
                      </c:pt>
                      <c:pt idx="5360">
                        <c:v>189.947</c:v>
                      </c:pt>
                      <c:pt idx="5361">
                        <c:v>189.75</c:v>
                      </c:pt>
                      <c:pt idx="5362">
                        <c:v>190.58600000000001</c:v>
                      </c:pt>
                      <c:pt idx="5363">
                        <c:v>192.95599999999999</c:v>
                      </c:pt>
                      <c:pt idx="5364">
                        <c:v>196.72200000000001</c:v>
                      </c:pt>
                      <c:pt idx="5365">
                        <c:v>197.71299999999999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2-49E9-4D25-B60A-92C31AFE1E83}"/>
                  </c:ext>
                </c:extLst>
              </c15:ser>
            </c15:filteredLineSeries>
            <c15:filteredLineSeries>
              <c15:ser>
                <c:idx val="3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Hoja2!$F$2</c15:sqref>
                        </c15:formulaRef>
                      </c:ext>
                    </c:extLst>
                    <c:strCache>
                      <c:ptCount val="1"/>
                      <c:pt idx="0">
                        <c:v>CDS 10 años %</c:v>
                      </c:pt>
                    </c:strCache>
                  </c:strRef>
                </c:tx>
                <c:spPr>
                  <a:ln w="22225" cap="rnd">
                    <a:solidFill>
                      <a:srgbClr val="00B050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Hoja2!$B$316:$B$5735</c15:sqref>
                        </c15:formulaRef>
                      </c:ext>
                    </c:extLst>
                    <c:numCache>
                      <c:formatCode>m/d/yyyy</c:formatCode>
                      <c:ptCount val="5420"/>
                      <c:pt idx="0">
                        <c:v>38070</c:v>
                      </c:pt>
                      <c:pt idx="1">
                        <c:v>38071</c:v>
                      </c:pt>
                      <c:pt idx="2">
                        <c:v>38072</c:v>
                      </c:pt>
                      <c:pt idx="3">
                        <c:v>38075</c:v>
                      </c:pt>
                      <c:pt idx="4">
                        <c:v>38076</c:v>
                      </c:pt>
                      <c:pt idx="5">
                        <c:v>38077</c:v>
                      </c:pt>
                      <c:pt idx="6">
                        <c:v>38078</c:v>
                      </c:pt>
                      <c:pt idx="7">
                        <c:v>38079</c:v>
                      </c:pt>
                      <c:pt idx="8">
                        <c:v>38082</c:v>
                      </c:pt>
                      <c:pt idx="9">
                        <c:v>38083</c:v>
                      </c:pt>
                      <c:pt idx="10">
                        <c:v>38084</c:v>
                      </c:pt>
                      <c:pt idx="11">
                        <c:v>38085</c:v>
                      </c:pt>
                      <c:pt idx="12">
                        <c:v>38089</c:v>
                      </c:pt>
                      <c:pt idx="13">
                        <c:v>38090</c:v>
                      </c:pt>
                      <c:pt idx="14">
                        <c:v>38091</c:v>
                      </c:pt>
                      <c:pt idx="15">
                        <c:v>38092</c:v>
                      </c:pt>
                      <c:pt idx="16">
                        <c:v>38093</c:v>
                      </c:pt>
                      <c:pt idx="17">
                        <c:v>38096</c:v>
                      </c:pt>
                      <c:pt idx="18">
                        <c:v>38097</c:v>
                      </c:pt>
                      <c:pt idx="19">
                        <c:v>38098</c:v>
                      </c:pt>
                      <c:pt idx="20">
                        <c:v>38099</c:v>
                      </c:pt>
                      <c:pt idx="21">
                        <c:v>38100</c:v>
                      </c:pt>
                      <c:pt idx="22">
                        <c:v>38103</c:v>
                      </c:pt>
                      <c:pt idx="23">
                        <c:v>38104</c:v>
                      </c:pt>
                      <c:pt idx="24">
                        <c:v>38105</c:v>
                      </c:pt>
                      <c:pt idx="25">
                        <c:v>38106</c:v>
                      </c:pt>
                      <c:pt idx="26">
                        <c:v>38107</c:v>
                      </c:pt>
                      <c:pt idx="27">
                        <c:v>38110</c:v>
                      </c:pt>
                      <c:pt idx="28">
                        <c:v>38111</c:v>
                      </c:pt>
                      <c:pt idx="29">
                        <c:v>38112</c:v>
                      </c:pt>
                      <c:pt idx="30">
                        <c:v>38113</c:v>
                      </c:pt>
                      <c:pt idx="31">
                        <c:v>38114</c:v>
                      </c:pt>
                      <c:pt idx="32">
                        <c:v>38117</c:v>
                      </c:pt>
                      <c:pt idx="33">
                        <c:v>38118</c:v>
                      </c:pt>
                      <c:pt idx="34">
                        <c:v>38119</c:v>
                      </c:pt>
                      <c:pt idx="35">
                        <c:v>38120</c:v>
                      </c:pt>
                      <c:pt idx="36">
                        <c:v>38121</c:v>
                      </c:pt>
                      <c:pt idx="37">
                        <c:v>38124</c:v>
                      </c:pt>
                      <c:pt idx="38">
                        <c:v>38125</c:v>
                      </c:pt>
                      <c:pt idx="39">
                        <c:v>38126</c:v>
                      </c:pt>
                      <c:pt idx="40">
                        <c:v>38127</c:v>
                      </c:pt>
                      <c:pt idx="41">
                        <c:v>38128</c:v>
                      </c:pt>
                      <c:pt idx="42">
                        <c:v>38131</c:v>
                      </c:pt>
                      <c:pt idx="43">
                        <c:v>38132</c:v>
                      </c:pt>
                      <c:pt idx="44">
                        <c:v>38133</c:v>
                      </c:pt>
                      <c:pt idx="45">
                        <c:v>38134</c:v>
                      </c:pt>
                      <c:pt idx="46">
                        <c:v>38135</c:v>
                      </c:pt>
                      <c:pt idx="47">
                        <c:v>38138</c:v>
                      </c:pt>
                      <c:pt idx="48">
                        <c:v>38139</c:v>
                      </c:pt>
                      <c:pt idx="49">
                        <c:v>38140</c:v>
                      </c:pt>
                      <c:pt idx="50">
                        <c:v>38141</c:v>
                      </c:pt>
                      <c:pt idx="51">
                        <c:v>38142</c:v>
                      </c:pt>
                      <c:pt idx="52">
                        <c:v>38145</c:v>
                      </c:pt>
                      <c:pt idx="53">
                        <c:v>38146</c:v>
                      </c:pt>
                      <c:pt idx="54">
                        <c:v>38147</c:v>
                      </c:pt>
                      <c:pt idx="55">
                        <c:v>38148</c:v>
                      </c:pt>
                      <c:pt idx="56">
                        <c:v>38149</c:v>
                      </c:pt>
                      <c:pt idx="57">
                        <c:v>38152</c:v>
                      </c:pt>
                      <c:pt idx="58">
                        <c:v>38153</c:v>
                      </c:pt>
                      <c:pt idx="59">
                        <c:v>38154</c:v>
                      </c:pt>
                      <c:pt idx="60">
                        <c:v>38155</c:v>
                      </c:pt>
                      <c:pt idx="61">
                        <c:v>38156</c:v>
                      </c:pt>
                      <c:pt idx="62">
                        <c:v>38159</c:v>
                      </c:pt>
                      <c:pt idx="63">
                        <c:v>38160</c:v>
                      </c:pt>
                      <c:pt idx="64">
                        <c:v>38161</c:v>
                      </c:pt>
                      <c:pt idx="65">
                        <c:v>38162</c:v>
                      </c:pt>
                      <c:pt idx="66">
                        <c:v>38163</c:v>
                      </c:pt>
                      <c:pt idx="67">
                        <c:v>38166</c:v>
                      </c:pt>
                      <c:pt idx="68">
                        <c:v>38167</c:v>
                      </c:pt>
                      <c:pt idx="69">
                        <c:v>38168</c:v>
                      </c:pt>
                      <c:pt idx="70">
                        <c:v>38169</c:v>
                      </c:pt>
                      <c:pt idx="71">
                        <c:v>38170</c:v>
                      </c:pt>
                      <c:pt idx="72">
                        <c:v>38174</c:v>
                      </c:pt>
                      <c:pt idx="73">
                        <c:v>38175</c:v>
                      </c:pt>
                      <c:pt idx="74">
                        <c:v>38176</c:v>
                      </c:pt>
                      <c:pt idx="75">
                        <c:v>38177</c:v>
                      </c:pt>
                      <c:pt idx="76">
                        <c:v>38180</c:v>
                      </c:pt>
                      <c:pt idx="77">
                        <c:v>38181</c:v>
                      </c:pt>
                      <c:pt idx="78">
                        <c:v>38182</c:v>
                      </c:pt>
                      <c:pt idx="79">
                        <c:v>38183</c:v>
                      </c:pt>
                      <c:pt idx="80">
                        <c:v>38184</c:v>
                      </c:pt>
                      <c:pt idx="81">
                        <c:v>38187</c:v>
                      </c:pt>
                      <c:pt idx="82">
                        <c:v>38188</c:v>
                      </c:pt>
                      <c:pt idx="83">
                        <c:v>38189</c:v>
                      </c:pt>
                      <c:pt idx="84">
                        <c:v>38190</c:v>
                      </c:pt>
                      <c:pt idx="85">
                        <c:v>38191</c:v>
                      </c:pt>
                      <c:pt idx="86">
                        <c:v>38194</c:v>
                      </c:pt>
                      <c:pt idx="87">
                        <c:v>38195</c:v>
                      </c:pt>
                      <c:pt idx="88">
                        <c:v>38196</c:v>
                      </c:pt>
                      <c:pt idx="89">
                        <c:v>38197</c:v>
                      </c:pt>
                      <c:pt idx="90">
                        <c:v>38198</c:v>
                      </c:pt>
                      <c:pt idx="91">
                        <c:v>38201</c:v>
                      </c:pt>
                      <c:pt idx="92">
                        <c:v>38202</c:v>
                      </c:pt>
                      <c:pt idx="93">
                        <c:v>38203</c:v>
                      </c:pt>
                      <c:pt idx="94">
                        <c:v>38204</c:v>
                      </c:pt>
                      <c:pt idx="95">
                        <c:v>38205</c:v>
                      </c:pt>
                      <c:pt idx="96">
                        <c:v>38208</c:v>
                      </c:pt>
                      <c:pt idx="97">
                        <c:v>38209</c:v>
                      </c:pt>
                      <c:pt idx="98">
                        <c:v>38210</c:v>
                      </c:pt>
                      <c:pt idx="99">
                        <c:v>38211</c:v>
                      </c:pt>
                      <c:pt idx="100">
                        <c:v>38212</c:v>
                      </c:pt>
                      <c:pt idx="101">
                        <c:v>38215</c:v>
                      </c:pt>
                      <c:pt idx="102">
                        <c:v>38216</c:v>
                      </c:pt>
                      <c:pt idx="103">
                        <c:v>38217</c:v>
                      </c:pt>
                      <c:pt idx="104">
                        <c:v>38218</c:v>
                      </c:pt>
                      <c:pt idx="105">
                        <c:v>38219</c:v>
                      </c:pt>
                      <c:pt idx="106">
                        <c:v>38222</c:v>
                      </c:pt>
                      <c:pt idx="107">
                        <c:v>38223</c:v>
                      </c:pt>
                      <c:pt idx="108">
                        <c:v>38224</c:v>
                      </c:pt>
                      <c:pt idx="109">
                        <c:v>38225</c:v>
                      </c:pt>
                      <c:pt idx="110">
                        <c:v>38226</c:v>
                      </c:pt>
                      <c:pt idx="111">
                        <c:v>38229</c:v>
                      </c:pt>
                      <c:pt idx="112">
                        <c:v>38230</c:v>
                      </c:pt>
                      <c:pt idx="113">
                        <c:v>38231</c:v>
                      </c:pt>
                      <c:pt idx="114">
                        <c:v>38232</c:v>
                      </c:pt>
                      <c:pt idx="115">
                        <c:v>38233</c:v>
                      </c:pt>
                      <c:pt idx="116">
                        <c:v>38236</c:v>
                      </c:pt>
                      <c:pt idx="117">
                        <c:v>38237</c:v>
                      </c:pt>
                      <c:pt idx="118">
                        <c:v>38238</c:v>
                      </c:pt>
                      <c:pt idx="119">
                        <c:v>38239</c:v>
                      </c:pt>
                      <c:pt idx="120">
                        <c:v>38240</c:v>
                      </c:pt>
                      <c:pt idx="121">
                        <c:v>38243</c:v>
                      </c:pt>
                      <c:pt idx="122">
                        <c:v>38244</c:v>
                      </c:pt>
                      <c:pt idx="123">
                        <c:v>38245</c:v>
                      </c:pt>
                      <c:pt idx="124">
                        <c:v>38246</c:v>
                      </c:pt>
                      <c:pt idx="125">
                        <c:v>38247</c:v>
                      </c:pt>
                      <c:pt idx="126">
                        <c:v>38250</c:v>
                      </c:pt>
                      <c:pt idx="127">
                        <c:v>38251</c:v>
                      </c:pt>
                      <c:pt idx="128">
                        <c:v>38252</c:v>
                      </c:pt>
                      <c:pt idx="129">
                        <c:v>38253</c:v>
                      </c:pt>
                      <c:pt idx="130">
                        <c:v>38254</c:v>
                      </c:pt>
                      <c:pt idx="131">
                        <c:v>38257</c:v>
                      </c:pt>
                      <c:pt idx="132">
                        <c:v>38258</c:v>
                      </c:pt>
                      <c:pt idx="133">
                        <c:v>38259</c:v>
                      </c:pt>
                      <c:pt idx="134">
                        <c:v>38260</c:v>
                      </c:pt>
                      <c:pt idx="135">
                        <c:v>38261</c:v>
                      </c:pt>
                      <c:pt idx="136">
                        <c:v>38264</c:v>
                      </c:pt>
                      <c:pt idx="137">
                        <c:v>38265</c:v>
                      </c:pt>
                      <c:pt idx="138">
                        <c:v>38266</c:v>
                      </c:pt>
                      <c:pt idx="139">
                        <c:v>38267</c:v>
                      </c:pt>
                      <c:pt idx="140">
                        <c:v>38268</c:v>
                      </c:pt>
                      <c:pt idx="141">
                        <c:v>38271</c:v>
                      </c:pt>
                      <c:pt idx="142">
                        <c:v>38272</c:v>
                      </c:pt>
                      <c:pt idx="143">
                        <c:v>38273</c:v>
                      </c:pt>
                      <c:pt idx="144">
                        <c:v>38274</c:v>
                      </c:pt>
                      <c:pt idx="145">
                        <c:v>38275</c:v>
                      </c:pt>
                      <c:pt idx="146">
                        <c:v>38278</c:v>
                      </c:pt>
                      <c:pt idx="147">
                        <c:v>38279</c:v>
                      </c:pt>
                      <c:pt idx="148">
                        <c:v>38280</c:v>
                      </c:pt>
                      <c:pt idx="149">
                        <c:v>38281</c:v>
                      </c:pt>
                      <c:pt idx="150">
                        <c:v>38282</c:v>
                      </c:pt>
                      <c:pt idx="151">
                        <c:v>38285</c:v>
                      </c:pt>
                      <c:pt idx="152">
                        <c:v>38286</c:v>
                      </c:pt>
                      <c:pt idx="153">
                        <c:v>38287</c:v>
                      </c:pt>
                      <c:pt idx="154">
                        <c:v>38288</c:v>
                      </c:pt>
                      <c:pt idx="155">
                        <c:v>38289</c:v>
                      </c:pt>
                      <c:pt idx="156">
                        <c:v>38292</c:v>
                      </c:pt>
                      <c:pt idx="157">
                        <c:v>38293</c:v>
                      </c:pt>
                      <c:pt idx="158">
                        <c:v>38294</c:v>
                      </c:pt>
                      <c:pt idx="159">
                        <c:v>38295</c:v>
                      </c:pt>
                      <c:pt idx="160">
                        <c:v>38296</c:v>
                      </c:pt>
                      <c:pt idx="161">
                        <c:v>38299</c:v>
                      </c:pt>
                      <c:pt idx="162">
                        <c:v>38300</c:v>
                      </c:pt>
                      <c:pt idx="163">
                        <c:v>38301</c:v>
                      </c:pt>
                      <c:pt idx="164">
                        <c:v>38302</c:v>
                      </c:pt>
                      <c:pt idx="165">
                        <c:v>38303</c:v>
                      </c:pt>
                      <c:pt idx="166">
                        <c:v>38306</c:v>
                      </c:pt>
                      <c:pt idx="167">
                        <c:v>38307</c:v>
                      </c:pt>
                      <c:pt idx="168">
                        <c:v>38308</c:v>
                      </c:pt>
                      <c:pt idx="169">
                        <c:v>38309</c:v>
                      </c:pt>
                      <c:pt idx="170">
                        <c:v>38310</c:v>
                      </c:pt>
                      <c:pt idx="171">
                        <c:v>38313</c:v>
                      </c:pt>
                      <c:pt idx="172">
                        <c:v>38314</c:v>
                      </c:pt>
                      <c:pt idx="173">
                        <c:v>38315</c:v>
                      </c:pt>
                      <c:pt idx="174">
                        <c:v>38316</c:v>
                      </c:pt>
                      <c:pt idx="175">
                        <c:v>38317</c:v>
                      </c:pt>
                      <c:pt idx="176">
                        <c:v>38320</c:v>
                      </c:pt>
                      <c:pt idx="177">
                        <c:v>38321</c:v>
                      </c:pt>
                      <c:pt idx="178">
                        <c:v>38322</c:v>
                      </c:pt>
                      <c:pt idx="179">
                        <c:v>38323</c:v>
                      </c:pt>
                      <c:pt idx="180">
                        <c:v>38324</c:v>
                      </c:pt>
                      <c:pt idx="181">
                        <c:v>38327</c:v>
                      </c:pt>
                      <c:pt idx="182">
                        <c:v>38328</c:v>
                      </c:pt>
                      <c:pt idx="183">
                        <c:v>38329</c:v>
                      </c:pt>
                      <c:pt idx="184">
                        <c:v>38330</c:v>
                      </c:pt>
                      <c:pt idx="185">
                        <c:v>38331</c:v>
                      </c:pt>
                      <c:pt idx="186">
                        <c:v>38334</c:v>
                      </c:pt>
                      <c:pt idx="187">
                        <c:v>38335</c:v>
                      </c:pt>
                      <c:pt idx="188">
                        <c:v>38336</c:v>
                      </c:pt>
                      <c:pt idx="189">
                        <c:v>38337</c:v>
                      </c:pt>
                      <c:pt idx="190">
                        <c:v>38338</c:v>
                      </c:pt>
                      <c:pt idx="191">
                        <c:v>38341</c:v>
                      </c:pt>
                      <c:pt idx="192">
                        <c:v>38342</c:v>
                      </c:pt>
                      <c:pt idx="193">
                        <c:v>38343</c:v>
                      </c:pt>
                      <c:pt idx="194">
                        <c:v>38344</c:v>
                      </c:pt>
                      <c:pt idx="195">
                        <c:v>38345</c:v>
                      </c:pt>
                      <c:pt idx="196">
                        <c:v>38348</c:v>
                      </c:pt>
                      <c:pt idx="197">
                        <c:v>38349</c:v>
                      </c:pt>
                      <c:pt idx="198">
                        <c:v>38350</c:v>
                      </c:pt>
                      <c:pt idx="199">
                        <c:v>38351</c:v>
                      </c:pt>
                      <c:pt idx="200">
                        <c:v>38352</c:v>
                      </c:pt>
                      <c:pt idx="201">
                        <c:v>38355</c:v>
                      </c:pt>
                      <c:pt idx="202">
                        <c:v>38356</c:v>
                      </c:pt>
                      <c:pt idx="203">
                        <c:v>38357</c:v>
                      </c:pt>
                      <c:pt idx="204">
                        <c:v>38358</c:v>
                      </c:pt>
                      <c:pt idx="205">
                        <c:v>38359</c:v>
                      </c:pt>
                      <c:pt idx="206">
                        <c:v>38362</c:v>
                      </c:pt>
                      <c:pt idx="207">
                        <c:v>38363</c:v>
                      </c:pt>
                      <c:pt idx="208">
                        <c:v>38364</c:v>
                      </c:pt>
                      <c:pt idx="209">
                        <c:v>38365</c:v>
                      </c:pt>
                      <c:pt idx="210">
                        <c:v>38366</c:v>
                      </c:pt>
                      <c:pt idx="211">
                        <c:v>38369</c:v>
                      </c:pt>
                      <c:pt idx="212">
                        <c:v>38370</c:v>
                      </c:pt>
                      <c:pt idx="213">
                        <c:v>38371</c:v>
                      </c:pt>
                      <c:pt idx="214">
                        <c:v>38372</c:v>
                      </c:pt>
                      <c:pt idx="215">
                        <c:v>38373</c:v>
                      </c:pt>
                      <c:pt idx="216">
                        <c:v>38376</c:v>
                      </c:pt>
                      <c:pt idx="217">
                        <c:v>38377</c:v>
                      </c:pt>
                      <c:pt idx="218">
                        <c:v>38378</c:v>
                      </c:pt>
                      <c:pt idx="219">
                        <c:v>38379</c:v>
                      </c:pt>
                      <c:pt idx="220">
                        <c:v>38380</c:v>
                      </c:pt>
                      <c:pt idx="221">
                        <c:v>38383</c:v>
                      </c:pt>
                      <c:pt idx="222">
                        <c:v>38384</c:v>
                      </c:pt>
                      <c:pt idx="223">
                        <c:v>38385</c:v>
                      </c:pt>
                      <c:pt idx="224">
                        <c:v>38386</c:v>
                      </c:pt>
                      <c:pt idx="225">
                        <c:v>38387</c:v>
                      </c:pt>
                      <c:pt idx="226">
                        <c:v>38390</c:v>
                      </c:pt>
                      <c:pt idx="227">
                        <c:v>38391</c:v>
                      </c:pt>
                      <c:pt idx="228">
                        <c:v>38392</c:v>
                      </c:pt>
                      <c:pt idx="229">
                        <c:v>38393</c:v>
                      </c:pt>
                      <c:pt idx="230">
                        <c:v>38394</c:v>
                      </c:pt>
                      <c:pt idx="231">
                        <c:v>38397</c:v>
                      </c:pt>
                      <c:pt idx="232">
                        <c:v>38398</c:v>
                      </c:pt>
                      <c:pt idx="233">
                        <c:v>38399</c:v>
                      </c:pt>
                      <c:pt idx="234">
                        <c:v>38400</c:v>
                      </c:pt>
                      <c:pt idx="235">
                        <c:v>38401</c:v>
                      </c:pt>
                      <c:pt idx="236">
                        <c:v>38404</c:v>
                      </c:pt>
                      <c:pt idx="237">
                        <c:v>38405</c:v>
                      </c:pt>
                      <c:pt idx="238">
                        <c:v>38406</c:v>
                      </c:pt>
                      <c:pt idx="239">
                        <c:v>38407</c:v>
                      </c:pt>
                      <c:pt idx="240">
                        <c:v>38408</c:v>
                      </c:pt>
                      <c:pt idx="241">
                        <c:v>38411</c:v>
                      </c:pt>
                      <c:pt idx="242">
                        <c:v>38412</c:v>
                      </c:pt>
                      <c:pt idx="243">
                        <c:v>38413</c:v>
                      </c:pt>
                      <c:pt idx="244">
                        <c:v>38414</c:v>
                      </c:pt>
                      <c:pt idx="245">
                        <c:v>38415</c:v>
                      </c:pt>
                      <c:pt idx="246">
                        <c:v>38418</c:v>
                      </c:pt>
                      <c:pt idx="247">
                        <c:v>38419</c:v>
                      </c:pt>
                      <c:pt idx="248">
                        <c:v>38420</c:v>
                      </c:pt>
                      <c:pt idx="249">
                        <c:v>38421</c:v>
                      </c:pt>
                      <c:pt idx="250">
                        <c:v>38422</c:v>
                      </c:pt>
                      <c:pt idx="251">
                        <c:v>38425</c:v>
                      </c:pt>
                      <c:pt idx="252">
                        <c:v>38426</c:v>
                      </c:pt>
                      <c:pt idx="253">
                        <c:v>38427</c:v>
                      </c:pt>
                      <c:pt idx="254">
                        <c:v>38428</c:v>
                      </c:pt>
                      <c:pt idx="255">
                        <c:v>38429</c:v>
                      </c:pt>
                      <c:pt idx="256">
                        <c:v>38432</c:v>
                      </c:pt>
                      <c:pt idx="257">
                        <c:v>38433</c:v>
                      </c:pt>
                      <c:pt idx="258">
                        <c:v>38434</c:v>
                      </c:pt>
                      <c:pt idx="259">
                        <c:v>38435</c:v>
                      </c:pt>
                      <c:pt idx="260">
                        <c:v>38436</c:v>
                      </c:pt>
                      <c:pt idx="261">
                        <c:v>38439</c:v>
                      </c:pt>
                      <c:pt idx="262">
                        <c:v>38440</c:v>
                      </c:pt>
                      <c:pt idx="263">
                        <c:v>38441</c:v>
                      </c:pt>
                      <c:pt idx="264">
                        <c:v>38442</c:v>
                      </c:pt>
                      <c:pt idx="265">
                        <c:v>38443</c:v>
                      </c:pt>
                      <c:pt idx="266">
                        <c:v>38446</c:v>
                      </c:pt>
                      <c:pt idx="267">
                        <c:v>38447</c:v>
                      </c:pt>
                      <c:pt idx="268">
                        <c:v>38448</c:v>
                      </c:pt>
                      <c:pt idx="269">
                        <c:v>38449</c:v>
                      </c:pt>
                      <c:pt idx="270">
                        <c:v>38450</c:v>
                      </c:pt>
                      <c:pt idx="271">
                        <c:v>38453</c:v>
                      </c:pt>
                      <c:pt idx="272">
                        <c:v>38454</c:v>
                      </c:pt>
                      <c:pt idx="273">
                        <c:v>38455</c:v>
                      </c:pt>
                      <c:pt idx="274">
                        <c:v>38456</c:v>
                      </c:pt>
                      <c:pt idx="275">
                        <c:v>38457</c:v>
                      </c:pt>
                      <c:pt idx="276">
                        <c:v>38460</c:v>
                      </c:pt>
                      <c:pt idx="277">
                        <c:v>38461</c:v>
                      </c:pt>
                      <c:pt idx="278">
                        <c:v>38462</c:v>
                      </c:pt>
                      <c:pt idx="279">
                        <c:v>38463</c:v>
                      </c:pt>
                      <c:pt idx="280">
                        <c:v>38464</c:v>
                      </c:pt>
                      <c:pt idx="281">
                        <c:v>38467</c:v>
                      </c:pt>
                      <c:pt idx="282">
                        <c:v>38468</c:v>
                      </c:pt>
                      <c:pt idx="283">
                        <c:v>38469</c:v>
                      </c:pt>
                      <c:pt idx="284">
                        <c:v>38470</c:v>
                      </c:pt>
                      <c:pt idx="285">
                        <c:v>38471</c:v>
                      </c:pt>
                      <c:pt idx="286">
                        <c:v>38474</c:v>
                      </c:pt>
                      <c:pt idx="287">
                        <c:v>38475</c:v>
                      </c:pt>
                      <c:pt idx="288">
                        <c:v>38476</c:v>
                      </c:pt>
                      <c:pt idx="289">
                        <c:v>38477</c:v>
                      </c:pt>
                      <c:pt idx="290">
                        <c:v>38478</c:v>
                      </c:pt>
                      <c:pt idx="291">
                        <c:v>38481</c:v>
                      </c:pt>
                      <c:pt idx="292">
                        <c:v>38482</c:v>
                      </c:pt>
                      <c:pt idx="293">
                        <c:v>38483</c:v>
                      </c:pt>
                      <c:pt idx="294">
                        <c:v>38484</c:v>
                      </c:pt>
                      <c:pt idx="295">
                        <c:v>38485</c:v>
                      </c:pt>
                      <c:pt idx="296">
                        <c:v>38488</c:v>
                      </c:pt>
                      <c:pt idx="297">
                        <c:v>38489</c:v>
                      </c:pt>
                      <c:pt idx="298">
                        <c:v>38490</c:v>
                      </c:pt>
                      <c:pt idx="299">
                        <c:v>38491</c:v>
                      </c:pt>
                      <c:pt idx="300">
                        <c:v>38492</c:v>
                      </c:pt>
                      <c:pt idx="301">
                        <c:v>38495</c:v>
                      </c:pt>
                      <c:pt idx="302">
                        <c:v>38496</c:v>
                      </c:pt>
                      <c:pt idx="303">
                        <c:v>38497</c:v>
                      </c:pt>
                      <c:pt idx="304">
                        <c:v>38498</c:v>
                      </c:pt>
                      <c:pt idx="305">
                        <c:v>38499</c:v>
                      </c:pt>
                      <c:pt idx="306">
                        <c:v>38503</c:v>
                      </c:pt>
                      <c:pt idx="307">
                        <c:v>38504</c:v>
                      </c:pt>
                      <c:pt idx="308">
                        <c:v>38505</c:v>
                      </c:pt>
                      <c:pt idx="309">
                        <c:v>38506</c:v>
                      </c:pt>
                      <c:pt idx="310">
                        <c:v>38509</c:v>
                      </c:pt>
                      <c:pt idx="311">
                        <c:v>38510</c:v>
                      </c:pt>
                      <c:pt idx="312">
                        <c:v>38511</c:v>
                      </c:pt>
                      <c:pt idx="313">
                        <c:v>38512</c:v>
                      </c:pt>
                      <c:pt idx="314">
                        <c:v>38513</c:v>
                      </c:pt>
                      <c:pt idx="315">
                        <c:v>38516</c:v>
                      </c:pt>
                      <c:pt idx="316">
                        <c:v>38517</c:v>
                      </c:pt>
                      <c:pt idx="317">
                        <c:v>38518</c:v>
                      </c:pt>
                      <c:pt idx="318">
                        <c:v>38519</c:v>
                      </c:pt>
                      <c:pt idx="319">
                        <c:v>38520</c:v>
                      </c:pt>
                      <c:pt idx="320">
                        <c:v>38523</c:v>
                      </c:pt>
                      <c:pt idx="321">
                        <c:v>38524</c:v>
                      </c:pt>
                      <c:pt idx="322">
                        <c:v>38525</c:v>
                      </c:pt>
                      <c:pt idx="323">
                        <c:v>38526</c:v>
                      </c:pt>
                      <c:pt idx="324">
                        <c:v>38527</c:v>
                      </c:pt>
                      <c:pt idx="325">
                        <c:v>38530</c:v>
                      </c:pt>
                      <c:pt idx="326">
                        <c:v>38531</c:v>
                      </c:pt>
                      <c:pt idx="327">
                        <c:v>38532</c:v>
                      </c:pt>
                      <c:pt idx="328">
                        <c:v>38533</c:v>
                      </c:pt>
                      <c:pt idx="329">
                        <c:v>38534</c:v>
                      </c:pt>
                      <c:pt idx="330">
                        <c:v>38537</c:v>
                      </c:pt>
                      <c:pt idx="331">
                        <c:v>38538</c:v>
                      </c:pt>
                      <c:pt idx="332">
                        <c:v>38539</c:v>
                      </c:pt>
                      <c:pt idx="333">
                        <c:v>38540</c:v>
                      </c:pt>
                      <c:pt idx="334">
                        <c:v>38541</c:v>
                      </c:pt>
                      <c:pt idx="335">
                        <c:v>38544</c:v>
                      </c:pt>
                      <c:pt idx="336">
                        <c:v>38545</c:v>
                      </c:pt>
                      <c:pt idx="337">
                        <c:v>38546</c:v>
                      </c:pt>
                      <c:pt idx="338">
                        <c:v>38547</c:v>
                      </c:pt>
                      <c:pt idx="339">
                        <c:v>38548</c:v>
                      </c:pt>
                      <c:pt idx="340">
                        <c:v>38551</c:v>
                      </c:pt>
                      <c:pt idx="341">
                        <c:v>38552</c:v>
                      </c:pt>
                      <c:pt idx="342">
                        <c:v>38553</c:v>
                      </c:pt>
                      <c:pt idx="343">
                        <c:v>38554</c:v>
                      </c:pt>
                      <c:pt idx="344">
                        <c:v>38555</c:v>
                      </c:pt>
                      <c:pt idx="345">
                        <c:v>38558</c:v>
                      </c:pt>
                      <c:pt idx="346">
                        <c:v>38559</c:v>
                      </c:pt>
                      <c:pt idx="347">
                        <c:v>38560</c:v>
                      </c:pt>
                      <c:pt idx="348">
                        <c:v>38561</c:v>
                      </c:pt>
                      <c:pt idx="349">
                        <c:v>38562</c:v>
                      </c:pt>
                      <c:pt idx="350">
                        <c:v>38565</c:v>
                      </c:pt>
                      <c:pt idx="351">
                        <c:v>38566</c:v>
                      </c:pt>
                      <c:pt idx="352">
                        <c:v>38567</c:v>
                      </c:pt>
                      <c:pt idx="353">
                        <c:v>38568</c:v>
                      </c:pt>
                      <c:pt idx="354">
                        <c:v>38569</c:v>
                      </c:pt>
                      <c:pt idx="355">
                        <c:v>38572</c:v>
                      </c:pt>
                      <c:pt idx="356">
                        <c:v>38573</c:v>
                      </c:pt>
                      <c:pt idx="357">
                        <c:v>38574</c:v>
                      </c:pt>
                      <c:pt idx="358">
                        <c:v>38575</c:v>
                      </c:pt>
                      <c:pt idx="359">
                        <c:v>38576</c:v>
                      </c:pt>
                      <c:pt idx="360">
                        <c:v>38579</c:v>
                      </c:pt>
                      <c:pt idx="361">
                        <c:v>38580</c:v>
                      </c:pt>
                      <c:pt idx="362">
                        <c:v>38581</c:v>
                      </c:pt>
                      <c:pt idx="363">
                        <c:v>38582</c:v>
                      </c:pt>
                      <c:pt idx="364">
                        <c:v>38583</c:v>
                      </c:pt>
                      <c:pt idx="365">
                        <c:v>38586</c:v>
                      </c:pt>
                      <c:pt idx="366">
                        <c:v>38587</c:v>
                      </c:pt>
                      <c:pt idx="367">
                        <c:v>38588</c:v>
                      </c:pt>
                      <c:pt idx="368">
                        <c:v>38589</c:v>
                      </c:pt>
                      <c:pt idx="369">
                        <c:v>38590</c:v>
                      </c:pt>
                      <c:pt idx="370">
                        <c:v>38593</c:v>
                      </c:pt>
                      <c:pt idx="371">
                        <c:v>38594</c:v>
                      </c:pt>
                      <c:pt idx="372">
                        <c:v>38595</c:v>
                      </c:pt>
                      <c:pt idx="373">
                        <c:v>38596</c:v>
                      </c:pt>
                      <c:pt idx="374">
                        <c:v>38597</c:v>
                      </c:pt>
                      <c:pt idx="375">
                        <c:v>38600</c:v>
                      </c:pt>
                      <c:pt idx="376">
                        <c:v>38601</c:v>
                      </c:pt>
                      <c:pt idx="377">
                        <c:v>38602</c:v>
                      </c:pt>
                      <c:pt idx="378">
                        <c:v>38603</c:v>
                      </c:pt>
                      <c:pt idx="379">
                        <c:v>38604</c:v>
                      </c:pt>
                      <c:pt idx="380">
                        <c:v>38607</c:v>
                      </c:pt>
                      <c:pt idx="381">
                        <c:v>38608</c:v>
                      </c:pt>
                      <c:pt idx="382">
                        <c:v>38609</c:v>
                      </c:pt>
                      <c:pt idx="383">
                        <c:v>38610</c:v>
                      </c:pt>
                      <c:pt idx="384">
                        <c:v>38611</c:v>
                      </c:pt>
                      <c:pt idx="385">
                        <c:v>38614</c:v>
                      </c:pt>
                      <c:pt idx="386">
                        <c:v>38615</c:v>
                      </c:pt>
                      <c:pt idx="387">
                        <c:v>38616</c:v>
                      </c:pt>
                      <c:pt idx="388">
                        <c:v>38617</c:v>
                      </c:pt>
                      <c:pt idx="389">
                        <c:v>38618</c:v>
                      </c:pt>
                      <c:pt idx="390">
                        <c:v>38621</c:v>
                      </c:pt>
                      <c:pt idx="391">
                        <c:v>38622</c:v>
                      </c:pt>
                      <c:pt idx="392">
                        <c:v>38623</c:v>
                      </c:pt>
                      <c:pt idx="393">
                        <c:v>38624</c:v>
                      </c:pt>
                      <c:pt idx="394">
                        <c:v>38625</c:v>
                      </c:pt>
                      <c:pt idx="395">
                        <c:v>38628</c:v>
                      </c:pt>
                      <c:pt idx="396">
                        <c:v>38629</c:v>
                      </c:pt>
                      <c:pt idx="397">
                        <c:v>38630</c:v>
                      </c:pt>
                      <c:pt idx="398">
                        <c:v>38631</c:v>
                      </c:pt>
                      <c:pt idx="399">
                        <c:v>38632</c:v>
                      </c:pt>
                      <c:pt idx="400">
                        <c:v>38635</c:v>
                      </c:pt>
                      <c:pt idx="401">
                        <c:v>38636</c:v>
                      </c:pt>
                      <c:pt idx="402">
                        <c:v>38637</c:v>
                      </c:pt>
                      <c:pt idx="403">
                        <c:v>38638</c:v>
                      </c:pt>
                      <c:pt idx="404">
                        <c:v>38639</c:v>
                      </c:pt>
                      <c:pt idx="405">
                        <c:v>38642</c:v>
                      </c:pt>
                      <c:pt idx="406">
                        <c:v>38643</c:v>
                      </c:pt>
                      <c:pt idx="407">
                        <c:v>38644</c:v>
                      </c:pt>
                      <c:pt idx="408">
                        <c:v>38645</c:v>
                      </c:pt>
                      <c:pt idx="409">
                        <c:v>38646</c:v>
                      </c:pt>
                      <c:pt idx="410">
                        <c:v>38649</c:v>
                      </c:pt>
                      <c:pt idx="411">
                        <c:v>38650</c:v>
                      </c:pt>
                      <c:pt idx="412">
                        <c:v>38651</c:v>
                      </c:pt>
                      <c:pt idx="413">
                        <c:v>38652</c:v>
                      </c:pt>
                      <c:pt idx="414">
                        <c:v>38653</c:v>
                      </c:pt>
                      <c:pt idx="415">
                        <c:v>38656</c:v>
                      </c:pt>
                      <c:pt idx="416">
                        <c:v>38657</c:v>
                      </c:pt>
                      <c:pt idx="417">
                        <c:v>38658</c:v>
                      </c:pt>
                      <c:pt idx="418">
                        <c:v>38659</c:v>
                      </c:pt>
                      <c:pt idx="419">
                        <c:v>38660</c:v>
                      </c:pt>
                      <c:pt idx="420">
                        <c:v>38663</c:v>
                      </c:pt>
                      <c:pt idx="421">
                        <c:v>38664</c:v>
                      </c:pt>
                      <c:pt idx="422">
                        <c:v>38665</c:v>
                      </c:pt>
                      <c:pt idx="423">
                        <c:v>38666</c:v>
                      </c:pt>
                      <c:pt idx="424">
                        <c:v>38667</c:v>
                      </c:pt>
                      <c:pt idx="425">
                        <c:v>38670</c:v>
                      </c:pt>
                      <c:pt idx="426">
                        <c:v>38671</c:v>
                      </c:pt>
                      <c:pt idx="427">
                        <c:v>38672</c:v>
                      </c:pt>
                      <c:pt idx="428">
                        <c:v>38673</c:v>
                      </c:pt>
                      <c:pt idx="429">
                        <c:v>38674</c:v>
                      </c:pt>
                      <c:pt idx="430">
                        <c:v>38677</c:v>
                      </c:pt>
                      <c:pt idx="431">
                        <c:v>38678</c:v>
                      </c:pt>
                      <c:pt idx="432">
                        <c:v>38679</c:v>
                      </c:pt>
                      <c:pt idx="433">
                        <c:v>38680</c:v>
                      </c:pt>
                      <c:pt idx="434">
                        <c:v>38681</c:v>
                      </c:pt>
                      <c:pt idx="435">
                        <c:v>38684</c:v>
                      </c:pt>
                      <c:pt idx="436">
                        <c:v>38685</c:v>
                      </c:pt>
                      <c:pt idx="437">
                        <c:v>38686</c:v>
                      </c:pt>
                      <c:pt idx="438">
                        <c:v>38687</c:v>
                      </c:pt>
                      <c:pt idx="439">
                        <c:v>38688</c:v>
                      </c:pt>
                      <c:pt idx="440">
                        <c:v>38691</c:v>
                      </c:pt>
                      <c:pt idx="441">
                        <c:v>38692</c:v>
                      </c:pt>
                      <c:pt idx="442">
                        <c:v>38693</c:v>
                      </c:pt>
                      <c:pt idx="443">
                        <c:v>38694</c:v>
                      </c:pt>
                      <c:pt idx="444">
                        <c:v>38695</c:v>
                      </c:pt>
                      <c:pt idx="445">
                        <c:v>38698</c:v>
                      </c:pt>
                      <c:pt idx="446">
                        <c:v>38699</c:v>
                      </c:pt>
                      <c:pt idx="447">
                        <c:v>38700</c:v>
                      </c:pt>
                      <c:pt idx="448">
                        <c:v>38701</c:v>
                      </c:pt>
                      <c:pt idx="449">
                        <c:v>38702</c:v>
                      </c:pt>
                      <c:pt idx="450">
                        <c:v>38705</c:v>
                      </c:pt>
                      <c:pt idx="451">
                        <c:v>38706</c:v>
                      </c:pt>
                      <c:pt idx="452">
                        <c:v>38707</c:v>
                      </c:pt>
                      <c:pt idx="453">
                        <c:v>38708</c:v>
                      </c:pt>
                      <c:pt idx="454">
                        <c:v>38709</c:v>
                      </c:pt>
                      <c:pt idx="455">
                        <c:v>38712</c:v>
                      </c:pt>
                      <c:pt idx="456">
                        <c:v>38713</c:v>
                      </c:pt>
                      <c:pt idx="457">
                        <c:v>38714</c:v>
                      </c:pt>
                      <c:pt idx="458">
                        <c:v>38715</c:v>
                      </c:pt>
                      <c:pt idx="459">
                        <c:v>38716</c:v>
                      </c:pt>
                      <c:pt idx="460">
                        <c:v>38719</c:v>
                      </c:pt>
                      <c:pt idx="461">
                        <c:v>38720</c:v>
                      </c:pt>
                      <c:pt idx="462">
                        <c:v>38721</c:v>
                      </c:pt>
                      <c:pt idx="463">
                        <c:v>38722</c:v>
                      </c:pt>
                      <c:pt idx="464">
                        <c:v>38723</c:v>
                      </c:pt>
                      <c:pt idx="465">
                        <c:v>38726</c:v>
                      </c:pt>
                      <c:pt idx="466">
                        <c:v>38727</c:v>
                      </c:pt>
                      <c:pt idx="467">
                        <c:v>38728</c:v>
                      </c:pt>
                      <c:pt idx="468">
                        <c:v>38729</c:v>
                      </c:pt>
                      <c:pt idx="469">
                        <c:v>38730</c:v>
                      </c:pt>
                      <c:pt idx="470">
                        <c:v>38733</c:v>
                      </c:pt>
                      <c:pt idx="471">
                        <c:v>38734</c:v>
                      </c:pt>
                      <c:pt idx="472">
                        <c:v>38735</c:v>
                      </c:pt>
                      <c:pt idx="473">
                        <c:v>38736</c:v>
                      </c:pt>
                      <c:pt idx="474">
                        <c:v>38737</c:v>
                      </c:pt>
                      <c:pt idx="475">
                        <c:v>38740</c:v>
                      </c:pt>
                      <c:pt idx="476">
                        <c:v>38741</c:v>
                      </c:pt>
                      <c:pt idx="477">
                        <c:v>38742</c:v>
                      </c:pt>
                      <c:pt idx="478">
                        <c:v>38743</c:v>
                      </c:pt>
                      <c:pt idx="479">
                        <c:v>38744</c:v>
                      </c:pt>
                      <c:pt idx="480">
                        <c:v>38747</c:v>
                      </c:pt>
                      <c:pt idx="481">
                        <c:v>38748</c:v>
                      </c:pt>
                      <c:pt idx="482">
                        <c:v>38749</c:v>
                      </c:pt>
                      <c:pt idx="483">
                        <c:v>38750</c:v>
                      </c:pt>
                      <c:pt idx="484">
                        <c:v>38751</c:v>
                      </c:pt>
                      <c:pt idx="485">
                        <c:v>38754</c:v>
                      </c:pt>
                      <c:pt idx="486">
                        <c:v>38755</c:v>
                      </c:pt>
                      <c:pt idx="487">
                        <c:v>38756</c:v>
                      </c:pt>
                      <c:pt idx="488">
                        <c:v>38757</c:v>
                      </c:pt>
                      <c:pt idx="489">
                        <c:v>38758</c:v>
                      </c:pt>
                      <c:pt idx="490">
                        <c:v>38761</c:v>
                      </c:pt>
                      <c:pt idx="491">
                        <c:v>38762</c:v>
                      </c:pt>
                      <c:pt idx="492">
                        <c:v>38763</c:v>
                      </c:pt>
                      <c:pt idx="493">
                        <c:v>38764</c:v>
                      </c:pt>
                      <c:pt idx="494">
                        <c:v>38765</c:v>
                      </c:pt>
                      <c:pt idx="495">
                        <c:v>38768</c:v>
                      </c:pt>
                      <c:pt idx="496">
                        <c:v>38769</c:v>
                      </c:pt>
                      <c:pt idx="497">
                        <c:v>38770</c:v>
                      </c:pt>
                      <c:pt idx="498">
                        <c:v>38771</c:v>
                      </c:pt>
                      <c:pt idx="499">
                        <c:v>38772</c:v>
                      </c:pt>
                      <c:pt idx="500">
                        <c:v>38775</c:v>
                      </c:pt>
                      <c:pt idx="501">
                        <c:v>38776</c:v>
                      </c:pt>
                      <c:pt idx="502">
                        <c:v>38777</c:v>
                      </c:pt>
                      <c:pt idx="503">
                        <c:v>38778</c:v>
                      </c:pt>
                      <c:pt idx="504">
                        <c:v>38779</c:v>
                      </c:pt>
                      <c:pt idx="505">
                        <c:v>38782</c:v>
                      </c:pt>
                      <c:pt idx="506">
                        <c:v>38783</c:v>
                      </c:pt>
                      <c:pt idx="507">
                        <c:v>38784</c:v>
                      </c:pt>
                      <c:pt idx="508">
                        <c:v>38785</c:v>
                      </c:pt>
                      <c:pt idx="509">
                        <c:v>38786</c:v>
                      </c:pt>
                      <c:pt idx="510">
                        <c:v>38789</c:v>
                      </c:pt>
                      <c:pt idx="511">
                        <c:v>38790</c:v>
                      </c:pt>
                      <c:pt idx="512">
                        <c:v>38791</c:v>
                      </c:pt>
                      <c:pt idx="513">
                        <c:v>38792</c:v>
                      </c:pt>
                      <c:pt idx="514">
                        <c:v>38793</c:v>
                      </c:pt>
                      <c:pt idx="515">
                        <c:v>38796</c:v>
                      </c:pt>
                      <c:pt idx="516">
                        <c:v>38797</c:v>
                      </c:pt>
                      <c:pt idx="517">
                        <c:v>38798</c:v>
                      </c:pt>
                      <c:pt idx="518">
                        <c:v>38799</c:v>
                      </c:pt>
                      <c:pt idx="519">
                        <c:v>38800</c:v>
                      </c:pt>
                      <c:pt idx="520">
                        <c:v>38803</c:v>
                      </c:pt>
                      <c:pt idx="521">
                        <c:v>38804</c:v>
                      </c:pt>
                      <c:pt idx="522">
                        <c:v>38805</c:v>
                      </c:pt>
                      <c:pt idx="523">
                        <c:v>38806</c:v>
                      </c:pt>
                      <c:pt idx="524">
                        <c:v>38807</c:v>
                      </c:pt>
                      <c:pt idx="525">
                        <c:v>38810</c:v>
                      </c:pt>
                      <c:pt idx="526">
                        <c:v>38811</c:v>
                      </c:pt>
                      <c:pt idx="527">
                        <c:v>38812</c:v>
                      </c:pt>
                      <c:pt idx="528">
                        <c:v>38813</c:v>
                      </c:pt>
                      <c:pt idx="529">
                        <c:v>38814</c:v>
                      </c:pt>
                      <c:pt idx="530">
                        <c:v>38817</c:v>
                      </c:pt>
                      <c:pt idx="531">
                        <c:v>38818</c:v>
                      </c:pt>
                      <c:pt idx="532">
                        <c:v>38819</c:v>
                      </c:pt>
                      <c:pt idx="533">
                        <c:v>38820</c:v>
                      </c:pt>
                      <c:pt idx="534">
                        <c:v>38821</c:v>
                      </c:pt>
                      <c:pt idx="535">
                        <c:v>38824</c:v>
                      </c:pt>
                      <c:pt idx="536">
                        <c:v>38825</c:v>
                      </c:pt>
                      <c:pt idx="537">
                        <c:v>38826</c:v>
                      </c:pt>
                      <c:pt idx="538">
                        <c:v>38827</c:v>
                      </c:pt>
                      <c:pt idx="539">
                        <c:v>38828</c:v>
                      </c:pt>
                      <c:pt idx="540">
                        <c:v>38831</c:v>
                      </c:pt>
                      <c:pt idx="541">
                        <c:v>38832</c:v>
                      </c:pt>
                      <c:pt idx="542">
                        <c:v>38833</c:v>
                      </c:pt>
                      <c:pt idx="543">
                        <c:v>38834</c:v>
                      </c:pt>
                      <c:pt idx="544">
                        <c:v>38835</c:v>
                      </c:pt>
                      <c:pt idx="545">
                        <c:v>38838</c:v>
                      </c:pt>
                      <c:pt idx="546">
                        <c:v>38839</c:v>
                      </c:pt>
                      <c:pt idx="547">
                        <c:v>38840</c:v>
                      </c:pt>
                      <c:pt idx="548">
                        <c:v>38841</c:v>
                      </c:pt>
                      <c:pt idx="549">
                        <c:v>38842</c:v>
                      </c:pt>
                      <c:pt idx="550">
                        <c:v>38845</c:v>
                      </c:pt>
                      <c:pt idx="551">
                        <c:v>38846</c:v>
                      </c:pt>
                      <c:pt idx="552">
                        <c:v>38847</c:v>
                      </c:pt>
                      <c:pt idx="553">
                        <c:v>38848</c:v>
                      </c:pt>
                      <c:pt idx="554">
                        <c:v>38849</c:v>
                      </c:pt>
                      <c:pt idx="555">
                        <c:v>38852</c:v>
                      </c:pt>
                      <c:pt idx="556">
                        <c:v>38853</c:v>
                      </c:pt>
                      <c:pt idx="557">
                        <c:v>38854</c:v>
                      </c:pt>
                      <c:pt idx="558">
                        <c:v>38855</c:v>
                      </c:pt>
                      <c:pt idx="559">
                        <c:v>38856</c:v>
                      </c:pt>
                      <c:pt idx="560">
                        <c:v>38859</c:v>
                      </c:pt>
                      <c:pt idx="561">
                        <c:v>38860</c:v>
                      </c:pt>
                      <c:pt idx="562">
                        <c:v>38861</c:v>
                      </c:pt>
                      <c:pt idx="563">
                        <c:v>38862</c:v>
                      </c:pt>
                      <c:pt idx="564">
                        <c:v>38863</c:v>
                      </c:pt>
                      <c:pt idx="565">
                        <c:v>38866</c:v>
                      </c:pt>
                      <c:pt idx="566">
                        <c:v>38867</c:v>
                      </c:pt>
                      <c:pt idx="567">
                        <c:v>38868</c:v>
                      </c:pt>
                      <c:pt idx="568">
                        <c:v>38869</c:v>
                      </c:pt>
                      <c:pt idx="569">
                        <c:v>38870</c:v>
                      </c:pt>
                      <c:pt idx="570">
                        <c:v>38873</c:v>
                      </c:pt>
                      <c:pt idx="571">
                        <c:v>38874</c:v>
                      </c:pt>
                      <c:pt idx="572">
                        <c:v>38875</c:v>
                      </c:pt>
                      <c:pt idx="573">
                        <c:v>38876</c:v>
                      </c:pt>
                      <c:pt idx="574">
                        <c:v>38877</c:v>
                      </c:pt>
                      <c:pt idx="575">
                        <c:v>38880</c:v>
                      </c:pt>
                      <c:pt idx="576">
                        <c:v>38881</c:v>
                      </c:pt>
                      <c:pt idx="577">
                        <c:v>38882</c:v>
                      </c:pt>
                      <c:pt idx="578">
                        <c:v>38883</c:v>
                      </c:pt>
                      <c:pt idx="579">
                        <c:v>38884</c:v>
                      </c:pt>
                      <c:pt idx="580">
                        <c:v>38887</c:v>
                      </c:pt>
                      <c:pt idx="581">
                        <c:v>38888</c:v>
                      </c:pt>
                      <c:pt idx="582">
                        <c:v>38889</c:v>
                      </c:pt>
                      <c:pt idx="583">
                        <c:v>38890</c:v>
                      </c:pt>
                      <c:pt idx="584">
                        <c:v>38891</c:v>
                      </c:pt>
                      <c:pt idx="585">
                        <c:v>38894</c:v>
                      </c:pt>
                      <c:pt idx="586">
                        <c:v>38895</c:v>
                      </c:pt>
                      <c:pt idx="587">
                        <c:v>38896</c:v>
                      </c:pt>
                      <c:pt idx="588">
                        <c:v>38897</c:v>
                      </c:pt>
                      <c:pt idx="589">
                        <c:v>38898</c:v>
                      </c:pt>
                      <c:pt idx="590">
                        <c:v>38901</c:v>
                      </c:pt>
                      <c:pt idx="591">
                        <c:v>38902</c:v>
                      </c:pt>
                      <c:pt idx="592">
                        <c:v>38903</c:v>
                      </c:pt>
                      <c:pt idx="593">
                        <c:v>38904</c:v>
                      </c:pt>
                      <c:pt idx="594">
                        <c:v>38905</c:v>
                      </c:pt>
                      <c:pt idx="595">
                        <c:v>38908</c:v>
                      </c:pt>
                      <c:pt idx="596">
                        <c:v>38909</c:v>
                      </c:pt>
                      <c:pt idx="597">
                        <c:v>38910</c:v>
                      </c:pt>
                      <c:pt idx="598">
                        <c:v>38911</c:v>
                      </c:pt>
                      <c:pt idx="599">
                        <c:v>38912</c:v>
                      </c:pt>
                      <c:pt idx="600">
                        <c:v>38915</c:v>
                      </c:pt>
                      <c:pt idx="601">
                        <c:v>38916</c:v>
                      </c:pt>
                      <c:pt idx="602">
                        <c:v>38917</c:v>
                      </c:pt>
                      <c:pt idx="603">
                        <c:v>38918</c:v>
                      </c:pt>
                      <c:pt idx="604">
                        <c:v>38919</c:v>
                      </c:pt>
                      <c:pt idx="605">
                        <c:v>38922</c:v>
                      </c:pt>
                      <c:pt idx="606">
                        <c:v>38923</c:v>
                      </c:pt>
                      <c:pt idx="607">
                        <c:v>38924</c:v>
                      </c:pt>
                      <c:pt idx="608">
                        <c:v>38925</c:v>
                      </c:pt>
                      <c:pt idx="609">
                        <c:v>38926</c:v>
                      </c:pt>
                      <c:pt idx="610">
                        <c:v>38929</c:v>
                      </c:pt>
                      <c:pt idx="611">
                        <c:v>38930</c:v>
                      </c:pt>
                      <c:pt idx="612">
                        <c:v>38931</c:v>
                      </c:pt>
                      <c:pt idx="613">
                        <c:v>38932</c:v>
                      </c:pt>
                      <c:pt idx="614">
                        <c:v>38933</c:v>
                      </c:pt>
                      <c:pt idx="615">
                        <c:v>38936</c:v>
                      </c:pt>
                      <c:pt idx="616">
                        <c:v>38937</c:v>
                      </c:pt>
                      <c:pt idx="617">
                        <c:v>38938</c:v>
                      </c:pt>
                      <c:pt idx="618">
                        <c:v>38939</c:v>
                      </c:pt>
                      <c:pt idx="619">
                        <c:v>38940</c:v>
                      </c:pt>
                      <c:pt idx="620">
                        <c:v>38943</c:v>
                      </c:pt>
                      <c:pt idx="621">
                        <c:v>38944</c:v>
                      </c:pt>
                      <c:pt idx="622">
                        <c:v>38945</c:v>
                      </c:pt>
                      <c:pt idx="623">
                        <c:v>38946</c:v>
                      </c:pt>
                      <c:pt idx="624">
                        <c:v>38947</c:v>
                      </c:pt>
                      <c:pt idx="625">
                        <c:v>38950</c:v>
                      </c:pt>
                      <c:pt idx="626">
                        <c:v>38951</c:v>
                      </c:pt>
                      <c:pt idx="627">
                        <c:v>38952</c:v>
                      </c:pt>
                      <c:pt idx="628">
                        <c:v>38953</c:v>
                      </c:pt>
                      <c:pt idx="629">
                        <c:v>38954</c:v>
                      </c:pt>
                      <c:pt idx="630">
                        <c:v>38957</c:v>
                      </c:pt>
                      <c:pt idx="631">
                        <c:v>38958</c:v>
                      </c:pt>
                      <c:pt idx="632">
                        <c:v>38959</c:v>
                      </c:pt>
                      <c:pt idx="633">
                        <c:v>38960</c:v>
                      </c:pt>
                      <c:pt idx="634">
                        <c:v>38961</c:v>
                      </c:pt>
                      <c:pt idx="635">
                        <c:v>38964</c:v>
                      </c:pt>
                      <c:pt idx="636">
                        <c:v>38965</c:v>
                      </c:pt>
                      <c:pt idx="637">
                        <c:v>38966</c:v>
                      </c:pt>
                      <c:pt idx="638">
                        <c:v>38967</c:v>
                      </c:pt>
                      <c:pt idx="639">
                        <c:v>38968</c:v>
                      </c:pt>
                      <c:pt idx="640">
                        <c:v>38971</c:v>
                      </c:pt>
                      <c:pt idx="641">
                        <c:v>38972</c:v>
                      </c:pt>
                      <c:pt idx="642">
                        <c:v>38973</c:v>
                      </c:pt>
                      <c:pt idx="643">
                        <c:v>38974</c:v>
                      </c:pt>
                      <c:pt idx="644">
                        <c:v>38975</c:v>
                      </c:pt>
                      <c:pt idx="645">
                        <c:v>38978</c:v>
                      </c:pt>
                      <c:pt idx="646">
                        <c:v>38979</c:v>
                      </c:pt>
                      <c:pt idx="647">
                        <c:v>38980</c:v>
                      </c:pt>
                      <c:pt idx="648">
                        <c:v>38981</c:v>
                      </c:pt>
                      <c:pt idx="649">
                        <c:v>38982</c:v>
                      </c:pt>
                      <c:pt idx="650">
                        <c:v>38985</c:v>
                      </c:pt>
                      <c:pt idx="651">
                        <c:v>38986</c:v>
                      </c:pt>
                      <c:pt idx="652">
                        <c:v>38987</c:v>
                      </c:pt>
                      <c:pt idx="653">
                        <c:v>38988</c:v>
                      </c:pt>
                      <c:pt idx="654">
                        <c:v>38989</c:v>
                      </c:pt>
                      <c:pt idx="655">
                        <c:v>38992</c:v>
                      </c:pt>
                      <c:pt idx="656">
                        <c:v>38993</c:v>
                      </c:pt>
                      <c:pt idx="657">
                        <c:v>38994</c:v>
                      </c:pt>
                      <c:pt idx="658">
                        <c:v>38995</c:v>
                      </c:pt>
                      <c:pt idx="659">
                        <c:v>38996</c:v>
                      </c:pt>
                      <c:pt idx="660">
                        <c:v>38999</c:v>
                      </c:pt>
                      <c:pt idx="661">
                        <c:v>39000</c:v>
                      </c:pt>
                      <c:pt idx="662">
                        <c:v>39001</c:v>
                      </c:pt>
                      <c:pt idx="663">
                        <c:v>39002</c:v>
                      </c:pt>
                      <c:pt idx="664">
                        <c:v>39003</c:v>
                      </c:pt>
                      <c:pt idx="665">
                        <c:v>39006</c:v>
                      </c:pt>
                      <c:pt idx="666">
                        <c:v>39007</c:v>
                      </c:pt>
                      <c:pt idx="667">
                        <c:v>39008</c:v>
                      </c:pt>
                      <c:pt idx="668">
                        <c:v>39009</c:v>
                      </c:pt>
                      <c:pt idx="669">
                        <c:v>39010</c:v>
                      </c:pt>
                      <c:pt idx="670">
                        <c:v>39013</c:v>
                      </c:pt>
                      <c:pt idx="671">
                        <c:v>39014</c:v>
                      </c:pt>
                      <c:pt idx="672">
                        <c:v>39015</c:v>
                      </c:pt>
                      <c:pt idx="673">
                        <c:v>39016</c:v>
                      </c:pt>
                      <c:pt idx="674">
                        <c:v>39017</c:v>
                      </c:pt>
                      <c:pt idx="675">
                        <c:v>39020</c:v>
                      </c:pt>
                      <c:pt idx="676">
                        <c:v>39021</c:v>
                      </c:pt>
                      <c:pt idx="677">
                        <c:v>39022</c:v>
                      </c:pt>
                      <c:pt idx="678">
                        <c:v>39023</c:v>
                      </c:pt>
                      <c:pt idx="679">
                        <c:v>39024</c:v>
                      </c:pt>
                      <c:pt idx="680">
                        <c:v>39027</c:v>
                      </c:pt>
                      <c:pt idx="681">
                        <c:v>39028</c:v>
                      </c:pt>
                      <c:pt idx="682">
                        <c:v>39029</c:v>
                      </c:pt>
                      <c:pt idx="683">
                        <c:v>39030</c:v>
                      </c:pt>
                      <c:pt idx="684">
                        <c:v>39031</c:v>
                      </c:pt>
                      <c:pt idx="685">
                        <c:v>39034</c:v>
                      </c:pt>
                      <c:pt idx="686">
                        <c:v>39035</c:v>
                      </c:pt>
                      <c:pt idx="687">
                        <c:v>39036</c:v>
                      </c:pt>
                      <c:pt idx="688">
                        <c:v>39037</c:v>
                      </c:pt>
                      <c:pt idx="689">
                        <c:v>39038</c:v>
                      </c:pt>
                      <c:pt idx="690">
                        <c:v>39041</c:v>
                      </c:pt>
                      <c:pt idx="691">
                        <c:v>39042</c:v>
                      </c:pt>
                      <c:pt idx="692">
                        <c:v>39043</c:v>
                      </c:pt>
                      <c:pt idx="693">
                        <c:v>39044</c:v>
                      </c:pt>
                      <c:pt idx="694">
                        <c:v>39045</c:v>
                      </c:pt>
                      <c:pt idx="695">
                        <c:v>39048</c:v>
                      </c:pt>
                      <c:pt idx="696">
                        <c:v>39049</c:v>
                      </c:pt>
                      <c:pt idx="697">
                        <c:v>39050</c:v>
                      </c:pt>
                      <c:pt idx="698">
                        <c:v>39051</c:v>
                      </c:pt>
                      <c:pt idx="699">
                        <c:v>39052</c:v>
                      </c:pt>
                      <c:pt idx="700">
                        <c:v>39055</c:v>
                      </c:pt>
                      <c:pt idx="701">
                        <c:v>39056</c:v>
                      </c:pt>
                      <c:pt idx="702">
                        <c:v>39057</c:v>
                      </c:pt>
                      <c:pt idx="703">
                        <c:v>39058</c:v>
                      </c:pt>
                      <c:pt idx="704">
                        <c:v>39059</c:v>
                      </c:pt>
                      <c:pt idx="705">
                        <c:v>39062</c:v>
                      </c:pt>
                      <c:pt idx="706">
                        <c:v>39063</c:v>
                      </c:pt>
                      <c:pt idx="707">
                        <c:v>39064</c:v>
                      </c:pt>
                      <c:pt idx="708">
                        <c:v>39065</c:v>
                      </c:pt>
                      <c:pt idx="709">
                        <c:v>39066</c:v>
                      </c:pt>
                      <c:pt idx="710">
                        <c:v>39069</c:v>
                      </c:pt>
                      <c:pt idx="711">
                        <c:v>39070</c:v>
                      </c:pt>
                      <c:pt idx="712">
                        <c:v>39071</c:v>
                      </c:pt>
                      <c:pt idx="713">
                        <c:v>39072</c:v>
                      </c:pt>
                      <c:pt idx="714">
                        <c:v>39073</c:v>
                      </c:pt>
                      <c:pt idx="715">
                        <c:v>39077</c:v>
                      </c:pt>
                      <c:pt idx="716">
                        <c:v>39078</c:v>
                      </c:pt>
                      <c:pt idx="717">
                        <c:v>39079</c:v>
                      </c:pt>
                      <c:pt idx="718">
                        <c:v>39080</c:v>
                      </c:pt>
                      <c:pt idx="719">
                        <c:v>39083</c:v>
                      </c:pt>
                      <c:pt idx="720">
                        <c:v>39084</c:v>
                      </c:pt>
                      <c:pt idx="721">
                        <c:v>39085</c:v>
                      </c:pt>
                      <c:pt idx="722">
                        <c:v>39086</c:v>
                      </c:pt>
                      <c:pt idx="723">
                        <c:v>39087</c:v>
                      </c:pt>
                      <c:pt idx="724">
                        <c:v>39090</c:v>
                      </c:pt>
                      <c:pt idx="725">
                        <c:v>39091</c:v>
                      </c:pt>
                      <c:pt idx="726">
                        <c:v>39092</c:v>
                      </c:pt>
                      <c:pt idx="727">
                        <c:v>39093</c:v>
                      </c:pt>
                      <c:pt idx="728">
                        <c:v>39094</c:v>
                      </c:pt>
                      <c:pt idx="729">
                        <c:v>39097</c:v>
                      </c:pt>
                      <c:pt idx="730">
                        <c:v>39098</c:v>
                      </c:pt>
                      <c:pt idx="731">
                        <c:v>39099</c:v>
                      </c:pt>
                      <c:pt idx="732">
                        <c:v>39100</c:v>
                      </c:pt>
                      <c:pt idx="733">
                        <c:v>39101</c:v>
                      </c:pt>
                      <c:pt idx="734">
                        <c:v>39104</c:v>
                      </c:pt>
                      <c:pt idx="735">
                        <c:v>39105</c:v>
                      </c:pt>
                      <c:pt idx="736">
                        <c:v>39106</c:v>
                      </c:pt>
                      <c:pt idx="737">
                        <c:v>39107</c:v>
                      </c:pt>
                      <c:pt idx="738">
                        <c:v>39108</c:v>
                      </c:pt>
                      <c:pt idx="739">
                        <c:v>39111</c:v>
                      </c:pt>
                      <c:pt idx="740">
                        <c:v>39112</c:v>
                      </c:pt>
                      <c:pt idx="741">
                        <c:v>39113</c:v>
                      </c:pt>
                      <c:pt idx="742">
                        <c:v>39114</c:v>
                      </c:pt>
                      <c:pt idx="743">
                        <c:v>39115</c:v>
                      </c:pt>
                      <c:pt idx="744">
                        <c:v>39118</c:v>
                      </c:pt>
                      <c:pt idx="745">
                        <c:v>39119</c:v>
                      </c:pt>
                      <c:pt idx="746">
                        <c:v>39120</c:v>
                      </c:pt>
                      <c:pt idx="747">
                        <c:v>39121</c:v>
                      </c:pt>
                      <c:pt idx="748">
                        <c:v>39122</c:v>
                      </c:pt>
                      <c:pt idx="749">
                        <c:v>39125</c:v>
                      </c:pt>
                      <c:pt idx="750">
                        <c:v>39126</c:v>
                      </c:pt>
                      <c:pt idx="751">
                        <c:v>39127</c:v>
                      </c:pt>
                      <c:pt idx="752">
                        <c:v>39128</c:v>
                      </c:pt>
                      <c:pt idx="753">
                        <c:v>39129</c:v>
                      </c:pt>
                      <c:pt idx="754">
                        <c:v>39132</c:v>
                      </c:pt>
                      <c:pt idx="755">
                        <c:v>39133</c:v>
                      </c:pt>
                      <c:pt idx="756">
                        <c:v>39134</c:v>
                      </c:pt>
                      <c:pt idx="757">
                        <c:v>39135</c:v>
                      </c:pt>
                      <c:pt idx="758">
                        <c:v>39136</c:v>
                      </c:pt>
                      <c:pt idx="759">
                        <c:v>39139</c:v>
                      </c:pt>
                      <c:pt idx="760">
                        <c:v>39140</c:v>
                      </c:pt>
                      <c:pt idx="761">
                        <c:v>39141</c:v>
                      </c:pt>
                      <c:pt idx="762">
                        <c:v>39142</c:v>
                      </c:pt>
                      <c:pt idx="763">
                        <c:v>39143</c:v>
                      </c:pt>
                      <c:pt idx="764">
                        <c:v>39146</c:v>
                      </c:pt>
                      <c:pt idx="765">
                        <c:v>39147</c:v>
                      </c:pt>
                      <c:pt idx="766">
                        <c:v>39148</c:v>
                      </c:pt>
                      <c:pt idx="767">
                        <c:v>39149</c:v>
                      </c:pt>
                      <c:pt idx="768">
                        <c:v>39150</c:v>
                      </c:pt>
                      <c:pt idx="769">
                        <c:v>39153</c:v>
                      </c:pt>
                      <c:pt idx="770">
                        <c:v>39154</c:v>
                      </c:pt>
                      <c:pt idx="771">
                        <c:v>39155</c:v>
                      </c:pt>
                      <c:pt idx="772">
                        <c:v>39156</c:v>
                      </c:pt>
                      <c:pt idx="773">
                        <c:v>39157</c:v>
                      </c:pt>
                      <c:pt idx="774">
                        <c:v>39160</c:v>
                      </c:pt>
                      <c:pt idx="775">
                        <c:v>39161</c:v>
                      </c:pt>
                      <c:pt idx="776">
                        <c:v>39162</c:v>
                      </c:pt>
                      <c:pt idx="777">
                        <c:v>39163</c:v>
                      </c:pt>
                      <c:pt idx="778">
                        <c:v>39164</c:v>
                      </c:pt>
                      <c:pt idx="779">
                        <c:v>39167</c:v>
                      </c:pt>
                      <c:pt idx="780">
                        <c:v>39168</c:v>
                      </c:pt>
                      <c:pt idx="781">
                        <c:v>39169</c:v>
                      </c:pt>
                      <c:pt idx="782">
                        <c:v>39170</c:v>
                      </c:pt>
                      <c:pt idx="783">
                        <c:v>39171</c:v>
                      </c:pt>
                      <c:pt idx="784">
                        <c:v>39174</c:v>
                      </c:pt>
                      <c:pt idx="785">
                        <c:v>39175</c:v>
                      </c:pt>
                      <c:pt idx="786">
                        <c:v>39176</c:v>
                      </c:pt>
                      <c:pt idx="787">
                        <c:v>39177</c:v>
                      </c:pt>
                      <c:pt idx="788">
                        <c:v>39178</c:v>
                      </c:pt>
                      <c:pt idx="789">
                        <c:v>39181</c:v>
                      </c:pt>
                      <c:pt idx="790">
                        <c:v>39182</c:v>
                      </c:pt>
                      <c:pt idx="791">
                        <c:v>39183</c:v>
                      </c:pt>
                      <c:pt idx="792">
                        <c:v>39184</c:v>
                      </c:pt>
                      <c:pt idx="793">
                        <c:v>39185</c:v>
                      </c:pt>
                      <c:pt idx="794">
                        <c:v>39188</c:v>
                      </c:pt>
                      <c:pt idx="795">
                        <c:v>39189</c:v>
                      </c:pt>
                      <c:pt idx="796">
                        <c:v>39190</c:v>
                      </c:pt>
                      <c:pt idx="797">
                        <c:v>39191</c:v>
                      </c:pt>
                      <c:pt idx="798">
                        <c:v>39192</c:v>
                      </c:pt>
                      <c:pt idx="799">
                        <c:v>39195</c:v>
                      </c:pt>
                      <c:pt idx="800">
                        <c:v>39196</c:v>
                      </c:pt>
                      <c:pt idx="801">
                        <c:v>39197</c:v>
                      </c:pt>
                      <c:pt idx="802">
                        <c:v>39198</c:v>
                      </c:pt>
                      <c:pt idx="803">
                        <c:v>39199</c:v>
                      </c:pt>
                      <c:pt idx="804">
                        <c:v>39202</c:v>
                      </c:pt>
                      <c:pt idx="805">
                        <c:v>39203</c:v>
                      </c:pt>
                      <c:pt idx="806">
                        <c:v>39204</c:v>
                      </c:pt>
                      <c:pt idx="807">
                        <c:v>39205</c:v>
                      </c:pt>
                      <c:pt idx="808">
                        <c:v>39206</c:v>
                      </c:pt>
                      <c:pt idx="809">
                        <c:v>39209</c:v>
                      </c:pt>
                      <c:pt idx="810">
                        <c:v>39210</c:v>
                      </c:pt>
                      <c:pt idx="811">
                        <c:v>39211</c:v>
                      </c:pt>
                      <c:pt idx="812">
                        <c:v>39212</c:v>
                      </c:pt>
                      <c:pt idx="813">
                        <c:v>39213</c:v>
                      </c:pt>
                      <c:pt idx="814">
                        <c:v>39216</c:v>
                      </c:pt>
                      <c:pt idx="815">
                        <c:v>39217</c:v>
                      </c:pt>
                      <c:pt idx="816">
                        <c:v>39218</c:v>
                      </c:pt>
                      <c:pt idx="817">
                        <c:v>39219</c:v>
                      </c:pt>
                      <c:pt idx="818">
                        <c:v>39220</c:v>
                      </c:pt>
                      <c:pt idx="819">
                        <c:v>39223</c:v>
                      </c:pt>
                      <c:pt idx="820">
                        <c:v>39224</c:v>
                      </c:pt>
                      <c:pt idx="821">
                        <c:v>39225</c:v>
                      </c:pt>
                      <c:pt idx="822">
                        <c:v>39226</c:v>
                      </c:pt>
                      <c:pt idx="823">
                        <c:v>39227</c:v>
                      </c:pt>
                      <c:pt idx="824">
                        <c:v>39230</c:v>
                      </c:pt>
                      <c:pt idx="825">
                        <c:v>39231</c:v>
                      </c:pt>
                      <c:pt idx="826">
                        <c:v>39232</c:v>
                      </c:pt>
                      <c:pt idx="827">
                        <c:v>39233</c:v>
                      </c:pt>
                      <c:pt idx="828">
                        <c:v>39234</c:v>
                      </c:pt>
                      <c:pt idx="829">
                        <c:v>39237</c:v>
                      </c:pt>
                      <c:pt idx="830">
                        <c:v>39238</c:v>
                      </c:pt>
                      <c:pt idx="831">
                        <c:v>39239</c:v>
                      </c:pt>
                      <c:pt idx="832">
                        <c:v>39240</c:v>
                      </c:pt>
                      <c:pt idx="833">
                        <c:v>39241</c:v>
                      </c:pt>
                      <c:pt idx="834">
                        <c:v>39244</c:v>
                      </c:pt>
                      <c:pt idx="835">
                        <c:v>39245</c:v>
                      </c:pt>
                      <c:pt idx="836">
                        <c:v>39246</c:v>
                      </c:pt>
                      <c:pt idx="837">
                        <c:v>39247</c:v>
                      </c:pt>
                      <c:pt idx="838">
                        <c:v>39248</c:v>
                      </c:pt>
                      <c:pt idx="839">
                        <c:v>39251</c:v>
                      </c:pt>
                      <c:pt idx="840">
                        <c:v>39252</c:v>
                      </c:pt>
                      <c:pt idx="841">
                        <c:v>39253</c:v>
                      </c:pt>
                      <c:pt idx="842">
                        <c:v>39254</c:v>
                      </c:pt>
                      <c:pt idx="843">
                        <c:v>39255</c:v>
                      </c:pt>
                      <c:pt idx="844">
                        <c:v>39258</c:v>
                      </c:pt>
                      <c:pt idx="845">
                        <c:v>39259</c:v>
                      </c:pt>
                      <c:pt idx="846">
                        <c:v>39260</c:v>
                      </c:pt>
                      <c:pt idx="847">
                        <c:v>39261</c:v>
                      </c:pt>
                      <c:pt idx="848">
                        <c:v>39262</c:v>
                      </c:pt>
                      <c:pt idx="849">
                        <c:v>39265</c:v>
                      </c:pt>
                      <c:pt idx="850">
                        <c:v>39266</c:v>
                      </c:pt>
                      <c:pt idx="851">
                        <c:v>39267</c:v>
                      </c:pt>
                      <c:pt idx="852">
                        <c:v>39268</c:v>
                      </c:pt>
                      <c:pt idx="853">
                        <c:v>39269</c:v>
                      </c:pt>
                      <c:pt idx="854">
                        <c:v>39272</c:v>
                      </c:pt>
                      <c:pt idx="855">
                        <c:v>39273</c:v>
                      </c:pt>
                      <c:pt idx="856">
                        <c:v>39274</c:v>
                      </c:pt>
                      <c:pt idx="857">
                        <c:v>39275</c:v>
                      </c:pt>
                      <c:pt idx="858">
                        <c:v>39276</c:v>
                      </c:pt>
                      <c:pt idx="859">
                        <c:v>39279</c:v>
                      </c:pt>
                      <c:pt idx="860">
                        <c:v>39280</c:v>
                      </c:pt>
                      <c:pt idx="861">
                        <c:v>39281</c:v>
                      </c:pt>
                      <c:pt idx="862">
                        <c:v>39282</c:v>
                      </c:pt>
                      <c:pt idx="863">
                        <c:v>39283</c:v>
                      </c:pt>
                      <c:pt idx="864">
                        <c:v>39286</c:v>
                      </c:pt>
                      <c:pt idx="865">
                        <c:v>39287</c:v>
                      </c:pt>
                      <c:pt idx="866">
                        <c:v>39288</c:v>
                      </c:pt>
                      <c:pt idx="867">
                        <c:v>39289</c:v>
                      </c:pt>
                      <c:pt idx="868">
                        <c:v>39290</c:v>
                      </c:pt>
                      <c:pt idx="869">
                        <c:v>39293</c:v>
                      </c:pt>
                      <c:pt idx="870">
                        <c:v>39294</c:v>
                      </c:pt>
                      <c:pt idx="871">
                        <c:v>39295</c:v>
                      </c:pt>
                      <c:pt idx="872">
                        <c:v>39296</c:v>
                      </c:pt>
                      <c:pt idx="873">
                        <c:v>39297</c:v>
                      </c:pt>
                      <c:pt idx="874">
                        <c:v>39300</c:v>
                      </c:pt>
                      <c:pt idx="875">
                        <c:v>39301</c:v>
                      </c:pt>
                      <c:pt idx="876">
                        <c:v>39302</c:v>
                      </c:pt>
                      <c:pt idx="877">
                        <c:v>39303</c:v>
                      </c:pt>
                      <c:pt idx="878">
                        <c:v>39304</c:v>
                      </c:pt>
                      <c:pt idx="879">
                        <c:v>39307</c:v>
                      </c:pt>
                      <c:pt idx="880">
                        <c:v>39308</c:v>
                      </c:pt>
                      <c:pt idx="881">
                        <c:v>39309</c:v>
                      </c:pt>
                      <c:pt idx="882">
                        <c:v>39310</c:v>
                      </c:pt>
                      <c:pt idx="883">
                        <c:v>39311</c:v>
                      </c:pt>
                      <c:pt idx="884">
                        <c:v>39314</c:v>
                      </c:pt>
                      <c:pt idx="885">
                        <c:v>39315</c:v>
                      </c:pt>
                      <c:pt idx="886">
                        <c:v>39316</c:v>
                      </c:pt>
                      <c:pt idx="887">
                        <c:v>39317</c:v>
                      </c:pt>
                      <c:pt idx="888">
                        <c:v>39318</c:v>
                      </c:pt>
                      <c:pt idx="889">
                        <c:v>39321</c:v>
                      </c:pt>
                      <c:pt idx="890">
                        <c:v>39322</c:v>
                      </c:pt>
                      <c:pt idx="891">
                        <c:v>39323</c:v>
                      </c:pt>
                      <c:pt idx="892">
                        <c:v>39324</c:v>
                      </c:pt>
                      <c:pt idx="893">
                        <c:v>39325</c:v>
                      </c:pt>
                      <c:pt idx="894">
                        <c:v>39328</c:v>
                      </c:pt>
                      <c:pt idx="895">
                        <c:v>39329</c:v>
                      </c:pt>
                      <c:pt idx="896">
                        <c:v>39330</c:v>
                      </c:pt>
                      <c:pt idx="897">
                        <c:v>39331</c:v>
                      </c:pt>
                      <c:pt idx="898">
                        <c:v>39332</c:v>
                      </c:pt>
                      <c:pt idx="899">
                        <c:v>39335</c:v>
                      </c:pt>
                      <c:pt idx="900">
                        <c:v>39336</c:v>
                      </c:pt>
                      <c:pt idx="901">
                        <c:v>39337</c:v>
                      </c:pt>
                      <c:pt idx="902">
                        <c:v>39338</c:v>
                      </c:pt>
                      <c:pt idx="903">
                        <c:v>39339</c:v>
                      </c:pt>
                      <c:pt idx="904">
                        <c:v>39342</c:v>
                      </c:pt>
                      <c:pt idx="905">
                        <c:v>39343</c:v>
                      </c:pt>
                      <c:pt idx="906">
                        <c:v>39344</c:v>
                      </c:pt>
                      <c:pt idx="907">
                        <c:v>39345</c:v>
                      </c:pt>
                      <c:pt idx="908">
                        <c:v>39346</c:v>
                      </c:pt>
                      <c:pt idx="909">
                        <c:v>39349</c:v>
                      </c:pt>
                      <c:pt idx="910">
                        <c:v>39350</c:v>
                      </c:pt>
                      <c:pt idx="911">
                        <c:v>39351</c:v>
                      </c:pt>
                      <c:pt idx="912">
                        <c:v>39352</c:v>
                      </c:pt>
                      <c:pt idx="913">
                        <c:v>39353</c:v>
                      </c:pt>
                      <c:pt idx="914">
                        <c:v>39356</c:v>
                      </c:pt>
                      <c:pt idx="915">
                        <c:v>39357</c:v>
                      </c:pt>
                      <c:pt idx="916">
                        <c:v>39358</c:v>
                      </c:pt>
                      <c:pt idx="917">
                        <c:v>39359</c:v>
                      </c:pt>
                      <c:pt idx="918">
                        <c:v>39360</c:v>
                      </c:pt>
                      <c:pt idx="919">
                        <c:v>39363</c:v>
                      </c:pt>
                      <c:pt idx="920">
                        <c:v>39364</c:v>
                      </c:pt>
                      <c:pt idx="921">
                        <c:v>39365</c:v>
                      </c:pt>
                      <c:pt idx="922">
                        <c:v>39366</c:v>
                      </c:pt>
                      <c:pt idx="923">
                        <c:v>39367</c:v>
                      </c:pt>
                      <c:pt idx="924">
                        <c:v>39370</c:v>
                      </c:pt>
                      <c:pt idx="925">
                        <c:v>39371</c:v>
                      </c:pt>
                      <c:pt idx="926">
                        <c:v>39372</c:v>
                      </c:pt>
                      <c:pt idx="927">
                        <c:v>39373</c:v>
                      </c:pt>
                      <c:pt idx="928">
                        <c:v>39374</c:v>
                      </c:pt>
                      <c:pt idx="929">
                        <c:v>39377</c:v>
                      </c:pt>
                      <c:pt idx="930">
                        <c:v>39378</c:v>
                      </c:pt>
                      <c:pt idx="931">
                        <c:v>39379</c:v>
                      </c:pt>
                      <c:pt idx="932">
                        <c:v>39380</c:v>
                      </c:pt>
                      <c:pt idx="933">
                        <c:v>39381</c:v>
                      </c:pt>
                      <c:pt idx="934">
                        <c:v>39384</c:v>
                      </c:pt>
                      <c:pt idx="935">
                        <c:v>39385</c:v>
                      </c:pt>
                      <c:pt idx="936">
                        <c:v>39386</c:v>
                      </c:pt>
                      <c:pt idx="937">
                        <c:v>39387</c:v>
                      </c:pt>
                      <c:pt idx="938">
                        <c:v>39388</c:v>
                      </c:pt>
                      <c:pt idx="939">
                        <c:v>39391</c:v>
                      </c:pt>
                      <c:pt idx="940">
                        <c:v>39392</c:v>
                      </c:pt>
                      <c:pt idx="941">
                        <c:v>39393</c:v>
                      </c:pt>
                      <c:pt idx="942">
                        <c:v>39394</c:v>
                      </c:pt>
                      <c:pt idx="943">
                        <c:v>39395</c:v>
                      </c:pt>
                      <c:pt idx="944">
                        <c:v>39398</c:v>
                      </c:pt>
                      <c:pt idx="945">
                        <c:v>39399</c:v>
                      </c:pt>
                      <c:pt idx="946">
                        <c:v>39400</c:v>
                      </c:pt>
                      <c:pt idx="947">
                        <c:v>39401</c:v>
                      </c:pt>
                      <c:pt idx="948">
                        <c:v>39402</c:v>
                      </c:pt>
                      <c:pt idx="949">
                        <c:v>39405</c:v>
                      </c:pt>
                      <c:pt idx="950">
                        <c:v>39406</c:v>
                      </c:pt>
                      <c:pt idx="951">
                        <c:v>39407</c:v>
                      </c:pt>
                      <c:pt idx="952">
                        <c:v>39408</c:v>
                      </c:pt>
                      <c:pt idx="953">
                        <c:v>39409</c:v>
                      </c:pt>
                      <c:pt idx="954">
                        <c:v>39412</c:v>
                      </c:pt>
                      <c:pt idx="955">
                        <c:v>39413</c:v>
                      </c:pt>
                      <c:pt idx="956">
                        <c:v>39414</c:v>
                      </c:pt>
                      <c:pt idx="957">
                        <c:v>39415</c:v>
                      </c:pt>
                      <c:pt idx="958">
                        <c:v>39416</c:v>
                      </c:pt>
                      <c:pt idx="959">
                        <c:v>39419</c:v>
                      </c:pt>
                      <c:pt idx="960">
                        <c:v>39420</c:v>
                      </c:pt>
                      <c:pt idx="961">
                        <c:v>39421</c:v>
                      </c:pt>
                      <c:pt idx="962">
                        <c:v>39422</c:v>
                      </c:pt>
                      <c:pt idx="963">
                        <c:v>39423</c:v>
                      </c:pt>
                      <c:pt idx="964">
                        <c:v>39426</c:v>
                      </c:pt>
                      <c:pt idx="965">
                        <c:v>39427</c:v>
                      </c:pt>
                      <c:pt idx="966">
                        <c:v>39428</c:v>
                      </c:pt>
                      <c:pt idx="967">
                        <c:v>39429</c:v>
                      </c:pt>
                      <c:pt idx="968">
                        <c:v>39430</c:v>
                      </c:pt>
                      <c:pt idx="969">
                        <c:v>39433</c:v>
                      </c:pt>
                      <c:pt idx="970">
                        <c:v>39434</c:v>
                      </c:pt>
                      <c:pt idx="971">
                        <c:v>39435</c:v>
                      </c:pt>
                      <c:pt idx="972">
                        <c:v>39436</c:v>
                      </c:pt>
                      <c:pt idx="973">
                        <c:v>39437</c:v>
                      </c:pt>
                      <c:pt idx="974">
                        <c:v>39440</c:v>
                      </c:pt>
                      <c:pt idx="975">
                        <c:v>39441</c:v>
                      </c:pt>
                      <c:pt idx="976">
                        <c:v>39442</c:v>
                      </c:pt>
                      <c:pt idx="977">
                        <c:v>39443</c:v>
                      </c:pt>
                      <c:pt idx="978">
                        <c:v>39444</c:v>
                      </c:pt>
                      <c:pt idx="979">
                        <c:v>39447</c:v>
                      </c:pt>
                      <c:pt idx="980">
                        <c:v>39448</c:v>
                      </c:pt>
                      <c:pt idx="981">
                        <c:v>39449</c:v>
                      </c:pt>
                      <c:pt idx="982">
                        <c:v>39450</c:v>
                      </c:pt>
                      <c:pt idx="983">
                        <c:v>39451</c:v>
                      </c:pt>
                      <c:pt idx="984">
                        <c:v>39454</c:v>
                      </c:pt>
                      <c:pt idx="985">
                        <c:v>39455</c:v>
                      </c:pt>
                      <c:pt idx="986">
                        <c:v>39456</c:v>
                      </c:pt>
                      <c:pt idx="987">
                        <c:v>39457</c:v>
                      </c:pt>
                      <c:pt idx="988">
                        <c:v>39458</c:v>
                      </c:pt>
                      <c:pt idx="989">
                        <c:v>39461</c:v>
                      </c:pt>
                      <c:pt idx="990">
                        <c:v>39462</c:v>
                      </c:pt>
                      <c:pt idx="991">
                        <c:v>39463</c:v>
                      </c:pt>
                      <c:pt idx="992">
                        <c:v>39464</c:v>
                      </c:pt>
                      <c:pt idx="993">
                        <c:v>39465</c:v>
                      </c:pt>
                      <c:pt idx="994">
                        <c:v>39468</c:v>
                      </c:pt>
                      <c:pt idx="995">
                        <c:v>39469</c:v>
                      </c:pt>
                      <c:pt idx="996">
                        <c:v>39470</c:v>
                      </c:pt>
                      <c:pt idx="997">
                        <c:v>39471</c:v>
                      </c:pt>
                      <c:pt idx="998">
                        <c:v>39472</c:v>
                      </c:pt>
                      <c:pt idx="999">
                        <c:v>39475</c:v>
                      </c:pt>
                      <c:pt idx="1000">
                        <c:v>39476</c:v>
                      </c:pt>
                      <c:pt idx="1001">
                        <c:v>39477</c:v>
                      </c:pt>
                      <c:pt idx="1002">
                        <c:v>39478</c:v>
                      </c:pt>
                      <c:pt idx="1003">
                        <c:v>39479</c:v>
                      </c:pt>
                      <c:pt idx="1004">
                        <c:v>39482</c:v>
                      </c:pt>
                      <c:pt idx="1005">
                        <c:v>39483</c:v>
                      </c:pt>
                      <c:pt idx="1006">
                        <c:v>39484</c:v>
                      </c:pt>
                      <c:pt idx="1007">
                        <c:v>39485</c:v>
                      </c:pt>
                      <c:pt idx="1008">
                        <c:v>39486</c:v>
                      </c:pt>
                      <c:pt idx="1009">
                        <c:v>39489</c:v>
                      </c:pt>
                      <c:pt idx="1010">
                        <c:v>39490</c:v>
                      </c:pt>
                      <c:pt idx="1011">
                        <c:v>39491</c:v>
                      </c:pt>
                      <c:pt idx="1012">
                        <c:v>39492</c:v>
                      </c:pt>
                      <c:pt idx="1013">
                        <c:v>39493</c:v>
                      </c:pt>
                      <c:pt idx="1014">
                        <c:v>39496</c:v>
                      </c:pt>
                      <c:pt idx="1015">
                        <c:v>39497</c:v>
                      </c:pt>
                      <c:pt idx="1016">
                        <c:v>39498</c:v>
                      </c:pt>
                      <c:pt idx="1017">
                        <c:v>39499</c:v>
                      </c:pt>
                      <c:pt idx="1018">
                        <c:v>39500</c:v>
                      </c:pt>
                      <c:pt idx="1019">
                        <c:v>39503</c:v>
                      </c:pt>
                      <c:pt idx="1020">
                        <c:v>39504</c:v>
                      </c:pt>
                      <c:pt idx="1021">
                        <c:v>39505</c:v>
                      </c:pt>
                      <c:pt idx="1022">
                        <c:v>39506</c:v>
                      </c:pt>
                      <c:pt idx="1023">
                        <c:v>39507</c:v>
                      </c:pt>
                      <c:pt idx="1024">
                        <c:v>39510</c:v>
                      </c:pt>
                      <c:pt idx="1025">
                        <c:v>39511</c:v>
                      </c:pt>
                      <c:pt idx="1026">
                        <c:v>39512</c:v>
                      </c:pt>
                      <c:pt idx="1027">
                        <c:v>39513</c:v>
                      </c:pt>
                      <c:pt idx="1028">
                        <c:v>39514</c:v>
                      </c:pt>
                      <c:pt idx="1029">
                        <c:v>39517</c:v>
                      </c:pt>
                      <c:pt idx="1030">
                        <c:v>39518</c:v>
                      </c:pt>
                      <c:pt idx="1031">
                        <c:v>39519</c:v>
                      </c:pt>
                      <c:pt idx="1032">
                        <c:v>39520</c:v>
                      </c:pt>
                      <c:pt idx="1033">
                        <c:v>39521</c:v>
                      </c:pt>
                      <c:pt idx="1034">
                        <c:v>39524</c:v>
                      </c:pt>
                      <c:pt idx="1035">
                        <c:v>39525</c:v>
                      </c:pt>
                      <c:pt idx="1036">
                        <c:v>39526</c:v>
                      </c:pt>
                      <c:pt idx="1037">
                        <c:v>39527</c:v>
                      </c:pt>
                      <c:pt idx="1038">
                        <c:v>39528</c:v>
                      </c:pt>
                      <c:pt idx="1039">
                        <c:v>39531</c:v>
                      </c:pt>
                      <c:pt idx="1040">
                        <c:v>39532</c:v>
                      </c:pt>
                      <c:pt idx="1041">
                        <c:v>39533</c:v>
                      </c:pt>
                      <c:pt idx="1042">
                        <c:v>39534</c:v>
                      </c:pt>
                      <c:pt idx="1043">
                        <c:v>39535</c:v>
                      </c:pt>
                      <c:pt idx="1044">
                        <c:v>39538</c:v>
                      </c:pt>
                      <c:pt idx="1045">
                        <c:v>39539</c:v>
                      </c:pt>
                      <c:pt idx="1046">
                        <c:v>39540</c:v>
                      </c:pt>
                      <c:pt idx="1047">
                        <c:v>39541</c:v>
                      </c:pt>
                      <c:pt idx="1048">
                        <c:v>39542</c:v>
                      </c:pt>
                      <c:pt idx="1049">
                        <c:v>39545</c:v>
                      </c:pt>
                      <c:pt idx="1050">
                        <c:v>39546</c:v>
                      </c:pt>
                      <c:pt idx="1051">
                        <c:v>39547</c:v>
                      </c:pt>
                      <c:pt idx="1052">
                        <c:v>39548</c:v>
                      </c:pt>
                      <c:pt idx="1053">
                        <c:v>39549</c:v>
                      </c:pt>
                      <c:pt idx="1054">
                        <c:v>39552</c:v>
                      </c:pt>
                      <c:pt idx="1055">
                        <c:v>39553</c:v>
                      </c:pt>
                      <c:pt idx="1056">
                        <c:v>39554</c:v>
                      </c:pt>
                      <c:pt idx="1057">
                        <c:v>39555</c:v>
                      </c:pt>
                      <c:pt idx="1058">
                        <c:v>39556</c:v>
                      </c:pt>
                      <c:pt idx="1059">
                        <c:v>39559</c:v>
                      </c:pt>
                      <c:pt idx="1060">
                        <c:v>39560</c:v>
                      </c:pt>
                      <c:pt idx="1061">
                        <c:v>39561</c:v>
                      </c:pt>
                      <c:pt idx="1062">
                        <c:v>39562</c:v>
                      </c:pt>
                      <c:pt idx="1063">
                        <c:v>39563</c:v>
                      </c:pt>
                      <c:pt idx="1064">
                        <c:v>39566</c:v>
                      </c:pt>
                      <c:pt idx="1065">
                        <c:v>39567</c:v>
                      </c:pt>
                      <c:pt idx="1066">
                        <c:v>39568</c:v>
                      </c:pt>
                      <c:pt idx="1067">
                        <c:v>39569</c:v>
                      </c:pt>
                      <c:pt idx="1068">
                        <c:v>39570</c:v>
                      </c:pt>
                      <c:pt idx="1069">
                        <c:v>39573</c:v>
                      </c:pt>
                      <c:pt idx="1070">
                        <c:v>39574</c:v>
                      </c:pt>
                      <c:pt idx="1071">
                        <c:v>39575</c:v>
                      </c:pt>
                      <c:pt idx="1072">
                        <c:v>39576</c:v>
                      </c:pt>
                      <c:pt idx="1073">
                        <c:v>39577</c:v>
                      </c:pt>
                      <c:pt idx="1074">
                        <c:v>39580</c:v>
                      </c:pt>
                      <c:pt idx="1075">
                        <c:v>39581</c:v>
                      </c:pt>
                      <c:pt idx="1076">
                        <c:v>39582</c:v>
                      </c:pt>
                      <c:pt idx="1077">
                        <c:v>39583</c:v>
                      </c:pt>
                      <c:pt idx="1078">
                        <c:v>39584</c:v>
                      </c:pt>
                      <c:pt idx="1079">
                        <c:v>39587</c:v>
                      </c:pt>
                      <c:pt idx="1080">
                        <c:v>39588</c:v>
                      </c:pt>
                      <c:pt idx="1081">
                        <c:v>39589</c:v>
                      </c:pt>
                      <c:pt idx="1082">
                        <c:v>39590</c:v>
                      </c:pt>
                      <c:pt idx="1083">
                        <c:v>39591</c:v>
                      </c:pt>
                      <c:pt idx="1084">
                        <c:v>39594</c:v>
                      </c:pt>
                      <c:pt idx="1085">
                        <c:v>39595</c:v>
                      </c:pt>
                      <c:pt idx="1086">
                        <c:v>39596</c:v>
                      </c:pt>
                      <c:pt idx="1087">
                        <c:v>39597</c:v>
                      </c:pt>
                      <c:pt idx="1088">
                        <c:v>39598</c:v>
                      </c:pt>
                      <c:pt idx="1089">
                        <c:v>39601</c:v>
                      </c:pt>
                      <c:pt idx="1090">
                        <c:v>39602</c:v>
                      </c:pt>
                      <c:pt idx="1091">
                        <c:v>39603</c:v>
                      </c:pt>
                      <c:pt idx="1092">
                        <c:v>39604</c:v>
                      </c:pt>
                      <c:pt idx="1093">
                        <c:v>39605</c:v>
                      </c:pt>
                      <c:pt idx="1094">
                        <c:v>39608</c:v>
                      </c:pt>
                      <c:pt idx="1095">
                        <c:v>39609</c:v>
                      </c:pt>
                      <c:pt idx="1096">
                        <c:v>39610</c:v>
                      </c:pt>
                      <c:pt idx="1097">
                        <c:v>39611</c:v>
                      </c:pt>
                      <c:pt idx="1098">
                        <c:v>39612</c:v>
                      </c:pt>
                      <c:pt idx="1099">
                        <c:v>39615</c:v>
                      </c:pt>
                      <c:pt idx="1100">
                        <c:v>39616</c:v>
                      </c:pt>
                      <c:pt idx="1101">
                        <c:v>39617</c:v>
                      </c:pt>
                      <c:pt idx="1102">
                        <c:v>39618</c:v>
                      </c:pt>
                      <c:pt idx="1103">
                        <c:v>39619</c:v>
                      </c:pt>
                      <c:pt idx="1104">
                        <c:v>39622</c:v>
                      </c:pt>
                      <c:pt idx="1105">
                        <c:v>39623</c:v>
                      </c:pt>
                      <c:pt idx="1106">
                        <c:v>39624</c:v>
                      </c:pt>
                      <c:pt idx="1107">
                        <c:v>39625</c:v>
                      </c:pt>
                      <c:pt idx="1108">
                        <c:v>39626</c:v>
                      </c:pt>
                      <c:pt idx="1109">
                        <c:v>39629</c:v>
                      </c:pt>
                      <c:pt idx="1110">
                        <c:v>39630</c:v>
                      </c:pt>
                      <c:pt idx="1111">
                        <c:v>39631</c:v>
                      </c:pt>
                      <c:pt idx="1112">
                        <c:v>39632</c:v>
                      </c:pt>
                      <c:pt idx="1113">
                        <c:v>39633</c:v>
                      </c:pt>
                      <c:pt idx="1114">
                        <c:v>39636</c:v>
                      </c:pt>
                      <c:pt idx="1115">
                        <c:v>39637</c:v>
                      </c:pt>
                      <c:pt idx="1116">
                        <c:v>39638</c:v>
                      </c:pt>
                      <c:pt idx="1117">
                        <c:v>39639</c:v>
                      </c:pt>
                      <c:pt idx="1118">
                        <c:v>39640</c:v>
                      </c:pt>
                      <c:pt idx="1119">
                        <c:v>39643</c:v>
                      </c:pt>
                      <c:pt idx="1120">
                        <c:v>39644</c:v>
                      </c:pt>
                      <c:pt idx="1121">
                        <c:v>39645</c:v>
                      </c:pt>
                      <c:pt idx="1122">
                        <c:v>39646</c:v>
                      </c:pt>
                      <c:pt idx="1123">
                        <c:v>39647</c:v>
                      </c:pt>
                      <c:pt idx="1124">
                        <c:v>39650</c:v>
                      </c:pt>
                      <c:pt idx="1125">
                        <c:v>39651</c:v>
                      </c:pt>
                      <c:pt idx="1126">
                        <c:v>39652</c:v>
                      </c:pt>
                      <c:pt idx="1127">
                        <c:v>39653</c:v>
                      </c:pt>
                      <c:pt idx="1128">
                        <c:v>39654</c:v>
                      </c:pt>
                      <c:pt idx="1129">
                        <c:v>39657</c:v>
                      </c:pt>
                      <c:pt idx="1130">
                        <c:v>39658</c:v>
                      </c:pt>
                      <c:pt idx="1131">
                        <c:v>39659</c:v>
                      </c:pt>
                      <c:pt idx="1132">
                        <c:v>39660</c:v>
                      </c:pt>
                      <c:pt idx="1133">
                        <c:v>39661</c:v>
                      </c:pt>
                      <c:pt idx="1134">
                        <c:v>39664</c:v>
                      </c:pt>
                      <c:pt idx="1135">
                        <c:v>39665</c:v>
                      </c:pt>
                      <c:pt idx="1136">
                        <c:v>39666</c:v>
                      </c:pt>
                      <c:pt idx="1137">
                        <c:v>39667</c:v>
                      </c:pt>
                      <c:pt idx="1138">
                        <c:v>39668</c:v>
                      </c:pt>
                      <c:pt idx="1139">
                        <c:v>39671</c:v>
                      </c:pt>
                      <c:pt idx="1140">
                        <c:v>39672</c:v>
                      </c:pt>
                      <c:pt idx="1141">
                        <c:v>39673</c:v>
                      </c:pt>
                      <c:pt idx="1142">
                        <c:v>39674</c:v>
                      </c:pt>
                      <c:pt idx="1143">
                        <c:v>39675</c:v>
                      </c:pt>
                      <c:pt idx="1144">
                        <c:v>39678</c:v>
                      </c:pt>
                      <c:pt idx="1145">
                        <c:v>39679</c:v>
                      </c:pt>
                      <c:pt idx="1146">
                        <c:v>39680</c:v>
                      </c:pt>
                      <c:pt idx="1147">
                        <c:v>39681</c:v>
                      </c:pt>
                      <c:pt idx="1148">
                        <c:v>39682</c:v>
                      </c:pt>
                      <c:pt idx="1149">
                        <c:v>39685</c:v>
                      </c:pt>
                      <c:pt idx="1150">
                        <c:v>39686</c:v>
                      </c:pt>
                      <c:pt idx="1151">
                        <c:v>39687</c:v>
                      </c:pt>
                      <c:pt idx="1152">
                        <c:v>39688</c:v>
                      </c:pt>
                      <c:pt idx="1153">
                        <c:v>39689</c:v>
                      </c:pt>
                      <c:pt idx="1154">
                        <c:v>39692</c:v>
                      </c:pt>
                      <c:pt idx="1155">
                        <c:v>39693</c:v>
                      </c:pt>
                      <c:pt idx="1156">
                        <c:v>39694</c:v>
                      </c:pt>
                      <c:pt idx="1157">
                        <c:v>39695</c:v>
                      </c:pt>
                      <c:pt idx="1158">
                        <c:v>39696</c:v>
                      </c:pt>
                      <c:pt idx="1159">
                        <c:v>39699</c:v>
                      </c:pt>
                      <c:pt idx="1160">
                        <c:v>39700</c:v>
                      </c:pt>
                      <c:pt idx="1161">
                        <c:v>39701</c:v>
                      </c:pt>
                      <c:pt idx="1162">
                        <c:v>39702</c:v>
                      </c:pt>
                      <c:pt idx="1163">
                        <c:v>39703</c:v>
                      </c:pt>
                      <c:pt idx="1164">
                        <c:v>39706</c:v>
                      </c:pt>
                      <c:pt idx="1165">
                        <c:v>39707</c:v>
                      </c:pt>
                      <c:pt idx="1166">
                        <c:v>39708</c:v>
                      </c:pt>
                      <c:pt idx="1167">
                        <c:v>39709</c:v>
                      </c:pt>
                      <c:pt idx="1168">
                        <c:v>39710</c:v>
                      </c:pt>
                      <c:pt idx="1169">
                        <c:v>39713</c:v>
                      </c:pt>
                      <c:pt idx="1170">
                        <c:v>39714</c:v>
                      </c:pt>
                      <c:pt idx="1171">
                        <c:v>39715</c:v>
                      </c:pt>
                      <c:pt idx="1172">
                        <c:v>39716</c:v>
                      </c:pt>
                      <c:pt idx="1173">
                        <c:v>39717</c:v>
                      </c:pt>
                      <c:pt idx="1174">
                        <c:v>39720</c:v>
                      </c:pt>
                      <c:pt idx="1175">
                        <c:v>39721</c:v>
                      </c:pt>
                      <c:pt idx="1176">
                        <c:v>39722</c:v>
                      </c:pt>
                      <c:pt idx="1177">
                        <c:v>39723</c:v>
                      </c:pt>
                      <c:pt idx="1178">
                        <c:v>39724</c:v>
                      </c:pt>
                      <c:pt idx="1179">
                        <c:v>39727</c:v>
                      </c:pt>
                      <c:pt idx="1180">
                        <c:v>39728</c:v>
                      </c:pt>
                      <c:pt idx="1181">
                        <c:v>39729</c:v>
                      </c:pt>
                      <c:pt idx="1182">
                        <c:v>39730</c:v>
                      </c:pt>
                      <c:pt idx="1183">
                        <c:v>39731</c:v>
                      </c:pt>
                      <c:pt idx="1184">
                        <c:v>39734</c:v>
                      </c:pt>
                      <c:pt idx="1185">
                        <c:v>39735</c:v>
                      </c:pt>
                      <c:pt idx="1186">
                        <c:v>39736</c:v>
                      </c:pt>
                      <c:pt idx="1187">
                        <c:v>39737</c:v>
                      </c:pt>
                      <c:pt idx="1188">
                        <c:v>39738</c:v>
                      </c:pt>
                      <c:pt idx="1189">
                        <c:v>39741</c:v>
                      </c:pt>
                      <c:pt idx="1190">
                        <c:v>39742</c:v>
                      </c:pt>
                      <c:pt idx="1191">
                        <c:v>39743</c:v>
                      </c:pt>
                      <c:pt idx="1192">
                        <c:v>39744</c:v>
                      </c:pt>
                      <c:pt idx="1193">
                        <c:v>39745</c:v>
                      </c:pt>
                      <c:pt idx="1194">
                        <c:v>39748</c:v>
                      </c:pt>
                      <c:pt idx="1195">
                        <c:v>39749</c:v>
                      </c:pt>
                      <c:pt idx="1196">
                        <c:v>39750</c:v>
                      </c:pt>
                      <c:pt idx="1197">
                        <c:v>39751</c:v>
                      </c:pt>
                      <c:pt idx="1198">
                        <c:v>39752</c:v>
                      </c:pt>
                      <c:pt idx="1199">
                        <c:v>39755</c:v>
                      </c:pt>
                      <c:pt idx="1200">
                        <c:v>39756</c:v>
                      </c:pt>
                      <c:pt idx="1201">
                        <c:v>39757</c:v>
                      </c:pt>
                      <c:pt idx="1202">
                        <c:v>39758</c:v>
                      </c:pt>
                      <c:pt idx="1203">
                        <c:v>39759</c:v>
                      </c:pt>
                      <c:pt idx="1204">
                        <c:v>39762</c:v>
                      </c:pt>
                      <c:pt idx="1205">
                        <c:v>39763</c:v>
                      </c:pt>
                      <c:pt idx="1206">
                        <c:v>39764</c:v>
                      </c:pt>
                      <c:pt idx="1207">
                        <c:v>39765</c:v>
                      </c:pt>
                      <c:pt idx="1208">
                        <c:v>39766</c:v>
                      </c:pt>
                      <c:pt idx="1209">
                        <c:v>39769</c:v>
                      </c:pt>
                      <c:pt idx="1210">
                        <c:v>39770</c:v>
                      </c:pt>
                      <c:pt idx="1211">
                        <c:v>39771</c:v>
                      </c:pt>
                      <c:pt idx="1212">
                        <c:v>39772</c:v>
                      </c:pt>
                      <c:pt idx="1213">
                        <c:v>39773</c:v>
                      </c:pt>
                      <c:pt idx="1214">
                        <c:v>39776</c:v>
                      </c:pt>
                      <c:pt idx="1215">
                        <c:v>39777</c:v>
                      </c:pt>
                      <c:pt idx="1216">
                        <c:v>39778</c:v>
                      </c:pt>
                      <c:pt idx="1217">
                        <c:v>39779</c:v>
                      </c:pt>
                      <c:pt idx="1218">
                        <c:v>39780</c:v>
                      </c:pt>
                      <c:pt idx="1219">
                        <c:v>39783</c:v>
                      </c:pt>
                      <c:pt idx="1220">
                        <c:v>39784</c:v>
                      </c:pt>
                      <c:pt idx="1221">
                        <c:v>39785</c:v>
                      </c:pt>
                      <c:pt idx="1222">
                        <c:v>39786</c:v>
                      </c:pt>
                      <c:pt idx="1223">
                        <c:v>39787</c:v>
                      </c:pt>
                      <c:pt idx="1224">
                        <c:v>39790</c:v>
                      </c:pt>
                      <c:pt idx="1225">
                        <c:v>39791</c:v>
                      </c:pt>
                      <c:pt idx="1226">
                        <c:v>39792</c:v>
                      </c:pt>
                      <c:pt idx="1227">
                        <c:v>39793</c:v>
                      </c:pt>
                      <c:pt idx="1228">
                        <c:v>39794</c:v>
                      </c:pt>
                      <c:pt idx="1229">
                        <c:v>39797</c:v>
                      </c:pt>
                      <c:pt idx="1230">
                        <c:v>39798</c:v>
                      </c:pt>
                      <c:pt idx="1231">
                        <c:v>39799</c:v>
                      </c:pt>
                      <c:pt idx="1232">
                        <c:v>39800</c:v>
                      </c:pt>
                      <c:pt idx="1233">
                        <c:v>39801</c:v>
                      </c:pt>
                      <c:pt idx="1234">
                        <c:v>39804</c:v>
                      </c:pt>
                      <c:pt idx="1235">
                        <c:v>39805</c:v>
                      </c:pt>
                      <c:pt idx="1236">
                        <c:v>39806</c:v>
                      </c:pt>
                      <c:pt idx="1237">
                        <c:v>39808</c:v>
                      </c:pt>
                      <c:pt idx="1238">
                        <c:v>39811</c:v>
                      </c:pt>
                      <c:pt idx="1239">
                        <c:v>39812</c:v>
                      </c:pt>
                      <c:pt idx="1240">
                        <c:v>39813</c:v>
                      </c:pt>
                      <c:pt idx="1241">
                        <c:v>39814</c:v>
                      </c:pt>
                      <c:pt idx="1242">
                        <c:v>39815</c:v>
                      </c:pt>
                      <c:pt idx="1243">
                        <c:v>39818</c:v>
                      </c:pt>
                      <c:pt idx="1244">
                        <c:v>39819</c:v>
                      </c:pt>
                      <c:pt idx="1245">
                        <c:v>39820</c:v>
                      </c:pt>
                      <c:pt idx="1246">
                        <c:v>39821</c:v>
                      </c:pt>
                      <c:pt idx="1247">
                        <c:v>39822</c:v>
                      </c:pt>
                      <c:pt idx="1248">
                        <c:v>39825</c:v>
                      </c:pt>
                      <c:pt idx="1249">
                        <c:v>39826</c:v>
                      </c:pt>
                      <c:pt idx="1250">
                        <c:v>39827</c:v>
                      </c:pt>
                      <c:pt idx="1251">
                        <c:v>39828</c:v>
                      </c:pt>
                      <c:pt idx="1252">
                        <c:v>39829</c:v>
                      </c:pt>
                      <c:pt idx="1253">
                        <c:v>39832</c:v>
                      </c:pt>
                      <c:pt idx="1254">
                        <c:v>39833</c:v>
                      </c:pt>
                      <c:pt idx="1255">
                        <c:v>39834</c:v>
                      </c:pt>
                      <c:pt idx="1256">
                        <c:v>39835</c:v>
                      </c:pt>
                      <c:pt idx="1257">
                        <c:v>39836</c:v>
                      </c:pt>
                      <c:pt idx="1258">
                        <c:v>39839</c:v>
                      </c:pt>
                      <c:pt idx="1259">
                        <c:v>39840</c:v>
                      </c:pt>
                      <c:pt idx="1260">
                        <c:v>39841</c:v>
                      </c:pt>
                      <c:pt idx="1261">
                        <c:v>39842</c:v>
                      </c:pt>
                      <c:pt idx="1262">
                        <c:v>39843</c:v>
                      </c:pt>
                      <c:pt idx="1263">
                        <c:v>39846</c:v>
                      </c:pt>
                      <c:pt idx="1264">
                        <c:v>39847</c:v>
                      </c:pt>
                      <c:pt idx="1265">
                        <c:v>39848</c:v>
                      </c:pt>
                      <c:pt idx="1266">
                        <c:v>39849</c:v>
                      </c:pt>
                      <c:pt idx="1267">
                        <c:v>39850</c:v>
                      </c:pt>
                      <c:pt idx="1268">
                        <c:v>39853</c:v>
                      </c:pt>
                      <c:pt idx="1269">
                        <c:v>39854</c:v>
                      </c:pt>
                      <c:pt idx="1270">
                        <c:v>39855</c:v>
                      </c:pt>
                      <c:pt idx="1271">
                        <c:v>39856</c:v>
                      </c:pt>
                      <c:pt idx="1272">
                        <c:v>39857</c:v>
                      </c:pt>
                      <c:pt idx="1273">
                        <c:v>39860</c:v>
                      </c:pt>
                      <c:pt idx="1274">
                        <c:v>39861</c:v>
                      </c:pt>
                      <c:pt idx="1275">
                        <c:v>39862</c:v>
                      </c:pt>
                      <c:pt idx="1276">
                        <c:v>39863</c:v>
                      </c:pt>
                      <c:pt idx="1277">
                        <c:v>39864</c:v>
                      </c:pt>
                      <c:pt idx="1278">
                        <c:v>39867</c:v>
                      </c:pt>
                      <c:pt idx="1279">
                        <c:v>39868</c:v>
                      </c:pt>
                      <c:pt idx="1280">
                        <c:v>39869</c:v>
                      </c:pt>
                      <c:pt idx="1281">
                        <c:v>39870</c:v>
                      </c:pt>
                      <c:pt idx="1282">
                        <c:v>39871</c:v>
                      </c:pt>
                      <c:pt idx="1283">
                        <c:v>39874</c:v>
                      </c:pt>
                      <c:pt idx="1284">
                        <c:v>39875</c:v>
                      </c:pt>
                      <c:pt idx="1285">
                        <c:v>39876</c:v>
                      </c:pt>
                      <c:pt idx="1286">
                        <c:v>39877</c:v>
                      </c:pt>
                      <c:pt idx="1287">
                        <c:v>39878</c:v>
                      </c:pt>
                      <c:pt idx="1288">
                        <c:v>39881</c:v>
                      </c:pt>
                      <c:pt idx="1289">
                        <c:v>39882</c:v>
                      </c:pt>
                      <c:pt idx="1290">
                        <c:v>39883</c:v>
                      </c:pt>
                      <c:pt idx="1291">
                        <c:v>39884</c:v>
                      </c:pt>
                      <c:pt idx="1292">
                        <c:v>39885</c:v>
                      </c:pt>
                      <c:pt idx="1293">
                        <c:v>39888</c:v>
                      </c:pt>
                      <c:pt idx="1294">
                        <c:v>39889</c:v>
                      </c:pt>
                      <c:pt idx="1295">
                        <c:v>39890</c:v>
                      </c:pt>
                      <c:pt idx="1296">
                        <c:v>39891</c:v>
                      </c:pt>
                      <c:pt idx="1297">
                        <c:v>39892</c:v>
                      </c:pt>
                      <c:pt idx="1298">
                        <c:v>39895</c:v>
                      </c:pt>
                      <c:pt idx="1299">
                        <c:v>39896</c:v>
                      </c:pt>
                      <c:pt idx="1300">
                        <c:v>39897</c:v>
                      </c:pt>
                      <c:pt idx="1301">
                        <c:v>39898</c:v>
                      </c:pt>
                      <c:pt idx="1302">
                        <c:v>39899</c:v>
                      </c:pt>
                      <c:pt idx="1303">
                        <c:v>39902</c:v>
                      </c:pt>
                      <c:pt idx="1304">
                        <c:v>39903</c:v>
                      </c:pt>
                      <c:pt idx="1305">
                        <c:v>39904</c:v>
                      </c:pt>
                      <c:pt idx="1306">
                        <c:v>39905</c:v>
                      </c:pt>
                      <c:pt idx="1307">
                        <c:v>39906</c:v>
                      </c:pt>
                      <c:pt idx="1308">
                        <c:v>39909</c:v>
                      </c:pt>
                      <c:pt idx="1309">
                        <c:v>39910</c:v>
                      </c:pt>
                      <c:pt idx="1310">
                        <c:v>39911</c:v>
                      </c:pt>
                      <c:pt idx="1311">
                        <c:v>39912</c:v>
                      </c:pt>
                      <c:pt idx="1312">
                        <c:v>39913</c:v>
                      </c:pt>
                      <c:pt idx="1313">
                        <c:v>39916</c:v>
                      </c:pt>
                      <c:pt idx="1314">
                        <c:v>39917</c:v>
                      </c:pt>
                      <c:pt idx="1315">
                        <c:v>39918</c:v>
                      </c:pt>
                      <c:pt idx="1316">
                        <c:v>39919</c:v>
                      </c:pt>
                      <c:pt idx="1317">
                        <c:v>39920</c:v>
                      </c:pt>
                      <c:pt idx="1318">
                        <c:v>39923</c:v>
                      </c:pt>
                      <c:pt idx="1319">
                        <c:v>39924</c:v>
                      </c:pt>
                      <c:pt idx="1320">
                        <c:v>39925</c:v>
                      </c:pt>
                      <c:pt idx="1321">
                        <c:v>39926</c:v>
                      </c:pt>
                      <c:pt idx="1322">
                        <c:v>39927</c:v>
                      </c:pt>
                      <c:pt idx="1323">
                        <c:v>39930</c:v>
                      </c:pt>
                      <c:pt idx="1324">
                        <c:v>39931</c:v>
                      </c:pt>
                      <c:pt idx="1325">
                        <c:v>39932</c:v>
                      </c:pt>
                      <c:pt idx="1326">
                        <c:v>39933</c:v>
                      </c:pt>
                      <c:pt idx="1327">
                        <c:v>39934</c:v>
                      </c:pt>
                      <c:pt idx="1328">
                        <c:v>39937</c:v>
                      </c:pt>
                      <c:pt idx="1329">
                        <c:v>39938</c:v>
                      </c:pt>
                      <c:pt idx="1330">
                        <c:v>39939</c:v>
                      </c:pt>
                      <c:pt idx="1331">
                        <c:v>39940</c:v>
                      </c:pt>
                      <c:pt idx="1332">
                        <c:v>39941</c:v>
                      </c:pt>
                      <c:pt idx="1333">
                        <c:v>39944</c:v>
                      </c:pt>
                      <c:pt idx="1334">
                        <c:v>39945</c:v>
                      </c:pt>
                      <c:pt idx="1335">
                        <c:v>39946</c:v>
                      </c:pt>
                      <c:pt idx="1336">
                        <c:v>39947</c:v>
                      </c:pt>
                      <c:pt idx="1337">
                        <c:v>39948</c:v>
                      </c:pt>
                      <c:pt idx="1338">
                        <c:v>39951</c:v>
                      </c:pt>
                      <c:pt idx="1339">
                        <c:v>39952</c:v>
                      </c:pt>
                      <c:pt idx="1340">
                        <c:v>39953</c:v>
                      </c:pt>
                      <c:pt idx="1341">
                        <c:v>39954</c:v>
                      </c:pt>
                      <c:pt idx="1342">
                        <c:v>39955</c:v>
                      </c:pt>
                      <c:pt idx="1343">
                        <c:v>39958</c:v>
                      </c:pt>
                      <c:pt idx="1344">
                        <c:v>39959</c:v>
                      </c:pt>
                      <c:pt idx="1345">
                        <c:v>39960</c:v>
                      </c:pt>
                      <c:pt idx="1346">
                        <c:v>39961</c:v>
                      </c:pt>
                      <c:pt idx="1347">
                        <c:v>39962</c:v>
                      </c:pt>
                      <c:pt idx="1348">
                        <c:v>39965</c:v>
                      </c:pt>
                      <c:pt idx="1349">
                        <c:v>39966</c:v>
                      </c:pt>
                      <c:pt idx="1350">
                        <c:v>39967</c:v>
                      </c:pt>
                      <c:pt idx="1351">
                        <c:v>39968</c:v>
                      </c:pt>
                      <c:pt idx="1352">
                        <c:v>39969</c:v>
                      </c:pt>
                      <c:pt idx="1353">
                        <c:v>39972</c:v>
                      </c:pt>
                      <c:pt idx="1354">
                        <c:v>39973</c:v>
                      </c:pt>
                      <c:pt idx="1355">
                        <c:v>39974</c:v>
                      </c:pt>
                      <c:pt idx="1356">
                        <c:v>39975</c:v>
                      </c:pt>
                      <c:pt idx="1357">
                        <c:v>39976</c:v>
                      </c:pt>
                      <c:pt idx="1358">
                        <c:v>39979</c:v>
                      </c:pt>
                      <c:pt idx="1359">
                        <c:v>39980</c:v>
                      </c:pt>
                      <c:pt idx="1360">
                        <c:v>39981</c:v>
                      </c:pt>
                      <c:pt idx="1361">
                        <c:v>39982</c:v>
                      </c:pt>
                      <c:pt idx="1362">
                        <c:v>39983</c:v>
                      </c:pt>
                      <c:pt idx="1363">
                        <c:v>39986</c:v>
                      </c:pt>
                      <c:pt idx="1364">
                        <c:v>39987</c:v>
                      </c:pt>
                      <c:pt idx="1365">
                        <c:v>39988</c:v>
                      </c:pt>
                      <c:pt idx="1366">
                        <c:v>39989</c:v>
                      </c:pt>
                      <c:pt idx="1367">
                        <c:v>39990</c:v>
                      </c:pt>
                      <c:pt idx="1368">
                        <c:v>39993</c:v>
                      </c:pt>
                      <c:pt idx="1369">
                        <c:v>39994</c:v>
                      </c:pt>
                      <c:pt idx="1370">
                        <c:v>39995</c:v>
                      </c:pt>
                      <c:pt idx="1371">
                        <c:v>39996</c:v>
                      </c:pt>
                      <c:pt idx="1372">
                        <c:v>39997</c:v>
                      </c:pt>
                      <c:pt idx="1373">
                        <c:v>40000</c:v>
                      </c:pt>
                      <c:pt idx="1374">
                        <c:v>40001</c:v>
                      </c:pt>
                      <c:pt idx="1375">
                        <c:v>40002</c:v>
                      </c:pt>
                      <c:pt idx="1376">
                        <c:v>40003</c:v>
                      </c:pt>
                      <c:pt idx="1377">
                        <c:v>40004</c:v>
                      </c:pt>
                      <c:pt idx="1378">
                        <c:v>40007</c:v>
                      </c:pt>
                      <c:pt idx="1379">
                        <c:v>40008</c:v>
                      </c:pt>
                      <c:pt idx="1380">
                        <c:v>40009</c:v>
                      </c:pt>
                      <c:pt idx="1381">
                        <c:v>40010</c:v>
                      </c:pt>
                      <c:pt idx="1382">
                        <c:v>40011</c:v>
                      </c:pt>
                      <c:pt idx="1383">
                        <c:v>40014</c:v>
                      </c:pt>
                      <c:pt idx="1384">
                        <c:v>40015</c:v>
                      </c:pt>
                      <c:pt idx="1385">
                        <c:v>40016</c:v>
                      </c:pt>
                      <c:pt idx="1386">
                        <c:v>40017</c:v>
                      </c:pt>
                      <c:pt idx="1387">
                        <c:v>40018</c:v>
                      </c:pt>
                      <c:pt idx="1388">
                        <c:v>40021</c:v>
                      </c:pt>
                      <c:pt idx="1389">
                        <c:v>40022</c:v>
                      </c:pt>
                      <c:pt idx="1390">
                        <c:v>40023</c:v>
                      </c:pt>
                      <c:pt idx="1391">
                        <c:v>40024</c:v>
                      </c:pt>
                      <c:pt idx="1392">
                        <c:v>40025</c:v>
                      </c:pt>
                      <c:pt idx="1393">
                        <c:v>40028</c:v>
                      </c:pt>
                      <c:pt idx="1394">
                        <c:v>40029</c:v>
                      </c:pt>
                      <c:pt idx="1395">
                        <c:v>40030</c:v>
                      </c:pt>
                      <c:pt idx="1396">
                        <c:v>40031</c:v>
                      </c:pt>
                      <c:pt idx="1397">
                        <c:v>40032</c:v>
                      </c:pt>
                      <c:pt idx="1398">
                        <c:v>40035</c:v>
                      </c:pt>
                      <c:pt idx="1399">
                        <c:v>40036</c:v>
                      </c:pt>
                      <c:pt idx="1400">
                        <c:v>40037</c:v>
                      </c:pt>
                      <c:pt idx="1401">
                        <c:v>40038</c:v>
                      </c:pt>
                      <c:pt idx="1402">
                        <c:v>40039</c:v>
                      </c:pt>
                      <c:pt idx="1403">
                        <c:v>40042</c:v>
                      </c:pt>
                      <c:pt idx="1404">
                        <c:v>40043</c:v>
                      </c:pt>
                      <c:pt idx="1405">
                        <c:v>40044</c:v>
                      </c:pt>
                      <c:pt idx="1406">
                        <c:v>40045</c:v>
                      </c:pt>
                      <c:pt idx="1407">
                        <c:v>40046</c:v>
                      </c:pt>
                      <c:pt idx="1408">
                        <c:v>40049</c:v>
                      </c:pt>
                      <c:pt idx="1409">
                        <c:v>40050</c:v>
                      </c:pt>
                      <c:pt idx="1410">
                        <c:v>40051</c:v>
                      </c:pt>
                      <c:pt idx="1411">
                        <c:v>40052</c:v>
                      </c:pt>
                      <c:pt idx="1412">
                        <c:v>40053</c:v>
                      </c:pt>
                      <c:pt idx="1413">
                        <c:v>40056</c:v>
                      </c:pt>
                      <c:pt idx="1414">
                        <c:v>40057</c:v>
                      </c:pt>
                      <c:pt idx="1415">
                        <c:v>40058</c:v>
                      </c:pt>
                      <c:pt idx="1416">
                        <c:v>40059</c:v>
                      </c:pt>
                      <c:pt idx="1417">
                        <c:v>40060</c:v>
                      </c:pt>
                      <c:pt idx="1418">
                        <c:v>40063</c:v>
                      </c:pt>
                      <c:pt idx="1419">
                        <c:v>40064</c:v>
                      </c:pt>
                      <c:pt idx="1420">
                        <c:v>40065</c:v>
                      </c:pt>
                      <c:pt idx="1421">
                        <c:v>40066</c:v>
                      </c:pt>
                      <c:pt idx="1422">
                        <c:v>40067</c:v>
                      </c:pt>
                      <c:pt idx="1423">
                        <c:v>40070</c:v>
                      </c:pt>
                      <c:pt idx="1424">
                        <c:v>40071</c:v>
                      </c:pt>
                      <c:pt idx="1425">
                        <c:v>40072</c:v>
                      </c:pt>
                      <c:pt idx="1426">
                        <c:v>40073</c:v>
                      </c:pt>
                      <c:pt idx="1427">
                        <c:v>40074</c:v>
                      </c:pt>
                      <c:pt idx="1428">
                        <c:v>40077</c:v>
                      </c:pt>
                      <c:pt idx="1429">
                        <c:v>40078</c:v>
                      </c:pt>
                      <c:pt idx="1430">
                        <c:v>40079</c:v>
                      </c:pt>
                      <c:pt idx="1431">
                        <c:v>40080</c:v>
                      </c:pt>
                      <c:pt idx="1432">
                        <c:v>40081</c:v>
                      </c:pt>
                      <c:pt idx="1433">
                        <c:v>40084</c:v>
                      </c:pt>
                      <c:pt idx="1434">
                        <c:v>40085</c:v>
                      </c:pt>
                      <c:pt idx="1435">
                        <c:v>40086</c:v>
                      </c:pt>
                      <c:pt idx="1436">
                        <c:v>40087</c:v>
                      </c:pt>
                      <c:pt idx="1437">
                        <c:v>40088</c:v>
                      </c:pt>
                      <c:pt idx="1438">
                        <c:v>40091</c:v>
                      </c:pt>
                      <c:pt idx="1439">
                        <c:v>40092</c:v>
                      </c:pt>
                      <c:pt idx="1440">
                        <c:v>40093</c:v>
                      </c:pt>
                      <c:pt idx="1441">
                        <c:v>40094</c:v>
                      </c:pt>
                      <c:pt idx="1442">
                        <c:v>40095</c:v>
                      </c:pt>
                      <c:pt idx="1443">
                        <c:v>40098</c:v>
                      </c:pt>
                      <c:pt idx="1444">
                        <c:v>40099</c:v>
                      </c:pt>
                      <c:pt idx="1445">
                        <c:v>40100</c:v>
                      </c:pt>
                      <c:pt idx="1446">
                        <c:v>40101</c:v>
                      </c:pt>
                      <c:pt idx="1447">
                        <c:v>40102</c:v>
                      </c:pt>
                      <c:pt idx="1448">
                        <c:v>40105</c:v>
                      </c:pt>
                      <c:pt idx="1449">
                        <c:v>40106</c:v>
                      </c:pt>
                      <c:pt idx="1450">
                        <c:v>40107</c:v>
                      </c:pt>
                      <c:pt idx="1451">
                        <c:v>40108</c:v>
                      </c:pt>
                      <c:pt idx="1452">
                        <c:v>40109</c:v>
                      </c:pt>
                      <c:pt idx="1453">
                        <c:v>40112</c:v>
                      </c:pt>
                      <c:pt idx="1454">
                        <c:v>40113</c:v>
                      </c:pt>
                      <c:pt idx="1455">
                        <c:v>40114</c:v>
                      </c:pt>
                      <c:pt idx="1456">
                        <c:v>40115</c:v>
                      </c:pt>
                      <c:pt idx="1457">
                        <c:v>40116</c:v>
                      </c:pt>
                      <c:pt idx="1458">
                        <c:v>40119</c:v>
                      </c:pt>
                      <c:pt idx="1459">
                        <c:v>40120</c:v>
                      </c:pt>
                      <c:pt idx="1460">
                        <c:v>40121</c:v>
                      </c:pt>
                      <c:pt idx="1461">
                        <c:v>40122</c:v>
                      </c:pt>
                      <c:pt idx="1462">
                        <c:v>40123</c:v>
                      </c:pt>
                      <c:pt idx="1463">
                        <c:v>40126</c:v>
                      </c:pt>
                      <c:pt idx="1464">
                        <c:v>40127</c:v>
                      </c:pt>
                      <c:pt idx="1465">
                        <c:v>40128</c:v>
                      </c:pt>
                      <c:pt idx="1466">
                        <c:v>40129</c:v>
                      </c:pt>
                      <c:pt idx="1467">
                        <c:v>40130</c:v>
                      </c:pt>
                      <c:pt idx="1468">
                        <c:v>40133</c:v>
                      </c:pt>
                      <c:pt idx="1469">
                        <c:v>40134</c:v>
                      </c:pt>
                      <c:pt idx="1470">
                        <c:v>40135</c:v>
                      </c:pt>
                      <c:pt idx="1471">
                        <c:v>40136</c:v>
                      </c:pt>
                      <c:pt idx="1472">
                        <c:v>40137</c:v>
                      </c:pt>
                      <c:pt idx="1473">
                        <c:v>40140</c:v>
                      </c:pt>
                      <c:pt idx="1474">
                        <c:v>40141</c:v>
                      </c:pt>
                      <c:pt idx="1475">
                        <c:v>40142</c:v>
                      </c:pt>
                      <c:pt idx="1476">
                        <c:v>40143</c:v>
                      </c:pt>
                      <c:pt idx="1477">
                        <c:v>40144</c:v>
                      </c:pt>
                      <c:pt idx="1478">
                        <c:v>40147</c:v>
                      </c:pt>
                      <c:pt idx="1479">
                        <c:v>40148</c:v>
                      </c:pt>
                      <c:pt idx="1480">
                        <c:v>40149</c:v>
                      </c:pt>
                      <c:pt idx="1481">
                        <c:v>40150</c:v>
                      </c:pt>
                      <c:pt idx="1482">
                        <c:v>40151</c:v>
                      </c:pt>
                      <c:pt idx="1483">
                        <c:v>40154</c:v>
                      </c:pt>
                      <c:pt idx="1484">
                        <c:v>40155</c:v>
                      </c:pt>
                      <c:pt idx="1485">
                        <c:v>40156</c:v>
                      </c:pt>
                      <c:pt idx="1486">
                        <c:v>40157</c:v>
                      </c:pt>
                      <c:pt idx="1487">
                        <c:v>40158</c:v>
                      </c:pt>
                      <c:pt idx="1488">
                        <c:v>40161</c:v>
                      </c:pt>
                      <c:pt idx="1489">
                        <c:v>40162</c:v>
                      </c:pt>
                      <c:pt idx="1490">
                        <c:v>40163</c:v>
                      </c:pt>
                      <c:pt idx="1491">
                        <c:v>40164</c:v>
                      </c:pt>
                      <c:pt idx="1492">
                        <c:v>40165</c:v>
                      </c:pt>
                      <c:pt idx="1493">
                        <c:v>40168</c:v>
                      </c:pt>
                      <c:pt idx="1494">
                        <c:v>40169</c:v>
                      </c:pt>
                      <c:pt idx="1495">
                        <c:v>40170</c:v>
                      </c:pt>
                      <c:pt idx="1496">
                        <c:v>40171</c:v>
                      </c:pt>
                      <c:pt idx="1497">
                        <c:v>40172</c:v>
                      </c:pt>
                      <c:pt idx="1498">
                        <c:v>40175</c:v>
                      </c:pt>
                      <c:pt idx="1499">
                        <c:v>40176</c:v>
                      </c:pt>
                      <c:pt idx="1500">
                        <c:v>40177</c:v>
                      </c:pt>
                      <c:pt idx="1501">
                        <c:v>40178</c:v>
                      </c:pt>
                      <c:pt idx="1502">
                        <c:v>40179</c:v>
                      </c:pt>
                      <c:pt idx="1503">
                        <c:v>40182</c:v>
                      </c:pt>
                      <c:pt idx="1504">
                        <c:v>40183</c:v>
                      </c:pt>
                      <c:pt idx="1505">
                        <c:v>40184</c:v>
                      </c:pt>
                      <c:pt idx="1506">
                        <c:v>40185</c:v>
                      </c:pt>
                      <c:pt idx="1507">
                        <c:v>40186</c:v>
                      </c:pt>
                      <c:pt idx="1508">
                        <c:v>40189</c:v>
                      </c:pt>
                      <c:pt idx="1509">
                        <c:v>40190</c:v>
                      </c:pt>
                      <c:pt idx="1510">
                        <c:v>40191</c:v>
                      </c:pt>
                      <c:pt idx="1511">
                        <c:v>40192</c:v>
                      </c:pt>
                      <c:pt idx="1512">
                        <c:v>40193</c:v>
                      </c:pt>
                      <c:pt idx="1513">
                        <c:v>40196</c:v>
                      </c:pt>
                      <c:pt idx="1514">
                        <c:v>40197</c:v>
                      </c:pt>
                      <c:pt idx="1515">
                        <c:v>40198</c:v>
                      </c:pt>
                      <c:pt idx="1516">
                        <c:v>40199</c:v>
                      </c:pt>
                      <c:pt idx="1517">
                        <c:v>40200</c:v>
                      </c:pt>
                      <c:pt idx="1518">
                        <c:v>40203</c:v>
                      </c:pt>
                      <c:pt idx="1519">
                        <c:v>40204</c:v>
                      </c:pt>
                      <c:pt idx="1520">
                        <c:v>40205</c:v>
                      </c:pt>
                      <c:pt idx="1521">
                        <c:v>40206</c:v>
                      </c:pt>
                      <c:pt idx="1522">
                        <c:v>40207</c:v>
                      </c:pt>
                      <c:pt idx="1523">
                        <c:v>40210</c:v>
                      </c:pt>
                      <c:pt idx="1524">
                        <c:v>40211</c:v>
                      </c:pt>
                      <c:pt idx="1525">
                        <c:v>40212</c:v>
                      </c:pt>
                      <c:pt idx="1526">
                        <c:v>40213</c:v>
                      </c:pt>
                      <c:pt idx="1527">
                        <c:v>40214</c:v>
                      </c:pt>
                      <c:pt idx="1528">
                        <c:v>40217</c:v>
                      </c:pt>
                      <c:pt idx="1529">
                        <c:v>40218</c:v>
                      </c:pt>
                      <c:pt idx="1530">
                        <c:v>40219</c:v>
                      </c:pt>
                      <c:pt idx="1531">
                        <c:v>40220</c:v>
                      </c:pt>
                      <c:pt idx="1532">
                        <c:v>40221</c:v>
                      </c:pt>
                      <c:pt idx="1533">
                        <c:v>40224</c:v>
                      </c:pt>
                      <c:pt idx="1534">
                        <c:v>40225</c:v>
                      </c:pt>
                      <c:pt idx="1535">
                        <c:v>40226</c:v>
                      </c:pt>
                      <c:pt idx="1536">
                        <c:v>40227</c:v>
                      </c:pt>
                      <c:pt idx="1537">
                        <c:v>40228</c:v>
                      </c:pt>
                      <c:pt idx="1538">
                        <c:v>40231</c:v>
                      </c:pt>
                      <c:pt idx="1539">
                        <c:v>40232</c:v>
                      </c:pt>
                      <c:pt idx="1540">
                        <c:v>40233</c:v>
                      </c:pt>
                      <c:pt idx="1541">
                        <c:v>40234</c:v>
                      </c:pt>
                      <c:pt idx="1542">
                        <c:v>40235</c:v>
                      </c:pt>
                      <c:pt idx="1543">
                        <c:v>40238</c:v>
                      </c:pt>
                      <c:pt idx="1544">
                        <c:v>40239</c:v>
                      </c:pt>
                      <c:pt idx="1545">
                        <c:v>40240</c:v>
                      </c:pt>
                      <c:pt idx="1546">
                        <c:v>40241</c:v>
                      </c:pt>
                      <c:pt idx="1547">
                        <c:v>40242</c:v>
                      </c:pt>
                      <c:pt idx="1548">
                        <c:v>40245</c:v>
                      </c:pt>
                      <c:pt idx="1549">
                        <c:v>40246</c:v>
                      </c:pt>
                      <c:pt idx="1550">
                        <c:v>40247</c:v>
                      </c:pt>
                      <c:pt idx="1551">
                        <c:v>40248</c:v>
                      </c:pt>
                      <c:pt idx="1552">
                        <c:v>40249</c:v>
                      </c:pt>
                      <c:pt idx="1553">
                        <c:v>40252</c:v>
                      </c:pt>
                      <c:pt idx="1554">
                        <c:v>40253</c:v>
                      </c:pt>
                      <c:pt idx="1555">
                        <c:v>40254</c:v>
                      </c:pt>
                      <c:pt idx="1556">
                        <c:v>40255</c:v>
                      </c:pt>
                      <c:pt idx="1557">
                        <c:v>40256</c:v>
                      </c:pt>
                      <c:pt idx="1558">
                        <c:v>40259</c:v>
                      </c:pt>
                      <c:pt idx="1559">
                        <c:v>40260</c:v>
                      </c:pt>
                      <c:pt idx="1560">
                        <c:v>40261</c:v>
                      </c:pt>
                      <c:pt idx="1561">
                        <c:v>40262</c:v>
                      </c:pt>
                      <c:pt idx="1562">
                        <c:v>40263</c:v>
                      </c:pt>
                      <c:pt idx="1563">
                        <c:v>40266</c:v>
                      </c:pt>
                      <c:pt idx="1564">
                        <c:v>40267</c:v>
                      </c:pt>
                      <c:pt idx="1565">
                        <c:v>40268</c:v>
                      </c:pt>
                      <c:pt idx="1566">
                        <c:v>40269</c:v>
                      </c:pt>
                      <c:pt idx="1567">
                        <c:v>40270</c:v>
                      </c:pt>
                      <c:pt idx="1568">
                        <c:v>40273</c:v>
                      </c:pt>
                      <c:pt idx="1569">
                        <c:v>40274</c:v>
                      </c:pt>
                      <c:pt idx="1570">
                        <c:v>40275</c:v>
                      </c:pt>
                      <c:pt idx="1571">
                        <c:v>40276</c:v>
                      </c:pt>
                      <c:pt idx="1572">
                        <c:v>40277</c:v>
                      </c:pt>
                      <c:pt idx="1573">
                        <c:v>40280</c:v>
                      </c:pt>
                      <c:pt idx="1574">
                        <c:v>40281</c:v>
                      </c:pt>
                      <c:pt idx="1575">
                        <c:v>40282</c:v>
                      </c:pt>
                      <c:pt idx="1576">
                        <c:v>40283</c:v>
                      </c:pt>
                      <c:pt idx="1577">
                        <c:v>40284</c:v>
                      </c:pt>
                      <c:pt idx="1578">
                        <c:v>40287</c:v>
                      </c:pt>
                      <c:pt idx="1579">
                        <c:v>40288</c:v>
                      </c:pt>
                      <c:pt idx="1580">
                        <c:v>40289</c:v>
                      </c:pt>
                      <c:pt idx="1581">
                        <c:v>40290</c:v>
                      </c:pt>
                      <c:pt idx="1582">
                        <c:v>40291</c:v>
                      </c:pt>
                      <c:pt idx="1583">
                        <c:v>40294</c:v>
                      </c:pt>
                      <c:pt idx="1584">
                        <c:v>40295</c:v>
                      </c:pt>
                      <c:pt idx="1585">
                        <c:v>40296</c:v>
                      </c:pt>
                      <c:pt idx="1586">
                        <c:v>40297</c:v>
                      </c:pt>
                      <c:pt idx="1587">
                        <c:v>40298</c:v>
                      </c:pt>
                      <c:pt idx="1588">
                        <c:v>40301</c:v>
                      </c:pt>
                      <c:pt idx="1589">
                        <c:v>40302</c:v>
                      </c:pt>
                      <c:pt idx="1590">
                        <c:v>40303</c:v>
                      </c:pt>
                      <c:pt idx="1591">
                        <c:v>40304</c:v>
                      </c:pt>
                      <c:pt idx="1592">
                        <c:v>40305</c:v>
                      </c:pt>
                      <c:pt idx="1593">
                        <c:v>40308</c:v>
                      </c:pt>
                      <c:pt idx="1594">
                        <c:v>40309</c:v>
                      </c:pt>
                      <c:pt idx="1595">
                        <c:v>40310</c:v>
                      </c:pt>
                      <c:pt idx="1596">
                        <c:v>40311</c:v>
                      </c:pt>
                      <c:pt idx="1597">
                        <c:v>40312</c:v>
                      </c:pt>
                      <c:pt idx="1598">
                        <c:v>40315</c:v>
                      </c:pt>
                      <c:pt idx="1599">
                        <c:v>40316</c:v>
                      </c:pt>
                      <c:pt idx="1600">
                        <c:v>40317</c:v>
                      </c:pt>
                      <c:pt idx="1601">
                        <c:v>40318</c:v>
                      </c:pt>
                      <c:pt idx="1602">
                        <c:v>40319</c:v>
                      </c:pt>
                      <c:pt idx="1603">
                        <c:v>40322</c:v>
                      </c:pt>
                      <c:pt idx="1604">
                        <c:v>40323</c:v>
                      </c:pt>
                      <c:pt idx="1605">
                        <c:v>40324</c:v>
                      </c:pt>
                      <c:pt idx="1606">
                        <c:v>40325</c:v>
                      </c:pt>
                      <c:pt idx="1607">
                        <c:v>40326</c:v>
                      </c:pt>
                      <c:pt idx="1608">
                        <c:v>40329</c:v>
                      </c:pt>
                      <c:pt idx="1609">
                        <c:v>40330</c:v>
                      </c:pt>
                      <c:pt idx="1610">
                        <c:v>40331</c:v>
                      </c:pt>
                      <c:pt idx="1611">
                        <c:v>40332</c:v>
                      </c:pt>
                      <c:pt idx="1612">
                        <c:v>40333</c:v>
                      </c:pt>
                      <c:pt idx="1613">
                        <c:v>40336</c:v>
                      </c:pt>
                      <c:pt idx="1614">
                        <c:v>40337</c:v>
                      </c:pt>
                      <c:pt idx="1615">
                        <c:v>40338</c:v>
                      </c:pt>
                      <c:pt idx="1616">
                        <c:v>40339</c:v>
                      </c:pt>
                      <c:pt idx="1617">
                        <c:v>40340</c:v>
                      </c:pt>
                      <c:pt idx="1618">
                        <c:v>40343</c:v>
                      </c:pt>
                      <c:pt idx="1619">
                        <c:v>40344</c:v>
                      </c:pt>
                      <c:pt idx="1620">
                        <c:v>40345</c:v>
                      </c:pt>
                      <c:pt idx="1621">
                        <c:v>40346</c:v>
                      </c:pt>
                      <c:pt idx="1622">
                        <c:v>40347</c:v>
                      </c:pt>
                      <c:pt idx="1623">
                        <c:v>40350</c:v>
                      </c:pt>
                      <c:pt idx="1624">
                        <c:v>40351</c:v>
                      </c:pt>
                      <c:pt idx="1625">
                        <c:v>40352</c:v>
                      </c:pt>
                      <c:pt idx="1626">
                        <c:v>40353</c:v>
                      </c:pt>
                      <c:pt idx="1627">
                        <c:v>40354</c:v>
                      </c:pt>
                      <c:pt idx="1628">
                        <c:v>40357</c:v>
                      </c:pt>
                      <c:pt idx="1629">
                        <c:v>40358</c:v>
                      </c:pt>
                      <c:pt idx="1630">
                        <c:v>40359</c:v>
                      </c:pt>
                      <c:pt idx="1631">
                        <c:v>40360</c:v>
                      </c:pt>
                      <c:pt idx="1632">
                        <c:v>40361</c:v>
                      </c:pt>
                      <c:pt idx="1633">
                        <c:v>40364</c:v>
                      </c:pt>
                      <c:pt idx="1634">
                        <c:v>40365</c:v>
                      </c:pt>
                      <c:pt idx="1635">
                        <c:v>40366</c:v>
                      </c:pt>
                      <c:pt idx="1636">
                        <c:v>40367</c:v>
                      </c:pt>
                      <c:pt idx="1637">
                        <c:v>40368</c:v>
                      </c:pt>
                      <c:pt idx="1638">
                        <c:v>40371</c:v>
                      </c:pt>
                      <c:pt idx="1639">
                        <c:v>40372</c:v>
                      </c:pt>
                      <c:pt idx="1640">
                        <c:v>40373</c:v>
                      </c:pt>
                      <c:pt idx="1641">
                        <c:v>40374</c:v>
                      </c:pt>
                      <c:pt idx="1642">
                        <c:v>40375</c:v>
                      </c:pt>
                      <c:pt idx="1643">
                        <c:v>40378</c:v>
                      </c:pt>
                      <c:pt idx="1644">
                        <c:v>40379</c:v>
                      </c:pt>
                      <c:pt idx="1645">
                        <c:v>40380</c:v>
                      </c:pt>
                      <c:pt idx="1646">
                        <c:v>40381</c:v>
                      </c:pt>
                      <c:pt idx="1647">
                        <c:v>40382</c:v>
                      </c:pt>
                      <c:pt idx="1648">
                        <c:v>40385</c:v>
                      </c:pt>
                      <c:pt idx="1649">
                        <c:v>40386</c:v>
                      </c:pt>
                      <c:pt idx="1650">
                        <c:v>40387</c:v>
                      </c:pt>
                      <c:pt idx="1651">
                        <c:v>40388</c:v>
                      </c:pt>
                      <c:pt idx="1652">
                        <c:v>40389</c:v>
                      </c:pt>
                      <c:pt idx="1653">
                        <c:v>40392</c:v>
                      </c:pt>
                      <c:pt idx="1654">
                        <c:v>40393</c:v>
                      </c:pt>
                      <c:pt idx="1655">
                        <c:v>40394</c:v>
                      </c:pt>
                      <c:pt idx="1656">
                        <c:v>40395</c:v>
                      </c:pt>
                      <c:pt idx="1657">
                        <c:v>40396</c:v>
                      </c:pt>
                      <c:pt idx="1658">
                        <c:v>40399</c:v>
                      </c:pt>
                      <c:pt idx="1659">
                        <c:v>40400</c:v>
                      </c:pt>
                      <c:pt idx="1660">
                        <c:v>40401</c:v>
                      </c:pt>
                      <c:pt idx="1661">
                        <c:v>40402</c:v>
                      </c:pt>
                      <c:pt idx="1662">
                        <c:v>40403</c:v>
                      </c:pt>
                      <c:pt idx="1663">
                        <c:v>40406</c:v>
                      </c:pt>
                      <c:pt idx="1664">
                        <c:v>40407</c:v>
                      </c:pt>
                      <c:pt idx="1665">
                        <c:v>40408</c:v>
                      </c:pt>
                      <c:pt idx="1666">
                        <c:v>40409</c:v>
                      </c:pt>
                      <c:pt idx="1667">
                        <c:v>40410</c:v>
                      </c:pt>
                      <c:pt idx="1668">
                        <c:v>40413</c:v>
                      </c:pt>
                      <c:pt idx="1669">
                        <c:v>40414</c:v>
                      </c:pt>
                      <c:pt idx="1670">
                        <c:v>40415</c:v>
                      </c:pt>
                      <c:pt idx="1671">
                        <c:v>40416</c:v>
                      </c:pt>
                      <c:pt idx="1672">
                        <c:v>40417</c:v>
                      </c:pt>
                      <c:pt idx="1673">
                        <c:v>40420</c:v>
                      </c:pt>
                      <c:pt idx="1674">
                        <c:v>40421</c:v>
                      </c:pt>
                      <c:pt idx="1675">
                        <c:v>40422</c:v>
                      </c:pt>
                      <c:pt idx="1676">
                        <c:v>40423</c:v>
                      </c:pt>
                      <c:pt idx="1677">
                        <c:v>40424</c:v>
                      </c:pt>
                      <c:pt idx="1678">
                        <c:v>40427</c:v>
                      </c:pt>
                      <c:pt idx="1679">
                        <c:v>40428</c:v>
                      </c:pt>
                      <c:pt idx="1680">
                        <c:v>40429</c:v>
                      </c:pt>
                      <c:pt idx="1681">
                        <c:v>40430</c:v>
                      </c:pt>
                      <c:pt idx="1682">
                        <c:v>40431</c:v>
                      </c:pt>
                      <c:pt idx="1683">
                        <c:v>40434</c:v>
                      </c:pt>
                      <c:pt idx="1684">
                        <c:v>40435</c:v>
                      </c:pt>
                      <c:pt idx="1685">
                        <c:v>40436</c:v>
                      </c:pt>
                      <c:pt idx="1686">
                        <c:v>40437</c:v>
                      </c:pt>
                      <c:pt idx="1687">
                        <c:v>40438</c:v>
                      </c:pt>
                      <c:pt idx="1688">
                        <c:v>40441</c:v>
                      </c:pt>
                      <c:pt idx="1689">
                        <c:v>40442</c:v>
                      </c:pt>
                      <c:pt idx="1690">
                        <c:v>40443</c:v>
                      </c:pt>
                      <c:pt idx="1691">
                        <c:v>40444</c:v>
                      </c:pt>
                      <c:pt idx="1692">
                        <c:v>40445</c:v>
                      </c:pt>
                      <c:pt idx="1693">
                        <c:v>40448</c:v>
                      </c:pt>
                      <c:pt idx="1694">
                        <c:v>40449</c:v>
                      </c:pt>
                      <c:pt idx="1695">
                        <c:v>40450</c:v>
                      </c:pt>
                      <c:pt idx="1696">
                        <c:v>40451</c:v>
                      </c:pt>
                      <c:pt idx="1697">
                        <c:v>40452</c:v>
                      </c:pt>
                      <c:pt idx="1698">
                        <c:v>40455</c:v>
                      </c:pt>
                      <c:pt idx="1699">
                        <c:v>40456</c:v>
                      </c:pt>
                      <c:pt idx="1700">
                        <c:v>40457</c:v>
                      </c:pt>
                      <c:pt idx="1701">
                        <c:v>40458</c:v>
                      </c:pt>
                      <c:pt idx="1702">
                        <c:v>40459</c:v>
                      </c:pt>
                      <c:pt idx="1703">
                        <c:v>40462</c:v>
                      </c:pt>
                      <c:pt idx="1704">
                        <c:v>40463</c:v>
                      </c:pt>
                      <c:pt idx="1705">
                        <c:v>40464</c:v>
                      </c:pt>
                      <c:pt idx="1706">
                        <c:v>40465</c:v>
                      </c:pt>
                      <c:pt idx="1707">
                        <c:v>40466</c:v>
                      </c:pt>
                      <c:pt idx="1708">
                        <c:v>40469</c:v>
                      </c:pt>
                      <c:pt idx="1709">
                        <c:v>40470</c:v>
                      </c:pt>
                      <c:pt idx="1710">
                        <c:v>40471</c:v>
                      </c:pt>
                      <c:pt idx="1711">
                        <c:v>40472</c:v>
                      </c:pt>
                      <c:pt idx="1712">
                        <c:v>40473</c:v>
                      </c:pt>
                      <c:pt idx="1713">
                        <c:v>40476</c:v>
                      </c:pt>
                      <c:pt idx="1714">
                        <c:v>40477</c:v>
                      </c:pt>
                      <c:pt idx="1715">
                        <c:v>40478</c:v>
                      </c:pt>
                      <c:pt idx="1716">
                        <c:v>40479</c:v>
                      </c:pt>
                      <c:pt idx="1717">
                        <c:v>40480</c:v>
                      </c:pt>
                      <c:pt idx="1718">
                        <c:v>40483</c:v>
                      </c:pt>
                      <c:pt idx="1719">
                        <c:v>40484</c:v>
                      </c:pt>
                      <c:pt idx="1720">
                        <c:v>40485</c:v>
                      </c:pt>
                      <c:pt idx="1721">
                        <c:v>40486</c:v>
                      </c:pt>
                      <c:pt idx="1722">
                        <c:v>40487</c:v>
                      </c:pt>
                      <c:pt idx="1723">
                        <c:v>40490</c:v>
                      </c:pt>
                      <c:pt idx="1724">
                        <c:v>40491</c:v>
                      </c:pt>
                      <c:pt idx="1725">
                        <c:v>40492</c:v>
                      </c:pt>
                      <c:pt idx="1726">
                        <c:v>40493</c:v>
                      </c:pt>
                      <c:pt idx="1727">
                        <c:v>40494</c:v>
                      </c:pt>
                      <c:pt idx="1728">
                        <c:v>40497</c:v>
                      </c:pt>
                      <c:pt idx="1729">
                        <c:v>40498</c:v>
                      </c:pt>
                      <c:pt idx="1730">
                        <c:v>40499</c:v>
                      </c:pt>
                      <c:pt idx="1731">
                        <c:v>40500</c:v>
                      </c:pt>
                      <c:pt idx="1732">
                        <c:v>40501</c:v>
                      </c:pt>
                      <c:pt idx="1733">
                        <c:v>40504</c:v>
                      </c:pt>
                      <c:pt idx="1734">
                        <c:v>40505</c:v>
                      </c:pt>
                      <c:pt idx="1735">
                        <c:v>40506</c:v>
                      </c:pt>
                      <c:pt idx="1736">
                        <c:v>40507</c:v>
                      </c:pt>
                      <c:pt idx="1737">
                        <c:v>40508</c:v>
                      </c:pt>
                      <c:pt idx="1738">
                        <c:v>40511</c:v>
                      </c:pt>
                      <c:pt idx="1739">
                        <c:v>40512</c:v>
                      </c:pt>
                      <c:pt idx="1740">
                        <c:v>40513</c:v>
                      </c:pt>
                      <c:pt idx="1741">
                        <c:v>40514</c:v>
                      </c:pt>
                      <c:pt idx="1742">
                        <c:v>40515</c:v>
                      </c:pt>
                      <c:pt idx="1743">
                        <c:v>40518</c:v>
                      </c:pt>
                      <c:pt idx="1744">
                        <c:v>40519</c:v>
                      </c:pt>
                      <c:pt idx="1745">
                        <c:v>40520</c:v>
                      </c:pt>
                      <c:pt idx="1746">
                        <c:v>40521</c:v>
                      </c:pt>
                      <c:pt idx="1747">
                        <c:v>40522</c:v>
                      </c:pt>
                      <c:pt idx="1748">
                        <c:v>40525</c:v>
                      </c:pt>
                      <c:pt idx="1749">
                        <c:v>40526</c:v>
                      </c:pt>
                      <c:pt idx="1750">
                        <c:v>40527</c:v>
                      </c:pt>
                      <c:pt idx="1751">
                        <c:v>40528</c:v>
                      </c:pt>
                      <c:pt idx="1752">
                        <c:v>40529</c:v>
                      </c:pt>
                      <c:pt idx="1753">
                        <c:v>40532</c:v>
                      </c:pt>
                      <c:pt idx="1754">
                        <c:v>40533</c:v>
                      </c:pt>
                      <c:pt idx="1755">
                        <c:v>40534</c:v>
                      </c:pt>
                      <c:pt idx="1756">
                        <c:v>40535</c:v>
                      </c:pt>
                      <c:pt idx="1757">
                        <c:v>40536</c:v>
                      </c:pt>
                      <c:pt idx="1758">
                        <c:v>40539</c:v>
                      </c:pt>
                      <c:pt idx="1759">
                        <c:v>40540</c:v>
                      </c:pt>
                      <c:pt idx="1760">
                        <c:v>40541</c:v>
                      </c:pt>
                      <c:pt idx="1761">
                        <c:v>40542</c:v>
                      </c:pt>
                      <c:pt idx="1762">
                        <c:v>40543</c:v>
                      </c:pt>
                      <c:pt idx="1763">
                        <c:v>40546</c:v>
                      </c:pt>
                      <c:pt idx="1764">
                        <c:v>40547</c:v>
                      </c:pt>
                      <c:pt idx="1765">
                        <c:v>40548</c:v>
                      </c:pt>
                      <c:pt idx="1766">
                        <c:v>40549</c:v>
                      </c:pt>
                      <c:pt idx="1767">
                        <c:v>40550</c:v>
                      </c:pt>
                      <c:pt idx="1768">
                        <c:v>40553</c:v>
                      </c:pt>
                      <c:pt idx="1769">
                        <c:v>40554</c:v>
                      </c:pt>
                      <c:pt idx="1770">
                        <c:v>40555</c:v>
                      </c:pt>
                      <c:pt idx="1771">
                        <c:v>40556</c:v>
                      </c:pt>
                      <c:pt idx="1772">
                        <c:v>40557</c:v>
                      </c:pt>
                      <c:pt idx="1773">
                        <c:v>40560</c:v>
                      </c:pt>
                      <c:pt idx="1774">
                        <c:v>40561</c:v>
                      </c:pt>
                      <c:pt idx="1775">
                        <c:v>40562</c:v>
                      </c:pt>
                      <c:pt idx="1776">
                        <c:v>40563</c:v>
                      </c:pt>
                      <c:pt idx="1777">
                        <c:v>40564</c:v>
                      </c:pt>
                      <c:pt idx="1778">
                        <c:v>40567</c:v>
                      </c:pt>
                      <c:pt idx="1779">
                        <c:v>40568</c:v>
                      </c:pt>
                      <c:pt idx="1780">
                        <c:v>40569</c:v>
                      </c:pt>
                      <c:pt idx="1781">
                        <c:v>40570</c:v>
                      </c:pt>
                      <c:pt idx="1782">
                        <c:v>40571</c:v>
                      </c:pt>
                      <c:pt idx="1783">
                        <c:v>40574</c:v>
                      </c:pt>
                      <c:pt idx="1784">
                        <c:v>40575</c:v>
                      </c:pt>
                      <c:pt idx="1785">
                        <c:v>40576</c:v>
                      </c:pt>
                      <c:pt idx="1786">
                        <c:v>40577</c:v>
                      </c:pt>
                      <c:pt idx="1787">
                        <c:v>40578</c:v>
                      </c:pt>
                      <c:pt idx="1788">
                        <c:v>40581</c:v>
                      </c:pt>
                      <c:pt idx="1789">
                        <c:v>40582</c:v>
                      </c:pt>
                      <c:pt idx="1790">
                        <c:v>40583</c:v>
                      </c:pt>
                      <c:pt idx="1791">
                        <c:v>40584</c:v>
                      </c:pt>
                      <c:pt idx="1792">
                        <c:v>40585</c:v>
                      </c:pt>
                      <c:pt idx="1793">
                        <c:v>40588</c:v>
                      </c:pt>
                      <c:pt idx="1794">
                        <c:v>40589</c:v>
                      </c:pt>
                      <c:pt idx="1795">
                        <c:v>40590</c:v>
                      </c:pt>
                      <c:pt idx="1796">
                        <c:v>40591</c:v>
                      </c:pt>
                      <c:pt idx="1797">
                        <c:v>40592</c:v>
                      </c:pt>
                      <c:pt idx="1798">
                        <c:v>40595</c:v>
                      </c:pt>
                      <c:pt idx="1799">
                        <c:v>40596</c:v>
                      </c:pt>
                      <c:pt idx="1800">
                        <c:v>40597</c:v>
                      </c:pt>
                      <c:pt idx="1801">
                        <c:v>40598</c:v>
                      </c:pt>
                      <c:pt idx="1802">
                        <c:v>40599</c:v>
                      </c:pt>
                      <c:pt idx="1803">
                        <c:v>40602</c:v>
                      </c:pt>
                      <c:pt idx="1804">
                        <c:v>40603</c:v>
                      </c:pt>
                      <c:pt idx="1805">
                        <c:v>40604</c:v>
                      </c:pt>
                      <c:pt idx="1806">
                        <c:v>40605</c:v>
                      </c:pt>
                      <c:pt idx="1807">
                        <c:v>40606</c:v>
                      </c:pt>
                      <c:pt idx="1808">
                        <c:v>40609</c:v>
                      </c:pt>
                      <c:pt idx="1809">
                        <c:v>40610</c:v>
                      </c:pt>
                      <c:pt idx="1810">
                        <c:v>40611</c:v>
                      </c:pt>
                      <c:pt idx="1811">
                        <c:v>40612</c:v>
                      </c:pt>
                      <c:pt idx="1812">
                        <c:v>40613</c:v>
                      </c:pt>
                      <c:pt idx="1813">
                        <c:v>40616</c:v>
                      </c:pt>
                      <c:pt idx="1814">
                        <c:v>40617</c:v>
                      </c:pt>
                      <c:pt idx="1815">
                        <c:v>40618</c:v>
                      </c:pt>
                      <c:pt idx="1816">
                        <c:v>40619</c:v>
                      </c:pt>
                      <c:pt idx="1817">
                        <c:v>40620</c:v>
                      </c:pt>
                      <c:pt idx="1818">
                        <c:v>40623</c:v>
                      </c:pt>
                      <c:pt idx="1819">
                        <c:v>40624</c:v>
                      </c:pt>
                      <c:pt idx="1820">
                        <c:v>40625</c:v>
                      </c:pt>
                      <c:pt idx="1821">
                        <c:v>40626</c:v>
                      </c:pt>
                      <c:pt idx="1822">
                        <c:v>40627</c:v>
                      </c:pt>
                      <c:pt idx="1823">
                        <c:v>40630</c:v>
                      </c:pt>
                      <c:pt idx="1824">
                        <c:v>40631</c:v>
                      </c:pt>
                      <c:pt idx="1825">
                        <c:v>40632</c:v>
                      </c:pt>
                      <c:pt idx="1826">
                        <c:v>40633</c:v>
                      </c:pt>
                      <c:pt idx="1827">
                        <c:v>40634</c:v>
                      </c:pt>
                      <c:pt idx="1828">
                        <c:v>40637</c:v>
                      </c:pt>
                      <c:pt idx="1829">
                        <c:v>40638</c:v>
                      </c:pt>
                      <c:pt idx="1830">
                        <c:v>40639</c:v>
                      </c:pt>
                      <c:pt idx="1831">
                        <c:v>40640</c:v>
                      </c:pt>
                      <c:pt idx="1832">
                        <c:v>40641</c:v>
                      </c:pt>
                      <c:pt idx="1833">
                        <c:v>40644</c:v>
                      </c:pt>
                      <c:pt idx="1834">
                        <c:v>40645</c:v>
                      </c:pt>
                      <c:pt idx="1835">
                        <c:v>40646</c:v>
                      </c:pt>
                      <c:pt idx="1836">
                        <c:v>40647</c:v>
                      </c:pt>
                      <c:pt idx="1837">
                        <c:v>40648</c:v>
                      </c:pt>
                      <c:pt idx="1838">
                        <c:v>40651</c:v>
                      </c:pt>
                      <c:pt idx="1839">
                        <c:v>40652</c:v>
                      </c:pt>
                      <c:pt idx="1840">
                        <c:v>40653</c:v>
                      </c:pt>
                      <c:pt idx="1841">
                        <c:v>40654</c:v>
                      </c:pt>
                      <c:pt idx="1842">
                        <c:v>40655</c:v>
                      </c:pt>
                      <c:pt idx="1843">
                        <c:v>40658</c:v>
                      </c:pt>
                      <c:pt idx="1844">
                        <c:v>40659</c:v>
                      </c:pt>
                      <c:pt idx="1845">
                        <c:v>40660</c:v>
                      </c:pt>
                      <c:pt idx="1846">
                        <c:v>40661</c:v>
                      </c:pt>
                      <c:pt idx="1847">
                        <c:v>40662</c:v>
                      </c:pt>
                      <c:pt idx="1848">
                        <c:v>40665</c:v>
                      </c:pt>
                      <c:pt idx="1849">
                        <c:v>40666</c:v>
                      </c:pt>
                      <c:pt idx="1850">
                        <c:v>40667</c:v>
                      </c:pt>
                      <c:pt idx="1851">
                        <c:v>40668</c:v>
                      </c:pt>
                      <c:pt idx="1852">
                        <c:v>40669</c:v>
                      </c:pt>
                      <c:pt idx="1853">
                        <c:v>40672</c:v>
                      </c:pt>
                      <c:pt idx="1854">
                        <c:v>40673</c:v>
                      </c:pt>
                      <c:pt idx="1855">
                        <c:v>40674</c:v>
                      </c:pt>
                      <c:pt idx="1856">
                        <c:v>40675</c:v>
                      </c:pt>
                      <c:pt idx="1857">
                        <c:v>40676</c:v>
                      </c:pt>
                      <c:pt idx="1858">
                        <c:v>40679</c:v>
                      </c:pt>
                      <c:pt idx="1859">
                        <c:v>40680</c:v>
                      </c:pt>
                      <c:pt idx="1860">
                        <c:v>40681</c:v>
                      </c:pt>
                      <c:pt idx="1861">
                        <c:v>40682</c:v>
                      </c:pt>
                      <c:pt idx="1862">
                        <c:v>40683</c:v>
                      </c:pt>
                      <c:pt idx="1863">
                        <c:v>40686</c:v>
                      </c:pt>
                      <c:pt idx="1864">
                        <c:v>40687</c:v>
                      </c:pt>
                      <c:pt idx="1865">
                        <c:v>40688</c:v>
                      </c:pt>
                      <c:pt idx="1866">
                        <c:v>40689</c:v>
                      </c:pt>
                      <c:pt idx="1867">
                        <c:v>40690</c:v>
                      </c:pt>
                      <c:pt idx="1868">
                        <c:v>40693</c:v>
                      </c:pt>
                      <c:pt idx="1869">
                        <c:v>40694</c:v>
                      </c:pt>
                      <c:pt idx="1870">
                        <c:v>40695</c:v>
                      </c:pt>
                      <c:pt idx="1871">
                        <c:v>40696</c:v>
                      </c:pt>
                      <c:pt idx="1872">
                        <c:v>40697</c:v>
                      </c:pt>
                      <c:pt idx="1873">
                        <c:v>40700</c:v>
                      </c:pt>
                      <c:pt idx="1874">
                        <c:v>40701</c:v>
                      </c:pt>
                      <c:pt idx="1875">
                        <c:v>40702</c:v>
                      </c:pt>
                      <c:pt idx="1876">
                        <c:v>40703</c:v>
                      </c:pt>
                      <c:pt idx="1877">
                        <c:v>40704</c:v>
                      </c:pt>
                      <c:pt idx="1878">
                        <c:v>40707</c:v>
                      </c:pt>
                      <c:pt idx="1879">
                        <c:v>40708</c:v>
                      </c:pt>
                      <c:pt idx="1880">
                        <c:v>40709</c:v>
                      </c:pt>
                      <c:pt idx="1881">
                        <c:v>40710</c:v>
                      </c:pt>
                      <c:pt idx="1882">
                        <c:v>40711</c:v>
                      </c:pt>
                      <c:pt idx="1883">
                        <c:v>40714</c:v>
                      </c:pt>
                      <c:pt idx="1884">
                        <c:v>40715</c:v>
                      </c:pt>
                      <c:pt idx="1885">
                        <c:v>40716</c:v>
                      </c:pt>
                      <c:pt idx="1886">
                        <c:v>40717</c:v>
                      </c:pt>
                      <c:pt idx="1887">
                        <c:v>40718</c:v>
                      </c:pt>
                      <c:pt idx="1888">
                        <c:v>40721</c:v>
                      </c:pt>
                      <c:pt idx="1889">
                        <c:v>40722</c:v>
                      </c:pt>
                      <c:pt idx="1890">
                        <c:v>40723</c:v>
                      </c:pt>
                      <c:pt idx="1891">
                        <c:v>40724</c:v>
                      </c:pt>
                      <c:pt idx="1892">
                        <c:v>40725</c:v>
                      </c:pt>
                      <c:pt idx="1893">
                        <c:v>40728</c:v>
                      </c:pt>
                      <c:pt idx="1894">
                        <c:v>40729</c:v>
                      </c:pt>
                      <c:pt idx="1895">
                        <c:v>40730</c:v>
                      </c:pt>
                      <c:pt idx="1896">
                        <c:v>40731</c:v>
                      </c:pt>
                      <c:pt idx="1897">
                        <c:v>40732</c:v>
                      </c:pt>
                      <c:pt idx="1898">
                        <c:v>40735</c:v>
                      </c:pt>
                      <c:pt idx="1899">
                        <c:v>40736</c:v>
                      </c:pt>
                      <c:pt idx="1900">
                        <c:v>40737</c:v>
                      </c:pt>
                      <c:pt idx="1901">
                        <c:v>40738</c:v>
                      </c:pt>
                      <c:pt idx="1902">
                        <c:v>40739</c:v>
                      </c:pt>
                      <c:pt idx="1903">
                        <c:v>40742</c:v>
                      </c:pt>
                      <c:pt idx="1904">
                        <c:v>40743</c:v>
                      </c:pt>
                      <c:pt idx="1905">
                        <c:v>40744</c:v>
                      </c:pt>
                      <c:pt idx="1906">
                        <c:v>40745</c:v>
                      </c:pt>
                      <c:pt idx="1907">
                        <c:v>40746</c:v>
                      </c:pt>
                      <c:pt idx="1908">
                        <c:v>40749</c:v>
                      </c:pt>
                      <c:pt idx="1909">
                        <c:v>40750</c:v>
                      </c:pt>
                      <c:pt idx="1910">
                        <c:v>40751</c:v>
                      </c:pt>
                      <c:pt idx="1911">
                        <c:v>40752</c:v>
                      </c:pt>
                      <c:pt idx="1912">
                        <c:v>40753</c:v>
                      </c:pt>
                      <c:pt idx="1913">
                        <c:v>40756</c:v>
                      </c:pt>
                      <c:pt idx="1914">
                        <c:v>40757</c:v>
                      </c:pt>
                      <c:pt idx="1915">
                        <c:v>40758</c:v>
                      </c:pt>
                      <c:pt idx="1916">
                        <c:v>40759</c:v>
                      </c:pt>
                      <c:pt idx="1917">
                        <c:v>40760</c:v>
                      </c:pt>
                      <c:pt idx="1918">
                        <c:v>40763</c:v>
                      </c:pt>
                      <c:pt idx="1919">
                        <c:v>40764</c:v>
                      </c:pt>
                      <c:pt idx="1920">
                        <c:v>40765</c:v>
                      </c:pt>
                      <c:pt idx="1921">
                        <c:v>40766</c:v>
                      </c:pt>
                      <c:pt idx="1922">
                        <c:v>40767</c:v>
                      </c:pt>
                      <c:pt idx="1923">
                        <c:v>40770</c:v>
                      </c:pt>
                      <c:pt idx="1924">
                        <c:v>40771</c:v>
                      </c:pt>
                      <c:pt idx="1925">
                        <c:v>40772</c:v>
                      </c:pt>
                      <c:pt idx="1926">
                        <c:v>40773</c:v>
                      </c:pt>
                      <c:pt idx="1927">
                        <c:v>40774</c:v>
                      </c:pt>
                      <c:pt idx="1928">
                        <c:v>40777</c:v>
                      </c:pt>
                      <c:pt idx="1929">
                        <c:v>40778</c:v>
                      </c:pt>
                      <c:pt idx="1930">
                        <c:v>40779</c:v>
                      </c:pt>
                      <c:pt idx="1931">
                        <c:v>40780</c:v>
                      </c:pt>
                      <c:pt idx="1932">
                        <c:v>40781</c:v>
                      </c:pt>
                      <c:pt idx="1933">
                        <c:v>40784</c:v>
                      </c:pt>
                      <c:pt idx="1934">
                        <c:v>40785</c:v>
                      </c:pt>
                      <c:pt idx="1935">
                        <c:v>40786</c:v>
                      </c:pt>
                      <c:pt idx="1936">
                        <c:v>40787</c:v>
                      </c:pt>
                      <c:pt idx="1937">
                        <c:v>40788</c:v>
                      </c:pt>
                      <c:pt idx="1938">
                        <c:v>40791</c:v>
                      </c:pt>
                      <c:pt idx="1939">
                        <c:v>40792</c:v>
                      </c:pt>
                      <c:pt idx="1940">
                        <c:v>40793</c:v>
                      </c:pt>
                      <c:pt idx="1941">
                        <c:v>40794</c:v>
                      </c:pt>
                      <c:pt idx="1942">
                        <c:v>40795</c:v>
                      </c:pt>
                      <c:pt idx="1943">
                        <c:v>40798</c:v>
                      </c:pt>
                      <c:pt idx="1944">
                        <c:v>40799</c:v>
                      </c:pt>
                      <c:pt idx="1945">
                        <c:v>40800</c:v>
                      </c:pt>
                      <c:pt idx="1946">
                        <c:v>40801</c:v>
                      </c:pt>
                      <c:pt idx="1947">
                        <c:v>40802</c:v>
                      </c:pt>
                      <c:pt idx="1948">
                        <c:v>40805</c:v>
                      </c:pt>
                      <c:pt idx="1949">
                        <c:v>40806</c:v>
                      </c:pt>
                      <c:pt idx="1950">
                        <c:v>40807</c:v>
                      </c:pt>
                      <c:pt idx="1951">
                        <c:v>40808</c:v>
                      </c:pt>
                      <c:pt idx="1952">
                        <c:v>40809</c:v>
                      </c:pt>
                      <c:pt idx="1953">
                        <c:v>40812</c:v>
                      </c:pt>
                      <c:pt idx="1954">
                        <c:v>40813</c:v>
                      </c:pt>
                      <c:pt idx="1955">
                        <c:v>40814</c:v>
                      </c:pt>
                      <c:pt idx="1956">
                        <c:v>40815</c:v>
                      </c:pt>
                      <c:pt idx="1957">
                        <c:v>40816</c:v>
                      </c:pt>
                      <c:pt idx="1958">
                        <c:v>40819</c:v>
                      </c:pt>
                      <c:pt idx="1959">
                        <c:v>40820</c:v>
                      </c:pt>
                      <c:pt idx="1960">
                        <c:v>40821</c:v>
                      </c:pt>
                      <c:pt idx="1961">
                        <c:v>40822</c:v>
                      </c:pt>
                      <c:pt idx="1962">
                        <c:v>40823</c:v>
                      </c:pt>
                      <c:pt idx="1963">
                        <c:v>40826</c:v>
                      </c:pt>
                      <c:pt idx="1964">
                        <c:v>40827</c:v>
                      </c:pt>
                      <c:pt idx="1965">
                        <c:v>40828</c:v>
                      </c:pt>
                      <c:pt idx="1966">
                        <c:v>40829</c:v>
                      </c:pt>
                      <c:pt idx="1967">
                        <c:v>40830</c:v>
                      </c:pt>
                      <c:pt idx="1968">
                        <c:v>40833</c:v>
                      </c:pt>
                      <c:pt idx="1969">
                        <c:v>40834</c:v>
                      </c:pt>
                      <c:pt idx="1970">
                        <c:v>40835</c:v>
                      </c:pt>
                      <c:pt idx="1971">
                        <c:v>40836</c:v>
                      </c:pt>
                      <c:pt idx="1972">
                        <c:v>40837</c:v>
                      </c:pt>
                      <c:pt idx="1973">
                        <c:v>40840</c:v>
                      </c:pt>
                      <c:pt idx="1974">
                        <c:v>40841</c:v>
                      </c:pt>
                      <c:pt idx="1975">
                        <c:v>40842</c:v>
                      </c:pt>
                      <c:pt idx="1976">
                        <c:v>40843</c:v>
                      </c:pt>
                      <c:pt idx="1977">
                        <c:v>40844</c:v>
                      </c:pt>
                      <c:pt idx="1978">
                        <c:v>40847</c:v>
                      </c:pt>
                      <c:pt idx="1979">
                        <c:v>40848</c:v>
                      </c:pt>
                      <c:pt idx="1980">
                        <c:v>40849</c:v>
                      </c:pt>
                      <c:pt idx="1981">
                        <c:v>40850</c:v>
                      </c:pt>
                      <c:pt idx="1982">
                        <c:v>40851</c:v>
                      </c:pt>
                      <c:pt idx="1983">
                        <c:v>40854</c:v>
                      </c:pt>
                      <c:pt idx="1984">
                        <c:v>40855</c:v>
                      </c:pt>
                      <c:pt idx="1985">
                        <c:v>40856</c:v>
                      </c:pt>
                      <c:pt idx="1986">
                        <c:v>40857</c:v>
                      </c:pt>
                      <c:pt idx="1987">
                        <c:v>40858</c:v>
                      </c:pt>
                      <c:pt idx="1988">
                        <c:v>40861</c:v>
                      </c:pt>
                      <c:pt idx="1989">
                        <c:v>40862</c:v>
                      </c:pt>
                      <c:pt idx="1990">
                        <c:v>40863</c:v>
                      </c:pt>
                      <c:pt idx="1991">
                        <c:v>40864</c:v>
                      </c:pt>
                      <c:pt idx="1992">
                        <c:v>40865</c:v>
                      </c:pt>
                      <c:pt idx="1993">
                        <c:v>40868</c:v>
                      </c:pt>
                      <c:pt idx="1994">
                        <c:v>40869</c:v>
                      </c:pt>
                      <c:pt idx="1995">
                        <c:v>40870</c:v>
                      </c:pt>
                      <c:pt idx="1996">
                        <c:v>40871</c:v>
                      </c:pt>
                      <c:pt idx="1997">
                        <c:v>40872</c:v>
                      </c:pt>
                      <c:pt idx="1998">
                        <c:v>40875</c:v>
                      </c:pt>
                      <c:pt idx="1999">
                        <c:v>40876</c:v>
                      </c:pt>
                      <c:pt idx="2000">
                        <c:v>40877</c:v>
                      </c:pt>
                      <c:pt idx="2001">
                        <c:v>40878</c:v>
                      </c:pt>
                      <c:pt idx="2002">
                        <c:v>40879</c:v>
                      </c:pt>
                      <c:pt idx="2003">
                        <c:v>40882</c:v>
                      </c:pt>
                      <c:pt idx="2004">
                        <c:v>40883</c:v>
                      </c:pt>
                      <c:pt idx="2005">
                        <c:v>40884</c:v>
                      </c:pt>
                      <c:pt idx="2006">
                        <c:v>40885</c:v>
                      </c:pt>
                      <c:pt idx="2007">
                        <c:v>40886</c:v>
                      </c:pt>
                      <c:pt idx="2008">
                        <c:v>40889</c:v>
                      </c:pt>
                      <c:pt idx="2009">
                        <c:v>40890</c:v>
                      </c:pt>
                      <c:pt idx="2010">
                        <c:v>40891</c:v>
                      </c:pt>
                      <c:pt idx="2011">
                        <c:v>40892</c:v>
                      </c:pt>
                      <c:pt idx="2012">
                        <c:v>40893</c:v>
                      </c:pt>
                      <c:pt idx="2013">
                        <c:v>40896</c:v>
                      </c:pt>
                      <c:pt idx="2014">
                        <c:v>40897</c:v>
                      </c:pt>
                      <c:pt idx="2015">
                        <c:v>40898</c:v>
                      </c:pt>
                      <c:pt idx="2016">
                        <c:v>40899</c:v>
                      </c:pt>
                      <c:pt idx="2017">
                        <c:v>40900</c:v>
                      </c:pt>
                      <c:pt idx="2018">
                        <c:v>40903</c:v>
                      </c:pt>
                      <c:pt idx="2019">
                        <c:v>40904</c:v>
                      </c:pt>
                      <c:pt idx="2020">
                        <c:v>40905</c:v>
                      </c:pt>
                      <c:pt idx="2021">
                        <c:v>40906</c:v>
                      </c:pt>
                      <c:pt idx="2022">
                        <c:v>40907</c:v>
                      </c:pt>
                      <c:pt idx="2023">
                        <c:v>40910</c:v>
                      </c:pt>
                      <c:pt idx="2024">
                        <c:v>40911</c:v>
                      </c:pt>
                      <c:pt idx="2025">
                        <c:v>40912</c:v>
                      </c:pt>
                      <c:pt idx="2026">
                        <c:v>40913</c:v>
                      </c:pt>
                      <c:pt idx="2027">
                        <c:v>40914</c:v>
                      </c:pt>
                      <c:pt idx="2028">
                        <c:v>40917</c:v>
                      </c:pt>
                      <c:pt idx="2029">
                        <c:v>40918</c:v>
                      </c:pt>
                      <c:pt idx="2030">
                        <c:v>40919</c:v>
                      </c:pt>
                      <c:pt idx="2031">
                        <c:v>40920</c:v>
                      </c:pt>
                      <c:pt idx="2032">
                        <c:v>40921</c:v>
                      </c:pt>
                      <c:pt idx="2033">
                        <c:v>40924</c:v>
                      </c:pt>
                      <c:pt idx="2034">
                        <c:v>40925</c:v>
                      </c:pt>
                      <c:pt idx="2035">
                        <c:v>40926</c:v>
                      </c:pt>
                      <c:pt idx="2036">
                        <c:v>40927</c:v>
                      </c:pt>
                      <c:pt idx="2037">
                        <c:v>40928</c:v>
                      </c:pt>
                      <c:pt idx="2038">
                        <c:v>40931</c:v>
                      </c:pt>
                      <c:pt idx="2039">
                        <c:v>40932</c:v>
                      </c:pt>
                      <c:pt idx="2040">
                        <c:v>40933</c:v>
                      </c:pt>
                      <c:pt idx="2041">
                        <c:v>40934</c:v>
                      </c:pt>
                      <c:pt idx="2042">
                        <c:v>40935</c:v>
                      </c:pt>
                      <c:pt idx="2043">
                        <c:v>40938</c:v>
                      </c:pt>
                      <c:pt idx="2044">
                        <c:v>40939</c:v>
                      </c:pt>
                      <c:pt idx="2045">
                        <c:v>40940</c:v>
                      </c:pt>
                      <c:pt idx="2046">
                        <c:v>40941</c:v>
                      </c:pt>
                      <c:pt idx="2047">
                        <c:v>40942</c:v>
                      </c:pt>
                      <c:pt idx="2048">
                        <c:v>40945</c:v>
                      </c:pt>
                      <c:pt idx="2049">
                        <c:v>40946</c:v>
                      </c:pt>
                      <c:pt idx="2050">
                        <c:v>40947</c:v>
                      </c:pt>
                      <c:pt idx="2051">
                        <c:v>40948</c:v>
                      </c:pt>
                      <c:pt idx="2052">
                        <c:v>40949</c:v>
                      </c:pt>
                      <c:pt idx="2053">
                        <c:v>40952</c:v>
                      </c:pt>
                      <c:pt idx="2054">
                        <c:v>40953</c:v>
                      </c:pt>
                      <c:pt idx="2055">
                        <c:v>40954</c:v>
                      </c:pt>
                      <c:pt idx="2056">
                        <c:v>40955</c:v>
                      </c:pt>
                      <c:pt idx="2057">
                        <c:v>40956</c:v>
                      </c:pt>
                      <c:pt idx="2058">
                        <c:v>40959</c:v>
                      </c:pt>
                      <c:pt idx="2059">
                        <c:v>40960</c:v>
                      </c:pt>
                      <c:pt idx="2060">
                        <c:v>40961</c:v>
                      </c:pt>
                      <c:pt idx="2061">
                        <c:v>40962</c:v>
                      </c:pt>
                      <c:pt idx="2062">
                        <c:v>40963</c:v>
                      </c:pt>
                      <c:pt idx="2063">
                        <c:v>40966</c:v>
                      </c:pt>
                      <c:pt idx="2064">
                        <c:v>40967</c:v>
                      </c:pt>
                      <c:pt idx="2065">
                        <c:v>40968</c:v>
                      </c:pt>
                      <c:pt idx="2066">
                        <c:v>40969</c:v>
                      </c:pt>
                      <c:pt idx="2067">
                        <c:v>40970</c:v>
                      </c:pt>
                      <c:pt idx="2068">
                        <c:v>40973</c:v>
                      </c:pt>
                      <c:pt idx="2069">
                        <c:v>40974</c:v>
                      </c:pt>
                      <c:pt idx="2070">
                        <c:v>40975</c:v>
                      </c:pt>
                      <c:pt idx="2071">
                        <c:v>40976</c:v>
                      </c:pt>
                      <c:pt idx="2072">
                        <c:v>40977</c:v>
                      </c:pt>
                      <c:pt idx="2073">
                        <c:v>40980</c:v>
                      </c:pt>
                      <c:pt idx="2074">
                        <c:v>40981</c:v>
                      </c:pt>
                      <c:pt idx="2075">
                        <c:v>40982</c:v>
                      </c:pt>
                      <c:pt idx="2076">
                        <c:v>40983</c:v>
                      </c:pt>
                      <c:pt idx="2077">
                        <c:v>40984</c:v>
                      </c:pt>
                      <c:pt idx="2078">
                        <c:v>40987</c:v>
                      </c:pt>
                      <c:pt idx="2079">
                        <c:v>40988</c:v>
                      </c:pt>
                      <c:pt idx="2080">
                        <c:v>40989</c:v>
                      </c:pt>
                      <c:pt idx="2081">
                        <c:v>40990</c:v>
                      </c:pt>
                      <c:pt idx="2082">
                        <c:v>40991</c:v>
                      </c:pt>
                      <c:pt idx="2083">
                        <c:v>40994</c:v>
                      </c:pt>
                      <c:pt idx="2084">
                        <c:v>40995</c:v>
                      </c:pt>
                      <c:pt idx="2085">
                        <c:v>40996</c:v>
                      </c:pt>
                      <c:pt idx="2086">
                        <c:v>40997</c:v>
                      </c:pt>
                      <c:pt idx="2087">
                        <c:v>40998</c:v>
                      </c:pt>
                      <c:pt idx="2088">
                        <c:v>41001</c:v>
                      </c:pt>
                      <c:pt idx="2089">
                        <c:v>41002</c:v>
                      </c:pt>
                      <c:pt idx="2090">
                        <c:v>41003</c:v>
                      </c:pt>
                      <c:pt idx="2091">
                        <c:v>41004</c:v>
                      </c:pt>
                      <c:pt idx="2092">
                        <c:v>41005</c:v>
                      </c:pt>
                      <c:pt idx="2093">
                        <c:v>41008</c:v>
                      </c:pt>
                      <c:pt idx="2094">
                        <c:v>41009</c:v>
                      </c:pt>
                      <c:pt idx="2095">
                        <c:v>41010</c:v>
                      </c:pt>
                      <c:pt idx="2096">
                        <c:v>41011</c:v>
                      </c:pt>
                      <c:pt idx="2097">
                        <c:v>41012</c:v>
                      </c:pt>
                      <c:pt idx="2098">
                        <c:v>41015</c:v>
                      </c:pt>
                      <c:pt idx="2099">
                        <c:v>41016</c:v>
                      </c:pt>
                      <c:pt idx="2100">
                        <c:v>41017</c:v>
                      </c:pt>
                      <c:pt idx="2101">
                        <c:v>41018</c:v>
                      </c:pt>
                      <c:pt idx="2102">
                        <c:v>41019</c:v>
                      </c:pt>
                      <c:pt idx="2103">
                        <c:v>41022</c:v>
                      </c:pt>
                      <c:pt idx="2104">
                        <c:v>41023</c:v>
                      </c:pt>
                      <c:pt idx="2105">
                        <c:v>41024</c:v>
                      </c:pt>
                      <c:pt idx="2106">
                        <c:v>41025</c:v>
                      </c:pt>
                      <c:pt idx="2107">
                        <c:v>41026</c:v>
                      </c:pt>
                      <c:pt idx="2108">
                        <c:v>41029</c:v>
                      </c:pt>
                      <c:pt idx="2109">
                        <c:v>41030</c:v>
                      </c:pt>
                      <c:pt idx="2110">
                        <c:v>41031</c:v>
                      </c:pt>
                      <c:pt idx="2111">
                        <c:v>41032</c:v>
                      </c:pt>
                      <c:pt idx="2112">
                        <c:v>41033</c:v>
                      </c:pt>
                      <c:pt idx="2113">
                        <c:v>41036</c:v>
                      </c:pt>
                      <c:pt idx="2114">
                        <c:v>41037</c:v>
                      </c:pt>
                      <c:pt idx="2115">
                        <c:v>41038</c:v>
                      </c:pt>
                      <c:pt idx="2116">
                        <c:v>41039</c:v>
                      </c:pt>
                      <c:pt idx="2117">
                        <c:v>41040</c:v>
                      </c:pt>
                      <c:pt idx="2118">
                        <c:v>41043</c:v>
                      </c:pt>
                      <c:pt idx="2119">
                        <c:v>41044</c:v>
                      </c:pt>
                      <c:pt idx="2120">
                        <c:v>41045</c:v>
                      </c:pt>
                      <c:pt idx="2121">
                        <c:v>41046</c:v>
                      </c:pt>
                      <c:pt idx="2122">
                        <c:v>41047</c:v>
                      </c:pt>
                      <c:pt idx="2123">
                        <c:v>41050</c:v>
                      </c:pt>
                      <c:pt idx="2124">
                        <c:v>41051</c:v>
                      </c:pt>
                      <c:pt idx="2125">
                        <c:v>41052</c:v>
                      </c:pt>
                      <c:pt idx="2126">
                        <c:v>41053</c:v>
                      </c:pt>
                      <c:pt idx="2127">
                        <c:v>41054</c:v>
                      </c:pt>
                      <c:pt idx="2128">
                        <c:v>41057</c:v>
                      </c:pt>
                      <c:pt idx="2129">
                        <c:v>41058</c:v>
                      </c:pt>
                      <c:pt idx="2130">
                        <c:v>41059</c:v>
                      </c:pt>
                      <c:pt idx="2131">
                        <c:v>41060</c:v>
                      </c:pt>
                      <c:pt idx="2132">
                        <c:v>41061</c:v>
                      </c:pt>
                      <c:pt idx="2133">
                        <c:v>41064</c:v>
                      </c:pt>
                      <c:pt idx="2134">
                        <c:v>41065</c:v>
                      </c:pt>
                      <c:pt idx="2135">
                        <c:v>41066</c:v>
                      </c:pt>
                      <c:pt idx="2136">
                        <c:v>41067</c:v>
                      </c:pt>
                      <c:pt idx="2137">
                        <c:v>41068</c:v>
                      </c:pt>
                      <c:pt idx="2138">
                        <c:v>41071</c:v>
                      </c:pt>
                      <c:pt idx="2139">
                        <c:v>41072</c:v>
                      </c:pt>
                      <c:pt idx="2140">
                        <c:v>41073</c:v>
                      </c:pt>
                      <c:pt idx="2141">
                        <c:v>41074</c:v>
                      </c:pt>
                      <c:pt idx="2142">
                        <c:v>41075</c:v>
                      </c:pt>
                      <c:pt idx="2143">
                        <c:v>41078</c:v>
                      </c:pt>
                      <c:pt idx="2144">
                        <c:v>41079</c:v>
                      </c:pt>
                      <c:pt idx="2145">
                        <c:v>41080</c:v>
                      </c:pt>
                      <c:pt idx="2146">
                        <c:v>41081</c:v>
                      </c:pt>
                      <c:pt idx="2147">
                        <c:v>41082</c:v>
                      </c:pt>
                      <c:pt idx="2148">
                        <c:v>41085</c:v>
                      </c:pt>
                      <c:pt idx="2149">
                        <c:v>41086</c:v>
                      </c:pt>
                      <c:pt idx="2150">
                        <c:v>41087</c:v>
                      </c:pt>
                      <c:pt idx="2151">
                        <c:v>41088</c:v>
                      </c:pt>
                      <c:pt idx="2152">
                        <c:v>41089</c:v>
                      </c:pt>
                      <c:pt idx="2153">
                        <c:v>41092</c:v>
                      </c:pt>
                      <c:pt idx="2154">
                        <c:v>41093</c:v>
                      </c:pt>
                      <c:pt idx="2155">
                        <c:v>41094</c:v>
                      </c:pt>
                      <c:pt idx="2156">
                        <c:v>41095</c:v>
                      </c:pt>
                      <c:pt idx="2157">
                        <c:v>41096</c:v>
                      </c:pt>
                      <c:pt idx="2158">
                        <c:v>41099</c:v>
                      </c:pt>
                      <c:pt idx="2159">
                        <c:v>41100</c:v>
                      </c:pt>
                      <c:pt idx="2160">
                        <c:v>41101</c:v>
                      </c:pt>
                      <c:pt idx="2161">
                        <c:v>41102</c:v>
                      </c:pt>
                      <c:pt idx="2162">
                        <c:v>41103</c:v>
                      </c:pt>
                      <c:pt idx="2163">
                        <c:v>41106</c:v>
                      </c:pt>
                      <c:pt idx="2164">
                        <c:v>41107</c:v>
                      </c:pt>
                      <c:pt idx="2165">
                        <c:v>41108</c:v>
                      </c:pt>
                      <c:pt idx="2166">
                        <c:v>41109</c:v>
                      </c:pt>
                      <c:pt idx="2167">
                        <c:v>41110</c:v>
                      </c:pt>
                      <c:pt idx="2168">
                        <c:v>41113</c:v>
                      </c:pt>
                      <c:pt idx="2169">
                        <c:v>41114</c:v>
                      </c:pt>
                      <c:pt idx="2170">
                        <c:v>41115</c:v>
                      </c:pt>
                      <c:pt idx="2171">
                        <c:v>41116</c:v>
                      </c:pt>
                      <c:pt idx="2172">
                        <c:v>41117</c:v>
                      </c:pt>
                      <c:pt idx="2173">
                        <c:v>41120</c:v>
                      </c:pt>
                      <c:pt idx="2174">
                        <c:v>41121</c:v>
                      </c:pt>
                      <c:pt idx="2175">
                        <c:v>41122</c:v>
                      </c:pt>
                      <c:pt idx="2176">
                        <c:v>41123</c:v>
                      </c:pt>
                      <c:pt idx="2177">
                        <c:v>41124</c:v>
                      </c:pt>
                      <c:pt idx="2178">
                        <c:v>41127</c:v>
                      </c:pt>
                      <c:pt idx="2179">
                        <c:v>41128</c:v>
                      </c:pt>
                      <c:pt idx="2180">
                        <c:v>41129</c:v>
                      </c:pt>
                      <c:pt idx="2181">
                        <c:v>41130</c:v>
                      </c:pt>
                      <c:pt idx="2182">
                        <c:v>41131</c:v>
                      </c:pt>
                      <c:pt idx="2183">
                        <c:v>41134</c:v>
                      </c:pt>
                      <c:pt idx="2184">
                        <c:v>41135</c:v>
                      </c:pt>
                      <c:pt idx="2185">
                        <c:v>41136</c:v>
                      </c:pt>
                      <c:pt idx="2186">
                        <c:v>41137</c:v>
                      </c:pt>
                      <c:pt idx="2187">
                        <c:v>41138</c:v>
                      </c:pt>
                      <c:pt idx="2188">
                        <c:v>41141</c:v>
                      </c:pt>
                      <c:pt idx="2189">
                        <c:v>41142</c:v>
                      </c:pt>
                      <c:pt idx="2190">
                        <c:v>41143</c:v>
                      </c:pt>
                      <c:pt idx="2191">
                        <c:v>41144</c:v>
                      </c:pt>
                      <c:pt idx="2192">
                        <c:v>41145</c:v>
                      </c:pt>
                      <c:pt idx="2193">
                        <c:v>41148</c:v>
                      </c:pt>
                      <c:pt idx="2194">
                        <c:v>41149</c:v>
                      </c:pt>
                      <c:pt idx="2195">
                        <c:v>41150</c:v>
                      </c:pt>
                      <c:pt idx="2196">
                        <c:v>41151</c:v>
                      </c:pt>
                      <c:pt idx="2197">
                        <c:v>41152</c:v>
                      </c:pt>
                      <c:pt idx="2198">
                        <c:v>41155</c:v>
                      </c:pt>
                      <c:pt idx="2199">
                        <c:v>41156</c:v>
                      </c:pt>
                      <c:pt idx="2200">
                        <c:v>41157</c:v>
                      </c:pt>
                      <c:pt idx="2201">
                        <c:v>41158</c:v>
                      </c:pt>
                      <c:pt idx="2202">
                        <c:v>41159</c:v>
                      </c:pt>
                      <c:pt idx="2203">
                        <c:v>41162</c:v>
                      </c:pt>
                      <c:pt idx="2204">
                        <c:v>41163</c:v>
                      </c:pt>
                      <c:pt idx="2205">
                        <c:v>41164</c:v>
                      </c:pt>
                      <c:pt idx="2206">
                        <c:v>41165</c:v>
                      </c:pt>
                      <c:pt idx="2207">
                        <c:v>41166</c:v>
                      </c:pt>
                      <c:pt idx="2208">
                        <c:v>41169</c:v>
                      </c:pt>
                      <c:pt idx="2209">
                        <c:v>41170</c:v>
                      </c:pt>
                      <c:pt idx="2210">
                        <c:v>41171</c:v>
                      </c:pt>
                      <c:pt idx="2211">
                        <c:v>41172</c:v>
                      </c:pt>
                      <c:pt idx="2212">
                        <c:v>41173</c:v>
                      </c:pt>
                      <c:pt idx="2213">
                        <c:v>41176</c:v>
                      </c:pt>
                      <c:pt idx="2214">
                        <c:v>41177</c:v>
                      </c:pt>
                      <c:pt idx="2215">
                        <c:v>41178</c:v>
                      </c:pt>
                      <c:pt idx="2216">
                        <c:v>41179</c:v>
                      </c:pt>
                      <c:pt idx="2217">
                        <c:v>41180</c:v>
                      </c:pt>
                      <c:pt idx="2218">
                        <c:v>41183</c:v>
                      </c:pt>
                      <c:pt idx="2219">
                        <c:v>41184</c:v>
                      </c:pt>
                      <c:pt idx="2220">
                        <c:v>41185</c:v>
                      </c:pt>
                      <c:pt idx="2221">
                        <c:v>41186</c:v>
                      </c:pt>
                      <c:pt idx="2222">
                        <c:v>41187</c:v>
                      </c:pt>
                      <c:pt idx="2223">
                        <c:v>41190</c:v>
                      </c:pt>
                      <c:pt idx="2224">
                        <c:v>41191</c:v>
                      </c:pt>
                      <c:pt idx="2225">
                        <c:v>41192</c:v>
                      </c:pt>
                      <c:pt idx="2226">
                        <c:v>41193</c:v>
                      </c:pt>
                      <c:pt idx="2227">
                        <c:v>41194</c:v>
                      </c:pt>
                      <c:pt idx="2228">
                        <c:v>41197</c:v>
                      </c:pt>
                      <c:pt idx="2229">
                        <c:v>41198</c:v>
                      </c:pt>
                      <c:pt idx="2230">
                        <c:v>41199</c:v>
                      </c:pt>
                      <c:pt idx="2231">
                        <c:v>41200</c:v>
                      </c:pt>
                      <c:pt idx="2232">
                        <c:v>41201</c:v>
                      </c:pt>
                      <c:pt idx="2233">
                        <c:v>41204</c:v>
                      </c:pt>
                      <c:pt idx="2234">
                        <c:v>41205</c:v>
                      </c:pt>
                      <c:pt idx="2235">
                        <c:v>41206</c:v>
                      </c:pt>
                      <c:pt idx="2236">
                        <c:v>41207</c:v>
                      </c:pt>
                      <c:pt idx="2237">
                        <c:v>41208</c:v>
                      </c:pt>
                      <c:pt idx="2238">
                        <c:v>41211</c:v>
                      </c:pt>
                      <c:pt idx="2239">
                        <c:v>41212</c:v>
                      </c:pt>
                      <c:pt idx="2240">
                        <c:v>41213</c:v>
                      </c:pt>
                      <c:pt idx="2241">
                        <c:v>41214</c:v>
                      </c:pt>
                      <c:pt idx="2242">
                        <c:v>41215</c:v>
                      </c:pt>
                      <c:pt idx="2243">
                        <c:v>41218</c:v>
                      </c:pt>
                      <c:pt idx="2244">
                        <c:v>41219</c:v>
                      </c:pt>
                      <c:pt idx="2245">
                        <c:v>41220</c:v>
                      </c:pt>
                      <c:pt idx="2246">
                        <c:v>41221</c:v>
                      </c:pt>
                      <c:pt idx="2247">
                        <c:v>41222</c:v>
                      </c:pt>
                      <c:pt idx="2248">
                        <c:v>41225</c:v>
                      </c:pt>
                      <c:pt idx="2249">
                        <c:v>41226</c:v>
                      </c:pt>
                      <c:pt idx="2250">
                        <c:v>41227</c:v>
                      </c:pt>
                      <c:pt idx="2251">
                        <c:v>41228</c:v>
                      </c:pt>
                      <c:pt idx="2252">
                        <c:v>41229</c:v>
                      </c:pt>
                      <c:pt idx="2253">
                        <c:v>41232</c:v>
                      </c:pt>
                      <c:pt idx="2254">
                        <c:v>41233</c:v>
                      </c:pt>
                      <c:pt idx="2255">
                        <c:v>41234</c:v>
                      </c:pt>
                      <c:pt idx="2256">
                        <c:v>41235</c:v>
                      </c:pt>
                      <c:pt idx="2257">
                        <c:v>41236</c:v>
                      </c:pt>
                      <c:pt idx="2258">
                        <c:v>41239</c:v>
                      </c:pt>
                      <c:pt idx="2259">
                        <c:v>41240</c:v>
                      </c:pt>
                      <c:pt idx="2260">
                        <c:v>41241</c:v>
                      </c:pt>
                      <c:pt idx="2261">
                        <c:v>41242</c:v>
                      </c:pt>
                      <c:pt idx="2262">
                        <c:v>41243</c:v>
                      </c:pt>
                      <c:pt idx="2263">
                        <c:v>41246</c:v>
                      </c:pt>
                      <c:pt idx="2264">
                        <c:v>41247</c:v>
                      </c:pt>
                      <c:pt idx="2265">
                        <c:v>41248</c:v>
                      </c:pt>
                      <c:pt idx="2266">
                        <c:v>41249</c:v>
                      </c:pt>
                      <c:pt idx="2267">
                        <c:v>41250</c:v>
                      </c:pt>
                      <c:pt idx="2268">
                        <c:v>41253</c:v>
                      </c:pt>
                      <c:pt idx="2269">
                        <c:v>41254</c:v>
                      </c:pt>
                      <c:pt idx="2270">
                        <c:v>41255</c:v>
                      </c:pt>
                      <c:pt idx="2271">
                        <c:v>41256</c:v>
                      </c:pt>
                      <c:pt idx="2272">
                        <c:v>41257</c:v>
                      </c:pt>
                      <c:pt idx="2273">
                        <c:v>41260</c:v>
                      </c:pt>
                      <c:pt idx="2274">
                        <c:v>41261</c:v>
                      </c:pt>
                      <c:pt idx="2275">
                        <c:v>41262</c:v>
                      </c:pt>
                      <c:pt idx="2276">
                        <c:v>41263</c:v>
                      </c:pt>
                      <c:pt idx="2277">
                        <c:v>41264</c:v>
                      </c:pt>
                      <c:pt idx="2278">
                        <c:v>41267</c:v>
                      </c:pt>
                      <c:pt idx="2279">
                        <c:v>41268</c:v>
                      </c:pt>
                      <c:pt idx="2280">
                        <c:v>41269</c:v>
                      </c:pt>
                      <c:pt idx="2281">
                        <c:v>41270</c:v>
                      </c:pt>
                      <c:pt idx="2282">
                        <c:v>41271</c:v>
                      </c:pt>
                      <c:pt idx="2283">
                        <c:v>41274</c:v>
                      </c:pt>
                      <c:pt idx="2284">
                        <c:v>41275</c:v>
                      </c:pt>
                      <c:pt idx="2285">
                        <c:v>41276</c:v>
                      </c:pt>
                      <c:pt idx="2286">
                        <c:v>41277</c:v>
                      </c:pt>
                      <c:pt idx="2287">
                        <c:v>41278</c:v>
                      </c:pt>
                      <c:pt idx="2288">
                        <c:v>41281</c:v>
                      </c:pt>
                      <c:pt idx="2289">
                        <c:v>41282</c:v>
                      </c:pt>
                      <c:pt idx="2290">
                        <c:v>41283</c:v>
                      </c:pt>
                      <c:pt idx="2291">
                        <c:v>41284</c:v>
                      </c:pt>
                      <c:pt idx="2292">
                        <c:v>41285</c:v>
                      </c:pt>
                      <c:pt idx="2293">
                        <c:v>41288</c:v>
                      </c:pt>
                      <c:pt idx="2294">
                        <c:v>41289</c:v>
                      </c:pt>
                      <c:pt idx="2295">
                        <c:v>41290</c:v>
                      </c:pt>
                      <c:pt idx="2296">
                        <c:v>41291</c:v>
                      </c:pt>
                      <c:pt idx="2297">
                        <c:v>41292</c:v>
                      </c:pt>
                      <c:pt idx="2298">
                        <c:v>41295</c:v>
                      </c:pt>
                      <c:pt idx="2299">
                        <c:v>41296</c:v>
                      </c:pt>
                      <c:pt idx="2300">
                        <c:v>41297</c:v>
                      </c:pt>
                      <c:pt idx="2301">
                        <c:v>41298</c:v>
                      </c:pt>
                      <c:pt idx="2302">
                        <c:v>41299</c:v>
                      </c:pt>
                      <c:pt idx="2303">
                        <c:v>41302</c:v>
                      </c:pt>
                      <c:pt idx="2304">
                        <c:v>41303</c:v>
                      </c:pt>
                      <c:pt idx="2305">
                        <c:v>41304</c:v>
                      </c:pt>
                      <c:pt idx="2306">
                        <c:v>41305</c:v>
                      </c:pt>
                      <c:pt idx="2307">
                        <c:v>41306</c:v>
                      </c:pt>
                      <c:pt idx="2308">
                        <c:v>41309</c:v>
                      </c:pt>
                      <c:pt idx="2309">
                        <c:v>41310</c:v>
                      </c:pt>
                      <c:pt idx="2310">
                        <c:v>41311</c:v>
                      </c:pt>
                      <c:pt idx="2311">
                        <c:v>41312</c:v>
                      </c:pt>
                      <c:pt idx="2312">
                        <c:v>41313</c:v>
                      </c:pt>
                      <c:pt idx="2313">
                        <c:v>41316</c:v>
                      </c:pt>
                      <c:pt idx="2314">
                        <c:v>41317</c:v>
                      </c:pt>
                      <c:pt idx="2315">
                        <c:v>41318</c:v>
                      </c:pt>
                      <c:pt idx="2316">
                        <c:v>41319</c:v>
                      </c:pt>
                      <c:pt idx="2317">
                        <c:v>41320</c:v>
                      </c:pt>
                      <c:pt idx="2318">
                        <c:v>41323</c:v>
                      </c:pt>
                      <c:pt idx="2319">
                        <c:v>41324</c:v>
                      </c:pt>
                      <c:pt idx="2320">
                        <c:v>41325</c:v>
                      </c:pt>
                      <c:pt idx="2321">
                        <c:v>41326</c:v>
                      </c:pt>
                      <c:pt idx="2322">
                        <c:v>41327</c:v>
                      </c:pt>
                      <c:pt idx="2323">
                        <c:v>41330</c:v>
                      </c:pt>
                      <c:pt idx="2324">
                        <c:v>41331</c:v>
                      </c:pt>
                      <c:pt idx="2325">
                        <c:v>41332</c:v>
                      </c:pt>
                      <c:pt idx="2326">
                        <c:v>41333</c:v>
                      </c:pt>
                      <c:pt idx="2327">
                        <c:v>41334</c:v>
                      </c:pt>
                      <c:pt idx="2328">
                        <c:v>41337</c:v>
                      </c:pt>
                      <c:pt idx="2329">
                        <c:v>41338</c:v>
                      </c:pt>
                      <c:pt idx="2330">
                        <c:v>41339</c:v>
                      </c:pt>
                      <c:pt idx="2331">
                        <c:v>41340</c:v>
                      </c:pt>
                      <c:pt idx="2332">
                        <c:v>41341</c:v>
                      </c:pt>
                      <c:pt idx="2333">
                        <c:v>41344</c:v>
                      </c:pt>
                      <c:pt idx="2334">
                        <c:v>41345</c:v>
                      </c:pt>
                      <c:pt idx="2335">
                        <c:v>41346</c:v>
                      </c:pt>
                      <c:pt idx="2336">
                        <c:v>41347</c:v>
                      </c:pt>
                      <c:pt idx="2337">
                        <c:v>41348</c:v>
                      </c:pt>
                      <c:pt idx="2338">
                        <c:v>41351</c:v>
                      </c:pt>
                      <c:pt idx="2339">
                        <c:v>41352</c:v>
                      </c:pt>
                      <c:pt idx="2340">
                        <c:v>41353</c:v>
                      </c:pt>
                      <c:pt idx="2341">
                        <c:v>41354</c:v>
                      </c:pt>
                      <c:pt idx="2342">
                        <c:v>41355</c:v>
                      </c:pt>
                      <c:pt idx="2343">
                        <c:v>41358</c:v>
                      </c:pt>
                      <c:pt idx="2344">
                        <c:v>41359</c:v>
                      </c:pt>
                      <c:pt idx="2345">
                        <c:v>41360</c:v>
                      </c:pt>
                      <c:pt idx="2346">
                        <c:v>41361</c:v>
                      </c:pt>
                      <c:pt idx="2347">
                        <c:v>41362</c:v>
                      </c:pt>
                      <c:pt idx="2348">
                        <c:v>41365</c:v>
                      </c:pt>
                      <c:pt idx="2349">
                        <c:v>41366</c:v>
                      </c:pt>
                      <c:pt idx="2350">
                        <c:v>41367</c:v>
                      </c:pt>
                      <c:pt idx="2351">
                        <c:v>41368</c:v>
                      </c:pt>
                      <c:pt idx="2352">
                        <c:v>41369</c:v>
                      </c:pt>
                      <c:pt idx="2353">
                        <c:v>41372</c:v>
                      </c:pt>
                      <c:pt idx="2354">
                        <c:v>41373</c:v>
                      </c:pt>
                      <c:pt idx="2355">
                        <c:v>41374</c:v>
                      </c:pt>
                      <c:pt idx="2356">
                        <c:v>41375</c:v>
                      </c:pt>
                      <c:pt idx="2357">
                        <c:v>41376</c:v>
                      </c:pt>
                      <c:pt idx="2358">
                        <c:v>41379</c:v>
                      </c:pt>
                      <c:pt idx="2359">
                        <c:v>41380</c:v>
                      </c:pt>
                      <c:pt idx="2360">
                        <c:v>41381</c:v>
                      </c:pt>
                      <c:pt idx="2361">
                        <c:v>41382</c:v>
                      </c:pt>
                      <c:pt idx="2362">
                        <c:v>41383</c:v>
                      </c:pt>
                      <c:pt idx="2363">
                        <c:v>41386</c:v>
                      </c:pt>
                      <c:pt idx="2364">
                        <c:v>41387</c:v>
                      </c:pt>
                      <c:pt idx="2365">
                        <c:v>41388</c:v>
                      </c:pt>
                      <c:pt idx="2366">
                        <c:v>41389</c:v>
                      </c:pt>
                      <c:pt idx="2367">
                        <c:v>41390</c:v>
                      </c:pt>
                      <c:pt idx="2368">
                        <c:v>41393</c:v>
                      </c:pt>
                      <c:pt idx="2369">
                        <c:v>41394</c:v>
                      </c:pt>
                      <c:pt idx="2370">
                        <c:v>41395</c:v>
                      </c:pt>
                      <c:pt idx="2371">
                        <c:v>41396</c:v>
                      </c:pt>
                      <c:pt idx="2372">
                        <c:v>41397</c:v>
                      </c:pt>
                      <c:pt idx="2373">
                        <c:v>41400</c:v>
                      </c:pt>
                      <c:pt idx="2374">
                        <c:v>41401</c:v>
                      </c:pt>
                      <c:pt idx="2375">
                        <c:v>41402</c:v>
                      </c:pt>
                      <c:pt idx="2376">
                        <c:v>41403</c:v>
                      </c:pt>
                      <c:pt idx="2377">
                        <c:v>41404</c:v>
                      </c:pt>
                      <c:pt idx="2378">
                        <c:v>41407</c:v>
                      </c:pt>
                      <c:pt idx="2379">
                        <c:v>41408</c:v>
                      </c:pt>
                      <c:pt idx="2380">
                        <c:v>41409</c:v>
                      </c:pt>
                      <c:pt idx="2381">
                        <c:v>41410</c:v>
                      </c:pt>
                      <c:pt idx="2382">
                        <c:v>41411</c:v>
                      </c:pt>
                      <c:pt idx="2383">
                        <c:v>41414</c:v>
                      </c:pt>
                      <c:pt idx="2384">
                        <c:v>41415</c:v>
                      </c:pt>
                      <c:pt idx="2385">
                        <c:v>41416</c:v>
                      </c:pt>
                      <c:pt idx="2386">
                        <c:v>41417</c:v>
                      </c:pt>
                      <c:pt idx="2387">
                        <c:v>41418</c:v>
                      </c:pt>
                      <c:pt idx="2388">
                        <c:v>41421</c:v>
                      </c:pt>
                      <c:pt idx="2389">
                        <c:v>41422</c:v>
                      </c:pt>
                      <c:pt idx="2390">
                        <c:v>41423</c:v>
                      </c:pt>
                      <c:pt idx="2391">
                        <c:v>41424</c:v>
                      </c:pt>
                      <c:pt idx="2392">
                        <c:v>41425</c:v>
                      </c:pt>
                      <c:pt idx="2393">
                        <c:v>41428</c:v>
                      </c:pt>
                      <c:pt idx="2394">
                        <c:v>41429</c:v>
                      </c:pt>
                      <c:pt idx="2395">
                        <c:v>41430</c:v>
                      </c:pt>
                      <c:pt idx="2396">
                        <c:v>41431</c:v>
                      </c:pt>
                      <c:pt idx="2397">
                        <c:v>41432</c:v>
                      </c:pt>
                      <c:pt idx="2398">
                        <c:v>41435</c:v>
                      </c:pt>
                      <c:pt idx="2399">
                        <c:v>41436</c:v>
                      </c:pt>
                      <c:pt idx="2400">
                        <c:v>41437</c:v>
                      </c:pt>
                      <c:pt idx="2401">
                        <c:v>41438</c:v>
                      </c:pt>
                      <c:pt idx="2402">
                        <c:v>41439</c:v>
                      </c:pt>
                      <c:pt idx="2403">
                        <c:v>41442</c:v>
                      </c:pt>
                      <c:pt idx="2404">
                        <c:v>41443</c:v>
                      </c:pt>
                      <c:pt idx="2405">
                        <c:v>41444</c:v>
                      </c:pt>
                      <c:pt idx="2406">
                        <c:v>41445</c:v>
                      </c:pt>
                      <c:pt idx="2407">
                        <c:v>41446</c:v>
                      </c:pt>
                      <c:pt idx="2408">
                        <c:v>41449</c:v>
                      </c:pt>
                      <c:pt idx="2409">
                        <c:v>41450</c:v>
                      </c:pt>
                      <c:pt idx="2410">
                        <c:v>41451</c:v>
                      </c:pt>
                      <c:pt idx="2411">
                        <c:v>41452</c:v>
                      </c:pt>
                      <c:pt idx="2412">
                        <c:v>41453</c:v>
                      </c:pt>
                      <c:pt idx="2413">
                        <c:v>41456</c:v>
                      </c:pt>
                      <c:pt idx="2414">
                        <c:v>41457</c:v>
                      </c:pt>
                      <c:pt idx="2415">
                        <c:v>41458</c:v>
                      </c:pt>
                      <c:pt idx="2416">
                        <c:v>41459</c:v>
                      </c:pt>
                      <c:pt idx="2417">
                        <c:v>41460</c:v>
                      </c:pt>
                      <c:pt idx="2418">
                        <c:v>41463</c:v>
                      </c:pt>
                      <c:pt idx="2419">
                        <c:v>41464</c:v>
                      </c:pt>
                      <c:pt idx="2420">
                        <c:v>41465</c:v>
                      </c:pt>
                      <c:pt idx="2421">
                        <c:v>41466</c:v>
                      </c:pt>
                      <c:pt idx="2422">
                        <c:v>41467</c:v>
                      </c:pt>
                      <c:pt idx="2423">
                        <c:v>41470</c:v>
                      </c:pt>
                      <c:pt idx="2424">
                        <c:v>41471</c:v>
                      </c:pt>
                      <c:pt idx="2425">
                        <c:v>41472</c:v>
                      </c:pt>
                      <c:pt idx="2426">
                        <c:v>41473</c:v>
                      </c:pt>
                      <c:pt idx="2427">
                        <c:v>41474</c:v>
                      </c:pt>
                      <c:pt idx="2428">
                        <c:v>41477</c:v>
                      </c:pt>
                      <c:pt idx="2429">
                        <c:v>41478</c:v>
                      </c:pt>
                      <c:pt idx="2430">
                        <c:v>41479</c:v>
                      </c:pt>
                      <c:pt idx="2431">
                        <c:v>41480</c:v>
                      </c:pt>
                      <c:pt idx="2432">
                        <c:v>41481</c:v>
                      </c:pt>
                      <c:pt idx="2433">
                        <c:v>41484</c:v>
                      </c:pt>
                      <c:pt idx="2434">
                        <c:v>41485</c:v>
                      </c:pt>
                      <c:pt idx="2435">
                        <c:v>41486</c:v>
                      </c:pt>
                      <c:pt idx="2436">
                        <c:v>41487</c:v>
                      </c:pt>
                      <c:pt idx="2437">
                        <c:v>41488</c:v>
                      </c:pt>
                      <c:pt idx="2438">
                        <c:v>41491</c:v>
                      </c:pt>
                      <c:pt idx="2439">
                        <c:v>41492</c:v>
                      </c:pt>
                      <c:pt idx="2440">
                        <c:v>41493</c:v>
                      </c:pt>
                      <c:pt idx="2441">
                        <c:v>41494</c:v>
                      </c:pt>
                      <c:pt idx="2442">
                        <c:v>41495</c:v>
                      </c:pt>
                      <c:pt idx="2443">
                        <c:v>41498</c:v>
                      </c:pt>
                      <c:pt idx="2444">
                        <c:v>41499</c:v>
                      </c:pt>
                      <c:pt idx="2445">
                        <c:v>41500</c:v>
                      </c:pt>
                      <c:pt idx="2446">
                        <c:v>41501</c:v>
                      </c:pt>
                      <c:pt idx="2447">
                        <c:v>41502</c:v>
                      </c:pt>
                      <c:pt idx="2448">
                        <c:v>41505</c:v>
                      </c:pt>
                      <c:pt idx="2449">
                        <c:v>41506</c:v>
                      </c:pt>
                      <c:pt idx="2450">
                        <c:v>41507</c:v>
                      </c:pt>
                      <c:pt idx="2451">
                        <c:v>41508</c:v>
                      </c:pt>
                      <c:pt idx="2452">
                        <c:v>41509</c:v>
                      </c:pt>
                      <c:pt idx="2453">
                        <c:v>41512</c:v>
                      </c:pt>
                      <c:pt idx="2454">
                        <c:v>41513</c:v>
                      </c:pt>
                      <c:pt idx="2455">
                        <c:v>41514</c:v>
                      </c:pt>
                      <c:pt idx="2456">
                        <c:v>41515</c:v>
                      </c:pt>
                      <c:pt idx="2457">
                        <c:v>41516</c:v>
                      </c:pt>
                      <c:pt idx="2458">
                        <c:v>41519</c:v>
                      </c:pt>
                      <c:pt idx="2459">
                        <c:v>41520</c:v>
                      </c:pt>
                      <c:pt idx="2460">
                        <c:v>41521</c:v>
                      </c:pt>
                      <c:pt idx="2461">
                        <c:v>41522</c:v>
                      </c:pt>
                      <c:pt idx="2462">
                        <c:v>41523</c:v>
                      </c:pt>
                      <c:pt idx="2463">
                        <c:v>41526</c:v>
                      </c:pt>
                      <c:pt idx="2464">
                        <c:v>41527</c:v>
                      </c:pt>
                      <c:pt idx="2465">
                        <c:v>41528</c:v>
                      </c:pt>
                      <c:pt idx="2466">
                        <c:v>41529</c:v>
                      </c:pt>
                      <c:pt idx="2467">
                        <c:v>41530</c:v>
                      </c:pt>
                      <c:pt idx="2468">
                        <c:v>41533</c:v>
                      </c:pt>
                      <c:pt idx="2469">
                        <c:v>41534</c:v>
                      </c:pt>
                      <c:pt idx="2470">
                        <c:v>41535</c:v>
                      </c:pt>
                      <c:pt idx="2471">
                        <c:v>41536</c:v>
                      </c:pt>
                      <c:pt idx="2472">
                        <c:v>41537</c:v>
                      </c:pt>
                      <c:pt idx="2473">
                        <c:v>41540</c:v>
                      </c:pt>
                      <c:pt idx="2474">
                        <c:v>41541</c:v>
                      </c:pt>
                      <c:pt idx="2475">
                        <c:v>41542</c:v>
                      </c:pt>
                      <c:pt idx="2476">
                        <c:v>41543</c:v>
                      </c:pt>
                      <c:pt idx="2477">
                        <c:v>41544</c:v>
                      </c:pt>
                      <c:pt idx="2478">
                        <c:v>41547</c:v>
                      </c:pt>
                      <c:pt idx="2479">
                        <c:v>41548</c:v>
                      </c:pt>
                      <c:pt idx="2480">
                        <c:v>41549</c:v>
                      </c:pt>
                      <c:pt idx="2481">
                        <c:v>41550</c:v>
                      </c:pt>
                      <c:pt idx="2482">
                        <c:v>41551</c:v>
                      </c:pt>
                      <c:pt idx="2483">
                        <c:v>41554</c:v>
                      </c:pt>
                      <c:pt idx="2484">
                        <c:v>41555</c:v>
                      </c:pt>
                      <c:pt idx="2485">
                        <c:v>41556</c:v>
                      </c:pt>
                      <c:pt idx="2486">
                        <c:v>41557</c:v>
                      </c:pt>
                      <c:pt idx="2487">
                        <c:v>41558</c:v>
                      </c:pt>
                      <c:pt idx="2488">
                        <c:v>41561</c:v>
                      </c:pt>
                      <c:pt idx="2489">
                        <c:v>41562</c:v>
                      </c:pt>
                      <c:pt idx="2490">
                        <c:v>41563</c:v>
                      </c:pt>
                      <c:pt idx="2491">
                        <c:v>41564</c:v>
                      </c:pt>
                      <c:pt idx="2492">
                        <c:v>41565</c:v>
                      </c:pt>
                      <c:pt idx="2493">
                        <c:v>41568</c:v>
                      </c:pt>
                      <c:pt idx="2494">
                        <c:v>41569</c:v>
                      </c:pt>
                      <c:pt idx="2495">
                        <c:v>41570</c:v>
                      </c:pt>
                      <c:pt idx="2496">
                        <c:v>41571</c:v>
                      </c:pt>
                      <c:pt idx="2497">
                        <c:v>41572</c:v>
                      </c:pt>
                      <c:pt idx="2498">
                        <c:v>41575</c:v>
                      </c:pt>
                      <c:pt idx="2499">
                        <c:v>41576</c:v>
                      </c:pt>
                      <c:pt idx="2500">
                        <c:v>41577</c:v>
                      </c:pt>
                      <c:pt idx="2501">
                        <c:v>41578</c:v>
                      </c:pt>
                      <c:pt idx="2502">
                        <c:v>41579</c:v>
                      </c:pt>
                      <c:pt idx="2503">
                        <c:v>41582</c:v>
                      </c:pt>
                      <c:pt idx="2504">
                        <c:v>41583</c:v>
                      </c:pt>
                      <c:pt idx="2505">
                        <c:v>41584</c:v>
                      </c:pt>
                      <c:pt idx="2506">
                        <c:v>41585</c:v>
                      </c:pt>
                      <c:pt idx="2507">
                        <c:v>41586</c:v>
                      </c:pt>
                      <c:pt idx="2508">
                        <c:v>41589</c:v>
                      </c:pt>
                      <c:pt idx="2509">
                        <c:v>41590</c:v>
                      </c:pt>
                      <c:pt idx="2510">
                        <c:v>41591</c:v>
                      </c:pt>
                      <c:pt idx="2511">
                        <c:v>41592</c:v>
                      </c:pt>
                      <c:pt idx="2512">
                        <c:v>41593</c:v>
                      </c:pt>
                      <c:pt idx="2513">
                        <c:v>41596</c:v>
                      </c:pt>
                      <c:pt idx="2514">
                        <c:v>41597</c:v>
                      </c:pt>
                      <c:pt idx="2515">
                        <c:v>41598</c:v>
                      </c:pt>
                      <c:pt idx="2516">
                        <c:v>41599</c:v>
                      </c:pt>
                      <c:pt idx="2517">
                        <c:v>41600</c:v>
                      </c:pt>
                      <c:pt idx="2518">
                        <c:v>41603</c:v>
                      </c:pt>
                      <c:pt idx="2519">
                        <c:v>41604</c:v>
                      </c:pt>
                      <c:pt idx="2520">
                        <c:v>41605</c:v>
                      </c:pt>
                      <c:pt idx="2521">
                        <c:v>41606</c:v>
                      </c:pt>
                      <c:pt idx="2522">
                        <c:v>41607</c:v>
                      </c:pt>
                      <c:pt idx="2523">
                        <c:v>41610</c:v>
                      </c:pt>
                      <c:pt idx="2524">
                        <c:v>41611</c:v>
                      </c:pt>
                      <c:pt idx="2525">
                        <c:v>41612</c:v>
                      </c:pt>
                      <c:pt idx="2526">
                        <c:v>41613</c:v>
                      </c:pt>
                      <c:pt idx="2527">
                        <c:v>41614</c:v>
                      </c:pt>
                      <c:pt idx="2528">
                        <c:v>41617</c:v>
                      </c:pt>
                      <c:pt idx="2529">
                        <c:v>41618</c:v>
                      </c:pt>
                      <c:pt idx="2530">
                        <c:v>41619</c:v>
                      </c:pt>
                      <c:pt idx="2531">
                        <c:v>41620</c:v>
                      </c:pt>
                      <c:pt idx="2532">
                        <c:v>41621</c:v>
                      </c:pt>
                      <c:pt idx="2533">
                        <c:v>41624</c:v>
                      </c:pt>
                      <c:pt idx="2534">
                        <c:v>41625</c:v>
                      </c:pt>
                      <c:pt idx="2535">
                        <c:v>41626</c:v>
                      </c:pt>
                      <c:pt idx="2536">
                        <c:v>41627</c:v>
                      </c:pt>
                      <c:pt idx="2537">
                        <c:v>41628</c:v>
                      </c:pt>
                      <c:pt idx="2538">
                        <c:v>41631</c:v>
                      </c:pt>
                      <c:pt idx="2539">
                        <c:v>41632</c:v>
                      </c:pt>
                      <c:pt idx="2540">
                        <c:v>41633</c:v>
                      </c:pt>
                      <c:pt idx="2541">
                        <c:v>41634</c:v>
                      </c:pt>
                      <c:pt idx="2542">
                        <c:v>41635</c:v>
                      </c:pt>
                      <c:pt idx="2543">
                        <c:v>41638</c:v>
                      </c:pt>
                      <c:pt idx="2544">
                        <c:v>41639</c:v>
                      </c:pt>
                      <c:pt idx="2545">
                        <c:v>41640</c:v>
                      </c:pt>
                      <c:pt idx="2546">
                        <c:v>41641</c:v>
                      </c:pt>
                      <c:pt idx="2547">
                        <c:v>41642</c:v>
                      </c:pt>
                      <c:pt idx="2548">
                        <c:v>41645</c:v>
                      </c:pt>
                      <c:pt idx="2549">
                        <c:v>41646</c:v>
                      </c:pt>
                      <c:pt idx="2550">
                        <c:v>41647</c:v>
                      </c:pt>
                      <c:pt idx="2551">
                        <c:v>41648</c:v>
                      </c:pt>
                      <c:pt idx="2552">
                        <c:v>41649</c:v>
                      </c:pt>
                      <c:pt idx="2553">
                        <c:v>41652</c:v>
                      </c:pt>
                      <c:pt idx="2554">
                        <c:v>41653</c:v>
                      </c:pt>
                      <c:pt idx="2555">
                        <c:v>41654</c:v>
                      </c:pt>
                      <c:pt idx="2556">
                        <c:v>41655</c:v>
                      </c:pt>
                      <c:pt idx="2557">
                        <c:v>41656</c:v>
                      </c:pt>
                      <c:pt idx="2558">
                        <c:v>41659</c:v>
                      </c:pt>
                      <c:pt idx="2559">
                        <c:v>41660</c:v>
                      </c:pt>
                      <c:pt idx="2560">
                        <c:v>41661</c:v>
                      </c:pt>
                      <c:pt idx="2561">
                        <c:v>41662</c:v>
                      </c:pt>
                      <c:pt idx="2562">
                        <c:v>41663</c:v>
                      </c:pt>
                      <c:pt idx="2563">
                        <c:v>41666</c:v>
                      </c:pt>
                      <c:pt idx="2564">
                        <c:v>41667</c:v>
                      </c:pt>
                      <c:pt idx="2565">
                        <c:v>41668</c:v>
                      </c:pt>
                      <c:pt idx="2566">
                        <c:v>41669</c:v>
                      </c:pt>
                      <c:pt idx="2567">
                        <c:v>41670</c:v>
                      </c:pt>
                      <c:pt idx="2568">
                        <c:v>41673</c:v>
                      </c:pt>
                      <c:pt idx="2569">
                        <c:v>41674</c:v>
                      </c:pt>
                      <c:pt idx="2570">
                        <c:v>41675</c:v>
                      </c:pt>
                      <c:pt idx="2571">
                        <c:v>41676</c:v>
                      </c:pt>
                      <c:pt idx="2572">
                        <c:v>41677</c:v>
                      </c:pt>
                      <c:pt idx="2573">
                        <c:v>41680</c:v>
                      </c:pt>
                      <c:pt idx="2574">
                        <c:v>41681</c:v>
                      </c:pt>
                      <c:pt idx="2575">
                        <c:v>41682</c:v>
                      </c:pt>
                      <c:pt idx="2576">
                        <c:v>41683</c:v>
                      </c:pt>
                      <c:pt idx="2577">
                        <c:v>41684</c:v>
                      </c:pt>
                      <c:pt idx="2578">
                        <c:v>41687</c:v>
                      </c:pt>
                      <c:pt idx="2579">
                        <c:v>41688</c:v>
                      </c:pt>
                      <c:pt idx="2580">
                        <c:v>41689</c:v>
                      </c:pt>
                      <c:pt idx="2581">
                        <c:v>41690</c:v>
                      </c:pt>
                      <c:pt idx="2582">
                        <c:v>41691</c:v>
                      </c:pt>
                      <c:pt idx="2583">
                        <c:v>41694</c:v>
                      </c:pt>
                      <c:pt idx="2584">
                        <c:v>41695</c:v>
                      </c:pt>
                      <c:pt idx="2585">
                        <c:v>41696</c:v>
                      </c:pt>
                      <c:pt idx="2586">
                        <c:v>41697</c:v>
                      </c:pt>
                      <c:pt idx="2587">
                        <c:v>41698</c:v>
                      </c:pt>
                      <c:pt idx="2588">
                        <c:v>41701</c:v>
                      </c:pt>
                      <c:pt idx="2589">
                        <c:v>41702</c:v>
                      </c:pt>
                      <c:pt idx="2590">
                        <c:v>41703</c:v>
                      </c:pt>
                      <c:pt idx="2591">
                        <c:v>41704</c:v>
                      </c:pt>
                      <c:pt idx="2592">
                        <c:v>41705</c:v>
                      </c:pt>
                      <c:pt idx="2593">
                        <c:v>41708</c:v>
                      </c:pt>
                      <c:pt idx="2594">
                        <c:v>41709</c:v>
                      </c:pt>
                      <c:pt idx="2595">
                        <c:v>41710</c:v>
                      </c:pt>
                      <c:pt idx="2596">
                        <c:v>41711</c:v>
                      </c:pt>
                      <c:pt idx="2597">
                        <c:v>41712</c:v>
                      </c:pt>
                      <c:pt idx="2598">
                        <c:v>41715</c:v>
                      </c:pt>
                      <c:pt idx="2599">
                        <c:v>41716</c:v>
                      </c:pt>
                      <c:pt idx="2600">
                        <c:v>41717</c:v>
                      </c:pt>
                      <c:pt idx="2601">
                        <c:v>41718</c:v>
                      </c:pt>
                      <c:pt idx="2602">
                        <c:v>41719</c:v>
                      </c:pt>
                      <c:pt idx="2603">
                        <c:v>41722</c:v>
                      </c:pt>
                      <c:pt idx="2604">
                        <c:v>41723</c:v>
                      </c:pt>
                      <c:pt idx="2605">
                        <c:v>41724</c:v>
                      </c:pt>
                      <c:pt idx="2606">
                        <c:v>41725</c:v>
                      </c:pt>
                      <c:pt idx="2607">
                        <c:v>41726</c:v>
                      </c:pt>
                      <c:pt idx="2608">
                        <c:v>41729</c:v>
                      </c:pt>
                      <c:pt idx="2609">
                        <c:v>41730</c:v>
                      </c:pt>
                      <c:pt idx="2610">
                        <c:v>41731</c:v>
                      </c:pt>
                      <c:pt idx="2611">
                        <c:v>41732</c:v>
                      </c:pt>
                      <c:pt idx="2612">
                        <c:v>41733</c:v>
                      </c:pt>
                      <c:pt idx="2613">
                        <c:v>41736</c:v>
                      </c:pt>
                      <c:pt idx="2614">
                        <c:v>41737</c:v>
                      </c:pt>
                      <c:pt idx="2615">
                        <c:v>41738</c:v>
                      </c:pt>
                      <c:pt idx="2616">
                        <c:v>41739</c:v>
                      </c:pt>
                      <c:pt idx="2617">
                        <c:v>41740</c:v>
                      </c:pt>
                      <c:pt idx="2618">
                        <c:v>41743</c:v>
                      </c:pt>
                      <c:pt idx="2619">
                        <c:v>41744</c:v>
                      </c:pt>
                      <c:pt idx="2620">
                        <c:v>41745</c:v>
                      </c:pt>
                      <c:pt idx="2621">
                        <c:v>41746</c:v>
                      </c:pt>
                      <c:pt idx="2622">
                        <c:v>41747</c:v>
                      </c:pt>
                      <c:pt idx="2623">
                        <c:v>41750</c:v>
                      </c:pt>
                      <c:pt idx="2624">
                        <c:v>41751</c:v>
                      </c:pt>
                      <c:pt idx="2625">
                        <c:v>41752</c:v>
                      </c:pt>
                      <c:pt idx="2626">
                        <c:v>41753</c:v>
                      </c:pt>
                      <c:pt idx="2627">
                        <c:v>41754</c:v>
                      </c:pt>
                      <c:pt idx="2628">
                        <c:v>41757</c:v>
                      </c:pt>
                      <c:pt idx="2629">
                        <c:v>41758</c:v>
                      </c:pt>
                      <c:pt idx="2630">
                        <c:v>41759</c:v>
                      </c:pt>
                      <c:pt idx="2631">
                        <c:v>41760</c:v>
                      </c:pt>
                      <c:pt idx="2632">
                        <c:v>41761</c:v>
                      </c:pt>
                      <c:pt idx="2633">
                        <c:v>41764</c:v>
                      </c:pt>
                      <c:pt idx="2634">
                        <c:v>41765</c:v>
                      </c:pt>
                      <c:pt idx="2635">
                        <c:v>41766</c:v>
                      </c:pt>
                      <c:pt idx="2636">
                        <c:v>41767</c:v>
                      </c:pt>
                      <c:pt idx="2637">
                        <c:v>41768</c:v>
                      </c:pt>
                      <c:pt idx="2638">
                        <c:v>41771</c:v>
                      </c:pt>
                      <c:pt idx="2639">
                        <c:v>41772</c:v>
                      </c:pt>
                      <c:pt idx="2640">
                        <c:v>41773</c:v>
                      </c:pt>
                      <c:pt idx="2641">
                        <c:v>41774</c:v>
                      </c:pt>
                      <c:pt idx="2642">
                        <c:v>41775</c:v>
                      </c:pt>
                      <c:pt idx="2643">
                        <c:v>41778</c:v>
                      </c:pt>
                      <c:pt idx="2644">
                        <c:v>41779</c:v>
                      </c:pt>
                      <c:pt idx="2645">
                        <c:v>41780</c:v>
                      </c:pt>
                      <c:pt idx="2646">
                        <c:v>41781</c:v>
                      </c:pt>
                      <c:pt idx="2647">
                        <c:v>41782</c:v>
                      </c:pt>
                      <c:pt idx="2648">
                        <c:v>41785</c:v>
                      </c:pt>
                      <c:pt idx="2649">
                        <c:v>41786</c:v>
                      </c:pt>
                      <c:pt idx="2650">
                        <c:v>41787</c:v>
                      </c:pt>
                      <c:pt idx="2651">
                        <c:v>41788</c:v>
                      </c:pt>
                      <c:pt idx="2652">
                        <c:v>41789</c:v>
                      </c:pt>
                      <c:pt idx="2653">
                        <c:v>41792</c:v>
                      </c:pt>
                      <c:pt idx="2654">
                        <c:v>41793</c:v>
                      </c:pt>
                      <c:pt idx="2655">
                        <c:v>41794</c:v>
                      </c:pt>
                      <c:pt idx="2656">
                        <c:v>41795</c:v>
                      </c:pt>
                      <c:pt idx="2657">
                        <c:v>41796</c:v>
                      </c:pt>
                      <c:pt idx="2658">
                        <c:v>41799</c:v>
                      </c:pt>
                      <c:pt idx="2659">
                        <c:v>41800</c:v>
                      </c:pt>
                      <c:pt idx="2660">
                        <c:v>41801</c:v>
                      </c:pt>
                      <c:pt idx="2661">
                        <c:v>41802</c:v>
                      </c:pt>
                      <c:pt idx="2662">
                        <c:v>41803</c:v>
                      </c:pt>
                      <c:pt idx="2663">
                        <c:v>41806</c:v>
                      </c:pt>
                      <c:pt idx="2664">
                        <c:v>41807</c:v>
                      </c:pt>
                      <c:pt idx="2665">
                        <c:v>41808</c:v>
                      </c:pt>
                      <c:pt idx="2666">
                        <c:v>41809</c:v>
                      </c:pt>
                      <c:pt idx="2667">
                        <c:v>41810</c:v>
                      </c:pt>
                      <c:pt idx="2668">
                        <c:v>41813</c:v>
                      </c:pt>
                      <c:pt idx="2669">
                        <c:v>41814</c:v>
                      </c:pt>
                      <c:pt idx="2670">
                        <c:v>41815</c:v>
                      </c:pt>
                      <c:pt idx="2671">
                        <c:v>41816</c:v>
                      </c:pt>
                      <c:pt idx="2672">
                        <c:v>41817</c:v>
                      </c:pt>
                      <c:pt idx="2673">
                        <c:v>41820</c:v>
                      </c:pt>
                      <c:pt idx="2674">
                        <c:v>41821</c:v>
                      </c:pt>
                      <c:pt idx="2675">
                        <c:v>41822</c:v>
                      </c:pt>
                      <c:pt idx="2676">
                        <c:v>41823</c:v>
                      </c:pt>
                      <c:pt idx="2677">
                        <c:v>41824</c:v>
                      </c:pt>
                      <c:pt idx="2678">
                        <c:v>41827</c:v>
                      </c:pt>
                      <c:pt idx="2679">
                        <c:v>41828</c:v>
                      </c:pt>
                      <c:pt idx="2680">
                        <c:v>41829</c:v>
                      </c:pt>
                      <c:pt idx="2681">
                        <c:v>41830</c:v>
                      </c:pt>
                      <c:pt idx="2682">
                        <c:v>41831</c:v>
                      </c:pt>
                      <c:pt idx="2683">
                        <c:v>41834</c:v>
                      </c:pt>
                      <c:pt idx="2684">
                        <c:v>41835</c:v>
                      </c:pt>
                      <c:pt idx="2685">
                        <c:v>41836</c:v>
                      </c:pt>
                      <c:pt idx="2686">
                        <c:v>41837</c:v>
                      </c:pt>
                      <c:pt idx="2687">
                        <c:v>41838</c:v>
                      </c:pt>
                      <c:pt idx="2688">
                        <c:v>41841</c:v>
                      </c:pt>
                      <c:pt idx="2689">
                        <c:v>41842</c:v>
                      </c:pt>
                      <c:pt idx="2690">
                        <c:v>41843</c:v>
                      </c:pt>
                      <c:pt idx="2691">
                        <c:v>41844</c:v>
                      </c:pt>
                      <c:pt idx="2692">
                        <c:v>41845</c:v>
                      </c:pt>
                      <c:pt idx="2693">
                        <c:v>41848</c:v>
                      </c:pt>
                      <c:pt idx="2694">
                        <c:v>41849</c:v>
                      </c:pt>
                      <c:pt idx="2695">
                        <c:v>41850</c:v>
                      </c:pt>
                      <c:pt idx="2696">
                        <c:v>41851</c:v>
                      </c:pt>
                      <c:pt idx="2697">
                        <c:v>41852</c:v>
                      </c:pt>
                      <c:pt idx="2698">
                        <c:v>41855</c:v>
                      </c:pt>
                      <c:pt idx="2699">
                        <c:v>41856</c:v>
                      </c:pt>
                      <c:pt idx="2700">
                        <c:v>41857</c:v>
                      </c:pt>
                      <c:pt idx="2701">
                        <c:v>41858</c:v>
                      </c:pt>
                      <c:pt idx="2702">
                        <c:v>41859</c:v>
                      </c:pt>
                      <c:pt idx="2703">
                        <c:v>41862</c:v>
                      </c:pt>
                      <c:pt idx="2704">
                        <c:v>41863</c:v>
                      </c:pt>
                      <c:pt idx="2705">
                        <c:v>41864</c:v>
                      </c:pt>
                      <c:pt idx="2706">
                        <c:v>41865</c:v>
                      </c:pt>
                      <c:pt idx="2707">
                        <c:v>41866</c:v>
                      </c:pt>
                      <c:pt idx="2708">
                        <c:v>41869</c:v>
                      </c:pt>
                      <c:pt idx="2709">
                        <c:v>41870</c:v>
                      </c:pt>
                      <c:pt idx="2710">
                        <c:v>41871</c:v>
                      </c:pt>
                      <c:pt idx="2711">
                        <c:v>41872</c:v>
                      </c:pt>
                      <c:pt idx="2712">
                        <c:v>41873</c:v>
                      </c:pt>
                      <c:pt idx="2713">
                        <c:v>41876</c:v>
                      </c:pt>
                      <c:pt idx="2714">
                        <c:v>41877</c:v>
                      </c:pt>
                      <c:pt idx="2715">
                        <c:v>41878</c:v>
                      </c:pt>
                      <c:pt idx="2716">
                        <c:v>41879</c:v>
                      </c:pt>
                      <c:pt idx="2717">
                        <c:v>41880</c:v>
                      </c:pt>
                      <c:pt idx="2718">
                        <c:v>41883</c:v>
                      </c:pt>
                      <c:pt idx="2719">
                        <c:v>41884</c:v>
                      </c:pt>
                      <c:pt idx="2720">
                        <c:v>41885</c:v>
                      </c:pt>
                      <c:pt idx="2721">
                        <c:v>41886</c:v>
                      </c:pt>
                      <c:pt idx="2722">
                        <c:v>41887</c:v>
                      </c:pt>
                      <c:pt idx="2723">
                        <c:v>41890</c:v>
                      </c:pt>
                      <c:pt idx="2724">
                        <c:v>41891</c:v>
                      </c:pt>
                      <c:pt idx="2725">
                        <c:v>41892</c:v>
                      </c:pt>
                      <c:pt idx="2726">
                        <c:v>41893</c:v>
                      </c:pt>
                      <c:pt idx="2727">
                        <c:v>41894</c:v>
                      </c:pt>
                      <c:pt idx="2728">
                        <c:v>41897</c:v>
                      </c:pt>
                      <c:pt idx="2729">
                        <c:v>41898</c:v>
                      </c:pt>
                      <c:pt idx="2730">
                        <c:v>41899</c:v>
                      </c:pt>
                      <c:pt idx="2731">
                        <c:v>41900</c:v>
                      </c:pt>
                      <c:pt idx="2732">
                        <c:v>41901</c:v>
                      </c:pt>
                      <c:pt idx="2733">
                        <c:v>41904</c:v>
                      </c:pt>
                      <c:pt idx="2734">
                        <c:v>41905</c:v>
                      </c:pt>
                      <c:pt idx="2735">
                        <c:v>41906</c:v>
                      </c:pt>
                      <c:pt idx="2736">
                        <c:v>41907</c:v>
                      </c:pt>
                      <c:pt idx="2737">
                        <c:v>41908</c:v>
                      </c:pt>
                      <c:pt idx="2738">
                        <c:v>41911</c:v>
                      </c:pt>
                      <c:pt idx="2739">
                        <c:v>41912</c:v>
                      </c:pt>
                      <c:pt idx="2740">
                        <c:v>41913</c:v>
                      </c:pt>
                      <c:pt idx="2741">
                        <c:v>41914</c:v>
                      </c:pt>
                      <c:pt idx="2742">
                        <c:v>41915</c:v>
                      </c:pt>
                      <c:pt idx="2743">
                        <c:v>41918</c:v>
                      </c:pt>
                      <c:pt idx="2744">
                        <c:v>41919</c:v>
                      </c:pt>
                      <c:pt idx="2745">
                        <c:v>41920</c:v>
                      </c:pt>
                      <c:pt idx="2746">
                        <c:v>41921</c:v>
                      </c:pt>
                      <c:pt idx="2747">
                        <c:v>41922</c:v>
                      </c:pt>
                      <c:pt idx="2748">
                        <c:v>41925</c:v>
                      </c:pt>
                      <c:pt idx="2749">
                        <c:v>41926</c:v>
                      </c:pt>
                      <c:pt idx="2750">
                        <c:v>41927</c:v>
                      </c:pt>
                      <c:pt idx="2751">
                        <c:v>41928</c:v>
                      </c:pt>
                      <c:pt idx="2752">
                        <c:v>41929</c:v>
                      </c:pt>
                      <c:pt idx="2753">
                        <c:v>41932</c:v>
                      </c:pt>
                      <c:pt idx="2754">
                        <c:v>41933</c:v>
                      </c:pt>
                      <c:pt idx="2755">
                        <c:v>41934</c:v>
                      </c:pt>
                      <c:pt idx="2756">
                        <c:v>41935</c:v>
                      </c:pt>
                      <c:pt idx="2757">
                        <c:v>41936</c:v>
                      </c:pt>
                      <c:pt idx="2758">
                        <c:v>41939</c:v>
                      </c:pt>
                      <c:pt idx="2759">
                        <c:v>41940</c:v>
                      </c:pt>
                      <c:pt idx="2760">
                        <c:v>41941</c:v>
                      </c:pt>
                      <c:pt idx="2761">
                        <c:v>41942</c:v>
                      </c:pt>
                      <c:pt idx="2762">
                        <c:v>41943</c:v>
                      </c:pt>
                      <c:pt idx="2763">
                        <c:v>41946</c:v>
                      </c:pt>
                      <c:pt idx="2764">
                        <c:v>41947</c:v>
                      </c:pt>
                      <c:pt idx="2765">
                        <c:v>41948</c:v>
                      </c:pt>
                      <c:pt idx="2766">
                        <c:v>41949</c:v>
                      </c:pt>
                      <c:pt idx="2767">
                        <c:v>41950</c:v>
                      </c:pt>
                      <c:pt idx="2768">
                        <c:v>41953</c:v>
                      </c:pt>
                      <c:pt idx="2769">
                        <c:v>41954</c:v>
                      </c:pt>
                      <c:pt idx="2770">
                        <c:v>41955</c:v>
                      </c:pt>
                      <c:pt idx="2771">
                        <c:v>41956</c:v>
                      </c:pt>
                      <c:pt idx="2772">
                        <c:v>41957</c:v>
                      </c:pt>
                      <c:pt idx="2773">
                        <c:v>41960</c:v>
                      </c:pt>
                      <c:pt idx="2774">
                        <c:v>41961</c:v>
                      </c:pt>
                      <c:pt idx="2775">
                        <c:v>41962</c:v>
                      </c:pt>
                      <c:pt idx="2776">
                        <c:v>41963</c:v>
                      </c:pt>
                      <c:pt idx="2777">
                        <c:v>41964</c:v>
                      </c:pt>
                      <c:pt idx="2778">
                        <c:v>41967</c:v>
                      </c:pt>
                      <c:pt idx="2779">
                        <c:v>41968</c:v>
                      </c:pt>
                      <c:pt idx="2780">
                        <c:v>41969</c:v>
                      </c:pt>
                      <c:pt idx="2781">
                        <c:v>41970</c:v>
                      </c:pt>
                      <c:pt idx="2782">
                        <c:v>41971</c:v>
                      </c:pt>
                      <c:pt idx="2783">
                        <c:v>41974</c:v>
                      </c:pt>
                      <c:pt idx="2784">
                        <c:v>41975</c:v>
                      </c:pt>
                      <c:pt idx="2785">
                        <c:v>41976</c:v>
                      </c:pt>
                      <c:pt idx="2786">
                        <c:v>41977</c:v>
                      </c:pt>
                      <c:pt idx="2787">
                        <c:v>41978</c:v>
                      </c:pt>
                      <c:pt idx="2788">
                        <c:v>41981</c:v>
                      </c:pt>
                      <c:pt idx="2789">
                        <c:v>41982</c:v>
                      </c:pt>
                      <c:pt idx="2790">
                        <c:v>41983</c:v>
                      </c:pt>
                      <c:pt idx="2791">
                        <c:v>41984</c:v>
                      </c:pt>
                      <c:pt idx="2792">
                        <c:v>41985</c:v>
                      </c:pt>
                      <c:pt idx="2793">
                        <c:v>41988</c:v>
                      </c:pt>
                      <c:pt idx="2794">
                        <c:v>41989</c:v>
                      </c:pt>
                      <c:pt idx="2795">
                        <c:v>41990</c:v>
                      </c:pt>
                      <c:pt idx="2796">
                        <c:v>41991</c:v>
                      </c:pt>
                      <c:pt idx="2797">
                        <c:v>41992</c:v>
                      </c:pt>
                      <c:pt idx="2798">
                        <c:v>41995</c:v>
                      </c:pt>
                      <c:pt idx="2799">
                        <c:v>41996</c:v>
                      </c:pt>
                      <c:pt idx="2800">
                        <c:v>41997</c:v>
                      </c:pt>
                      <c:pt idx="2801">
                        <c:v>41998</c:v>
                      </c:pt>
                      <c:pt idx="2802">
                        <c:v>41999</c:v>
                      </c:pt>
                      <c:pt idx="2803">
                        <c:v>42002</c:v>
                      </c:pt>
                      <c:pt idx="2804">
                        <c:v>42003</c:v>
                      </c:pt>
                      <c:pt idx="2805">
                        <c:v>42004</c:v>
                      </c:pt>
                      <c:pt idx="2806">
                        <c:v>42005</c:v>
                      </c:pt>
                      <c:pt idx="2807">
                        <c:v>42006</c:v>
                      </c:pt>
                      <c:pt idx="2808">
                        <c:v>42009</c:v>
                      </c:pt>
                      <c:pt idx="2809">
                        <c:v>42010</c:v>
                      </c:pt>
                      <c:pt idx="2810">
                        <c:v>42011</c:v>
                      </c:pt>
                      <c:pt idx="2811">
                        <c:v>42012</c:v>
                      </c:pt>
                      <c:pt idx="2812">
                        <c:v>42013</c:v>
                      </c:pt>
                      <c:pt idx="2813">
                        <c:v>42016</c:v>
                      </c:pt>
                      <c:pt idx="2814">
                        <c:v>42017</c:v>
                      </c:pt>
                      <c:pt idx="2815">
                        <c:v>42018</c:v>
                      </c:pt>
                      <c:pt idx="2816">
                        <c:v>42019</c:v>
                      </c:pt>
                      <c:pt idx="2817">
                        <c:v>42020</c:v>
                      </c:pt>
                      <c:pt idx="2818">
                        <c:v>42023</c:v>
                      </c:pt>
                      <c:pt idx="2819">
                        <c:v>42024</c:v>
                      </c:pt>
                      <c:pt idx="2820">
                        <c:v>42025</c:v>
                      </c:pt>
                      <c:pt idx="2821">
                        <c:v>42026</c:v>
                      </c:pt>
                      <c:pt idx="2822">
                        <c:v>42027</c:v>
                      </c:pt>
                      <c:pt idx="2823">
                        <c:v>42030</c:v>
                      </c:pt>
                      <c:pt idx="2824">
                        <c:v>42031</c:v>
                      </c:pt>
                      <c:pt idx="2825">
                        <c:v>42032</c:v>
                      </c:pt>
                      <c:pt idx="2826">
                        <c:v>42033</c:v>
                      </c:pt>
                      <c:pt idx="2827">
                        <c:v>42034</c:v>
                      </c:pt>
                      <c:pt idx="2828">
                        <c:v>42037</c:v>
                      </c:pt>
                      <c:pt idx="2829">
                        <c:v>42038</c:v>
                      </c:pt>
                      <c:pt idx="2830">
                        <c:v>42039</c:v>
                      </c:pt>
                      <c:pt idx="2831">
                        <c:v>42040</c:v>
                      </c:pt>
                      <c:pt idx="2832">
                        <c:v>42041</c:v>
                      </c:pt>
                      <c:pt idx="2833">
                        <c:v>42044</c:v>
                      </c:pt>
                      <c:pt idx="2834">
                        <c:v>42045</c:v>
                      </c:pt>
                      <c:pt idx="2835">
                        <c:v>42046</c:v>
                      </c:pt>
                      <c:pt idx="2836">
                        <c:v>42047</c:v>
                      </c:pt>
                      <c:pt idx="2837">
                        <c:v>42048</c:v>
                      </c:pt>
                      <c:pt idx="2838">
                        <c:v>42051</c:v>
                      </c:pt>
                      <c:pt idx="2839">
                        <c:v>42052</c:v>
                      </c:pt>
                      <c:pt idx="2840">
                        <c:v>42053</c:v>
                      </c:pt>
                      <c:pt idx="2841">
                        <c:v>42054</c:v>
                      </c:pt>
                      <c:pt idx="2842">
                        <c:v>42055</c:v>
                      </c:pt>
                      <c:pt idx="2843">
                        <c:v>42058</c:v>
                      </c:pt>
                      <c:pt idx="2844">
                        <c:v>42059</c:v>
                      </c:pt>
                      <c:pt idx="2845">
                        <c:v>42060</c:v>
                      </c:pt>
                      <c:pt idx="2846">
                        <c:v>42061</c:v>
                      </c:pt>
                      <c:pt idx="2847">
                        <c:v>42062</c:v>
                      </c:pt>
                      <c:pt idx="2848">
                        <c:v>42065</c:v>
                      </c:pt>
                      <c:pt idx="2849">
                        <c:v>42066</c:v>
                      </c:pt>
                      <c:pt idx="2850">
                        <c:v>42067</c:v>
                      </c:pt>
                      <c:pt idx="2851">
                        <c:v>42068</c:v>
                      </c:pt>
                      <c:pt idx="2852">
                        <c:v>42069</c:v>
                      </c:pt>
                      <c:pt idx="2853">
                        <c:v>42072</c:v>
                      </c:pt>
                      <c:pt idx="2854">
                        <c:v>42073</c:v>
                      </c:pt>
                      <c:pt idx="2855">
                        <c:v>42074</c:v>
                      </c:pt>
                      <c:pt idx="2856">
                        <c:v>42075</c:v>
                      </c:pt>
                      <c:pt idx="2857">
                        <c:v>42076</c:v>
                      </c:pt>
                      <c:pt idx="2858">
                        <c:v>42079</c:v>
                      </c:pt>
                      <c:pt idx="2859">
                        <c:v>42080</c:v>
                      </c:pt>
                      <c:pt idx="2860">
                        <c:v>42081</c:v>
                      </c:pt>
                      <c:pt idx="2861">
                        <c:v>42082</c:v>
                      </c:pt>
                      <c:pt idx="2862">
                        <c:v>42083</c:v>
                      </c:pt>
                      <c:pt idx="2863">
                        <c:v>42086</c:v>
                      </c:pt>
                      <c:pt idx="2864">
                        <c:v>42087</c:v>
                      </c:pt>
                      <c:pt idx="2865">
                        <c:v>42088</c:v>
                      </c:pt>
                      <c:pt idx="2866">
                        <c:v>42089</c:v>
                      </c:pt>
                      <c:pt idx="2867">
                        <c:v>42090</c:v>
                      </c:pt>
                      <c:pt idx="2868">
                        <c:v>42093</c:v>
                      </c:pt>
                      <c:pt idx="2869">
                        <c:v>42094</c:v>
                      </c:pt>
                      <c:pt idx="2870">
                        <c:v>42095</c:v>
                      </c:pt>
                      <c:pt idx="2871">
                        <c:v>42096</c:v>
                      </c:pt>
                      <c:pt idx="2872">
                        <c:v>42097</c:v>
                      </c:pt>
                      <c:pt idx="2873">
                        <c:v>42100</c:v>
                      </c:pt>
                      <c:pt idx="2874">
                        <c:v>42101</c:v>
                      </c:pt>
                      <c:pt idx="2875">
                        <c:v>42102</c:v>
                      </c:pt>
                      <c:pt idx="2876">
                        <c:v>42103</c:v>
                      </c:pt>
                      <c:pt idx="2877">
                        <c:v>42104</c:v>
                      </c:pt>
                      <c:pt idx="2878">
                        <c:v>42107</c:v>
                      </c:pt>
                      <c:pt idx="2879">
                        <c:v>42108</c:v>
                      </c:pt>
                      <c:pt idx="2880">
                        <c:v>42109</c:v>
                      </c:pt>
                      <c:pt idx="2881">
                        <c:v>42110</c:v>
                      </c:pt>
                      <c:pt idx="2882">
                        <c:v>42111</c:v>
                      </c:pt>
                      <c:pt idx="2883">
                        <c:v>42114</c:v>
                      </c:pt>
                      <c:pt idx="2884">
                        <c:v>42115</c:v>
                      </c:pt>
                      <c:pt idx="2885">
                        <c:v>42116</c:v>
                      </c:pt>
                      <c:pt idx="2886">
                        <c:v>42117</c:v>
                      </c:pt>
                      <c:pt idx="2887">
                        <c:v>42118</c:v>
                      </c:pt>
                      <c:pt idx="2888">
                        <c:v>42121</c:v>
                      </c:pt>
                      <c:pt idx="2889">
                        <c:v>42122</c:v>
                      </c:pt>
                      <c:pt idx="2890">
                        <c:v>42123</c:v>
                      </c:pt>
                      <c:pt idx="2891">
                        <c:v>42124</c:v>
                      </c:pt>
                      <c:pt idx="2892">
                        <c:v>42125</c:v>
                      </c:pt>
                      <c:pt idx="2893">
                        <c:v>42128</c:v>
                      </c:pt>
                      <c:pt idx="2894">
                        <c:v>42129</c:v>
                      </c:pt>
                      <c:pt idx="2895">
                        <c:v>42130</c:v>
                      </c:pt>
                      <c:pt idx="2896">
                        <c:v>42131</c:v>
                      </c:pt>
                      <c:pt idx="2897">
                        <c:v>42132</c:v>
                      </c:pt>
                      <c:pt idx="2898">
                        <c:v>42135</c:v>
                      </c:pt>
                      <c:pt idx="2899">
                        <c:v>42136</c:v>
                      </c:pt>
                      <c:pt idx="2900">
                        <c:v>42137</c:v>
                      </c:pt>
                      <c:pt idx="2901">
                        <c:v>42138</c:v>
                      </c:pt>
                      <c:pt idx="2902">
                        <c:v>42139</c:v>
                      </c:pt>
                      <c:pt idx="2903">
                        <c:v>42142</c:v>
                      </c:pt>
                      <c:pt idx="2904">
                        <c:v>42143</c:v>
                      </c:pt>
                      <c:pt idx="2905">
                        <c:v>42144</c:v>
                      </c:pt>
                      <c:pt idx="2906">
                        <c:v>42145</c:v>
                      </c:pt>
                      <c:pt idx="2907">
                        <c:v>42146</c:v>
                      </c:pt>
                      <c:pt idx="2908">
                        <c:v>42149</c:v>
                      </c:pt>
                      <c:pt idx="2909">
                        <c:v>42150</c:v>
                      </c:pt>
                      <c:pt idx="2910">
                        <c:v>42151</c:v>
                      </c:pt>
                      <c:pt idx="2911">
                        <c:v>42152</c:v>
                      </c:pt>
                      <c:pt idx="2912">
                        <c:v>42153</c:v>
                      </c:pt>
                      <c:pt idx="2913">
                        <c:v>42156</c:v>
                      </c:pt>
                      <c:pt idx="2914">
                        <c:v>42157</c:v>
                      </c:pt>
                      <c:pt idx="2915">
                        <c:v>42158</c:v>
                      </c:pt>
                      <c:pt idx="2916">
                        <c:v>42159</c:v>
                      </c:pt>
                      <c:pt idx="2917">
                        <c:v>42160</c:v>
                      </c:pt>
                      <c:pt idx="2918">
                        <c:v>42163</c:v>
                      </c:pt>
                      <c:pt idx="2919">
                        <c:v>42164</c:v>
                      </c:pt>
                      <c:pt idx="2920">
                        <c:v>42165</c:v>
                      </c:pt>
                      <c:pt idx="2921">
                        <c:v>42166</c:v>
                      </c:pt>
                      <c:pt idx="2922">
                        <c:v>42167</c:v>
                      </c:pt>
                      <c:pt idx="2923">
                        <c:v>42170</c:v>
                      </c:pt>
                      <c:pt idx="2924">
                        <c:v>42171</c:v>
                      </c:pt>
                      <c:pt idx="2925">
                        <c:v>42172</c:v>
                      </c:pt>
                      <c:pt idx="2926">
                        <c:v>42173</c:v>
                      </c:pt>
                      <c:pt idx="2927">
                        <c:v>42174</c:v>
                      </c:pt>
                      <c:pt idx="2928">
                        <c:v>42177</c:v>
                      </c:pt>
                      <c:pt idx="2929">
                        <c:v>42178</c:v>
                      </c:pt>
                      <c:pt idx="2930">
                        <c:v>42179</c:v>
                      </c:pt>
                      <c:pt idx="2931">
                        <c:v>42180</c:v>
                      </c:pt>
                      <c:pt idx="2932">
                        <c:v>42181</c:v>
                      </c:pt>
                      <c:pt idx="2933">
                        <c:v>42184</c:v>
                      </c:pt>
                      <c:pt idx="2934">
                        <c:v>42185</c:v>
                      </c:pt>
                      <c:pt idx="2935">
                        <c:v>42186</c:v>
                      </c:pt>
                      <c:pt idx="2936">
                        <c:v>42187</c:v>
                      </c:pt>
                      <c:pt idx="2937">
                        <c:v>42188</c:v>
                      </c:pt>
                      <c:pt idx="2938">
                        <c:v>42191</c:v>
                      </c:pt>
                      <c:pt idx="2939">
                        <c:v>42192</c:v>
                      </c:pt>
                      <c:pt idx="2940">
                        <c:v>42193</c:v>
                      </c:pt>
                      <c:pt idx="2941">
                        <c:v>42194</c:v>
                      </c:pt>
                      <c:pt idx="2942">
                        <c:v>42195</c:v>
                      </c:pt>
                      <c:pt idx="2943">
                        <c:v>42198</c:v>
                      </c:pt>
                      <c:pt idx="2944">
                        <c:v>42199</c:v>
                      </c:pt>
                      <c:pt idx="2945">
                        <c:v>42200</c:v>
                      </c:pt>
                      <c:pt idx="2946">
                        <c:v>42201</c:v>
                      </c:pt>
                      <c:pt idx="2947">
                        <c:v>42202</c:v>
                      </c:pt>
                      <c:pt idx="2948">
                        <c:v>42205</c:v>
                      </c:pt>
                      <c:pt idx="2949">
                        <c:v>42206</c:v>
                      </c:pt>
                      <c:pt idx="2950">
                        <c:v>42207</c:v>
                      </c:pt>
                      <c:pt idx="2951">
                        <c:v>42208</c:v>
                      </c:pt>
                      <c:pt idx="2952">
                        <c:v>42209</c:v>
                      </c:pt>
                      <c:pt idx="2953">
                        <c:v>42212</c:v>
                      </c:pt>
                      <c:pt idx="2954">
                        <c:v>42213</c:v>
                      </c:pt>
                      <c:pt idx="2955">
                        <c:v>42214</c:v>
                      </c:pt>
                      <c:pt idx="2956">
                        <c:v>42215</c:v>
                      </c:pt>
                      <c:pt idx="2957">
                        <c:v>42216</c:v>
                      </c:pt>
                      <c:pt idx="2958">
                        <c:v>42219</c:v>
                      </c:pt>
                      <c:pt idx="2959">
                        <c:v>42220</c:v>
                      </c:pt>
                      <c:pt idx="2960">
                        <c:v>42221</c:v>
                      </c:pt>
                      <c:pt idx="2961">
                        <c:v>42222</c:v>
                      </c:pt>
                      <c:pt idx="2962">
                        <c:v>42223</c:v>
                      </c:pt>
                      <c:pt idx="2963">
                        <c:v>42226</c:v>
                      </c:pt>
                      <c:pt idx="2964">
                        <c:v>42227</c:v>
                      </c:pt>
                      <c:pt idx="2965">
                        <c:v>42228</c:v>
                      </c:pt>
                      <c:pt idx="2966">
                        <c:v>42229</c:v>
                      </c:pt>
                      <c:pt idx="2967">
                        <c:v>42230</c:v>
                      </c:pt>
                      <c:pt idx="2968">
                        <c:v>42233</c:v>
                      </c:pt>
                      <c:pt idx="2969">
                        <c:v>42234</c:v>
                      </c:pt>
                      <c:pt idx="2970">
                        <c:v>42235</c:v>
                      </c:pt>
                      <c:pt idx="2971">
                        <c:v>42236</c:v>
                      </c:pt>
                      <c:pt idx="2972">
                        <c:v>42237</c:v>
                      </c:pt>
                      <c:pt idx="2973">
                        <c:v>42240</c:v>
                      </c:pt>
                      <c:pt idx="2974">
                        <c:v>42241</c:v>
                      </c:pt>
                      <c:pt idx="2975">
                        <c:v>42242</c:v>
                      </c:pt>
                      <c:pt idx="2976">
                        <c:v>42243</c:v>
                      </c:pt>
                      <c:pt idx="2977">
                        <c:v>42244</c:v>
                      </c:pt>
                      <c:pt idx="2978">
                        <c:v>42247</c:v>
                      </c:pt>
                      <c:pt idx="2979">
                        <c:v>42248</c:v>
                      </c:pt>
                      <c:pt idx="2980">
                        <c:v>42249</c:v>
                      </c:pt>
                      <c:pt idx="2981">
                        <c:v>42250</c:v>
                      </c:pt>
                      <c:pt idx="2982">
                        <c:v>42251</c:v>
                      </c:pt>
                      <c:pt idx="2983">
                        <c:v>42254</c:v>
                      </c:pt>
                      <c:pt idx="2984">
                        <c:v>42255</c:v>
                      </c:pt>
                      <c:pt idx="2985">
                        <c:v>42256</c:v>
                      </c:pt>
                      <c:pt idx="2986">
                        <c:v>42257</c:v>
                      </c:pt>
                      <c:pt idx="2987">
                        <c:v>42258</c:v>
                      </c:pt>
                      <c:pt idx="2988">
                        <c:v>42261</c:v>
                      </c:pt>
                      <c:pt idx="2989">
                        <c:v>42262</c:v>
                      </c:pt>
                      <c:pt idx="2990">
                        <c:v>42263</c:v>
                      </c:pt>
                      <c:pt idx="2991">
                        <c:v>42264</c:v>
                      </c:pt>
                      <c:pt idx="2992">
                        <c:v>42265</c:v>
                      </c:pt>
                      <c:pt idx="2993">
                        <c:v>42268</c:v>
                      </c:pt>
                      <c:pt idx="2994">
                        <c:v>42269</c:v>
                      </c:pt>
                      <c:pt idx="2995">
                        <c:v>42270</c:v>
                      </c:pt>
                      <c:pt idx="2996">
                        <c:v>42271</c:v>
                      </c:pt>
                      <c:pt idx="2997">
                        <c:v>42272</c:v>
                      </c:pt>
                      <c:pt idx="2998">
                        <c:v>42275</c:v>
                      </c:pt>
                      <c:pt idx="2999">
                        <c:v>42276</c:v>
                      </c:pt>
                      <c:pt idx="3000">
                        <c:v>42277</c:v>
                      </c:pt>
                      <c:pt idx="3001">
                        <c:v>42278</c:v>
                      </c:pt>
                      <c:pt idx="3002">
                        <c:v>42279</c:v>
                      </c:pt>
                      <c:pt idx="3003">
                        <c:v>42282</c:v>
                      </c:pt>
                      <c:pt idx="3004">
                        <c:v>42283</c:v>
                      </c:pt>
                      <c:pt idx="3005">
                        <c:v>42284</c:v>
                      </c:pt>
                      <c:pt idx="3006">
                        <c:v>42285</c:v>
                      </c:pt>
                      <c:pt idx="3007">
                        <c:v>42286</c:v>
                      </c:pt>
                      <c:pt idx="3008">
                        <c:v>42289</c:v>
                      </c:pt>
                      <c:pt idx="3009">
                        <c:v>42290</c:v>
                      </c:pt>
                      <c:pt idx="3010">
                        <c:v>42291</c:v>
                      </c:pt>
                      <c:pt idx="3011">
                        <c:v>42292</c:v>
                      </c:pt>
                      <c:pt idx="3012">
                        <c:v>42293</c:v>
                      </c:pt>
                      <c:pt idx="3013">
                        <c:v>42296</c:v>
                      </c:pt>
                      <c:pt idx="3014">
                        <c:v>42297</c:v>
                      </c:pt>
                      <c:pt idx="3015">
                        <c:v>42298</c:v>
                      </c:pt>
                      <c:pt idx="3016">
                        <c:v>42299</c:v>
                      </c:pt>
                      <c:pt idx="3017">
                        <c:v>42300</c:v>
                      </c:pt>
                      <c:pt idx="3018">
                        <c:v>42303</c:v>
                      </c:pt>
                      <c:pt idx="3019">
                        <c:v>42304</c:v>
                      </c:pt>
                      <c:pt idx="3020">
                        <c:v>42305</c:v>
                      </c:pt>
                      <c:pt idx="3021">
                        <c:v>42306</c:v>
                      </c:pt>
                      <c:pt idx="3022">
                        <c:v>42307</c:v>
                      </c:pt>
                      <c:pt idx="3023">
                        <c:v>42310</c:v>
                      </c:pt>
                      <c:pt idx="3024">
                        <c:v>42311</c:v>
                      </c:pt>
                      <c:pt idx="3025">
                        <c:v>42312</c:v>
                      </c:pt>
                      <c:pt idx="3026">
                        <c:v>42313</c:v>
                      </c:pt>
                      <c:pt idx="3027">
                        <c:v>42314</c:v>
                      </c:pt>
                      <c:pt idx="3028">
                        <c:v>42317</c:v>
                      </c:pt>
                      <c:pt idx="3029">
                        <c:v>42318</c:v>
                      </c:pt>
                      <c:pt idx="3030">
                        <c:v>42319</c:v>
                      </c:pt>
                      <c:pt idx="3031">
                        <c:v>42320</c:v>
                      </c:pt>
                      <c:pt idx="3032">
                        <c:v>42321</c:v>
                      </c:pt>
                      <c:pt idx="3033">
                        <c:v>42324</c:v>
                      </c:pt>
                      <c:pt idx="3034">
                        <c:v>42325</c:v>
                      </c:pt>
                      <c:pt idx="3035">
                        <c:v>42326</c:v>
                      </c:pt>
                      <c:pt idx="3036">
                        <c:v>42327</c:v>
                      </c:pt>
                      <c:pt idx="3037">
                        <c:v>42328</c:v>
                      </c:pt>
                      <c:pt idx="3038">
                        <c:v>42331</c:v>
                      </c:pt>
                      <c:pt idx="3039">
                        <c:v>42332</c:v>
                      </c:pt>
                      <c:pt idx="3040">
                        <c:v>42333</c:v>
                      </c:pt>
                      <c:pt idx="3041">
                        <c:v>42334</c:v>
                      </c:pt>
                      <c:pt idx="3042">
                        <c:v>42335</c:v>
                      </c:pt>
                      <c:pt idx="3043">
                        <c:v>42338</c:v>
                      </c:pt>
                      <c:pt idx="3044">
                        <c:v>42339</c:v>
                      </c:pt>
                      <c:pt idx="3045">
                        <c:v>42340</c:v>
                      </c:pt>
                      <c:pt idx="3046">
                        <c:v>42341</c:v>
                      </c:pt>
                      <c:pt idx="3047">
                        <c:v>42342</c:v>
                      </c:pt>
                      <c:pt idx="3048">
                        <c:v>42345</c:v>
                      </c:pt>
                      <c:pt idx="3049">
                        <c:v>42346</c:v>
                      </c:pt>
                      <c:pt idx="3050">
                        <c:v>42347</c:v>
                      </c:pt>
                      <c:pt idx="3051">
                        <c:v>42348</c:v>
                      </c:pt>
                      <c:pt idx="3052">
                        <c:v>42349</c:v>
                      </c:pt>
                      <c:pt idx="3053">
                        <c:v>42352</c:v>
                      </c:pt>
                      <c:pt idx="3054">
                        <c:v>42353</c:v>
                      </c:pt>
                      <c:pt idx="3055">
                        <c:v>42354</c:v>
                      </c:pt>
                      <c:pt idx="3056">
                        <c:v>42355</c:v>
                      </c:pt>
                      <c:pt idx="3057">
                        <c:v>42356</c:v>
                      </c:pt>
                      <c:pt idx="3058">
                        <c:v>42359</c:v>
                      </c:pt>
                      <c:pt idx="3059">
                        <c:v>42360</c:v>
                      </c:pt>
                      <c:pt idx="3060">
                        <c:v>42361</c:v>
                      </c:pt>
                      <c:pt idx="3061">
                        <c:v>42362</c:v>
                      </c:pt>
                      <c:pt idx="3062">
                        <c:v>42363</c:v>
                      </c:pt>
                      <c:pt idx="3063">
                        <c:v>42366</c:v>
                      </c:pt>
                      <c:pt idx="3064">
                        <c:v>42367</c:v>
                      </c:pt>
                      <c:pt idx="3065">
                        <c:v>42368</c:v>
                      </c:pt>
                      <c:pt idx="3066">
                        <c:v>42369</c:v>
                      </c:pt>
                      <c:pt idx="3067">
                        <c:v>42370</c:v>
                      </c:pt>
                      <c:pt idx="3068">
                        <c:v>42373</c:v>
                      </c:pt>
                      <c:pt idx="3069">
                        <c:v>42374</c:v>
                      </c:pt>
                      <c:pt idx="3070">
                        <c:v>42375</c:v>
                      </c:pt>
                      <c:pt idx="3071">
                        <c:v>42376</c:v>
                      </c:pt>
                      <c:pt idx="3072">
                        <c:v>42377</c:v>
                      </c:pt>
                      <c:pt idx="3073">
                        <c:v>42380</c:v>
                      </c:pt>
                      <c:pt idx="3074">
                        <c:v>42381</c:v>
                      </c:pt>
                      <c:pt idx="3075">
                        <c:v>42382</c:v>
                      </c:pt>
                      <c:pt idx="3076">
                        <c:v>42383</c:v>
                      </c:pt>
                      <c:pt idx="3077">
                        <c:v>42384</c:v>
                      </c:pt>
                      <c:pt idx="3078">
                        <c:v>42387</c:v>
                      </c:pt>
                      <c:pt idx="3079">
                        <c:v>42388</c:v>
                      </c:pt>
                      <c:pt idx="3080">
                        <c:v>42389</c:v>
                      </c:pt>
                      <c:pt idx="3081">
                        <c:v>42390</c:v>
                      </c:pt>
                      <c:pt idx="3082">
                        <c:v>42391</c:v>
                      </c:pt>
                      <c:pt idx="3083">
                        <c:v>42394</c:v>
                      </c:pt>
                      <c:pt idx="3084">
                        <c:v>42395</c:v>
                      </c:pt>
                      <c:pt idx="3085">
                        <c:v>42396</c:v>
                      </c:pt>
                      <c:pt idx="3086">
                        <c:v>42397</c:v>
                      </c:pt>
                      <c:pt idx="3087">
                        <c:v>42398</c:v>
                      </c:pt>
                      <c:pt idx="3088">
                        <c:v>42401</c:v>
                      </c:pt>
                      <c:pt idx="3089">
                        <c:v>42402</c:v>
                      </c:pt>
                      <c:pt idx="3090">
                        <c:v>42403</c:v>
                      </c:pt>
                      <c:pt idx="3091">
                        <c:v>42404</c:v>
                      </c:pt>
                      <c:pt idx="3092">
                        <c:v>42405</c:v>
                      </c:pt>
                      <c:pt idx="3093">
                        <c:v>42408</c:v>
                      </c:pt>
                      <c:pt idx="3094">
                        <c:v>42409</c:v>
                      </c:pt>
                      <c:pt idx="3095">
                        <c:v>42410</c:v>
                      </c:pt>
                      <c:pt idx="3096">
                        <c:v>42411</c:v>
                      </c:pt>
                      <c:pt idx="3097">
                        <c:v>42412</c:v>
                      </c:pt>
                      <c:pt idx="3098">
                        <c:v>42415</c:v>
                      </c:pt>
                      <c:pt idx="3099">
                        <c:v>42416</c:v>
                      </c:pt>
                      <c:pt idx="3100">
                        <c:v>42417</c:v>
                      </c:pt>
                      <c:pt idx="3101">
                        <c:v>42418</c:v>
                      </c:pt>
                      <c:pt idx="3102">
                        <c:v>42419</c:v>
                      </c:pt>
                      <c:pt idx="3103">
                        <c:v>42422</c:v>
                      </c:pt>
                      <c:pt idx="3104">
                        <c:v>42423</c:v>
                      </c:pt>
                      <c:pt idx="3105">
                        <c:v>42424</c:v>
                      </c:pt>
                      <c:pt idx="3106">
                        <c:v>42425</c:v>
                      </c:pt>
                      <c:pt idx="3107">
                        <c:v>42426</c:v>
                      </c:pt>
                      <c:pt idx="3108">
                        <c:v>42429</c:v>
                      </c:pt>
                      <c:pt idx="3109">
                        <c:v>42430</c:v>
                      </c:pt>
                      <c:pt idx="3110">
                        <c:v>42431</c:v>
                      </c:pt>
                      <c:pt idx="3111">
                        <c:v>42432</c:v>
                      </c:pt>
                      <c:pt idx="3112">
                        <c:v>42433</c:v>
                      </c:pt>
                      <c:pt idx="3113">
                        <c:v>42436</c:v>
                      </c:pt>
                      <c:pt idx="3114">
                        <c:v>42437</c:v>
                      </c:pt>
                      <c:pt idx="3115">
                        <c:v>42438</c:v>
                      </c:pt>
                      <c:pt idx="3116">
                        <c:v>42439</c:v>
                      </c:pt>
                      <c:pt idx="3117">
                        <c:v>42440</c:v>
                      </c:pt>
                      <c:pt idx="3118">
                        <c:v>42443</c:v>
                      </c:pt>
                      <c:pt idx="3119">
                        <c:v>42444</c:v>
                      </c:pt>
                      <c:pt idx="3120">
                        <c:v>42445</c:v>
                      </c:pt>
                      <c:pt idx="3121">
                        <c:v>42446</c:v>
                      </c:pt>
                      <c:pt idx="3122">
                        <c:v>42447</c:v>
                      </c:pt>
                      <c:pt idx="3123">
                        <c:v>42450</c:v>
                      </c:pt>
                      <c:pt idx="3124">
                        <c:v>42451</c:v>
                      </c:pt>
                      <c:pt idx="3125">
                        <c:v>42452</c:v>
                      </c:pt>
                      <c:pt idx="3126">
                        <c:v>42453</c:v>
                      </c:pt>
                      <c:pt idx="3127">
                        <c:v>42454</c:v>
                      </c:pt>
                      <c:pt idx="3128">
                        <c:v>42457</c:v>
                      </c:pt>
                      <c:pt idx="3129">
                        <c:v>42458</c:v>
                      </c:pt>
                      <c:pt idx="3130">
                        <c:v>42459</c:v>
                      </c:pt>
                      <c:pt idx="3131">
                        <c:v>42460</c:v>
                      </c:pt>
                      <c:pt idx="3132">
                        <c:v>42461</c:v>
                      </c:pt>
                      <c:pt idx="3133">
                        <c:v>42464</c:v>
                      </c:pt>
                      <c:pt idx="3134">
                        <c:v>42465</c:v>
                      </c:pt>
                      <c:pt idx="3135">
                        <c:v>42466</c:v>
                      </c:pt>
                      <c:pt idx="3136">
                        <c:v>42467</c:v>
                      </c:pt>
                      <c:pt idx="3137">
                        <c:v>42468</c:v>
                      </c:pt>
                      <c:pt idx="3138">
                        <c:v>42471</c:v>
                      </c:pt>
                      <c:pt idx="3139">
                        <c:v>42472</c:v>
                      </c:pt>
                      <c:pt idx="3140">
                        <c:v>42473</c:v>
                      </c:pt>
                      <c:pt idx="3141">
                        <c:v>42474</c:v>
                      </c:pt>
                      <c:pt idx="3142">
                        <c:v>42475</c:v>
                      </c:pt>
                      <c:pt idx="3143">
                        <c:v>42478</c:v>
                      </c:pt>
                      <c:pt idx="3144">
                        <c:v>42479</c:v>
                      </c:pt>
                      <c:pt idx="3145">
                        <c:v>42480</c:v>
                      </c:pt>
                      <c:pt idx="3146">
                        <c:v>42481</c:v>
                      </c:pt>
                      <c:pt idx="3147">
                        <c:v>42482</c:v>
                      </c:pt>
                      <c:pt idx="3148">
                        <c:v>42485</c:v>
                      </c:pt>
                      <c:pt idx="3149">
                        <c:v>42486</c:v>
                      </c:pt>
                      <c:pt idx="3150">
                        <c:v>42487</c:v>
                      </c:pt>
                      <c:pt idx="3151">
                        <c:v>42488</c:v>
                      </c:pt>
                      <c:pt idx="3152">
                        <c:v>42489</c:v>
                      </c:pt>
                      <c:pt idx="3153">
                        <c:v>42492</c:v>
                      </c:pt>
                      <c:pt idx="3154">
                        <c:v>42493</c:v>
                      </c:pt>
                      <c:pt idx="3155">
                        <c:v>42494</c:v>
                      </c:pt>
                      <c:pt idx="3156">
                        <c:v>42495</c:v>
                      </c:pt>
                      <c:pt idx="3157">
                        <c:v>42496</c:v>
                      </c:pt>
                      <c:pt idx="3158">
                        <c:v>42499</c:v>
                      </c:pt>
                      <c:pt idx="3159">
                        <c:v>42500</c:v>
                      </c:pt>
                      <c:pt idx="3160">
                        <c:v>42501</c:v>
                      </c:pt>
                      <c:pt idx="3161">
                        <c:v>42502</c:v>
                      </c:pt>
                      <c:pt idx="3162">
                        <c:v>42503</c:v>
                      </c:pt>
                      <c:pt idx="3163">
                        <c:v>42506</c:v>
                      </c:pt>
                      <c:pt idx="3164">
                        <c:v>42507</c:v>
                      </c:pt>
                      <c:pt idx="3165">
                        <c:v>42508</c:v>
                      </c:pt>
                      <c:pt idx="3166">
                        <c:v>42509</c:v>
                      </c:pt>
                      <c:pt idx="3167">
                        <c:v>42510</c:v>
                      </c:pt>
                      <c:pt idx="3168">
                        <c:v>42513</c:v>
                      </c:pt>
                      <c:pt idx="3169">
                        <c:v>42514</c:v>
                      </c:pt>
                      <c:pt idx="3170">
                        <c:v>42515</c:v>
                      </c:pt>
                      <c:pt idx="3171">
                        <c:v>42516</c:v>
                      </c:pt>
                      <c:pt idx="3172">
                        <c:v>42517</c:v>
                      </c:pt>
                      <c:pt idx="3173">
                        <c:v>42520</c:v>
                      </c:pt>
                      <c:pt idx="3174">
                        <c:v>42521</c:v>
                      </c:pt>
                      <c:pt idx="3175">
                        <c:v>42522</c:v>
                      </c:pt>
                      <c:pt idx="3176">
                        <c:v>42523</c:v>
                      </c:pt>
                      <c:pt idx="3177">
                        <c:v>42524</c:v>
                      </c:pt>
                      <c:pt idx="3178">
                        <c:v>42527</c:v>
                      </c:pt>
                      <c:pt idx="3179">
                        <c:v>42528</c:v>
                      </c:pt>
                      <c:pt idx="3180">
                        <c:v>42529</c:v>
                      </c:pt>
                      <c:pt idx="3181">
                        <c:v>42530</c:v>
                      </c:pt>
                      <c:pt idx="3182">
                        <c:v>42531</c:v>
                      </c:pt>
                      <c:pt idx="3183">
                        <c:v>42534</c:v>
                      </c:pt>
                      <c:pt idx="3184">
                        <c:v>42535</c:v>
                      </c:pt>
                      <c:pt idx="3185">
                        <c:v>42536</c:v>
                      </c:pt>
                      <c:pt idx="3186">
                        <c:v>42537</c:v>
                      </c:pt>
                      <c:pt idx="3187">
                        <c:v>42538</c:v>
                      </c:pt>
                      <c:pt idx="3188">
                        <c:v>42541</c:v>
                      </c:pt>
                      <c:pt idx="3189">
                        <c:v>42542</c:v>
                      </c:pt>
                      <c:pt idx="3190">
                        <c:v>42543</c:v>
                      </c:pt>
                      <c:pt idx="3191">
                        <c:v>42544</c:v>
                      </c:pt>
                      <c:pt idx="3192">
                        <c:v>42545</c:v>
                      </c:pt>
                      <c:pt idx="3193">
                        <c:v>42548</c:v>
                      </c:pt>
                      <c:pt idx="3194">
                        <c:v>42549</c:v>
                      </c:pt>
                      <c:pt idx="3195">
                        <c:v>42550</c:v>
                      </c:pt>
                      <c:pt idx="3196">
                        <c:v>42551</c:v>
                      </c:pt>
                      <c:pt idx="3197">
                        <c:v>42552</c:v>
                      </c:pt>
                      <c:pt idx="3198">
                        <c:v>42555</c:v>
                      </c:pt>
                      <c:pt idx="3199">
                        <c:v>42556</c:v>
                      </c:pt>
                      <c:pt idx="3200">
                        <c:v>42557</c:v>
                      </c:pt>
                      <c:pt idx="3201">
                        <c:v>42558</c:v>
                      </c:pt>
                      <c:pt idx="3202">
                        <c:v>42559</c:v>
                      </c:pt>
                      <c:pt idx="3203">
                        <c:v>42562</c:v>
                      </c:pt>
                      <c:pt idx="3204">
                        <c:v>42563</c:v>
                      </c:pt>
                      <c:pt idx="3205">
                        <c:v>42564</c:v>
                      </c:pt>
                      <c:pt idx="3206">
                        <c:v>42565</c:v>
                      </c:pt>
                      <c:pt idx="3207">
                        <c:v>42566</c:v>
                      </c:pt>
                      <c:pt idx="3208">
                        <c:v>42569</c:v>
                      </c:pt>
                      <c:pt idx="3209">
                        <c:v>42570</c:v>
                      </c:pt>
                      <c:pt idx="3210">
                        <c:v>42571</c:v>
                      </c:pt>
                      <c:pt idx="3211">
                        <c:v>42572</c:v>
                      </c:pt>
                      <c:pt idx="3212">
                        <c:v>42573</c:v>
                      </c:pt>
                      <c:pt idx="3213">
                        <c:v>42576</c:v>
                      </c:pt>
                      <c:pt idx="3214">
                        <c:v>42577</c:v>
                      </c:pt>
                      <c:pt idx="3215">
                        <c:v>42578</c:v>
                      </c:pt>
                      <c:pt idx="3216">
                        <c:v>42579</c:v>
                      </c:pt>
                      <c:pt idx="3217">
                        <c:v>42580</c:v>
                      </c:pt>
                      <c:pt idx="3218">
                        <c:v>42583</c:v>
                      </c:pt>
                      <c:pt idx="3219">
                        <c:v>42584</c:v>
                      </c:pt>
                      <c:pt idx="3220">
                        <c:v>42585</c:v>
                      </c:pt>
                      <c:pt idx="3221">
                        <c:v>42586</c:v>
                      </c:pt>
                      <c:pt idx="3222">
                        <c:v>42587</c:v>
                      </c:pt>
                      <c:pt idx="3223">
                        <c:v>42590</c:v>
                      </c:pt>
                      <c:pt idx="3224">
                        <c:v>42591</c:v>
                      </c:pt>
                      <c:pt idx="3225">
                        <c:v>42592</c:v>
                      </c:pt>
                      <c:pt idx="3226">
                        <c:v>42593</c:v>
                      </c:pt>
                      <c:pt idx="3227">
                        <c:v>42594</c:v>
                      </c:pt>
                      <c:pt idx="3228">
                        <c:v>42597</c:v>
                      </c:pt>
                      <c:pt idx="3229">
                        <c:v>42598</c:v>
                      </c:pt>
                      <c:pt idx="3230">
                        <c:v>42599</c:v>
                      </c:pt>
                      <c:pt idx="3231">
                        <c:v>42600</c:v>
                      </c:pt>
                      <c:pt idx="3232">
                        <c:v>42601</c:v>
                      </c:pt>
                      <c:pt idx="3233">
                        <c:v>42604</c:v>
                      </c:pt>
                      <c:pt idx="3234">
                        <c:v>42605</c:v>
                      </c:pt>
                      <c:pt idx="3235">
                        <c:v>42606</c:v>
                      </c:pt>
                      <c:pt idx="3236">
                        <c:v>42607</c:v>
                      </c:pt>
                      <c:pt idx="3237">
                        <c:v>42608</c:v>
                      </c:pt>
                      <c:pt idx="3238">
                        <c:v>42611</c:v>
                      </c:pt>
                      <c:pt idx="3239">
                        <c:v>42612</c:v>
                      </c:pt>
                      <c:pt idx="3240">
                        <c:v>42613</c:v>
                      </c:pt>
                      <c:pt idx="3241">
                        <c:v>42614</c:v>
                      </c:pt>
                      <c:pt idx="3242">
                        <c:v>42615</c:v>
                      </c:pt>
                      <c:pt idx="3243">
                        <c:v>42618</c:v>
                      </c:pt>
                      <c:pt idx="3244">
                        <c:v>42619</c:v>
                      </c:pt>
                      <c:pt idx="3245">
                        <c:v>42620</c:v>
                      </c:pt>
                      <c:pt idx="3246">
                        <c:v>42621</c:v>
                      </c:pt>
                      <c:pt idx="3247">
                        <c:v>42622</c:v>
                      </c:pt>
                      <c:pt idx="3248">
                        <c:v>42625</c:v>
                      </c:pt>
                      <c:pt idx="3249">
                        <c:v>42626</c:v>
                      </c:pt>
                      <c:pt idx="3250">
                        <c:v>42627</c:v>
                      </c:pt>
                      <c:pt idx="3251">
                        <c:v>42628</c:v>
                      </c:pt>
                      <c:pt idx="3252">
                        <c:v>42629</c:v>
                      </c:pt>
                      <c:pt idx="3253">
                        <c:v>42632</c:v>
                      </c:pt>
                      <c:pt idx="3254">
                        <c:v>42633</c:v>
                      </c:pt>
                      <c:pt idx="3255">
                        <c:v>42634</c:v>
                      </c:pt>
                      <c:pt idx="3256">
                        <c:v>42635</c:v>
                      </c:pt>
                      <c:pt idx="3257">
                        <c:v>42636</c:v>
                      </c:pt>
                      <c:pt idx="3258">
                        <c:v>42639</c:v>
                      </c:pt>
                      <c:pt idx="3259">
                        <c:v>42640</c:v>
                      </c:pt>
                      <c:pt idx="3260">
                        <c:v>42641</c:v>
                      </c:pt>
                      <c:pt idx="3261">
                        <c:v>42642</c:v>
                      </c:pt>
                      <c:pt idx="3262">
                        <c:v>42643</c:v>
                      </c:pt>
                      <c:pt idx="3263">
                        <c:v>42646</c:v>
                      </c:pt>
                      <c:pt idx="3264">
                        <c:v>42647</c:v>
                      </c:pt>
                      <c:pt idx="3265">
                        <c:v>42648</c:v>
                      </c:pt>
                      <c:pt idx="3266">
                        <c:v>42649</c:v>
                      </c:pt>
                      <c:pt idx="3267">
                        <c:v>42650</c:v>
                      </c:pt>
                      <c:pt idx="3268">
                        <c:v>42653</c:v>
                      </c:pt>
                      <c:pt idx="3269">
                        <c:v>42654</c:v>
                      </c:pt>
                      <c:pt idx="3270">
                        <c:v>42655</c:v>
                      </c:pt>
                      <c:pt idx="3271">
                        <c:v>42656</c:v>
                      </c:pt>
                      <c:pt idx="3272">
                        <c:v>42657</c:v>
                      </c:pt>
                      <c:pt idx="3273">
                        <c:v>42660</c:v>
                      </c:pt>
                      <c:pt idx="3274">
                        <c:v>42661</c:v>
                      </c:pt>
                      <c:pt idx="3275">
                        <c:v>42662</c:v>
                      </c:pt>
                      <c:pt idx="3276">
                        <c:v>42663</c:v>
                      </c:pt>
                      <c:pt idx="3277">
                        <c:v>42664</c:v>
                      </c:pt>
                      <c:pt idx="3278">
                        <c:v>42667</c:v>
                      </c:pt>
                      <c:pt idx="3279">
                        <c:v>42668</c:v>
                      </c:pt>
                      <c:pt idx="3280">
                        <c:v>42669</c:v>
                      </c:pt>
                      <c:pt idx="3281">
                        <c:v>42670</c:v>
                      </c:pt>
                      <c:pt idx="3282">
                        <c:v>42671</c:v>
                      </c:pt>
                      <c:pt idx="3283">
                        <c:v>42674</c:v>
                      </c:pt>
                      <c:pt idx="3284">
                        <c:v>42675</c:v>
                      </c:pt>
                      <c:pt idx="3285">
                        <c:v>42676</c:v>
                      </c:pt>
                      <c:pt idx="3286">
                        <c:v>42677</c:v>
                      </c:pt>
                      <c:pt idx="3287">
                        <c:v>42678</c:v>
                      </c:pt>
                      <c:pt idx="3288">
                        <c:v>42681</c:v>
                      </c:pt>
                      <c:pt idx="3289">
                        <c:v>42682</c:v>
                      </c:pt>
                      <c:pt idx="3290">
                        <c:v>42683</c:v>
                      </c:pt>
                      <c:pt idx="3291">
                        <c:v>42684</c:v>
                      </c:pt>
                      <c:pt idx="3292">
                        <c:v>42685</c:v>
                      </c:pt>
                      <c:pt idx="3293">
                        <c:v>42688</c:v>
                      </c:pt>
                      <c:pt idx="3294">
                        <c:v>42689</c:v>
                      </c:pt>
                      <c:pt idx="3295">
                        <c:v>42690</c:v>
                      </c:pt>
                      <c:pt idx="3296">
                        <c:v>42691</c:v>
                      </c:pt>
                      <c:pt idx="3297">
                        <c:v>42692</c:v>
                      </c:pt>
                      <c:pt idx="3298">
                        <c:v>42695</c:v>
                      </c:pt>
                      <c:pt idx="3299">
                        <c:v>42696</c:v>
                      </c:pt>
                      <c:pt idx="3300">
                        <c:v>42697</c:v>
                      </c:pt>
                      <c:pt idx="3301">
                        <c:v>42698</c:v>
                      </c:pt>
                      <c:pt idx="3302">
                        <c:v>42699</c:v>
                      </c:pt>
                      <c:pt idx="3303">
                        <c:v>42702</c:v>
                      </c:pt>
                      <c:pt idx="3304">
                        <c:v>42703</c:v>
                      </c:pt>
                      <c:pt idx="3305">
                        <c:v>42704</c:v>
                      </c:pt>
                      <c:pt idx="3306">
                        <c:v>42705</c:v>
                      </c:pt>
                      <c:pt idx="3307">
                        <c:v>42706</c:v>
                      </c:pt>
                      <c:pt idx="3308">
                        <c:v>42709</c:v>
                      </c:pt>
                      <c:pt idx="3309">
                        <c:v>42710</c:v>
                      </c:pt>
                      <c:pt idx="3310">
                        <c:v>42711</c:v>
                      </c:pt>
                      <c:pt idx="3311">
                        <c:v>42712</c:v>
                      </c:pt>
                      <c:pt idx="3312">
                        <c:v>42713</c:v>
                      </c:pt>
                      <c:pt idx="3313">
                        <c:v>42716</c:v>
                      </c:pt>
                      <c:pt idx="3314">
                        <c:v>42717</c:v>
                      </c:pt>
                      <c:pt idx="3315">
                        <c:v>42718</c:v>
                      </c:pt>
                      <c:pt idx="3316">
                        <c:v>42719</c:v>
                      </c:pt>
                      <c:pt idx="3317">
                        <c:v>42720</c:v>
                      </c:pt>
                      <c:pt idx="3318">
                        <c:v>42723</c:v>
                      </c:pt>
                      <c:pt idx="3319">
                        <c:v>42724</c:v>
                      </c:pt>
                      <c:pt idx="3320">
                        <c:v>42725</c:v>
                      </c:pt>
                      <c:pt idx="3321">
                        <c:v>42726</c:v>
                      </c:pt>
                      <c:pt idx="3322">
                        <c:v>42727</c:v>
                      </c:pt>
                      <c:pt idx="3323">
                        <c:v>42730</c:v>
                      </c:pt>
                      <c:pt idx="3324">
                        <c:v>42731</c:v>
                      </c:pt>
                      <c:pt idx="3325">
                        <c:v>42732</c:v>
                      </c:pt>
                      <c:pt idx="3326">
                        <c:v>42733</c:v>
                      </c:pt>
                      <c:pt idx="3327">
                        <c:v>42734</c:v>
                      </c:pt>
                      <c:pt idx="3328">
                        <c:v>42737</c:v>
                      </c:pt>
                      <c:pt idx="3329">
                        <c:v>42738</c:v>
                      </c:pt>
                      <c:pt idx="3330">
                        <c:v>42739</c:v>
                      </c:pt>
                      <c:pt idx="3331">
                        <c:v>42740</c:v>
                      </c:pt>
                      <c:pt idx="3332">
                        <c:v>42741</c:v>
                      </c:pt>
                      <c:pt idx="3333">
                        <c:v>42744</c:v>
                      </c:pt>
                      <c:pt idx="3334">
                        <c:v>42745</c:v>
                      </c:pt>
                      <c:pt idx="3335">
                        <c:v>42746</c:v>
                      </c:pt>
                      <c:pt idx="3336">
                        <c:v>42747</c:v>
                      </c:pt>
                      <c:pt idx="3337">
                        <c:v>42748</c:v>
                      </c:pt>
                      <c:pt idx="3338">
                        <c:v>42751</c:v>
                      </c:pt>
                      <c:pt idx="3339">
                        <c:v>42752</c:v>
                      </c:pt>
                      <c:pt idx="3340">
                        <c:v>42753</c:v>
                      </c:pt>
                      <c:pt idx="3341">
                        <c:v>42754</c:v>
                      </c:pt>
                      <c:pt idx="3342">
                        <c:v>42755</c:v>
                      </c:pt>
                      <c:pt idx="3343">
                        <c:v>42758</c:v>
                      </c:pt>
                      <c:pt idx="3344">
                        <c:v>42759</c:v>
                      </c:pt>
                      <c:pt idx="3345">
                        <c:v>42760</c:v>
                      </c:pt>
                      <c:pt idx="3346">
                        <c:v>42761</c:v>
                      </c:pt>
                      <c:pt idx="3347">
                        <c:v>42762</c:v>
                      </c:pt>
                      <c:pt idx="3348">
                        <c:v>42765</c:v>
                      </c:pt>
                      <c:pt idx="3349">
                        <c:v>42766</c:v>
                      </c:pt>
                      <c:pt idx="3350">
                        <c:v>42767</c:v>
                      </c:pt>
                      <c:pt idx="3351">
                        <c:v>42768</c:v>
                      </c:pt>
                      <c:pt idx="3352">
                        <c:v>42769</c:v>
                      </c:pt>
                      <c:pt idx="3353">
                        <c:v>42772</c:v>
                      </c:pt>
                      <c:pt idx="3354">
                        <c:v>42773</c:v>
                      </c:pt>
                      <c:pt idx="3355">
                        <c:v>42774</c:v>
                      </c:pt>
                      <c:pt idx="3356">
                        <c:v>42775</c:v>
                      </c:pt>
                      <c:pt idx="3357">
                        <c:v>42776</c:v>
                      </c:pt>
                      <c:pt idx="3358">
                        <c:v>42779</c:v>
                      </c:pt>
                      <c:pt idx="3359">
                        <c:v>42780</c:v>
                      </c:pt>
                      <c:pt idx="3360">
                        <c:v>42781</c:v>
                      </c:pt>
                      <c:pt idx="3361">
                        <c:v>42782</c:v>
                      </c:pt>
                      <c:pt idx="3362">
                        <c:v>42783</c:v>
                      </c:pt>
                      <c:pt idx="3363">
                        <c:v>42786</c:v>
                      </c:pt>
                      <c:pt idx="3364">
                        <c:v>42787</c:v>
                      </c:pt>
                      <c:pt idx="3365">
                        <c:v>42788</c:v>
                      </c:pt>
                      <c:pt idx="3366">
                        <c:v>42789</c:v>
                      </c:pt>
                      <c:pt idx="3367">
                        <c:v>42790</c:v>
                      </c:pt>
                      <c:pt idx="3368">
                        <c:v>42793</c:v>
                      </c:pt>
                      <c:pt idx="3369">
                        <c:v>42794</c:v>
                      </c:pt>
                      <c:pt idx="3370">
                        <c:v>42795</c:v>
                      </c:pt>
                      <c:pt idx="3371">
                        <c:v>42796</c:v>
                      </c:pt>
                      <c:pt idx="3372">
                        <c:v>42797</c:v>
                      </c:pt>
                      <c:pt idx="3373">
                        <c:v>42800</c:v>
                      </c:pt>
                      <c:pt idx="3374">
                        <c:v>42801</c:v>
                      </c:pt>
                      <c:pt idx="3375">
                        <c:v>42802</c:v>
                      </c:pt>
                      <c:pt idx="3376">
                        <c:v>42803</c:v>
                      </c:pt>
                      <c:pt idx="3377">
                        <c:v>42804</c:v>
                      </c:pt>
                      <c:pt idx="3378">
                        <c:v>42807</c:v>
                      </c:pt>
                      <c:pt idx="3379">
                        <c:v>42808</c:v>
                      </c:pt>
                      <c:pt idx="3380">
                        <c:v>42809</c:v>
                      </c:pt>
                      <c:pt idx="3381">
                        <c:v>42810</c:v>
                      </c:pt>
                      <c:pt idx="3382">
                        <c:v>42811</c:v>
                      </c:pt>
                      <c:pt idx="3383">
                        <c:v>42814</c:v>
                      </c:pt>
                      <c:pt idx="3384">
                        <c:v>42815</c:v>
                      </c:pt>
                      <c:pt idx="3385">
                        <c:v>42816</c:v>
                      </c:pt>
                      <c:pt idx="3386">
                        <c:v>42817</c:v>
                      </c:pt>
                      <c:pt idx="3387">
                        <c:v>42818</c:v>
                      </c:pt>
                      <c:pt idx="3388">
                        <c:v>42821</c:v>
                      </c:pt>
                      <c:pt idx="3389">
                        <c:v>42822</c:v>
                      </c:pt>
                      <c:pt idx="3390">
                        <c:v>42823</c:v>
                      </c:pt>
                      <c:pt idx="3391">
                        <c:v>42824</c:v>
                      </c:pt>
                      <c:pt idx="3392">
                        <c:v>42825</c:v>
                      </c:pt>
                      <c:pt idx="3393">
                        <c:v>42828</c:v>
                      </c:pt>
                      <c:pt idx="3394">
                        <c:v>42829</c:v>
                      </c:pt>
                      <c:pt idx="3395">
                        <c:v>42830</c:v>
                      </c:pt>
                      <c:pt idx="3396">
                        <c:v>42831</c:v>
                      </c:pt>
                      <c:pt idx="3397">
                        <c:v>42832</c:v>
                      </c:pt>
                      <c:pt idx="3398">
                        <c:v>42835</c:v>
                      </c:pt>
                      <c:pt idx="3399">
                        <c:v>42836</c:v>
                      </c:pt>
                      <c:pt idx="3400">
                        <c:v>42837</c:v>
                      </c:pt>
                      <c:pt idx="3401">
                        <c:v>42838</c:v>
                      </c:pt>
                      <c:pt idx="3402">
                        <c:v>42839</c:v>
                      </c:pt>
                      <c:pt idx="3403">
                        <c:v>42842</c:v>
                      </c:pt>
                      <c:pt idx="3404">
                        <c:v>42843</c:v>
                      </c:pt>
                      <c:pt idx="3405">
                        <c:v>42844</c:v>
                      </c:pt>
                      <c:pt idx="3406">
                        <c:v>42845</c:v>
                      </c:pt>
                      <c:pt idx="3407">
                        <c:v>42846</c:v>
                      </c:pt>
                      <c:pt idx="3408">
                        <c:v>42849</c:v>
                      </c:pt>
                      <c:pt idx="3409">
                        <c:v>42850</c:v>
                      </c:pt>
                      <c:pt idx="3410">
                        <c:v>42851</c:v>
                      </c:pt>
                      <c:pt idx="3411">
                        <c:v>42852</c:v>
                      </c:pt>
                      <c:pt idx="3412">
                        <c:v>42853</c:v>
                      </c:pt>
                      <c:pt idx="3413">
                        <c:v>42856</c:v>
                      </c:pt>
                      <c:pt idx="3414">
                        <c:v>42857</c:v>
                      </c:pt>
                      <c:pt idx="3415">
                        <c:v>42858</c:v>
                      </c:pt>
                      <c:pt idx="3416">
                        <c:v>42859</c:v>
                      </c:pt>
                      <c:pt idx="3417">
                        <c:v>42860</c:v>
                      </c:pt>
                      <c:pt idx="3418">
                        <c:v>42863</c:v>
                      </c:pt>
                      <c:pt idx="3419">
                        <c:v>42864</c:v>
                      </c:pt>
                      <c:pt idx="3420">
                        <c:v>42865</c:v>
                      </c:pt>
                      <c:pt idx="3421">
                        <c:v>42866</c:v>
                      </c:pt>
                      <c:pt idx="3422">
                        <c:v>42867</c:v>
                      </c:pt>
                      <c:pt idx="3423">
                        <c:v>42870</c:v>
                      </c:pt>
                      <c:pt idx="3424">
                        <c:v>42871</c:v>
                      </c:pt>
                      <c:pt idx="3425">
                        <c:v>42872</c:v>
                      </c:pt>
                      <c:pt idx="3426">
                        <c:v>42873</c:v>
                      </c:pt>
                      <c:pt idx="3427">
                        <c:v>42874</c:v>
                      </c:pt>
                      <c:pt idx="3428">
                        <c:v>42877</c:v>
                      </c:pt>
                      <c:pt idx="3429">
                        <c:v>42878</c:v>
                      </c:pt>
                      <c:pt idx="3430">
                        <c:v>42879</c:v>
                      </c:pt>
                      <c:pt idx="3431">
                        <c:v>42880</c:v>
                      </c:pt>
                      <c:pt idx="3432">
                        <c:v>42881</c:v>
                      </c:pt>
                      <c:pt idx="3433">
                        <c:v>42884</c:v>
                      </c:pt>
                      <c:pt idx="3434">
                        <c:v>42885</c:v>
                      </c:pt>
                      <c:pt idx="3435">
                        <c:v>42886</c:v>
                      </c:pt>
                      <c:pt idx="3436">
                        <c:v>42887</c:v>
                      </c:pt>
                      <c:pt idx="3437">
                        <c:v>42888</c:v>
                      </c:pt>
                      <c:pt idx="3438">
                        <c:v>42891</c:v>
                      </c:pt>
                      <c:pt idx="3439">
                        <c:v>42892</c:v>
                      </c:pt>
                      <c:pt idx="3440">
                        <c:v>42893</c:v>
                      </c:pt>
                      <c:pt idx="3441">
                        <c:v>42894</c:v>
                      </c:pt>
                      <c:pt idx="3442">
                        <c:v>42895</c:v>
                      </c:pt>
                      <c:pt idx="3443">
                        <c:v>42898</c:v>
                      </c:pt>
                      <c:pt idx="3444">
                        <c:v>42899</c:v>
                      </c:pt>
                      <c:pt idx="3445">
                        <c:v>42900</c:v>
                      </c:pt>
                      <c:pt idx="3446">
                        <c:v>42901</c:v>
                      </c:pt>
                      <c:pt idx="3447">
                        <c:v>42902</c:v>
                      </c:pt>
                      <c:pt idx="3448">
                        <c:v>42905</c:v>
                      </c:pt>
                      <c:pt idx="3449">
                        <c:v>42906</c:v>
                      </c:pt>
                      <c:pt idx="3450">
                        <c:v>42907</c:v>
                      </c:pt>
                      <c:pt idx="3451">
                        <c:v>42908</c:v>
                      </c:pt>
                      <c:pt idx="3452">
                        <c:v>42909</c:v>
                      </c:pt>
                      <c:pt idx="3453">
                        <c:v>42912</c:v>
                      </c:pt>
                      <c:pt idx="3454">
                        <c:v>42913</c:v>
                      </c:pt>
                      <c:pt idx="3455">
                        <c:v>42914</c:v>
                      </c:pt>
                      <c:pt idx="3456">
                        <c:v>42915</c:v>
                      </c:pt>
                      <c:pt idx="3457">
                        <c:v>42916</c:v>
                      </c:pt>
                      <c:pt idx="3458">
                        <c:v>42919</c:v>
                      </c:pt>
                      <c:pt idx="3459">
                        <c:v>42920</c:v>
                      </c:pt>
                      <c:pt idx="3460">
                        <c:v>42921</c:v>
                      </c:pt>
                      <c:pt idx="3461">
                        <c:v>42922</c:v>
                      </c:pt>
                      <c:pt idx="3462">
                        <c:v>42923</c:v>
                      </c:pt>
                      <c:pt idx="3463">
                        <c:v>42926</c:v>
                      </c:pt>
                      <c:pt idx="3464">
                        <c:v>42927</c:v>
                      </c:pt>
                      <c:pt idx="3465">
                        <c:v>42928</c:v>
                      </c:pt>
                      <c:pt idx="3466">
                        <c:v>42929</c:v>
                      </c:pt>
                      <c:pt idx="3467">
                        <c:v>42930</c:v>
                      </c:pt>
                      <c:pt idx="3468">
                        <c:v>42933</c:v>
                      </c:pt>
                      <c:pt idx="3469">
                        <c:v>42934</c:v>
                      </c:pt>
                      <c:pt idx="3470">
                        <c:v>42935</c:v>
                      </c:pt>
                      <c:pt idx="3471">
                        <c:v>42936</c:v>
                      </c:pt>
                      <c:pt idx="3472">
                        <c:v>42937</c:v>
                      </c:pt>
                      <c:pt idx="3473">
                        <c:v>42940</c:v>
                      </c:pt>
                      <c:pt idx="3474">
                        <c:v>42941</c:v>
                      </c:pt>
                      <c:pt idx="3475">
                        <c:v>42942</c:v>
                      </c:pt>
                      <c:pt idx="3476">
                        <c:v>42943</c:v>
                      </c:pt>
                      <c:pt idx="3477">
                        <c:v>42944</c:v>
                      </c:pt>
                      <c:pt idx="3478">
                        <c:v>42947</c:v>
                      </c:pt>
                      <c:pt idx="3479">
                        <c:v>42948</c:v>
                      </c:pt>
                      <c:pt idx="3480">
                        <c:v>42949</c:v>
                      </c:pt>
                      <c:pt idx="3481">
                        <c:v>42950</c:v>
                      </c:pt>
                      <c:pt idx="3482">
                        <c:v>42951</c:v>
                      </c:pt>
                      <c:pt idx="3483">
                        <c:v>42954</c:v>
                      </c:pt>
                      <c:pt idx="3484">
                        <c:v>42955</c:v>
                      </c:pt>
                      <c:pt idx="3485">
                        <c:v>42956</c:v>
                      </c:pt>
                      <c:pt idx="3486">
                        <c:v>42957</c:v>
                      </c:pt>
                      <c:pt idx="3487">
                        <c:v>42958</c:v>
                      </c:pt>
                      <c:pt idx="3488">
                        <c:v>42961</c:v>
                      </c:pt>
                      <c:pt idx="3489">
                        <c:v>42962</c:v>
                      </c:pt>
                      <c:pt idx="3490">
                        <c:v>42963</c:v>
                      </c:pt>
                      <c:pt idx="3491">
                        <c:v>42964</c:v>
                      </c:pt>
                      <c:pt idx="3492">
                        <c:v>42965</c:v>
                      </c:pt>
                      <c:pt idx="3493">
                        <c:v>42968</c:v>
                      </c:pt>
                      <c:pt idx="3494">
                        <c:v>42969</c:v>
                      </c:pt>
                      <c:pt idx="3495">
                        <c:v>42970</c:v>
                      </c:pt>
                      <c:pt idx="3496">
                        <c:v>42971</c:v>
                      </c:pt>
                      <c:pt idx="3497">
                        <c:v>42972</c:v>
                      </c:pt>
                      <c:pt idx="3498">
                        <c:v>42975</c:v>
                      </c:pt>
                      <c:pt idx="3499">
                        <c:v>42976</c:v>
                      </c:pt>
                      <c:pt idx="3500">
                        <c:v>42977</c:v>
                      </c:pt>
                      <c:pt idx="3501">
                        <c:v>42978</c:v>
                      </c:pt>
                      <c:pt idx="3502">
                        <c:v>42979</c:v>
                      </c:pt>
                      <c:pt idx="3503">
                        <c:v>42982</c:v>
                      </c:pt>
                      <c:pt idx="3504">
                        <c:v>42983</c:v>
                      </c:pt>
                      <c:pt idx="3505">
                        <c:v>42984</c:v>
                      </c:pt>
                      <c:pt idx="3506">
                        <c:v>42985</c:v>
                      </c:pt>
                      <c:pt idx="3507">
                        <c:v>42986</c:v>
                      </c:pt>
                      <c:pt idx="3508">
                        <c:v>42989</c:v>
                      </c:pt>
                      <c:pt idx="3509">
                        <c:v>42990</c:v>
                      </c:pt>
                      <c:pt idx="3510">
                        <c:v>42991</c:v>
                      </c:pt>
                      <c:pt idx="3511">
                        <c:v>42992</c:v>
                      </c:pt>
                      <c:pt idx="3512">
                        <c:v>42993</c:v>
                      </c:pt>
                      <c:pt idx="3513">
                        <c:v>42996</c:v>
                      </c:pt>
                      <c:pt idx="3514">
                        <c:v>42997</c:v>
                      </c:pt>
                      <c:pt idx="3515">
                        <c:v>42998</c:v>
                      </c:pt>
                      <c:pt idx="3516">
                        <c:v>42999</c:v>
                      </c:pt>
                      <c:pt idx="3517">
                        <c:v>43000</c:v>
                      </c:pt>
                      <c:pt idx="3518">
                        <c:v>43003</c:v>
                      </c:pt>
                      <c:pt idx="3519">
                        <c:v>43004</c:v>
                      </c:pt>
                      <c:pt idx="3520">
                        <c:v>43005</c:v>
                      </c:pt>
                      <c:pt idx="3521">
                        <c:v>43006</c:v>
                      </c:pt>
                      <c:pt idx="3522">
                        <c:v>43007</c:v>
                      </c:pt>
                      <c:pt idx="3523">
                        <c:v>43010</c:v>
                      </c:pt>
                      <c:pt idx="3524">
                        <c:v>43011</c:v>
                      </c:pt>
                      <c:pt idx="3525">
                        <c:v>43012</c:v>
                      </c:pt>
                      <c:pt idx="3526">
                        <c:v>43013</c:v>
                      </c:pt>
                      <c:pt idx="3527">
                        <c:v>43014</c:v>
                      </c:pt>
                      <c:pt idx="3528">
                        <c:v>43017</c:v>
                      </c:pt>
                      <c:pt idx="3529">
                        <c:v>43018</c:v>
                      </c:pt>
                      <c:pt idx="3530">
                        <c:v>43019</c:v>
                      </c:pt>
                      <c:pt idx="3531">
                        <c:v>43020</c:v>
                      </c:pt>
                      <c:pt idx="3532">
                        <c:v>43021</c:v>
                      </c:pt>
                      <c:pt idx="3533">
                        <c:v>43024</c:v>
                      </c:pt>
                      <c:pt idx="3534">
                        <c:v>43025</c:v>
                      </c:pt>
                      <c:pt idx="3535">
                        <c:v>43026</c:v>
                      </c:pt>
                      <c:pt idx="3536">
                        <c:v>43027</c:v>
                      </c:pt>
                      <c:pt idx="3537">
                        <c:v>43028</c:v>
                      </c:pt>
                      <c:pt idx="3538">
                        <c:v>43031</c:v>
                      </c:pt>
                      <c:pt idx="3539">
                        <c:v>43032</c:v>
                      </c:pt>
                      <c:pt idx="3540">
                        <c:v>43033</c:v>
                      </c:pt>
                      <c:pt idx="3541">
                        <c:v>43034</c:v>
                      </c:pt>
                      <c:pt idx="3542">
                        <c:v>43035</c:v>
                      </c:pt>
                      <c:pt idx="3543">
                        <c:v>43038</c:v>
                      </c:pt>
                      <c:pt idx="3544">
                        <c:v>43039</c:v>
                      </c:pt>
                      <c:pt idx="3545">
                        <c:v>43040</c:v>
                      </c:pt>
                      <c:pt idx="3546">
                        <c:v>43041</c:v>
                      </c:pt>
                      <c:pt idx="3547">
                        <c:v>43042</c:v>
                      </c:pt>
                      <c:pt idx="3548">
                        <c:v>43045</c:v>
                      </c:pt>
                      <c:pt idx="3549">
                        <c:v>43046</c:v>
                      </c:pt>
                      <c:pt idx="3550">
                        <c:v>43047</c:v>
                      </c:pt>
                      <c:pt idx="3551">
                        <c:v>43048</c:v>
                      </c:pt>
                      <c:pt idx="3552">
                        <c:v>43049</c:v>
                      </c:pt>
                      <c:pt idx="3553">
                        <c:v>43052</c:v>
                      </c:pt>
                      <c:pt idx="3554">
                        <c:v>43053</c:v>
                      </c:pt>
                      <c:pt idx="3555">
                        <c:v>43054</c:v>
                      </c:pt>
                      <c:pt idx="3556">
                        <c:v>43055</c:v>
                      </c:pt>
                      <c:pt idx="3557">
                        <c:v>43056</c:v>
                      </c:pt>
                      <c:pt idx="3558">
                        <c:v>43059</c:v>
                      </c:pt>
                      <c:pt idx="3559">
                        <c:v>43060</c:v>
                      </c:pt>
                      <c:pt idx="3560">
                        <c:v>43061</c:v>
                      </c:pt>
                      <c:pt idx="3561">
                        <c:v>43062</c:v>
                      </c:pt>
                      <c:pt idx="3562">
                        <c:v>43063</c:v>
                      </c:pt>
                      <c:pt idx="3563">
                        <c:v>43066</c:v>
                      </c:pt>
                      <c:pt idx="3564">
                        <c:v>43067</c:v>
                      </c:pt>
                      <c:pt idx="3565">
                        <c:v>43068</c:v>
                      </c:pt>
                      <c:pt idx="3566">
                        <c:v>43069</c:v>
                      </c:pt>
                      <c:pt idx="3567">
                        <c:v>43070</c:v>
                      </c:pt>
                      <c:pt idx="3568">
                        <c:v>43073</c:v>
                      </c:pt>
                      <c:pt idx="3569">
                        <c:v>43074</c:v>
                      </c:pt>
                      <c:pt idx="3570">
                        <c:v>43075</c:v>
                      </c:pt>
                      <c:pt idx="3571">
                        <c:v>43076</c:v>
                      </c:pt>
                      <c:pt idx="3572">
                        <c:v>43077</c:v>
                      </c:pt>
                      <c:pt idx="3573">
                        <c:v>43080</c:v>
                      </c:pt>
                      <c:pt idx="3574">
                        <c:v>43081</c:v>
                      </c:pt>
                      <c:pt idx="3575">
                        <c:v>43082</c:v>
                      </c:pt>
                      <c:pt idx="3576">
                        <c:v>43083</c:v>
                      </c:pt>
                      <c:pt idx="3577">
                        <c:v>43084</c:v>
                      </c:pt>
                      <c:pt idx="3578">
                        <c:v>43087</c:v>
                      </c:pt>
                      <c:pt idx="3579">
                        <c:v>43088</c:v>
                      </c:pt>
                      <c:pt idx="3580">
                        <c:v>43089</c:v>
                      </c:pt>
                      <c:pt idx="3581">
                        <c:v>43090</c:v>
                      </c:pt>
                      <c:pt idx="3582">
                        <c:v>43091</c:v>
                      </c:pt>
                      <c:pt idx="3583">
                        <c:v>43094</c:v>
                      </c:pt>
                      <c:pt idx="3584">
                        <c:v>43095</c:v>
                      </c:pt>
                      <c:pt idx="3585">
                        <c:v>43096</c:v>
                      </c:pt>
                      <c:pt idx="3586">
                        <c:v>43097</c:v>
                      </c:pt>
                      <c:pt idx="3587">
                        <c:v>43098</c:v>
                      </c:pt>
                      <c:pt idx="3588">
                        <c:v>43101</c:v>
                      </c:pt>
                      <c:pt idx="3589">
                        <c:v>43102</c:v>
                      </c:pt>
                      <c:pt idx="3590">
                        <c:v>43103</c:v>
                      </c:pt>
                      <c:pt idx="3591">
                        <c:v>43104</c:v>
                      </c:pt>
                      <c:pt idx="3592">
                        <c:v>43105</c:v>
                      </c:pt>
                      <c:pt idx="3593">
                        <c:v>43108</c:v>
                      </c:pt>
                      <c:pt idx="3594">
                        <c:v>43109</c:v>
                      </c:pt>
                      <c:pt idx="3595">
                        <c:v>43110</c:v>
                      </c:pt>
                      <c:pt idx="3596">
                        <c:v>43111</c:v>
                      </c:pt>
                      <c:pt idx="3597">
                        <c:v>43112</c:v>
                      </c:pt>
                      <c:pt idx="3598">
                        <c:v>43115</c:v>
                      </c:pt>
                      <c:pt idx="3599">
                        <c:v>43116</c:v>
                      </c:pt>
                      <c:pt idx="3600">
                        <c:v>43117</c:v>
                      </c:pt>
                      <c:pt idx="3601">
                        <c:v>43118</c:v>
                      </c:pt>
                      <c:pt idx="3602">
                        <c:v>43119</c:v>
                      </c:pt>
                      <c:pt idx="3603">
                        <c:v>43122</c:v>
                      </c:pt>
                      <c:pt idx="3604">
                        <c:v>43123</c:v>
                      </c:pt>
                      <c:pt idx="3605">
                        <c:v>43124</c:v>
                      </c:pt>
                      <c:pt idx="3606">
                        <c:v>43125</c:v>
                      </c:pt>
                      <c:pt idx="3607">
                        <c:v>43126</c:v>
                      </c:pt>
                      <c:pt idx="3608">
                        <c:v>43129</c:v>
                      </c:pt>
                      <c:pt idx="3609">
                        <c:v>43130</c:v>
                      </c:pt>
                      <c:pt idx="3610">
                        <c:v>43131</c:v>
                      </c:pt>
                      <c:pt idx="3611">
                        <c:v>43132</c:v>
                      </c:pt>
                      <c:pt idx="3612">
                        <c:v>43133</c:v>
                      </c:pt>
                      <c:pt idx="3613">
                        <c:v>43136</c:v>
                      </c:pt>
                      <c:pt idx="3614">
                        <c:v>43137</c:v>
                      </c:pt>
                      <c:pt idx="3615">
                        <c:v>43138</c:v>
                      </c:pt>
                      <c:pt idx="3616">
                        <c:v>43139</c:v>
                      </c:pt>
                      <c:pt idx="3617">
                        <c:v>43140</c:v>
                      </c:pt>
                      <c:pt idx="3618">
                        <c:v>43143</c:v>
                      </c:pt>
                      <c:pt idx="3619">
                        <c:v>43144</c:v>
                      </c:pt>
                      <c:pt idx="3620">
                        <c:v>43145</c:v>
                      </c:pt>
                      <c:pt idx="3621">
                        <c:v>43146</c:v>
                      </c:pt>
                      <c:pt idx="3622">
                        <c:v>43147</c:v>
                      </c:pt>
                      <c:pt idx="3623">
                        <c:v>43150</c:v>
                      </c:pt>
                      <c:pt idx="3624">
                        <c:v>43151</c:v>
                      </c:pt>
                      <c:pt idx="3625">
                        <c:v>43152</c:v>
                      </c:pt>
                      <c:pt idx="3626">
                        <c:v>43153</c:v>
                      </c:pt>
                      <c:pt idx="3627">
                        <c:v>43154</c:v>
                      </c:pt>
                      <c:pt idx="3628">
                        <c:v>43157</c:v>
                      </c:pt>
                      <c:pt idx="3629">
                        <c:v>43158</c:v>
                      </c:pt>
                      <c:pt idx="3630">
                        <c:v>43159</c:v>
                      </c:pt>
                      <c:pt idx="3631">
                        <c:v>43160</c:v>
                      </c:pt>
                      <c:pt idx="3632">
                        <c:v>43161</c:v>
                      </c:pt>
                      <c:pt idx="3633">
                        <c:v>43164</c:v>
                      </c:pt>
                      <c:pt idx="3634">
                        <c:v>43165</c:v>
                      </c:pt>
                      <c:pt idx="3635">
                        <c:v>43166</c:v>
                      </c:pt>
                      <c:pt idx="3636">
                        <c:v>43167</c:v>
                      </c:pt>
                      <c:pt idx="3637">
                        <c:v>43168</c:v>
                      </c:pt>
                      <c:pt idx="3638">
                        <c:v>43171</c:v>
                      </c:pt>
                      <c:pt idx="3639">
                        <c:v>43172</c:v>
                      </c:pt>
                      <c:pt idx="3640">
                        <c:v>43173</c:v>
                      </c:pt>
                      <c:pt idx="3641">
                        <c:v>43174</c:v>
                      </c:pt>
                      <c:pt idx="3642">
                        <c:v>43175</c:v>
                      </c:pt>
                      <c:pt idx="3643">
                        <c:v>43178</c:v>
                      </c:pt>
                      <c:pt idx="3644">
                        <c:v>43179</c:v>
                      </c:pt>
                      <c:pt idx="3645">
                        <c:v>43180</c:v>
                      </c:pt>
                      <c:pt idx="3646">
                        <c:v>43181</c:v>
                      </c:pt>
                      <c:pt idx="3647">
                        <c:v>43182</c:v>
                      </c:pt>
                      <c:pt idx="3648">
                        <c:v>43185</c:v>
                      </c:pt>
                      <c:pt idx="3649">
                        <c:v>43186</c:v>
                      </c:pt>
                      <c:pt idx="3650">
                        <c:v>43187</c:v>
                      </c:pt>
                      <c:pt idx="3651">
                        <c:v>43188</c:v>
                      </c:pt>
                      <c:pt idx="3652">
                        <c:v>43189</c:v>
                      </c:pt>
                      <c:pt idx="3653">
                        <c:v>43192</c:v>
                      </c:pt>
                      <c:pt idx="3654">
                        <c:v>43193</c:v>
                      </c:pt>
                      <c:pt idx="3655">
                        <c:v>43194</c:v>
                      </c:pt>
                      <c:pt idx="3656">
                        <c:v>43195</c:v>
                      </c:pt>
                      <c:pt idx="3657">
                        <c:v>43196</c:v>
                      </c:pt>
                      <c:pt idx="3658">
                        <c:v>43199</c:v>
                      </c:pt>
                      <c:pt idx="3659">
                        <c:v>43200</c:v>
                      </c:pt>
                      <c:pt idx="3660">
                        <c:v>43201</c:v>
                      </c:pt>
                      <c:pt idx="3661">
                        <c:v>43202</c:v>
                      </c:pt>
                      <c:pt idx="3662">
                        <c:v>43203</c:v>
                      </c:pt>
                      <c:pt idx="3663">
                        <c:v>43206</c:v>
                      </c:pt>
                      <c:pt idx="3664">
                        <c:v>43207</c:v>
                      </c:pt>
                      <c:pt idx="3665">
                        <c:v>43208</c:v>
                      </c:pt>
                      <c:pt idx="3666">
                        <c:v>43209</c:v>
                      </c:pt>
                      <c:pt idx="3667">
                        <c:v>43210</c:v>
                      </c:pt>
                      <c:pt idx="3668">
                        <c:v>43213</c:v>
                      </c:pt>
                      <c:pt idx="3669">
                        <c:v>43214</c:v>
                      </c:pt>
                      <c:pt idx="3670">
                        <c:v>43215</c:v>
                      </c:pt>
                      <c:pt idx="3671">
                        <c:v>43216</c:v>
                      </c:pt>
                      <c:pt idx="3672">
                        <c:v>43217</c:v>
                      </c:pt>
                      <c:pt idx="3673">
                        <c:v>43220</c:v>
                      </c:pt>
                      <c:pt idx="3674">
                        <c:v>43221</c:v>
                      </c:pt>
                      <c:pt idx="3675">
                        <c:v>43222</c:v>
                      </c:pt>
                      <c:pt idx="3676">
                        <c:v>43223</c:v>
                      </c:pt>
                      <c:pt idx="3677">
                        <c:v>43224</c:v>
                      </c:pt>
                      <c:pt idx="3678">
                        <c:v>43227</c:v>
                      </c:pt>
                      <c:pt idx="3679">
                        <c:v>43228</c:v>
                      </c:pt>
                      <c:pt idx="3680">
                        <c:v>43229</c:v>
                      </c:pt>
                      <c:pt idx="3681">
                        <c:v>43230</c:v>
                      </c:pt>
                      <c:pt idx="3682">
                        <c:v>43231</c:v>
                      </c:pt>
                      <c:pt idx="3683">
                        <c:v>43234</c:v>
                      </c:pt>
                      <c:pt idx="3684">
                        <c:v>43235</c:v>
                      </c:pt>
                      <c:pt idx="3685">
                        <c:v>43236</c:v>
                      </c:pt>
                      <c:pt idx="3686">
                        <c:v>43237</c:v>
                      </c:pt>
                      <c:pt idx="3687">
                        <c:v>43238</c:v>
                      </c:pt>
                      <c:pt idx="3688">
                        <c:v>43241</c:v>
                      </c:pt>
                      <c:pt idx="3689">
                        <c:v>43242</c:v>
                      </c:pt>
                      <c:pt idx="3690">
                        <c:v>43243</c:v>
                      </c:pt>
                      <c:pt idx="3691">
                        <c:v>43244</c:v>
                      </c:pt>
                      <c:pt idx="3692">
                        <c:v>43245</c:v>
                      </c:pt>
                      <c:pt idx="3693">
                        <c:v>43248</c:v>
                      </c:pt>
                      <c:pt idx="3694">
                        <c:v>43249</c:v>
                      </c:pt>
                      <c:pt idx="3695">
                        <c:v>43250</c:v>
                      </c:pt>
                      <c:pt idx="3696">
                        <c:v>43251</c:v>
                      </c:pt>
                      <c:pt idx="3697">
                        <c:v>43252</c:v>
                      </c:pt>
                      <c:pt idx="3698">
                        <c:v>43255</c:v>
                      </c:pt>
                      <c:pt idx="3699">
                        <c:v>43256</c:v>
                      </c:pt>
                      <c:pt idx="3700">
                        <c:v>43257</c:v>
                      </c:pt>
                      <c:pt idx="3701">
                        <c:v>43258</c:v>
                      </c:pt>
                      <c:pt idx="3702">
                        <c:v>43259</c:v>
                      </c:pt>
                      <c:pt idx="3703">
                        <c:v>43262</c:v>
                      </c:pt>
                      <c:pt idx="3704">
                        <c:v>43263</c:v>
                      </c:pt>
                      <c:pt idx="3705">
                        <c:v>43264</c:v>
                      </c:pt>
                      <c:pt idx="3706">
                        <c:v>43265</c:v>
                      </c:pt>
                      <c:pt idx="3707">
                        <c:v>43266</c:v>
                      </c:pt>
                      <c:pt idx="3708">
                        <c:v>43269</c:v>
                      </c:pt>
                      <c:pt idx="3709">
                        <c:v>43270</c:v>
                      </c:pt>
                      <c:pt idx="3710">
                        <c:v>43271</c:v>
                      </c:pt>
                      <c:pt idx="3711">
                        <c:v>43272</c:v>
                      </c:pt>
                      <c:pt idx="3712">
                        <c:v>43273</c:v>
                      </c:pt>
                      <c:pt idx="3713">
                        <c:v>43276</c:v>
                      </c:pt>
                      <c:pt idx="3714">
                        <c:v>43277</c:v>
                      </c:pt>
                      <c:pt idx="3715">
                        <c:v>43278</c:v>
                      </c:pt>
                      <c:pt idx="3716">
                        <c:v>43279</c:v>
                      </c:pt>
                      <c:pt idx="3717">
                        <c:v>43280</c:v>
                      </c:pt>
                      <c:pt idx="3718">
                        <c:v>43283</c:v>
                      </c:pt>
                      <c:pt idx="3719">
                        <c:v>43284</c:v>
                      </c:pt>
                      <c:pt idx="3720">
                        <c:v>43285</c:v>
                      </c:pt>
                      <c:pt idx="3721">
                        <c:v>43286</c:v>
                      </c:pt>
                      <c:pt idx="3722">
                        <c:v>43287</c:v>
                      </c:pt>
                      <c:pt idx="3723">
                        <c:v>43290</c:v>
                      </c:pt>
                      <c:pt idx="3724">
                        <c:v>43291</c:v>
                      </c:pt>
                      <c:pt idx="3725">
                        <c:v>43292</c:v>
                      </c:pt>
                      <c:pt idx="3726">
                        <c:v>43293</c:v>
                      </c:pt>
                      <c:pt idx="3727">
                        <c:v>43294</c:v>
                      </c:pt>
                      <c:pt idx="3728">
                        <c:v>43297</c:v>
                      </c:pt>
                      <c:pt idx="3729">
                        <c:v>43298</c:v>
                      </c:pt>
                      <c:pt idx="3730">
                        <c:v>43299</c:v>
                      </c:pt>
                      <c:pt idx="3731">
                        <c:v>43300</c:v>
                      </c:pt>
                      <c:pt idx="3732">
                        <c:v>43301</c:v>
                      </c:pt>
                      <c:pt idx="3733">
                        <c:v>43304</c:v>
                      </c:pt>
                      <c:pt idx="3734">
                        <c:v>43305</c:v>
                      </c:pt>
                      <c:pt idx="3735">
                        <c:v>43306</c:v>
                      </c:pt>
                      <c:pt idx="3736">
                        <c:v>43307</c:v>
                      </c:pt>
                      <c:pt idx="3737">
                        <c:v>43308</c:v>
                      </c:pt>
                      <c:pt idx="3738">
                        <c:v>43311</c:v>
                      </c:pt>
                      <c:pt idx="3739">
                        <c:v>43312</c:v>
                      </c:pt>
                      <c:pt idx="3740">
                        <c:v>43313</c:v>
                      </c:pt>
                      <c:pt idx="3741">
                        <c:v>43314</c:v>
                      </c:pt>
                      <c:pt idx="3742">
                        <c:v>43315</c:v>
                      </c:pt>
                      <c:pt idx="3743">
                        <c:v>43318</c:v>
                      </c:pt>
                      <c:pt idx="3744">
                        <c:v>43319</c:v>
                      </c:pt>
                      <c:pt idx="3745">
                        <c:v>43320</c:v>
                      </c:pt>
                      <c:pt idx="3746">
                        <c:v>43321</c:v>
                      </c:pt>
                      <c:pt idx="3747">
                        <c:v>43322</c:v>
                      </c:pt>
                      <c:pt idx="3748">
                        <c:v>43325</c:v>
                      </c:pt>
                      <c:pt idx="3749">
                        <c:v>43326</c:v>
                      </c:pt>
                      <c:pt idx="3750">
                        <c:v>43327</c:v>
                      </c:pt>
                      <c:pt idx="3751">
                        <c:v>43328</c:v>
                      </c:pt>
                      <c:pt idx="3752">
                        <c:v>43329</c:v>
                      </c:pt>
                      <c:pt idx="3753">
                        <c:v>43332</c:v>
                      </c:pt>
                      <c:pt idx="3754">
                        <c:v>43333</c:v>
                      </c:pt>
                      <c:pt idx="3755">
                        <c:v>43334</c:v>
                      </c:pt>
                      <c:pt idx="3756">
                        <c:v>43335</c:v>
                      </c:pt>
                      <c:pt idx="3757">
                        <c:v>43336</c:v>
                      </c:pt>
                      <c:pt idx="3758">
                        <c:v>43339</c:v>
                      </c:pt>
                      <c:pt idx="3759">
                        <c:v>43340</c:v>
                      </c:pt>
                      <c:pt idx="3760">
                        <c:v>43341</c:v>
                      </c:pt>
                      <c:pt idx="3761">
                        <c:v>43342</c:v>
                      </c:pt>
                      <c:pt idx="3762">
                        <c:v>43343</c:v>
                      </c:pt>
                      <c:pt idx="3763">
                        <c:v>43346</c:v>
                      </c:pt>
                      <c:pt idx="3764">
                        <c:v>43347</c:v>
                      </c:pt>
                      <c:pt idx="3765">
                        <c:v>43348</c:v>
                      </c:pt>
                      <c:pt idx="3766">
                        <c:v>43349</c:v>
                      </c:pt>
                      <c:pt idx="3767">
                        <c:v>43350</c:v>
                      </c:pt>
                      <c:pt idx="3768">
                        <c:v>43353</c:v>
                      </c:pt>
                      <c:pt idx="3769">
                        <c:v>43354</c:v>
                      </c:pt>
                      <c:pt idx="3770">
                        <c:v>43355</c:v>
                      </c:pt>
                      <c:pt idx="3771">
                        <c:v>43356</c:v>
                      </c:pt>
                      <c:pt idx="3772">
                        <c:v>43357</c:v>
                      </c:pt>
                      <c:pt idx="3773">
                        <c:v>43360</c:v>
                      </c:pt>
                      <c:pt idx="3774">
                        <c:v>43361</c:v>
                      </c:pt>
                      <c:pt idx="3775">
                        <c:v>43362</c:v>
                      </c:pt>
                      <c:pt idx="3776">
                        <c:v>43363</c:v>
                      </c:pt>
                      <c:pt idx="3777">
                        <c:v>43364</c:v>
                      </c:pt>
                      <c:pt idx="3778">
                        <c:v>43367</c:v>
                      </c:pt>
                      <c:pt idx="3779">
                        <c:v>43368</c:v>
                      </c:pt>
                      <c:pt idx="3780">
                        <c:v>43369</c:v>
                      </c:pt>
                      <c:pt idx="3781">
                        <c:v>43370</c:v>
                      </c:pt>
                      <c:pt idx="3782">
                        <c:v>43371</c:v>
                      </c:pt>
                      <c:pt idx="3783">
                        <c:v>43374</c:v>
                      </c:pt>
                      <c:pt idx="3784">
                        <c:v>43375</c:v>
                      </c:pt>
                      <c:pt idx="3785">
                        <c:v>43376</c:v>
                      </c:pt>
                      <c:pt idx="3786">
                        <c:v>43377</c:v>
                      </c:pt>
                      <c:pt idx="3787">
                        <c:v>43378</c:v>
                      </c:pt>
                      <c:pt idx="3788">
                        <c:v>43381</c:v>
                      </c:pt>
                      <c:pt idx="3789">
                        <c:v>43382</c:v>
                      </c:pt>
                      <c:pt idx="3790">
                        <c:v>43383</c:v>
                      </c:pt>
                      <c:pt idx="3791">
                        <c:v>43384</c:v>
                      </c:pt>
                      <c:pt idx="3792">
                        <c:v>43385</c:v>
                      </c:pt>
                      <c:pt idx="3793">
                        <c:v>43388</c:v>
                      </c:pt>
                      <c:pt idx="3794">
                        <c:v>43389</c:v>
                      </c:pt>
                      <c:pt idx="3795">
                        <c:v>43390</c:v>
                      </c:pt>
                      <c:pt idx="3796">
                        <c:v>43391</c:v>
                      </c:pt>
                      <c:pt idx="3797">
                        <c:v>43392</c:v>
                      </c:pt>
                      <c:pt idx="3798">
                        <c:v>43395</c:v>
                      </c:pt>
                      <c:pt idx="3799">
                        <c:v>43396</c:v>
                      </c:pt>
                      <c:pt idx="3800">
                        <c:v>43397</c:v>
                      </c:pt>
                      <c:pt idx="3801">
                        <c:v>43398</c:v>
                      </c:pt>
                      <c:pt idx="3802">
                        <c:v>43399</c:v>
                      </c:pt>
                      <c:pt idx="3803">
                        <c:v>43402</c:v>
                      </c:pt>
                      <c:pt idx="3804">
                        <c:v>43403</c:v>
                      </c:pt>
                      <c:pt idx="3805">
                        <c:v>43404</c:v>
                      </c:pt>
                      <c:pt idx="3806">
                        <c:v>43405</c:v>
                      </c:pt>
                      <c:pt idx="3807">
                        <c:v>43406</c:v>
                      </c:pt>
                      <c:pt idx="3808">
                        <c:v>43409</c:v>
                      </c:pt>
                      <c:pt idx="3809">
                        <c:v>43410</c:v>
                      </c:pt>
                      <c:pt idx="3810">
                        <c:v>43411</c:v>
                      </c:pt>
                      <c:pt idx="3811">
                        <c:v>43412</c:v>
                      </c:pt>
                      <c:pt idx="3812">
                        <c:v>43413</c:v>
                      </c:pt>
                      <c:pt idx="3813">
                        <c:v>43416</c:v>
                      </c:pt>
                      <c:pt idx="3814">
                        <c:v>43417</c:v>
                      </c:pt>
                      <c:pt idx="3815">
                        <c:v>43418</c:v>
                      </c:pt>
                      <c:pt idx="3816">
                        <c:v>43419</c:v>
                      </c:pt>
                      <c:pt idx="3817">
                        <c:v>43420</c:v>
                      </c:pt>
                      <c:pt idx="3818">
                        <c:v>43423</c:v>
                      </c:pt>
                      <c:pt idx="3819">
                        <c:v>43424</c:v>
                      </c:pt>
                      <c:pt idx="3820">
                        <c:v>43425</c:v>
                      </c:pt>
                      <c:pt idx="3821">
                        <c:v>43426</c:v>
                      </c:pt>
                      <c:pt idx="3822">
                        <c:v>43427</c:v>
                      </c:pt>
                      <c:pt idx="3823">
                        <c:v>43430</c:v>
                      </c:pt>
                      <c:pt idx="3824">
                        <c:v>43431</c:v>
                      </c:pt>
                      <c:pt idx="3825">
                        <c:v>43432</c:v>
                      </c:pt>
                      <c:pt idx="3826">
                        <c:v>43433</c:v>
                      </c:pt>
                      <c:pt idx="3827">
                        <c:v>43434</c:v>
                      </c:pt>
                      <c:pt idx="3828">
                        <c:v>43437</c:v>
                      </c:pt>
                      <c:pt idx="3829">
                        <c:v>43438</c:v>
                      </c:pt>
                      <c:pt idx="3830">
                        <c:v>43439</c:v>
                      </c:pt>
                      <c:pt idx="3831">
                        <c:v>43440</c:v>
                      </c:pt>
                      <c:pt idx="3832">
                        <c:v>43441</c:v>
                      </c:pt>
                      <c:pt idx="3833">
                        <c:v>43444</c:v>
                      </c:pt>
                      <c:pt idx="3834">
                        <c:v>43445</c:v>
                      </c:pt>
                      <c:pt idx="3835">
                        <c:v>43446</c:v>
                      </c:pt>
                      <c:pt idx="3836">
                        <c:v>43447</c:v>
                      </c:pt>
                      <c:pt idx="3837">
                        <c:v>43448</c:v>
                      </c:pt>
                      <c:pt idx="3838">
                        <c:v>43451</c:v>
                      </c:pt>
                      <c:pt idx="3839">
                        <c:v>43452</c:v>
                      </c:pt>
                      <c:pt idx="3840">
                        <c:v>43453</c:v>
                      </c:pt>
                      <c:pt idx="3841">
                        <c:v>43454</c:v>
                      </c:pt>
                      <c:pt idx="3842">
                        <c:v>43455</c:v>
                      </c:pt>
                      <c:pt idx="3843">
                        <c:v>43458</c:v>
                      </c:pt>
                      <c:pt idx="3844">
                        <c:v>43459</c:v>
                      </c:pt>
                      <c:pt idx="3845">
                        <c:v>43460</c:v>
                      </c:pt>
                      <c:pt idx="3846">
                        <c:v>43461</c:v>
                      </c:pt>
                      <c:pt idx="3847">
                        <c:v>43462</c:v>
                      </c:pt>
                      <c:pt idx="3848">
                        <c:v>43465</c:v>
                      </c:pt>
                      <c:pt idx="3849">
                        <c:v>43466</c:v>
                      </c:pt>
                      <c:pt idx="3850">
                        <c:v>43467</c:v>
                      </c:pt>
                      <c:pt idx="3851">
                        <c:v>43468</c:v>
                      </c:pt>
                      <c:pt idx="3852">
                        <c:v>43469</c:v>
                      </c:pt>
                      <c:pt idx="3853">
                        <c:v>43472</c:v>
                      </c:pt>
                      <c:pt idx="3854">
                        <c:v>43473</c:v>
                      </c:pt>
                      <c:pt idx="3855">
                        <c:v>43474</c:v>
                      </c:pt>
                      <c:pt idx="3856">
                        <c:v>43475</c:v>
                      </c:pt>
                      <c:pt idx="3857">
                        <c:v>43476</c:v>
                      </c:pt>
                      <c:pt idx="3858">
                        <c:v>43479</c:v>
                      </c:pt>
                      <c:pt idx="3859">
                        <c:v>43480</c:v>
                      </c:pt>
                      <c:pt idx="3860">
                        <c:v>43481</c:v>
                      </c:pt>
                      <c:pt idx="3861">
                        <c:v>43482</c:v>
                      </c:pt>
                      <c:pt idx="3862">
                        <c:v>43483</c:v>
                      </c:pt>
                      <c:pt idx="3863">
                        <c:v>43486</c:v>
                      </c:pt>
                      <c:pt idx="3864">
                        <c:v>43487</c:v>
                      </c:pt>
                      <c:pt idx="3865">
                        <c:v>43488</c:v>
                      </c:pt>
                      <c:pt idx="3866">
                        <c:v>43489</c:v>
                      </c:pt>
                      <c:pt idx="3867">
                        <c:v>43490</c:v>
                      </c:pt>
                      <c:pt idx="3868">
                        <c:v>43493</c:v>
                      </c:pt>
                      <c:pt idx="3869">
                        <c:v>43494</c:v>
                      </c:pt>
                      <c:pt idx="3870">
                        <c:v>43495</c:v>
                      </c:pt>
                      <c:pt idx="3871">
                        <c:v>43496</c:v>
                      </c:pt>
                      <c:pt idx="3872">
                        <c:v>43497</c:v>
                      </c:pt>
                      <c:pt idx="3873">
                        <c:v>43500</c:v>
                      </c:pt>
                      <c:pt idx="3874">
                        <c:v>43501</c:v>
                      </c:pt>
                      <c:pt idx="3875">
                        <c:v>43502</c:v>
                      </c:pt>
                      <c:pt idx="3876">
                        <c:v>43503</c:v>
                      </c:pt>
                      <c:pt idx="3877">
                        <c:v>43504</c:v>
                      </c:pt>
                      <c:pt idx="3878">
                        <c:v>43507</c:v>
                      </c:pt>
                      <c:pt idx="3879">
                        <c:v>43508</c:v>
                      </c:pt>
                      <c:pt idx="3880">
                        <c:v>43509</c:v>
                      </c:pt>
                      <c:pt idx="3881">
                        <c:v>43510</c:v>
                      </c:pt>
                      <c:pt idx="3882">
                        <c:v>43511</c:v>
                      </c:pt>
                      <c:pt idx="3883">
                        <c:v>43514</c:v>
                      </c:pt>
                      <c:pt idx="3884">
                        <c:v>43515</c:v>
                      </c:pt>
                      <c:pt idx="3885">
                        <c:v>43516</c:v>
                      </c:pt>
                      <c:pt idx="3886">
                        <c:v>43517</c:v>
                      </c:pt>
                      <c:pt idx="3887">
                        <c:v>43518</c:v>
                      </c:pt>
                      <c:pt idx="3888">
                        <c:v>43521</c:v>
                      </c:pt>
                      <c:pt idx="3889">
                        <c:v>43522</c:v>
                      </c:pt>
                      <c:pt idx="3890">
                        <c:v>43523</c:v>
                      </c:pt>
                      <c:pt idx="3891">
                        <c:v>43524</c:v>
                      </c:pt>
                      <c:pt idx="3892">
                        <c:v>43525</c:v>
                      </c:pt>
                      <c:pt idx="3893">
                        <c:v>43528</c:v>
                      </c:pt>
                      <c:pt idx="3894">
                        <c:v>43529</c:v>
                      </c:pt>
                      <c:pt idx="3895">
                        <c:v>43530</c:v>
                      </c:pt>
                      <c:pt idx="3896">
                        <c:v>43531</c:v>
                      </c:pt>
                      <c:pt idx="3897">
                        <c:v>43532</c:v>
                      </c:pt>
                      <c:pt idx="3898">
                        <c:v>43535</c:v>
                      </c:pt>
                      <c:pt idx="3899">
                        <c:v>43536</c:v>
                      </c:pt>
                      <c:pt idx="3900">
                        <c:v>43537</c:v>
                      </c:pt>
                      <c:pt idx="3901">
                        <c:v>43538</c:v>
                      </c:pt>
                      <c:pt idx="3902">
                        <c:v>43539</c:v>
                      </c:pt>
                      <c:pt idx="3903">
                        <c:v>43542</c:v>
                      </c:pt>
                      <c:pt idx="3904">
                        <c:v>43543</c:v>
                      </c:pt>
                      <c:pt idx="3905">
                        <c:v>43544</c:v>
                      </c:pt>
                      <c:pt idx="3906">
                        <c:v>43545</c:v>
                      </c:pt>
                      <c:pt idx="3907">
                        <c:v>43546</c:v>
                      </c:pt>
                      <c:pt idx="3908">
                        <c:v>43549</c:v>
                      </c:pt>
                      <c:pt idx="3909">
                        <c:v>43550</c:v>
                      </c:pt>
                      <c:pt idx="3910">
                        <c:v>43551</c:v>
                      </c:pt>
                      <c:pt idx="3911">
                        <c:v>43552</c:v>
                      </c:pt>
                      <c:pt idx="3912">
                        <c:v>43553</c:v>
                      </c:pt>
                      <c:pt idx="3913">
                        <c:v>43556</c:v>
                      </c:pt>
                      <c:pt idx="3914">
                        <c:v>43557</c:v>
                      </c:pt>
                      <c:pt idx="3915">
                        <c:v>43558</c:v>
                      </c:pt>
                      <c:pt idx="3916">
                        <c:v>43559</c:v>
                      </c:pt>
                      <c:pt idx="3917">
                        <c:v>43560</c:v>
                      </c:pt>
                      <c:pt idx="3918">
                        <c:v>43563</c:v>
                      </c:pt>
                      <c:pt idx="3919">
                        <c:v>43564</c:v>
                      </c:pt>
                      <c:pt idx="3920">
                        <c:v>43565</c:v>
                      </c:pt>
                      <c:pt idx="3921">
                        <c:v>43566</c:v>
                      </c:pt>
                      <c:pt idx="3922">
                        <c:v>43567</c:v>
                      </c:pt>
                      <c:pt idx="3923">
                        <c:v>43570</c:v>
                      </c:pt>
                      <c:pt idx="3924">
                        <c:v>43571</c:v>
                      </c:pt>
                      <c:pt idx="3925">
                        <c:v>43572</c:v>
                      </c:pt>
                      <c:pt idx="3926">
                        <c:v>43573</c:v>
                      </c:pt>
                      <c:pt idx="3927">
                        <c:v>43574</c:v>
                      </c:pt>
                      <c:pt idx="3928">
                        <c:v>43577</c:v>
                      </c:pt>
                      <c:pt idx="3929">
                        <c:v>43578</c:v>
                      </c:pt>
                      <c:pt idx="3930">
                        <c:v>43579</c:v>
                      </c:pt>
                      <c:pt idx="3931">
                        <c:v>43580</c:v>
                      </c:pt>
                      <c:pt idx="3932">
                        <c:v>43581</c:v>
                      </c:pt>
                      <c:pt idx="3933">
                        <c:v>43584</c:v>
                      </c:pt>
                      <c:pt idx="3934">
                        <c:v>43585</c:v>
                      </c:pt>
                      <c:pt idx="3935">
                        <c:v>43586</c:v>
                      </c:pt>
                      <c:pt idx="3936">
                        <c:v>43587</c:v>
                      </c:pt>
                      <c:pt idx="3937">
                        <c:v>43588</c:v>
                      </c:pt>
                      <c:pt idx="3938">
                        <c:v>43591</c:v>
                      </c:pt>
                      <c:pt idx="3939">
                        <c:v>43592</c:v>
                      </c:pt>
                      <c:pt idx="3940">
                        <c:v>43593</c:v>
                      </c:pt>
                      <c:pt idx="3941">
                        <c:v>43594</c:v>
                      </c:pt>
                      <c:pt idx="3942">
                        <c:v>43595</c:v>
                      </c:pt>
                      <c:pt idx="3943">
                        <c:v>43598</c:v>
                      </c:pt>
                      <c:pt idx="3944">
                        <c:v>43599</c:v>
                      </c:pt>
                      <c:pt idx="3945">
                        <c:v>43600</c:v>
                      </c:pt>
                      <c:pt idx="3946">
                        <c:v>43601</c:v>
                      </c:pt>
                      <c:pt idx="3947">
                        <c:v>43602</c:v>
                      </c:pt>
                      <c:pt idx="3948">
                        <c:v>43605</c:v>
                      </c:pt>
                      <c:pt idx="3949">
                        <c:v>43606</c:v>
                      </c:pt>
                      <c:pt idx="3950">
                        <c:v>43607</c:v>
                      </c:pt>
                      <c:pt idx="3951">
                        <c:v>43608</c:v>
                      </c:pt>
                      <c:pt idx="3952">
                        <c:v>43609</c:v>
                      </c:pt>
                      <c:pt idx="3953">
                        <c:v>43612</c:v>
                      </c:pt>
                      <c:pt idx="3954">
                        <c:v>43613</c:v>
                      </c:pt>
                      <c:pt idx="3955">
                        <c:v>43614</c:v>
                      </c:pt>
                      <c:pt idx="3956">
                        <c:v>43615</c:v>
                      </c:pt>
                      <c:pt idx="3957">
                        <c:v>43616</c:v>
                      </c:pt>
                      <c:pt idx="3958">
                        <c:v>43619</c:v>
                      </c:pt>
                      <c:pt idx="3959">
                        <c:v>43620</c:v>
                      </c:pt>
                      <c:pt idx="3960">
                        <c:v>43621</c:v>
                      </c:pt>
                      <c:pt idx="3961">
                        <c:v>43622</c:v>
                      </c:pt>
                      <c:pt idx="3962">
                        <c:v>43623</c:v>
                      </c:pt>
                      <c:pt idx="3963">
                        <c:v>43626</c:v>
                      </c:pt>
                      <c:pt idx="3964">
                        <c:v>43627</c:v>
                      </c:pt>
                      <c:pt idx="3965">
                        <c:v>43628</c:v>
                      </c:pt>
                      <c:pt idx="3966">
                        <c:v>43629</c:v>
                      </c:pt>
                      <c:pt idx="3967">
                        <c:v>43630</c:v>
                      </c:pt>
                      <c:pt idx="3968">
                        <c:v>43633</c:v>
                      </c:pt>
                      <c:pt idx="3969">
                        <c:v>43634</c:v>
                      </c:pt>
                      <c:pt idx="3970">
                        <c:v>43635</c:v>
                      </c:pt>
                      <c:pt idx="3971">
                        <c:v>43636</c:v>
                      </c:pt>
                      <c:pt idx="3972">
                        <c:v>43637</c:v>
                      </c:pt>
                      <c:pt idx="3973">
                        <c:v>43640</c:v>
                      </c:pt>
                      <c:pt idx="3974">
                        <c:v>43641</c:v>
                      </c:pt>
                      <c:pt idx="3975">
                        <c:v>43642</c:v>
                      </c:pt>
                      <c:pt idx="3976">
                        <c:v>43643</c:v>
                      </c:pt>
                      <c:pt idx="3977">
                        <c:v>43644</c:v>
                      </c:pt>
                      <c:pt idx="3978">
                        <c:v>43647</c:v>
                      </c:pt>
                      <c:pt idx="3979">
                        <c:v>43648</c:v>
                      </c:pt>
                      <c:pt idx="3980">
                        <c:v>43649</c:v>
                      </c:pt>
                      <c:pt idx="3981">
                        <c:v>43650</c:v>
                      </c:pt>
                      <c:pt idx="3982">
                        <c:v>43651</c:v>
                      </c:pt>
                      <c:pt idx="3983">
                        <c:v>43654</c:v>
                      </c:pt>
                      <c:pt idx="3984">
                        <c:v>43655</c:v>
                      </c:pt>
                      <c:pt idx="3985">
                        <c:v>43656</c:v>
                      </c:pt>
                      <c:pt idx="3986">
                        <c:v>43657</c:v>
                      </c:pt>
                      <c:pt idx="3987">
                        <c:v>43658</c:v>
                      </c:pt>
                      <c:pt idx="3988">
                        <c:v>43661</c:v>
                      </c:pt>
                      <c:pt idx="3989">
                        <c:v>43662</c:v>
                      </c:pt>
                      <c:pt idx="3990">
                        <c:v>43663</c:v>
                      </c:pt>
                      <c:pt idx="3991">
                        <c:v>43664</c:v>
                      </c:pt>
                      <c:pt idx="3992">
                        <c:v>43665</c:v>
                      </c:pt>
                      <c:pt idx="3993">
                        <c:v>43668</c:v>
                      </c:pt>
                      <c:pt idx="3994">
                        <c:v>43669</c:v>
                      </c:pt>
                      <c:pt idx="3995">
                        <c:v>43670</c:v>
                      </c:pt>
                      <c:pt idx="3996">
                        <c:v>43671</c:v>
                      </c:pt>
                      <c:pt idx="3997">
                        <c:v>43672</c:v>
                      </c:pt>
                      <c:pt idx="3998">
                        <c:v>43675</c:v>
                      </c:pt>
                      <c:pt idx="3999">
                        <c:v>43676</c:v>
                      </c:pt>
                      <c:pt idx="4000">
                        <c:v>43677</c:v>
                      </c:pt>
                      <c:pt idx="4001">
                        <c:v>43678</c:v>
                      </c:pt>
                      <c:pt idx="4002">
                        <c:v>43679</c:v>
                      </c:pt>
                      <c:pt idx="4003">
                        <c:v>43682</c:v>
                      </c:pt>
                      <c:pt idx="4004">
                        <c:v>43683</c:v>
                      </c:pt>
                      <c:pt idx="4005">
                        <c:v>43684</c:v>
                      </c:pt>
                      <c:pt idx="4006">
                        <c:v>43685</c:v>
                      </c:pt>
                      <c:pt idx="4007">
                        <c:v>43686</c:v>
                      </c:pt>
                      <c:pt idx="4008">
                        <c:v>43689</c:v>
                      </c:pt>
                      <c:pt idx="4009">
                        <c:v>43690</c:v>
                      </c:pt>
                      <c:pt idx="4010">
                        <c:v>43691</c:v>
                      </c:pt>
                      <c:pt idx="4011">
                        <c:v>43692</c:v>
                      </c:pt>
                      <c:pt idx="4012">
                        <c:v>43693</c:v>
                      </c:pt>
                      <c:pt idx="4013">
                        <c:v>43696</c:v>
                      </c:pt>
                      <c:pt idx="4014">
                        <c:v>43697</c:v>
                      </c:pt>
                      <c:pt idx="4015">
                        <c:v>43698</c:v>
                      </c:pt>
                      <c:pt idx="4016">
                        <c:v>43699</c:v>
                      </c:pt>
                      <c:pt idx="4017">
                        <c:v>43700</c:v>
                      </c:pt>
                      <c:pt idx="4018">
                        <c:v>43703</c:v>
                      </c:pt>
                      <c:pt idx="4019">
                        <c:v>43704</c:v>
                      </c:pt>
                      <c:pt idx="4020">
                        <c:v>43705</c:v>
                      </c:pt>
                      <c:pt idx="4021">
                        <c:v>43706</c:v>
                      </c:pt>
                      <c:pt idx="4022">
                        <c:v>43707</c:v>
                      </c:pt>
                      <c:pt idx="4023">
                        <c:v>43710</c:v>
                      </c:pt>
                      <c:pt idx="4024">
                        <c:v>43711</c:v>
                      </c:pt>
                      <c:pt idx="4025">
                        <c:v>43712</c:v>
                      </c:pt>
                      <c:pt idx="4026">
                        <c:v>43713</c:v>
                      </c:pt>
                      <c:pt idx="4027">
                        <c:v>43714</c:v>
                      </c:pt>
                      <c:pt idx="4028">
                        <c:v>43717</c:v>
                      </c:pt>
                      <c:pt idx="4029">
                        <c:v>43718</c:v>
                      </c:pt>
                      <c:pt idx="4030">
                        <c:v>43719</c:v>
                      </c:pt>
                      <c:pt idx="4031">
                        <c:v>43720</c:v>
                      </c:pt>
                      <c:pt idx="4032">
                        <c:v>43721</c:v>
                      </c:pt>
                      <c:pt idx="4033">
                        <c:v>43724</c:v>
                      </c:pt>
                      <c:pt idx="4034">
                        <c:v>43725</c:v>
                      </c:pt>
                      <c:pt idx="4035">
                        <c:v>43726</c:v>
                      </c:pt>
                      <c:pt idx="4036">
                        <c:v>43727</c:v>
                      </c:pt>
                      <c:pt idx="4037">
                        <c:v>43728</c:v>
                      </c:pt>
                      <c:pt idx="4038">
                        <c:v>43731</c:v>
                      </c:pt>
                      <c:pt idx="4039">
                        <c:v>43732</c:v>
                      </c:pt>
                      <c:pt idx="4040">
                        <c:v>43733</c:v>
                      </c:pt>
                      <c:pt idx="4041">
                        <c:v>43734</c:v>
                      </c:pt>
                      <c:pt idx="4042">
                        <c:v>43735</c:v>
                      </c:pt>
                      <c:pt idx="4043">
                        <c:v>43738</c:v>
                      </c:pt>
                      <c:pt idx="4044">
                        <c:v>43739</c:v>
                      </c:pt>
                      <c:pt idx="4045">
                        <c:v>43740</c:v>
                      </c:pt>
                      <c:pt idx="4046">
                        <c:v>43741</c:v>
                      </c:pt>
                      <c:pt idx="4047">
                        <c:v>43742</c:v>
                      </c:pt>
                      <c:pt idx="4048">
                        <c:v>43745</c:v>
                      </c:pt>
                      <c:pt idx="4049">
                        <c:v>43746</c:v>
                      </c:pt>
                      <c:pt idx="4050">
                        <c:v>43747</c:v>
                      </c:pt>
                      <c:pt idx="4051">
                        <c:v>43748</c:v>
                      </c:pt>
                      <c:pt idx="4052">
                        <c:v>43749</c:v>
                      </c:pt>
                      <c:pt idx="4053">
                        <c:v>43752</c:v>
                      </c:pt>
                      <c:pt idx="4054">
                        <c:v>43753</c:v>
                      </c:pt>
                      <c:pt idx="4055">
                        <c:v>43754</c:v>
                      </c:pt>
                      <c:pt idx="4056">
                        <c:v>43755</c:v>
                      </c:pt>
                      <c:pt idx="4057">
                        <c:v>43756</c:v>
                      </c:pt>
                      <c:pt idx="4058">
                        <c:v>43759</c:v>
                      </c:pt>
                      <c:pt idx="4059">
                        <c:v>43760</c:v>
                      </c:pt>
                      <c:pt idx="4060">
                        <c:v>43761</c:v>
                      </c:pt>
                      <c:pt idx="4061">
                        <c:v>43762</c:v>
                      </c:pt>
                      <c:pt idx="4062">
                        <c:v>43763</c:v>
                      </c:pt>
                      <c:pt idx="4063">
                        <c:v>43766</c:v>
                      </c:pt>
                      <c:pt idx="4064">
                        <c:v>43767</c:v>
                      </c:pt>
                      <c:pt idx="4065">
                        <c:v>43768</c:v>
                      </c:pt>
                      <c:pt idx="4066">
                        <c:v>43769</c:v>
                      </c:pt>
                      <c:pt idx="4067">
                        <c:v>43770</c:v>
                      </c:pt>
                      <c:pt idx="4068">
                        <c:v>43773</c:v>
                      </c:pt>
                      <c:pt idx="4069">
                        <c:v>43774</c:v>
                      </c:pt>
                      <c:pt idx="4070">
                        <c:v>43775</c:v>
                      </c:pt>
                      <c:pt idx="4071">
                        <c:v>43776</c:v>
                      </c:pt>
                      <c:pt idx="4072">
                        <c:v>43777</c:v>
                      </c:pt>
                      <c:pt idx="4073">
                        <c:v>43780</c:v>
                      </c:pt>
                      <c:pt idx="4074">
                        <c:v>43781</c:v>
                      </c:pt>
                      <c:pt idx="4075">
                        <c:v>43782</c:v>
                      </c:pt>
                      <c:pt idx="4076">
                        <c:v>43783</c:v>
                      </c:pt>
                      <c:pt idx="4077">
                        <c:v>43784</c:v>
                      </c:pt>
                      <c:pt idx="4078">
                        <c:v>43787</c:v>
                      </c:pt>
                      <c:pt idx="4079">
                        <c:v>43788</c:v>
                      </c:pt>
                      <c:pt idx="4080">
                        <c:v>43789</c:v>
                      </c:pt>
                      <c:pt idx="4081">
                        <c:v>43790</c:v>
                      </c:pt>
                      <c:pt idx="4082">
                        <c:v>43791</c:v>
                      </c:pt>
                      <c:pt idx="4083">
                        <c:v>43794</c:v>
                      </c:pt>
                      <c:pt idx="4084">
                        <c:v>43795</c:v>
                      </c:pt>
                      <c:pt idx="4085">
                        <c:v>43796</c:v>
                      </c:pt>
                      <c:pt idx="4086">
                        <c:v>43797</c:v>
                      </c:pt>
                      <c:pt idx="4087">
                        <c:v>43798</c:v>
                      </c:pt>
                      <c:pt idx="4088">
                        <c:v>43801</c:v>
                      </c:pt>
                      <c:pt idx="4089">
                        <c:v>43802</c:v>
                      </c:pt>
                      <c:pt idx="4090">
                        <c:v>43803</c:v>
                      </c:pt>
                      <c:pt idx="4091">
                        <c:v>43804</c:v>
                      </c:pt>
                      <c:pt idx="4092">
                        <c:v>43805</c:v>
                      </c:pt>
                      <c:pt idx="4093">
                        <c:v>43808</c:v>
                      </c:pt>
                      <c:pt idx="4094">
                        <c:v>43809</c:v>
                      </c:pt>
                      <c:pt idx="4095">
                        <c:v>43810</c:v>
                      </c:pt>
                      <c:pt idx="4096">
                        <c:v>43811</c:v>
                      </c:pt>
                      <c:pt idx="4097">
                        <c:v>43812</c:v>
                      </c:pt>
                      <c:pt idx="4098">
                        <c:v>43815</c:v>
                      </c:pt>
                      <c:pt idx="4099">
                        <c:v>43816</c:v>
                      </c:pt>
                      <c:pt idx="4100">
                        <c:v>43817</c:v>
                      </c:pt>
                      <c:pt idx="4101">
                        <c:v>43818</c:v>
                      </c:pt>
                      <c:pt idx="4102">
                        <c:v>43819</c:v>
                      </c:pt>
                      <c:pt idx="4103">
                        <c:v>43822</c:v>
                      </c:pt>
                      <c:pt idx="4104">
                        <c:v>43823</c:v>
                      </c:pt>
                      <c:pt idx="4105">
                        <c:v>43824</c:v>
                      </c:pt>
                      <c:pt idx="4106">
                        <c:v>43825</c:v>
                      </c:pt>
                      <c:pt idx="4107">
                        <c:v>43826</c:v>
                      </c:pt>
                      <c:pt idx="4108">
                        <c:v>43829</c:v>
                      </c:pt>
                      <c:pt idx="4109">
                        <c:v>43830</c:v>
                      </c:pt>
                      <c:pt idx="4110">
                        <c:v>43831</c:v>
                      </c:pt>
                      <c:pt idx="4111">
                        <c:v>43832</c:v>
                      </c:pt>
                      <c:pt idx="4112">
                        <c:v>43833</c:v>
                      </c:pt>
                      <c:pt idx="4113">
                        <c:v>43836</c:v>
                      </c:pt>
                      <c:pt idx="4114">
                        <c:v>43837</c:v>
                      </c:pt>
                      <c:pt idx="4115">
                        <c:v>43838</c:v>
                      </c:pt>
                      <c:pt idx="4116">
                        <c:v>43839</c:v>
                      </c:pt>
                      <c:pt idx="4117">
                        <c:v>43840</c:v>
                      </c:pt>
                      <c:pt idx="4118">
                        <c:v>43843</c:v>
                      </c:pt>
                      <c:pt idx="4119">
                        <c:v>43844</c:v>
                      </c:pt>
                      <c:pt idx="4120">
                        <c:v>43845</c:v>
                      </c:pt>
                      <c:pt idx="4121">
                        <c:v>43846</c:v>
                      </c:pt>
                      <c:pt idx="4122">
                        <c:v>43847</c:v>
                      </c:pt>
                      <c:pt idx="4123">
                        <c:v>43850</c:v>
                      </c:pt>
                      <c:pt idx="4124">
                        <c:v>43851</c:v>
                      </c:pt>
                      <c:pt idx="4125">
                        <c:v>43852</c:v>
                      </c:pt>
                      <c:pt idx="4126">
                        <c:v>43853</c:v>
                      </c:pt>
                      <c:pt idx="4127">
                        <c:v>43854</c:v>
                      </c:pt>
                      <c:pt idx="4128">
                        <c:v>43857</c:v>
                      </c:pt>
                      <c:pt idx="4129">
                        <c:v>43858</c:v>
                      </c:pt>
                      <c:pt idx="4130">
                        <c:v>43859</c:v>
                      </c:pt>
                      <c:pt idx="4131">
                        <c:v>43860</c:v>
                      </c:pt>
                      <c:pt idx="4132">
                        <c:v>43861</c:v>
                      </c:pt>
                      <c:pt idx="4133">
                        <c:v>43864</c:v>
                      </c:pt>
                      <c:pt idx="4134">
                        <c:v>43865</c:v>
                      </c:pt>
                      <c:pt idx="4135">
                        <c:v>43866</c:v>
                      </c:pt>
                      <c:pt idx="4136">
                        <c:v>43867</c:v>
                      </c:pt>
                      <c:pt idx="4137">
                        <c:v>43868</c:v>
                      </c:pt>
                      <c:pt idx="4138">
                        <c:v>43871</c:v>
                      </c:pt>
                      <c:pt idx="4139">
                        <c:v>43872</c:v>
                      </c:pt>
                      <c:pt idx="4140">
                        <c:v>43873</c:v>
                      </c:pt>
                      <c:pt idx="4141">
                        <c:v>43874</c:v>
                      </c:pt>
                      <c:pt idx="4142">
                        <c:v>43875</c:v>
                      </c:pt>
                      <c:pt idx="4143">
                        <c:v>43878</c:v>
                      </c:pt>
                      <c:pt idx="4144">
                        <c:v>43879</c:v>
                      </c:pt>
                      <c:pt idx="4145">
                        <c:v>43880</c:v>
                      </c:pt>
                      <c:pt idx="4146">
                        <c:v>43881</c:v>
                      </c:pt>
                      <c:pt idx="4147">
                        <c:v>43882</c:v>
                      </c:pt>
                      <c:pt idx="4148">
                        <c:v>43885</c:v>
                      </c:pt>
                      <c:pt idx="4149">
                        <c:v>43886</c:v>
                      </c:pt>
                      <c:pt idx="4150">
                        <c:v>43887</c:v>
                      </c:pt>
                      <c:pt idx="4151">
                        <c:v>43888</c:v>
                      </c:pt>
                      <c:pt idx="4152">
                        <c:v>43889</c:v>
                      </c:pt>
                      <c:pt idx="4153">
                        <c:v>43892</c:v>
                      </c:pt>
                      <c:pt idx="4154">
                        <c:v>43893</c:v>
                      </c:pt>
                      <c:pt idx="4155">
                        <c:v>43894</c:v>
                      </c:pt>
                      <c:pt idx="4156">
                        <c:v>43895</c:v>
                      </c:pt>
                      <c:pt idx="4157">
                        <c:v>43896</c:v>
                      </c:pt>
                      <c:pt idx="4158">
                        <c:v>43899</c:v>
                      </c:pt>
                      <c:pt idx="4159">
                        <c:v>43900</c:v>
                      </c:pt>
                      <c:pt idx="4160">
                        <c:v>43901</c:v>
                      </c:pt>
                      <c:pt idx="4161">
                        <c:v>43902</c:v>
                      </c:pt>
                      <c:pt idx="4162">
                        <c:v>43903</c:v>
                      </c:pt>
                      <c:pt idx="4163">
                        <c:v>43906</c:v>
                      </c:pt>
                      <c:pt idx="4164">
                        <c:v>43907</c:v>
                      </c:pt>
                      <c:pt idx="4165">
                        <c:v>43908</c:v>
                      </c:pt>
                      <c:pt idx="4166">
                        <c:v>43909</c:v>
                      </c:pt>
                      <c:pt idx="4167">
                        <c:v>43910</c:v>
                      </c:pt>
                      <c:pt idx="4168">
                        <c:v>43913</c:v>
                      </c:pt>
                      <c:pt idx="4169">
                        <c:v>43914</c:v>
                      </c:pt>
                      <c:pt idx="4170">
                        <c:v>43915</c:v>
                      </c:pt>
                      <c:pt idx="4171">
                        <c:v>43916</c:v>
                      </c:pt>
                      <c:pt idx="4172">
                        <c:v>43917</c:v>
                      </c:pt>
                      <c:pt idx="4173">
                        <c:v>43920</c:v>
                      </c:pt>
                      <c:pt idx="4174">
                        <c:v>43921</c:v>
                      </c:pt>
                      <c:pt idx="4175">
                        <c:v>43922</c:v>
                      </c:pt>
                      <c:pt idx="4176">
                        <c:v>43923</c:v>
                      </c:pt>
                      <c:pt idx="4177">
                        <c:v>43924</c:v>
                      </c:pt>
                      <c:pt idx="4178">
                        <c:v>43927</c:v>
                      </c:pt>
                      <c:pt idx="4179">
                        <c:v>43928</c:v>
                      </c:pt>
                      <c:pt idx="4180">
                        <c:v>43929</c:v>
                      </c:pt>
                      <c:pt idx="4181">
                        <c:v>43930</c:v>
                      </c:pt>
                      <c:pt idx="4182">
                        <c:v>43931</c:v>
                      </c:pt>
                      <c:pt idx="4183">
                        <c:v>43934</c:v>
                      </c:pt>
                      <c:pt idx="4184">
                        <c:v>43935</c:v>
                      </c:pt>
                      <c:pt idx="4185">
                        <c:v>43936</c:v>
                      </c:pt>
                      <c:pt idx="4186">
                        <c:v>43937</c:v>
                      </c:pt>
                      <c:pt idx="4187">
                        <c:v>43938</c:v>
                      </c:pt>
                      <c:pt idx="4188">
                        <c:v>43941</c:v>
                      </c:pt>
                      <c:pt idx="4189">
                        <c:v>43942</c:v>
                      </c:pt>
                      <c:pt idx="4190">
                        <c:v>43943</c:v>
                      </c:pt>
                      <c:pt idx="4191">
                        <c:v>43944</c:v>
                      </c:pt>
                      <c:pt idx="4192">
                        <c:v>43945</c:v>
                      </c:pt>
                      <c:pt idx="4193">
                        <c:v>43948</c:v>
                      </c:pt>
                      <c:pt idx="4194">
                        <c:v>43949</c:v>
                      </c:pt>
                      <c:pt idx="4195">
                        <c:v>43950</c:v>
                      </c:pt>
                      <c:pt idx="4196">
                        <c:v>43951</c:v>
                      </c:pt>
                      <c:pt idx="4197">
                        <c:v>43952</c:v>
                      </c:pt>
                      <c:pt idx="4198">
                        <c:v>43955</c:v>
                      </c:pt>
                      <c:pt idx="4199">
                        <c:v>43956</c:v>
                      </c:pt>
                      <c:pt idx="4200">
                        <c:v>43957</c:v>
                      </c:pt>
                      <c:pt idx="4201">
                        <c:v>43958</c:v>
                      </c:pt>
                      <c:pt idx="4202">
                        <c:v>43959</c:v>
                      </c:pt>
                      <c:pt idx="4203">
                        <c:v>43962</c:v>
                      </c:pt>
                      <c:pt idx="4204">
                        <c:v>43963</c:v>
                      </c:pt>
                      <c:pt idx="4205">
                        <c:v>43964</c:v>
                      </c:pt>
                      <c:pt idx="4206">
                        <c:v>43965</c:v>
                      </c:pt>
                      <c:pt idx="4207">
                        <c:v>43966</c:v>
                      </c:pt>
                      <c:pt idx="4208">
                        <c:v>43969</c:v>
                      </c:pt>
                      <c:pt idx="4209">
                        <c:v>43970</c:v>
                      </c:pt>
                      <c:pt idx="4210">
                        <c:v>43971</c:v>
                      </c:pt>
                      <c:pt idx="4211">
                        <c:v>43972</c:v>
                      </c:pt>
                      <c:pt idx="4212">
                        <c:v>43973</c:v>
                      </c:pt>
                      <c:pt idx="4213">
                        <c:v>43976</c:v>
                      </c:pt>
                      <c:pt idx="4214">
                        <c:v>43977</c:v>
                      </c:pt>
                      <c:pt idx="4215">
                        <c:v>43978</c:v>
                      </c:pt>
                      <c:pt idx="4216">
                        <c:v>43979</c:v>
                      </c:pt>
                      <c:pt idx="4217">
                        <c:v>43980</c:v>
                      </c:pt>
                      <c:pt idx="4218">
                        <c:v>43983</c:v>
                      </c:pt>
                      <c:pt idx="4219">
                        <c:v>43984</c:v>
                      </c:pt>
                      <c:pt idx="4220">
                        <c:v>43985</c:v>
                      </c:pt>
                      <c:pt idx="4221">
                        <c:v>43986</c:v>
                      </c:pt>
                      <c:pt idx="4222">
                        <c:v>43987</c:v>
                      </c:pt>
                      <c:pt idx="4223">
                        <c:v>43990</c:v>
                      </c:pt>
                      <c:pt idx="4224">
                        <c:v>43991</c:v>
                      </c:pt>
                      <c:pt idx="4225">
                        <c:v>43992</c:v>
                      </c:pt>
                      <c:pt idx="4226">
                        <c:v>43993</c:v>
                      </c:pt>
                      <c:pt idx="4227">
                        <c:v>43994</c:v>
                      </c:pt>
                      <c:pt idx="4228">
                        <c:v>43997</c:v>
                      </c:pt>
                      <c:pt idx="4229">
                        <c:v>43998</c:v>
                      </c:pt>
                      <c:pt idx="4230">
                        <c:v>43999</c:v>
                      </c:pt>
                      <c:pt idx="4231">
                        <c:v>44000</c:v>
                      </c:pt>
                      <c:pt idx="4232">
                        <c:v>44001</c:v>
                      </c:pt>
                      <c:pt idx="4233">
                        <c:v>44004</c:v>
                      </c:pt>
                      <c:pt idx="4234">
                        <c:v>44005</c:v>
                      </c:pt>
                      <c:pt idx="4235">
                        <c:v>44006</c:v>
                      </c:pt>
                      <c:pt idx="4236">
                        <c:v>44007</c:v>
                      </c:pt>
                      <c:pt idx="4237">
                        <c:v>44008</c:v>
                      </c:pt>
                      <c:pt idx="4238">
                        <c:v>44011</c:v>
                      </c:pt>
                      <c:pt idx="4239">
                        <c:v>44012</c:v>
                      </c:pt>
                      <c:pt idx="4240">
                        <c:v>44013</c:v>
                      </c:pt>
                      <c:pt idx="4241">
                        <c:v>44014</c:v>
                      </c:pt>
                      <c:pt idx="4242">
                        <c:v>44015</c:v>
                      </c:pt>
                      <c:pt idx="4243">
                        <c:v>44018</c:v>
                      </c:pt>
                      <c:pt idx="4244">
                        <c:v>44019</c:v>
                      </c:pt>
                      <c:pt idx="4245">
                        <c:v>44020</c:v>
                      </c:pt>
                      <c:pt idx="4246">
                        <c:v>44021</c:v>
                      </c:pt>
                      <c:pt idx="4247">
                        <c:v>44022</c:v>
                      </c:pt>
                      <c:pt idx="4248">
                        <c:v>44025</c:v>
                      </c:pt>
                      <c:pt idx="4249">
                        <c:v>44026</c:v>
                      </c:pt>
                      <c:pt idx="4250">
                        <c:v>44027</c:v>
                      </c:pt>
                      <c:pt idx="4251">
                        <c:v>44028</c:v>
                      </c:pt>
                      <c:pt idx="4252">
                        <c:v>44029</c:v>
                      </c:pt>
                      <c:pt idx="4253">
                        <c:v>44032</c:v>
                      </c:pt>
                      <c:pt idx="4254">
                        <c:v>44033</c:v>
                      </c:pt>
                      <c:pt idx="4255">
                        <c:v>44034</c:v>
                      </c:pt>
                      <c:pt idx="4256">
                        <c:v>44035</c:v>
                      </c:pt>
                      <c:pt idx="4257">
                        <c:v>44036</c:v>
                      </c:pt>
                      <c:pt idx="4258">
                        <c:v>44039</c:v>
                      </c:pt>
                      <c:pt idx="4259">
                        <c:v>44040</c:v>
                      </c:pt>
                      <c:pt idx="4260">
                        <c:v>44041</c:v>
                      </c:pt>
                      <c:pt idx="4261">
                        <c:v>44042</c:v>
                      </c:pt>
                      <c:pt idx="4262">
                        <c:v>44043</c:v>
                      </c:pt>
                      <c:pt idx="4263">
                        <c:v>44046</c:v>
                      </c:pt>
                      <c:pt idx="4264">
                        <c:v>44047</c:v>
                      </c:pt>
                      <c:pt idx="4265">
                        <c:v>44048</c:v>
                      </c:pt>
                      <c:pt idx="4266">
                        <c:v>44049</c:v>
                      </c:pt>
                      <c:pt idx="4267">
                        <c:v>44050</c:v>
                      </c:pt>
                      <c:pt idx="4268">
                        <c:v>44053</c:v>
                      </c:pt>
                      <c:pt idx="4269">
                        <c:v>44054</c:v>
                      </c:pt>
                      <c:pt idx="4270">
                        <c:v>44055</c:v>
                      </c:pt>
                      <c:pt idx="4271">
                        <c:v>44056</c:v>
                      </c:pt>
                      <c:pt idx="4272">
                        <c:v>44057</c:v>
                      </c:pt>
                      <c:pt idx="4273">
                        <c:v>44060</c:v>
                      </c:pt>
                      <c:pt idx="4274">
                        <c:v>44061</c:v>
                      </c:pt>
                      <c:pt idx="4275">
                        <c:v>44062</c:v>
                      </c:pt>
                      <c:pt idx="4276">
                        <c:v>44063</c:v>
                      </c:pt>
                      <c:pt idx="4277">
                        <c:v>44064</c:v>
                      </c:pt>
                      <c:pt idx="4278">
                        <c:v>44067</c:v>
                      </c:pt>
                      <c:pt idx="4279">
                        <c:v>44068</c:v>
                      </c:pt>
                      <c:pt idx="4280">
                        <c:v>44069</c:v>
                      </c:pt>
                      <c:pt idx="4281">
                        <c:v>44070</c:v>
                      </c:pt>
                      <c:pt idx="4282">
                        <c:v>44071</c:v>
                      </c:pt>
                      <c:pt idx="4283">
                        <c:v>44074</c:v>
                      </c:pt>
                      <c:pt idx="4284">
                        <c:v>44075</c:v>
                      </c:pt>
                      <c:pt idx="4285">
                        <c:v>44076</c:v>
                      </c:pt>
                      <c:pt idx="4286">
                        <c:v>44077</c:v>
                      </c:pt>
                      <c:pt idx="4287">
                        <c:v>44078</c:v>
                      </c:pt>
                      <c:pt idx="4288">
                        <c:v>44081</c:v>
                      </c:pt>
                      <c:pt idx="4289">
                        <c:v>44082</c:v>
                      </c:pt>
                      <c:pt idx="4290">
                        <c:v>44083</c:v>
                      </c:pt>
                      <c:pt idx="4291">
                        <c:v>44084</c:v>
                      </c:pt>
                      <c:pt idx="4292">
                        <c:v>44085</c:v>
                      </c:pt>
                      <c:pt idx="4293">
                        <c:v>44088</c:v>
                      </c:pt>
                      <c:pt idx="4294">
                        <c:v>44089</c:v>
                      </c:pt>
                      <c:pt idx="4295">
                        <c:v>44090</c:v>
                      </c:pt>
                      <c:pt idx="4296">
                        <c:v>44091</c:v>
                      </c:pt>
                      <c:pt idx="4297">
                        <c:v>44092</c:v>
                      </c:pt>
                      <c:pt idx="4298">
                        <c:v>44095</c:v>
                      </c:pt>
                      <c:pt idx="4299">
                        <c:v>44096</c:v>
                      </c:pt>
                      <c:pt idx="4300">
                        <c:v>44097</c:v>
                      </c:pt>
                      <c:pt idx="4301">
                        <c:v>44098</c:v>
                      </c:pt>
                      <c:pt idx="4302">
                        <c:v>44099</c:v>
                      </c:pt>
                      <c:pt idx="4303">
                        <c:v>44102</c:v>
                      </c:pt>
                      <c:pt idx="4304">
                        <c:v>44103</c:v>
                      </c:pt>
                      <c:pt idx="4305">
                        <c:v>44104</c:v>
                      </c:pt>
                      <c:pt idx="4306">
                        <c:v>44105</c:v>
                      </c:pt>
                      <c:pt idx="4307">
                        <c:v>44106</c:v>
                      </c:pt>
                      <c:pt idx="4308">
                        <c:v>44109</c:v>
                      </c:pt>
                      <c:pt idx="4309">
                        <c:v>44110</c:v>
                      </c:pt>
                      <c:pt idx="4310">
                        <c:v>44111</c:v>
                      </c:pt>
                      <c:pt idx="4311">
                        <c:v>44112</c:v>
                      </c:pt>
                      <c:pt idx="4312">
                        <c:v>44113</c:v>
                      </c:pt>
                      <c:pt idx="4313">
                        <c:v>44116</c:v>
                      </c:pt>
                      <c:pt idx="4314">
                        <c:v>44117</c:v>
                      </c:pt>
                      <c:pt idx="4315">
                        <c:v>44118</c:v>
                      </c:pt>
                      <c:pt idx="4316">
                        <c:v>44119</c:v>
                      </c:pt>
                      <c:pt idx="4317">
                        <c:v>44120</c:v>
                      </c:pt>
                      <c:pt idx="4318">
                        <c:v>44123</c:v>
                      </c:pt>
                      <c:pt idx="4319">
                        <c:v>44124</c:v>
                      </c:pt>
                      <c:pt idx="4320">
                        <c:v>44125</c:v>
                      </c:pt>
                      <c:pt idx="4321">
                        <c:v>44126</c:v>
                      </c:pt>
                      <c:pt idx="4322">
                        <c:v>44127</c:v>
                      </c:pt>
                      <c:pt idx="4323">
                        <c:v>44130</c:v>
                      </c:pt>
                      <c:pt idx="4324">
                        <c:v>44131</c:v>
                      </c:pt>
                      <c:pt idx="4325">
                        <c:v>44132</c:v>
                      </c:pt>
                      <c:pt idx="4326">
                        <c:v>44133</c:v>
                      </c:pt>
                      <c:pt idx="4327">
                        <c:v>44134</c:v>
                      </c:pt>
                      <c:pt idx="4328">
                        <c:v>44137</c:v>
                      </c:pt>
                      <c:pt idx="4329">
                        <c:v>44138</c:v>
                      </c:pt>
                      <c:pt idx="4330">
                        <c:v>44139</c:v>
                      </c:pt>
                      <c:pt idx="4331">
                        <c:v>44140</c:v>
                      </c:pt>
                      <c:pt idx="4332">
                        <c:v>44141</c:v>
                      </c:pt>
                      <c:pt idx="4333">
                        <c:v>44144</c:v>
                      </c:pt>
                      <c:pt idx="4334">
                        <c:v>44145</c:v>
                      </c:pt>
                      <c:pt idx="4335">
                        <c:v>44146</c:v>
                      </c:pt>
                      <c:pt idx="4336">
                        <c:v>44147</c:v>
                      </c:pt>
                      <c:pt idx="4337">
                        <c:v>44148</c:v>
                      </c:pt>
                      <c:pt idx="4338">
                        <c:v>44151</c:v>
                      </c:pt>
                      <c:pt idx="4339">
                        <c:v>44152</c:v>
                      </c:pt>
                      <c:pt idx="4340">
                        <c:v>44153</c:v>
                      </c:pt>
                      <c:pt idx="4341">
                        <c:v>44154</c:v>
                      </c:pt>
                      <c:pt idx="4342">
                        <c:v>44155</c:v>
                      </c:pt>
                      <c:pt idx="4343">
                        <c:v>44158</c:v>
                      </c:pt>
                      <c:pt idx="4344">
                        <c:v>44159</c:v>
                      </c:pt>
                      <c:pt idx="4345">
                        <c:v>44160</c:v>
                      </c:pt>
                      <c:pt idx="4346">
                        <c:v>44161</c:v>
                      </c:pt>
                      <c:pt idx="4347">
                        <c:v>44162</c:v>
                      </c:pt>
                      <c:pt idx="4348">
                        <c:v>44165</c:v>
                      </c:pt>
                      <c:pt idx="4349">
                        <c:v>44166</c:v>
                      </c:pt>
                      <c:pt idx="4350">
                        <c:v>44167</c:v>
                      </c:pt>
                      <c:pt idx="4351">
                        <c:v>44168</c:v>
                      </c:pt>
                      <c:pt idx="4352">
                        <c:v>44169</c:v>
                      </c:pt>
                      <c:pt idx="4353">
                        <c:v>44172</c:v>
                      </c:pt>
                      <c:pt idx="4354">
                        <c:v>44173</c:v>
                      </c:pt>
                      <c:pt idx="4355">
                        <c:v>44174</c:v>
                      </c:pt>
                      <c:pt idx="4356">
                        <c:v>44175</c:v>
                      </c:pt>
                      <c:pt idx="4357">
                        <c:v>44176</c:v>
                      </c:pt>
                      <c:pt idx="4358">
                        <c:v>44179</c:v>
                      </c:pt>
                      <c:pt idx="4359">
                        <c:v>44180</c:v>
                      </c:pt>
                      <c:pt idx="4360">
                        <c:v>44181</c:v>
                      </c:pt>
                      <c:pt idx="4361">
                        <c:v>44182</c:v>
                      </c:pt>
                      <c:pt idx="4362">
                        <c:v>44183</c:v>
                      </c:pt>
                      <c:pt idx="4363">
                        <c:v>44186</c:v>
                      </c:pt>
                      <c:pt idx="4364">
                        <c:v>44187</c:v>
                      </c:pt>
                      <c:pt idx="4365">
                        <c:v>44188</c:v>
                      </c:pt>
                      <c:pt idx="4366">
                        <c:v>44189</c:v>
                      </c:pt>
                      <c:pt idx="4367">
                        <c:v>44190</c:v>
                      </c:pt>
                      <c:pt idx="4368">
                        <c:v>44193</c:v>
                      </c:pt>
                      <c:pt idx="4369">
                        <c:v>44194</c:v>
                      </c:pt>
                      <c:pt idx="4370">
                        <c:v>44195</c:v>
                      </c:pt>
                      <c:pt idx="4371">
                        <c:v>44196</c:v>
                      </c:pt>
                      <c:pt idx="4372">
                        <c:v>44197</c:v>
                      </c:pt>
                      <c:pt idx="4373">
                        <c:v>44200</c:v>
                      </c:pt>
                      <c:pt idx="4374">
                        <c:v>44201</c:v>
                      </c:pt>
                      <c:pt idx="4375">
                        <c:v>44202</c:v>
                      </c:pt>
                      <c:pt idx="4376">
                        <c:v>44203</c:v>
                      </c:pt>
                      <c:pt idx="4377">
                        <c:v>44204</c:v>
                      </c:pt>
                      <c:pt idx="4378">
                        <c:v>44207</c:v>
                      </c:pt>
                      <c:pt idx="4379">
                        <c:v>44208</c:v>
                      </c:pt>
                      <c:pt idx="4380">
                        <c:v>44209</c:v>
                      </c:pt>
                      <c:pt idx="4381">
                        <c:v>44210</c:v>
                      </c:pt>
                      <c:pt idx="4382">
                        <c:v>44211</c:v>
                      </c:pt>
                      <c:pt idx="4383">
                        <c:v>44214</c:v>
                      </c:pt>
                      <c:pt idx="4384">
                        <c:v>44215</c:v>
                      </c:pt>
                      <c:pt idx="4385">
                        <c:v>44216</c:v>
                      </c:pt>
                      <c:pt idx="4386">
                        <c:v>44217</c:v>
                      </c:pt>
                      <c:pt idx="4387">
                        <c:v>44218</c:v>
                      </c:pt>
                      <c:pt idx="4388">
                        <c:v>44221</c:v>
                      </c:pt>
                      <c:pt idx="4389">
                        <c:v>44222</c:v>
                      </c:pt>
                      <c:pt idx="4390">
                        <c:v>44223</c:v>
                      </c:pt>
                      <c:pt idx="4391">
                        <c:v>44224</c:v>
                      </c:pt>
                      <c:pt idx="4392">
                        <c:v>44225</c:v>
                      </c:pt>
                      <c:pt idx="4393">
                        <c:v>44228</c:v>
                      </c:pt>
                      <c:pt idx="4394">
                        <c:v>44229</c:v>
                      </c:pt>
                      <c:pt idx="4395">
                        <c:v>44230</c:v>
                      </c:pt>
                      <c:pt idx="4396">
                        <c:v>44231</c:v>
                      </c:pt>
                      <c:pt idx="4397">
                        <c:v>44232</c:v>
                      </c:pt>
                      <c:pt idx="4398">
                        <c:v>44235</c:v>
                      </c:pt>
                      <c:pt idx="4399">
                        <c:v>44236</c:v>
                      </c:pt>
                      <c:pt idx="4400">
                        <c:v>44237</c:v>
                      </c:pt>
                      <c:pt idx="4401">
                        <c:v>44238</c:v>
                      </c:pt>
                      <c:pt idx="4402">
                        <c:v>44239</c:v>
                      </c:pt>
                      <c:pt idx="4403">
                        <c:v>44242</c:v>
                      </c:pt>
                      <c:pt idx="4404">
                        <c:v>44243</c:v>
                      </c:pt>
                      <c:pt idx="4405">
                        <c:v>44244</c:v>
                      </c:pt>
                      <c:pt idx="4406">
                        <c:v>44245</c:v>
                      </c:pt>
                      <c:pt idx="4407">
                        <c:v>44246</c:v>
                      </c:pt>
                      <c:pt idx="4408">
                        <c:v>44249</c:v>
                      </c:pt>
                      <c:pt idx="4409">
                        <c:v>44250</c:v>
                      </c:pt>
                      <c:pt idx="4410">
                        <c:v>44251</c:v>
                      </c:pt>
                      <c:pt idx="4411">
                        <c:v>44252</c:v>
                      </c:pt>
                      <c:pt idx="4412">
                        <c:v>44253</c:v>
                      </c:pt>
                      <c:pt idx="4413">
                        <c:v>44256</c:v>
                      </c:pt>
                      <c:pt idx="4414">
                        <c:v>44257</c:v>
                      </c:pt>
                      <c:pt idx="4415">
                        <c:v>44258</c:v>
                      </c:pt>
                      <c:pt idx="4416">
                        <c:v>44259</c:v>
                      </c:pt>
                      <c:pt idx="4417">
                        <c:v>44260</c:v>
                      </c:pt>
                      <c:pt idx="4418">
                        <c:v>44263</c:v>
                      </c:pt>
                      <c:pt idx="4419">
                        <c:v>44264</c:v>
                      </c:pt>
                      <c:pt idx="4420">
                        <c:v>44265</c:v>
                      </c:pt>
                      <c:pt idx="4421">
                        <c:v>44266</c:v>
                      </c:pt>
                      <c:pt idx="4422">
                        <c:v>44267</c:v>
                      </c:pt>
                      <c:pt idx="4423">
                        <c:v>44270</c:v>
                      </c:pt>
                      <c:pt idx="4424">
                        <c:v>44271</c:v>
                      </c:pt>
                      <c:pt idx="4425">
                        <c:v>44272</c:v>
                      </c:pt>
                      <c:pt idx="4426">
                        <c:v>44273</c:v>
                      </c:pt>
                      <c:pt idx="4427">
                        <c:v>44274</c:v>
                      </c:pt>
                      <c:pt idx="4428">
                        <c:v>44277</c:v>
                      </c:pt>
                      <c:pt idx="4429">
                        <c:v>44278</c:v>
                      </c:pt>
                      <c:pt idx="4430">
                        <c:v>44279</c:v>
                      </c:pt>
                      <c:pt idx="4431">
                        <c:v>44280</c:v>
                      </c:pt>
                      <c:pt idx="4432">
                        <c:v>44281</c:v>
                      </c:pt>
                      <c:pt idx="4433">
                        <c:v>44284</c:v>
                      </c:pt>
                      <c:pt idx="4434">
                        <c:v>44285</c:v>
                      </c:pt>
                      <c:pt idx="4435">
                        <c:v>44286</c:v>
                      </c:pt>
                      <c:pt idx="4436">
                        <c:v>44287</c:v>
                      </c:pt>
                      <c:pt idx="4437">
                        <c:v>44288</c:v>
                      </c:pt>
                      <c:pt idx="4438">
                        <c:v>44291</c:v>
                      </c:pt>
                      <c:pt idx="4439">
                        <c:v>44292</c:v>
                      </c:pt>
                      <c:pt idx="4440">
                        <c:v>44293</c:v>
                      </c:pt>
                      <c:pt idx="4441">
                        <c:v>44294</c:v>
                      </c:pt>
                      <c:pt idx="4442">
                        <c:v>44295</c:v>
                      </c:pt>
                      <c:pt idx="4443">
                        <c:v>44298</c:v>
                      </c:pt>
                      <c:pt idx="4444">
                        <c:v>44299</c:v>
                      </c:pt>
                      <c:pt idx="4445">
                        <c:v>44300</c:v>
                      </c:pt>
                      <c:pt idx="4446">
                        <c:v>44301</c:v>
                      </c:pt>
                      <c:pt idx="4447">
                        <c:v>44302</c:v>
                      </c:pt>
                      <c:pt idx="4448">
                        <c:v>44305</c:v>
                      </c:pt>
                      <c:pt idx="4449">
                        <c:v>44306</c:v>
                      </c:pt>
                      <c:pt idx="4450">
                        <c:v>44307</c:v>
                      </c:pt>
                      <c:pt idx="4451">
                        <c:v>44308</c:v>
                      </c:pt>
                      <c:pt idx="4452">
                        <c:v>44309</c:v>
                      </c:pt>
                      <c:pt idx="4453">
                        <c:v>44312</c:v>
                      </c:pt>
                      <c:pt idx="4454">
                        <c:v>44313</c:v>
                      </c:pt>
                      <c:pt idx="4455">
                        <c:v>44314</c:v>
                      </c:pt>
                      <c:pt idx="4456">
                        <c:v>44315</c:v>
                      </c:pt>
                      <c:pt idx="4457">
                        <c:v>44316</c:v>
                      </c:pt>
                      <c:pt idx="4458">
                        <c:v>44319</c:v>
                      </c:pt>
                      <c:pt idx="4459">
                        <c:v>44320</c:v>
                      </c:pt>
                      <c:pt idx="4460">
                        <c:v>44321</c:v>
                      </c:pt>
                      <c:pt idx="4461">
                        <c:v>44322</c:v>
                      </c:pt>
                      <c:pt idx="4462">
                        <c:v>44323</c:v>
                      </c:pt>
                      <c:pt idx="4463">
                        <c:v>44326</c:v>
                      </c:pt>
                      <c:pt idx="4464">
                        <c:v>44327</c:v>
                      </c:pt>
                      <c:pt idx="4465">
                        <c:v>44328</c:v>
                      </c:pt>
                      <c:pt idx="4466">
                        <c:v>44329</c:v>
                      </c:pt>
                      <c:pt idx="4467">
                        <c:v>44330</c:v>
                      </c:pt>
                      <c:pt idx="4468">
                        <c:v>44333</c:v>
                      </c:pt>
                      <c:pt idx="4469">
                        <c:v>44334</c:v>
                      </c:pt>
                      <c:pt idx="4470">
                        <c:v>44335</c:v>
                      </c:pt>
                      <c:pt idx="4471">
                        <c:v>44336</c:v>
                      </c:pt>
                      <c:pt idx="4472">
                        <c:v>44337</c:v>
                      </c:pt>
                      <c:pt idx="4473">
                        <c:v>44340</c:v>
                      </c:pt>
                      <c:pt idx="4474">
                        <c:v>44341</c:v>
                      </c:pt>
                      <c:pt idx="4475">
                        <c:v>44342</c:v>
                      </c:pt>
                      <c:pt idx="4476">
                        <c:v>44343</c:v>
                      </c:pt>
                      <c:pt idx="4477">
                        <c:v>44344</c:v>
                      </c:pt>
                      <c:pt idx="4478">
                        <c:v>44347</c:v>
                      </c:pt>
                      <c:pt idx="4479">
                        <c:v>44348</c:v>
                      </c:pt>
                      <c:pt idx="4480">
                        <c:v>44349</c:v>
                      </c:pt>
                      <c:pt idx="4481">
                        <c:v>44350</c:v>
                      </c:pt>
                      <c:pt idx="4482">
                        <c:v>44351</c:v>
                      </c:pt>
                      <c:pt idx="4483">
                        <c:v>44354</c:v>
                      </c:pt>
                      <c:pt idx="4484">
                        <c:v>44355</c:v>
                      </c:pt>
                      <c:pt idx="4485">
                        <c:v>44356</c:v>
                      </c:pt>
                      <c:pt idx="4486">
                        <c:v>44357</c:v>
                      </c:pt>
                      <c:pt idx="4487">
                        <c:v>44358</c:v>
                      </c:pt>
                      <c:pt idx="4488">
                        <c:v>44361</c:v>
                      </c:pt>
                      <c:pt idx="4489">
                        <c:v>44362</c:v>
                      </c:pt>
                      <c:pt idx="4490">
                        <c:v>44363</c:v>
                      </c:pt>
                      <c:pt idx="4491">
                        <c:v>44364</c:v>
                      </c:pt>
                      <c:pt idx="4492">
                        <c:v>44365</c:v>
                      </c:pt>
                      <c:pt idx="4493">
                        <c:v>44368</c:v>
                      </c:pt>
                      <c:pt idx="4494">
                        <c:v>44369</c:v>
                      </c:pt>
                      <c:pt idx="4495">
                        <c:v>44370</c:v>
                      </c:pt>
                      <c:pt idx="4496">
                        <c:v>44371</c:v>
                      </c:pt>
                      <c:pt idx="4497">
                        <c:v>44372</c:v>
                      </c:pt>
                      <c:pt idx="4498">
                        <c:v>44375</c:v>
                      </c:pt>
                      <c:pt idx="4499">
                        <c:v>44376</c:v>
                      </c:pt>
                      <c:pt idx="4500">
                        <c:v>44377</c:v>
                      </c:pt>
                      <c:pt idx="4501">
                        <c:v>44378</c:v>
                      </c:pt>
                      <c:pt idx="4502">
                        <c:v>44379</c:v>
                      </c:pt>
                      <c:pt idx="4503">
                        <c:v>44382</c:v>
                      </c:pt>
                      <c:pt idx="4504">
                        <c:v>44383</c:v>
                      </c:pt>
                      <c:pt idx="4505">
                        <c:v>44384</c:v>
                      </c:pt>
                      <c:pt idx="4506">
                        <c:v>44385</c:v>
                      </c:pt>
                      <c:pt idx="4507">
                        <c:v>44386</c:v>
                      </c:pt>
                      <c:pt idx="4508">
                        <c:v>44389</c:v>
                      </c:pt>
                      <c:pt idx="4509">
                        <c:v>44390</c:v>
                      </c:pt>
                      <c:pt idx="4510">
                        <c:v>44391</c:v>
                      </c:pt>
                      <c:pt idx="4511">
                        <c:v>44392</c:v>
                      </c:pt>
                      <c:pt idx="4512">
                        <c:v>44393</c:v>
                      </c:pt>
                      <c:pt idx="4513">
                        <c:v>44396</c:v>
                      </c:pt>
                      <c:pt idx="4514">
                        <c:v>44397</c:v>
                      </c:pt>
                      <c:pt idx="4515">
                        <c:v>44398</c:v>
                      </c:pt>
                      <c:pt idx="4516">
                        <c:v>44399</c:v>
                      </c:pt>
                      <c:pt idx="4517">
                        <c:v>44400</c:v>
                      </c:pt>
                      <c:pt idx="4518">
                        <c:v>44403</c:v>
                      </c:pt>
                      <c:pt idx="4519">
                        <c:v>44404</c:v>
                      </c:pt>
                      <c:pt idx="4520">
                        <c:v>44405</c:v>
                      </c:pt>
                      <c:pt idx="4521">
                        <c:v>44406</c:v>
                      </c:pt>
                      <c:pt idx="4522">
                        <c:v>44407</c:v>
                      </c:pt>
                      <c:pt idx="4523">
                        <c:v>44410</c:v>
                      </c:pt>
                      <c:pt idx="4524">
                        <c:v>44411</c:v>
                      </c:pt>
                      <c:pt idx="4525">
                        <c:v>44412</c:v>
                      </c:pt>
                      <c:pt idx="4526">
                        <c:v>44413</c:v>
                      </c:pt>
                      <c:pt idx="4527">
                        <c:v>44414</c:v>
                      </c:pt>
                      <c:pt idx="4528">
                        <c:v>44417</c:v>
                      </c:pt>
                      <c:pt idx="4529">
                        <c:v>44418</c:v>
                      </c:pt>
                      <c:pt idx="4530">
                        <c:v>44419</c:v>
                      </c:pt>
                      <c:pt idx="4531">
                        <c:v>44420</c:v>
                      </c:pt>
                      <c:pt idx="4532">
                        <c:v>44421</c:v>
                      </c:pt>
                      <c:pt idx="4533">
                        <c:v>44424</c:v>
                      </c:pt>
                      <c:pt idx="4534">
                        <c:v>44425</c:v>
                      </c:pt>
                      <c:pt idx="4535">
                        <c:v>44426</c:v>
                      </c:pt>
                      <c:pt idx="4536">
                        <c:v>44427</c:v>
                      </c:pt>
                      <c:pt idx="4537">
                        <c:v>44428</c:v>
                      </c:pt>
                      <c:pt idx="4538">
                        <c:v>44431</c:v>
                      </c:pt>
                      <c:pt idx="4539">
                        <c:v>44432</c:v>
                      </c:pt>
                      <c:pt idx="4540">
                        <c:v>44433</c:v>
                      </c:pt>
                      <c:pt idx="4541">
                        <c:v>44434</c:v>
                      </c:pt>
                      <c:pt idx="4542">
                        <c:v>44435</c:v>
                      </c:pt>
                      <c:pt idx="4543">
                        <c:v>44438</c:v>
                      </c:pt>
                      <c:pt idx="4544">
                        <c:v>44439</c:v>
                      </c:pt>
                      <c:pt idx="4545">
                        <c:v>44440</c:v>
                      </c:pt>
                      <c:pt idx="4546">
                        <c:v>44441</c:v>
                      </c:pt>
                      <c:pt idx="4547">
                        <c:v>44442</c:v>
                      </c:pt>
                      <c:pt idx="4548">
                        <c:v>44445</c:v>
                      </c:pt>
                      <c:pt idx="4549">
                        <c:v>44446</c:v>
                      </c:pt>
                      <c:pt idx="4550">
                        <c:v>44447</c:v>
                      </c:pt>
                      <c:pt idx="4551">
                        <c:v>44448</c:v>
                      </c:pt>
                      <c:pt idx="4552">
                        <c:v>44449</c:v>
                      </c:pt>
                      <c:pt idx="4553">
                        <c:v>44452</c:v>
                      </c:pt>
                      <c:pt idx="4554">
                        <c:v>44453</c:v>
                      </c:pt>
                      <c:pt idx="4555">
                        <c:v>44454</c:v>
                      </c:pt>
                      <c:pt idx="4556">
                        <c:v>44455</c:v>
                      </c:pt>
                      <c:pt idx="4557">
                        <c:v>44456</c:v>
                      </c:pt>
                      <c:pt idx="4558">
                        <c:v>44459</c:v>
                      </c:pt>
                      <c:pt idx="4559">
                        <c:v>44460</c:v>
                      </c:pt>
                      <c:pt idx="4560">
                        <c:v>44461</c:v>
                      </c:pt>
                      <c:pt idx="4561">
                        <c:v>44462</c:v>
                      </c:pt>
                      <c:pt idx="4562">
                        <c:v>44463</c:v>
                      </c:pt>
                      <c:pt idx="4563">
                        <c:v>44466</c:v>
                      </c:pt>
                      <c:pt idx="4564">
                        <c:v>44467</c:v>
                      </c:pt>
                      <c:pt idx="4565">
                        <c:v>44468</c:v>
                      </c:pt>
                      <c:pt idx="4566">
                        <c:v>44469</c:v>
                      </c:pt>
                      <c:pt idx="4567">
                        <c:v>44470</c:v>
                      </c:pt>
                      <c:pt idx="4568">
                        <c:v>44473</c:v>
                      </c:pt>
                      <c:pt idx="4569">
                        <c:v>44474</c:v>
                      </c:pt>
                      <c:pt idx="4570">
                        <c:v>44475</c:v>
                      </c:pt>
                      <c:pt idx="4571">
                        <c:v>44476</c:v>
                      </c:pt>
                      <c:pt idx="4572">
                        <c:v>44477</c:v>
                      </c:pt>
                      <c:pt idx="4573">
                        <c:v>44480</c:v>
                      </c:pt>
                      <c:pt idx="4574">
                        <c:v>44481</c:v>
                      </c:pt>
                      <c:pt idx="4575">
                        <c:v>44482</c:v>
                      </c:pt>
                      <c:pt idx="4576">
                        <c:v>44483</c:v>
                      </c:pt>
                      <c:pt idx="4577">
                        <c:v>44484</c:v>
                      </c:pt>
                      <c:pt idx="4578">
                        <c:v>44487</c:v>
                      </c:pt>
                      <c:pt idx="4579">
                        <c:v>44488</c:v>
                      </c:pt>
                      <c:pt idx="4580">
                        <c:v>44489</c:v>
                      </c:pt>
                      <c:pt idx="4581">
                        <c:v>44490</c:v>
                      </c:pt>
                      <c:pt idx="4582">
                        <c:v>44491</c:v>
                      </c:pt>
                      <c:pt idx="4583">
                        <c:v>44494</c:v>
                      </c:pt>
                      <c:pt idx="4584">
                        <c:v>44495</c:v>
                      </c:pt>
                      <c:pt idx="4585">
                        <c:v>44496</c:v>
                      </c:pt>
                      <c:pt idx="4586">
                        <c:v>44497</c:v>
                      </c:pt>
                      <c:pt idx="4587">
                        <c:v>44498</c:v>
                      </c:pt>
                      <c:pt idx="4588">
                        <c:v>44501</c:v>
                      </c:pt>
                      <c:pt idx="4589">
                        <c:v>44502</c:v>
                      </c:pt>
                      <c:pt idx="4590">
                        <c:v>44503</c:v>
                      </c:pt>
                      <c:pt idx="4591">
                        <c:v>44504</c:v>
                      </c:pt>
                      <c:pt idx="4592">
                        <c:v>44505</c:v>
                      </c:pt>
                      <c:pt idx="4593">
                        <c:v>44508</c:v>
                      </c:pt>
                      <c:pt idx="4594">
                        <c:v>44509</c:v>
                      </c:pt>
                      <c:pt idx="4595">
                        <c:v>44510</c:v>
                      </c:pt>
                      <c:pt idx="4596">
                        <c:v>44511</c:v>
                      </c:pt>
                      <c:pt idx="4597">
                        <c:v>44512</c:v>
                      </c:pt>
                      <c:pt idx="4598">
                        <c:v>44515</c:v>
                      </c:pt>
                      <c:pt idx="4599">
                        <c:v>44516</c:v>
                      </c:pt>
                      <c:pt idx="4600">
                        <c:v>44517</c:v>
                      </c:pt>
                      <c:pt idx="4601">
                        <c:v>44518</c:v>
                      </c:pt>
                      <c:pt idx="4602">
                        <c:v>44519</c:v>
                      </c:pt>
                      <c:pt idx="4603">
                        <c:v>44522</c:v>
                      </c:pt>
                      <c:pt idx="4604">
                        <c:v>44523</c:v>
                      </c:pt>
                      <c:pt idx="4605">
                        <c:v>44524</c:v>
                      </c:pt>
                      <c:pt idx="4606">
                        <c:v>44525</c:v>
                      </c:pt>
                      <c:pt idx="4607">
                        <c:v>44526</c:v>
                      </c:pt>
                      <c:pt idx="4608">
                        <c:v>44529</c:v>
                      </c:pt>
                      <c:pt idx="4609">
                        <c:v>44530</c:v>
                      </c:pt>
                      <c:pt idx="4610">
                        <c:v>44531</c:v>
                      </c:pt>
                      <c:pt idx="4611">
                        <c:v>44532</c:v>
                      </c:pt>
                      <c:pt idx="4612">
                        <c:v>44533</c:v>
                      </c:pt>
                      <c:pt idx="4613">
                        <c:v>44536</c:v>
                      </c:pt>
                      <c:pt idx="4614">
                        <c:v>44537</c:v>
                      </c:pt>
                      <c:pt idx="4615">
                        <c:v>44538</c:v>
                      </c:pt>
                      <c:pt idx="4616">
                        <c:v>44539</c:v>
                      </c:pt>
                      <c:pt idx="4617">
                        <c:v>44540</c:v>
                      </c:pt>
                      <c:pt idx="4618">
                        <c:v>44543</c:v>
                      </c:pt>
                      <c:pt idx="4619">
                        <c:v>44544</c:v>
                      </c:pt>
                      <c:pt idx="4620">
                        <c:v>44545</c:v>
                      </c:pt>
                      <c:pt idx="4621">
                        <c:v>44546</c:v>
                      </c:pt>
                      <c:pt idx="4622">
                        <c:v>44547</c:v>
                      </c:pt>
                      <c:pt idx="4623">
                        <c:v>44550</c:v>
                      </c:pt>
                      <c:pt idx="4624">
                        <c:v>44551</c:v>
                      </c:pt>
                      <c:pt idx="4625">
                        <c:v>44552</c:v>
                      </c:pt>
                      <c:pt idx="4626">
                        <c:v>44553</c:v>
                      </c:pt>
                      <c:pt idx="4627">
                        <c:v>44554</c:v>
                      </c:pt>
                      <c:pt idx="4628">
                        <c:v>44557</c:v>
                      </c:pt>
                      <c:pt idx="4629">
                        <c:v>44558</c:v>
                      </c:pt>
                      <c:pt idx="4630">
                        <c:v>44559</c:v>
                      </c:pt>
                      <c:pt idx="4631">
                        <c:v>44560</c:v>
                      </c:pt>
                      <c:pt idx="4632">
                        <c:v>44561</c:v>
                      </c:pt>
                      <c:pt idx="4633">
                        <c:v>44564</c:v>
                      </c:pt>
                      <c:pt idx="4634">
                        <c:v>44565</c:v>
                      </c:pt>
                      <c:pt idx="4635">
                        <c:v>44566</c:v>
                      </c:pt>
                      <c:pt idx="4636">
                        <c:v>44567</c:v>
                      </c:pt>
                      <c:pt idx="4637">
                        <c:v>44568</c:v>
                      </c:pt>
                      <c:pt idx="4638">
                        <c:v>44571</c:v>
                      </c:pt>
                      <c:pt idx="4639">
                        <c:v>44572</c:v>
                      </c:pt>
                      <c:pt idx="4640">
                        <c:v>44573</c:v>
                      </c:pt>
                      <c:pt idx="4641">
                        <c:v>44574</c:v>
                      </c:pt>
                      <c:pt idx="4642">
                        <c:v>44575</c:v>
                      </c:pt>
                      <c:pt idx="4643">
                        <c:v>44578</c:v>
                      </c:pt>
                      <c:pt idx="4644">
                        <c:v>44579</c:v>
                      </c:pt>
                      <c:pt idx="4645">
                        <c:v>44580</c:v>
                      </c:pt>
                      <c:pt idx="4646">
                        <c:v>44581</c:v>
                      </c:pt>
                      <c:pt idx="4647">
                        <c:v>44582</c:v>
                      </c:pt>
                      <c:pt idx="4648">
                        <c:v>44585</c:v>
                      </c:pt>
                      <c:pt idx="4649">
                        <c:v>44586</c:v>
                      </c:pt>
                      <c:pt idx="4650">
                        <c:v>44587</c:v>
                      </c:pt>
                      <c:pt idx="4651">
                        <c:v>44588</c:v>
                      </c:pt>
                      <c:pt idx="4652">
                        <c:v>44589</c:v>
                      </c:pt>
                      <c:pt idx="4653">
                        <c:v>44592</c:v>
                      </c:pt>
                      <c:pt idx="4654">
                        <c:v>44593</c:v>
                      </c:pt>
                      <c:pt idx="4655">
                        <c:v>44594</c:v>
                      </c:pt>
                      <c:pt idx="4656">
                        <c:v>44595</c:v>
                      </c:pt>
                      <c:pt idx="4657">
                        <c:v>44596</c:v>
                      </c:pt>
                      <c:pt idx="4658">
                        <c:v>44599</c:v>
                      </c:pt>
                      <c:pt idx="4659">
                        <c:v>44600</c:v>
                      </c:pt>
                      <c:pt idx="4660">
                        <c:v>44601</c:v>
                      </c:pt>
                      <c:pt idx="4661">
                        <c:v>44602</c:v>
                      </c:pt>
                      <c:pt idx="4662">
                        <c:v>44603</c:v>
                      </c:pt>
                      <c:pt idx="4663">
                        <c:v>44606</c:v>
                      </c:pt>
                      <c:pt idx="4664">
                        <c:v>44607</c:v>
                      </c:pt>
                      <c:pt idx="4665">
                        <c:v>44608</c:v>
                      </c:pt>
                      <c:pt idx="4666">
                        <c:v>44609</c:v>
                      </c:pt>
                      <c:pt idx="4667">
                        <c:v>44610</c:v>
                      </c:pt>
                      <c:pt idx="4668">
                        <c:v>44613</c:v>
                      </c:pt>
                      <c:pt idx="4669">
                        <c:v>44614</c:v>
                      </c:pt>
                      <c:pt idx="4670">
                        <c:v>44615</c:v>
                      </c:pt>
                      <c:pt idx="4671">
                        <c:v>44616</c:v>
                      </c:pt>
                      <c:pt idx="4672">
                        <c:v>44617</c:v>
                      </c:pt>
                      <c:pt idx="4673">
                        <c:v>44620</c:v>
                      </c:pt>
                      <c:pt idx="4674">
                        <c:v>44621</c:v>
                      </c:pt>
                      <c:pt idx="4675">
                        <c:v>44622</c:v>
                      </c:pt>
                      <c:pt idx="4676">
                        <c:v>44623</c:v>
                      </c:pt>
                      <c:pt idx="4677">
                        <c:v>44624</c:v>
                      </c:pt>
                      <c:pt idx="4678">
                        <c:v>44627</c:v>
                      </c:pt>
                      <c:pt idx="4679">
                        <c:v>44628</c:v>
                      </c:pt>
                      <c:pt idx="4680">
                        <c:v>44629</c:v>
                      </c:pt>
                      <c:pt idx="4681">
                        <c:v>44630</c:v>
                      </c:pt>
                      <c:pt idx="4682">
                        <c:v>44631</c:v>
                      </c:pt>
                      <c:pt idx="4683">
                        <c:v>44634</c:v>
                      </c:pt>
                      <c:pt idx="4684">
                        <c:v>44635</c:v>
                      </c:pt>
                      <c:pt idx="4685">
                        <c:v>44636</c:v>
                      </c:pt>
                      <c:pt idx="4686">
                        <c:v>44637</c:v>
                      </c:pt>
                      <c:pt idx="4687">
                        <c:v>44638</c:v>
                      </c:pt>
                      <c:pt idx="4688">
                        <c:v>44641</c:v>
                      </c:pt>
                      <c:pt idx="4689">
                        <c:v>44642</c:v>
                      </c:pt>
                      <c:pt idx="4690">
                        <c:v>44643</c:v>
                      </c:pt>
                      <c:pt idx="4691">
                        <c:v>44644</c:v>
                      </c:pt>
                      <c:pt idx="4692">
                        <c:v>44645</c:v>
                      </c:pt>
                      <c:pt idx="4693">
                        <c:v>44648</c:v>
                      </c:pt>
                      <c:pt idx="4694">
                        <c:v>44649</c:v>
                      </c:pt>
                      <c:pt idx="4695">
                        <c:v>44650</c:v>
                      </c:pt>
                      <c:pt idx="4696">
                        <c:v>44651</c:v>
                      </c:pt>
                      <c:pt idx="4697">
                        <c:v>44652</c:v>
                      </c:pt>
                      <c:pt idx="4698">
                        <c:v>44655</c:v>
                      </c:pt>
                      <c:pt idx="4699">
                        <c:v>44656</c:v>
                      </c:pt>
                      <c:pt idx="4700">
                        <c:v>44657</c:v>
                      </c:pt>
                      <c:pt idx="4701">
                        <c:v>44658</c:v>
                      </c:pt>
                      <c:pt idx="4702">
                        <c:v>44659</c:v>
                      </c:pt>
                      <c:pt idx="4703">
                        <c:v>44662</c:v>
                      </c:pt>
                      <c:pt idx="4704">
                        <c:v>44663</c:v>
                      </c:pt>
                      <c:pt idx="4705">
                        <c:v>44664</c:v>
                      </c:pt>
                      <c:pt idx="4706">
                        <c:v>44665</c:v>
                      </c:pt>
                      <c:pt idx="4707">
                        <c:v>44666</c:v>
                      </c:pt>
                      <c:pt idx="4708">
                        <c:v>44669</c:v>
                      </c:pt>
                      <c:pt idx="4709">
                        <c:v>44670</c:v>
                      </c:pt>
                      <c:pt idx="4710">
                        <c:v>44671</c:v>
                      </c:pt>
                      <c:pt idx="4711">
                        <c:v>44672</c:v>
                      </c:pt>
                      <c:pt idx="4712">
                        <c:v>44673</c:v>
                      </c:pt>
                      <c:pt idx="4713">
                        <c:v>44676</c:v>
                      </c:pt>
                      <c:pt idx="4714">
                        <c:v>44677</c:v>
                      </c:pt>
                      <c:pt idx="4715">
                        <c:v>44678</c:v>
                      </c:pt>
                      <c:pt idx="4716">
                        <c:v>44679</c:v>
                      </c:pt>
                      <c:pt idx="4717">
                        <c:v>44680</c:v>
                      </c:pt>
                      <c:pt idx="4718">
                        <c:v>44683</c:v>
                      </c:pt>
                      <c:pt idx="4719">
                        <c:v>44684</c:v>
                      </c:pt>
                      <c:pt idx="4720">
                        <c:v>44685</c:v>
                      </c:pt>
                      <c:pt idx="4721">
                        <c:v>44686</c:v>
                      </c:pt>
                      <c:pt idx="4722">
                        <c:v>44687</c:v>
                      </c:pt>
                      <c:pt idx="4723">
                        <c:v>44690</c:v>
                      </c:pt>
                      <c:pt idx="4724">
                        <c:v>44691</c:v>
                      </c:pt>
                      <c:pt idx="4725">
                        <c:v>44692</c:v>
                      </c:pt>
                      <c:pt idx="4726">
                        <c:v>44693</c:v>
                      </c:pt>
                      <c:pt idx="4727">
                        <c:v>44694</c:v>
                      </c:pt>
                      <c:pt idx="4728">
                        <c:v>44697</c:v>
                      </c:pt>
                      <c:pt idx="4729">
                        <c:v>44698</c:v>
                      </c:pt>
                      <c:pt idx="4730">
                        <c:v>44699</c:v>
                      </c:pt>
                      <c:pt idx="4731">
                        <c:v>44700</c:v>
                      </c:pt>
                      <c:pt idx="4732">
                        <c:v>44701</c:v>
                      </c:pt>
                      <c:pt idx="4733">
                        <c:v>44704</c:v>
                      </c:pt>
                      <c:pt idx="4734">
                        <c:v>44705</c:v>
                      </c:pt>
                      <c:pt idx="4735">
                        <c:v>44706</c:v>
                      </c:pt>
                      <c:pt idx="4736">
                        <c:v>44707</c:v>
                      </c:pt>
                      <c:pt idx="4737">
                        <c:v>44708</c:v>
                      </c:pt>
                      <c:pt idx="4738">
                        <c:v>44711</c:v>
                      </c:pt>
                      <c:pt idx="4739">
                        <c:v>44712</c:v>
                      </c:pt>
                      <c:pt idx="4740">
                        <c:v>44713</c:v>
                      </c:pt>
                      <c:pt idx="4741">
                        <c:v>44714</c:v>
                      </c:pt>
                      <c:pt idx="4742">
                        <c:v>44715</c:v>
                      </c:pt>
                      <c:pt idx="4743">
                        <c:v>44718</c:v>
                      </c:pt>
                      <c:pt idx="4744">
                        <c:v>44719</c:v>
                      </c:pt>
                      <c:pt idx="4745">
                        <c:v>44720</c:v>
                      </c:pt>
                      <c:pt idx="4746">
                        <c:v>44721</c:v>
                      </c:pt>
                      <c:pt idx="4747">
                        <c:v>44722</c:v>
                      </c:pt>
                      <c:pt idx="4748">
                        <c:v>44725</c:v>
                      </c:pt>
                      <c:pt idx="4749">
                        <c:v>44726</c:v>
                      </c:pt>
                      <c:pt idx="4750">
                        <c:v>44727</c:v>
                      </c:pt>
                      <c:pt idx="4751">
                        <c:v>44728</c:v>
                      </c:pt>
                      <c:pt idx="4752">
                        <c:v>44729</c:v>
                      </c:pt>
                      <c:pt idx="4753">
                        <c:v>44732</c:v>
                      </c:pt>
                      <c:pt idx="4754">
                        <c:v>44733</c:v>
                      </c:pt>
                      <c:pt idx="4755">
                        <c:v>44734</c:v>
                      </c:pt>
                      <c:pt idx="4756">
                        <c:v>44735</c:v>
                      </c:pt>
                      <c:pt idx="4757">
                        <c:v>44736</c:v>
                      </c:pt>
                      <c:pt idx="4758">
                        <c:v>44739</c:v>
                      </c:pt>
                      <c:pt idx="4759">
                        <c:v>44740</c:v>
                      </c:pt>
                      <c:pt idx="4760">
                        <c:v>44741</c:v>
                      </c:pt>
                      <c:pt idx="4761">
                        <c:v>44742</c:v>
                      </c:pt>
                      <c:pt idx="4762">
                        <c:v>44743</c:v>
                      </c:pt>
                      <c:pt idx="4763">
                        <c:v>44747</c:v>
                      </c:pt>
                      <c:pt idx="4764">
                        <c:v>44748</c:v>
                      </c:pt>
                      <c:pt idx="4765">
                        <c:v>44749</c:v>
                      </c:pt>
                      <c:pt idx="4766">
                        <c:v>44750</c:v>
                      </c:pt>
                      <c:pt idx="4767">
                        <c:v>44753</c:v>
                      </c:pt>
                      <c:pt idx="4768">
                        <c:v>44754</c:v>
                      </c:pt>
                      <c:pt idx="4769">
                        <c:v>44755</c:v>
                      </c:pt>
                      <c:pt idx="4770">
                        <c:v>44756</c:v>
                      </c:pt>
                      <c:pt idx="4771">
                        <c:v>44757</c:v>
                      </c:pt>
                      <c:pt idx="4772">
                        <c:v>44760</c:v>
                      </c:pt>
                      <c:pt idx="4773">
                        <c:v>44761</c:v>
                      </c:pt>
                      <c:pt idx="4774">
                        <c:v>44762</c:v>
                      </c:pt>
                      <c:pt idx="4775">
                        <c:v>44763</c:v>
                      </c:pt>
                      <c:pt idx="4776">
                        <c:v>44764</c:v>
                      </c:pt>
                      <c:pt idx="4777">
                        <c:v>44767</c:v>
                      </c:pt>
                      <c:pt idx="4778">
                        <c:v>44768</c:v>
                      </c:pt>
                      <c:pt idx="4779">
                        <c:v>44769</c:v>
                      </c:pt>
                      <c:pt idx="4780">
                        <c:v>44770</c:v>
                      </c:pt>
                      <c:pt idx="4781">
                        <c:v>44771</c:v>
                      </c:pt>
                      <c:pt idx="4782">
                        <c:v>44774</c:v>
                      </c:pt>
                      <c:pt idx="4783">
                        <c:v>44775</c:v>
                      </c:pt>
                      <c:pt idx="4784">
                        <c:v>44776</c:v>
                      </c:pt>
                      <c:pt idx="4785">
                        <c:v>44777</c:v>
                      </c:pt>
                      <c:pt idx="4786">
                        <c:v>44778</c:v>
                      </c:pt>
                      <c:pt idx="4787">
                        <c:v>44781</c:v>
                      </c:pt>
                      <c:pt idx="4788">
                        <c:v>44782</c:v>
                      </c:pt>
                      <c:pt idx="4789">
                        <c:v>44783</c:v>
                      </c:pt>
                      <c:pt idx="4790">
                        <c:v>44784</c:v>
                      </c:pt>
                      <c:pt idx="4791">
                        <c:v>44785</c:v>
                      </c:pt>
                      <c:pt idx="4792">
                        <c:v>44788</c:v>
                      </c:pt>
                      <c:pt idx="4793">
                        <c:v>44789</c:v>
                      </c:pt>
                      <c:pt idx="4794">
                        <c:v>44790</c:v>
                      </c:pt>
                      <c:pt idx="4795">
                        <c:v>44791</c:v>
                      </c:pt>
                      <c:pt idx="4796">
                        <c:v>44792</c:v>
                      </c:pt>
                      <c:pt idx="4797">
                        <c:v>44795</c:v>
                      </c:pt>
                      <c:pt idx="4798">
                        <c:v>44796</c:v>
                      </c:pt>
                      <c:pt idx="4799">
                        <c:v>44797</c:v>
                      </c:pt>
                      <c:pt idx="4800">
                        <c:v>44798</c:v>
                      </c:pt>
                      <c:pt idx="4801">
                        <c:v>44799</c:v>
                      </c:pt>
                      <c:pt idx="4802">
                        <c:v>44802</c:v>
                      </c:pt>
                      <c:pt idx="4803">
                        <c:v>44803</c:v>
                      </c:pt>
                      <c:pt idx="4804">
                        <c:v>44804</c:v>
                      </c:pt>
                      <c:pt idx="4805">
                        <c:v>44805</c:v>
                      </c:pt>
                      <c:pt idx="4806">
                        <c:v>44806</c:v>
                      </c:pt>
                      <c:pt idx="4807">
                        <c:v>44809</c:v>
                      </c:pt>
                      <c:pt idx="4808">
                        <c:v>44810</c:v>
                      </c:pt>
                      <c:pt idx="4809">
                        <c:v>44811</c:v>
                      </c:pt>
                      <c:pt idx="4810">
                        <c:v>44812</c:v>
                      </c:pt>
                      <c:pt idx="4811">
                        <c:v>44813</c:v>
                      </c:pt>
                      <c:pt idx="4812">
                        <c:v>44816</c:v>
                      </c:pt>
                      <c:pt idx="4813">
                        <c:v>44817</c:v>
                      </c:pt>
                      <c:pt idx="4814">
                        <c:v>44818</c:v>
                      </c:pt>
                      <c:pt idx="4815">
                        <c:v>44819</c:v>
                      </c:pt>
                      <c:pt idx="4816">
                        <c:v>44820</c:v>
                      </c:pt>
                      <c:pt idx="4817">
                        <c:v>44823</c:v>
                      </c:pt>
                      <c:pt idx="4818">
                        <c:v>44824</c:v>
                      </c:pt>
                      <c:pt idx="4819">
                        <c:v>44825</c:v>
                      </c:pt>
                      <c:pt idx="4820">
                        <c:v>44826</c:v>
                      </c:pt>
                      <c:pt idx="4821">
                        <c:v>44827</c:v>
                      </c:pt>
                      <c:pt idx="4822">
                        <c:v>44830</c:v>
                      </c:pt>
                      <c:pt idx="4823">
                        <c:v>44831</c:v>
                      </c:pt>
                      <c:pt idx="4824">
                        <c:v>44832</c:v>
                      </c:pt>
                      <c:pt idx="4825">
                        <c:v>44833</c:v>
                      </c:pt>
                      <c:pt idx="4826">
                        <c:v>44834</c:v>
                      </c:pt>
                      <c:pt idx="4827">
                        <c:v>44837</c:v>
                      </c:pt>
                      <c:pt idx="4828">
                        <c:v>44838</c:v>
                      </c:pt>
                      <c:pt idx="4829">
                        <c:v>44839</c:v>
                      </c:pt>
                      <c:pt idx="4830">
                        <c:v>44840</c:v>
                      </c:pt>
                      <c:pt idx="4831">
                        <c:v>44841</c:v>
                      </c:pt>
                      <c:pt idx="4832">
                        <c:v>44844</c:v>
                      </c:pt>
                      <c:pt idx="4833">
                        <c:v>44845</c:v>
                      </c:pt>
                      <c:pt idx="4834">
                        <c:v>44846</c:v>
                      </c:pt>
                      <c:pt idx="4835">
                        <c:v>44847</c:v>
                      </c:pt>
                      <c:pt idx="4836">
                        <c:v>44848</c:v>
                      </c:pt>
                      <c:pt idx="4837">
                        <c:v>44851</c:v>
                      </c:pt>
                      <c:pt idx="4838">
                        <c:v>44852</c:v>
                      </c:pt>
                      <c:pt idx="4839">
                        <c:v>44853</c:v>
                      </c:pt>
                      <c:pt idx="4840">
                        <c:v>44854</c:v>
                      </c:pt>
                      <c:pt idx="4841">
                        <c:v>44855</c:v>
                      </c:pt>
                      <c:pt idx="4842">
                        <c:v>44858</c:v>
                      </c:pt>
                      <c:pt idx="4843">
                        <c:v>44859</c:v>
                      </c:pt>
                      <c:pt idx="4844">
                        <c:v>44860</c:v>
                      </c:pt>
                      <c:pt idx="4845">
                        <c:v>44861</c:v>
                      </c:pt>
                      <c:pt idx="4846">
                        <c:v>44862</c:v>
                      </c:pt>
                      <c:pt idx="4847">
                        <c:v>44865</c:v>
                      </c:pt>
                      <c:pt idx="4848">
                        <c:v>44866</c:v>
                      </c:pt>
                      <c:pt idx="4849">
                        <c:v>44867</c:v>
                      </c:pt>
                      <c:pt idx="4850">
                        <c:v>44868</c:v>
                      </c:pt>
                      <c:pt idx="4851">
                        <c:v>44869</c:v>
                      </c:pt>
                      <c:pt idx="4852">
                        <c:v>44872</c:v>
                      </c:pt>
                      <c:pt idx="4853">
                        <c:v>44873</c:v>
                      </c:pt>
                      <c:pt idx="4854">
                        <c:v>44874</c:v>
                      </c:pt>
                      <c:pt idx="4855">
                        <c:v>44875</c:v>
                      </c:pt>
                      <c:pt idx="4856">
                        <c:v>44876</c:v>
                      </c:pt>
                      <c:pt idx="4857">
                        <c:v>44879</c:v>
                      </c:pt>
                      <c:pt idx="4858">
                        <c:v>44880</c:v>
                      </c:pt>
                      <c:pt idx="4859">
                        <c:v>44881</c:v>
                      </c:pt>
                      <c:pt idx="4860">
                        <c:v>44882</c:v>
                      </c:pt>
                      <c:pt idx="4861">
                        <c:v>44883</c:v>
                      </c:pt>
                      <c:pt idx="4862">
                        <c:v>44886</c:v>
                      </c:pt>
                      <c:pt idx="4863">
                        <c:v>44887</c:v>
                      </c:pt>
                      <c:pt idx="4864">
                        <c:v>44888</c:v>
                      </c:pt>
                      <c:pt idx="4865">
                        <c:v>44889</c:v>
                      </c:pt>
                      <c:pt idx="4866">
                        <c:v>44890</c:v>
                      </c:pt>
                      <c:pt idx="4867">
                        <c:v>44893</c:v>
                      </c:pt>
                      <c:pt idx="4868">
                        <c:v>44894</c:v>
                      </c:pt>
                      <c:pt idx="4869">
                        <c:v>44895</c:v>
                      </c:pt>
                      <c:pt idx="4870">
                        <c:v>44896</c:v>
                      </c:pt>
                      <c:pt idx="4871">
                        <c:v>44897</c:v>
                      </c:pt>
                      <c:pt idx="4872">
                        <c:v>44900</c:v>
                      </c:pt>
                      <c:pt idx="4873">
                        <c:v>44901</c:v>
                      </c:pt>
                      <c:pt idx="4874">
                        <c:v>44902</c:v>
                      </c:pt>
                      <c:pt idx="4875">
                        <c:v>44903</c:v>
                      </c:pt>
                      <c:pt idx="4876">
                        <c:v>44904</c:v>
                      </c:pt>
                      <c:pt idx="4877">
                        <c:v>44907</c:v>
                      </c:pt>
                      <c:pt idx="4878">
                        <c:v>44908</c:v>
                      </c:pt>
                      <c:pt idx="4879">
                        <c:v>44909</c:v>
                      </c:pt>
                      <c:pt idx="4880">
                        <c:v>44910</c:v>
                      </c:pt>
                      <c:pt idx="4881">
                        <c:v>44911</c:v>
                      </c:pt>
                      <c:pt idx="4882">
                        <c:v>44914</c:v>
                      </c:pt>
                      <c:pt idx="4883">
                        <c:v>44915</c:v>
                      </c:pt>
                      <c:pt idx="4884">
                        <c:v>44916</c:v>
                      </c:pt>
                      <c:pt idx="4885">
                        <c:v>44917</c:v>
                      </c:pt>
                      <c:pt idx="4886">
                        <c:v>44918</c:v>
                      </c:pt>
                      <c:pt idx="4887">
                        <c:v>44921</c:v>
                      </c:pt>
                      <c:pt idx="4888">
                        <c:v>44922</c:v>
                      </c:pt>
                      <c:pt idx="4889">
                        <c:v>44923</c:v>
                      </c:pt>
                      <c:pt idx="4890">
                        <c:v>44924</c:v>
                      </c:pt>
                      <c:pt idx="4891">
                        <c:v>44925</c:v>
                      </c:pt>
                      <c:pt idx="4892">
                        <c:v>44928</c:v>
                      </c:pt>
                      <c:pt idx="4893">
                        <c:v>44929</c:v>
                      </c:pt>
                      <c:pt idx="4894">
                        <c:v>44930</c:v>
                      </c:pt>
                      <c:pt idx="4895">
                        <c:v>44931</c:v>
                      </c:pt>
                      <c:pt idx="4896">
                        <c:v>44932</c:v>
                      </c:pt>
                      <c:pt idx="4897">
                        <c:v>44935</c:v>
                      </c:pt>
                      <c:pt idx="4898">
                        <c:v>44936</c:v>
                      </c:pt>
                      <c:pt idx="4899">
                        <c:v>44937</c:v>
                      </c:pt>
                      <c:pt idx="4900">
                        <c:v>44938</c:v>
                      </c:pt>
                      <c:pt idx="4901">
                        <c:v>44939</c:v>
                      </c:pt>
                      <c:pt idx="4902">
                        <c:v>44942</c:v>
                      </c:pt>
                      <c:pt idx="4903">
                        <c:v>44943</c:v>
                      </c:pt>
                      <c:pt idx="4904">
                        <c:v>44944</c:v>
                      </c:pt>
                      <c:pt idx="4905">
                        <c:v>44945</c:v>
                      </c:pt>
                      <c:pt idx="4906">
                        <c:v>44946</c:v>
                      </c:pt>
                      <c:pt idx="4907">
                        <c:v>44949</c:v>
                      </c:pt>
                      <c:pt idx="4908">
                        <c:v>44950</c:v>
                      </c:pt>
                      <c:pt idx="4909">
                        <c:v>44951</c:v>
                      </c:pt>
                      <c:pt idx="4910">
                        <c:v>44952</c:v>
                      </c:pt>
                      <c:pt idx="4911">
                        <c:v>44953</c:v>
                      </c:pt>
                      <c:pt idx="4912">
                        <c:v>44956</c:v>
                      </c:pt>
                      <c:pt idx="4913">
                        <c:v>44957</c:v>
                      </c:pt>
                      <c:pt idx="4914">
                        <c:v>44958</c:v>
                      </c:pt>
                      <c:pt idx="4915">
                        <c:v>44959</c:v>
                      </c:pt>
                      <c:pt idx="4916">
                        <c:v>44960</c:v>
                      </c:pt>
                      <c:pt idx="4917">
                        <c:v>44963</c:v>
                      </c:pt>
                      <c:pt idx="4918">
                        <c:v>44964</c:v>
                      </c:pt>
                      <c:pt idx="4919">
                        <c:v>44965</c:v>
                      </c:pt>
                      <c:pt idx="4920">
                        <c:v>44966</c:v>
                      </c:pt>
                      <c:pt idx="4921">
                        <c:v>44967</c:v>
                      </c:pt>
                      <c:pt idx="4922">
                        <c:v>44970</c:v>
                      </c:pt>
                      <c:pt idx="4923">
                        <c:v>44971</c:v>
                      </c:pt>
                      <c:pt idx="4924">
                        <c:v>44972</c:v>
                      </c:pt>
                      <c:pt idx="4925">
                        <c:v>44973</c:v>
                      </c:pt>
                      <c:pt idx="4926">
                        <c:v>44974</c:v>
                      </c:pt>
                      <c:pt idx="4927">
                        <c:v>44977</c:v>
                      </c:pt>
                      <c:pt idx="4928">
                        <c:v>44978</c:v>
                      </c:pt>
                      <c:pt idx="4929">
                        <c:v>44979</c:v>
                      </c:pt>
                      <c:pt idx="4930">
                        <c:v>44980</c:v>
                      </c:pt>
                      <c:pt idx="4931">
                        <c:v>44981</c:v>
                      </c:pt>
                      <c:pt idx="4932">
                        <c:v>44984</c:v>
                      </c:pt>
                      <c:pt idx="4933">
                        <c:v>44985</c:v>
                      </c:pt>
                      <c:pt idx="4934">
                        <c:v>44986</c:v>
                      </c:pt>
                      <c:pt idx="4935">
                        <c:v>44987</c:v>
                      </c:pt>
                      <c:pt idx="4936">
                        <c:v>44988</c:v>
                      </c:pt>
                      <c:pt idx="4937">
                        <c:v>44991</c:v>
                      </c:pt>
                      <c:pt idx="4938">
                        <c:v>44992</c:v>
                      </c:pt>
                      <c:pt idx="4939">
                        <c:v>44993</c:v>
                      </c:pt>
                      <c:pt idx="4940">
                        <c:v>44994</c:v>
                      </c:pt>
                      <c:pt idx="4941">
                        <c:v>44995</c:v>
                      </c:pt>
                      <c:pt idx="4942">
                        <c:v>44998</c:v>
                      </c:pt>
                      <c:pt idx="4943">
                        <c:v>44999</c:v>
                      </c:pt>
                      <c:pt idx="4944">
                        <c:v>45000</c:v>
                      </c:pt>
                      <c:pt idx="4945">
                        <c:v>45001</c:v>
                      </c:pt>
                      <c:pt idx="4946">
                        <c:v>45002</c:v>
                      </c:pt>
                      <c:pt idx="4947">
                        <c:v>45005</c:v>
                      </c:pt>
                      <c:pt idx="4948">
                        <c:v>45006</c:v>
                      </c:pt>
                      <c:pt idx="4949">
                        <c:v>45007</c:v>
                      </c:pt>
                      <c:pt idx="4950">
                        <c:v>45008</c:v>
                      </c:pt>
                      <c:pt idx="4951">
                        <c:v>45009</c:v>
                      </c:pt>
                      <c:pt idx="4952">
                        <c:v>45012</c:v>
                      </c:pt>
                      <c:pt idx="4953">
                        <c:v>45013</c:v>
                      </c:pt>
                      <c:pt idx="4954">
                        <c:v>45014</c:v>
                      </c:pt>
                      <c:pt idx="4955">
                        <c:v>45015</c:v>
                      </c:pt>
                      <c:pt idx="4956">
                        <c:v>45016</c:v>
                      </c:pt>
                      <c:pt idx="4957">
                        <c:v>45019</c:v>
                      </c:pt>
                      <c:pt idx="4958">
                        <c:v>45020</c:v>
                      </c:pt>
                      <c:pt idx="4959">
                        <c:v>45021</c:v>
                      </c:pt>
                      <c:pt idx="4960">
                        <c:v>45022</c:v>
                      </c:pt>
                      <c:pt idx="4961">
                        <c:v>45023</c:v>
                      </c:pt>
                      <c:pt idx="4962">
                        <c:v>45026</c:v>
                      </c:pt>
                      <c:pt idx="4963">
                        <c:v>45027</c:v>
                      </c:pt>
                      <c:pt idx="4964">
                        <c:v>45028</c:v>
                      </c:pt>
                      <c:pt idx="4965">
                        <c:v>45029</c:v>
                      </c:pt>
                      <c:pt idx="4966">
                        <c:v>45030</c:v>
                      </c:pt>
                      <c:pt idx="4967">
                        <c:v>45033</c:v>
                      </c:pt>
                      <c:pt idx="4968">
                        <c:v>45034</c:v>
                      </c:pt>
                      <c:pt idx="4969">
                        <c:v>45035</c:v>
                      </c:pt>
                      <c:pt idx="4970">
                        <c:v>45036</c:v>
                      </c:pt>
                      <c:pt idx="4971">
                        <c:v>45037</c:v>
                      </c:pt>
                      <c:pt idx="4972">
                        <c:v>45040</c:v>
                      </c:pt>
                      <c:pt idx="4973">
                        <c:v>45041</c:v>
                      </c:pt>
                      <c:pt idx="4974">
                        <c:v>45042</c:v>
                      </c:pt>
                      <c:pt idx="4975">
                        <c:v>45043</c:v>
                      </c:pt>
                      <c:pt idx="4976">
                        <c:v>45044</c:v>
                      </c:pt>
                      <c:pt idx="4977">
                        <c:v>45047</c:v>
                      </c:pt>
                      <c:pt idx="4978">
                        <c:v>45048</c:v>
                      </c:pt>
                      <c:pt idx="4979">
                        <c:v>45049</c:v>
                      </c:pt>
                      <c:pt idx="4980">
                        <c:v>45050</c:v>
                      </c:pt>
                      <c:pt idx="4981">
                        <c:v>45051</c:v>
                      </c:pt>
                      <c:pt idx="4982">
                        <c:v>45054</c:v>
                      </c:pt>
                      <c:pt idx="4983">
                        <c:v>45055</c:v>
                      </c:pt>
                      <c:pt idx="4984">
                        <c:v>45056</c:v>
                      </c:pt>
                      <c:pt idx="4985">
                        <c:v>45057</c:v>
                      </c:pt>
                      <c:pt idx="4986">
                        <c:v>45058</c:v>
                      </c:pt>
                      <c:pt idx="4987">
                        <c:v>45061</c:v>
                      </c:pt>
                      <c:pt idx="4988">
                        <c:v>45062</c:v>
                      </c:pt>
                      <c:pt idx="4989">
                        <c:v>45063</c:v>
                      </c:pt>
                      <c:pt idx="4990">
                        <c:v>45064</c:v>
                      </c:pt>
                      <c:pt idx="4991">
                        <c:v>45065</c:v>
                      </c:pt>
                      <c:pt idx="4992">
                        <c:v>45068</c:v>
                      </c:pt>
                      <c:pt idx="4993">
                        <c:v>45069</c:v>
                      </c:pt>
                      <c:pt idx="4994">
                        <c:v>45070</c:v>
                      </c:pt>
                      <c:pt idx="4995">
                        <c:v>45071</c:v>
                      </c:pt>
                      <c:pt idx="4996">
                        <c:v>45072</c:v>
                      </c:pt>
                      <c:pt idx="4997">
                        <c:v>45075</c:v>
                      </c:pt>
                      <c:pt idx="4998">
                        <c:v>45076</c:v>
                      </c:pt>
                      <c:pt idx="4999">
                        <c:v>45077</c:v>
                      </c:pt>
                      <c:pt idx="5000">
                        <c:v>45078</c:v>
                      </c:pt>
                      <c:pt idx="5001">
                        <c:v>45079</c:v>
                      </c:pt>
                      <c:pt idx="5002">
                        <c:v>45082</c:v>
                      </c:pt>
                      <c:pt idx="5003">
                        <c:v>45083</c:v>
                      </c:pt>
                      <c:pt idx="5004">
                        <c:v>45084</c:v>
                      </c:pt>
                      <c:pt idx="5005">
                        <c:v>45085</c:v>
                      </c:pt>
                      <c:pt idx="5006">
                        <c:v>45086</c:v>
                      </c:pt>
                      <c:pt idx="5007">
                        <c:v>45089</c:v>
                      </c:pt>
                      <c:pt idx="5008">
                        <c:v>45090</c:v>
                      </c:pt>
                      <c:pt idx="5009">
                        <c:v>45091</c:v>
                      </c:pt>
                      <c:pt idx="5010">
                        <c:v>45092</c:v>
                      </c:pt>
                      <c:pt idx="5011">
                        <c:v>45093</c:v>
                      </c:pt>
                      <c:pt idx="5012">
                        <c:v>45096</c:v>
                      </c:pt>
                      <c:pt idx="5013">
                        <c:v>45097</c:v>
                      </c:pt>
                      <c:pt idx="5014">
                        <c:v>45098</c:v>
                      </c:pt>
                      <c:pt idx="5015">
                        <c:v>45099</c:v>
                      </c:pt>
                      <c:pt idx="5016">
                        <c:v>45100</c:v>
                      </c:pt>
                      <c:pt idx="5017">
                        <c:v>45103</c:v>
                      </c:pt>
                      <c:pt idx="5018">
                        <c:v>45104</c:v>
                      </c:pt>
                      <c:pt idx="5019">
                        <c:v>45105</c:v>
                      </c:pt>
                      <c:pt idx="5020">
                        <c:v>45106</c:v>
                      </c:pt>
                      <c:pt idx="5021">
                        <c:v>45107</c:v>
                      </c:pt>
                      <c:pt idx="5022">
                        <c:v>45110</c:v>
                      </c:pt>
                      <c:pt idx="5023">
                        <c:v>45111</c:v>
                      </c:pt>
                      <c:pt idx="5024">
                        <c:v>45112</c:v>
                      </c:pt>
                      <c:pt idx="5025">
                        <c:v>45113</c:v>
                      </c:pt>
                      <c:pt idx="5026">
                        <c:v>45114</c:v>
                      </c:pt>
                      <c:pt idx="5027">
                        <c:v>45117</c:v>
                      </c:pt>
                      <c:pt idx="5028">
                        <c:v>45118</c:v>
                      </c:pt>
                      <c:pt idx="5029">
                        <c:v>45119</c:v>
                      </c:pt>
                      <c:pt idx="5030">
                        <c:v>45120</c:v>
                      </c:pt>
                      <c:pt idx="5031">
                        <c:v>45121</c:v>
                      </c:pt>
                      <c:pt idx="5032">
                        <c:v>45124</c:v>
                      </c:pt>
                      <c:pt idx="5033">
                        <c:v>45125</c:v>
                      </c:pt>
                      <c:pt idx="5034">
                        <c:v>45126</c:v>
                      </c:pt>
                      <c:pt idx="5035">
                        <c:v>45127</c:v>
                      </c:pt>
                      <c:pt idx="5036">
                        <c:v>45128</c:v>
                      </c:pt>
                      <c:pt idx="5037">
                        <c:v>45131</c:v>
                      </c:pt>
                      <c:pt idx="5038">
                        <c:v>45132</c:v>
                      </c:pt>
                      <c:pt idx="5039">
                        <c:v>45133</c:v>
                      </c:pt>
                      <c:pt idx="5040">
                        <c:v>45134</c:v>
                      </c:pt>
                      <c:pt idx="5041">
                        <c:v>45135</c:v>
                      </c:pt>
                      <c:pt idx="5042">
                        <c:v>45138</c:v>
                      </c:pt>
                      <c:pt idx="5043">
                        <c:v>45139</c:v>
                      </c:pt>
                      <c:pt idx="5044">
                        <c:v>45140</c:v>
                      </c:pt>
                      <c:pt idx="5045">
                        <c:v>45141</c:v>
                      </c:pt>
                      <c:pt idx="5046">
                        <c:v>45142</c:v>
                      </c:pt>
                      <c:pt idx="5047">
                        <c:v>45145</c:v>
                      </c:pt>
                      <c:pt idx="5048">
                        <c:v>45146</c:v>
                      </c:pt>
                      <c:pt idx="5049">
                        <c:v>45147</c:v>
                      </c:pt>
                      <c:pt idx="5050">
                        <c:v>45148</c:v>
                      </c:pt>
                      <c:pt idx="5051">
                        <c:v>45149</c:v>
                      </c:pt>
                      <c:pt idx="5052">
                        <c:v>45152</c:v>
                      </c:pt>
                      <c:pt idx="5053">
                        <c:v>45153</c:v>
                      </c:pt>
                      <c:pt idx="5054">
                        <c:v>45154</c:v>
                      </c:pt>
                      <c:pt idx="5055">
                        <c:v>45155</c:v>
                      </c:pt>
                      <c:pt idx="5056">
                        <c:v>45156</c:v>
                      </c:pt>
                      <c:pt idx="5057">
                        <c:v>45159</c:v>
                      </c:pt>
                      <c:pt idx="5058">
                        <c:v>45160</c:v>
                      </c:pt>
                      <c:pt idx="5059">
                        <c:v>45161</c:v>
                      </c:pt>
                      <c:pt idx="5060">
                        <c:v>45162</c:v>
                      </c:pt>
                      <c:pt idx="5061">
                        <c:v>45163</c:v>
                      </c:pt>
                      <c:pt idx="5062">
                        <c:v>45166</c:v>
                      </c:pt>
                      <c:pt idx="5063">
                        <c:v>45167</c:v>
                      </c:pt>
                      <c:pt idx="5064">
                        <c:v>45168</c:v>
                      </c:pt>
                      <c:pt idx="5065">
                        <c:v>45169</c:v>
                      </c:pt>
                      <c:pt idx="5066">
                        <c:v>45170</c:v>
                      </c:pt>
                      <c:pt idx="5067">
                        <c:v>45173</c:v>
                      </c:pt>
                      <c:pt idx="5068">
                        <c:v>45174</c:v>
                      </c:pt>
                      <c:pt idx="5069">
                        <c:v>45175</c:v>
                      </c:pt>
                      <c:pt idx="5070">
                        <c:v>45176</c:v>
                      </c:pt>
                      <c:pt idx="5071">
                        <c:v>45177</c:v>
                      </c:pt>
                      <c:pt idx="5072">
                        <c:v>45180</c:v>
                      </c:pt>
                      <c:pt idx="5073">
                        <c:v>45181</c:v>
                      </c:pt>
                      <c:pt idx="5074">
                        <c:v>45182</c:v>
                      </c:pt>
                      <c:pt idx="5075">
                        <c:v>45183</c:v>
                      </c:pt>
                      <c:pt idx="5076">
                        <c:v>45184</c:v>
                      </c:pt>
                      <c:pt idx="5077">
                        <c:v>45187</c:v>
                      </c:pt>
                      <c:pt idx="5078">
                        <c:v>45188</c:v>
                      </c:pt>
                      <c:pt idx="5079">
                        <c:v>45189</c:v>
                      </c:pt>
                      <c:pt idx="5080">
                        <c:v>45190</c:v>
                      </c:pt>
                      <c:pt idx="5081">
                        <c:v>45191</c:v>
                      </c:pt>
                      <c:pt idx="5082">
                        <c:v>45194</c:v>
                      </c:pt>
                      <c:pt idx="5083">
                        <c:v>45195</c:v>
                      </c:pt>
                      <c:pt idx="5084">
                        <c:v>45196</c:v>
                      </c:pt>
                      <c:pt idx="5085">
                        <c:v>45197</c:v>
                      </c:pt>
                      <c:pt idx="5086">
                        <c:v>45198</c:v>
                      </c:pt>
                      <c:pt idx="5087">
                        <c:v>45201</c:v>
                      </c:pt>
                      <c:pt idx="5088">
                        <c:v>45202</c:v>
                      </c:pt>
                      <c:pt idx="5089">
                        <c:v>45203</c:v>
                      </c:pt>
                      <c:pt idx="5090">
                        <c:v>45204</c:v>
                      </c:pt>
                      <c:pt idx="5091">
                        <c:v>45205</c:v>
                      </c:pt>
                      <c:pt idx="5092">
                        <c:v>45208</c:v>
                      </c:pt>
                      <c:pt idx="5093">
                        <c:v>45209</c:v>
                      </c:pt>
                      <c:pt idx="5094">
                        <c:v>45210</c:v>
                      </c:pt>
                      <c:pt idx="5095">
                        <c:v>45211</c:v>
                      </c:pt>
                      <c:pt idx="5096">
                        <c:v>45212</c:v>
                      </c:pt>
                      <c:pt idx="5097">
                        <c:v>45215</c:v>
                      </c:pt>
                      <c:pt idx="5098">
                        <c:v>45216</c:v>
                      </c:pt>
                      <c:pt idx="5099">
                        <c:v>45217</c:v>
                      </c:pt>
                      <c:pt idx="5100">
                        <c:v>45218</c:v>
                      </c:pt>
                      <c:pt idx="5101">
                        <c:v>45219</c:v>
                      </c:pt>
                      <c:pt idx="5102">
                        <c:v>45222</c:v>
                      </c:pt>
                      <c:pt idx="5103">
                        <c:v>45223</c:v>
                      </c:pt>
                      <c:pt idx="5104">
                        <c:v>45224</c:v>
                      </c:pt>
                      <c:pt idx="5105">
                        <c:v>45225</c:v>
                      </c:pt>
                      <c:pt idx="5106">
                        <c:v>45226</c:v>
                      </c:pt>
                      <c:pt idx="5107">
                        <c:v>45229</c:v>
                      </c:pt>
                      <c:pt idx="5108">
                        <c:v>45230</c:v>
                      </c:pt>
                      <c:pt idx="5109">
                        <c:v>45231</c:v>
                      </c:pt>
                      <c:pt idx="5110">
                        <c:v>45232</c:v>
                      </c:pt>
                      <c:pt idx="5111">
                        <c:v>45233</c:v>
                      </c:pt>
                      <c:pt idx="5112">
                        <c:v>45236</c:v>
                      </c:pt>
                      <c:pt idx="5113">
                        <c:v>45237</c:v>
                      </c:pt>
                      <c:pt idx="5114">
                        <c:v>45238</c:v>
                      </c:pt>
                      <c:pt idx="5115">
                        <c:v>45239</c:v>
                      </c:pt>
                      <c:pt idx="5116">
                        <c:v>45240</c:v>
                      </c:pt>
                      <c:pt idx="5117">
                        <c:v>45243</c:v>
                      </c:pt>
                      <c:pt idx="5118">
                        <c:v>45244</c:v>
                      </c:pt>
                      <c:pt idx="5119">
                        <c:v>45245</c:v>
                      </c:pt>
                      <c:pt idx="5120">
                        <c:v>45246</c:v>
                      </c:pt>
                      <c:pt idx="5121">
                        <c:v>45247</c:v>
                      </c:pt>
                      <c:pt idx="5122">
                        <c:v>45250</c:v>
                      </c:pt>
                      <c:pt idx="5123">
                        <c:v>45251</c:v>
                      </c:pt>
                      <c:pt idx="5124">
                        <c:v>45252</c:v>
                      </c:pt>
                      <c:pt idx="5125">
                        <c:v>45253</c:v>
                      </c:pt>
                      <c:pt idx="5126">
                        <c:v>45254</c:v>
                      </c:pt>
                      <c:pt idx="5127">
                        <c:v>45257</c:v>
                      </c:pt>
                      <c:pt idx="5128">
                        <c:v>45258</c:v>
                      </c:pt>
                      <c:pt idx="5129">
                        <c:v>45259</c:v>
                      </c:pt>
                      <c:pt idx="5130">
                        <c:v>45260</c:v>
                      </c:pt>
                      <c:pt idx="5131">
                        <c:v>45261</c:v>
                      </c:pt>
                      <c:pt idx="5132">
                        <c:v>45264</c:v>
                      </c:pt>
                      <c:pt idx="5133">
                        <c:v>45265</c:v>
                      </c:pt>
                      <c:pt idx="5134">
                        <c:v>45266</c:v>
                      </c:pt>
                      <c:pt idx="5135">
                        <c:v>45267</c:v>
                      </c:pt>
                      <c:pt idx="5136">
                        <c:v>45268</c:v>
                      </c:pt>
                      <c:pt idx="5137">
                        <c:v>45271</c:v>
                      </c:pt>
                      <c:pt idx="5138">
                        <c:v>45272</c:v>
                      </c:pt>
                      <c:pt idx="5139">
                        <c:v>45273</c:v>
                      </c:pt>
                      <c:pt idx="5140">
                        <c:v>45274</c:v>
                      </c:pt>
                      <c:pt idx="5141">
                        <c:v>45275</c:v>
                      </c:pt>
                      <c:pt idx="5142">
                        <c:v>45278</c:v>
                      </c:pt>
                      <c:pt idx="5143">
                        <c:v>45279</c:v>
                      </c:pt>
                      <c:pt idx="5144">
                        <c:v>45280</c:v>
                      </c:pt>
                      <c:pt idx="5145">
                        <c:v>45281</c:v>
                      </c:pt>
                      <c:pt idx="5146">
                        <c:v>45282</c:v>
                      </c:pt>
                      <c:pt idx="5147">
                        <c:v>45285</c:v>
                      </c:pt>
                      <c:pt idx="5148">
                        <c:v>45286</c:v>
                      </c:pt>
                      <c:pt idx="5149">
                        <c:v>45287</c:v>
                      </c:pt>
                      <c:pt idx="5150">
                        <c:v>45288</c:v>
                      </c:pt>
                      <c:pt idx="5151">
                        <c:v>45289</c:v>
                      </c:pt>
                      <c:pt idx="5152">
                        <c:v>45292</c:v>
                      </c:pt>
                      <c:pt idx="5153">
                        <c:v>45293</c:v>
                      </c:pt>
                      <c:pt idx="5154">
                        <c:v>45294</c:v>
                      </c:pt>
                      <c:pt idx="5155">
                        <c:v>45295</c:v>
                      </c:pt>
                      <c:pt idx="5156">
                        <c:v>45296</c:v>
                      </c:pt>
                      <c:pt idx="5157">
                        <c:v>45299</c:v>
                      </c:pt>
                      <c:pt idx="5158">
                        <c:v>45300</c:v>
                      </c:pt>
                      <c:pt idx="5159">
                        <c:v>45301</c:v>
                      </c:pt>
                      <c:pt idx="5160">
                        <c:v>45302</c:v>
                      </c:pt>
                      <c:pt idx="5161">
                        <c:v>45303</c:v>
                      </c:pt>
                      <c:pt idx="5162">
                        <c:v>45306</c:v>
                      </c:pt>
                      <c:pt idx="5163">
                        <c:v>45307</c:v>
                      </c:pt>
                      <c:pt idx="5164">
                        <c:v>45308</c:v>
                      </c:pt>
                      <c:pt idx="5165">
                        <c:v>45309</c:v>
                      </c:pt>
                      <c:pt idx="5166">
                        <c:v>45310</c:v>
                      </c:pt>
                      <c:pt idx="5167">
                        <c:v>45313</c:v>
                      </c:pt>
                      <c:pt idx="5168">
                        <c:v>45314</c:v>
                      </c:pt>
                      <c:pt idx="5169">
                        <c:v>45315</c:v>
                      </c:pt>
                      <c:pt idx="5170">
                        <c:v>45316</c:v>
                      </c:pt>
                      <c:pt idx="5171">
                        <c:v>45317</c:v>
                      </c:pt>
                      <c:pt idx="5172">
                        <c:v>45320</c:v>
                      </c:pt>
                      <c:pt idx="5173">
                        <c:v>45321</c:v>
                      </c:pt>
                      <c:pt idx="5174">
                        <c:v>45322</c:v>
                      </c:pt>
                      <c:pt idx="5175">
                        <c:v>45323</c:v>
                      </c:pt>
                      <c:pt idx="5176">
                        <c:v>45324</c:v>
                      </c:pt>
                      <c:pt idx="5177">
                        <c:v>45327</c:v>
                      </c:pt>
                      <c:pt idx="5178">
                        <c:v>45328</c:v>
                      </c:pt>
                      <c:pt idx="5179">
                        <c:v>45329</c:v>
                      </c:pt>
                      <c:pt idx="5180">
                        <c:v>45330</c:v>
                      </c:pt>
                      <c:pt idx="5181">
                        <c:v>45331</c:v>
                      </c:pt>
                      <c:pt idx="5182">
                        <c:v>45334</c:v>
                      </c:pt>
                      <c:pt idx="5183">
                        <c:v>45335</c:v>
                      </c:pt>
                      <c:pt idx="5184">
                        <c:v>45336</c:v>
                      </c:pt>
                      <c:pt idx="5185">
                        <c:v>45337</c:v>
                      </c:pt>
                      <c:pt idx="5186">
                        <c:v>45338</c:v>
                      </c:pt>
                      <c:pt idx="5187">
                        <c:v>45341</c:v>
                      </c:pt>
                      <c:pt idx="5188">
                        <c:v>45342</c:v>
                      </c:pt>
                      <c:pt idx="5189">
                        <c:v>45343</c:v>
                      </c:pt>
                      <c:pt idx="5190">
                        <c:v>45344</c:v>
                      </c:pt>
                      <c:pt idx="5191">
                        <c:v>45345</c:v>
                      </c:pt>
                      <c:pt idx="5192">
                        <c:v>45348</c:v>
                      </c:pt>
                      <c:pt idx="5193">
                        <c:v>45349</c:v>
                      </c:pt>
                      <c:pt idx="5194">
                        <c:v>45350</c:v>
                      </c:pt>
                      <c:pt idx="5195">
                        <c:v>45351</c:v>
                      </c:pt>
                      <c:pt idx="5196">
                        <c:v>45352</c:v>
                      </c:pt>
                      <c:pt idx="5197">
                        <c:v>45355</c:v>
                      </c:pt>
                      <c:pt idx="5198">
                        <c:v>45356</c:v>
                      </c:pt>
                      <c:pt idx="5199">
                        <c:v>45357</c:v>
                      </c:pt>
                      <c:pt idx="5200">
                        <c:v>45358</c:v>
                      </c:pt>
                      <c:pt idx="5201">
                        <c:v>45359</c:v>
                      </c:pt>
                      <c:pt idx="5202">
                        <c:v>45362</c:v>
                      </c:pt>
                      <c:pt idx="5203">
                        <c:v>45363</c:v>
                      </c:pt>
                      <c:pt idx="5204">
                        <c:v>45364</c:v>
                      </c:pt>
                      <c:pt idx="5205">
                        <c:v>45365</c:v>
                      </c:pt>
                      <c:pt idx="5206">
                        <c:v>45366</c:v>
                      </c:pt>
                      <c:pt idx="5207">
                        <c:v>45369</c:v>
                      </c:pt>
                      <c:pt idx="5208">
                        <c:v>45370</c:v>
                      </c:pt>
                      <c:pt idx="5209">
                        <c:v>45371</c:v>
                      </c:pt>
                      <c:pt idx="5210">
                        <c:v>45372</c:v>
                      </c:pt>
                      <c:pt idx="5211">
                        <c:v>45373</c:v>
                      </c:pt>
                      <c:pt idx="5212">
                        <c:v>45376</c:v>
                      </c:pt>
                      <c:pt idx="5213">
                        <c:v>45377</c:v>
                      </c:pt>
                      <c:pt idx="5214">
                        <c:v>45378</c:v>
                      </c:pt>
                      <c:pt idx="5215">
                        <c:v>45379</c:v>
                      </c:pt>
                      <c:pt idx="5216">
                        <c:v>45380</c:v>
                      </c:pt>
                      <c:pt idx="5217">
                        <c:v>45383</c:v>
                      </c:pt>
                      <c:pt idx="5218">
                        <c:v>45384</c:v>
                      </c:pt>
                      <c:pt idx="5219">
                        <c:v>45385</c:v>
                      </c:pt>
                      <c:pt idx="5220">
                        <c:v>45386</c:v>
                      </c:pt>
                      <c:pt idx="5221">
                        <c:v>45387</c:v>
                      </c:pt>
                      <c:pt idx="5222">
                        <c:v>45390</c:v>
                      </c:pt>
                      <c:pt idx="5223">
                        <c:v>45391</c:v>
                      </c:pt>
                      <c:pt idx="5224">
                        <c:v>45392</c:v>
                      </c:pt>
                      <c:pt idx="5225">
                        <c:v>45393</c:v>
                      </c:pt>
                      <c:pt idx="5226">
                        <c:v>45394</c:v>
                      </c:pt>
                      <c:pt idx="5227">
                        <c:v>45397</c:v>
                      </c:pt>
                      <c:pt idx="5228">
                        <c:v>45398</c:v>
                      </c:pt>
                      <c:pt idx="5229">
                        <c:v>45399</c:v>
                      </c:pt>
                      <c:pt idx="5230">
                        <c:v>45400</c:v>
                      </c:pt>
                      <c:pt idx="5231">
                        <c:v>45401</c:v>
                      </c:pt>
                      <c:pt idx="5232">
                        <c:v>45404</c:v>
                      </c:pt>
                      <c:pt idx="5233">
                        <c:v>45405</c:v>
                      </c:pt>
                      <c:pt idx="5234">
                        <c:v>45406</c:v>
                      </c:pt>
                      <c:pt idx="5235">
                        <c:v>45407</c:v>
                      </c:pt>
                      <c:pt idx="5236">
                        <c:v>45408</c:v>
                      </c:pt>
                      <c:pt idx="5237">
                        <c:v>45411</c:v>
                      </c:pt>
                      <c:pt idx="5238">
                        <c:v>45412</c:v>
                      </c:pt>
                      <c:pt idx="5239">
                        <c:v>45413</c:v>
                      </c:pt>
                      <c:pt idx="5240">
                        <c:v>45414</c:v>
                      </c:pt>
                      <c:pt idx="5241">
                        <c:v>45415</c:v>
                      </c:pt>
                      <c:pt idx="5242">
                        <c:v>45418</c:v>
                      </c:pt>
                      <c:pt idx="5243">
                        <c:v>45419</c:v>
                      </c:pt>
                      <c:pt idx="5244">
                        <c:v>45420</c:v>
                      </c:pt>
                      <c:pt idx="5245">
                        <c:v>45421</c:v>
                      </c:pt>
                      <c:pt idx="5246">
                        <c:v>45422</c:v>
                      </c:pt>
                      <c:pt idx="5247">
                        <c:v>45425</c:v>
                      </c:pt>
                      <c:pt idx="5248">
                        <c:v>45426</c:v>
                      </c:pt>
                      <c:pt idx="5249">
                        <c:v>45427</c:v>
                      </c:pt>
                      <c:pt idx="5250">
                        <c:v>45428</c:v>
                      </c:pt>
                      <c:pt idx="5251">
                        <c:v>45429</c:v>
                      </c:pt>
                      <c:pt idx="5252">
                        <c:v>45432</c:v>
                      </c:pt>
                      <c:pt idx="5253">
                        <c:v>45433</c:v>
                      </c:pt>
                      <c:pt idx="5254">
                        <c:v>45434</c:v>
                      </c:pt>
                      <c:pt idx="5255">
                        <c:v>45435</c:v>
                      </c:pt>
                      <c:pt idx="5256">
                        <c:v>45436</c:v>
                      </c:pt>
                      <c:pt idx="5257">
                        <c:v>45439</c:v>
                      </c:pt>
                      <c:pt idx="5258">
                        <c:v>45440</c:v>
                      </c:pt>
                      <c:pt idx="5259">
                        <c:v>45441</c:v>
                      </c:pt>
                      <c:pt idx="5260">
                        <c:v>45442</c:v>
                      </c:pt>
                      <c:pt idx="5261">
                        <c:v>45443</c:v>
                      </c:pt>
                      <c:pt idx="5262">
                        <c:v>45446</c:v>
                      </c:pt>
                      <c:pt idx="5263">
                        <c:v>45447</c:v>
                      </c:pt>
                      <c:pt idx="5264">
                        <c:v>45448</c:v>
                      </c:pt>
                      <c:pt idx="5265">
                        <c:v>45449</c:v>
                      </c:pt>
                      <c:pt idx="5266">
                        <c:v>45450</c:v>
                      </c:pt>
                      <c:pt idx="5267">
                        <c:v>45453</c:v>
                      </c:pt>
                      <c:pt idx="5268">
                        <c:v>45454</c:v>
                      </c:pt>
                      <c:pt idx="5269">
                        <c:v>45455</c:v>
                      </c:pt>
                      <c:pt idx="5270">
                        <c:v>45456</c:v>
                      </c:pt>
                      <c:pt idx="5271">
                        <c:v>45457</c:v>
                      </c:pt>
                      <c:pt idx="5272">
                        <c:v>45460</c:v>
                      </c:pt>
                      <c:pt idx="5273">
                        <c:v>45461</c:v>
                      </c:pt>
                      <c:pt idx="5274">
                        <c:v>45462</c:v>
                      </c:pt>
                      <c:pt idx="5275">
                        <c:v>45463</c:v>
                      </c:pt>
                      <c:pt idx="5276">
                        <c:v>45464</c:v>
                      </c:pt>
                      <c:pt idx="5277">
                        <c:v>45467</c:v>
                      </c:pt>
                      <c:pt idx="5278">
                        <c:v>45468</c:v>
                      </c:pt>
                      <c:pt idx="5279">
                        <c:v>45469</c:v>
                      </c:pt>
                      <c:pt idx="5280">
                        <c:v>45470</c:v>
                      </c:pt>
                      <c:pt idx="5281">
                        <c:v>45471</c:v>
                      </c:pt>
                      <c:pt idx="5282">
                        <c:v>45474</c:v>
                      </c:pt>
                      <c:pt idx="5283">
                        <c:v>45475</c:v>
                      </c:pt>
                      <c:pt idx="5284">
                        <c:v>45476</c:v>
                      </c:pt>
                      <c:pt idx="5285">
                        <c:v>45477</c:v>
                      </c:pt>
                      <c:pt idx="5286">
                        <c:v>45478</c:v>
                      </c:pt>
                      <c:pt idx="5287">
                        <c:v>45481</c:v>
                      </c:pt>
                      <c:pt idx="5288">
                        <c:v>45482</c:v>
                      </c:pt>
                      <c:pt idx="5289">
                        <c:v>45483</c:v>
                      </c:pt>
                      <c:pt idx="5290">
                        <c:v>45484</c:v>
                      </c:pt>
                      <c:pt idx="5291">
                        <c:v>45485</c:v>
                      </c:pt>
                      <c:pt idx="5292">
                        <c:v>45488</c:v>
                      </c:pt>
                      <c:pt idx="5293">
                        <c:v>45489</c:v>
                      </c:pt>
                      <c:pt idx="5294">
                        <c:v>45490</c:v>
                      </c:pt>
                      <c:pt idx="5295">
                        <c:v>45491</c:v>
                      </c:pt>
                      <c:pt idx="5296">
                        <c:v>45492</c:v>
                      </c:pt>
                      <c:pt idx="5297">
                        <c:v>45495</c:v>
                      </c:pt>
                      <c:pt idx="5298">
                        <c:v>45496</c:v>
                      </c:pt>
                      <c:pt idx="5299">
                        <c:v>45497</c:v>
                      </c:pt>
                      <c:pt idx="5300">
                        <c:v>45498</c:v>
                      </c:pt>
                      <c:pt idx="5301">
                        <c:v>45499</c:v>
                      </c:pt>
                      <c:pt idx="5302">
                        <c:v>45502</c:v>
                      </c:pt>
                      <c:pt idx="5303">
                        <c:v>45503</c:v>
                      </c:pt>
                      <c:pt idx="5304">
                        <c:v>45504</c:v>
                      </c:pt>
                      <c:pt idx="5305">
                        <c:v>45505</c:v>
                      </c:pt>
                      <c:pt idx="5306">
                        <c:v>45506</c:v>
                      </c:pt>
                      <c:pt idx="5307">
                        <c:v>45509</c:v>
                      </c:pt>
                      <c:pt idx="5308">
                        <c:v>45510</c:v>
                      </c:pt>
                      <c:pt idx="5309">
                        <c:v>45511</c:v>
                      </c:pt>
                      <c:pt idx="5310">
                        <c:v>45512</c:v>
                      </c:pt>
                      <c:pt idx="5311">
                        <c:v>45513</c:v>
                      </c:pt>
                      <c:pt idx="5312">
                        <c:v>45516</c:v>
                      </c:pt>
                      <c:pt idx="5313">
                        <c:v>45517</c:v>
                      </c:pt>
                      <c:pt idx="5314">
                        <c:v>45518</c:v>
                      </c:pt>
                      <c:pt idx="5315">
                        <c:v>45519</c:v>
                      </c:pt>
                      <c:pt idx="5316">
                        <c:v>45520</c:v>
                      </c:pt>
                      <c:pt idx="5317">
                        <c:v>45523</c:v>
                      </c:pt>
                      <c:pt idx="5318">
                        <c:v>45524</c:v>
                      </c:pt>
                      <c:pt idx="5319">
                        <c:v>45525</c:v>
                      </c:pt>
                      <c:pt idx="5320">
                        <c:v>45526</c:v>
                      </c:pt>
                      <c:pt idx="5321">
                        <c:v>45527</c:v>
                      </c:pt>
                      <c:pt idx="5322">
                        <c:v>45530</c:v>
                      </c:pt>
                      <c:pt idx="5323">
                        <c:v>45531</c:v>
                      </c:pt>
                      <c:pt idx="5324">
                        <c:v>45532</c:v>
                      </c:pt>
                      <c:pt idx="5325">
                        <c:v>45533</c:v>
                      </c:pt>
                      <c:pt idx="5326">
                        <c:v>45534</c:v>
                      </c:pt>
                      <c:pt idx="5327">
                        <c:v>45537</c:v>
                      </c:pt>
                      <c:pt idx="5328">
                        <c:v>45538</c:v>
                      </c:pt>
                      <c:pt idx="5329">
                        <c:v>45539</c:v>
                      </c:pt>
                      <c:pt idx="5330">
                        <c:v>45540</c:v>
                      </c:pt>
                      <c:pt idx="5331">
                        <c:v>45541</c:v>
                      </c:pt>
                      <c:pt idx="5332">
                        <c:v>45544</c:v>
                      </c:pt>
                      <c:pt idx="5333">
                        <c:v>45545</c:v>
                      </c:pt>
                      <c:pt idx="5334">
                        <c:v>45546</c:v>
                      </c:pt>
                      <c:pt idx="5335">
                        <c:v>45547</c:v>
                      </c:pt>
                      <c:pt idx="5336">
                        <c:v>45548</c:v>
                      </c:pt>
                      <c:pt idx="5337">
                        <c:v>45551</c:v>
                      </c:pt>
                      <c:pt idx="5338">
                        <c:v>45552</c:v>
                      </c:pt>
                      <c:pt idx="5339">
                        <c:v>45553</c:v>
                      </c:pt>
                      <c:pt idx="5340">
                        <c:v>45554</c:v>
                      </c:pt>
                      <c:pt idx="5341">
                        <c:v>45555</c:v>
                      </c:pt>
                      <c:pt idx="5342">
                        <c:v>45558</c:v>
                      </c:pt>
                      <c:pt idx="5343">
                        <c:v>45559</c:v>
                      </c:pt>
                      <c:pt idx="5344">
                        <c:v>45560</c:v>
                      </c:pt>
                      <c:pt idx="5345">
                        <c:v>45561</c:v>
                      </c:pt>
                      <c:pt idx="5346">
                        <c:v>45562</c:v>
                      </c:pt>
                      <c:pt idx="5347">
                        <c:v>45565</c:v>
                      </c:pt>
                      <c:pt idx="5348">
                        <c:v>45566</c:v>
                      </c:pt>
                      <c:pt idx="5349">
                        <c:v>45567</c:v>
                      </c:pt>
                      <c:pt idx="5350">
                        <c:v>45568</c:v>
                      </c:pt>
                      <c:pt idx="5351">
                        <c:v>45569</c:v>
                      </c:pt>
                      <c:pt idx="5352">
                        <c:v>45572</c:v>
                      </c:pt>
                      <c:pt idx="5353">
                        <c:v>45573</c:v>
                      </c:pt>
                      <c:pt idx="5354">
                        <c:v>45574</c:v>
                      </c:pt>
                      <c:pt idx="5355">
                        <c:v>45575</c:v>
                      </c:pt>
                      <c:pt idx="5356">
                        <c:v>45576</c:v>
                      </c:pt>
                      <c:pt idx="5357">
                        <c:v>45579</c:v>
                      </c:pt>
                      <c:pt idx="5358">
                        <c:v>45580</c:v>
                      </c:pt>
                      <c:pt idx="5359">
                        <c:v>45581</c:v>
                      </c:pt>
                      <c:pt idx="5360">
                        <c:v>45582</c:v>
                      </c:pt>
                      <c:pt idx="5361">
                        <c:v>45583</c:v>
                      </c:pt>
                      <c:pt idx="5362">
                        <c:v>45586</c:v>
                      </c:pt>
                      <c:pt idx="5363">
                        <c:v>45587</c:v>
                      </c:pt>
                      <c:pt idx="5364">
                        <c:v>45588</c:v>
                      </c:pt>
                      <c:pt idx="5365">
                        <c:v>45589</c:v>
                      </c:pt>
                      <c:pt idx="5366">
                        <c:v>45590</c:v>
                      </c:pt>
                      <c:pt idx="5367">
                        <c:v>45593</c:v>
                      </c:pt>
                      <c:pt idx="5368">
                        <c:v>45594</c:v>
                      </c:pt>
                      <c:pt idx="5369">
                        <c:v>45595</c:v>
                      </c:pt>
                      <c:pt idx="5370">
                        <c:v>45596</c:v>
                      </c:pt>
                      <c:pt idx="5371">
                        <c:v>45597</c:v>
                      </c:pt>
                      <c:pt idx="5372">
                        <c:v>45601</c:v>
                      </c:pt>
                      <c:pt idx="5373">
                        <c:v>45602</c:v>
                      </c:pt>
                      <c:pt idx="5374">
                        <c:v>45603</c:v>
                      </c:pt>
                      <c:pt idx="5375">
                        <c:v>45604</c:v>
                      </c:pt>
                      <c:pt idx="5376">
                        <c:v>45608</c:v>
                      </c:pt>
                      <c:pt idx="5377">
                        <c:v>45609</c:v>
                      </c:pt>
                      <c:pt idx="5378">
                        <c:v>45610</c:v>
                      </c:pt>
                      <c:pt idx="5379">
                        <c:v>45611</c:v>
                      </c:pt>
                      <c:pt idx="5380">
                        <c:v>45614</c:v>
                      </c:pt>
                      <c:pt idx="5381">
                        <c:v>45615</c:v>
                      </c:pt>
                      <c:pt idx="5382">
                        <c:v>45616</c:v>
                      </c:pt>
                      <c:pt idx="5383">
                        <c:v>45617</c:v>
                      </c:pt>
                      <c:pt idx="5384">
                        <c:v>45618</c:v>
                      </c:pt>
                      <c:pt idx="5385">
                        <c:v>45621</c:v>
                      </c:pt>
                      <c:pt idx="5386">
                        <c:v>45622</c:v>
                      </c:pt>
                      <c:pt idx="5387">
                        <c:v>45623</c:v>
                      </c:pt>
                      <c:pt idx="5388">
                        <c:v>45624</c:v>
                      </c:pt>
                      <c:pt idx="5389">
                        <c:v>45625</c:v>
                      </c:pt>
                      <c:pt idx="5390">
                        <c:v>45628</c:v>
                      </c:pt>
                      <c:pt idx="5391">
                        <c:v>45629</c:v>
                      </c:pt>
                      <c:pt idx="5392">
                        <c:v>45630</c:v>
                      </c:pt>
                      <c:pt idx="5393">
                        <c:v>45631</c:v>
                      </c:pt>
                      <c:pt idx="5394">
                        <c:v>45632</c:v>
                      </c:pt>
                      <c:pt idx="5395">
                        <c:v>45635</c:v>
                      </c:pt>
                      <c:pt idx="5396">
                        <c:v>45636</c:v>
                      </c:pt>
                      <c:pt idx="5397">
                        <c:v>45637</c:v>
                      </c:pt>
                      <c:pt idx="5398">
                        <c:v>45638</c:v>
                      </c:pt>
                      <c:pt idx="5399">
                        <c:v>45639</c:v>
                      </c:pt>
                      <c:pt idx="5400">
                        <c:v>45642</c:v>
                      </c:pt>
                      <c:pt idx="5401">
                        <c:v>45643</c:v>
                      </c:pt>
                      <c:pt idx="5402">
                        <c:v>45644</c:v>
                      </c:pt>
                      <c:pt idx="5403">
                        <c:v>45645</c:v>
                      </c:pt>
                      <c:pt idx="5404">
                        <c:v>45646</c:v>
                      </c:pt>
                      <c:pt idx="5405">
                        <c:v>45649</c:v>
                      </c:pt>
                      <c:pt idx="5406">
                        <c:v>45650</c:v>
                      </c:pt>
                      <c:pt idx="5407">
                        <c:v>45652</c:v>
                      </c:pt>
                      <c:pt idx="5408">
                        <c:v>45653</c:v>
                      </c:pt>
                      <c:pt idx="5409">
                        <c:v>45656</c:v>
                      </c:pt>
                      <c:pt idx="5410">
                        <c:v>45657</c:v>
                      </c:pt>
                      <c:pt idx="5411">
                        <c:v>45659</c:v>
                      </c:pt>
                      <c:pt idx="5412">
                        <c:v>45660</c:v>
                      </c:pt>
                      <c:pt idx="5413">
                        <c:v>45663</c:v>
                      </c:pt>
                      <c:pt idx="5414">
                        <c:v>45664</c:v>
                      </c:pt>
                      <c:pt idx="5415">
                        <c:v>45665</c:v>
                      </c:pt>
                      <c:pt idx="5416">
                        <c:v>45666</c:v>
                      </c:pt>
                      <c:pt idx="5417">
                        <c:v>45667</c:v>
                      </c:pt>
                      <c:pt idx="5418">
                        <c:v>45670</c:v>
                      </c:pt>
                      <c:pt idx="5419">
                        <c:v>45671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Hoja2!$F$316:$F$5735</c15:sqref>
                        </c15:formulaRef>
                      </c:ext>
                    </c:extLst>
                    <c:numCache>
                      <c:formatCode>0.00</c:formatCode>
                      <c:ptCount val="5420"/>
                      <c:pt idx="0">
                        <c:v>469.22899999999998</c:v>
                      </c:pt>
                      <c:pt idx="1">
                        <c:v>461.73</c:v>
                      </c:pt>
                      <c:pt idx="2">
                        <c:v>456.70800000000003</c:v>
                      </c:pt>
                      <c:pt idx="3">
                        <c:v>456.70600000000002</c:v>
                      </c:pt>
                      <c:pt idx="4">
                        <c:v>446.71800000000002</c:v>
                      </c:pt>
                      <c:pt idx="5">
                        <c:v>439.23700000000002</c:v>
                      </c:pt>
                      <c:pt idx="6">
                        <c:v>424.25900000000001</c:v>
                      </c:pt>
                      <c:pt idx="7">
                        <c:v>434.18299999999999</c:v>
                      </c:pt>
                      <c:pt idx="8">
                        <c:v>436.67</c:v>
                      </c:pt>
                      <c:pt idx="9">
                        <c:v>431.69200000000001</c:v>
                      </c:pt>
                      <c:pt idx="10">
                        <c:v>431.69</c:v>
                      </c:pt>
                      <c:pt idx="11">
                        <c:v>429.19</c:v>
                      </c:pt>
                      <c:pt idx="12">
                        <c:v>426.69</c:v>
                      </c:pt>
                      <c:pt idx="13">
                        <c:v>421.69499999999999</c:v>
                      </c:pt>
                      <c:pt idx="14">
                        <c:v>436.62700000000001</c:v>
                      </c:pt>
                      <c:pt idx="15">
                        <c:v>474.04700000000003</c:v>
                      </c:pt>
                      <c:pt idx="16">
                        <c:v>476.54700000000003</c:v>
                      </c:pt>
                      <c:pt idx="17">
                        <c:v>474.05500000000001</c:v>
                      </c:pt>
                      <c:pt idx="18">
                        <c:v>481.54399999999998</c:v>
                      </c:pt>
                      <c:pt idx="19">
                        <c:v>501.488</c:v>
                      </c:pt>
                      <c:pt idx="20">
                        <c:v>501.49900000000002</c:v>
                      </c:pt>
                      <c:pt idx="21">
                        <c:v>496.47899999999998</c:v>
                      </c:pt>
                      <c:pt idx="22">
                        <c:v>496.47800000000001</c:v>
                      </c:pt>
                      <c:pt idx="23">
                        <c:v>513.96400000000006</c:v>
                      </c:pt>
                      <c:pt idx="24">
                        <c:v>541.40899999999999</c:v>
                      </c:pt>
                      <c:pt idx="25">
                        <c:v>546.39499999999998</c:v>
                      </c:pt>
                      <c:pt idx="26">
                        <c:v>558.86</c:v>
                      </c:pt>
                      <c:pt idx="27">
                        <c:v>578.798</c:v>
                      </c:pt>
                      <c:pt idx="28">
                        <c:v>578.79200000000003</c:v>
                      </c:pt>
                      <c:pt idx="29">
                        <c:v>583.78300000000002</c:v>
                      </c:pt>
                      <c:pt idx="30">
                        <c:v>638.68700000000001</c:v>
                      </c:pt>
                      <c:pt idx="31">
                        <c:v>658.56399999999996</c:v>
                      </c:pt>
                      <c:pt idx="32">
                        <c:v>728.46199999999999</c:v>
                      </c:pt>
                      <c:pt idx="33">
                        <c:v>678.53200000000004</c:v>
                      </c:pt>
                      <c:pt idx="34">
                        <c:v>678.529</c:v>
                      </c:pt>
                      <c:pt idx="35">
                        <c:v>686.00900000000001</c:v>
                      </c:pt>
                      <c:pt idx="36">
                        <c:v>648.59100000000001</c:v>
                      </c:pt>
                      <c:pt idx="37">
                        <c:v>626.16700000000003</c:v>
                      </c:pt>
                      <c:pt idx="38">
                        <c:v>613.673</c:v>
                      </c:pt>
                      <c:pt idx="39">
                        <c:v>626.14300000000003</c:v>
                      </c:pt>
                      <c:pt idx="40">
                        <c:v>648.66200000000003</c:v>
                      </c:pt>
                      <c:pt idx="41">
                        <c:v>658.59900000000005</c:v>
                      </c:pt>
                      <c:pt idx="42">
                        <c:v>648.60900000000004</c:v>
                      </c:pt>
                      <c:pt idx="43">
                        <c:v>623.64099999999996</c:v>
                      </c:pt>
                      <c:pt idx="44">
                        <c:v>648.64099999999996</c:v>
                      </c:pt>
                      <c:pt idx="45">
                        <c:v>631.16300000000001</c:v>
                      </c:pt>
                      <c:pt idx="46">
                        <c:v>621.178</c:v>
                      </c:pt>
                      <c:pt idx="47">
                        <c:v>621.178</c:v>
                      </c:pt>
                      <c:pt idx="48">
                        <c:v>618.67700000000002</c:v>
                      </c:pt>
                      <c:pt idx="49">
                        <c:v>596.19799999999998</c:v>
                      </c:pt>
                      <c:pt idx="50">
                        <c:v>603.70399999999995</c:v>
                      </c:pt>
                      <c:pt idx="51">
                        <c:v>586.20899999999995</c:v>
                      </c:pt>
                      <c:pt idx="52">
                        <c:v>561.26700000000005</c:v>
                      </c:pt>
                      <c:pt idx="53">
                        <c:v>566.26499999999999</c:v>
                      </c:pt>
                      <c:pt idx="54">
                        <c:v>573.75</c:v>
                      </c:pt>
                      <c:pt idx="55">
                        <c:v>573.73900000000003</c:v>
                      </c:pt>
                      <c:pt idx="56">
                        <c:v>573.73900000000003</c:v>
                      </c:pt>
                      <c:pt idx="57">
                        <c:v>586.19399999999996</c:v>
                      </c:pt>
                      <c:pt idx="58">
                        <c:v>568.77</c:v>
                      </c:pt>
                      <c:pt idx="59">
                        <c:v>563.75599999999997</c:v>
                      </c:pt>
                      <c:pt idx="60">
                        <c:v>558.78200000000004</c:v>
                      </c:pt>
                      <c:pt idx="61">
                        <c:v>556.28200000000004</c:v>
                      </c:pt>
                      <c:pt idx="62">
                        <c:v>541.31600000000003</c:v>
                      </c:pt>
                      <c:pt idx="63">
                        <c:v>538.822</c:v>
                      </c:pt>
                      <c:pt idx="64">
                        <c:v>538.82399999999996</c:v>
                      </c:pt>
                      <c:pt idx="65">
                        <c:v>538.82399999999996</c:v>
                      </c:pt>
                      <c:pt idx="66">
                        <c:v>556.29600000000005</c:v>
                      </c:pt>
                      <c:pt idx="67">
                        <c:v>571.23900000000003</c:v>
                      </c:pt>
                      <c:pt idx="68">
                        <c:v>568.774</c:v>
                      </c:pt>
                      <c:pt idx="69">
                        <c:v>561.31100000000004</c:v>
                      </c:pt>
                      <c:pt idx="70">
                        <c:v>558.82000000000005</c:v>
                      </c:pt>
                      <c:pt idx="71">
                        <c:v>541.38</c:v>
                      </c:pt>
                      <c:pt idx="72">
                        <c:v>538.87599999999998</c:v>
                      </c:pt>
                      <c:pt idx="73">
                        <c:v>541.37400000000002</c:v>
                      </c:pt>
                      <c:pt idx="74">
                        <c:v>546.37599999999998</c:v>
                      </c:pt>
                      <c:pt idx="75">
                        <c:v>536.38699999999994</c:v>
                      </c:pt>
                      <c:pt idx="76">
                        <c:v>536.39</c:v>
                      </c:pt>
                      <c:pt idx="77">
                        <c:v>531.39099999999996</c:v>
                      </c:pt>
                      <c:pt idx="78">
                        <c:v>528.88900000000001</c:v>
                      </c:pt>
                      <c:pt idx="79">
                        <c:v>523.88599999999997</c:v>
                      </c:pt>
                      <c:pt idx="80">
                        <c:v>508.964</c:v>
                      </c:pt>
                      <c:pt idx="81">
                        <c:v>506.46300000000002</c:v>
                      </c:pt>
                      <c:pt idx="82">
                        <c:v>506.44200000000001</c:v>
                      </c:pt>
                      <c:pt idx="83">
                        <c:v>521.404</c:v>
                      </c:pt>
                      <c:pt idx="84">
                        <c:v>516.41700000000003</c:v>
                      </c:pt>
                      <c:pt idx="85">
                        <c:v>521.42200000000003</c:v>
                      </c:pt>
                      <c:pt idx="86">
                        <c:v>528.89099999999996</c:v>
                      </c:pt>
                      <c:pt idx="87">
                        <c:v>526.36400000000003</c:v>
                      </c:pt>
                      <c:pt idx="88">
                        <c:v>526.37900000000002</c:v>
                      </c:pt>
                      <c:pt idx="89">
                        <c:v>518.89300000000003</c:v>
                      </c:pt>
                      <c:pt idx="90">
                        <c:v>513.92499999999995</c:v>
                      </c:pt>
                      <c:pt idx="91">
                        <c:v>513.92600000000004</c:v>
                      </c:pt>
                      <c:pt idx="92">
                        <c:v>508.95499999999998</c:v>
                      </c:pt>
                      <c:pt idx="93">
                        <c:v>503.964</c:v>
                      </c:pt>
                      <c:pt idx="94">
                        <c:v>501.464</c:v>
                      </c:pt>
                      <c:pt idx="95">
                        <c:v>504.01600000000002</c:v>
                      </c:pt>
                      <c:pt idx="96">
                        <c:v>501.51</c:v>
                      </c:pt>
                      <c:pt idx="97">
                        <c:v>489.029</c:v>
                      </c:pt>
                      <c:pt idx="98">
                        <c:v>494.012</c:v>
                      </c:pt>
                      <c:pt idx="99">
                        <c:v>506.49700000000001</c:v>
                      </c:pt>
                      <c:pt idx="100">
                        <c:v>501.517</c:v>
                      </c:pt>
                      <c:pt idx="101">
                        <c:v>501.51</c:v>
                      </c:pt>
                      <c:pt idx="102">
                        <c:v>494.03500000000003</c:v>
                      </c:pt>
                      <c:pt idx="103">
                        <c:v>494.029</c:v>
                      </c:pt>
                      <c:pt idx="104">
                        <c:v>494.029</c:v>
                      </c:pt>
                      <c:pt idx="105">
                        <c:v>479</c:v>
                      </c:pt>
                      <c:pt idx="106">
                        <c:v>476.5</c:v>
                      </c:pt>
                      <c:pt idx="107">
                        <c:v>466.5</c:v>
                      </c:pt>
                      <c:pt idx="108">
                        <c:v>474</c:v>
                      </c:pt>
                      <c:pt idx="109">
                        <c:v>474</c:v>
                      </c:pt>
                      <c:pt idx="110">
                        <c:v>469</c:v>
                      </c:pt>
                      <c:pt idx="111">
                        <c:v>469</c:v>
                      </c:pt>
                      <c:pt idx="112">
                        <c:v>469</c:v>
                      </c:pt>
                      <c:pt idx="113">
                        <c:v>469</c:v>
                      </c:pt>
                      <c:pt idx="114">
                        <c:v>469</c:v>
                      </c:pt>
                      <c:pt idx="115">
                        <c:v>459</c:v>
                      </c:pt>
                      <c:pt idx="116">
                        <c:v>459</c:v>
                      </c:pt>
                      <c:pt idx="117">
                        <c:v>444</c:v>
                      </c:pt>
                      <c:pt idx="118">
                        <c:v>441.5</c:v>
                      </c:pt>
                      <c:pt idx="119">
                        <c:v>441.5</c:v>
                      </c:pt>
                      <c:pt idx="120">
                        <c:v>441.5</c:v>
                      </c:pt>
                      <c:pt idx="121">
                        <c:v>456.5</c:v>
                      </c:pt>
                      <c:pt idx="122">
                        <c:v>456.5</c:v>
                      </c:pt>
                      <c:pt idx="123">
                        <c:v>441.5</c:v>
                      </c:pt>
                      <c:pt idx="124">
                        <c:v>436.5</c:v>
                      </c:pt>
                      <c:pt idx="125">
                        <c:v>434</c:v>
                      </c:pt>
                      <c:pt idx="126">
                        <c:v>431.5</c:v>
                      </c:pt>
                      <c:pt idx="127">
                        <c:v>429</c:v>
                      </c:pt>
                      <c:pt idx="128">
                        <c:v>429</c:v>
                      </c:pt>
                      <c:pt idx="129">
                        <c:v>444</c:v>
                      </c:pt>
                      <c:pt idx="130">
                        <c:v>446.5</c:v>
                      </c:pt>
                      <c:pt idx="131">
                        <c:v>454</c:v>
                      </c:pt>
                      <c:pt idx="132">
                        <c:v>456.5</c:v>
                      </c:pt>
                      <c:pt idx="133">
                        <c:v>451.5</c:v>
                      </c:pt>
                      <c:pt idx="134">
                        <c:v>464</c:v>
                      </c:pt>
                      <c:pt idx="135">
                        <c:v>461.5</c:v>
                      </c:pt>
                      <c:pt idx="136">
                        <c:v>441.5</c:v>
                      </c:pt>
                      <c:pt idx="137">
                        <c:v>441.5</c:v>
                      </c:pt>
                      <c:pt idx="138">
                        <c:v>434</c:v>
                      </c:pt>
                      <c:pt idx="139">
                        <c:v>433</c:v>
                      </c:pt>
                      <c:pt idx="140">
                        <c:v>420.5</c:v>
                      </c:pt>
                      <c:pt idx="141">
                        <c:v>420.5</c:v>
                      </c:pt>
                      <c:pt idx="142">
                        <c:v>431.041</c:v>
                      </c:pt>
                      <c:pt idx="143">
                        <c:v>431.5</c:v>
                      </c:pt>
                      <c:pt idx="144">
                        <c:v>441.5</c:v>
                      </c:pt>
                      <c:pt idx="145">
                        <c:v>449</c:v>
                      </c:pt>
                      <c:pt idx="146">
                        <c:v>444</c:v>
                      </c:pt>
                      <c:pt idx="147">
                        <c:v>454</c:v>
                      </c:pt>
                      <c:pt idx="148">
                        <c:v>459</c:v>
                      </c:pt>
                      <c:pt idx="149">
                        <c:v>457.041</c:v>
                      </c:pt>
                      <c:pt idx="150">
                        <c:v>460.5</c:v>
                      </c:pt>
                      <c:pt idx="151">
                        <c:v>477.5</c:v>
                      </c:pt>
                      <c:pt idx="152">
                        <c:v>468</c:v>
                      </c:pt>
                      <c:pt idx="153">
                        <c:v>460.5</c:v>
                      </c:pt>
                      <c:pt idx="154">
                        <c:v>458</c:v>
                      </c:pt>
                      <c:pt idx="155">
                        <c:v>458</c:v>
                      </c:pt>
                      <c:pt idx="156">
                        <c:v>458</c:v>
                      </c:pt>
                      <c:pt idx="157">
                        <c:v>445.5</c:v>
                      </c:pt>
                      <c:pt idx="158">
                        <c:v>440.5</c:v>
                      </c:pt>
                      <c:pt idx="159">
                        <c:v>434</c:v>
                      </c:pt>
                      <c:pt idx="160">
                        <c:v>421.5</c:v>
                      </c:pt>
                      <c:pt idx="161">
                        <c:v>426.5</c:v>
                      </c:pt>
                      <c:pt idx="162">
                        <c:v>426.5</c:v>
                      </c:pt>
                      <c:pt idx="163">
                        <c:v>426.5</c:v>
                      </c:pt>
                      <c:pt idx="164">
                        <c:v>426.5</c:v>
                      </c:pt>
                      <c:pt idx="165">
                        <c:v>421.5</c:v>
                      </c:pt>
                      <c:pt idx="166">
                        <c:v>421.5</c:v>
                      </c:pt>
                      <c:pt idx="167">
                        <c:v>411.5</c:v>
                      </c:pt>
                      <c:pt idx="168">
                        <c:v>411.5</c:v>
                      </c:pt>
                      <c:pt idx="169">
                        <c:v>411.5</c:v>
                      </c:pt>
                      <c:pt idx="170">
                        <c:v>411.5</c:v>
                      </c:pt>
                      <c:pt idx="171">
                        <c:v>411.5</c:v>
                      </c:pt>
                      <c:pt idx="172">
                        <c:v>411.5</c:v>
                      </c:pt>
                      <c:pt idx="173">
                        <c:v>411.5</c:v>
                      </c:pt>
                      <c:pt idx="174">
                        <c:v>411.5</c:v>
                      </c:pt>
                      <c:pt idx="175">
                        <c:v>411.5</c:v>
                      </c:pt>
                      <c:pt idx="176">
                        <c:v>411.5</c:v>
                      </c:pt>
                      <c:pt idx="177">
                        <c:v>411.5</c:v>
                      </c:pt>
                      <c:pt idx="178">
                        <c:v>411.5</c:v>
                      </c:pt>
                      <c:pt idx="179">
                        <c:v>411.5</c:v>
                      </c:pt>
                      <c:pt idx="180">
                        <c:v>411.5</c:v>
                      </c:pt>
                      <c:pt idx="181">
                        <c:v>411.5</c:v>
                      </c:pt>
                      <c:pt idx="182">
                        <c:v>411.5</c:v>
                      </c:pt>
                      <c:pt idx="183">
                        <c:v>411.5</c:v>
                      </c:pt>
                      <c:pt idx="184">
                        <c:v>411.5</c:v>
                      </c:pt>
                      <c:pt idx="185">
                        <c:v>411.5</c:v>
                      </c:pt>
                      <c:pt idx="186">
                        <c:v>411.5</c:v>
                      </c:pt>
                      <c:pt idx="187">
                        <c:v>411.5</c:v>
                      </c:pt>
                      <c:pt idx="188">
                        <c:v>411.5</c:v>
                      </c:pt>
                      <c:pt idx="189">
                        <c:v>411.5</c:v>
                      </c:pt>
                      <c:pt idx="190">
                        <c:v>411.5</c:v>
                      </c:pt>
                      <c:pt idx="191">
                        <c:v>411.5</c:v>
                      </c:pt>
                      <c:pt idx="192">
                        <c:v>411.5</c:v>
                      </c:pt>
                      <c:pt idx="193">
                        <c:v>411.5</c:v>
                      </c:pt>
                      <c:pt idx="194">
                        <c:v>411.5</c:v>
                      </c:pt>
                      <c:pt idx="195">
                        <c:v>411.5</c:v>
                      </c:pt>
                      <c:pt idx="196">
                        <c:v>360.75</c:v>
                      </c:pt>
                      <c:pt idx="197">
                        <c:v>360.75</c:v>
                      </c:pt>
                      <c:pt idx="198">
                        <c:v>360.75</c:v>
                      </c:pt>
                      <c:pt idx="199">
                        <c:v>360.75</c:v>
                      </c:pt>
                      <c:pt idx="200">
                        <c:v>360.75</c:v>
                      </c:pt>
                      <c:pt idx="201">
                        <c:v>360.75</c:v>
                      </c:pt>
                      <c:pt idx="202">
                        <c:v>360.75</c:v>
                      </c:pt>
                      <c:pt idx="203">
                        <c:v>360.75</c:v>
                      </c:pt>
                      <c:pt idx="204">
                        <c:v>360.75</c:v>
                      </c:pt>
                      <c:pt idx="205">
                        <c:v>360.75</c:v>
                      </c:pt>
                      <c:pt idx="206">
                        <c:v>360.75</c:v>
                      </c:pt>
                      <c:pt idx="207">
                        <c:v>360.75</c:v>
                      </c:pt>
                      <c:pt idx="208">
                        <c:v>360.75</c:v>
                      </c:pt>
                      <c:pt idx="209">
                        <c:v>360.75</c:v>
                      </c:pt>
                      <c:pt idx="210">
                        <c:v>391.5</c:v>
                      </c:pt>
                      <c:pt idx="211">
                        <c:v>391.5</c:v>
                      </c:pt>
                      <c:pt idx="212">
                        <c:v>394</c:v>
                      </c:pt>
                      <c:pt idx="213">
                        <c:v>394</c:v>
                      </c:pt>
                      <c:pt idx="214">
                        <c:v>404</c:v>
                      </c:pt>
                      <c:pt idx="215">
                        <c:v>404</c:v>
                      </c:pt>
                      <c:pt idx="216">
                        <c:v>404</c:v>
                      </c:pt>
                      <c:pt idx="217">
                        <c:v>404</c:v>
                      </c:pt>
                      <c:pt idx="218">
                        <c:v>397.75</c:v>
                      </c:pt>
                      <c:pt idx="219">
                        <c:v>397.75</c:v>
                      </c:pt>
                      <c:pt idx="220">
                        <c:v>397.75</c:v>
                      </c:pt>
                      <c:pt idx="221">
                        <c:v>405.25</c:v>
                      </c:pt>
                      <c:pt idx="222">
                        <c:v>400.25</c:v>
                      </c:pt>
                      <c:pt idx="223">
                        <c:v>400.25</c:v>
                      </c:pt>
                      <c:pt idx="224">
                        <c:v>400.25</c:v>
                      </c:pt>
                      <c:pt idx="225">
                        <c:v>400.25</c:v>
                      </c:pt>
                      <c:pt idx="226">
                        <c:v>399</c:v>
                      </c:pt>
                      <c:pt idx="227">
                        <c:v>394</c:v>
                      </c:pt>
                      <c:pt idx="228">
                        <c:v>394</c:v>
                      </c:pt>
                      <c:pt idx="229">
                        <c:v>394.25</c:v>
                      </c:pt>
                      <c:pt idx="230">
                        <c:v>387.75</c:v>
                      </c:pt>
                      <c:pt idx="231">
                        <c:v>387.75</c:v>
                      </c:pt>
                      <c:pt idx="232">
                        <c:v>381.5</c:v>
                      </c:pt>
                      <c:pt idx="233">
                        <c:v>384.5</c:v>
                      </c:pt>
                      <c:pt idx="234">
                        <c:v>380.33300000000003</c:v>
                      </c:pt>
                      <c:pt idx="235">
                        <c:v>376</c:v>
                      </c:pt>
                      <c:pt idx="236">
                        <c:v>376</c:v>
                      </c:pt>
                      <c:pt idx="237">
                        <c:v>385.5</c:v>
                      </c:pt>
                      <c:pt idx="238">
                        <c:v>384</c:v>
                      </c:pt>
                      <c:pt idx="239">
                        <c:v>386.5</c:v>
                      </c:pt>
                      <c:pt idx="240">
                        <c:v>386.5</c:v>
                      </c:pt>
                      <c:pt idx="241">
                        <c:v>384.33300000000003</c:v>
                      </c:pt>
                      <c:pt idx="242">
                        <c:v>388</c:v>
                      </c:pt>
                      <c:pt idx="243">
                        <c:v>384.33300000000003</c:v>
                      </c:pt>
                      <c:pt idx="244">
                        <c:v>383.66699999999997</c:v>
                      </c:pt>
                      <c:pt idx="245">
                        <c:v>381.33300000000003</c:v>
                      </c:pt>
                      <c:pt idx="246">
                        <c:v>371</c:v>
                      </c:pt>
                      <c:pt idx="247">
                        <c:v>369.375</c:v>
                      </c:pt>
                      <c:pt idx="248">
                        <c:v>380.33300000000003</c:v>
                      </c:pt>
                      <c:pt idx="249">
                        <c:v>387.125</c:v>
                      </c:pt>
                      <c:pt idx="250">
                        <c:v>399.5</c:v>
                      </c:pt>
                      <c:pt idx="251">
                        <c:v>415.33300000000003</c:v>
                      </c:pt>
                      <c:pt idx="252">
                        <c:v>423.33300000000003</c:v>
                      </c:pt>
                      <c:pt idx="253">
                        <c:v>444.5</c:v>
                      </c:pt>
                      <c:pt idx="254">
                        <c:v>442.66699999999997</c:v>
                      </c:pt>
                      <c:pt idx="255">
                        <c:v>439</c:v>
                      </c:pt>
                      <c:pt idx="256">
                        <c:v>449</c:v>
                      </c:pt>
                      <c:pt idx="257">
                        <c:v>460.66699999999997</c:v>
                      </c:pt>
                      <c:pt idx="258">
                        <c:v>483.5</c:v>
                      </c:pt>
                      <c:pt idx="259">
                        <c:v>514.66700000000003</c:v>
                      </c:pt>
                      <c:pt idx="260">
                        <c:v>523</c:v>
                      </c:pt>
                      <c:pt idx="261">
                        <c:v>532</c:v>
                      </c:pt>
                      <c:pt idx="262">
                        <c:v>523</c:v>
                      </c:pt>
                      <c:pt idx="263">
                        <c:v>504.66699999999997</c:v>
                      </c:pt>
                      <c:pt idx="264">
                        <c:v>491.33300000000003</c:v>
                      </c:pt>
                      <c:pt idx="265">
                        <c:v>494</c:v>
                      </c:pt>
                      <c:pt idx="266">
                        <c:v>497.66699999999997</c:v>
                      </c:pt>
                      <c:pt idx="267">
                        <c:v>495.33300000000003</c:v>
                      </c:pt>
                      <c:pt idx="268">
                        <c:v>487.33300000000003</c:v>
                      </c:pt>
                      <c:pt idx="269">
                        <c:v>479.33300000000003</c:v>
                      </c:pt>
                      <c:pt idx="270">
                        <c:v>479.66699999999997</c:v>
                      </c:pt>
                      <c:pt idx="271">
                        <c:v>478</c:v>
                      </c:pt>
                      <c:pt idx="272">
                        <c:v>474</c:v>
                      </c:pt>
                      <c:pt idx="273">
                        <c:v>476.83300000000003</c:v>
                      </c:pt>
                      <c:pt idx="274">
                        <c:v>492.75</c:v>
                      </c:pt>
                      <c:pt idx="275">
                        <c:v>506.16699999999997</c:v>
                      </c:pt>
                      <c:pt idx="276">
                        <c:v>501.16699999999997</c:v>
                      </c:pt>
                      <c:pt idx="277">
                        <c:v>499.875</c:v>
                      </c:pt>
                      <c:pt idx="278">
                        <c:v>501.5</c:v>
                      </c:pt>
                      <c:pt idx="279">
                        <c:v>494</c:v>
                      </c:pt>
                      <c:pt idx="280">
                        <c:v>484</c:v>
                      </c:pt>
                      <c:pt idx="281">
                        <c:v>484</c:v>
                      </c:pt>
                      <c:pt idx="282">
                        <c:v>476</c:v>
                      </c:pt>
                      <c:pt idx="283">
                        <c:v>477.75</c:v>
                      </c:pt>
                      <c:pt idx="284">
                        <c:v>485.25</c:v>
                      </c:pt>
                      <c:pt idx="285">
                        <c:v>488.5</c:v>
                      </c:pt>
                      <c:pt idx="286">
                        <c:v>485.25</c:v>
                      </c:pt>
                      <c:pt idx="287">
                        <c:v>480.25</c:v>
                      </c:pt>
                      <c:pt idx="288">
                        <c:v>465.5</c:v>
                      </c:pt>
                      <c:pt idx="289">
                        <c:v>467.5</c:v>
                      </c:pt>
                      <c:pt idx="290">
                        <c:v>453.75</c:v>
                      </c:pt>
                      <c:pt idx="291">
                        <c:v>437.75</c:v>
                      </c:pt>
                      <c:pt idx="292">
                        <c:v>437.75</c:v>
                      </c:pt>
                      <c:pt idx="293">
                        <c:v>447.75</c:v>
                      </c:pt>
                      <c:pt idx="294">
                        <c:v>448.5</c:v>
                      </c:pt>
                      <c:pt idx="295">
                        <c:v>440.25</c:v>
                      </c:pt>
                      <c:pt idx="296">
                        <c:v>447.75</c:v>
                      </c:pt>
                      <c:pt idx="297">
                        <c:v>455.12799999999999</c:v>
                      </c:pt>
                      <c:pt idx="298">
                        <c:v>458.56099999999998</c:v>
                      </c:pt>
                      <c:pt idx="299">
                        <c:v>453.90100000000001</c:v>
                      </c:pt>
                      <c:pt idx="300">
                        <c:v>455.5</c:v>
                      </c:pt>
                      <c:pt idx="301">
                        <c:v>452.928</c:v>
                      </c:pt>
                      <c:pt idx="302">
                        <c:v>450.61599999999999</c:v>
                      </c:pt>
                      <c:pt idx="303">
                        <c:v>432.31900000000002</c:v>
                      </c:pt>
                      <c:pt idx="304">
                        <c:v>406.21699999999998</c:v>
                      </c:pt>
                      <c:pt idx="305">
                        <c:v>424.59899999999999</c:v>
                      </c:pt>
                      <c:pt idx="306">
                        <c:v>403.47199999999998</c:v>
                      </c:pt>
                      <c:pt idx="307">
                        <c:v>421.10700000000003</c:v>
                      </c:pt>
                      <c:pt idx="308">
                        <c:v>400.82400000000001</c:v>
                      </c:pt>
                      <c:pt idx="309">
                        <c:v>404.142</c:v>
                      </c:pt>
                      <c:pt idx="310">
                        <c:v>416.62400000000002</c:v>
                      </c:pt>
                      <c:pt idx="311">
                        <c:v>416.30700000000002</c:v>
                      </c:pt>
                      <c:pt idx="312">
                        <c:v>411.14299999999997</c:v>
                      </c:pt>
                      <c:pt idx="313">
                        <c:v>408.745</c:v>
                      </c:pt>
                      <c:pt idx="314">
                        <c:v>396.07600000000002</c:v>
                      </c:pt>
                      <c:pt idx="315">
                        <c:v>396.67700000000002</c:v>
                      </c:pt>
                      <c:pt idx="316">
                        <c:v>393.38200000000001</c:v>
                      </c:pt>
                      <c:pt idx="317">
                        <c:v>391.81099999999998</c:v>
                      </c:pt>
                      <c:pt idx="318">
                        <c:v>396.77499999999998</c:v>
                      </c:pt>
                      <c:pt idx="319">
                        <c:v>394.37</c:v>
                      </c:pt>
                      <c:pt idx="320">
                        <c:v>393.10500000000002</c:v>
                      </c:pt>
                      <c:pt idx="321">
                        <c:v>390.68799999999999</c:v>
                      </c:pt>
                      <c:pt idx="322">
                        <c:v>395.935</c:v>
                      </c:pt>
                      <c:pt idx="323">
                        <c:v>397.35899999999998</c:v>
                      </c:pt>
                      <c:pt idx="324">
                        <c:v>397.34800000000001</c:v>
                      </c:pt>
                      <c:pt idx="325">
                        <c:v>393.18400000000003</c:v>
                      </c:pt>
                      <c:pt idx="326">
                        <c:v>389.83300000000003</c:v>
                      </c:pt>
                      <c:pt idx="327">
                        <c:v>391</c:v>
                      </c:pt>
                      <c:pt idx="328">
                        <c:v>389.59399999999999</c:v>
                      </c:pt>
                      <c:pt idx="329">
                        <c:v>388.33300000000003</c:v>
                      </c:pt>
                      <c:pt idx="330">
                        <c:v>388.33300000000003</c:v>
                      </c:pt>
                      <c:pt idx="331">
                        <c:v>396.71100000000001</c:v>
                      </c:pt>
                      <c:pt idx="332">
                        <c:v>395.85199999999998</c:v>
                      </c:pt>
                      <c:pt idx="333">
                        <c:v>393.55799999999999</c:v>
                      </c:pt>
                      <c:pt idx="334">
                        <c:v>395.065</c:v>
                      </c:pt>
                      <c:pt idx="335">
                        <c:v>385.73200000000003</c:v>
                      </c:pt>
                      <c:pt idx="336">
                        <c:v>383.44099999999997</c:v>
                      </c:pt>
                      <c:pt idx="337">
                        <c:v>379.12200000000001</c:v>
                      </c:pt>
                      <c:pt idx="338">
                        <c:v>378.92</c:v>
                      </c:pt>
                      <c:pt idx="339">
                        <c:v>381.178</c:v>
                      </c:pt>
                      <c:pt idx="340">
                        <c:v>382.46</c:v>
                      </c:pt>
                      <c:pt idx="341">
                        <c:v>386.04300000000001</c:v>
                      </c:pt>
                      <c:pt idx="342">
                        <c:v>385.56900000000002</c:v>
                      </c:pt>
                      <c:pt idx="343">
                        <c:v>384.40199999999999</c:v>
                      </c:pt>
                      <c:pt idx="344">
                        <c:v>386.75299999999999</c:v>
                      </c:pt>
                      <c:pt idx="345">
                        <c:v>392.01100000000002</c:v>
                      </c:pt>
                      <c:pt idx="346">
                        <c:v>393.41899999999998</c:v>
                      </c:pt>
                      <c:pt idx="347">
                        <c:v>378.678</c:v>
                      </c:pt>
                      <c:pt idx="348">
                        <c:v>361.7</c:v>
                      </c:pt>
                      <c:pt idx="349">
                        <c:v>367.779</c:v>
                      </c:pt>
                      <c:pt idx="350">
                        <c:v>366.94099999999997</c:v>
                      </c:pt>
                      <c:pt idx="351">
                        <c:v>364.63400000000001</c:v>
                      </c:pt>
                      <c:pt idx="352">
                        <c:v>365.52</c:v>
                      </c:pt>
                      <c:pt idx="353">
                        <c:v>364.82400000000001</c:v>
                      </c:pt>
                      <c:pt idx="354">
                        <c:v>359.47800000000001</c:v>
                      </c:pt>
                      <c:pt idx="355">
                        <c:v>362.24700000000001</c:v>
                      </c:pt>
                      <c:pt idx="356">
                        <c:v>363.01900000000001</c:v>
                      </c:pt>
                      <c:pt idx="357">
                        <c:v>358.536</c:v>
                      </c:pt>
                      <c:pt idx="358">
                        <c:v>368.91699999999997</c:v>
                      </c:pt>
                      <c:pt idx="359">
                        <c:v>366.125</c:v>
                      </c:pt>
                      <c:pt idx="360">
                        <c:v>360.88799999999998</c:v>
                      </c:pt>
                      <c:pt idx="361">
                        <c:v>358.76400000000001</c:v>
                      </c:pt>
                      <c:pt idx="362">
                        <c:v>359.15899999999999</c:v>
                      </c:pt>
                      <c:pt idx="363">
                        <c:v>357.74900000000002</c:v>
                      </c:pt>
                      <c:pt idx="364">
                        <c:v>356.54700000000003</c:v>
                      </c:pt>
                      <c:pt idx="365">
                        <c:v>356.41399999999999</c:v>
                      </c:pt>
                      <c:pt idx="366">
                        <c:v>354.86</c:v>
                      </c:pt>
                      <c:pt idx="367">
                        <c:v>359.85399999999998</c:v>
                      </c:pt>
                      <c:pt idx="368">
                        <c:v>359.93099999999998</c:v>
                      </c:pt>
                      <c:pt idx="369">
                        <c:v>358.03800000000001</c:v>
                      </c:pt>
                      <c:pt idx="370">
                        <c:v>355.92</c:v>
                      </c:pt>
                      <c:pt idx="371">
                        <c:v>356.82499999999999</c:v>
                      </c:pt>
                      <c:pt idx="372">
                        <c:v>354.90100000000001</c:v>
                      </c:pt>
                      <c:pt idx="373">
                        <c:v>352.33300000000003</c:v>
                      </c:pt>
                      <c:pt idx="374">
                        <c:v>348.64499999999998</c:v>
                      </c:pt>
                      <c:pt idx="375">
                        <c:v>348.64499999999998</c:v>
                      </c:pt>
                      <c:pt idx="376">
                        <c:v>346.065</c:v>
                      </c:pt>
                      <c:pt idx="377">
                        <c:v>335.774</c:v>
                      </c:pt>
                      <c:pt idx="378">
                        <c:v>334.50400000000002</c:v>
                      </c:pt>
                      <c:pt idx="379">
                        <c:v>335.33699999999999</c:v>
                      </c:pt>
                      <c:pt idx="380">
                        <c:v>335.56599999999997</c:v>
                      </c:pt>
                      <c:pt idx="381">
                        <c:v>335.24799999999999</c:v>
                      </c:pt>
                      <c:pt idx="382">
                        <c:v>331.58800000000002</c:v>
                      </c:pt>
                      <c:pt idx="383">
                        <c:v>325.58800000000002</c:v>
                      </c:pt>
                      <c:pt idx="384">
                        <c:v>321.33300000000003</c:v>
                      </c:pt>
                      <c:pt idx="385">
                        <c:v>302.01299999999998</c:v>
                      </c:pt>
                      <c:pt idx="386">
                        <c:v>306.17399999999998</c:v>
                      </c:pt>
                      <c:pt idx="387">
                        <c:v>301.16699999999997</c:v>
                      </c:pt>
                      <c:pt idx="388">
                        <c:v>305.47399999999999</c:v>
                      </c:pt>
                      <c:pt idx="389">
                        <c:v>302.375</c:v>
                      </c:pt>
                      <c:pt idx="390">
                        <c:v>296.10199999999998</c:v>
                      </c:pt>
                      <c:pt idx="391">
                        <c:v>298.72199999999998</c:v>
                      </c:pt>
                      <c:pt idx="392">
                        <c:v>295.53300000000002</c:v>
                      </c:pt>
                      <c:pt idx="393">
                        <c:v>285.47699999999998</c:v>
                      </c:pt>
                      <c:pt idx="394">
                        <c:v>280.17500000000001</c:v>
                      </c:pt>
                      <c:pt idx="395">
                        <c:v>276.39999999999998</c:v>
                      </c:pt>
                      <c:pt idx="396">
                        <c:v>283</c:v>
                      </c:pt>
                      <c:pt idx="397">
                        <c:v>297.60300000000001</c:v>
                      </c:pt>
                      <c:pt idx="398">
                        <c:v>340.041</c:v>
                      </c:pt>
                      <c:pt idx="399">
                        <c:v>325.2</c:v>
                      </c:pt>
                      <c:pt idx="400">
                        <c:v>321.25</c:v>
                      </c:pt>
                      <c:pt idx="401">
                        <c:v>331.74200000000002</c:v>
                      </c:pt>
                      <c:pt idx="402">
                        <c:v>359.98700000000002</c:v>
                      </c:pt>
                      <c:pt idx="403">
                        <c:v>373.327</c:v>
                      </c:pt>
                      <c:pt idx="404">
                        <c:v>373.22800000000001</c:v>
                      </c:pt>
                      <c:pt idx="405">
                        <c:v>360.90600000000001</c:v>
                      </c:pt>
                      <c:pt idx="406">
                        <c:v>351</c:v>
                      </c:pt>
                      <c:pt idx="407">
                        <c:v>351.75</c:v>
                      </c:pt>
                      <c:pt idx="408">
                        <c:v>343.5</c:v>
                      </c:pt>
                      <c:pt idx="409">
                        <c:v>345.89</c:v>
                      </c:pt>
                      <c:pt idx="410">
                        <c:v>339.19799999999998</c:v>
                      </c:pt>
                      <c:pt idx="411">
                        <c:v>328.63799999999998</c:v>
                      </c:pt>
                      <c:pt idx="412">
                        <c:v>326.34500000000003</c:v>
                      </c:pt>
                      <c:pt idx="413">
                        <c:v>333.92099999999999</c:v>
                      </c:pt>
                      <c:pt idx="414">
                        <c:v>321.08199999999999</c:v>
                      </c:pt>
                      <c:pt idx="415">
                        <c:v>309.65499999999997</c:v>
                      </c:pt>
                      <c:pt idx="416">
                        <c:v>304.346</c:v>
                      </c:pt>
                      <c:pt idx="417">
                        <c:v>299.99</c:v>
                      </c:pt>
                      <c:pt idx="418">
                        <c:v>298.66199999999998</c:v>
                      </c:pt>
                      <c:pt idx="419">
                        <c:v>301.053</c:v>
                      </c:pt>
                      <c:pt idx="420">
                        <c:v>297.59199999999998</c:v>
                      </c:pt>
                      <c:pt idx="421">
                        <c:v>288.52699999999999</c:v>
                      </c:pt>
                      <c:pt idx="422">
                        <c:v>284.92399999999998</c:v>
                      </c:pt>
                      <c:pt idx="423">
                        <c:v>285.86399999999998</c:v>
                      </c:pt>
                      <c:pt idx="424">
                        <c:v>285.86399999999998</c:v>
                      </c:pt>
                      <c:pt idx="425">
                        <c:v>284.56099999999998</c:v>
                      </c:pt>
                      <c:pt idx="426">
                        <c:v>279.58300000000003</c:v>
                      </c:pt>
                      <c:pt idx="427">
                        <c:v>276.32299999999998</c:v>
                      </c:pt>
                      <c:pt idx="428">
                        <c:v>272.77999999999997</c:v>
                      </c:pt>
                      <c:pt idx="429">
                        <c:v>269.19400000000002</c:v>
                      </c:pt>
                      <c:pt idx="430">
                        <c:v>264.49200000000002</c:v>
                      </c:pt>
                      <c:pt idx="431">
                        <c:v>262.86399999999998</c:v>
                      </c:pt>
                      <c:pt idx="432">
                        <c:v>261.23200000000003</c:v>
                      </c:pt>
                      <c:pt idx="433">
                        <c:v>261.23200000000003</c:v>
                      </c:pt>
                      <c:pt idx="434">
                        <c:v>260.67500000000001</c:v>
                      </c:pt>
                      <c:pt idx="435">
                        <c:v>257.83300000000003</c:v>
                      </c:pt>
                      <c:pt idx="436">
                        <c:v>260.10899999999998</c:v>
                      </c:pt>
                      <c:pt idx="437">
                        <c:v>261.14800000000002</c:v>
                      </c:pt>
                      <c:pt idx="438">
                        <c:v>255.59</c:v>
                      </c:pt>
                      <c:pt idx="439">
                        <c:v>253.29599999999999</c:v>
                      </c:pt>
                      <c:pt idx="440">
                        <c:v>252.084</c:v>
                      </c:pt>
                      <c:pt idx="441">
                        <c:v>251.16300000000001</c:v>
                      </c:pt>
                      <c:pt idx="442">
                        <c:v>251.03299999999999</c:v>
                      </c:pt>
                      <c:pt idx="443">
                        <c:v>256.803</c:v>
                      </c:pt>
                      <c:pt idx="444">
                        <c:v>254.94399999999999</c:v>
                      </c:pt>
                      <c:pt idx="445">
                        <c:v>252.65600000000001</c:v>
                      </c:pt>
                      <c:pt idx="446">
                        <c:v>251.00700000000001</c:v>
                      </c:pt>
                      <c:pt idx="447">
                        <c:v>249.04</c:v>
                      </c:pt>
                      <c:pt idx="448">
                        <c:v>251.01400000000001</c:v>
                      </c:pt>
                      <c:pt idx="449">
                        <c:v>254.59899999999999</c:v>
                      </c:pt>
                      <c:pt idx="450">
                        <c:v>253.25200000000001</c:v>
                      </c:pt>
                      <c:pt idx="451">
                        <c:v>252.114</c:v>
                      </c:pt>
                      <c:pt idx="452">
                        <c:v>251.98699999999999</c:v>
                      </c:pt>
                      <c:pt idx="453">
                        <c:v>252.149</c:v>
                      </c:pt>
                      <c:pt idx="454">
                        <c:v>249.98</c:v>
                      </c:pt>
                      <c:pt idx="455">
                        <c:v>249.98</c:v>
                      </c:pt>
                      <c:pt idx="456">
                        <c:v>248.5</c:v>
                      </c:pt>
                      <c:pt idx="457">
                        <c:v>249.691</c:v>
                      </c:pt>
                      <c:pt idx="458">
                        <c:v>248.297</c:v>
                      </c:pt>
                      <c:pt idx="459">
                        <c:v>247.61500000000001</c:v>
                      </c:pt>
                      <c:pt idx="460">
                        <c:v>247.61500000000001</c:v>
                      </c:pt>
                      <c:pt idx="461">
                        <c:v>247.988</c:v>
                      </c:pt>
                      <c:pt idx="462">
                        <c:v>244.63</c:v>
                      </c:pt>
                      <c:pt idx="463">
                        <c:v>244.63499999999999</c:v>
                      </c:pt>
                      <c:pt idx="464">
                        <c:v>240.48</c:v>
                      </c:pt>
                      <c:pt idx="465">
                        <c:v>237.19200000000001</c:v>
                      </c:pt>
                      <c:pt idx="466">
                        <c:v>234.42099999999999</c:v>
                      </c:pt>
                      <c:pt idx="467">
                        <c:v>234.637</c:v>
                      </c:pt>
                      <c:pt idx="468">
                        <c:v>235.63200000000001</c:v>
                      </c:pt>
                      <c:pt idx="469">
                        <c:v>235.1</c:v>
                      </c:pt>
                      <c:pt idx="470">
                        <c:v>235.1</c:v>
                      </c:pt>
                      <c:pt idx="471">
                        <c:v>238.46700000000001</c:v>
                      </c:pt>
                      <c:pt idx="472">
                        <c:v>235.16300000000001</c:v>
                      </c:pt>
                      <c:pt idx="473">
                        <c:v>229.548</c:v>
                      </c:pt>
                      <c:pt idx="474">
                        <c:v>228</c:v>
                      </c:pt>
                      <c:pt idx="475">
                        <c:v>226.262</c:v>
                      </c:pt>
                      <c:pt idx="476">
                        <c:v>224.512</c:v>
                      </c:pt>
                      <c:pt idx="477">
                        <c:v>218.57300000000001</c:v>
                      </c:pt>
                      <c:pt idx="478">
                        <c:v>216.39</c:v>
                      </c:pt>
                      <c:pt idx="479">
                        <c:v>214.667</c:v>
                      </c:pt>
                      <c:pt idx="480">
                        <c:v>215.00299999999999</c:v>
                      </c:pt>
                      <c:pt idx="481">
                        <c:v>218.23400000000001</c:v>
                      </c:pt>
                      <c:pt idx="482">
                        <c:v>211.6</c:v>
                      </c:pt>
                      <c:pt idx="483">
                        <c:v>204.75399999999999</c:v>
                      </c:pt>
                      <c:pt idx="484">
                        <c:v>197.167</c:v>
                      </c:pt>
                      <c:pt idx="485">
                        <c:v>188.79300000000001</c:v>
                      </c:pt>
                      <c:pt idx="486">
                        <c:v>190.52799999999999</c:v>
                      </c:pt>
                      <c:pt idx="487">
                        <c:v>190.261</c:v>
                      </c:pt>
                      <c:pt idx="488">
                        <c:v>182.75</c:v>
                      </c:pt>
                      <c:pt idx="489">
                        <c:v>176.23400000000001</c:v>
                      </c:pt>
                      <c:pt idx="490">
                        <c:v>177.959</c:v>
                      </c:pt>
                      <c:pt idx="491">
                        <c:v>178.631</c:v>
                      </c:pt>
                      <c:pt idx="492">
                        <c:v>179.56399999999999</c:v>
                      </c:pt>
                      <c:pt idx="493">
                        <c:v>175.191</c:v>
                      </c:pt>
                      <c:pt idx="494">
                        <c:v>174.01599999999999</c:v>
                      </c:pt>
                      <c:pt idx="495">
                        <c:v>174.01599999999999</c:v>
                      </c:pt>
                      <c:pt idx="496">
                        <c:v>173.51300000000001</c:v>
                      </c:pt>
                      <c:pt idx="497">
                        <c:v>170.40799999999999</c:v>
                      </c:pt>
                      <c:pt idx="498">
                        <c:v>164.94</c:v>
                      </c:pt>
                      <c:pt idx="499">
                        <c:v>163.69999999999999</c:v>
                      </c:pt>
                      <c:pt idx="500">
                        <c:v>149.87</c:v>
                      </c:pt>
                      <c:pt idx="501">
                        <c:v>159.19999999999999</c:v>
                      </c:pt>
                      <c:pt idx="502">
                        <c:v>154.88399999999999</c:v>
                      </c:pt>
                      <c:pt idx="503">
                        <c:v>159.084</c:v>
                      </c:pt>
                      <c:pt idx="504">
                        <c:v>165.83600000000001</c:v>
                      </c:pt>
                      <c:pt idx="505">
                        <c:v>178.64099999999999</c:v>
                      </c:pt>
                      <c:pt idx="506">
                        <c:v>187.791</c:v>
                      </c:pt>
                      <c:pt idx="507">
                        <c:v>194.483</c:v>
                      </c:pt>
                      <c:pt idx="508">
                        <c:v>195.83799999999999</c:v>
                      </c:pt>
                      <c:pt idx="509">
                        <c:v>192.929</c:v>
                      </c:pt>
                      <c:pt idx="510">
                        <c:v>192.44900000000001</c:v>
                      </c:pt>
                      <c:pt idx="511">
                        <c:v>192.803</c:v>
                      </c:pt>
                      <c:pt idx="512">
                        <c:v>185.93</c:v>
                      </c:pt>
                      <c:pt idx="513">
                        <c:v>183.28299999999999</c:v>
                      </c:pt>
                      <c:pt idx="514">
                        <c:v>183.42</c:v>
                      </c:pt>
                      <c:pt idx="515">
                        <c:v>184.27500000000001</c:v>
                      </c:pt>
                      <c:pt idx="516">
                        <c:v>197.286</c:v>
                      </c:pt>
                      <c:pt idx="517">
                        <c:v>197.17599999999999</c:v>
                      </c:pt>
                      <c:pt idx="518">
                        <c:v>197.167</c:v>
                      </c:pt>
                      <c:pt idx="519">
                        <c:v>199.566</c:v>
                      </c:pt>
                      <c:pt idx="520">
                        <c:v>202.50700000000001</c:v>
                      </c:pt>
                      <c:pt idx="521">
                        <c:v>205.25</c:v>
                      </c:pt>
                      <c:pt idx="522">
                        <c:v>202.08</c:v>
                      </c:pt>
                      <c:pt idx="523">
                        <c:v>201.75</c:v>
                      </c:pt>
                      <c:pt idx="524">
                        <c:v>200.87299999999999</c:v>
                      </c:pt>
                      <c:pt idx="525">
                        <c:v>198.471</c:v>
                      </c:pt>
                      <c:pt idx="526">
                        <c:v>198.357</c:v>
                      </c:pt>
                      <c:pt idx="527">
                        <c:v>200.18</c:v>
                      </c:pt>
                      <c:pt idx="528">
                        <c:v>203.82300000000001</c:v>
                      </c:pt>
                      <c:pt idx="529">
                        <c:v>210.31200000000001</c:v>
                      </c:pt>
                      <c:pt idx="530">
                        <c:v>211.75</c:v>
                      </c:pt>
                      <c:pt idx="531">
                        <c:v>211</c:v>
                      </c:pt>
                      <c:pt idx="532">
                        <c:v>211.24299999999999</c:v>
                      </c:pt>
                      <c:pt idx="533">
                        <c:v>213.46700000000001</c:v>
                      </c:pt>
                      <c:pt idx="534">
                        <c:v>213.46700000000001</c:v>
                      </c:pt>
                      <c:pt idx="535">
                        <c:v>216.01599999999999</c:v>
                      </c:pt>
                      <c:pt idx="536">
                        <c:v>202.065</c:v>
                      </c:pt>
                      <c:pt idx="537">
                        <c:v>191.89500000000001</c:v>
                      </c:pt>
                      <c:pt idx="538">
                        <c:v>193.52500000000001</c:v>
                      </c:pt>
                      <c:pt idx="539">
                        <c:v>191.11</c:v>
                      </c:pt>
                      <c:pt idx="540">
                        <c:v>192.685</c:v>
                      </c:pt>
                      <c:pt idx="541">
                        <c:v>195.28899999999999</c:v>
                      </c:pt>
                      <c:pt idx="542">
                        <c:v>188.50800000000001</c:v>
                      </c:pt>
                      <c:pt idx="543">
                        <c:v>189.82</c:v>
                      </c:pt>
                      <c:pt idx="544">
                        <c:v>192.09299999999999</c:v>
                      </c:pt>
                      <c:pt idx="545">
                        <c:v>191.833</c:v>
                      </c:pt>
                      <c:pt idx="546">
                        <c:v>187.5</c:v>
                      </c:pt>
                      <c:pt idx="547">
                        <c:v>189.69300000000001</c:v>
                      </c:pt>
                      <c:pt idx="548">
                        <c:v>192.01</c:v>
                      </c:pt>
                      <c:pt idx="549">
                        <c:v>192.48400000000001</c:v>
                      </c:pt>
                      <c:pt idx="550">
                        <c:v>190.709</c:v>
                      </c:pt>
                      <c:pt idx="551">
                        <c:v>192.36500000000001</c:v>
                      </c:pt>
                      <c:pt idx="552">
                        <c:v>192.81</c:v>
                      </c:pt>
                      <c:pt idx="553">
                        <c:v>199.667</c:v>
                      </c:pt>
                      <c:pt idx="554">
                        <c:v>210.5</c:v>
                      </c:pt>
                      <c:pt idx="555">
                        <c:v>228.81800000000001</c:v>
                      </c:pt>
                      <c:pt idx="556">
                        <c:v>222.12299999999999</c:v>
                      </c:pt>
                      <c:pt idx="557">
                        <c:v>237.429</c:v>
                      </c:pt>
                      <c:pt idx="558">
                        <c:v>244.05699999999999</c:v>
                      </c:pt>
                      <c:pt idx="559">
                        <c:v>244.71700000000001</c:v>
                      </c:pt>
                      <c:pt idx="560">
                        <c:v>262.04599999999999</c:v>
                      </c:pt>
                      <c:pt idx="561">
                        <c:v>271.84699999999998</c:v>
                      </c:pt>
                      <c:pt idx="562">
                        <c:v>268.66699999999997</c:v>
                      </c:pt>
                      <c:pt idx="563">
                        <c:v>248.2</c:v>
                      </c:pt>
                      <c:pt idx="564">
                        <c:v>240</c:v>
                      </c:pt>
                      <c:pt idx="565">
                        <c:v>240</c:v>
                      </c:pt>
                      <c:pt idx="566">
                        <c:v>254.904</c:v>
                      </c:pt>
                      <c:pt idx="567">
                        <c:v>253.97399999999999</c:v>
                      </c:pt>
                      <c:pt idx="568">
                        <c:v>241.78800000000001</c:v>
                      </c:pt>
                      <c:pt idx="569">
                        <c:v>249.43299999999999</c:v>
                      </c:pt>
                      <c:pt idx="570">
                        <c:v>246.369</c:v>
                      </c:pt>
                      <c:pt idx="571">
                        <c:v>247.203</c:v>
                      </c:pt>
                      <c:pt idx="572">
                        <c:v>248.053</c:v>
                      </c:pt>
                      <c:pt idx="573">
                        <c:v>252.92500000000001</c:v>
                      </c:pt>
                      <c:pt idx="574">
                        <c:v>252.1</c:v>
                      </c:pt>
                      <c:pt idx="575">
                        <c:v>263.23099999999999</c:v>
                      </c:pt>
                      <c:pt idx="576">
                        <c:v>270.423</c:v>
                      </c:pt>
                      <c:pt idx="577">
                        <c:v>267.81599999999997</c:v>
                      </c:pt>
                      <c:pt idx="578">
                        <c:v>256.29300000000001</c:v>
                      </c:pt>
                      <c:pt idx="579">
                        <c:v>259.52499999999998</c:v>
                      </c:pt>
                      <c:pt idx="580">
                        <c:v>257.2</c:v>
                      </c:pt>
                      <c:pt idx="581">
                        <c:v>262</c:v>
                      </c:pt>
                      <c:pt idx="582">
                        <c:v>261.89999999999998</c:v>
                      </c:pt>
                      <c:pt idx="583">
                        <c:v>268.8</c:v>
                      </c:pt>
                      <c:pt idx="584">
                        <c:v>281.3</c:v>
                      </c:pt>
                      <c:pt idx="585">
                        <c:v>294.10000000000002</c:v>
                      </c:pt>
                      <c:pt idx="586">
                        <c:v>300.93900000000002</c:v>
                      </c:pt>
                      <c:pt idx="587">
                        <c:v>293.54000000000002</c:v>
                      </c:pt>
                      <c:pt idx="588">
                        <c:v>275.01499999999999</c:v>
                      </c:pt>
                      <c:pt idx="589">
                        <c:v>259.00900000000001</c:v>
                      </c:pt>
                      <c:pt idx="590">
                        <c:v>254.17500000000001</c:v>
                      </c:pt>
                      <c:pt idx="591">
                        <c:v>254.17500000000001</c:v>
                      </c:pt>
                      <c:pt idx="592">
                        <c:v>261.51499999999999</c:v>
                      </c:pt>
                      <c:pt idx="593">
                        <c:v>253.79599999999999</c:v>
                      </c:pt>
                      <c:pt idx="594">
                        <c:v>254.94300000000001</c:v>
                      </c:pt>
                      <c:pt idx="595">
                        <c:v>247.49199999999999</c:v>
                      </c:pt>
                      <c:pt idx="596">
                        <c:v>247.58500000000001</c:v>
                      </c:pt>
                      <c:pt idx="597">
                        <c:v>254.619</c:v>
                      </c:pt>
                      <c:pt idx="598">
                        <c:v>272.03899999999999</c:v>
                      </c:pt>
                      <c:pt idx="599">
                        <c:v>271.40699999999998</c:v>
                      </c:pt>
                      <c:pt idx="600">
                        <c:v>269.7</c:v>
                      </c:pt>
                      <c:pt idx="601">
                        <c:v>260.25</c:v>
                      </c:pt>
                      <c:pt idx="602">
                        <c:v>250.75</c:v>
                      </c:pt>
                      <c:pt idx="603">
                        <c:v>250.25</c:v>
                      </c:pt>
                      <c:pt idx="604">
                        <c:v>250.03899999999999</c:v>
                      </c:pt>
                      <c:pt idx="605">
                        <c:v>242.22300000000001</c:v>
                      </c:pt>
                      <c:pt idx="606">
                        <c:v>239.74199999999999</c:v>
                      </c:pt>
                      <c:pt idx="607">
                        <c:v>231.82599999999999</c:v>
                      </c:pt>
                      <c:pt idx="608">
                        <c:v>221.45599999999999</c:v>
                      </c:pt>
                      <c:pt idx="609">
                        <c:v>221.70400000000001</c:v>
                      </c:pt>
                      <c:pt idx="610">
                        <c:v>223.249</c:v>
                      </c:pt>
                      <c:pt idx="611">
                        <c:v>226.148</c:v>
                      </c:pt>
                      <c:pt idx="612">
                        <c:v>220.505</c:v>
                      </c:pt>
                      <c:pt idx="613">
                        <c:v>220.00800000000001</c:v>
                      </c:pt>
                      <c:pt idx="614">
                        <c:v>215.363</c:v>
                      </c:pt>
                      <c:pt idx="615">
                        <c:v>213.52600000000001</c:v>
                      </c:pt>
                      <c:pt idx="616">
                        <c:v>210.23400000000001</c:v>
                      </c:pt>
                      <c:pt idx="617">
                        <c:v>203.36500000000001</c:v>
                      </c:pt>
                      <c:pt idx="618">
                        <c:v>205.51400000000001</c:v>
                      </c:pt>
                      <c:pt idx="619">
                        <c:v>209.13900000000001</c:v>
                      </c:pt>
                      <c:pt idx="620">
                        <c:v>210.26400000000001</c:v>
                      </c:pt>
                      <c:pt idx="621">
                        <c:v>207.31399999999999</c:v>
                      </c:pt>
                      <c:pt idx="622">
                        <c:v>202.16900000000001</c:v>
                      </c:pt>
                      <c:pt idx="623">
                        <c:v>199.24299999999999</c:v>
                      </c:pt>
                      <c:pt idx="624">
                        <c:v>200.023</c:v>
                      </c:pt>
                      <c:pt idx="625">
                        <c:v>202.541</c:v>
                      </c:pt>
                      <c:pt idx="626">
                        <c:v>203.02500000000001</c:v>
                      </c:pt>
                      <c:pt idx="627">
                        <c:v>212.05600000000001</c:v>
                      </c:pt>
                      <c:pt idx="628">
                        <c:v>216.411</c:v>
                      </c:pt>
                      <c:pt idx="629">
                        <c:v>218.34200000000001</c:v>
                      </c:pt>
                      <c:pt idx="630">
                        <c:v>217.262</c:v>
                      </c:pt>
                      <c:pt idx="631">
                        <c:v>217.1</c:v>
                      </c:pt>
                      <c:pt idx="632">
                        <c:v>212.9</c:v>
                      </c:pt>
                      <c:pt idx="633">
                        <c:v>205.375</c:v>
                      </c:pt>
                      <c:pt idx="634">
                        <c:v>205.333</c:v>
                      </c:pt>
                      <c:pt idx="635">
                        <c:v>205.333</c:v>
                      </c:pt>
                      <c:pt idx="636">
                        <c:v>199.625</c:v>
                      </c:pt>
                      <c:pt idx="637">
                        <c:v>204.833</c:v>
                      </c:pt>
                      <c:pt idx="638">
                        <c:v>208.8</c:v>
                      </c:pt>
                      <c:pt idx="639">
                        <c:v>207.75</c:v>
                      </c:pt>
                      <c:pt idx="640">
                        <c:v>216.125</c:v>
                      </c:pt>
                      <c:pt idx="641">
                        <c:v>217.125</c:v>
                      </c:pt>
                      <c:pt idx="642">
                        <c:v>219.167</c:v>
                      </c:pt>
                      <c:pt idx="643">
                        <c:v>219.667</c:v>
                      </c:pt>
                      <c:pt idx="644">
                        <c:v>213.25</c:v>
                      </c:pt>
                      <c:pt idx="645">
                        <c:v>212.3</c:v>
                      </c:pt>
                      <c:pt idx="646">
                        <c:v>215</c:v>
                      </c:pt>
                      <c:pt idx="647">
                        <c:v>222.6</c:v>
                      </c:pt>
                      <c:pt idx="648">
                        <c:v>240.167</c:v>
                      </c:pt>
                      <c:pt idx="649">
                        <c:v>241.5</c:v>
                      </c:pt>
                      <c:pt idx="650">
                        <c:v>240.4</c:v>
                      </c:pt>
                      <c:pt idx="651">
                        <c:v>231.375</c:v>
                      </c:pt>
                      <c:pt idx="652">
                        <c:v>226.625</c:v>
                      </c:pt>
                      <c:pt idx="653">
                        <c:v>221.5</c:v>
                      </c:pt>
                      <c:pt idx="654">
                        <c:v>222.5</c:v>
                      </c:pt>
                      <c:pt idx="655">
                        <c:v>219.5</c:v>
                      </c:pt>
                      <c:pt idx="656">
                        <c:v>226.3</c:v>
                      </c:pt>
                      <c:pt idx="657">
                        <c:v>223</c:v>
                      </c:pt>
                      <c:pt idx="658">
                        <c:v>215.8</c:v>
                      </c:pt>
                      <c:pt idx="659">
                        <c:v>212.3</c:v>
                      </c:pt>
                      <c:pt idx="660">
                        <c:v>212.3</c:v>
                      </c:pt>
                      <c:pt idx="661">
                        <c:v>201.625</c:v>
                      </c:pt>
                      <c:pt idx="662">
                        <c:v>200.5</c:v>
                      </c:pt>
                      <c:pt idx="663">
                        <c:v>196.125</c:v>
                      </c:pt>
                      <c:pt idx="664">
                        <c:v>194.625</c:v>
                      </c:pt>
                      <c:pt idx="665">
                        <c:v>189.4</c:v>
                      </c:pt>
                      <c:pt idx="666">
                        <c:v>194.3</c:v>
                      </c:pt>
                      <c:pt idx="667">
                        <c:v>194.5</c:v>
                      </c:pt>
                      <c:pt idx="668">
                        <c:v>193.875</c:v>
                      </c:pt>
                      <c:pt idx="669">
                        <c:v>195</c:v>
                      </c:pt>
                      <c:pt idx="670">
                        <c:v>200.25</c:v>
                      </c:pt>
                      <c:pt idx="671">
                        <c:v>199.5</c:v>
                      </c:pt>
                      <c:pt idx="672">
                        <c:v>193.25</c:v>
                      </c:pt>
                      <c:pt idx="673">
                        <c:v>190.5</c:v>
                      </c:pt>
                      <c:pt idx="674">
                        <c:v>192.80799999999999</c:v>
                      </c:pt>
                      <c:pt idx="675">
                        <c:v>199.542</c:v>
                      </c:pt>
                      <c:pt idx="676">
                        <c:v>199.93100000000001</c:v>
                      </c:pt>
                      <c:pt idx="677">
                        <c:v>199.667</c:v>
                      </c:pt>
                      <c:pt idx="678">
                        <c:v>199.583</c:v>
                      </c:pt>
                      <c:pt idx="679">
                        <c:v>191.9</c:v>
                      </c:pt>
                      <c:pt idx="680">
                        <c:v>187</c:v>
                      </c:pt>
                      <c:pt idx="681">
                        <c:v>189.1</c:v>
                      </c:pt>
                      <c:pt idx="682">
                        <c:v>188.9</c:v>
                      </c:pt>
                      <c:pt idx="683">
                        <c:v>187.85</c:v>
                      </c:pt>
                      <c:pt idx="684">
                        <c:v>190.625</c:v>
                      </c:pt>
                      <c:pt idx="685">
                        <c:v>189.75</c:v>
                      </c:pt>
                      <c:pt idx="686">
                        <c:v>187.667</c:v>
                      </c:pt>
                      <c:pt idx="687">
                        <c:v>184.06200000000001</c:v>
                      </c:pt>
                      <c:pt idx="688">
                        <c:v>182</c:v>
                      </c:pt>
                      <c:pt idx="689">
                        <c:v>186.25</c:v>
                      </c:pt>
                      <c:pt idx="690">
                        <c:v>188.25</c:v>
                      </c:pt>
                      <c:pt idx="691">
                        <c:v>185.875</c:v>
                      </c:pt>
                      <c:pt idx="692">
                        <c:v>185.22</c:v>
                      </c:pt>
                      <c:pt idx="693">
                        <c:v>185.22</c:v>
                      </c:pt>
                      <c:pt idx="694">
                        <c:v>187.91499999999999</c:v>
                      </c:pt>
                      <c:pt idx="695">
                        <c:v>197</c:v>
                      </c:pt>
                      <c:pt idx="696">
                        <c:v>198.33199999999999</c:v>
                      </c:pt>
                      <c:pt idx="697">
                        <c:v>192.17</c:v>
                      </c:pt>
                      <c:pt idx="698">
                        <c:v>195.125</c:v>
                      </c:pt>
                      <c:pt idx="699">
                        <c:v>198.292</c:v>
                      </c:pt>
                      <c:pt idx="700">
                        <c:v>197.11</c:v>
                      </c:pt>
                      <c:pt idx="701">
                        <c:v>191.18799999999999</c:v>
                      </c:pt>
                      <c:pt idx="702">
                        <c:v>191.10499999999999</c:v>
                      </c:pt>
                      <c:pt idx="703">
                        <c:v>193.75</c:v>
                      </c:pt>
                      <c:pt idx="704">
                        <c:v>189.5</c:v>
                      </c:pt>
                      <c:pt idx="705">
                        <c:v>186.47499999999999</c:v>
                      </c:pt>
                      <c:pt idx="706">
                        <c:v>187.18799999999999</c:v>
                      </c:pt>
                      <c:pt idx="707">
                        <c:v>184.333</c:v>
                      </c:pt>
                      <c:pt idx="708">
                        <c:v>181.875</c:v>
                      </c:pt>
                      <c:pt idx="709">
                        <c:v>182.167</c:v>
                      </c:pt>
                      <c:pt idx="710">
                        <c:v>182.00200000000001</c:v>
                      </c:pt>
                      <c:pt idx="711">
                        <c:v>181.61099999999999</c:v>
                      </c:pt>
                      <c:pt idx="712">
                        <c:v>179.47399999999999</c:v>
                      </c:pt>
                      <c:pt idx="713">
                        <c:v>178.833</c:v>
                      </c:pt>
                      <c:pt idx="714">
                        <c:v>179.667</c:v>
                      </c:pt>
                      <c:pt idx="715">
                        <c:v>179.833</c:v>
                      </c:pt>
                      <c:pt idx="716">
                        <c:v>179</c:v>
                      </c:pt>
                      <c:pt idx="717">
                        <c:v>178</c:v>
                      </c:pt>
                      <c:pt idx="718">
                        <c:v>178</c:v>
                      </c:pt>
                      <c:pt idx="719">
                        <c:v>178</c:v>
                      </c:pt>
                      <c:pt idx="720">
                        <c:v>177.75</c:v>
                      </c:pt>
                      <c:pt idx="721">
                        <c:v>172.43899999999999</c:v>
                      </c:pt>
                      <c:pt idx="722">
                        <c:v>176.71899999999999</c:v>
                      </c:pt>
                      <c:pt idx="723">
                        <c:v>178.376</c:v>
                      </c:pt>
                      <c:pt idx="724">
                        <c:v>179.33500000000001</c:v>
                      </c:pt>
                      <c:pt idx="725">
                        <c:v>185.18799999999999</c:v>
                      </c:pt>
                      <c:pt idx="726">
                        <c:v>184.672</c:v>
                      </c:pt>
                      <c:pt idx="727">
                        <c:v>181.02099999999999</c:v>
                      </c:pt>
                      <c:pt idx="728">
                        <c:v>177.68799999999999</c:v>
                      </c:pt>
                      <c:pt idx="729">
                        <c:v>177.68799999999999</c:v>
                      </c:pt>
                      <c:pt idx="730">
                        <c:v>174.96899999999999</c:v>
                      </c:pt>
                      <c:pt idx="731">
                        <c:v>170.404</c:v>
                      </c:pt>
                      <c:pt idx="732">
                        <c:v>170.73500000000001</c:v>
                      </c:pt>
                      <c:pt idx="733">
                        <c:v>168</c:v>
                      </c:pt>
                      <c:pt idx="734">
                        <c:v>167.75299999999999</c:v>
                      </c:pt>
                      <c:pt idx="735">
                        <c:v>167.86699999999999</c:v>
                      </c:pt>
                      <c:pt idx="736">
                        <c:v>167.06200000000001</c:v>
                      </c:pt>
                      <c:pt idx="737">
                        <c:v>169.876</c:v>
                      </c:pt>
                      <c:pt idx="738">
                        <c:v>174.25</c:v>
                      </c:pt>
                      <c:pt idx="739">
                        <c:v>176.125</c:v>
                      </c:pt>
                      <c:pt idx="740">
                        <c:v>176.595</c:v>
                      </c:pt>
                      <c:pt idx="741">
                        <c:v>175.45400000000001</c:v>
                      </c:pt>
                      <c:pt idx="742">
                        <c:v>170</c:v>
                      </c:pt>
                      <c:pt idx="743">
                        <c:v>168.98500000000001</c:v>
                      </c:pt>
                      <c:pt idx="744">
                        <c:v>167.709</c:v>
                      </c:pt>
                      <c:pt idx="745">
                        <c:v>166.46899999999999</c:v>
                      </c:pt>
                      <c:pt idx="746">
                        <c:v>167.505</c:v>
                      </c:pt>
                      <c:pt idx="747">
                        <c:v>168</c:v>
                      </c:pt>
                      <c:pt idx="748">
                        <c:v>169.07499999999999</c:v>
                      </c:pt>
                      <c:pt idx="749">
                        <c:v>169.27099999999999</c:v>
                      </c:pt>
                      <c:pt idx="750">
                        <c:v>163.625</c:v>
                      </c:pt>
                      <c:pt idx="751">
                        <c:v>160.93799999999999</c:v>
                      </c:pt>
                      <c:pt idx="752">
                        <c:v>160.93799999999999</c:v>
                      </c:pt>
                      <c:pt idx="753">
                        <c:v>160.51599999999999</c:v>
                      </c:pt>
                      <c:pt idx="754">
                        <c:v>160.51599999999999</c:v>
                      </c:pt>
                      <c:pt idx="755">
                        <c:v>162.262</c:v>
                      </c:pt>
                      <c:pt idx="756">
                        <c:v>162.46199999999999</c:v>
                      </c:pt>
                      <c:pt idx="757">
                        <c:v>160.00200000000001</c:v>
                      </c:pt>
                      <c:pt idx="758">
                        <c:v>161.33600000000001</c:v>
                      </c:pt>
                      <c:pt idx="759">
                        <c:v>163.06399999999999</c:v>
                      </c:pt>
                      <c:pt idx="760">
                        <c:v>177.625</c:v>
                      </c:pt>
                      <c:pt idx="761">
                        <c:v>174.375</c:v>
                      </c:pt>
                      <c:pt idx="762">
                        <c:v>176.28100000000001</c:v>
                      </c:pt>
                      <c:pt idx="763">
                        <c:v>182.5</c:v>
                      </c:pt>
                      <c:pt idx="764">
                        <c:v>189.5</c:v>
                      </c:pt>
                      <c:pt idx="765">
                        <c:v>178.167</c:v>
                      </c:pt>
                      <c:pt idx="766">
                        <c:v>176.333</c:v>
                      </c:pt>
                      <c:pt idx="767">
                        <c:v>170.375</c:v>
                      </c:pt>
                      <c:pt idx="768">
                        <c:v>166.53100000000001</c:v>
                      </c:pt>
                      <c:pt idx="769">
                        <c:v>166.458</c:v>
                      </c:pt>
                      <c:pt idx="770">
                        <c:v>174.26400000000001</c:v>
                      </c:pt>
                      <c:pt idx="771">
                        <c:v>171.75</c:v>
                      </c:pt>
                      <c:pt idx="772">
                        <c:v>170.28800000000001</c:v>
                      </c:pt>
                      <c:pt idx="773">
                        <c:v>170.31200000000001</c:v>
                      </c:pt>
                      <c:pt idx="774">
                        <c:v>163.90600000000001</c:v>
                      </c:pt>
                      <c:pt idx="775">
                        <c:v>165.35</c:v>
                      </c:pt>
                      <c:pt idx="776">
                        <c:v>158</c:v>
                      </c:pt>
                      <c:pt idx="777">
                        <c:v>154.327</c:v>
                      </c:pt>
                      <c:pt idx="778">
                        <c:v>152.726</c:v>
                      </c:pt>
                      <c:pt idx="779">
                        <c:v>152.75</c:v>
                      </c:pt>
                      <c:pt idx="780">
                        <c:v>152.53100000000001</c:v>
                      </c:pt>
                      <c:pt idx="781">
                        <c:v>154.648</c:v>
                      </c:pt>
                      <c:pt idx="782">
                        <c:v>152.55000000000001</c:v>
                      </c:pt>
                      <c:pt idx="783">
                        <c:v>149.97300000000001</c:v>
                      </c:pt>
                      <c:pt idx="784">
                        <c:v>150.52000000000001</c:v>
                      </c:pt>
                      <c:pt idx="785">
                        <c:v>147.5</c:v>
                      </c:pt>
                      <c:pt idx="786">
                        <c:v>146.958</c:v>
                      </c:pt>
                      <c:pt idx="787">
                        <c:v>146.54400000000001</c:v>
                      </c:pt>
                      <c:pt idx="788">
                        <c:v>146.54400000000001</c:v>
                      </c:pt>
                      <c:pt idx="789">
                        <c:v>142.822</c:v>
                      </c:pt>
                      <c:pt idx="790">
                        <c:v>143.304</c:v>
                      </c:pt>
                      <c:pt idx="791">
                        <c:v>142.125</c:v>
                      </c:pt>
                      <c:pt idx="792">
                        <c:v>142.97900000000001</c:v>
                      </c:pt>
                      <c:pt idx="793">
                        <c:v>140.92599999999999</c:v>
                      </c:pt>
                      <c:pt idx="794">
                        <c:v>137.333</c:v>
                      </c:pt>
                      <c:pt idx="795">
                        <c:v>132.375</c:v>
                      </c:pt>
                      <c:pt idx="796">
                        <c:v>132.77099999999999</c:v>
                      </c:pt>
                      <c:pt idx="797">
                        <c:v>128.167</c:v>
                      </c:pt>
                      <c:pt idx="798">
                        <c:v>125.61</c:v>
                      </c:pt>
                      <c:pt idx="799">
                        <c:v>127.729</c:v>
                      </c:pt>
                      <c:pt idx="800">
                        <c:v>129.85599999999999</c:v>
                      </c:pt>
                      <c:pt idx="801">
                        <c:v>129.57499999999999</c:v>
                      </c:pt>
                      <c:pt idx="802">
                        <c:v>132.923</c:v>
                      </c:pt>
                      <c:pt idx="803">
                        <c:v>133.833</c:v>
                      </c:pt>
                      <c:pt idx="804">
                        <c:v>135.875</c:v>
                      </c:pt>
                      <c:pt idx="805">
                        <c:v>134.29900000000001</c:v>
                      </c:pt>
                      <c:pt idx="806">
                        <c:v>134.20099999999999</c:v>
                      </c:pt>
                      <c:pt idx="807">
                        <c:v>134.73400000000001</c:v>
                      </c:pt>
                      <c:pt idx="808">
                        <c:v>135.83699999999999</c:v>
                      </c:pt>
                      <c:pt idx="809">
                        <c:v>135.76900000000001</c:v>
                      </c:pt>
                      <c:pt idx="810">
                        <c:v>135.084</c:v>
                      </c:pt>
                      <c:pt idx="811">
                        <c:v>134.94999999999999</c:v>
                      </c:pt>
                      <c:pt idx="812">
                        <c:v>136.107</c:v>
                      </c:pt>
                      <c:pt idx="813">
                        <c:v>137.06800000000001</c:v>
                      </c:pt>
                      <c:pt idx="814">
                        <c:v>137.875</c:v>
                      </c:pt>
                      <c:pt idx="815">
                        <c:v>136.91300000000001</c:v>
                      </c:pt>
                      <c:pt idx="816">
                        <c:v>132.333</c:v>
                      </c:pt>
                      <c:pt idx="817">
                        <c:v>128.667</c:v>
                      </c:pt>
                      <c:pt idx="818">
                        <c:v>125.333</c:v>
                      </c:pt>
                      <c:pt idx="819">
                        <c:v>122.562</c:v>
                      </c:pt>
                      <c:pt idx="820">
                        <c:v>123.27500000000001</c:v>
                      </c:pt>
                      <c:pt idx="821">
                        <c:v>122.675</c:v>
                      </c:pt>
                      <c:pt idx="822">
                        <c:v>127.333</c:v>
                      </c:pt>
                      <c:pt idx="823">
                        <c:v>125.236</c:v>
                      </c:pt>
                      <c:pt idx="824">
                        <c:v>125.236</c:v>
                      </c:pt>
                      <c:pt idx="825">
                        <c:v>124.667</c:v>
                      </c:pt>
                      <c:pt idx="826">
                        <c:v>125.22499999999999</c:v>
                      </c:pt>
                      <c:pt idx="827">
                        <c:v>122.113</c:v>
                      </c:pt>
                      <c:pt idx="828">
                        <c:v>117.333</c:v>
                      </c:pt>
                      <c:pt idx="829">
                        <c:v>116.833</c:v>
                      </c:pt>
                      <c:pt idx="830">
                        <c:v>119.473</c:v>
                      </c:pt>
                      <c:pt idx="831">
                        <c:v>121.55</c:v>
                      </c:pt>
                      <c:pt idx="832">
                        <c:v>127.19</c:v>
                      </c:pt>
                      <c:pt idx="833">
                        <c:v>126.667</c:v>
                      </c:pt>
                      <c:pt idx="834">
                        <c:v>128.53700000000001</c:v>
                      </c:pt>
                      <c:pt idx="835">
                        <c:v>123.5</c:v>
                      </c:pt>
                      <c:pt idx="836">
                        <c:v>120.032</c:v>
                      </c:pt>
                      <c:pt idx="837">
                        <c:v>112.45099999999999</c:v>
                      </c:pt>
                      <c:pt idx="838">
                        <c:v>104.998</c:v>
                      </c:pt>
                      <c:pt idx="839">
                        <c:v>100.375</c:v>
                      </c:pt>
                      <c:pt idx="840">
                        <c:v>98.668000000000006</c:v>
                      </c:pt>
                      <c:pt idx="841">
                        <c:v>102.172</c:v>
                      </c:pt>
                      <c:pt idx="842">
                        <c:v>104.233</c:v>
                      </c:pt>
                      <c:pt idx="843">
                        <c:v>107.102</c:v>
                      </c:pt>
                      <c:pt idx="844">
                        <c:v>111.842</c:v>
                      </c:pt>
                      <c:pt idx="845">
                        <c:v>115.83799999999999</c:v>
                      </c:pt>
                      <c:pt idx="846">
                        <c:v>118.16200000000001</c:v>
                      </c:pt>
                      <c:pt idx="847">
                        <c:v>115.248</c:v>
                      </c:pt>
                      <c:pt idx="848">
                        <c:v>118.833</c:v>
                      </c:pt>
                      <c:pt idx="849">
                        <c:v>115.167</c:v>
                      </c:pt>
                      <c:pt idx="850">
                        <c:v>114.83199999999999</c:v>
                      </c:pt>
                      <c:pt idx="851">
                        <c:v>114.83199999999999</c:v>
                      </c:pt>
                      <c:pt idx="852">
                        <c:v>113.946</c:v>
                      </c:pt>
                      <c:pt idx="853">
                        <c:v>112.667</c:v>
                      </c:pt>
                      <c:pt idx="854">
                        <c:v>111.422</c:v>
                      </c:pt>
                      <c:pt idx="855">
                        <c:v>119.833</c:v>
                      </c:pt>
                      <c:pt idx="856">
                        <c:v>120.167</c:v>
                      </c:pt>
                      <c:pt idx="857">
                        <c:v>115.858</c:v>
                      </c:pt>
                      <c:pt idx="858">
                        <c:v>116.16800000000001</c:v>
                      </c:pt>
                      <c:pt idx="859">
                        <c:v>117.33499999999999</c:v>
                      </c:pt>
                      <c:pt idx="860">
                        <c:v>118.602</c:v>
                      </c:pt>
                      <c:pt idx="861">
                        <c:v>120.667</c:v>
                      </c:pt>
                      <c:pt idx="862">
                        <c:v>121.733</c:v>
                      </c:pt>
                      <c:pt idx="863">
                        <c:v>127.833</c:v>
                      </c:pt>
                      <c:pt idx="864">
                        <c:v>134.096</c:v>
                      </c:pt>
                      <c:pt idx="865">
                        <c:v>145.875</c:v>
                      </c:pt>
                      <c:pt idx="866">
                        <c:v>151.25</c:v>
                      </c:pt>
                      <c:pt idx="867">
                        <c:v>201.66900000000001</c:v>
                      </c:pt>
                      <c:pt idx="868">
                        <c:v>223.904</c:v>
                      </c:pt>
                      <c:pt idx="869">
                        <c:v>208.667</c:v>
                      </c:pt>
                      <c:pt idx="870">
                        <c:v>205.11699999999999</c:v>
                      </c:pt>
                      <c:pt idx="871">
                        <c:v>187.167</c:v>
                      </c:pt>
                      <c:pt idx="872">
                        <c:v>180.31200000000001</c:v>
                      </c:pt>
                      <c:pt idx="873">
                        <c:v>181.7</c:v>
                      </c:pt>
                      <c:pt idx="874">
                        <c:v>190.5</c:v>
                      </c:pt>
                      <c:pt idx="875">
                        <c:v>180.167</c:v>
                      </c:pt>
                      <c:pt idx="876">
                        <c:v>158.333</c:v>
                      </c:pt>
                      <c:pt idx="877">
                        <c:v>172.667</c:v>
                      </c:pt>
                      <c:pt idx="878">
                        <c:v>177.55099999999999</c:v>
                      </c:pt>
                      <c:pt idx="879">
                        <c:v>176.47399999999999</c:v>
                      </c:pt>
                      <c:pt idx="880">
                        <c:v>186.53800000000001</c:v>
                      </c:pt>
                      <c:pt idx="881">
                        <c:v>202.833</c:v>
                      </c:pt>
                      <c:pt idx="882">
                        <c:v>217.833</c:v>
                      </c:pt>
                      <c:pt idx="883">
                        <c:v>210.184</c:v>
                      </c:pt>
                      <c:pt idx="884">
                        <c:v>212.5</c:v>
                      </c:pt>
                      <c:pt idx="885">
                        <c:v>213.333</c:v>
                      </c:pt>
                      <c:pt idx="886">
                        <c:v>195.333</c:v>
                      </c:pt>
                      <c:pt idx="887">
                        <c:v>191.833</c:v>
                      </c:pt>
                      <c:pt idx="888">
                        <c:v>181.93</c:v>
                      </c:pt>
                      <c:pt idx="889">
                        <c:v>173.167</c:v>
                      </c:pt>
                      <c:pt idx="890">
                        <c:v>183.20500000000001</c:v>
                      </c:pt>
                      <c:pt idx="891">
                        <c:v>182.667</c:v>
                      </c:pt>
                      <c:pt idx="892">
                        <c:v>189.18199999999999</c:v>
                      </c:pt>
                      <c:pt idx="893">
                        <c:v>186.23099999999999</c:v>
                      </c:pt>
                      <c:pt idx="894">
                        <c:v>186.23099999999999</c:v>
                      </c:pt>
                      <c:pt idx="895">
                        <c:v>187.02799999999999</c:v>
                      </c:pt>
                      <c:pt idx="896">
                        <c:v>194</c:v>
                      </c:pt>
                      <c:pt idx="897">
                        <c:v>192.333</c:v>
                      </c:pt>
                      <c:pt idx="898">
                        <c:v>198.02</c:v>
                      </c:pt>
                      <c:pt idx="899">
                        <c:v>202.333</c:v>
                      </c:pt>
                      <c:pt idx="900">
                        <c:v>194.667</c:v>
                      </c:pt>
                      <c:pt idx="901">
                        <c:v>192.333</c:v>
                      </c:pt>
                      <c:pt idx="902">
                        <c:v>181.833</c:v>
                      </c:pt>
                      <c:pt idx="903">
                        <c:v>179.667</c:v>
                      </c:pt>
                      <c:pt idx="904">
                        <c:v>179.333</c:v>
                      </c:pt>
                      <c:pt idx="905">
                        <c:v>172.63499999999999</c:v>
                      </c:pt>
                      <c:pt idx="906">
                        <c:v>155.32</c:v>
                      </c:pt>
                      <c:pt idx="907">
                        <c:v>156.17500000000001</c:v>
                      </c:pt>
                      <c:pt idx="908">
                        <c:v>149.625</c:v>
                      </c:pt>
                      <c:pt idx="909">
                        <c:v>146.65199999999999</c:v>
                      </c:pt>
                      <c:pt idx="910">
                        <c:v>147.345</c:v>
                      </c:pt>
                      <c:pt idx="911">
                        <c:v>148.614</c:v>
                      </c:pt>
                      <c:pt idx="912">
                        <c:v>150.90600000000001</c:v>
                      </c:pt>
                      <c:pt idx="913">
                        <c:v>155.02000000000001</c:v>
                      </c:pt>
                      <c:pt idx="914">
                        <c:v>154.49</c:v>
                      </c:pt>
                      <c:pt idx="915">
                        <c:v>153.25899999999999</c:v>
                      </c:pt>
                      <c:pt idx="916">
                        <c:v>154.57599999999999</c:v>
                      </c:pt>
                      <c:pt idx="917">
                        <c:v>154.33500000000001</c:v>
                      </c:pt>
                      <c:pt idx="918">
                        <c:v>149.251</c:v>
                      </c:pt>
                      <c:pt idx="919">
                        <c:v>149.251</c:v>
                      </c:pt>
                      <c:pt idx="920">
                        <c:v>145.40100000000001</c:v>
                      </c:pt>
                      <c:pt idx="921">
                        <c:v>143.66999999999999</c:v>
                      </c:pt>
                      <c:pt idx="922">
                        <c:v>143.23599999999999</c:v>
                      </c:pt>
                      <c:pt idx="923">
                        <c:v>141.23099999999999</c:v>
                      </c:pt>
                      <c:pt idx="924">
                        <c:v>145.33500000000001</c:v>
                      </c:pt>
                      <c:pt idx="925">
                        <c:v>145.71299999999999</c:v>
                      </c:pt>
                      <c:pt idx="926">
                        <c:v>150.01499999999999</c:v>
                      </c:pt>
                      <c:pt idx="927">
                        <c:v>153.642</c:v>
                      </c:pt>
                      <c:pt idx="928">
                        <c:v>162.77600000000001</c:v>
                      </c:pt>
                      <c:pt idx="929">
                        <c:v>162.66200000000001</c:v>
                      </c:pt>
                      <c:pt idx="930">
                        <c:v>162.31200000000001</c:v>
                      </c:pt>
                      <c:pt idx="931">
                        <c:v>166.67</c:v>
                      </c:pt>
                      <c:pt idx="932">
                        <c:v>165.655</c:v>
                      </c:pt>
                      <c:pt idx="933">
                        <c:v>162.65</c:v>
                      </c:pt>
                      <c:pt idx="934">
                        <c:v>159.655</c:v>
                      </c:pt>
                      <c:pt idx="935">
                        <c:v>160.67500000000001</c:v>
                      </c:pt>
                      <c:pt idx="936">
                        <c:v>158.55600000000001</c:v>
                      </c:pt>
                      <c:pt idx="937">
                        <c:v>163.93600000000001</c:v>
                      </c:pt>
                      <c:pt idx="938">
                        <c:v>171</c:v>
                      </c:pt>
                      <c:pt idx="939">
                        <c:v>175.005</c:v>
                      </c:pt>
                      <c:pt idx="940">
                        <c:v>173.995</c:v>
                      </c:pt>
                      <c:pt idx="941">
                        <c:v>178.69499999999999</c:v>
                      </c:pt>
                      <c:pt idx="942">
                        <c:v>183.5</c:v>
                      </c:pt>
                      <c:pt idx="943">
                        <c:v>189.01</c:v>
                      </c:pt>
                      <c:pt idx="944">
                        <c:v>189.01</c:v>
                      </c:pt>
                      <c:pt idx="945">
                        <c:v>186.886</c:v>
                      </c:pt>
                      <c:pt idx="946">
                        <c:v>182.607</c:v>
                      </c:pt>
                      <c:pt idx="947">
                        <c:v>188.84200000000001</c:v>
                      </c:pt>
                      <c:pt idx="948">
                        <c:v>195.06100000000001</c:v>
                      </c:pt>
                      <c:pt idx="949">
                        <c:v>205.71299999999999</c:v>
                      </c:pt>
                      <c:pt idx="950">
                        <c:v>206.102</c:v>
                      </c:pt>
                      <c:pt idx="951">
                        <c:v>213.79400000000001</c:v>
                      </c:pt>
                      <c:pt idx="952">
                        <c:v>218.322</c:v>
                      </c:pt>
                      <c:pt idx="953">
                        <c:v>218.08500000000001</c:v>
                      </c:pt>
                      <c:pt idx="954">
                        <c:v>223.041</c:v>
                      </c:pt>
                      <c:pt idx="955">
                        <c:v>216.36600000000001</c:v>
                      </c:pt>
                      <c:pt idx="956">
                        <c:v>200.93199999999999</c:v>
                      </c:pt>
                      <c:pt idx="957">
                        <c:v>191.34</c:v>
                      </c:pt>
                      <c:pt idx="958">
                        <c:v>179.51</c:v>
                      </c:pt>
                      <c:pt idx="959">
                        <c:v>181.02799999999999</c:v>
                      </c:pt>
                      <c:pt idx="960">
                        <c:v>180.441</c:v>
                      </c:pt>
                      <c:pt idx="961">
                        <c:v>176.333</c:v>
                      </c:pt>
                      <c:pt idx="962">
                        <c:v>166.667</c:v>
                      </c:pt>
                      <c:pt idx="963">
                        <c:v>165.17</c:v>
                      </c:pt>
                      <c:pt idx="964">
                        <c:v>161.071</c:v>
                      </c:pt>
                      <c:pt idx="965">
                        <c:v>169.21</c:v>
                      </c:pt>
                      <c:pt idx="966">
                        <c:v>167.148</c:v>
                      </c:pt>
                      <c:pt idx="967">
                        <c:v>165.441</c:v>
                      </c:pt>
                      <c:pt idx="968">
                        <c:v>167.33500000000001</c:v>
                      </c:pt>
                      <c:pt idx="969">
                        <c:v>171.87299999999999</c:v>
                      </c:pt>
                      <c:pt idx="970">
                        <c:v>171.33500000000001</c:v>
                      </c:pt>
                      <c:pt idx="971">
                        <c:v>172.34</c:v>
                      </c:pt>
                      <c:pt idx="972">
                        <c:v>173.67</c:v>
                      </c:pt>
                      <c:pt idx="973">
                        <c:v>171.67</c:v>
                      </c:pt>
                      <c:pt idx="974">
                        <c:v>170.833</c:v>
                      </c:pt>
                      <c:pt idx="975">
                        <c:v>173.178</c:v>
                      </c:pt>
                      <c:pt idx="976">
                        <c:v>169.893</c:v>
                      </c:pt>
                      <c:pt idx="977">
                        <c:v>171.30500000000001</c:v>
                      </c:pt>
                      <c:pt idx="978">
                        <c:v>171.167</c:v>
                      </c:pt>
                      <c:pt idx="979">
                        <c:v>173.49700000000001</c:v>
                      </c:pt>
                      <c:pt idx="980">
                        <c:v>173.49700000000001</c:v>
                      </c:pt>
                      <c:pt idx="981">
                        <c:v>177.114</c:v>
                      </c:pt>
                      <c:pt idx="982">
                        <c:v>181.875</c:v>
                      </c:pt>
                      <c:pt idx="983">
                        <c:v>195.02</c:v>
                      </c:pt>
                      <c:pt idx="984">
                        <c:v>199.94399999999999</c:v>
                      </c:pt>
                      <c:pt idx="985">
                        <c:v>206.5</c:v>
                      </c:pt>
                      <c:pt idx="986">
                        <c:v>212.875</c:v>
                      </c:pt>
                      <c:pt idx="987">
                        <c:v>208.99</c:v>
                      </c:pt>
                      <c:pt idx="988">
                        <c:v>210.22300000000001</c:v>
                      </c:pt>
                      <c:pt idx="989">
                        <c:v>208.53100000000001</c:v>
                      </c:pt>
                      <c:pt idx="990">
                        <c:v>214.36</c:v>
                      </c:pt>
                      <c:pt idx="991">
                        <c:v>220.167</c:v>
                      </c:pt>
                      <c:pt idx="992">
                        <c:v>236.167</c:v>
                      </c:pt>
                      <c:pt idx="993">
                        <c:v>239.66499999999999</c:v>
                      </c:pt>
                      <c:pt idx="994">
                        <c:v>239.66499999999999</c:v>
                      </c:pt>
                      <c:pt idx="995">
                        <c:v>254.429</c:v>
                      </c:pt>
                      <c:pt idx="996">
                        <c:v>248.56399999999999</c:v>
                      </c:pt>
                      <c:pt idx="997">
                        <c:v>232</c:v>
                      </c:pt>
                      <c:pt idx="998">
                        <c:v>229.5</c:v>
                      </c:pt>
                      <c:pt idx="999">
                        <c:v>226.56100000000001</c:v>
                      </c:pt>
                      <c:pt idx="1000">
                        <c:v>225.33</c:v>
                      </c:pt>
                      <c:pt idx="1001">
                        <c:v>221.59399999999999</c:v>
                      </c:pt>
                      <c:pt idx="1002">
                        <c:v>225.90100000000001</c:v>
                      </c:pt>
                      <c:pt idx="1003">
                        <c:v>224.76599999999999</c:v>
                      </c:pt>
                      <c:pt idx="1004">
                        <c:v>225.47499999999999</c:v>
                      </c:pt>
                      <c:pt idx="1005">
                        <c:v>237.59399999999999</c:v>
                      </c:pt>
                      <c:pt idx="1006">
                        <c:v>239.375</c:v>
                      </c:pt>
                      <c:pt idx="1007">
                        <c:v>245.10900000000001</c:v>
                      </c:pt>
                      <c:pt idx="1008">
                        <c:v>259.04500000000002</c:v>
                      </c:pt>
                      <c:pt idx="1009">
                        <c:v>260.65800000000002</c:v>
                      </c:pt>
                      <c:pt idx="1010">
                        <c:v>254.7</c:v>
                      </c:pt>
                      <c:pt idx="1011">
                        <c:v>246.084</c:v>
                      </c:pt>
                      <c:pt idx="1012">
                        <c:v>241.76400000000001</c:v>
                      </c:pt>
                      <c:pt idx="1013">
                        <c:v>246.56100000000001</c:v>
                      </c:pt>
                      <c:pt idx="1014">
                        <c:v>246.56100000000001</c:v>
                      </c:pt>
                      <c:pt idx="1015">
                        <c:v>244.023</c:v>
                      </c:pt>
                      <c:pt idx="1016">
                        <c:v>244.92500000000001</c:v>
                      </c:pt>
                      <c:pt idx="1017">
                        <c:v>241.93899999999999</c:v>
                      </c:pt>
                      <c:pt idx="1018">
                        <c:v>238.571</c:v>
                      </c:pt>
                      <c:pt idx="1019">
                        <c:v>233.32</c:v>
                      </c:pt>
                      <c:pt idx="1020">
                        <c:v>221.17599999999999</c:v>
                      </c:pt>
                      <c:pt idx="1021">
                        <c:v>220.84200000000001</c:v>
                      </c:pt>
                      <c:pt idx="1022">
                        <c:v>226.102</c:v>
                      </c:pt>
                      <c:pt idx="1023">
                        <c:v>238.17500000000001</c:v>
                      </c:pt>
                      <c:pt idx="1024">
                        <c:v>255.125</c:v>
                      </c:pt>
                      <c:pt idx="1025">
                        <c:v>260.59899999999999</c:v>
                      </c:pt>
                      <c:pt idx="1026">
                        <c:v>256.49</c:v>
                      </c:pt>
                      <c:pt idx="1027">
                        <c:v>261.12400000000002</c:v>
                      </c:pt>
                      <c:pt idx="1028">
                        <c:v>268.12599999999998</c:v>
                      </c:pt>
                      <c:pt idx="1029">
                        <c:v>274.07499999999999</c:v>
                      </c:pt>
                      <c:pt idx="1030">
                        <c:v>268.52499999999998</c:v>
                      </c:pt>
                      <c:pt idx="1031">
                        <c:v>269.12400000000002</c:v>
                      </c:pt>
                      <c:pt idx="1032">
                        <c:v>275.17500000000001</c:v>
                      </c:pt>
                      <c:pt idx="1033">
                        <c:v>282.096</c:v>
                      </c:pt>
                      <c:pt idx="1034">
                        <c:v>290.40100000000001</c:v>
                      </c:pt>
                      <c:pt idx="1035">
                        <c:v>274.82100000000003</c:v>
                      </c:pt>
                      <c:pt idx="1036">
                        <c:v>259.78399999999999</c:v>
                      </c:pt>
                      <c:pt idx="1037">
                        <c:v>264.06900000000002</c:v>
                      </c:pt>
                      <c:pt idx="1038">
                        <c:v>262.97800000000001</c:v>
                      </c:pt>
                      <c:pt idx="1039">
                        <c:v>249.84</c:v>
                      </c:pt>
                      <c:pt idx="1040">
                        <c:v>245.23099999999999</c:v>
                      </c:pt>
                      <c:pt idx="1041">
                        <c:v>248.482</c:v>
                      </c:pt>
                      <c:pt idx="1042">
                        <c:v>249.49700000000001</c:v>
                      </c:pt>
                      <c:pt idx="1043">
                        <c:v>252.84800000000001</c:v>
                      </c:pt>
                      <c:pt idx="1044">
                        <c:v>264.495</c:v>
                      </c:pt>
                      <c:pt idx="1045">
                        <c:v>254.39400000000001</c:v>
                      </c:pt>
                      <c:pt idx="1046">
                        <c:v>241.66</c:v>
                      </c:pt>
                      <c:pt idx="1047">
                        <c:v>238.04599999999999</c:v>
                      </c:pt>
                      <c:pt idx="1048">
                        <c:v>233.58699999999999</c:v>
                      </c:pt>
                      <c:pt idx="1049">
                        <c:v>226.952</c:v>
                      </c:pt>
                      <c:pt idx="1050">
                        <c:v>227.52500000000001</c:v>
                      </c:pt>
                      <c:pt idx="1051">
                        <c:v>229.84</c:v>
                      </c:pt>
                      <c:pt idx="1052">
                        <c:v>227.726</c:v>
                      </c:pt>
                      <c:pt idx="1053">
                        <c:v>231.708</c:v>
                      </c:pt>
                      <c:pt idx="1054">
                        <c:v>229.262</c:v>
                      </c:pt>
                      <c:pt idx="1055">
                        <c:v>223.929</c:v>
                      </c:pt>
                      <c:pt idx="1056">
                        <c:v>212.93</c:v>
                      </c:pt>
                      <c:pt idx="1057">
                        <c:v>206.75</c:v>
                      </c:pt>
                      <c:pt idx="1058">
                        <c:v>197.34</c:v>
                      </c:pt>
                      <c:pt idx="1059">
                        <c:v>202.018</c:v>
                      </c:pt>
                      <c:pt idx="1060">
                        <c:v>202.36500000000001</c:v>
                      </c:pt>
                      <c:pt idx="1061">
                        <c:v>200.833</c:v>
                      </c:pt>
                      <c:pt idx="1062">
                        <c:v>195.57499999999999</c:v>
                      </c:pt>
                      <c:pt idx="1063">
                        <c:v>196.49700000000001</c:v>
                      </c:pt>
                      <c:pt idx="1064">
                        <c:v>198.50399999999999</c:v>
                      </c:pt>
                      <c:pt idx="1065">
                        <c:v>201.67500000000001</c:v>
                      </c:pt>
                      <c:pt idx="1066">
                        <c:v>198.42400000000001</c:v>
                      </c:pt>
                      <c:pt idx="1067">
                        <c:v>190.934</c:v>
                      </c:pt>
                      <c:pt idx="1068">
                        <c:v>181.73599999999999</c:v>
                      </c:pt>
                      <c:pt idx="1069">
                        <c:v>183.16300000000001</c:v>
                      </c:pt>
                      <c:pt idx="1070">
                        <c:v>178.46700000000001</c:v>
                      </c:pt>
                      <c:pt idx="1071">
                        <c:v>179.44900000000001</c:v>
                      </c:pt>
                      <c:pt idx="1072">
                        <c:v>182.904</c:v>
                      </c:pt>
                      <c:pt idx="1073">
                        <c:v>188.12700000000001</c:v>
                      </c:pt>
                      <c:pt idx="1074">
                        <c:v>188.833</c:v>
                      </c:pt>
                      <c:pt idx="1075">
                        <c:v>184.714</c:v>
                      </c:pt>
                      <c:pt idx="1076">
                        <c:v>182.5</c:v>
                      </c:pt>
                      <c:pt idx="1077">
                        <c:v>178.65</c:v>
                      </c:pt>
                      <c:pt idx="1078">
                        <c:v>174.04400000000001</c:v>
                      </c:pt>
                      <c:pt idx="1079">
                        <c:v>170.279</c:v>
                      </c:pt>
                      <c:pt idx="1080">
                        <c:v>169.8</c:v>
                      </c:pt>
                      <c:pt idx="1081">
                        <c:v>170.398</c:v>
                      </c:pt>
                      <c:pt idx="1082">
                        <c:v>169.99700000000001</c:v>
                      </c:pt>
                      <c:pt idx="1083">
                        <c:v>171.833</c:v>
                      </c:pt>
                      <c:pt idx="1084">
                        <c:v>171.833</c:v>
                      </c:pt>
                      <c:pt idx="1085">
                        <c:v>170.06399999999999</c:v>
                      </c:pt>
                      <c:pt idx="1086">
                        <c:v>165.358</c:v>
                      </c:pt>
                      <c:pt idx="1087">
                        <c:v>158.62799999999999</c:v>
                      </c:pt>
                      <c:pt idx="1088">
                        <c:v>153.76400000000001</c:v>
                      </c:pt>
                      <c:pt idx="1089">
                        <c:v>157.55600000000001</c:v>
                      </c:pt>
                      <c:pt idx="1090">
                        <c:v>156.66499999999999</c:v>
                      </c:pt>
                      <c:pt idx="1091">
                        <c:v>159.09399999999999</c:v>
                      </c:pt>
                      <c:pt idx="1092">
                        <c:v>157.33000000000001</c:v>
                      </c:pt>
                      <c:pt idx="1093">
                        <c:v>152</c:v>
                      </c:pt>
                      <c:pt idx="1094">
                        <c:v>164.434</c:v>
                      </c:pt>
                      <c:pt idx="1095">
                        <c:v>167.571</c:v>
                      </c:pt>
                      <c:pt idx="1096">
                        <c:v>169.18</c:v>
                      </c:pt>
                      <c:pt idx="1097">
                        <c:v>156.94499999999999</c:v>
                      </c:pt>
                      <c:pt idx="1098">
                        <c:v>168.06100000000001</c:v>
                      </c:pt>
                      <c:pt idx="1099">
                        <c:v>168.59399999999999</c:v>
                      </c:pt>
                      <c:pt idx="1100">
                        <c:v>167.934</c:v>
                      </c:pt>
                      <c:pt idx="1101">
                        <c:v>170.93899999999999</c:v>
                      </c:pt>
                      <c:pt idx="1102">
                        <c:v>167.315</c:v>
                      </c:pt>
                      <c:pt idx="1103">
                        <c:v>173.845</c:v>
                      </c:pt>
                      <c:pt idx="1104">
                        <c:v>173.67</c:v>
                      </c:pt>
                      <c:pt idx="1105">
                        <c:v>178.69499999999999</c:v>
                      </c:pt>
                      <c:pt idx="1106">
                        <c:v>180.16499999999999</c:v>
                      </c:pt>
                      <c:pt idx="1107">
                        <c:v>186.27099999999999</c:v>
                      </c:pt>
                      <c:pt idx="1108">
                        <c:v>198.69499999999999</c:v>
                      </c:pt>
                      <c:pt idx="1109">
                        <c:v>201.68</c:v>
                      </c:pt>
                      <c:pt idx="1110">
                        <c:v>211.297</c:v>
                      </c:pt>
                      <c:pt idx="1111">
                        <c:v>212.69</c:v>
                      </c:pt>
                      <c:pt idx="1112">
                        <c:v>209.83500000000001</c:v>
                      </c:pt>
                      <c:pt idx="1113">
                        <c:v>209.41900000000001</c:v>
                      </c:pt>
                      <c:pt idx="1114">
                        <c:v>207.67</c:v>
                      </c:pt>
                      <c:pt idx="1115">
                        <c:v>206.32499999999999</c:v>
                      </c:pt>
                      <c:pt idx="1116">
                        <c:v>205.44900000000001</c:v>
                      </c:pt>
                      <c:pt idx="1117">
                        <c:v>208.005</c:v>
                      </c:pt>
                      <c:pt idx="1118">
                        <c:v>211.07599999999999</c:v>
                      </c:pt>
                      <c:pt idx="1119">
                        <c:v>211.345</c:v>
                      </c:pt>
                      <c:pt idx="1120">
                        <c:v>212.98</c:v>
                      </c:pt>
                      <c:pt idx="1121">
                        <c:v>201.43899999999999</c:v>
                      </c:pt>
                      <c:pt idx="1122">
                        <c:v>198.64</c:v>
                      </c:pt>
                      <c:pt idx="1123">
                        <c:v>191.678</c:v>
                      </c:pt>
                      <c:pt idx="1124">
                        <c:v>188.947</c:v>
                      </c:pt>
                      <c:pt idx="1125">
                        <c:v>177.536</c:v>
                      </c:pt>
                      <c:pt idx="1126">
                        <c:v>178.52799999999999</c:v>
                      </c:pt>
                      <c:pt idx="1127">
                        <c:v>182.03</c:v>
                      </c:pt>
                      <c:pt idx="1128">
                        <c:v>183.33500000000001</c:v>
                      </c:pt>
                      <c:pt idx="1129">
                        <c:v>186.566</c:v>
                      </c:pt>
                      <c:pt idx="1130">
                        <c:v>183.995</c:v>
                      </c:pt>
                      <c:pt idx="1131">
                        <c:v>183.98500000000001</c:v>
                      </c:pt>
                      <c:pt idx="1132">
                        <c:v>187.45699999999999</c:v>
                      </c:pt>
                      <c:pt idx="1133">
                        <c:v>187.845</c:v>
                      </c:pt>
                      <c:pt idx="1134">
                        <c:v>193.67500000000001</c:v>
                      </c:pt>
                      <c:pt idx="1135">
                        <c:v>190.64699999999999</c:v>
                      </c:pt>
                      <c:pt idx="1136">
                        <c:v>189.845</c:v>
                      </c:pt>
                      <c:pt idx="1137">
                        <c:v>194.03</c:v>
                      </c:pt>
                      <c:pt idx="1138">
                        <c:v>198.02</c:v>
                      </c:pt>
                      <c:pt idx="1139">
                        <c:v>194.92599999999999</c:v>
                      </c:pt>
                      <c:pt idx="1140">
                        <c:v>198.477</c:v>
                      </c:pt>
                      <c:pt idx="1141">
                        <c:v>197.23099999999999</c:v>
                      </c:pt>
                      <c:pt idx="1142">
                        <c:v>197.66499999999999</c:v>
                      </c:pt>
                      <c:pt idx="1143">
                        <c:v>200.67</c:v>
                      </c:pt>
                      <c:pt idx="1144">
                        <c:v>203.43899999999999</c:v>
                      </c:pt>
                      <c:pt idx="1145">
                        <c:v>205.16</c:v>
                      </c:pt>
                      <c:pt idx="1146">
                        <c:v>206.34800000000001</c:v>
                      </c:pt>
                      <c:pt idx="1147">
                        <c:v>205.792</c:v>
                      </c:pt>
                      <c:pt idx="1148">
                        <c:v>203.655</c:v>
                      </c:pt>
                      <c:pt idx="1149">
                        <c:v>205.41900000000001</c:v>
                      </c:pt>
                      <c:pt idx="1150">
                        <c:v>204.66499999999999</c:v>
                      </c:pt>
                      <c:pt idx="1151">
                        <c:v>204</c:v>
                      </c:pt>
                      <c:pt idx="1152">
                        <c:v>201.32</c:v>
                      </c:pt>
                      <c:pt idx="1153">
                        <c:v>199.17</c:v>
                      </c:pt>
                      <c:pt idx="1154">
                        <c:v>201.10900000000001</c:v>
                      </c:pt>
                      <c:pt idx="1155">
                        <c:v>203.142</c:v>
                      </c:pt>
                      <c:pt idx="1156">
                        <c:v>208.05600000000001</c:v>
                      </c:pt>
                      <c:pt idx="1157">
                        <c:v>216.21</c:v>
                      </c:pt>
                      <c:pt idx="1158">
                        <c:v>225.345</c:v>
                      </c:pt>
                      <c:pt idx="1159">
                        <c:v>219.33500000000001</c:v>
                      </c:pt>
                      <c:pt idx="1160">
                        <c:v>230.04499999999999</c:v>
                      </c:pt>
                      <c:pt idx="1161">
                        <c:v>232.33</c:v>
                      </c:pt>
                      <c:pt idx="1162">
                        <c:v>235.16499999999999</c:v>
                      </c:pt>
                      <c:pt idx="1163">
                        <c:v>233.64500000000001</c:v>
                      </c:pt>
                      <c:pt idx="1164">
                        <c:v>264.68400000000003</c:v>
                      </c:pt>
                      <c:pt idx="1165">
                        <c:v>294.19</c:v>
                      </c:pt>
                      <c:pt idx="1166">
                        <c:v>326.35399999999998</c:v>
                      </c:pt>
                      <c:pt idx="1167">
                        <c:v>342.5</c:v>
                      </c:pt>
                      <c:pt idx="1168">
                        <c:v>265.435</c:v>
                      </c:pt>
                      <c:pt idx="1169">
                        <c:v>232.19200000000001</c:v>
                      </c:pt>
                      <c:pt idx="1170">
                        <c:v>229.41</c:v>
                      </c:pt>
                      <c:pt idx="1171">
                        <c:v>238.495</c:v>
                      </c:pt>
                      <c:pt idx="1172">
                        <c:v>234.42699999999999</c:v>
                      </c:pt>
                      <c:pt idx="1173">
                        <c:v>238.416</c:v>
                      </c:pt>
                      <c:pt idx="1174">
                        <c:v>267.51</c:v>
                      </c:pt>
                      <c:pt idx="1175">
                        <c:v>236.81899999999999</c:v>
                      </c:pt>
                      <c:pt idx="1176">
                        <c:v>244.04</c:v>
                      </c:pt>
                      <c:pt idx="1177">
                        <c:v>240.685</c:v>
                      </c:pt>
                      <c:pt idx="1178">
                        <c:v>246.07900000000001</c:v>
                      </c:pt>
                      <c:pt idx="1179">
                        <c:v>317.29899999999998</c:v>
                      </c:pt>
                      <c:pt idx="1180">
                        <c:v>324.89800000000002</c:v>
                      </c:pt>
                      <c:pt idx="1181">
                        <c:v>382.58300000000003</c:v>
                      </c:pt>
                      <c:pt idx="1182">
                        <c:v>382.35500000000002</c:v>
                      </c:pt>
                      <c:pt idx="1183">
                        <c:v>462.07799999999997</c:v>
                      </c:pt>
                      <c:pt idx="1184">
                        <c:v>461.40800000000002</c:v>
                      </c:pt>
                      <c:pt idx="1185">
                        <c:v>330.20299999999997</c:v>
                      </c:pt>
                      <c:pt idx="1186">
                        <c:v>365.48</c:v>
                      </c:pt>
                      <c:pt idx="1187">
                        <c:v>377.79500000000002</c:v>
                      </c:pt>
                      <c:pt idx="1188">
                        <c:v>374.779</c:v>
                      </c:pt>
                      <c:pt idx="1189">
                        <c:v>376.12</c:v>
                      </c:pt>
                      <c:pt idx="1190">
                        <c:v>375.65</c:v>
                      </c:pt>
                      <c:pt idx="1191">
                        <c:v>588.30600000000004</c:v>
                      </c:pt>
                      <c:pt idx="1192">
                        <c:v>635.57299999999998</c:v>
                      </c:pt>
                      <c:pt idx="1193">
                        <c:v>614.24199999999996</c:v>
                      </c:pt>
                      <c:pt idx="1194">
                        <c:v>569.08199999999999</c:v>
                      </c:pt>
                      <c:pt idx="1195">
                        <c:v>494.94099999999997</c:v>
                      </c:pt>
                      <c:pt idx="1196">
                        <c:v>419.85</c:v>
                      </c:pt>
                      <c:pt idx="1197">
                        <c:v>386.22899999999998</c:v>
                      </c:pt>
                      <c:pt idx="1198">
                        <c:v>345.47500000000002</c:v>
                      </c:pt>
                      <c:pt idx="1199">
                        <c:v>333.863</c:v>
                      </c:pt>
                      <c:pt idx="1200">
                        <c:v>303.85000000000002</c:v>
                      </c:pt>
                      <c:pt idx="1201">
                        <c:v>336.06099999999998</c:v>
                      </c:pt>
                      <c:pt idx="1202">
                        <c:v>363.69799999999998</c:v>
                      </c:pt>
                      <c:pt idx="1203">
                        <c:v>342.63299999999998</c:v>
                      </c:pt>
                      <c:pt idx="1204">
                        <c:v>330.33499999999998</c:v>
                      </c:pt>
                      <c:pt idx="1205">
                        <c:v>328.39600000000002</c:v>
                      </c:pt>
                      <c:pt idx="1206">
                        <c:v>383.96</c:v>
                      </c:pt>
                      <c:pt idx="1207">
                        <c:v>386.887</c:v>
                      </c:pt>
                      <c:pt idx="1208">
                        <c:v>380.36799999999999</c:v>
                      </c:pt>
                      <c:pt idx="1209">
                        <c:v>382.12</c:v>
                      </c:pt>
                      <c:pt idx="1210">
                        <c:v>396.98500000000001</c:v>
                      </c:pt>
                      <c:pt idx="1211">
                        <c:v>424.94499999999999</c:v>
                      </c:pt>
                      <c:pt idx="1212">
                        <c:v>471.66699999999997</c:v>
                      </c:pt>
                      <c:pt idx="1213">
                        <c:v>442.79500000000002</c:v>
                      </c:pt>
                      <c:pt idx="1214">
                        <c:v>397.46899999999999</c:v>
                      </c:pt>
                      <c:pt idx="1215">
                        <c:v>366.416</c:v>
                      </c:pt>
                      <c:pt idx="1216">
                        <c:v>360.83499999999998</c:v>
                      </c:pt>
                      <c:pt idx="1217">
                        <c:v>362.84800000000001</c:v>
                      </c:pt>
                      <c:pt idx="1218">
                        <c:v>362.84800000000001</c:v>
                      </c:pt>
                      <c:pt idx="1219">
                        <c:v>382.34500000000003</c:v>
                      </c:pt>
                      <c:pt idx="1220">
                        <c:v>375.02800000000002</c:v>
                      </c:pt>
                      <c:pt idx="1221">
                        <c:v>392.30200000000002</c:v>
                      </c:pt>
                      <c:pt idx="1222">
                        <c:v>411.40499999999997</c:v>
                      </c:pt>
                      <c:pt idx="1223">
                        <c:v>433.005</c:v>
                      </c:pt>
                      <c:pt idx="1224">
                        <c:v>395.233</c:v>
                      </c:pt>
                      <c:pt idx="1225">
                        <c:v>405.85500000000002</c:v>
                      </c:pt>
                      <c:pt idx="1226">
                        <c:v>397.233</c:v>
                      </c:pt>
                      <c:pt idx="1227">
                        <c:v>392.459</c:v>
                      </c:pt>
                      <c:pt idx="1228">
                        <c:v>409.57900000000001</c:v>
                      </c:pt>
                      <c:pt idx="1229">
                        <c:v>422.423</c:v>
                      </c:pt>
                      <c:pt idx="1230">
                        <c:v>393.27199999999999</c:v>
                      </c:pt>
                      <c:pt idx="1231">
                        <c:v>351.916</c:v>
                      </c:pt>
                      <c:pt idx="1232">
                        <c:v>337.75</c:v>
                      </c:pt>
                      <c:pt idx="1233">
                        <c:v>340.15499999999997</c:v>
                      </c:pt>
                      <c:pt idx="1234">
                        <c:v>334.74400000000003</c:v>
                      </c:pt>
                      <c:pt idx="1235">
                        <c:v>334.74400000000003</c:v>
                      </c:pt>
                      <c:pt idx="1236">
                        <c:v>334.74400000000003</c:v>
                      </c:pt>
                      <c:pt idx="1237">
                        <c:v>334.74400000000003</c:v>
                      </c:pt>
                      <c:pt idx="1238">
                        <c:v>331.505</c:v>
                      </c:pt>
                      <c:pt idx="1239">
                        <c:v>331.505</c:v>
                      </c:pt>
                      <c:pt idx="1240">
                        <c:v>331.66</c:v>
                      </c:pt>
                      <c:pt idx="1241">
                        <c:v>331.66</c:v>
                      </c:pt>
                      <c:pt idx="1242">
                        <c:v>331.66</c:v>
                      </c:pt>
                      <c:pt idx="1243">
                        <c:v>324.09899999999999</c:v>
                      </c:pt>
                      <c:pt idx="1244">
                        <c:v>321.35300000000001</c:v>
                      </c:pt>
                      <c:pt idx="1245">
                        <c:v>330.90600000000001</c:v>
                      </c:pt>
                      <c:pt idx="1246">
                        <c:v>340.18</c:v>
                      </c:pt>
                      <c:pt idx="1247">
                        <c:v>337.26600000000002</c:v>
                      </c:pt>
                      <c:pt idx="1248">
                        <c:v>352.09899999999999</c:v>
                      </c:pt>
                      <c:pt idx="1249">
                        <c:v>358.73599999999999</c:v>
                      </c:pt>
                      <c:pt idx="1250">
                        <c:v>367.40499999999997</c:v>
                      </c:pt>
                      <c:pt idx="1251">
                        <c:v>387.35500000000002</c:v>
                      </c:pt>
                      <c:pt idx="1252">
                        <c:v>359.70600000000002</c:v>
                      </c:pt>
                      <c:pt idx="1253">
                        <c:v>357.13200000000001</c:v>
                      </c:pt>
                      <c:pt idx="1254">
                        <c:v>388.755</c:v>
                      </c:pt>
                      <c:pt idx="1255">
                        <c:v>393.46499999999997</c:v>
                      </c:pt>
                      <c:pt idx="1256">
                        <c:v>388.7</c:v>
                      </c:pt>
                      <c:pt idx="1257">
                        <c:v>375.58600000000001</c:v>
                      </c:pt>
                      <c:pt idx="1258">
                        <c:v>367.041</c:v>
                      </c:pt>
                      <c:pt idx="1259">
                        <c:v>378.33300000000003</c:v>
                      </c:pt>
                      <c:pt idx="1260">
                        <c:v>362.27100000000002</c:v>
                      </c:pt>
                      <c:pt idx="1261">
                        <c:v>378</c:v>
                      </c:pt>
                      <c:pt idx="1262">
                        <c:v>385.75</c:v>
                      </c:pt>
                      <c:pt idx="1263">
                        <c:v>399.66699999999997</c:v>
                      </c:pt>
                      <c:pt idx="1264">
                        <c:v>402.68</c:v>
                      </c:pt>
                      <c:pt idx="1265">
                        <c:v>428.66699999999997</c:v>
                      </c:pt>
                      <c:pt idx="1266">
                        <c:v>427.43400000000003</c:v>
                      </c:pt>
                      <c:pt idx="1267">
                        <c:v>400.8</c:v>
                      </c:pt>
                      <c:pt idx="1268">
                        <c:v>396.66699999999997</c:v>
                      </c:pt>
                      <c:pt idx="1269">
                        <c:v>431.5</c:v>
                      </c:pt>
                      <c:pt idx="1270">
                        <c:v>437.25299999999999</c:v>
                      </c:pt>
                      <c:pt idx="1271">
                        <c:v>461.38600000000002</c:v>
                      </c:pt>
                      <c:pt idx="1272">
                        <c:v>450.30500000000001</c:v>
                      </c:pt>
                      <c:pt idx="1273">
                        <c:v>455.58499999999998</c:v>
                      </c:pt>
                      <c:pt idx="1274">
                        <c:v>480.767</c:v>
                      </c:pt>
                      <c:pt idx="1275">
                        <c:v>467</c:v>
                      </c:pt>
                      <c:pt idx="1276">
                        <c:v>468.25799999999998</c:v>
                      </c:pt>
                      <c:pt idx="1277">
                        <c:v>489.31200000000001</c:v>
                      </c:pt>
                      <c:pt idx="1278">
                        <c:v>505</c:v>
                      </c:pt>
                      <c:pt idx="1279">
                        <c:v>482.33300000000003</c:v>
                      </c:pt>
                      <c:pt idx="1280">
                        <c:v>481.03300000000002</c:v>
                      </c:pt>
                      <c:pt idx="1281">
                        <c:v>486</c:v>
                      </c:pt>
                      <c:pt idx="1282">
                        <c:v>492.09500000000003</c:v>
                      </c:pt>
                      <c:pt idx="1283">
                        <c:v>515.33299999999997</c:v>
                      </c:pt>
                      <c:pt idx="1284">
                        <c:v>508.947</c:v>
                      </c:pt>
                      <c:pt idx="1285">
                        <c:v>494.66699999999997</c:v>
                      </c:pt>
                      <c:pt idx="1286">
                        <c:v>513</c:v>
                      </c:pt>
                      <c:pt idx="1287">
                        <c:v>512.80399999999997</c:v>
                      </c:pt>
                      <c:pt idx="1288">
                        <c:v>519.82799999999997</c:v>
                      </c:pt>
                      <c:pt idx="1289">
                        <c:v>491.29399999999998</c:v>
                      </c:pt>
                      <c:pt idx="1290">
                        <c:v>484.66699999999997</c:v>
                      </c:pt>
                      <c:pt idx="1291">
                        <c:v>474.96</c:v>
                      </c:pt>
                      <c:pt idx="1292">
                        <c:v>463.63099999999997</c:v>
                      </c:pt>
                      <c:pt idx="1293">
                        <c:v>444.66699999999997</c:v>
                      </c:pt>
                      <c:pt idx="1294">
                        <c:v>446.64</c:v>
                      </c:pt>
                      <c:pt idx="1295">
                        <c:v>439.66699999999997</c:v>
                      </c:pt>
                      <c:pt idx="1296">
                        <c:v>431.875</c:v>
                      </c:pt>
                      <c:pt idx="1297">
                        <c:v>440.34</c:v>
                      </c:pt>
                      <c:pt idx="1298">
                        <c:v>417.51499999999999</c:v>
                      </c:pt>
                      <c:pt idx="1299">
                        <c:v>433.40199999999999</c:v>
                      </c:pt>
                      <c:pt idx="1300">
                        <c:v>423.47</c:v>
                      </c:pt>
                      <c:pt idx="1301">
                        <c:v>404.33300000000003</c:v>
                      </c:pt>
                      <c:pt idx="1302">
                        <c:v>408.274</c:v>
                      </c:pt>
                      <c:pt idx="1303">
                        <c:v>434</c:v>
                      </c:pt>
                      <c:pt idx="1304">
                        <c:v>421.06099999999998</c:v>
                      </c:pt>
                      <c:pt idx="1305">
                        <c:v>416.71300000000002</c:v>
                      </c:pt>
                      <c:pt idx="1306">
                        <c:v>391.24900000000002</c:v>
                      </c:pt>
                      <c:pt idx="1307">
                        <c:v>371</c:v>
                      </c:pt>
                      <c:pt idx="1308">
                        <c:v>373.56</c:v>
                      </c:pt>
                      <c:pt idx="1309">
                        <c:v>374.5</c:v>
                      </c:pt>
                      <c:pt idx="1310">
                        <c:v>360.33300000000003</c:v>
                      </c:pt>
                      <c:pt idx="1311">
                        <c:v>346.005</c:v>
                      </c:pt>
                      <c:pt idx="1312">
                        <c:v>347.68</c:v>
                      </c:pt>
                      <c:pt idx="1313">
                        <c:v>350.416</c:v>
                      </c:pt>
                      <c:pt idx="1314">
                        <c:v>338.06799999999998</c:v>
                      </c:pt>
                      <c:pt idx="1315">
                        <c:v>338.28899999999999</c:v>
                      </c:pt>
                      <c:pt idx="1316">
                        <c:v>334</c:v>
                      </c:pt>
                      <c:pt idx="1317">
                        <c:v>334.51</c:v>
                      </c:pt>
                      <c:pt idx="1318">
                        <c:v>354.33300000000003</c:v>
                      </c:pt>
                      <c:pt idx="1319">
                        <c:v>344.846</c:v>
                      </c:pt>
                      <c:pt idx="1320">
                        <c:v>347.61900000000003</c:v>
                      </c:pt>
                      <c:pt idx="1321">
                        <c:v>343.46499999999997</c:v>
                      </c:pt>
                      <c:pt idx="1322">
                        <c:v>334.32</c:v>
                      </c:pt>
                      <c:pt idx="1323">
                        <c:v>347.108</c:v>
                      </c:pt>
                      <c:pt idx="1324">
                        <c:v>342.91199999999998</c:v>
                      </c:pt>
                      <c:pt idx="1325">
                        <c:v>322.28199999999998</c:v>
                      </c:pt>
                      <c:pt idx="1326">
                        <c:v>324.37299999999999</c:v>
                      </c:pt>
                      <c:pt idx="1327">
                        <c:v>324.29000000000002</c:v>
                      </c:pt>
                      <c:pt idx="1328">
                        <c:v>312.16000000000003</c:v>
                      </c:pt>
                      <c:pt idx="1329">
                        <c:v>293.024</c:v>
                      </c:pt>
                      <c:pt idx="1330">
                        <c:v>270.33300000000003</c:v>
                      </c:pt>
                      <c:pt idx="1331">
                        <c:v>260.33300000000003</c:v>
                      </c:pt>
                      <c:pt idx="1332">
                        <c:v>262.57799999999997</c:v>
                      </c:pt>
                      <c:pt idx="1333">
                        <c:v>275.995</c:v>
                      </c:pt>
                      <c:pt idx="1334">
                        <c:v>277</c:v>
                      </c:pt>
                      <c:pt idx="1335">
                        <c:v>285.33300000000003</c:v>
                      </c:pt>
                      <c:pt idx="1336">
                        <c:v>282.125</c:v>
                      </c:pt>
                      <c:pt idx="1337">
                        <c:v>279.81299999999999</c:v>
                      </c:pt>
                      <c:pt idx="1338">
                        <c:v>267.33300000000003</c:v>
                      </c:pt>
                      <c:pt idx="1339">
                        <c:v>258.04899999999998</c:v>
                      </c:pt>
                      <c:pt idx="1340">
                        <c:v>249.90799999999999</c:v>
                      </c:pt>
                      <c:pt idx="1341">
                        <c:v>259</c:v>
                      </c:pt>
                      <c:pt idx="1342">
                        <c:v>260.66000000000003</c:v>
                      </c:pt>
                      <c:pt idx="1343">
                        <c:v>259.505</c:v>
                      </c:pt>
                      <c:pt idx="1344">
                        <c:v>251.667</c:v>
                      </c:pt>
                      <c:pt idx="1345">
                        <c:v>253.45699999999999</c:v>
                      </c:pt>
                      <c:pt idx="1346">
                        <c:v>250.065</c:v>
                      </c:pt>
                      <c:pt idx="1347">
                        <c:v>245.03</c:v>
                      </c:pt>
                      <c:pt idx="1348">
                        <c:v>231.37100000000001</c:v>
                      </c:pt>
                      <c:pt idx="1349">
                        <c:v>231.66300000000001</c:v>
                      </c:pt>
                      <c:pt idx="1350">
                        <c:v>237.35499999999999</c:v>
                      </c:pt>
                      <c:pt idx="1351">
                        <c:v>232.08099999999999</c:v>
                      </c:pt>
                      <c:pt idx="1352">
                        <c:v>227.251</c:v>
                      </c:pt>
                      <c:pt idx="1353">
                        <c:v>232.11699999999999</c:v>
                      </c:pt>
                      <c:pt idx="1354">
                        <c:v>226.94200000000001</c:v>
                      </c:pt>
                      <c:pt idx="1355">
                        <c:v>229.59399999999999</c:v>
                      </c:pt>
                      <c:pt idx="1356">
                        <c:v>229.95699999999999</c:v>
                      </c:pt>
                      <c:pt idx="1357">
                        <c:v>231.01499999999999</c:v>
                      </c:pt>
                      <c:pt idx="1358">
                        <c:v>234.54300000000001</c:v>
                      </c:pt>
                      <c:pt idx="1359">
                        <c:v>243.21899999999999</c:v>
                      </c:pt>
                      <c:pt idx="1360">
                        <c:v>250.99700000000001</c:v>
                      </c:pt>
                      <c:pt idx="1361">
                        <c:v>245.13200000000001</c:v>
                      </c:pt>
                      <c:pt idx="1362">
                        <c:v>246.673</c:v>
                      </c:pt>
                      <c:pt idx="1363">
                        <c:v>264.07499999999999</c:v>
                      </c:pt>
                      <c:pt idx="1364">
                        <c:v>259.93400000000003</c:v>
                      </c:pt>
                      <c:pt idx="1365">
                        <c:v>244.74199999999999</c:v>
                      </c:pt>
                      <c:pt idx="1366">
                        <c:v>239.946</c:v>
                      </c:pt>
                      <c:pt idx="1367">
                        <c:v>234.33799999999999</c:v>
                      </c:pt>
                      <c:pt idx="1368">
                        <c:v>225.76599999999999</c:v>
                      </c:pt>
                      <c:pt idx="1369">
                        <c:v>224.93600000000001</c:v>
                      </c:pt>
                      <c:pt idx="1370">
                        <c:v>222.82499999999999</c:v>
                      </c:pt>
                      <c:pt idx="1371">
                        <c:v>229.084</c:v>
                      </c:pt>
                      <c:pt idx="1372">
                        <c:v>228.92099999999999</c:v>
                      </c:pt>
                      <c:pt idx="1373">
                        <c:v>229.94900000000001</c:v>
                      </c:pt>
                      <c:pt idx="1374">
                        <c:v>235.875</c:v>
                      </c:pt>
                      <c:pt idx="1375">
                        <c:v>247.958</c:v>
                      </c:pt>
                      <c:pt idx="1376">
                        <c:v>244.505</c:v>
                      </c:pt>
                      <c:pt idx="1377">
                        <c:v>252.82</c:v>
                      </c:pt>
                      <c:pt idx="1378">
                        <c:v>245.5</c:v>
                      </c:pt>
                      <c:pt idx="1379">
                        <c:v>242.101</c:v>
                      </c:pt>
                      <c:pt idx="1380">
                        <c:v>236.73599999999999</c:v>
                      </c:pt>
                      <c:pt idx="1381">
                        <c:v>231.73400000000001</c:v>
                      </c:pt>
                      <c:pt idx="1382">
                        <c:v>228.97900000000001</c:v>
                      </c:pt>
                      <c:pt idx="1383">
                        <c:v>221.98500000000001</c:v>
                      </c:pt>
                      <c:pt idx="1384">
                        <c:v>212.90299999999999</c:v>
                      </c:pt>
                      <c:pt idx="1385">
                        <c:v>216.809</c:v>
                      </c:pt>
                      <c:pt idx="1386">
                        <c:v>201.56399999999999</c:v>
                      </c:pt>
                      <c:pt idx="1387">
                        <c:v>201.005</c:v>
                      </c:pt>
                      <c:pt idx="1388">
                        <c:v>190.58699999999999</c:v>
                      </c:pt>
                      <c:pt idx="1389">
                        <c:v>190.66</c:v>
                      </c:pt>
                      <c:pt idx="1390">
                        <c:v>198.18799999999999</c:v>
                      </c:pt>
                      <c:pt idx="1391">
                        <c:v>194.333</c:v>
                      </c:pt>
                      <c:pt idx="1392">
                        <c:v>191.071</c:v>
                      </c:pt>
                      <c:pt idx="1393">
                        <c:v>173.21100000000001</c:v>
                      </c:pt>
                      <c:pt idx="1394">
                        <c:v>170.53399999999999</c:v>
                      </c:pt>
                      <c:pt idx="1395">
                        <c:v>170.506</c:v>
                      </c:pt>
                      <c:pt idx="1396">
                        <c:v>177.126</c:v>
                      </c:pt>
                      <c:pt idx="1397">
                        <c:v>164.00800000000001</c:v>
                      </c:pt>
                      <c:pt idx="1398">
                        <c:v>167.001</c:v>
                      </c:pt>
                      <c:pt idx="1399">
                        <c:v>178.66200000000001</c:v>
                      </c:pt>
                      <c:pt idx="1400">
                        <c:v>177.023</c:v>
                      </c:pt>
                      <c:pt idx="1401">
                        <c:v>177.15299999999999</c:v>
                      </c:pt>
                      <c:pt idx="1402">
                        <c:v>180.745</c:v>
                      </c:pt>
                      <c:pt idx="1403">
                        <c:v>186.523</c:v>
                      </c:pt>
                      <c:pt idx="1404">
                        <c:v>181.375</c:v>
                      </c:pt>
                      <c:pt idx="1405">
                        <c:v>184.74700000000001</c:v>
                      </c:pt>
                      <c:pt idx="1406">
                        <c:v>183.42</c:v>
                      </c:pt>
                      <c:pt idx="1407">
                        <c:v>177.15</c:v>
                      </c:pt>
                      <c:pt idx="1408">
                        <c:v>175.333</c:v>
                      </c:pt>
                      <c:pt idx="1409">
                        <c:v>175.905</c:v>
                      </c:pt>
                      <c:pt idx="1410">
                        <c:v>182.524</c:v>
                      </c:pt>
                      <c:pt idx="1411">
                        <c:v>183</c:v>
                      </c:pt>
                      <c:pt idx="1412">
                        <c:v>184.98099999999999</c:v>
                      </c:pt>
                      <c:pt idx="1413">
                        <c:v>194.99199999999999</c:v>
                      </c:pt>
                      <c:pt idx="1414">
                        <c:v>202.77099999999999</c:v>
                      </c:pt>
                      <c:pt idx="1415">
                        <c:v>200.96199999999999</c:v>
                      </c:pt>
                      <c:pt idx="1416">
                        <c:v>191.20699999999999</c:v>
                      </c:pt>
                      <c:pt idx="1417">
                        <c:v>187.6</c:v>
                      </c:pt>
                      <c:pt idx="1418">
                        <c:v>184.934</c:v>
                      </c:pt>
                      <c:pt idx="1419">
                        <c:v>178.29599999999999</c:v>
                      </c:pt>
                      <c:pt idx="1420">
                        <c:v>178.73500000000001</c:v>
                      </c:pt>
                      <c:pt idx="1421">
                        <c:v>177.33600000000001</c:v>
                      </c:pt>
                      <c:pt idx="1422">
                        <c:v>176.26599999999999</c:v>
                      </c:pt>
                      <c:pt idx="1423">
                        <c:v>173.39500000000001</c:v>
                      </c:pt>
                      <c:pt idx="1424">
                        <c:v>169.857</c:v>
                      </c:pt>
                      <c:pt idx="1425">
                        <c:v>160.75</c:v>
                      </c:pt>
                      <c:pt idx="1426">
                        <c:v>162.75</c:v>
                      </c:pt>
                      <c:pt idx="1427">
                        <c:v>167.14500000000001</c:v>
                      </c:pt>
                      <c:pt idx="1428">
                        <c:v>173.79499999999999</c:v>
                      </c:pt>
                      <c:pt idx="1429">
                        <c:v>169.31399999999999</c:v>
                      </c:pt>
                      <c:pt idx="1430">
                        <c:v>172.25</c:v>
                      </c:pt>
                      <c:pt idx="1431">
                        <c:v>178.02500000000001</c:v>
                      </c:pt>
                      <c:pt idx="1432">
                        <c:v>183.21700000000001</c:v>
                      </c:pt>
                      <c:pt idx="1433">
                        <c:v>183.41200000000001</c:v>
                      </c:pt>
                      <c:pt idx="1434">
                        <c:v>181.089</c:v>
                      </c:pt>
                      <c:pt idx="1435">
                        <c:v>176.941</c:v>
                      </c:pt>
                      <c:pt idx="1436">
                        <c:v>184.625</c:v>
                      </c:pt>
                      <c:pt idx="1437">
                        <c:v>182.15</c:v>
                      </c:pt>
                      <c:pt idx="1438">
                        <c:v>173.38</c:v>
                      </c:pt>
                      <c:pt idx="1439">
                        <c:v>167.58</c:v>
                      </c:pt>
                      <c:pt idx="1440">
                        <c:v>171.369</c:v>
                      </c:pt>
                      <c:pt idx="1441">
                        <c:v>166.679</c:v>
                      </c:pt>
                      <c:pt idx="1442">
                        <c:v>161.32</c:v>
                      </c:pt>
                      <c:pt idx="1443">
                        <c:v>163.81299999999999</c:v>
                      </c:pt>
                      <c:pt idx="1444">
                        <c:v>164.63200000000001</c:v>
                      </c:pt>
                      <c:pt idx="1445">
                        <c:v>162.03</c:v>
                      </c:pt>
                      <c:pt idx="1446">
                        <c:v>165.197</c:v>
                      </c:pt>
                      <c:pt idx="1447">
                        <c:v>168.37700000000001</c:v>
                      </c:pt>
                      <c:pt idx="1448">
                        <c:v>166.38800000000001</c:v>
                      </c:pt>
                      <c:pt idx="1449">
                        <c:v>171.333</c:v>
                      </c:pt>
                      <c:pt idx="1450">
                        <c:v>179.47399999999999</c:v>
                      </c:pt>
                      <c:pt idx="1451">
                        <c:v>176.77500000000001</c:v>
                      </c:pt>
                      <c:pt idx="1452">
                        <c:v>182.012</c:v>
                      </c:pt>
                      <c:pt idx="1453">
                        <c:v>189.01</c:v>
                      </c:pt>
                      <c:pt idx="1454">
                        <c:v>191.69900000000001</c:v>
                      </c:pt>
                      <c:pt idx="1455">
                        <c:v>198.08099999999999</c:v>
                      </c:pt>
                      <c:pt idx="1456">
                        <c:v>186.50299999999999</c:v>
                      </c:pt>
                      <c:pt idx="1457">
                        <c:v>186.15600000000001</c:v>
                      </c:pt>
                      <c:pt idx="1458">
                        <c:v>185.464</c:v>
                      </c:pt>
                      <c:pt idx="1459">
                        <c:v>188.178</c:v>
                      </c:pt>
                      <c:pt idx="1460">
                        <c:v>184.559</c:v>
                      </c:pt>
                      <c:pt idx="1461">
                        <c:v>181.26599999999999</c:v>
                      </c:pt>
                      <c:pt idx="1462">
                        <c:v>176.73</c:v>
                      </c:pt>
                      <c:pt idx="1463">
                        <c:v>163.89</c:v>
                      </c:pt>
                      <c:pt idx="1464">
                        <c:v>163.709</c:v>
                      </c:pt>
                      <c:pt idx="1465">
                        <c:v>164.785</c:v>
                      </c:pt>
                      <c:pt idx="1466">
                        <c:v>168.744</c:v>
                      </c:pt>
                      <c:pt idx="1467">
                        <c:v>167.2</c:v>
                      </c:pt>
                      <c:pt idx="1468">
                        <c:v>163.12799999999999</c:v>
                      </c:pt>
                      <c:pt idx="1469">
                        <c:v>165.5</c:v>
                      </c:pt>
                      <c:pt idx="1470">
                        <c:v>164.70599999999999</c:v>
                      </c:pt>
                      <c:pt idx="1471">
                        <c:v>165.46299999999999</c:v>
                      </c:pt>
                      <c:pt idx="1472">
                        <c:v>168.21</c:v>
                      </c:pt>
                      <c:pt idx="1473">
                        <c:v>167.357</c:v>
                      </c:pt>
                      <c:pt idx="1474">
                        <c:v>166.69300000000001</c:v>
                      </c:pt>
                      <c:pt idx="1475">
                        <c:v>168.006</c:v>
                      </c:pt>
                      <c:pt idx="1476">
                        <c:v>166.21700000000001</c:v>
                      </c:pt>
                      <c:pt idx="1477">
                        <c:v>174.62100000000001</c:v>
                      </c:pt>
                      <c:pt idx="1478">
                        <c:v>173.72399999999999</c:v>
                      </c:pt>
                      <c:pt idx="1479">
                        <c:v>165.214</c:v>
                      </c:pt>
                      <c:pt idx="1480">
                        <c:v>162.29599999999999</c:v>
                      </c:pt>
                      <c:pt idx="1481">
                        <c:v>165.98500000000001</c:v>
                      </c:pt>
                      <c:pt idx="1482">
                        <c:v>163.523</c:v>
                      </c:pt>
                      <c:pt idx="1483">
                        <c:v>164.31700000000001</c:v>
                      </c:pt>
                      <c:pt idx="1484">
                        <c:v>166.79599999999999</c:v>
                      </c:pt>
                      <c:pt idx="1485">
                        <c:v>169.392</c:v>
                      </c:pt>
                      <c:pt idx="1486">
                        <c:v>168.059</c:v>
                      </c:pt>
                      <c:pt idx="1487">
                        <c:v>167.352</c:v>
                      </c:pt>
                      <c:pt idx="1488">
                        <c:v>164.05699999999999</c:v>
                      </c:pt>
                      <c:pt idx="1489">
                        <c:v>162.22999999999999</c:v>
                      </c:pt>
                      <c:pt idx="1490">
                        <c:v>163.65</c:v>
                      </c:pt>
                      <c:pt idx="1491">
                        <c:v>168.084</c:v>
                      </c:pt>
                      <c:pt idx="1492">
                        <c:v>165.161</c:v>
                      </c:pt>
                      <c:pt idx="1493">
                        <c:v>164.33500000000001</c:v>
                      </c:pt>
                      <c:pt idx="1494">
                        <c:v>160.60599999999999</c:v>
                      </c:pt>
                      <c:pt idx="1495">
                        <c:v>162.41300000000001</c:v>
                      </c:pt>
                      <c:pt idx="1496">
                        <c:v>162.50700000000001</c:v>
                      </c:pt>
                      <c:pt idx="1497">
                        <c:v>162.43700000000001</c:v>
                      </c:pt>
                      <c:pt idx="1498">
                        <c:v>160.87</c:v>
                      </c:pt>
                      <c:pt idx="1499">
                        <c:v>160.51499999999999</c:v>
                      </c:pt>
                      <c:pt idx="1500">
                        <c:v>159.77500000000001</c:v>
                      </c:pt>
                      <c:pt idx="1501">
                        <c:v>160.01900000000001</c:v>
                      </c:pt>
                      <c:pt idx="1502">
                        <c:v>160.33699999999999</c:v>
                      </c:pt>
                      <c:pt idx="1503">
                        <c:v>151.87</c:v>
                      </c:pt>
                      <c:pt idx="1504">
                        <c:v>152.08199999999999</c:v>
                      </c:pt>
                      <c:pt idx="1505">
                        <c:v>152.77500000000001</c:v>
                      </c:pt>
                      <c:pt idx="1506">
                        <c:v>151.22999999999999</c:v>
                      </c:pt>
                      <c:pt idx="1507">
                        <c:v>150.84700000000001</c:v>
                      </c:pt>
                      <c:pt idx="1508">
                        <c:v>151.255</c:v>
                      </c:pt>
                      <c:pt idx="1509">
                        <c:v>152.79400000000001</c:v>
                      </c:pt>
                      <c:pt idx="1510">
                        <c:v>152.476</c:v>
                      </c:pt>
                      <c:pt idx="1511">
                        <c:v>155.608</c:v>
                      </c:pt>
                      <c:pt idx="1512">
                        <c:v>163.07</c:v>
                      </c:pt>
                      <c:pt idx="1513">
                        <c:v>163.303</c:v>
                      </c:pt>
                      <c:pt idx="1514">
                        <c:v>160.739</c:v>
                      </c:pt>
                      <c:pt idx="1515">
                        <c:v>163.167</c:v>
                      </c:pt>
                      <c:pt idx="1516">
                        <c:v>173.01</c:v>
                      </c:pt>
                      <c:pt idx="1517">
                        <c:v>177.697</c:v>
                      </c:pt>
                      <c:pt idx="1518">
                        <c:v>171.03899999999999</c:v>
                      </c:pt>
                      <c:pt idx="1519">
                        <c:v>176.87799999999999</c:v>
                      </c:pt>
                      <c:pt idx="1520">
                        <c:v>181.018</c:v>
                      </c:pt>
                      <c:pt idx="1521">
                        <c:v>186.05</c:v>
                      </c:pt>
                      <c:pt idx="1522">
                        <c:v>187.76</c:v>
                      </c:pt>
                      <c:pt idx="1523">
                        <c:v>183.51599999999999</c:v>
                      </c:pt>
                      <c:pt idx="1524">
                        <c:v>183.00700000000001</c:v>
                      </c:pt>
                      <c:pt idx="1525">
                        <c:v>183.55600000000001</c:v>
                      </c:pt>
                      <c:pt idx="1526">
                        <c:v>192.02500000000001</c:v>
                      </c:pt>
                      <c:pt idx="1527">
                        <c:v>195.57499999999999</c:v>
                      </c:pt>
                      <c:pt idx="1528">
                        <c:v>202.113</c:v>
                      </c:pt>
                      <c:pt idx="1529">
                        <c:v>193.71</c:v>
                      </c:pt>
                      <c:pt idx="1530">
                        <c:v>187.97800000000001</c:v>
                      </c:pt>
                      <c:pt idx="1531">
                        <c:v>181.30699999999999</c:v>
                      </c:pt>
                      <c:pt idx="1532">
                        <c:v>185.24</c:v>
                      </c:pt>
                      <c:pt idx="1533">
                        <c:v>185.37799999999999</c:v>
                      </c:pt>
                      <c:pt idx="1534">
                        <c:v>180.69499999999999</c:v>
                      </c:pt>
                      <c:pt idx="1535">
                        <c:v>183.72</c:v>
                      </c:pt>
                      <c:pt idx="1536">
                        <c:v>181.31399999999999</c:v>
                      </c:pt>
                      <c:pt idx="1537">
                        <c:v>178.45500000000001</c:v>
                      </c:pt>
                      <c:pt idx="1538">
                        <c:v>175.07400000000001</c:v>
                      </c:pt>
                      <c:pt idx="1539">
                        <c:v>179.08099999999999</c:v>
                      </c:pt>
                      <c:pt idx="1540">
                        <c:v>178.34700000000001</c:v>
                      </c:pt>
                      <c:pt idx="1541">
                        <c:v>177.87200000000001</c:v>
                      </c:pt>
                      <c:pt idx="1542">
                        <c:v>175.88499999999999</c:v>
                      </c:pt>
                      <c:pt idx="1543">
                        <c:v>173.626</c:v>
                      </c:pt>
                      <c:pt idx="1544">
                        <c:v>173.11099999999999</c:v>
                      </c:pt>
                      <c:pt idx="1545">
                        <c:v>172.91200000000001</c:v>
                      </c:pt>
                      <c:pt idx="1546">
                        <c:v>172.2</c:v>
                      </c:pt>
                      <c:pt idx="1547">
                        <c:v>168.709</c:v>
                      </c:pt>
                      <c:pt idx="1548">
                        <c:v>163.25899999999999</c:v>
                      </c:pt>
                      <c:pt idx="1549">
                        <c:v>162.18899999999999</c:v>
                      </c:pt>
                      <c:pt idx="1550">
                        <c:v>162.839</c:v>
                      </c:pt>
                      <c:pt idx="1551">
                        <c:v>160.309</c:v>
                      </c:pt>
                      <c:pt idx="1552">
                        <c:v>159.15899999999999</c:v>
                      </c:pt>
                      <c:pt idx="1553">
                        <c:v>162.29599999999999</c:v>
                      </c:pt>
                      <c:pt idx="1554">
                        <c:v>160.87100000000001</c:v>
                      </c:pt>
                      <c:pt idx="1555">
                        <c:v>158.166</c:v>
                      </c:pt>
                      <c:pt idx="1556">
                        <c:v>157.923</c:v>
                      </c:pt>
                      <c:pt idx="1557">
                        <c:v>160.48099999999999</c:v>
                      </c:pt>
                      <c:pt idx="1558">
                        <c:v>167.017</c:v>
                      </c:pt>
                      <c:pt idx="1559">
                        <c:v>166.25</c:v>
                      </c:pt>
                      <c:pt idx="1560">
                        <c:v>169.226</c:v>
                      </c:pt>
                      <c:pt idx="1561">
                        <c:v>170.57</c:v>
                      </c:pt>
                      <c:pt idx="1562">
                        <c:v>173.364</c:v>
                      </c:pt>
                      <c:pt idx="1563">
                        <c:v>173.11799999999999</c:v>
                      </c:pt>
                      <c:pt idx="1564">
                        <c:v>170.179</c:v>
                      </c:pt>
                      <c:pt idx="1565">
                        <c:v>173.13200000000001</c:v>
                      </c:pt>
                      <c:pt idx="1566">
                        <c:v>166.61799999999999</c:v>
                      </c:pt>
                      <c:pt idx="1567">
                        <c:v>167.333</c:v>
                      </c:pt>
                      <c:pt idx="1568">
                        <c:v>160.25</c:v>
                      </c:pt>
                      <c:pt idx="1569">
                        <c:v>161.755</c:v>
                      </c:pt>
                      <c:pt idx="1570">
                        <c:v>165.27600000000001</c:v>
                      </c:pt>
                      <c:pt idx="1571">
                        <c:v>164.613</c:v>
                      </c:pt>
                      <c:pt idx="1572">
                        <c:v>164.642</c:v>
                      </c:pt>
                      <c:pt idx="1573">
                        <c:v>160.173</c:v>
                      </c:pt>
                      <c:pt idx="1574">
                        <c:v>158.13399999999999</c:v>
                      </c:pt>
                      <c:pt idx="1575">
                        <c:v>155.92599999999999</c:v>
                      </c:pt>
                      <c:pt idx="1576">
                        <c:v>150.37</c:v>
                      </c:pt>
                      <c:pt idx="1577">
                        <c:v>151.44200000000001</c:v>
                      </c:pt>
                      <c:pt idx="1578">
                        <c:v>151.97399999999999</c:v>
                      </c:pt>
                      <c:pt idx="1579">
                        <c:v>151.358</c:v>
                      </c:pt>
                      <c:pt idx="1580">
                        <c:v>153.56399999999999</c:v>
                      </c:pt>
                      <c:pt idx="1581">
                        <c:v>155.07599999999999</c:v>
                      </c:pt>
                      <c:pt idx="1582">
                        <c:v>156.34</c:v>
                      </c:pt>
                      <c:pt idx="1583">
                        <c:v>159.6</c:v>
                      </c:pt>
                      <c:pt idx="1584">
                        <c:v>173.333</c:v>
                      </c:pt>
                      <c:pt idx="1585">
                        <c:v>168.607</c:v>
                      </c:pt>
                      <c:pt idx="1586">
                        <c:v>166.19</c:v>
                      </c:pt>
                      <c:pt idx="1587">
                        <c:v>169.64500000000001</c:v>
                      </c:pt>
                      <c:pt idx="1588">
                        <c:v>164.31700000000001</c:v>
                      </c:pt>
                      <c:pt idx="1589">
                        <c:v>172.30699999999999</c:v>
                      </c:pt>
                      <c:pt idx="1590">
                        <c:v>187.68299999999999</c:v>
                      </c:pt>
                      <c:pt idx="1591">
                        <c:v>209.352</c:v>
                      </c:pt>
                      <c:pt idx="1592">
                        <c:v>206.054</c:v>
                      </c:pt>
                      <c:pt idx="1593">
                        <c:v>178.29499999999999</c:v>
                      </c:pt>
                      <c:pt idx="1594">
                        <c:v>177.619</c:v>
                      </c:pt>
                      <c:pt idx="1595">
                        <c:v>169.22399999999999</c:v>
                      </c:pt>
                      <c:pt idx="1596">
                        <c:v>168.661</c:v>
                      </c:pt>
                      <c:pt idx="1597">
                        <c:v>180.196</c:v>
                      </c:pt>
                      <c:pt idx="1598">
                        <c:v>182.416</c:v>
                      </c:pt>
                      <c:pt idx="1599">
                        <c:v>194.465</c:v>
                      </c:pt>
                      <c:pt idx="1600">
                        <c:v>195.833</c:v>
                      </c:pt>
                      <c:pt idx="1601">
                        <c:v>210.179</c:v>
                      </c:pt>
                      <c:pt idx="1602">
                        <c:v>205.61600000000001</c:v>
                      </c:pt>
                      <c:pt idx="1603">
                        <c:v>203.523</c:v>
                      </c:pt>
                      <c:pt idx="1604">
                        <c:v>203.376</c:v>
                      </c:pt>
                      <c:pt idx="1605">
                        <c:v>197.93</c:v>
                      </c:pt>
                      <c:pt idx="1606">
                        <c:v>184.64</c:v>
                      </c:pt>
                      <c:pt idx="1607">
                        <c:v>184.70400000000001</c:v>
                      </c:pt>
                      <c:pt idx="1608">
                        <c:v>187.32400000000001</c:v>
                      </c:pt>
                      <c:pt idx="1609">
                        <c:v>186.5</c:v>
                      </c:pt>
                      <c:pt idx="1610">
                        <c:v>182.87899999999999</c:v>
                      </c:pt>
                      <c:pt idx="1611">
                        <c:v>182.249</c:v>
                      </c:pt>
                      <c:pt idx="1612">
                        <c:v>193.43199999999999</c:v>
                      </c:pt>
                      <c:pt idx="1613">
                        <c:v>196.167</c:v>
                      </c:pt>
                      <c:pt idx="1614">
                        <c:v>195.10400000000001</c:v>
                      </c:pt>
                      <c:pt idx="1615">
                        <c:v>191.30500000000001</c:v>
                      </c:pt>
                      <c:pt idx="1616">
                        <c:v>187.333</c:v>
                      </c:pt>
                      <c:pt idx="1617">
                        <c:v>186.678</c:v>
                      </c:pt>
                      <c:pt idx="1618">
                        <c:v>181.816</c:v>
                      </c:pt>
                      <c:pt idx="1619">
                        <c:v>180.04</c:v>
                      </c:pt>
                      <c:pt idx="1620">
                        <c:v>180.14400000000001</c:v>
                      </c:pt>
                      <c:pt idx="1621">
                        <c:v>176.68</c:v>
                      </c:pt>
                      <c:pt idx="1622">
                        <c:v>171.08699999999999</c:v>
                      </c:pt>
                      <c:pt idx="1623">
                        <c:v>170.619</c:v>
                      </c:pt>
                      <c:pt idx="1624">
                        <c:v>172.64699999999999</c:v>
                      </c:pt>
                      <c:pt idx="1625">
                        <c:v>171.95599999999999</c:v>
                      </c:pt>
                      <c:pt idx="1626">
                        <c:v>175.46100000000001</c:v>
                      </c:pt>
                      <c:pt idx="1627">
                        <c:v>172.68199999999999</c:v>
                      </c:pt>
                      <c:pt idx="1628">
                        <c:v>169.33500000000001</c:v>
                      </c:pt>
                      <c:pt idx="1629">
                        <c:v>175.38300000000001</c:v>
                      </c:pt>
                      <c:pt idx="1630">
                        <c:v>177.476</c:v>
                      </c:pt>
                      <c:pt idx="1631">
                        <c:v>176.751</c:v>
                      </c:pt>
                      <c:pt idx="1632">
                        <c:v>177.304</c:v>
                      </c:pt>
                      <c:pt idx="1633">
                        <c:v>177.31899999999999</c:v>
                      </c:pt>
                      <c:pt idx="1634">
                        <c:v>173.26300000000001</c:v>
                      </c:pt>
                      <c:pt idx="1635">
                        <c:v>168.005</c:v>
                      </c:pt>
                      <c:pt idx="1636">
                        <c:v>165.07900000000001</c:v>
                      </c:pt>
                      <c:pt idx="1637">
                        <c:v>162.75399999999999</c:v>
                      </c:pt>
                      <c:pt idx="1638">
                        <c:v>159.863</c:v>
                      </c:pt>
                      <c:pt idx="1639">
                        <c:v>157.25899999999999</c:v>
                      </c:pt>
                      <c:pt idx="1640">
                        <c:v>157.214</c:v>
                      </c:pt>
                      <c:pt idx="1641">
                        <c:v>156.95699999999999</c:v>
                      </c:pt>
                      <c:pt idx="1642">
                        <c:v>159.28200000000001</c:v>
                      </c:pt>
                      <c:pt idx="1643">
                        <c:v>160.167</c:v>
                      </c:pt>
                      <c:pt idx="1644">
                        <c:v>156.69900000000001</c:v>
                      </c:pt>
                      <c:pt idx="1645">
                        <c:v>155.98699999999999</c:v>
                      </c:pt>
                      <c:pt idx="1646">
                        <c:v>152.71899999999999</c:v>
                      </c:pt>
                      <c:pt idx="1647">
                        <c:v>150.74799999999999</c:v>
                      </c:pt>
                      <c:pt idx="1648">
                        <c:v>147.04900000000001</c:v>
                      </c:pt>
                      <c:pt idx="1649">
                        <c:v>147.36000000000001</c:v>
                      </c:pt>
                      <c:pt idx="1650">
                        <c:v>149.57499999999999</c:v>
                      </c:pt>
                      <c:pt idx="1651">
                        <c:v>147.87</c:v>
                      </c:pt>
                      <c:pt idx="1652">
                        <c:v>147.06100000000001</c:v>
                      </c:pt>
                      <c:pt idx="1653">
                        <c:v>142.23400000000001</c:v>
                      </c:pt>
                      <c:pt idx="1654">
                        <c:v>142.965</c:v>
                      </c:pt>
                      <c:pt idx="1655">
                        <c:v>144.58000000000001</c:v>
                      </c:pt>
                      <c:pt idx="1656">
                        <c:v>143.53299999999999</c:v>
                      </c:pt>
                      <c:pt idx="1657">
                        <c:v>142.88300000000001</c:v>
                      </c:pt>
                      <c:pt idx="1658">
                        <c:v>140.57599999999999</c:v>
                      </c:pt>
                      <c:pt idx="1659">
                        <c:v>143.24700000000001</c:v>
                      </c:pt>
                      <c:pt idx="1660">
                        <c:v>142.22300000000001</c:v>
                      </c:pt>
                      <c:pt idx="1661">
                        <c:v>142.88300000000001</c:v>
                      </c:pt>
                      <c:pt idx="1662">
                        <c:v>145.589</c:v>
                      </c:pt>
                      <c:pt idx="1663">
                        <c:v>145.744</c:v>
                      </c:pt>
                      <c:pt idx="1664">
                        <c:v>143.328</c:v>
                      </c:pt>
                      <c:pt idx="1665">
                        <c:v>141.774</c:v>
                      </c:pt>
                      <c:pt idx="1666">
                        <c:v>142.83699999999999</c:v>
                      </c:pt>
                      <c:pt idx="1667">
                        <c:v>145.02000000000001</c:v>
                      </c:pt>
                      <c:pt idx="1668">
                        <c:v>144.066</c:v>
                      </c:pt>
                      <c:pt idx="1669">
                        <c:v>151.05500000000001</c:v>
                      </c:pt>
                      <c:pt idx="1670">
                        <c:v>151.29599999999999</c:v>
                      </c:pt>
                      <c:pt idx="1671">
                        <c:v>156.40899999999999</c:v>
                      </c:pt>
                      <c:pt idx="1672">
                        <c:v>155.82599999999999</c:v>
                      </c:pt>
                      <c:pt idx="1673">
                        <c:v>160.72300000000001</c:v>
                      </c:pt>
                      <c:pt idx="1674">
                        <c:v>161.816</c:v>
                      </c:pt>
                      <c:pt idx="1675">
                        <c:v>154.78800000000001</c:v>
                      </c:pt>
                      <c:pt idx="1676">
                        <c:v>149.61600000000001</c:v>
                      </c:pt>
                      <c:pt idx="1677">
                        <c:v>146.673</c:v>
                      </c:pt>
                      <c:pt idx="1678">
                        <c:v>148.18199999999999</c:v>
                      </c:pt>
                      <c:pt idx="1679">
                        <c:v>152.245</c:v>
                      </c:pt>
                      <c:pt idx="1680">
                        <c:v>158.333</c:v>
                      </c:pt>
                      <c:pt idx="1681">
                        <c:v>155.505</c:v>
                      </c:pt>
                      <c:pt idx="1682">
                        <c:v>154.124</c:v>
                      </c:pt>
                      <c:pt idx="1683">
                        <c:v>148.125</c:v>
                      </c:pt>
                      <c:pt idx="1684">
                        <c:v>149.429</c:v>
                      </c:pt>
                      <c:pt idx="1685">
                        <c:v>149.03299999999999</c:v>
                      </c:pt>
                      <c:pt idx="1686">
                        <c:v>145.953</c:v>
                      </c:pt>
                      <c:pt idx="1687">
                        <c:v>152.53100000000001</c:v>
                      </c:pt>
                      <c:pt idx="1688">
                        <c:v>153.84800000000001</c:v>
                      </c:pt>
                      <c:pt idx="1689">
                        <c:v>153.328</c:v>
                      </c:pt>
                      <c:pt idx="1690">
                        <c:v>151.46899999999999</c:v>
                      </c:pt>
                      <c:pt idx="1691">
                        <c:v>154.26499999999999</c:v>
                      </c:pt>
                      <c:pt idx="1692">
                        <c:v>149.13900000000001</c:v>
                      </c:pt>
                      <c:pt idx="1693">
                        <c:v>146.215</c:v>
                      </c:pt>
                      <c:pt idx="1694">
                        <c:v>144.005</c:v>
                      </c:pt>
                      <c:pt idx="1695">
                        <c:v>142.59899999999999</c:v>
                      </c:pt>
                      <c:pt idx="1696">
                        <c:v>144.333</c:v>
                      </c:pt>
                      <c:pt idx="1697">
                        <c:v>140.62200000000001</c:v>
                      </c:pt>
                      <c:pt idx="1698">
                        <c:v>140.42599999999999</c:v>
                      </c:pt>
                      <c:pt idx="1699">
                        <c:v>135.26</c:v>
                      </c:pt>
                      <c:pt idx="1700">
                        <c:v>133.27699999999999</c:v>
                      </c:pt>
                      <c:pt idx="1701">
                        <c:v>131.46799999999999</c:v>
                      </c:pt>
                      <c:pt idx="1702">
                        <c:v>127.005</c:v>
                      </c:pt>
                      <c:pt idx="1703">
                        <c:v>126.04</c:v>
                      </c:pt>
                      <c:pt idx="1704">
                        <c:v>121.444</c:v>
                      </c:pt>
                      <c:pt idx="1705">
                        <c:v>118.23099999999999</c:v>
                      </c:pt>
                      <c:pt idx="1706">
                        <c:v>120.5</c:v>
                      </c:pt>
                      <c:pt idx="1707">
                        <c:v>125.593</c:v>
                      </c:pt>
                      <c:pt idx="1708">
                        <c:v>125.95399999999999</c:v>
                      </c:pt>
                      <c:pt idx="1709">
                        <c:v>130.161</c:v>
                      </c:pt>
                      <c:pt idx="1710">
                        <c:v>131.17400000000001</c:v>
                      </c:pt>
                      <c:pt idx="1711">
                        <c:v>130.18199999999999</c:v>
                      </c:pt>
                      <c:pt idx="1712">
                        <c:v>129.005</c:v>
                      </c:pt>
                      <c:pt idx="1713">
                        <c:v>125.944</c:v>
                      </c:pt>
                      <c:pt idx="1714">
                        <c:v>127.155</c:v>
                      </c:pt>
                      <c:pt idx="1715">
                        <c:v>128.02000000000001</c:v>
                      </c:pt>
                      <c:pt idx="1716">
                        <c:v>126.852</c:v>
                      </c:pt>
                      <c:pt idx="1717">
                        <c:v>127.708</c:v>
                      </c:pt>
                      <c:pt idx="1718">
                        <c:v>127.003</c:v>
                      </c:pt>
                      <c:pt idx="1719">
                        <c:v>124.687</c:v>
                      </c:pt>
                      <c:pt idx="1720">
                        <c:v>123.80500000000001</c:v>
                      </c:pt>
                      <c:pt idx="1721">
                        <c:v>120.846</c:v>
                      </c:pt>
                      <c:pt idx="1722">
                        <c:v>121.95699999999999</c:v>
                      </c:pt>
                      <c:pt idx="1723">
                        <c:v>124.208</c:v>
                      </c:pt>
                      <c:pt idx="1724">
                        <c:v>125.9</c:v>
                      </c:pt>
                      <c:pt idx="1725">
                        <c:v>127.762</c:v>
                      </c:pt>
                      <c:pt idx="1726">
                        <c:v>128.684</c:v>
                      </c:pt>
                      <c:pt idx="1727">
                        <c:v>130.488</c:v>
                      </c:pt>
                      <c:pt idx="1728">
                        <c:v>132.37299999999999</c:v>
                      </c:pt>
                      <c:pt idx="1729">
                        <c:v>138.54300000000001</c:v>
                      </c:pt>
                      <c:pt idx="1730">
                        <c:v>138.13300000000001</c:v>
                      </c:pt>
                      <c:pt idx="1731">
                        <c:v>135.39599999999999</c:v>
                      </c:pt>
                      <c:pt idx="1732">
                        <c:v>135.13900000000001</c:v>
                      </c:pt>
                      <c:pt idx="1733">
                        <c:v>136.18600000000001</c:v>
                      </c:pt>
                      <c:pt idx="1734">
                        <c:v>141.31899999999999</c:v>
                      </c:pt>
                      <c:pt idx="1735">
                        <c:v>140.53299999999999</c:v>
                      </c:pt>
                      <c:pt idx="1736">
                        <c:v>140.774</c:v>
                      </c:pt>
                      <c:pt idx="1737">
                        <c:v>141.35499999999999</c:v>
                      </c:pt>
                      <c:pt idx="1738">
                        <c:v>147.773</c:v>
                      </c:pt>
                      <c:pt idx="1739">
                        <c:v>154.345</c:v>
                      </c:pt>
                      <c:pt idx="1740">
                        <c:v>146.03100000000001</c:v>
                      </c:pt>
                      <c:pt idx="1741">
                        <c:v>138.251</c:v>
                      </c:pt>
                      <c:pt idx="1742">
                        <c:v>135.18799999999999</c:v>
                      </c:pt>
                      <c:pt idx="1743">
                        <c:v>134.86699999999999</c:v>
                      </c:pt>
                      <c:pt idx="1744">
                        <c:v>138.25299999999999</c:v>
                      </c:pt>
                      <c:pt idx="1745">
                        <c:v>137.59399999999999</c:v>
                      </c:pt>
                      <c:pt idx="1746">
                        <c:v>140.09399999999999</c:v>
                      </c:pt>
                      <c:pt idx="1747">
                        <c:v>141.73099999999999</c:v>
                      </c:pt>
                      <c:pt idx="1748">
                        <c:v>140.66300000000001</c:v>
                      </c:pt>
                      <c:pt idx="1749">
                        <c:v>141.04499999999999</c:v>
                      </c:pt>
                      <c:pt idx="1750">
                        <c:v>145.29499999999999</c:v>
                      </c:pt>
                      <c:pt idx="1751">
                        <c:v>143.96100000000001</c:v>
                      </c:pt>
                      <c:pt idx="1752">
                        <c:v>143.5</c:v>
                      </c:pt>
                      <c:pt idx="1753">
                        <c:v>146.77500000000001</c:v>
                      </c:pt>
                      <c:pt idx="1754">
                        <c:v>146.09100000000001</c:v>
                      </c:pt>
                      <c:pt idx="1755">
                        <c:v>145.74700000000001</c:v>
                      </c:pt>
                      <c:pt idx="1756">
                        <c:v>145.309</c:v>
                      </c:pt>
                      <c:pt idx="1757">
                        <c:v>143.85300000000001</c:v>
                      </c:pt>
                      <c:pt idx="1758">
                        <c:v>145.19300000000001</c:v>
                      </c:pt>
                      <c:pt idx="1759">
                        <c:v>145.52799999999999</c:v>
                      </c:pt>
                      <c:pt idx="1760">
                        <c:v>143.55600000000001</c:v>
                      </c:pt>
                      <c:pt idx="1761">
                        <c:v>141.98400000000001</c:v>
                      </c:pt>
                      <c:pt idx="1762">
                        <c:v>141.08600000000001</c:v>
                      </c:pt>
                      <c:pt idx="1763">
                        <c:v>138.31200000000001</c:v>
                      </c:pt>
                      <c:pt idx="1764">
                        <c:v>133.89599999999999</c:v>
                      </c:pt>
                      <c:pt idx="1765">
                        <c:v>134.41499999999999</c:v>
                      </c:pt>
                      <c:pt idx="1766">
                        <c:v>136.351</c:v>
                      </c:pt>
                      <c:pt idx="1767">
                        <c:v>141.42699999999999</c:v>
                      </c:pt>
                      <c:pt idx="1768">
                        <c:v>141.268</c:v>
                      </c:pt>
                      <c:pt idx="1769">
                        <c:v>140.995</c:v>
                      </c:pt>
                      <c:pt idx="1770">
                        <c:v>137.33699999999999</c:v>
                      </c:pt>
                      <c:pt idx="1771">
                        <c:v>138.572</c:v>
                      </c:pt>
                      <c:pt idx="1772">
                        <c:v>136.667</c:v>
                      </c:pt>
                      <c:pt idx="1773">
                        <c:v>137.79400000000001</c:v>
                      </c:pt>
                      <c:pt idx="1774">
                        <c:v>136.49700000000001</c:v>
                      </c:pt>
                      <c:pt idx="1775">
                        <c:v>138.07499999999999</c:v>
                      </c:pt>
                      <c:pt idx="1776">
                        <c:v>139.404</c:v>
                      </c:pt>
                      <c:pt idx="1777">
                        <c:v>137.84100000000001</c:v>
                      </c:pt>
                      <c:pt idx="1778">
                        <c:v>137.58199999999999</c:v>
                      </c:pt>
                      <c:pt idx="1779">
                        <c:v>140.43899999999999</c:v>
                      </c:pt>
                      <c:pt idx="1780">
                        <c:v>140.399</c:v>
                      </c:pt>
                      <c:pt idx="1781">
                        <c:v>145.05600000000001</c:v>
                      </c:pt>
                      <c:pt idx="1782">
                        <c:v>153.24100000000001</c:v>
                      </c:pt>
                      <c:pt idx="1783">
                        <c:v>150.982</c:v>
                      </c:pt>
                      <c:pt idx="1784">
                        <c:v>148.08099999999999</c:v>
                      </c:pt>
                      <c:pt idx="1785">
                        <c:v>148.667</c:v>
                      </c:pt>
                      <c:pt idx="1786">
                        <c:v>146.49600000000001</c:v>
                      </c:pt>
                      <c:pt idx="1787">
                        <c:v>145.91900000000001</c:v>
                      </c:pt>
                      <c:pt idx="1788">
                        <c:v>148.88999999999999</c:v>
                      </c:pt>
                      <c:pt idx="1789">
                        <c:v>149.59200000000001</c:v>
                      </c:pt>
                      <c:pt idx="1790">
                        <c:v>151.553</c:v>
                      </c:pt>
                      <c:pt idx="1791">
                        <c:v>155.49</c:v>
                      </c:pt>
                      <c:pt idx="1792">
                        <c:v>154.69200000000001</c:v>
                      </c:pt>
                      <c:pt idx="1793">
                        <c:v>153.952</c:v>
                      </c:pt>
                      <c:pt idx="1794">
                        <c:v>152.04599999999999</c:v>
                      </c:pt>
                      <c:pt idx="1795">
                        <c:v>150.90100000000001</c:v>
                      </c:pt>
                      <c:pt idx="1796">
                        <c:v>148.53100000000001</c:v>
                      </c:pt>
                      <c:pt idx="1797">
                        <c:v>148.53100000000001</c:v>
                      </c:pt>
                      <c:pt idx="1798">
                        <c:v>150.97499999999999</c:v>
                      </c:pt>
                      <c:pt idx="1799">
                        <c:v>153.565</c:v>
                      </c:pt>
                      <c:pt idx="1800">
                        <c:v>155.40799999999999</c:v>
                      </c:pt>
                      <c:pt idx="1801">
                        <c:v>153.773</c:v>
                      </c:pt>
                      <c:pt idx="1802">
                        <c:v>151.63900000000001</c:v>
                      </c:pt>
                      <c:pt idx="1803">
                        <c:v>151.352</c:v>
                      </c:pt>
                      <c:pt idx="1804">
                        <c:v>153.566</c:v>
                      </c:pt>
                      <c:pt idx="1805">
                        <c:v>154.148</c:v>
                      </c:pt>
                      <c:pt idx="1806">
                        <c:v>147.589</c:v>
                      </c:pt>
                      <c:pt idx="1807">
                        <c:v>149.14699999999999</c:v>
                      </c:pt>
                      <c:pt idx="1808">
                        <c:v>146.286</c:v>
                      </c:pt>
                      <c:pt idx="1809">
                        <c:v>143.36600000000001</c:v>
                      </c:pt>
                      <c:pt idx="1810">
                        <c:v>145.245</c:v>
                      </c:pt>
                      <c:pt idx="1811">
                        <c:v>149.63200000000001</c:v>
                      </c:pt>
                      <c:pt idx="1812">
                        <c:v>146.26599999999999</c:v>
                      </c:pt>
                      <c:pt idx="1813">
                        <c:v>148.71700000000001</c:v>
                      </c:pt>
                      <c:pt idx="1814">
                        <c:v>152.995</c:v>
                      </c:pt>
                      <c:pt idx="1815">
                        <c:v>157.01</c:v>
                      </c:pt>
                      <c:pt idx="1816">
                        <c:v>154.233</c:v>
                      </c:pt>
                      <c:pt idx="1817">
                        <c:v>153.71</c:v>
                      </c:pt>
                      <c:pt idx="1818">
                        <c:v>152.67699999999999</c:v>
                      </c:pt>
                      <c:pt idx="1819">
                        <c:v>151.85900000000001</c:v>
                      </c:pt>
                      <c:pt idx="1820">
                        <c:v>151.255</c:v>
                      </c:pt>
                      <c:pt idx="1821">
                        <c:v>148.685</c:v>
                      </c:pt>
                      <c:pt idx="1822">
                        <c:v>148.05199999999999</c:v>
                      </c:pt>
                      <c:pt idx="1823">
                        <c:v>150.989</c:v>
                      </c:pt>
                      <c:pt idx="1824">
                        <c:v>154.01</c:v>
                      </c:pt>
                      <c:pt idx="1825">
                        <c:v>153.60400000000001</c:v>
                      </c:pt>
                      <c:pt idx="1826">
                        <c:v>149.917</c:v>
                      </c:pt>
                      <c:pt idx="1827">
                        <c:v>149.005</c:v>
                      </c:pt>
                      <c:pt idx="1828">
                        <c:v>148.10400000000001</c:v>
                      </c:pt>
                      <c:pt idx="1829">
                        <c:v>145.01</c:v>
                      </c:pt>
                      <c:pt idx="1830">
                        <c:v>146.17699999999999</c:v>
                      </c:pt>
                      <c:pt idx="1831">
                        <c:v>144.84299999999999</c:v>
                      </c:pt>
                      <c:pt idx="1832">
                        <c:v>142.47499999999999</c:v>
                      </c:pt>
                      <c:pt idx="1833">
                        <c:v>140.316</c:v>
                      </c:pt>
                      <c:pt idx="1834">
                        <c:v>140.80199999999999</c:v>
                      </c:pt>
                      <c:pt idx="1835">
                        <c:v>140.84299999999999</c:v>
                      </c:pt>
                      <c:pt idx="1836">
                        <c:v>140.53399999999999</c:v>
                      </c:pt>
                      <c:pt idx="1837">
                        <c:v>140.35300000000001</c:v>
                      </c:pt>
                      <c:pt idx="1838">
                        <c:v>143.267</c:v>
                      </c:pt>
                      <c:pt idx="1839">
                        <c:v>143.15</c:v>
                      </c:pt>
                      <c:pt idx="1840">
                        <c:v>142.852</c:v>
                      </c:pt>
                      <c:pt idx="1841">
                        <c:v>142.779</c:v>
                      </c:pt>
                      <c:pt idx="1842">
                        <c:v>141.80099999999999</c:v>
                      </c:pt>
                      <c:pt idx="1843">
                        <c:v>141.92400000000001</c:v>
                      </c:pt>
                      <c:pt idx="1844">
                        <c:v>141.93899999999999</c:v>
                      </c:pt>
                      <c:pt idx="1845">
                        <c:v>143.04900000000001</c:v>
                      </c:pt>
                      <c:pt idx="1846">
                        <c:v>141.86799999999999</c:v>
                      </c:pt>
                      <c:pt idx="1847">
                        <c:v>141.202</c:v>
                      </c:pt>
                      <c:pt idx="1848">
                        <c:v>140.69800000000001</c:v>
                      </c:pt>
                      <c:pt idx="1849">
                        <c:v>140.09100000000001</c:v>
                      </c:pt>
                      <c:pt idx="1850">
                        <c:v>139.71700000000001</c:v>
                      </c:pt>
                      <c:pt idx="1851">
                        <c:v>141.286</c:v>
                      </c:pt>
                      <c:pt idx="1852">
                        <c:v>142.44399999999999</c:v>
                      </c:pt>
                      <c:pt idx="1853">
                        <c:v>141.55000000000001</c:v>
                      </c:pt>
                      <c:pt idx="1854">
                        <c:v>141.68700000000001</c:v>
                      </c:pt>
                      <c:pt idx="1855">
                        <c:v>141.74600000000001</c:v>
                      </c:pt>
                      <c:pt idx="1856">
                        <c:v>142.56299999999999</c:v>
                      </c:pt>
                      <c:pt idx="1857">
                        <c:v>142.10400000000001</c:v>
                      </c:pt>
                      <c:pt idx="1858">
                        <c:v>142.56899999999999</c:v>
                      </c:pt>
                      <c:pt idx="1859">
                        <c:v>142.36099999999999</c:v>
                      </c:pt>
                      <c:pt idx="1860">
                        <c:v>138.13</c:v>
                      </c:pt>
                      <c:pt idx="1861">
                        <c:v>140.142</c:v>
                      </c:pt>
                      <c:pt idx="1862">
                        <c:v>140.38</c:v>
                      </c:pt>
                      <c:pt idx="1863">
                        <c:v>143.64400000000001</c:v>
                      </c:pt>
                      <c:pt idx="1864">
                        <c:v>144.06299999999999</c:v>
                      </c:pt>
                      <c:pt idx="1865">
                        <c:v>144.38300000000001</c:v>
                      </c:pt>
                      <c:pt idx="1866">
                        <c:v>146.35</c:v>
                      </c:pt>
                      <c:pt idx="1867">
                        <c:v>145.995</c:v>
                      </c:pt>
                      <c:pt idx="1868">
                        <c:v>145.673</c:v>
                      </c:pt>
                      <c:pt idx="1869">
                        <c:v>142.74700000000001</c:v>
                      </c:pt>
                      <c:pt idx="1870">
                        <c:v>142.50899999999999</c:v>
                      </c:pt>
                      <c:pt idx="1871">
                        <c:v>142.25899999999999</c:v>
                      </c:pt>
                      <c:pt idx="1872">
                        <c:v>144.66999999999999</c:v>
                      </c:pt>
                      <c:pt idx="1873">
                        <c:v>145.64400000000001</c:v>
                      </c:pt>
                      <c:pt idx="1874">
                        <c:v>143.584</c:v>
                      </c:pt>
                      <c:pt idx="1875">
                        <c:v>146.33500000000001</c:v>
                      </c:pt>
                      <c:pt idx="1876">
                        <c:v>146.01300000000001</c:v>
                      </c:pt>
                      <c:pt idx="1877">
                        <c:v>146.33000000000001</c:v>
                      </c:pt>
                      <c:pt idx="1878">
                        <c:v>147.827</c:v>
                      </c:pt>
                      <c:pt idx="1879">
                        <c:v>146.68899999999999</c:v>
                      </c:pt>
                      <c:pt idx="1880">
                        <c:v>147.83600000000001</c:v>
                      </c:pt>
                      <c:pt idx="1881">
                        <c:v>151.34</c:v>
                      </c:pt>
                      <c:pt idx="1882">
                        <c:v>151.66499999999999</c:v>
                      </c:pt>
                      <c:pt idx="1883">
                        <c:v>155.35300000000001</c:v>
                      </c:pt>
                      <c:pt idx="1884">
                        <c:v>152.88499999999999</c:v>
                      </c:pt>
                      <c:pt idx="1885">
                        <c:v>150.94</c:v>
                      </c:pt>
                      <c:pt idx="1886">
                        <c:v>153.125</c:v>
                      </c:pt>
                      <c:pt idx="1887">
                        <c:v>155.59899999999999</c:v>
                      </c:pt>
                      <c:pt idx="1888">
                        <c:v>156.798</c:v>
                      </c:pt>
                      <c:pt idx="1889">
                        <c:v>155.26300000000001</c:v>
                      </c:pt>
                      <c:pt idx="1890">
                        <c:v>154.75800000000001</c:v>
                      </c:pt>
                      <c:pt idx="1891">
                        <c:v>151.24</c:v>
                      </c:pt>
                      <c:pt idx="1892">
                        <c:v>149.32499999999999</c:v>
                      </c:pt>
                      <c:pt idx="1893">
                        <c:v>149.25399999999999</c:v>
                      </c:pt>
                      <c:pt idx="1894">
                        <c:v>150.30500000000001</c:v>
                      </c:pt>
                      <c:pt idx="1895">
                        <c:v>147.16300000000001</c:v>
                      </c:pt>
                      <c:pt idx="1896">
                        <c:v>144.684</c:v>
                      </c:pt>
                      <c:pt idx="1897">
                        <c:v>146.34200000000001</c:v>
                      </c:pt>
                      <c:pt idx="1898">
                        <c:v>150.95400000000001</c:v>
                      </c:pt>
                      <c:pt idx="1899">
                        <c:v>153.70400000000001</c:v>
                      </c:pt>
                      <c:pt idx="1900">
                        <c:v>153.68799999999999</c:v>
                      </c:pt>
                      <c:pt idx="1901">
                        <c:v>153.929</c:v>
                      </c:pt>
                      <c:pt idx="1902">
                        <c:v>155.15199999999999</c:v>
                      </c:pt>
                      <c:pt idx="1903">
                        <c:v>156.72800000000001</c:v>
                      </c:pt>
                      <c:pt idx="1904">
                        <c:v>156.32499999999999</c:v>
                      </c:pt>
                      <c:pt idx="1905">
                        <c:v>154.36799999999999</c:v>
                      </c:pt>
                      <c:pt idx="1906">
                        <c:v>149.80000000000001</c:v>
                      </c:pt>
                      <c:pt idx="1907">
                        <c:v>148.33500000000001</c:v>
                      </c:pt>
                      <c:pt idx="1908">
                        <c:v>150.71299999999999</c:v>
                      </c:pt>
                      <c:pt idx="1909">
                        <c:v>150.096</c:v>
                      </c:pt>
                      <c:pt idx="1910">
                        <c:v>150.773</c:v>
                      </c:pt>
                      <c:pt idx="1911">
                        <c:v>150.005</c:v>
                      </c:pt>
                      <c:pt idx="1912">
                        <c:v>150.005</c:v>
                      </c:pt>
                      <c:pt idx="1913">
                        <c:v>148.66999999999999</c:v>
                      </c:pt>
                      <c:pt idx="1914">
                        <c:v>148.60499999999999</c:v>
                      </c:pt>
                      <c:pt idx="1915">
                        <c:v>150.005</c:v>
                      </c:pt>
                      <c:pt idx="1916">
                        <c:v>156.63499999999999</c:v>
                      </c:pt>
                      <c:pt idx="1917">
                        <c:v>160.80699999999999</c:v>
                      </c:pt>
                      <c:pt idx="1918">
                        <c:v>197.01</c:v>
                      </c:pt>
                      <c:pt idx="1919">
                        <c:v>189.73099999999999</c:v>
                      </c:pt>
                      <c:pt idx="1920">
                        <c:v>200.91300000000001</c:v>
                      </c:pt>
                      <c:pt idx="1921">
                        <c:v>199.80099999999999</c:v>
                      </c:pt>
                      <c:pt idx="1922">
                        <c:v>192.45099999999999</c:v>
                      </c:pt>
                      <c:pt idx="1923">
                        <c:v>179.863</c:v>
                      </c:pt>
                      <c:pt idx="1924">
                        <c:v>177.50200000000001</c:v>
                      </c:pt>
                      <c:pt idx="1925">
                        <c:v>172.923</c:v>
                      </c:pt>
                      <c:pt idx="1926">
                        <c:v>178.45500000000001</c:v>
                      </c:pt>
                      <c:pt idx="1927">
                        <c:v>183.60499999999999</c:v>
                      </c:pt>
                      <c:pt idx="1928">
                        <c:v>185.51499999999999</c:v>
                      </c:pt>
                      <c:pt idx="1929">
                        <c:v>193.88</c:v>
                      </c:pt>
                      <c:pt idx="1930">
                        <c:v>199.53100000000001</c:v>
                      </c:pt>
                      <c:pt idx="1931">
                        <c:v>202.078</c:v>
                      </c:pt>
                      <c:pt idx="1932">
                        <c:v>201.876</c:v>
                      </c:pt>
                      <c:pt idx="1933">
                        <c:v>196.21100000000001</c:v>
                      </c:pt>
                      <c:pt idx="1934">
                        <c:v>192.101</c:v>
                      </c:pt>
                      <c:pt idx="1935">
                        <c:v>181.333</c:v>
                      </c:pt>
                      <c:pt idx="1936">
                        <c:v>179.15199999999999</c:v>
                      </c:pt>
                      <c:pt idx="1937">
                        <c:v>188.786</c:v>
                      </c:pt>
                      <c:pt idx="1938">
                        <c:v>192.869</c:v>
                      </c:pt>
                      <c:pt idx="1939">
                        <c:v>195.92</c:v>
                      </c:pt>
                      <c:pt idx="1940">
                        <c:v>190.00800000000001</c:v>
                      </c:pt>
                      <c:pt idx="1941">
                        <c:v>193.61099999999999</c:v>
                      </c:pt>
                      <c:pt idx="1942">
                        <c:v>203.95699999999999</c:v>
                      </c:pt>
                      <c:pt idx="1943">
                        <c:v>211.48</c:v>
                      </c:pt>
                      <c:pt idx="1944">
                        <c:v>210.119</c:v>
                      </c:pt>
                      <c:pt idx="1945">
                        <c:v>211.56800000000001</c:v>
                      </c:pt>
                      <c:pt idx="1946">
                        <c:v>201.71899999999999</c:v>
                      </c:pt>
                      <c:pt idx="1947">
                        <c:v>196.744</c:v>
                      </c:pt>
                      <c:pt idx="1948">
                        <c:v>203.86199999999999</c:v>
                      </c:pt>
                      <c:pt idx="1949">
                        <c:v>207.535</c:v>
                      </c:pt>
                      <c:pt idx="1950">
                        <c:v>232.47</c:v>
                      </c:pt>
                      <c:pt idx="1951">
                        <c:v>246.24299999999999</c:v>
                      </c:pt>
                      <c:pt idx="1952">
                        <c:v>251.57900000000001</c:v>
                      </c:pt>
                      <c:pt idx="1953">
                        <c:v>230.70400000000001</c:v>
                      </c:pt>
                      <c:pt idx="1954">
                        <c:v>221.24700000000001</c:v>
                      </c:pt>
                      <c:pt idx="1955">
                        <c:v>224.16200000000001</c:v>
                      </c:pt>
                      <c:pt idx="1956">
                        <c:v>224.90899999999999</c:v>
                      </c:pt>
                      <c:pt idx="1957">
                        <c:v>237.512</c:v>
                      </c:pt>
                      <c:pt idx="1958">
                        <c:v>249.15600000000001</c:v>
                      </c:pt>
                      <c:pt idx="1959">
                        <c:v>249.155</c:v>
                      </c:pt>
                      <c:pt idx="1960">
                        <c:v>235.16900000000001</c:v>
                      </c:pt>
                      <c:pt idx="1961">
                        <c:v>224.446</c:v>
                      </c:pt>
                      <c:pt idx="1962">
                        <c:v>221.29499999999999</c:v>
                      </c:pt>
                      <c:pt idx="1963">
                        <c:v>217.48</c:v>
                      </c:pt>
                      <c:pt idx="1964">
                        <c:v>206.95099999999999</c:v>
                      </c:pt>
                      <c:pt idx="1965">
                        <c:v>193.82599999999999</c:v>
                      </c:pt>
                      <c:pt idx="1966">
                        <c:v>191.071</c:v>
                      </c:pt>
                      <c:pt idx="1967">
                        <c:v>185.613</c:v>
                      </c:pt>
                      <c:pt idx="1968">
                        <c:v>190.09399999999999</c:v>
                      </c:pt>
                      <c:pt idx="1969">
                        <c:v>185.84</c:v>
                      </c:pt>
                      <c:pt idx="1970">
                        <c:v>188.124</c:v>
                      </c:pt>
                      <c:pt idx="1971">
                        <c:v>193.08799999999999</c:v>
                      </c:pt>
                      <c:pt idx="1972">
                        <c:v>196.54</c:v>
                      </c:pt>
                      <c:pt idx="1973">
                        <c:v>191.92699999999999</c:v>
                      </c:pt>
                      <c:pt idx="1974">
                        <c:v>194.102</c:v>
                      </c:pt>
                      <c:pt idx="1975">
                        <c:v>189.40700000000001</c:v>
                      </c:pt>
                      <c:pt idx="1976">
                        <c:v>164.25</c:v>
                      </c:pt>
                      <c:pt idx="1977">
                        <c:v>163.47499999999999</c:v>
                      </c:pt>
                      <c:pt idx="1978">
                        <c:v>170.333</c:v>
                      </c:pt>
                      <c:pt idx="1979">
                        <c:v>186.19399999999999</c:v>
                      </c:pt>
                      <c:pt idx="1980">
                        <c:v>184.22300000000001</c:v>
                      </c:pt>
                      <c:pt idx="1981">
                        <c:v>175.999</c:v>
                      </c:pt>
                      <c:pt idx="1982">
                        <c:v>175.08699999999999</c:v>
                      </c:pt>
                      <c:pt idx="1983">
                        <c:v>176.8</c:v>
                      </c:pt>
                      <c:pt idx="1984">
                        <c:v>176.447</c:v>
                      </c:pt>
                      <c:pt idx="1985">
                        <c:v>193.65</c:v>
                      </c:pt>
                      <c:pt idx="1986">
                        <c:v>193.09200000000001</c:v>
                      </c:pt>
                      <c:pt idx="1987">
                        <c:v>188.82400000000001</c:v>
                      </c:pt>
                      <c:pt idx="1988">
                        <c:v>190.386</c:v>
                      </c:pt>
                      <c:pt idx="1989">
                        <c:v>197.727</c:v>
                      </c:pt>
                      <c:pt idx="1990">
                        <c:v>204.69</c:v>
                      </c:pt>
                      <c:pt idx="1991">
                        <c:v>211.29300000000001</c:v>
                      </c:pt>
                      <c:pt idx="1992">
                        <c:v>211.05099999999999</c:v>
                      </c:pt>
                      <c:pt idx="1993">
                        <c:v>214.53100000000001</c:v>
                      </c:pt>
                      <c:pt idx="1994">
                        <c:v>214.167</c:v>
                      </c:pt>
                      <c:pt idx="1995">
                        <c:v>222.16</c:v>
                      </c:pt>
                      <c:pt idx="1996">
                        <c:v>221.72</c:v>
                      </c:pt>
                      <c:pt idx="1997">
                        <c:v>223.67400000000001</c:v>
                      </c:pt>
                      <c:pt idx="1998">
                        <c:v>217.78200000000001</c:v>
                      </c:pt>
                      <c:pt idx="1999">
                        <c:v>211.483</c:v>
                      </c:pt>
                      <c:pt idx="2000">
                        <c:v>200.453</c:v>
                      </c:pt>
                      <c:pt idx="2001">
                        <c:v>188.17599999999999</c:v>
                      </c:pt>
                      <c:pt idx="2002">
                        <c:v>186.69</c:v>
                      </c:pt>
                      <c:pt idx="2003">
                        <c:v>179.161</c:v>
                      </c:pt>
                      <c:pt idx="2004">
                        <c:v>173.10499999999999</c:v>
                      </c:pt>
                      <c:pt idx="2005">
                        <c:v>170.268</c:v>
                      </c:pt>
                      <c:pt idx="2006">
                        <c:v>181.42400000000001</c:v>
                      </c:pt>
                      <c:pt idx="2007">
                        <c:v>174.83600000000001</c:v>
                      </c:pt>
                      <c:pt idx="2008">
                        <c:v>181.01400000000001</c:v>
                      </c:pt>
                      <c:pt idx="2009">
                        <c:v>175.459</c:v>
                      </c:pt>
                      <c:pt idx="2010">
                        <c:v>183.44900000000001</c:v>
                      </c:pt>
                      <c:pt idx="2011">
                        <c:v>188.33199999999999</c:v>
                      </c:pt>
                      <c:pt idx="2012">
                        <c:v>186.02799999999999</c:v>
                      </c:pt>
                      <c:pt idx="2013">
                        <c:v>192.465</c:v>
                      </c:pt>
                      <c:pt idx="2014">
                        <c:v>188.21600000000001</c:v>
                      </c:pt>
                      <c:pt idx="2015">
                        <c:v>185.19200000000001</c:v>
                      </c:pt>
                      <c:pt idx="2016">
                        <c:v>188.4</c:v>
                      </c:pt>
                      <c:pt idx="2017">
                        <c:v>186.87299999999999</c:v>
                      </c:pt>
                      <c:pt idx="2018">
                        <c:v>184.68899999999999</c:v>
                      </c:pt>
                      <c:pt idx="2019">
                        <c:v>186.86699999999999</c:v>
                      </c:pt>
                      <c:pt idx="2020">
                        <c:v>185.56399999999999</c:v>
                      </c:pt>
                      <c:pt idx="2021">
                        <c:v>187.27099999999999</c:v>
                      </c:pt>
                      <c:pt idx="2022">
                        <c:v>185.964</c:v>
                      </c:pt>
                      <c:pt idx="2023">
                        <c:v>183.46</c:v>
                      </c:pt>
                      <c:pt idx="2024">
                        <c:v>180.245</c:v>
                      </c:pt>
                      <c:pt idx="2025">
                        <c:v>182.38900000000001</c:v>
                      </c:pt>
                      <c:pt idx="2026">
                        <c:v>184.46199999999999</c:v>
                      </c:pt>
                      <c:pt idx="2027">
                        <c:v>184.64699999999999</c:v>
                      </c:pt>
                      <c:pt idx="2028">
                        <c:v>184.09899999999999</c:v>
                      </c:pt>
                      <c:pt idx="2029">
                        <c:v>181.239</c:v>
                      </c:pt>
                      <c:pt idx="2030">
                        <c:v>183.042</c:v>
                      </c:pt>
                      <c:pt idx="2031">
                        <c:v>180.82499999999999</c:v>
                      </c:pt>
                      <c:pt idx="2032">
                        <c:v>186.18799999999999</c:v>
                      </c:pt>
                      <c:pt idx="2033">
                        <c:v>186.92500000000001</c:v>
                      </c:pt>
                      <c:pt idx="2034">
                        <c:v>184.869</c:v>
                      </c:pt>
                      <c:pt idx="2035">
                        <c:v>180.64500000000001</c:v>
                      </c:pt>
                      <c:pt idx="2036">
                        <c:v>178.06200000000001</c:v>
                      </c:pt>
                      <c:pt idx="2037">
                        <c:v>173.464</c:v>
                      </c:pt>
                      <c:pt idx="2038">
                        <c:v>171.66800000000001</c:v>
                      </c:pt>
                      <c:pt idx="2039">
                        <c:v>172.602</c:v>
                      </c:pt>
                      <c:pt idx="2040">
                        <c:v>171.98099999999999</c:v>
                      </c:pt>
                      <c:pt idx="2041">
                        <c:v>170.08</c:v>
                      </c:pt>
                      <c:pt idx="2042">
                        <c:v>167.90600000000001</c:v>
                      </c:pt>
                      <c:pt idx="2043">
                        <c:v>166.50899999999999</c:v>
                      </c:pt>
                      <c:pt idx="2044">
                        <c:v>166.32499999999999</c:v>
                      </c:pt>
                      <c:pt idx="2045">
                        <c:v>164.36099999999999</c:v>
                      </c:pt>
                      <c:pt idx="2046">
                        <c:v>165.18</c:v>
                      </c:pt>
                      <c:pt idx="2047">
                        <c:v>161.63</c:v>
                      </c:pt>
                      <c:pt idx="2048">
                        <c:v>162.06399999999999</c:v>
                      </c:pt>
                      <c:pt idx="2049">
                        <c:v>159.19900000000001</c:v>
                      </c:pt>
                      <c:pt idx="2050">
                        <c:v>157.90799999999999</c:v>
                      </c:pt>
                      <c:pt idx="2051">
                        <c:v>158.14500000000001</c:v>
                      </c:pt>
                      <c:pt idx="2052">
                        <c:v>161.19800000000001</c:v>
                      </c:pt>
                      <c:pt idx="2053">
                        <c:v>158.66</c:v>
                      </c:pt>
                      <c:pt idx="2054">
                        <c:v>158.411</c:v>
                      </c:pt>
                      <c:pt idx="2055">
                        <c:v>161.423</c:v>
                      </c:pt>
                      <c:pt idx="2056">
                        <c:v>159.18299999999999</c:v>
                      </c:pt>
                      <c:pt idx="2057">
                        <c:v>158.09</c:v>
                      </c:pt>
                      <c:pt idx="2058">
                        <c:v>157.02799999999999</c:v>
                      </c:pt>
                      <c:pt idx="2059">
                        <c:v>156.899</c:v>
                      </c:pt>
                      <c:pt idx="2060">
                        <c:v>157.006</c:v>
                      </c:pt>
                      <c:pt idx="2061">
                        <c:v>155.571</c:v>
                      </c:pt>
                      <c:pt idx="2062">
                        <c:v>156.21700000000001</c:v>
                      </c:pt>
                      <c:pt idx="2063">
                        <c:v>159.75700000000001</c:v>
                      </c:pt>
                      <c:pt idx="2064">
                        <c:v>158.08500000000001</c:v>
                      </c:pt>
                      <c:pt idx="2065">
                        <c:v>161.45599999999999</c:v>
                      </c:pt>
                      <c:pt idx="2066">
                        <c:v>153.625</c:v>
                      </c:pt>
                      <c:pt idx="2067">
                        <c:v>150.078</c:v>
                      </c:pt>
                      <c:pt idx="2068">
                        <c:v>151.20500000000001</c:v>
                      </c:pt>
                      <c:pt idx="2069">
                        <c:v>156.21100000000001</c:v>
                      </c:pt>
                      <c:pt idx="2070">
                        <c:v>152.96100000000001</c:v>
                      </c:pt>
                      <c:pt idx="2071">
                        <c:v>151.38300000000001</c:v>
                      </c:pt>
                      <c:pt idx="2072">
                        <c:v>146.43899999999999</c:v>
                      </c:pt>
                      <c:pt idx="2073">
                        <c:v>146.50899999999999</c:v>
                      </c:pt>
                      <c:pt idx="2074">
                        <c:v>145.50200000000001</c:v>
                      </c:pt>
                      <c:pt idx="2075">
                        <c:v>145.51300000000001</c:v>
                      </c:pt>
                      <c:pt idx="2076">
                        <c:v>140.01499999999999</c:v>
                      </c:pt>
                      <c:pt idx="2077">
                        <c:v>136.416</c:v>
                      </c:pt>
                      <c:pt idx="2078">
                        <c:v>137.024</c:v>
                      </c:pt>
                      <c:pt idx="2079">
                        <c:v>134.84700000000001</c:v>
                      </c:pt>
                      <c:pt idx="2080">
                        <c:v>136.47</c:v>
                      </c:pt>
                      <c:pt idx="2081">
                        <c:v>137.89400000000001</c:v>
                      </c:pt>
                      <c:pt idx="2082">
                        <c:v>137.71700000000001</c:v>
                      </c:pt>
                      <c:pt idx="2083">
                        <c:v>137.75700000000001</c:v>
                      </c:pt>
                      <c:pt idx="2084">
                        <c:v>138.59</c:v>
                      </c:pt>
                      <c:pt idx="2085">
                        <c:v>142.09200000000001</c:v>
                      </c:pt>
                      <c:pt idx="2086">
                        <c:v>143.00700000000001</c:v>
                      </c:pt>
                      <c:pt idx="2087">
                        <c:v>138.529</c:v>
                      </c:pt>
                      <c:pt idx="2088">
                        <c:v>137.64099999999999</c:v>
                      </c:pt>
                      <c:pt idx="2089">
                        <c:v>141.75700000000001</c:v>
                      </c:pt>
                      <c:pt idx="2090">
                        <c:v>144.34700000000001</c:v>
                      </c:pt>
                      <c:pt idx="2091">
                        <c:v>142.21299999999999</c:v>
                      </c:pt>
                      <c:pt idx="2092">
                        <c:v>142.97399999999999</c:v>
                      </c:pt>
                      <c:pt idx="2093">
                        <c:v>145.667</c:v>
                      </c:pt>
                      <c:pt idx="2094">
                        <c:v>151.16200000000001</c:v>
                      </c:pt>
                      <c:pt idx="2095">
                        <c:v>151.94200000000001</c:v>
                      </c:pt>
                      <c:pt idx="2096">
                        <c:v>147.423</c:v>
                      </c:pt>
                      <c:pt idx="2097">
                        <c:v>147.542</c:v>
                      </c:pt>
                      <c:pt idx="2098">
                        <c:v>149.05500000000001</c:v>
                      </c:pt>
                      <c:pt idx="2099">
                        <c:v>149.67400000000001</c:v>
                      </c:pt>
                      <c:pt idx="2100">
                        <c:v>148.77699999999999</c:v>
                      </c:pt>
                      <c:pt idx="2101">
                        <c:v>147.39500000000001</c:v>
                      </c:pt>
                      <c:pt idx="2102">
                        <c:v>146.28700000000001</c:v>
                      </c:pt>
                      <c:pt idx="2103">
                        <c:v>147.09200000000001</c:v>
                      </c:pt>
                      <c:pt idx="2104">
                        <c:v>144.523</c:v>
                      </c:pt>
                      <c:pt idx="2105">
                        <c:v>144.17099999999999</c:v>
                      </c:pt>
                      <c:pt idx="2106">
                        <c:v>144.92400000000001</c:v>
                      </c:pt>
                      <c:pt idx="2107">
                        <c:v>146.11600000000001</c:v>
                      </c:pt>
                      <c:pt idx="2108">
                        <c:v>144.703</c:v>
                      </c:pt>
                      <c:pt idx="2109">
                        <c:v>143.36099999999999</c:v>
                      </c:pt>
                      <c:pt idx="2110">
                        <c:v>142.97</c:v>
                      </c:pt>
                      <c:pt idx="2111">
                        <c:v>144.703</c:v>
                      </c:pt>
                      <c:pt idx="2112">
                        <c:v>142.494</c:v>
                      </c:pt>
                      <c:pt idx="2113">
                        <c:v>142.923</c:v>
                      </c:pt>
                      <c:pt idx="2114">
                        <c:v>148.63499999999999</c:v>
                      </c:pt>
                      <c:pt idx="2115">
                        <c:v>152.33799999999999</c:v>
                      </c:pt>
                      <c:pt idx="2116">
                        <c:v>152.18299999999999</c:v>
                      </c:pt>
                      <c:pt idx="2117">
                        <c:v>152.63399999999999</c:v>
                      </c:pt>
                      <c:pt idx="2118">
                        <c:v>160.93199999999999</c:v>
                      </c:pt>
                      <c:pt idx="2119">
                        <c:v>168.6</c:v>
                      </c:pt>
                      <c:pt idx="2120">
                        <c:v>177.51300000000001</c:v>
                      </c:pt>
                      <c:pt idx="2121">
                        <c:v>178.94200000000001</c:v>
                      </c:pt>
                      <c:pt idx="2122">
                        <c:v>179.79</c:v>
                      </c:pt>
                      <c:pt idx="2123">
                        <c:v>174.71</c:v>
                      </c:pt>
                      <c:pt idx="2124">
                        <c:v>179.84</c:v>
                      </c:pt>
                      <c:pt idx="2125">
                        <c:v>180.79400000000001</c:v>
                      </c:pt>
                      <c:pt idx="2126">
                        <c:v>183.02799999999999</c:v>
                      </c:pt>
                      <c:pt idx="2127">
                        <c:v>184.34200000000001</c:v>
                      </c:pt>
                      <c:pt idx="2128">
                        <c:v>186.93199999999999</c:v>
                      </c:pt>
                      <c:pt idx="2129">
                        <c:v>186.54900000000001</c:v>
                      </c:pt>
                      <c:pt idx="2130">
                        <c:v>188.66</c:v>
                      </c:pt>
                      <c:pt idx="2131">
                        <c:v>194.98</c:v>
                      </c:pt>
                      <c:pt idx="2132">
                        <c:v>200.363</c:v>
                      </c:pt>
                      <c:pt idx="2133">
                        <c:v>200.107</c:v>
                      </c:pt>
                      <c:pt idx="2134">
                        <c:v>195.56399999999999</c:v>
                      </c:pt>
                      <c:pt idx="2135">
                        <c:v>190.06399999999999</c:v>
                      </c:pt>
                      <c:pt idx="2136">
                        <c:v>189.73599999999999</c:v>
                      </c:pt>
                      <c:pt idx="2137">
                        <c:v>186.39599999999999</c:v>
                      </c:pt>
                      <c:pt idx="2138">
                        <c:v>188.661</c:v>
                      </c:pt>
                      <c:pt idx="2139">
                        <c:v>188.268</c:v>
                      </c:pt>
                      <c:pt idx="2140">
                        <c:v>181.40199999999999</c:v>
                      </c:pt>
                      <c:pt idx="2141">
                        <c:v>177.643</c:v>
                      </c:pt>
                      <c:pt idx="2142">
                        <c:v>173.21</c:v>
                      </c:pt>
                      <c:pt idx="2143">
                        <c:v>175.50700000000001</c:v>
                      </c:pt>
                      <c:pt idx="2144">
                        <c:v>175.517</c:v>
                      </c:pt>
                      <c:pt idx="2145">
                        <c:v>169.499</c:v>
                      </c:pt>
                      <c:pt idx="2146">
                        <c:v>172.929</c:v>
                      </c:pt>
                      <c:pt idx="2147">
                        <c:v>176.983</c:v>
                      </c:pt>
                      <c:pt idx="2148">
                        <c:v>184.47499999999999</c:v>
                      </c:pt>
                      <c:pt idx="2149">
                        <c:v>182.458</c:v>
                      </c:pt>
                      <c:pt idx="2150">
                        <c:v>183.709</c:v>
                      </c:pt>
                      <c:pt idx="2151">
                        <c:v>186.53800000000001</c:v>
                      </c:pt>
                      <c:pt idx="2152">
                        <c:v>178.56299999999999</c:v>
                      </c:pt>
                      <c:pt idx="2153">
                        <c:v>171.38</c:v>
                      </c:pt>
                      <c:pt idx="2154">
                        <c:v>167.11099999999999</c:v>
                      </c:pt>
                      <c:pt idx="2155">
                        <c:v>165.27199999999999</c:v>
                      </c:pt>
                      <c:pt idx="2156">
                        <c:v>167.691</c:v>
                      </c:pt>
                      <c:pt idx="2157">
                        <c:v>171.893</c:v>
                      </c:pt>
                      <c:pt idx="2158">
                        <c:v>174.452</c:v>
                      </c:pt>
                      <c:pt idx="2159">
                        <c:v>173.25800000000001</c:v>
                      </c:pt>
                      <c:pt idx="2160">
                        <c:v>168.81800000000001</c:v>
                      </c:pt>
                      <c:pt idx="2161">
                        <c:v>166.602</c:v>
                      </c:pt>
                      <c:pt idx="2162">
                        <c:v>159.73699999999999</c:v>
                      </c:pt>
                      <c:pt idx="2163">
                        <c:v>157.005</c:v>
                      </c:pt>
                      <c:pt idx="2164">
                        <c:v>157.09100000000001</c:v>
                      </c:pt>
                      <c:pt idx="2165">
                        <c:v>159.876</c:v>
                      </c:pt>
                      <c:pt idx="2166">
                        <c:v>162.69900000000001</c:v>
                      </c:pt>
                      <c:pt idx="2167">
                        <c:v>161.518</c:v>
                      </c:pt>
                      <c:pt idx="2168">
                        <c:v>165.30099999999999</c:v>
                      </c:pt>
                      <c:pt idx="2169">
                        <c:v>169.56299999999999</c:v>
                      </c:pt>
                      <c:pt idx="2170">
                        <c:v>170.47900000000001</c:v>
                      </c:pt>
                      <c:pt idx="2171">
                        <c:v>168.178</c:v>
                      </c:pt>
                      <c:pt idx="2172">
                        <c:v>158.72499999999999</c:v>
                      </c:pt>
                      <c:pt idx="2173">
                        <c:v>160.76</c:v>
                      </c:pt>
                      <c:pt idx="2174">
                        <c:v>157.28</c:v>
                      </c:pt>
                      <c:pt idx="2175">
                        <c:v>156.92400000000001</c:v>
                      </c:pt>
                      <c:pt idx="2176">
                        <c:v>158.995</c:v>
                      </c:pt>
                      <c:pt idx="2177">
                        <c:v>154.95400000000001</c:v>
                      </c:pt>
                      <c:pt idx="2178">
                        <c:v>152.17599999999999</c:v>
                      </c:pt>
                      <c:pt idx="2179">
                        <c:v>149.71</c:v>
                      </c:pt>
                      <c:pt idx="2180">
                        <c:v>152.94</c:v>
                      </c:pt>
                      <c:pt idx="2181">
                        <c:v>152.33099999999999</c:v>
                      </c:pt>
                      <c:pt idx="2182">
                        <c:v>153.29599999999999</c:v>
                      </c:pt>
                      <c:pt idx="2183">
                        <c:v>155.93700000000001</c:v>
                      </c:pt>
                      <c:pt idx="2184">
                        <c:v>152.619</c:v>
                      </c:pt>
                      <c:pt idx="2185">
                        <c:v>154.86500000000001</c:v>
                      </c:pt>
                      <c:pt idx="2186">
                        <c:v>154.71</c:v>
                      </c:pt>
                      <c:pt idx="2187">
                        <c:v>152.68799999999999</c:v>
                      </c:pt>
                      <c:pt idx="2188">
                        <c:v>154.83000000000001</c:v>
                      </c:pt>
                      <c:pt idx="2189">
                        <c:v>150.96199999999999</c:v>
                      </c:pt>
                      <c:pt idx="2190">
                        <c:v>152.39599999999999</c:v>
                      </c:pt>
                      <c:pt idx="2191">
                        <c:v>154.364</c:v>
                      </c:pt>
                      <c:pt idx="2192">
                        <c:v>155.90100000000001</c:v>
                      </c:pt>
                      <c:pt idx="2193">
                        <c:v>154.53100000000001</c:v>
                      </c:pt>
                      <c:pt idx="2194">
                        <c:v>152.56700000000001</c:v>
                      </c:pt>
                      <c:pt idx="2195">
                        <c:v>153.411</c:v>
                      </c:pt>
                      <c:pt idx="2196">
                        <c:v>154.31700000000001</c:v>
                      </c:pt>
                      <c:pt idx="2197">
                        <c:v>153.41200000000001</c:v>
                      </c:pt>
                      <c:pt idx="2198">
                        <c:v>156.08600000000001</c:v>
                      </c:pt>
                      <c:pt idx="2199">
                        <c:v>150.81200000000001</c:v>
                      </c:pt>
                      <c:pt idx="2200">
                        <c:v>150.464</c:v>
                      </c:pt>
                      <c:pt idx="2201">
                        <c:v>148.15299999999999</c:v>
                      </c:pt>
                      <c:pt idx="2202">
                        <c:v>145.27099999999999</c:v>
                      </c:pt>
                      <c:pt idx="2203">
                        <c:v>146.619</c:v>
                      </c:pt>
                      <c:pt idx="2204">
                        <c:v>141.85599999999999</c:v>
                      </c:pt>
                      <c:pt idx="2205">
                        <c:v>137.47</c:v>
                      </c:pt>
                      <c:pt idx="2206">
                        <c:v>134.452</c:v>
                      </c:pt>
                      <c:pt idx="2207">
                        <c:v>129.32400000000001</c:v>
                      </c:pt>
                      <c:pt idx="2208">
                        <c:v>126.251</c:v>
                      </c:pt>
                      <c:pt idx="2209">
                        <c:v>130.64500000000001</c:v>
                      </c:pt>
                      <c:pt idx="2210">
                        <c:v>132.298</c:v>
                      </c:pt>
                      <c:pt idx="2211">
                        <c:v>134.995</c:v>
                      </c:pt>
                      <c:pt idx="2212">
                        <c:v>136.036</c:v>
                      </c:pt>
                      <c:pt idx="2213">
                        <c:v>138.124</c:v>
                      </c:pt>
                      <c:pt idx="2214">
                        <c:v>141.881</c:v>
                      </c:pt>
                      <c:pt idx="2215">
                        <c:v>143.18700000000001</c:v>
                      </c:pt>
                      <c:pt idx="2216">
                        <c:v>143.803</c:v>
                      </c:pt>
                      <c:pt idx="2217">
                        <c:v>142.66999999999999</c:v>
                      </c:pt>
                      <c:pt idx="2218">
                        <c:v>143.44200000000001</c:v>
                      </c:pt>
                      <c:pt idx="2219">
                        <c:v>143.24600000000001</c:v>
                      </c:pt>
                      <c:pt idx="2220">
                        <c:v>143.86099999999999</c:v>
                      </c:pt>
                      <c:pt idx="2221">
                        <c:v>143.55199999999999</c:v>
                      </c:pt>
                      <c:pt idx="2222">
                        <c:v>142.01499999999999</c:v>
                      </c:pt>
                      <c:pt idx="2223">
                        <c:v>141.06700000000001</c:v>
                      </c:pt>
                      <c:pt idx="2224">
                        <c:v>143.124</c:v>
                      </c:pt>
                      <c:pt idx="2225">
                        <c:v>144.291</c:v>
                      </c:pt>
                      <c:pt idx="2226">
                        <c:v>145.42099999999999</c:v>
                      </c:pt>
                      <c:pt idx="2227">
                        <c:v>143.346</c:v>
                      </c:pt>
                      <c:pt idx="2228">
                        <c:v>143.49</c:v>
                      </c:pt>
                      <c:pt idx="2229">
                        <c:v>142.55799999999999</c:v>
                      </c:pt>
                      <c:pt idx="2230">
                        <c:v>139.90299999999999</c:v>
                      </c:pt>
                      <c:pt idx="2231">
                        <c:v>138.464</c:v>
                      </c:pt>
                      <c:pt idx="2232">
                        <c:v>142.03800000000001</c:v>
                      </c:pt>
                      <c:pt idx="2233">
                        <c:v>141.10499999999999</c:v>
                      </c:pt>
                      <c:pt idx="2234">
                        <c:v>140.50899999999999</c:v>
                      </c:pt>
                      <c:pt idx="2235">
                        <c:v>140.411</c:v>
                      </c:pt>
                      <c:pt idx="2236">
                        <c:v>139.54499999999999</c:v>
                      </c:pt>
                      <c:pt idx="2237">
                        <c:v>139.68799999999999</c:v>
                      </c:pt>
                      <c:pt idx="2238">
                        <c:v>142.60900000000001</c:v>
                      </c:pt>
                      <c:pt idx="2239">
                        <c:v>141.83500000000001</c:v>
                      </c:pt>
                      <c:pt idx="2240">
                        <c:v>143.52799999999999</c:v>
                      </c:pt>
                      <c:pt idx="2241">
                        <c:v>140.839</c:v>
                      </c:pt>
                      <c:pt idx="2242">
                        <c:v>139.63300000000001</c:v>
                      </c:pt>
                      <c:pt idx="2243">
                        <c:v>138.40299999999999</c:v>
                      </c:pt>
                      <c:pt idx="2244">
                        <c:v>134.309</c:v>
                      </c:pt>
                      <c:pt idx="2245">
                        <c:v>136.143</c:v>
                      </c:pt>
                      <c:pt idx="2246">
                        <c:v>137.87</c:v>
                      </c:pt>
                      <c:pt idx="2247">
                        <c:v>137.959</c:v>
                      </c:pt>
                      <c:pt idx="2248">
                        <c:v>139.011</c:v>
                      </c:pt>
                      <c:pt idx="2249">
                        <c:v>137.43899999999999</c:v>
                      </c:pt>
                      <c:pt idx="2250">
                        <c:v>140.85499999999999</c:v>
                      </c:pt>
                      <c:pt idx="2251">
                        <c:v>142.357</c:v>
                      </c:pt>
                      <c:pt idx="2252">
                        <c:v>144.30000000000001</c:v>
                      </c:pt>
                      <c:pt idx="2253">
                        <c:v>140.66399999999999</c:v>
                      </c:pt>
                      <c:pt idx="2254">
                        <c:v>139.27600000000001</c:v>
                      </c:pt>
                      <c:pt idx="2255">
                        <c:v>139.703</c:v>
                      </c:pt>
                      <c:pt idx="2256">
                        <c:v>139.67699999999999</c:v>
                      </c:pt>
                      <c:pt idx="2257">
                        <c:v>139.483</c:v>
                      </c:pt>
                      <c:pt idx="2258">
                        <c:v>141.20099999999999</c:v>
                      </c:pt>
                      <c:pt idx="2259">
                        <c:v>141.75</c:v>
                      </c:pt>
                      <c:pt idx="2260">
                        <c:v>142.012</c:v>
                      </c:pt>
                      <c:pt idx="2261">
                        <c:v>139.042</c:v>
                      </c:pt>
                      <c:pt idx="2262">
                        <c:v>137.577</c:v>
                      </c:pt>
                      <c:pt idx="2263">
                        <c:v>137.78399999999999</c:v>
                      </c:pt>
                      <c:pt idx="2264">
                        <c:v>137.934</c:v>
                      </c:pt>
                      <c:pt idx="2265">
                        <c:v>137.393</c:v>
                      </c:pt>
                      <c:pt idx="2266">
                        <c:v>136.511</c:v>
                      </c:pt>
                      <c:pt idx="2267">
                        <c:v>135.98699999999999</c:v>
                      </c:pt>
                      <c:pt idx="2268">
                        <c:v>136.452</c:v>
                      </c:pt>
                      <c:pt idx="2269">
                        <c:v>134.16300000000001</c:v>
                      </c:pt>
                      <c:pt idx="2270">
                        <c:v>132.63900000000001</c:v>
                      </c:pt>
                      <c:pt idx="2271">
                        <c:v>132.83199999999999</c:v>
                      </c:pt>
                      <c:pt idx="2272">
                        <c:v>133.27699999999999</c:v>
                      </c:pt>
                      <c:pt idx="2273">
                        <c:v>130.952</c:v>
                      </c:pt>
                      <c:pt idx="2274">
                        <c:v>128.047</c:v>
                      </c:pt>
                      <c:pt idx="2275">
                        <c:v>126.867</c:v>
                      </c:pt>
                      <c:pt idx="2276">
                        <c:v>130.727</c:v>
                      </c:pt>
                      <c:pt idx="2277">
                        <c:v>135.05699999999999</c:v>
                      </c:pt>
                      <c:pt idx="2278">
                        <c:v>135.697</c:v>
                      </c:pt>
                      <c:pt idx="2279">
                        <c:v>135.79900000000001</c:v>
                      </c:pt>
                      <c:pt idx="2280">
                        <c:v>135.76499999999999</c:v>
                      </c:pt>
                      <c:pt idx="2281">
                        <c:v>136.00700000000001</c:v>
                      </c:pt>
                      <c:pt idx="2282">
                        <c:v>136.57499999999999</c:v>
                      </c:pt>
                      <c:pt idx="2283">
                        <c:v>135.55500000000001</c:v>
                      </c:pt>
                      <c:pt idx="2284">
                        <c:v>135.22900000000001</c:v>
                      </c:pt>
                      <c:pt idx="2285">
                        <c:v>131.399</c:v>
                      </c:pt>
                      <c:pt idx="2286">
                        <c:v>129.68600000000001</c:v>
                      </c:pt>
                      <c:pt idx="2287">
                        <c:v>129.322</c:v>
                      </c:pt>
                      <c:pt idx="2288">
                        <c:v>130.423</c:v>
                      </c:pt>
                      <c:pt idx="2289">
                        <c:v>132.601</c:v>
                      </c:pt>
                      <c:pt idx="2290">
                        <c:v>133.404</c:v>
                      </c:pt>
                      <c:pt idx="2291">
                        <c:v>134.404</c:v>
                      </c:pt>
                      <c:pt idx="2292">
                        <c:v>135.667</c:v>
                      </c:pt>
                      <c:pt idx="2293">
                        <c:v>135.518</c:v>
                      </c:pt>
                      <c:pt idx="2294">
                        <c:v>133.68799999999999</c:v>
                      </c:pt>
                      <c:pt idx="2295">
                        <c:v>134.63800000000001</c:v>
                      </c:pt>
                      <c:pt idx="2296">
                        <c:v>132.126</c:v>
                      </c:pt>
                      <c:pt idx="2297">
                        <c:v>131.661</c:v>
                      </c:pt>
                      <c:pt idx="2298">
                        <c:v>131.30000000000001</c:v>
                      </c:pt>
                      <c:pt idx="2299">
                        <c:v>133.21899999999999</c:v>
                      </c:pt>
                      <c:pt idx="2300">
                        <c:v>130.26400000000001</c:v>
                      </c:pt>
                      <c:pt idx="2301">
                        <c:v>130.523</c:v>
                      </c:pt>
                      <c:pt idx="2302">
                        <c:v>129.56399999999999</c:v>
                      </c:pt>
                      <c:pt idx="2303">
                        <c:v>130.99</c:v>
                      </c:pt>
                      <c:pt idx="2304">
                        <c:v>130.97200000000001</c:v>
                      </c:pt>
                      <c:pt idx="2305">
                        <c:v>133.93100000000001</c:v>
                      </c:pt>
                      <c:pt idx="2306">
                        <c:v>137.02099999999999</c:v>
                      </c:pt>
                      <c:pt idx="2307">
                        <c:v>136.54900000000001</c:v>
                      </c:pt>
                      <c:pt idx="2308">
                        <c:v>137.636</c:v>
                      </c:pt>
                      <c:pt idx="2309">
                        <c:v>136.88800000000001</c:v>
                      </c:pt>
                      <c:pt idx="2310">
                        <c:v>137.99799999999999</c:v>
                      </c:pt>
                      <c:pt idx="2311">
                        <c:v>137.488</c:v>
                      </c:pt>
                      <c:pt idx="2312">
                        <c:v>137.916</c:v>
                      </c:pt>
                      <c:pt idx="2313">
                        <c:v>136.00299999999999</c:v>
                      </c:pt>
                      <c:pt idx="2314">
                        <c:v>136.54400000000001</c:v>
                      </c:pt>
                      <c:pt idx="2315">
                        <c:v>137.00399999999999</c:v>
                      </c:pt>
                      <c:pt idx="2316">
                        <c:v>137.39599999999999</c:v>
                      </c:pt>
                      <c:pt idx="2317">
                        <c:v>137.93600000000001</c:v>
                      </c:pt>
                      <c:pt idx="2318">
                        <c:v>138.523</c:v>
                      </c:pt>
                      <c:pt idx="2319">
                        <c:v>137.29</c:v>
                      </c:pt>
                      <c:pt idx="2320">
                        <c:v>139.946</c:v>
                      </c:pt>
                      <c:pt idx="2321">
                        <c:v>140.58799999999999</c:v>
                      </c:pt>
                      <c:pt idx="2322">
                        <c:v>140.03299999999999</c:v>
                      </c:pt>
                      <c:pt idx="2323">
                        <c:v>141.00899999999999</c:v>
                      </c:pt>
                      <c:pt idx="2324">
                        <c:v>142.88399999999999</c:v>
                      </c:pt>
                      <c:pt idx="2325">
                        <c:v>139.17400000000001</c:v>
                      </c:pt>
                      <c:pt idx="2326">
                        <c:v>140.15199999999999</c:v>
                      </c:pt>
                      <c:pt idx="2327">
                        <c:v>140.54</c:v>
                      </c:pt>
                      <c:pt idx="2328">
                        <c:v>139.40299999999999</c:v>
                      </c:pt>
                      <c:pt idx="2329">
                        <c:v>137.94399999999999</c:v>
                      </c:pt>
                      <c:pt idx="2330">
                        <c:v>135.52500000000001</c:v>
                      </c:pt>
                      <c:pt idx="2331">
                        <c:v>135.27099999999999</c:v>
                      </c:pt>
                      <c:pt idx="2332">
                        <c:v>130.52199999999999</c:v>
                      </c:pt>
                      <c:pt idx="2333">
                        <c:v>128.04599999999999</c:v>
                      </c:pt>
                      <c:pt idx="2334">
                        <c:v>127.85899999999999</c:v>
                      </c:pt>
                      <c:pt idx="2335">
                        <c:v>127.792</c:v>
                      </c:pt>
                      <c:pt idx="2336">
                        <c:v>128.15799999999999</c:v>
                      </c:pt>
                      <c:pt idx="2337">
                        <c:v>128.67099999999999</c:v>
                      </c:pt>
                      <c:pt idx="2338">
                        <c:v>129.852</c:v>
                      </c:pt>
                      <c:pt idx="2339">
                        <c:v>130.44900000000001</c:v>
                      </c:pt>
                      <c:pt idx="2340">
                        <c:v>131.76900000000001</c:v>
                      </c:pt>
                      <c:pt idx="2341">
                        <c:v>132.40899999999999</c:v>
                      </c:pt>
                      <c:pt idx="2342">
                        <c:v>134.749</c:v>
                      </c:pt>
                      <c:pt idx="2343">
                        <c:v>135.553</c:v>
                      </c:pt>
                      <c:pt idx="2344">
                        <c:v>136.566</c:v>
                      </c:pt>
                      <c:pt idx="2345">
                        <c:v>139.68</c:v>
                      </c:pt>
                      <c:pt idx="2346">
                        <c:v>138.75299999999999</c:v>
                      </c:pt>
                      <c:pt idx="2347">
                        <c:v>133.52799999999999</c:v>
                      </c:pt>
                      <c:pt idx="2348">
                        <c:v>140.28200000000001</c:v>
                      </c:pt>
                      <c:pt idx="2349">
                        <c:v>140.398</c:v>
                      </c:pt>
                      <c:pt idx="2350">
                        <c:v>142.714</c:v>
                      </c:pt>
                      <c:pt idx="2351">
                        <c:v>141.251</c:v>
                      </c:pt>
                      <c:pt idx="2352">
                        <c:v>142.91800000000001</c:v>
                      </c:pt>
                      <c:pt idx="2353">
                        <c:v>140.102</c:v>
                      </c:pt>
                      <c:pt idx="2354">
                        <c:v>136.321</c:v>
                      </c:pt>
                      <c:pt idx="2355">
                        <c:v>131.43799999999999</c:v>
                      </c:pt>
                      <c:pt idx="2356">
                        <c:v>126.884</c:v>
                      </c:pt>
                      <c:pt idx="2357">
                        <c:v>122.367</c:v>
                      </c:pt>
                      <c:pt idx="2358">
                        <c:v>129.435</c:v>
                      </c:pt>
                      <c:pt idx="2359">
                        <c:v>130.01499999999999</c:v>
                      </c:pt>
                      <c:pt idx="2360">
                        <c:v>131.27500000000001</c:v>
                      </c:pt>
                      <c:pt idx="2361">
                        <c:v>134.553</c:v>
                      </c:pt>
                      <c:pt idx="2362">
                        <c:v>135.238</c:v>
                      </c:pt>
                      <c:pt idx="2363">
                        <c:v>134.12200000000001</c:v>
                      </c:pt>
                      <c:pt idx="2364">
                        <c:v>132.19499999999999</c:v>
                      </c:pt>
                      <c:pt idx="2365">
                        <c:v>131.059</c:v>
                      </c:pt>
                      <c:pt idx="2366">
                        <c:v>128.155</c:v>
                      </c:pt>
                      <c:pt idx="2367">
                        <c:v>127.896</c:v>
                      </c:pt>
                      <c:pt idx="2368">
                        <c:v>127.56699999999999</c:v>
                      </c:pt>
                      <c:pt idx="2369">
                        <c:v>125.64700000000001</c:v>
                      </c:pt>
                      <c:pt idx="2370">
                        <c:v>125.04900000000001</c:v>
                      </c:pt>
                      <c:pt idx="2371">
                        <c:v>123.062</c:v>
                      </c:pt>
                      <c:pt idx="2372">
                        <c:v>120.584</c:v>
                      </c:pt>
                      <c:pt idx="2373">
                        <c:v>119.49</c:v>
                      </c:pt>
                      <c:pt idx="2374">
                        <c:v>119.414</c:v>
                      </c:pt>
                      <c:pt idx="2375">
                        <c:v>119.55200000000001</c:v>
                      </c:pt>
                      <c:pt idx="2376">
                        <c:v>119.867</c:v>
                      </c:pt>
                      <c:pt idx="2377">
                        <c:v>118.85</c:v>
                      </c:pt>
                      <c:pt idx="2378">
                        <c:v>121.80200000000001</c:v>
                      </c:pt>
                      <c:pt idx="2379">
                        <c:v>120.73399999999999</c:v>
                      </c:pt>
                      <c:pt idx="2380">
                        <c:v>122.876</c:v>
                      </c:pt>
                      <c:pt idx="2381">
                        <c:v>127.79</c:v>
                      </c:pt>
                      <c:pt idx="2382">
                        <c:v>129.054</c:v>
                      </c:pt>
                      <c:pt idx="2383">
                        <c:v>131.98400000000001</c:v>
                      </c:pt>
                      <c:pt idx="2384">
                        <c:v>133.9</c:v>
                      </c:pt>
                      <c:pt idx="2385">
                        <c:v>135.029</c:v>
                      </c:pt>
                      <c:pt idx="2386">
                        <c:v>138.52099999999999</c:v>
                      </c:pt>
                      <c:pt idx="2387">
                        <c:v>140.76900000000001</c:v>
                      </c:pt>
                      <c:pt idx="2388">
                        <c:v>141.96199999999999</c:v>
                      </c:pt>
                      <c:pt idx="2389">
                        <c:v>144.041</c:v>
                      </c:pt>
                      <c:pt idx="2390">
                        <c:v>146.05699999999999</c:v>
                      </c:pt>
                      <c:pt idx="2391">
                        <c:v>147.32499999999999</c:v>
                      </c:pt>
                      <c:pt idx="2392">
                        <c:v>151.81</c:v>
                      </c:pt>
                      <c:pt idx="2393">
                        <c:v>154.19300000000001</c:v>
                      </c:pt>
                      <c:pt idx="2394">
                        <c:v>157.75899999999999</c:v>
                      </c:pt>
                      <c:pt idx="2395">
                        <c:v>166.49299999999999</c:v>
                      </c:pt>
                      <c:pt idx="2396">
                        <c:v>172.934</c:v>
                      </c:pt>
                      <c:pt idx="2397">
                        <c:v>171.69499999999999</c:v>
                      </c:pt>
                      <c:pt idx="2398">
                        <c:v>176.53299999999999</c:v>
                      </c:pt>
                      <c:pt idx="2399">
                        <c:v>185.804</c:v>
                      </c:pt>
                      <c:pt idx="2400">
                        <c:v>189.23</c:v>
                      </c:pt>
                      <c:pt idx="2401">
                        <c:v>166.28899999999999</c:v>
                      </c:pt>
                      <c:pt idx="2402">
                        <c:v>167.53</c:v>
                      </c:pt>
                      <c:pt idx="2403">
                        <c:v>178.80500000000001</c:v>
                      </c:pt>
                      <c:pt idx="2404">
                        <c:v>184.14599999999999</c:v>
                      </c:pt>
                      <c:pt idx="2405">
                        <c:v>187.333</c:v>
                      </c:pt>
                      <c:pt idx="2406">
                        <c:v>198.333</c:v>
                      </c:pt>
                      <c:pt idx="2407">
                        <c:v>226.06100000000001</c:v>
                      </c:pt>
                      <c:pt idx="2408">
                        <c:v>211.78899999999999</c:v>
                      </c:pt>
                      <c:pt idx="2409">
                        <c:v>211.96700000000001</c:v>
                      </c:pt>
                      <c:pt idx="2410">
                        <c:v>192.001</c:v>
                      </c:pt>
                      <c:pt idx="2411">
                        <c:v>184.87100000000001</c:v>
                      </c:pt>
                      <c:pt idx="2412">
                        <c:v>188.40799999999999</c:v>
                      </c:pt>
                      <c:pt idx="2413">
                        <c:v>187.58600000000001</c:v>
                      </c:pt>
                      <c:pt idx="2414">
                        <c:v>189.42400000000001</c:v>
                      </c:pt>
                      <c:pt idx="2415">
                        <c:v>191.08500000000001</c:v>
                      </c:pt>
                      <c:pt idx="2416">
                        <c:v>199.88</c:v>
                      </c:pt>
                      <c:pt idx="2417">
                        <c:v>205.24700000000001</c:v>
                      </c:pt>
                      <c:pt idx="2418">
                        <c:v>202.09399999999999</c:v>
                      </c:pt>
                      <c:pt idx="2419">
                        <c:v>193.6</c:v>
                      </c:pt>
                      <c:pt idx="2420">
                        <c:v>194.38300000000001</c:v>
                      </c:pt>
                      <c:pt idx="2421">
                        <c:v>185.255</c:v>
                      </c:pt>
                      <c:pt idx="2422">
                        <c:v>183.613</c:v>
                      </c:pt>
                      <c:pt idx="2423">
                        <c:v>174.70500000000001</c:v>
                      </c:pt>
                      <c:pt idx="2424">
                        <c:v>173.21199999999999</c:v>
                      </c:pt>
                      <c:pt idx="2425">
                        <c:v>168.86199999999999</c:v>
                      </c:pt>
                      <c:pt idx="2426">
                        <c:v>163.298</c:v>
                      </c:pt>
                      <c:pt idx="2427">
                        <c:v>165.268</c:v>
                      </c:pt>
                      <c:pt idx="2428">
                        <c:v>164.154</c:v>
                      </c:pt>
                      <c:pt idx="2429">
                        <c:v>163.56299999999999</c:v>
                      </c:pt>
                      <c:pt idx="2430">
                        <c:v>169.929</c:v>
                      </c:pt>
                      <c:pt idx="2431">
                        <c:v>172.221</c:v>
                      </c:pt>
                      <c:pt idx="2432">
                        <c:v>175.83500000000001</c:v>
                      </c:pt>
                      <c:pt idx="2433">
                        <c:v>180.53399999999999</c:v>
                      </c:pt>
                      <c:pt idx="2434">
                        <c:v>180.89599999999999</c:v>
                      </c:pt>
                      <c:pt idx="2435">
                        <c:v>176.32900000000001</c:v>
                      </c:pt>
                      <c:pt idx="2436">
                        <c:v>175.31899999999999</c:v>
                      </c:pt>
                      <c:pt idx="2437">
                        <c:v>171.14699999999999</c:v>
                      </c:pt>
                      <c:pt idx="2438">
                        <c:v>171.244</c:v>
                      </c:pt>
                      <c:pt idx="2439">
                        <c:v>174.58099999999999</c:v>
                      </c:pt>
                      <c:pt idx="2440">
                        <c:v>176.476</c:v>
                      </c:pt>
                      <c:pt idx="2441">
                        <c:v>173.84399999999999</c:v>
                      </c:pt>
                      <c:pt idx="2442">
                        <c:v>171.352</c:v>
                      </c:pt>
                      <c:pt idx="2443">
                        <c:v>165.87799999999999</c:v>
                      </c:pt>
                      <c:pt idx="2444">
                        <c:v>162.38499999999999</c:v>
                      </c:pt>
                      <c:pt idx="2445">
                        <c:v>165.048</c:v>
                      </c:pt>
                      <c:pt idx="2446">
                        <c:v>173.44499999999999</c:v>
                      </c:pt>
                      <c:pt idx="2447">
                        <c:v>175.68199999999999</c:v>
                      </c:pt>
                      <c:pt idx="2448">
                        <c:v>185.965</c:v>
                      </c:pt>
                      <c:pt idx="2449">
                        <c:v>185.09100000000001</c:v>
                      </c:pt>
                      <c:pt idx="2450">
                        <c:v>193.30099999999999</c:v>
                      </c:pt>
                      <c:pt idx="2451">
                        <c:v>186.60599999999999</c:v>
                      </c:pt>
                      <c:pt idx="2452">
                        <c:v>175.33</c:v>
                      </c:pt>
                      <c:pt idx="2453">
                        <c:v>175.08</c:v>
                      </c:pt>
                      <c:pt idx="2454">
                        <c:v>179.47900000000001</c:v>
                      </c:pt>
                      <c:pt idx="2455">
                        <c:v>181.96</c:v>
                      </c:pt>
                      <c:pt idx="2456">
                        <c:v>180.989</c:v>
                      </c:pt>
                      <c:pt idx="2457">
                        <c:v>182.97900000000001</c:v>
                      </c:pt>
                      <c:pt idx="2458">
                        <c:v>183.92699999999999</c:v>
                      </c:pt>
                      <c:pt idx="2459">
                        <c:v>185.69399999999999</c:v>
                      </c:pt>
                      <c:pt idx="2460">
                        <c:v>186.11</c:v>
                      </c:pt>
                      <c:pt idx="2461">
                        <c:v>183.40100000000001</c:v>
                      </c:pt>
                      <c:pt idx="2462">
                        <c:v>176.78700000000001</c:v>
                      </c:pt>
                      <c:pt idx="2463">
                        <c:v>171.80199999999999</c:v>
                      </c:pt>
                      <c:pt idx="2464">
                        <c:v>170.185</c:v>
                      </c:pt>
                      <c:pt idx="2465">
                        <c:v>167.14500000000001</c:v>
                      </c:pt>
                      <c:pt idx="2466">
                        <c:v>166.44900000000001</c:v>
                      </c:pt>
                      <c:pt idx="2467">
                        <c:v>163.041</c:v>
                      </c:pt>
                      <c:pt idx="2468">
                        <c:v>160.501</c:v>
                      </c:pt>
                      <c:pt idx="2469">
                        <c:v>154.17699999999999</c:v>
                      </c:pt>
                      <c:pt idx="2470">
                        <c:v>149.24</c:v>
                      </c:pt>
                      <c:pt idx="2471">
                        <c:v>148.14099999999999</c:v>
                      </c:pt>
                      <c:pt idx="2472">
                        <c:v>154.84100000000001</c:v>
                      </c:pt>
                      <c:pt idx="2473">
                        <c:v>158.63300000000001</c:v>
                      </c:pt>
                      <c:pt idx="2474">
                        <c:v>161.773</c:v>
                      </c:pt>
                      <c:pt idx="2475">
                        <c:v>164.12299999999999</c:v>
                      </c:pt>
                      <c:pt idx="2476">
                        <c:v>168.29599999999999</c:v>
                      </c:pt>
                      <c:pt idx="2477">
                        <c:v>174.761</c:v>
                      </c:pt>
                      <c:pt idx="2478">
                        <c:v>177.61199999999999</c:v>
                      </c:pt>
                      <c:pt idx="2479">
                        <c:v>175.61500000000001</c:v>
                      </c:pt>
                      <c:pt idx="2480">
                        <c:v>176.52699999999999</c:v>
                      </c:pt>
                      <c:pt idx="2481">
                        <c:v>177.42599999999999</c:v>
                      </c:pt>
                      <c:pt idx="2482">
                        <c:v>173.72499999999999</c:v>
                      </c:pt>
                      <c:pt idx="2483">
                        <c:v>172.167</c:v>
                      </c:pt>
                      <c:pt idx="2484">
                        <c:v>170.62899999999999</c:v>
                      </c:pt>
                      <c:pt idx="2485">
                        <c:v>170.06</c:v>
                      </c:pt>
                      <c:pt idx="2486">
                        <c:v>166.11</c:v>
                      </c:pt>
                      <c:pt idx="2487">
                        <c:v>165.52699999999999</c:v>
                      </c:pt>
                      <c:pt idx="2488">
                        <c:v>163.416</c:v>
                      </c:pt>
                      <c:pt idx="2489">
                        <c:v>164.821</c:v>
                      </c:pt>
                      <c:pt idx="2490">
                        <c:v>161.78899999999999</c:v>
                      </c:pt>
                      <c:pt idx="2491">
                        <c:v>162.983</c:v>
                      </c:pt>
                      <c:pt idx="2492">
                        <c:v>164.31399999999999</c:v>
                      </c:pt>
                      <c:pt idx="2493">
                        <c:v>169.71899999999999</c:v>
                      </c:pt>
                      <c:pt idx="2494">
                        <c:v>165.226</c:v>
                      </c:pt>
                      <c:pt idx="2495">
                        <c:v>166.471</c:v>
                      </c:pt>
                      <c:pt idx="2496">
                        <c:v>167.61799999999999</c:v>
                      </c:pt>
                      <c:pt idx="2497">
                        <c:v>167.292</c:v>
                      </c:pt>
                      <c:pt idx="2498">
                        <c:v>166.077</c:v>
                      </c:pt>
                      <c:pt idx="2499">
                        <c:v>165.75800000000001</c:v>
                      </c:pt>
                      <c:pt idx="2500">
                        <c:v>166.46199999999999</c:v>
                      </c:pt>
                      <c:pt idx="2501">
                        <c:v>168.77600000000001</c:v>
                      </c:pt>
                      <c:pt idx="2502">
                        <c:v>170.69499999999999</c:v>
                      </c:pt>
                      <c:pt idx="2503">
                        <c:v>169.589</c:v>
                      </c:pt>
                      <c:pt idx="2504">
                        <c:v>176.29900000000001</c:v>
                      </c:pt>
                      <c:pt idx="2505">
                        <c:v>172.93299999999999</c:v>
                      </c:pt>
                      <c:pt idx="2506">
                        <c:v>171.38499999999999</c:v>
                      </c:pt>
                      <c:pt idx="2507">
                        <c:v>174.94</c:v>
                      </c:pt>
                      <c:pt idx="2508">
                        <c:v>176.07499999999999</c:v>
                      </c:pt>
                      <c:pt idx="2509">
                        <c:v>178.71</c:v>
                      </c:pt>
                      <c:pt idx="2510">
                        <c:v>176.81399999999999</c:v>
                      </c:pt>
                      <c:pt idx="2511">
                        <c:v>172.46600000000001</c:v>
                      </c:pt>
                      <c:pt idx="2512">
                        <c:v>167.905</c:v>
                      </c:pt>
                      <c:pt idx="2513">
                        <c:v>162.24</c:v>
                      </c:pt>
                      <c:pt idx="2514">
                        <c:v>168.57300000000001</c:v>
                      </c:pt>
                      <c:pt idx="2515">
                        <c:v>173.876</c:v>
                      </c:pt>
                      <c:pt idx="2516">
                        <c:v>171.70699999999999</c:v>
                      </c:pt>
                      <c:pt idx="2517">
                        <c:v>168.67099999999999</c:v>
                      </c:pt>
                      <c:pt idx="2518">
                        <c:v>169.69300000000001</c:v>
                      </c:pt>
                      <c:pt idx="2519">
                        <c:v>169.85400000000001</c:v>
                      </c:pt>
                      <c:pt idx="2520">
                        <c:v>171.12799999999999</c:v>
                      </c:pt>
                      <c:pt idx="2521">
                        <c:v>172.60900000000001</c:v>
                      </c:pt>
                      <c:pt idx="2522">
                        <c:v>172.60900000000001</c:v>
                      </c:pt>
                      <c:pt idx="2523">
                        <c:v>177.38</c:v>
                      </c:pt>
                      <c:pt idx="2524">
                        <c:v>177.98699999999999</c:v>
                      </c:pt>
                      <c:pt idx="2525">
                        <c:v>178.27099999999999</c:v>
                      </c:pt>
                      <c:pt idx="2526">
                        <c:v>175.19300000000001</c:v>
                      </c:pt>
                      <c:pt idx="2527">
                        <c:v>167.16800000000001</c:v>
                      </c:pt>
                      <c:pt idx="2528">
                        <c:v>165.15899999999999</c:v>
                      </c:pt>
                      <c:pt idx="2529">
                        <c:v>164.779</c:v>
                      </c:pt>
                      <c:pt idx="2530">
                        <c:v>166.541</c:v>
                      </c:pt>
                      <c:pt idx="2531">
                        <c:v>158.542</c:v>
                      </c:pt>
                      <c:pt idx="2532">
                        <c:v>160.03399999999999</c:v>
                      </c:pt>
                      <c:pt idx="2533">
                        <c:v>161.95699999999999</c:v>
                      </c:pt>
                      <c:pt idx="2534">
                        <c:v>161.53800000000001</c:v>
                      </c:pt>
                      <c:pt idx="2535">
                        <c:v>157.423</c:v>
                      </c:pt>
                      <c:pt idx="2536">
                        <c:v>155.83099999999999</c:v>
                      </c:pt>
                      <c:pt idx="2537">
                        <c:v>163.899</c:v>
                      </c:pt>
                      <c:pt idx="2538">
                        <c:v>163.84100000000001</c:v>
                      </c:pt>
                      <c:pt idx="2539">
                        <c:v>163.79</c:v>
                      </c:pt>
                      <c:pt idx="2540">
                        <c:v>162.35</c:v>
                      </c:pt>
                      <c:pt idx="2541">
                        <c:v>162.84</c:v>
                      </c:pt>
                      <c:pt idx="2542">
                        <c:v>162.54599999999999</c:v>
                      </c:pt>
                      <c:pt idx="2543">
                        <c:v>166.14500000000001</c:v>
                      </c:pt>
                      <c:pt idx="2544">
                        <c:v>166.50800000000001</c:v>
                      </c:pt>
                      <c:pt idx="2545">
                        <c:v>164.33500000000001</c:v>
                      </c:pt>
                      <c:pt idx="2546">
                        <c:v>169.41300000000001</c:v>
                      </c:pt>
                      <c:pt idx="2547">
                        <c:v>167.37</c:v>
                      </c:pt>
                      <c:pt idx="2548">
                        <c:v>169.62200000000001</c:v>
                      </c:pt>
                      <c:pt idx="2549">
                        <c:v>170.608</c:v>
                      </c:pt>
                      <c:pt idx="2550">
                        <c:v>173.20699999999999</c:v>
                      </c:pt>
                      <c:pt idx="2551">
                        <c:v>171.815</c:v>
                      </c:pt>
                      <c:pt idx="2552">
                        <c:v>170.86199999999999</c:v>
                      </c:pt>
                      <c:pt idx="2553">
                        <c:v>173.196</c:v>
                      </c:pt>
                      <c:pt idx="2554">
                        <c:v>170.30699999999999</c:v>
                      </c:pt>
                      <c:pt idx="2555">
                        <c:v>167.03899999999999</c:v>
                      </c:pt>
                      <c:pt idx="2556">
                        <c:v>167.35900000000001</c:v>
                      </c:pt>
                      <c:pt idx="2557">
                        <c:v>165.30600000000001</c:v>
                      </c:pt>
                      <c:pt idx="2558">
                        <c:v>165.60400000000001</c:v>
                      </c:pt>
                      <c:pt idx="2559">
                        <c:v>168.27699999999999</c:v>
                      </c:pt>
                      <c:pt idx="2560">
                        <c:v>171.96700000000001</c:v>
                      </c:pt>
                      <c:pt idx="2561">
                        <c:v>180.16200000000001</c:v>
                      </c:pt>
                      <c:pt idx="2562">
                        <c:v>187.649</c:v>
                      </c:pt>
                      <c:pt idx="2563">
                        <c:v>182.249</c:v>
                      </c:pt>
                      <c:pt idx="2564">
                        <c:v>175.34100000000001</c:v>
                      </c:pt>
                      <c:pt idx="2565">
                        <c:v>184.71799999999999</c:v>
                      </c:pt>
                      <c:pt idx="2566">
                        <c:v>184.99199999999999</c:v>
                      </c:pt>
                      <c:pt idx="2567">
                        <c:v>180.66300000000001</c:v>
                      </c:pt>
                      <c:pt idx="2568">
                        <c:v>184.97399999999999</c:v>
                      </c:pt>
                      <c:pt idx="2569">
                        <c:v>177.93600000000001</c:v>
                      </c:pt>
                      <c:pt idx="2570">
                        <c:v>175.01</c:v>
                      </c:pt>
                      <c:pt idx="2571">
                        <c:v>172.66499999999999</c:v>
                      </c:pt>
                      <c:pt idx="2572">
                        <c:v>169.42699999999999</c:v>
                      </c:pt>
                      <c:pt idx="2573">
                        <c:v>172.411</c:v>
                      </c:pt>
                      <c:pt idx="2574">
                        <c:v>170.17</c:v>
                      </c:pt>
                      <c:pt idx="2575">
                        <c:v>171.45099999999999</c:v>
                      </c:pt>
                      <c:pt idx="2576">
                        <c:v>172.60900000000001</c:v>
                      </c:pt>
                      <c:pt idx="2577">
                        <c:v>171.14699999999999</c:v>
                      </c:pt>
                      <c:pt idx="2578">
                        <c:v>169.19499999999999</c:v>
                      </c:pt>
                      <c:pt idx="2579">
                        <c:v>170.291</c:v>
                      </c:pt>
                      <c:pt idx="2580">
                        <c:v>172.60900000000001</c:v>
                      </c:pt>
                      <c:pt idx="2581">
                        <c:v>166.33799999999999</c:v>
                      </c:pt>
                      <c:pt idx="2582">
                        <c:v>165.99</c:v>
                      </c:pt>
                      <c:pt idx="2583">
                        <c:v>164.06800000000001</c:v>
                      </c:pt>
                      <c:pt idx="2584">
                        <c:v>158.768</c:v>
                      </c:pt>
                      <c:pt idx="2585">
                        <c:v>163.81200000000001</c:v>
                      </c:pt>
                      <c:pt idx="2586">
                        <c:v>163.74799999999999</c:v>
                      </c:pt>
                      <c:pt idx="2587">
                        <c:v>167.06200000000001</c:v>
                      </c:pt>
                      <c:pt idx="2588">
                        <c:v>168.71100000000001</c:v>
                      </c:pt>
                      <c:pt idx="2589">
                        <c:v>164.83699999999999</c:v>
                      </c:pt>
                      <c:pt idx="2590">
                        <c:v>162.25200000000001</c:v>
                      </c:pt>
                      <c:pt idx="2591">
                        <c:v>159.78899999999999</c:v>
                      </c:pt>
                      <c:pt idx="2592">
                        <c:v>160.60900000000001</c:v>
                      </c:pt>
                      <c:pt idx="2593">
                        <c:v>162.26599999999999</c:v>
                      </c:pt>
                      <c:pt idx="2594">
                        <c:v>164.696</c:v>
                      </c:pt>
                      <c:pt idx="2595">
                        <c:v>165.114</c:v>
                      </c:pt>
                      <c:pt idx="2596">
                        <c:v>167.80699999999999</c:v>
                      </c:pt>
                      <c:pt idx="2597">
                        <c:v>167.52500000000001</c:v>
                      </c:pt>
                      <c:pt idx="2598">
                        <c:v>166.69300000000001</c:v>
                      </c:pt>
                      <c:pt idx="2599">
                        <c:v>161.58799999999999</c:v>
                      </c:pt>
                      <c:pt idx="2600">
                        <c:v>160.63499999999999</c:v>
                      </c:pt>
                      <c:pt idx="2601">
                        <c:v>165.59700000000001</c:v>
                      </c:pt>
                      <c:pt idx="2602">
                        <c:v>163.42699999999999</c:v>
                      </c:pt>
                      <c:pt idx="2603">
                        <c:v>160.21</c:v>
                      </c:pt>
                      <c:pt idx="2604">
                        <c:v>157.19200000000001</c:v>
                      </c:pt>
                      <c:pt idx="2605">
                        <c:v>156.124</c:v>
                      </c:pt>
                      <c:pt idx="2606">
                        <c:v>154.93199999999999</c:v>
                      </c:pt>
                      <c:pt idx="2607">
                        <c:v>155.79400000000001</c:v>
                      </c:pt>
                      <c:pt idx="2608">
                        <c:v>158.14699999999999</c:v>
                      </c:pt>
                      <c:pt idx="2609">
                        <c:v>156.37</c:v>
                      </c:pt>
                      <c:pt idx="2610">
                        <c:v>154.536</c:v>
                      </c:pt>
                      <c:pt idx="2611">
                        <c:v>155.53299999999999</c:v>
                      </c:pt>
                      <c:pt idx="2612">
                        <c:v>152.982</c:v>
                      </c:pt>
                      <c:pt idx="2613">
                        <c:v>148.30799999999999</c:v>
                      </c:pt>
                      <c:pt idx="2614">
                        <c:v>150.00899999999999</c:v>
                      </c:pt>
                      <c:pt idx="2615">
                        <c:v>146.601</c:v>
                      </c:pt>
                      <c:pt idx="2616">
                        <c:v>147.81200000000001</c:v>
                      </c:pt>
                      <c:pt idx="2617">
                        <c:v>149.15899999999999</c:v>
                      </c:pt>
                      <c:pt idx="2618">
                        <c:v>148.02199999999999</c:v>
                      </c:pt>
                      <c:pt idx="2619">
                        <c:v>149.041</c:v>
                      </c:pt>
                      <c:pt idx="2620">
                        <c:v>148.452</c:v>
                      </c:pt>
                      <c:pt idx="2621">
                        <c:v>147.30699999999999</c:v>
                      </c:pt>
                      <c:pt idx="2622">
                        <c:v>147.154</c:v>
                      </c:pt>
                      <c:pt idx="2623">
                        <c:v>145.41399999999999</c:v>
                      </c:pt>
                      <c:pt idx="2624">
                        <c:v>145.19</c:v>
                      </c:pt>
                      <c:pt idx="2625">
                        <c:v>147.69800000000001</c:v>
                      </c:pt>
                      <c:pt idx="2626">
                        <c:v>146.72300000000001</c:v>
                      </c:pt>
                      <c:pt idx="2627">
                        <c:v>149.03</c:v>
                      </c:pt>
                      <c:pt idx="2628">
                        <c:v>148.898</c:v>
                      </c:pt>
                      <c:pt idx="2629">
                        <c:v>146.786</c:v>
                      </c:pt>
                      <c:pt idx="2630">
                        <c:v>143.51</c:v>
                      </c:pt>
                      <c:pt idx="2631">
                        <c:v>142.97999999999999</c:v>
                      </c:pt>
                      <c:pt idx="2632">
                        <c:v>141.88800000000001</c:v>
                      </c:pt>
                      <c:pt idx="2633">
                        <c:v>141.30099999999999</c:v>
                      </c:pt>
                      <c:pt idx="2634">
                        <c:v>141.45599999999999</c:v>
                      </c:pt>
                      <c:pt idx="2635">
                        <c:v>140.19900000000001</c:v>
                      </c:pt>
                      <c:pt idx="2636">
                        <c:v>137.88499999999999</c:v>
                      </c:pt>
                      <c:pt idx="2637">
                        <c:v>136.93</c:v>
                      </c:pt>
                      <c:pt idx="2638">
                        <c:v>136.88900000000001</c:v>
                      </c:pt>
                      <c:pt idx="2639">
                        <c:v>135.82900000000001</c:v>
                      </c:pt>
                      <c:pt idx="2640">
                        <c:v>137.155</c:v>
                      </c:pt>
                      <c:pt idx="2641">
                        <c:v>141.33699999999999</c:v>
                      </c:pt>
                      <c:pt idx="2642">
                        <c:v>140.50299999999999</c:v>
                      </c:pt>
                      <c:pt idx="2643">
                        <c:v>134.34399999999999</c:v>
                      </c:pt>
                      <c:pt idx="2644">
                        <c:v>139.00299999999999</c:v>
                      </c:pt>
                      <c:pt idx="2645">
                        <c:v>134.471</c:v>
                      </c:pt>
                      <c:pt idx="2646">
                        <c:v>137.50299999999999</c:v>
                      </c:pt>
                      <c:pt idx="2647">
                        <c:v>131.71799999999999</c:v>
                      </c:pt>
                      <c:pt idx="2648">
                        <c:v>131.45400000000001</c:v>
                      </c:pt>
                      <c:pt idx="2649">
                        <c:v>131.607</c:v>
                      </c:pt>
                      <c:pt idx="2650">
                        <c:v>131.32400000000001</c:v>
                      </c:pt>
                      <c:pt idx="2651">
                        <c:v>132.33699999999999</c:v>
                      </c:pt>
                      <c:pt idx="2652">
                        <c:v>131.328</c:v>
                      </c:pt>
                      <c:pt idx="2653">
                        <c:v>131.34800000000001</c:v>
                      </c:pt>
                      <c:pt idx="2654">
                        <c:v>132.33699999999999</c:v>
                      </c:pt>
                      <c:pt idx="2655">
                        <c:v>133.01</c:v>
                      </c:pt>
                      <c:pt idx="2656">
                        <c:v>131.40299999999999</c:v>
                      </c:pt>
                      <c:pt idx="2657">
                        <c:v>125.801</c:v>
                      </c:pt>
                      <c:pt idx="2658">
                        <c:v>126.67</c:v>
                      </c:pt>
                      <c:pt idx="2659">
                        <c:v>127.503</c:v>
                      </c:pt>
                      <c:pt idx="2660">
                        <c:v>126.67</c:v>
                      </c:pt>
                      <c:pt idx="2661">
                        <c:v>128.00299999999999</c:v>
                      </c:pt>
                      <c:pt idx="2662">
                        <c:v>126.538</c:v>
                      </c:pt>
                      <c:pt idx="2663">
                        <c:v>125.503</c:v>
                      </c:pt>
                      <c:pt idx="2664">
                        <c:v>124.837</c:v>
                      </c:pt>
                      <c:pt idx="2665">
                        <c:v>123.337</c:v>
                      </c:pt>
                      <c:pt idx="2666">
                        <c:v>122.91200000000001</c:v>
                      </c:pt>
                      <c:pt idx="2667">
                        <c:v>125.67</c:v>
                      </c:pt>
                      <c:pt idx="2668">
                        <c:v>126.67</c:v>
                      </c:pt>
                      <c:pt idx="2669">
                        <c:v>128.32</c:v>
                      </c:pt>
                      <c:pt idx="2670">
                        <c:v>125.95</c:v>
                      </c:pt>
                      <c:pt idx="2671">
                        <c:v>126.041</c:v>
                      </c:pt>
                      <c:pt idx="2672">
                        <c:v>126.407</c:v>
                      </c:pt>
                      <c:pt idx="2673">
                        <c:v>129.29599999999999</c:v>
                      </c:pt>
                      <c:pt idx="2674">
                        <c:v>127.003</c:v>
                      </c:pt>
                      <c:pt idx="2675">
                        <c:v>128.83699999999999</c:v>
                      </c:pt>
                      <c:pt idx="2676">
                        <c:v>130.05199999999999</c:v>
                      </c:pt>
                      <c:pt idx="2677">
                        <c:v>129.95599999999999</c:v>
                      </c:pt>
                      <c:pt idx="2678">
                        <c:v>129.393</c:v>
                      </c:pt>
                      <c:pt idx="2679">
                        <c:v>129.65100000000001</c:v>
                      </c:pt>
                      <c:pt idx="2680">
                        <c:v>128.83699999999999</c:v>
                      </c:pt>
                      <c:pt idx="2681">
                        <c:v>129.16999999999999</c:v>
                      </c:pt>
                      <c:pt idx="2682">
                        <c:v>130.83699999999999</c:v>
                      </c:pt>
                      <c:pt idx="2683">
                        <c:v>131.83699999999999</c:v>
                      </c:pt>
                      <c:pt idx="2684">
                        <c:v>133.83699999999999</c:v>
                      </c:pt>
                      <c:pt idx="2685">
                        <c:v>135.62799999999999</c:v>
                      </c:pt>
                      <c:pt idx="2686">
                        <c:v>137.83699999999999</c:v>
                      </c:pt>
                      <c:pt idx="2687">
                        <c:v>135.88399999999999</c:v>
                      </c:pt>
                      <c:pt idx="2688">
                        <c:v>135.50299999999999</c:v>
                      </c:pt>
                      <c:pt idx="2689">
                        <c:v>131.51599999999999</c:v>
                      </c:pt>
                      <c:pt idx="2690">
                        <c:v>129.89400000000001</c:v>
                      </c:pt>
                      <c:pt idx="2691">
                        <c:v>131.50299999999999</c:v>
                      </c:pt>
                      <c:pt idx="2692">
                        <c:v>132.83699999999999</c:v>
                      </c:pt>
                      <c:pt idx="2693">
                        <c:v>135.66999999999999</c:v>
                      </c:pt>
                      <c:pt idx="2694">
                        <c:v>137.50299999999999</c:v>
                      </c:pt>
                      <c:pt idx="2695">
                        <c:v>137.17599999999999</c:v>
                      </c:pt>
                      <c:pt idx="2696">
                        <c:v>140.22</c:v>
                      </c:pt>
                      <c:pt idx="2697">
                        <c:v>141.095</c:v>
                      </c:pt>
                      <c:pt idx="2698">
                        <c:v>139.50299999999999</c:v>
                      </c:pt>
                      <c:pt idx="2699">
                        <c:v>142.00299999999999</c:v>
                      </c:pt>
                      <c:pt idx="2700">
                        <c:v>141.96600000000001</c:v>
                      </c:pt>
                      <c:pt idx="2701">
                        <c:v>141.54900000000001</c:v>
                      </c:pt>
                      <c:pt idx="2702">
                        <c:v>141.917</c:v>
                      </c:pt>
                      <c:pt idx="2703">
                        <c:v>137.38200000000001</c:v>
                      </c:pt>
                      <c:pt idx="2704">
                        <c:v>133.435</c:v>
                      </c:pt>
                      <c:pt idx="2705">
                        <c:v>129.35400000000001</c:v>
                      </c:pt>
                      <c:pt idx="2706">
                        <c:v>126.81</c:v>
                      </c:pt>
                      <c:pt idx="2707">
                        <c:v>126.999</c:v>
                      </c:pt>
                      <c:pt idx="2708">
                        <c:v>125.117</c:v>
                      </c:pt>
                      <c:pt idx="2709">
                        <c:v>123.587</c:v>
                      </c:pt>
                      <c:pt idx="2710">
                        <c:v>124.358</c:v>
                      </c:pt>
                      <c:pt idx="2711">
                        <c:v>124.34</c:v>
                      </c:pt>
                      <c:pt idx="2712">
                        <c:v>125.411</c:v>
                      </c:pt>
                      <c:pt idx="2713">
                        <c:v>125.633</c:v>
                      </c:pt>
                      <c:pt idx="2714">
                        <c:v>123.34099999999999</c:v>
                      </c:pt>
                      <c:pt idx="2715">
                        <c:v>123.249</c:v>
                      </c:pt>
                      <c:pt idx="2716">
                        <c:v>126.003</c:v>
                      </c:pt>
                      <c:pt idx="2717">
                        <c:v>126.503</c:v>
                      </c:pt>
                      <c:pt idx="2718">
                        <c:v>123.739</c:v>
                      </c:pt>
                      <c:pt idx="2719">
                        <c:v>126.837</c:v>
                      </c:pt>
                      <c:pt idx="2720">
                        <c:v>125.837</c:v>
                      </c:pt>
                      <c:pt idx="2721">
                        <c:v>128.83699999999999</c:v>
                      </c:pt>
                      <c:pt idx="2722">
                        <c:v>124.983</c:v>
                      </c:pt>
                      <c:pt idx="2723">
                        <c:v>130.66999999999999</c:v>
                      </c:pt>
                      <c:pt idx="2724">
                        <c:v>136.37799999999999</c:v>
                      </c:pt>
                      <c:pt idx="2725">
                        <c:v>136.33699999999999</c:v>
                      </c:pt>
                      <c:pt idx="2726">
                        <c:v>132.79599999999999</c:v>
                      </c:pt>
                      <c:pt idx="2727">
                        <c:v>140.50299999999999</c:v>
                      </c:pt>
                      <c:pt idx="2728">
                        <c:v>141.83699999999999</c:v>
                      </c:pt>
                      <c:pt idx="2729">
                        <c:v>139.50299999999999</c:v>
                      </c:pt>
                      <c:pt idx="2730">
                        <c:v>137.00299999999999</c:v>
                      </c:pt>
                      <c:pt idx="2731">
                        <c:v>137.75299999999999</c:v>
                      </c:pt>
                      <c:pt idx="2732">
                        <c:v>135.16999999999999</c:v>
                      </c:pt>
                      <c:pt idx="2733">
                        <c:v>140.16999999999999</c:v>
                      </c:pt>
                      <c:pt idx="2734">
                        <c:v>141.87799999999999</c:v>
                      </c:pt>
                      <c:pt idx="2735">
                        <c:v>137.001</c:v>
                      </c:pt>
                      <c:pt idx="2736">
                        <c:v>142.643</c:v>
                      </c:pt>
                      <c:pt idx="2737">
                        <c:v>143.50299999999999</c:v>
                      </c:pt>
                      <c:pt idx="2738">
                        <c:v>148.83699999999999</c:v>
                      </c:pt>
                      <c:pt idx="2739">
                        <c:v>147.50299999999999</c:v>
                      </c:pt>
                      <c:pt idx="2740">
                        <c:v>147.83699999999999</c:v>
                      </c:pt>
                      <c:pt idx="2741">
                        <c:v>150.33699999999999</c:v>
                      </c:pt>
                      <c:pt idx="2742">
                        <c:v>150.084</c:v>
                      </c:pt>
                      <c:pt idx="2743">
                        <c:v>148.66999999999999</c:v>
                      </c:pt>
                      <c:pt idx="2744">
                        <c:v>148.50299999999999</c:v>
                      </c:pt>
                      <c:pt idx="2745">
                        <c:v>145.00299999999999</c:v>
                      </c:pt>
                      <c:pt idx="2746">
                        <c:v>147.66999999999999</c:v>
                      </c:pt>
                      <c:pt idx="2747">
                        <c:v>149.00299999999999</c:v>
                      </c:pt>
                      <c:pt idx="2748">
                        <c:v>148.62700000000001</c:v>
                      </c:pt>
                      <c:pt idx="2749">
                        <c:v>149.44200000000001</c:v>
                      </c:pt>
                      <c:pt idx="2750">
                        <c:v>153.96</c:v>
                      </c:pt>
                      <c:pt idx="2751">
                        <c:v>155.55099999999999</c:v>
                      </c:pt>
                      <c:pt idx="2752">
                        <c:v>148.97399999999999</c:v>
                      </c:pt>
                      <c:pt idx="2753">
                        <c:v>148.833</c:v>
                      </c:pt>
                      <c:pt idx="2754">
                        <c:v>145.875</c:v>
                      </c:pt>
                      <c:pt idx="2755">
                        <c:v>143.345</c:v>
                      </c:pt>
                      <c:pt idx="2756">
                        <c:v>144.667</c:v>
                      </c:pt>
                      <c:pt idx="2757">
                        <c:v>142.72499999999999</c:v>
                      </c:pt>
                      <c:pt idx="2758">
                        <c:v>142.089</c:v>
                      </c:pt>
                      <c:pt idx="2759">
                        <c:v>141.48699999999999</c:v>
                      </c:pt>
                      <c:pt idx="2760">
                        <c:v>139.82499999999999</c:v>
                      </c:pt>
                      <c:pt idx="2761">
                        <c:v>137.46199999999999</c:v>
                      </c:pt>
                      <c:pt idx="2762">
                        <c:v>139.15799999999999</c:v>
                      </c:pt>
                      <c:pt idx="2763">
                        <c:v>140.15799999999999</c:v>
                      </c:pt>
                      <c:pt idx="2764">
                        <c:v>141.506</c:v>
                      </c:pt>
                      <c:pt idx="2765">
                        <c:v>141.87299999999999</c:v>
                      </c:pt>
                      <c:pt idx="2766">
                        <c:v>143.15799999999999</c:v>
                      </c:pt>
                      <c:pt idx="2767">
                        <c:v>147.58699999999999</c:v>
                      </c:pt>
                      <c:pt idx="2768">
                        <c:v>145.11699999999999</c:v>
                      </c:pt>
                      <c:pt idx="2769">
                        <c:v>144.89400000000001</c:v>
                      </c:pt>
                      <c:pt idx="2770">
                        <c:v>147</c:v>
                      </c:pt>
                      <c:pt idx="2771">
                        <c:v>149.333</c:v>
                      </c:pt>
                      <c:pt idx="2772">
                        <c:v>153.87299999999999</c:v>
                      </c:pt>
                      <c:pt idx="2773">
                        <c:v>155.94900000000001</c:v>
                      </c:pt>
                      <c:pt idx="2774">
                        <c:v>155.011</c:v>
                      </c:pt>
                      <c:pt idx="2775">
                        <c:v>154.667</c:v>
                      </c:pt>
                      <c:pt idx="2776">
                        <c:v>155</c:v>
                      </c:pt>
                      <c:pt idx="2777">
                        <c:v>153.655</c:v>
                      </c:pt>
                      <c:pt idx="2778">
                        <c:v>152.333</c:v>
                      </c:pt>
                      <c:pt idx="2779">
                        <c:v>150.143</c:v>
                      </c:pt>
                      <c:pt idx="2780">
                        <c:v>149.09700000000001</c:v>
                      </c:pt>
                      <c:pt idx="2781">
                        <c:v>148.13800000000001</c:v>
                      </c:pt>
                      <c:pt idx="2782">
                        <c:v>149.18100000000001</c:v>
                      </c:pt>
                      <c:pt idx="2783">
                        <c:v>152.87100000000001</c:v>
                      </c:pt>
                      <c:pt idx="2784">
                        <c:v>158.92500000000001</c:v>
                      </c:pt>
                      <c:pt idx="2785">
                        <c:v>161.85599999999999</c:v>
                      </c:pt>
                      <c:pt idx="2786">
                        <c:v>162.755</c:v>
                      </c:pt>
                      <c:pt idx="2787">
                        <c:v>169.17099999999999</c:v>
                      </c:pt>
                      <c:pt idx="2788">
                        <c:v>181.61</c:v>
                      </c:pt>
                      <c:pt idx="2789">
                        <c:v>184.9</c:v>
                      </c:pt>
                      <c:pt idx="2790">
                        <c:v>203.429</c:v>
                      </c:pt>
                      <c:pt idx="2791">
                        <c:v>206.84800000000001</c:v>
                      </c:pt>
                      <c:pt idx="2792">
                        <c:v>222.863</c:v>
                      </c:pt>
                      <c:pt idx="2793">
                        <c:v>239.48599999999999</c:v>
                      </c:pt>
                      <c:pt idx="2794">
                        <c:v>250.62200000000001</c:v>
                      </c:pt>
                      <c:pt idx="2795">
                        <c:v>222.79499999999999</c:v>
                      </c:pt>
                      <c:pt idx="2796">
                        <c:v>204.39699999999999</c:v>
                      </c:pt>
                      <c:pt idx="2797">
                        <c:v>189.04300000000001</c:v>
                      </c:pt>
                      <c:pt idx="2798">
                        <c:v>182.245</c:v>
                      </c:pt>
                      <c:pt idx="2799">
                        <c:v>185.68199999999999</c:v>
                      </c:pt>
                      <c:pt idx="2800">
                        <c:v>186.91200000000001</c:v>
                      </c:pt>
                      <c:pt idx="2801">
                        <c:v>186.85900000000001</c:v>
                      </c:pt>
                      <c:pt idx="2802">
                        <c:v>186.69</c:v>
                      </c:pt>
                      <c:pt idx="2803">
                        <c:v>189.642</c:v>
                      </c:pt>
                      <c:pt idx="2804">
                        <c:v>194.68</c:v>
                      </c:pt>
                      <c:pt idx="2805">
                        <c:v>194.95599999999999</c:v>
                      </c:pt>
                      <c:pt idx="2806">
                        <c:v>195.41</c:v>
                      </c:pt>
                      <c:pt idx="2807">
                        <c:v>200.03700000000001</c:v>
                      </c:pt>
                      <c:pt idx="2808">
                        <c:v>223.61</c:v>
                      </c:pt>
                      <c:pt idx="2809">
                        <c:v>230.452</c:v>
                      </c:pt>
                      <c:pt idx="2810">
                        <c:v>223.77099999999999</c:v>
                      </c:pt>
                      <c:pt idx="2811">
                        <c:v>216.07900000000001</c:v>
                      </c:pt>
                      <c:pt idx="2812">
                        <c:v>218.798</c:v>
                      </c:pt>
                      <c:pt idx="2813">
                        <c:v>227.44499999999999</c:v>
                      </c:pt>
                      <c:pt idx="2814">
                        <c:v>232.87299999999999</c:v>
                      </c:pt>
                      <c:pt idx="2815">
                        <c:v>221.226</c:v>
                      </c:pt>
                      <c:pt idx="2816">
                        <c:v>228.875</c:v>
                      </c:pt>
                      <c:pt idx="2817">
                        <c:v>227.16399999999999</c:v>
                      </c:pt>
                      <c:pt idx="2818">
                        <c:v>226.93</c:v>
                      </c:pt>
                      <c:pt idx="2819">
                        <c:v>227.88499999999999</c:v>
                      </c:pt>
                      <c:pt idx="2820">
                        <c:v>232.60300000000001</c:v>
                      </c:pt>
                      <c:pt idx="2821">
                        <c:v>228.505</c:v>
                      </c:pt>
                      <c:pt idx="2822">
                        <c:v>226.43799999999999</c:v>
                      </c:pt>
                      <c:pt idx="2823">
                        <c:v>224.00200000000001</c:v>
                      </c:pt>
                      <c:pt idx="2824">
                        <c:v>223.702</c:v>
                      </c:pt>
                      <c:pt idx="2825">
                        <c:v>226.04</c:v>
                      </c:pt>
                      <c:pt idx="2826">
                        <c:v>220.941</c:v>
                      </c:pt>
                      <c:pt idx="2827">
                        <c:v>222.98099999999999</c:v>
                      </c:pt>
                      <c:pt idx="2828">
                        <c:v>219.946</c:v>
                      </c:pt>
                      <c:pt idx="2829">
                        <c:v>205.51</c:v>
                      </c:pt>
                      <c:pt idx="2830">
                        <c:v>207.91800000000001</c:v>
                      </c:pt>
                      <c:pt idx="2831">
                        <c:v>200.96299999999999</c:v>
                      </c:pt>
                      <c:pt idx="2832">
                        <c:v>199.297</c:v>
                      </c:pt>
                      <c:pt idx="2833">
                        <c:v>198.23099999999999</c:v>
                      </c:pt>
                      <c:pt idx="2834">
                        <c:v>203.958</c:v>
                      </c:pt>
                      <c:pt idx="2835">
                        <c:v>208.08500000000001</c:v>
                      </c:pt>
                      <c:pt idx="2836">
                        <c:v>203.35400000000001</c:v>
                      </c:pt>
                      <c:pt idx="2837">
                        <c:v>197.99299999999999</c:v>
                      </c:pt>
                      <c:pt idx="2838">
                        <c:v>198.18700000000001</c:v>
                      </c:pt>
                      <c:pt idx="2839">
                        <c:v>196.423</c:v>
                      </c:pt>
                      <c:pt idx="2840">
                        <c:v>193.89699999999999</c:v>
                      </c:pt>
                      <c:pt idx="2841">
                        <c:v>197.86799999999999</c:v>
                      </c:pt>
                      <c:pt idx="2842">
                        <c:v>198.20099999999999</c:v>
                      </c:pt>
                      <c:pt idx="2843">
                        <c:v>199.197</c:v>
                      </c:pt>
                      <c:pt idx="2844">
                        <c:v>195.255</c:v>
                      </c:pt>
                      <c:pt idx="2845">
                        <c:v>190.46199999999999</c:v>
                      </c:pt>
                      <c:pt idx="2846">
                        <c:v>190.852</c:v>
                      </c:pt>
                      <c:pt idx="2847">
                        <c:v>190.05699999999999</c:v>
                      </c:pt>
                      <c:pt idx="2848">
                        <c:v>189.00899999999999</c:v>
                      </c:pt>
                      <c:pt idx="2849">
                        <c:v>191.16200000000001</c:v>
                      </c:pt>
                      <c:pt idx="2850">
                        <c:v>196.376</c:v>
                      </c:pt>
                      <c:pt idx="2851">
                        <c:v>200.654</c:v>
                      </c:pt>
                      <c:pt idx="2852">
                        <c:v>206.80500000000001</c:v>
                      </c:pt>
                      <c:pt idx="2853">
                        <c:v>215.74700000000001</c:v>
                      </c:pt>
                      <c:pt idx="2854">
                        <c:v>226.827</c:v>
                      </c:pt>
                      <c:pt idx="2855">
                        <c:v>228.35900000000001</c:v>
                      </c:pt>
                      <c:pt idx="2856">
                        <c:v>221.87700000000001</c:v>
                      </c:pt>
                      <c:pt idx="2857">
                        <c:v>229.09200000000001</c:v>
                      </c:pt>
                      <c:pt idx="2858">
                        <c:v>229.02699999999999</c:v>
                      </c:pt>
                      <c:pt idx="2859">
                        <c:v>225.74700000000001</c:v>
                      </c:pt>
                      <c:pt idx="2860">
                        <c:v>220.58600000000001</c:v>
                      </c:pt>
                      <c:pt idx="2861">
                        <c:v>221.61699999999999</c:v>
                      </c:pt>
                      <c:pt idx="2862">
                        <c:v>218.678</c:v>
                      </c:pt>
                      <c:pt idx="2863">
                        <c:v>215.91399999999999</c:v>
                      </c:pt>
                      <c:pt idx="2864">
                        <c:v>214.381</c:v>
                      </c:pt>
                      <c:pt idx="2865">
                        <c:v>215.89599999999999</c:v>
                      </c:pt>
                      <c:pt idx="2866">
                        <c:v>215.72399999999999</c:v>
                      </c:pt>
                      <c:pt idx="2867">
                        <c:v>215.54</c:v>
                      </c:pt>
                      <c:pt idx="2868">
                        <c:v>214.226</c:v>
                      </c:pt>
                      <c:pt idx="2869">
                        <c:v>214.39599999999999</c:v>
                      </c:pt>
                      <c:pt idx="2870">
                        <c:v>211.11699999999999</c:v>
                      </c:pt>
                      <c:pt idx="2871">
                        <c:v>209.22300000000001</c:v>
                      </c:pt>
                      <c:pt idx="2872">
                        <c:v>208.88</c:v>
                      </c:pt>
                      <c:pt idx="2873">
                        <c:v>205.548</c:v>
                      </c:pt>
                      <c:pt idx="2874">
                        <c:v>203.6</c:v>
                      </c:pt>
                      <c:pt idx="2875">
                        <c:v>200.02500000000001</c:v>
                      </c:pt>
                      <c:pt idx="2876">
                        <c:v>200.32900000000001</c:v>
                      </c:pt>
                      <c:pt idx="2877">
                        <c:v>205.92099999999999</c:v>
                      </c:pt>
                      <c:pt idx="2878">
                        <c:v>205.27500000000001</c:v>
                      </c:pt>
                      <c:pt idx="2879">
                        <c:v>200.411</c:v>
                      </c:pt>
                      <c:pt idx="2880">
                        <c:v>195.809</c:v>
                      </c:pt>
                      <c:pt idx="2881">
                        <c:v>195.67599999999999</c:v>
                      </c:pt>
                      <c:pt idx="2882">
                        <c:v>199.58600000000001</c:v>
                      </c:pt>
                      <c:pt idx="2883">
                        <c:v>197.80500000000001</c:v>
                      </c:pt>
                      <c:pt idx="2884">
                        <c:v>197.87700000000001</c:v>
                      </c:pt>
                      <c:pt idx="2885">
                        <c:v>197.90100000000001</c:v>
                      </c:pt>
                      <c:pt idx="2886">
                        <c:v>192.018</c:v>
                      </c:pt>
                      <c:pt idx="2887">
                        <c:v>192.33799999999999</c:v>
                      </c:pt>
                      <c:pt idx="2888">
                        <c:v>192.227</c:v>
                      </c:pt>
                      <c:pt idx="2889">
                        <c:v>193.661</c:v>
                      </c:pt>
                      <c:pt idx="2890">
                        <c:v>195.57400000000001</c:v>
                      </c:pt>
                      <c:pt idx="2891">
                        <c:v>198.24700000000001</c:v>
                      </c:pt>
                      <c:pt idx="2892">
                        <c:v>202.46299999999999</c:v>
                      </c:pt>
                      <c:pt idx="2893">
                        <c:v>202.197</c:v>
                      </c:pt>
                      <c:pt idx="2894">
                        <c:v>198.131</c:v>
                      </c:pt>
                      <c:pt idx="2895">
                        <c:v>198.17400000000001</c:v>
                      </c:pt>
                      <c:pt idx="2896">
                        <c:v>200.41900000000001</c:v>
                      </c:pt>
                      <c:pt idx="2897">
                        <c:v>195.49</c:v>
                      </c:pt>
                      <c:pt idx="2898">
                        <c:v>196.03800000000001</c:v>
                      </c:pt>
                      <c:pt idx="2899">
                        <c:v>197.74199999999999</c:v>
                      </c:pt>
                      <c:pt idx="2900">
                        <c:v>198.785</c:v>
                      </c:pt>
                      <c:pt idx="2901">
                        <c:v>197.005</c:v>
                      </c:pt>
                      <c:pt idx="2902">
                        <c:v>196.72399999999999</c:v>
                      </c:pt>
                      <c:pt idx="2903">
                        <c:v>194.99100000000001</c:v>
                      </c:pt>
                      <c:pt idx="2904">
                        <c:v>200.07</c:v>
                      </c:pt>
                      <c:pt idx="2905">
                        <c:v>199.566</c:v>
                      </c:pt>
                      <c:pt idx="2906">
                        <c:v>198.15</c:v>
                      </c:pt>
                      <c:pt idx="2907">
                        <c:v>198.15899999999999</c:v>
                      </c:pt>
                      <c:pt idx="2908">
                        <c:v>198.75700000000001</c:v>
                      </c:pt>
                      <c:pt idx="2909">
                        <c:v>200.72200000000001</c:v>
                      </c:pt>
                      <c:pt idx="2910">
                        <c:v>201.18899999999999</c:v>
                      </c:pt>
                      <c:pt idx="2911">
                        <c:v>202.69</c:v>
                      </c:pt>
                      <c:pt idx="2912">
                        <c:v>202.94900000000001</c:v>
                      </c:pt>
                      <c:pt idx="2913">
                        <c:v>203.851</c:v>
                      </c:pt>
                      <c:pt idx="2914">
                        <c:v>202.822</c:v>
                      </c:pt>
                      <c:pt idx="2915">
                        <c:v>207.68600000000001</c:v>
                      </c:pt>
                      <c:pt idx="2916">
                        <c:v>213.602</c:v>
                      </c:pt>
                      <c:pt idx="2917">
                        <c:v>220.9</c:v>
                      </c:pt>
                      <c:pt idx="2918">
                        <c:v>223.48099999999999</c:v>
                      </c:pt>
                      <c:pt idx="2919">
                        <c:v>221.845</c:v>
                      </c:pt>
                      <c:pt idx="2920">
                        <c:v>220.77199999999999</c:v>
                      </c:pt>
                      <c:pt idx="2921">
                        <c:v>217.25299999999999</c:v>
                      </c:pt>
                      <c:pt idx="2922">
                        <c:v>215.56700000000001</c:v>
                      </c:pt>
                      <c:pt idx="2923">
                        <c:v>216.96199999999999</c:v>
                      </c:pt>
                      <c:pt idx="2924">
                        <c:v>219.107</c:v>
                      </c:pt>
                      <c:pt idx="2925">
                        <c:v>217.87100000000001</c:v>
                      </c:pt>
                      <c:pt idx="2926">
                        <c:v>213.89099999999999</c:v>
                      </c:pt>
                      <c:pt idx="2927">
                        <c:v>214.59</c:v>
                      </c:pt>
                      <c:pt idx="2928">
                        <c:v>217.96299999999999</c:v>
                      </c:pt>
                      <c:pt idx="2929">
                        <c:v>216.51400000000001</c:v>
                      </c:pt>
                      <c:pt idx="2930">
                        <c:v>220.46199999999999</c:v>
                      </c:pt>
                      <c:pt idx="2931">
                        <c:v>220.73500000000001</c:v>
                      </c:pt>
                      <c:pt idx="2932">
                        <c:v>221.42699999999999</c:v>
                      </c:pt>
                      <c:pt idx="2933">
                        <c:v>225.785</c:v>
                      </c:pt>
                      <c:pt idx="2934">
                        <c:v>224.33500000000001</c:v>
                      </c:pt>
                      <c:pt idx="2935">
                        <c:v>225.61</c:v>
                      </c:pt>
                      <c:pt idx="2936">
                        <c:v>223.167</c:v>
                      </c:pt>
                      <c:pt idx="2937">
                        <c:v>222.66399999999999</c:v>
                      </c:pt>
                      <c:pt idx="2938">
                        <c:v>227.62799999999999</c:v>
                      </c:pt>
                      <c:pt idx="2939">
                        <c:v>234.32</c:v>
                      </c:pt>
                      <c:pt idx="2940">
                        <c:v>235.732</c:v>
                      </c:pt>
                      <c:pt idx="2941">
                        <c:v>231.845</c:v>
                      </c:pt>
                      <c:pt idx="2942">
                        <c:v>226.76</c:v>
                      </c:pt>
                      <c:pt idx="2943">
                        <c:v>224.35</c:v>
                      </c:pt>
                      <c:pt idx="2944">
                        <c:v>223.84299999999999</c:v>
                      </c:pt>
                      <c:pt idx="2945">
                        <c:v>227.684</c:v>
                      </c:pt>
                      <c:pt idx="2946">
                        <c:v>225.78399999999999</c:v>
                      </c:pt>
                      <c:pt idx="2947">
                        <c:v>224.61500000000001</c:v>
                      </c:pt>
                      <c:pt idx="2948">
                        <c:v>226.46</c:v>
                      </c:pt>
                      <c:pt idx="2949">
                        <c:v>224.947</c:v>
                      </c:pt>
                      <c:pt idx="2950">
                        <c:v>227.096</c:v>
                      </c:pt>
                      <c:pt idx="2951">
                        <c:v>231.68799999999999</c:v>
                      </c:pt>
                      <c:pt idx="2952">
                        <c:v>236.953</c:v>
                      </c:pt>
                      <c:pt idx="2953">
                        <c:v>240.21700000000001</c:v>
                      </c:pt>
                      <c:pt idx="2954">
                        <c:v>238.15199999999999</c:v>
                      </c:pt>
                      <c:pt idx="2955">
                        <c:v>233.49600000000001</c:v>
                      </c:pt>
                      <c:pt idx="2956">
                        <c:v>234.49100000000001</c:v>
                      </c:pt>
                      <c:pt idx="2957">
                        <c:v>238.67699999999999</c:v>
                      </c:pt>
                      <c:pt idx="2958">
                        <c:v>243.11600000000001</c:v>
                      </c:pt>
                      <c:pt idx="2959">
                        <c:v>245.49700000000001</c:v>
                      </c:pt>
                      <c:pt idx="2960">
                        <c:v>245.20599999999999</c:v>
                      </c:pt>
                      <c:pt idx="2961">
                        <c:v>251.21</c:v>
                      </c:pt>
                      <c:pt idx="2962">
                        <c:v>252.64500000000001</c:v>
                      </c:pt>
                      <c:pt idx="2963">
                        <c:v>249.054</c:v>
                      </c:pt>
                      <c:pt idx="2964">
                        <c:v>250.31</c:v>
                      </c:pt>
                      <c:pt idx="2965">
                        <c:v>251.703</c:v>
                      </c:pt>
                      <c:pt idx="2966">
                        <c:v>255.67400000000001</c:v>
                      </c:pt>
                      <c:pt idx="2967">
                        <c:v>255.26900000000001</c:v>
                      </c:pt>
                      <c:pt idx="2968">
                        <c:v>255.39500000000001</c:v>
                      </c:pt>
                      <c:pt idx="2969">
                        <c:v>259.11599999999999</c:v>
                      </c:pt>
                      <c:pt idx="2970">
                        <c:v>262.84100000000001</c:v>
                      </c:pt>
                      <c:pt idx="2971">
                        <c:v>267.58100000000002</c:v>
                      </c:pt>
                      <c:pt idx="2972">
                        <c:v>274.75400000000002</c:v>
                      </c:pt>
                      <c:pt idx="2973">
                        <c:v>290.98899999999998</c:v>
                      </c:pt>
                      <c:pt idx="2974">
                        <c:v>289.233</c:v>
                      </c:pt>
                      <c:pt idx="2975">
                        <c:v>284.06</c:v>
                      </c:pt>
                      <c:pt idx="2976">
                        <c:v>275.88799999999998</c:v>
                      </c:pt>
                      <c:pt idx="2977">
                        <c:v>273.38499999999999</c:v>
                      </c:pt>
                      <c:pt idx="2978">
                        <c:v>278.40199999999999</c:v>
                      </c:pt>
                      <c:pt idx="2979">
                        <c:v>287.13099999999997</c:v>
                      </c:pt>
                      <c:pt idx="2980">
                        <c:v>287.38900000000001</c:v>
                      </c:pt>
                      <c:pt idx="2981">
                        <c:v>281.00900000000001</c:v>
                      </c:pt>
                      <c:pt idx="2982">
                        <c:v>283.72399999999999</c:v>
                      </c:pt>
                      <c:pt idx="2983">
                        <c:v>281.61399999999998</c:v>
                      </c:pt>
                      <c:pt idx="2984">
                        <c:v>279.59500000000003</c:v>
                      </c:pt>
                      <c:pt idx="2985">
                        <c:v>275.65300000000002</c:v>
                      </c:pt>
                      <c:pt idx="2986">
                        <c:v>274.08100000000002</c:v>
                      </c:pt>
                      <c:pt idx="2987">
                        <c:v>274.387</c:v>
                      </c:pt>
                      <c:pt idx="2988">
                        <c:v>273.27800000000002</c:v>
                      </c:pt>
                      <c:pt idx="2989">
                        <c:v>269.072</c:v>
                      </c:pt>
                      <c:pt idx="2990">
                        <c:v>262.65499999999997</c:v>
                      </c:pt>
                      <c:pt idx="2991">
                        <c:v>249.316</c:v>
                      </c:pt>
                      <c:pt idx="2992">
                        <c:v>257.03300000000002</c:v>
                      </c:pt>
                      <c:pt idx="2993">
                        <c:v>265.34899999999999</c:v>
                      </c:pt>
                      <c:pt idx="2994">
                        <c:v>282.52999999999997</c:v>
                      </c:pt>
                      <c:pt idx="2995">
                        <c:v>290.892</c:v>
                      </c:pt>
                      <c:pt idx="2996">
                        <c:v>294.64299999999997</c:v>
                      </c:pt>
                      <c:pt idx="2997">
                        <c:v>302.149</c:v>
                      </c:pt>
                      <c:pt idx="2998">
                        <c:v>316.02300000000002</c:v>
                      </c:pt>
                      <c:pt idx="2999">
                        <c:v>312.90699999999998</c:v>
                      </c:pt>
                      <c:pt idx="3000">
                        <c:v>305.92700000000002</c:v>
                      </c:pt>
                      <c:pt idx="3001">
                        <c:v>304.21199999999999</c:v>
                      </c:pt>
                      <c:pt idx="3002">
                        <c:v>298.76799999999997</c:v>
                      </c:pt>
                      <c:pt idx="3003">
                        <c:v>286.08100000000002</c:v>
                      </c:pt>
                      <c:pt idx="3004">
                        <c:v>281.964</c:v>
                      </c:pt>
                      <c:pt idx="3005">
                        <c:v>287.04399999999998</c:v>
                      </c:pt>
                      <c:pt idx="3006">
                        <c:v>279.63799999999998</c:v>
                      </c:pt>
                      <c:pt idx="3007">
                        <c:v>277.41500000000002</c:v>
                      </c:pt>
                      <c:pt idx="3008">
                        <c:v>270.81900000000002</c:v>
                      </c:pt>
                      <c:pt idx="3009">
                        <c:v>283.70999999999998</c:v>
                      </c:pt>
                      <c:pt idx="3010">
                        <c:v>286.61200000000002</c:v>
                      </c:pt>
                      <c:pt idx="3011">
                        <c:v>280.77999999999997</c:v>
                      </c:pt>
                      <c:pt idx="3012">
                        <c:v>275.11099999999999</c:v>
                      </c:pt>
                      <c:pt idx="3013">
                        <c:v>278.31400000000002</c:v>
                      </c:pt>
                      <c:pt idx="3014">
                        <c:v>282.32900000000001</c:v>
                      </c:pt>
                      <c:pt idx="3015">
                        <c:v>280.54599999999999</c:v>
                      </c:pt>
                      <c:pt idx="3016">
                        <c:v>277.29899999999998</c:v>
                      </c:pt>
                      <c:pt idx="3017">
                        <c:v>264.83600000000001</c:v>
                      </c:pt>
                      <c:pt idx="3018">
                        <c:v>262.46600000000001</c:v>
                      </c:pt>
                      <c:pt idx="3019">
                        <c:v>269.24099999999999</c:v>
                      </c:pt>
                      <c:pt idx="3020">
                        <c:v>264.279</c:v>
                      </c:pt>
                      <c:pt idx="3021">
                        <c:v>266.99599999999998</c:v>
                      </c:pt>
                      <c:pt idx="3022">
                        <c:v>266.24799999999999</c:v>
                      </c:pt>
                      <c:pt idx="3023">
                        <c:v>260.67700000000002</c:v>
                      </c:pt>
                      <c:pt idx="3024">
                        <c:v>248.126</c:v>
                      </c:pt>
                      <c:pt idx="3025">
                        <c:v>251.011</c:v>
                      </c:pt>
                      <c:pt idx="3026">
                        <c:v>256.82900000000001</c:v>
                      </c:pt>
                      <c:pt idx="3027">
                        <c:v>260.57799999999997</c:v>
                      </c:pt>
                      <c:pt idx="3028">
                        <c:v>265.63</c:v>
                      </c:pt>
                      <c:pt idx="3029">
                        <c:v>264.56</c:v>
                      </c:pt>
                      <c:pt idx="3030">
                        <c:v>262.78100000000001</c:v>
                      </c:pt>
                      <c:pt idx="3031">
                        <c:v>268.56799999999998</c:v>
                      </c:pt>
                      <c:pt idx="3032">
                        <c:v>281.32499999999999</c:v>
                      </c:pt>
                      <c:pt idx="3033">
                        <c:v>276.90800000000002</c:v>
                      </c:pt>
                      <c:pt idx="3034">
                        <c:v>276.56599999999997</c:v>
                      </c:pt>
                      <c:pt idx="3035">
                        <c:v>271.98</c:v>
                      </c:pt>
                      <c:pt idx="3036">
                        <c:v>271.185</c:v>
                      </c:pt>
                      <c:pt idx="3037">
                        <c:v>273.05700000000002</c:v>
                      </c:pt>
                      <c:pt idx="3038">
                        <c:v>275.34100000000001</c:v>
                      </c:pt>
                      <c:pt idx="3039">
                        <c:v>275.53899999999999</c:v>
                      </c:pt>
                      <c:pt idx="3040">
                        <c:v>280.18200000000002</c:v>
                      </c:pt>
                      <c:pt idx="3041">
                        <c:v>281.20299999999997</c:v>
                      </c:pt>
                      <c:pt idx="3042">
                        <c:v>280.80200000000002</c:v>
                      </c:pt>
                      <c:pt idx="3043">
                        <c:v>279.012</c:v>
                      </c:pt>
                      <c:pt idx="3044">
                        <c:v>278.17899999999997</c:v>
                      </c:pt>
                      <c:pt idx="3045">
                        <c:v>283.471</c:v>
                      </c:pt>
                      <c:pt idx="3046">
                        <c:v>288.81900000000002</c:v>
                      </c:pt>
                      <c:pt idx="3047">
                        <c:v>287.887</c:v>
                      </c:pt>
                      <c:pt idx="3048">
                        <c:v>295.52199999999999</c:v>
                      </c:pt>
                      <c:pt idx="3049">
                        <c:v>299.24200000000002</c:v>
                      </c:pt>
                      <c:pt idx="3050">
                        <c:v>300.34399999999999</c:v>
                      </c:pt>
                      <c:pt idx="3051">
                        <c:v>305.471</c:v>
                      </c:pt>
                      <c:pt idx="3052">
                        <c:v>313.97000000000003</c:v>
                      </c:pt>
                      <c:pt idx="3053">
                        <c:v>313.25099999999998</c:v>
                      </c:pt>
                      <c:pt idx="3054">
                        <c:v>302.63799999999998</c:v>
                      </c:pt>
                      <c:pt idx="3055">
                        <c:v>298.065</c:v>
                      </c:pt>
                      <c:pt idx="3056">
                        <c:v>297.375</c:v>
                      </c:pt>
                      <c:pt idx="3057">
                        <c:v>300.61599999999999</c:v>
                      </c:pt>
                      <c:pt idx="3058">
                        <c:v>302.57100000000003</c:v>
                      </c:pt>
                      <c:pt idx="3059">
                        <c:v>302.81900000000002</c:v>
                      </c:pt>
                      <c:pt idx="3060">
                        <c:v>298.68400000000003</c:v>
                      </c:pt>
                      <c:pt idx="3061">
                        <c:v>296.41000000000003</c:v>
                      </c:pt>
                      <c:pt idx="3062">
                        <c:v>295.81799999999998</c:v>
                      </c:pt>
                      <c:pt idx="3063">
                        <c:v>294.40699999999998</c:v>
                      </c:pt>
                      <c:pt idx="3064">
                        <c:v>292.81700000000001</c:v>
                      </c:pt>
                      <c:pt idx="3065">
                        <c:v>296.12400000000002</c:v>
                      </c:pt>
                      <c:pt idx="3066">
                        <c:v>297.66500000000002</c:v>
                      </c:pt>
                      <c:pt idx="3067">
                        <c:v>297.93299999999999</c:v>
                      </c:pt>
                      <c:pt idx="3068">
                        <c:v>301.61900000000003</c:v>
                      </c:pt>
                      <c:pt idx="3069">
                        <c:v>299.82299999999998</c:v>
                      </c:pt>
                      <c:pt idx="3070">
                        <c:v>309.13499999999999</c:v>
                      </c:pt>
                      <c:pt idx="3071">
                        <c:v>315.04899999999998</c:v>
                      </c:pt>
                      <c:pt idx="3072">
                        <c:v>321.37</c:v>
                      </c:pt>
                      <c:pt idx="3073">
                        <c:v>329.31799999999998</c:v>
                      </c:pt>
                      <c:pt idx="3074">
                        <c:v>331.43</c:v>
                      </c:pt>
                      <c:pt idx="3075">
                        <c:v>335.423</c:v>
                      </c:pt>
                      <c:pt idx="3076">
                        <c:v>331.07900000000001</c:v>
                      </c:pt>
                      <c:pt idx="3077">
                        <c:v>344.529</c:v>
                      </c:pt>
                      <c:pt idx="3078">
                        <c:v>356.12700000000001</c:v>
                      </c:pt>
                      <c:pt idx="3079">
                        <c:v>357.11900000000003</c:v>
                      </c:pt>
                      <c:pt idx="3080">
                        <c:v>363.48899999999998</c:v>
                      </c:pt>
                      <c:pt idx="3081">
                        <c:v>354.24700000000001</c:v>
                      </c:pt>
                      <c:pt idx="3082">
                        <c:v>343.76600000000002</c:v>
                      </c:pt>
                      <c:pt idx="3083">
                        <c:v>351.14100000000002</c:v>
                      </c:pt>
                      <c:pt idx="3084">
                        <c:v>344.88600000000002</c:v>
                      </c:pt>
                      <c:pt idx="3085">
                        <c:v>342.03</c:v>
                      </c:pt>
                      <c:pt idx="3086">
                        <c:v>327.57499999999999</c:v>
                      </c:pt>
                      <c:pt idx="3087">
                        <c:v>331</c:v>
                      </c:pt>
                      <c:pt idx="3088">
                        <c:v>330.62799999999999</c:v>
                      </c:pt>
                      <c:pt idx="3089">
                        <c:v>345.69299999999998</c:v>
                      </c:pt>
                      <c:pt idx="3090">
                        <c:v>341.44400000000002</c:v>
                      </c:pt>
                      <c:pt idx="3091">
                        <c:v>338.99599999999998</c:v>
                      </c:pt>
                      <c:pt idx="3092">
                        <c:v>340.053</c:v>
                      </c:pt>
                      <c:pt idx="3093">
                        <c:v>355.00099999999998</c:v>
                      </c:pt>
                      <c:pt idx="3094">
                        <c:v>365.846</c:v>
                      </c:pt>
                      <c:pt idx="3095">
                        <c:v>373.03199999999998</c:v>
                      </c:pt>
                      <c:pt idx="3096">
                        <c:v>386.68700000000001</c:v>
                      </c:pt>
                      <c:pt idx="3097">
                        <c:v>375.404</c:v>
                      </c:pt>
                      <c:pt idx="3098">
                        <c:v>369.72199999999998</c:v>
                      </c:pt>
                      <c:pt idx="3099">
                        <c:v>372.46899999999999</c:v>
                      </c:pt>
                      <c:pt idx="3100">
                        <c:v>359.11399999999998</c:v>
                      </c:pt>
                      <c:pt idx="3101">
                        <c:v>352.46499999999997</c:v>
                      </c:pt>
                      <c:pt idx="3102">
                        <c:v>348.19400000000002</c:v>
                      </c:pt>
                      <c:pt idx="3103">
                        <c:v>345.39400000000001</c:v>
                      </c:pt>
                      <c:pt idx="3104">
                        <c:v>337.12200000000001</c:v>
                      </c:pt>
                      <c:pt idx="3105">
                        <c:v>331.755</c:v>
                      </c:pt>
                      <c:pt idx="3106">
                        <c:v>334.36399999999998</c:v>
                      </c:pt>
                      <c:pt idx="3107">
                        <c:v>335.83199999999999</c:v>
                      </c:pt>
                      <c:pt idx="3108">
                        <c:v>344.27300000000002</c:v>
                      </c:pt>
                      <c:pt idx="3109">
                        <c:v>330.63900000000001</c:v>
                      </c:pt>
                      <c:pt idx="3110">
                        <c:v>325.94900000000001</c:v>
                      </c:pt>
                      <c:pt idx="3111">
                        <c:v>318.92599999999999</c:v>
                      </c:pt>
                      <c:pt idx="3112">
                        <c:v>317.87099999999998</c:v>
                      </c:pt>
                      <c:pt idx="3113">
                        <c:v>313.98200000000003</c:v>
                      </c:pt>
                      <c:pt idx="3114">
                        <c:v>314.94799999999998</c:v>
                      </c:pt>
                      <c:pt idx="3115">
                        <c:v>308.714</c:v>
                      </c:pt>
                      <c:pt idx="3116">
                        <c:v>305.94600000000003</c:v>
                      </c:pt>
                      <c:pt idx="3117">
                        <c:v>299.11700000000002</c:v>
                      </c:pt>
                      <c:pt idx="3118">
                        <c:v>297.68700000000001</c:v>
                      </c:pt>
                      <c:pt idx="3119">
                        <c:v>301.69799999999998</c:v>
                      </c:pt>
                      <c:pt idx="3120">
                        <c:v>295.78899999999999</c:v>
                      </c:pt>
                      <c:pt idx="3121">
                        <c:v>280.00200000000001</c:v>
                      </c:pt>
                      <c:pt idx="3122">
                        <c:v>273.322</c:v>
                      </c:pt>
                      <c:pt idx="3123">
                        <c:v>280.36</c:v>
                      </c:pt>
                      <c:pt idx="3124">
                        <c:v>275.83300000000003</c:v>
                      </c:pt>
                      <c:pt idx="3125">
                        <c:v>286.95</c:v>
                      </c:pt>
                      <c:pt idx="3126">
                        <c:v>295.084</c:v>
                      </c:pt>
                      <c:pt idx="3127">
                        <c:v>296.36200000000002</c:v>
                      </c:pt>
                      <c:pt idx="3128">
                        <c:v>292.327</c:v>
                      </c:pt>
                      <c:pt idx="3129">
                        <c:v>290.59399999999999</c:v>
                      </c:pt>
                      <c:pt idx="3130">
                        <c:v>286.84800000000001</c:v>
                      </c:pt>
                      <c:pt idx="3131">
                        <c:v>287.81</c:v>
                      </c:pt>
                      <c:pt idx="3132">
                        <c:v>293.38900000000001</c:v>
                      </c:pt>
                      <c:pt idx="3133">
                        <c:v>299.51299999999998</c:v>
                      </c:pt>
                      <c:pt idx="3134">
                        <c:v>305.17500000000001</c:v>
                      </c:pt>
                      <c:pt idx="3135">
                        <c:v>304.024</c:v>
                      </c:pt>
                      <c:pt idx="3136">
                        <c:v>311.52499999999998</c:v>
                      </c:pt>
                      <c:pt idx="3137">
                        <c:v>309.76900000000001</c:v>
                      </c:pt>
                      <c:pt idx="3138">
                        <c:v>306.476</c:v>
                      </c:pt>
                      <c:pt idx="3139">
                        <c:v>297.71199999999999</c:v>
                      </c:pt>
                      <c:pt idx="3140">
                        <c:v>291.46499999999997</c:v>
                      </c:pt>
                      <c:pt idx="3141">
                        <c:v>288.86</c:v>
                      </c:pt>
                      <c:pt idx="3142">
                        <c:v>291.43599999999998</c:v>
                      </c:pt>
                      <c:pt idx="3143">
                        <c:v>289.81</c:v>
                      </c:pt>
                      <c:pt idx="3144">
                        <c:v>280.76799999999997</c:v>
                      </c:pt>
                      <c:pt idx="3145">
                        <c:v>279.834</c:v>
                      </c:pt>
                      <c:pt idx="3146">
                        <c:v>287.94200000000001</c:v>
                      </c:pt>
                      <c:pt idx="3147">
                        <c:v>289.70999999999998</c:v>
                      </c:pt>
                      <c:pt idx="3148">
                        <c:v>291.59699999999998</c:v>
                      </c:pt>
                      <c:pt idx="3149">
                        <c:v>288.37099999999998</c:v>
                      </c:pt>
                      <c:pt idx="3150">
                        <c:v>281.27999999999997</c:v>
                      </c:pt>
                      <c:pt idx="3151">
                        <c:v>286.863</c:v>
                      </c:pt>
                      <c:pt idx="3152">
                        <c:v>292.60000000000002</c:v>
                      </c:pt>
                      <c:pt idx="3153">
                        <c:v>291.95400000000001</c:v>
                      </c:pt>
                      <c:pt idx="3154">
                        <c:v>297.84800000000001</c:v>
                      </c:pt>
                      <c:pt idx="3155">
                        <c:v>302.322</c:v>
                      </c:pt>
                      <c:pt idx="3156">
                        <c:v>303.392</c:v>
                      </c:pt>
                      <c:pt idx="3157">
                        <c:v>299.51799999999997</c:v>
                      </c:pt>
                      <c:pt idx="3158">
                        <c:v>303.30200000000002</c:v>
                      </c:pt>
                      <c:pt idx="3159">
                        <c:v>301.25099999999998</c:v>
                      </c:pt>
                      <c:pt idx="3160">
                        <c:v>298.67899999999997</c:v>
                      </c:pt>
                      <c:pt idx="3161">
                        <c:v>296.2</c:v>
                      </c:pt>
                      <c:pt idx="3162">
                        <c:v>299.07400000000001</c:v>
                      </c:pt>
                      <c:pt idx="3163">
                        <c:v>297.32600000000002</c:v>
                      </c:pt>
                      <c:pt idx="3164">
                        <c:v>299.01</c:v>
                      </c:pt>
                      <c:pt idx="3165">
                        <c:v>305.98099999999999</c:v>
                      </c:pt>
                      <c:pt idx="3166">
                        <c:v>307.99799999999999</c:v>
                      </c:pt>
                      <c:pt idx="3167">
                        <c:v>307.697</c:v>
                      </c:pt>
                      <c:pt idx="3168">
                        <c:v>312.56599999999997</c:v>
                      </c:pt>
                      <c:pt idx="3169">
                        <c:v>312.66500000000002</c:v>
                      </c:pt>
                      <c:pt idx="3170">
                        <c:v>308.06900000000002</c:v>
                      </c:pt>
                      <c:pt idx="3171">
                        <c:v>305.60899999999998</c:v>
                      </c:pt>
                      <c:pt idx="3172">
                        <c:v>304.767</c:v>
                      </c:pt>
                      <c:pt idx="3173">
                        <c:v>302.23899999999998</c:v>
                      </c:pt>
                      <c:pt idx="3174">
                        <c:v>306.39499999999998</c:v>
                      </c:pt>
                      <c:pt idx="3175">
                        <c:v>304.62299999999999</c:v>
                      </c:pt>
                      <c:pt idx="3176">
                        <c:v>301.63900000000001</c:v>
                      </c:pt>
                      <c:pt idx="3177">
                        <c:v>298.73</c:v>
                      </c:pt>
                      <c:pt idx="3178">
                        <c:v>290.67500000000001</c:v>
                      </c:pt>
                      <c:pt idx="3179">
                        <c:v>284.25400000000002</c:v>
                      </c:pt>
                      <c:pt idx="3180">
                        <c:v>281.55399999999997</c:v>
                      </c:pt>
                      <c:pt idx="3181">
                        <c:v>285.63099999999997</c:v>
                      </c:pt>
                      <c:pt idx="3182">
                        <c:v>291.14100000000002</c:v>
                      </c:pt>
                      <c:pt idx="3183">
                        <c:v>300.67</c:v>
                      </c:pt>
                      <c:pt idx="3184">
                        <c:v>307.709</c:v>
                      </c:pt>
                      <c:pt idx="3185">
                        <c:v>309.06099999999998</c:v>
                      </c:pt>
                      <c:pt idx="3186">
                        <c:v>311.24799999999999</c:v>
                      </c:pt>
                      <c:pt idx="3187">
                        <c:v>309.005</c:v>
                      </c:pt>
                      <c:pt idx="3188">
                        <c:v>301.56799999999998</c:v>
                      </c:pt>
                      <c:pt idx="3189">
                        <c:v>297.97300000000001</c:v>
                      </c:pt>
                      <c:pt idx="3190">
                        <c:v>293.87900000000002</c:v>
                      </c:pt>
                      <c:pt idx="3191">
                        <c:v>286.096</c:v>
                      </c:pt>
                      <c:pt idx="3192">
                        <c:v>302.57400000000001</c:v>
                      </c:pt>
                      <c:pt idx="3193">
                        <c:v>312.66500000000002</c:v>
                      </c:pt>
                      <c:pt idx="3194">
                        <c:v>303.10899999999998</c:v>
                      </c:pt>
                      <c:pt idx="3195">
                        <c:v>285.40699999999998</c:v>
                      </c:pt>
                      <c:pt idx="3196">
                        <c:v>277.33</c:v>
                      </c:pt>
                      <c:pt idx="3197">
                        <c:v>273.04700000000003</c:v>
                      </c:pt>
                      <c:pt idx="3198">
                        <c:v>271.41199999999998</c:v>
                      </c:pt>
                      <c:pt idx="3199">
                        <c:v>279.30599999999998</c:v>
                      </c:pt>
                      <c:pt idx="3200">
                        <c:v>277.303</c:v>
                      </c:pt>
                      <c:pt idx="3201">
                        <c:v>280.28199999999998</c:v>
                      </c:pt>
                      <c:pt idx="3202">
                        <c:v>269.93299999999999</c:v>
                      </c:pt>
                      <c:pt idx="3203">
                        <c:v>265.05599999999998</c:v>
                      </c:pt>
                      <c:pt idx="3204">
                        <c:v>257.91899999999998</c:v>
                      </c:pt>
                      <c:pt idx="3205">
                        <c:v>256.12400000000002</c:v>
                      </c:pt>
                      <c:pt idx="3206">
                        <c:v>260.58300000000003</c:v>
                      </c:pt>
                      <c:pt idx="3207">
                        <c:v>263.22000000000003</c:v>
                      </c:pt>
                      <c:pt idx="3208">
                        <c:v>261.62400000000002</c:v>
                      </c:pt>
                      <c:pt idx="3209">
                        <c:v>260.72300000000001</c:v>
                      </c:pt>
                      <c:pt idx="3210">
                        <c:v>255.58699999999999</c:v>
                      </c:pt>
                      <c:pt idx="3211">
                        <c:v>256.08</c:v>
                      </c:pt>
                      <c:pt idx="3212">
                        <c:v>254.279</c:v>
                      </c:pt>
                      <c:pt idx="3213">
                        <c:v>259.86399999999998</c:v>
                      </c:pt>
                      <c:pt idx="3214">
                        <c:v>267.61900000000003</c:v>
                      </c:pt>
                      <c:pt idx="3215">
                        <c:v>270.63900000000001</c:v>
                      </c:pt>
                      <c:pt idx="3216">
                        <c:v>274.79300000000001</c:v>
                      </c:pt>
                      <c:pt idx="3217">
                        <c:v>273.41899999999998</c:v>
                      </c:pt>
                      <c:pt idx="3218">
                        <c:v>276.98599999999999</c:v>
                      </c:pt>
                      <c:pt idx="3219">
                        <c:v>278.14299999999997</c:v>
                      </c:pt>
                      <c:pt idx="3220">
                        <c:v>273.84800000000001</c:v>
                      </c:pt>
                      <c:pt idx="3221">
                        <c:v>267.27300000000002</c:v>
                      </c:pt>
                      <c:pt idx="3222">
                        <c:v>260.31599999999997</c:v>
                      </c:pt>
                      <c:pt idx="3223">
                        <c:v>255.715</c:v>
                      </c:pt>
                      <c:pt idx="3224">
                        <c:v>251.75200000000001</c:v>
                      </c:pt>
                      <c:pt idx="3225">
                        <c:v>253.00899999999999</c:v>
                      </c:pt>
                      <c:pt idx="3226">
                        <c:v>250.12700000000001</c:v>
                      </c:pt>
                      <c:pt idx="3227">
                        <c:v>250.422</c:v>
                      </c:pt>
                      <c:pt idx="3228">
                        <c:v>247.11</c:v>
                      </c:pt>
                      <c:pt idx="3229">
                        <c:v>246.08799999999999</c:v>
                      </c:pt>
                      <c:pt idx="3230">
                        <c:v>245.59299999999999</c:v>
                      </c:pt>
                      <c:pt idx="3231">
                        <c:v>242.46899999999999</c:v>
                      </c:pt>
                      <c:pt idx="3232">
                        <c:v>242.84399999999999</c:v>
                      </c:pt>
                      <c:pt idx="3233">
                        <c:v>243.839</c:v>
                      </c:pt>
                      <c:pt idx="3234">
                        <c:v>243.642</c:v>
                      </c:pt>
                      <c:pt idx="3235">
                        <c:v>246.77099999999999</c:v>
                      </c:pt>
                      <c:pt idx="3236">
                        <c:v>249.44499999999999</c:v>
                      </c:pt>
                      <c:pt idx="3237">
                        <c:v>248.29599999999999</c:v>
                      </c:pt>
                      <c:pt idx="3238">
                        <c:v>243.28</c:v>
                      </c:pt>
                      <c:pt idx="3239">
                        <c:v>244.19499999999999</c:v>
                      </c:pt>
                      <c:pt idx="3240">
                        <c:v>248.67500000000001</c:v>
                      </c:pt>
                      <c:pt idx="3241">
                        <c:v>250.03399999999999</c:v>
                      </c:pt>
                      <c:pt idx="3242">
                        <c:v>246.512</c:v>
                      </c:pt>
                      <c:pt idx="3243">
                        <c:v>244.77099999999999</c:v>
                      </c:pt>
                      <c:pt idx="3244">
                        <c:v>241.90100000000001</c:v>
                      </c:pt>
                      <c:pt idx="3245">
                        <c:v>235.84899999999999</c:v>
                      </c:pt>
                      <c:pt idx="3246">
                        <c:v>234.96100000000001</c:v>
                      </c:pt>
                      <c:pt idx="3247">
                        <c:v>239.68299999999999</c:v>
                      </c:pt>
                      <c:pt idx="3248">
                        <c:v>239.45699999999999</c:v>
                      </c:pt>
                      <c:pt idx="3249">
                        <c:v>247.39500000000001</c:v>
                      </c:pt>
                      <c:pt idx="3250">
                        <c:v>253.029</c:v>
                      </c:pt>
                      <c:pt idx="3251">
                        <c:v>252.10599999999999</c:v>
                      </c:pt>
                      <c:pt idx="3252">
                        <c:v>255.488</c:v>
                      </c:pt>
                      <c:pt idx="3253">
                        <c:v>252.64</c:v>
                      </c:pt>
                      <c:pt idx="3254">
                        <c:v>260.005</c:v>
                      </c:pt>
                      <c:pt idx="3255">
                        <c:v>250.15199999999999</c:v>
                      </c:pt>
                      <c:pt idx="3256">
                        <c:v>245.76599999999999</c:v>
                      </c:pt>
                      <c:pt idx="3257">
                        <c:v>250.18799999999999</c:v>
                      </c:pt>
                      <c:pt idx="3258">
                        <c:v>256.62</c:v>
                      </c:pt>
                      <c:pt idx="3259">
                        <c:v>249.989</c:v>
                      </c:pt>
                      <c:pt idx="3260">
                        <c:v>239.99199999999999</c:v>
                      </c:pt>
                      <c:pt idx="3261">
                        <c:v>245.643</c:v>
                      </c:pt>
                      <c:pt idx="3262">
                        <c:v>243.52799999999999</c:v>
                      </c:pt>
                      <c:pt idx="3263">
                        <c:v>244.98500000000001</c:v>
                      </c:pt>
                      <c:pt idx="3264">
                        <c:v>254.12100000000001</c:v>
                      </c:pt>
                      <c:pt idx="3265">
                        <c:v>252.464</c:v>
                      </c:pt>
                      <c:pt idx="3266">
                        <c:v>253.27</c:v>
                      </c:pt>
                      <c:pt idx="3267">
                        <c:v>252.91900000000001</c:v>
                      </c:pt>
                      <c:pt idx="3268">
                        <c:v>252.863</c:v>
                      </c:pt>
                      <c:pt idx="3269">
                        <c:v>255.34</c:v>
                      </c:pt>
                      <c:pt idx="3270">
                        <c:v>250.98699999999999</c:v>
                      </c:pt>
                      <c:pt idx="3271">
                        <c:v>250.339</c:v>
                      </c:pt>
                      <c:pt idx="3272">
                        <c:v>253.32400000000001</c:v>
                      </c:pt>
                      <c:pt idx="3273">
                        <c:v>254.964</c:v>
                      </c:pt>
                      <c:pt idx="3274">
                        <c:v>253.56399999999999</c:v>
                      </c:pt>
                      <c:pt idx="3275">
                        <c:v>248.87299999999999</c:v>
                      </c:pt>
                      <c:pt idx="3276">
                        <c:v>242.74600000000001</c:v>
                      </c:pt>
                      <c:pt idx="3277">
                        <c:v>240.672</c:v>
                      </c:pt>
                      <c:pt idx="3278">
                        <c:v>238.99799999999999</c:v>
                      </c:pt>
                      <c:pt idx="3279">
                        <c:v>240.44</c:v>
                      </c:pt>
                      <c:pt idx="3280">
                        <c:v>244.73</c:v>
                      </c:pt>
                      <c:pt idx="3281">
                        <c:v>246.56700000000001</c:v>
                      </c:pt>
                      <c:pt idx="3282">
                        <c:v>249.07599999999999</c:v>
                      </c:pt>
                      <c:pt idx="3283">
                        <c:v>250.66399999999999</c:v>
                      </c:pt>
                      <c:pt idx="3284">
                        <c:v>255.06299999999999</c:v>
                      </c:pt>
                      <c:pt idx="3285">
                        <c:v>260.59199999999998</c:v>
                      </c:pt>
                      <c:pt idx="3286">
                        <c:v>261.94900000000001</c:v>
                      </c:pt>
                      <c:pt idx="3287">
                        <c:v>262.52100000000002</c:v>
                      </c:pt>
                      <c:pt idx="3288">
                        <c:v>253.56299999999999</c:v>
                      </c:pt>
                      <c:pt idx="3289">
                        <c:v>247.38399999999999</c:v>
                      </c:pt>
                      <c:pt idx="3290">
                        <c:v>254.363</c:v>
                      </c:pt>
                      <c:pt idx="3291">
                        <c:v>276.36200000000002</c:v>
                      </c:pt>
                      <c:pt idx="3292">
                        <c:v>281.81</c:v>
                      </c:pt>
                      <c:pt idx="3293">
                        <c:v>290.44</c:v>
                      </c:pt>
                      <c:pt idx="3294">
                        <c:v>269.75099999999998</c:v>
                      </c:pt>
                      <c:pt idx="3295">
                        <c:v>273.81200000000001</c:v>
                      </c:pt>
                      <c:pt idx="3296">
                        <c:v>283.14699999999999</c:v>
                      </c:pt>
                      <c:pt idx="3297">
                        <c:v>281.36500000000001</c:v>
                      </c:pt>
                      <c:pt idx="3298">
                        <c:v>279.75700000000001</c:v>
                      </c:pt>
                      <c:pt idx="3299">
                        <c:v>274.97000000000003</c:v>
                      </c:pt>
                      <c:pt idx="3300">
                        <c:v>275.49900000000002</c:v>
                      </c:pt>
                      <c:pt idx="3301">
                        <c:v>275.8</c:v>
                      </c:pt>
                      <c:pt idx="3302">
                        <c:v>276.46100000000001</c:v>
                      </c:pt>
                      <c:pt idx="3303">
                        <c:v>272.87299999999999</c:v>
                      </c:pt>
                      <c:pt idx="3304">
                        <c:v>273.89</c:v>
                      </c:pt>
                      <c:pt idx="3305">
                        <c:v>267.15800000000002</c:v>
                      </c:pt>
                      <c:pt idx="3306">
                        <c:v>270.74599999999998</c:v>
                      </c:pt>
                      <c:pt idx="3307">
                        <c:v>270.62</c:v>
                      </c:pt>
                      <c:pt idx="3308">
                        <c:v>265.07600000000002</c:v>
                      </c:pt>
                      <c:pt idx="3309">
                        <c:v>253.51</c:v>
                      </c:pt>
                      <c:pt idx="3310">
                        <c:v>250.827</c:v>
                      </c:pt>
                      <c:pt idx="3311">
                        <c:v>246.63200000000001</c:v>
                      </c:pt>
                      <c:pt idx="3312">
                        <c:v>247.291</c:v>
                      </c:pt>
                      <c:pt idx="3313">
                        <c:v>245.16900000000001</c:v>
                      </c:pt>
                      <c:pt idx="3314">
                        <c:v>244.12700000000001</c:v>
                      </c:pt>
                      <c:pt idx="3315">
                        <c:v>246.10900000000001</c:v>
                      </c:pt>
                      <c:pt idx="3316">
                        <c:v>244.91</c:v>
                      </c:pt>
                      <c:pt idx="3317">
                        <c:v>241.95099999999999</c:v>
                      </c:pt>
                      <c:pt idx="3318">
                        <c:v>242.76599999999999</c:v>
                      </c:pt>
                      <c:pt idx="3319">
                        <c:v>240.45699999999999</c:v>
                      </c:pt>
                      <c:pt idx="3320">
                        <c:v>240.65299999999999</c:v>
                      </c:pt>
                      <c:pt idx="3321">
                        <c:v>242.309</c:v>
                      </c:pt>
                      <c:pt idx="3322">
                        <c:v>242.58799999999999</c:v>
                      </c:pt>
                      <c:pt idx="3323">
                        <c:v>241.864</c:v>
                      </c:pt>
                      <c:pt idx="3324">
                        <c:v>242.40700000000001</c:v>
                      </c:pt>
                      <c:pt idx="3325">
                        <c:v>242.197</c:v>
                      </c:pt>
                      <c:pt idx="3326">
                        <c:v>241.64500000000001</c:v>
                      </c:pt>
                      <c:pt idx="3327">
                        <c:v>242.82499999999999</c:v>
                      </c:pt>
                      <c:pt idx="3328">
                        <c:v>241.88</c:v>
                      </c:pt>
                      <c:pt idx="3329">
                        <c:v>243.27099999999999</c:v>
                      </c:pt>
                      <c:pt idx="3330">
                        <c:v>237.815</c:v>
                      </c:pt>
                      <c:pt idx="3331">
                        <c:v>231.80500000000001</c:v>
                      </c:pt>
                      <c:pt idx="3332">
                        <c:v>232.65600000000001</c:v>
                      </c:pt>
                      <c:pt idx="3333">
                        <c:v>234.64699999999999</c:v>
                      </c:pt>
                      <c:pt idx="3334">
                        <c:v>237.30500000000001</c:v>
                      </c:pt>
                      <c:pt idx="3335">
                        <c:v>234.232</c:v>
                      </c:pt>
                      <c:pt idx="3336">
                        <c:v>232.214</c:v>
                      </c:pt>
                      <c:pt idx="3337">
                        <c:v>231.34700000000001</c:v>
                      </c:pt>
                      <c:pt idx="3338">
                        <c:v>230.13300000000001</c:v>
                      </c:pt>
                      <c:pt idx="3339">
                        <c:v>229.55</c:v>
                      </c:pt>
                      <c:pt idx="3340">
                        <c:v>234.042</c:v>
                      </c:pt>
                      <c:pt idx="3341">
                        <c:v>236.07</c:v>
                      </c:pt>
                      <c:pt idx="3342">
                        <c:v>234.73699999999999</c:v>
                      </c:pt>
                      <c:pt idx="3343">
                        <c:v>234.44399999999999</c:v>
                      </c:pt>
                      <c:pt idx="3344">
                        <c:v>235.24299999999999</c:v>
                      </c:pt>
                      <c:pt idx="3345">
                        <c:v>234.137</c:v>
                      </c:pt>
                      <c:pt idx="3346">
                        <c:v>236.02</c:v>
                      </c:pt>
                      <c:pt idx="3347">
                        <c:v>237.88200000000001</c:v>
                      </c:pt>
                      <c:pt idx="3348">
                        <c:v>241.267</c:v>
                      </c:pt>
                      <c:pt idx="3349">
                        <c:v>242.453</c:v>
                      </c:pt>
                      <c:pt idx="3350">
                        <c:v>240.49100000000001</c:v>
                      </c:pt>
                      <c:pt idx="3351">
                        <c:v>237.21199999999999</c:v>
                      </c:pt>
                      <c:pt idx="3352">
                        <c:v>233.994</c:v>
                      </c:pt>
                      <c:pt idx="3353">
                        <c:v>234.727</c:v>
                      </c:pt>
                      <c:pt idx="3354">
                        <c:v>235.92500000000001</c:v>
                      </c:pt>
                      <c:pt idx="3355">
                        <c:v>238.94499999999999</c:v>
                      </c:pt>
                      <c:pt idx="3356">
                        <c:v>238.29400000000001</c:v>
                      </c:pt>
                      <c:pt idx="3357">
                        <c:v>235</c:v>
                      </c:pt>
                      <c:pt idx="3358">
                        <c:v>229.077</c:v>
                      </c:pt>
                      <c:pt idx="3359">
                        <c:v>228.369</c:v>
                      </c:pt>
                      <c:pt idx="3360">
                        <c:v>232.54400000000001</c:v>
                      </c:pt>
                      <c:pt idx="3361">
                        <c:v>235.33500000000001</c:v>
                      </c:pt>
                      <c:pt idx="3362">
                        <c:v>236.482</c:v>
                      </c:pt>
                      <c:pt idx="3363">
                        <c:v>236.74700000000001</c:v>
                      </c:pt>
                      <c:pt idx="3364">
                        <c:v>232.28299999999999</c:v>
                      </c:pt>
                      <c:pt idx="3365">
                        <c:v>229.989</c:v>
                      </c:pt>
                      <c:pt idx="3366">
                        <c:v>226.417</c:v>
                      </c:pt>
                      <c:pt idx="3367">
                        <c:v>228.06700000000001</c:v>
                      </c:pt>
                      <c:pt idx="3368">
                        <c:v>228.042</c:v>
                      </c:pt>
                      <c:pt idx="3369">
                        <c:v>230.19499999999999</c:v>
                      </c:pt>
                      <c:pt idx="3370">
                        <c:v>225.238</c:v>
                      </c:pt>
                      <c:pt idx="3371">
                        <c:v>228.08</c:v>
                      </c:pt>
                      <c:pt idx="3372">
                        <c:v>223.678</c:v>
                      </c:pt>
                      <c:pt idx="3373">
                        <c:v>221.1</c:v>
                      </c:pt>
                      <c:pt idx="3374">
                        <c:v>222.27</c:v>
                      </c:pt>
                      <c:pt idx="3375">
                        <c:v>228.61199999999999</c:v>
                      </c:pt>
                      <c:pt idx="3376">
                        <c:v>231.30500000000001</c:v>
                      </c:pt>
                      <c:pt idx="3377">
                        <c:v>229.018</c:v>
                      </c:pt>
                      <c:pt idx="3378">
                        <c:v>228.77199999999999</c:v>
                      </c:pt>
                      <c:pt idx="3379">
                        <c:v>231.91</c:v>
                      </c:pt>
                      <c:pt idx="3380">
                        <c:v>223.95</c:v>
                      </c:pt>
                      <c:pt idx="3381">
                        <c:v>223.58500000000001</c:v>
                      </c:pt>
                      <c:pt idx="3382">
                        <c:v>220.857</c:v>
                      </c:pt>
                      <c:pt idx="3383">
                        <c:v>230.15</c:v>
                      </c:pt>
                      <c:pt idx="3384">
                        <c:v>236.00299999999999</c:v>
                      </c:pt>
                      <c:pt idx="3385">
                        <c:v>237.49299999999999</c:v>
                      </c:pt>
                      <c:pt idx="3386">
                        <c:v>233.50800000000001</c:v>
                      </c:pt>
                      <c:pt idx="3387">
                        <c:v>228.292</c:v>
                      </c:pt>
                      <c:pt idx="3388">
                        <c:v>226.726</c:v>
                      </c:pt>
                      <c:pt idx="3389">
                        <c:v>225.32499999999999</c:v>
                      </c:pt>
                      <c:pt idx="3390">
                        <c:v>223.61199999999999</c:v>
                      </c:pt>
                      <c:pt idx="3391">
                        <c:v>223.6</c:v>
                      </c:pt>
                      <c:pt idx="3392">
                        <c:v>224.166</c:v>
                      </c:pt>
                      <c:pt idx="3393">
                        <c:v>224.81299999999999</c:v>
                      </c:pt>
                      <c:pt idx="3394">
                        <c:v>224.654</c:v>
                      </c:pt>
                      <c:pt idx="3395">
                        <c:v>225.43100000000001</c:v>
                      </c:pt>
                      <c:pt idx="3396">
                        <c:v>225.41800000000001</c:v>
                      </c:pt>
                      <c:pt idx="3397">
                        <c:v>223.88499999999999</c:v>
                      </c:pt>
                      <c:pt idx="3398">
                        <c:v>221.63900000000001</c:v>
                      </c:pt>
                      <c:pt idx="3399">
                        <c:v>222.83799999999999</c:v>
                      </c:pt>
                      <c:pt idx="3400">
                        <c:v>226.66800000000001</c:v>
                      </c:pt>
                      <c:pt idx="3401">
                        <c:v>225.51599999999999</c:v>
                      </c:pt>
                      <c:pt idx="3402">
                        <c:v>225.27699999999999</c:v>
                      </c:pt>
                      <c:pt idx="3403">
                        <c:v>225.899</c:v>
                      </c:pt>
                      <c:pt idx="3404">
                        <c:v>228.012</c:v>
                      </c:pt>
                      <c:pt idx="3405">
                        <c:v>228.05699999999999</c:v>
                      </c:pt>
                      <c:pt idx="3406">
                        <c:v>226.46600000000001</c:v>
                      </c:pt>
                      <c:pt idx="3407">
                        <c:v>225.17599999999999</c:v>
                      </c:pt>
                      <c:pt idx="3408">
                        <c:v>220.26</c:v>
                      </c:pt>
                      <c:pt idx="3409">
                        <c:v>216.7</c:v>
                      </c:pt>
                      <c:pt idx="3410">
                        <c:v>220.57400000000001</c:v>
                      </c:pt>
                      <c:pt idx="3411">
                        <c:v>218.536</c:v>
                      </c:pt>
                      <c:pt idx="3412">
                        <c:v>217.167</c:v>
                      </c:pt>
                      <c:pt idx="3413">
                        <c:v>217.262</c:v>
                      </c:pt>
                      <c:pt idx="3414">
                        <c:v>213.685</c:v>
                      </c:pt>
                      <c:pt idx="3415">
                        <c:v>213.10900000000001</c:v>
                      </c:pt>
                      <c:pt idx="3416">
                        <c:v>219.52</c:v>
                      </c:pt>
                      <c:pt idx="3417">
                        <c:v>219.89699999999999</c:v>
                      </c:pt>
                      <c:pt idx="3418">
                        <c:v>222.26599999999999</c:v>
                      </c:pt>
                      <c:pt idx="3419">
                        <c:v>223.846</c:v>
                      </c:pt>
                      <c:pt idx="3420">
                        <c:v>220.261</c:v>
                      </c:pt>
                      <c:pt idx="3421">
                        <c:v>219.994</c:v>
                      </c:pt>
                      <c:pt idx="3422">
                        <c:v>219.79400000000001</c:v>
                      </c:pt>
                      <c:pt idx="3423">
                        <c:v>217.67</c:v>
                      </c:pt>
                      <c:pt idx="3424">
                        <c:v>215.61</c:v>
                      </c:pt>
                      <c:pt idx="3425">
                        <c:v>221.333</c:v>
                      </c:pt>
                      <c:pt idx="3426">
                        <c:v>223.239</c:v>
                      </c:pt>
                      <c:pt idx="3427">
                        <c:v>216.94300000000001</c:v>
                      </c:pt>
                      <c:pt idx="3428">
                        <c:v>216.29</c:v>
                      </c:pt>
                      <c:pt idx="3429">
                        <c:v>214.292</c:v>
                      </c:pt>
                      <c:pt idx="3430">
                        <c:v>212.423</c:v>
                      </c:pt>
                      <c:pt idx="3431">
                        <c:v>214.04599999999999</c:v>
                      </c:pt>
                      <c:pt idx="3432">
                        <c:v>215.15</c:v>
                      </c:pt>
                      <c:pt idx="3433">
                        <c:v>214.67500000000001</c:v>
                      </c:pt>
                      <c:pt idx="3434">
                        <c:v>215.99100000000001</c:v>
                      </c:pt>
                      <c:pt idx="3435">
                        <c:v>219.351</c:v>
                      </c:pt>
                      <c:pt idx="3436">
                        <c:v>218.452</c:v>
                      </c:pt>
                      <c:pt idx="3437">
                        <c:v>218.417</c:v>
                      </c:pt>
                      <c:pt idx="3438">
                        <c:v>216.708</c:v>
                      </c:pt>
                      <c:pt idx="3439">
                        <c:v>216.124</c:v>
                      </c:pt>
                      <c:pt idx="3440">
                        <c:v>218.71700000000001</c:v>
                      </c:pt>
                      <c:pt idx="3441">
                        <c:v>218.03899999999999</c:v>
                      </c:pt>
                      <c:pt idx="3442">
                        <c:v>218.16</c:v>
                      </c:pt>
                      <c:pt idx="3443">
                        <c:v>217.33799999999999</c:v>
                      </c:pt>
                      <c:pt idx="3444">
                        <c:v>213.553</c:v>
                      </c:pt>
                      <c:pt idx="3445">
                        <c:v>212.63900000000001</c:v>
                      </c:pt>
                      <c:pt idx="3446">
                        <c:v>216.90100000000001</c:v>
                      </c:pt>
                      <c:pt idx="3447">
                        <c:v>221.107</c:v>
                      </c:pt>
                      <c:pt idx="3448">
                        <c:v>224.17099999999999</c:v>
                      </c:pt>
                      <c:pt idx="3449">
                        <c:v>229.328</c:v>
                      </c:pt>
                      <c:pt idx="3450">
                        <c:v>234.35400000000001</c:v>
                      </c:pt>
                      <c:pt idx="3451">
                        <c:v>230.6</c:v>
                      </c:pt>
                      <c:pt idx="3452">
                        <c:v>228.315</c:v>
                      </c:pt>
                      <c:pt idx="3453">
                        <c:v>225.50800000000001</c:v>
                      </c:pt>
                      <c:pt idx="3454">
                        <c:v>224.95099999999999</c:v>
                      </c:pt>
                      <c:pt idx="3455">
                        <c:v>225.65199999999999</c:v>
                      </c:pt>
                      <c:pt idx="3456">
                        <c:v>230.43899999999999</c:v>
                      </c:pt>
                      <c:pt idx="3457">
                        <c:v>230.24100000000001</c:v>
                      </c:pt>
                      <c:pt idx="3458">
                        <c:v>229.208</c:v>
                      </c:pt>
                      <c:pt idx="3459">
                        <c:v>228.11199999999999</c:v>
                      </c:pt>
                      <c:pt idx="3460">
                        <c:v>233.93100000000001</c:v>
                      </c:pt>
                      <c:pt idx="3461">
                        <c:v>237.86</c:v>
                      </c:pt>
                      <c:pt idx="3462">
                        <c:v>237.423</c:v>
                      </c:pt>
                      <c:pt idx="3463">
                        <c:v>235.91900000000001</c:v>
                      </c:pt>
                      <c:pt idx="3464">
                        <c:v>236.64</c:v>
                      </c:pt>
                      <c:pt idx="3465">
                        <c:v>233.07</c:v>
                      </c:pt>
                      <c:pt idx="3466">
                        <c:v>231.92699999999999</c:v>
                      </c:pt>
                      <c:pt idx="3467">
                        <c:v>230.506</c:v>
                      </c:pt>
                      <c:pt idx="3468">
                        <c:v>229.38900000000001</c:v>
                      </c:pt>
                      <c:pt idx="3469">
                        <c:v>228.786</c:v>
                      </c:pt>
                      <c:pt idx="3470">
                        <c:v>227.489</c:v>
                      </c:pt>
                      <c:pt idx="3471">
                        <c:v>230.755</c:v>
                      </c:pt>
                      <c:pt idx="3472">
                        <c:v>230.76499999999999</c:v>
                      </c:pt>
                      <c:pt idx="3473">
                        <c:v>230.715</c:v>
                      </c:pt>
                      <c:pt idx="3474">
                        <c:v>236.346</c:v>
                      </c:pt>
                      <c:pt idx="3475">
                        <c:v>233.12299999999999</c:v>
                      </c:pt>
                      <c:pt idx="3476">
                        <c:v>233.495</c:v>
                      </c:pt>
                      <c:pt idx="3477">
                        <c:v>231.65700000000001</c:v>
                      </c:pt>
                      <c:pt idx="3478">
                        <c:v>228.208</c:v>
                      </c:pt>
                      <c:pt idx="3479">
                        <c:v>225.97200000000001</c:v>
                      </c:pt>
                      <c:pt idx="3480">
                        <c:v>224.482</c:v>
                      </c:pt>
                      <c:pt idx="3481">
                        <c:v>225.09299999999999</c:v>
                      </c:pt>
                      <c:pt idx="3482">
                        <c:v>226.03299999999999</c:v>
                      </c:pt>
                      <c:pt idx="3483">
                        <c:v>225.60499999999999</c:v>
                      </c:pt>
                      <c:pt idx="3484">
                        <c:v>229.02500000000001</c:v>
                      </c:pt>
                      <c:pt idx="3485">
                        <c:v>231.74799999999999</c:v>
                      </c:pt>
                      <c:pt idx="3486">
                        <c:v>235.191</c:v>
                      </c:pt>
                      <c:pt idx="3487">
                        <c:v>235.61099999999999</c:v>
                      </c:pt>
                      <c:pt idx="3488">
                        <c:v>233.18</c:v>
                      </c:pt>
                      <c:pt idx="3489">
                        <c:v>233.56200000000001</c:v>
                      </c:pt>
                      <c:pt idx="3490">
                        <c:v>235.09800000000001</c:v>
                      </c:pt>
                      <c:pt idx="3491">
                        <c:v>239.13800000000001</c:v>
                      </c:pt>
                      <c:pt idx="3492">
                        <c:v>236.59</c:v>
                      </c:pt>
                      <c:pt idx="3493">
                        <c:v>236.851</c:v>
                      </c:pt>
                      <c:pt idx="3494">
                        <c:v>234.56700000000001</c:v>
                      </c:pt>
                      <c:pt idx="3495">
                        <c:v>234.03</c:v>
                      </c:pt>
                      <c:pt idx="3496">
                        <c:v>233.65799999999999</c:v>
                      </c:pt>
                      <c:pt idx="3497">
                        <c:v>232.47300000000001</c:v>
                      </c:pt>
                      <c:pt idx="3498">
                        <c:v>234.24199999999999</c:v>
                      </c:pt>
                      <c:pt idx="3499">
                        <c:v>234.62799999999999</c:v>
                      </c:pt>
                      <c:pt idx="3500">
                        <c:v>232.67099999999999</c:v>
                      </c:pt>
                      <c:pt idx="3501">
                        <c:v>230.57599999999999</c:v>
                      </c:pt>
                      <c:pt idx="3502">
                        <c:v>228.446</c:v>
                      </c:pt>
                      <c:pt idx="3503">
                        <c:v>228.12799999999999</c:v>
                      </c:pt>
                      <c:pt idx="3504">
                        <c:v>224.15</c:v>
                      </c:pt>
                      <c:pt idx="3505">
                        <c:v>222.46700000000001</c:v>
                      </c:pt>
                      <c:pt idx="3506">
                        <c:v>222.25700000000001</c:v>
                      </c:pt>
                      <c:pt idx="3507">
                        <c:v>222.714</c:v>
                      </c:pt>
                      <c:pt idx="3508">
                        <c:v>221.39400000000001</c:v>
                      </c:pt>
                      <c:pt idx="3509">
                        <c:v>222.47300000000001</c:v>
                      </c:pt>
                      <c:pt idx="3510">
                        <c:v>221.40600000000001</c:v>
                      </c:pt>
                      <c:pt idx="3511">
                        <c:v>221.08600000000001</c:v>
                      </c:pt>
                      <c:pt idx="3512">
                        <c:v>219.03100000000001</c:v>
                      </c:pt>
                      <c:pt idx="3513">
                        <c:v>218.05099999999999</c:v>
                      </c:pt>
                      <c:pt idx="3514">
                        <c:v>220.405</c:v>
                      </c:pt>
                      <c:pt idx="3515">
                        <c:v>236.524</c:v>
                      </c:pt>
                      <c:pt idx="3516">
                        <c:v>238.21199999999999</c:v>
                      </c:pt>
                      <c:pt idx="3517">
                        <c:v>234.97300000000001</c:v>
                      </c:pt>
                      <c:pt idx="3518">
                        <c:v>237.357</c:v>
                      </c:pt>
                      <c:pt idx="3519">
                        <c:v>232.97900000000001</c:v>
                      </c:pt>
                      <c:pt idx="3520">
                        <c:v>230.767</c:v>
                      </c:pt>
                      <c:pt idx="3521">
                        <c:v>227.96899999999999</c:v>
                      </c:pt>
                      <c:pt idx="3522">
                        <c:v>227.22</c:v>
                      </c:pt>
                      <c:pt idx="3523">
                        <c:v>222.15799999999999</c:v>
                      </c:pt>
                      <c:pt idx="3524">
                        <c:v>215.41499999999999</c:v>
                      </c:pt>
                      <c:pt idx="3525">
                        <c:v>213.559</c:v>
                      </c:pt>
                      <c:pt idx="3526">
                        <c:v>213.09200000000001</c:v>
                      </c:pt>
                      <c:pt idx="3527">
                        <c:v>214.17</c:v>
                      </c:pt>
                      <c:pt idx="3528">
                        <c:v>213.86199999999999</c:v>
                      </c:pt>
                      <c:pt idx="3529">
                        <c:v>216.03800000000001</c:v>
                      </c:pt>
                      <c:pt idx="3530">
                        <c:v>215.91300000000001</c:v>
                      </c:pt>
                      <c:pt idx="3531">
                        <c:v>216.672</c:v>
                      </c:pt>
                      <c:pt idx="3532">
                        <c:v>217.25200000000001</c:v>
                      </c:pt>
                      <c:pt idx="3533">
                        <c:v>218.82300000000001</c:v>
                      </c:pt>
                      <c:pt idx="3534">
                        <c:v>215.477</c:v>
                      </c:pt>
                      <c:pt idx="3535">
                        <c:v>211.929</c:v>
                      </c:pt>
                      <c:pt idx="3536">
                        <c:v>210.82</c:v>
                      </c:pt>
                      <c:pt idx="3537">
                        <c:v>210.19900000000001</c:v>
                      </c:pt>
                      <c:pt idx="3538">
                        <c:v>210.536</c:v>
                      </c:pt>
                      <c:pt idx="3539">
                        <c:v>210.613</c:v>
                      </c:pt>
                      <c:pt idx="3540">
                        <c:v>211.767</c:v>
                      </c:pt>
                      <c:pt idx="3541">
                        <c:v>213.75700000000001</c:v>
                      </c:pt>
                      <c:pt idx="3542">
                        <c:v>209.78</c:v>
                      </c:pt>
                      <c:pt idx="3543">
                        <c:v>208.357</c:v>
                      </c:pt>
                      <c:pt idx="3544">
                        <c:v>208.41499999999999</c:v>
                      </c:pt>
                      <c:pt idx="3545">
                        <c:v>211.52</c:v>
                      </c:pt>
                      <c:pt idx="3546">
                        <c:v>210.88900000000001</c:v>
                      </c:pt>
                      <c:pt idx="3547">
                        <c:v>211.29499999999999</c:v>
                      </c:pt>
                      <c:pt idx="3548">
                        <c:v>209.39099999999999</c:v>
                      </c:pt>
                      <c:pt idx="3549">
                        <c:v>212.637</c:v>
                      </c:pt>
                      <c:pt idx="3550">
                        <c:v>213.155</c:v>
                      </c:pt>
                      <c:pt idx="3551">
                        <c:v>215.71600000000001</c:v>
                      </c:pt>
                      <c:pt idx="3552">
                        <c:v>216.78299999999999</c:v>
                      </c:pt>
                      <c:pt idx="3553">
                        <c:v>216.31399999999999</c:v>
                      </c:pt>
                      <c:pt idx="3554">
                        <c:v>217.27600000000001</c:v>
                      </c:pt>
                      <c:pt idx="3555">
                        <c:v>218.964</c:v>
                      </c:pt>
                      <c:pt idx="3556">
                        <c:v>215.006</c:v>
                      </c:pt>
                      <c:pt idx="3557">
                        <c:v>211.94800000000001</c:v>
                      </c:pt>
                      <c:pt idx="3558">
                        <c:v>210.96299999999999</c:v>
                      </c:pt>
                      <c:pt idx="3559">
                        <c:v>208.71199999999999</c:v>
                      </c:pt>
                      <c:pt idx="3560">
                        <c:v>207.72300000000001</c:v>
                      </c:pt>
                      <c:pt idx="3561">
                        <c:v>206.41800000000001</c:v>
                      </c:pt>
                      <c:pt idx="3562">
                        <c:v>205.85400000000001</c:v>
                      </c:pt>
                      <c:pt idx="3563">
                        <c:v>202.874</c:v>
                      </c:pt>
                      <c:pt idx="3564">
                        <c:v>201.167</c:v>
                      </c:pt>
                      <c:pt idx="3565">
                        <c:v>203.02600000000001</c:v>
                      </c:pt>
                      <c:pt idx="3566">
                        <c:v>203.661</c:v>
                      </c:pt>
                      <c:pt idx="3567">
                        <c:v>203.59399999999999</c:v>
                      </c:pt>
                      <c:pt idx="3568">
                        <c:v>199.815</c:v>
                      </c:pt>
                      <c:pt idx="3569">
                        <c:v>197.751</c:v>
                      </c:pt>
                      <c:pt idx="3570">
                        <c:v>200.434</c:v>
                      </c:pt>
                      <c:pt idx="3571">
                        <c:v>202.059</c:v>
                      </c:pt>
                      <c:pt idx="3572">
                        <c:v>201.14599999999999</c:v>
                      </c:pt>
                      <c:pt idx="3573">
                        <c:v>200.697</c:v>
                      </c:pt>
                      <c:pt idx="3574">
                        <c:v>202.70500000000001</c:v>
                      </c:pt>
                      <c:pt idx="3575">
                        <c:v>201.96899999999999</c:v>
                      </c:pt>
                      <c:pt idx="3576">
                        <c:v>201.036</c:v>
                      </c:pt>
                      <c:pt idx="3577">
                        <c:v>199.52099999999999</c:v>
                      </c:pt>
                      <c:pt idx="3578">
                        <c:v>198.126</c:v>
                      </c:pt>
                      <c:pt idx="3579">
                        <c:v>196.91399999999999</c:v>
                      </c:pt>
                      <c:pt idx="3580">
                        <c:v>195.80799999999999</c:v>
                      </c:pt>
                      <c:pt idx="3581">
                        <c:v>194.92400000000001</c:v>
                      </c:pt>
                      <c:pt idx="3582">
                        <c:v>194.441</c:v>
                      </c:pt>
                      <c:pt idx="3583">
                        <c:v>194.12799999999999</c:v>
                      </c:pt>
                      <c:pt idx="3584">
                        <c:v>194.39</c:v>
                      </c:pt>
                      <c:pt idx="3585">
                        <c:v>194.279</c:v>
                      </c:pt>
                      <c:pt idx="3586">
                        <c:v>182.07300000000001</c:v>
                      </c:pt>
                      <c:pt idx="3587">
                        <c:v>181.63900000000001</c:v>
                      </c:pt>
                      <c:pt idx="3588">
                        <c:v>184.119</c:v>
                      </c:pt>
                      <c:pt idx="3589">
                        <c:v>192.809</c:v>
                      </c:pt>
                      <c:pt idx="3590">
                        <c:v>189.34299999999999</c:v>
                      </c:pt>
                      <c:pt idx="3591">
                        <c:v>185.18899999999999</c:v>
                      </c:pt>
                      <c:pt idx="3592">
                        <c:v>184.267</c:v>
                      </c:pt>
                      <c:pt idx="3593">
                        <c:v>183.26900000000001</c:v>
                      </c:pt>
                      <c:pt idx="3594">
                        <c:v>181.511</c:v>
                      </c:pt>
                      <c:pt idx="3595">
                        <c:v>181.179</c:v>
                      </c:pt>
                      <c:pt idx="3596">
                        <c:v>180.43899999999999</c:v>
                      </c:pt>
                      <c:pt idx="3597">
                        <c:v>179.261</c:v>
                      </c:pt>
                      <c:pt idx="3598">
                        <c:v>179.00399999999999</c:v>
                      </c:pt>
                      <c:pt idx="3599">
                        <c:v>176.887</c:v>
                      </c:pt>
                      <c:pt idx="3600">
                        <c:v>175.54300000000001</c:v>
                      </c:pt>
                      <c:pt idx="3601">
                        <c:v>175.60300000000001</c:v>
                      </c:pt>
                      <c:pt idx="3602">
                        <c:v>175.755</c:v>
                      </c:pt>
                      <c:pt idx="3603">
                        <c:v>175.01599999999999</c:v>
                      </c:pt>
                      <c:pt idx="3604">
                        <c:v>176.14099999999999</c:v>
                      </c:pt>
                      <c:pt idx="3605">
                        <c:v>174.613</c:v>
                      </c:pt>
                      <c:pt idx="3606">
                        <c:v>173.90600000000001</c:v>
                      </c:pt>
                      <c:pt idx="3607">
                        <c:v>173.77699999999999</c:v>
                      </c:pt>
                      <c:pt idx="3608">
                        <c:v>175.18199999999999</c:v>
                      </c:pt>
                      <c:pt idx="3609">
                        <c:v>175.72900000000001</c:v>
                      </c:pt>
                      <c:pt idx="3610">
                        <c:v>174.334</c:v>
                      </c:pt>
                      <c:pt idx="3611">
                        <c:v>173.256</c:v>
                      </c:pt>
                      <c:pt idx="3612">
                        <c:v>177.42699999999999</c:v>
                      </c:pt>
                      <c:pt idx="3613">
                        <c:v>180.422</c:v>
                      </c:pt>
                      <c:pt idx="3614">
                        <c:v>178.69900000000001</c:v>
                      </c:pt>
                      <c:pt idx="3615">
                        <c:v>179.303</c:v>
                      </c:pt>
                      <c:pt idx="3616">
                        <c:v>186.76400000000001</c:v>
                      </c:pt>
                      <c:pt idx="3617">
                        <c:v>195.29300000000001</c:v>
                      </c:pt>
                      <c:pt idx="3618">
                        <c:v>192.06</c:v>
                      </c:pt>
                      <c:pt idx="3619">
                        <c:v>194.465</c:v>
                      </c:pt>
                      <c:pt idx="3620">
                        <c:v>190.94499999999999</c:v>
                      </c:pt>
                      <c:pt idx="3621">
                        <c:v>186.18799999999999</c:v>
                      </c:pt>
                      <c:pt idx="3622">
                        <c:v>180.76499999999999</c:v>
                      </c:pt>
                      <c:pt idx="3623">
                        <c:v>178.16399999999999</c:v>
                      </c:pt>
                      <c:pt idx="3624">
                        <c:v>182.691</c:v>
                      </c:pt>
                      <c:pt idx="3625">
                        <c:v>184.785</c:v>
                      </c:pt>
                      <c:pt idx="3626">
                        <c:v>185.429</c:v>
                      </c:pt>
                      <c:pt idx="3627">
                        <c:v>184.072</c:v>
                      </c:pt>
                      <c:pt idx="3628">
                        <c:v>180.12299999999999</c:v>
                      </c:pt>
                      <c:pt idx="3629">
                        <c:v>182.70400000000001</c:v>
                      </c:pt>
                      <c:pt idx="3630">
                        <c:v>185.63</c:v>
                      </c:pt>
                      <c:pt idx="3631">
                        <c:v>188.89699999999999</c:v>
                      </c:pt>
                      <c:pt idx="3632">
                        <c:v>190.43799999999999</c:v>
                      </c:pt>
                      <c:pt idx="3633">
                        <c:v>186.82499999999999</c:v>
                      </c:pt>
                      <c:pt idx="3634">
                        <c:v>184.029</c:v>
                      </c:pt>
                      <c:pt idx="3635">
                        <c:v>185.566</c:v>
                      </c:pt>
                      <c:pt idx="3636">
                        <c:v>185.279</c:v>
                      </c:pt>
                      <c:pt idx="3637">
                        <c:v>182.27799999999999</c:v>
                      </c:pt>
                      <c:pt idx="3638">
                        <c:v>179.739</c:v>
                      </c:pt>
                      <c:pt idx="3639">
                        <c:v>178.13300000000001</c:v>
                      </c:pt>
                      <c:pt idx="3640">
                        <c:v>178.03700000000001</c:v>
                      </c:pt>
                      <c:pt idx="3641">
                        <c:v>179.06399999999999</c:v>
                      </c:pt>
                      <c:pt idx="3642">
                        <c:v>178.61199999999999</c:v>
                      </c:pt>
                      <c:pt idx="3643">
                        <c:v>181.001</c:v>
                      </c:pt>
                      <c:pt idx="3644">
                        <c:v>192.09800000000001</c:v>
                      </c:pt>
                      <c:pt idx="3645">
                        <c:v>186.72499999999999</c:v>
                      </c:pt>
                      <c:pt idx="3646">
                        <c:v>187.41300000000001</c:v>
                      </c:pt>
                      <c:pt idx="3647">
                        <c:v>191.714</c:v>
                      </c:pt>
                      <c:pt idx="3648">
                        <c:v>192.29400000000001</c:v>
                      </c:pt>
                      <c:pt idx="3649">
                        <c:v>188.82900000000001</c:v>
                      </c:pt>
                      <c:pt idx="3650">
                        <c:v>189.21100000000001</c:v>
                      </c:pt>
                      <c:pt idx="3651">
                        <c:v>186.26900000000001</c:v>
                      </c:pt>
                      <c:pt idx="3652">
                        <c:v>184.672</c:v>
                      </c:pt>
                      <c:pt idx="3653">
                        <c:v>185.791</c:v>
                      </c:pt>
                      <c:pt idx="3654">
                        <c:v>184.05799999999999</c:v>
                      </c:pt>
                      <c:pt idx="3655">
                        <c:v>180.84899999999999</c:v>
                      </c:pt>
                      <c:pt idx="3656">
                        <c:v>179.24199999999999</c:v>
                      </c:pt>
                      <c:pt idx="3657">
                        <c:v>180.232</c:v>
                      </c:pt>
                      <c:pt idx="3658">
                        <c:v>180.143</c:v>
                      </c:pt>
                      <c:pt idx="3659">
                        <c:v>178.28800000000001</c:v>
                      </c:pt>
                      <c:pt idx="3660">
                        <c:v>176.72200000000001</c:v>
                      </c:pt>
                      <c:pt idx="3661">
                        <c:v>175.58</c:v>
                      </c:pt>
                      <c:pt idx="3662">
                        <c:v>176.76400000000001</c:v>
                      </c:pt>
                      <c:pt idx="3663">
                        <c:v>176.762</c:v>
                      </c:pt>
                      <c:pt idx="3664">
                        <c:v>177.04900000000001</c:v>
                      </c:pt>
                      <c:pt idx="3665">
                        <c:v>174.73400000000001</c:v>
                      </c:pt>
                      <c:pt idx="3666">
                        <c:v>175.98400000000001</c:v>
                      </c:pt>
                      <c:pt idx="3667">
                        <c:v>178.649</c:v>
                      </c:pt>
                      <c:pt idx="3668">
                        <c:v>179.846</c:v>
                      </c:pt>
                      <c:pt idx="3669">
                        <c:v>180.96799999999999</c:v>
                      </c:pt>
                      <c:pt idx="3670">
                        <c:v>183.96700000000001</c:v>
                      </c:pt>
                      <c:pt idx="3671">
                        <c:v>184.69900000000001</c:v>
                      </c:pt>
                      <c:pt idx="3672">
                        <c:v>184.238</c:v>
                      </c:pt>
                      <c:pt idx="3673">
                        <c:v>185.72300000000001</c:v>
                      </c:pt>
                      <c:pt idx="3674">
                        <c:v>184.827</c:v>
                      </c:pt>
                      <c:pt idx="3675">
                        <c:v>186.62100000000001</c:v>
                      </c:pt>
                      <c:pt idx="3676">
                        <c:v>193.22</c:v>
                      </c:pt>
                      <c:pt idx="3677">
                        <c:v>187.95400000000001</c:v>
                      </c:pt>
                      <c:pt idx="3678">
                        <c:v>189.86</c:v>
                      </c:pt>
                      <c:pt idx="3679">
                        <c:v>194.989</c:v>
                      </c:pt>
                      <c:pt idx="3680">
                        <c:v>194.697</c:v>
                      </c:pt>
                      <c:pt idx="3681">
                        <c:v>186.48099999999999</c:v>
                      </c:pt>
                      <c:pt idx="3682">
                        <c:v>185.88</c:v>
                      </c:pt>
                      <c:pt idx="3683">
                        <c:v>186.95</c:v>
                      </c:pt>
                      <c:pt idx="3684">
                        <c:v>188.51900000000001</c:v>
                      </c:pt>
                      <c:pt idx="3685">
                        <c:v>187.071</c:v>
                      </c:pt>
                      <c:pt idx="3686">
                        <c:v>191.23400000000001</c:v>
                      </c:pt>
                      <c:pt idx="3687">
                        <c:v>195.303</c:v>
                      </c:pt>
                      <c:pt idx="3688">
                        <c:v>193.33699999999999</c:v>
                      </c:pt>
                      <c:pt idx="3689">
                        <c:v>191.624</c:v>
                      </c:pt>
                      <c:pt idx="3690">
                        <c:v>190.04499999999999</c:v>
                      </c:pt>
                      <c:pt idx="3691">
                        <c:v>189.71</c:v>
                      </c:pt>
                      <c:pt idx="3692">
                        <c:v>192.386</c:v>
                      </c:pt>
                      <c:pt idx="3693">
                        <c:v>193.09700000000001</c:v>
                      </c:pt>
                      <c:pt idx="3694">
                        <c:v>199.81100000000001</c:v>
                      </c:pt>
                      <c:pt idx="3695">
                        <c:v>201.779</c:v>
                      </c:pt>
                      <c:pt idx="3696">
                        <c:v>205.441</c:v>
                      </c:pt>
                      <c:pt idx="3697">
                        <c:v>203.71299999999999</c:v>
                      </c:pt>
                      <c:pt idx="3698">
                        <c:v>199.36</c:v>
                      </c:pt>
                      <c:pt idx="3699">
                        <c:v>200.27099999999999</c:v>
                      </c:pt>
                      <c:pt idx="3700">
                        <c:v>199.02</c:v>
                      </c:pt>
                      <c:pt idx="3701">
                        <c:v>200.63399999999999</c:v>
                      </c:pt>
                      <c:pt idx="3702">
                        <c:v>202.46899999999999</c:v>
                      </c:pt>
                      <c:pt idx="3703">
                        <c:v>205.28</c:v>
                      </c:pt>
                      <c:pt idx="3704">
                        <c:v>205.77</c:v>
                      </c:pt>
                      <c:pt idx="3705">
                        <c:v>204.113</c:v>
                      </c:pt>
                      <c:pt idx="3706">
                        <c:v>208.679</c:v>
                      </c:pt>
                      <c:pt idx="3707">
                        <c:v>208.517</c:v>
                      </c:pt>
                      <c:pt idx="3708">
                        <c:v>209.95699999999999</c:v>
                      </c:pt>
                      <c:pt idx="3709">
                        <c:v>211.548</c:v>
                      </c:pt>
                      <c:pt idx="3710">
                        <c:v>210.11699999999999</c:v>
                      </c:pt>
                      <c:pt idx="3711">
                        <c:v>209.55799999999999</c:v>
                      </c:pt>
                      <c:pt idx="3712">
                        <c:v>206.6</c:v>
                      </c:pt>
                      <c:pt idx="3713">
                        <c:v>206.684</c:v>
                      </c:pt>
                      <c:pt idx="3714">
                        <c:v>204.85300000000001</c:v>
                      </c:pt>
                      <c:pt idx="3715">
                        <c:v>207.06299999999999</c:v>
                      </c:pt>
                      <c:pt idx="3716">
                        <c:v>207.869</c:v>
                      </c:pt>
                      <c:pt idx="3717">
                        <c:v>206.76599999999999</c:v>
                      </c:pt>
                      <c:pt idx="3718">
                        <c:v>205.24199999999999</c:v>
                      </c:pt>
                      <c:pt idx="3719">
                        <c:v>199.01300000000001</c:v>
                      </c:pt>
                      <c:pt idx="3720">
                        <c:v>197.26300000000001</c:v>
                      </c:pt>
                      <c:pt idx="3721">
                        <c:v>192.38800000000001</c:v>
                      </c:pt>
                      <c:pt idx="3722">
                        <c:v>189.036</c:v>
                      </c:pt>
                      <c:pt idx="3723">
                        <c:v>186.672</c:v>
                      </c:pt>
                      <c:pt idx="3724">
                        <c:v>184.89699999999999</c:v>
                      </c:pt>
                      <c:pt idx="3725">
                        <c:v>191.928</c:v>
                      </c:pt>
                      <c:pt idx="3726">
                        <c:v>192.786</c:v>
                      </c:pt>
                      <c:pt idx="3727">
                        <c:v>190.27799999999999</c:v>
                      </c:pt>
                      <c:pt idx="3728">
                        <c:v>192.02500000000001</c:v>
                      </c:pt>
                      <c:pt idx="3729">
                        <c:v>192.786</c:v>
                      </c:pt>
                      <c:pt idx="3730">
                        <c:v>192.30500000000001</c:v>
                      </c:pt>
                      <c:pt idx="3731">
                        <c:v>192.066</c:v>
                      </c:pt>
                      <c:pt idx="3732">
                        <c:v>191.399</c:v>
                      </c:pt>
                      <c:pt idx="3733">
                        <c:v>191.02199999999999</c:v>
                      </c:pt>
                      <c:pt idx="3734">
                        <c:v>191.05</c:v>
                      </c:pt>
                      <c:pt idx="3735">
                        <c:v>188.41499999999999</c:v>
                      </c:pt>
                      <c:pt idx="3736">
                        <c:v>186.63900000000001</c:v>
                      </c:pt>
                      <c:pt idx="3737">
                        <c:v>184.81200000000001</c:v>
                      </c:pt>
                      <c:pt idx="3738">
                        <c:v>184.965</c:v>
                      </c:pt>
                      <c:pt idx="3739">
                        <c:v>185.96700000000001</c:v>
                      </c:pt>
                      <c:pt idx="3740">
                        <c:v>186.608</c:v>
                      </c:pt>
                      <c:pt idx="3741">
                        <c:v>186.26</c:v>
                      </c:pt>
                      <c:pt idx="3742">
                        <c:v>184.74299999999999</c:v>
                      </c:pt>
                      <c:pt idx="3743">
                        <c:v>184.416</c:v>
                      </c:pt>
                      <c:pt idx="3744">
                        <c:v>184.31299999999999</c:v>
                      </c:pt>
                      <c:pt idx="3745">
                        <c:v>185.08500000000001</c:v>
                      </c:pt>
                      <c:pt idx="3746">
                        <c:v>187.54599999999999</c:v>
                      </c:pt>
                      <c:pt idx="3747">
                        <c:v>190.02799999999999</c:v>
                      </c:pt>
                      <c:pt idx="3748">
                        <c:v>196.93</c:v>
                      </c:pt>
                      <c:pt idx="3749">
                        <c:v>191.48599999999999</c:v>
                      </c:pt>
                      <c:pt idx="3750">
                        <c:v>190.75700000000001</c:v>
                      </c:pt>
                      <c:pt idx="3751">
                        <c:v>190.44800000000001</c:v>
                      </c:pt>
                      <c:pt idx="3752">
                        <c:v>191.53399999999999</c:v>
                      </c:pt>
                      <c:pt idx="3753">
                        <c:v>191.876</c:v>
                      </c:pt>
                      <c:pt idx="3754">
                        <c:v>190.982</c:v>
                      </c:pt>
                      <c:pt idx="3755">
                        <c:v>190.37899999999999</c:v>
                      </c:pt>
                      <c:pt idx="3756">
                        <c:v>192</c:v>
                      </c:pt>
                      <c:pt idx="3757">
                        <c:v>190.93799999999999</c:v>
                      </c:pt>
                      <c:pt idx="3758">
                        <c:v>189.51900000000001</c:v>
                      </c:pt>
                      <c:pt idx="3759">
                        <c:v>191.029</c:v>
                      </c:pt>
                      <c:pt idx="3760">
                        <c:v>190.59200000000001</c:v>
                      </c:pt>
                      <c:pt idx="3761">
                        <c:v>192.37</c:v>
                      </c:pt>
                      <c:pt idx="3762">
                        <c:v>193.06800000000001</c:v>
                      </c:pt>
                      <c:pt idx="3763">
                        <c:v>193.44399999999999</c:v>
                      </c:pt>
                      <c:pt idx="3764">
                        <c:v>195.09399999999999</c:v>
                      </c:pt>
                      <c:pt idx="3765">
                        <c:v>195.834</c:v>
                      </c:pt>
                      <c:pt idx="3766">
                        <c:v>194.90199999999999</c:v>
                      </c:pt>
                      <c:pt idx="3767">
                        <c:v>194.65799999999999</c:v>
                      </c:pt>
                      <c:pt idx="3768">
                        <c:v>195.66900000000001</c:v>
                      </c:pt>
                      <c:pt idx="3769">
                        <c:v>195.874</c:v>
                      </c:pt>
                      <c:pt idx="3770">
                        <c:v>192.12799999999999</c:v>
                      </c:pt>
                      <c:pt idx="3771">
                        <c:v>188.09399999999999</c:v>
                      </c:pt>
                      <c:pt idx="3772">
                        <c:v>186.04499999999999</c:v>
                      </c:pt>
                      <c:pt idx="3773">
                        <c:v>184.208</c:v>
                      </c:pt>
                      <c:pt idx="3774">
                        <c:v>184.446</c:v>
                      </c:pt>
                      <c:pt idx="3775">
                        <c:v>184.23599999999999</c:v>
                      </c:pt>
                      <c:pt idx="3776">
                        <c:v>191.18299999999999</c:v>
                      </c:pt>
                      <c:pt idx="3777">
                        <c:v>190.09</c:v>
                      </c:pt>
                      <c:pt idx="3778">
                        <c:v>191.33099999999999</c:v>
                      </c:pt>
                      <c:pt idx="3779">
                        <c:v>191.4</c:v>
                      </c:pt>
                      <c:pt idx="3780">
                        <c:v>190.28100000000001</c:v>
                      </c:pt>
                      <c:pt idx="3781">
                        <c:v>187.233</c:v>
                      </c:pt>
                      <c:pt idx="3782">
                        <c:v>187.35400000000001</c:v>
                      </c:pt>
                      <c:pt idx="3783">
                        <c:v>187.74199999999999</c:v>
                      </c:pt>
                      <c:pt idx="3784">
                        <c:v>185.40600000000001</c:v>
                      </c:pt>
                      <c:pt idx="3785">
                        <c:v>186.11699999999999</c:v>
                      </c:pt>
                      <c:pt idx="3786">
                        <c:v>191.441</c:v>
                      </c:pt>
                      <c:pt idx="3787">
                        <c:v>196.042</c:v>
                      </c:pt>
                      <c:pt idx="3788">
                        <c:v>197.011</c:v>
                      </c:pt>
                      <c:pt idx="3789">
                        <c:v>195.62100000000001</c:v>
                      </c:pt>
                      <c:pt idx="3790">
                        <c:v>199.1</c:v>
                      </c:pt>
                      <c:pt idx="3791">
                        <c:v>199.47399999999999</c:v>
                      </c:pt>
                      <c:pt idx="3792">
                        <c:v>198.06299999999999</c:v>
                      </c:pt>
                      <c:pt idx="3793">
                        <c:v>198.119</c:v>
                      </c:pt>
                      <c:pt idx="3794">
                        <c:v>193.38900000000001</c:v>
                      </c:pt>
                      <c:pt idx="3795">
                        <c:v>194.87200000000001</c:v>
                      </c:pt>
                      <c:pt idx="3796">
                        <c:v>200.25299999999999</c:v>
                      </c:pt>
                      <c:pt idx="3797">
                        <c:v>200.982</c:v>
                      </c:pt>
                      <c:pt idx="3798">
                        <c:v>201.369</c:v>
                      </c:pt>
                      <c:pt idx="3799">
                        <c:v>202.35900000000001</c:v>
                      </c:pt>
                      <c:pt idx="3800">
                        <c:v>204.762</c:v>
                      </c:pt>
                      <c:pt idx="3801">
                        <c:v>203.387</c:v>
                      </c:pt>
                      <c:pt idx="3802">
                        <c:v>204.55099999999999</c:v>
                      </c:pt>
                      <c:pt idx="3803">
                        <c:v>207.36500000000001</c:v>
                      </c:pt>
                      <c:pt idx="3804">
                        <c:v>205.72900000000001</c:v>
                      </c:pt>
                      <c:pt idx="3805">
                        <c:v>206.19300000000001</c:v>
                      </c:pt>
                      <c:pt idx="3806">
                        <c:v>204.33600000000001</c:v>
                      </c:pt>
                      <c:pt idx="3807">
                        <c:v>201.57900000000001</c:v>
                      </c:pt>
                      <c:pt idx="3808">
                        <c:v>199.482</c:v>
                      </c:pt>
                      <c:pt idx="3809">
                        <c:v>198.108</c:v>
                      </c:pt>
                      <c:pt idx="3810">
                        <c:v>195.34899999999999</c:v>
                      </c:pt>
                      <c:pt idx="3811">
                        <c:v>196.55199999999999</c:v>
                      </c:pt>
                      <c:pt idx="3812">
                        <c:v>195.71899999999999</c:v>
                      </c:pt>
                      <c:pt idx="3813">
                        <c:v>196.70500000000001</c:v>
                      </c:pt>
                      <c:pt idx="3814">
                        <c:v>200.37299999999999</c:v>
                      </c:pt>
                      <c:pt idx="3815">
                        <c:v>202.315</c:v>
                      </c:pt>
                      <c:pt idx="3816">
                        <c:v>203.589</c:v>
                      </c:pt>
                      <c:pt idx="3817">
                        <c:v>205.74299999999999</c:v>
                      </c:pt>
                      <c:pt idx="3818">
                        <c:v>211.15700000000001</c:v>
                      </c:pt>
                      <c:pt idx="3819">
                        <c:v>216.97800000000001</c:v>
                      </c:pt>
                      <c:pt idx="3820">
                        <c:v>220.03</c:v>
                      </c:pt>
                      <c:pt idx="3821">
                        <c:v>218.923</c:v>
                      </c:pt>
                      <c:pt idx="3822">
                        <c:v>224.672</c:v>
                      </c:pt>
                      <c:pt idx="3823">
                        <c:v>225.28899999999999</c:v>
                      </c:pt>
                      <c:pt idx="3824">
                        <c:v>227.131</c:v>
                      </c:pt>
                      <c:pt idx="3825">
                        <c:v>220.876</c:v>
                      </c:pt>
                      <c:pt idx="3826">
                        <c:v>217.376</c:v>
                      </c:pt>
                      <c:pt idx="3827">
                        <c:v>216.965</c:v>
                      </c:pt>
                      <c:pt idx="3828">
                        <c:v>211.81399999999999</c:v>
                      </c:pt>
                      <c:pt idx="3829">
                        <c:v>213.71899999999999</c:v>
                      </c:pt>
                      <c:pt idx="3830">
                        <c:v>214.405</c:v>
                      </c:pt>
                      <c:pt idx="3831">
                        <c:v>214.85499999999999</c:v>
                      </c:pt>
                      <c:pt idx="3832">
                        <c:v>213.47399999999999</c:v>
                      </c:pt>
                      <c:pt idx="3833">
                        <c:v>213.22499999999999</c:v>
                      </c:pt>
                      <c:pt idx="3834">
                        <c:v>212.012</c:v>
                      </c:pt>
                      <c:pt idx="3835">
                        <c:v>209.65799999999999</c:v>
                      </c:pt>
                      <c:pt idx="3836">
                        <c:v>206.155</c:v>
                      </c:pt>
                      <c:pt idx="3837">
                        <c:v>206.3</c:v>
                      </c:pt>
                      <c:pt idx="3838">
                        <c:v>205.89500000000001</c:v>
                      </c:pt>
                      <c:pt idx="3839">
                        <c:v>208.56200000000001</c:v>
                      </c:pt>
                      <c:pt idx="3840">
                        <c:v>213.238</c:v>
                      </c:pt>
                      <c:pt idx="3841">
                        <c:v>220.92</c:v>
                      </c:pt>
                      <c:pt idx="3842">
                        <c:v>226.51599999999999</c:v>
                      </c:pt>
                      <c:pt idx="3843">
                        <c:v>231.74199999999999</c:v>
                      </c:pt>
                      <c:pt idx="3844">
                        <c:v>231.64</c:v>
                      </c:pt>
                      <c:pt idx="3845">
                        <c:v>234.86500000000001</c:v>
                      </c:pt>
                      <c:pt idx="3846">
                        <c:v>235.31899999999999</c:v>
                      </c:pt>
                      <c:pt idx="3847">
                        <c:v>234.042</c:v>
                      </c:pt>
                      <c:pt idx="3848">
                        <c:v>232.64099999999999</c:v>
                      </c:pt>
                      <c:pt idx="3849">
                        <c:v>232.535</c:v>
                      </c:pt>
                      <c:pt idx="3850">
                        <c:v>232.512</c:v>
                      </c:pt>
                      <c:pt idx="3851">
                        <c:v>231.518</c:v>
                      </c:pt>
                      <c:pt idx="3852">
                        <c:v>223.376</c:v>
                      </c:pt>
                      <c:pt idx="3853">
                        <c:v>213.774</c:v>
                      </c:pt>
                      <c:pt idx="3854">
                        <c:v>211.089</c:v>
                      </c:pt>
                      <c:pt idx="3855">
                        <c:v>206.71</c:v>
                      </c:pt>
                      <c:pt idx="3856">
                        <c:v>207.75399999999999</c:v>
                      </c:pt>
                      <c:pt idx="3857">
                        <c:v>210.60300000000001</c:v>
                      </c:pt>
                      <c:pt idx="3858">
                        <c:v>211.023</c:v>
                      </c:pt>
                      <c:pt idx="3859">
                        <c:v>210.05099999999999</c:v>
                      </c:pt>
                      <c:pt idx="3860">
                        <c:v>207.52099999999999</c:v>
                      </c:pt>
                      <c:pt idx="3861">
                        <c:v>206.50299999999999</c:v>
                      </c:pt>
                      <c:pt idx="3862">
                        <c:v>203.316</c:v>
                      </c:pt>
                      <c:pt idx="3863">
                        <c:v>201.55799999999999</c:v>
                      </c:pt>
                      <c:pt idx="3864">
                        <c:v>204.749</c:v>
                      </c:pt>
                      <c:pt idx="3865">
                        <c:v>204.90700000000001</c:v>
                      </c:pt>
                      <c:pt idx="3866">
                        <c:v>205.76400000000001</c:v>
                      </c:pt>
                      <c:pt idx="3867">
                        <c:v>205.06399999999999</c:v>
                      </c:pt>
                      <c:pt idx="3868">
                        <c:v>207.625</c:v>
                      </c:pt>
                      <c:pt idx="3869">
                        <c:v>206.79</c:v>
                      </c:pt>
                      <c:pt idx="3870">
                        <c:v>203.279</c:v>
                      </c:pt>
                      <c:pt idx="3871">
                        <c:v>200.16800000000001</c:v>
                      </c:pt>
                      <c:pt idx="3872">
                        <c:v>199.14099999999999</c:v>
                      </c:pt>
                      <c:pt idx="3873">
                        <c:v>196.96899999999999</c:v>
                      </c:pt>
                      <c:pt idx="3874">
                        <c:v>194.49199999999999</c:v>
                      </c:pt>
                      <c:pt idx="3875">
                        <c:v>193.98699999999999</c:v>
                      </c:pt>
                      <c:pt idx="3876">
                        <c:v>196.51599999999999</c:v>
                      </c:pt>
                      <c:pt idx="3877">
                        <c:v>198.65600000000001</c:v>
                      </c:pt>
                      <c:pt idx="3878">
                        <c:v>201.52500000000001</c:v>
                      </c:pt>
                      <c:pt idx="3879">
                        <c:v>199.62299999999999</c:v>
                      </c:pt>
                      <c:pt idx="3880">
                        <c:v>197.47399999999999</c:v>
                      </c:pt>
                      <c:pt idx="3881">
                        <c:v>197.47200000000001</c:v>
                      </c:pt>
                      <c:pt idx="3882">
                        <c:v>196.41900000000001</c:v>
                      </c:pt>
                      <c:pt idx="3883">
                        <c:v>193.60300000000001</c:v>
                      </c:pt>
                      <c:pt idx="3884">
                        <c:v>192.67099999999999</c:v>
                      </c:pt>
                      <c:pt idx="3885">
                        <c:v>193.8</c:v>
                      </c:pt>
                      <c:pt idx="3886">
                        <c:v>193.369</c:v>
                      </c:pt>
                      <c:pt idx="3887">
                        <c:v>191.67</c:v>
                      </c:pt>
                      <c:pt idx="3888">
                        <c:v>189.28899999999999</c:v>
                      </c:pt>
                      <c:pt idx="3889">
                        <c:v>186.69200000000001</c:v>
                      </c:pt>
                      <c:pt idx="3890">
                        <c:v>185.25200000000001</c:v>
                      </c:pt>
                      <c:pt idx="3891">
                        <c:v>185.624</c:v>
                      </c:pt>
                      <c:pt idx="3892">
                        <c:v>187.69900000000001</c:v>
                      </c:pt>
                      <c:pt idx="3893">
                        <c:v>189.946</c:v>
                      </c:pt>
                      <c:pt idx="3894">
                        <c:v>190.03</c:v>
                      </c:pt>
                      <c:pt idx="3895">
                        <c:v>190.494</c:v>
                      </c:pt>
                      <c:pt idx="3896">
                        <c:v>191.797</c:v>
                      </c:pt>
                      <c:pt idx="3897">
                        <c:v>191.24799999999999</c:v>
                      </c:pt>
                      <c:pt idx="3898">
                        <c:v>186.697</c:v>
                      </c:pt>
                      <c:pt idx="3899">
                        <c:v>187.827</c:v>
                      </c:pt>
                      <c:pt idx="3900">
                        <c:v>189.672</c:v>
                      </c:pt>
                      <c:pt idx="3901">
                        <c:v>188.74100000000001</c:v>
                      </c:pt>
                      <c:pt idx="3902">
                        <c:v>188.126</c:v>
                      </c:pt>
                      <c:pt idx="3903">
                        <c:v>186.85</c:v>
                      </c:pt>
                      <c:pt idx="3904">
                        <c:v>185.58500000000001</c:v>
                      </c:pt>
                      <c:pt idx="3905">
                        <c:v>189.62</c:v>
                      </c:pt>
                      <c:pt idx="3906">
                        <c:v>186.547</c:v>
                      </c:pt>
                      <c:pt idx="3907">
                        <c:v>187.768</c:v>
                      </c:pt>
                      <c:pt idx="3908">
                        <c:v>188.136</c:v>
                      </c:pt>
                      <c:pt idx="3909">
                        <c:v>189.904</c:v>
                      </c:pt>
                      <c:pt idx="3910">
                        <c:v>192.566</c:v>
                      </c:pt>
                      <c:pt idx="3911">
                        <c:v>185.821</c:v>
                      </c:pt>
                      <c:pt idx="3912">
                        <c:v>183.22499999999999</c:v>
                      </c:pt>
                      <c:pt idx="3913">
                        <c:v>179.904</c:v>
                      </c:pt>
                      <c:pt idx="3914">
                        <c:v>180.13399999999999</c:v>
                      </c:pt>
                      <c:pt idx="3915">
                        <c:v>179.80699999999999</c:v>
                      </c:pt>
                      <c:pt idx="3916">
                        <c:v>179.55</c:v>
                      </c:pt>
                      <c:pt idx="3917">
                        <c:v>179.34700000000001</c:v>
                      </c:pt>
                      <c:pt idx="3918">
                        <c:v>179.577</c:v>
                      </c:pt>
                      <c:pt idx="3919">
                        <c:v>177.67599999999999</c:v>
                      </c:pt>
                      <c:pt idx="3920">
                        <c:v>177.24</c:v>
                      </c:pt>
                      <c:pt idx="3921">
                        <c:v>176.18199999999999</c:v>
                      </c:pt>
                      <c:pt idx="3922">
                        <c:v>173.804</c:v>
                      </c:pt>
                      <c:pt idx="3923">
                        <c:v>172.506</c:v>
                      </c:pt>
                      <c:pt idx="3924">
                        <c:v>170.12299999999999</c:v>
                      </c:pt>
                      <c:pt idx="3925">
                        <c:v>168.58199999999999</c:v>
                      </c:pt>
                      <c:pt idx="3926">
                        <c:v>168.613</c:v>
                      </c:pt>
                      <c:pt idx="3927">
                        <c:v>168.42099999999999</c:v>
                      </c:pt>
                      <c:pt idx="3928">
                        <c:v>168.88300000000001</c:v>
                      </c:pt>
                      <c:pt idx="3929">
                        <c:v>168.83199999999999</c:v>
                      </c:pt>
                      <c:pt idx="3930">
                        <c:v>172.607</c:v>
                      </c:pt>
                      <c:pt idx="3931">
                        <c:v>172.619</c:v>
                      </c:pt>
                      <c:pt idx="3932">
                        <c:v>171.733</c:v>
                      </c:pt>
                      <c:pt idx="3933">
                        <c:v>171.946</c:v>
                      </c:pt>
                      <c:pt idx="3934">
                        <c:v>171.85499999999999</c:v>
                      </c:pt>
                      <c:pt idx="3935">
                        <c:v>172.39500000000001</c:v>
                      </c:pt>
                      <c:pt idx="3936">
                        <c:v>175.36799999999999</c:v>
                      </c:pt>
                      <c:pt idx="3937">
                        <c:v>174.22900000000001</c:v>
                      </c:pt>
                      <c:pt idx="3938">
                        <c:v>175.93799999999999</c:v>
                      </c:pt>
                      <c:pt idx="3939">
                        <c:v>180.8</c:v>
                      </c:pt>
                      <c:pt idx="3940">
                        <c:v>180.56399999999999</c:v>
                      </c:pt>
                      <c:pt idx="3941">
                        <c:v>181.39500000000001</c:v>
                      </c:pt>
                      <c:pt idx="3942">
                        <c:v>182.125</c:v>
                      </c:pt>
                      <c:pt idx="3943">
                        <c:v>187.67099999999999</c:v>
                      </c:pt>
                      <c:pt idx="3944">
                        <c:v>185.92099999999999</c:v>
                      </c:pt>
                      <c:pt idx="3945">
                        <c:v>184.714</c:v>
                      </c:pt>
                      <c:pt idx="3946">
                        <c:v>184.68799999999999</c:v>
                      </c:pt>
                      <c:pt idx="3947">
                        <c:v>185.31899999999999</c:v>
                      </c:pt>
                      <c:pt idx="3948">
                        <c:v>186.74199999999999</c:v>
                      </c:pt>
                      <c:pt idx="3949">
                        <c:v>184.965</c:v>
                      </c:pt>
                      <c:pt idx="3950">
                        <c:v>185.95500000000001</c:v>
                      </c:pt>
                      <c:pt idx="3951">
                        <c:v>190.483</c:v>
                      </c:pt>
                      <c:pt idx="3952">
                        <c:v>191.06800000000001</c:v>
                      </c:pt>
                      <c:pt idx="3953">
                        <c:v>189.54</c:v>
                      </c:pt>
                      <c:pt idx="3954">
                        <c:v>190.166</c:v>
                      </c:pt>
                      <c:pt idx="3955">
                        <c:v>191.673</c:v>
                      </c:pt>
                      <c:pt idx="3956">
                        <c:v>190.816</c:v>
                      </c:pt>
                      <c:pt idx="3957">
                        <c:v>194.05199999999999</c:v>
                      </c:pt>
                      <c:pt idx="3958">
                        <c:v>193.61</c:v>
                      </c:pt>
                      <c:pt idx="3959">
                        <c:v>190.809</c:v>
                      </c:pt>
                      <c:pt idx="3960">
                        <c:v>189.994</c:v>
                      </c:pt>
                      <c:pt idx="3961">
                        <c:v>189.839</c:v>
                      </c:pt>
                      <c:pt idx="3962">
                        <c:v>189.02500000000001</c:v>
                      </c:pt>
                      <c:pt idx="3963">
                        <c:v>186.178</c:v>
                      </c:pt>
                      <c:pt idx="3964">
                        <c:v>183.48699999999999</c:v>
                      </c:pt>
                      <c:pt idx="3965">
                        <c:v>184.75299999999999</c:v>
                      </c:pt>
                      <c:pt idx="3966">
                        <c:v>185.24799999999999</c:v>
                      </c:pt>
                      <c:pt idx="3967">
                        <c:v>186.21899999999999</c:v>
                      </c:pt>
                      <c:pt idx="3968">
                        <c:v>186.696</c:v>
                      </c:pt>
                      <c:pt idx="3969">
                        <c:v>179.64400000000001</c:v>
                      </c:pt>
                      <c:pt idx="3970">
                        <c:v>173.90600000000001</c:v>
                      </c:pt>
                      <c:pt idx="3971">
                        <c:v>171.85</c:v>
                      </c:pt>
                      <c:pt idx="3972">
                        <c:v>170.148</c:v>
                      </c:pt>
                      <c:pt idx="3973">
                        <c:v>171.928</c:v>
                      </c:pt>
                      <c:pt idx="3974">
                        <c:v>173.37299999999999</c:v>
                      </c:pt>
                      <c:pt idx="3975">
                        <c:v>172.74</c:v>
                      </c:pt>
                      <c:pt idx="3976">
                        <c:v>171.05500000000001</c:v>
                      </c:pt>
                      <c:pt idx="3977">
                        <c:v>169.95400000000001</c:v>
                      </c:pt>
                      <c:pt idx="3978">
                        <c:v>166.62</c:v>
                      </c:pt>
                      <c:pt idx="3979">
                        <c:v>166.55500000000001</c:v>
                      </c:pt>
                      <c:pt idx="3980">
                        <c:v>166.959</c:v>
                      </c:pt>
                      <c:pt idx="3981">
                        <c:v>166.85</c:v>
                      </c:pt>
                      <c:pt idx="3982">
                        <c:v>166.697</c:v>
                      </c:pt>
                      <c:pt idx="3983">
                        <c:v>167.614</c:v>
                      </c:pt>
                      <c:pt idx="3984">
                        <c:v>166.846</c:v>
                      </c:pt>
                      <c:pt idx="3985">
                        <c:v>165.27600000000001</c:v>
                      </c:pt>
                      <c:pt idx="3986">
                        <c:v>163.822</c:v>
                      </c:pt>
                      <c:pt idx="3987">
                        <c:v>163.22999999999999</c:v>
                      </c:pt>
                      <c:pt idx="3988">
                        <c:v>160.62299999999999</c:v>
                      </c:pt>
                      <c:pt idx="3989">
                        <c:v>160.62299999999999</c:v>
                      </c:pt>
                      <c:pt idx="3990">
                        <c:v>160.322</c:v>
                      </c:pt>
                      <c:pt idx="3991">
                        <c:v>160.91499999999999</c:v>
                      </c:pt>
                      <c:pt idx="3992">
                        <c:v>160.4</c:v>
                      </c:pt>
                      <c:pt idx="3993">
                        <c:v>148.803</c:v>
                      </c:pt>
                      <c:pt idx="3994">
                        <c:v>148.01499999999999</c:v>
                      </c:pt>
                      <c:pt idx="3995">
                        <c:v>146.614</c:v>
                      </c:pt>
                      <c:pt idx="3996">
                        <c:v>158.10300000000001</c:v>
                      </c:pt>
                      <c:pt idx="3997">
                        <c:v>158.59200000000001</c:v>
                      </c:pt>
                      <c:pt idx="3998">
                        <c:v>146.49600000000001</c:v>
                      </c:pt>
                      <c:pt idx="3999">
                        <c:v>146.38300000000001</c:v>
                      </c:pt>
                      <c:pt idx="4000">
                        <c:v>148.56800000000001</c:v>
                      </c:pt>
                      <c:pt idx="4001">
                        <c:v>168.20400000000001</c:v>
                      </c:pt>
                      <c:pt idx="4002">
                        <c:v>172.83500000000001</c:v>
                      </c:pt>
                      <c:pt idx="4003">
                        <c:v>178.82</c:v>
                      </c:pt>
                      <c:pt idx="4004">
                        <c:v>180.251</c:v>
                      </c:pt>
                      <c:pt idx="4005">
                        <c:v>168.827</c:v>
                      </c:pt>
                      <c:pt idx="4006">
                        <c:v>163.095</c:v>
                      </c:pt>
                      <c:pt idx="4007">
                        <c:v>162.702</c:v>
                      </c:pt>
                      <c:pt idx="4008">
                        <c:v>169.00800000000001</c:v>
                      </c:pt>
                      <c:pt idx="4009">
                        <c:v>165.11699999999999</c:v>
                      </c:pt>
                      <c:pt idx="4010">
                        <c:v>167.76400000000001</c:v>
                      </c:pt>
                      <c:pt idx="4011">
                        <c:v>168.52699999999999</c:v>
                      </c:pt>
                      <c:pt idx="4012">
                        <c:v>166.72900000000001</c:v>
                      </c:pt>
                      <c:pt idx="4013">
                        <c:v>169.166</c:v>
                      </c:pt>
                      <c:pt idx="4014">
                        <c:v>177.446</c:v>
                      </c:pt>
                      <c:pt idx="4015">
                        <c:v>164.91</c:v>
                      </c:pt>
                      <c:pt idx="4016">
                        <c:v>164.17099999999999</c:v>
                      </c:pt>
                      <c:pt idx="4017">
                        <c:v>166.52</c:v>
                      </c:pt>
                      <c:pt idx="4018">
                        <c:v>166.67099999999999</c:v>
                      </c:pt>
                      <c:pt idx="4019">
                        <c:v>175.52099999999999</c:v>
                      </c:pt>
                      <c:pt idx="4020">
                        <c:v>174.113</c:v>
                      </c:pt>
                      <c:pt idx="4021">
                        <c:v>162.46299999999999</c:v>
                      </c:pt>
                      <c:pt idx="4022">
                        <c:v>171.077</c:v>
                      </c:pt>
                      <c:pt idx="4023">
                        <c:v>170.643</c:v>
                      </c:pt>
                      <c:pt idx="4024">
                        <c:v>169.386</c:v>
                      </c:pt>
                      <c:pt idx="4025">
                        <c:v>164.73500000000001</c:v>
                      </c:pt>
                      <c:pt idx="4026">
                        <c:v>151</c:v>
                      </c:pt>
                      <c:pt idx="4027">
                        <c:v>158.999</c:v>
                      </c:pt>
                      <c:pt idx="4028">
                        <c:v>147.81299999999999</c:v>
                      </c:pt>
                      <c:pt idx="4029">
                        <c:v>148.446</c:v>
                      </c:pt>
                      <c:pt idx="4030">
                        <c:v>148.304</c:v>
                      </c:pt>
                      <c:pt idx="4031">
                        <c:v>146.453</c:v>
                      </c:pt>
                      <c:pt idx="4032">
                        <c:v>155.78399999999999</c:v>
                      </c:pt>
                      <c:pt idx="4033">
                        <c:v>146.56299999999999</c:v>
                      </c:pt>
                      <c:pt idx="4034">
                        <c:v>145.804</c:v>
                      </c:pt>
                      <c:pt idx="4035">
                        <c:v>156.05699999999999</c:v>
                      </c:pt>
                      <c:pt idx="4036">
                        <c:v>155.15899999999999</c:v>
                      </c:pt>
                      <c:pt idx="4037">
                        <c:v>163.011</c:v>
                      </c:pt>
                      <c:pt idx="4038">
                        <c:v>155.80600000000001</c:v>
                      </c:pt>
                      <c:pt idx="4039">
                        <c:v>158.69300000000001</c:v>
                      </c:pt>
                      <c:pt idx="4040">
                        <c:v>158.68899999999999</c:v>
                      </c:pt>
                      <c:pt idx="4041">
                        <c:v>168.52099999999999</c:v>
                      </c:pt>
                      <c:pt idx="4042">
                        <c:v>158.84200000000001</c:v>
                      </c:pt>
                      <c:pt idx="4043">
                        <c:v>158.565</c:v>
                      </c:pt>
                      <c:pt idx="4044">
                        <c:v>158.893</c:v>
                      </c:pt>
                      <c:pt idx="4045">
                        <c:v>160.364</c:v>
                      </c:pt>
                      <c:pt idx="4046">
                        <c:v>160.86699999999999</c:v>
                      </c:pt>
                      <c:pt idx="4047">
                        <c:v>161.24</c:v>
                      </c:pt>
                      <c:pt idx="4048">
                        <c:v>169.41499999999999</c:v>
                      </c:pt>
                      <c:pt idx="4049">
                        <c:v>160.34100000000001</c:v>
                      </c:pt>
                      <c:pt idx="4050">
                        <c:v>159.977</c:v>
                      </c:pt>
                      <c:pt idx="4051">
                        <c:v>158.39699999999999</c:v>
                      </c:pt>
                      <c:pt idx="4052">
                        <c:v>156.03399999999999</c:v>
                      </c:pt>
                      <c:pt idx="4053">
                        <c:v>156.964</c:v>
                      </c:pt>
                      <c:pt idx="4054">
                        <c:v>153.60400000000001</c:v>
                      </c:pt>
                      <c:pt idx="4055">
                        <c:v>163.214</c:v>
                      </c:pt>
                      <c:pt idx="4056">
                        <c:v>161.63800000000001</c:v>
                      </c:pt>
                      <c:pt idx="4057">
                        <c:v>161.52199999999999</c:v>
                      </c:pt>
                      <c:pt idx="4058">
                        <c:v>155.93199999999999</c:v>
                      </c:pt>
                      <c:pt idx="4059">
                        <c:v>160.21199999999999</c:v>
                      </c:pt>
                      <c:pt idx="4060">
                        <c:v>157.489</c:v>
                      </c:pt>
                      <c:pt idx="4061">
                        <c:v>154.84200000000001</c:v>
                      </c:pt>
                      <c:pt idx="4062">
                        <c:v>151.05699999999999</c:v>
                      </c:pt>
                      <c:pt idx="4063">
                        <c:v>148.38800000000001</c:v>
                      </c:pt>
                      <c:pt idx="4064">
                        <c:v>147.87799999999999</c:v>
                      </c:pt>
                      <c:pt idx="4065">
                        <c:v>148.31800000000001</c:v>
                      </c:pt>
                      <c:pt idx="4066">
                        <c:v>142.49199999999999</c:v>
                      </c:pt>
                      <c:pt idx="4067">
                        <c:v>141.827</c:v>
                      </c:pt>
                      <c:pt idx="4068">
                        <c:v>137.62</c:v>
                      </c:pt>
                      <c:pt idx="4069">
                        <c:v>147.06100000000001</c:v>
                      </c:pt>
                      <c:pt idx="4070">
                        <c:v>138.4</c:v>
                      </c:pt>
                      <c:pt idx="4071">
                        <c:v>144.852</c:v>
                      </c:pt>
                      <c:pt idx="4072">
                        <c:v>144.44800000000001</c:v>
                      </c:pt>
                      <c:pt idx="4073">
                        <c:v>145.59800000000001</c:v>
                      </c:pt>
                      <c:pt idx="4074">
                        <c:v>148.64699999999999</c:v>
                      </c:pt>
                      <c:pt idx="4075">
                        <c:v>151.02099999999999</c:v>
                      </c:pt>
                      <c:pt idx="4076">
                        <c:v>153.38499999999999</c:v>
                      </c:pt>
                      <c:pt idx="4077">
                        <c:v>152.798</c:v>
                      </c:pt>
                      <c:pt idx="4078">
                        <c:v>154.67099999999999</c:v>
                      </c:pt>
                      <c:pt idx="4079">
                        <c:v>157.863</c:v>
                      </c:pt>
                      <c:pt idx="4080">
                        <c:v>161.26300000000001</c:v>
                      </c:pt>
                      <c:pt idx="4081">
                        <c:v>159.762</c:v>
                      </c:pt>
                      <c:pt idx="4082">
                        <c:v>158.036</c:v>
                      </c:pt>
                      <c:pt idx="4083">
                        <c:v>157.75800000000001</c:v>
                      </c:pt>
                      <c:pt idx="4084">
                        <c:v>158.167</c:v>
                      </c:pt>
                      <c:pt idx="4085">
                        <c:v>159.68700000000001</c:v>
                      </c:pt>
                      <c:pt idx="4086">
                        <c:v>160.01300000000001</c:v>
                      </c:pt>
                      <c:pt idx="4087">
                        <c:v>159.82300000000001</c:v>
                      </c:pt>
                      <c:pt idx="4088">
                        <c:v>159.441</c:v>
                      </c:pt>
                      <c:pt idx="4089">
                        <c:v>161.28200000000001</c:v>
                      </c:pt>
                      <c:pt idx="4090">
                        <c:v>149.441</c:v>
                      </c:pt>
                      <c:pt idx="4091">
                        <c:v>154.821</c:v>
                      </c:pt>
                      <c:pt idx="4092">
                        <c:v>151.61199999999999</c:v>
                      </c:pt>
                      <c:pt idx="4093">
                        <c:v>149.72999999999999</c:v>
                      </c:pt>
                      <c:pt idx="4094">
                        <c:v>140.64099999999999</c:v>
                      </c:pt>
                      <c:pt idx="4095">
                        <c:v>147.024</c:v>
                      </c:pt>
                      <c:pt idx="4096">
                        <c:v>135.22800000000001</c:v>
                      </c:pt>
                      <c:pt idx="4097">
                        <c:v>135.45699999999999</c:v>
                      </c:pt>
                      <c:pt idx="4098">
                        <c:v>136.60599999999999</c:v>
                      </c:pt>
                      <c:pt idx="4099">
                        <c:v>136.07900000000001</c:v>
                      </c:pt>
                      <c:pt idx="4100">
                        <c:v>137.13200000000001</c:v>
                      </c:pt>
                      <c:pt idx="4101">
                        <c:v>141.01400000000001</c:v>
                      </c:pt>
                      <c:pt idx="4102">
                        <c:v>141.15899999999999</c:v>
                      </c:pt>
                      <c:pt idx="4103">
                        <c:v>142.197</c:v>
                      </c:pt>
                      <c:pt idx="4104">
                        <c:v>142.30600000000001</c:v>
                      </c:pt>
                      <c:pt idx="4105">
                        <c:v>142.53100000000001</c:v>
                      </c:pt>
                      <c:pt idx="4106">
                        <c:v>144.172</c:v>
                      </c:pt>
                      <c:pt idx="4107">
                        <c:v>142.172</c:v>
                      </c:pt>
                      <c:pt idx="4108">
                        <c:v>141.80799999999999</c:v>
                      </c:pt>
                      <c:pt idx="4109">
                        <c:v>141.483</c:v>
                      </c:pt>
                      <c:pt idx="4110">
                        <c:v>141.48099999999999</c:v>
                      </c:pt>
                      <c:pt idx="4111">
                        <c:v>138.91200000000001</c:v>
                      </c:pt>
                      <c:pt idx="4112">
                        <c:v>139.792</c:v>
                      </c:pt>
                      <c:pt idx="4113">
                        <c:v>140.41300000000001</c:v>
                      </c:pt>
                      <c:pt idx="4114">
                        <c:v>138.44200000000001</c:v>
                      </c:pt>
                      <c:pt idx="4115">
                        <c:v>129.12</c:v>
                      </c:pt>
                      <c:pt idx="4116">
                        <c:v>136.88200000000001</c:v>
                      </c:pt>
                      <c:pt idx="4117">
                        <c:v>129.12700000000001</c:v>
                      </c:pt>
                      <c:pt idx="4118">
                        <c:v>138.977</c:v>
                      </c:pt>
                      <c:pt idx="4119">
                        <c:v>139.893</c:v>
                      </c:pt>
                      <c:pt idx="4120">
                        <c:v>140.23699999999999</c:v>
                      </c:pt>
                      <c:pt idx="4121">
                        <c:v>140.22</c:v>
                      </c:pt>
                      <c:pt idx="4122">
                        <c:v>141.066</c:v>
                      </c:pt>
                      <c:pt idx="4123">
                        <c:v>141.483</c:v>
                      </c:pt>
                      <c:pt idx="4124">
                        <c:v>143.16300000000001</c:v>
                      </c:pt>
                      <c:pt idx="4125">
                        <c:v>144.613</c:v>
                      </c:pt>
                      <c:pt idx="4126">
                        <c:v>148.05500000000001</c:v>
                      </c:pt>
                      <c:pt idx="4127">
                        <c:v>149.47999999999999</c:v>
                      </c:pt>
                      <c:pt idx="4128">
                        <c:v>153.66300000000001</c:v>
                      </c:pt>
                      <c:pt idx="4129">
                        <c:v>140.14400000000001</c:v>
                      </c:pt>
                      <c:pt idx="4130">
                        <c:v>135.334</c:v>
                      </c:pt>
                      <c:pt idx="4131">
                        <c:v>139.17099999999999</c:v>
                      </c:pt>
                      <c:pt idx="4132">
                        <c:v>140.137</c:v>
                      </c:pt>
                      <c:pt idx="4133">
                        <c:v>148.61000000000001</c:v>
                      </c:pt>
                      <c:pt idx="4134">
                        <c:v>144.9</c:v>
                      </c:pt>
                      <c:pt idx="4135">
                        <c:v>133.934</c:v>
                      </c:pt>
                      <c:pt idx="4136">
                        <c:v>133.679</c:v>
                      </c:pt>
                      <c:pt idx="4137">
                        <c:v>135.667</c:v>
                      </c:pt>
                      <c:pt idx="4138">
                        <c:v>134.00299999999999</c:v>
                      </c:pt>
                      <c:pt idx="4139">
                        <c:v>133.93199999999999</c:v>
                      </c:pt>
                      <c:pt idx="4140">
                        <c:v>134.05600000000001</c:v>
                      </c:pt>
                      <c:pt idx="4141">
                        <c:v>131.607</c:v>
                      </c:pt>
                      <c:pt idx="4142">
                        <c:v>130.809</c:v>
                      </c:pt>
                      <c:pt idx="4143">
                        <c:v>132.04</c:v>
                      </c:pt>
                      <c:pt idx="4144">
                        <c:v>129.655</c:v>
                      </c:pt>
                      <c:pt idx="4145">
                        <c:v>130.32900000000001</c:v>
                      </c:pt>
                      <c:pt idx="4146">
                        <c:v>131.107</c:v>
                      </c:pt>
                      <c:pt idx="4147">
                        <c:v>131.262</c:v>
                      </c:pt>
                      <c:pt idx="4148">
                        <c:v>134.03299999999999</c:v>
                      </c:pt>
                      <c:pt idx="4149">
                        <c:v>137.86099999999999</c:v>
                      </c:pt>
                      <c:pt idx="4150">
                        <c:v>141.542</c:v>
                      </c:pt>
                      <c:pt idx="4151">
                        <c:v>152.07599999999999</c:v>
                      </c:pt>
                      <c:pt idx="4152">
                        <c:v>170.86500000000001</c:v>
                      </c:pt>
                      <c:pt idx="4153">
                        <c:v>170.239</c:v>
                      </c:pt>
                      <c:pt idx="4154">
                        <c:v>165.56100000000001</c:v>
                      </c:pt>
                      <c:pt idx="4155">
                        <c:v>157.309</c:v>
                      </c:pt>
                      <c:pt idx="4156">
                        <c:v>166.58</c:v>
                      </c:pt>
                      <c:pt idx="4157">
                        <c:v>181.096</c:v>
                      </c:pt>
                      <c:pt idx="4158">
                        <c:v>244.12700000000001</c:v>
                      </c:pt>
                      <c:pt idx="4159">
                        <c:v>270.72000000000003</c:v>
                      </c:pt>
                      <c:pt idx="4160">
                        <c:v>290.87099999999998</c:v>
                      </c:pt>
                      <c:pt idx="4161">
                        <c:v>321.53500000000003</c:v>
                      </c:pt>
                      <c:pt idx="4162">
                        <c:v>298.68200000000002</c:v>
                      </c:pt>
                      <c:pt idx="4163">
                        <c:v>330.55500000000001</c:v>
                      </c:pt>
                      <c:pt idx="4164">
                        <c:v>347.101</c:v>
                      </c:pt>
                      <c:pt idx="4165">
                        <c:v>396.34199999999998</c:v>
                      </c:pt>
                      <c:pt idx="4166">
                        <c:v>415.38799999999998</c:v>
                      </c:pt>
                      <c:pt idx="4167">
                        <c:v>401.76400000000001</c:v>
                      </c:pt>
                      <c:pt idx="4168">
                        <c:v>420.78</c:v>
                      </c:pt>
                      <c:pt idx="4169">
                        <c:v>382.38900000000001</c:v>
                      </c:pt>
                      <c:pt idx="4170">
                        <c:v>299.73399999999998</c:v>
                      </c:pt>
                      <c:pt idx="4171">
                        <c:v>261.06799999999998</c:v>
                      </c:pt>
                      <c:pt idx="4172">
                        <c:v>285.46100000000001</c:v>
                      </c:pt>
                      <c:pt idx="4173">
                        <c:v>301.28300000000002</c:v>
                      </c:pt>
                      <c:pt idx="4174">
                        <c:v>297.79300000000001</c:v>
                      </c:pt>
                      <c:pt idx="4175">
                        <c:v>321.26900000000001</c:v>
                      </c:pt>
                      <c:pt idx="4176">
                        <c:v>330.16399999999999</c:v>
                      </c:pt>
                      <c:pt idx="4177">
                        <c:v>330.411</c:v>
                      </c:pt>
                      <c:pt idx="4178">
                        <c:v>318.41899999999998</c:v>
                      </c:pt>
                      <c:pt idx="4179">
                        <c:v>310.625</c:v>
                      </c:pt>
                      <c:pt idx="4180">
                        <c:v>308.46100000000001</c:v>
                      </c:pt>
                      <c:pt idx="4181">
                        <c:v>291.17700000000002</c:v>
                      </c:pt>
                      <c:pt idx="4182">
                        <c:v>282.26400000000001</c:v>
                      </c:pt>
                      <c:pt idx="4183">
                        <c:v>285.43299999999999</c:v>
                      </c:pt>
                      <c:pt idx="4184">
                        <c:v>287.69799999999998</c:v>
                      </c:pt>
                      <c:pt idx="4185">
                        <c:v>307.98700000000002</c:v>
                      </c:pt>
                      <c:pt idx="4186">
                        <c:v>316.01900000000001</c:v>
                      </c:pt>
                      <c:pt idx="4187">
                        <c:v>316.45</c:v>
                      </c:pt>
                      <c:pt idx="4188">
                        <c:v>320.43400000000003</c:v>
                      </c:pt>
                      <c:pt idx="4189">
                        <c:v>332.72399999999999</c:v>
                      </c:pt>
                      <c:pt idx="4190">
                        <c:v>336.553</c:v>
                      </c:pt>
                      <c:pt idx="4191">
                        <c:v>333.10399999999998</c:v>
                      </c:pt>
                      <c:pt idx="4192">
                        <c:v>334.52800000000002</c:v>
                      </c:pt>
                      <c:pt idx="4193">
                        <c:v>342.22199999999998</c:v>
                      </c:pt>
                      <c:pt idx="4194">
                        <c:v>342.59100000000001</c:v>
                      </c:pt>
                      <c:pt idx="4195">
                        <c:v>323.86500000000001</c:v>
                      </c:pt>
                      <c:pt idx="4196">
                        <c:v>308.42599999999999</c:v>
                      </c:pt>
                      <c:pt idx="4197">
                        <c:v>308.93799999999999</c:v>
                      </c:pt>
                      <c:pt idx="4198">
                        <c:v>310.34100000000001</c:v>
                      </c:pt>
                      <c:pt idx="4199">
                        <c:v>300.49</c:v>
                      </c:pt>
                      <c:pt idx="4200">
                        <c:v>298.93299999999999</c:v>
                      </c:pt>
                      <c:pt idx="4201">
                        <c:v>297.25400000000002</c:v>
                      </c:pt>
                      <c:pt idx="4202">
                        <c:v>288.80700000000002</c:v>
                      </c:pt>
                      <c:pt idx="4203">
                        <c:v>284.65899999999999</c:v>
                      </c:pt>
                      <c:pt idx="4204">
                        <c:v>286.322</c:v>
                      </c:pt>
                      <c:pt idx="4205">
                        <c:v>295.30200000000002</c:v>
                      </c:pt>
                      <c:pt idx="4206">
                        <c:v>303.89100000000002</c:v>
                      </c:pt>
                      <c:pt idx="4207">
                        <c:v>306.52699999999999</c:v>
                      </c:pt>
                      <c:pt idx="4208">
                        <c:v>292.971</c:v>
                      </c:pt>
                      <c:pt idx="4209">
                        <c:v>286.99299999999999</c:v>
                      </c:pt>
                      <c:pt idx="4210">
                        <c:v>274.72199999999998</c:v>
                      </c:pt>
                      <c:pt idx="4211">
                        <c:v>261.31400000000002</c:v>
                      </c:pt>
                      <c:pt idx="4212">
                        <c:v>256.96600000000001</c:v>
                      </c:pt>
                      <c:pt idx="4213">
                        <c:v>257.78699999999998</c:v>
                      </c:pt>
                      <c:pt idx="4214">
                        <c:v>242.18700000000001</c:v>
                      </c:pt>
                      <c:pt idx="4215">
                        <c:v>229.952</c:v>
                      </c:pt>
                      <c:pt idx="4216">
                        <c:v>232.178</c:v>
                      </c:pt>
                      <c:pt idx="4217">
                        <c:v>236.851</c:v>
                      </c:pt>
                      <c:pt idx="4218">
                        <c:v>234.06700000000001</c:v>
                      </c:pt>
                      <c:pt idx="4219">
                        <c:v>218.29</c:v>
                      </c:pt>
                      <c:pt idx="4220">
                        <c:v>203.25399999999999</c:v>
                      </c:pt>
                      <c:pt idx="4221">
                        <c:v>200.24199999999999</c:v>
                      </c:pt>
                      <c:pt idx="4222">
                        <c:v>190.49700000000001</c:v>
                      </c:pt>
                      <c:pt idx="4223">
                        <c:v>187.96</c:v>
                      </c:pt>
                      <c:pt idx="4224">
                        <c:v>198.85</c:v>
                      </c:pt>
                      <c:pt idx="4225">
                        <c:v>203.369</c:v>
                      </c:pt>
                      <c:pt idx="4226">
                        <c:v>229.566</c:v>
                      </c:pt>
                      <c:pt idx="4227">
                        <c:v>233.40700000000001</c:v>
                      </c:pt>
                      <c:pt idx="4228">
                        <c:v>226.96</c:v>
                      </c:pt>
                      <c:pt idx="4229">
                        <c:v>215.416</c:v>
                      </c:pt>
                      <c:pt idx="4230">
                        <c:v>216.476</c:v>
                      </c:pt>
                      <c:pt idx="4231">
                        <c:v>221.23400000000001</c:v>
                      </c:pt>
                      <c:pt idx="4232">
                        <c:v>220.82</c:v>
                      </c:pt>
                      <c:pt idx="4233">
                        <c:v>221.005</c:v>
                      </c:pt>
                      <c:pt idx="4234">
                        <c:v>217.114</c:v>
                      </c:pt>
                      <c:pt idx="4235">
                        <c:v>222.488</c:v>
                      </c:pt>
                      <c:pt idx="4236">
                        <c:v>224.815</c:v>
                      </c:pt>
                      <c:pt idx="4237">
                        <c:v>229.261</c:v>
                      </c:pt>
                      <c:pt idx="4238">
                        <c:v>232.131</c:v>
                      </c:pt>
                      <c:pt idx="4239">
                        <c:v>225.57499999999999</c:v>
                      </c:pt>
                      <c:pt idx="4240">
                        <c:v>219.93700000000001</c:v>
                      </c:pt>
                      <c:pt idx="4241">
                        <c:v>204.51</c:v>
                      </c:pt>
                      <c:pt idx="4242">
                        <c:v>202.05600000000001</c:v>
                      </c:pt>
                      <c:pt idx="4243">
                        <c:v>200.69900000000001</c:v>
                      </c:pt>
                      <c:pt idx="4244">
                        <c:v>202.14</c:v>
                      </c:pt>
                      <c:pt idx="4245">
                        <c:v>207.27</c:v>
                      </c:pt>
                      <c:pt idx="4246">
                        <c:v>201.59</c:v>
                      </c:pt>
                      <c:pt idx="4247">
                        <c:v>204.76900000000001</c:v>
                      </c:pt>
                      <c:pt idx="4248">
                        <c:v>214.71799999999999</c:v>
                      </c:pt>
                      <c:pt idx="4249">
                        <c:v>215.39099999999999</c:v>
                      </c:pt>
                      <c:pt idx="4250">
                        <c:v>214.04900000000001</c:v>
                      </c:pt>
                      <c:pt idx="4251">
                        <c:v>211.94399999999999</c:v>
                      </c:pt>
                      <c:pt idx="4252">
                        <c:v>208.47499999999999</c:v>
                      </c:pt>
                      <c:pt idx="4253">
                        <c:v>202.24</c:v>
                      </c:pt>
                      <c:pt idx="4254">
                        <c:v>182.94499999999999</c:v>
                      </c:pt>
                      <c:pt idx="4255">
                        <c:v>184.285</c:v>
                      </c:pt>
                      <c:pt idx="4256">
                        <c:v>188.465</c:v>
                      </c:pt>
                      <c:pt idx="4257">
                        <c:v>193.47399999999999</c:v>
                      </c:pt>
                      <c:pt idx="4258">
                        <c:v>185.57400000000001</c:v>
                      </c:pt>
                      <c:pt idx="4259">
                        <c:v>187.59299999999999</c:v>
                      </c:pt>
                      <c:pt idx="4260">
                        <c:v>188.66800000000001</c:v>
                      </c:pt>
                      <c:pt idx="4261">
                        <c:v>189.45099999999999</c:v>
                      </c:pt>
                      <c:pt idx="4262">
                        <c:v>187.59800000000001</c:v>
                      </c:pt>
                      <c:pt idx="4263">
                        <c:v>188.77500000000001</c:v>
                      </c:pt>
                      <c:pt idx="4264">
                        <c:v>187.804</c:v>
                      </c:pt>
                      <c:pt idx="4265">
                        <c:v>186.94399999999999</c:v>
                      </c:pt>
                      <c:pt idx="4266">
                        <c:v>185.55500000000001</c:v>
                      </c:pt>
                      <c:pt idx="4267">
                        <c:v>185.83699999999999</c:v>
                      </c:pt>
                      <c:pt idx="4268">
                        <c:v>186.50800000000001</c:v>
                      </c:pt>
                      <c:pt idx="4269">
                        <c:v>186.53700000000001</c:v>
                      </c:pt>
                      <c:pt idx="4270">
                        <c:v>188.92599999999999</c:v>
                      </c:pt>
                      <c:pt idx="4271">
                        <c:v>191.53399999999999</c:v>
                      </c:pt>
                      <c:pt idx="4272">
                        <c:v>195.69499999999999</c:v>
                      </c:pt>
                      <c:pt idx="4273">
                        <c:v>196.483</c:v>
                      </c:pt>
                      <c:pt idx="4274">
                        <c:v>196.72</c:v>
                      </c:pt>
                      <c:pt idx="4275">
                        <c:v>195.85400000000001</c:v>
                      </c:pt>
                      <c:pt idx="4276">
                        <c:v>196.93600000000001</c:v>
                      </c:pt>
                      <c:pt idx="4277">
                        <c:v>195.46899999999999</c:v>
                      </c:pt>
                      <c:pt idx="4278">
                        <c:v>190.86</c:v>
                      </c:pt>
                      <c:pt idx="4279">
                        <c:v>188.697</c:v>
                      </c:pt>
                      <c:pt idx="4280">
                        <c:v>189.191</c:v>
                      </c:pt>
                      <c:pt idx="4281">
                        <c:v>190.31200000000001</c:v>
                      </c:pt>
                      <c:pt idx="4282">
                        <c:v>186.161</c:v>
                      </c:pt>
                      <c:pt idx="4283">
                        <c:v>183.59399999999999</c:v>
                      </c:pt>
                      <c:pt idx="4284">
                        <c:v>177.285</c:v>
                      </c:pt>
                      <c:pt idx="4285">
                        <c:v>171.536</c:v>
                      </c:pt>
                      <c:pt idx="4286">
                        <c:v>176.09700000000001</c:v>
                      </c:pt>
                      <c:pt idx="4287">
                        <c:v>181.626</c:v>
                      </c:pt>
                      <c:pt idx="4288">
                        <c:v>183.834</c:v>
                      </c:pt>
                      <c:pt idx="4289">
                        <c:v>188.05</c:v>
                      </c:pt>
                      <c:pt idx="4290">
                        <c:v>188.21799999999999</c:v>
                      </c:pt>
                      <c:pt idx="4291">
                        <c:v>188.416</c:v>
                      </c:pt>
                      <c:pt idx="4292">
                        <c:v>190.346</c:v>
                      </c:pt>
                      <c:pt idx="4293">
                        <c:v>186.24100000000001</c:v>
                      </c:pt>
                      <c:pt idx="4294">
                        <c:v>178.35499999999999</c:v>
                      </c:pt>
                      <c:pt idx="4295">
                        <c:v>178.422</c:v>
                      </c:pt>
                      <c:pt idx="4296">
                        <c:v>180.27799999999999</c:v>
                      </c:pt>
                      <c:pt idx="4297">
                        <c:v>183.69</c:v>
                      </c:pt>
                      <c:pt idx="4298">
                        <c:v>203.97300000000001</c:v>
                      </c:pt>
                      <c:pt idx="4299">
                        <c:v>208.26900000000001</c:v>
                      </c:pt>
                      <c:pt idx="4300">
                        <c:v>219.70500000000001</c:v>
                      </c:pt>
                      <c:pt idx="4301">
                        <c:v>226.05099999999999</c:v>
                      </c:pt>
                      <c:pt idx="4302">
                        <c:v>224.411</c:v>
                      </c:pt>
                      <c:pt idx="4303">
                        <c:v>220.179</c:v>
                      </c:pt>
                      <c:pt idx="4304">
                        <c:v>221.62299999999999</c:v>
                      </c:pt>
                      <c:pt idx="4305">
                        <c:v>218.852</c:v>
                      </c:pt>
                      <c:pt idx="4306">
                        <c:v>212.947</c:v>
                      </c:pt>
                      <c:pt idx="4307">
                        <c:v>212.05600000000001</c:v>
                      </c:pt>
                      <c:pt idx="4308">
                        <c:v>207.404</c:v>
                      </c:pt>
                      <c:pt idx="4309">
                        <c:v>200.69499999999999</c:v>
                      </c:pt>
                      <c:pt idx="4310">
                        <c:v>193.072</c:v>
                      </c:pt>
                      <c:pt idx="4311">
                        <c:v>188.14500000000001</c:v>
                      </c:pt>
                      <c:pt idx="4312">
                        <c:v>183.203</c:v>
                      </c:pt>
                      <c:pt idx="4313">
                        <c:v>181.12200000000001</c:v>
                      </c:pt>
                      <c:pt idx="4314">
                        <c:v>183.624</c:v>
                      </c:pt>
                      <c:pt idx="4315">
                        <c:v>187.024</c:v>
                      </c:pt>
                      <c:pt idx="4316">
                        <c:v>188.78899999999999</c:v>
                      </c:pt>
                      <c:pt idx="4317">
                        <c:v>186.31399999999999</c:v>
                      </c:pt>
                      <c:pt idx="4318">
                        <c:v>185.35300000000001</c:v>
                      </c:pt>
                      <c:pt idx="4319">
                        <c:v>185.602</c:v>
                      </c:pt>
                      <c:pt idx="4320">
                        <c:v>185.09299999999999</c:v>
                      </c:pt>
                      <c:pt idx="4321">
                        <c:v>185.286</c:v>
                      </c:pt>
                      <c:pt idx="4322">
                        <c:v>186.10900000000001</c:v>
                      </c:pt>
                      <c:pt idx="4323">
                        <c:v>189.06100000000001</c:v>
                      </c:pt>
                      <c:pt idx="4324">
                        <c:v>187.798</c:v>
                      </c:pt>
                      <c:pt idx="4325">
                        <c:v>191.45599999999999</c:v>
                      </c:pt>
                      <c:pt idx="4326">
                        <c:v>192.899</c:v>
                      </c:pt>
                      <c:pt idx="4327">
                        <c:v>192.33199999999999</c:v>
                      </c:pt>
                      <c:pt idx="4328">
                        <c:v>193.393</c:v>
                      </c:pt>
                      <c:pt idx="4329">
                        <c:v>190.13300000000001</c:v>
                      </c:pt>
                      <c:pt idx="4330">
                        <c:v>186.197</c:v>
                      </c:pt>
                      <c:pt idx="4331">
                        <c:v>176.51900000000001</c:v>
                      </c:pt>
                      <c:pt idx="4332">
                        <c:v>170.892</c:v>
                      </c:pt>
                      <c:pt idx="4333">
                        <c:v>156.86199999999999</c:v>
                      </c:pt>
                      <c:pt idx="4334">
                        <c:v>151.459</c:v>
                      </c:pt>
                      <c:pt idx="4335">
                        <c:v>150.887</c:v>
                      </c:pt>
                      <c:pt idx="4336">
                        <c:v>156.96</c:v>
                      </c:pt>
                      <c:pt idx="4337">
                        <c:v>162.773</c:v>
                      </c:pt>
                      <c:pt idx="4338">
                        <c:v>160.66999999999999</c:v>
                      </c:pt>
                      <c:pt idx="4339">
                        <c:v>160.38200000000001</c:v>
                      </c:pt>
                      <c:pt idx="4340">
                        <c:v>159.78800000000001</c:v>
                      </c:pt>
                      <c:pt idx="4341">
                        <c:v>159.43899999999999</c:v>
                      </c:pt>
                      <c:pt idx="4342">
                        <c:v>158.52099999999999</c:v>
                      </c:pt>
                      <c:pt idx="4343">
                        <c:v>158.04300000000001</c:v>
                      </c:pt>
                      <c:pt idx="4344">
                        <c:v>154.292</c:v>
                      </c:pt>
                      <c:pt idx="4345">
                        <c:v>153.79400000000001</c:v>
                      </c:pt>
                      <c:pt idx="4346">
                        <c:v>154.89599999999999</c:v>
                      </c:pt>
                      <c:pt idx="4347">
                        <c:v>152.38800000000001</c:v>
                      </c:pt>
                      <c:pt idx="4348">
                        <c:v>153.036</c:v>
                      </c:pt>
                      <c:pt idx="4349">
                        <c:v>143.59</c:v>
                      </c:pt>
                      <c:pt idx="4350">
                        <c:v>143.059</c:v>
                      </c:pt>
                      <c:pt idx="4351">
                        <c:v>143.79400000000001</c:v>
                      </c:pt>
                      <c:pt idx="4352">
                        <c:v>143.94300000000001</c:v>
                      </c:pt>
                      <c:pt idx="4353">
                        <c:v>146.44300000000001</c:v>
                      </c:pt>
                      <c:pt idx="4354">
                        <c:v>147.17699999999999</c:v>
                      </c:pt>
                      <c:pt idx="4355">
                        <c:v>149.12200000000001</c:v>
                      </c:pt>
                      <c:pt idx="4356">
                        <c:v>149.94999999999999</c:v>
                      </c:pt>
                      <c:pt idx="4357">
                        <c:v>154.11699999999999</c:v>
                      </c:pt>
                      <c:pt idx="4358">
                        <c:v>155.721</c:v>
                      </c:pt>
                      <c:pt idx="4359">
                        <c:v>157.74</c:v>
                      </c:pt>
                      <c:pt idx="4360">
                        <c:v>156.69900000000001</c:v>
                      </c:pt>
                      <c:pt idx="4361">
                        <c:v>156.10400000000001</c:v>
                      </c:pt>
                      <c:pt idx="4362">
                        <c:v>157.07300000000001</c:v>
                      </c:pt>
                      <c:pt idx="4363">
                        <c:v>159.62700000000001</c:v>
                      </c:pt>
                      <c:pt idx="4364">
                        <c:v>159.77600000000001</c:v>
                      </c:pt>
                      <c:pt idx="4365">
                        <c:v>157.20699999999999</c:v>
                      </c:pt>
                      <c:pt idx="4366">
                        <c:v>155.51599999999999</c:v>
                      </c:pt>
                      <c:pt idx="4367">
                        <c:v>154.71</c:v>
                      </c:pt>
                      <c:pt idx="4368">
                        <c:v>154.11600000000001</c:v>
                      </c:pt>
                      <c:pt idx="4369">
                        <c:v>153.614</c:v>
                      </c:pt>
                      <c:pt idx="4370">
                        <c:v>152.66300000000001</c:v>
                      </c:pt>
                      <c:pt idx="4371">
                        <c:v>152.17599999999999</c:v>
                      </c:pt>
                      <c:pt idx="4372">
                        <c:v>152.15700000000001</c:v>
                      </c:pt>
                      <c:pt idx="4373">
                        <c:v>151.53299999999999</c:v>
                      </c:pt>
                      <c:pt idx="4374">
                        <c:v>152.97300000000001</c:v>
                      </c:pt>
                      <c:pt idx="4375">
                        <c:v>152.10499999999999</c:v>
                      </c:pt>
                      <c:pt idx="4376">
                        <c:v>151.91499999999999</c:v>
                      </c:pt>
                      <c:pt idx="4377">
                        <c:v>152.624</c:v>
                      </c:pt>
                      <c:pt idx="4378">
                        <c:v>156.84899999999999</c:v>
                      </c:pt>
                      <c:pt idx="4379">
                        <c:v>161.04499999999999</c:v>
                      </c:pt>
                      <c:pt idx="4380">
                        <c:v>162.36799999999999</c:v>
                      </c:pt>
                      <c:pt idx="4381">
                        <c:v>163.57</c:v>
                      </c:pt>
                      <c:pt idx="4382">
                        <c:v>168.74100000000001</c:v>
                      </c:pt>
                      <c:pt idx="4383">
                        <c:v>169.881</c:v>
                      </c:pt>
                      <c:pt idx="4384">
                        <c:v>169.571</c:v>
                      </c:pt>
                      <c:pt idx="4385">
                        <c:v>168.35</c:v>
                      </c:pt>
                      <c:pt idx="4386">
                        <c:v>168.71199999999999</c:v>
                      </c:pt>
                      <c:pt idx="4387">
                        <c:v>170.46199999999999</c:v>
                      </c:pt>
                      <c:pt idx="4388">
                        <c:v>173.50299999999999</c:v>
                      </c:pt>
                      <c:pt idx="4389">
                        <c:v>174.423</c:v>
                      </c:pt>
                      <c:pt idx="4390">
                        <c:v>176.74100000000001</c:v>
                      </c:pt>
                      <c:pt idx="4391">
                        <c:v>178.08099999999999</c:v>
                      </c:pt>
                      <c:pt idx="4392">
                        <c:v>177.756</c:v>
                      </c:pt>
                      <c:pt idx="4393">
                        <c:v>177.09700000000001</c:v>
                      </c:pt>
                      <c:pt idx="4394">
                        <c:v>174.792</c:v>
                      </c:pt>
                      <c:pt idx="4395">
                        <c:v>170.96899999999999</c:v>
                      </c:pt>
                      <c:pt idx="4396">
                        <c:v>166.482</c:v>
                      </c:pt>
                      <c:pt idx="4397">
                        <c:v>162.47</c:v>
                      </c:pt>
                      <c:pt idx="4398">
                        <c:v>161.44900000000001</c:v>
                      </c:pt>
                      <c:pt idx="4399">
                        <c:v>162.45400000000001</c:v>
                      </c:pt>
                      <c:pt idx="4400">
                        <c:v>162.59399999999999</c:v>
                      </c:pt>
                      <c:pt idx="4401">
                        <c:v>161.57599999999999</c:v>
                      </c:pt>
                      <c:pt idx="4402">
                        <c:v>160.72499999999999</c:v>
                      </c:pt>
                      <c:pt idx="4403">
                        <c:v>160.452</c:v>
                      </c:pt>
                      <c:pt idx="4404">
                        <c:v>161.643</c:v>
                      </c:pt>
                      <c:pt idx="4405">
                        <c:v>163.71799999999999</c:v>
                      </c:pt>
                      <c:pt idx="4406">
                        <c:v>168.21899999999999</c:v>
                      </c:pt>
                      <c:pt idx="4407">
                        <c:v>169.589</c:v>
                      </c:pt>
                      <c:pt idx="4408">
                        <c:v>176.20699999999999</c:v>
                      </c:pt>
                      <c:pt idx="4409">
                        <c:v>171.143</c:v>
                      </c:pt>
                      <c:pt idx="4410">
                        <c:v>167.77600000000001</c:v>
                      </c:pt>
                      <c:pt idx="4411">
                        <c:v>173.54400000000001</c:v>
                      </c:pt>
                      <c:pt idx="4412">
                        <c:v>180.167</c:v>
                      </c:pt>
                      <c:pt idx="4413">
                        <c:v>181.03800000000001</c:v>
                      </c:pt>
                      <c:pt idx="4414">
                        <c:v>180.887</c:v>
                      </c:pt>
                      <c:pt idx="4415">
                        <c:v>184.53100000000001</c:v>
                      </c:pt>
                      <c:pt idx="4416">
                        <c:v>188.41900000000001</c:v>
                      </c:pt>
                      <c:pt idx="4417">
                        <c:v>189.99799999999999</c:v>
                      </c:pt>
                      <c:pt idx="4418">
                        <c:v>196.31899999999999</c:v>
                      </c:pt>
                      <c:pt idx="4419">
                        <c:v>192.607</c:v>
                      </c:pt>
                      <c:pt idx="4420">
                        <c:v>191.93</c:v>
                      </c:pt>
                      <c:pt idx="4421">
                        <c:v>182.28700000000001</c:v>
                      </c:pt>
                      <c:pt idx="4422">
                        <c:v>180.85900000000001</c:v>
                      </c:pt>
                      <c:pt idx="4423">
                        <c:v>184.72300000000001</c:v>
                      </c:pt>
                      <c:pt idx="4424">
                        <c:v>183.73099999999999</c:v>
                      </c:pt>
                      <c:pt idx="4425">
                        <c:v>182.45599999999999</c:v>
                      </c:pt>
                      <c:pt idx="4426">
                        <c:v>180.929</c:v>
                      </c:pt>
                      <c:pt idx="4427">
                        <c:v>180.82599999999999</c:v>
                      </c:pt>
                      <c:pt idx="4428">
                        <c:v>184.70400000000001</c:v>
                      </c:pt>
                      <c:pt idx="4429">
                        <c:v>186.96899999999999</c:v>
                      </c:pt>
                      <c:pt idx="4430">
                        <c:v>189.57400000000001</c:v>
                      </c:pt>
                      <c:pt idx="4431">
                        <c:v>195.96600000000001</c:v>
                      </c:pt>
                      <c:pt idx="4432">
                        <c:v>196.36099999999999</c:v>
                      </c:pt>
                      <c:pt idx="4433">
                        <c:v>190.80699999999999</c:v>
                      </c:pt>
                      <c:pt idx="4434">
                        <c:v>193.93600000000001</c:v>
                      </c:pt>
                      <c:pt idx="4435">
                        <c:v>200.53899999999999</c:v>
                      </c:pt>
                      <c:pt idx="4436">
                        <c:v>196.542</c:v>
                      </c:pt>
                      <c:pt idx="4437">
                        <c:v>194.53</c:v>
                      </c:pt>
                      <c:pt idx="4438">
                        <c:v>192.654</c:v>
                      </c:pt>
                      <c:pt idx="4439">
                        <c:v>189.15700000000001</c:v>
                      </c:pt>
                      <c:pt idx="4440">
                        <c:v>191.18899999999999</c:v>
                      </c:pt>
                      <c:pt idx="4441">
                        <c:v>190.809</c:v>
                      </c:pt>
                      <c:pt idx="4442">
                        <c:v>191.167</c:v>
                      </c:pt>
                      <c:pt idx="4443">
                        <c:v>191.03</c:v>
                      </c:pt>
                      <c:pt idx="4444">
                        <c:v>188.72200000000001</c:v>
                      </c:pt>
                      <c:pt idx="4445">
                        <c:v>184.27699999999999</c:v>
                      </c:pt>
                      <c:pt idx="4446">
                        <c:v>180.01300000000001</c:v>
                      </c:pt>
                      <c:pt idx="4447">
                        <c:v>173.09</c:v>
                      </c:pt>
                      <c:pt idx="4448">
                        <c:v>171.994</c:v>
                      </c:pt>
                      <c:pt idx="4449">
                        <c:v>177.15799999999999</c:v>
                      </c:pt>
                      <c:pt idx="4450">
                        <c:v>178.26499999999999</c:v>
                      </c:pt>
                      <c:pt idx="4451">
                        <c:v>179.71700000000001</c:v>
                      </c:pt>
                      <c:pt idx="4452">
                        <c:v>179.864</c:v>
                      </c:pt>
                      <c:pt idx="4453">
                        <c:v>181.43700000000001</c:v>
                      </c:pt>
                      <c:pt idx="4454">
                        <c:v>182.90600000000001</c:v>
                      </c:pt>
                      <c:pt idx="4455">
                        <c:v>178.75399999999999</c:v>
                      </c:pt>
                      <c:pt idx="4456">
                        <c:v>178.70400000000001</c:v>
                      </c:pt>
                      <c:pt idx="4457">
                        <c:v>181.62299999999999</c:v>
                      </c:pt>
                      <c:pt idx="4458">
                        <c:v>193.09800000000001</c:v>
                      </c:pt>
                      <c:pt idx="4459">
                        <c:v>197.93600000000001</c:v>
                      </c:pt>
                      <c:pt idx="4460">
                        <c:v>198.15100000000001</c:v>
                      </c:pt>
                      <c:pt idx="4461">
                        <c:v>202.386</c:v>
                      </c:pt>
                      <c:pt idx="4462">
                        <c:v>195.18899999999999</c:v>
                      </c:pt>
                      <c:pt idx="4463">
                        <c:v>184.14400000000001</c:v>
                      </c:pt>
                      <c:pt idx="4464">
                        <c:v>193.43899999999999</c:v>
                      </c:pt>
                      <c:pt idx="4465">
                        <c:v>190.58</c:v>
                      </c:pt>
                      <c:pt idx="4466">
                        <c:v>190.74299999999999</c:v>
                      </c:pt>
                      <c:pt idx="4467">
                        <c:v>188.23599999999999</c:v>
                      </c:pt>
                      <c:pt idx="4468">
                        <c:v>190.9</c:v>
                      </c:pt>
                      <c:pt idx="4469">
                        <c:v>191.18199999999999</c:v>
                      </c:pt>
                      <c:pt idx="4470">
                        <c:v>194.06700000000001</c:v>
                      </c:pt>
                      <c:pt idx="4471">
                        <c:v>205.636</c:v>
                      </c:pt>
                      <c:pt idx="4472">
                        <c:v>198.404</c:v>
                      </c:pt>
                      <c:pt idx="4473">
                        <c:v>199.24</c:v>
                      </c:pt>
                      <c:pt idx="4474">
                        <c:v>202.84800000000001</c:v>
                      </c:pt>
                      <c:pt idx="4475">
                        <c:v>204.494</c:v>
                      </c:pt>
                      <c:pt idx="4476">
                        <c:v>204.51599999999999</c:v>
                      </c:pt>
                      <c:pt idx="4477">
                        <c:v>203.012</c:v>
                      </c:pt>
                      <c:pt idx="4478">
                        <c:v>204.125</c:v>
                      </c:pt>
                      <c:pt idx="4479">
                        <c:v>200.24199999999999</c:v>
                      </c:pt>
                      <c:pt idx="4480">
                        <c:v>198.68100000000001</c:v>
                      </c:pt>
                      <c:pt idx="4481">
                        <c:v>208.21299999999999</c:v>
                      </c:pt>
                      <c:pt idx="4482">
                        <c:v>206.46899999999999</c:v>
                      </c:pt>
                      <c:pt idx="4483">
                        <c:v>196.88800000000001</c:v>
                      </c:pt>
                      <c:pt idx="4484">
                        <c:v>194.38900000000001</c:v>
                      </c:pt>
                      <c:pt idx="4485">
                        <c:v>190.53</c:v>
                      </c:pt>
                      <c:pt idx="4486">
                        <c:v>189.38200000000001</c:v>
                      </c:pt>
                      <c:pt idx="4487">
                        <c:v>195.86699999999999</c:v>
                      </c:pt>
                      <c:pt idx="4488">
                        <c:v>197.21299999999999</c:v>
                      </c:pt>
                      <c:pt idx="4489">
                        <c:v>198.76900000000001</c:v>
                      </c:pt>
                      <c:pt idx="4490">
                        <c:v>192.05199999999999</c:v>
                      </c:pt>
                      <c:pt idx="4491">
                        <c:v>192.96600000000001</c:v>
                      </c:pt>
                      <c:pt idx="4492">
                        <c:v>204.64099999999999</c:v>
                      </c:pt>
                      <c:pt idx="4493">
                        <c:v>200.02600000000001</c:v>
                      </c:pt>
                      <c:pt idx="4494">
                        <c:v>209.58699999999999</c:v>
                      </c:pt>
                      <c:pt idx="4495">
                        <c:v>200.81200000000001</c:v>
                      </c:pt>
                      <c:pt idx="4496">
                        <c:v>199.35</c:v>
                      </c:pt>
                      <c:pt idx="4497">
                        <c:v>205.523</c:v>
                      </c:pt>
                      <c:pt idx="4498">
                        <c:v>203.96</c:v>
                      </c:pt>
                      <c:pt idx="4499">
                        <c:v>194.054</c:v>
                      </c:pt>
                      <c:pt idx="4500">
                        <c:v>205.136</c:v>
                      </c:pt>
                      <c:pt idx="4501">
                        <c:v>205.28800000000001</c:v>
                      </c:pt>
                      <c:pt idx="4502">
                        <c:v>207.23099999999999</c:v>
                      </c:pt>
                      <c:pt idx="4503">
                        <c:v>206.738</c:v>
                      </c:pt>
                      <c:pt idx="4504">
                        <c:v>199.465</c:v>
                      </c:pt>
                      <c:pt idx="4505">
                        <c:v>199.018</c:v>
                      </c:pt>
                      <c:pt idx="4506">
                        <c:v>200.001</c:v>
                      </c:pt>
                      <c:pt idx="4507">
                        <c:v>200.983</c:v>
                      </c:pt>
                      <c:pt idx="4508">
                        <c:v>202.95</c:v>
                      </c:pt>
                      <c:pt idx="4509">
                        <c:v>203.60400000000001</c:v>
                      </c:pt>
                      <c:pt idx="4510">
                        <c:v>205.34</c:v>
                      </c:pt>
                      <c:pt idx="4511">
                        <c:v>206.65700000000001</c:v>
                      </c:pt>
                      <c:pt idx="4512">
                        <c:v>205.81899999999999</c:v>
                      </c:pt>
                      <c:pt idx="4513">
                        <c:v>210.447</c:v>
                      </c:pt>
                      <c:pt idx="4514">
                        <c:v>211.404</c:v>
                      </c:pt>
                      <c:pt idx="4515">
                        <c:v>208.36099999999999</c:v>
                      </c:pt>
                      <c:pt idx="4516">
                        <c:v>208.41300000000001</c:v>
                      </c:pt>
                      <c:pt idx="4517">
                        <c:v>208.08699999999999</c:v>
                      </c:pt>
                      <c:pt idx="4518">
                        <c:v>211.33699999999999</c:v>
                      </c:pt>
                      <c:pt idx="4519">
                        <c:v>216.57</c:v>
                      </c:pt>
                      <c:pt idx="4520">
                        <c:v>218.529</c:v>
                      </c:pt>
                      <c:pt idx="4521">
                        <c:v>214.87</c:v>
                      </c:pt>
                      <c:pt idx="4522">
                        <c:v>213.45400000000001</c:v>
                      </c:pt>
                      <c:pt idx="4523">
                        <c:v>216.125</c:v>
                      </c:pt>
                      <c:pt idx="4524">
                        <c:v>214.839</c:v>
                      </c:pt>
                      <c:pt idx="4525">
                        <c:v>214.696</c:v>
                      </c:pt>
                      <c:pt idx="4526">
                        <c:v>205.46199999999999</c:v>
                      </c:pt>
                      <c:pt idx="4527">
                        <c:v>206.46</c:v>
                      </c:pt>
                      <c:pt idx="4528">
                        <c:v>205.95400000000001</c:v>
                      </c:pt>
                      <c:pt idx="4529">
                        <c:v>208.9</c:v>
                      </c:pt>
                      <c:pt idx="4530">
                        <c:v>209.73500000000001</c:v>
                      </c:pt>
                      <c:pt idx="4531">
                        <c:v>207.62</c:v>
                      </c:pt>
                      <c:pt idx="4532">
                        <c:v>205.917</c:v>
                      </c:pt>
                      <c:pt idx="4533">
                        <c:v>204.10900000000001</c:v>
                      </c:pt>
                      <c:pt idx="4534">
                        <c:v>204.41399999999999</c:v>
                      </c:pt>
                      <c:pt idx="4535">
                        <c:v>205.10400000000001</c:v>
                      </c:pt>
                      <c:pt idx="4536">
                        <c:v>216.04400000000001</c:v>
                      </c:pt>
                      <c:pt idx="4537">
                        <c:v>208.613</c:v>
                      </c:pt>
                      <c:pt idx="4538">
                        <c:v>206.226</c:v>
                      </c:pt>
                      <c:pt idx="4539">
                        <c:v>205.53800000000001</c:v>
                      </c:pt>
                      <c:pt idx="4540">
                        <c:v>204.12299999999999</c:v>
                      </c:pt>
                      <c:pt idx="4541">
                        <c:v>204.393</c:v>
                      </c:pt>
                      <c:pt idx="4542">
                        <c:v>201.91</c:v>
                      </c:pt>
                      <c:pt idx="4543">
                        <c:v>194.33199999999999</c:v>
                      </c:pt>
                      <c:pt idx="4544">
                        <c:v>194.67099999999999</c:v>
                      </c:pt>
                      <c:pt idx="4545">
                        <c:v>194.87700000000001</c:v>
                      </c:pt>
                      <c:pt idx="4546">
                        <c:v>193.61799999999999</c:v>
                      </c:pt>
                      <c:pt idx="4547">
                        <c:v>193.65700000000001</c:v>
                      </c:pt>
                      <c:pt idx="4548">
                        <c:v>195.268</c:v>
                      </c:pt>
                      <c:pt idx="4549">
                        <c:v>199.05199999999999</c:v>
                      </c:pt>
                      <c:pt idx="4550">
                        <c:v>201.35900000000001</c:v>
                      </c:pt>
                      <c:pt idx="4551">
                        <c:v>201.393</c:v>
                      </c:pt>
                      <c:pt idx="4552">
                        <c:v>202.01400000000001</c:v>
                      </c:pt>
                      <c:pt idx="4553">
                        <c:v>202.417</c:v>
                      </c:pt>
                      <c:pt idx="4554">
                        <c:v>204.00899999999999</c:v>
                      </c:pt>
                      <c:pt idx="4555">
                        <c:v>203.63800000000001</c:v>
                      </c:pt>
                      <c:pt idx="4556">
                        <c:v>205.12899999999999</c:v>
                      </c:pt>
                      <c:pt idx="4557">
                        <c:v>205.77799999999999</c:v>
                      </c:pt>
                      <c:pt idx="4558">
                        <c:v>213.851</c:v>
                      </c:pt>
                      <c:pt idx="4559">
                        <c:v>220.09299999999999</c:v>
                      </c:pt>
                      <c:pt idx="4560">
                        <c:v>219.376</c:v>
                      </c:pt>
                      <c:pt idx="4561">
                        <c:v>219.369</c:v>
                      </c:pt>
                      <c:pt idx="4562">
                        <c:v>222.67699999999999</c:v>
                      </c:pt>
                      <c:pt idx="4563">
                        <c:v>225.476</c:v>
                      </c:pt>
                      <c:pt idx="4564">
                        <c:v>230.91399999999999</c:v>
                      </c:pt>
                      <c:pt idx="4565">
                        <c:v>233.489</c:v>
                      </c:pt>
                      <c:pt idx="4566">
                        <c:v>237.465</c:v>
                      </c:pt>
                      <c:pt idx="4567">
                        <c:v>240.09299999999999</c:v>
                      </c:pt>
                      <c:pt idx="4568">
                        <c:v>241.398</c:v>
                      </c:pt>
                      <c:pt idx="4569">
                        <c:v>243.71100000000001</c:v>
                      </c:pt>
                      <c:pt idx="4570">
                        <c:v>244.3</c:v>
                      </c:pt>
                      <c:pt idx="4571">
                        <c:v>238.77</c:v>
                      </c:pt>
                      <c:pt idx="4572">
                        <c:v>236.00399999999999</c:v>
                      </c:pt>
                      <c:pt idx="4573">
                        <c:v>235.518</c:v>
                      </c:pt>
                      <c:pt idx="4574">
                        <c:v>238.84899999999999</c:v>
                      </c:pt>
                      <c:pt idx="4575">
                        <c:v>237.661</c:v>
                      </c:pt>
                      <c:pt idx="4576">
                        <c:v>233.577</c:v>
                      </c:pt>
                      <c:pt idx="4577">
                        <c:v>232.16399999999999</c:v>
                      </c:pt>
                      <c:pt idx="4578">
                        <c:v>233.48599999999999</c:v>
                      </c:pt>
                      <c:pt idx="4579">
                        <c:v>230.08699999999999</c:v>
                      </c:pt>
                      <c:pt idx="4580">
                        <c:v>226.673</c:v>
                      </c:pt>
                      <c:pt idx="4581">
                        <c:v>226.80500000000001</c:v>
                      </c:pt>
                      <c:pt idx="4582">
                        <c:v>228.52600000000001</c:v>
                      </c:pt>
                      <c:pt idx="4583">
                        <c:v>227.011</c:v>
                      </c:pt>
                      <c:pt idx="4584">
                        <c:v>224.24700000000001</c:v>
                      </c:pt>
                      <c:pt idx="4585">
                        <c:v>224.87</c:v>
                      </c:pt>
                      <c:pt idx="4586">
                        <c:v>226.91499999999999</c:v>
                      </c:pt>
                      <c:pt idx="4587">
                        <c:v>232.56</c:v>
                      </c:pt>
                      <c:pt idx="4588">
                        <c:v>237.21799999999999</c:v>
                      </c:pt>
                      <c:pt idx="4589">
                        <c:v>238.30500000000001</c:v>
                      </c:pt>
                      <c:pt idx="4590">
                        <c:v>236.768</c:v>
                      </c:pt>
                      <c:pt idx="4591">
                        <c:v>234.42599999999999</c:v>
                      </c:pt>
                      <c:pt idx="4592">
                        <c:v>233.36699999999999</c:v>
                      </c:pt>
                      <c:pt idx="4593">
                        <c:v>231.87100000000001</c:v>
                      </c:pt>
                      <c:pt idx="4594">
                        <c:v>235.221</c:v>
                      </c:pt>
                      <c:pt idx="4595">
                        <c:v>240.852</c:v>
                      </c:pt>
                      <c:pt idx="4596">
                        <c:v>242.55099999999999</c:v>
                      </c:pt>
                      <c:pt idx="4597">
                        <c:v>243.43899999999999</c:v>
                      </c:pt>
                      <c:pt idx="4598">
                        <c:v>244.70699999999999</c:v>
                      </c:pt>
                      <c:pt idx="4599">
                        <c:v>246.917</c:v>
                      </c:pt>
                      <c:pt idx="4600">
                        <c:v>250.50899999999999</c:v>
                      </c:pt>
                      <c:pt idx="4601">
                        <c:v>254.351</c:v>
                      </c:pt>
                      <c:pt idx="4602">
                        <c:v>255.01499999999999</c:v>
                      </c:pt>
                      <c:pt idx="4603">
                        <c:v>257.75799999999998</c:v>
                      </c:pt>
                      <c:pt idx="4604">
                        <c:v>264.166</c:v>
                      </c:pt>
                      <c:pt idx="4605">
                        <c:v>269.45499999999998</c:v>
                      </c:pt>
                      <c:pt idx="4606">
                        <c:v>269.34899999999999</c:v>
                      </c:pt>
                      <c:pt idx="4607">
                        <c:v>285.70800000000003</c:v>
                      </c:pt>
                      <c:pt idx="4608">
                        <c:v>292.83800000000002</c:v>
                      </c:pt>
                      <c:pt idx="4609">
                        <c:v>298.70800000000003</c:v>
                      </c:pt>
                      <c:pt idx="4610">
                        <c:v>291.82100000000003</c:v>
                      </c:pt>
                      <c:pt idx="4611">
                        <c:v>283.04500000000002</c:v>
                      </c:pt>
                      <c:pt idx="4612">
                        <c:v>280.72800000000001</c:v>
                      </c:pt>
                      <c:pt idx="4613">
                        <c:v>279.16300000000001</c:v>
                      </c:pt>
                      <c:pt idx="4614">
                        <c:v>272.92399999999998</c:v>
                      </c:pt>
                      <c:pt idx="4615">
                        <c:v>270.214</c:v>
                      </c:pt>
                      <c:pt idx="4616">
                        <c:v>273.63299999999998</c:v>
                      </c:pt>
                      <c:pt idx="4617">
                        <c:v>274.72899999999998</c:v>
                      </c:pt>
                      <c:pt idx="4618">
                        <c:v>276.16899999999998</c:v>
                      </c:pt>
                      <c:pt idx="4619">
                        <c:v>279.86399999999998</c:v>
                      </c:pt>
                      <c:pt idx="4620">
                        <c:v>281.71899999999999</c:v>
                      </c:pt>
                      <c:pt idx="4621">
                        <c:v>282.94900000000001</c:v>
                      </c:pt>
                      <c:pt idx="4622">
                        <c:v>284.53100000000001</c:v>
                      </c:pt>
                      <c:pt idx="4623">
                        <c:v>287.31200000000001</c:v>
                      </c:pt>
                      <c:pt idx="4624">
                        <c:v>286.43799999999999</c:v>
                      </c:pt>
                      <c:pt idx="4625">
                        <c:v>284.72800000000001</c:v>
                      </c:pt>
                      <c:pt idx="4626">
                        <c:v>283.42700000000002</c:v>
                      </c:pt>
                      <c:pt idx="4627">
                        <c:v>281.26</c:v>
                      </c:pt>
                      <c:pt idx="4628">
                        <c:v>282.33999999999997</c:v>
                      </c:pt>
                      <c:pt idx="4629">
                        <c:v>279.81799999999998</c:v>
                      </c:pt>
                      <c:pt idx="4630">
                        <c:v>279.17099999999999</c:v>
                      </c:pt>
                      <c:pt idx="4631">
                        <c:v>277.00099999999998</c:v>
                      </c:pt>
                      <c:pt idx="4632">
                        <c:v>277.95999999999998</c:v>
                      </c:pt>
                      <c:pt idx="4633">
                        <c:v>273.05799999999999</c:v>
                      </c:pt>
                      <c:pt idx="4634">
                        <c:v>272.548</c:v>
                      </c:pt>
                      <c:pt idx="4635">
                        <c:v>275.34300000000002</c:v>
                      </c:pt>
                      <c:pt idx="4636">
                        <c:v>273.79399999999998</c:v>
                      </c:pt>
                      <c:pt idx="4637">
                        <c:v>274.54500000000002</c:v>
                      </c:pt>
                      <c:pt idx="4638">
                        <c:v>274.97500000000002</c:v>
                      </c:pt>
                      <c:pt idx="4639">
                        <c:v>274.40199999999999</c:v>
                      </c:pt>
                      <c:pt idx="4640">
                        <c:v>273.27499999999998</c:v>
                      </c:pt>
                      <c:pt idx="4641">
                        <c:v>275.92599999999999</c:v>
                      </c:pt>
                      <c:pt idx="4642">
                        <c:v>276.916</c:v>
                      </c:pt>
                      <c:pt idx="4643">
                        <c:v>277.44900000000001</c:v>
                      </c:pt>
                      <c:pt idx="4644">
                        <c:v>278.21800000000002</c:v>
                      </c:pt>
                      <c:pt idx="4645">
                        <c:v>278.25599999999997</c:v>
                      </c:pt>
                      <c:pt idx="4646">
                        <c:v>277.88200000000001</c:v>
                      </c:pt>
                      <c:pt idx="4647">
                        <c:v>279.64400000000001</c:v>
                      </c:pt>
                      <c:pt idx="4648">
                        <c:v>281.66699999999997</c:v>
                      </c:pt>
                      <c:pt idx="4649">
                        <c:v>281.62</c:v>
                      </c:pt>
                      <c:pt idx="4650">
                        <c:v>282.56400000000002</c:v>
                      </c:pt>
                      <c:pt idx="4651">
                        <c:v>285.14800000000002</c:v>
                      </c:pt>
                      <c:pt idx="4652">
                        <c:v>289.60300000000001</c:v>
                      </c:pt>
                      <c:pt idx="4653">
                        <c:v>290.13099999999997</c:v>
                      </c:pt>
                      <c:pt idx="4654">
                        <c:v>289.62299999999999</c:v>
                      </c:pt>
                      <c:pt idx="4655">
                        <c:v>288.93299999999999</c:v>
                      </c:pt>
                      <c:pt idx="4656">
                        <c:v>291.72399999999999</c:v>
                      </c:pt>
                      <c:pt idx="4657">
                        <c:v>295.42899999999997</c:v>
                      </c:pt>
                      <c:pt idx="4658">
                        <c:v>297.88299999999998</c:v>
                      </c:pt>
                      <c:pt idx="4659">
                        <c:v>298.09500000000003</c:v>
                      </c:pt>
                      <c:pt idx="4660">
                        <c:v>295.43</c:v>
                      </c:pt>
                      <c:pt idx="4661">
                        <c:v>294.65699999999998</c:v>
                      </c:pt>
                      <c:pt idx="4662">
                        <c:v>296.64999999999998</c:v>
                      </c:pt>
                      <c:pt idx="4663">
                        <c:v>297.68700000000001</c:v>
                      </c:pt>
                      <c:pt idx="4664">
                        <c:v>293.72500000000002</c:v>
                      </c:pt>
                      <c:pt idx="4665">
                        <c:v>292.89</c:v>
                      </c:pt>
                      <c:pt idx="4666">
                        <c:v>296.7</c:v>
                      </c:pt>
                      <c:pt idx="4667">
                        <c:v>300.988</c:v>
                      </c:pt>
                      <c:pt idx="4668">
                        <c:v>301.774</c:v>
                      </c:pt>
                      <c:pt idx="4669">
                        <c:v>302.51499999999999</c:v>
                      </c:pt>
                      <c:pt idx="4670">
                        <c:v>306.31400000000002</c:v>
                      </c:pt>
                      <c:pt idx="4671">
                        <c:v>304.40300000000002</c:v>
                      </c:pt>
                      <c:pt idx="4672">
                        <c:v>298.52199999999999</c:v>
                      </c:pt>
                      <c:pt idx="4673">
                        <c:v>298.85300000000001</c:v>
                      </c:pt>
                      <c:pt idx="4674">
                        <c:v>299.84100000000001</c:v>
                      </c:pt>
                      <c:pt idx="4675">
                        <c:v>298.03399999999999</c:v>
                      </c:pt>
                      <c:pt idx="4676">
                        <c:v>295.69900000000001</c:v>
                      </c:pt>
                      <c:pt idx="4677">
                        <c:v>298.56400000000002</c:v>
                      </c:pt>
                      <c:pt idx="4678">
                        <c:v>302.95600000000002</c:v>
                      </c:pt>
                      <c:pt idx="4679">
                        <c:v>299.48399999999998</c:v>
                      </c:pt>
                      <c:pt idx="4680">
                        <c:v>286.99</c:v>
                      </c:pt>
                      <c:pt idx="4681">
                        <c:v>283.149</c:v>
                      </c:pt>
                      <c:pt idx="4682">
                        <c:v>288.101</c:v>
                      </c:pt>
                      <c:pt idx="4683">
                        <c:v>288.29599999999999</c:v>
                      </c:pt>
                      <c:pt idx="4684">
                        <c:v>277.697</c:v>
                      </c:pt>
                      <c:pt idx="4685">
                        <c:v>265.93900000000002</c:v>
                      </c:pt>
                      <c:pt idx="4686">
                        <c:v>253.25299999999999</c:v>
                      </c:pt>
                      <c:pt idx="4687">
                        <c:v>249.33500000000001</c:v>
                      </c:pt>
                      <c:pt idx="4688">
                        <c:v>259.66800000000001</c:v>
                      </c:pt>
                      <c:pt idx="4689">
                        <c:v>273.89</c:v>
                      </c:pt>
                      <c:pt idx="4690">
                        <c:v>276.18700000000001</c:v>
                      </c:pt>
                      <c:pt idx="4691">
                        <c:v>272.93099999999998</c:v>
                      </c:pt>
                      <c:pt idx="4692">
                        <c:v>268.52999999999997</c:v>
                      </c:pt>
                      <c:pt idx="4693">
                        <c:v>266.52600000000001</c:v>
                      </c:pt>
                      <c:pt idx="4694">
                        <c:v>257.20299999999997</c:v>
                      </c:pt>
                      <c:pt idx="4695">
                        <c:v>256.99200000000002</c:v>
                      </c:pt>
                      <c:pt idx="4696">
                        <c:v>263.10500000000002</c:v>
                      </c:pt>
                      <c:pt idx="4697">
                        <c:v>265.22899999999998</c:v>
                      </c:pt>
                      <c:pt idx="4698">
                        <c:v>256.31299999999999</c:v>
                      </c:pt>
                      <c:pt idx="4699">
                        <c:v>254.56399999999999</c:v>
                      </c:pt>
                      <c:pt idx="4700">
                        <c:v>258.08699999999999</c:v>
                      </c:pt>
                      <c:pt idx="4701">
                        <c:v>259.39600000000002</c:v>
                      </c:pt>
                      <c:pt idx="4702">
                        <c:v>262.23200000000003</c:v>
                      </c:pt>
                      <c:pt idx="4703">
                        <c:v>268.50099999999998</c:v>
                      </c:pt>
                      <c:pt idx="4704">
                        <c:v>272.24599999999998</c:v>
                      </c:pt>
                      <c:pt idx="4705">
                        <c:v>276.71600000000001</c:v>
                      </c:pt>
                      <c:pt idx="4706">
                        <c:v>282.39699999999999</c:v>
                      </c:pt>
                      <c:pt idx="4707">
                        <c:v>284.43099999999998</c:v>
                      </c:pt>
                      <c:pt idx="4708">
                        <c:v>284.39800000000002</c:v>
                      </c:pt>
                      <c:pt idx="4709">
                        <c:v>287.83800000000002</c:v>
                      </c:pt>
                      <c:pt idx="4710">
                        <c:v>287.827</c:v>
                      </c:pt>
                      <c:pt idx="4711">
                        <c:v>288.75700000000001</c:v>
                      </c:pt>
                      <c:pt idx="4712">
                        <c:v>300.77800000000002</c:v>
                      </c:pt>
                      <c:pt idx="4713">
                        <c:v>303.09100000000001</c:v>
                      </c:pt>
                      <c:pt idx="4714">
                        <c:v>304.94499999999999</c:v>
                      </c:pt>
                      <c:pt idx="4715">
                        <c:v>307.73700000000002</c:v>
                      </c:pt>
                      <c:pt idx="4716">
                        <c:v>304.66899999999998</c:v>
                      </c:pt>
                      <c:pt idx="4717">
                        <c:v>313.51100000000002</c:v>
                      </c:pt>
                      <c:pt idx="4718">
                        <c:v>322.43299999999999</c:v>
                      </c:pt>
                      <c:pt idx="4719">
                        <c:v>332.10899999999998</c:v>
                      </c:pt>
                      <c:pt idx="4720">
                        <c:v>327.53699999999998</c:v>
                      </c:pt>
                      <c:pt idx="4721">
                        <c:v>325.66899999999998</c:v>
                      </c:pt>
                      <c:pt idx="4722">
                        <c:v>332.50900000000001</c:v>
                      </c:pt>
                      <c:pt idx="4723">
                        <c:v>341.97</c:v>
                      </c:pt>
                      <c:pt idx="4724">
                        <c:v>343.72199999999998</c:v>
                      </c:pt>
                      <c:pt idx="4725">
                        <c:v>346.13900000000001</c:v>
                      </c:pt>
                      <c:pt idx="4726">
                        <c:v>346.69200000000001</c:v>
                      </c:pt>
                      <c:pt idx="4727">
                        <c:v>341.90300000000002</c:v>
                      </c:pt>
                      <c:pt idx="4728">
                        <c:v>345.78500000000003</c:v>
                      </c:pt>
                      <c:pt idx="4729">
                        <c:v>345.20499999999998</c:v>
                      </c:pt>
                      <c:pt idx="4730">
                        <c:v>350.85500000000002</c:v>
                      </c:pt>
                      <c:pt idx="4731">
                        <c:v>354.48700000000002</c:v>
                      </c:pt>
                      <c:pt idx="4732">
                        <c:v>352.89299999999997</c:v>
                      </c:pt>
                      <c:pt idx="4733">
                        <c:v>343.60899999999998</c:v>
                      </c:pt>
                      <c:pt idx="4734">
                        <c:v>337.69</c:v>
                      </c:pt>
                      <c:pt idx="4735">
                        <c:v>324.18</c:v>
                      </c:pt>
                      <c:pt idx="4736">
                        <c:v>318.33199999999999</c:v>
                      </c:pt>
                      <c:pt idx="4737">
                        <c:v>317.64400000000001</c:v>
                      </c:pt>
                      <c:pt idx="4738">
                        <c:v>317.601</c:v>
                      </c:pt>
                      <c:pt idx="4739">
                        <c:v>307.67200000000003</c:v>
                      </c:pt>
                      <c:pt idx="4740">
                        <c:v>299.33699999999999</c:v>
                      </c:pt>
                      <c:pt idx="4741">
                        <c:v>294.351</c:v>
                      </c:pt>
                      <c:pt idx="4742">
                        <c:v>293.07100000000003</c:v>
                      </c:pt>
                      <c:pt idx="4743">
                        <c:v>299.00200000000001</c:v>
                      </c:pt>
                      <c:pt idx="4744">
                        <c:v>308.72199999999998</c:v>
                      </c:pt>
                      <c:pt idx="4745">
                        <c:v>318.99200000000002</c:v>
                      </c:pt>
                      <c:pt idx="4746">
                        <c:v>333.786</c:v>
                      </c:pt>
                      <c:pt idx="4747">
                        <c:v>347.36200000000002</c:v>
                      </c:pt>
                      <c:pt idx="4748">
                        <c:v>362.33600000000001</c:v>
                      </c:pt>
                      <c:pt idx="4749">
                        <c:v>366.56700000000001</c:v>
                      </c:pt>
                      <c:pt idx="4750">
                        <c:v>354.65</c:v>
                      </c:pt>
                      <c:pt idx="4751">
                        <c:v>352.59500000000003</c:v>
                      </c:pt>
                      <c:pt idx="4752">
                        <c:v>354.077</c:v>
                      </c:pt>
                      <c:pt idx="4753">
                        <c:v>349.31799999999998</c:v>
                      </c:pt>
                      <c:pt idx="4754">
                        <c:v>351.22899999999998</c:v>
                      </c:pt>
                      <c:pt idx="4755">
                        <c:v>359.435</c:v>
                      </c:pt>
                      <c:pt idx="4756">
                        <c:v>369.63400000000001</c:v>
                      </c:pt>
                      <c:pt idx="4757">
                        <c:v>369.54599999999999</c:v>
                      </c:pt>
                      <c:pt idx="4758">
                        <c:v>368.33199999999999</c:v>
                      </c:pt>
                      <c:pt idx="4759">
                        <c:v>378.22199999999998</c:v>
                      </c:pt>
                      <c:pt idx="4760">
                        <c:v>387.84100000000001</c:v>
                      </c:pt>
                      <c:pt idx="4761">
                        <c:v>386.15699999999998</c:v>
                      </c:pt>
                      <c:pt idx="4762">
                        <c:v>386.15699999999998</c:v>
                      </c:pt>
                      <c:pt idx="4763">
                        <c:v>392.58800000000002</c:v>
                      </c:pt>
                      <c:pt idx="4764">
                        <c:v>393.47399999999999</c:v>
                      </c:pt>
                      <c:pt idx="4765">
                        <c:v>385.55</c:v>
                      </c:pt>
                      <c:pt idx="4766">
                        <c:v>378.43400000000003</c:v>
                      </c:pt>
                      <c:pt idx="4767">
                        <c:v>384.34199999999998</c:v>
                      </c:pt>
                      <c:pt idx="4768">
                        <c:v>395.94200000000001</c:v>
                      </c:pt>
                      <c:pt idx="4769">
                        <c:v>407.142</c:v>
                      </c:pt>
                      <c:pt idx="4770">
                        <c:v>420.50099999999998</c:v>
                      </c:pt>
                      <c:pt idx="4771">
                        <c:v>420.79</c:v>
                      </c:pt>
                      <c:pt idx="4772">
                        <c:v>416.26900000000001</c:v>
                      </c:pt>
                      <c:pt idx="4773">
                        <c:v>399.82600000000002</c:v>
                      </c:pt>
                      <c:pt idx="4774">
                        <c:v>383.30799999999999</c:v>
                      </c:pt>
                      <c:pt idx="4775">
                        <c:v>377.428</c:v>
                      </c:pt>
                      <c:pt idx="4776">
                        <c:v>380.34399999999999</c:v>
                      </c:pt>
                      <c:pt idx="4777">
                        <c:v>377.78199999999998</c:v>
                      </c:pt>
                      <c:pt idx="4778">
                        <c:v>382.173</c:v>
                      </c:pt>
                      <c:pt idx="4779">
                        <c:v>376.67599999999999</c:v>
                      </c:pt>
                      <c:pt idx="4780">
                        <c:v>361.887</c:v>
                      </c:pt>
                      <c:pt idx="4781">
                        <c:v>351.97699999999998</c:v>
                      </c:pt>
                      <c:pt idx="4782">
                        <c:v>353.07299999999998</c:v>
                      </c:pt>
                      <c:pt idx="4783">
                        <c:v>356.75299999999999</c:v>
                      </c:pt>
                      <c:pt idx="4784">
                        <c:v>357.428</c:v>
                      </c:pt>
                      <c:pt idx="4785">
                        <c:v>351.21199999999999</c:v>
                      </c:pt>
                      <c:pt idx="4786">
                        <c:v>350.82900000000001</c:v>
                      </c:pt>
                      <c:pt idx="4787">
                        <c:v>344.39</c:v>
                      </c:pt>
                      <c:pt idx="4788">
                        <c:v>345.59699999999998</c:v>
                      </c:pt>
                      <c:pt idx="4789">
                        <c:v>333.14</c:v>
                      </c:pt>
                      <c:pt idx="4790">
                        <c:v>323.053</c:v>
                      </c:pt>
                      <c:pt idx="4791">
                        <c:v>316.10199999999998</c:v>
                      </c:pt>
                      <c:pt idx="4792">
                        <c:v>312.56099999999998</c:v>
                      </c:pt>
                      <c:pt idx="4793">
                        <c:v>314.59899999999999</c:v>
                      </c:pt>
                      <c:pt idx="4794">
                        <c:v>320.95</c:v>
                      </c:pt>
                      <c:pt idx="4795">
                        <c:v>329.6</c:v>
                      </c:pt>
                      <c:pt idx="4796">
                        <c:v>349.11099999999999</c:v>
                      </c:pt>
                      <c:pt idx="4797">
                        <c:v>355.92200000000003</c:v>
                      </c:pt>
                      <c:pt idx="4798">
                        <c:v>355.62599999999998</c:v>
                      </c:pt>
                      <c:pt idx="4799">
                        <c:v>346.42399999999998</c:v>
                      </c:pt>
                      <c:pt idx="4800">
                        <c:v>342.91899999999998</c:v>
                      </c:pt>
                      <c:pt idx="4801">
                        <c:v>348.31299999999999</c:v>
                      </c:pt>
                      <c:pt idx="4802">
                        <c:v>353.26799999999997</c:v>
                      </c:pt>
                      <c:pt idx="4803">
                        <c:v>362.95100000000002</c:v>
                      </c:pt>
                      <c:pt idx="4804">
                        <c:v>369.13600000000002</c:v>
                      </c:pt>
                      <c:pt idx="4805">
                        <c:v>368.09500000000003</c:v>
                      </c:pt>
                      <c:pt idx="4806">
                        <c:v>362.21100000000001</c:v>
                      </c:pt>
                      <c:pt idx="4807">
                        <c:v>365.392</c:v>
                      </c:pt>
                      <c:pt idx="4808">
                        <c:v>358.98899999999998</c:v>
                      </c:pt>
                      <c:pt idx="4809">
                        <c:v>349.93200000000002</c:v>
                      </c:pt>
                      <c:pt idx="4810">
                        <c:v>342.79899999999998</c:v>
                      </c:pt>
                      <c:pt idx="4811">
                        <c:v>335.78800000000001</c:v>
                      </c:pt>
                      <c:pt idx="4812">
                        <c:v>329.03899999999999</c:v>
                      </c:pt>
                      <c:pt idx="4813">
                        <c:v>339.58199999999999</c:v>
                      </c:pt>
                      <c:pt idx="4814">
                        <c:v>343.65300000000002</c:v>
                      </c:pt>
                      <c:pt idx="4815">
                        <c:v>344.72899999999998</c:v>
                      </c:pt>
                      <c:pt idx="4816">
                        <c:v>350.26400000000001</c:v>
                      </c:pt>
                      <c:pt idx="4817">
                        <c:v>348.09</c:v>
                      </c:pt>
                      <c:pt idx="4818">
                        <c:v>370.03</c:v>
                      </c:pt>
                      <c:pt idx="4819">
                        <c:v>377.399</c:v>
                      </c:pt>
                      <c:pt idx="4820">
                        <c:v>383.37099999999998</c:v>
                      </c:pt>
                      <c:pt idx="4821">
                        <c:v>397.41699999999997</c:v>
                      </c:pt>
                      <c:pt idx="4822">
                        <c:v>409.84</c:v>
                      </c:pt>
                      <c:pt idx="4823">
                        <c:v>435.709</c:v>
                      </c:pt>
                      <c:pt idx="4824">
                        <c:v>426.51799999999997</c:v>
                      </c:pt>
                      <c:pt idx="4825">
                        <c:v>427.96600000000001</c:v>
                      </c:pt>
                      <c:pt idx="4826">
                        <c:v>429.01</c:v>
                      </c:pt>
                      <c:pt idx="4827">
                        <c:v>417.84199999999998</c:v>
                      </c:pt>
                      <c:pt idx="4828">
                        <c:v>403.26400000000001</c:v>
                      </c:pt>
                      <c:pt idx="4829">
                        <c:v>402.71600000000001</c:v>
                      </c:pt>
                      <c:pt idx="4830">
                        <c:v>407.721</c:v>
                      </c:pt>
                      <c:pt idx="4831">
                        <c:v>422.63200000000001</c:v>
                      </c:pt>
                      <c:pt idx="4832">
                        <c:v>432.322</c:v>
                      </c:pt>
                      <c:pt idx="4833">
                        <c:v>432.22500000000002</c:v>
                      </c:pt>
                      <c:pt idx="4834">
                        <c:v>436.64</c:v>
                      </c:pt>
                      <c:pt idx="4835">
                        <c:v>439.21699999999998</c:v>
                      </c:pt>
                      <c:pt idx="4836">
                        <c:v>454.125</c:v>
                      </c:pt>
                      <c:pt idx="4837">
                        <c:v>459.13499999999999</c:v>
                      </c:pt>
                      <c:pt idx="4838">
                        <c:v>456.28500000000003</c:v>
                      </c:pt>
                      <c:pt idx="4839">
                        <c:v>463.34199999999998</c:v>
                      </c:pt>
                      <c:pt idx="4840">
                        <c:v>471.42099999999999</c:v>
                      </c:pt>
                      <c:pt idx="4841">
                        <c:v>475.07799999999997</c:v>
                      </c:pt>
                      <c:pt idx="4842">
                        <c:v>471.57799999999997</c:v>
                      </c:pt>
                      <c:pt idx="4843">
                        <c:v>461.04</c:v>
                      </c:pt>
                      <c:pt idx="4844">
                        <c:v>449.44900000000001</c:v>
                      </c:pt>
                      <c:pt idx="4845">
                        <c:v>433.33600000000001</c:v>
                      </c:pt>
                      <c:pt idx="4846">
                        <c:v>427.428</c:v>
                      </c:pt>
                      <c:pt idx="4847">
                        <c:v>435.25299999999999</c:v>
                      </c:pt>
                      <c:pt idx="4848">
                        <c:v>441.71800000000002</c:v>
                      </c:pt>
                      <c:pt idx="4849">
                        <c:v>449.23399999999998</c:v>
                      </c:pt>
                      <c:pt idx="4850">
                        <c:v>462.60599999999999</c:v>
                      </c:pt>
                      <c:pt idx="4851">
                        <c:v>455.58800000000002</c:v>
                      </c:pt>
                      <c:pt idx="4852">
                        <c:v>440.19799999999998</c:v>
                      </c:pt>
                      <c:pt idx="4853">
                        <c:v>424.94200000000001</c:v>
                      </c:pt>
                      <c:pt idx="4854">
                        <c:v>423.22699999999998</c:v>
                      </c:pt>
                      <c:pt idx="4855">
                        <c:v>397.12599999999998</c:v>
                      </c:pt>
                      <c:pt idx="4856">
                        <c:v>382.048</c:v>
                      </c:pt>
                      <c:pt idx="4857">
                        <c:v>377.68</c:v>
                      </c:pt>
                      <c:pt idx="4858">
                        <c:v>372.476</c:v>
                      </c:pt>
                      <c:pt idx="4859">
                        <c:v>378.33800000000002</c:v>
                      </c:pt>
                      <c:pt idx="4860">
                        <c:v>385.85700000000003</c:v>
                      </c:pt>
                      <c:pt idx="4861">
                        <c:v>387.95800000000003</c:v>
                      </c:pt>
                      <c:pt idx="4862">
                        <c:v>389.524</c:v>
                      </c:pt>
                      <c:pt idx="4863">
                        <c:v>383.97399999999999</c:v>
                      </c:pt>
                      <c:pt idx="4864">
                        <c:v>375.99200000000002</c:v>
                      </c:pt>
                      <c:pt idx="4865">
                        <c:v>372.91</c:v>
                      </c:pt>
                      <c:pt idx="4866">
                        <c:v>371.63</c:v>
                      </c:pt>
                      <c:pt idx="4867">
                        <c:v>379.34899999999999</c:v>
                      </c:pt>
                      <c:pt idx="4868">
                        <c:v>380.61200000000002</c:v>
                      </c:pt>
                      <c:pt idx="4869">
                        <c:v>371.69299999999998</c:v>
                      </c:pt>
                      <c:pt idx="4870">
                        <c:v>364.83699999999999</c:v>
                      </c:pt>
                      <c:pt idx="4871">
                        <c:v>353.214</c:v>
                      </c:pt>
                      <c:pt idx="4872">
                        <c:v>357.72699999999998</c:v>
                      </c:pt>
                      <c:pt idx="4873">
                        <c:v>365.26299999999998</c:v>
                      </c:pt>
                      <c:pt idx="4874">
                        <c:v>366.28199999999998</c:v>
                      </c:pt>
                      <c:pt idx="4875">
                        <c:v>357.99700000000001</c:v>
                      </c:pt>
                      <c:pt idx="4876">
                        <c:v>353.63900000000001</c:v>
                      </c:pt>
                      <c:pt idx="4877">
                        <c:v>353.37400000000002</c:v>
                      </c:pt>
                      <c:pt idx="4878">
                        <c:v>351.06799999999998</c:v>
                      </c:pt>
                      <c:pt idx="4879">
                        <c:v>348.90600000000001</c:v>
                      </c:pt>
                      <c:pt idx="4880">
                        <c:v>352.541</c:v>
                      </c:pt>
                      <c:pt idx="4881">
                        <c:v>361.70600000000002</c:v>
                      </c:pt>
                      <c:pt idx="4882">
                        <c:v>365.74700000000001</c:v>
                      </c:pt>
                      <c:pt idx="4883">
                        <c:v>368.76499999999999</c:v>
                      </c:pt>
                      <c:pt idx="4884">
                        <c:v>364.20699999999999</c:v>
                      </c:pt>
                      <c:pt idx="4885">
                        <c:v>363.93799999999999</c:v>
                      </c:pt>
                      <c:pt idx="4886">
                        <c:v>364.07600000000002</c:v>
                      </c:pt>
                      <c:pt idx="4887">
                        <c:v>362.23500000000001</c:v>
                      </c:pt>
                      <c:pt idx="4888">
                        <c:v>363.74299999999999</c:v>
                      </c:pt>
                      <c:pt idx="4889">
                        <c:v>360.36599999999999</c:v>
                      </c:pt>
                      <c:pt idx="4890">
                        <c:v>358.70100000000002</c:v>
                      </c:pt>
                      <c:pt idx="4891">
                        <c:v>357.995</c:v>
                      </c:pt>
                      <c:pt idx="4892">
                        <c:v>358.935</c:v>
                      </c:pt>
                      <c:pt idx="4893">
                        <c:v>355.22800000000001</c:v>
                      </c:pt>
                      <c:pt idx="4894">
                        <c:v>350.30599999999998</c:v>
                      </c:pt>
                      <c:pt idx="4895">
                        <c:v>353.29599999999999</c:v>
                      </c:pt>
                      <c:pt idx="4896">
                        <c:v>354.815</c:v>
                      </c:pt>
                      <c:pt idx="4897">
                        <c:v>349.697</c:v>
                      </c:pt>
                      <c:pt idx="4898">
                        <c:v>355.96899999999999</c:v>
                      </c:pt>
                      <c:pt idx="4899">
                        <c:v>356.07799999999997</c:v>
                      </c:pt>
                      <c:pt idx="4900">
                        <c:v>351.935</c:v>
                      </c:pt>
                      <c:pt idx="4901">
                        <c:v>349.87799999999999</c:v>
                      </c:pt>
                      <c:pt idx="4902">
                        <c:v>350.04199999999997</c:v>
                      </c:pt>
                      <c:pt idx="4903">
                        <c:v>352.74299999999999</c:v>
                      </c:pt>
                      <c:pt idx="4904">
                        <c:v>350.13200000000001</c:v>
                      </c:pt>
                      <c:pt idx="4905">
                        <c:v>352.30099999999999</c:v>
                      </c:pt>
                      <c:pt idx="4906">
                        <c:v>352.61500000000001</c:v>
                      </c:pt>
                      <c:pt idx="4907">
                        <c:v>349.55099999999999</c:v>
                      </c:pt>
                      <c:pt idx="4908">
                        <c:v>347.36200000000002</c:v>
                      </c:pt>
                      <c:pt idx="4909">
                        <c:v>345.88099999999997</c:v>
                      </c:pt>
                      <c:pt idx="4910">
                        <c:v>345.24900000000002</c:v>
                      </c:pt>
                      <c:pt idx="4911">
                        <c:v>346.69099999999997</c:v>
                      </c:pt>
                      <c:pt idx="4912">
                        <c:v>353.67200000000003</c:v>
                      </c:pt>
                      <c:pt idx="4913">
                        <c:v>355.25</c:v>
                      </c:pt>
                      <c:pt idx="4914">
                        <c:v>351.01299999999998</c:v>
                      </c:pt>
                      <c:pt idx="4915">
                        <c:v>338.4</c:v>
                      </c:pt>
                      <c:pt idx="4916">
                        <c:v>341.63499999999999</c:v>
                      </c:pt>
                      <c:pt idx="4917">
                        <c:v>349.13600000000002</c:v>
                      </c:pt>
                      <c:pt idx="4918">
                        <c:v>349.39600000000002</c:v>
                      </c:pt>
                      <c:pt idx="4919">
                        <c:v>353.35199999999998</c:v>
                      </c:pt>
                      <c:pt idx="4920">
                        <c:v>355.072</c:v>
                      </c:pt>
                      <c:pt idx="4921">
                        <c:v>361.58199999999999</c:v>
                      </c:pt>
                      <c:pt idx="4922">
                        <c:v>362.46600000000001</c:v>
                      </c:pt>
                      <c:pt idx="4923">
                        <c:v>360.09500000000003</c:v>
                      </c:pt>
                      <c:pt idx="4924">
                        <c:v>361.00099999999998</c:v>
                      </c:pt>
                      <c:pt idx="4925">
                        <c:v>363.99</c:v>
                      </c:pt>
                      <c:pt idx="4926">
                        <c:v>378.29</c:v>
                      </c:pt>
                      <c:pt idx="4927">
                        <c:v>378.815</c:v>
                      </c:pt>
                      <c:pt idx="4928">
                        <c:v>387.75099999999998</c:v>
                      </c:pt>
                      <c:pt idx="4929">
                        <c:v>386.714</c:v>
                      </c:pt>
                      <c:pt idx="4930">
                        <c:v>379.73700000000002</c:v>
                      </c:pt>
                      <c:pt idx="4931">
                        <c:v>377.06900000000002</c:v>
                      </c:pt>
                      <c:pt idx="4932">
                        <c:v>376.71499999999997</c:v>
                      </c:pt>
                      <c:pt idx="4933">
                        <c:v>379.00400000000002</c:v>
                      </c:pt>
                      <c:pt idx="4934">
                        <c:v>376.851</c:v>
                      </c:pt>
                      <c:pt idx="4935">
                        <c:v>376.93400000000003</c:v>
                      </c:pt>
                      <c:pt idx="4936">
                        <c:v>365.18700000000001</c:v>
                      </c:pt>
                      <c:pt idx="4937">
                        <c:v>352.93599999999998</c:v>
                      </c:pt>
                      <c:pt idx="4938">
                        <c:v>357.678</c:v>
                      </c:pt>
                      <c:pt idx="4939">
                        <c:v>364.13600000000002</c:v>
                      </c:pt>
                      <c:pt idx="4940">
                        <c:v>371.83100000000002</c:v>
                      </c:pt>
                      <c:pt idx="4941">
                        <c:v>382.32499999999999</c:v>
                      </c:pt>
                      <c:pt idx="4942">
                        <c:v>399.55700000000002</c:v>
                      </c:pt>
                      <c:pt idx="4943">
                        <c:v>404.64699999999999</c:v>
                      </c:pt>
                      <c:pt idx="4944">
                        <c:v>417.23399999999998</c:v>
                      </c:pt>
                      <c:pt idx="4945">
                        <c:v>416.44900000000001</c:v>
                      </c:pt>
                      <c:pt idx="4946">
                        <c:v>422.77699999999999</c:v>
                      </c:pt>
                      <c:pt idx="4947">
                        <c:v>457.56599999999997</c:v>
                      </c:pt>
                      <c:pt idx="4948">
                        <c:v>438.82</c:v>
                      </c:pt>
                      <c:pt idx="4949">
                        <c:v>429.91300000000001</c:v>
                      </c:pt>
                      <c:pt idx="4950">
                        <c:v>426.18799999999999</c:v>
                      </c:pt>
                      <c:pt idx="4951">
                        <c:v>425.28300000000002</c:v>
                      </c:pt>
                      <c:pt idx="4952">
                        <c:v>416.8</c:v>
                      </c:pt>
                      <c:pt idx="4953">
                        <c:v>413.56900000000002</c:v>
                      </c:pt>
                      <c:pt idx="4954">
                        <c:v>403.94499999999999</c:v>
                      </c:pt>
                      <c:pt idx="4955">
                        <c:v>393.839</c:v>
                      </c:pt>
                      <c:pt idx="4956">
                        <c:v>386.10899999999998</c:v>
                      </c:pt>
                      <c:pt idx="4957">
                        <c:v>381.89299999999997</c:v>
                      </c:pt>
                      <c:pt idx="4958">
                        <c:v>385.66199999999998</c:v>
                      </c:pt>
                      <c:pt idx="4959">
                        <c:v>392.96499999999997</c:v>
                      </c:pt>
                      <c:pt idx="4960">
                        <c:v>395.79899999999998</c:v>
                      </c:pt>
                      <c:pt idx="4961">
                        <c:v>396.27300000000002</c:v>
                      </c:pt>
                      <c:pt idx="4962">
                        <c:v>397.745</c:v>
                      </c:pt>
                      <c:pt idx="4963">
                        <c:v>392.447</c:v>
                      </c:pt>
                      <c:pt idx="4964">
                        <c:v>387.42899999999997</c:v>
                      </c:pt>
                      <c:pt idx="4965">
                        <c:v>383.09800000000001</c:v>
                      </c:pt>
                      <c:pt idx="4966">
                        <c:v>379.54</c:v>
                      </c:pt>
                      <c:pt idx="4967">
                        <c:v>379.60399999999998</c:v>
                      </c:pt>
                      <c:pt idx="4968">
                        <c:v>380.24200000000002</c:v>
                      </c:pt>
                      <c:pt idx="4969">
                        <c:v>382.50400000000002</c:v>
                      </c:pt>
                      <c:pt idx="4970">
                        <c:v>385.57600000000002</c:v>
                      </c:pt>
                      <c:pt idx="4971">
                        <c:v>384.68400000000003</c:v>
                      </c:pt>
                      <c:pt idx="4972">
                        <c:v>382.52800000000002</c:v>
                      </c:pt>
                      <c:pt idx="4973">
                        <c:v>382.46</c:v>
                      </c:pt>
                      <c:pt idx="4974">
                        <c:v>390.83800000000002</c:v>
                      </c:pt>
                      <c:pt idx="4975">
                        <c:v>406.56700000000001</c:v>
                      </c:pt>
                      <c:pt idx="4976">
                        <c:v>398.613</c:v>
                      </c:pt>
                      <c:pt idx="4977">
                        <c:v>395.53699999999998</c:v>
                      </c:pt>
                      <c:pt idx="4978">
                        <c:v>398.43799999999999</c:v>
                      </c:pt>
                      <c:pt idx="4979">
                        <c:v>401.12799999999999</c:v>
                      </c:pt>
                      <c:pt idx="4980">
                        <c:v>408.221</c:v>
                      </c:pt>
                      <c:pt idx="4981">
                        <c:v>407.15499999999997</c:v>
                      </c:pt>
                      <c:pt idx="4982">
                        <c:v>405.923</c:v>
                      </c:pt>
                      <c:pt idx="4983">
                        <c:v>410.12</c:v>
                      </c:pt>
                      <c:pt idx="4984">
                        <c:v>408.32400000000001</c:v>
                      </c:pt>
                      <c:pt idx="4985">
                        <c:v>402.863</c:v>
                      </c:pt>
                      <c:pt idx="4986">
                        <c:v>401.75099999999998</c:v>
                      </c:pt>
                      <c:pt idx="4987">
                        <c:v>402.38400000000001</c:v>
                      </c:pt>
                      <c:pt idx="4988">
                        <c:v>403.76100000000002</c:v>
                      </c:pt>
                      <c:pt idx="4989">
                        <c:v>398.58100000000002</c:v>
                      </c:pt>
                      <c:pt idx="4990">
                        <c:v>389.91800000000001</c:v>
                      </c:pt>
                      <c:pt idx="4991">
                        <c:v>389.12900000000002</c:v>
                      </c:pt>
                      <c:pt idx="4992">
                        <c:v>387.10399999999998</c:v>
                      </c:pt>
                      <c:pt idx="4993">
                        <c:v>387.07</c:v>
                      </c:pt>
                      <c:pt idx="4994">
                        <c:v>388.702</c:v>
                      </c:pt>
                      <c:pt idx="4995">
                        <c:v>387.09699999999998</c:v>
                      </c:pt>
                      <c:pt idx="4996">
                        <c:v>382.25799999999998</c:v>
                      </c:pt>
                      <c:pt idx="4997">
                        <c:v>380.17</c:v>
                      </c:pt>
                      <c:pt idx="4998">
                        <c:v>382.036</c:v>
                      </c:pt>
                      <c:pt idx="4999">
                        <c:v>382.33800000000002</c:v>
                      </c:pt>
                      <c:pt idx="5000">
                        <c:v>380.23399999999998</c:v>
                      </c:pt>
                      <c:pt idx="5001">
                        <c:v>375.416</c:v>
                      </c:pt>
                      <c:pt idx="5002">
                        <c:v>370.30399999999997</c:v>
                      </c:pt>
                      <c:pt idx="5003">
                        <c:v>363.435</c:v>
                      </c:pt>
                      <c:pt idx="5004">
                        <c:v>363.56700000000001</c:v>
                      </c:pt>
                      <c:pt idx="5005">
                        <c:v>356.96300000000002</c:v>
                      </c:pt>
                      <c:pt idx="5006">
                        <c:v>354.19200000000001</c:v>
                      </c:pt>
                      <c:pt idx="5007">
                        <c:v>350.61200000000002</c:v>
                      </c:pt>
                      <c:pt idx="5008">
                        <c:v>345.70499999999998</c:v>
                      </c:pt>
                      <c:pt idx="5009">
                        <c:v>343.93400000000003</c:v>
                      </c:pt>
                      <c:pt idx="5010">
                        <c:v>345.97500000000002</c:v>
                      </c:pt>
                      <c:pt idx="5011">
                        <c:v>345.56200000000001</c:v>
                      </c:pt>
                      <c:pt idx="5012">
                        <c:v>344.90699999999998</c:v>
                      </c:pt>
                      <c:pt idx="5013">
                        <c:v>346.68599999999998</c:v>
                      </c:pt>
                      <c:pt idx="5014">
                        <c:v>343.89100000000002</c:v>
                      </c:pt>
                      <c:pt idx="5015">
                        <c:v>340.678</c:v>
                      </c:pt>
                      <c:pt idx="5016">
                        <c:v>340.97</c:v>
                      </c:pt>
                      <c:pt idx="5017">
                        <c:v>341.85700000000003</c:v>
                      </c:pt>
                      <c:pt idx="5018">
                        <c:v>341.80399999999997</c:v>
                      </c:pt>
                      <c:pt idx="5019">
                        <c:v>341.70699999999999</c:v>
                      </c:pt>
                      <c:pt idx="5020">
                        <c:v>344.63</c:v>
                      </c:pt>
                      <c:pt idx="5021">
                        <c:v>343.26299999999998</c:v>
                      </c:pt>
                      <c:pt idx="5022">
                        <c:v>342.24700000000001</c:v>
                      </c:pt>
                      <c:pt idx="5023">
                        <c:v>341.32299999999998</c:v>
                      </c:pt>
                      <c:pt idx="5024">
                        <c:v>345.024</c:v>
                      </c:pt>
                      <c:pt idx="5025">
                        <c:v>349.50299999999999</c:v>
                      </c:pt>
                      <c:pt idx="5026">
                        <c:v>352.93</c:v>
                      </c:pt>
                      <c:pt idx="5027">
                        <c:v>354.52199999999999</c:v>
                      </c:pt>
                      <c:pt idx="5028">
                        <c:v>353.71600000000001</c:v>
                      </c:pt>
                      <c:pt idx="5029">
                        <c:v>347.53899999999999</c:v>
                      </c:pt>
                      <c:pt idx="5030">
                        <c:v>335.70100000000002</c:v>
                      </c:pt>
                      <c:pt idx="5031">
                        <c:v>329.63200000000001</c:v>
                      </c:pt>
                      <c:pt idx="5032">
                        <c:v>328.66</c:v>
                      </c:pt>
                      <c:pt idx="5033">
                        <c:v>325.137</c:v>
                      </c:pt>
                      <c:pt idx="5034">
                        <c:v>323.22399999999999</c:v>
                      </c:pt>
                      <c:pt idx="5035">
                        <c:v>323.90100000000001</c:v>
                      </c:pt>
                      <c:pt idx="5036">
                        <c:v>322.33600000000001</c:v>
                      </c:pt>
                      <c:pt idx="5037">
                        <c:v>318.15499999999997</c:v>
                      </c:pt>
                      <c:pt idx="5038">
                        <c:v>314.29199999999997</c:v>
                      </c:pt>
                      <c:pt idx="5039">
                        <c:v>311.63600000000002</c:v>
                      </c:pt>
                      <c:pt idx="5040">
                        <c:v>309.233</c:v>
                      </c:pt>
                      <c:pt idx="5041">
                        <c:v>307.08300000000003</c:v>
                      </c:pt>
                      <c:pt idx="5042">
                        <c:v>305.42399999999998</c:v>
                      </c:pt>
                      <c:pt idx="5043">
                        <c:v>307.92899999999997</c:v>
                      </c:pt>
                      <c:pt idx="5044">
                        <c:v>314.83100000000002</c:v>
                      </c:pt>
                      <c:pt idx="5045">
                        <c:v>318.738</c:v>
                      </c:pt>
                      <c:pt idx="5046">
                        <c:v>316.67599999999999</c:v>
                      </c:pt>
                      <c:pt idx="5047">
                        <c:v>314.68799999999999</c:v>
                      </c:pt>
                      <c:pt idx="5048">
                        <c:v>314.26400000000001</c:v>
                      </c:pt>
                      <c:pt idx="5049">
                        <c:v>314.79199999999997</c:v>
                      </c:pt>
                      <c:pt idx="5050">
                        <c:v>313.65600000000001</c:v>
                      </c:pt>
                      <c:pt idx="5051">
                        <c:v>312.96300000000002</c:v>
                      </c:pt>
                      <c:pt idx="5052">
                        <c:v>316.39999999999998</c:v>
                      </c:pt>
                      <c:pt idx="5053">
                        <c:v>323.77699999999999</c:v>
                      </c:pt>
                      <c:pt idx="5054">
                        <c:v>327.93700000000001</c:v>
                      </c:pt>
                      <c:pt idx="5055">
                        <c:v>330.50799999999998</c:v>
                      </c:pt>
                      <c:pt idx="5056">
                        <c:v>334.46699999999998</c:v>
                      </c:pt>
                      <c:pt idx="5057">
                        <c:v>335.52100000000002</c:v>
                      </c:pt>
                      <c:pt idx="5058">
                        <c:v>335.44</c:v>
                      </c:pt>
                      <c:pt idx="5059">
                        <c:v>330.56599999999997</c:v>
                      </c:pt>
                      <c:pt idx="5060">
                        <c:v>330.71600000000001</c:v>
                      </c:pt>
                      <c:pt idx="5061">
                        <c:v>329.24400000000003</c:v>
                      </c:pt>
                      <c:pt idx="5062">
                        <c:v>320.721</c:v>
                      </c:pt>
                      <c:pt idx="5063">
                        <c:v>315.22199999999998</c:v>
                      </c:pt>
                      <c:pt idx="5064">
                        <c:v>314.17500000000001</c:v>
                      </c:pt>
                      <c:pt idx="5065">
                        <c:v>316.23700000000002</c:v>
                      </c:pt>
                      <c:pt idx="5066">
                        <c:v>316.339</c:v>
                      </c:pt>
                      <c:pt idx="5067">
                        <c:v>316.00099999999998</c:v>
                      </c:pt>
                      <c:pt idx="5068">
                        <c:v>319.904</c:v>
                      </c:pt>
                      <c:pt idx="5069">
                        <c:v>323.19900000000001</c:v>
                      </c:pt>
                      <c:pt idx="5070">
                        <c:v>322.84899999999999</c:v>
                      </c:pt>
                      <c:pt idx="5071">
                        <c:v>321.64999999999998</c:v>
                      </c:pt>
                      <c:pt idx="5072">
                        <c:v>323.19600000000003</c:v>
                      </c:pt>
                      <c:pt idx="5073">
                        <c:v>326.42700000000002</c:v>
                      </c:pt>
                      <c:pt idx="5074">
                        <c:v>324.298</c:v>
                      </c:pt>
                      <c:pt idx="5075">
                        <c:v>320.74799999999999</c:v>
                      </c:pt>
                      <c:pt idx="5076">
                        <c:v>319.238</c:v>
                      </c:pt>
                      <c:pt idx="5077">
                        <c:v>322.04599999999999</c:v>
                      </c:pt>
                      <c:pt idx="5078">
                        <c:v>319.82799999999997</c:v>
                      </c:pt>
                      <c:pt idx="5079">
                        <c:v>331.41500000000002</c:v>
                      </c:pt>
                      <c:pt idx="5080">
                        <c:v>340.25799999999998</c:v>
                      </c:pt>
                      <c:pt idx="5081">
                        <c:v>333.79199999999997</c:v>
                      </c:pt>
                      <c:pt idx="5082">
                        <c:v>332.44200000000001</c:v>
                      </c:pt>
                      <c:pt idx="5083">
                        <c:v>337.06700000000001</c:v>
                      </c:pt>
                      <c:pt idx="5084">
                        <c:v>346.36200000000002</c:v>
                      </c:pt>
                      <c:pt idx="5085">
                        <c:v>347.07100000000003</c:v>
                      </c:pt>
                      <c:pt idx="5086">
                        <c:v>349.21699999999998</c:v>
                      </c:pt>
                      <c:pt idx="5087">
                        <c:v>355.23500000000001</c:v>
                      </c:pt>
                      <c:pt idx="5088">
                        <c:v>366.84199999999998</c:v>
                      </c:pt>
                      <c:pt idx="5089">
                        <c:v>371.22199999999998</c:v>
                      </c:pt>
                      <c:pt idx="5090">
                        <c:v>374.34500000000003</c:v>
                      </c:pt>
                      <c:pt idx="5091">
                        <c:v>371.42</c:v>
                      </c:pt>
                      <c:pt idx="5092">
                        <c:v>370.14499999999998</c:v>
                      </c:pt>
                      <c:pt idx="5093">
                        <c:v>361.24700000000001</c:v>
                      </c:pt>
                      <c:pt idx="5094">
                        <c:v>356.76100000000002</c:v>
                      </c:pt>
                      <c:pt idx="5095">
                        <c:v>356.17</c:v>
                      </c:pt>
                      <c:pt idx="5096">
                        <c:v>355.02800000000002</c:v>
                      </c:pt>
                      <c:pt idx="5097">
                        <c:v>348.01600000000002</c:v>
                      </c:pt>
                      <c:pt idx="5098">
                        <c:v>342.69299999999998</c:v>
                      </c:pt>
                      <c:pt idx="5099">
                        <c:v>352.536</c:v>
                      </c:pt>
                      <c:pt idx="5100">
                        <c:v>355.14699999999999</c:v>
                      </c:pt>
                      <c:pt idx="5101">
                        <c:v>358.05399999999997</c:v>
                      </c:pt>
                      <c:pt idx="5102">
                        <c:v>355.036</c:v>
                      </c:pt>
                      <c:pt idx="5103">
                        <c:v>351.375</c:v>
                      </c:pt>
                      <c:pt idx="5104">
                        <c:v>350.95400000000001</c:v>
                      </c:pt>
                      <c:pt idx="5105">
                        <c:v>352.76799999999997</c:v>
                      </c:pt>
                      <c:pt idx="5106">
                        <c:v>352.41</c:v>
                      </c:pt>
                      <c:pt idx="5107">
                        <c:v>342.31</c:v>
                      </c:pt>
                      <c:pt idx="5108">
                        <c:v>334.30599999999998</c:v>
                      </c:pt>
                      <c:pt idx="5109">
                        <c:v>329.64499999999998</c:v>
                      </c:pt>
                      <c:pt idx="5110">
                        <c:v>318.91800000000001</c:v>
                      </c:pt>
                      <c:pt idx="5111">
                        <c:v>312.40699999999998</c:v>
                      </c:pt>
                      <c:pt idx="5112">
                        <c:v>321.39</c:v>
                      </c:pt>
                      <c:pt idx="5113">
                        <c:v>327.65699999999998</c:v>
                      </c:pt>
                      <c:pt idx="5114">
                        <c:v>330.11700000000002</c:v>
                      </c:pt>
                      <c:pt idx="5115">
                        <c:v>334.22</c:v>
                      </c:pt>
                      <c:pt idx="5116">
                        <c:v>330.54300000000001</c:v>
                      </c:pt>
                      <c:pt idx="5117">
                        <c:v>327.51900000000001</c:v>
                      </c:pt>
                      <c:pt idx="5118">
                        <c:v>320.012</c:v>
                      </c:pt>
                      <c:pt idx="5119">
                        <c:v>314.25700000000001</c:v>
                      </c:pt>
                      <c:pt idx="5120">
                        <c:v>317.74299999999999</c:v>
                      </c:pt>
                      <c:pt idx="5121">
                        <c:v>317.95400000000001</c:v>
                      </c:pt>
                      <c:pt idx="5122">
                        <c:v>312.80200000000002</c:v>
                      </c:pt>
                      <c:pt idx="5123">
                        <c:v>311.71199999999999</c:v>
                      </c:pt>
                      <c:pt idx="5124">
                        <c:v>311.70800000000003</c:v>
                      </c:pt>
                      <c:pt idx="5125">
                        <c:v>312.30799999999999</c:v>
                      </c:pt>
                      <c:pt idx="5126">
                        <c:v>310.92599999999999</c:v>
                      </c:pt>
                      <c:pt idx="5127">
                        <c:v>310.17500000000001</c:v>
                      </c:pt>
                      <c:pt idx="5128">
                        <c:v>309.03800000000001</c:v>
                      </c:pt>
                      <c:pt idx="5129">
                        <c:v>304.78800000000001</c:v>
                      </c:pt>
                      <c:pt idx="5130">
                        <c:v>302.91899999999998</c:v>
                      </c:pt>
                      <c:pt idx="5131">
                        <c:v>300.88200000000001</c:v>
                      </c:pt>
                      <c:pt idx="5132">
                        <c:v>291.98200000000003</c:v>
                      </c:pt>
                      <c:pt idx="5133">
                        <c:v>289.77600000000001</c:v>
                      </c:pt>
                      <c:pt idx="5134">
                        <c:v>291.245</c:v>
                      </c:pt>
                      <c:pt idx="5135">
                        <c:v>291.24200000000002</c:v>
                      </c:pt>
                      <c:pt idx="5136">
                        <c:v>289.32400000000001</c:v>
                      </c:pt>
                      <c:pt idx="5137">
                        <c:v>286.67099999999999</c:v>
                      </c:pt>
                      <c:pt idx="5138">
                        <c:v>285.16899999999998</c:v>
                      </c:pt>
                      <c:pt idx="5139">
                        <c:v>279.74200000000002</c:v>
                      </c:pt>
                      <c:pt idx="5140">
                        <c:v>274.54599999999999</c:v>
                      </c:pt>
                      <c:pt idx="5141">
                        <c:v>276.77499999999998</c:v>
                      </c:pt>
                      <c:pt idx="5142">
                        <c:v>275.20699999999999</c:v>
                      </c:pt>
                      <c:pt idx="5143">
                        <c:v>274.38400000000001</c:v>
                      </c:pt>
                      <c:pt idx="5144">
                        <c:v>272.76</c:v>
                      </c:pt>
                      <c:pt idx="5145">
                        <c:v>269.58999999999997</c:v>
                      </c:pt>
                      <c:pt idx="5146">
                        <c:v>267.48399999999998</c:v>
                      </c:pt>
                      <c:pt idx="5147">
                        <c:v>266.82799999999997</c:v>
                      </c:pt>
                      <c:pt idx="5148">
                        <c:v>267.15300000000002</c:v>
                      </c:pt>
                      <c:pt idx="5149">
                        <c:v>266.67899999999997</c:v>
                      </c:pt>
                      <c:pt idx="5150">
                        <c:v>265.92700000000002</c:v>
                      </c:pt>
                      <c:pt idx="5151">
                        <c:v>265.43099999999998</c:v>
                      </c:pt>
                      <c:pt idx="5152">
                        <c:v>265.82900000000001</c:v>
                      </c:pt>
                      <c:pt idx="5153">
                        <c:v>274.10500000000002</c:v>
                      </c:pt>
                      <c:pt idx="5154">
                        <c:v>281.16300000000001</c:v>
                      </c:pt>
                      <c:pt idx="5155">
                        <c:v>286.40199999999999</c:v>
                      </c:pt>
                      <c:pt idx="5156">
                        <c:v>286.42899999999997</c:v>
                      </c:pt>
                      <c:pt idx="5157">
                        <c:v>287.11799999999999</c:v>
                      </c:pt>
                      <c:pt idx="5158">
                        <c:v>290.45400000000001</c:v>
                      </c:pt>
                      <c:pt idx="5159">
                        <c:v>284.62200000000001</c:v>
                      </c:pt>
                      <c:pt idx="5160">
                        <c:v>281.709</c:v>
                      </c:pt>
                      <c:pt idx="5161">
                        <c:v>278.31900000000002</c:v>
                      </c:pt>
                      <c:pt idx="5162">
                        <c:v>278.65800000000002</c:v>
                      </c:pt>
                      <c:pt idx="5163">
                        <c:v>284.274</c:v>
                      </c:pt>
                      <c:pt idx="5164">
                        <c:v>287.45699999999999</c:v>
                      </c:pt>
                      <c:pt idx="5165">
                        <c:v>288.02800000000002</c:v>
                      </c:pt>
                      <c:pt idx="5166">
                        <c:v>291.03500000000003</c:v>
                      </c:pt>
                      <c:pt idx="5167">
                        <c:v>290.73200000000003</c:v>
                      </c:pt>
                      <c:pt idx="5168">
                        <c:v>292.803</c:v>
                      </c:pt>
                      <c:pt idx="5169">
                        <c:v>293.77699999999999</c:v>
                      </c:pt>
                      <c:pt idx="5170">
                        <c:v>292.17899999999997</c:v>
                      </c:pt>
                      <c:pt idx="5171">
                        <c:v>289.47300000000001</c:v>
                      </c:pt>
                      <c:pt idx="5172">
                        <c:v>287.779</c:v>
                      </c:pt>
                      <c:pt idx="5173">
                        <c:v>284.80900000000003</c:v>
                      </c:pt>
                      <c:pt idx="5174">
                        <c:v>286.03100000000001</c:v>
                      </c:pt>
                      <c:pt idx="5175">
                        <c:v>293.55099999999999</c:v>
                      </c:pt>
                      <c:pt idx="5176">
                        <c:v>295.07799999999997</c:v>
                      </c:pt>
                      <c:pt idx="5177">
                        <c:v>299.16800000000001</c:v>
                      </c:pt>
                      <c:pt idx="5178">
                        <c:v>302.78100000000001</c:v>
                      </c:pt>
                      <c:pt idx="5179">
                        <c:v>300.30900000000003</c:v>
                      </c:pt>
                      <c:pt idx="5180">
                        <c:v>302.39600000000002</c:v>
                      </c:pt>
                      <c:pt idx="5181">
                        <c:v>302.52199999999999</c:v>
                      </c:pt>
                      <c:pt idx="5182">
                        <c:v>302.68</c:v>
                      </c:pt>
                      <c:pt idx="5183">
                        <c:v>300.70100000000002</c:v>
                      </c:pt>
                      <c:pt idx="5184">
                        <c:v>297.86799999999999</c:v>
                      </c:pt>
                      <c:pt idx="5185">
                        <c:v>293.608</c:v>
                      </c:pt>
                      <c:pt idx="5186">
                        <c:v>290.54199999999997</c:v>
                      </c:pt>
                      <c:pt idx="5187">
                        <c:v>289.09100000000001</c:v>
                      </c:pt>
                      <c:pt idx="5188">
                        <c:v>295.60399999999998</c:v>
                      </c:pt>
                      <c:pt idx="5189">
                        <c:v>295.30200000000002</c:v>
                      </c:pt>
                      <c:pt idx="5190">
                        <c:v>286.54599999999999</c:v>
                      </c:pt>
                      <c:pt idx="5191">
                        <c:v>278.97300000000001</c:v>
                      </c:pt>
                      <c:pt idx="5192">
                        <c:v>278.86399999999998</c:v>
                      </c:pt>
                      <c:pt idx="5193">
                        <c:v>281.62299999999999</c:v>
                      </c:pt>
                      <c:pt idx="5194">
                        <c:v>282.49099999999999</c:v>
                      </c:pt>
                      <c:pt idx="5195">
                        <c:v>278.702</c:v>
                      </c:pt>
                      <c:pt idx="5196">
                        <c:v>272.10500000000002</c:v>
                      </c:pt>
                      <c:pt idx="5197">
                        <c:v>272.17500000000001</c:v>
                      </c:pt>
                      <c:pt idx="5198">
                        <c:v>275.43700000000001</c:v>
                      </c:pt>
                      <c:pt idx="5199">
                        <c:v>280.25900000000001</c:v>
                      </c:pt>
                      <c:pt idx="5200">
                        <c:v>282.30599999999998</c:v>
                      </c:pt>
                      <c:pt idx="5201">
                        <c:v>285.495</c:v>
                      </c:pt>
                      <c:pt idx="5202">
                        <c:v>284.63499999999999</c:v>
                      </c:pt>
                      <c:pt idx="5203">
                        <c:v>283.12099999999998</c:v>
                      </c:pt>
                      <c:pt idx="5204">
                        <c:v>277.71199999999999</c:v>
                      </c:pt>
                      <c:pt idx="5205">
                        <c:v>279.976</c:v>
                      </c:pt>
                      <c:pt idx="5206">
                        <c:v>283.28100000000001</c:v>
                      </c:pt>
                      <c:pt idx="5207">
                        <c:v>285.53399999999999</c:v>
                      </c:pt>
                      <c:pt idx="5208">
                        <c:v>285.92599999999999</c:v>
                      </c:pt>
                      <c:pt idx="5209">
                        <c:v>291.84100000000001</c:v>
                      </c:pt>
                      <c:pt idx="5210">
                        <c:v>288.822</c:v>
                      </c:pt>
                      <c:pt idx="5211">
                        <c:v>291.03899999999999</c:v>
                      </c:pt>
                      <c:pt idx="5212">
                        <c:v>290.815</c:v>
                      </c:pt>
                      <c:pt idx="5213">
                        <c:v>290.88200000000001</c:v>
                      </c:pt>
                      <c:pt idx="5214">
                        <c:v>290.702</c:v>
                      </c:pt>
                      <c:pt idx="5215">
                        <c:v>288.77600000000001</c:v>
                      </c:pt>
                      <c:pt idx="5216">
                        <c:v>288.47199999999998</c:v>
                      </c:pt>
                      <c:pt idx="5217">
                        <c:v>289.91199999999998</c:v>
                      </c:pt>
                      <c:pt idx="5218">
                        <c:v>290.21699999999998</c:v>
                      </c:pt>
                      <c:pt idx="5219">
                        <c:v>290.83999999999997</c:v>
                      </c:pt>
                      <c:pt idx="5220">
                        <c:v>293.89600000000002</c:v>
                      </c:pt>
                      <c:pt idx="5221">
                        <c:v>295.30599999999998</c:v>
                      </c:pt>
                      <c:pt idx="5222">
                        <c:v>290.30599999999998</c:v>
                      </c:pt>
                      <c:pt idx="5223">
                        <c:v>285.18700000000001</c:v>
                      </c:pt>
                      <c:pt idx="5224">
                        <c:v>289.976</c:v>
                      </c:pt>
                      <c:pt idx="5225">
                        <c:v>294.738</c:v>
                      </c:pt>
                      <c:pt idx="5226">
                        <c:v>301.22800000000001</c:v>
                      </c:pt>
                      <c:pt idx="5227">
                        <c:v>309.82299999999998</c:v>
                      </c:pt>
                      <c:pt idx="5228">
                        <c:v>316.23399999999998</c:v>
                      </c:pt>
                      <c:pt idx="5229">
                        <c:v>317.09199999999998</c:v>
                      </c:pt>
                      <c:pt idx="5230">
                        <c:v>317.23700000000002</c:v>
                      </c:pt>
                      <c:pt idx="5231">
                        <c:v>318.26600000000002</c:v>
                      </c:pt>
                      <c:pt idx="5232">
                        <c:v>315.21800000000002</c:v>
                      </c:pt>
                      <c:pt idx="5233">
                        <c:v>309.57299999999998</c:v>
                      </c:pt>
                      <c:pt idx="5234">
                        <c:v>309.44</c:v>
                      </c:pt>
                      <c:pt idx="5235">
                        <c:v>311.72000000000003</c:v>
                      </c:pt>
                      <c:pt idx="5236">
                        <c:v>311.28300000000002</c:v>
                      </c:pt>
                      <c:pt idx="5237">
                        <c:v>306.98399999999998</c:v>
                      </c:pt>
                      <c:pt idx="5238">
                        <c:v>310.12599999999998</c:v>
                      </c:pt>
                      <c:pt idx="5239">
                        <c:v>314.78699999999998</c:v>
                      </c:pt>
                      <c:pt idx="5240">
                        <c:v>311.46800000000002</c:v>
                      </c:pt>
                      <c:pt idx="5241">
                        <c:v>304.28500000000003</c:v>
                      </c:pt>
                      <c:pt idx="5242">
                        <c:v>296.66000000000003</c:v>
                      </c:pt>
                      <c:pt idx="5243">
                        <c:v>294.80900000000003</c:v>
                      </c:pt>
                      <c:pt idx="5244">
                        <c:v>296.589</c:v>
                      </c:pt>
                      <c:pt idx="5245">
                        <c:v>296.14800000000002</c:v>
                      </c:pt>
                      <c:pt idx="5246">
                        <c:v>294.49400000000003</c:v>
                      </c:pt>
                      <c:pt idx="5247">
                        <c:v>294.77</c:v>
                      </c:pt>
                      <c:pt idx="5248">
                        <c:v>296.11200000000002</c:v>
                      </c:pt>
                      <c:pt idx="5249">
                        <c:v>289.70999999999998</c:v>
                      </c:pt>
                      <c:pt idx="5250">
                        <c:v>290.27</c:v>
                      </c:pt>
                      <c:pt idx="5251">
                        <c:v>294.09199999999998</c:v>
                      </c:pt>
                      <c:pt idx="5252">
                        <c:v>293.226</c:v>
                      </c:pt>
                      <c:pt idx="5253">
                        <c:v>293.524</c:v>
                      </c:pt>
                      <c:pt idx="5254">
                        <c:v>297.51600000000002</c:v>
                      </c:pt>
                      <c:pt idx="5255">
                        <c:v>305.58300000000003</c:v>
                      </c:pt>
                      <c:pt idx="5256">
                        <c:v>312.74099999999999</c:v>
                      </c:pt>
                      <c:pt idx="5257">
                        <c:v>308.65699999999998</c:v>
                      </c:pt>
                      <c:pt idx="5258">
                        <c:v>309.75299999999999</c:v>
                      </c:pt>
                      <c:pt idx="5259">
                        <c:v>308.11900000000003</c:v>
                      </c:pt>
                      <c:pt idx="5260">
                        <c:v>306.209</c:v>
                      </c:pt>
                      <c:pt idx="5261">
                        <c:v>305.13099999999997</c:v>
                      </c:pt>
                      <c:pt idx="5262">
                        <c:v>302.88099999999997</c:v>
                      </c:pt>
                      <c:pt idx="5263">
                        <c:v>303.80099999999999</c:v>
                      </c:pt>
                      <c:pt idx="5264">
                        <c:v>301.70999999999998</c:v>
                      </c:pt>
                      <c:pt idx="5265">
                        <c:v>303.26299999999998</c:v>
                      </c:pt>
                      <c:pt idx="5266">
                        <c:v>299.07900000000001</c:v>
                      </c:pt>
                      <c:pt idx="5267">
                        <c:v>297.80500000000001</c:v>
                      </c:pt>
                      <c:pt idx="5268">
                        <c:v>297.23</c:v>
                      </c:pt>
                      <c:pt idx="5269">
                        <c:v>298.20299999999997</c:v>
                      </c:pt>
                      <c:pt idx="5270">
                        <c:v>304.65499999999997</c:v>
                      </c:pt>
                      <c:pt idx="5271">
                        <c:v>310.66800000000001</c:v>
                      </c:pt>
                      <c:pt idx="5272">
                        <c:v>315.363</c:v>
                      </c:pt>
                      <c:pt idx="5273">
                        <c:v>312.75200000000001</c:v>
                      </c:pt>
                      <c:pt idx="5274">
                        <c:v>310.89</c:v>
                      </c:pt>
                      <c:pt idx="5275">
                        <c:v>314.15300000000002</c:v>
                      </c:pt>
                      <c:pt idx="5276">
                        <c:v>318.18200000000002</c:v>
                      </c:pt>
                      <c:pt idx="5277">
                        <c:v>315.75299999999999</c:v>
                      </c:pt>
                      <c:pt idx="5278">
                        <c:v>310.185</c:v>
                      </c:pt>
                      <c:pt idx="5279">
                        <c:v>316.25700000000001</c:v>
                      </c:pt>
                      <c:pt idx="5280">
                        <c:v>316.43</c:v>
                      </c:pt>
                      <c:pt idx="5281">
                        <c:v>314.50700000000001</c:v>
                      </c:pt>
                      <c:pt idx="5282">
                        <c:v>313.89800000000002</c:v>
                      </c:pt>
                      <c:pt idx="5283">
                        <c:v>311.02699999999999</c:v>
                      </c:pt>
                      <c:pt idx="5284">
                        <c:v>306.02300000000002</c:v>
                      </c:pt>
                      <c:pt idx="5285">
                        <c:v>304.12299999999999</c:v>
                      </c:pt>
                      <c:pt idx="5286">
                        <c:v>300.94400000000002</c:v>
                      </c:pt>
                      <c:pt idx="5287">
                        <c:v>299.44</c:v>
                      </c:pt>
                      <c:pt idx="5288">
                        <c:v>299.411</c:v>
                      </c:pt>
                      <c:pt idx="5289">
                        <c:v>296.37</c:v>
                      </c:pt>
                      <c:pt idx="5290">
                        <c:v>295.30099999999999</c:v>
                      </c:pt>
                      <c:pt idx="5291">
                        <c:v>293.85199999999998</c:v>
                      </c:pt>
                      <c:pt idx="5292">
                        <c:v>293.358</c:v>
                      </c:pt>
                      <c:pt idx="5293">
                        <c:v>294.00299999999999</c:v>
                      </c:pt>
                      <c:pt idx="5294">
                        <c:v>296.59500000000003</c:v>
                      </c:pt>
                      <c:pt idx="5295">
                        <c:v>300.57499999999999</c:v>
                      </c:pt>
                      <c:pt idx="5296">
                        <c:v>304.05500000000001</c:v>
                      </c:pt>
                      <c:pt idx="5297">
                        <c:v>303.89400000000001</c:v>
                      </c:pt>
                      <c:pt idx="5298">
                        <c:v>301.79300000000001</c:v>
                      </c:pt>
                      <c:pt idx="5299">
                        <c:v>306.95999999999998</c:v>
                      </c:pt>
                      <c:pt idx="5300">
                        <c:v>304.798</c:v>
                      </c:pt>
                      <c:pt idx="5301">
                        <c:v>305.16899999999998</c:v>
                      </c:pt>
                      <c:pt idx="5302">
                        <c:v>303.66800000000001</c:v>
                      </c:pt>
                      <c:pt idx="5303">
                        <c:v>305.8</c:v>
                      </c:pt>
                      <c:pt idx="5304">
                        <c:v>306.29700000000003</c:v>
                      </c:pt>
                      <c:pt idx="5305">
                        <c:v>310.964</c:v>
                      </c:pt>
                      <c:pt idx="5306">
                        <c:v>320.80599999999998</c:v>
                      </c:pt>
                      <c:pt idx="5307">
                        <c:v>329.69400000000002</c:v>
                      </c:pt>
                      <c:pt idx="5308">
                        <c:v>327.17200000000003</c:v>
                      </c:pt>
                      <c:pt idx="5309">
                        <c:v>329.92399999999998</c:v>
                      </c:pt>
                      <c:pt idx="5310">
                        <c:v>324.87799999999999</c:v>
                      </c:pt>
                      <c:pt idx="5311">
                        <c:v>321.61799999999999</c:v>
                      </c:pt>
                      <c:pt idx="5312">
                        <c:v>321.93900000000002</c:v>
                      </c:pt>
                      <c:pt idx="5313">
                        <c:v>320.52</c:v>
                      </c:pt>
                      <c:pt idx="5314">
                        <c:v>316.38200000000001</c:v>
                      </c:pt>
                      <c:pt idx="5315">
                        <c:v>306.65499999999997</c:v>
                      </c:pt>
                      <c:pt idx="5316">
                        <c:v>303.01299999999998</c:v>
                      </c:pt>
                      <c:pt idx="5317">
                        <c:v>299.85500000000002</c:v>
                      </c:pt>
                      <c:pt idx="5318">
                        <c:v>299.69400000000002</c:v>
                      </c:pt>
                      <c:pt idx="5319">
                        <c:v>298.78800000000001</c:v>
                      </c:pt>
                      <c:pt idx="5320">
                        <c:v>299.45999999999998</c:v>
                      </c:pt>
                      <c:pt idx="5321">
                        <c:v>296.99599999999998</c:v>
                      </c:pt>
                      <c:pt idx="5322">
                        <c:v>290.88499999999999</c:v>
                      </c:pt>
                      <c:pt idx="5323">
                        <c:v>292.209</c:v>
                      </c:pt>
                      <c:pt idx="5324">
                        <c:v>295.06900000000002</c:v>
                      </c:pt>
                      <c:pt idx="5325">
                        <c:v>294.59100000000001</c:v>
                      </c:pt>
                      <c:pt idx="5326">
                        <c:v>297.73599999999999</c:v>
                      </c:pt>
                      <c:pt idx="5327">
                        <c:v>299.39100000000002</c:v>
                      </c:pt>
                      <c:pt idx="5328">
                        <c:v>302.94099999999997</c:v>
                      </c:pt>
                      <c:pt idx="5329">
                        <c:v>307.59899999999999</c:v>
                      </c:pt>
                      <c:pt idx="5330">
                        <c:v>309.68299999999999</c:v>
                      </c:pt>
                      <c:pt idx="5331">
                        <c:v>310.56200000000001</c:v>
                      </c:pt>
                      <c:pt idx="5332">
                        <c:v>309.24700000000001</c:v>
                      </c:pt>
                      <c:pt idx="5333">
                        <c:v>311.75200000000001</c:v>
                      </c:pt>
                      <c:pt idx="5334">
                        <c:v>311.89100000000002</c:v>
                      </c:pt>
                      <c:pt idx="5335">
                        <c:v>310.036</c:v>
                      </c:pt>
                      <c:pt idx="5336">
                        <c:v>309.60399999999998</c:v>
                      </c:pt>
                      <c:pt idx="5337">
                        <c:v>311.53300000000002</c:v>
                      </c:pt>
                      <c:pt idx="5338">
                        <c:v>310.25700000000001</c:v>
                      </c:pt>
                      <c:pt idx="5339">
                        <c:v>306.22199999999998</c:v>
                      </c:pt>
                      <c:pt idx="5340">
                        <c:v>301.214</c:v>
                      </c:pt>
                      <c:pt idx="5341">
                        <c:v>309.36599999999999</c:v>
                      </c:pt>
                      <c:pt idx="5342">
                        <c:v>313.36200000000002</c:v>
                      </c:pt>
                      <c:pt idx="5343">
                        <c:v>313.49900000000002</c:v>
                      </c:pt>
                      <c:pt idx="5344">
                        <c:v>317.66699999999997</c:v>
                      </c:pt>
                      <c:pt idx="5345">
                        <c:v>318.24200000000002</c:v>
                      </c:pt>
                      <c:pt idx="5346">
                        <c:v>319.01</c:v>
                      </c:pt>
                      <c:pt idx="5347">
                        <c:v>318.92200000000003</c:v>
                      </c:pt>
                      <c:pt idx="5348">
                        <c:v>316.24700000000001</c:v>
                      </c:pt>
                      <c:pt idx="5349">
                        <c:v>313.71199999999999</c:v>
                      </c:pt>
                      <c:pt idx="5350">
                        <c:v>309.96199999999999</c:v>
                      </c:pt>
                      <c:pt idx="5351">
                        <c:v>306.99700000000001</c:v>
                      </c:pt>
                      <c:pt idx="5352">
                        <c:v>305.315</c:v>
                      </c:pt>
                      <c:pt idx="5353">
                        <c:v>304.74400000000003</c:v>
                      </c:pt>
                      <c:pt idx="5354">
                        <c:v>306.495</c:v>
                      </c:pt>
                      <c:pt idx="5355">
                        <c:v>309.97899999999998</c:v>
                      </c:pt>
                      <c:pt idx="5356">
                        <c:v>307.97500000000002</c:v>
                      </c:pt>
                      <c:pt idx="5357">
                        <c:v>308.3</c:v>
                      </c:pt>
                      <c:pt idx="5358">
                        <c:v>304.96600000000001</c:v>
                      </c:pt>
                      <c:pt idx="5359">
                        <c:v>304.85000000000002</c:v>
                      </c:pt>
                      <c:pt idx="5360">
                        <c:v>304.767</c:v>
                      </c:pt>
                      <c:pt idx="5361">
                        <c:v>305.94200000000001</c:v>
                      </c:pt>
                      <c:pt idx="5362">
                        <c:v>308.01</c:v>
                      </c:pt>
                      <c:pt idx="5363">
                        <c:v>311.28899999999999</c:v>
                      </c:pt>
                      <c:pt idx="5364">
                        <c:v>318.62599999999998</c:v>
                      </c:pt>
                      <c:pt idx="5365">
                        <c:v>318.15699999999998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3-49E9-4D25-B60A-92C31AFE1E83}"/>
                  </c:ext>
                </c:extLst>
              </c15:ser>
            </c15:filteredLineSeries>
          </c:ext>
        </c:extLst>
      </c:lineChart>
      <c:lineChart>
        <c:grouping val="standard"/>
        <c:varyColors val="0"/>
        <c:ser>
          <c:idx val="4"/>
          <c:order val="4"/>
          <c:tx>
            <c:strRef>
              <c:f>Hoja2!$G$2</c:f>
              <c:strCache>
                <c:ptCount val="1"/>
                <c:pt idx="0">
                  <c:v>Spread EMBI Colombia (eje der.)</c:v>
                </c:pt>
              </c:strCache>
            </c:strRef>
          </c:tx>
          <c:spPr>
            <a:ln w="12700" cap="rnd">
              <a:solidFill>
                <a:srgbClr val="00B050"/>
              </a:solidFill>
              <a:round/>
            </a:ln>
            <a:effectLst/>
          </c:spPr>
          <c:marker>
            <c:symbol val="none"/>
          </c:marker>
          <c:cat>
            <c:numRef>
              <c:f>Hoja2!$B$316:$B$5735</c:f>
              <c:numCache>
                <c:formatCode>m/d/yyyy</c:formatCode>
                <c:ptCount val="5420"/>
                <c:pt idx="0">
                  <c:v>38070</c:v>
                </c:pt>
                <c:pt idx="1">
                  <c:v>38071</c:v>
                </c:pt>
                <c:pt idx="2">
                  <c:v>38072</c:v>
                </c:pt>
                <c:pt idx="3">
                  <c:v>38075</c:v>
                </c:pt>
                <c:pt idx="4">
                  <c:v>38076</c:v>
                </c:pt>
                <c:pt idx="5">
                  <c:v>38077</c:v>
                </c:pt>
                <c:pt idx="6">
                  <c:v>38078</c:v>
                </c:pt>
                <c:pt idx="7">
                  <c:v>38079</c:v>
                </c:pt>
                <c:pt idx="8">
                  <c:v>38082</c:v>
                </c:pt>
                <c:pt idx="9">
                  <c:v>38083</c:v>
                </c:pt>
                <c:pt idx="10">
                  <c:v>38084</c:v>
                </c:pt>
                <c:pt idx="11">
                  <c:v>38085</c:v>
                </c:pt>
                <c:pt idx="12">
                  <c:v>38089</c:v>
                </c:pt>
                <c:pt idx="13">
                  <c:v>38090</c:v>
                </c:pt>
                <c:pt idx="14">
                  <c:v>38091</c:v>
                </c:pt>
                <c:pt idx="15">
                  <c:v>38092</c:v>
                </c:pt>
                <c:pt idx="16">
                  <c:v>38093</c:v>
                </c:pt>
                <c:pt idx="17">
                  <c:v>38096</c:v>
                </c:pt>
                <c:pt idx="18">
                  <c:v>38097</c:v>
                </c:pt>
                <c:pt idx="19">
                  <c:v>38098</c:v>
                </c:pt>
                <c:pt idx="20">
                  <c:v>38099</c:v>
                </c:pt>
                <c:pt idx="21">
                  <c:v>38100</c:v>
                </c:pt>
                <c:pt idx="22">
                  <c:v>38103</c:v>
                </c:pt>
                <c:pt idx="23">
                  <c:v>38104</c:v>
                </c:pt>
                <c:pt idx="24">
                  <c:v>38105</c:v>
                </c:pt>
                <c:pt idx="25">
                  <c:v>38106</c:v>
                </c:pt>
                <c:pt idx="26">
                  <c:v>38107</c:v>
                </c:pt>
                <c:pt idx="27">
                  <c:v>38110</c:v>
                </c:pt>
                <c:pt idx="28">
                  <c:v>38111</c:v>
                </c:pt>
                <c:pt idx="29">
                  <c:v>38112</c:v>
                </c:pt>
                <c:pt idx="30">
                  <c:v>38113</c:v>
                </c:pt>
                <c:pt idx="31">
                  <c:v>38114</c:v>
                </c:pt>
                <c:pt idx="32">
                  <c:v>38117</c:v>
                </c:pt>
                <c:pt idx="33">
                  <c:v>38118</c:v>
                </c:pt>
                <c:pt idx="34">
                  <c:v>38119</c:v>
                </c:pt>
                <c:pt idx="35">
                  <c:v>38120</c:v>
                </c:pt>
                <c:pt idx="36">
                  <c:v>38121</c:v>
                </c:pt>
                <c:pt idx="37">
                  <c:v>38124</c:v>
                </c:pt>
                <c:pt idx="38">
                  <c:v>38125</c:v>
                </c:pt>
                <c:pt idx="39">
                  <c:v>38126</c:v>
                </c:pt>
                <c:pt idx="40">
                  <c:v>38127</c:v>
                </c:pt>
                <c:pt idx="41">
                  <c:v>38128</c:v>
                </c:pt>
                <c:pt idx="42">
                  <c:v>38131</c:v>
                </c:pt>
                <c:pt idx="43">
                  <c:v>38132</c:v>
                </c:pt>
                <c:pt idx="44">
                  <c:v>38133</c:v>
                </c:pt>
                <c:pt idx="45">
                  <c:v>38134</c:v>
                </c:pt>
                <c:pt idx="46">
                  <c:v>38135</c:v>
                </c:pt>
                <c:pt idx="47">
                  <c:v>38138</c:v>
                </c:pt>
                <c:pt idx="48">
                  <c:v>38139</c:v>
                </c:pt>
                <c:pt idx="49">
                  <c:v>38140</c:v>
                </c:pt>
                <c:pt idx="50">
                  <c:v>38141</c:v>
                </c:pt>
                <c:pt idx="51">
                  <c:v>38142</c:v>
                </c:pt>
                <c:pt idx="52">
                  <c:v>38145</c:v>
                </c:pt>
                <c:pt idx="53">
                  <c:v>38146</c:v>
                </c:pt>
                <c:pt idx="54">
                  <c:v>38147</c:v>
                </c:pt>
                <c:pt idx="55">
                  <c:v>38148</c:v>
                </c:pt>
                <c:pt idx="56">
                  <c:v>38149</c:v>
                </c:pt>
                <c:pt idx="57">
                  <c:v>38152</c:v>
                </c:pt>
                <c:pt idx="58">
                  <c:v>38153</c:v>
                </c:pt>
                <c:pt idx="59">
                  <c:v>38154</c:v>
                </c:pt>
                <c:pt idx="60">
                  <c:v>38155</c:v>
                </c:pt>
                <c:pt idx="61">
                  <c:v>38156</c:v>
                </c:pt>
                <c:pt idx="62">
                  <c:v>38159</c:v>
                </c:pt>
                <c:pt idx="63">
                  <c:v>38160</c:v>
                </c:pt>
                <c:pt idx="64">
                  <c:v>38161</c:v>
                </c:pt>
                <c:pt idx="65">
                  <c:v>38162</c:v>
                </c:pt>
                <c:pt idx="66">
                  <c:v>38163</c:v>
                </c:pt>
                <c:pt idx="67">
                  <c:v>38166</c:v>
                </c:pt>
                <c:pt idx="68">
                  <c:v>38167</c:v>
                </c:pt>
                <c:pt idx="69">
                  <c:v>38168</c:v>
                </c:pt>
                <c:pt idx="70">
                  <c:v>38169</c:v>
                </c:pt>
                <c:pt idx="71">
                  <c:v>38170</c:v>
                </c:pt>
                <c:pt idx="72">
                  <c:v>38174</c:v>
                </c:pt>
                <c:pt idx="73">
                  <c:v>38175</c:v>
                </c:pt>
                <c:pt idx="74">
                  <c:v>38176</c:v>
                </c:pt>
                <c:pt idx="75">
                  <c:v>38177</c:v>
                </c:pt>
                <c:pt idx="76">
                  <c:v>38180</c:v>
                </c:pt>
                <c:pt idx="77">
                  <c:v>38181</c:v>
                </c:pt>
                <c:pt idx="78">
                  <c:v>38182</c:v>
                </c:pt>
                <c:pt idx="79">
                  <c:v>38183</c:v>
                </c:pt>
                <c:pt idx="80">
                  <c:v>38184</c:v>
                </c:pt>
                <c:pt idx="81">
                  <c:v>38187</c:v>
                </c:pt>
                <c:pt idx="82">
                  <c:v>38188</c:v>
                </c:pt>
                <c:pt idx="83">
                  <c:v>38189</c:v>
                </c:pt>
                <c:pt idx="84">
                  <c:v>38190</c:v>
                </c:pt>
                <c:pt idx="85">
                  <c:v>38191</c:v>
                </c:pt>
                <c:pt idx="86">
                  <c:v>38194</c:v>
                </c:pt>
                <c:pt idx="87">
                  <c:v>38195</c:v>
                </c:pt>
                <c:pt idx="88">
                  <c:v>38196</c:v>
                </c:pt>
                <c:pt idx="89">
                  <c:v>38197</c:v>
                </c:pt>
                <c:pt idx="90">
                  <c:v>38198</c:v>
                </c:pt>
                <c:pt idx="91">
                  <c:v>38201</c:v>
                </c:pt>
                <c:pt idx="92">
                  <c:v>38202</c:v>
                </c:pt>
                <c:pt idx="93">
                  <c:v>38203</c:v>
                </c:pt>
                <c:pt idx="94">
                  <c:v>38204</c:v>
                </c:pt>
                <c:pt idx="95">
                  <c:v>38205</c:v>
                </c:pt>
                <c:pt idx="96">
                  <c:v>38208</c:v>
                </c:pt>
                <c:pt idx="97">
                  <c:v>38209</c:v>
                </c:pt>
                <c:pt idx="98">
                  <c:v>38210</c:v>
                </c:pt>
                <c:pt idx="99">
                  <c:v>38211</c:v>
                </c:pt>
                <c:pt idx="100">
                  <c:v>38212</c:v>
                </c:pt>
                <c:pt idx="101">
                  <c:v>38215</c:v>
                </c:pt>
                <c:pt idx="102">
                  <c:v>38216</c:v>
                </c:pt>
                <c:pt idx="103">
                  <c:v>38217</c:v>
                </c:pt>
                <c:pt idx="104">
                  <c:v>38218</c:v>
                </c:pt>
                <c:pt idx="105">
                  <c:v>38219</c:v>
                </c:pt>
                <c:pt idx="106">
                  <c:v>38222</c:v>
                </c:pt>
                <c:pt idx="107">
                  <c:v>38223</c:v>
                </c:pt>
                <c:pt idx="108">
                  <c:v>38224</c:v>
                </c:pt>
                <c:pt idx="109">
                  <c:v>38225</c:v>
                </c:pt>
                <c:pt idx="110">
                  <c:v>38226</c:v>
                </c:pt>
                <c:pt idx="111">
                  <c:v>38229</c:v>
                </c:pt>
                <c:pt idx="112">
                  <c:v>38230</c:v>
                </c:pt>
                <c:pt idx="113">
                  <c:v>38231</c:v>
                </c:pt>
                <c:pt idx="114">
                  <c:v>38232</c:v>
                </c:pt>
                <c:pt idx="115">
                  <c:v>38233</c:v>
                </c:pt>
                <c:pt idx="116">
                  <c:v>38236</c:v>
                </c:pt>
                <c:pt idx="117">
                  <c:v>38237</c:v>
                </c:pt>
                <c:pt idx="118">
                  <c:v>38238</c:v>
                </c:pt>
                <c:pt idx="119">
                  <c:v>38239</c:v>
                </c:pt>
                <c:pt idx="120">
                  <c:v>38240</c:v>
                </c:pt>
                <c:pt idx="121">
                  <c:v>38243</c:v>
                </c:pt>
                <c:pt idx="122">
                  <c:v>38244</c:v>
                </c:pt>
                <c:pt idx="123">
                  <c:v>38245</c:v>
                </c:pt>
                <c:pt idx="124">
                  <c:v>38246</c:v>
                </c:pt>
                <c:pt idx="125">
                  <c:v>38247</c:v>
                </c:pt>
                <c:pt idx="126">
                  <c:v>38250</c:v>
                </c:pt>
                <c:pt idx="127">
                  <c:v>38251</c:v>
                </c:pt>
                <c:pt idx="128">
                  <c:v>38252</c:v>
                </c:pt>
                <c:pt idx="129">
                  <c:v>38253</c:v>
                </c:pt>
                <c:pt idx="130">
                  <c:v>38254</c:v>
                </c:pt>
                <c:pt idx="131">
                  <c:v>38257</c:v>
                </c:pt>
                <c:pt idx="132">
                  <c:v>38258</c:v>
                </c:pt>
                <c:pt idx="133">
                  <c:v>38259</c:v>
                </c:pt>
                <c:pt idx="134">
                  <c:v>38260</c:v>
                </c:pt>
                <c:pt idx="135">
                  <c:v>38261</c:v>
                </c:pt>
                <c:pt idx="136">
                  <c:v>38264</c:v>
                </c:pt>
                <c:pt idx="137">
                  <c:v>38265</c:v>
                </c:pt>
                <c:pt idx="138">
                  <c:v>38266</c:v>
                </c:pt>
                <c:pt idx="139">
                  <c:v>38267</c:v>
                </c:pt>
                <c:pt idx="140">
                  <c:v>38268</c:v>
                </c:pt>
                <c:pt idx="141">
                  <c:v>38271</c:v>
                </c:pt>
                <c:pt idx="142">
                  <c:v>38272</c:v>
                </c:pt>
                <c:pt idx="143">
                  <c:v>38273</c:v>
                </c:pt>
                <c:pt idx="144">
                  <c:v>38274</c:v>
                </c:pt>
                <c:pt idx="145">
                  <c:v>38275</c:v>
                </c:pt>
                <c:pt idx="146">
                  <c:v>38278</c:v>
                </c:pt>
                <c:pt idx="147">
                  <c:v>38279</c:v>
                </c:pt>
                <c:pt idx="148">
                  <c:v>38280</c:v>
                </c:pt>
                <c:pt idx="149">
                  <c:v>38281</c:v>
                </c:pt>
                <c:pt idx="150">
                  <c:v>38282</c:v>
                </c:pt>
                <c:pt idx="151">
                  <c:v>38285</c:v>
                </c:pt>
                <c:pt idx="152">
                  <c:v>38286</c:v>
                </c:pt>
                <c:pt idx="153">
                  <c:v>38287</c:v>
                </c:pt>
                <c:pt idx="154">
                  <c:v>38288</c:v>
                </c:pt>
                <c:pt idx="155">
                  <c:v>38289</c:v>
                </c:pt>
                <c:pt idx="156">
                  <c:v>38292</c:v>
                </c:pt>
                <c:pt idx="157">
                  <c:v>38293</c:v>
                </c:pt>
                <c:pt idx="158">
                  <c:v>38294</c:v>
                </c:pt>
                <c:pt idx="159">
                  <c:v>38295</c:v>
                </c:pt>
                <c:pt idx="160">
                  <c:v>38296</c:v>
                </c:pt>
                <c:pt idx="161">
                  <c:v>38299</c:v>
                </c:pt>
                <c:pt idx="162">
                  <c:v>38300</c:v>
                </c:pt>
                <c:pt idx="163">
                  <c:v>38301</c:v>
                </c:pt>
                <c:pt idx="164">
                  <c:v>38302</c:v>
                </c:pt>
                <c:pt idx="165">
                  <c:v>38303</c:v>
                </c:pt>
                <c:pt idx="166">
                  <c:v>38306</c:v>
                </c:pt>
                <c:pt idx="167">
                  <c:v>38307</c:v>
                </c:pt>
                <c:pt idx="168">
                  <c:v>38308</c:v>
                </c:pt>
                <c:pt idx="169">
                  <c:v>38309</c:v>
                </c:pt>
                <c:pt idx="170">
                  <c:v>38310</c:v>
                </c:pt>
                <c:pt idx="171">
                  <c:v>38313</c:v>
                </c:pt>
                <c:pt idx="172">
                  <c:v>38314</c:v>
                </c:pt>
                <c:pt idx="173">
                  <c:v>38315</c:v>
                </c:pt>
                <c:pt idx="174">
                  <c:v>38316</c:v>
                </c:pt>
                <c:pt idx="175">
                  <c:v>38317</c:v>
                </c:pt>
                <c:pt idx="176">
                  <c:v>38320</c:v>
                </c:pt>
                <c:pt idx="177">
                  <c:v>38321</c:v>
                </c:pt>
                <c:pt idx="178">
                  <c:v>38322</c:v>
                </c:pt>
                <c:pt idx="179">
                  <c:v>38323</c:v>
                </c:pt>
                <c:pt idx="180">
                  <c:v>38324</c:v>
                </c:pt>
                <c:pt idx="181">
                  <c:v>38327</c:v>
                </c:pt>
                <c:pt idx="182">
                  <c:v>38328</c:v>
                </c:pt>
                <c:pt idx="183">
                  <c:v>38329</c:v>
                </c:pt>
                <c:pt idx="184">
                  <c:v>38330</c:v>
                </c:pt>
                <c:pt idx="185">
                  <c:v>38331</c:v>
                </c:pt>
                <c:pt idx="186">
                  <c:v>38334</c:v>
                </c:pt>
                <c:pt idx="187">
                  <c:v>38335</c:v>
                </c:pt>
                <c:pt idx="188">
                  <c:v>38336</c:v>
                </c:pt>
                <c:pt idx="189">
                  <c:v>38337</c:v>
                </c:pt>
                <c:pt idx="190">
                  <c:v>38338</c:v>
                </c:pt>
                <c:pt idx="191">
                  <c:v>38341</c:v>
                </c:pt>
                <c:pt idx="192">
                  <c:v>38342</c:v>
                </c:pt>
                <c:pt idx="193">
                  <c:v>38343</c:v>
                </c:pt>
                <c:pt idx="194">
                  <c:v>38344</c:v>
                </c:pt>
                <c:pt idx="195">
                  <c:v>38345</c:v>
                </c:pt>
                <c:pt idx="196">
                  <c:v>38348</c:v>
                </c:pt>
                <c:pt idx="197">
                  <c:v>38349</c:v>
                </c:pt>
                <c:pt idx="198">
                  <c:v>38350</c:v>
                </c:pt>
                <c:pt idx="199">
                  <c:v>38351</c:v>
                </c:pt>
                <c:pt idx="200">
                  <c:v>38352</c:v>
                </c:pt>
                <c:pt idx="201">
                  <c:v>38355</c:v>
                </c:pt>
                <c:pt idx="202">
                  <c:v>38356</c:v>
                </c:pt>
                <c:pt idx="203">
                  <c:v>38357</c:v>
                </c:pt>
                <c:pt idx="204">
                  <c:v>38358</c:v>
                </c:pt>
                <c:pt idx="205">
                  <c:v>38359</c:v>
                </c:pt>
                <c:pt idx="206">
                  <c:v>38362</c:v>
                </c:pt>
                <c:pt idx="207">
                  <c:v>38363</c:v>
                </c:pt>
                <c:pt idx="208">
                  <c:v>38364</c:v>
                </c:pt>
                <c:pt idx="209">
                  <c:v>38365</c:v>
                </c:pt>
                <c:pt idx="210">
                  <c:v>38366</c:v>
                </c:pt>
                <c:pt idx="211">
                  <c:v>38369</c:v>
                </c:pt>
                <c:pt idx="212">
                  <c:v>38370</c:v>
                </c:pt>
                <c:pt idx="213">
                  <c:v>38371</c:v>
                </c:pt>
                <c:pt idx="214">
                  <c:v>38372</c:v>
                </c:pt>
                <c:pt idx="215">
                  <c:v>38373</c:v>
                </c:pt>
                <c:pt idx="216">
                  <c:v>38376</c:v>
                </c:pt>
                <c:pt idx="217">
                  <c:v>38377</c:v>
                </c:pt>
                <c:pt idx="218">
                  <c:v>38378</c:v>
                </c:pt>
                <c:pt idx="219">
                  <c:v>38379</c:v>
                </c:pt>
                <c:pt idx="220">
                  <c:v>38380</c:v>
                </c:pt>
                <c:pt idx="221">
                  <c:v>38383</c:v>
                </c:pt>
                <c:pt idx="222">
                  <c:v>38384</c:v>
                </c:pt>
                <c:pt idx="223">
                  <c:v>38385</c:v>
                </c:pt>
                <c:pt idx="224">
                  <c:v>38386</c:v>
                </c:pt>
                <c:pt idx="225">
                  <c:v>38387</c:v>
                </c:pt>
                <c:pt idx="226">
                  <c:v>38390</c:v>
                </c:pt>
                <c:pt idx="227">
                  <c:v>38391</c:v>
                </c:pt>
                <c:pt idx="228">
                  <c:v>38392</c:v>
                </c:pt>
                <c:pt idx="229">
                  <c:v>38393</c:v>
                </c:pt>
                <c:pt idx="230">
                  <c:v>38394</c:v>
                </c:pt>
                <c:pt idx="231">
                  <c:v>38397</c:v>
                </c:pt>
                <c:pt idx="232">
                  <c:v>38398</c:v>
                </c:pt>
                <c:pt idx="233">
                  <c:v>38399</c:v>
                </c:pt>
                <c:pt idx="234">
                  <c:v>38400</c:v>
                </c:pt>
                <c:pt idx="235">
                  <c:v>38401</c:v>
                </c:pt>
                <c:pt idx="236">
                  <c:v>38404</c:v>
                </c:pt>
                <c:pt idx="237">
                  <c:v>38405</c:v>
                </c:pt>
                <c:pt idx="238">
                  <c:v>38406</c:v>
                </c:pt>
                <c:pt idx="239">
                  <c:v>38407</c:v>
                </c:pt>
                <c:pt idx="240">
                  <c:v>38408</c:v>
                </c:pt>
                <c:pt idx="241">
                  <c:v>38411</c:v>
                </c:pt>
                <c:pt idx="242">
                  <c:v>38412</c:v>
                </c:pt>
                <c:pt idx="243">
                  <c:v>38413</c:v>
                </c:pt>
                <c:pt idx="244">
                  <c:v>38414</c:v>
                </c:pt>
                <c:pt idx="245">
                  <c:v>38415</c:v>
                </c:pt>
                <c:pt idx="246">
                  <c:v>38418</c:v>
                </c:pt>
                <c:pt idx="247">
                  <c:v>38419</c:v>
                </c:pt>
                <c:pt idx="248">
                  <c:v>38420</c:v>
                </c:pt>
                <c:pt idx="249">
                  <c:v>38421</c:v>
                </c:pt>
                <c:pt idx="250">
                  <c:v>38422</c:v>
                </c:pt>
                <c:pt idx="251">
                  <c:v>38425</c:v>
                </c:pt>
                <c:pt idx="252">
                  <c:v>38426</c:v>
                </c:pt>
                <c:pt idx="253">
                  <c:v>38427</c:v>
                </c:pt>
                <c:pt idx="254">
                  <c:v>38428</c:v>
                </c:pt>
                <c:pt idx="255">
                  <c:v>38429</c:v>
                </c:pt>
                <c:pt idx="256">
                  <c:v>38432</c:v>
                </c:pt>
                <c:pt idx="257">
                  <c:v>38433</c:v>
                </c:pt>
                <c:pt idx="258">
                  <c:v>38434</c:v>
                </c:pt>
                <c:pt idx="259">
                  <c:v>38435</c:v>
                </c:pt>
                <c:pt idx="260">
                  <c:v>38436</c:v>
                </c:pt>
                <c:pt idx="261">
                  <c:v>38439</c:v>
                </c:pt>
                <c:pt idx="262">
                  <c:v>38440</c:v>
                </c:pt>
                <c:pt idx="263">
                  <c:v>38441</c:v>
                </c:pt>
                <c:pt idx="264">
                  <c:v>38442</c:v>
                </c:pt>
                <c:pt idx="265">
                  <c:v>38443</c:v>
                </c:pt>
                <c:pt idx="266">
                  <c:v>38446</c:v>
                </c:pt>
                <c:pt idx="267">
                  <c:v>38447</c:v>
                </c:pt>
                <c:pt idx="268">
                  <c:v>38448</c:v>
                </c:pt>
                <c:pt idx="269">
                  <c:v>38449</c:v>
                </c:pt>
                <c:pt idx="270">
                  <c:v>38450</c:v>
                </c:pt>
                <c:pt idx="271">
                  <c:v>38453</c:v>
                </c:pt>
                <c:pt idx="272">
                  <c:v>38454</c:v>
                </c:pt>
                <c:pt idx="273">
                  <c:v>38455</c:v>
                </c:pt>
                <c:pt idx="274">
                  <c:v>38456</c:v>
                </c:pt>
                <c:pt idx="275">
                  <c:v>38457</c:v>
                </c:pt>
                <c:pt idx="276">
                  <c:v>38460</c:v>
                </c:pt>
                <c:pt idx="277">
                  <c:v>38461</c:v>
                </c:pt>
                <c:pt idx="278">
                  <c:v>38462</c:v>
                </c:pt>
                <c:pt idx="279">
                  <c:v>38463</c:v>
                </c:pt>
                <c:pt idx="280">
                  <c:v>38464</c:v>
                </c:pt>
                <c:pt idx="281">
                  <c:v>38467</c:v>
                </c:pt>
                <c:pt idx="282">
                  <c:v>38468</c:v>
                </c:pt>
                <c:pt idx="283">
                  <c:v>38469</c:v>
                </c:pt>
                <c:pt idx="284">
                  <c:v>38470</c:v>
                </c:pt>
                <c:pt idx="285">
                  <c:v>38471</c:v>
                </c:pt>
                <c:pt idx="286">
                  <c:v>38474</c:v>
                </c:pt>
                <c:pt idx="287">
                  <c:v>38475</c:v>
                </c:pt>
                <c:pt idx="288">
                  <c:v>38476</c:v>
                </c:pt>
                <c:pt idx="289">
                  <c:v>38477</c:v>
                </c:pt>
                <c:pt idx="290">
                  <c:v>38478</c:v>
                </c:pt>
                <c:pt idx="291">
                  <c:v>38481</c:v>
                </c:pt>
                <c:pt idx="292">
                  <c:v>38482</c:v>
                </c:pt>
                <c:pt idx="293">
                  <c:v>38483</c:v>
                </c:pt>
                <c:pt idx="294">
                  <c:v>38484</c:v>
                </c:pt>
                <c:pt idx="295">
                  <c:v>38485</c:v>
                </c:pt>
                <c:pt idx="296">
                  <c:v>38488</c:v>
                </c:pt>
                <c:pt idx="297">
                  <c:v>38489</c:v>
                </c:pt>
                <c:pt idx="298">
                  <c:v>38490</c:v>
                </c:pt>
                <c:pt idx="299">
                  <c:v>38491</c:v>
                </c:pt>
                <c:pt idx="300">
                  <c:v>38492</c:v>
                </c:pt>
                <c:pt idx="301">
                  <c:v>38495</c:v>
                </c:pt>
                <c:pt idx="302">
                  <c:v>38496</c:v>
                </c:pt>
                <c:pt idx="303">
                  <c:v>38497</c:v>
                </c:pt>
                <c:pt idx="304">
                  <c:v>38498</c:v>
                </c:pt>
                <c:pt idx="305">
                  <c:v>38499</c:v>
                </c:pt>
                <c:pt idx="306">
                  <c:v>38503</c:v>
                </c:pt>
                <c:pt idx="307">
                  <c:v>38504</c:v>
                </c:pt>
                <c:pt idx="308">
                  <c:v>38505</c:v>
                </c:pt>
                <c:pt idx="309">
                  <c:v>38506</c:v>
                </c:pt>
                <c:pt idx="310">
                  <c:v>38509</c:v>
                </c:pt>
                <c:pt idx="311">
                  <c:v>38510</c:v>
                </c:pt>
                <c:pt idx="312">
                  <c:v>38511</c:v>
                </c:pt>
                <c:pt idx="313">
                  <c:v>38512</c:v>
                </c:pt>
                <c:pt idx="314">
                  <c:v>38513</c:v>
                </c:pt>
                <c:pt idx="315">
                  <c:v>38516</c:v>
                </c:pt>
                <c:pt idx="316">
                  <c:v>38517</c:v>
                </c:pt>
                <c:pt idx="317">
                  <c:v>38518</c:v>
                </c:pt>
                <c:pt idx="318">
                  <c:v>38519</c:v>
                </c:pt>
                <c:pt idx="319">
                  <c:v>38520</c:v>
                </c:pt>
                <c:pt idx="320">
                  <c:v>38523</c:v>
                </c:pt>
                <c:pt idx="321">
                  <c:v>38524</c:v>
                </c:pt>
                <c:pt idx="322">
                  <c:v>38525</c:v>
                </c:pt>
                <c:pt idx="323">
                  <c:v>38526</c:v>
                </c:pt>
                <c:pt idx="324">
                  <c:v>38527</c:v>
                </c:pt>
                <c:pt idx="325">
                  <c:v>38530</c:v>
                </c:pt>
                <c:pt idx="326">
                  <c:v>38531</c:v>
                </c:pt>
                <c:pt idx="327">
                  <c:v>38532</c:v>
                </c:pt>
                <c:pt idx="328">
                  <c:v>38533</c:v>
                </c:pt>
                <c:pt idx="329">
                  <c:v>38534</c:v>
                </c:pt>
                <c:pt idx="330">
                  <c:v>38537</c:v>
                </c:pt>
                <c:pt idx="331">
                  <c:v>38538</c:v>
                </c:pt>
                <c:pt idx="332">
                  <c:v>38539</c:v>
                </c:pt>
                <c:pt idx="333">
                  <c:v>38540</c:v>
                </c:pt>
                <c:pt idx="334">
                  <c:v>38541</c:v>
                </c:pt>
                <c:pt idx="335">
                  <c:v>38544</c:v>
                </c:pt>
                <c:pt idx="336">
                  <c:v>38545</c:v>
                </c:pt>
                <c:pt idx="337">
                  <c:v>38546</c:v>
                </c:pt>
                <c:pt idx="338">
                  <c:v>38547</c:v>
                </c:pt>
                <c:pt idx="339">
                  <c:v>38548</c:v>
                </c:pt>
                <c:pt idx="340">
                  <c:v>38551</c:v>
                </c:pt>
                <c:pt idx="341">
                  <c:v>38552</c:v>
                </c:pt>
                <c:pt idx="342">
                  <c:v>38553</c:v>
                </c:pt>
                <c:pt idx="343">
                  <c:v>38554</c:v>
                </c:pt>
                <c:pt idx="344">
                  <c:v>38555</c:v>
                </c:pt>
                <c:pt idx="345">
                  <c:v>38558</c:v>
                </c:pt>
                <c:pt idx="346">
                  <c:v>38559</c:v>
                </c:pt>
                <c:pt idx="347">
                  <c:v>38560</c:v>
                </c:pt>
                <c:pt idx="348">
                  <c:v>38561</c:v>
                </c:pt>
                <c:pt idx="349">
                  <c:v>38562</c:v>
                </c:pt>
                <c:pt idx="350">
                  <c:v>38565</c:v>
                </c:pt>
                <c:pt idx="351">
                  <c:v>38566</c:v>
                </c:pt>
                <c:pt idx="352">
                  <c:v>38567</c:v>
                </c:pt>
                <c:pt idx="353">
                  <c:v>38568</c:v>
                </c:pt>
                <c:pt idx="354">
                  <c:v>38569</c:v>
                </c:pt>
                <c:pt idx="355">
                  <c:v>38572</c:v>
                </c:pt>
                <c:pt idx="356">
                  <c:v>38573</c:v>
                </c:pt>
                <c:pt idx="357">
                  <c:v>38574</c:v>
                </c:pt>
                <c:pt idx="358">
                  <c:v>38575</c:v>
                </c:pt>
                <c:pt idx="359">
                  <c:v>38576</c:v>
                </c:pt>
                <c:pt idx="360">
                  <c:v>38579</c:v>
                </c:pt>
                <c:pt idx="361">
                  <c:v>38580</c:v>
                </c:pt>
                <c:pt idx="362">
                  <c:v>38581</c:v>
                </c:pt>
                <c:pt idx="363">
                  <c:v>38582</c:v>
                </c:pt>
                <c:pt idx="364">
                  <c:v>38583</c:v>
                </c:pt>
                <c:pt idx="365">
                  <c:v>38586</c:v>
                </c:pt>
                <c:pt idx="366">
                  <c:v>38587</c:v>
                </c:pt>
                <c:pt idx="367">
                  <c:v>38588</c:v>
                </c:pt>
                <c:pt idx="368">
                  <c:v>38589</c:v>
                </c:pt>
                <c:pt idx="369">
                  <c:v>38590</c:v>
                </c:pt>
                <c:pt idx="370">
                  <c:v>38593</c:v>
                </c:pt>
                <c:pt idx="371">
                  <c:v>38594</c:v>
                </c:pt>
                <c:pt idx="372">
                  <c:v>38595</c:v>
                </c:pt>
                <c:pt idx="373">
                  <c:v>38596</c:v>
                </c:pt>
                <c:pt idx="374">
                  <c:v>38597</c:v>
                </c:pt>
                <c:pt idx="375">
                  <c:v>38600</c:v>
                </c:pt>
                <c:pt idx="376">
                  <c:v>38601</c:v>
                </c:pt>
                <c:pt idx="377">
                  <c:v>38602</c:v>
                </c:pt>
                <c:pt idx="378">
                  <c:v>38603</c:v>
                </c:pt>
                <c:pt idx="379">
                  <c:v>38604</c:v>
                </c:pt>
                <c:pt idx="380">
                  <c:v>38607</c:v>
                </c:pt>
                <c:pt idx="381">
                  <c:v>38608</c:v>
                </c:pt>
                <c:pt idx="382">
                  <c:v>38609</c:v>
                </c:pt>
                <c:pt idx="383">
                  <c:v>38610</c:v>
                </c:pt>
                <c:pt idx="384">
                  <c:v>38611</c:v>
                </c:pt>
                <c:pt idx="385">
                  <c:v>38614</c:v>
                </c:pt>
                <c:pt idx="386">
                  <c:v>38615</c:v>
                </c:pt>
                <c:pt idx="387">
                  <c:v>38616</c:v>
                </c:pt>
                <c:pt idx="388">
                  <c:v>38617</c:v>
                </c:pt>
                <c:pt idx="389">
                  <c:v>38618</c:v>
                </c:pt>
                <c:pt idx="390">
                  <c:v>38621</c:v>
                </c:pt>
                <c:pt idx="391">
                  <c:v>38622</c:v>
                </c:pt>
                <c:pt idx="392">
                  <c:v>38623</c:v>
                </c:pt>
                <c:pt idx="393">
                  <c:v>38624</c:v>
                </c:pt>
                <c:pt idx="394">
                  <c:v>38625</c:v>
                </c:pt>
                <c:pt idx="395">
                  <c:v>38628</c:v>
                </c:pt>
                <c:pt idx="396">
                  <c:v>38629</c:v>
                </c:pt>
                <c:pt idx="397">
                  <c:v>38630</c:v>
                </c:pt>
                <c:pt idx="398">
                  <c:v>38631</c:v>
                </c:pt>
                <c:pt idx="399">
                  <c:v>38632</c:v>
                </c:pt>
                <c:pt idx="400">
                  <c:v>38635</c:v>
                </c:pt>
                <c:pt idx="401">
                  <c:v>38636</c:v>
                </c:pt>
                <c:pt idx="402">
                  <c:v>38637</c:v>
                </c:pt>
                <c:pt idx="403">
                  <c:v>38638</c:v>
                </c:pt>
                <c:pt idx="404">
                  <c:v>38639</c:v>
                </c:pt>
                <c:pt idx="405">
                  <c:v>38642</c:v>
                </c:pt>
                <c:pt idx="406">
                  <c:v>38643</c:v>
                </c:pt>
                <c:pt idx="407">
                  <c:v>38644</c:v>
                </c:pt>
                <c:pt idx="408">
                  <c:v>38645</c:v>
                </c:pt>
                <c:pt idx="409">
                  <c:v>38646</c:v>
                </c:pt>
                <c:pt idx="410">
                  <c:v>38649</c:v>
                </c:pt>
                <c:pt idx="411">
                  <c:v>38650</c:v>
                </c:pt>
                <c:pt idx="412">
                  <c:v>38651</c:v>
                </c:pt>
                <c:pt idx="413">
                  <c:v>38652</c:v>
                </c:pt>
                <c:pt idx="414">
                  <c:v>38653</c:v>
                </c:pt>
                <c:pt idx="415">
                  <c:v>38656</c:v>
                </c:pt>
                <c:pt idx="416">
                  <c:v>38657</c:v>
                </c:pt>
                <c:pt idx="417">
                  <c:v>38658</c:v>
                </c:pt>
                <c:pt idx="418">
                  <c:v>38659</c:v>
                </c:pt>
                <c:pt idx="419">
                  <c:v>38660</c:v>
                </c:pt>
                <c:pt idx="420">
                  <c:v>38663</c:v>
                </c:pt>
                <c:pt idx="421">
                  <c:v>38664</c:v>
                </c:pt>
                <c:pt idx="422">
                  <c:v>38665</c:v>
                </c:pt>
                <c:pt idx="423">
                  <c:v>38666</c:v>
                </c:pt>
                <c:pt idx="424">
                  <c:v>38667</c:v>
                </c:pt>
                <c:pt idx="425">
                  <c:v>38670</c:v>
                </c:pt>
                <c:pt idx="426">
                  <c:v>38671</c:v>
                </c:pt>
                <c:pt idx="427">
                  <c:v>38672</c:v>
                </c:pt>
                <c:pt idx="428">
                  <c:v>38673</c:v>
                </c:pt>
                <c:pt idx="429">
                  <c:v>38674</c:v>
                </c:pt>
                <c:pt idx="430">
                  <c:v>38677</c:v>
                </c:pt>
                <c:pt idx="431">
                  <c:v>38678</c:v>
                </c:pt>
                <c:pt idx="432">
                  <c:v>38679</c:v>
                </c:pt>
                <c:pt idx="433">
                  <c:v>38680</c:v>
                </c:pt>
                <c:pt idx="434">
                  <c:v>38681</c:v>
                </c:pt>
                <c:pt idx="435">
                  <c:v>38684</c:v>
                </c:pt>
                <c:pt idx="436">
                  <c:v>38685</c:v>
                </c:pt>
                <c:pt idx="437">
                  <c:v>38686</c:v>
                </c:pt>
                <c:pt idx="438">
                  <c:v>38687</c:v>
                </c:pt>
                <c:pt idx="439">
                  <c:v>38688</c:v>
                </c:pt>
                <c:pt idx="440">
                  <c:v>38691</c:v>
                </c:pt>
                <c:pt idx="441">
                  <c:v>38692</c:v>
                </c:pt>
                <c:pt idx="442">
                  <c:v>38693</c:v>
                </c:pt>
                <c:pt idx="443">
                  <c:v>38694</c:v>
                </c:pt>
                <c:pt idx="444">
                  <c:v>38695</c:v>
                </c:pt>
                <c:pt idx="445">
                  <c:v>38698</c:v>
                </c:pt>
                <c:pt idx="446">
                  <c:v>38699</c:v>
                </c:pt>
                <c:pt idx="447">
                  <c:v>38700</c:v>
                </c:pt>
                <c:pt idx="448">
                  <c:v>38701</c:v>
                </c:pt>
                <c:pt idx="449">
                  <c:v>38702</c:v>
                </c:pt>
                <c:pt idx="450">
                  <c:v>38705</c:v>
                </c:pt>
                <c:pt idx="451">
                  <c:v>38706</c:v>
                </c:pt>
                <c:pt idx="452">
                  <c:v>38707</c:v>
                </c:pt>
                <c:pt idx="453">
                  <c:v>38708</c:v>
                </c:pt>
                <c:pt idx="454">
                  <c:v>38709</c:v>
                </c:pt>
                <c:pt idx="455">
                  <c:v>38712</c:v>
                </c:pt>
                <c:pt idx="456">
                  <c:v>38713</c:v>
                </c:pt>
                <c:pt idx="457">
                  <c:v>38714</c:v>
                </c:pt>
                <c:pt idx="458">
                  <c:v>38715</c:v>
                </c:pt>
                <c:pt idx="459">
                  <c:v>38716</c:v>
                </c:pt>
                <c:pt idx="460">
                  <c:v>38719</c:v>
                </c:pt>
                <c:pt idx="461">
                  <c:v>38720</c:v>
                </c:pt>
                <c:pt idx="462">
                  <c:v>38721</c:v>
                </c:pt>
                <c:pt idx="463">
                  <c:v>38722</c:v>
                </c:pt>
                <c:pt idx="464">
                  <c:v>38723</c:v>
                </c:pt>
                <c:pt idx="465">
                  <c:v>38726</c:v>
                </c:pt>
                <c:pt idx="466">
                  <c:v>38727</c:v>
                </c:pt>
                <c:pt idx="467">
                  <c:v>38728</c:v>
                </c:pt>
                <c:pt idx="468">
                  <c:v>38729</c:v>
                </c:pt>
                <c:pt idx="469">
                  <c:v>38730</c:v>
                </c:pt>
                <c:pt idx="470">
                  <c:v>38733</c:v>
                </c:pt>
                <c:pt idx="471">
                  <c:v>38734</c:v>
                </c:pt>
                <c:pt idx="472">
                  <c:v>38735</c:v>
                </c:pt>
                <c:pt idx="473">
                  <c:v>38736</c:v>
                </c:pt>
                <c:pt idx="474">
                  <c:v>38737</c:v>
                </c:pt>
                <c:pt idx="475">
                  <c:v>38740</c:v>
                </c:pt>
                <c:pt idx="476">
                  <c:v>38741</c:v>
                </c:pt>
                <c:pt idx="477">
                  <c:v>38742</c:v>
                </c:pt>
                <c:pt idx="478">
                  <c:v>38743</c:v>
                </c:pt>
                <c:pt idx="479">
                  <c:v>38744</c:v>
                </c:pt>
                <c:pt idx="480">
                  <c:v>38747</c:v>
                </c:pt>
                <c:pt idx="481">
                  <c:v>38748</c:v>
                </c:pt>
                <c:pt idx="482">
                  <c:v>38749</c:v>
                </c:pt>
                <c:pt idx="483">
                  <c:v>38750</c:v>
                </c:pt>
                <c:pt idx="484">
                  <c:v>38751</c:v>
                </c:pt>
                <c:pt idx="485">
                  <c:v>38754</c:v>
                </c:pt>
                <c:pt idx="486">
                  <c:v>38755</c:v>
                </c:pt>
                <c:pt idx="487">
                  <c:v>38756</c:v>
                </c:pt>
                <c:pt idx="488">
                  <c:v>38757</c:v>
                </c:pt>
                <c:pt idx="489">
                  <c:v>38758</c:v>
                </c:pt>
                <c:pt idx="490">
                  <c:v>38761</c:v>
                </c:pt>
                <c:pt idx="491">
                  <c:v>38762</c:v>
                </c:pt>
                <c:pt idx="492">
                  <c:v>38763</c:v>
                </c:pt>
                <c:pt idx="493">
                  <c:v>38764</c:v>
                </c:pt>
                <c:pt idx="494">
                  <c:v>38765</c:v>
                </c:pt>
                <c:pt idx="495">
                  <c:v>38768</c:v>
                </c:pt>
                <c:pt idx="496">
                  <c:v>38769</c:v>
                </c:pt>
                <c:pt idx="497">
                  <c:v>38770</c:v>
                </c:pt>
                <c:pt idx="498">
                  <c:v>38771</c:v>
                </c:pt>
                <c:pt idx="499">
                  <c:v>38772</c:v>
                </c:pt>
                <c:pt idx="500">
                  <c:v>38775</c:v>
                </c:pt>
                <c:pt idx="501">
                  <c:v>38776</c:v>
                </c:pt>
                <c:pt idx="502">
                  <c:v>38777</c:v>
                </c:pt>
                <c:pt idx="503">
                  <c:v>38778</c:v>
                </c:pt>
                <c:pt idx="504">
                  <c:v>38779</c:v>
                </c:pt>
                <c:pt idx="505">
                  <c:v>38782</c:v>
                </c:pt>
                <c:pt idx="506">
                  <c:v>38783</c:v>
                </c:pt>
                <c:pt idx="507">
                  <c:v>38784</c:v>
                </c:pt>
                <c:pt idx="508">
                  <c:v>38785</c:v>
                </c:pt>
                <c:pt idx="509">
                  <c:v>38786</c:v>
                </c:pt>
                <c:pt idx="510">
                  <c:v>38789</c:v>
                </c:pt>
                <c:pt idx="511">
                  <c:v>38790</c:v>
                </c:pt>
                <c:pt idx="512">
                  <c:v>38791</c:v>
                </c:pt>
                <c:pt idx="513">
                  <c:v>38792</c:v>
                </c:pt>
                <c:pt idx="514">
                  <c:v>38793</c:v>
                </c:pt>
                <c:pt idx="515">
                  <c:v>38796</c:v>
                </c:pt>
                <c:pt idx="516">
                  <c:v>38797</c:v>
                </c:pt>
                <c:pt idx="517">
                  <c:v>38798</c:v>
                </c:pt>
                <c:pt idx="518">
                  <c:v>38799</c:v>
                </c:pt>
                <c:pt idx="519">
                  <c:v>38800</c:v>
                </c:pt>
                <c:pt idx="520">
                  <c:v>38803</c:v>
                </c:pt>
                <c:pt idx="521">
                  <c:v>38804</c:v>
                </c:pt>
                <c:pt idx="522">
                  <c:v>38805</c:v>
                </c:pt>
                <c:pt idx="523">
                  <c:v>38806</c:v>
                </c:pt>
                <c:pt idx="524">
                  <c:v>38807</c:v>
                </c:pt>
                <c:pt idx="525">
                  <c:v>38810</c:v>
                </c:pt>
                <c:pt idx="526">
                  <c:v>38811</c:v>
                </c:pt>
                <c:pt idx="527">
                  <c:v>38812</c:v>
                </c:pt>
                <c:pt idx="528">
                  <c:v>38813</c:v>
                </c:pt>
                <c:pt idx="529">
                  <c:v>38814</c:v>
                </c:pt>
                <c:pt idx="530">
                  <c:v>38817</c:v>
                </c:pt>
                <c:pt idx="531">
                  <c:v>38818</c:v>
                </c:pt>
                <c:pt idx="532">
                  <c:v>38819</c:v>
                </c:pt>
                <c:pt idx="533">
                  <c:v>38820</c:v>
                </c:pt>
                <c:pt idx="534">
                  <c:v>38821</c:v>
                </c:pt>
                <c:pt idx="535">
                  <c:v>38824</c:v>
                </c:pt>
                <c:pt idx="536">
                  <c:v>38825</c:v>
                </c:pt>
                <c:pt idx="537">
                  <c:v>38826</c:v>
                </c:pt>
                <c:pt idx="538">
                  <c:v>38827</c:v>
                </c:pt>
                <c:pt idx="539">
                  <c:v>38828</c:v>
                </c:pt>
                <c:pt idx="540">
                  <c:v>38831</c:v>
                </c:pt>
                <c:pt idx="541">
                  <c:v>38832</c:v>
                </c:pt>
                <c:pt idx="542">
                  <c:v>38833</c:v>
                </c:pt>
                <c:pt idx="543">
                  <c:v>38834</c:v>
                </c:pt>
                <c:pt idx="544">
                  <c:v>38835</c:v>
                </c:pt>
                <c:pt idx="545">
                  <c:v>38838</c:v>
                </c:pt>
                <c:pt idx="546">
                  <c:v>38839</c:v>
                </c:pt>
                <c:pt idx="547">
                  <c:v>38840</c:v>
                </c:pt>
                <c:pt idx="548">
                  <c:v>38841</c:v>
                </c:pt>
                <c:pt idx="549">
                  <c:v>38842</c:v>
                </c:pt>
                <c:pt idx="550">
                  <c:v>38845</c:v>
                </c:pt>
                <c:pt idx="551">
                  <c:v>38846</c:v>
                </c:pt>
                <c:pt idx="552">
                  <c:v>38847</c:v>
                </c:pt>
                <c:pt idx="553">
                  <c:v>38848</c:v>
                </c:pt>
                <c:pt idx="554">
                  <c:v>38849</c:v>
                </c:pt>
                <c:pt idx="555">
                  <c:v>38852</c:v>
                </c:pt>
                <c:pt idx="556">
                  <c:v>38853</c:v>
                </c:pt>
                <c:pt idx="557">
                  <c:v>38854</c:v>
                </c:pt>
                <c:pt idx="558">
                  <c:v>38855</c:v>
                </c:pt>
                <c:pt idx="559">
                  <c:v>38856</c:v>
                </c:pt>
                <c:pt idx="560">
                  <c:v>38859</c:v>
                </c:pt>
                <c:pt idx="561">
                  <c:v>38860</c:v>
                </c:pt>
                <c:pt idx="562">
                  <c:v>38861</c:v>
                </c:pt>
                <c:pt idx="563">
                  <c:v>38862</c:v>
                </c:pt>
                <c:pt idx="564">
                  <c:v>38863</c:v>
                </c:pt>
                <c:pt idx="565">
                  <c:v>38866</c:v>
                </c:pt>
                <c:pt idx="566">
                  <c:v>38867</c:v>
                </c:pt>
                <c:pt idx="567">
                  <c:v>38868</c:v>
                </c:pt>
                <c:pt idx="568">
                  <c:v>38869</c:v>
                </c:pt>
                <c:pt idx="569">
                  <c:v>38870</c:v>
                </c:pt>
                <c:pt idx="570">
                  <c:v>38873</c:v>
                </c:pt>
                <c:pt idx="571">
                  <c:v>38874</c:v>
                </c:pt>
                <c:pt idx="572">
                  <c:v>38875</c:v>
                </c:pt>
                <c:pt idx="573">
                  <c:v>38876</c:v>
                </c:pt>
                <c:pt idx="574">
                  <c:v>38877</c:v>
                </c:pt>
                <c:pt idx="575">
                  <c:v>38880</c:v>
                </c:pt>
                <c:pt idx="576">
                  <c:v>38881</c:v>
                </c:pt>
                <c:pt idx="577">
                  <c:v>38882</c:v>
                </c:pt>
                <c:pt idx="578">
                  <c:v>38883</c:v>
                </c:pt>
                <c:pt idx="579">
                  <c:v>38884</c:v>
                </c:pt>
                <c:pt idx="580">
                  <c:v>38887</c:v>
                </c:pt>
                <c:pt idx="581">
                  <c:v>38888</c:v>
                </c:pt>
                <c:pt idx="582">
                  <c:v>38889</c:v>
                </c:pt>
                <c:pt idx="583">
                  <c:v>38890</c:v>
                </c:pt>
                <c:pt idx="584">
                  <c:v>38891</c:v>
                </c:pt>
                <c:pt idx="585">
                  <c:v>38894</c:v>
                </c:pt>
                <c:pt idx="586">
                  <c:v>38895</c:v>
                </c:pt>
                <c:pt idx="587">
                  <c:v>38896</c:v>
                </c:pt>
                <c:pt idx="588">
                  <c:v>38897</c:v>
                </c:pt>
                <c:pt idx="589">
                  <c:v>38898</c:v>
                </c:pt>
                <c:pt idx="590">
                  <c:v>38901</c:v>
                </c:pt>
                <c:pt idx="591">
                  <c:v>38902</c:v>
                </c:pt>
                <c:pt idx="592">
                  <c:v>38903</c:v>
                </c:pt>
                <c:pt idx="593">
                  <c:v>38904</c:v>
                </c:pt>
                <c:pt idx="594">
                  <c:v>38905</c:v>
                </c:pt>
                <c:pt idx="595">
                  <c:v>38908</c:v>
                </c:pt>
                <c:pt idx="596">
                  <c:v>38909</c:v>
                </c:pt>
                <c:pt idx="597">
                  <c:v>38910</c:v>
                </c:pt>
                <c:pt idx="598">
                  <c:v>38911</c:v>
                </c:pt>
                <c:pt idx="599">
                  <c:v>38912</c:v>
                </c:pt>
                <c:pt idx="600">
                  <c:v>38915</c:v>
                </c:pt>
                <c:pt idx="601">
                  <c:v>38916</c:v>
                </c:pt>
                <c:pt idx="602">
                  <c:v>38917</c:v>
                </c:pt>
                <c:pt idx="603">
                  <c:v>38918</c:v>
                </c:pt>
                <c:pt idx="604">
                  <c:v>38919</c:v>
                </c:pt>
                <c:pt idx="605">
                  <c:v>38922</c:v>
                </c:pt>
                <c:pt idx="606">
                  <c:v>38923</c:v>
                </c:pt>
                <c:pt idx="607">
                  <c:v>38924</c:v>
                </c:pt>
                <c:pt idx="608">
                  <c:v>38925</c:v>
                </c:pt>
                <c:pt idx="609">
                  <c:v>38926</c:v>
                </c:pt>
                <c:pt idx="610">
                  <c:v>38929</c:v>
                </c:pt>
                <c:pt idx="611">
                  <c:v>38930</c:v>
                </c:pt>
                <c:pt idx="612">
                  <c:v>38931</c:v>
                </c:pt>
                <c:pt idx="613">
                  <c:v>38932</c:v>
                </c:pt>
                <c:pt idx="614">
                  <c:v>38933</c:v>
                </c:pt>
                <c:pt idx="615">
                  <c:v>38936</c:v>
                </c:pt>
                <c:pt idx="616">
                  <c:v>38937</c:v>
                </c:pt>
                <c:pt idx="617">
                  <c:v>38938</c:v>
                </c:pt>
                <c:pt idx="618">
                  <c:v>38939</c:v>
                </c:pt>
                <c:pt idx="619">
                  <c:v>38940</c:v>
                </c:pt>
                <c:pt idx="620">
                  <c:v>38943</c:v>
                </c:pt>
                <c:pt idx="621">
                  <c:v>38944</c:v>
                </c:pt>
                <c:pt idx="622">
                  <c:v>38945</c:v>
                </c:pt>
                <c:pt idx="623">
                  <c:v>38946</c:v>
                </c:pt>
                <c:pt idx="624">
                  <c:v>38947</c:v>
                </c:pt>
                <c:pt idx="625">
                  <c:v>38950</c:v>
                </c:pt>
                <c:pt idx="626">
                  <c:v>38951</c:v>
                </c:pt>
                <c:pt idx="627">
                  <c:v>38952</c:v>
                </c:pt>
                <c:pt idx="628">
                  <c:v>38953</c:v>
                </c:pt>
                <c:pt idx="629">
                  <c:v>38954</c:v>
                </c:pt>
                <c:pt idx="630">
                  <c:v>38957</c:v>
                </c:pt>
                <c:pt idx="631">
                  <c:v>38958</c:v>
                </c:pt>
                <c:pt idx="632">
                  <c:v>38959</c:v>
                </c:pt>
                <c:pt idx="633">
                  <c:v>38960</c:v>
                </c:pt>
                <c:pt idx="634">
                  <c:v>38961</c:v>
                </c:pt>
                <c:pt idx="635">
                  <c:v>38964</c:v>
                </c:pt>
                <c:pt idx="636">
                  <c:v>38965</c:v>
                </c:pt>
                <c:pt idx="637">
                  <c:v>38966</c:v>
                </c:pt>
                <c:pt idx="638">
                  <c:v>38967</c:v>
                </c:pt>
                <c:pt idx="639">
                  <c:v>38968</c:v>
                </c:pt>
                <c:pt idx="640">
                  <c:v>38971</c:v>
                </c:pt>
                <c:pt idx="641">
                  <c:v>38972</c:v>
                </c:pt>
                <c:pt idx="642">
                  <c:v>38973</c:v>
                </c:pt>
                <c:pt idx="643">
                  <c:v>38974</c:v>
                </c:pt>
                <c:pt idx="644">
                  <c:v>38975</c:v>
                </c:pt>
                <c:pt idx="645">
                  <c:v>38978</c:v>
                </c:pt>
                <c:pt idx="646">
                  <c:v>38979</c:v>
                </c:pt>
                <c:pt idx="647">
                  <c:v>38980</c:v>
                </c:pt>
                <c:pt idx="648">
                  <c:v>38981</c:v>
                </c:pt>
                <c:pt idx="649">
                  <c:v>38982</c:v>
                </c:pt>
                <c:pt idx="650">
                  <c:v>38985</c:v>
                </c:pt>
                <c:pt idx="651">
                  <c:v>38986</c:v>
                </c:pt>
                <c:pt idx="652">
                  <c:v>38987</c:v>
                </c:pt>
                <c:pt idx="653">
                  <c:v>38988</c:v>
                </c:pt>
                <c:pt idx="654">
                  <c:v>38989</c:v>
                </c:pt>
                <c:pt idx="655">
                  <c:v>38992</c:v>
                </c:pt>
                <c:pt idx="656">
                  <c:v>38993</c:v>
                </c:pt>
                <c:pt idx="657">
                  <c:v>38994</c:v>
                </c:pt>
                <c:pt idx="658">
                  <c:v>38995</c:v>
                </c:pt>
                <c:pt idx="659">
                  <c:v>38996</c:v>
                </c:pt>
                <c:pt idx="660">
                  <c:v>38999</c:v>
                </c:pt>
                <c:pt idx="661">
                  <c:v>39000</c:v>
                </c:pt>
                <c:pt idx="662">
                  <c:v>39001</c:v>
                </c:pt>
                <c:pt idx="663">
                  <c:v>39002</c:v>
                </c:pt>
                <c:pt idx="664">
                  <c:v>39003</c:v>
                </c:pt>
                <c:pt idx="665">
                  <c:v>39006</c:v>
                </c:pt>
                <c:pt idx="666">
                  <c:v>39007</c:v>
                </c:pt>
                <c:pt idx="667">
                  <c:v>39008</c:v>
                </c:pt>
                <c:pt idx="668">
                  <c:v>39009</c:v>
                </c:pt>
                <c:pt idx="669">
                  <c:v>39010</c:v>
                </c:pt>
                <c:pt idx="670">
                  <c:v>39013</c:v>
                </c:pt>
                <c:pt idx="671">
                  <c:v>39014</c:v>
                </c:pt>
                <c:pt idx="672">
                  <c:v>39015</c:v>
                </c:pt>
                <c:pt idx="673">
                  <c:v>39016</c:v>
                </c:pt>
                <c:pt idx="674">
                  <c:v>39017</c:v>
                </c:pt>
                <c:pt idx="675">
                  <c:v>39020</c:v>
                </c:pt>
                <c:pt idx="676">
                  <c:v>39021</c:v>
                </c:pt>
                <c:pt idx="677">
                  <c:v>39022</c:v>
                </c:pt>
                <c:pt idx="678">
                  <c:v>39023</c:v>
                </c:pt>
                <c:pt idx="679">
                  <c:v>39024</c:v>
                </c:pt>
                <c:pt idx="680">
                  <c:v>39027</c:v>
                </c:pt>
                <c:pt idx="681">
                  <c:v>39028</c:v>
                </c:pt>
                <c:pt idx="682">
                  <c:v>39029</c:v>
                </c:pt>
                <c:pt idx="683">
                  <c:v>39030</c:v>
                </c:pt>
                <c:pt idx="684">
                  <c:v>39031</c:v>
                </c:pt>
                <c:pt idx="685">
                  <c:v>39034</c:v>
                </c:pt>
                <c:pt idx="686">
                  <c:v>39035</c:v>
                </c:pt>
                <c:pt idx="687">
                  <c:v>39036</c:v>
                </c:pt>
                <c:pt idx="688">
                  <c:v>39037</c:v>
                </c:pt>
                <c:pt idx="689">
                  <c:v>39038</c:v>
                </c:pt>
                <c:pt idx="690">
                  <c:v>39041</c:v>
                </c:pt>
                <c:pt idx="691">
                  <c:v>39042</c:v>
                </c:pt>
                <c:pt idx="692">
                  <c:v>39043</c:v>
                </c:pt>
                <c:pt idx="693">
                  <c:v>39044</c:v>
                </c:pt>
                <c:pt idx="694">
                  <c:v>39045</c:v>
                </c:pt>
                <c:pt idx="695">
                  <c:v>39048</c:v>
                </c:pt>
                <c:pt idx="696">
                  <c:v>39049</c:v>
                </c:pt>
                <c:pt idx="697">
                  <c:v>39050</c:v>
                </c:pt>
                <c:pt idx="698">
                  <c:v>39051</c:v>
                </c:pt>
                <c:pt idx="699">
                  <c:v>39052</c:v>
                </c:pt>
                <c:pt idx="700">
                  <c:v>39055</c:v>
                </c:pt>
                <c:pt idx="701">
                  <c:v>39056</c:v>
                </c:pt>
                <c:pt idx="702">
                  <c:v>39057</c:v>
                </c:pt>
                <c:pt idx="703">
                  <c:v>39058</c:v>
                </c:pt>
                <c:pt idx="704">
                  <c:v>39059</c:v>
                </c:pt>
                <c:pt idx="705">
                  <c:v>39062</c:v>
                </c:pt>
                <c:pt idx="706">
                  <c:v>39063</c:v>
                </c:pt>
                <c:pt idx="707">
                  <c:v>39064</c:v>
                </c:pt>
                <c:pt idx="708">
                  <c:v>39065</c:v>
                </c:pt>
                <c:pt idx="709">
                  <c:v>39066</c:v>
                </c:pt>
                <c:pt idx="710">
                  <c:v>39069</c:v>
                </c:pt>
                <c:pt idx="711">
                  <c:v>39070</c:v>
                </c:pt>
                <c:pt idx="712">
                  <c:v>39071</c:v>
                </c:pt>
                <c:pt idx="713">
                  <c:v>39072</c:v>
                </c:pt>
                <c:pt idx="714">
                  <c:v>39073</c:v>
                </c:pt>
                <c:pt idx="715">
                  <c:v>39077</c:v>
                </c:pt>
                <c:pt idx="716">
                  <c:v>39078</c:v>
                </c:pt>
                <c:pt idx="717">
                  <c:v>39079</c:v>
                </c:pt>
                <c:pt idx="718">
                  <c:v>39080</c:v>
                </c:pt>
                <c:pt idx="719">
                  <c:v>39083</c:v>
                </c:pt>
                <c:pt idx="720">
                  <c:v>39084</c:v>
                </c:pt>
                <c:pt idx="721">
                  <c:v>39085</c:v>
                </c:pt>
                <c:pt idx="722">
                  <c:v>39086</c:v>
                </c:pt>
                <c:pt idx="723">
                  <c:v>39087</c:v>
                </c:pt>
                <c:pt idx="724">
                  <c:v>39090</c:v>
                </c:pt>
                <c:pt idx="725">
                  <c:v>39091</c:v>
                </c:pt>
                <c:pt idx="726">
                  <c:v>39092</c:v>
                </c:pt>
                <c:pt idx="727">
                  <c:v>39093</c:v>
                </c:pt>
                <c:pt idx="728">
                  <c:v>39094</c:v>
                </c:pt>
                <c:pt idx="729">
                  <c:v>39097</c:v>
                </c:pt>
                <c:pt idx="730">
                  <c:v>39098</c:v>
                </c:pt>
                <c:pt idx="731">
                  <c:v>39099</c:v>
                </c:pt>
                <c:pt idx="732">
                  <c:v>39100</c:v>
                </c:pt>
                <c:pt idx="733">
                  <c:v>39101</c:v>
                </c:pt>
                <c:pt idx="734">
                  <c:v>39104</c:v>
                </c:pt>
                <c:pt idx="735">
                  <c:v>39105</c:v>
                </c:pt>
                <c:pt idx="736">
                  <c:v>39106</c:v>
                </c:pt>
                <c:pt idx="737">
                  <c:v>39107</c:v>
                </c:pt>
                <c:pt idx="738">
                  <c:v>39108</c:v>
                </c:pt>
                <c:pt idx="739">
                  <c:v>39111</c:v>
                </c:pt>
                <c:pt idx="740">
                  <c:v>39112</c:v>
                </c:pt>
                <c:pt idx="741">
                  <c:v>39113</c:v>
                </c:pt>
                <c:pt idx="742">
                  <c:v>39114</c:v>
                </c:pt>
                <c:pt idx="743">
                  <c:v>39115</c:v>
                </c:pt>
                <c:pt idx="744">
                  <c:v>39118</c:v>
                </c:pt>
                <c:pt idx="745">
                  <c:v>39119</c:v>
                </c:pt>
                <c:pt idx="746">
                  <c:v>39120</c:v>
                </c:pt>
                <c:pt idx="747">
                  <c:v>39121</c:v>
                </c:pt>
                <c:pt idx="748">
                  <c:v>39122</c:v>
                </c:pt>
                <c:pt idx="749">
                  <c:v>39125</c:v>
                </c:pt>
                <c:pt idx="750">
                  <c:v>39126</c:v>
                </c:pt>
                <c:pt idx="751">
                  <c:v>39127</c:v>
                </c:pt>
                <c:pt idx="752">
                  <c:v>39128</c:v>
                </c:pt>
                <c:pt idx="753">
                  <c:v>39129</c:v>
                </c:pt>
                <c:pt idx="754">
                  <c:v>39132</c:v>
                </c:pt>
                <c:pt idx="755">
                  <c:v>39133</c:v>
                </c:pt>
                <c:pt idx="756">
                  <c:v>39134</c:v>
                </c:pt>
                <c:pt idx="757">
                  <c:v>39135</c:v>
                </c:pt>
                <c:pt idx="758">
                  <c:v>39136</c:v>
                </c:pt>
                <c:pt idx="759">
                  <c:v>39139</c:v>
                </c:pt>
                <c:pt idx="760">
                  <c:v>39140</c:v>
                </c:pt>
                <c:pt idx="761">
                  <c:v>39141</c:v>
                </c:pt>
                <c:pt idx="762">
                  <c:v>39142</c:v>
                </c:pt>
                <c:pt idx="763">
                  <c:v>39143</c:v>
                </c:pt>
                <c:pt idx="764">
                  <c:v>39146</c:v>
                </c:pt>
                <c:pt idx="765">
                  <c:v>39147</c:v>
                </c:pt>
                <c:pt idx="766">
                  <c:v>39148</c:v>
                </c:pt>
                <c:pt idx="767">
                  <c:v>39149</c:v>
                </c:pt>
                <c:pt idx="768">
                  <c:v>39150</c:v>
                </c:pt>
                <c:pt idx="769">
                  <c:v>39153</c:v>
                </c:pt>
                <c:pt idx="770">
                  <c:v>39154</c:v>
                </c:pt>
                <c:pt idx="771">
                  <c:v>39155</c:v>
                </c:pt>
                <c:pt idx="772">
                  <c:v>39156</c:v>
                </c:pt>
                <c:pt idx="773">
                  <c:v>39157</c:v>
                </c:pt>
                <c:pt idx="774">
                  <c:v>39160</c:v>
                </c:pt>
                <c:pt idx="775">
                  <c:v>39161</c:v>
                </c:pt>
                <c:pt idx="776">
                  <c:v>39162</c:v>
                </c:pt>
                <c:pt idx="777">
                  <c:v>39163</c:v>
                </c:pt>
                <c:pt idx="778">
                  <c:v>39164</c:v>
                </c:pt>
                <c:pt idx="779">
                  <c:v>39167</c:v>
                </c:pt>
                <c:pt idx="780">
                  <c:v>39168</c:v>
                </c:pt>
                <c:pt idx="781">
                  <c:v>39169</c:v>
                </c:pt>
                <c:pt idx="782">
                  <c:v>39170</c:v>
                </c:pt>
                <c:pt idx="783">
                  <c:v>39171</c:v>
                </c:pt>
                <c:pt idx="784">
                  <c:v>39174</c:v>
                </c:pt>
                <c:pt idx="785">
                  <c:v>39175</c:v>
                </c:pt>
                <c:pt idx="786">
                  <c:v>39176</c:v>
                </c:pt>
                <c:pt idx="787">
                  <c:v>39177</c:v>
                </c:pt>
                <c:pt idx="788">
                  <c:v>39178</c:v>
                </c:pt>
                <c:pt idx="789">
                  <c:v>39181</c:v>
                </c:pt>
                <c:pt idx="790">
                  <c:v>39182</c:v>
                </c:pt>
                <c:pt idx="791">
                  <c:v>39183</c:v>
                </c:pt>
                <c:pt idx="792">
                  <c:v>39184</c:v>
                </c:pt>
                <c:pt idx="793">
                  <c:v>39185</c:v>
                </c:pt>
                <c:pt idx="794">
                  <c:v>39188</c:v>
                </c:pt>
                <c:pt idx="795">
                  <c:v>39189</c:v>
                </c:pt>
                <c:pt idx="796">
                  <c:v>39190</c:v>
                </c:pt>
                <c:pt idx="797">
                  <c:v>39191</c:v>
                </c:pt>
                <c:pt idx="798">
                  <c:v>39192</c:v>
                </c:pt>
                <c:pt idx="799">
                  <c:v>39195</c:v>
                </c:pt>
                <c:pt idx="800">
                  <c:v>39196</c:v>
                </c:pt>
                <c:pt idx="801">
                  <c:v>39197</c:v>
                </c:pt>
                <c:pt idx="802">
                  <c:v>39198</c:v>
                </c:pt>
                <c:pt idx="803">
                  <c:v>39199</c:v>
                </c:pt>
                <c:pt idx="804">
                  <c:v>39202</c:v>
                </c:pt>
                <c:pt idx="805">
                  <c:v>39203</c:v>
                </c:pt>
                <c:pt idx="806">
                  <c:v>39204</c:v>
                </c:pt>
                <c:pt idx="807">
                  <c:v>39205</c:v>
                </c:pt>
                <c:pt idx="808">
                  <c:v>39206</c:v>
                </c:pt>
                <c:pt idx="809">
                  <c:v>39209</c:v>
                </c:pt>
                <c:pt idx="810">
                  <c:v>39210</c:v>
                </c:pt>
                <c:pt idx="811">
                  <c:v>39211</c:v>
                </c:pt>
                <c:pt idx="812">
                  <c:v>39212</c:v>
                </c:pt>
                <c:pt idx="813">
                  <c:v>39213</c:v>
                </c:pt>
                <c:pt idx="814">
                  <c:v>39216</c:v>
                </c:pt>
                <c:pt idx="815">
                  <c:v>39217</c:v>
                </c:pt>
                <c:pt idx="816">
                  <c:v>39218</c:v>
                </c:pt>
                <c:pt idx="817">
                  <c:v>39219</c:v>
                </c:pt>
                <c:pt idx="818">
                  <c:v>39220</c:v>
                </c:pt>
                <c:pt idx="819">
                  <c:v>39223</c:v>
                </c:pt>
                <c:pt idx="820">
                  <c:v>39224</c:v>
                </c:pt>
                <c:pt idx="821">
                  <c:v>39225</c:v>
                </c:pt>
                <c:pt idx="822">
                  <c:v>39226</c:v>
                </c:pt>
                <c:pt idx="823">
                  <c:v>39227</c:v>
                </c:pt>
                <c:pt idx="824">
                  <c:v>39230</c:v>
                </c:pt>
                <c:pt idx="825">
                  <c:v>39231</c:v>
                </c:pt>
                <c:pt idx="826">
                  <c:v>39232</c:v>
                </c:pt>
                <c:pt idx="827">
                  <c:v>39233</c:v>
                </c:pt>
                <c:pt idx="828">
                  <c:v>39234</c:v>
                </c:pt>
                <c:pt idx="829">
                  <c:v>39237</c:v>
                </c:pt>
                <c:pt idx="830">
                  <c:v>39238</c:v>
                </c:pt>
                <c:pt idx="831">
                  <c:v>39239</c:v>
                </c:pt>
                <c:pt idx="832">
                  <c:v>39240</c:v>
                </c:pt>
                <c:pt idx="833">
                  <c:v>39241</c:v>
                </c:pt>
                <c:pt idx="834">
                  <c:v>39244</c:v>
                </c:pt>
                <c:pt idx="835">
                  <c:v>39245</c:v>
                </c:pt>
                <c:pt idx="836">
                  <c:v>39246</c:v>
                </c:pt>
                <c:pt idx="837">
                  <c:v>39247</c:v>
                </c:pt>
                <c:pt idx="838">
                  <c:v>39248</c:v>
                </c:pt>
                <c:pt idx="839">
                  <c:v>39251</c:v>
                </c:pt>
                <c:pt idx="840">
                  <c:v>39252</c:v>
                </c:pt>
                <c:pt idx="841">
                  <c:v>39253</c:v>
                </c:pt>
                <c:pt idx="842">
                  <c:v>39254</c:v>
                </c:pt>
                <c:pt idx="843">
                  <c:v>39255</c:v>
                </c:pt>
                <c:pt idx="844">
                  <c:v>39258</c:v>
                </c:pt>
                <c:pt idx="845">
                  <c:v>39259</c:v>
                </c:pt>
                <c:pt idx="846">
                  <c:v>39260</c:v>
                </c:pt>
                <c:pt idx="847">
                  <c:v>39261</c:v>
                </c:pt>
                <c:pt idx="848">
                  <c:v>39262</c:v>
                </c:pt>
                <c:pt idx="849">
                  <c:v>39265</c:v>
                </c:pt>
                <c:pt idx="850">
                  <c:v>39266</c:v>
                </c:pt>
                <c:pt idx="851">
                  <c:v>39267</c:v>
                </c:pt>
                <c:pt idx="852">
                  <c:v>39268</c:v>
                </c:pt>
                <c:pt idx="853">
                  <c:v>39269</c:v>
                </c:pt>
                <c:pt idx="854">
                  <c:v>39272</c:v>
                </c:pt>
                <c:pt idx="855">
                  <c:v>39273</c:v>
                </c:pt>
                <c:pt idx="856">
                  <c:v>39274</c:v>
                </c:pt>
                <c:pt idx="857">
                  <c:v>39275</c:v>
                </c:pt>
                <c:pt idx="858">
                  <c:v>39276</c:v>
                </c:pt>
                <c:pt idx="859">
                  <c:v>39279</c:v>
                </c:pt>
                <c:pt idx="860">
                  <c:v>39280</c:v>
                </c:pt>
                <c:pt idx="861">
                  <c:v>39281</c:v>
                </c:pt>
                <c:pt idx="862">
                  <c:v>39282</c:v>
                </c:pt>
                <c:pt idx="863">
                  <c:v>39283</c:v>
                </c:pt>
                <c:pt idx="864">
                  <c:v>39286</c:v>
                </c:pt>
                <c:pt idx="865">
                  <c:v>39287</c:v>
                </c:pt>
                <c:pt idx="866">
                  <c:v>39288</c:v>
                </c:pt>
                <c:pt idx="867">
                  <c:v>39289</c:v>
                </c:pt>
                <c:pt idx="868">
                  <c:v>39290</c:v>
                </c:pt>
                <c:pt idx="869">
                  <c:v>39293</c:v>
                </c:pt>
                <c:pt idx="870">
                  <c:v>39294</c:v>
                </c:pt>
                <c:pt idx="871">
                  <c:v>39295</c:v>
                </c:pt>
                <c:pt idx="872">
                  <c:v>39296</c:v>
                </c:pt>
                <c:pt idx="873">
                  <c:v>39297</c:v>
                </c:pt>
                <c:pt idx="874">
                  <c:v>39300</c:v>
                </c:pt>
                <c:pt idx="875">
                  <c:v>39301</c:v>
                </c:pt>
                <c:pt idx="876">
                  <c:v>39302</c:v>
                </c:pt>
                <c:pt idx="877">
                  <c:v>39303</c:v>
                </c:pt>
                <c:pt idx="878">
                  <c:v>39304</c:v>
                </c:pt>
                <c:pt idx="879">
                  <c:v>39307</c:v>
                </c:pt>
                <c:pt idx="880">
                  <c:v>39308</c:v>
                </c:pt>
                <c:pt idx="881">
                  <c:v>39309</c:v>
                </c:pt>
                <c:pt idx="882">
                  <c:v>39310</c:v>
                </c:pt>
                <c:pt idx="883">
                  <c:v>39311</c:v>
                </c:pt>
                <c:pt idx="884">
                  <c:v>39314</c:v>
                </c:pt>
                <c:pt idx="885">
                  <c:v>39315</c:v>
                </c:pt>
                <c:pt idx="886">
                  <c:v>39316</c:v>
                </c:pt>
                <c:pt idx="887">
                  <c:v>39317</c:v>
                </c:pt>
                <c:pt idx="888">
                  <c:v>39318</c:v>
                </c:pt>
                <c:pt idx="889">
                  <c:v>39321</c:v>
                </c:pt>
                <c:pt idx="890">
                  <c:v>39322</c:v>
                </c:pt>
                <c:pt idx="891">
                  <c:v>39323</c:v>
                </c:pt>
                <c:pt idx="892">
                  <c:v>39324</c:v>
                </c:pt>
                <c:pt idx="893">
                  <c:v>39325</c:v>
                </c:pt>
                <c:pt idx="894">
                  <c:v>39328</c:v>
                </c:pt>
                <c:pt idx="895">
                  <c:v>39329</c:v>
                </c:pt>
                <c:pt idx="896">
                  <c:v>39330</c:v>
                </c:pt>
                <c:pt idx="897">
                  <c:v>39331</c:v>
                </c:pt>
                <c:pt idx="898">
                  <c:v>39332</c:v>
                </c:pt>
                <c:pt idx="899">
                  <c:v>39335</c:v>
                </c:pt>
                <c:pt idx="900">
                  <c:v>39336</c:v>
                </c:pt>
                <c:pt idx="901">
                  <c:v>39337</c:v>
                </c:pt>
                <c:pt idx="902">
                  <c:v>39338</c:v>
                </c:pt>
                <c:pt idx="903">
                  <c:v>39339</c:v>
                </c:pt>
                <c:pt idx="904">
                  <c:v>39342</c:v>
                </c:pt>
                <c:pt idx="905">
                  <c:v>39343</c:v>
                </c:pt>
                <c:pt idx="906">
                  <c:v>39344</c:v>
                </c:pt>
                <c:pt idx="907">
                  <c:v>39345</c:v>
                </c:pt>
                <c:pt idx="908">
                  <c:v>39346</c:v>
                </c:pt>
                <c:pt idx="909">
                  <c:v>39349</c:v>
                </c:pt>
                <c:pt idx="910">
                  <c:v>39350</c:v>
                </c:pt>
                <c:pt idx="911">
                  <c:v>39351</c:v>
                </c:pt>
                <c:pt idx="912">
                  <c:v>39352</c:v>
                </c:pt>
                <c:pt idx="913">
                  <c:v>39353</c:v>
                </c:pt>
                <c:pt idx="914">
                  <c:v>39356</c:v>
                </c:pt>
                <c:pt idx="915">
                  <c:v>39357</c:v>
                </c:pt>
                <c:pt idx="916">
                  <c:v>39358</c:v>
                </c:pt>
                <c:pt idx="917">
                  <c:v>39359</c:v>
                </c:pt>
                <c:pt idx="918">
                  <c:v>39360</c:v>
                </c:pt>
                <c:pt idx="919">
                  <c:v>39363</c:v>
                </c:pt>
                <c:pt idx="920">
                  <c:v>39364</c:v>
                </c:pt>
                <c:pt idx="921">
                  <c:v>39365</c:v>
                </c:pt>
                <c:pt idx="922">
                  <c:v>39366</c:v>
                </c:pt>
                <c:pt idx="923">
                  <c:v>39367</c:v>
                </c:pt>
                <c:pt idx="924">
                  <c:v>39370</c:v>
                </c:pt>
                <c:pt idx="925">
                  <c:v>39371</c:v>
                </c:pt>
                <c:pt idx="926">
                  <c:v>39372</c:v>
                </c:pt>
                <c:pt idx="927">
                  <c:v>39373</c:v>
                </c:pt>
                <c:pt idx="928">
                  <c:v>39374</c:v>
                </c:pt>
                <c:pt idx="929">
                  <c:v>39377</c:v>
                </c:pt>
                <c:pt idx="930">
                  <c:v>39378</c:v>
                </c:pt>
                <c:pt idx="931">
                  <c:v>39379</c:v>
                </c:pt>
                <c:pt idx="932">
                  <c:v>39380</c:v>
                </c:pt>
                <c:pt idx="933">
                  <c:v>39381</c:v>
                </c:pt>
                <c:pt idx="934">
                  <c:v>39384</c:v>
                </c:pt>
                <c:pt idx="935">
                  <c:v>39385</c:v>
                </c:pt>
                <c:pt idx="936">
                  <c:v>39386</c:v>
                </c:pt>
                <c:pt idx="937">
                  <c:v>39387</c:v>
                </c:pt>
                <c:pt idx="938">
                  <c:v>39388</c:v>
                </c:pt>
                <c:pt idx="939">
                  <c:v>39391</c:v>
                </c:pt>
                <c:pt idx="940">
                  <c:v>39392</c:v>
                </c:pt>
                <c:pt idx="941">
                  <c:v>39393</c:v>
                </c:pt>
                <c:pt idx="942">
                  <c:v>39394</c:v>
                </c:pt>
                <c:pt idx="943">
                  <c:v>39395</c:v>
                </c:pt>
                <c:pt idx="944">
                  <c:v>39398</c:v>
                </c:pt>
                <c:pt idx="945">
                  <c:v>39399</c:v>
                </c:pt>
                <c:pt idx="946">
                  <c:v>39400</c:v>
                </c:pt>
                <c:pt idx="947">
                  <c:v>39401</c:v>
                </c:pt>
                <c:pt idx="948">
                  <c:v>39402</c:v>
                </c:pt>
                <c:pt idx="949">
                  <c:v>39405</c:v>
                </c:pt>
                <c:pt idx="950">
                  <c:v>39406</c:v>
                </c:pt>
                <c:pt idx="951">
                  <c:v>39407</c:v>
                </c:pt>
                <c:pt idx="952">
                  <c:v>39408</c:v>
                </c:pt>
                <c:pt idx="953">
                  <c:v>39409</c:v>
                </c:pt>
                <c:pt idx="954">
                  <c:v>39412</c:v>
                </c:pt>
                <c:pt idx="955">
                  <c:v>39413</c:v>
                </c:pt>
                <c:pt idx="956">
                  <c:v>39414</c:v>
                </c:pt>
                <c:pt idx="957">
                  <c:v>39415</c:v>
                </c:pt>
                <c:pt idx="958">
                  <c:v>39416</c:v>
                </c:pt>
                <c:pt idx="959">
                  <c:v>39419</c:v>
                </c:pt>
                <c:pt idx="960">
                  <c:v>39420</c:v>
                </c:pt>
                <c:pt idx="961">
                  <c:v>39421</c:v>
                </c:pt>
                <c:pt idx="962">
                  <c:v>39422</c:v>
                </c:pt>
                <c:pt idx="963">
                  <c:v>39423</c:v>
                </c:pt>
                <c:pt idx="964">
                  <c:v>39426</c:v>
                </c:pt>
                <c:pt idx="965">
                  <c:v>39427</c:v>
                </c:pt>
                <c:pt idx="966">
                  <c:v>39428</c:v>
                </c:pt>
                <c:pt idx="967">
                  <c:v>39429</c:v>
                </c:pt>
                <c:pt idx="968">
                  <c:v>39430</c:v>
                </c:pt>
                <c:pt idx="969">
                  <c:v>39433</c:v>
                </c:pt>
                <c:pt idx="970">
                  <c:v>39434</c:v>
                </c:pt>
                <c:pt idx="971">
                  <c:v>39435</c:v>
                </c:pt>
                <c:pt idx="972">
                  <c:v>39436</c:v>
                </c:pt>
                <c:pt idx="973">
                  <c:v>39437</c:v>
                </c:pt>
                <c:pt idx="974">
                  <c:v>39440</c:v>
                </c:pt>
                <c:pt idx="975">
                  <c:v>39441</c:v>
                </c:pt>
                <c:pt idx="976">
                  <c:v>39442</c:v>
                </c:pt>
                <c:pt idx="977">
                  <c:v>39443</c:v>
                </c:pt>
                <c:pt idx="978">
                  <c:v>39444</c:v>
                </c:pt>
                <c:pt idx="979">
                  <c:v>39447</c:v>
                </c:pt>
                <c:pt idx="980">
                  <c:v>39448</c:v>
                </c:pt>
                <c:pt idx="981">
                  <c:v>39449</c:v>
                </c:pt>
                <c:pt idx="982">
                  <c:v>39450</c:v>
                </c:pt>
                <c:pt idx="983">
                  <c:v>39451</c:v>
                </c:pt>
                <c:pt idx="984">
                  <c:v>39454</c:v>
                </c:pt>
                <c:pt idx="985">
                  <c:v>39455</c:v>
                </c:pt>
                <c:pt idx="986">
                  <c:v>39456</c:v>
                </c:pt>
                <c:pt idx="987">
                  <c:v>39457</c:v>
                </c:pt>
                <c:pt idx="988">
                  <c:v>39458</c:v>
                </c:pt>
                <c:pt idx="989">
                  <c:v>39461</c:v>
                </c:pt>
                <c:pt idx="990">
                  <c:v>39462</c:v>
                </c:pt>
                <c:pt idx="991">
                  <c:v>39463</c:v>
                </c:pt>
                <c:pt idx="992">
                  <c:v>39464</c:v>
                </c:pt>
                <c:pt idx="993">
                  <c:v>39465</c:v>
                </c:pt>
                <c:pt idx="994">
                  <c:v>39468</c:v>
                </c:pt>
                <c:pt idx="995">
                  <c:v>39469</c:v>
                </c:pt>
                <c:pt idx="996">
                  <c:v>39470</c:v>
                </c:pt>
                <c:pt idx="997">
                  <c:v>39471</c:v>
                </c:pt>
                <c:pt idx="998">
                  <c:v>39472</c:v>
                </c:pt>
                <c:pt idx="999">
                  <c:v>39475</c:v>
                </c:pt>
                <c:pt idx="1000">
                  <c:v>39476</c:v>
                </c:pt>
                <c:pt idx="1001">
                  <c:v>39477</c:v>
                </c:pt>
                <c:pt idx="1002">
                  <c:v>39478</c:v>
                </c:pt>
                <c:pt idx="1003">
                  <c:v>39479</c:v>
                </c:pt>
                <c:pt idx="1004">
                  <c:v>39482</c:v>
                </c:pt>
                <c:pt idx="1005">
                  <c:v>39483</c:v>
                </c:pt>
                <c:pt idx="1006">
                  <c:v>39484</c:v>
                </c:pt>
                <c:pt idx="1007">
                  <c:v>39485</c:v>
                </c:pt>
                <c:pt idx="1008">
                  <c:v>39486</c:v>
                </c:pt>
                <c:pt idx="1009">
                  <c:v>39489</c:v>
                </c:pt>
                <c:pt idx="1010">
                  <c:v>39490</c:v>
                </c:pt>
                <c:pt idx="1011">
                  <c:v>39491</c:v>
                </c:pt>
                <c:pt idx="1012">
                  <c:v>39492</c:v>
                </c:pt>
                <c:pt idx="1013">
                  <c:v>39493</c:v>
                </c:pt>
                <c:pt idx="1014">
                  <c:v>39496</c:v>
                </c:pt>
                <c:pt idx="1015">
                  <c:v>39497</c:v>
                </c:pt>
                <c:pt idx="1016">
                  <c:v>39498</c:v>
                </c:pt>
                <c:pt idx="1017">
                  <c:v>39499</c:v>
                </c:pt>
                <c:pt idx="1018">
                  <c:v>39500</c:v>
                </c:pt>
                <c:pt idx="1019">
                  <c:v>39503</c:v>
                </c:pt>
                <c:pt idx="1020">
                  <c:v>39504</c:v>
                </c:pt>
                <c:pt idx="1021">
                  <c:v>39505</c:v>
                </c:pt>
                <c:pt idx="1022">
                  <c:v>39506</c:v>
                </c:pt>
                <c:pt idx="1023">
                  <c:v>39507</c:v>
                </c:pt>
                <c:pt idx="1024">
                  <c:v>39510</c:v>
                </c:pt>
                <c:pt idx="1025">
                  <c:v>39511</c:v>
                </c:pt>
                <c:pt idx="1026">
                  <c:v>39512</c:v>
                </c:pt>
                <c:pt idx="1027">
                  <c:v>39513</c:v>
                </c:pt>
                <c:pt idx="1028">
                  <c:v>39514</c:v>
                </c:pt>
                <c:pt idx="1029">
                  <c:v>39517</c:v>
                </c:pt>
                <c:pt idx="1030">
                  <c:v>39518</c:v>
                </c:pt>
                <c:pt idx="1031">
                  <c:v>39519</c:v>
                </c:pt>
                <c:pt idx="1032">
                  <c:v>39520</c:v>
                </c:pt>
                <c:pt idx="1033">
                  <c:v>39521</c:v>
                </c:pt>
                <c:pt idx="1034">
                  <c:v>39524</c:v>
                </c:pt>
                <c:pt idx="1035">
                  <c:v>39525</c:v>
                </c:pt>
                <c:pt idx="1036">
                  <c:v>39526</c:v>
                </c:pt>
                <c:pt idx="1037">
                  <c:v>39527</c:v>
                </c:pt>
                <c:pt idx="1038">
                  <c:v>39528</c:v>
                </c:pt>
                <c:pt idx="1039">
                  <c:v>39531</c:v>
                </c:pt>
                <c:pt idx="1040">
                  <c:v>39532</c:v>
                </c:pt>
                <c:pt idx="1041">
                  <c:v>39533</c:v>
                </c:pt>
                <c:pt idx="1042">
                  <c:v>39534</c:v>
                </c:pt>
                <c:pt idx="1043">
                  <c:v>39535</c:v>
                </c:pt>
                <c:pt idx="1044">
                  <c:v>39538</c:v>
                </c:pt>
                <c:pt idx="1045">
                  <c:v>39539</c:v>
                </c:pt>
                <c:pt idx="1046">
                  <c:v>39540</c:v>
                </c:pt>
                <c:pt idx="1047">
                  <c:v>39541</c:v>
                </c:pt>
                <c:pt idx="1048">
                  <c:v>39542</c:v>
                </c:pt>
                <c:pt idx="1049">
                  <c:v>39545</c:v>
                </c:pt>
                <c:pt idx="1050">
                  <c:v>39546</c:v>
                </c:pt>
                <c:pt idx="1051">
                  <c:v>39547</c:v>
                </c:pt>
                <c:pt idx="1052">
                  <c:v>39548</c:v>
                </c:pt>
                <c:pt idx="1053">
                  <c:v>39549</c:v>
                </c:pt>
                <c:pt idx="1054">
                  <c:v>39552</c:v>
                </c:pt>
                <c:pt idx="1055">
                  <c:v>39553</c:v>
                </c:pt>
                <c:pt idx="1056">
                  <c:v>39554</c:v>
                </c:pt>
                <c:pt idx="1057">
                  <c:v>39555</c:v>
                </c:pt>
                <c:pt idx="1058">
                  <c:v>39556</c:v>
                </c:pt>
                <c:pt idx="1059">
                  <c:v>39559</c:v>
                </c:pt>
                <c:pt idx="1060">
                  <c:v>39560</c:v>
                </c:pt>
                <c:pt idx="1061">
                  <c:v>39561</c:v>
                </c:pt>
                <c:pt idx="1062">
                  <c:v>39562</c:v>
                </c:pt>
                <c:pt idx="1063">
                  <c:v>39563</c:v>
                </c:pt>
                <c:pt idx="1064">
                  <c:v>39566</c:v>
                </c:pt>
                <c:pt idx="1065">
                  <c:v>39567</c:v>
                </c:pt>
                <c:pt idx="1066">
                  <c:v>39568</c:v>
                </c:pt>
                <c:pt idx="1067">
                  <c:v>39569</c:v>
                </c:pt>
                <c:pt idx="1068">
                  <c:v>39570</c:v>
                </c:pt>
                <c:pt idx="1069">
                  <c:v>39573</c:v>
                </c:pt>
                <c:pt idx="1070">
                  <c:v>39574</c:v>
                </c:pt>
                <c:pt idx="1071">
                  <c:v>39575</c:v>
                </c:pt>
                <c:pt idx="1072">
                  <c:v>39576</c:v>
                </c:pt>
                <c:pt idx="1073">
                  <c:v>39577</c:v>
                </c:pt>
                <c:pt idx="1074">
                  <c:v>39580</c:v>
                </c:pt>
                <c:pt idx="1075">
                  <c:v>39581</c:v>
                </c:pt>
                <c:pt idx="1076">
                  <c:v>39582</c:v>
                </c:pt>
                <c:pt idx="1077">
                  <c:v>39583</c:v>
                </c:pt>
                <c:pt idx="1078">
                  <c:v>39584</c:v>
                </c:pt>
                <c:pt idx="1079">
                  <c:v>39587</c:v>
                </c:pt>
                <c:pt idx="1080">
                  <c:v>39588</c:v>
                </c:pt>
                <c:pt idx="1081">
                  <c:v>39589</c:v>
                </c:pt>
                <c:pt idx="1082">
                  <c:v>39590</c:v>
                </c:pt>
                <c:pt idx="1083">
                  <c:v>39591</c:v>
                </c:pt>
                <c:pt idx="1084">
                  <c:v>39594</c:v>
                </c:pt>
                <c:pt idx="1085">
                  <c:v>39595</c:v>
                </c:pt>
                <c:pt idx="1086">
                  <c:v>39596</c:v>
                </c:pt>
                <c:pt idx="1087">
                  <c:v>39597</c:v>
                </c:pt>
                <c:pt idx="1088">
                  <c:v>39598</c:v>
                </c:pt>
                <c:pt idx="1089">
                  <c:v>39601</c:v>
                </c:pt>
                <c:pt idx="1090">
                  <c:v>39602</c:v>
                </c:pt>
                <c:pt idx="1091">
                  <c:v>39603</c:v>
                </c:pt>
                <c:pt idx="1092">
                  <c:v>39604</c:v>
                </c:pt>
                <c:pt idx="1093">
                  <c:v>39605</c:v>
                </c:pt>
                <c:pt idx="1094">
                  <c:v>39608</c:v>
                </c:pt>
                <c:pt idx="1095">
                  <c:v>39609</c:v>
                </c:pt>
                <c:pt idx="1096">
                  <c:v>39610</c:v>
                </c:pt>
                <c:pt idx="1097">
                  <c:v>39611</c:v>
                </c:pt>
                <c:pt idx="1098">
                  <c:v>39612</c:v>
                </c:pt>
                <c:pt idx="1099">
                  <c:v>39615</c:v>
                </c:pt>
                <c:pt idx="1100">
                  <c:v>39616</c:v>
                </c:pt>
                <c:pt idx="1101">
                  <c:v>39617</c:v>
                </c:pt>
                <c:pt idx="1102">
                  <c:v>39618</c:v>
                </c:pt>
                <c:pt idx="1103">
                  <c:v>39619</c:v>
                </c:pt>
                <c:pt idx="1104">
                  <c:v>39622</c:v>
                </c:pt>
                <c:pt idx="1105">
                  <c:v>39623</c:v>
                </c:pt>
                <c:pt idx="1106">
                  <c:v>39624</c:v>
                </c:pt>
                <c:pt idx="1107">
                  <c:v>39625</c:v>
                </c:pt>
                <c:pt idx="1108">
                  <c:v>39626</c:v>
                </c:pt>
                <c:pt idx="1109">
                  <c:v>39629</c:v>
                </c:pt>
                <c:pt idx="1110">
                  <c:v>39630</c:v>
                </c:pt>
                <c:pt idx="1111">
                  <c:v>39631</c:v>
                </c:pt>
                <c:pt idx="1112">
                  <c:v>39632</c:v>
                </c:pt>
                <c:pt idx="1113">
                  <c:v>39633</c:v>
                </c:pt>
                <c:pt idx="1114">
                  <c:v>39636</c:v>
                </c:pt>
                <c:pt idx="1115">
                  <c:v>39637</c:v>
                </c:pt>
                <c:pt idx="1116">
                  <c:v>39638</c:v>
                </c:pt>
                <c:pt idx="1117">
                  <c:v>39639</c:v>
                </c:pt>
                <c:pt idx="1118">
                  <c:v>39640</c:v>
                </c:pt>
                <c:pt idx="1119">
                  <c:v>39643</c:v>
                </c:pt>
                <c:pt idx="1120">
                  <c:v>39644</c:v>
                </c:pt>
                <c:pt idx="1121">
                  <c:v>39645</c:v>
                </c:pt>
                <c:pt idx="1122">
                  <c:v>39646</c:v>
                </c:pt>
                <c:pt idx="1123">
                  <c:v>39647</c:v>
                </c:pt>
                <c:pt idx="1124">
                  <c:v>39650</c:v>
                </c:pt>
                <c:pt idx="1125">
                  <c:v>39651</c:v>
                </c:pt>
                <c:pt idx="1126">
                  <c:v>39652</c:v>
                </c:pt>
                <c:pt idx="1127">
                  <c:v>39653</c:v>
                </c:pt>
                <c:pt idx="1128">
                  <c:v>39654</c:v>
                </c:pt>
                <c:pt idx="1129">
                  <c:v>39657</c:v>
                </c:pt>
                <c:pt idx="1130">
                  <c:v>39658</c:v>
                </c:pt>
                <c:pt idx="1131">
                  <c:v>39659</c:v>
                </c:pt>
                <c:pt idx="1132">
                  <c:v>39660</c:v>
                </c:pt>
                <c:pt idx="1133">
                  <c:v>39661</c:v>
                </c:pt>
                <c:pt idx="1134">
                  <c:v>39664</c:v>
                </c:pt>
                <c:pt idx="1135">
                  <c:v>39665</c:v>
                </c:pt>
                <c:pt idx="1136">
                  <c:v>39666</c:v>
                </c:pt>
                <c:pt idx="1137">
                  <c:v>39667</c:v>
                </c:pt>
                <c:pt idx="1138">
                  <c:v>39668</c:v>
                </c:pt>
                <c:pt idx="1139">
                  <c:v>39671</c:v>
                </c:pt>
                <c:pt idx="1140">
                  <c:v>39672</c:v>
                </c:pt>
                <c:pt idx="1141">
                  <c:v>39673</c:v>
                </c:pt>
                <c:pt idx="1142">
                  <c:v>39674</c:v>
                </c:pt>
                <c:pt idx="1143">
                  <c:v>39675</c:v>
                </c:pt>
                <c:pt idx="1144">
                  <c:v>39678</c:v>
                </c:pt>
                <c:pt idx="1145">
                  <c:v>39679</c:v>
                </c:pt>
                <c:pt idx="1146">
                  <c:v>39680</c:v>
                </c:pt>
                <c:pt idx="1147">
                  <c:v>39681</c:v>
                </c:pt>
                <c:pt idx="1148">
                  <c:v>39682</c:v>
                </c:pt>
                <c:pt idx="1149">
                  <c:v>39685</c:v>
                </c:pt>
                <c:pt idx="1150">
                  <c:v>39686</c:v>
                </c:pt>
                <c:pt idx="1151">
                  <c:v>39687</c:v>
                </c:pt>
                <c:pt idx="1152">
                  <c:v>39688</c:v>
                </c:pt>
                <c:pt idx="1153">
                  <c:v>39689</c:v>
                </c:pt>
                <c:pt idx="1154">
                  <c:v>39692</c:v>
                </c:pt>
                <c:pt idx="1155">
                  <c:v>39693</c:v>
                </c:pt>
                <c:pt idx="1156">
                  <c:v>39694</c:v>
                </c:pt>
                <c:pt idx="1157">
                  <c:v>39695</c:v>
                </c:pt>
                <c:pt idx="1158">
                  <c:v>39696</c:v>
                </c:pt>
                <c:pt idx="1159">
                  <c:v>39699</c:v>
                </c:pt>
                <c:pt idx="1160">
                  <c:v>39700</c:v>
                </c:pt>
                <c:pt idx="1161">
                  <c:v>39701</c:v>
                </c:pt>
                <c:pt idx="1162">
                  <c:v>39702</c:v>
                </c:pt>
                <c:pt idx="1163">
                  <c:v>39703</c:v>
                </c:pt>
                <c:pt idx="1164">
                  <c:v>39706</c:v>
                </c:pt>
                <c:pt idx="1165">
                  <c:v>39707</c:v>
                </c:pt>
                <c:pt idx="1166">
                  <c:v>39708</c:v>
                </c:pt>
                <c:pt idx="1167">
                  <c:v>39709</c:v>
                </c:pt>
                <c:pt idx="1168">
                  <c:v>39710</c:v>
                </c:pt>
                <c:pt idx="1169">
                  <c:v>39713</c:v>
                </c:pt>
                <c:pt idx="1170">
                  <c:v>39714</c:v>
                </c:pt>
                <c:pt idx="1171">
                  <c:v>39715</c:v>
                </c:pt>
                <c:pt idx="1172">
                  <c:v>39716</c:v>
                </c:pt>
                <c:pt idx="1173">
                  <c:v>39717</c:v>
                </c:pt>
                <c:pt idx="1174">
                  <c:v>39720</c:v>
                </c:pt>
                <c:pt idx="1175">
                  <c:v>39721</c:v>
                </c:pt>
                <c:pt idx="1176">
                  <c:v>39722</c:v>
                </c:pt>
                <c:pt idx="1177">
                  <c:v>39723</c:v>
                </c:pt>
                <c:pt idx="1178">
                  <c:v>39724</c:v>
                </c:pt>
                <c:pt idx="1179">
                  <c:v>39727</c:v>
                </c:pt>
                <c:pt idx="1180">
                  <c:v>39728</c:v>
                </c:pt>
                <c:pt idx="1181">
                  <c:v>39729</c:v>
                </c:pt>
                <c:pt idx="1182">
                  <c:v>39730</c:v>
                </c:pt>
                <c:pt idx="1183">
                  <c:v>39731</c:v>
                </c:pt>
                <c:pt idx="1184">
                  <c:v>39734</c:v>
                </c:pt>
                <c:pt idx="1185">
                  <c:v>39735</c:v>
                </c:pt>
                <c:pt idx="1186">
                  <c:v>39736</c:v>
                </c:pt>
                <c:pt idx="1187">
                  <c:v>39737</c:v>
                </c:pt>
                <c:pt idx="1188">
                  <c:v>39738</c:v>
                </c:pt>
                <c:pt idx="1189">
                  <c:v>39741</c:v>
                </c:pt>
                <c:pt idx="1190">
                  <c:v>39742</c:v>
                </c:pt>
                <c:pt idx="1191">
                  <c:v>39743</c:v>
                </c:pt>
                <c:pt idx="1192">
                  <c:v>39744</c:v>
                </c:pt>
                <c:pt idx="1193">
                  <c:v>39745</c:v>
                </c:pt>
                <c:pt idx="1194">
                  <c:v>39748</c:v>
                </c:pt>
                <c:pt idx="1195">
                  <c:v>39749</c:v>
                </c:pt>
                <c:pt idx="1196">
                  <c:v>39750</c:v>
                </c:pt>
                <c:pt idx="1197">
                  <c:v>39751</c:v>
                </c:pt>
                <c:pt idx="1198">
                  <c:v>39752</c:v>
                </c:pt>
                <c:pt idx="1199">
                  <c:v>39755</c:v>
                </c:pt>
                <c:pt idx="1200">
                  <c:v>39756</c:v>
                </c:pt>
                <c:pt idx="1201">
                  <c:v>39757</c:v>
                </c:pt>
                <c:pt idx="1202">
                  <c:v>39758</c:v>
                </c:pt>
                <c:pt idx="1203">
                  <c:v>39759</c:v>
                </c:pt>
                <c:pt idx="1204">
                  <c:v>39762</c:v>
                </c:pt>
                <c:pt idx="1205">
                  <c:v>39763</c:v>
                </c:pt>
                <c:pt idx="1206">
                  <c:v>39764</c:v>
                </c:pt>
                <c:pt idx="1207">
                  <c:v>39765</c:v>
                </c:pt>
                <c:pt idx="1208">
                  <c:v>39766</c:v>
                </c:pt>
                <c:pt idx="1209">
                  <c:v>39769</c:v>
                </c:pt>
                <c:pt idx="1210">
                  <c:v>39770</c:v>
                </c:pt>
                <c:pt idx="1211">
                  <c:v>39771</c:v>
                </c:pt>
                <c:pt idx="1212">
                  <c:v>39772</c:v>
                </c:pt>
                <c:pt idx="1213">
                  <c:v>39773</c:v>
                </c:pt>
                <c:pt idx="1214">
                  <c:v>39776</c:v>
                </c:pt>
                <c:pt idx="1215">
                  <c:v>39777</c:v>
                </c:pt>
                <c:pt idx="1216">
                  <c:v>39778</c:v>
                </c:pt>
                <c:pt idx="1217">
                  <c:v>39779</c:v>
                </c:pt>
                <c:pt idx="1218">
                  <c:v>39780</c:v>
                </c:pt>
                <c:pt idx="1219">
                  <c:v>39783</c:v>
                </c:pt>
                <c:pt idx="1220">
                  <c:v>39784</c:v>
                </c:pt>
                <c:pt idx="1221">
                  <c:v>39785</c:v>
                </c:pt>
                <c:pt idx="1222">
                  <c:v>39786</c:v>
                </c:pt>
                <c:pt idx="1223">
                  <c:v>39787</c:v>
                </c:pt>
                <c:pt idx="1224">
                  <c:v>39790</c:v>
                </c:pt>
                <c:pt idx="1225">
                  <c:v>39791</c:v>
                </c:pt>
                <c:pt idx="1226">
                  <c:v>39792</c:v>
                </c:pt>
                <c:pt idx="1227">
                  <c:v>39793</c:v>
                </c:pt>
                <c:pt idx="1228">
                  <c:v>39794</c:v>
                </c:pt>
                <c:pt idx="1229">
                  <c:v>39797</c:v>
                </c:pt>
                <c:pt idx="1230">
                  <c:v>39798</c:v>
                </c:pt>
                <c:pt idx="1231">
                  <c:v>39799</c:v>
                </c:pt>
                <c:pt idx="1232">
                  <c:v>39800</c:v>
                </c:pt>
                <c:pt idx="1233">
                  <c:v>39801</c:v>
                </c:pt>
                <c:pt idx="1234">
                  <c:v>39804</c:v>
                </c:pt>
                <c:pt idx="1235">
                  <c:v>39805</c:v>
                </c:pt>
                <c:pt idx="1236">
                  <c:v>39806</c:v>
                </c:pt>
                <c:pt idx="1237">
                  <c:v>39808</c:v>
                </c:pt>
                <c:pt idx="1238">
                  <c:v>39811</c:v>
                </c:pt>
                <c:pt idx="1239">
                  <c:v>39812</c:v>
                </c:pt>
                <c:pt idx="1240">
                  <c:v>39813</c:v>
                </c:pt>
                <c:pt idx="1241">
                  <c:v>39814</c:v>
                </c:pt>
                <c:pt idx="1242">
                  <c:v>39815</c:v>
                </c:pt>
                <c:pt idx="1243">
                  <c:v>39818</c:v>
                </c:pt>
                <c:pt idx="1244">
                  <c:v>39819</c:v>
                </c:pt>
                <c:pt idx="1245">
                  <c:v>39820</c:v>
                </c:pt>
                <c:pt idx="1246">
                  <c:v>39821</c:v>
                </c:pt>
                <c:pt idx="1247">
                  <c:v>39822</c:v>
                </c:pt>
                <c:pt idx="1248">
                  <c:v>39825</c:v>
                </c:pt>
                <c:pt idx="1249">
                  <c:v>39826</c:v>
                </c:pt>
                <c:pt idx="1250">
                  <c:v>39827</c:v>
                </c:pt>
                <c:pt idx="1251">
                  <c:v>39828</c:v>
                </c:pt>
                <c:pt idx="1252">
                  <c:v>39829</c:v>
                </c:pt>
                <c:pt idx="1253">
                  <c:v>39832</c:v>
                </c:pt>
                <c:pt idx="1254">
                  <c:v>39833</c:v>
                </c:pt>
                <c:pt idx="1255">
                  <c:v>39834</c:v>
                </c:pt>
                <c:pt idx="1256">
                  <c:v>39835</c:v>
                </c:pt>
                <c:pt idx="1257">
                  <c:v>39836</c:v>
                </c:pt>
                <c:pt idx="1258">
                  <c:v>39839</c:v>
                </c:pt>
                <c:pt idx="1259">
                  <c:v>39840</c:v>
                </c:pt>
                <c:pt idx="1260">
                  <c:v>39841</c:v>
                </c:pt>
                <c:pt idx="1261">
                  <c:v>39842</c:v>
                </c:pt>
                <c:pt idx="1262">
                  <c:v>39843</c:v>
                </c:pt>
                <c:pt idx="1263">
                  <c:v>39846</c:v>
                </c:pt>
                <c:pt idx="1264">
                  <c:v>39847</c:v>
                </c:pt>
                <c:pt idx="1265">
                  <c:v>39848</c:v>
                </c:pt>
                <c:pt idx="1266">
                  <c:v>39849</c:v>
                </c:pt>
                <c:pt idx="1267">
                  <c:v>39850</c:v>
                </c:pt>
                <c:pt idx="1268">
                  <c:v>39853</c:v>
                </c:pt>
                <c:pt idx="1269">
                  <c:v>39854</c:v>
                </c:pt>
                <c:pt idx="1270">
                  <c:v>39855</c:v>
                </c:pt>
                <c:pt idx="1271">
                  <c:v>39856</c:v>
                </c:pt>
                <c:pt idx="1272">
                  <c:v>39857</c:v>
                </c:pt>
                <c:pt idx="1273">
                  <c:v>39860</c:v>
                </c:pt>
                <c:pt idx="1274">
                  <c:v>39861</c:v>
                </c:pt>
                <c:pt idx="1275">
                  <c:v>39862</c:v>
                </c:pt>
                <c:pt idx="1276">
                  <c:v>39863</c:v>
                </c:pt>
                <c:pt idx="1277">
                  <c:v>39864</c:v>
                </c:pt>
                <c:pt idx="1278">
                  <c:v>39867</c:v>
                </c:pt>
                <c:pt idx="1279">
                  <c:v>39868</c:v>
                </c:pt>
                <c:pt idx="1280">
                  <c:v>39869</c:v>
                </c:pt>
                <c:pt idx="1281">
                  <c:v>39870</c:v>
                </c:pt>
                <c:pt idx="1282">
                  <c:v>39871</c:v>
                </c:pt>
                <c:pt idx="1283">
                  <c:v>39874</c:v>
                </c:pt>
                <c:pt idx="1284">
                  <c:v>39875</c:v>
                </c:pt>
                <c:pt idx="1285">
                  <c:v>39876</c:v>
                </c:pt>
                <c:pt idx="1286">
                  <c:v>39877</c:v>
                </c:pt>
                <c:pt idx="1287">
                  <c:v>39878</c:v>
                </c:pt>
                <c:pt idx="1288">
                  <c:v>39881</c:v>
                </c:pt>
                <c:pt idx="1289">
                  <c:v>39882</c:v>
                </c:pt>
                <c:pt idx="1290">
                  <c:v>39883</c:v>
                </c:pt>
                <c:pt idx="1291">
                  <c:v>39884</c:v>
                </c:pt>
                <c:pt idx="1292">
                  <c:v>39885</c:v>
                </c:pt>
                <c:pt idx="1293">
                  <c:v>39888</c:v>
                </c:pt>
                <c:pt idx="1294">
                  <c:v>39889</c:v>
                </c:pt>
                <c:pt idx="1295">
                  <c:v>39890</c:v>
                </c:pt>
                <c:pt idx="1296">
                  <c:v>39891</c:v>
                </c:pt>
                <c:pt idx="1297">
                  <c:v>39892</c:v>
                </c:pt>
                <c:pt idx="1298">
                  <c:v>39895</c:v>
                </c:pt>
                <c:pt idx="1299">
                  <c:v>39896</c:v>
                </c:pt>
                <c:pt idx="1300">
                  <c:v>39897</c:v>
                </c:pt>
                <c:pt idx="1301">
                  <c:v>39898</c:v>
                </c:pt>
                <c:pt idx="1302">
                  <c:v>39899</c:v>
                </c:pt>
                <c:pt idx="1303">
                  <c:v>39902</c:v>
                </c:pt>
                <c:pt idx="1304">
                  <c:v>39903</c:v>
                </c:pt>
                <c:pt idx="1305">
                  <c:v>39904</c:v>
                </c:pt>
                <c:pt idx="1306">
                  <c:v>39905</c:v>
                </c:pt>
                <c:pt idx="1307">
                  <c:v>39906</c:v>
                </c:pt>
                <c:pt idx="1308">
                  <c:v>39909</c:v>
                </c:pt>
                <c:pt idx="1309">
                  <c:v>39910</c:v>
                </c:pt>
                <c:pt idx="1310">
                  <c:v>39911</c:v>
                </c:pt>
                <c:pt idx="1311">
                  <c:v>39912</c:v>
                </c:pt>
                <c:pt idx="1312">
                  <c:v>39913</c:v>
                </c:pt>
                <c:pt idx="1313">
                  <c:v>39916</c:v>
                </c:pt>
                <c:pt idx="1314">
                  <c:v>39917</c:v>
                </c:pt>
                <c:pt idx="1315">
                  <c:v>39918</c:v>
                </c:pt>
                <c:pt idx="1316">
                  <c:v>39919</c:v>
                </c:pt>
                <c:pt idx="1317">
                  <c:v>39920</c:v>
                </c:pt>
                <c:pt idx="1318">
                  <c:v>39923</c:v>
                </c:pt>
                <c:pt idx="1319">
                  <c:v>39924</c:v>
                </c:pt>
                <c:pt idx="1320">
                  <c:v>39925</c:v>
                </c:pt>
                <c:pt idx="1321">
                  <c:v>39926</c:v>
                </c:pt>
                <c:pt idx="1322">
                  <c:v>39927</c:v>
                </c:pt>
                <c:pt idx="1323">
                  <c:v>39930</c:v>
                </c:pt>
                <c:pt idx="1324">
                  <c:v>39931</c:v>
                </c:pt>
                <c:pt idx="1325">
                  <c:v>39932</c:v>
                </c:pt>
                <c:pt idx="1326">
                  <c:v>39933</c:v>
                </c:pt>
                <c:pt idx="1327">
                  <c:v>39934</c:v>
                </c:pt>
                <c:pt idx="1328">
                  <c:v>39937</c:v>
                </c:pt>
                <c:pt idx="1329">
                  <c:v>39938</c:v>
                </c:pt>
                <c:pt idx="1330">
                  <c:v>39939</c:v>
                </c:pt>
                <c:pt idx="1331">
                  <c:v>39940</c:v>
                </c:pt>
                <c:pt idx="1332">
                  <c:v>39941</c:v>
                </c:pt>
                <c:pt idx="1333">
                  <c:v>39944</c:v>
                </c:pt>
                <c:pt idx="1334">
                  <c:v>39945</c:v>
                </c:pt>
                <c:pt idx="1335">
                  <c:v>39946</c:v>
                </c:pt>
                <c:pt idx="1336">
                  <c:v>39947</c:v>
                </c:pt>
                <c:pt idx="1337">
                  <c:v>39948</c:v>
                </c:pt>
                <c:pt idx="1338">
                  <c:v>39951</c:v>
                </c:pt>
                <c:pt idx="1339">
                  <c:v>39952</c:v>
                </c:pt>
                <c:pt idx="1340">
                  <c:v>39953</c:v>
                </c:pt>
                <c:pt idx="1341">
                  <c:v>39954</c:v>
                </c:pt>
                <c:pt idx="1342">
                  <c:v>39955</c:v>
                </c:pt>
                <c:pt idx="1343">
                  <c:v>39958</c:v>
                </c:pt>
                <c:pt idx="1344">
                  <c:v>39959</c:v>
                </c:pt>
                <c:pt idx="1345">
                  <c:v>39960</c:v>
                </c:pt>
                <c:pt idx="1346">
                  <c:v>39961</c:v>
                </c:pt>
                <c:pt idx="1347">
                  <c:v>39962</c:v>
                </c:pt>
                <c:pt idx="1348">
                  <c:v>39965</c:v>
                </c:pt>
                <c:pt idx="1349">
                  <c:v>39966</c:v>
                </c:pt>
                <c:pt idx="1350">
                  <c:v>39967</c:v>
                </c:pt>
                <c:pt idx="1351">
                  <c:v>39968</c:v>
                </c:pt>
                <c:pt idx="1352">
                  <c:v>39969</c:v>
                </c:pt>
                <c:pt idx="1353">
                  <c:v>39972</c:v>
                </c:pt>
                <c:pt idx="1354">
                  <c:v>39973</c:v>
                </c:pt>
                <c:pt idx="1355">
                  <c:v>39974</c:v>
                </c:pt>
                <c:pt idx="1356">
                  <c:v>39975</c:v>
                </c:pt>
                <c:pt idx="1357">
                  <c:v>39976</c:v>
                </c:pt>
                <c:pt idx="1358">
                  <c:v>39979</c:v>
                </c:pt>
                <c:pt idx="1359">
                  <c:v>39980</c:v>
                </c:pt>
                <c:pt idx="1360">
                  <c:v>39981</c:v>
                </c:pt>
                <c:pt idx="1361">
                  <c:v>39982</c:v>
                </c:pt>
                <c:pt idx="1362">
                  <c:v>39983</c:v>
                </c:pt>
                <c:pt idx="1363">
                  <c:v>39986</c:v>
                </c:pt>
                <c:pt idx="1364">
                  <c:v>39987</c:v>
                </c:pt>
                <c:pt idx="1365">
                  <c:v>39988</c:v>
                </c:pt>
                <c:pt idx="1366">
                  <c:v>39989</c:v>
                </c:pt>
                <c:pt idx="1367">
                  <c:v>39990</c:v>
                </c:pt>
                <c:pt idx="1368">
                  <c:v>39993</c:v>
                </c:pt>
                <c:pt idx="1369">
                  <c:v>39994</c:v>
                </c:pt>
                <c:pt idx="1370">
                  <c:v>39995</c:v>
                </c:pt>
                <c:pt idx="1371">
                  <c:v>39996</c:v>
                </c:pt>
                <c:pt idx="1372">
                  <c:v>39997</c:v>
                </c:pt>
                <c:pt idx="1373">
                  <c:v>40000</c:v>
                </c:pt>
                <c:pt idx="1374">
                  <c:v>40001</c:v>
                </c:pt>
                <c:pt idx="1375">
                  <c:v>40002</c:v>
                </c:pt>
                <c:pt idx="1376">
                  <c:v>40003</c:v>
                </c:pt>
                <c:pt idx="1377">
                  <c:v>40004</c:v>
                </c:pt>
                <c:pt idx="1378">
                  <c:v>40007</c:v>
                </c:pt>
                <c:pt idx="1379">
                  <c:v>40008</c:v>
                </c:pt>
                <c:pt idx="1380">
                  <c:v>40009</c:v>
                </c:pt>
                <c:pt idx="1381">
                  <c:v>40010</c:v>
                </c:pt>
                <c:pt idx="1382">
                  <c:v>40011</c:v>
                </c:pt>
                <c:pt idx="1383">
                  <c:v>40014</c:v>
                </c:pt>
                <c:pt idx="1384">
                  <c:v>40015</c:v>
                </c:pt>
                <c:pt idx="1385">
                  <c:v>40016</c:v>
                </c:pt>
                <c:pt idx="1386">
                  <c:v>40017</c:v>
                </c:pt>
                <c:pt idx="1387">
                  <c:v>40018</c:v>
                </c:pt>
                <c:pt idx="1388">
                  <c:v>40021</c:v>
                </c:pt>
                <c:pt idx="1389">
                  <c:v>40022</c:v>
                </c:pt>
                <c:pt idx="1390">
                  <c:v>40023</c:v>
                </c:pt>
                <c:pt idx="1391">
                  <c:v>40024</c:v>
                </c:pt>
                <c:pt idx="1392">
                  <c:v>40025</c:v>
                </c:pt>
                <c:pt idx="1393">
                  <c:v>40028</c:v>
                </c:pt>
                <c:pt idx="1394">
                  <c:v>40029</c:v>
                </c:pt>
                <c:pt idx="1395">
                  <c:v>40030</c:v>
                </c:pt>
                <c:pt idx="1396">
                  <c:v>40031</c:v>
                </c:pt>
                <c:pt idx="1397">
                  <c:v>40032</c:v>
                </c:pt>
                <c:pt idx="1398">
                  <c:v>40035</c:v>
                </c:pt>
                <c:pt idx="1399">
                  <c:v>40036</c:v>
                </c:pt>
                <c:pt idx="1400">
                  <c:v>40037</c:v>
                </c:pt>
                <c:pt idx="1401">
                  <c:v>40038</c:v>
                </c:pt>
                <c:pt idx="1402">
                  <c:v>40039</c:v>
                </c:pt>
                <c:pt idx="1403">
                  <c:v>40042</c:v>
                </c:pt>
                <c:pt idx="1404">
                  <c:v>40043</c:v>
                </c:pt>
                <c:pt idx="1405">
                  <c:v>40044</c:v>
                </c:pt>
                <c:pt idx="1406">
                  <c:v>40045</c:v>
                </c:pt>
                <c:pt idx="1407">
                  <c:v>40046</c:v>
                </c:pt>
                <c:pt idx="1408">
                  <c:v>40049</c:v>
                </c:pt>
                <c:pt idx="1409">
                  <c:v>40050</c:v>
                </c:pt>
                <c:pt idx="1410">
                  <c:v>40051</c:v>
                </c:pt>
                <c:pt idx="1411">
                  <c:v>40052</c:v>
                </c:pt>
                <c:pt idx="1412">
                  <c:v>40053</c:v>
                </c:pt>
                <c:pt idx="1413">
                  <c:v>40056</c:v>
                </c:pt>
                <c:pt idx="1414">
                  <c:v>40057</c:v>
                </c:pt>
                <c:pt idx="1415">
                  <c:v>40058</c:v>
                </c:pt>
                <c:pt idx="1416">
                  <c:v>40059</c:v>
                </c:pt>
                <c:pt idx="1417">
                  <c:v>40060</c:v>
                </c:pt>
                <c:pt idx="1418">
                  <c:v>40063</c:v>
                </c:pt>
                <c:pt idx="1419">
                  <c:v>40064</c:v>
                </c:pt>
                <c:pt idx="1420">
                  <c:v>40065</c:v>
                </c:pt>
                <c:pt idx="1421">
                  <c:v>40066</c:v>
                </c:pt>
                <c:pt idx="1422">
                  <c:v>40067</c:v>
                </c:pt>
                <c:pt idx="1423">
                  <c:v>40070</c:v>
                </c:pt>
                <c:pt idx="1424">
                  <c:v>40071</c:v>
                </c:pt>
                <c:pt idx="1425">
                  <c:v>40072</c:v>
                </c:pt>
                <c:pt idx="1426">
                  <c:v>40073</c:v>
                </c:pt>
                <c:pt idx="1427">
                  <c:v>40074</c:v>
                </c:pt>
                <c:pt idx="1428">
                  <c:v>40077</c:v>
                </c:pt>
                <c:pt idx="1429">
                  <c:v>40078</c:v>
                </c:pt>
                <c:pt idx="1430">
                  <c:v>40079</c:v>
                </c:pt>
                <c:pt idx="1431">
                  <c:v>40080</c:v>
                </c:pt>
                <c:pt idx="1432">
                  <c:v>40081</c:v>
                </c:pt>
                <c:pt idx="1433">
                  <c:v>40084</c:v>
                </c:pt>
                <c:pt idx="1434">
                  <c:v>40085</c:v>
                </c:pt>
                <c:pt idx="1435">
                  <c:v>40086</c:v>
                </c:pt>
                <c:pt idx="1436">
                  <c:v>40087</c:v>
                </c:pt>
                <c:pt idx="1437">
                  <c:v>40088</c:v>
                </c:pt>
                <c:pt idx="1438">
                  <c:v>40091</c:v>
                </c:pt>
                <c:pt idx="1439">
                  <c:v>40092</c:v>
                </c:pt>
                <c:pt idx="1440">
                  <c:v>40093</c:v>
                </c:pt>
                <c:pt idx="1441">
                  <c:v>40094</c:v>
                </c:pt>
                <c:pt idx="1442">
                  <c:v>40095</c:v>
                </c:pt>
                <c:pt idx="1443">
                  <c:v>40098</c:v>
                </c:pt>
                <c:pt idx="1444">
                  <c:v>40099</c:v>
                </c:pt>
                <c:pt idx="1445">
                  <c:v>40100</c:v>
                </c:pt>
                <c:pt idx="1446">
                  <c:v>40101</c:v>
                </c:pt>
                <c:pt idx="1447">
                  <c:v>40102</c:v>
                </c:pt>
                <c:pt idx="1448">
                  <c:v>40105</c:v>
                </c:pt>
                <c:pt idx="1449">
                  <c:v>40106</c:v>
                </c:pt>
                <c:pt idx="1450">
                  <c:v>40107</c:v>
                </c:pt>
                <c:pt idx="1451">
                  <c:v>40108</c:v>
                </c:pt>
                <c:pt idx="1452">
                  <c:v>40109</c:v>
                </c:pt>
                <c:pt idx="1453">
                  <c:v>40112</c:v>
                </c:pt>
                <c:pt idx="1454">
                  <c:v>40113</c:v>
                </c:pt>
                <c:pt idx="1455">
                  <c:v>40114</c:v>
                </c:pt>
                <c:pt idx="1456">
                  <c:v>40115</c:v>
                </c:pt>
                <c:pt idx="1457">
                  <c:v>40116</c:v>
                </c:pt>
                <c:pt idx="1458">
                  <c:v>40119</c:v>
                </c:pt>
                <c:pt idx="1459">
                  <c:v>40120</c:v>
                </c:pt>
                <c:pt idx="1460">
                  <c:v>40121</c:v>
                </c:pt>
                <c:pt idx="1461">
                  <c:v>40122</c:v>
                </c:pt>
                <c:pt idx="1462">
                  <c:v>40123</c:v>
                </c:pt>
                <c:pt idx="1463">
                  <c:v>40126</c:v>
                </c:pt>
                <c:pt idx="1464">
                  <c:v>40127</c:v>
                </c:pt>
                <c:pt idx="1465">
                  <c:v>40128</c:v>
                </c:pt>
                <c:pt idx="1466">
                  <c:v>40129</c:v>
                </c:pt>
                <c:pt idx="1467">
                  <c:v>40130</c:v>
                </c:pt>
                <c:pt idx="1468">
                  <c:v>40133</c:v>
                </c:pt>
                <c:pt idx="1469">
                  <c:v>40134</c:v>
                </c:pt>
                <c:pt idx="1470">
                  <c:v>40135</c:v>
                </c:pt>
                <c:pt idx="1471">
                  <c:v>40136</c:v>
                </c:pt>
                <c:pt idx="1472">
                  <c:v>40137</c:v>
                </c:pt>
                <c:pt idx="1473">
                  <c:v>40140</c:v>
                </c:pt>
                <c:pt idx="1474">
                  <c:v>40141</c:v>
                </c:pt>
                <c:pt idx="1475">
                  <c:v>40142</c:v>
                </c:pt>
                <c:pt idx="1476">
                  <c:v>40143</c:v>
                </c:pt>
                <c:pt idx="1477">
                  <c:v>40144</c:v>
                </c:pt>
                <c:pt idx="1478">
                  <c:v>40147</c:v>
                </c:pt>
                <c:pt idx="1479">
                  <c:v>40148</c:v>
                </c:pt>
                <c:pt idx="1480">
                  <c:v>40149</c:v>
                </c:pt>
                <c:pt idx="1481">
                  <c:v>40150</c:v>
                </c:pt>
                <c:pt idx="1482">
                  <c:v>40151</c:v>
                </c:pt>
                <c:pt idx="1483">
                  <c:v>40154</c:v>
                </c:pt>
                <c:pt idx="1484">
                  <c:v>40155</c:v>
                </c:pt>
                <c:pt idx="1485">
                  <c:v>40156</c:v>
                </c:pt>
                <c:pt idx="1486">
                  <c:v>40157</c:v>
                </c:pt>
                <c:pt idx="1487">
                  <c:v>40158</c:v>
                </c:pt>
                <c:pt idx="1488">
                  <c:v>40161</c:v>
                </c:pt>
                <c:pt idx="1489">
                  <c:v>40162</c:v>
                </c:pt>
                <c:pt idx="1490">
                  <c:v>40163</c:v>
                </c:pt>
                <c:pt idx="1491">
                  <c:v>40164</c:v>
                </c:pt>
                <c:pt idx="1492">
                  <c:v>40165</c:v>
                </c:pt>
                <c:pt idx="1493">
                  <c:v>40168</c:v>
                </c:pt>
                <c:pt idx="1494">
                  <c:v>40169</c:v>
                </c:pt>
                <c:pt idx="1495">
                  <c:v>40170</c:v>
                </c:pt>
                <c:pt idx="1496">
                  <c:v>40171</c:v>
                </c:pt>
                <c:pt idx="1497">
                  <c:v>40172</c:v>
                </c:pt>
                <c:pt idx="1498">
                  <c:v>40175</c:v>
                </c:pt>
                <c:pt idx="1499">
                  <c:v>40176</c:v>
                </c:pt>
                <c:pt idx="1500">
                  <c:v>40177</c:v>
                </c:pt>
                <c:pt idx="1501">
                  <c:v>40178</c:v>
                </c:pt>
                <c:pt idx="1502">
                  <c:v>40179</c:v>
                </c:pt>
                <c:pt idx="1503">
                  <c:v>40182</c:v>
                </c:pt>
                <c:pt idx="1504">
                  <c:v>40183</c:v>
                </c:pt>
                <c:pt idx="1505">
                  <c:v>40184</c:v>
                </c:pt>
                <c:pt idx="1506">
                  <c:v>40185</c:v>
                </c:pt>
                <c:pt idx="1507">
                  <c:v>40186</c:v>
                </c:pt>
                <c:pt idx="1508">
                  <c:v>40189</c:v>
                </c:pt>
                <c:pt idx="1509">
                  <c:v>40190</c:v>
                </c:pt>
                <c:pt idx="1510">
                  <c:v>40191</c:v>
                </c:pt>
                <c:pt idx="1511">
                  <c:v>40192</c:v>
                </c:pt>
                <c:pt idx="1512">
                  <c:v>40193</c:v>
                </c:pt>
                <c:pt idx="1513">
                  <c:v>40196</c:v>
                </c:pt>
                <c:pt idx="1514">
                  <c:v>40197</c:v>
                </c:pt>
                <c:pt idx="1515">
                  <c:v>40198</c:v>
                </c:pt>
                <c:pt idx="1516">
                  <c:v>40199</c:v>
                </c:pt>
                <c:pt idx="1517">
                  <c:v>40200</c:v>
                </c:pt>
                <c:pt idx="1518">
                  <c:v>40203</c:v>
                </c:pt>
                <c:pt idx="1519">
                  <c:v>40204</c:v>
                </c:pt>
                <c:pt idx="1520">
                  <c:v>40205</c:v>
                </c:pt>
                <c:pt idx="1521">
                  <c:v>40206</c:v>
                </c:pt>
                <c:pt idx="1522">
                  <c:v>40207</c:v>
                </c:pt>
                <c:pt idx="1523">
                  <c:v>40210</c:v>
                </c:pt>
                <c:pt idx="1524">
                  <c:v>40211</c:v>
                </c:pt>
                <c:pt idx="1525">
                  <c:v>40212</c:v>
                </c:pt>
                <c:pt idx="1526">
                  <c:v>40213</c:v>
                </c:pt>
                <c:pt idx="1527">
                  <c:v>40214</c:v>
                </c:pt>
                <c:pt idx="1528">
                  <c:v>40217</c:v>
                </c:pt>
                <c:pt idx="1529">
                  <c:v>40218</c:v>
                </c:pt>
                <c:pt idx="1530">
                  <c:v>40219</c:v>
                </c:pt>
                <c:pt idx="1531">
                  <c:v>40220</c:v>
                </c:pt>
                <c:pt idx="1532">
                  <c:v>40221</c:v>
                </c:pt>
                <c:pt idx="1533">
                  <c:v>40224</c:v>
                </c:pt>
                <c:pt idx="1534">
                  <c:v>40225</c:v>
                </c:pt>
                <c:pt idx="1535">
                  <c:v>40226</c:v>
                </c:pt>
                <c:pt idx="1536">
                  <c:v>40227</c:v>
                </c:pt>
                <c:pt idx="1537">
                  <c:v>40228</c:v>
                </c:pt>
                <c:pt idx="1538">
                  <c:v>40231</c:v>
                </c:pt>
                <c:pt idx="1539">
                  <c:v>40232</c:v>
                </c:pt>
                <c:pt idx="1540">
                  <c:v>40233</c:v>
                </c:pt>
                <c:pt idx="1541">
                  <c:v>40234</c:v>
                </c:pt>
                <c:pt idx="1542">
                  <c:v>40235</c:v>
                </c:pt>
                <c:pt idx="1543">
                  <c:v>40238</c:v>
                </c:pt>
                <c:pt idx="1544">
                  <c:v>40239</c:v>
                </c:pt>
                <c:pt idx="1545">
                  <c:v>40240</c:v>
                </c:pt>
                <c:pt idx="1546">
                  <c:v>40241</c:v>
                </c:pt>
                <c:pt idx="1547">
                  <c:v>40242</c:v>
                </c:pt>
                <c:pt idx="1548">
                  <c:v>40245</c:v>
                </c:pt>
                <c:pt idx="1549">
                  <c:v>40246</c:v>
                </c:pt>
                <c:pt idx="1550">
                  <c:v>40247</c:v>
                </c:pt>
                <c:pt idx="1551">
                  <c:v>40248</c:v>
                </c:pt>
                <c:pt idx="1552">
                  <c:v>40249</c:v>
                </c:pt>
                <c:pt idx="1553">
                  <c:v>40252</c:v>
                </c:pt>
                <c:pt idx="1554">
                  <c:v>40253</c:v>
                </c:pt>
                <c:pt idx="1555">
                  <c:v>40254</c:v>
                </c:pt>
                <c:pt idx="1556">
                  <c:v>40255</c:v>
                </c:pt>
                <c:pt idx="1557">
                  <c:v>40256</c:v>
                </c:pt>
                <c:pt idx="1558">
                  <c:v>40259</c:v>
                </c:pt>
                <c:pt idx="1559">
                  <c:v>40260</c:v>
                </c:pt>
                <c:pt idx="1560">
                  <c:v>40261</c:v>
                </c:pt>
                <c:pt idx="1561">
                  <c:v>40262</c:v>
                </c:pt>
                <c:pt idx="1562">
                  <c:v>40263</c:v>
                </c:pt>
                <c:pt idx="1563">
                  <c:v>40266</c:v>
                </c:pt>
                <c:pt idx="1564">
                  <c:v>40267</c:v>
                </c:pt>
                <c:pt idx="1565">
                  <c:v>40268</c:v>
                </c:pt>
                <c:pt idx="1566">
                  <c:v>40269</c:v>
                </c:pt>
                <c:pt idx="1567">
                  <c:v>40270</c:v>
                </c:pt>
                <c:pt idx="1568">
                  <c:v>40273</c:v>
                </c:pt>
                <c:pt idx="1569">
                  <c:v>40274</c:v>
                </c:pt>
                <c:pt idx="1570">
                  <c:v>40275</c:v>
                </c:pt>
                <c:pt idx="1571">
                  <c:v>40276</c:v>
                </c:pt>
                <c:pt idx="1572">
                  <c:v>40277</c:v>
                </c:pt>
                <c:pt idx="1573">
                  <c:v>40280</c:v>
                </c:pt>
                <c:pt idx="1574">
                  <c:v>40281</c:v>
                </c:pt>
                <c:pt idx="1575">
                  <c:v>40282</c:v>
                </c:pt>
                <c:pt idx="1576">
                  <c:v>40283</c:v>
                </c:pt>
                <c:pt idx="1577">
                  <c:v>40284</c:v>
                </c:pt>
                <c:pt idx="1578">
                  <c:v>40287</c:v>
                </c:pt>
                <c:pt idx="1579">
                  <c:v>40288</c:v>
                </c:pt>
                <c:pt idx="1580">
                  <c:v>40289</c:v>
                </c:pt>
                <c:pt idx="1581">
                  <c:v>40290</c:v>
                </c:pt>
                <c:pt idx="1582">
                  <c:v>40291</c:v>
                </c:pt>
                <c:pt idx="1583">
                  <c:v>40294</c:v>
                </c:pt>
                <c:pt idx="1584">
                  <c:v>40295</c:v>
                </c:pt>
                <c:pt idx="1585">
                  <c:v>40296</c:v>
                </c:pt>
                <c:pt idx="1586">
                  <c:v>40297</c:v>
                </c:pt>
                <c:pt idx="1587">
                  <c:v>40298</c:v>
                </c:pt>
                <c:pt idx="1588">
                  <c:v>40301</c:v>
                </c:pt>
                <c:pt idx="1589">
                  <c:v>40302</c:v>
                </c:pt>
                <c:pt idx="1590">
                  <c:v>40303</c:v>
                </c:pt>
                <c:pt idx="1591">
                  <c:v>40304</c:v>
                </c:pt>
                <c:pt idx="1592">
                  <c:v>40305</c:v>
                </c:pt>
                <c:pt idx="1593">
                  <c:v>40308</c:v>
                </c:pt>
                <c:pt idx="1594">
                  <c:v>40309</c:v>
                </c:pt>
                <c:pt idx="1595">
                  <c:v>40310</c:v>
                </c:pt>
                <c:pt idx="1596">
                  <c:v>40311</c:v>
                </c:pt>
                <c:pt idx="1597">
                  <c:v>40312</c:v>
                </c:pt>
                <c:pt idx="1598">
                  <c:v>40315</c:v>
                </c:pt>
                <c:pt idx="1599">
                  <c:v>40316</c:v>
                </c:pt>
                <c:pt idx="1600">
                  <c:v>40317</c:v>
                </c:pt>
                <c:pt idx="1601">
                  <c:v>40318</c:v>
                </c:pt>
                <c:pt idx="1602">
                  <c:v>40319</c:v>
                </c:pt>
                <c:pt idx="1603">
                  <c:v>40322</c:v>
                </c:pt>
                <c:pt idx="1604">
                  <c:v>40323</c:v>
                </c:pt>
                <c:pt idx="1605">
                  <c:v>40324</c:v>
                </c:pt>
                <c:pt idx="1606">
                  <c:v>40325</c:v>
                </c:pt>
                <c:pt idx="1607">
                  <c:v>40326</c:v>
                </c:pt>
                <c:pt idx="1608">
                  <c:v>40329</c:v>
                </c:pt>
                <c:pt idx="1609">
                  <c:v>40330</c:v>
                </c:pt>
                <c:pt idx="1610">
                  <c:v>40331</c:v>
                </c:pt>
                <c:pt idx="1611">
                  <c:v>40332</c:v>
                </c:pt>
                <c:pt idx="1612">
                  <c:v>40333</c:v>
                </c:pt>
                <c:pt idx="1613">
                  <c:v>40336</c:v>
                </c:pt>
                <c:pt idx="1614">
                  <c:v>40337</c:v>
                </c:pt>
                <c:pt idx="1615">
                  <c:v>40338</c:v>
                </c:pt>
                <c:pt idx="1616">
                  <c:v>40339</c:v>
                </c:pt>
                <c:pt idx="1617">
                  <c:v>40340</c:v>
                </c:pt>
                <c:pt idx="1618">
                  <c:v>40343</c:v>
                </c:pt>
                <c:pt idx="1619">
                  <c:v>40344</c:v>
                </c:pt>
                <c:pt idx="1620">
                  <c:v>40345</c:v>
                </c:pt>
                <c:pt idx="1621">
                  <c:v>40346</c:v>
                </c:pt>
                <c:pt idx="1622">
                  <c:v>40347</c:v>
                </c:pt>
                <c:pt idx="1623">
                  <c:v>40350</c:v>
                </c:pt>
                <c:pt idx="1624">
                  <c:v>40351</c:v>
                </c:pt>
                <c:pt idx="1625">
                  <c:v>40352</c:v>
                </c:pt>
                <c:pt idx="1626">
                  <c:v>40353</c:v>
                </c:pt>
                <c:pt idx="1627">
                  <c:v>40354</c:v>
                </c:pt>
                <c:pt idx="1628">
                  <c:v>40357</c:v>
                </c:pt>
                <c:pt idx="1629">
                  <c:v>40358</c:v>
                </c:pt>
                <c:pt idx="1630">
                  <c:v>40359</c:v>
                </c:pt>
                <c:pt idx="1631">
                  <c:v>40360</c:v>
                </c:pt>
                <c:pt idx="1632">
                  <c:v>40361</c:v>
                </c:pt>
                <c:pt idx="1633">
                  <c:v>40364</c:v>
                </c:pt>
                <c:pt idx="1634">
                  <c:v>40365</c:v>
                </c:pt>
                <c:pt idx="1635">
                  <c:v>40366</c:v>
                </c:pt>
                <c:pt idx="1636">
                  <c:v>40367</c:v>
                </c:pt>
                <c:pt idx="1637">
                  <c:v>40368</c:v>
                </c:pt>
                <c:pt idx="1638">
                  <c:v>40371</c:v>
                </c:pt>
                <c:pt idx="1639">
                  <c:v>40372</c:v>
                </c:pt>
                <c:pt idx="1640">
                  <c:v>40373</c:v>
                </c:pt>
                <c:pt idx="1641">
                  <c:v>40374</c:v>
                </c:pt>
                <c:pt idx="1642">
                  <c:v>40375</c:v>
                </c:pt>
                <c:pt idx="1643">
                  <c:v>40378</c:v>
                </c:pt>
                <c:pt idx="1644">
                  <c:v>40379</c:v>
                </c:pt>
                <c:pt idx="1645">
                  <c:v>40380</c:v>
                </c:pt>
                <c:pt idx="1646">
                  <c:v>40381</c:v>
                </c:pt>
                <c:pt idx="1647">
                  <c:v>40382</c:v>
                </c:pt>
                <c:pt idx="1648">
                  <c:v>40385</c:v>
                </c:pt>
                <c:pt idx="1649">
                  <c:v>40386</c:v>
                </c:pt>
                <c:pt idx="1650">
                  <c:v>40387</c:v>
                </c:pt>
                <c:pt idx="1651">
                  <c:v>40388</c:v>
                </c:pt>
                <c:pt idx="1652">
                  <c:v>40389</c:v>
                </c:pt>
                <c:pt idx="1653">
                  <c:v>40392</c:v>
                </c:pt>
                <c:pt idx="1654">
                  <c:v>40393</c:v>
                </c:pt>
                <c:pt idx="1655">
                  <c:v>40394</c:v>
                </c:pt>
                <c:pt idx="1656">
                  <c:v>40395</c:v>
                </c:pt>
                <c:pt idx="1657">
                  <c:v>40396</c:v>
                </c:pt>
                <c:pt idx="1658">
                  <c:v>40399</c:v>
                </c:pt>
                <c:pt idx="1659">
                  <c:v>40400</c:v>
                </c:pt>
                <c:pt idx="1660">
                  <c:v>40401</c:v>
                </c:pt>
                <c:pt idx="1661">
                  <c:v>40402</c:v>
                </c:pt>
                <c:pt idx="1662">
                  <c:v>40403</c:v>
                </c:pt>
                <c:pt idx="1663">
                  <c:v>40406</c:v>
                </c:pt>
                <c:pt idx="1664">
                  <c:v>40407</c:v>
                </c:pt>
                <c:pt idx="1665">
                  <c:v>40408</c:v>
                </c:pt>
                <c:pt idx="1666">
                  <c:v>40409</c:v>
                </c:pt>
                <c:pt idx="1667">
                  <c:v>40410</c:v>
                </c:pt>
                <c:pt idx="1668">
                  <c:v>40413</c:v>
                </c:pt>
                <c:pt idx="1669">
                  <c:v>40414</c:v>
                </c:pt>
                <c:pt idx="1670">
                  <c:v>40415</c:v>
                </c:pt>
                <c:pt idx="1671">
                  <c:v>40416</c:v>
                </c:pt>
                <c:pt idx="1672">
                  <c:v>40417</c:v>
                </c:pt>
                <c:pt idx="1673">
                  <c:v>40420</c:v>
                </c:pt>
                <c:pt idx="1674">
                  <c:v>40421</c:v>
                </c:pt>
                <c:pt idx="1675">
                  <c:v>40422</c:v>
                </c:pt>
                <c:pt idx="1676">
                  <c:v>40423</c:v>
                </c:pt>
                <c:pt idx="1677">
                  <c:v>40424</c:v>
                </c:pt>
                <c:pt idx="1678">
                  <c:v>40427</c:v>
                </c:pt>
                <c:pt idx="1679">
                  <c:v>40428</c:v>
                </c:pt>
                <c:pt idx="1680">
                  <c:v>40429</c:v>
                </c:pt>
                <c:pt idx="1681">
                  <c:v>40430</c:v>
                </c:pt>
                <c:pt idx="1682">
                  <c:v>40431</c:v>
                </c:pt>
                <c:pt idx="1683">
                  <c:v>40434</c:v>
                </c:pt>
                <c:pt idx="1684">
                  <c:v>40435</c:v>
                </c:pt>
                <c:pt idx="1685">
                  <c:v>40436</c:v>
                </c:pt>
                <c:pt idx="1686">
                  <c:v>40437</c:v>
                </c:pt>
                <c:pt idx="1687">
                  <c:v>40438</c:v>
                </c:pt>
                <c:pt idx="1688">
                  <c:v>40441</c:v>
                </c:pt>
                <c:pt idx="1689">
                  <c:v>40442</c:v>
                </c:pt>
                <c:pt idx="1690">
                  <c:v>40443</c:v>
                </c:pt>
                <c:pt idx="1691">
                  <c:v>40444</c:v>
                </c:pt>
                <c:pt idx="1692">
                  <c:v>40445</c:v>
                </c:pt>
                <c:pt idx="1693">
                  <c:v>40448</c:v>
                </c:pt>
                <c:pt idx="1694">
                  <c:v>40449</c:v>
                </c:pt>
                <c:pt idx="1695">
                  <c:v>40450</c:v>
                </c:pt>
                <c:pt idx="1696">
                  <c:v>40451</c:v>
                </c:pt>
                <c:pt idx="1697">
                  <c:v>40452</c:v>
                </c:pt>
                <c:pt idx="1698">
                  <c:v>40455</c:v>
                </c:pt>
                <c:pt idx="1699">
                  <c:v>40456</c:v>
                </c:pt>
                <c:pt idx="1700">
                  <c:v>40457</c:v>
                </c:pt>
                <c:pt idx="1701">
                  <c:v>40458</c:v>
                </c:pt>
                <c:pt idx="1702">
                  <c:v>40459</c:v>
                </c:pt>
                <c:pt idx="1703">
                  <c:v>40462</c:v>
                </c:pt>
                <c:pt idx="1704">
                  <c:v>40463</c:v>
                </c:pt>
                <c:pt idx="1705">
                  <c:v>40464</c:v>
                </c:pt>
                <c:pt idx="1706">
                  <c:v>40465</c:v>
                </c:pt>
                <c:pt idx="1707">
                  <c:v>40466</c:v>
                </c:pt>
                <c:pt idx="1708">
                  <c:v>40469</c:v>
                </c:pt>
                <c:pt idx="1709">
                  <c:v>40470</c:v>
                </c:pt>
                <c:pt idx="1710">
                  <c:v>40471</c:v>
                </c:pt>
                <c:pt idx="1711">
                  <c:v>40472</c:v>
                </c:pt>
                <c:pt idx="1712">
                  <c:v>40473</c:v>
                </c:pt>
                <c:pt idx="1713">
                  <c:v>40476</c:v>
                </c:pt>
                <c:pt idx="1714">
                  <c:v>40477</c:v>
                </c:pt>
                <c:pt idx="1715">
                  <c:v>40478</c:v>
                </c:pt>
                <c:pt idx="1716">
                  <c:v>40479</c:v>
                </c:pt>
                <c:pt idx="1717">
                  <c:v>40480</c:v>
                </c:pt>
                <c:pt idx="1718">
                  <c:v>40483</c:v>
                </c:pt>
                <c:pt idx="1719">
                  <c:v>40484</c:v>
                </c:pt>
                <c:pt idx="1720">
                  <c:v>40485</c:v>
                </c:pt>
                <c:pt idx="1721">
                  <c:v>40486</c:v>
                </c:pt>
                <c:pt idx="1722">
                  <c:v>40487</c:v>
                </c:pt>
                <c:pt idx="1723">
                  <c:v>40490</c:v>
                </c:pt>
                <c:pt idx="1724">
                  <c:v>40491</c:v>
                </c:pt>
                <c:pt idx="1725">
                  <c:v>40492</c:v>
                </c:pt>
                <c:pt idx="1726">
                  <c:v>40493</c:v>
                </c:pt>
                <c:pt idx="1727">
                  <c:v>40494</c:v>
                </c:pt>
                <c:pt idx="1728">
                  <c:v>40497</c:v>
                </c:pt>
                <c:pt idx="1729">
                  <c:v>40498</c:v>
                </c:pt>
                <c:pt idx="1730">
                  <c:v>40499</c:v>
                </c:pt>
                <c:pt idx="1731">
                  <c:v>40500</c:v>
                </c:pt>
                <c:pt idx="1732">
                  <c:v>40501</c:v>
                </c:pt>
                <c:pt idx="1733">
                  <c:v>40504</c:v>
                </c:pt>
                <c:pt idx="1734">
                  <c:v>40505</c:v>
                </c:pt>
                <c:pt idx="1735">
                  <c:v>40506</c:v>
                </c:pt>
                <c:pt idx="1736">
                  <c:v>40507</c:v>
                </c:pt>
                <c:pt idx="1737">
                  <c:v>40508</c:v>
                </c:pt>
                <c:pt idx="1738">
                  <c:v>40511</c:v>
                </c:pt>
                <c:pt idx="1739">
                  <c:v>40512</c:v>
                </c:pt>
                <c:pt idx="1740">
                  <c:v>40513</c:v>
                </c:pt>
                <c:pt idx="1741">
                  <c:v>40514</c:v>
                </c:pt>
                <c:pt idx="1742">
                  <c:v>40515</c:v>
                </c:pt>
                <c:pt idx="1743">
                  <c:v>40518</c:v>
                </c:pt>
                <c:pt idx="1744">
                  <c:v>40519</c:v>
                </c:pt>
                <c:pt idx="1745">
                  <c:v>40520</c:v>
                </c:pt>
                <c:pt idx="1746">
                  <c:v>40521</c:v>
                </c:pt>
                <c:pt idx="1747">
                  <c:v>40522</c:v>
                </c:pt>
                <c:pt idx="1748">
                  <c:v>40525</c:v>
                </c:pt>
                <c:pt idx="1749">
                  <c:v>40526</c:v>
                </c:pt>
                <c:pt idx="1750">
                  <c:v>40527</c:v>
                </c:pt>
                <c:pt idx="1751">
                  <c:v>40528</c:v>
                </c:pt>
                <c:pt idx="1752">
                  <c:v>40529</c:v>
                </c:pt>
                <c:pt idx="1753">
                  <c:v>40532</c:v>
                </c:pt>
                <c:pt idx="1754">
                  <c:v>40533</c:v>
                </c:pt>
                <c:pt idx="1755">
                  <c:v>40534</c:v>
                </c:pt>
                <c:pt idx="1756">
                  <c:v>40535</c:v>
                </c:pt>
                <c:pt idx="1757">
                  <c:v>40536</c:v>
                </c:pt>
                <c:pt idx="1758">
                  <c:v>40539</c:v>
                </c:pt>
                <c:pt idx="1759">
                  <c:v>40540</c:v>
                </c:pt>
                <c:pt idx="1760">
                  <c:v>40541</c:v>
                </c:pt>
                <c:pt idx="1761">
                  <c:v>40542</c:v>
                </c:pt>
                <c:pt idx="1762">
                  <c:v>40543</c:v>
                </c:pt>
                <c:pt idx="1763">
                  <c:v>40546</c:v>
                </c:pt>
                <c:pt idx="1764">
                  <c:v>40547</c:v>
                </c:pt>
                <c:pt idx="1765">
                  <c:v>40548</c:v>
                </c:pt>
                <c:pt idx="1766">
                  <c:v>40549</c:v>
                </c:pt>
                <c:pt idx="1767">
                  <c:v>40550</c:v>
                </c:pt>
                <c:pt idx="1768">
                  <c:v>40553</c:v>
                </c:pt>
                <c:pt idx="1769">
                  <c:v>40554</c:v>
                </c:pt>
                <c:pt idx="1770">
                  <c:v>40555</c:v>
                </c:pt>
                <c:pt idx="1771">
                  <c:v>40556</c:v>
                </c:pt>
                <c:pt idx="1772">
                  <c:v>40557</c:v>
                </c:pt>
                <c:pt idx="1773">
                  <c:v>40560</c:v>
                </c:pt>
                <c:pt idx="1774">
                  <c:v>40561</c:v>
                </c:pt>
                <c:pt idx="1775">
                  <c:v>40562</c:v>
                </c:pt>
                <c:pt idx="1776">
                  <c:v>40563</c:v>
                </c:pt>
                <c:pt idx="1777">
                  <c:v>40564</c:v>
                </c:pt>
                <c:pt idx="1778">
                  <c:v>40567</c:v>
                </c:pt>
                <c:pt idx="1779">
                  <c:v>40568</c:v>
                </c:pt>
                <c:pt idx="1780">
                  <c:v>40569</c:v>
                </c:pt>
                <c:pt idx="1781">
                  <c:v>40570</c:v>
                </c:pt>
                <c:pt idx="1782">
                  <c:v>40571</c:v>
                </c:pt>
                <c:pt idx="1783">
                  <c:v>40574</c:v>
                </c:pt>
                <c:pt idx="1784">
                  <c:v>40575</c:v>
                </c:pt>
                <c:pt idx="1785">
                  <c:v>40576</c:v>
                </c:pt>
                <c:pt idx="1786">
                  <c:v>40577</c:v>
                </c:pt>
                <c:pt idx="1787">
                  <c:v>40578</c:v>
                </c:pt>
                <c:pt idx="1788">
                  <c:v>40581</c:v>
                </c:pt>
                <c:pt idx="1789">
                  <c:v>40582</c:v>
                </c:pt>
                <c:pt idx="1790">
                  <c:v>40583</c:v>
                </c:pt>
                <c:pt idx="1791">
                  <c:v>40584</c:v>
                </c:pt>
                <c:pt idx="1792">
                  <c:v>40585</c:v>
                </c:pt>
                <c:pt idx="1793">
                  <c:v>40588</c:v>
                </c:pt>
                <c:pt idx="1794">
                  <c:v>40589</c:v>
                </c:pt>
                <c:pt idx="1795">
                  <c:v>40590</c:v>
                </c:pt>
                <c:pt idx="1796">
                  <c:v>40591</c:v>
                </c:pt>
                <c:pt idx="1797">
                  <c:v>40592</c:v>
                </c:pt>
                <c:pt idx="1798">
                  <c:v>40595</c:v>
                </c:pt>
                <c:pt idx="1799">
                  <c:v>40596</c:v>
                </c:pt>
                <c:pt idx="1800">
                  <c:v>40597</c:v>
                </c:pt>
                <c:pt idx="1801">
                  <c:v>40598</c:v>
                </c:pt>
                <c:pt idx="1802">
                  <c:v>40599</c:v>
                </c:pt>
                <c:pt idx="1803">
                  <c:v>40602</c:v>
                </c:pt>
                <c:pt idx="1804">
                  <c:v>40603</c:v>
                </c:pt>
                <c:pt idx="1805">
                  <c:v>40604</c:v>
                </c:pt>
                <c:pt idx="1806">
                  <c:v>40605</c:v>
                </c:pt>
                <c:pt idx="1807">
                  <c:v>40606</c:v>
                </c:pt>
                <c:pt idx="1808">
                  <c:v>40609</c:v>
                </c:pt>
                <c:pt idx="1809">
                  <c:v>40610</c:v>
                </c:pt>
                <c:pt idx="1810">
                  <c:v>40611</c:v>
                </c:pt>
                <c:pt idx="1811">
                  <c:v>40612</c:v>
                </c:pt>
                <c:pt idx="1812">
                  <c:v>40613</c:v>
                </c:pt>
                <c:pt idx="1813">
                  <c:v>40616</c:v>
                </c:pt>
                <c:pt idx="1814">
                  <c:v>40617</c:v>
                </c:pt>
                <c:pt idx="1815">
                  <c:v>40618</c:v>
                </c:pt>
                <c:pt idx="1816">
                  <c:v>40619</c:v>
                </c:pt>
                <c:pt idx="1817">
                  <c:v>40620</c:v>
                </c:pt>
                <c:pt idx="1818">
                  <c:v>40623</c:v>
                </c:pt>
                <c:pt idx="1819">
                  <c:v>40624</c:v>
                </c:pt>
                <c:pt idx="1820">
                  <c:v>40625</c:v>
                </c:pt>
                <c:pt idx="1821">
                  <c:v>40626</c:v>
                </c:pt>
                <c:pt idx="1822">
                  <c:v>40627</c:v>
                </c:pt>
                <c:pt idx="1823">
                  <c:v>40630</c:v>
                </c:pt>
                <c:pt idx="1824">
                  <c:v>40631</c:v>
                </c:pt>
                <c:pt idx="1825">
                  <c:v>40632</c:v>
                </c:pt>
                <c:pt idx="1826">
                  <c:v>40633</c:v>
                </c:pt>
                <c:pt idx="1827">
                  <c:v>40634</c:v>
                </c:pt>
                <c:pt idx="1828">
                  <c:v>40637</c:v>
                </c:pt>
                <c:pt idx="1829">
                  <c:v>40638</c:v>
                </c:pt>
                <c:pt idx="1830">
                  <c:v>40639</c:v>
                </c:pt>
                <c:pt idx="1831">
                  <c:v>40640</c:v>
                </c:pt>
                <c:pt idx="1832">
                  <c:v>40641</c:v>
                </c:pt>
                <c:pt idx="1833">
                  <c:v>40644</c:v>
                </c:pt>
                <c:pt idx="1834">
                  <c:v>40645</c:v>
                </c:pt>
                <c:pt idx="1835">
                  <c:v>40646</c:v>
                </c:pt>
                <c:pt idx="1836">
                  <c:v>40647</c:v>
                </c:pt>
                <c:pt idx="1837">
                  <c:v>40648</c:v>
                </c:pt>
                <c:pt idx="1838">
                  <c:v>40651</c:v>
                </c:pt>
                <c:pt idx="1839">
                  <c:v>40652</c:v>
                </c:pt>
                <c:pt idx="1840">
                  <c:v>40653</c:v>
                </c:pt>
                <c:pt idx="1841">
                  <c:v>40654</c:v>
                </c:pt>
                <c:pt idx="1842">
                  <c:v>40655</c:v>
                </c:pt>
                <c:pt idx="1843">
                  <c:v>40658</c:v>
                </c:pt>
                <c:pt idx="1844">
                  <c:v>40659</c:v>
                </c:pt>
                <c:pt idx="1845">
                  <c:v>40660</c:v>
                </c:pt>
                <c:pt idx="1846">
                  <c:v>40661</c:v>
                </c:pt>
                <c:pt idx="1847">
                  <c:v>40662</c:v>
                </c:pt>
                <c:pt idx="1848">
                  <c:v>40665</c:v>
                </c:pt>
                <c:pt idx="1849">
                  <c:v>40666</c:v>
                </c:pt>
                <c:pt idx="1850">
                  <c:v>40667</c:v>
                </c:pt>
                <c:pt idx="1851">
                  <c:v>40668</c:v>
                </c:pt>
                <c:pt idx="1852">
                  <c:v>40669</c:v>
                </c:pt>
                <c:pt idx="1853">
                  <c:v>40672</c:v>
                </c:pt>
                <c:pt idx="1854">
                  <c:v>40673</c:v>
                </c:pt>
                <c:pt idx="1855">
                  <c:v>40674</c:v>
                </c:pt>
                <c:pt idx="1856">
                  <c:v>40675</c:v>
                </c:pt>
                <c:pt idx="1857">
                  <c:v>40676</c:v>
                </c:pt>
                <c:pt idx="1858">
                  <c:v>40679</c:v>
                </c:pt>
                <c:pt idx="1859">
                  <c:v>40680</c:v>
                </c:pt>
                <c:pt idx="1860">
                  <c:v>40681</c:v>
                </c:pt>
                <c:pt idx="1861">
                  <c:v>40682</c:v>
                </c:pt>
                <c:pt idx="1862">
                  <c:v>40683</c:v>
                </c:pt>
                <c:pt idx="1863">
                  <c:v>40686</c:v>
                </c:pt>
                <c:pt idx="1864">
                  <c:v>40687</c:v>
                </c:pt>
                <c:pt idx="1865">
                  <c:v>40688</c:v>
                </c:pt>
                <c:pt idx="1866">
                  <c:v>40689</c:v>
                </c:pt>
                <c:pt idx="1867">
                  <c:v>40690</c:v>
                </c:pt>
                <c:pt idx="1868">
                  <c:v>40693</c:v>
                </c:pt>
                <c:pt idx="1869">
                  <c:v>40694</c:v>
                </c:pt>
                <c:pt idx="1870">
                  <c:v>40695</c:v>
                </c:pt>
                <c:pt idx="1871">
                  <c:v>40696</c:v>
                </c:pt>
                <c:pt idx="1872">
                  <c:v>40697</c:v>
                </c:pt>
                <c:pt idx="1873">
                  <c:v>40700</c:v>
                </c:pt>
                <c:pt idx="1874">
                  <c:v>40701</c:v>
                </c:pt>
                <c:pt idx="1875">
                  <c:v>40702</c:v>
                </c:pt>
                <c:pt idx="1876">
                  <c:v>40703</c:v>
                </c:pt>
                <c:pt idx="1877">
                  <c:v>40704</c:v>
                </c:pt>
                <c:pt idx="1878">
                  <c:v>40707</c:v>
                </c:pt>
                <c:pt idx="1879">
                  <c:v>40708</c:v>
                </c:pt>
                <c:pt idx="1880">
                  <c:v>40709</c:v>
                </c:pt>
                <c:pt idx="1881">
                  <c:v>40710</c:v>
                </c:pt>
                <c:pt idx="1882">
                  <c:v>40711</c:v>
                </c:pt>
                <c:pt idx="1883">
                  <c:v>40714</c:v>
                </c:pt>
                <c:pt idx="1884">
                  <c:v>40715</c:v>
                </c:pt>
                <c:pt idx="1885">
                  <c:v>40716</c:v>
                </c:pt>
                <c:pt idx="1886">
                  <c:v>40717</c:v>
                </c:pt>
                <c:pt idx="1887">
                  <c:v>40718</c:v>
                </c:pt>
                <c:pt idx="1888">
                  <c:v>40721</c:v>
                </c:pt>
                <c:pt idx="1889">
                  <c:v>40722</c:v>
                </c:pt>
                <c:pt idx="1890">
                  <c:v>40723</c:v>
                </c:pt>
                <c:pt idx="1891">
                  <c:v>40724</c:v>
                </c:pt>
                <c:pt idx="1892">
                  <c:v>40725</c:v>
                </c:pt>
                <c:pt idx="1893">
                  <c:v>40728</c:v>
                </c:pt>
                <c:pt idx="1894">
                  <c:v>40729</c:v>
                </c:pt>
                <c:pt idx="1895">
                  <c:v>40730</c:v>
                </c:pt>
                <c:pt idx="1896">
                  <c:v>40731</c:v>
                </c:pt>
                <c:pt idx="1897">
                  <c:v>40732</c:v>
                </c:pt>
                <c:pt idx="1898">
                  <c:v>40735</c:v>
                </c:pt>
                <c:pt idx="1899">
                  <c:v>40736</c:v>
                </c:pt>
                <c:pt idx="1900">
                  <c:v>40737</c:v>
                </c:pt>
                <c:pt idx="1901">
                  <c:v>40738</c:v>
                </c:pt>
                <c:pt idx="1902">
                  <c:v>40739</c:v>
                </c:pt>
                <c:pt idx="1903">
                  <c:v>40742</c:v>
                </c:pt>
                <c:pt idx="1904">
                  <c:v>40743</c:v>
                </c:pt>
                <c:pt idx="1905">
                  <c:v>40744</c:v>
                </c:pt>
                <c:pt idx="1906">
                  <c:v>40745</c:v>
                </c:pt>
                <c:pt idx="1907">
                  <c:v>40746</c:v>
                </c:pt>
                <c:pt idx="1908">
                  <c:v>40749</c:v>
                </c:pt>
                <c:pt idx="1909">
                  <c:v>40750</c:v>
                </c:pt>
                <c:pt idx="1910">
                  <c:v>40751</c:v>
                </c:pt>
                <c:pt idx="1911">
                  <c:v>40752</c:v>
                </c:pt>
                <c:pt idx="1912">
                  <c:v>40753</c:v>
                </c:pt>
                <c:pt idx="1913">
                  <c:v>40756</c:v>
                </c:pt>
                <c:pt idx="1914">
                  <c:v>40757</c:v>
                </c:pt>
                <c:pt idx="1915">
                  <c:v>40758</c:v>
                </c:pt>
                <c:pt idx="1916">
                  <c:v>40759</c:v>
                </c:pt>
                <c:pt idx="1917">
                  <c:v>40760</c:v>
                </c:pt>
                <c:pt idx="1918">
                  <c:v>40763</c:v>
                </c:pt>
                <c:pt idx="1919">
                  <c:v>40764</c:v>
                </c:pt>
                <c:pt idx="1920">
                  <c:v>40765</c:v>
                </c:pt>
                <c:pt idx="1921">
                  <c:v>40766</c:v>
                </c:pt>
                <c:pt idx="1922">
                  <c:v>40767</c:v>
                </c:pt>
                <c:pt idx="1923">
                  <c:v>40770</c:v>
                </c:pt>
                <c:pt idx="1924">
                  <c:v>40771</c:v>
                </c:pt>
                <c:pt idx="1925">
                  <c:v>40772</c:v>
                </c:pt>
                <c:pt idx="1926">
                  <c:v>40773</c:v>
                </c:pt>
                <c:pt idx="1927">
                  <c:v>40774</c:v>
                </c:pt>
                <c:pt idx="1928">
                  <c:v>40777</c:v>
                </c:pt>
                <c:pt idx="1929">
                  <c:v>40778</c:v>
                </c:pt>
                <c:pt idx="1930">
                  <c:v>40779</c:v>
                </c:pt>
                <c:pt idx="1931">
                  <c:v>40780</c:v>
                </c:pt>
                <c:pt idx="1932">
                  <c:v>40781</c:v>
                </c:pt>
                <c:pt idx="1933">
                  <c:v>40784</c:v>
                </c:pt>
                <c:pt idx="1934">
                  <c:v>40785</c:v>
                </c:pt>
                <c:pt idx="1935">
                  <c:v>40786</c:v>
                </c:pt>
                <c:pt idx="1936">
                  <c:v>40787</c:v>
                </c:pt>
                <c:pt idx="1937">
                  <c:v>40788</c:v>
                </c:pt>
                <c:pt idx="1938">
                  <c:v>40791</c:v>
                </c:pt>
                <c:pt idx="1939">
                  <c:v>40792</c:v>
                </c:pt>
                <c:pt idx="1940">
                  <c:v>40793</c:v>
                </c:pt>
                <c:pt idx="1941">
                  <c:v>40794</c:v>
                </c:pt>
                <c:pt idx="1942">
                  <c:v>40795</c:v>
                </c:pt>
                <c:pt idx="1943">
                  <c:v>40798</c:v>
                </c:pt>
                <c:pt idx="1944">
                  <c:v>40799</c:v>
                </c:pt>
                <c:pt idx="1945">
                  <c:v>40800</c:v>
                </c:pt>
                <c:pt idx="1946">
                  <c:v>40801</c:v>
                </c:pt>
                <c:pt idx="1947">
                  <c:v>40802</c:v>
                </c:pt>
                <c:pt idx="1948">
                  <c:v>40805</c:v>
                </c:pt>
                <c:pt idx="1949">
                  <c:v>40806</c:v>
                </c:pt>
                <c:pt idx="1950">
                  <c:v>40807</c:v>
                </c:pt>
                <c:pt idx="1951">
                  <c:v>40808</c:v>
                </c:pt>
                <c:pt idx="1952">
                  <c:v>40809</c:v>
                </c:pt>
                <c:pt idx="1953">
                  <c:v>40812</c:v>
                </c:pt>
                <c:pt idx="1954">
                  <c:v>40813</c:v>
                </c:pt>
                <c:pt idx="1955">
                  <c:v>40814</c:v>
                </c:pt>
                <c:pt idx="1956">
                  <c:v>40815</c:v>
                </c:pt>
                <c:pt idx="1957">
                  <c:v>40816</c:v>
                </c:pt>
                <c:pt idx="1958">
                  <c:v>40819</c:v>
                </c:pt>
                <c:pt idx="1959">
                  <c:v>40820</c:v>
                </c:pt>
                <c:pt idx="1960">
                  <c:v>40821</c:v>
                </c:pt>
                <c:pt idx="1961">
                  <c:v>40822</c:v>
                </c:pt>
                <c:pt idx="1962">
                  <c:v>40823</c:v>
                </c:pt>
                <c:pt idx="1963">
                  <c:v>40826</c:v>
                </c:pt>
                <c:pt idx="1964">
                  <c:v>40827</c:v>
                </c:pt>
                <c:pt idx="1965">
                  <c:v>40828</c:v>
                </c:pt>
                <c:pt idx="1966">
                  <c:v>40829</c:v>
                </c:pt>
                <c:pt idx="1967">
                  <c:v>40830</c:v>
                </c:pt>
                <c:pt idx="1968">
                  <c:v>40833</c:v>
                </c:pt>
                <c:pt idx="1969">
                  <c:v>40834</c:v>
                </c:pt>
                <c:pt idx="1970">
                  <c:v>40835</c:v>
                </c:pt>
                <c:pt idx="1971">
                  <c:v>40836</c:v>
                </c:pt>
                <c:pt idx="1972">
                  <c:v>40837</c:v>
                </c:pt>
                <c:pt idx="1973">
                  <c:v>40840</c:v>
                </c:pt>
                <c:pt idx="1974">
                  <c:v>40841</c:v>
                </c:pt>
                <c:pt idx="1975">
                  <c:v>40842</c:v>
                </c:pt>
                <c:pt idx="1976">
                  <c:v>40843</c:v>
                </c:pt>
                <c:pt idx="1977">
                  <c:v>40844</c:v>
                </c:pt>
                <c:pt idx="1978">
                  <c:v>40847</c:v>
                </c:pt>
                <c:pt idx="1979">
                  <c:v>40848</c:v>
                </c:pt>
                <c:pt idx="1980">
                  <c:v>40849</c:v>
                </c:pt>
                <c:pt idx="1981">
                  <c:v>40850</c:v>
                </c:pt>
                <c:pt idx="1982">
                  <c:v>40851</c:v>
                </c:pt>
                <c:pt idx="1983">
                  <c:v>40854</c:v>
                </c:pt>
                <c:pt idx="1984">
                  <c:v>40855</c:v>
                </c:pt>
                <c:pt idx="1985">
                  <c:v>40856</c:v>
                </c:pt>
                <c:pt idx="1986">
                  <c:v>40857</c:v>
                </c:pt>
                <c:pt idx="1987">
                  <c:v>40858</c:v>
                </c:pt>
                <c:pt idx="1988">
                  <c:v>40861</c:v>
                </c:pt>
                <c:pt idx="1989">
                  <c:v>40862</c:v>
                </c:pt>
                <c:pt idx="1990">
                  <c:v>40863</c:v>
                </c:pt>
                <c:pt idx="1991">
                  <c:v>40864</c:v>
                </c:pt>
                <c:pt idx="1992">
                  <c:v>40865</c:v>
                </c:pt>
                <c:pt idx="1993">
                  <c:v>40868</c:v>
                </c:pt>
                <c:pt idx="1994">
                  <c:v>40869</c:v>
                </c:pt>
                <c:pt idx="1995">
                  <c:v>40870</c:v>
                </c:pt>
                <c:pt idx="1996">
                  <c:v>40871</c:v>
                </c:pt>
                <c:pt idx="1997">
                  <c:v>40872</c:v>
                </c:pt>
                <c:pt idx="1998">
                  <c:v>40875</c:v>
                </c:pt>
                <c:pt idx="1999">
                  <c:v>40876</c:v>
                </c:pt>
                <c:pt idx="2000">
                  <c:v>40877</c:v>
                </c:pt>
                <c:pt idx="2001">
                  <c:v>40878</c:v>
                </c:pt>
                <c:pt idx="2002">
                  <c:v>40879</c:v>
                </c:pt>
                <c:pt idx="2003">
                  <c:v>40882</c:v>
                </c:pt>
                <c:pt idx="2004">
                  <c:v>40883</c:v>
                </c:pt>
                <c:pt idx="2005">
                  <c:v>40884</c:v>
                </c:pt>
                <c:pt idx="2006">
                  <c:v>40885</c:v>
                </c:pt>
                <c:pt idx="2007">
                  <c:v>40886</c:v>
                </c:pt>
                <c:pt idx="2008">
                  <c:v>40889</c:v>
                </c:pt>
                <c:pt idx="2009">
                  <c:v>40890</c:v>
                </c:pt>
                <c:pt idx="2010">
                  <c:v>40891</c:v>
                </c:pt>
                <c:pt idx="2011">
                  <c:v>40892</c:v>
                </c:pt>
                <c:pt idx="2012">
                  <c:v>40893</c:v>
                </c:pt>
                <c:pt idx="2013">
                  <c:v>40896</c:v>
                </c:pt>
                <c:pt idx="2014">
                  <c:v>40897</c:v>
                </c:pt>
                <c:pt idx="2015">
                  <c:v>40898</c:v>
                </c:pt>
                <c:pt idx="2016">
                  <c:v>40899</c:v>
                </c:pt>
                <c:pt idx="2017">
                  <c:v>40900</c:v>
                </c:pt>
                <c:pt idx="2018">
                  <c:v>40903</c:v>
                </c:pt>
                <c:pt idx="2019">
                  <c:v>40904</c:v>
                </c:pt>
                <c:pt idx="2020">
                  <c:v>40905</c:v>
                </c:pt>
                <c:pt idx="2021">
                  <c:v>40906</c:v>
                </c:pt>
                <c:pt idx="2022">
                  <c:v>40907</c:v>
                </c:pt>
                <c:pt idx="2023">
                  <c:v>40910</c:v>
                </c:pt>
                <c:pt idx="2024">
                  <c:v>40911</c:v>
                </c:pt>
                <c:pt idx="2025">
                  <c:v>40912</c:v>
                </c:pt>
                <c:pt idx="2026">
                  <c:v>40913</c:v>
                </c:pt>
                <c:pt idx="2027">
                  <c:v>40914</c:v>
                </c:pt>
                <c:pt idx="2028">
                  <c:v>40917</c:v>
                </c:pt>
                <c:pt idx="2029">
                  <c:v>40918</c:v>
                </c:pt>
                <c:pt idx="2030">
                  <c:v>40919</c:v>
                </c:pt>
                <c:pt idx="2031">
                  <c:v>40920</c:v>
                </c:pt>
                <c:pt idx="2032">
                  <c:v>40921</c:v>
                </c:pt>
                <c:pt idx="2033">
                  <c:v>40924</c:v>
                </c:pt>
                <c:pt idx="2034">
                  <c:v>40925</c:v>
                </c:pt>
                <c:pt idx="2035">
                  <c:v>40926</c:v>
                </c:pt>
                <c:pt idx="2036">
                  <c:v>40927</c:v>
                </c:pt>
                <c:pt idx="2037">
                  <c:v>40928</c:v>
                </c:pt>
                <c:pt idx="2038">
                  <c:v>40931</c:v>
                </c:pt>
                <c:pt idx="2039">
                  <c:v>40932</c:v>
                </c:pt>
                <c:pt idx="2040">
                  <c:v>40933</c:v>
                </c:pt>
                <c:pt idx="2041">
                  <c:v>40934</c:v>
                </c:pt>
                <c:pt idx="2042">
                  <c:v>40935</c:v>
                </c:pt>
                <c:pt idx="2043">
                  <c:v>40938</c:v>
                </c:pt>
                <c:pt idx="2044">
                  <c:v>40939</c:v>
                </c:pt>
                <c:pt idx="2045">
                  <c:v>40940</c:v>
                </c:pt>
                <c:pt idx="2046">
                  <c:v>40941</c:v>
                </c:pt>
                <c:pt idx="2047">
                  <c:v>40942</c:v>
                </c:pt>
                <c:pt idx="2048">
                  <c:v>40945</c:v>
                </c:pt>
                <c:pt idx="2049">
                  <c:v>40946</c:v>
                </c:pt>
                <c:pt idx="2050">
                  <c:v>40947</c:v>
                </c:pt>
                <c:pt idx="2051">
                  <c:v>40948</c:v>
                </c:pt>
                <c:pt idx="2052">
                  <c:v>40949</c:v>
                </c:pt>
                <c:pt idx="2053">
                  <c:v>40952</c:v>
                </c:pt>
                <c:pt idx="2054">
                  <c:v>40953</c:v>
                </c:pt>
                <c:pt idx="2055">
                  <c:v>40954</c:v>
                </c:pt>
                <c:pt idx="2056">
                  <c:v>40955</c:v>
                </c:pt>
                <c:pt idx="2057">
                  <c:v>40956</c:v>
                </c:pt>
                <c:pt idx="2058">
                  <c:v>40959</c:v>
                </c:pt>
                <c:pt idx="2059">
                  <c:v>40960</c:v>
                </c:pt>
                <c:pt idx="2060">
                  <c:v>40961</c:v>
                </c:pt>
                <c:pt idx="2061">
                  <c:v>40962</c:v>
                </c:pt>
                <c:pt idx="2062">
                  <c:v>40963</c:v>
                </c:pt>
                <c:pt idx="2063">
                  <c:v>40966</c:v>
                </c:pt>
                <c:pt idx="2064">
                  <c:v>40967</c:v>
                </c:pt>
                <c:pt idx="2065">
                  <c:v>40968</c:v>
                </c:pt>
                <c:pt idx="2066">
                  <c:v>40969</c:v>
                </c:pt>
                <c:pt idx="2067">
                  <c:v>40970</c:v>
                </c:pt>
                <c:pt idx="2068">
                  <c:v>40973</c:v>
                </c:pt>
                <c:pt idx="2069">
                  <c:v>40974</c:v>
                </c:pt>
                <c:pt idx="2070">
                  <c:v>40975</c:v>
                </c:pt>
                <c:pt idx="2071">
                  <c:v>40976</c:v>
                </c:pt>
                <c:pt idx="2072">
                  <c:v>40977</c:v>
                </c:pt>
                <c:pt idx="2073">
                  <c:v>40980</c:v>
                </c:pt>
                <c:pt idx="2074">
                  <c:v>40981</c:v>
                </c:pt>
                <c:pt idx="2075">
                  <c:v>40982</c:v>
                </c:pt>
                <c:pt idx="2076">
                  <c:v>40983</c:v>
                </c:pt>
                <c:pt idx="2077">
                  <c:v>40984</c:v>
                </c:pt>
                <c:pt idx="2078">
                  <c:v>40987</c:v>
                </c:pt>
                <c:pt idx="2079">
                  <c:v>40988</c:v>
                </c:pt>
                <c:pt idx="2080">
                  <c:v>40989</c:v>
                </c:pt>
                <c:pt idx="2081">
                  <c:v>40990</c:v>
                </c:pt>
                <c:pt idx="2082">
                  <c:v>40991</c:v>
                </c:pt>
                <c:pt idx="2083">
                  <c:v>40994</c:v>
                </c:pt>
                <c:pt idx="2084">
                  <c:v>40995</c:v>
                </c:pt>
                <c:pt idx="2085">
                  <c:v>40996</c:v>
                </c:pt>
                <c:pt idx="2086">
                  <c:v>40997</c:v>
                </c:pt>
                <c:pt idx="2087">
                  <c:v>40998</c:v>
                </c:pt>
                <c:pt idx="2088">
                  <c:v>41001</c:v>
                </c:pt>
                <c:pt idx="2089">
                  <c:v>41002</c:v>
                </c:pt>
                <c:pt idx="2090">
                  <c:v>41003</c:v>
                </c:pt>
                <c:pt idx="2091">
                  <c:v>41004</c:v>
                </c:pt>
                <c:pt idx="2092">
                  <c:v>41005</c:v>
                </c:pt>
                <c:pt idx="2093">
                  <c:v>41008</c:v>
                </c:pt>
                <c:pt idx="2094">
                  <c:v>41009</c:v>
                </c:pt>
                <c:pt idx="2095">
                  <c:v>41010</c:v>
                </c:pt>
                <c:pt idx="2096">
                  <c:v>41011</c:v>
                </c:pt>
                <c:pt idx="2097">
                  <c:v>41012</c:v>
                </c:pt>
                <c:pt idx="2098">
                  <c:v>41015</c:v>
                </c:pt>
                <c:pt idx="2099">
                  <c:v>41016</c:v>
                </c:pt>
                <c:pt idx="2100">
                  <c:v>41017</c:v>
                </c:pt>
                <c:pt idx="2101">
                  <c:v>41018</c:v>
                </c:pt>
                <c:pt idx="2102">
                  <c:v>41019</c:v>
                </c:pt>
                <c:pt idx="2103">
                  <c:v>41022</c:v>
                </c:pt>
                <c:pt idx="2104">
                  <c:v>41023</c:v>
                </c:pt>
                <c:pt idx="2105">
                  <c:v>41024</c:v>
                </c:pt>
                <c:pt idx="2106">
                  <c:v>41025</c:v>
                </c:pt>
                <c:pt idx="2107">
                  <c:v>41026</c:v>
                </c:pt>
                <c:pt idx="2108">
                  <c:v>41029</c:v>
                </c:pt>
                <c:pt idx="2109">
                  <c:v>41030</c:v>
                </c:pt>
                <c:pt idx="2110">
                  <c:v>41031</c:v>
                </c:pt>
                <c:pt idx="2111">
                  <c:v>41032</c:v>
                </c:pt>
                <c:pt idx="2112">
                  <c:v>41033</c:v>
                </c:pt>
                <c:pt idx="2113">
                  <c:v>41036</c:v>
                </c:pt>
                <c:pt idx="2114">
                  <c:v>41037</c:v>
                </c:pt>
                <c:pt idx="2115">
                  <c:v>41038</c:v>
                </c:pt>
                <c:pt idx="2116">
                  <c:v>41039</c:v>
                </c:pt>
                <c:pt idx="2117">
                  <c:v>41040</c:v>
                </c:pt>
                <c:pt idx="2118">
                  <c:v>41043</c:v>
                </c:pt>
                <c:pt idx="2119">
                  <c:v>41044</c:v>
                </c:pt>
                <c:pt idx="2120">
                  <c:v>41045</c:v>
                </c:pt>
                <c:pt idx="2121">
                  <c:v>41046</c:v>
                </c:pt>
                <c:pt idx="2122">
                  <c:v>41047</c:v>
                </c:pt>
                <c:pt idx="2123">
                  <c:v>41050</c:v>
                </c:pt>
                <c:pt idx="2124">
                  <c:v>41051</c:v>
                </c:pt>
                <c:pt idx="2125">
                  <c:v>41052</c:v>
                </c:pt>
                <c:pt idx="2126">
                  <c:v>41053</c:v>
                </c:pt>
                <c:pt idx="2127">
                  <c:v>41054</c:v>
                </c:pt>
                <c:pt idx="2128">
                  <c:v>41057</c:v>
                </c:pt>
                <c:pt idx="2129">
                  <c:v>41058</c:v>
                </c:pt>
                <c:pt idx="2130">
                  <c:v>41059</c:v>
                </c:pt>
                <c:pt idx="2131">
                  <c:v>41060</c:v>
                </c:pt>
                <c:pt idx="2132">
                  <c:v>41061</c:v>
                </c:pt>
                <c:pt idx="2133">
                  <c:v>41064</c:v>
                </c:pt>
                <c:pt idx="2134">
                  <c:v>41065</c:v>
                </c:pt>
                <c:pt idx="2135">
                  <c:v>41066</c:v>
                </c:pt>
                <c:pt idx="2136">
                  <c:v>41067</c:v>
                </c:pt>
                <c:pt idx="2137">
                  <c:v>41068</c:v>
                </c:pt>
                <c:pt idx="2138">
                  <c:v>41071</c:v>
                </c:pt>
                <c:pt idx="2139">
                  <c:v>41072</c:v>
                </c:pt>
                <c:pt idx="2140">
                  <c:v>41073</c:v>
                </c:pt>
                <c:pt idx="2141">
                  <c:v>41074</c:v>
                </c:pt>
                <c:pt idx="2142">
                  <c:v>41075</c:v>
                </c:pt>
                <c:pt idx="2143">
                  <c:v>41078</c:v>
                </c:pt>
                <c:pt idx="2144">
                  <c:v>41079</c:v>
                </c:pt>
                <c:pt idx="2145">
                  <c:v>41080</c:v>
                </c:pt>
                <c:pt idx="2146">
                  <c:v>41081</c:v>
                </c:pt>
                <c:pt idx="2147">
                  <c:v>41082</c:v>
                </c:pt>
                <c:pt idx="2148">
                  <c:v>41085</c:v>
                </c:pt>
                <c:pt idx="2149">
                  <c:v>41086</c:v>
                </c:pt>
                <c:pt idx="2150">
                  <c:v>41087</c:v>
                </c:pt>
                <c:pt idx="2151">
                  <c:v>41088</c:v>
                </c:pt>
                <c:pt idx="2152">
                  <c:v>41089</c:v>
                </c:pt>
                <c:pt idx="2153">
                  <c:v>41092</c:v>
                </c:pt>
                <c:pt idx="2154">
                  <c:v>41093</c:v>
                </c:pt>
                <c:pt idx="2155">
                  <c:v>41094</c:v>
                </c:pt>
                <c:pt idx="2156">
                  <c:v>41095</c:v>
                </c:pt>
                <c:pt idx="2157">
                  <c:v>41096</c:v>
                </c:pt>
                <c:pt idx="2158">
                  <c:v>41099</c:v>
                </c:pt>
                <c:pt idx="2159">
                  <c:v>41100</c:v>
                </c:pt>
                <c:pt idx="2160">
                  <c:v>41101</c:v>
                </c:pt>
                <c:pt idx="2161">
                  <c:v>41102</c:v>
                </c:pt>
                <c:pt idx="2162">
                  <c:v>41103</c:v>
                </c:pt>
                <c:pt idx="2163">
                  <c:v>41106</c:v>
                </c:pt>
                <c:pt idx="2164">
                  <c:v>41107</c:v>
                </c:pt>
                <c:pt idx="2165">
                  <c:v>41108</c:v>
                </c:pt>
                <c:pt idx="2166">
                  <c:v>41109</c:v>
                </c:pt>
                <c:pt idx="2167">
                  <c:v>41110</c:v>
                </c:pt>
                <c:pt idx="2168">
                  <c:v>41113</c:v>
                </c:pt>
                <c:pt idx="2169">
                  <c:v>41114</c:v>
                </c:pt>
                <c:pt idx="2170">
                  <c:v>41115</c:v>
                </c:pt>
                <c:pt idx="2171">
                  <c:v>41116</c:v>
                </c:pt>
                <c:pt idx="2172">
                  <c:v>41117</c:v>
                </c:pt>
                <c:pt idx="2173">
                  <c:v>41120</c:v>
                </c:pt>
                <c:pt idx="2174">
                  <c:v>41121</c:v>
                </c:pt>
                <c:pt idx="2175">
                  <c:v>41122</c:v>
                </c:pt>
                <c:pt idx="2176">
                  <c:v>41123</c:v>
                </c:pt>
                <c:pt idx="2177">
                  <c:v>41124</c:v>
                </c:pt>
                <c:pt idx="2178">
                  <c:v>41127</c:v>
                </c:pt>
                <c:pt idx="2179">
                  <c:v>41128</c:v>
                </c:pt>
                <c:pt idx="2180">
                  <c:v>41129</c:v>
                </c:pt>
                <c:pt idx="2181">
                  <c:v>41130</c:v>
                </c:pt>
                <c:pt idx="2182">
                  <c:v>41131</c:v>
                </c:pt>
                <c:pt idx="2183">
                  <c:v>41134</c:v>
                </c:pt>
                <c:pt idx="2184">
                  <c:v>41135</c:v>
                </c:pt>
                <c:pt idx="2185">
                  <c:v>41136</c:v>
                </c:pt>
                <c:pt idx="2186">
                  <c:v>41137</c:v>
                </c:pt>
                <c:pt idx="2187">
                  <c:v>41138</c:v>
                </c:pt>
                <c:pt idx="2188">
                  <c:v>41141</c:v>
                </c:pt>
                <c:pt idx="2189">
                  <c:v>41142</c:v>
                </c:pt>
                <c:pt idx="2190">
                  <c:v>41143</c:v>
                </c:pt>
                <c:pt idx="2191">
                  <c:v>41144</c:v>
                </c:pt>
                <c:pt idx="2192">
                  <c:v>41145</c:v>
                </c:pt>
                <c:pt idx="2193">
                  <c:v>41148</c:v>
                </c:pt>
                <c:pt idx="2194">
                  <c:v>41149</c:v>
                </c:pt>
                <c:pt idx="2195">
                  <c:v>41150</c:v>
                </c:pt>
                <c:pt idx="2196">
                  <c:v>41151</c:v>
                </c:pt>
                <c:pt idx="2197">
                  <c:v>41152</c:v>
                </c:pt>
                <c:pt idx="2198">
                  <c:v>41155</c:v>
                </c:pt>
                <c:pt idx="2199">
                  <c:v>41156</c:v>
                </c:pt>
                <c:pt idx="2200">
                  <c:v>41157</c:v>
                </c:pt>
                <c:pt idx="2201">
                  <c:v>41158</c:v>
                </c:pt>
                <c:pt idx="2202">
                  <c:v>41159</c:v>
                </c:pt>
                <c:pt idx="2203">
                  <c:v>41162</c:v>
                </c:pt>
                <c:pt idx="2204">
                  <c:v>41163</c:v>
                </c:pt>
                <c:pt idx="2205">
                  <c:v>41164</c:v>
                </c:pt>
                <c:pt idx="2206">
                  <c:v>41165</c:v>
                </c:pt>
                <c:pt idx="2207">
                  <c:v>41166</c:v>
                </c:pt>
                <c:pt idx="2208">
                  <c:v>41169</c:v>
                </c:pt>
                <c:pt idx="2209">
                  <c:v>41170</c:v>
                </c:pt>
                <c:pt idx="2210">
                  <c:v>41171</c:v>
                </c:pt>
                <c:pt idx="2211">
                  <c:v>41172</c:v>
                </c:pt>
                <c:pt idx="2212">
                  <c:v>41173</c:v>
                </c:pt>
                <c:pt idx="2213">
                  <c:v>41176</c:v>
                </c:pt>
                <c:pt idx="2214">
                  <c:v>41177</c:v>
                </c:pt>
                <c:pt idx="2215">
                  <c:v>41178</c:v>
                </c:pt>
                <c:pt idx="2216">
                  <c:v>41179</c:v>
                </c:pt>
                <c:pt idx="2217">
                  <c:v>41180</c:v>
                </c:pt>
                <c:pt idx="2218">
                  <c:v>41183</c:v>
                </c:pt>
                <c:pt idx="2219">
                  <c:v>41184</c:v>
                </c:pt>
                <c:pt idx="2220">
                  <c:v>41185</c:v>
                </c:pt>
                <c:pt idx="2221">
                  <c:v>41186</c:v>
                </c:pt>
                <c:pt idx="2222">
                  <c:v>41187</c:v>
                </c:pt>
                <c:pt idx="2223">
                  <c:v>41190</c:v>
                </c:pt>
                <c:pt idx="2224">
                  <c:v>41191</c:v>
                </c:pt>
                <c:pt idx="2225">
                  <c:v>41192</c:v>
                </c:pt>
                <c:pt idx="2226">
                  <c:v>41193</c:v>
                </c:pt>
                <c:pt idx="2227">
                  <c:v>41194</c:v>
                </c:pt>
                <c:pt idx="2228">
                  <c:v>41197</c:v>
                </c:pt>
                <c:pt idx="2229">
                  <c:v>41198</c:v>
                </c:pt>
                <c:pt idx="2230">
                  <c:v>41199</c:v>
                </c:pt>
                <c:pt idx="2231">
                  <c:v>41200</c:v>
                </c:pt>
                <c:pt idx="2232">
                  <c:v>41201</c:v>
                </c:pt>
                <c:pt idx="2233">
                  <c:v>41204</c:v>
                </c:pt>
                <c:pt idx="2234">
                  <c:v>41205</c:v>
                </c:pt>
                <c:pt idx="2235">
                  <c:v>41206</c:v>
                </c:pt>
                <c:pt idx="2236">
                  <c:v>41207</c:v>
                </c:pt>
                <c:pt idx="2237">
                  <c:v>41208</c:v>
                </c:pt>
                <c:pt idx="2238">
                  <c:v>41211</c:v>
                </c:pt>
                <c:pt idx="2239">
                  <c:v>41212</c:v>
                </c:pt>
                <c:pt idx="2240">
                  <c:v>41213</c:v>
                </c:pt>
                <c:pt idx="2241">
                  <c:v>41214</c:v>
                </c:pt>
                <c:pt idx="2242">
                  <c:v>41215</c:v>
                </c:pt>
                <c:pt idx="2243">
                  <c:v>41218</c:v>
                </c:pt>
                <c:pt idx="2244">
                  <c:v>41219</c:v>
                </c:pt>
                <c:pt idx="2245">
                  <c:v>41220</c:v>
                </c:pt>
                <c:pt idx="2246">
                  <c:v>41221</c:v>
                </c:pt>
                <c:pt idx="2247">
                  <c:v>41222</c:v>
                </c:pt>
                <c:pt idx="2248">
                  <c:v>41225</c:v>
                </c:pt>
                <c:pt idx="2249">
                  <c:v>41226</c:v>
                </c:pt>
                <c:pt idx="2250">
                  <c:v>41227</c:v>
                </c:pt>
                <c:pt idx="2251">
                  <c:v>41228</c:v>
                </c:pt>
                <c:pt idx="2252">
                  <c:v>41229</c:v>
                </c:pt>
                <c:pt idx="2253">
                  <c:v>41232</c:v>
                </c:pt>
                <c:pt idx="2254">
                  <c:v>41233</c:v>
                </c:pt>
                <c:pt idx="2255">
                  <c:v>41234</c:v>
                </c:pt>
                <c:pt idx="2256">
                  <c:v>41235</c:v>
                </c:pt>
                <c:pt idx="2257">
                  <c:v>41236</c:v>
                </c:pt>
                <c:pt idx="2258">
                  <c:v>41239</c:v>
                </c:pt>
                <c:pt idx="2259">
                  <c:v>41240</c:v>
                </c:pt>
                <c:pt idx="2260">
                  <c:v>41241</c:v>
                </c:pt>
                <c:pt idx="2261">
                  <c:v>41242</c:v>
                </c:pt>
                <c:pt idx="2262">
                  <c:v>41243</c:v>
                </c:pt>
                <c:pt idx="2263">
                  <c:v>41246</c:v>
                </c:pt>
                <c:pt idx="2264">
                  <c:v>41247</c:v>
                </c:pt>
                <c:pt idx="2265">
                  <c:v>41248</c:v>
                </c:pt>
                <c:pt idx="2266">
                  <c:v>41249</c:v>
                </c:pt>
                <c:pt idx="2267">
                  <c:v>41250</c:v>
                </c:pt>
                <c:pt idx="2268">
                  <c:v>41253</c:v>
                </c:pt>
                <c:pt idx="2269">
                  <c:v>41254</c:v>
                </c:pt>
                <c:pt idx="2270">
                  <c:v>41255</c:v>
                </c:pt>
                <c:pt idx="2271">
                  <c:v>41256</c:v>
                </c:pt>
                <c:pt idx="2272">
                  <c:v>41257</c:v>
                </c:pt>
                <c:pt idx="2273">
                  <c:v>41260</c:v>
                </c:pt>
                <c:pt idx="2274">
                  <c:v>41261</c:v>
                </c:pt>
                <c:pt idx="2275">
                  <c:v>41262</c:v>
                </c:pt>
                <c:pt idx="2276">
                  <c:v>41263</c:v>
                </c:pt>
                <c:pt idx="2277">
                  <c:v>41264</c:v>
                </c:pt>
                <c:pt idx="2278">
                  <c:v>41267</c:v>
                </c:pt>
                <c:pt idx="2279">
                  <c:v>41268</c:v>
                </c:pt>
                <c:pt idx="2280">
                  <c:v>41269</c:v>
                </c:pt>
                <c:pt idx="2281">
                  <c:v>41270</c:v>
                </c:pt>
                <c:pt idx="2282">
                  <c:v>41271</c:v>
                </c:pt>
                <c:pt idx="2283">
                  <c:v>41274</c:v>
                </c:pt>
                <c:pt idx="2284">
                  <c:v>41275</c:v>
                </c:pt>
                <c:pt idx="2285">
                  <c:v>41276</c:v>
                </c:pt>
                <c:pt idx="2286">
                  <c:v>41277</c:v>
                </c:pt>
                <c:pt idx="2287">
                  <c:v>41278</c:v>
                </c:pt>
                <c:pt idx="2288">
                  <c:v>41281</c:v>
                </c:pt>
                <c:pt idx="2289">
                  <c:v>41282</c:v>
                </c:pt>
                <c:pt idx="2290">
                  <c:v>41283</c:v>
                </c:pt>
                <c:pt idx="2291">
                  <c:v>41284</c:v>
                </c:pt>
                <c:pt idx="2292">
                  <c:v>41285</c:v>
                </c:pt>
                <c:pt idx="2293">
                  <c:v>41288</c:v>
                </c:pt>
                <c:pt idx="2294">
                  <c:v>41289</c:v>
                </c:pt>
                <c:pt idx="2295">
                  <c:v>41290</c:v>
                </c:pt>
                <c:pt idx="2296">
                  <c:v>41291</c:v>
                </c:pt>
                <c:pt idx="2297">
                  <c:v>41292</c:v>
                </c:pt>
                <c:pt idx="2298">
                  <c:v>41295</c:v>
                </c:pt>
                <c:pt idx="2299">
                  <c:v>41296</c:v>
                </c:pt>
                <c:pt idx="2300">
                  <c:v>41297</c:v>
                </c:pt>
                <c:pt idx="2301">
                  <c:v>41298</c:v>
                </c:pt>
                <c:pt idx="2302">
                  <c:v>41299</c:v>
                </c:pt>
                <c:pt idx="2303">
                  <c:v>41302</c:v>
                </c:pt>
                <c:pt idx="2304">
                  <c:v>41303</c:v>
                </c:pt>
                <c:pt idx="2305">
                  <c:v>41304</c:v>
                </c:pt>
                <c:pt idx="2306">
                  <c:v>41305</c:v>
                </c:pt>
                <c:pt idx="2307">
                  <c:v>41306</c:v>
                </c:pt>
                <c:pt idx="2308">
                  <c:v>41309</c:v>
                </c:pt>
                <c:pt idx="2309">
                  <c:v>41310</c:v>
                </c:pt>
                <c:pt idx="2310">
                  <c:v>41311</c:v>
                </c:pt>
                <c:pt idx="2311">
                  <c:v>41312</c:v>
                </c:pt>
                <c:pt idx="2312">
                  <c:v>41313</c:v>
                </c:pt>
                <c:pt idx="2313">
                  <c:v>41316</c:v>
                </c:pt>
                <c:pt idx="2314">
                  <c:v>41317</c:v>
                </c:pt>
                <c:pt idx="2315">
                  <c:v>41318</c:v>
                </c:pt>
                <c:pt idx="2316">
                  <c:v>41319</c:v>
                </c:pt>
                <c:pt idx="2317">
                  <c:v>41320</c:v>
                </c:pt>
                <c:pt idx="2318">
                  <c:v>41323</c:v>
                </c:pt>
                <c:pt idx="2319">
                  <c:v>41324</c:v>
                </c:pt>
                <c:pt idx="2320">
                  <c:v>41325</c:v>
                </c:pt>
                <c:pt idx="2321">
                  <c:v>41326</c:v>
                </c:pt>
                <c:pt idx="2322">
                  <c:v>41327</c:v>
                </c:pt>
                <c:pt idx="2323">
                  <c:v>41330</c:v>
                </c:pt>
                <c:pt idx="2324">
                  <c:v>41331</c:v>
                </c:pt>
                <c:pt idx="2325">
                  <c:v>41332</c:v>
                </c:pt>
                <c:pt idx="2326">
                  <c:v>41333</c:v>
                </c:pt>
                <c:pt idx="2327">
                  <c:v>41334</c:v>
                </c:pt>
                <c:pt idx="2328">
                  <c:v>41337</c:v>
                </c:pt>
                <c:pt idx="2329">
                  <c:v>41338</c:v>
                </c:pt>
                <c:pt idx="2330">
                  <c:v>41339</c:v>
                </c:pt>
                <c:pt idx="2331">
                  <c:v>41340</c:v>
                </c:pt>
                <c:pt idx="2332">
                  <c:v>41341</c:v>
                </c:pt>
                <c:pt idx="2333">
                  <c:v>41344</c:v>
                </c:pt>
                <c:pt idx="2334">
                  <c:v>41345</c:v>
                </c:pt>
                <c:pt idx="2335">
                  <c:v>41346</c:v>
                </c:pt>
                <c:pt idx="2336">
                  <c:v>41347</c:v>
                </c:pt>
                <c:pt idx="2337">
                  <c:v>41348</c:v>
                </c:pt>
                <c:pt idx="2338">
                  <c:v>41351</c:v>
                </c:pt>
                <c:pt idx="2339">
                  <c:v>41352</c:v>
                </c:pt>
                <c:pt idx="2340">
                  <c:v>41353</c:v>
                </c:pt>
                <c:pt idx="2341">
                  <c:v>41354</c:v>
                </c:pt>
                <c:pt idx="2342">
                  <c:v>41355</c:v>
                </c:pt>
                <c:pt idx="2343">
                  <c:v>41358</c:v>
                </c:pt>
                <c:pt idx="2344">
                  <c:v>41359</c:v>
                </c:pt>
                <c:pt idx="2345">
                  <c:v>41360</c:v>
                </c:pt>
                <c:pt idx="2346">
                  <c:v>41361</c:v>
                </c:pt>
                <c:pt idx="2347">
                  <c:v>41362</c:v>
                </c:pt>
                <c:pt idx="2348">
                  <c:v>41365</c:v>
                </c:pt>
                <c:pt idx="2349">
                  <c:v>41366</c:v>
                </c:pt>
                <c:pt idx="2350">
                  <c:v>41367</c:v>
                </c:pt>
                <c:pt idx="2351">
                  <c:v>41368</c:v>
                </c:pt>
                <c:pt idx="2352">
                  <c:v>41369</c:v>
                </c:pt>
                <c:pt idx="2353">
                  <c:v>41372</c:v>
                </c:pt>
                <c:pt idx="2354">
                  <c:v>41373</c:v>
                </c:pt>
                <c:pt idx="2355">
                  <c:v>41374</c:v>
                </c:pt>
                <c:pt idx="2356">
                  <c:v>41375</c:v>
                </c:pt>
                <c:pt idx="2357">
                  <c:v>41376</c:v>
                </c:pt>
                <c:pt idx="2358">
                  <c:v>41379</c:v>
                </c:pt>
                <c:pt idx="2359">
                  <c:v>41380</c:v>
                </c:pt>
                <c:pt idx="2360">
                  <c:v>41381</c:v>
                </c:pt>
                <c:pt idx="2361">
                  <c:v>41382</c:v>
                </c:pt>
                <c:pt idx="2362">
                  <c:v>41383</c:v>
                </c:pt>
                <c:pt idx="2363">
                  <c:v>41386</c:v>
                </c:pt>
                <c:pt idx="2364">
                  <c:v>41387</c:v>
                </c:pt>
                <c:pt idx="2365">
                  <c:v>41388</c:v>
                </c:pt>
                <c:pt idx="2366">
                  <c:v>41389</c:v>
                </c:pt>
                <c:pt idx="2367">
                  <c:v>41390</c:v>
                </c:pt>
                <c:pt idx="2368">
                  <c:v>41393</c:v>
                </c:pt>
                <c:pt idx="2369">
                  <c:v>41394</c:v>
                </c:pt>
                <c:pt idx="2370">
                  <c:v>41395</c:v>
                </c:pt>
                <c:pt idx="2371">
                  <c:v>41396</c:v>
                </c:pt>
                <c:pt idx="2372">
                  <c:v>41397</c:v>
                </c:pt>
                <c:pt idx="2373">
                  <c:v>41400</c:v>
                </c:pt>
                <c:pt idx="2374">
                  <c:v>41401</c:v>
                </c:pt>
                <c:pt idx="2375">
                  <c:v>41402</c:v>
                </c:pt>
                <c:pt idx="2376">
                  <c:v>41403</c:v>
                </c:pt>
                <c:pt idx="2377">
                  <c:v>41404</c:v>
                </c:pt>
                <c:pt idx="2378">
                  <c:v>41407</c:v>
                </c:pt>
                <c:pt idx="2379">
                  <c:v>41408</c:v>
                </c:pt>
                <c:pt idx="2380">
                  <c:v>41409</c:v>
                </c:pt>
                <c:pt idx="2381">
                  <c:v>41410</c:v>
                </c:pt>
                <c:pt idx="2382">
                  <c:v>41411</c:v>
                </c:pt>
                <c:pt idx="2383">
                  <c:v>41414</c:v>
                </c:pt>
                <c:pt idx="2384">
                  <c:v>41415</c:v>
                </c:pt>
                <c:pt idx="2385">
                  <c:v>41416</c:v>
                </c:pt>
                <c:pt idx="2386">
                  <c:v>41417</c:v>
                </c:pt>
                <c:pt idx="2387">
                  <c:v>41418</c:v>
                </c:pt>
                <c:pt idx="2388">
                  <c:v>41421</c:v>
                </c:pt>
                <c:pt idx="2389">
                  <c:v>41422</c:v>
                </c:pt>
                <c:pt idx="2390">
                  <c:v>41423</c:v>
                </c:pt>
                <c:pt idx="2391">
                  <c:v>41424</c:v>
                </c:pt>
                <c:pt idx="2392">
                  <c:v>41425</c:v>
                </c:pt>
                <c:pt idx="2393">
                  <c:v>41428</c:v>
                </c:pt>
                <c:pt idx="2394">
                  <c:v>41429</c:v>
                </c:pt>
                <c:pt idx="2395">
                  <c:v>41430</c:v>
                </c:pt>
                <c:pt idx="2396">
                  <c:v>41431</c:v>
                </c:pt>
                <c:pt idx="2397">
                  <c:v>41432</c:v>
                </c:pt>
                <c:pt idx="2398">
                  <c:v>41435</c:v>
                </c:pt>
                <c:pt idx="2399">
                  <c:v>41436</c:v>
                </c:pt>
                <c:pt idx="2400">
                  <c:v>41437</c:v>
                </c:pt>
                <c:pt idx="2401">
                  <c:v>41438</c:v>
                </c:pt>
                <c:pt idx="2402">
                  <c:v>41439</c:v>
                </c:pt>
                <c:pt idx="2403">
                  <c:v>41442</c:v>
                </c:pt>
                <c:pt idx="2404">
                  <c:v>41443</c:v>
                </c:pt>
                <c:pt idx="2405">
                  <c:v>41444</c:v>
                </c:pt>
                <c:pt idx="2406">
                  <c:v>41445</c:v>
                </c:pt>
                <c:pt idx="2407">
                  <c:v>41446</c:v>
                </c:pt>
                <c:pt idx="2408">
                  <c:v>41449</c:v>
                </c:pt>
                <c:pt idx="2409">
                  <c:v>41450</c:v>
                </c:pt>
                <c:pt idx="2410">
                  <c:v>41451</c:v>
                </c:pt>
                <c:pt idx="2411">
                  <c:v>41452</c:v>
                </c:pt>
                <c:pt idx="2412">
                  <c:v>41453</c:v>
                </c:pt>
                <c:pt idx="2413">
                  <c:v>41456</c:v>
                </c:pt>
                <c:pt idx="2414">
                  <c:v>41457</c:v>
                </c:pt>
                <c:pt idx="2415">
                  <c:v>41458</c:v>
                </c:pt>
                <c:pt idx="2416">
                  <c:v>41459</c:v>
                </c:pt>
                <c:pt idx="2417">
                  <c:v>41460</c:v>
                </c:pt>
                <c:pt idx="2418">
                  <c:v>41463</c:v>
                </c:pt>
                <c:pt idx="2419">
                  <c:v>41464</c:v>
                </c:pt>
                <c:pt idx="2420">
                  <c:v>41465</c:v>
                </c:pt>
                <c:pt idx="2421">
                  <c:v>41466</c:v>
                </c:pt>
                <c:pt idx="2422">
                  <c:v>41467</c:v>
                </c:pt>
                <c:pt idx="2423">
                  <c:v>41470</c:v>
                </c:pt>
                <c:pt idx="2424">
                  <c:v>41471</c:v>
                </c:pt>
                <c:pt idx="2425">
                  <c:v>41472</c:v>
                </c:pt>
                <c:pt idx="2426">
                  <c:v>41473</c:v>
                </c:pt>
                <c:pt idx="2427">
                  <c:v>41474</c:v>
                </c:pt>
                <c:pt idx="2428">
                  <c:v>41477</c:v>
                </c:pt>
                <c:pt idx="2429">
                  <c:v>41478</c:v>
                </c:pt>
                <c:pt idx="2430">
                  <c:v>41479</c:v>
                </c:pt>
                <c:pt idx="2431">
                  <c:v>41480</c:v>
                </c:pt>
                <c:pt idx="2432">
                  <c:v>41481</c:v>
                </c:pt>
                <c:pt idx="2433">
                  <c:v>41484</c:v>
                </c:pt>
                <c:pt idx="2434">
                  <c:v>41485</c:v>
                </c:pt>
                <c:pt idx="2435">
                  <c:v>41486</c:v>
                </c:pt>
                <c:pt idx="2436">
                  <c:v>41487</c:v>
                </c:pt>
                <c:pt idx="2437">
                  <c:v>41488</c:v>
                </c:pt>
                <c:pt idx="2438">
                  <c:v>41491</c:v>
                </c:pt>
                <c:pt idx="2439">
                  <c:v>41492</c:v>
                </c:pt>
                <c:pt idx="2440">
                  <c:v>41493</c:v>
                </c:pt>
                <c:pt idx="2441">
                  <c:v>41494</c:v>
                </c:pt>
                <c:pt idx="2442">
                  <c:v>41495</c:v>
                </c:pt>
                <c:pt idx="2443">
                  <c:v>41498</c:v>
                </c:pt>
                <c:pt idx="2444">
                  <c:v>41499</c:v>
                </c:pt>
                <c:pt idx="2445">
                  <c:v>41500</c:v>
                </c:pt>
                <c:pt idx="2446">
                  <c:v>41501</c:v>
                </c:pt>
                <c:pt idx="2447">
                  <c:v>41502</c:v>
                </c:pt>
                <c:pt idx="2448">
                  <c:v>41505</c:v>
                </c:pt>
                <c:pt idx="2449">
                  <c:v>41506</c:v>
                </c:pt>
                <c:pt idx="2450">
                  <c:v>41507</c:v>
                </c:pt>
                <c:pt idx="2451">
                  <c:v>41508</c:v>
                </c:pt>
                <c:pt idx="2452">
                  <c:v>41509</c:v>
                </c:pt>
                <c:pt idx="2453">
                  <c:v>41512</c:v>
                </c:pt>
                <c:pt idx="2454">
                  <c:v>41513</c:v>
                </c:pt>
                <c:pt idx="2455">
                  <c:v>41514</c:v>
                </c:pt>
                <c:pt idx="2456">
                  <c:v>41515</c:v>
                </c:pt>
                <c:pt idx="2457">
                  <c:v>41516</c:v>
                </c:pt>
                <c:pt idx="2458">
                  <c:v>41519</c:v>
                </c:pt>
                <c:pt idx="2459">
                  <c:v>41520</c:v>
                </c:pt>
                <c:pt idx="2460">
                  <c:v>41521</c:v>
                </c:pt>
                <c:pt idx="2461">
                  <c:v>41522</c:v>
                </c:pt>
                <c:pt idx="2462">
                  <c:v>41523</c:v>
                </c:pt>
                <c:pt idx="2463">
                  <c:v>41526</c:v>
                </c:pt>
                <c:pt idx="2464">
                  <c:v>41527</c:v>
                </c:pt>
                <c:pt idx="2465">
                  <c:v>41528</c:v>
                </c:pt>
                <c:pt idx="2466">
                  <c:v>41529</c:v>
                </c:pt>
                <c:pt idx="2467">
                  <c:v>41530</c:v>
                </c:pt>
                <c:pt idx="2468">
                  <c:v>41533</c:v>
                </c:pt>
                <c:pt idx="2469">
                  <c:v>41534</c:v>
                </c:pt>
                <c:pt idx="2470">
                  <c:v>41535</c:v>
                </c:pt>
                <c:pt idx="2471">
                  <c:v>41536</c:v>
                </c:pt>
                <c:pt idx="2472">
                  <c:v>41537</c:v>
                </c:pt>
                <c:pt idx="2473">
                  <c:v>41540</c:v>
                </c:pt>
                <c:pt idx="2474">
                  <c:v>41541</c:v>
                </c:pt>
                <c:pt idx="2475">
                  <c:v>41542</c:v>
                </c:pt>
                <c:pt idx="2476">
                  <c:v>41543</c:v>
                </c:pt>
                <c:pt idx="2477">
                  <c:v>41544</c:v>
                </c:pt>
                <c:pt idx="2478">
                  <c:v>41547</c:v>
                </c:pt>
                <c:pt idx="2479">
                  <c:v>41548</c:v>
                </c:pt>
                <c:pt idx="2480">
                  <c:v>41549</c:v>
                </c:pt>
                <c:pt idx="2481">
                  <c:v>41550</c:v>
                </c:pt>
                <c:pt idx="2482">
                  <c:v>41551</c:v>
                </c:pt>
                <c:pt idx="2483">
                  <c:v>41554</c:v>
                </c:pt>
                <c:pt idx="2484">
                  <c:v>41555</c:v>
                </c:pt>
                <c:pt idx="2485">
                  <c:v>41556</c:v>
                </c:pt>
                <c:pt idx="2486">
                  <c:v>41557</c:v>
                </c:pt>
                <c:pt idx="2487">
                  <c:v>41558</c:v>
                </c:pt>
                <c:pt idx="2488">
                  <c:v>41561</c:v>
                </c:pt>
                <c:pt idx="2489">
                  <c:v>41562</c:v>
                </c:pt>
                <c:pt idx="2490">
                  <c:v>41563</c:v>
                </c:pt>
                <c:pt idx="2491">
                  <c:v>41564</c:v>
                </c:pt>
                <c:pt idx="2492">
                  <c:v>41565</c:v>
                </c:pt>
                <c:pt idx="2493">
                  <c:v>41568</c:v>
                </c:pt>
                <c:pt idx="2494">
                  <c:v>41569</c:v>
                </c:pt>
                <c:pt idx="2495">
                  <c:v>41570</c:v>
                </c:pt>
                <c:pt idx="2496">
                  <c:v>41571</c:v>
                </c:pt>
                <c:pt idx="2497">
                  <c:v>41572</c:v>
                </c:pt>
                <c:pt idx="2498">
                  <c:v>41575</c:v>
                </c:pt>
                <c:pt idx="2499">
                  <c:v>41576</c:v>
                </c:pt>
                <c:pt idx="2500">
                  <c:v>41577</c:v>
                </c:pt>
                <c:pt idx="2501">
                  <c:v>41578</c:v>
                </c:pt>
                <c:pt idx="2502">
                  <c:v>41579</c:v>
                </c:pt>
                <c:pt idx="2503">
                  <c:v>41582</c:v>
                </c:pt>
                <c:pt idx="2504">
                  <c:v>41583</c:v>
                </c:pt>
                <c:pt idx="2505">
                  <c:v>41584</c:v>
                </c:pt>
                <c:pt idx="2506">
                  <c:v>41585</c:v>
                </c:pt>
                <c:pt idx="2507">
                  <c:v>41586</c:v>
                </c:pt>
                <c:pt idx="2508">
                  <c:v>41589</c:v>
                </c:pt>
                <c:pt idx="2509">
                  <c:v>41590</c:v>
                </c:pt>
                <c:pt idx="2510">
                  <c:v>41591</c:v>
                </c:pt>
                <c:pt idx="2511">
                  <c:v>41592</c:v>
                </c:pt>
                <c:pt idx="2512">
                  <c:v>41593</c:v>
                </c:pt>
                <c:pt idx="2513">
                  <c:v>41596</c:v>
                </c:pt>
                <c:pt idx="2514">
                  <c:v>41597</c:v>
                </c:pt>
                <c:pt idx="2515">
                  <c:v>41598</c:v>
                </c:pt>
                <c:pt idx="2516">
                  <c:v>41599</c:v>
                </c:pt>
                <c:pt idx="2517">
                  <c:v>41600</c:v>
                </c:pt>
                <c:pt idx="2518">
                  <c:v>41603</c:v>
                </c:pt>
                <c:pt idx="2519">
                  <c:v>41604</c:v>
                </c:pt>
                <c:pt idx="2520">
                  <c:v>41605</c:v>
                </c:pt>
                <c:pt idx="2521">
                  <c:v>41606</c:v>
                </c:pt>
                <c:pt idx="2522">
                  <c:v>41607</c:v>
                </c:pt>
                <c:pt idx="2523">
                  <c:v>41610</c:v>
                </c:pt>
                <c:pt idx="2524">
                  <c:v>41611</c:v>
                </c:pt>
                <c:pt idx="2525">
                  <c:v>41612</c:v>
                </c:pt>
                <c:pt idx="2526">
                  <c:v>41613</c:v>
                </c:pt>
                <c:pt idx="2527">
                  <c:v>41614</c:v>
                </c:pt>
                <c:pt idx="2528">
                  <c:v>41617</c:v>
                </c:pt>
                <c:pt idx="2529">
                  <c:v>41618</c:v>
                </c:pt>
                <c:pt idx="2530">
                  <c:v>41619</c:v>
                </c:pt>
                <c:pt idx="2531">
                  <c:v>41620</c:v>
                </c:pt>
                <c:pt idx="2532">
                  <c:v>41621</c:v>
                </c:pt>
                <c:pt idx="2533">
                  <c:v>41624</c:v>
                </c:pt>
                <c:pt idx="2534">
                  <c:v>41625</c:v>
                </c:pt>
                <c:pt idx="2535">
                  <c:v>41626</c:v>
                </c:pt>
                <c:pt idx="2536">
                  <c:v>41627</c:v>
                </c:pt>
                <c:pt idx="2537">
                  <c:v>41628</c:v>
                </c:pt>
                <c:pt idx="2538">
                  <c:v>41631</c:v>
                </c:pt>
                <c:pt idx="2539">
                  <c:v>41632</c:v>
                </c:pt>
                <c:pt idx="2540">
                  <c:v>41633</c:v>
                </c:pt>
                <c:pt idx="2541">
                  <c:v>41634</c:v>
                </c:pt>
                <c:pt idx="2542">
                  <c:v>41635</c:v>
                </c:pt>
                <c:pt idx="2543">
                  <c:v>41638</c:v>
                </c:pt>
                <c:pt idx="2544">
                  <c:v>41639</c:v>
                </c:pt>
                <c:pt idx="2545">
                  <c:v>41640</c:v>
                </c:pt>
                <c:pt idx="2546">
                  <c:v>41641</c:v>
                </c:pt>
                <c:pt idx="2547">
                  <c:v>41642</c:v>
                </c:pt>
                <c:pt idx="2548">
                  <c:v>41645</c:v>
                </c:pt>
                <c:pt idx="2549">
                  <c:v>41646</c:v>
                </c:pt>
                <c:pt idx="2550">
                  <c:v>41647</c:v>
                </c:pt>
                <c:pt idx="2551">
                  <c:v>41648</c:v>
                </c:pt>
                <c:pt idx="2552">
                  <c:v>41649</c:v>
                </c:pt>
                <c:pt idx="2553">
                  <c:v>41652</c:v>
                </c:pt>
                <c:pt idx="2554">
                  <c:v>41653</c:v>
                </c:pt>
                <c:pt idx="2555">
                  <c:v>41654</c:v>
                </c:pt>
                <c:pt idx="2556">
                  <c:v>41655</c:v>
                </c:pt>
                <c:pt idx="2557">
                  <c:v>41656</c:v>
                </c:pt>
                <c:pt idx="2558">
                  <c:v>41659</c:v>
                </c:pt>
                <c:pt idx="2559">
                  <c:v>41660</c:v>
                </c:pt>
                <c:pt idx="2560">
                  <c:v>41661</c:v>
                </c:pt>
                <c:pt idx="2561">
                  <c:v>41662</c:v>
                </c:pt>
                <c:pt idx="2562">
                  <c:v>41663</c:v>
                </c:pt>
                <c:pt idx="2563">
                  <c:v>41666</c:v>
                </c:pt>
                <c:pt idx="2564">
                  <c:v>41667</c:v>
                </c:pt>
                <c:pt idx="2565">
                  <c:v>41668</c:v>
                </c:pt>
                <c:pt idx="2566">
                  <c:v>41669</c:v>
                </c:pt>
                <c:pt idx="2567">
                  <c:v>41670</c:v>
                </c:pt>
                <c:pt idx="2568">
                  <c:v>41673</c:v>
                </c:pt>
                <c:pt idx="2569">
                  <c:v>41674</c:v>
                </c:pt>
                <c:pt idx="2570">
                  <c:v>41675</c:v>
                </c:pt>
                <c:pt idx="2571">
                  <c:v>41676</c:v>
                </c:pt>
                <c:pt idx="2572">
                  <c:v>41677</c:v>
                </c:pt>
                <c:pt idx="2573">
                  <c:v>41680</c:v>
                </c:pt>
                <c:pt idx="2574">
                  <c:v>41681</c:v>
                </c:pt>
                <c:pt idx="2575">
                  <c:v>41682</c:v>
                </c:pt>
                <c:pt idx="2576">
                  <c:v>41683</c:v>
                </c:pt>
                <c:pt idx="2577">
                  <c:v>41684</c:v>
                </c:pt>
                <c:pt idx="2578">
                  <c:v>41687</c:v>
                </c:pt>
                <c:pt idx="2579">
                  <c:v>41688</c:v>
                </c:pt>
                <c:pt idx="2580">
                  <c:v>41689</c:v>
                </c:pt>
                <c:pt idx="2581">
                  <c:v>41690</c:v>
                </c:pt>
                <c:pt idx="2582">
                  <c:v>41691</c:v>
                </c:pt>
                <c:pt idx="2583">
                  <c:v>41694</c:v>
                </c:pt>
                <c:pt idx="2584">
                  <c:v>41695</c:v>
                </c:pt>
                <c:pt idx="2585">
                  <c:v>41696</c:v>
                </c:pt>
                <c:pt idx="2586">
                  <c:v>41697</c:v>
                </c:pt>
                <c:pt idx="2587">
                  <c:v>41698</c:v>
                </c:pt>
                <c:pt idx="2588">
                  <c:v>41701</c:v>
                </c:pt>
                <c:pt idx="2589">
                  <c:v>41702</c:v>
                </c:pt>
                <c:pt idx="2590">
                  <c:v>41703</c:v>
                </c:pt>
                <c:pt idx="2591">
                  <c:v>41704</c:v>
                </c:pt>
                <c:pt idx="2592">
                  <c:v>41705</c:v>
                </c:pt>
                <c:pt idx="2593">
                  <c:v>41708</c:v>
                </c:pt>
                <c:pt idx="2594">
                  <c:v>41709</c:v>
                </c:pt>
                <c:pt idx="2595">
                  <c:v>41710</c:v>
                </c:pt>
                <c:pt idx="2596">
                  <c:v>41711</c:v>
                </c:pt>
                <c:pt idx="2597">
                  <c:v>41712</c:v>
                </c:pt>
                <c:pt idx="2598">
                  <c:v>41715</c:v>
                </c:pt>
                <c:pt idx="2599">
                  <c:v>41716</c:v>
                </c:pt>
                <c:pt idx="2600">
                  <c:v>41717</c:v>
                </c:pt>
                <c:pt idx="2601">
                  <c:v>41718</c:v>
                </c:pt>
                <c:pt idx="2602">
                  <c:v>41719</c:v>
                </c:pt>
                <c:pt idx="2603">
                  <c:v>41722</c:v>
                </c:pt>
                <c:pt idx="2604">
                  <c:v>41723</c:v>
                </c:pt>
                <c:pt idx="2605">
                  <c:v>41724</c:v>
                </c:pt>
                <c:pt idx="2606">
                  <c:v>41725</c:v>
                </c:pt>
                <c:pt idx="2607">
                  <c:v>41726</c:v>
                </c:pt>
                <c:pt idx="2608">
                  <c:v>41729</c:v>
                </c:pt>
                <c:pt idx="2609">
                  <c:v>41730</c:v>
                </c:pt>
                <c:pt idx="2610">
                  <c:v>41731</c:v>
                </c:pt>
                <c:pt idx="2611">
                  <c:v>41732</c:v>
                </c:pt>
                <c:pt idx="2612">
                  <c:v>41733</c:v>
                </c:pt>
                <c:pt idx="2613">
                  <c:v>41736</c:v>
                </c:pt>
                <c:pt idx="2614">
                  <c:v>41737</c:v>
                </c:pt>
                <c:pt idx="2615">
                  <c:v>41738</c:v>
                </c:pt>
                <c:pt idx="2616">
                  <c:v>41739</c:v>
                </c:pt>
                <c:pt idx="2617">
                  <c:v>41740</c:v>
                </c:pt>
                <c:pt idx="2618">
                  <c:v>41743</c:v>
                </c:pt>
                <c:pt idx="2619">
                  <c:v>41744</c:v>
                </c:pt>
                <c:pt idx="2620">
                  <c:v>41745</c:v>
                </c:pt>
                <c:pt idx="2621">
                  <c:v>41746</c:v>
                </c:pt>
                <c:pt idx="2622">
                  <c:v>41747</c:v>
                </c:pt>
                <c:pt idx="2623">
                  <c:v>41750</c:v>
                </c:pt>
                <c:pt idx="2624">
                  <c:v>41751</c:v>
                </c:pt>
                <c:pt idx="2625">
                  <c:v>41752</c:v>
                </c:pt>
                <c:pt idx="2626">
                  <c:v>41753</c:v>
                </c:pt>
                <c:pt idx="2627">
                  <c:v>41754</c:v>
                </c:pt>
                <c:pt idx="2628">
                  <c:v>41757</c:v>
                </c:pt>
                <c:pt idx="2629">
                  <c:v>41758</c:v>
                </c:pt>
                <c:pt idx="2630">
                  <c:v>41759</c:v>
                </c:pt>
                <c:pt idx="2631">
                  <c:v>41760</c:v>
                </c:pt>
                <c:pt idx="2632">
                  <c:v>41761</c:v>
                </c:pt>
                <c:pt idx="2633">
                  <c:v>41764</c:v>
                </c:pt>
                <c:pt idx="2634">
                  <c:v>41765</c:v>
                </c:pt>
                <c:pt idx="2635">
                  <c:v>41766</c:v>
                </c:pt>
                <c:pt idx="2636">
                  <c:v>41767</c:v>
                </c:pt>
                <c:pt idx="2637">
                  <c:v>41768</c:v>
                </c:pt>
                <c:pt idx="2638">
                  <c:v>41771</c:v>
                </c:pt>
                <c:pt idx="2639">
                  <c:v>41772</c:v>
                </c:pt>
                <c:pt idx="2640">
                  <c:v>41773</c:v>
                </c:pt>
                <c:pt idx="2641">
                  <c:v>41774</c:v>
                </c:pt>
                <c:pt idx="2642">
                  <c:v>41775</c:v>
                </c:pt>
                <c:pt idx="2643">
                  <c:v>41778</c:v>
                </c:pt>
                <c:pt idx="2644">
                  <c:v>41779</c:v>
                </c:pt>
                <c:pt idx="2645">
                  <c:v>41780</c:v>
                </c:pt>
                <c:pt idx="2646">
                  <c:v>41781</c:v>
                </c:pt>
                <c:pt idx="2647">
                  <c:v>41782</c:v>
                </c:pt>
                <c:pt idx="2648">
                  <c:v>41785</c:v>
                </c:pt>
                <c:pt idx="2649">
                  <c:v>41786</c:v>
                </c:pt>
                <c:pt idx="2650">
                  <c:v>41787</c:v>
                </c:pt>
                <c:pt idx="2651">
                  <c:v>41788</c:v>
                </c:pt>
                <c:pt idx="2652">
                  <c:v>41789</c:v>
                </c:pt>
                <c:pt idx="2653">
                  <c:v>41792</c:v>
                </c:pt>
                <c:pt idx="2654">
                  <c:v>41793</c:v>
                </c:pt>
                <c:pt idx="2655">
                  <c:v>41794</c:v>
                </c:pt>
                <c:pt idx="2656">
                  <c:v>41795</c:v>
                </c:pt>
                <c:pt idx="2657">
                  <c:v>41796</c:v>
                </c:pt>
                <c:pt idx="2658">
                  <c:v>41799</c:v>
                </c:pt>
                <c:pt idx="2659">
                  <c:v>41800</c:v>
                </c:pt>
                <c:pt idx="2660">
                  <c:v>41801</c:v>
                </c:pt>
                <c:pt idx="2661">
                  <c:v>41802</c:v>
                </c:pt>
                <c:pt idx="2662">
                  <c:v>41803</c:v>
                </c:pt>
                <c:pt idx="2663">
                  <c:v>41806</c:v>
                </c:pt>
                <c:pt idx="2664">
                  <c:v>41807</c:v>
                </c:pt>
                <c:pt idx="2665">
                  <c:v>41808</c:v>
                </c:pt>
                <c:pt idx="2666">
                  <c:v>41809</c:v>
                </c:pt>
                <c:pt idx="2667">
                  <c:v>41810</c:v>
                </c:pt>
                <c:pt idx="2668">
                  <c:v>41813</c:v>
                </c:pt>
                <c:pt idx="2669">
                  <c:v>41814</c:v>
                </c:pt>
                <c:pt idx="2670">
                  <c:v>41815</c:v>
                </c:pt>
                <c:pt idx="2671">
                  <c:v>41816</c:v>
                </c:pt>
                <c:pt idx="2672">
                  <c:v>41817</c:v>
                </c:pt>
                <c:pt idx="2673">
                  <c:v>41820</c:v>
                </c:pt>
                <c:pt idx="2674">
                  <c:v>41821</c:v>
                </c:pt>
                <c:pt idx="2675">
                  <c:v>41822</c:v>
                </c:pt>
                <c:pt idx="2676">
                  <c:v>41823</c:v>
                </c:pt>
                <c:pt idx="2677">
                  <c:v>41824</c:v>
                </c:pt>
                <c:pt idx="2678">
                  <c:v>41827</c:v>
                </c:pt>
                <c:pt idx="2679">
                  <c:v>41828</c:v>
                </c:pt>
                <c:pt idx="2680">
                  <c:v>41829</c:v>
                </c:pt>
                <c:pt idx="2681">
                  <c:v>41830</c:v>
                </c:pt>
                <c:pt idx="2682">
                  <c:v>41831</c:v>
                </c:pt>
                <c:pt idx="2683">
                  <c:v>41834</c:v>
                </c:pt>
                <c:pt idx="2684">
                  <c:v>41835</c:v>
                </c:pt>
                <c:pt idx="2685">
                  <c:v>41836</c:v>
                </c:pt>
                <c:pt idx="2686">
                  <c:v>41837</c:v>
                </c:pt>
                <c:pt idx="2687">
                  <c:v>41838</c:v>
                </c:pt>
                <c:pt idx="2688">
                  <c:v>41841</c:v>
                </c:pt>
                <c:pt idx="2689">
                  <c:v>41842</c:v>
                </c:pt>
                <c:pt idx="2690">
                  <c:v>41843</c:v>
                </c:pt>
                <c:pt idx="2691">
                  <c:v>41844</c:v>
                </c:pt>
                <c:pt idx="2692">
                  <c:v>41845</c:v>
                </c:pt>
                <c:pt idx="2693">
                  <c:v>41848</c:v>
                </c:pt>
                <c:pt idx="2694">
                  <c:v>41849</c:v>
                </c:pt>
                <c:pt idx="2695">
                  <c:v>41850</c:v>
                </c:pt>
                <c:pt idx="2696">
                  <c:v>41851</c:v>
                </c:pt>
                <c:pt idx="2697">
                  <c:v>41852</c:v>
                </c:pt>
                <c:pt idx="2698">
                  <c:v>41855</c:v>
                </c:pt>
                <c:pt idx="2699">
                  <c:v>41856</c:v>
                </c:pt>
                <c:pt idx="2700">
                  <c:v>41857</c:v>
                </c:pt>
                <c:pt idx="2701">
                  <c:v>41858</c:v>
                </c:pt>
                <c:pt idx="2702">
                  <c:v>41859</c:v>
                </c:pt>
                <c:pt idx="2703">
                  <c:v>41862</c:v>
                </c:pt>
                <c:pt idx="2704">
                  <c:v>41863</c:v>
                </c:pt>
                <c:pt idx="2705">
                  <c:v>41864</c:v>
                </c:pt>
                <c:pt idx="2706">
                  <c:v>41865</c:v>
                </c:pt>
                <c:pt idx="2707">
                  <c:v>41866</c:v>
                </c:pt>
                <c:pt idx="2708">
                  <c:v>41869</c:v>
                </c:pt>
                <c:pt idx="2709">
                  <c:v>41870</c:v>
                </c:pt>
                <c:pt idx="2710">
                  <c:v>41871</c:v>
                </c:pt>
                <c:pt idx="2711">
                  <c:v>41872</c:v>
                </c:pt>
                <c:pt idx="2712">
                  <c:v>41873</c:v>
                </c:pt>
                <c:pt idx="2713">
                  <c:v>41876</c:v>
                </c:pt>
                <c:pt idx="2714">
                  <c:v>41877</c:v>
                </c:pt>
                <c:pt idx="2715">
                  <c:v>41878</c:v>
                </c:pt>
                <c:pt idx="2716">
                  <c:v>41879</c:v>
                </c:pt>
                <c:pt idx="2717">
                  <c:v>41880</c:v>
                </c:pt>
                <c:pt idx="2718">
                  <c:v>41883</c:v>
                </c:pt>
                <c:pt idx="2719">
                  <c:v>41884</c:v>
                </c:pt>
                <c:pt idx="2720">
                  <c:v>41885</c:v>
                </c:pt>
                <c:pt idx="2721">
                  <c:v>41886</c:v>
                </c:pt>
                <c:pt idx="2722">
                  <c:v>41887</c:v>
                </c:pt>
                <c:pt idx="2723">
                  <c:v>41890</c:v>
                </c:pt>
                <c:pt idx="2724">
                  <c:v>41891</c:v>
                </c:pt>
                <c:pt idx="2725">
                  <c:v>41892</c:v>
                </c:pt>
                <c:pt idx="2726">
                  <c:v>41893</c:v>
                </c:pt>
                <c:pt idx="2727">
                  <c:v>41894</c:v>
                </c:pt>
                <c:pt idx="2728">
                  <c:v>41897</c:v>
                </c:pt>
                <c:pt idx="2729">
                  <c:v>41898</c:v>
                </c:pt>
                <c:pt idx="2730">
                  <c:v>41899</c:v>
                </c:pt>
                <c:pt idx="2731">
                  <c:v>41900</c:v>
                </c:pt>
                <c:pt idx="2732">
                  <c:v>41901</c:v>
                </c:pt>
                <c:pt idx="2733">
                  <c:v>41904</c:v>
                </c:pt>
                <c:pt idx="2734">
                  <c:v>41905</c:v>
                </c:pt>
                <c:pt idx="2735">
                  <c:v>41906</c:v>
                </c:pt>
                <c:pt idx="2736">
                  <c:v>41907</c:v>
                </c:pt>
                <c:pt idx="2737">
                  <c:v>41908</c:v>
                </c:pt>
                <c:pt idx="2738">
                  <c:v>41911</c:v>
                </c:pt>
                <c:pt idx="2739">
                  <c:v>41912</c:v>
                </c:pt>
                <c:pt idx="2740">
                  <c:v>41913</c:v>
                </c:pt>
                <c:pt idx="2741">
                  <c:v>41914</c:v>
                </c:pt>
                <c:pt idx="2742">
                  <c:v>41915</c:v>
                </c:pt>
                <c:pt idx="2743">
                  <c:v>41918</c:v>
                </c:pt>
                <c:pt idx="2744">
                  <c:v>41919</c:v>
                </c:pt>
                <c:pt idx="2745">
                  <c:v>41920</c:v>
                </c:pt>
                <c:pt idx="2746">
                  <c:v>41921</c:v>
                </c:pt>
                <c:pt idx="2747">
                  <c:v>41922</c:v>
                </c:pt>
                <c:pt idx="2748">
                  <c:v>41925</c:v>
                </c:pt>
                <c:pt idx="2749">
                  <c:v>41926</c:v>
                </c:pt>
                <c:pt idx="2750">
                  <c:v>41927</c:v>
                </c:pt>
                <c:pt idx="2751">
                  <c:v>41928</c:v>
                </c:pt>
                <c:pt idx="2752">
                  <c:v>41929</c:v>
                </c:pt>
                <c:pt idx="2753">
                  <c:v>41932</c:v>
                </c:pt>
                <c:pt idx="2754">
                  <c:v>41933</c:v>
                </c:pt>
                <c:pt idx="2755">
                  <c:v>41934</c:v>
                </c:pt>
                <c:pt idx="2756">
                  <c:v>41935</c:v>
                </c:pt>
                <c:pt idx="2757">
                  <c:v>41936</c:v>
                </c:pt>
                <c:pt idx="2758">
                  <c:v>41939</c:v>
                </c:pt>
                <c:pt idx="2759">
                  <c:v>41940</c:v>
                </c:pt>
                <c:pt idx="2760">
                  <c:v>41941</c:v>
                </c:pt>
                <c:pt idx="2761">
                  <c:v>41942</c:v>
                </c:pt>
                <c:pt idx="2762">
                  <c:v>41943</c:v>
                </c:pt>
                <c:pt idx="2763">
                  <c:v>41946</c:v>
                </c:pt>
                <c:pt idx="2764">
                  <c:v>41947</c:v>
                </c:pt>
                <c:pt idx="2765">
                  <c:v>41948</c:v>
                </c:pt>
                <c:pt idx="2766">
                  <c:v>41949</c:v>
                </c:pt>
                <c:pt idx="2767">
                  <c:v>41950</c:v>
                </c:pt>
                <c:pt idx="2768">
                  <c:v>41953</c:v>
                </c:pt>
                <c:pt idx="2769">
                  <c:v>41954</c:v>
                </c:pt>
                <c:pt idx="2770">
                  <c:v>41955</c:v>
                </c:pt>
                <c:pt idx="2771">
                  <c:v>41956</c:v>
                </c:pt>
                <c:pt idx="2772">
                  <c:v>41957</c:v>
                </c:pt>
                <c:pt idx="2773">
                  <c:v>41960</c:v>
                </c:pt>
                <c:pt idx="2774">
                  <c:v>41961</c:v>
                </c:pt>
                <c:pt idx="2775">
                  <c:v>41962</c:v>
                </c:pt>
                <c:pt idx="2776">
                  <c:v>41963</c:v>
                </c:pt>
                <c:pt idx="2777">
                  <c:v>41964</c:v>
                </c:pt>
                <c:pt idx="2778">
                  <c:v>41967</c:v>
                </c:pt>
                <c:pt idx="2779">
                  <c:v>41968</c:v>
                </c:pt>
                <c:pt idx="2780">
                  <c:v>41969</c:v>
                </c:pt>
                <c:pt idx="2781">
                  <c:v>41970</c:v>
                </c:pt>
                <c:pt idx="2782">
                  <c:v>41971</c:v>
                </c:pt>
                <c:pt idx="2783">
                  <c:v>41974</c:v>
                </c:pt>
                <c:pt idx="2784">
                  <c:v>41975</c:v>
                </c:pt>
                <c:pt idx="2785">
                  <c:v>41976</c:v>
                </c:pt>
                <c:pt idx="2786">
                  <c:v>41977</c:v>
                </c:pt>
                <c:pt idx="2787">
                  <c:v>41978</c:v>
                </c:pt>
                <c:pt idx="2788">
                  <c:v>41981</c:v>
                </c:pt>
                <c:pt idx="2789">
                  <c:v>41982</c:v>
                </c:pt>
                <c:pt idx="2790">
                  <c:v>41983</c:v>
                </c:pt>
                <c:pt idx="2791">
                  <c:v>41984</c:v>
                </c:pt>
                <c:pt idx="2792">
                  <c:v>41985</c:v>
                </c:pt>
                <c:pt idx="2793">
                  <c:v>41988</c:v>
                </c:pt>
                <c:pt idx="2794">
                  <c:v>41989</c:v>
                </c:pt>
                <c:pt idx="2795">
                  <c:v>41990</c:v>
                </c:pt>
                <c:pt idx="2796">
                  <c:v>41991</c:v>
                </c:pt>
                <c:pt idx="2797">
                  <c:v>41992</c:v>
                </c:pt>
                <c:pt idx="2798">
                  <c:v>41995</c:v>
                </c:pt>
                <c:pt idx="2799">
                  <c:v>41996</c:v>
                </c:pt>
                <c:pt idx="2800">
                  <c:v>41997</c:v>
                </c:pt>
                <c:pt idx="2801">
                  <c:v>41998</c:v>
                </c:pt>
                <c:pt idx="2802">
                  <c:v>41999</c:v>
                </c:pt>
                <c:pt idx="2803">
                  <c:v>42002</c:v>
                </c:pt>
                <c:pt idx="2804">
                  <c:v>42003</c:v>
                </c:pt>
                <c:pt idx="2805">
                  <c:v>42004</c:v>
                </c:pt>
                <c:pt idx="2806">
                  <c:v>42005</c:v>
                </c:pt>
                <c:pt idx="2807">
                  <c:v>42006</c:v>
                </c:pt>
                <c:pt idx="2808">
                  <c:v>42009</c:v>
                </c:pt>
                <c:pt idx="2809">
                  <c:v>42010</c:v>
                </c:pt>
                <c:pt idx="2810">
                  <c:v>42011</c:v>
                </c:pt>
                <c:pt idx="2811">
                  <c:v>42012</c:v>
                </c:pt>
                <c:pt idx="2812">
                  <c:v>42013</c:v>
                </c:pt>
                <c:pt idx="2813">
                  <c:v>42016</c:v>
                </c:pt>
                <c:pt idx="2814">
                  <c:v>42017</c:v>
                </c:pt>
                <c:pt idx="2815">
                  <c:v>42018</c:v>
                </c:pt>
                <c:pt idx="2816">
                  <c:v>42019</c:v>
                </c:pt>
                <c:pt idx="2817">
                  <c:v>42020</c:v>
                </c:pt>
                <c:pt idx="2818">
                  <c:v>42023</c:v>
                </c:pt>
                <c:pt idx="2819">
                  <c:v>42024</c:v>
                </c:pt>
                <c:pt idx="2820">
                  <c:v>42025</c:v>
                </c:pt>
                <c:pt idx="2821">
                  <c:v>42026</c:v>
                </c:pt>
                <c:pt idx="2822">
                  <c:v>42027</c:v>
                </c:pt>
                <c:pt idx="2823">
                  <c:v>42030</c:v>
                </c:pt>
                <c:pt idx="2824">
                  <c:v>42031</c:v>
                </c:pt>
                <c:pt idx="2825">
                  <c:v>42032</c:v>
                </c:pt>
                <c:pt idx="2826">
                  <c:v>42033</c:v>
                </c:pt>
                <c:pt idx="2827">
                  <c:v>42034</c:v>
                </c:pt>
                <c:pt idx="2828">
                  <c:v>42037</c:v>
                </c:pt>
                <c:pt idx="2829">
                  <c:v>42038</c:v>
                </c:pt>
                <c:pt idx="2830">
                  <c:v>42039</c:v>
                </c:pt>
                <c:pt idx="2831">
                  <c:v>42040</c:v>
                </c:pt>
                <c:pt idx="2832">
                  <c:v>42041</c:v>
                </c:pt>
                <c:pt idx="2833">
                  <c:v>42044</c:v>
                </c:pt>
                <c:pt idx="2834">
                  <c:v>42045</c:v>
                </c:pt>
                <c:pt idx="2835">
                  <c:v>42046</c:v>
                </c:pt>
                <c:pt idx="2836">
                  <c:v>42047</c:v>
                </c:pt>
                <c:pt idx="2837">
                  <c:v>42048</c:v>
                </c:pt>
                <c:pt idx="2838">
                  <c:v>42051</c:v>
                </c:pt>
                <c:pt idx="2839">
                  <c:v>42052</c:v>
                </c:pt>
                <c:pt idx="2840">
                  <c:v>42053</c:v>
                </c:pt>
                <c:pt idx="2841">
                  <c:v>42054</c:v>
                </c:pt>
                <c:pt idx="2842">
                  <c:v>42055</c:v>
                </c:pt>
                <c:pt idx="2843">
                  <c:v>42058</c:v>
                </c:pt>
                <c:pt idx="2844">
                  <c:v>42059</c:v>
                </c:pt>
                <c:pt idx="2845">
                  <c:v>42060</c:v>
                </c:pt>
                <c:pt idx="2846">
                  <c:v>42061</c:v>
                </c:pt>
                <c:pt idx="2847">
                  <c:v>42062</c:v>
                </c:pt>
                <c:pt idx="2848">
                  <c:v>42065</c:v>
                </c:pt>
                <c:pt idx="2849">
                  <c:v>42066</c:v>
                </c:pt>
                <c:pt idx="2850">
                  <c:v>42067</c:v>
                </c:pt>
                <c:pt idx="2851">
                  <c:v>42068</c:v>
                </c:pt>
                <c:pt idx="2852">
                  <c:v>42069</c:v>
                </c:pt>
                <c:pt idx="2853">
                  <c:v>42072</c:v>
                </c:pt>
                <c:pt idx="2854">
                  <c:v>42073</c:v>
                </c:pt>
                <c:pt idx="2855">
                  <c:v>42074</c:v>
                </c:pt>
                <c:pt idx="2856">
                  <c:v>42075</c:v>
                </c:pt>
                <c:pt idx="2857">
                  <c:v>42076</c:v>
                </c:pt>
                <c:pt idx="2858">
                  <c:v>42079</c:v>
                </c:pt>
                <c:pt idx="2859">
                  <c:v>42080</c:v>
                </c:pt>
                <c:pt idx="2860">
                  <c:v>42081</c:v>
                </c:pt>
                <c:pt idx="2861">
                  <c:v>42082</c:v>
                </c:pt>
                <c:pt idx="2862">
                  <c:v>42083</c:v>
                </c:pt>
                <c:pt idx="2863">
                  <c:v>42086</c:v>
                </c:pt>
                <c:pt idx="2864">
                  <c:v>42087</c:v>
                </c:pt>
                <c:pt idx="2865">
                  <c:v>42088</c:v>
                </c:pt>
                <c:pt idx="2866">
                  <c:v>42089</c:v>
                </c:pt>
                <c:pt idx="2867">
                  <c:v>42090</c:v>
                </c:pt>
                <c:pt idx="2868">
                  <c:v>42093</c:v>
                </c:pt>
                <c:pt idx="2869">
                  <c:v>42094</c:v>
                </c:pt>
                <c:pt idx="2870">
                  <c:v>42095</c:v>
                </c:pt>
                <c:pt idx="2871">
                  <c:v>42096</c:v>
                </c:pt>
                <c:pt idx="2872">
                  <c:v>42097</c:v>
                </c:pt>
                <c:pt idx="2873">
                  <c:v>42100</c:v>
                </c:pt>
                <c:pt idx="2874">
                  <c:v>42101</c:v>
                </c:pt>
                <c:pt idx="2875">
                  <c:v>42102</c:v>
                </c:pt>
                <c:pt idx="2876">
                  <c:v>42103</c:v>
                </c:pt>
                <c:pt idx="2877">
                  <c:v>42104</c:v>
                </c:pt>
                <c:pt idx="2878">
                  <c:v>42107</c:v>
                </c:pt>
                <c:pt idx="2879">
                  <c:v>42108</c:v>
                </c:pt>
                <c:pt idx="2880">
                  <c:v>42109</c:v>
                </c:pt>
                <c:pt idx="2881">
                  <c:v>42110</c:v>
                </c:pt>
                <c:pt idx="2882">
                  <c:v>42111</c:v>
                </c:pt>
                <c:pt idx="2883">
                  <c:v>42114</c:v>
                </c:pt>
                <c:pt idx="2884">
                  <c:v>42115</c:v>
                </c:pt>
                <c:pt idx="2885">
                  <c:v>42116</c:v>
                </c:pt>
                <c:pt idx="2886">
                  <c:v>42117</c:v>
                </c:pt>
                <c:pt idx="2887">
                  <c:v>42118</c:v>
                </c:pt>
                <c:pt idx="2888">
                  <c:v>42121</c:v>
                </c:pt>
                <c:pt idx="2889">
                  <c:v>42122</c:v>
                </c:pt>
                <c:pt idx="2890">
                  <c:v>42123</c:v>
                </c:pt>
                <c:pt idx="2891">
                  <c:v>42124</c:v>
                </c:pt>
                <c:pt idx="2892">
                  <c:v>42125</c:v>
                </c:pt>
                <c:pt idx="2893">
                  <c:v>42128</c:v>
                </c:pt>
                <c:pt idx="2894">
                  <c:v>42129</c:v>
                </c:pt>
                <c:pt idx="2895">
                  <c:v>42130</c:v>
                </c:pt>
                <c:pt idx="2896">
                  <c:v>42131</c:v>
                </c:pt>
                <c:pt idx="2897">
                  <c:v>42132</c:v>
                </c:pt>
                <c:pt idx="2898">
                  <c:v>42135</c:v>
                </c:pt>
                <c:pt idx="2899">
                  <c:v>42136</c:v>
                </c:pt>
                <c:pt idx="2900">
                  <c:v>42137</c:v>
                </c:pt>
                <c:pt idx="2901">
                  <c:v>42138</c:v>
                </c:pt>
                <c:pt idx="2902">
                  <c:v>42139</c:v>
                </c:pt>
                <c:pt idx="2903">
                  <c:v>42142</c:v>
                </c:pt>
                <c:pt idx="2904">
                  <c:v>42143</c:v>
                </c:pt>
                <c:pt idx="2905">
                  <c:v>42144</c:v>
                </c:pt>
                <c:pt idx="2906">
                  <c:v>42145</c:v>
                </c:pt>
                <c:pt idx="2907">
                  <c:v>42146</c:v>
                </c:pt>
                <c:pt idx="2908">
                  <c:v>42149</c:v>
                </c:pt>
                <c:pt idx="2909">
                  <c:v>42150</c:v>
                </c:pt>
                <c:pt idx="2910">
                  <c:v>42151</c:v>
                </c:pt>
                <c:pt idx="2911">
                  <c:v>42152</c:v>
                </c:pt>
                <c:pt idx="2912">
                  <c:v>42153</c:v>
                </c:pt>
                <c:pt idx="2913">
                  <c:v>42156</c:v>
                </c:pt>
                <c:pt idx="2914">
                  <c:v>42157</c:v>
                </c:pt>
                <c:pt idx="2915">
                  <c:v>42158</c:v>
                </c:pt>
                <c:pt idx="2916">
                  <c:v>42159</c:v>
                </c:pt>
                <c:pt idx="2917">
                  <c:v>42160</c:v>
                </c:pt>
                <c:pt idx="2918">
                  <c:v>42163</c:v>
                </c:pt>
                <c:pt idx="2919">
                  <c:v>42164</c:v>
                </c:pt>
                <c:pt idx="2920">
                  <c:v>42165</c:v>
                </c:pt>
                <c:pt idx="2921">
                  <c:v>42166</c:v>
                </c:pt>
                <c:pt idx="2922">
                  <c:v>42167</c:v>
                </c:pt>
                <c:pt idx="2923">
                  <c:v>42170</c:v>
                </c:pt>
                <c:pt idx="2924">
                  <c:v>42171</c:v>
                </c:pt>
                <c:pt idx="2925">
                  <c:v>42172</c:v>
                </c:pt>
                <c:pt idx="2926">
                  <c:v>42173</c:v>
                </c:pt>
                <c:pt idx="2927">
                  <c:v>42174</c:v>
                </c:pt>
                <c:pt idx="2928">
                  <c:v>42177</c:v>
                </c:pt>
                <c:pt idx="2929">
                  <c:v>42178</c:v>
                </c:pt>
                <c:pt idx="2930">
                  <c:v>42179</c:v>
                </c:pt>
                <c:pt idx="2931">
                  <c:v>42180</c:v>
                </c:pt>
                <c:pt idx="2932">
                  <c:v>42181</c:v>
                </c:pt>
                <c:pt idx="2933">
                  <c:v>42184</c:v>
                </c:pt>
                <c:pt idx="2934">
                  <c:v>42185</c:v>
                </c:pt>
                <c:pt idx="2935">
                  <c:v>42186</c:v>
                </c:pt>
                <c:pt idx="2936">
                  <c:v>42187</c:v>
                </c:pt>
                <c:pt idx="2937">
                  <c:v>42188</c:v>
                </c:pt>
                <c:pt idx="2938">
                  <c:v>42191</c:v>
                </c:pt>
                <c:pt idx="2939">
                  <c:v>42192</c:v>
                </c:pt>
                <c:pt idx="2940">
                  <c:v>42193</c:v>
                </c:pt>
                <c:pt idx="2941">
                  <c:v>42194</c:v>
                </c:pt>
                <c:pt idx="2942">
                  <c:v>42195</c:v>
                </c:pt>
                <c:pt idx="2943">
                  <c:v>42198</c:v>
                </c:pt>
                <c:pt idx="2944">
                  <c:v>42199</c:v>
                </c:pt>
                <c:pt idx="2945">
                  <c:v>42200</c:v>
                </c:pt>
                <c:pt idx="2946">
                  <c:v>42201</c:v>
                </c:pt>
                <c:pt idx="2947">
                  <c:v>42202</c:v>
                </c:pt>
                <c:pt idx="2948">
                  <c:v>42205</c:v>
                </c:pt>
                <c:pt idx="2949">
                  <c:v>42206</c:v>
                </c:pt>
                <c:pt idx="2950">
                  <c:v>42207</c:v>
                </c:pt>
                <c:pt idx="2951">
                  <c:v>42208</c:v>
                </c:pt>
                <c:pt idx="2952">
                  <c:v>42209</c:v>
                </c:pt>
                <c:pt idx="2953">
                  <c:v>42212</c:v>
                </c:pt>
                <c:pt idx="2954">
                  <c:v>42213</c:v>
                </c:pt>
                <c:pt idx="2955">
                  <c:v>42214</c:v>
                </c:pt>
                <c:pt idx="2956">
                  <c:v>42215</c:v>
                </c:pt>
                <c:pt idx="2957">
                  <c:v>42216</c:v>
                </c:pt>
                <c:pt idx="2958">
                  <c:v>42219</c:v>
                </c:pt>
                <c:pt idx="2959">
                  <c:v>42220</c:v>
                </c:pt>
                <c:pt idx="2960">
                  <c:v>42221</c:v>
                </c:pt>
                <c:pt idx="2961">
                  <c:v>42222</c:v>
                </c:pt>
                <c:pt idx="2962">
                  <c:v>42223</c:v>
                </c:pt>
                <c:pt idx="2963">
                  <c:v>42226</c:v>
                </c:pt>
                <c:pt idx="2964">
                  <c:v>42227</c:v>
                </c:pt>
                <c:pt idx="2965">
                  <c:v>42228</c:v>
                </c:pt>
                <c:pt idx="2966">
                  <c:v>42229</c:v>
                </c:pt>
                <c:pt idx="2967">
                  <c:v>42230</c:v>
                </c:pt>
                <c:pt idx="2968">
                  <c:v>42233</c:v>
                </c:pt>
                <c:pt idx="2969">
                  <c:v>42234</c:v>
                </c:pt>
                <c:pt idx="2970">
                  <c:v>42235</c:v>
                </c:pt>
                <c:pt idx="2971">
                  <c:v>42236</c:v>
                </c:pt>
                <c:pt idx="2972">
                  <c:v>42237</c:v>
                </c:pt>
                <c:pt idx="2973">
                  <c:v>42240</c:v>
                </c:pt>
                <c:pt idx="2974">
                  <c:v>42241</c:v>
                </c:pt>
                <c:pt idx="2975">
                  <c:v>42242</c:v>
                </c:pt>
                <c:pt idx="2976">
                  <c:v>42243</c:v>
                </c:pt>
                <c:pt idx="2977">
                  <c:v>42244</c:v>
                </c:pt>
                <c:pt idx="2978">
                  <c:v>42247</c:v>
                </c:pt>
                <c:pt idx="2979">
                  <c:v>42248</c:v>
                </c:pt>
                <c:pt idx="2980">
                  <c:v>42249</c:v>
                </c:pt>
                <c:pt idx="2981">
                  <c:v>42250</c:v>
                </c:pt>
                <c:pt idx="2982">
                  <c:v>42251</c:v>
                </c:pt>
                <c:pt idx="2983">
                  <c:v>42254</c:v>
                </c:pt>
                <c:pt idx="2984">
                  <c:v>42255</c:v>
                </c:pt>
                <c:pt idx="2985">
                  <c:v>42256</c:v>
                </c:pt>
                <c:pt idx="2986">
                  <c:v>42257</c:v>
                </c:pt>
                <c:pt idx="2987">
                  <c:v>42258</c:v>
                </c:pt>
                <c:pt idx="2988">
                  <c:v>42261</c:v>
                </c:pt>
                <c:pt idx="2989">
                  <c:v>42262</c:v>
                </c:pt>
                <c:pt idx="2990">
                  <c:v>42263</c:v>
                </c:pt>
                <c:pt idx="2991">
                  <c:v>42264</c:v>
                </c:pt>
                <c:pt idx="2992">
                  <c:v>42265</c:v>
                </c:pt>
                <c:pt idx="2993">
                  <c:v>42268</c:v>
                </c:pt>
                <c:pt idx="2994">
                  <c:v>42269</c:v>
                </c:pt>
                <c:pt idx="2995">
                  <c:v>42270</c:v>
                </c:pt>
                <c:pt idx="2996">
                  <c:v>42271</c:v>
                </c:pt>
                <c:pt idx="2997">
                  <c:v>42272</c:v>
                </c:pt>
                <c:pt idx="2998">
                  <c:v>42275</c:v>
                </c:pt>
                <c:pt idx="2999">
                  <c:v>42276</c:v>
                </c:pt>
                <c:pt idx="3000">
                  <c:v>42277</c:v>
                </c:pt>
                <c:pt idx="3001">
                  <c:v>42278</c:v>
                </c:pt>
                <c:pt idx="3002">
                  <c:v>42279</c:v>
                </c:pt>
                <c:pt idx="3003">
                  <c:v>42282</c:v>
                </c:pt>
                <c:pt idx="3004">
                  <c:v>42283</c:v>
                </c:pt>
                <c:pt idx="3005">
                  <c:v>42284</c:v>
                </c:pt>
                <c:pt idx="3006">
                  <c:v>42285</c:v>
                </c:pt>
                <c:pt idx="3007">
                  <c:v>42286</c:v>
                </c:pt>
                <c:pt idx="3008">
                  <c:v>42289</c:v>
                </c:pt>
                <c:pt idx="3009">
                  <c:v>42290</c:v>
                </c:pt>
                <c:pt idx="3010">
                  <c:v>42291</c:v>
                </c:pt>
                <c:pt idx="3011">
                  <c:v>42292</c:v>
                </c:pt>
                <c:pt idx="3012">
                  <c:v>42293</c:v>
                </c:pt>
                <c:pt idx="3013">
                  <c:v>42296</c:v>
                </c:pt>
                <c:pt idx="3014">
                  <c:v>42297</c:v>
                </c:pt>
                <c:pt idx="3015">
                  <c:v>42298</c:v>
                </c:pt>
                <c:pt idx="3016">
                  <c:v>42299</c:v>
                </c:pt>
                <c:pt idx="3017">
                  <c:v>42300</c:v>
                </c:pt>
                <c:pt idx="3018">
                  <c:v>42303</c:v>
                </c:pt>
                <c:pt idx="3019">
                  <c:v>42304</c:v>
                </c:pt>
                <c:pt idx="3020">
                  <c:v>42305</c:v>
                </c:pt>
                <c:pt idx="3021">
                  <c:v>42306</c:v>
                </c:pt>
                <c:pt idx="3022">
                  <c:v>42307</c:v>
                </c:pt>
                <c:pt idx="3023">
                  <c:v>42310</c:v>
                </c:pt>
                <c:pt idx="3024">
                  <c:v>42311</c:v>
                </c:pt>
                <c:pt idx="3025">
                  <c:v>42312</c:v>
                </c:pt>
                <c:pt idx="3026">
                  <c:v>42313</c:v>
                </c:pt>
                <c:pt idx="3027">
                  <c:v>42314</c:v>
                </c:pt>
                <c:pt idx="3028">
                  <c:v>42317</c:v>
                </c:pt>
                <c:pt idx="3029">
                  <c:v>42318</c:v>
                </c:pt>
                <c:pt idx="3030">
                  <c:v>42319</c:v>
                </c:pt>
                <c:pt idx="3031">
                  <c:v>42320</c:v>
                </c:pt>
                <c:pt idx="3032">
                  <c:v>42321</c:v>
                </c:pt>
                <c:pt idx="3033">
                  <c:v>42324</c:v>
                </c:pt>
                <c:pt idx="3034">
                  <c:v>42325</c:v>
                </c:pt>
                <c:pt idx="3035">
                  <c:v>42326</c:v>
                </c:pt>
                <c:pt idx="3036">
                  <c:v>42327</c:v>
                </c:pt>
                <c:pt idx="3037">
                  <c:v>42328</c:v>
                </c:pt>
                <c:pt idx="3038">
                  <c:v>42331</c:v>
                </c:pt>
                <c:pt idx="3039">
                  <c:v>42332</c:v>
                </c:pt>
                <c:pt idx="3040">
                  <c:v>42333</c:v>
                </c:pt>
                <c:pt idx="3041">
                  <c:v>42334</c:v>
                </c:pt>
                <c:pt idx="3042">
                  <c:v>42335</c:v>
                </c:pt>
                <c:pt idx="3043">
                  <c:v>42338</c:v>
                </c:pt>
                <c:pt idx="3044">
                  <c:v>42339</c:v>
                </c:pt>
                <c:pt idx="3045">
                  <c:v>42340</c:v>
                </c:pt>
                <c:pt idx="3046">
                  <c:v>42341</c:v>
                </c:pt>
                <c:pt idx="3047">
                  <c:v>42342</c:v>
                </c:pt>
                <c:pt idx="3048">
                  <c:v>42345</c:v>
                </c:pt>
                <c:pt idx="3049">
                  <c:v>42346</c:v>
                </c:pt>
                <c:pt idx="3050">
                  <c:v>42347</c:v>
                </c:pt>
                <c:pt idx="3051">
                  <c:v>42348</c:v>
                </c:pt>
                <c:pt idx="3052">
                  <c:v>42349</c:v>
                </c:pt>
                <c:pt idx="3053">
                  <c:v>42352</c:v>
                </c:pt>
                <c:pt idx="3054">
                  <c:v>42353</c:v>
                </c:pt>
                <c:pt idx="3055">
                  <c:v>42354</c:v>
                </c:pt>
                <c:pt idx="3056">
                  <c:v>42355</c:v>
                </c:pt>
                <c:pt idx="3057">
                  <c:v>42356</c:v>
                </c:pt>
                <c:pt idx="3058">
                  <c:v>42359</c:v>
                </c:pt>
                <c:pt idx="3059">
                  <c:v>42360</c:v>
                </c:pt>
                <c:pt idx="3060">
                  <c:v>42361</c:v>
                </c:pt>
                <c:pt idx="3061">
                  <c:v>42362</c:v>
                </c:pt>
                <c:pt idx="3062">
                  <c:v>42363</c:v>
                </c:pt>
                <c:pt idx="3063">
                  <c:v>42366</c:v>
                </c:pt>
                <c:pt idx="3064">
                  <c:v>42367</c:v>
                </c:pt>
                <c:pt idx="3065">
                  <c:v>42368</c:v>
                </c:pt>
                <c:pt idx="3066">
                  <c:v>42369</c:v>
                </c:pt>
                <c:pt idx="3067">
                  <c:v>42370</c:v>
                </c:pt>
                <c:pt idx="3068">
                  <c:v>42373</c:v>
                </c:pt>
                <c:pt idx="3069">
                  <c:v>42374</c:v>
                </c:pt>
                <c:pt idx="3070">
                  <c:v>42375</c:v>
                </c:pt>
                <c:pt idx="3071">
                  <c:v>42376</c:v>
                </c:pt>
                <c:pt idx="3072">
                  <c:v>42377</c:v>
                </c:pt>
                <c:pt idx="3073">
                  <c:v>42380</c:v>
                </c:pt>
                <c:pt idx="3074">
                  <c:v>42381</c:v>
                </c:pt>
                <c:pt idx="3075">
                  <c:v>42382</c:v>
                </c:pt>
                <c:pt idx="3076">
                  <c:v>42383</c:v>
                </c:pt>
                <c:pt idx="3077">
                  <c:v>42384</c:v>
                </c:pt>
                <c:pt idx="3078">
                  <c:v>42387</c:v>
                </c:pt>
                <c:pt idx="3079">
                  <c:v>42388</c:v>
                </c:pt>
                <c:pt idx="3080">
                  <c:v>42389</c:v>
                </c:pt>
                <c:pt idx="3081">
                  <c:v>42390</c:v>
                </c:pt>
                <c:pt idx="3082">
                  <c:v>42391</c:v>
                </c:pt>
                <c:pt idx="3083">
                  <c:v>42394</c:v>
                </c:pt>
                <c:pt idx="3084">
                  <c:v>42395</c:v>
                </c:pt>
                <c:pt idx="3085">
                  <c:v>42396</c:v>
                </c:pt>
                <c:pt idx="3086">
                  <c:v>42397</c:v>
                </c:pt>
                <c:pt idx="3087">
                  <c:v>42398</c:v>
                </c:pt>
                <c:pt idx="3088">
                  <c:v>42401</c:v>
                </c:pt>
                <c:pt idx="3089">
                  <c:v>42402</c:v>
                </c:pt>
                <c:pt idx="3090">
                  <c:v>42403</c:v>
                </c:pt>
                <c:pt idx="3091">
                  <c:v>42404</c:v>
                </c:pt>
                <c:pt idx="3092">
                  <c:v>42405</c:v>
                </c:pt>
                <c:pt idx="3093">
                  <c:v>42408</c:v>
                </c:pt>
                <c:pt idx="3094">
                  <c:v>42409</c:v>
                </c:pt>
                <c:pt idx="3095">
                  <c:v>42410</c:v>
                </c:pt>
                <c:pt idx="3096">
                  <c:v>42411</c:v>
                </c:pt>
                <c:pt idx="3097">
                  <c:v>42412</c:v>
                </c:pt>
                <c:pt idx="3098">
                  <c:v>42415</c:v>
                </c:pt>
                <c:pt idx="3099">
                  <c:v>42416</c:v>
                </c:pt>
                <c:pt idx="3100">
                  <c:v>42417</c:v>
                </c:pt>
                <c:pt idx="3101">
                  <c:v>42418</c:v>
                </c:pt>
                <c:pt idx="3102">
                  <c:v>42419</c:v>
                </c:pt>
                <c:pt idx="3103">
                  <c:v>42422</c:v>
                </c:pt>
                <c:pt idx="3104">
                  <c:v>42423</c:v>
                </c:pt>
                <c:pt idx="3105">
                  <c:v>42424</c:v>
                </c:pt>
                <c:pt idx="3106">
                  <c:v>42425</c:v>
                </c:pt>
                <c:pt idx="3107">
                  <c:v>42426</c:v>
                </c:pt>
                <c:pt idx="3108">
                  <c:v>42429</c:v>
                </c:pt>
                <c:pt idx="3109">
                  <c:v>42430</c:v>
                </c:pt>
                <c:pt idx="3110">
                  <c:v>42431</c:v>
                </c:pt>
                <c:pt idx="3111">
                  <c:v>42432</c:v>
                </c:pt>
                <c:pt idx="3112">
                  <c:v>42433</c:v>
                </c:pt>
                <c:pt idx="3113">
                  <c:v>42436</c:v>
                </c:pt>
                <c:pt idx="3114">
                  <c:v>42437</c:v>
                </c:pt>
                <c:pt idx="3115">
                  <c:v>42438</c:v>
                </c:pt>
                <c:pt idx="3116">
                  <c:v>42439</c:v>
                </c:pt>
                <c:pt idx="3117">
                  <c:v>42440</c:v>
                </c:pt>
                <c:pt idx="3118">
                  <c:v>42443</c:v>
                </c:pt>
                <c:pt idx="3119">
                  <c:v>42444</c:v>
                </c:pt>
                <c:pt idx="3120">
                  <c:v>42445</c:v>
                </c:pt>
                <c:pt idx="3121">
                  <c:v>42446</c:v>
                </c:pt>
                <c:pt idx="3122">
                  <c:v>42447</c:v>
                </c:pt>
                <c:pt idx="3123">
                  <c:v>42450</c:v>
                </c:pt>
                <c:pt idx="3124">
                  <c:v>42451</c:v>
                </c:pt>
                <c:pt idx="3125">
                  <c:v>42452</c:v>
                </c:pt>
                <c:pt idx="3126">
                  <c:v>42453</c:v>
                </c:pt>
                <c:pt idx="3127">
                  <c:v>42454</c:v>
                </c:pt>
                <c:pt idx="3128">
                  <c:v>42457</c:v>
                </c:pt>
                <c:pt idx="3129">
                  <c:v>42458</c:v>
                </c:pt>
                <c:pt idx="3130">
                  <c:v>42459</c:v>
                </c:pt>
                <c:pt idx="3131">
                  <c:v>42460</c:v>
                </c:pt>
                <c:pt idx="3132">
                  <c:v>42461</c:v>
                </c:pt>
                <c:pt idx="3133">
                  <c:v>42464</c:v>
                </c:pt>
                <c:pt idx="3134">
                  <c:v>42465</c:v>
                </c:pt>
                <c:pt idx="3135">
                  <c:v>42466</c:v>
                </c:pt>
                <c:pt idx="3136">
                  <c:v>42467</c:v>
                </c:pt>
                <c:pt idx="3137">
                  <c:v>42468</c:v>
                </c:pt>
                <c:pt idx="3138">
                  <c:v>42471</c:v>
                </c:pt>
                <c:pt idx="3139">
                  <c:v>42472</c:v>
                </c:pt>
                <c:pt idx="3140">
                  <c:v>42473</c:v>
                </c:pt>
                <c:pt idx="3141">
                  <c:v>42474</c:v>
                </c:pt>
                <c:pt idx="3142">
                  <c:v>42475</c:v>
                </c:pt>
                <c:pt idx="3143">
                  <c:v>42478</c:v>
                </c:pt>
                <c:pt idx="3144">
                  <c:v>42479</c:v>
                </c:pt>
                <c:pt idx="3145">
                  <c:v>42480</c:v>
                </c:pt>
                <c:pt idx="3146">
                  <c:v>42481</c:v>
                </c:pt>
                <c:pt idx="3147">
                  <c:v>42482</c:v>
                </c:pt>
                <c:pt idx="3148">
                  <c:v>42485</c:v>
                </c:pt>
                <c:pt idx="3149">
                  <c:v>42486</c:v>
                </c:pt>
                <c:pt idx="3150">
                  <c:v>42487</c:v>
                </c:pt>
                <c:pt idx="3151">
                  <c:v>42488</c:v>
                </c:pt>
                <c:pt idx="3152">
                  <c:v>42489</c:v>
                </c:pt>
                <c:pt idx="3153">
                  <c:v>42492</c:v>
                </c:pt>
                <c:pt idx="3154">
                  <c:v>42493</c:v>
                </c:pt>
                <c:pt idx="3155">
                  <c:v>42494</c:v>
                </c:pt>
                <c:pt idx="3156">
                  <c:v>42495</c:v>
                </c:pt>
                <c:pt idx="3157">
                  <c:v>42496</c:v>
                </c:pt>
                <c:pt idx="3158">
                  <c:v>42499</c:v>
                </c:pt>
                <c:pt idx="3159">
                  <c:v>42500</c:v>
                </c:pt>
                <c:pt idx="3160">
                  <c:v>42501</c:v>
                </c:pt>
                <c:pt idx="3161">
                  <c:v>42502</c:v>
                </c:pt>
                <c:pt idx="3162">
                  <c:v>42503</c:v>
                </c:pt>
                <c:pt idx="3163">
                  <c:v>42506</c:v>
                </c:pt>
                <c:pt idx="3164">
                  <c:v>42507</c:v>
                </c:pt>
                <c:pt idx="3165">
                  <c:v>42508</c:v>
                </c:pt>
                <c:pt idx="3166">
                  <c:v>42509</c:v>
                </c:pt>
                <c:pt idx="3167">
                  <c:v>42510</c:v>
                </c:pt>
                <c:pt idx="3168">
                  <c:v>42513</c:v>
                </c:pt>
                <c:pt idx="3169">
                  <c:v>42514</c:v>
                </c:pt>
                <c:pt idx="3170">
                  <c:v>42515</c:v>
                </c:pt>
                <c:pt idx="3171">
                  <c:v>42516</c:v>
                </c:pt>
                <c:pt idx="3172">
                  <c:v>42517</c:v>
                </c:pt>
                <c:pt idx="3173">
                  <c:v>42520</c:v>
                </c:pt>
                <c:pt idx="3174">
                  <c:v>42521</c:v>
                </c:pt>
                <c:pt idx="3175">
                  <c:v>42522</c:v>
                </c:pt>
                <c:pt idx="3176">
                  <c:v>42523</c:v>
                </c:pt>
                <c:pt idx="3177">
                  <c:v>42524</c:v>
                </c:pt>
                <c:pt idx="3178">
                  <c:v>42527</c:v>
                </c:pt>
                <c:pt idx="3179">
                  <c:v>42528</c:v>
                </c:pt>
                <c:pt idx="3180">
                  <c:v>42529</c:v>
                </c:pt>
                <c:pt idx="3181">
                  <c:v>42530</c:v>
                </c:pt>
                <c:pt idx="3182">
                  <c:v>42531</c:v>
                </c:pt>
                <c:pt idx="3183">
                  <c:v>42534</c:v>
                </c:pt>
                <c:pt idx="3184">
                  <c:v>42535</c:v>
                </c:pt>
                <c:pt idx="3185">
                  <c:v>42536</c:v>
                </c:pt>
                <c:pt idx="3186">
                  <c:v>42537</c:v>
                </c:pt>
                <c:pt idx="3187">
                  <c:v>42538</c:v>
                </c:pt>
                <c:pt idx="3188">
                  <c:v>42541</c:v>
                </c:pt>
                <c:pt idx="3189">
                  <c:v>42542</c:v>
                </c:pt>
                <c:pt idx="3190">
                  <c:v>42543</c:v>
                </c:pt>
                <c:pt idx="3191">
                  <c:v>42544</c:v>
                </c:pt>
                <c:pt idx="3192">
                  <c:v>42545</c:v>
                </c:pt>
                <c:pt idx="3193">
                  <c:v>42548</c:v>
                </c:pt>
                <c:pt idx="3194">
                  <c:v>42549</c:v>
                </c:pt>
                <c:pt idx="3195">
                  <c:v>42550</c:v>
                </c:pt>
                <c:pt idx="3196">
                  <c:v>42551</c:v>
                </c:pt>
                <c:pt idx="3197">
                  <c:v>42552</c:v>
                </c:pt>
                <c:pt idx="3198">
                  <c:v>42555</c:v>
                </c:pt>
                <c:pt idx="3199">
                  <c:v>42556</c:v>
                </c:pt>
                <c:pt idx="3200">
                  <c:v>42557</c:v>
                </c:pt>
                <c:pt idx="3201">
                  <c:v>42558</c:v>
                </c:pt>
                <c:pt idx="3202">
                  <c:v>42559</c:v>
                </c:pt>
                <c:pt idx="3203">
                  <c:v>42562</c:v>
                </c:pt>
                <c:pt idx="3204">
                  <c:v>42563</c:v>
                </c:pt>
                <c:pt idx="3205">
                  <c:v>42564</c:v>
                </c:pt>
                <c:pt idx="3206">
                  <c:v>42565</c:v>
                </c:pt>
                <c:pt idx="3207">
                  <c:v>42566</c:v>
                </c:pt>
                <c:pt idx="3208">
                  <c:v>42569</c:v>
                </c:pt>
                <c:pt idx="3209">
                  <c:v>42570</c:v>
                </c:pt>
                <c:pt idx="3210">
                  <c:v>42571</c:v>
                </c:pt>
                <c:pt idx="3211">
                  <c:v>42572</c:v>
                </c:pt>
                <c:pt idx="3212">
                  <c:v>42573</c:v>
                </c:pt>
                <c:pt idx="3213">
                  <c:v>42576</c:v>
                </c:pt>
                <c:pt idx="3214">
                  <c:v>42577</c:v>
                </c:pt>
                <c:pt idx="3215">
                  <c:v>42578</c:v>
                </c:pt>
                <c:pt idx="3216">
                  <c:v>42579</c:v>
                </c:pt>
                <c:pt idx="3217">
                  <c:v>42580</c:v>
                </c:pt>
                <c:pt idx="3218">
                  <c:v>42583</c:v>
                </c:pt>
                <c:pt idx="3219">
                  <c:v>42584</c:v>
                </c:pt>
                <c:pt idx="3220">
                  <c:v>42585</c:v>
                </c:pt>
                <c:pt idx="3221">
                  <c:v>42586</c:v>
                </c:pt>
                <c:pt idx="3222">
                  <c:v>42587</c:v>
                </c:pt>
                <c:pt idx="3223">
                  <c:v>42590</c:v>
                </c:pt>
                <c:pt idx="3224">
                  <c:v>42591</c:v>
                </c:pt>
                <c:pt idx="3225">
                  <c:v>42592</c:v>
                </c:pt>
                <c:pt idx="3226">
                  <c:v>42593</c:v>
                </c:pt>
                <c:pt idx="3227">
                  <c:v>42594</c:v>
                </c:pt>
                <c:pt idx="3228">
                  <c:v>42597</c:v>
                </c:pt>
                <c:pt idx="3229">
                  <c:v>42598</c:v>
                </c:pt>
                <c:pt idx="3230">
                  <c:v>42599</c:v>
                </c:pt>
                <c:pt idx="3231">
                  <c:v>42600</c:v>
                </c:pt>
                <c:pt idx="3232">
                  <c:v>42601</c:v>
                </c:pt>
                <c:pt idx="3233">
                  <c:v>42604</c:v>
                </c:pt>
                <c:pt idx="3234">
                  <c:v>42605</c:v>
                </c:pt>
                <c:pt idx="3235">
                  <c:v>42606</c:v>
                </c:pt>
                <c:pt idx="3236">
                  <c:v>42607</c:v>
                </c:pt>
                <c:pt idx="3237">
                  <c:v>42608</c:v>
                </c:pt>
                <c:pt idx="3238">
                  <c:v>42611</c:v>
                </c:pt>
                <c:pt idx="3239">
                  <c:v>42612</c:v>
                </c:pt>
                <c:pt idx="3240">
                  <c:v>42613</c:v>
                </c:pt>
                <c:pt idx="3241">
                  <c:v>42614</c:v>
                </c:pt>
                <c:pt idx="3242">
                  <c:v>42615</c:v>
                </c:pt>
                <c:pt idx="3243">
                  <c:v>42618</c:v>
                </c:pt>
                <c:pt idx="3244">
                  <c:v>42619</c:v>
                </c:pt>
                <c:pt idx="3245">
                  <c:v>42620</c:v>
                </c:pt>
                <c:pt idx="3246">
                  <c:v>42621</c:v>
                </c:pt>
                <c:pt idx="3247">
                  <c:v>42622</c:v>
                </c:pt>
                <c:pt idx="3248">
                  <c:v>42625</c:v>
                </c:pt>
                <c:pt idx="3249">
                  <c:v>42626</c:v>
                </c:pt>
                <c:pt idx="3250">
                  <c:v>42627</c:v>
                </c:pt>
                <c:pt idx="3251">
                  <c:v>42628</c:v>
                </c:pt>
                <c:pt idx="3252">
                  <c:v>42629</c:v>
                </c:pt>
                <c:pt idx="3253">
                  <c:v>42632</c:v>
                </c:pt>
                <c:pt idx="3254">
                  <c:v>42633</c:v>
                </c:pt>
                <c:pt idx="3255">
                  <c:v>42634</c:v>
                </c:pt>
                <c:pt idx="3256">
                  <c:v>42635</c:v>
                </c:pt>
                <c:pt idx="3257">
                  <c:v>42636</c:v>
                </c:pt>
                <c:pt idx="3258">
                  <c:v>42639</c:v>
                </c:pt>
                <c:pt idx="3259">
                  <c:v>42640</c:v>
                </c:pt>
                <c:pt idx="3260">
                  <c:v>42641</c:v>
                </c:pt>
                <c:pt idx="3261">
                  <c:v>42642</c:v>
                </c:pt>
                <c:pt idx="3262">
                  <c:v>42643</c:v>
                </c:pt>
                <c:pt idx="3263">
                  <c:v>42646</c:v>
                </c:pt>
                <c:pt idx="3264">
                  <c:v>42647</c:v>
                </c:pt>
                <c:pt idx="3265">
                  <c:v>42648</c:v>
                </c:pt>
                <c:pt idx="3266">
                  <c:v>42649</c:v>
                </c:pt>
                <c:pt idx="3267">
                  <c:v>42650</c:v>
                </c:pt>
                <c:pt idx="3268">
                  <c:v>42653</c:v>
                </c:pt>
                <c:pt idx="3269">
                  <c:v>42654</c:v>
                </c:pt>
                <c:pt idx="3270">
                  <c:v>42655</c:v>
                </c:pt>
                <c:pt idx="3271">
                  <c:v>42656</c:v>
                </c:pt>
                <c:pt idx="3272">
                  <c:v>42657</c:v>
                </c:pt>
                <c:pt idx="3273">
                  <c:v>42660</c:v>
                </c:pt>
                <c:pt idx="3274">
                  <c:v>42661</c:v>
                </c:pt>
                <c:pt idx="3275">
                  <c:v>42662</c:v>
                </c:pt>
                <c:pt idx="3276">
                  <c:v>42663</c:v>
                </c:pt>
                <c:pt idx="3277">
                  <c:v>42664</c:v>
                </c:pt>
                <c:pt idx="3278">
                  <c:v>42667</c:v>
                </c:pt>
                <c:pt idx="3279">
                  <c:v>42668</c:v>
                </c:pt>
                <c:pt idx="3280">
                  <c:v>42669</c:v>
                </c:pt>
                <c:pt idx="3281">
                  <c:v>42670</c:v>
                </c:pt>
                <c:pt idx="3282">
                  <c:v>42671</c:v>
                </c:pt>
                <c:pt idx="3283">
                  <c:v>42674</c:v>
                </c:pt>
                <c:pt idx="3284">
                  <c:v>42675</c:v>
                </c:pt>
                <c:pt idx="3285">
                  <c:v>42676</c:v>
                </c:pt>
                <c:pt idx="3286">
                  <c:v>42677</c:v>
                </c:pt>
                <c:pt idx="3287">
                  <c:v>42678</c:v>
                </c:pt>
                <c:pt idx="3288">
                  <c:v>42681</c:v>
                </c:pt>
                <c:pt idx="3289">
                  <c:v>42682</c:v>
                </c:pt>
                <c:pt idx="3290">
                  <c:v>42683</c:v>
                </c:pt>
                <c:pt idx="3291">
                  <c:v>42684</c:v>
                </c:pt>
                <c:pt idx="3292">
                  <c:v>42685</c:v>
                </c:pt>
                <c:pt idx="3293">
                  <c:v>42688</c:v>
                </c:pt>
                <c:pt idx="3294">
                  <c:v>42689</c:v>
                </c:pt>
                <c:pt idx="3295">
                  <c:v>42690</c:v>
                </c:pt>
                <c:pt idx="3296">
                  <c:v>42691</c:v>
                </c:pt>
                <c:pt idx="3297">
                  <c:v>42692</c:v>
                </c:pt>
                <c:pt idx="3298">
                  <c:v>42695</c:v>
                </c:pt>
                <c:pt idx="3299">
                  <c:v>42696</c:v>
                </c:pt>
                <c:pt idx="3300">
                  <c:v>42697</c:v>
                </c:pt>
                <c:pt idx="3301">
                  <c:v>42698</c:v>
                </c:pt>
                <c:pt idx="3302">
                  <c:v>42699</c:v>
                </c:pt>
                <c:pt idx="3303">
                  <c:v>42702</c:v>
                </c:pt>
                <c:pt idx="3304">
                  <c:v>42703</c:v>
                </c:pt>
                <c:pt idx="3305">
                  <c:v>42704</c:v>
                </c:pt>
                <c:pt idx="3306">
                  <c:v>42705</c:v>
                </c:pt>
                <c:pt idx="3307">
                  <c:v>42706</c:v>
                </c:pt>
                <c:pt idx="3308">
                  <c:v>42709</c:v>
                </c:pt>
                <c:pt idx="3309">
                  <c:v>42710</c:v>
                </c:pt>
                <c:pt idx="3310">
                  <c:v>42711</c:v>
                </c:pt>
                <c:pt idx="3311">
                  <c:v>42712</c:v>
                </c:pt>
                <c:pt idx="3312">
                  <c:v>42713</c:v>
                </c:pt>
                <c:pt idx="3313">
                  <c:v>42716</c:v>
                </c:pt>
                <c:pt idx="3314">
                  <c:v>42717</c:v>
                </c:pt>
                <c:pt idx="3315">
                  <c:v>42718</c:v>
                </c:pt>
                <c:pt idx="3316">
                  <c:v>42719</c:v>
                </c:pt>
                <c:pt idx="3317">
                  <c:v>42720</c:v>
                </c:pt>
                <c:pt idx="3318">
                  <c:v>42723</c:v>
                </c:pt>
                <c:pt idx="3319">
                  <c:v>42724</c:v>
                </c:pt>
                <c:pt idx="3320">
                  <c:v>42725</c:v>
                </c:pt>
                <c:pt idx="3321">
                  <c:v>42726</c:v>
                </c:pt>
                <c:pt idx="3322">
                  <c:v>42727</c:v>
                </c:pt>
                <c:pt idx="3323">
                  <c:v>42730</c:v>
                </c:pt>
                <c:pt idx="3324">
                  <c:v>42731</c:v>
                </c:pt>
                <c:pt idx="3325">
                  <c:v>42732</c:v>
                </c:pt>
                <c:pt idx="3326">
                  <c:v>42733</c:v>
                </c:pt>
                <c:pt idx="3327">
                  <c:v>42734</c:v>
                </c:pt>
                <c:pt idx="3328">
                  <c:v>42737</c:v>
                </c:pt>
                <c:pt idx="3329">
                  <c:v>42738</c:v>
                </c:pt>
                <c:pt idx="3330">
                  <c:v>42739</c:v>
                </c:pt>
                <c:pt idx="3331">
                  <c:v>42740</c:v>
                </c:pt>
                <c:pt idx="3332">
                  <c:v>42741</c:v>
                </c:pt>
                <c:pt idx="3333">
                  <c:v>42744</c:v>
                </c:pt>
                <c:pt idx="3334">
                  <c:v>42745</c:v>
                </c:pt>
                <c:pt idx="3335">
                  <c:v>42746</c:v>
                </c:pt>
                <c:pt idx="3336">
                  <c:v>42747</c:v>
                </c:pt>
                <c:pt idx="3337">
                  <c:v>42748</c:v>
                </c:pt>
                <c:pt idx="3338">
                  <c:v>42751</c:v>
                </c:pt>
                <c:pt idx="3339">
                  <c:v>42752</c:v>
                </c:pt>
                <c:pt idx="3340">
                  <c:v>42753</c:v>
                </c:pt>
                <c:pt idx="3341">
                  <c:v>42754</c:v>
                </c:pt>
                <c:pt idx="3342">
                  <c:v>42755</c:v>
                </c:pt>
                <c:pt idx="3343">
                  <c:v>42758</c:v>
                </c:pt>
                <c:pt idx="3344">
                  <c:v>42759</c:v>
                </c:pt>
                <c:pt idx="3345">
                  <c:v>42760</c:v>
                </c:pt>
                <c:pt idx="3346">
                  <c:v>42761</c:v>
                </c:pt>
                <c:pt idx="3347">
                  <c:v>42762</c:v>
                </c:pt>
                <c:pt idx="3348">
                  <c:v>42765</c:v>
                </c:pt>
                <c:pt idx="3349">
                  <c:v>42766</c:v>
                </c:pt>
                <c:pt idx="3350">
                  <c:v>42767</c:v>
                </c:pt>
                <c:pt idx="3351">
                  <c:v>42768</c:v>
                </c:pt>
                <c:pt idx="3352">
                  <c:v>42769</c:v>
                </c:pt>
                <c:pt idx="3353">
                  <c:v>42772</c:v>
                </c:pt>
                <c:pt idx="3354">
                  <c:v>42773</c:v>
                </c:pt>
                <c:pt idx="3355">
                  <c:v>42774</c:v>
                </c:pt>
                <c:pt idx="3356">
                  <c:v>42775</c:v>
                </c:pt>
                <c:pt idx="3357">
                  <c:v>42776</c:v>
                </c:pt>
                <c:pt idx="3358">
                  <c:v>42779</c:v>
                </c:pt>
                <c:pt idx="3359">
                  <c:v>42780</c:v>
                </c:pt>
                <c:pt idx="3360">
                  <c:v>42781</c:v>
                </c:pt>
                <c:pt idx="3361">
                  <c:v>42782</c:v>
                </c:pt>
                <c:pt idx="3362">
                  <c:v>42783</c:v>
                </c:pt>
                <c:pt idx="3363">
                  <c:v>42786</c:v>
                </c:pt>
                <c:pt idx="3364">
                  <c:v>42787</c:v>
                </c:pt>
                <c:pt idx="3365">
                  <c:v>42788</c:v>
                </c:pt>
                <c:pt idx="3366">
                  <c:v>42789</c:v>
                </c:pt>
                <c:pt idx="3367">
                  <c:v>42790</c:v>
                </c:pt>
                <c:pt idx="3368">
                  <c:v>42793</c:v>
                </c:pt>
                <c:pt idx="3369">
                  <c:v>42794</c:v>
                </c:pt>
                <c:pt idx="3370">
                  <c:v>42795</c:v>
                </c:pt>
                <c:pt idx="3371">
                  <c:v>42796</c:v>
                </c:pt>
                <c:pt idx="3372">
                  <c:v>42797</c:v>
                </c:pt>
                <c:pt idx="3373">
                  <c:v>42800</c:v>
                </c:pt>
                <c:pt idx="3374">
                  <c:v>42801</c:v>
                </c:pt>
                <c:pt idx="3375">
                  <c:v>42802</c:v>
                </c:pt>
                <c:pt idx="3376">
                  <c:v>42803</c:v>
                </c:pt>
                <c:pt idx="3377">
                  <c:v>42804</c:v>
                </c:pt>
                <c:pt idx="3378">
                  <c:v>42807</c:v>
                </c:pt>
                <c:pt idx="3379">
                  <c:v>42808</c:v>
                </c:pt>
                <c:pt idx="3380">
                  <c:v>42809</c:v>
                </c:pt>
                <c:pt idx="3381">
                  <c:v>42810</c:v>
                </c:pt>
                <c:pt idx="3382">
                  <c:v>42811</c:v>
                </c:pt>
                <c:pt idx="3383">
                  <c:v>42814</c:v>
                </c:pt>
                <c:pt idx="3384">
                  <c:v>42815</c:v>
                </c:pt>
                <c:pt idx="3385">
                  <c:v>42816</c:v>
                </c:pt>
                <c:pt idx="3386">
                  <c:v>42817</c:v>
                </c:pt>
                <c:pt idx="3387">
                  <c:v>42818</c:v>
                </c:pt>
                <c:pt idx="3388">
                  <c:v>42821</c:v>
                </c:pt>
                <c:pt idx="3389">
                  <c:v>42822</c:v>
                </c:pt>
                <c:pt idx="3390">
                  <c:v>42823</c:v>
                </c:pt>
                <c:pt idx="3391">
                  <c:v>42824</c:v>
                </c:pt>
                <c:pt idx="3392">
                  <c:v>42825</c:v>
                </c:pt>
                <c:pt idx="3393">
                  <c:v>42828</c:v>
                </c:pt>
                <c:pt idx="3394">
                  <c:v>42829</c:v>
                </c:pt>
                <c:pt idx="3395">
                  <c:v>42830</c:v>
                </c:pt>
                <c:pt idx="3396">
                  <c:v>42831</c:v>
                </c:pt>
                <c:pt idx="3397">
                  <c:v>42832</c:v>
                </c:pt>
                <c:pt idx="3398">
                  <c:v>42835</c:v>
                </c:pt>
                <c:pt idx="3399">
                  <c:v>42836</c:v>
                </c:pt>
                <c:pt idx="3400">
                  <c:v>42837</c:v>
                </c:pt>
                <c:pt idx="3401">
                  <c:v>42838</c:v>
                </c:pt>
                <c:pt idx="3402">
                  <c:v>42839</c:v>
                </c:pt>
                <c:pt idx="3403">
                  <c:v>42842</c:v>
                </c:pt>
                <c:pt idx="3404">
                  <c:v>42843</c:v>
                </c:pt>
                <c:pt idx="3405">
                  <c:v>42844</c:v>
                </c:pt>
                <c:pt idx="3406">
                  <c:v>42845</c:v>
                </c:pt>
                <c:pt idx="3407">
                  <c:v>42846</c:v>
                </c:pt>
                <c:pt idx="3408">
                  <c:v>42849</c:v>
                </c:pt>
                <c:pt idx="3409">
                  <c:v>42850</c:v>
                </c:pt>
                <c:pt idx="3410">
                  <c:v>42851</c:v>
                </c:pt>
                <c:pt idx="3411">
                  <c:v>42852</c:v>
                </c:pt>
                <c:pt idx="3412">
                  <c:v>42853</c:v>
                </c:pt>
                <c:pt idx="3413">
                  <c:v>42856</c:v>
                </c:pt>
                <c:pt idx="3414">
                  <c:v>42857</c:v>
                </c:pt>
                <c:pt idx="3415">
                  <c:v>42858</c:v>
                </c:pt>
                <c:pt idx="3416">
                  <c:v>42859</c:v>
                </c:pt>
                <c:pt idx="3417">
                  <c:v>42860</c:v>
                </c:pt>
                <c:pt idx="3418">
                  <c:v>42863</c:v>
                </c:pt>
                <c:pt idx="3419">
                  <c:v>42864</c:v>
                </c:pt>
                <c:pt idx="3420">
                  <c:v>42865</c:v>
                </c:pt>
                <c:pt idx="3421">
                  <c:v>42866</c:v>
                </c:pt>
                <c:pt idx="3422">
                  <c:v>42867</c:v>
                </c:pt>
                <c:pt idx="3423">
                  <c:v>42870</c:v>
                </c:pt>
                <c:pt idx="3424">
                  <c:v>42871</c:v>
                </c:pt>
                <c:pt idx="3425">
                  <c:v>42872</c:v>
                </c:pt>
                <c:pt idx="3426">
                  <c:v>42873</c:v>
                </c:pt>
                <c:pt idx="3427">
                  <c:v>42874</c:v>
                </c:pt>
                <c:pt idx="3428">
                  <c:v>42877</c:v>
                </c:pt>
                <c:pt idx="3429">
                  <c:v>42878</c:v>
                </c:pt>
                <c:pt idx="3430">
                  <c:v>42879</c:v>
                </c:pt>
                <c:pt idx="3431">
                  <c:v>42880</c:v>
                </c:pt>
                <c:pt idx="3432">
                  <c:v>42881</c:v>
                </c:pt>
                <c:pt idx="3433">
                  <c:v>42884</c:v>
                </c:pt>
                <c:pt idx="3434">
                  <c:v>42885</c:v>
                </c:pt>
                <c:pt idx="3435">
                  <c:v>42886</c:v>
                </c:pt>
                <c:pt idx="3436">
                  <c:v>42887</c:v>
                </c:pt>
                <c:pt idx="3437">
                  <c:v>42888</c:v>
                </c:pt>
                <c:pt idx="3438">
                  <c:v>42891</c:v>
                </c:pt>
                <c:pt idx="3439">
                  <c:v>42892</c:v>
                </c:pt>
                <c:pt idx="3440">
                  <c:v>42893</c:v>
                </c:pt>
                <c:pt idx="3441">
                  <c:v>42894</c:v>
                </c:pt>
                <c:pt idx="3442">
                  <c:v>42895</c:v>
                </c:pt>
                <c:pt idx="3443">
                  <c:v>42898</c:v>
                </c:pt>
                <c:pt idx="3444">
                  <c:v>42899</c:v>
                </c:pt>
                <c:pt idx="3445">
                  <c:v>42900</c:v>
                </c:pt>
                <c:pt idx="3446">
                  <c:v>42901</c:v>
                </c:pt>
                <c:pt idx="3447">
                  <c:v>42902</c:v>
                </c:pt>
                <c:pt idx="3448">
                  <c:v>42905</c:v>
                </c:pt>
                <c:pt idx="3449">
                  <c:v>42906</c:v>
                </c:pt>
                <c:pt idx="3450">
                  <c:v>42907</c:v>
                </c:pt>
                <c:pt idx="3451">
                  <c:v>42908</c:v>
                </c:pt>
                <c:pt idx="3452">
                  <c:v>42909</c:v>
                </c:pt>
                <c:pt idx="3453">
                  <c:v>42912</c:v>
                </c:pt>
                <c:pt idx="3454">
                  <c:v>42913</c:v>
                </c:pt>
                <c:pt idx="3455">
                  <c:v>42914</c:v>
                </c:pt>
                <c:pt idx="3456">
                  <c:v>42915</c:v>
                </c:pt>
                <c:pt idx="3457">
                  <c:v>42916</c:v>
                </c:pt>
                <c:pt idx="3458">
                  <c:v>42919</c:v>
                </c:pt>
                <c:pt idx="3459">
                  <c:v>42920</c:v>
                </c:pt>
                <c:pt idx="3460">
                  <c:v>42921</c:v>
                </c:pt>
                <c:pt idx="3461">
                  <c:v>42922</c:v>
                </c:pt>
                <c:pt idx="3462">
                  <c:v>42923</c:v>
                </c:pt>
                <c:pt idx="3463">
                  <c:v>42926</c:v>
                </c:pt>
                <c:pt idx="3464">
                  <c:v>42927</c:v>
                </c:pt>
                <c:pt idx="3465">
                  <c:v>42928</c:v>
                </c:pt>
                <c:pt idx="3466">
                  <c:v>42929</c:v>
                </c:pt>
                <c:pt idx="3467">
                  <c:v>42930</c:v>
                </c:pt>
                <c:pt idx="3468">
                  <c:v>42933</c:v>
                </c:pt>
                <c:pt idx="3469">
                  <c:v>42934</c:v>
                </c:pt>
                <c:pt idx="3470">
                  <c:v>42935</c:v>
                </c:pt>
                <c:pt idx="3471">
                  <c:v>42936</c:v>
                </c:pt>
                <c:pt idx="3472">
                  <c:v>42937</c:v>
                </c:pt>
                <c:pt idx="3473">
                  <c:v>42940</c:v>
                </c:pt>
                <c:pt idx="3474">
                  <c:v>42941</c:v>
                </c:pt>
                <c:pt idx="3475">
                  <c:v>42942</c:v>
                </c:pt>
                <c:pt idx="3476">
                  <c:v>42943</c:v>
                </c:pt>
                <c:pt idx="3477">
                  <c:v>42944</c:v>
                </c:pt>
                <c:pt idx="3478">
                  <c:v>42947</c:v>
                </c:pt>
                <c:pt idx="3479">
                  <c:v>42948</c:v>
                </c:pt>
                <c:pt idx="3480">
                  <c:v>42949</c:v>
                </c:pt>
                <c:pt idx="3481">
                  <c:v>42950</c:v>
                </c:pt>
                <c:pt idx="3482">
                  <c:v>42951</c:v>
                </c:pt>
                <c:pt idx="3483">
                  <c:v>42954</c:v>
                </c:pt>
                <c:pt idx="3484">
                  <c:v>42955</c:v>
                </c:pt>
                <c:pt idx="3485">
                  <c:v>42956</c:v>
                </c:pt>
                <c:pt idx="3486">
                  <c:v>42957</c:v>
                </c:pt>
                <c:pt idx="3487">
                  <c:v>42958</c:v>
                </c:pt>
                <c:pt idx="3488">
                  <c:v>42961</c:v>
                </c:pt>
                <c:pt idx="3489">
                  <c:v>42962</c:v>
                </c:pt>
                <c:pt idx="3490">
                  <c:v>42963</c:v>
                </c:pt>
                <c:pt idx="3491">
                  <c:v>42964</c:v>
                </c:pt>
                <c:pt idx="3492">
                  <c:v>42965</c:v>
                </c:pt>
                <c:pt idx="3493">
                  <c:v>42968</c:v>
                </c:pt>
                <c:pt idx="3494">
                  <c:v>42969</c:v>
                </c:pt>
                <c:pt idx="3495">
                  <c:v>42970</c:v>
                </c:pt>
                <c:pt idx="3496">
                  <c:v>42971</c:v>
                </c:pt>
                <c:pt idx="3497">
                  <c:v>42972</c:v>
                </c:pt>
                <c:pt idx="3498">
                  <c:v>42975</c:v>
                </c:pt>
                <c:pt idx="3499">
                  <c:v>42976</c:v>
                </c:pt>
                <c:pt idx="3500">
                  <c:v>42977</c:v>
                </c:pt>
                <c:pt idx="3501">
                  <c:v>42978</c:v>
                </c:pt>
                <c:pt idx="3502">
                  <c:v>42979</c:v>
                </c:pt>
                <c:pt idx="3503">
                  <c:v>42982</c:v>
                </c:pt>
                <c:pt idx="3504">
                  <c:v>42983</c:v>
                </c:pt>
                <c:pt idx="3505">
                  <c:v>42984</c:v>
                </c:pt>
                <c:pt idx="3506">
                  <c:v>42985</c:v>
                </c:pt>
                <c:pt idx="3507">
                  <c:v>42986</c:v>
                </c:pt>
                <c:pt idx="3508">
                  <c:v>42989</c:v>
                </c:pt>
                <c:pt idx="3509">
                  <c:v>42990</c:v>
                </c:pt>
                <c:pt idx="3510">
                  <c:v>42991</c:v>
                </c:pt>
                <c:pt idx="3511">
                  <c:v>42992</c:v>
                </c:pt>
                <c:pt idx="3512">
                  <c:v>42993</c:v>
                </c:pt>
                <c:pt idx="3513">
                  <c:v>42996</c:v>
                </c:pt>
                <c:pt idx="3514">
                  <c:v>42997</c:v>
                </c:pt>
                <c:pt idx="3515">
                  <c:v>42998</c:v>
                </c:pt>
                <c:pt idx="3516">
                  <c:v>42999</c:v>
                </c:pt>
                <c:pt idx="3517">
                  <c:v>43000</c:v>
                </c:pt>
                <c:pt idx="3518">
                  <c:v>43003</c:v>
                </c:pt>
                <c:pt idx="3519">
                  <c:v>43004</c:v>
                </c:pt>
                <c:pt idx="3520">
                  <c:v>43005</c:v>
                </c:pt>
                <c:pt idx="3521">
                  <c:v>43006</c:v>
                </c:pt>
                <c:pt idx="3522">
                  <c:v>43007</c:v>
                </c:pt>
                <c:pt idx="3523">
                  <c:v>43010</c:v>
                </c:pt>
                <c:pt idx="3524">
                  <c:v>43011</c:v>
                </c:pt>
                <c:pt idx="3525">
                  <c:v>43012</c:v>
                </c:pt>
                <c:pt idx="3526">
                  <c:v>43013</c:v>
                </c:pt>
                <c:pt idx="3527">
                  <c:v>43014</c:v>
                </c:pt>
                <c:pt idx="3528">
                  <c:v>43017</c:v>
                </c:pt>
                <c:pt idx="3529">
                  <c:v>43018</c:v>
                </c:pt>
                <c:pt idx="3530">
                  <c:v>43019</c:v>
                </c:pt>
                <c:pt idx="3531">
                  <c:v>43020</c:v>
                </c:pt>
                <c:pt idx="3532">
                  <c:v>43021</c:v>
                </c:pt>
                <c:pt idx="3533">
                  <c:v>43024</c:v>
                </c:pt>
                <c:pt idx="3534">
                  <c:v>43025</c:v>
                </c:pt>
                <c:pt idx="3535">
                  <c:v>43026</c:v>
                </c:pt>
                <c:pt idx="3536">
                  <c:v>43027</c:v>
                </c:pt>
                <c:pt idx="3537">
                  <c:v>43028</c:v>
                </c:pt>
                <c:pt idx="3538">
                  <c:v>43031</c:v>
                </c:pt>
                <c:pt idx="3539">
                  <c:v>43032</c:v>
                </c:pt>
                <c:pt idx="3540">
                  <c:v>43033</c:v>
                </c:pt>
                <c:pt idx="3541">
                  <c:v>43034</c:v>
                </c:pt>
                <c:pt idx="3542">
                  <c:v>43035</c:v>
                </c:pt>
                <c:pt idx="3543">
                  <c:v>43038</c:v>
                </c:pt>
                <c:pt idx="3544">
                  <c:v>43039</c:v>
                </c:pt>
                <c:pt idx="3545">
                  <c:v>43040</c:v>
                </c:pt>
                <c:pt idx="3546">
                  <c:v>43041</c:v>
                </c:pt>
                <c:pt idx="3547">
                  <c:v>43042</c:v>
                </c:pt>
                <c:pt idx="3548">
                  <c:v>43045</c:v>
                </c:pt>
                <c:pt idx="3549">
                  <c:v>43046</c:v>
                </c:pt>
                <c:pt idx="3550">
                  <c:v>43047</c:v>
                </c:pt>
                <c:pt idx="3551">
                  <c:v>43048</c:v>
                </c:pt>
                <c:pt idx="3552">
                  <c:v>43049</c:v>
                </c:pt>
                <c:pt idx="3553">
                  <c:v>43052</c:v>
                </c:pt>
                <c:pt idx="3554">
                  <c:v>43053</c:v>
                </c:pt>
                <c:pt idx="3555">
                  <c:v>43054</c:v>
                </c:pt>
                <c:pt idx="3556">
                  <c:v>43055</c:v>
                </c:pt>
                <c:pt idx="3557">
                  <c:v>43056</c:v>
                </c:pt>
                <c:pt idx="3558">
                  <c:v>43059</c:v>
                </c:pt>
                <c:pt idx="3559">
                  <c:v>43060</c:v>
                </c:pt>
                <c:pt idx="3560">
                  <c:v>43061</c:v>
                </c:pt>
                <c:pt idx="3561">
                  <c:v>43062</c:v>
                </c:pt>
                <c:pt idx="3562">
                  <c:v>43063</c:v>
                </c:pt>
                <c:pt idx="3563">
                  <c:v>43066</c:v>
                </c:pt>
                <c:pt idx="3564">
                  <c:v>43067</c:v>
                </c:pt>
                <c:pt idx="3565">
                  <c:v>43068</c:v>
                </c:pt>
                <c:pt idx="3566">
                  <c:v>43069</c:v>
                </c:pt>
                <c:pt idx="3567">
                  <c:v>43070</c:v>
                </c:pt>
                <c:pt idx="3568">
                  <c:v>43073</c:v>
                </c:pt>
                <c:pt idx="3569">
                  <c:v>43074</c:v>
                </c:pt>
                <c:pt idx="3570">
                  <c:v>43075</c:v>
                </c:pt>
                <c:pt idx="3571">
                  <c:v>43076</c:v>
                </c:pt>
                <c:pt idx="3572">
                  <c:v>43077</c:v>
                </c:pt>
                <c:pt idx="3573">
                  <c:v>43080</c:v>
                </c:pt>
                <c:pt idx="3574">
                  <c:v>43081</c:v>
                </c:pt>
                <c:pt idx="3575">
                  <c:v>43082</c:v>
                </c:pt>
                <c:pt idx="3576">
                  <c:v>43083</c:v>
                </c:pt>
                <c:pt idx="3577">
                  <c:v>43084</c:v>
                </c:pt>
                <c:pt idx="3578">
                  <c:v>43087</c:v>
                </c:pt>
                <c:pt idx="3579">
                  <c:v>43088</c:v>
                </c:pt>
                <c:pt idx="3580">
                  <c:v>43089</c:v>
                </c:pt>
                <c:pt idx="3581">
                  <c:v>43090</c:v>
                </c:pt>
                <c:pt idx="3582">
                  <c:v>43091</c:v>
                </c:pt>
                <c:pt idx="3583">
                  <c:v>43094</c:v>
                </c:pt>
                <c:pt idx="3584">
                  <c:v>43095</c:v>
                </c:pt>
                <c:pt idx="3585">
                  <c:v>43096</c:v>
                </c:pt>
                <c:pt idx="3586">
                  <c:v>43097</c:v>
                </c:pt>
                <c:pt idx="3587">
                  <c:v>43098</c:v>
                </c:pt>
                <c:pt idx="3588">
                  <c:v>43101</c:v>
                </c:pt>
                <c:pt idx="3589">
                  <c:v>43102</c:v>
                </c:pt>
                <c:pt idx="3590">
                  <c:v>43103</c:v>
                </c:pt>
                <c:pt idx="3591">
                  <c:v>43104</c:v>
                </c:pt>
                <c:pt idx="3592">
                  <c:v>43105</c:v>
                </c:pt>
                <c:pt idx="3593">
                  <c:v>43108</c:v>
                </c:pt>
                <c:pt idx="3594">
                  <c:v>43109</c:v>
                </c:pt>
                <c:pt idx="3595">
                  <c:v>43110</c:v>
                </c:pt>
                <c:pt idx="3596">
                  <c:v>43111</c:v>
                </c:pt>
                <c:pt idx="3597">
                  <c:v>43112</c:v>
                </c:pt>
                <c:pt idx="3598">
                  <c:v>43115</c:v>
                </c:pt>
                <c:pt idx="3599">
                  <c:v>43116</c:v>
                </c:pt>
                <c:pt idx="3600">
                  <c:v>43117</c:v>
                </c:pt>
                <c:pt idx="3601">
                  <c:v>43118</c:v>
                </c:pt>
                <c:pt idx="3602">
                  <c:v>43119</c:v>
                </c:pt>
                <c:pt idx="3603">
                  <c:v>43122</c:v>
                </c:pt>
                <c:pt idx="3604">
                  <c:v>43123</c:v>
                </c:pt>
                <c:pt idx="3605">
                  <c:v>43124</c:v>
                </c:pt>
                <c:pt idx="3606">
                  <c:v>43125</c:v>
                </c:pt>
                <c:pt idx="3607">
                  <c:v>43126</c:v>
                </c:pt>
                <c:pt idx="3608">
                  <c:v>43129</c:v>
                </c:pt>
                <c:pt idx="3609">
                  <c:v>43130</c:v>
                </c:pt>
                <c:pt idx="3610">
                  <c:v>43131</c:v>
                </c:pt>
                <c:pt idx="3611">
                  <c:v>43132</c:v>
                </c:pt>
                <c:pt idx="3612">
                  <c:v>43133</c:v>
                </c:pt>
                <c:pt idx="3613">
                  <c:v>43136</c:v>
                </c:pt>
                <c:pt idx="3614">
                  <c:v>43137</c:v>
                </c:pt>
                <c:pt idx="3615">
                  <c:v>43138</c:v>
                </c:pt>
                <c:pt idx="3616">
                  <c:v>43139</c:v>
                </c:pt>
                <c:pt idx="3617">
                  <c:v>43140</c:v>
                </c:pt>
                <c:pt idx="3618">
                  <c:v>43143</c:v>
                </c:pt>
                <c:pt idx="3619">
                  <c:v>43144</c:v>
                </c:pt>
                <c:pt idx="3620">
                  <c:v>43145</c:v>
                </c:pt>
                <c:pt idx="3621">
                  <c:v>43146</c:v>
                </c:pt>
                <c:pt idx="3622">
                  <c:v>43147</c:v>
                </c:pt>
                <c:pt idx="3623">
                  <c:v>43150</c:v>
                </c:pt>
                <c:pt idx="3624">
                  <c:v>43151</c:v>
                </c:pt>
                <c:pt idx="3625">
                  <c:v>43152</c:v>
                </c:pt>
                <c:pt idx="3626">
                  <c:v>43153</c:v>
                </c:pt>
                <c:pt idx="3627">
                  <c:v>43154</c:v>
                </c:pt>
                <c:pt idx="3628">
                  <c:v>43157</c:v>
                </c:pt>
                <c:pt idx="3629">
                  <c:v>43158</c:v>
                </c:pt>
                <c:pt idx="3630">
                  <c:v>43159</c:v>
                </c:pt>
                <c:pt idx="3631">
                  <c:v>43160</c:v>
                </c:pt>
                <c:pt idx="3632">
                  <c:v>43161</c:v>
                </c:pt>
                <c:pt idx="3633">
                  <c:v>43164</c:v>
                </c:pt>
                <c:pt idx="3634">
                  <c:v>43165</c:v>
                </c:pt>
                <c:pt idx="3635">
                  <c:v>43166</c:v>
                </c:pt>
                <c:pt idx="3636">
                  <c:v>43167</c:v>
                </c:pt>
                <c:pt idx="3637">
                  <c:v>43168</c:v>
                </c:pt>
                <c:pt idx="3638">
                  <c:v>43171</c:v>
                </c:pt>
                <c:pt idx="3639">
                  <c:v>43172</c:v>
                </c:pt>
                <c:pt idx="3640">
                  <c:v>43173</c:v>
                </c:pt>
                <c:pt idx="3641">
                  <c:v>43174</c:v>
                </c:pt>
                <c:pt idx="3642">
                  <c:v>43175</c:v>
                </c:pt>
                <c:pt idx="3643">
                  <c:v>43178</c:v>
                </c:pt>
                <c:pt idx="3644">
                  <c:v>43179</c:v>
                </c:pt>
                <c:pt idx="3645">
                  <c:v>43180</c:v>
                </c:pt>
                <c:pt idx="3646">
                  <c:v>43181</c:v>
                </c:pt>
                <c:pt idx="3647">
                  <c:v>43182</c:v>
                </c:pt>
                <c:pt idx="3648">
                  <c:v>43185</c:v>
                </c:pt>
                <c:pt idx="3649">
                  <c:v>43186</c:v>
                </c:pt>
                <c:pt idx="3650">
                  <c:v>43187</c:v>
                </c:pt>
                <c:pt idx="3651">
                  <c:v>43188</c:v>
                </c:pt>
                <c:pt idx="3652">
                  <c:v>43189</c:v>
                </c:pt>
                <c:pt idx="3653">
                  <c:v>43192</c:v>
                </c:pt>
                <c:pt idx="3654">
                  <c:v>43193</c:v>
                </c:pt>
                <c:pt idx="3655">
                  <c:v>43194</c:v>
                </c:pt>
                <c:pt idx="3656">
                  <c:v>43195</c:v>
                </c:pt>
                <c:pt idx="3657">
                  <c:v>43196</c:v>
                </c:pt>
                <c:pt idx="3658">
                  <c:v>43199</c:v>
                </c:pt>
                <c:pt idx="3659">
                  <c:v>43200</c:v>
                </c:pt>
                <c:pt idx="3660">
                  <c:v>43201</c:v>
                </c:pt>
                <c:pt idx="3661">
                  <c:v>43202</c:v>
                </c:pt>
                <c:pt idx="3662">
                  <c:v>43203</c:v>
                </c:pt>
                <c:pt idx="3663">
                  <c:v>43206</c:v>
                </c:pt>
                <c:pt idx="3664">
                  <c:v>43207</c:v>
                </c:pt>
                <c:pt idx="3665">
                  <c:v>43208</c:v>
                </c:pt>
                <c:pt idx="3666">
                  <c:v>43209</c:v>
                </c:pt>
                <c:pt idx="3667">
                  <c:v>43210</c:v>
                </c:pt>
                <c:pt idx="3668">
                  <c:v>43213</c:v>
                </c:pt>
                <c:pt idx="3669">
                  <c:v>43214</c:v>
                </c:pt>
                <c:pt idx="3670">
                  <c:v>43215</c:v>
                </c:pt>
                <c:pt idx="3671">
                  <c:v>43216</c:v>
                </c:pt>
                <c:pt idx="3672">
                  <c:v>43217</c:v>
                </c:pt>
                <c:pt idx="3673">
                  <c:v>43220</c:v>
                </c:pt>
                <c:pt idx="3674">
                  <c:v>43221</c:v>
                </c:pt>
                <c:pt idx="3675">
                  <c:v>43222</c:v>
                </c:pt>
                <c:pt idx="3676">
                  <c:v>43223</c:v>
                </c:pt>
                <c:pt idx="3677">
                  <c:v>43224</c:v>
                </c:pt>
                <c:pt idx="3678">
                  <c:v>43227</c:v>
                </c:pt>
                <c:pt idx="3679">
                  <c:v>43228</c:v>
                </c:pt>
                <c:pt idx="3680">
                  <c:v>43229</c:v>
                </c:pt>
                <c:pt idx="3681">
                  <c:v>43230</c:v>
                </c:pt>
                <c:pt idx="3682">
                  <c:v>43231</c:v>
                </c:pt>
                <c:pt idx="3683">
                  <c:v>43234</c:v>
                </c:pt>
                <c:pt idx="3684">
                  <c:v>43235</c:v>
                </c:pt>
                <c:pt idx="3685">
                  <c:v>43236</c:v>
                </c:pt>
                <c:pt idx="3686">
                  <c:v>43237</c:v>
                </c:pt>
                <c:pt idx="3687">
                  <c:v>43238</c:v>
                </c:pt>
                <c:pt idx="3688">
                  <c:v>43241</c:v>
                </c:pt>
                <c:pt idx="3689">
                  <c:v>43242</c:v>
                </c:pt>
                <c:pt idx="3690">
                  <c:v>43243</c:v>
                </c:pt>
                <c:pt idx="3691">
                  <c:v>43244</c:v>
                </c:pt>
                <c:pt idx="3692">
                  <c:v>43245</c:v>
                </c:pt>
                <c:pt idx="3693">
                  <c:v>43248</c:v>
                </c:pt>
                <c:pt idx="3694">
                  <c:v>43249</c:v>
                </c:pt>
                <c:pt idx="3695">
                  <c:v>43250</c:v>
                </c:pt>
                <c:pt idx="3696">
                  <c:v>43251</c:v>
                </c:pt>
                <c:pt idx="3697">
                  <c:v>43252</c:v>
                </c:pt>
                <c:pt idx="3698">
                  <c:v>43255</c:v>
                </c:pt>
                <c:pt idx="3699">
                  <c:v>43256</c:v>
                </c:pt>
                <c:pt idx="3700">
                  <c:v>43257</c:v>
                </c:pt>
                <c:pt idx="3701">
                  <c:v>43258</c:v>
                </c:pt>
                <c:pt idx="3702">
                  <c:v>43259</c:v>
                </c:pt>
                <c:pt idx="3703">
                  <c:v>43262</c:v>
                </c:pt>
                <c:pt idx="3704">
                  <c:v>43263</c:v>
                </c:pt>
                <c:pt idx="3705">
                  <c:v>43264</c:v>
                </c:pt>
                <c:pt idx="3706">
                  <c:v>43265</c:v>
                </c:pt>
                <c:pt idx="3707">
                  <c:v>43266</c:v>
                </c:pt>
                <c:pt idx="3708">
                  <c:v>43269</c:v>
                </c:pt>
                <c:pt idx="3709">
                  <c:v>43270</c:v>
                </c:pt>
                <c:pt idx="3710">
                  <c:v>43271</c:v>
                </c:pt>
                <c:pt idx="3711">
                  <c:v>43272</c:v>
                </c:pt>
                <c:pt idx="3712">
                  <c:v>43273</c:v>
                </c:pt>
                <c:pt idx="3713">
                  <c:v>43276</c:v>
                </c:pt>
                <c:pt idx="3714">
                  <c:v>43277</c:v>
                </c:pt>
                <c:pt idx="3715">
                  <c:v>43278</c:v>
                </c:pt>
                <c:pt idx="3716">
                  <c:v>43279</c:v>
                </c:pt>
                <c:pt idx="3717">
                  <c:v>43280</c:v>
                </c:pt>
                <c:pt idx="3718">
                  <c:v>43283</c:v>
                </c:pt>
                <c:pt idx="3719">
                  <c:v>43284</c:v>
                </c:pt>
                <c:pt idx="3720">
                  <c:v>43285</c:v>
                </c:pt>
                <c:pt idx="3721">
                  <c:v>43286</c:v>
                </c:pt>
                <c:pt idx="3722">
                  <c:v>43287</c:v>
                </c:pt>
                <c:pt idx="3723">
                  <c:v>43290</c:v>
                </c:pt>
                <c:pt idx="3724">
                  <c:v>43291</c:v>
                </c:pt>
                <c:pt idx="3725">
                  <c:v>43292</c:v>
                </c:pt>
                <c:pt idx="3726">
                  <c:v>43293</c:v>
                </c:pt>
                <c:pt idx="3727">
                  <c:v>43294</c:v>
                </c:pt>
                <c:pt idx="3728">
                  <c:v>43297</c:v>
                </c:pt>
                <c:pt idx="3729">
                  <c:v>43298</c:v>
                </c:pt>
                <c:pt idx="3730">
                  <c:v>43299</c:v>
                </c:pt>
                <c:pt idx="3731">
                  <c:v>43300</c:v>
                </c:pt>
                <c:pt idx="3732">
                  <c:v>43301</c:v>
                </c:pt>
                <c:pt idx="3733">
                  <c:v>43304</c:v>
                </c:pt>
                <c:pt idx="3734">
                  <c:v>43305</c:v>
                </c:pt>
                <c:pt idx="3735">
                  <c:v>43306</c:v>
                </c:pt>
                <c:pt idx="3736">
                  <c:v>43307</c:v>
                </c:pt>
                <c:pt idx="3737">
                  <c:v>43308</c:v>
                </c:pt>
                <c:pt idx="3738">
                  <c:v>43311</c:v>
                </c:pt>
                <c:pt idx="3739">
                  <c:v>43312</c:v>
                </c:pt>
                <c:pt idx="3740">
                  <c:v>43313</c:v>
                </c:pt>
                <c:pt idx="3741">
                  <c:v>43314</c:v>
                </c:pt>
                <c:pt idx="3742">
                  <c:v>43315</c:v>
                </c:pt>
                <c:pt idx="3743">
                  <c:v>43318</c:v>
                </c:pt>
                <c:pt idx="3744">
                  <c:v>43319</c:v>
                </c:pt>
                <c:pt idx="3745">
                  <c:v>43320</c:v>
                </c:pt>
                <c:pt idx="3746">
                  <c:v>43321</c:v>
                </c:pt>
                <c:pt idx="3747">
                  <c:v>43322</c:v>
                </c:pt>
                <c:pt idx="3748">
                  <c:v>43325</c:v>
                </c:pt>
                <c:pt idx="3749">
                  <c:v>43326</c:v>
                </c:pt>
                <c:pt idx="3750">
                  <c:v>43327</c:v>
                </c:pt>
                <c:pt idx="3751">
                  <c:v>43328</c:v>
                </c:pt>
                <c:pt idx="3752">
                  <c:v>43329</c:v>
                </c:pt>
                <c:pt idx="3753">
                  <c:v>43332</c:v>
                </c:pt>
                <c:pt idx="3754">
                  <c:v>43333</c:v>
                </c:pt>
                <c:pt idx="3755">
                  <c:v>43334</c:v>
                </c:pt>
                <c:pt idx="3756">
                  <c:v>43335</c:v>
                </c:pt>
                <c:pt idx="3757">
                  <c:v>43336</c:v>
                </c:pt>
                <c:pt idx="3758">
                  <c:v>43339</c:v>
                </c:pt>
                <c:pt idx="3759">
                  <c:v>43340</c:v>
                </c:pt>
                <c:pt idx="3760">
                  <c:v>43341</c:v>
                </c:pt>
                <c:pt idx="3761">
                  <c:v>43342</c:v>
                </c:pt>
                <c:pt idx="3762">
                  <c:v>43343</c:v>
                </c:pt>
                <c:pt idx="3763">
                  <c:v>43346</c:v>
                </c:pt>
                <c:pt idx="3764">
                  <c:v>43347</c:v>
                </c:pt>
                <c:pt idx="3765">
                  <c:v>43348</c:v>
                </c:pt>
                <c:pt idx="3766">
                  <c:v>43349</c:v>
                </c:pt>
                <c:pt idx="3767">
                  <c:v>43350</c:v>
                </c:pt>
                <c:pt idx="3768">
                  <c:v>43353</c:v>
                </c:pt>
                <c:pt idx="3769">
                  <c:v>43354</c:v>
                </c:pt>
                <c:pt idx="3770">
                  <c:v>43355</c:v>
                </c:pt>
                <c:pt idx="3771">
                  <c:v>43356</c:v>
                </c:pt>
                <c:pt idx="3772">
                  <c:v>43357</c:v>
                </c:pt>
                <c:pt idx="3773">
                  <c:v>43360</c:v>
                </c:pt>
                <c:pt idx="3774">
                  <c:v>43361</c:v>
                </c:pt>
                <c:pt idx="3775">
                  <c:v>43362</c:v>
                </c:pt>
                <c:pt idx="3776">
                  <c:v>43363</c:v>
                </c:pt>
                <c:pt idx="3777">
                  <c:v>43364</c:v>
                </c:pt>
                <c:pt idx="3778">
                  <c:v>43367</c:v>
                </c:pt>
                <c:pt idx="3779">
                  <c:v>43368</c:v>
                </c:pt>
                <c:pt idx="3780">
                  <c:v>43369</c:v>
                </c:pt>
                <c:pt idx="3781">
                  <c:v>43370</c:v>
                </c:pt>
                <c:pt idx="3782">
                  <c:v>43371</c:v>
                </c:pt>
                <c:pt idx="3783">
                  <c:v>43374</c:v>
                </c:pt>
                <c:pt idx="3784">
                  <c:v>43375</c:v>
                </c:pt>
                <c:pt idx="3785">
                  <c:v>43376</c:v>
                </c:pt>
                <c:pt idx="3786">
                  <c:v>43377</c:v>
                </c:pt>
                <c:pt idx="3787">
                  <c:v>43378</c:v>
                </c:pt>
                <c:pt idx="3788">
                  <c:v>43381</c:v>
                </c:pt>
                <c:pt idx="3789">
                  <c:v>43382</c:v>
                </c:pt>
                <c:pt idx="3790">
                  <c:v>43383</c:v>
                </c:pt>
                <c:pt idx="3791">
                  <c:v>43384</c:v>
                </c:pt>
                <c:pt idx="3792">
                  <c:v>43385</c:v>
                </c:pt>
                <c:pt idx="3793">
                  <c:v>43388</c:v>
                </c:pt>
                <c:pt idx="3794">
                  <c:v>43389</c:v>
                </c:pt>
                <c:pt idx="3795">
                  <c:v>43390</c:v>
                </c:pt>
                <c:pt idx="3796">
                  <c:v>43391</c:v>
                </c:pt>
                <c:pt idx="3797">
                  <c:v>43392</c:v>
                </c:pt>
                <c:pt idx="3798">
                  <c:v>43395</c:v>
                </c:pt>
                <c:pt idx="3799">
                  <c:v>43396</c:v>
                </c:pt>
                <c:pt idx="3800">
                  <c:v>43397</c:v>
                </c:pt>
                <c:pt idx="3801">
                  <c:v>43398</c:v>
                </c:pt>
                <c:pt idx="3802">
                  <c:v>43399</c:v>
                </c:pt>
                <c:pt idx="3803">
                  <c:v>43402</c:v>
                </c:pt>
                <c:pt idx="3804">
                  <c:v>43403</c:v>
                </c:pt>
                <c:pt idx="3805">
                  <c:v>43404</c:v>
                </c:pt>
                <c:pt idx="3806">
                  <c:v>43405</c:v>
                </c:pt>
                <c:pt idx="3807">
                  <c:v>43406</c:v>
                </c:pt>
                <c:pt idx="3808">
                  <c:v>43409</c:v>
                </c:pt>
                <c:pt idx="3809">
                  <c:v>43410</c:v>
                </c:pt>
                <c:pt idx="3810">
                  <c:v>43411</c:v>
                </c:pt>
                <c:pt idx="3811">
                  <c:v>43412</c:v>
                </c:pt>
                <c:pt idx="3812">
                  <c:v>43413</c:v>
                </c:pt>
                <c:pt idx="3813">
                  <c:v>43416</c:v>
                </c:pt>
                <c:pt idx="3814">
                  <c:v>43417</c:v>
                </c:pt>
                <c:pt idx="3815">
                  <c:v>43418</c:v>
                </c:pt>
                <c:pt idx="3816">
                  <c:v>43419</c:v>
                </c:pt>
                <c:pt idx="3817">
                  <c:v>43420</c:v>
                </c:pt>
                <c:pt idx="3818">
                  <c:v>43423</c:v>
                </c:pt>
                <c:pt idx="3819">
                  <c:v>43424</c:v>
                </c:pt>
                <c:pt idx="3820">
                  <c:v>43425</c:v>
                </c:pt>
                <c:pt idx="3821">
                  <c:v>43426</c:v>
                </c:pt>
                <c:pt idx="3822">
                  <c:v>43427</c:v>
                </c:pt>
                <c:pt idx="3823">
                  <c:v>43430</c:v>
                </c:pt>
                <c:pt idx="3824">
                  <c:v>43431</c:v>
                </c:pt>
                <c:pt idx="3825">
                  <c:v>43432</c:v>
                </c:pt>
                <c:pt idx="3826">
                  <c:v>43433</c:v>
                </c:pt>
                <c:pt idx="3827">
                  <c:v>43434</c:v>
                </c:pt>
                <c:pt idx="3828">
                  <c:v>43437</c:v>
                </c:pt>
                <c:pt idx="3829">
                  <c:v>43438</c:v>
                </c:pt>
                <c:pt idx="3830">
                  <c:v>43439</c:v>
                </c:pt>
                <c:pt idx="3831">
                  <c:v>43440</c:v>
                </c:pt>
                <c:pt idx="3832">
                  <c:v>43441</c:v>
                </c:pt>
                <c:pt idx="3833">
                  <c:v>43444</c:v>
                </c:pt>
                <c:pt idx="3834">
                  <c:v>43445</c:v>
                </c:pt>
                <c:pt idx="3835">
                  <c:v>43446</c:v>
                </c:pt>
                <c:pt idx="3836">
                  <c:v>43447</c:v>
                </c:pt>
                <c:pt idx="3837">
                  <c:v>43448</c:v>
                </c:pt>
                <c:pt idx="3838">
                  <c:v>43451</c:v>
                </c:pt>
                <c:pt idx="3839">
                  <c:v>43452</c:v>
                </c:pt>
                <c:pt idx="3840">
                  <c:v>43453</c:v>
                </c:pt>
                <c:pt idx="3841">
                  <c:v>43454</c:v>
                </c:pt>
                <c:pt idx="3842">
                  <c:v>43455</c:v>
                </c:pt>
                <c:pt idx="3843">
                  <c:v>43458</c:v>
                </c:pt>
                <c:pt idx="3844">
                  <c:v>43459</c:v>
                </c:pt>
                <c:pt idx="3845">
                  <c:v>43460</c:v>
                </c:pt>
                <c:pt idx="3846">
                  <c:v>43461</c:v>
                </c:pt>
                <c:pt idx="3847">
                  <c:v>43462</c:v>
                </c:pt>
                <c:pt idx="3848">
                  <c:v>43465</c:v>
                </c:pt>
                <c:pt idx="3849">
                  <c:v>43466</c:v>
                </c:pt>
                <c:pt idx="3850">
                  <c:v>43467</c:v>
                </c:pt>
                <c:pt idx="3851">
                  <c:v>43468</c:v>
                </c:pt>
                <c:pt idx="3852">
                  <c:v>43469</c:v>
                </c:pt>
                <c:pt idx="3853">
                  <c:v>43472</c:v>
                </c:pt>
                <c:pt idx="3854">
                  <c:v>43473</c:v>
                </c:pt>
                <c:pt idx="3855">
                  <c:v>43474</c:v>
                </c:pt>
                <c:pt idx="3856">
                  <c:v>43475</c:v>
                </c:pt>
                <c:pt idx="3857">
                  <c:v>43476</c:v>
                </c:pt>
                <c:pt idx="3858">
                  <c:v>43479</c:v>
                </c:pt>
                <c:pt idx="3859">
                  <c:v>43480</c:v>
                </c:pt>
                <c:pt idx="3860">
                  <c:v>43481</c:v>
                </c:pt>
                <c:pt idx="3861">
                  <c:v>43482</c:v>
                </c:pt>
                <c:pt idx="3862">
                  <c:v>43483</c:v>
                </c:pt>
                <c:pt idx="3863">
                  <c:v>43486</c:v>
                </c:pt>
                <c:pt idx="3864">
                  <c:v>43487</c:v>
                </c:pt>
                <c:pt idx="3865">
                  <c:v>43488</c:v>
                </c:pt>
                <c:pt idx="3866">
                  <c:v>43489</c:v>
                </c:pt>
                <c:pt idx="3867">
                  <c:v>43490</c:v>
                </c:pt>
                <c:pt idx="3868">
                  <c:v>43493</c:v>
                </c:pt>
                <c:pt idx="3869">
                  <c:v>43494</c:v>
                </c:pt>
                <c:pt idx="3870">
                  <c:v>43495</c:v>
                </c:pt>
                <c:pt idx="3871">
                  <c:v>43496</c:v>
                </c:pt>
                <c:pt idx="3872">
                  <c:v>43497</c:v>
                </c:pt>
                <c:pt idx="3873">
                  <c:v>43500</c:v>
                </c:pt>
                <c:pt idx="3874">
                  <c:v>43501</c:v>
                </c:pt>
                <c:pt idx="3875">
                  <c:v>43502</c:v>
                </c:pt>
                <c:pt idx="3876">
                  <c:v>43503</c:v>
                </c:pt>
                <c:pt idx="3877">
                  <c:v>43504</c:v>
                </c:pt>
                <c:pt idx="3878">
                  <c:v>43507</c:v>
                </c:pt>
                <c:pt idx="3879">
                  <c:v>43508</c:v>
                </c:pt>
                <c:pt idx="3880">
                  <c:v>43509</c:v>
                </c:pt>
                <c:pt idx="3881">
                  <c:v>43510</c:v>
                </c:pt>
                <c:pt idx="3882">
                  <c:v>43511</c:v>
                </c:pt>
                <c:pt idx="3883">
                  <c:v>43514</c:v>
                </c:pt>
                <c:pt idx="3884">
                  <c:v>43515</c:v>
                </c:pt>
                <c:pt idx="3885">
                  <c:v>43516</c:v>
                </c:pt>
                <c:pt idx="3886">
                  <c:v>43517</c:v>
                </c:pt>
                <c:pt idx="3887">
                  <c:v>43518</c:v>
                </c:pt>
                <c:pt idx="3888">
                  <c:v>43521</c:v>
                </c:pt>
                <c:pt idx="3889">
                  <c:v>43522</c:v>
                </c:pt>
                <c:pt idx="3890">
                  <c:v>43523</c:v>
                </c:pt>
                <c:pt idx="3891">
                  <c:v>43524</c:v>
                </c:pt>
                <c:pt idx="3892">
                  <c:v>43525</c:v>
                </c:pt>
                <c:pt idx="3893">
                  <c:v>43528</c:v>
                </c:pt>
                <c:pt idx="3894">
                  <c:v>43529</c:v>
                </c:pt>
                <c:pt idx="3895">
                  <c:v>43530</c:v>
                </c:pt>
                <c:pt idx="3896">
                  <c:v>43531</c:v>
                </c:pt>
                <c:pt idx="3897">
                  <c:v>43532</c:v>
                </c:pt>
                <c:pt idx="3898">
                  <c:v>43535</c:v>
                </c:pt>
                <c:pt idx="3899">
                  <c:v>43536</c:v>
                </c:pt>
                <c:pt idx="3900">
                  <c:v>43537</c:v>
                </c:pt>
                <c:pt idx="3901">
                  <c:v>43538</c:v>
                </c:pt>
                <c:pt idx="3902">
                  <c:v>43539</c:v>
                </c:pt>
                <c:pt idx="3903">
                  <c:v>43542</c:v>
                </c:pt>
                <c:pt idx="3904">
                  <c:v>43543</c:v>
                </c:pt>
                <c:pt idx="3905">
                  <c:v>43544</c:v>
                </c:pt>
                <c:pt idx="3906">
                  <c:v>43545</c:v>
                </c:pt>
                <c:pt idx="3907">
                  <c:v>43546</c:v>
                </c:pt>
                <c:pt idx="3908">
                  <c:v>43549</c:v>
                </c:pt>
                <c:pt idx="3909">
                  <c:v>43550</c:v>
                </c:pt>
                <c:pt idx="3910">
                  <c:v>43551</c:v>
                </c:pt>
                <c:pt idx="3911">
                  <c:v>43552</c:v>
                </c:pt>
                <c:pt idx="3912">
                  <c:v>43553</c:v>
                </c:pt>
                <c:pt idx="3913">
                  <c:v>43556</c:v>
                </c:pt>
                <c:pt idx="3914">
                  <c:v>43557</c:v>
                </c:pt>
                <c:pt idx="3915">
                  <c:v>43558</c:v>
                </c:pt>
                <c:pt idx="3916">
                  <c:v>43559</c:v>
                </c:pt>
                <c:pt idx="3917">
                  <c:v>43560</c:v>
                </c:pt>
                <c:pt idx="3918">
                  <c:v>43563</c:v>
                </c:pt>
                <c:pt idx="3919">
                  <c:v>43564</c:v>
                </c:pt>
                <c:pt idx="3920">
                  <c:v>43565</c:v>
                </c:pt>
                <c:pt idx="3921">
                  <c:v>43566</c:v>
                </c:pt>
                <c:pt idx="3922">
                  <c:v>43567</c:v>
                </c:pt>
                <c:pt idx="3923">
                  <c:v>43570</c:v>
                </c:pt>
                <c:pt idx="3924">
                  <c:v>43571</c:v>
                </c:pt>
                <c:pt idx="3925">
                  <c:v>43572</c:v>
                </c:pt>
                <c:pt idx="3926">
                  <c:v>43573</c:v>
                </c:pt>
                <c:pt idx="3927">
                  <c:v>43574</c:v>
                </c:pt>
                <c:pt idx="3928">
                  <c:v>43577</c:v>
                </c:pt>
                <c:pt idx="3929">
                  <c:v>43578</c:v>
                </c:pt>
                <c:pt idx="3930">
                  <c:v>43579</c:v>
                </c:pt>
                <c:pt idx="3931">
                  <c:v>43580</c:v>
                </c:pt>
                <c:pt idx="3932">
                  <c:v>43581</c:v>
                </c:pt>
                <c:pt idx="3933">
                  <c:v>43584</c:v>
                </c:pt>
                <c:pt idx="3934">
                  <c:v>43585</c:v>
                </c:pt>
                <c:pt idx="3935">
                  <c:v>43586</c:v>
                </c:pt>
                <c:pt idx="3936">
                  <c:v>43587</c:v>
                </c:pt>
                <c:pt idx="3937">
                  <c:v>43588</c:v>
                </c:pt>
                <c:pt idx="3938">
                  <c:v>43591</c:v>
                </c:pt>
                <c:pt idx="3939">
                  <c:v>43592</c:v>
                </c:pt>
                <c:pt idx="3940">
                  <c:v>43593</c:v>
                </c:pt>
                <c:pt idx="3941">
                  <c:v>43594</c:v>
                </c:pt>
                <c:pt idx="3942">
                  <c:v>43595</c:v>
                </c:pt>
                <c:pt idx="3943">
                  <c:v>43598</c:v>
                </c:pt>
                <c:pt idx="3944">
                  <c:v>43599</c:v>
                </c:pt>
                <c:pt idx="3945">
                  <c:v>43600</c:v>
                </c:pt>
                <c:pt idx="3946">
                  <c:v>43601</c:v>
                </c:pt>
                <c:pt idx="3947">
                  <c:v>43602</c:v>
                </c:pt>
                <c:pt idx="3948">
                  <c:v>43605</c:v>
                </c:pt>
                <c:pt idx="3949">
                  <c:v>43606</c:v>
                </c:pt>
                <c:pt idx="3950">
                  <c:v>43607</c:v>
                </c:pt>
                <c:pt idx="3951">
                  <c:v>43608</c:v>
                </c:pt>
                <c:pt idx="3952">
                  <c:v>43609</c:v>
                </c:pt>
                <c:pt idx="3953">
                  <c:v>43612</c:v>
                </c:pt>
                <c:pt idx="3954">
                  <c:v>43613</c:v>
                </c:pt>
                <c:pt idx="3955">
                  <c:v>43614</c:v>
                </c:pt>
                <c:pt idx="3956">
                  <c:v>43615</c:v>
                </c:pt>
                <c:pt idx="3957">
                  <c:v>43616</c:v>
                </c:pt>
                <c:pt idx="3958">
                  <c:v>43619</c:v>
                </c:pt>
                <c:pt idx="3959">
                  <c:v>43620</c:v>
                </c:pt>
                <c:pt idx="3960">
                  <c:v>43621</c:v>
                </c:pt>
                <c:pt idx="3961">
                  <c:v>43622</c:v>
                </c:pt>
                <c:pt idx="3962">
                  <c:v>43623</c:v>
                </c:pt>
                <c:pt idx="3963">
                  <c:v>43626</c:v>
                </c:pt>
                <c:pt idx="3964">
                  <c:v>43627</c:v>
                </c:pt>
                <c:pt idx="3965">
                  <c:v>43628</c:v>
                </c:pt>
                <c:pt idx="3966">
                  <c:v>43629</c:v>
                </c:pt>
                <c:pt idx="3967">
                  <c:v>43630</c:v>
                </c:pt>
                <c:pt idx="3968">
                  <c:v>43633</c:v>
                </c:pt>
                <c:pt idx="3969">
                  <c:v>43634</c:v>
                </c:pt>
                <c:pt idx="3970">
                  <c:v>43635</c:v>
                </c:pt>
                <c:pt idx="3971">
                  <c:v>43636</c:v>
                </c:pt>
                <c:pt idx="3972">
                  <c:v>43637</c:v>
                </c:pt>
                <c:pt idx="3973">
                  <c:v>43640</c:v>
                </c:pt>
                <c:pt idx="3974">
                  <c:v>43641</c:v>
                </c:pt>
                <c:pt idx="3975">
                  <c:v>43642</c:v>
                </c:pt>
                <c:pt idx="3976">
                  <c:v>43643</c:v>
                </c:pt>
                <c:pt idx="3977">
                  <c:v>43644</c:v>
                </c:pt>
                <c:pt idx="3978">
                  <c:v>43647</c:v>
                </c:pt>
                <c:pt idx="3979">
                  <c:v>43648</c:v>
                </c:pt>
                <c:pt idx="3980">
                  <c:v>43649</c:v>
                </c:pt>
                <c:pt idx="3981">
                  <c:v>43650</c:v>
                </c:pt>
                <c:pt idx="3982">
                  <c:v>43651</c:v>
                </c:pt>
                <c:pt idx="3983">
                  <c:v>43654</c:v>
                </c:pt>
                <c:pt idx="3984">
                  <c:v>43655</c:v>
                </c:pt>
                <c:pt idx="3985">
                  <c:v>43656</c:v>
                </c:pt>
                <c:pt idx="3986">
                  <c:v>43657</c:v>
                </c:pt>
                <c:pt idx="3987">
                  <c:v>43658</c:v>
                </c:pt>
                <c:pt idx="3988">
                  <c:v>43661</c:v>
                </c:pt>
                <c:pt idx="3989">
                  <c:v>43662</c:v>
                </c:pt>
                <c:pt idx="3990">
                  <c:v>43663</c:v>
                </c:pt>
                <c:pt idx="3991">
                  <c:v>43664</c:v>
                </c:pt>
                <c:pt idx="3992">
                  <c:v>43665</c:v>
                </c:pt>
                <c:pt idx="3993">
                  <c:v>43668</c:v>
                </c:pt>
                <c:pt idx="3994">
                  <c:v>43669</c:v>
                </c:pt>
                <c:pt idx="3995">
                  <c:v>43670</c:v>
                </c:pt>
                <c:pt idx="3996">
                  <c:v>43671</c:v>
                </c:pt>
                <c:pt idx="3997">
                  <c:v>43672</c:v>
                </c:pt>
                <c:pt idx="3998">
                  <c:v>43675</c:v>
                </c:pt>
                <c:pt idx="3999">
                  <c:v>43676</c:v>
                </c:pt>
                <c:pt idx="4000">
                  <c:v>43677</c:v>
                </c:pt>
                <c:pt idx="4001">
                  <c:v>43678</c:v>
                </c:pt>
                <c:pt idx="4002">
                  <c:v>43679</c:v>
                </c:pt>
                <c:pt idx="4003">
                  <c:v>43682</c:v>
                </c:pt>
                <c:pt idx="4004">
                  <c:v>43683</c:v>
                </c:pt>
                <c:pt idx="4005">
                  <c:v>43684</c:v>
                </c:pt>
                <c:pt idx="4006">
                  <c:v>43685</c:v>
                </c:pt>
                <c:pt idx="4007">
                  <c:v>43686</c:v>
                </c:pt>
                <c:pt idx="4008">
                  <c:v>43689</c:v>
                </c:pt>
                <c:pt idx="4009">
                  <c:v>43690</c:v>
                </c:pt>
                <c:pt idx="4010">
                  <c:v>43691</c:v>
                </c:pt>
                <c:pt idx="4011">
                  <c:v>43692</c:v>
                </c:pt>
                <c:pt idx="4012">
                  <c:v>43693</c:v>
                </c:pt>
                <c:pt idx="4013">
                  <c:v>43696</c:v>
                </c:pt>
                <c:pt idx="4014">
                  <c:v>43697</c:v>
                </c:pt>
                <c:pt idx="4015">
                  <c:v>43698</c:v>
                </c:pt>
                <c:pt idx="4016">
                  <c:v>43699</c:v>
                </c:pt>
                <c:pt idx="4017">
                  <c:v>43700</c:v>
                </c:pt>
                <c:pt idx="4018">
                  <c:v>43703</c:v>
                </c:pt>
                <c:pt idx="4019">
                  <c:v>43704</c:v>
                </c:pt>
                <c:pt idx="4020">
                  <c:v>43705</c:v>
                </c:pt>
                <c:pt idx="4021">
                  <c:v>43706</c:v>
                </c:pt>
                <c:pt idx="4022">
                  <c:v>43707</c:v>
                </c:pt>
                <c:pt idx="4023">
                  <c:v>43710</c:v>
                </c:pt>
                <c:pt idx="4024">
                  <c:v>43711</c:v>
                </c:pt>
                <c:pt idx="4025">
                  <c:v>43712</c:v>
                </c:pt>
                <c:pt idx="4026">
                  <c:v>43713</c:v>
                </c:pt>
                <c:pt idx="4027">
                  <c:v>43714</c:v>
                </c:pt>
                <c:pt idx="4028">
                  <c:v>43717</c:v>
                </c:pt>
                <c:pt idx="4029">
                  <c:v>43718</c:v>
                </c:pt>
                <c:pt idx="4030">
                  <c:v>43719</c:v>
                </c:pt>
                <c:pt idx="4031">
                  <c:v>43720</c:v>
                </c:pt>
                <c:pt idx="4032">
                  <c:v>43721</c:v>
                </c:pt>
                <c:pt idx="4033">
                  <c:v>43724</c:v>
                </c:pt>
                <c:pt idx="4034">
                  <c:v>43725</c:v>
                </c:pt>
                <c:pt idx="4035">
                  <c:v>43726</c:v>
                </c:pt>
                <c:pt idx="4036">
                  <c:v>43727</c:v>
                </c:pt>
                <c:pt idx="4037">
                  <c:v>43728</c:v>
                </c:pt>
                <c:pt idx="4038">
                  <c:v>43731</c:v>
                </c:pt>
                <c:pt idx="4039">
                  <c:v>43732</c:v>
                </c:pt>
                <c:pt idx="4040">
                  <c:v>43733</c:v>
                </c:pt>
                <c:pt idx="4041">
                  <c:v>43734</c:v>
                </c:pt>
                <c:pt idx="4042">
                  <c:v>43735</c:v>
                </c:pt>
                <c:pt idx="4043">
                  <c:v>43738</c:v>
                </c:pt>
                <c:pt idx="4044">
                  <c:v>43739</c:v>
                </c:pt>
                <c:pt idx="4045">
                  <c:v>43740</c:v>
                </c:pt>
                <c:pt idx="4046">
                  <c:v>43741</c:v>
                </c:pt>
                <c:pt idx="4047">
                  <c:v>43742</c:v>
                </c:pt>
                <c:pt idx="4048">
                  <c:v>43745</c:v>
                </c:pt>
                <c:pt idx="4049">
                  <c:v>43746</c:v>
                </c:pt>
                <c:pt idx="4050">
                  <c:v>43747</c:v>
                </c:pt>
                <c:pt idx="4051">
                  <c:v>43748</c:v>
                </c:pt>
                <c:pt idx="4052">
                  <c:v>43749</c:v>
                </c:pt>
                <c:pt idx="4053">
                  <c:v>43752</c:v>
                </c:pt>
                <c:pt idx="4054">
                  <c:v>43753</c:v>
                </c:pt>
                <c:pt idx="4055">
                  <c:v>43754</c:v>
                </c:pt>
                <c:pt idx="4056">
                  <c:v>43755</c:v>
                </c:pt>
                <c:pt idx="4057">
                  <c:v>43756</c:v>
                </c:pt>
                <c:pt idx="4058">
                  <c:v>43759</c:v>
                </c:pt>
                <c:pt idx="4059">
                  <c:v>43760</c:v>
                </c:pt>
                <c:pt idx="4060">
                  <c:v>43761</c:v>
                </c:pt>
                <c:pt idx="4061">
                  <c:v>43762</c:v>
                </c:pt>
                <c:pt idx="4062">
                  <c:v>43763</c:v>
                </c:pt>
                <c:pt idx="4063">
                  <c:v>43766</c:v>
                </c:pt>
                <c:pt idx="4064">
                  <c:v>43767</c:v>
                </c:pt>
                <c:pt idx="4065">
                  <c:v>43768</c:v>
                </c:pt>
                <c:pt idx="4066">
                  <c:v>43769</c:v>
                </c:pt>
                <c:pt idx="4067">
                  <c:v>43770</c:v>
                </c:pt>
                <c:pt idx="4068">
                  <c:v>43773</c:v>
                </c:pt>
                <c:pt idx="4069">
                  <c:v>43774</c:v>
                </c:pt>
                <c:pt idx="4070">
                  <c:v>43775</c:v>
                </c:pt>
                <c:pt idx="4071">
                  <c:v>43776</c:v>
                </c:pt>
                <c:pt idx="4072">
                  <c:v>43777</c:v>
                </c:pt>
                <c:pt idx="4073">
                  <c:v>43780</c:v>
                </c:pt>
                <c:pt idx="4074">
                  <c:v>43781</c:v>
                </c:pt>
                <c:pt idx="4075">
                  <c:v>43782</c:v>
                </c:pt>
                <c:pt idx="4076">
                  <c:v>43783</c:v>
                </c:pt>
                <c:pt idx="4077">
                  <c:v>43784</c:v>
                </c:pt>
                <c:pt idx="4078">
                  <c:v>43787</c:v>
                </c:pt>
                <c:pt idx="4079">
                  <c:v>43788</c:v>
                </c:pt>
                <c:pt idx="4080">
                  <c:v>43789</c:v>
                </c:pt>
                <c:pt idx="4081">
                  <c:v>43790</c:v>
                </c:pt>
                <c:pt idx="4082">
                  <c:v>43791</c:v>
                </c:pt>
                <c:pt idx="4083">
                  <c:v>43794</c:v>
                </c:pt>
                <c:pt idx="4084">
                  <c:v>43795</c:v>
                </c:pt>
                <c:pt idx="4085">
                  <c:v>43796</c:v>
                </c:pt>
                <c:pt idx="4086">
                  <c:v>43797</c:v>
                </c:pt>
                <c:pt idx="4087">
                  <c:v>43798</c:v>
                </c:pt>
                <c:pt idx="4088">
                  <c:v>43801</c:v>
                </c:pt>
                <c:pt idx="4089">
                  <c:v>43802</c:v>
                </c:pt>
                <c:pt idx="4090">
                  <c:v>43803</c:v>
                </c:pt>
                <c:pt idx="4091">
                  <c:v>43804</c:v>
                </c:pt>
                <c:pt idx="4092">
                  <c:v>43805</c:v>
                </c:pt>
                <c:pt idx="4093">
                  <c:v>43808</c:v>
                </c:pt>
                <c:pt idx="4094">
                  <c:v>43809</c:v>
                </c:pt>
                <c:pt idx="4095">
                  <c:v>43810</c:v>
                </c:pt>
                <c:pt idx="4096">
                  <c:v>43811</c:v>
                </c:pt>
                <c:pt idx="4097">
                  <c:v>43812</c:v>
                </c:pt>
                <c:pt idx="4098">
                  <c:v>43815</c:v>
                </c:pt>
                <c:pt idx="4099">
                  <c:v>43816</c:v>
                </c:pt>
                <c:pt idx="4100">
                  <c:v>43817</c:v>
                </c:pt>
                <c:pt idx="4101">
                  <c:v>43818</c:v>
                </c:pt>
                <c:pt idx="4102">
                  <c:v>43819</c:v>
                </c:pt>
                <c:pt idx="4103">
                  <c:v>43822</c:v>
                </c:pt>
                <c:pt idx="4104">
                  <c:v>43823</c:v>
                </c:pt>
                <c:pt idx="4105">
                  <c:v>43824</c:v>
                </c:pt>
                <c:pt idx="4106">
                  <c:v>43825</c:v>
                </c:pt>
                <c:pt idx="4107">
                  <c:v>43826</c:v>
                </c:pt>
                <c:pt idx="4108">
                  <c:v>43829</c:v>
                </c:pt>
                <c:pt idx="4109">
                  <c:v>43830</c:v>
                </c:pt>
                <c:pt idx="4110">
                  <c:v>43831</c:v>
                </c:pt>
                <c:pt idx="4111">
                  <c:v>43832</c:v>
                </c:pt>
                <c:pt idx="4112">
                  <c:v>43833</c:v>
                </c:pt>
                <c:pt idx="4113">
                  <c:v>43836</c:v>
                </c:pt>
                <c:pt idx="4114">
                  <c:v>43837</c:v>
                </c:pt>
                <c:pt idx="4115">
                  <c:v>43838</c:v>
                </c:pt>
                <c:pt idx="4116">
                  <c:v>43839</c:v>
                </c:pt>
                <c:pt idx="4117">
                  <c:v>43840</c:v>
                </c:pt>
                <c:pt idx="4118">
                  <c:v>43843</c:v>
                </c:pt>
                <c:pt idx="4119">
                  <c:v>43844</c:v>
                </c:pt>
                <c:pt idx="4120">
                  <c:v>43845</c:v>
                </c:pt>
                <c:pt idx="4121">
                  <c:v>43846</c:v>
                </c:pt>
                <c:pt idx="4122">
                  <c:v>43847</c:v>
                </c:pt>
                <c:pt idx="4123">
                  <c:v>43850</c:v>
                </c:pt>
                <c:pt idx="4124">
                  <c:v>43851</c:v>
                </c:pt>
                <c:pt idx="4125">
                  <c:v>43852</c:v>
                </c:pt>
                <c:pt idx="4126">
                  <c:v>43853</c:v>
                </c:pt>
                <c:pt idx="4127">
                  <c:v>43854</c:v>
                </c:pt>
                <c:pt idx="4128">
                  <c:v>43857</c:v>
                </c:pt>
                <c:pt idx="4129">
                  <c:v>43858</c:v>
                </c:pt>
                <c:pt idx="4130">
                  <c:v>43859</c:v>
                </c:pt>
                <c:pt idx="4131">
                  <c:v>43860</c:v>
                </c:pt>
                <c:pt idx="4132">
                  <c:v>43861</c:v>
                </c:pt>
                <c:pt idx="4133">
                  <c:v>43864</c:v>
                </c:pt>
                <c:pt idx="4134">
                  <c:v>43865</c:v>
                </c:pt>
                <c:pt idx="4135">
                  <c:v>43866</c:v>
                </c:pt>
                <c:pt idx="4136">
                  <c:v>43867</c:v>
                </c:pt>
                <c:pt idx="4137">
                  <c:v>43868</c:v>
                </c:pt>
                <c:pt idx="4138">
                  <c:v>43871</c:v>
                </c:pt>
                <c:pt idx="4139">
                  <c:v>43872</c:v>
                </c:pt>
                <c:pt idx="4140">
                  <c:v>43873</c:v>
                </c:pt>
                <c:pt idx="4141">
                  <c:v>43874</c:v>
                </c:pt>
                <c:pt idx="4142">
                  <c:v>43875</c:v>
                </c:pt>
                <c:pt idx="4143">
                  <c:v>43878</c:v>
                </c:pt>
                <c:pt idx="4144">
                  <c:v>43879</c:v>
                </c:pt>
                <c:pt idx="4145">
                  <c:v>43880</c:v>
                </c:pt>
                <c:pt idx="4146">
                  <c:v>43881</c:v>
                </c:pt>
                <c:pt idx="4147">
                  <c:v>43882</c:v>
                </c:pt>
                <c:pt idx="4148">
                  <c:v>43885</c:v>
                </c:pt>
                <c:pt idx="4149">
                  <c:v>43886</c:v>
                </c:pt>
                <c:pt idx="4150">
                  <c:v>43887</c:v>
                </c:pt>
                <c:pt idx="4151">
                  <c:v>43888</c:v>
                </c:pt>
                <c:pt idx="4152">
                  <c:v>43889</c:v>
                </c:pt>
                <c:pt idx="4153">
                  <c:v>43892</c:v>
                </c:pt>
                <c:pt idx="4154">
                  <c:v>43893</c:v>
                </c:pt>
                <c:pt idx="4155">
                  <c:v>43894</c:v>
                </c:pt>
                <c:pt idx="4156">
                  <c:v>43895</c:v>
                </c:pt>
                <c:pt idx="4157">
                  <c:v>43896</c:v>
                </c:pt>
                <c:pt idx="4158">
                  <c:v>43899</c:v>
                </c:pt>
                <c:pt idx="4159">
                  <c:v>43900</c:v>
                </c:pt>
                <c:pt idx="4160">
                  <c:v>43901</c:v>
                </c:pt>
                <c:pt idx="4161">
                  <c:v>43902</c:v>
                </c:pt>
                <c:pt idx="4162">
                  <c:v>43903</c:v>
                </c:pt>
                <c:pt idx="4163">
                  <c:v>43906</c:v>
                </c:pt>
                <c:pt idx="4164">
                  <c:v>43907</c:v>
                </c:pt>
                <c:pt idx="4165">
                  <c:v>43908</c:v>
                </c:pt>
                <c:pt idx="4166">
                  <c:v>43909</c:v>
                </c:pt>
                <c:pt idx="4167">
                  <c:v>43910</c:v>
                </c:pt>
                <c:pt idx="4168">
                  <c:v>43913</c:v>
                </c:pt>
                <c:pt idx="4169">
                  <c:v>43914</c:v>
                </c:pt>
                <c:pt idx="4170">
                  <c:v>43915</c:v>
                </c:pt>
                <c:pt idx="4171">
                  <c:v>43916</c:v>
                </c:pt>
                <c:pt idx="4172">
                  <c:v>43917</c:v>
                </c:pt>
                <c:pt idx="4173">
                  <c:v>43920</c:v>
                </c:pt>
                <c:pt idx="4174">
                  <c:v>43921</c:v>
                </c:pt>
                <c:pt idx="4175">
                  <c:v>43922</c:v>
                </c:pt>
                <c:pt idx="4176">
                  <c:v>43923</c:v>
                </c:pt>
                <c:pt idx="4177">
                  <c:v>43924</c:v>
                </c:pt>
                <c:pt idx="4178">
                  <c:v>43927</c:v>
                </c:pt>
                <c:pt idx="4179">
                  <c:v>43928</c:v>
                </c:pt>
                <c:pt idx="4180">
                  <c:v>43929</c:v>
                </c:pt>
                <c:pt idx="4181">
                  <c:v>43930</c:v>
                </c:pt>
                <c:pt idx="4182">
                  <c:v>43931</c:v>
                </c:pt>
                <c:pt idx="4183">
                  <c:v>43934</c:v>
                </c:pt>
                <c:pt idx="4184">
                  <c:v>43935</c:v>
                </c:pt>
                <c:pt idx="4185">
                  <c:v>43936</c:v>
                </c:pt>
                <c:pt idx="4186">
                  <c:v>43937</c:v>
                </c:pt>
                <c:pt idx="4187">
                  <c:v>43938</c:v>
                </c:pt>
                <c:pt idx="4188">
                  <c:v>43941</c:v>
                </c:pt>
                <c:pt idx="4189">
                  <c:v>43942</c:v>
                </c:pt>
                <c:pt idx="4190">
                  <c:v>43943</c:v>
                </c:pt>
                <c:pt idx="4191">
                  <c:v>43944</c:v>
                </c:pt>
                <c:pt idx="4192">
                  <c:v>43945</c:v>
                </c:pt>
                <c:pt idx="4193">
                  <c:v>43948</c:v>
                </c:pt>
                <c:pt idx="4194">
                  <c:v>43949</c:v>
                </c:pt>
                <c:pt idx="4195">
                  <c:v>43950</c:v>
                </c:pt>
                <c:pt idx="4196">
                  <c:v>43951</c:v>
                </c:pt>
                <c:pt idx="4197">
                  <c:v>43952</c:v>
                </c:pt>
                <c:pt idx="4198">
                  <c:v>43955</c:v>
                </c:pt>
                <c:pt idx="4199">
                  <c:v>43956</c:v>
                </c:pt>
                <c:pt idx="4200">
                  <c:v>43957</c:v>
                </c:pt>
                <c:pt idx="4201">
                  <c:v>43958</c:v>
                </c:pt>
                <c:pt idx="4202">
                  <c:v>43959</c:v>
                </c:pt>
                <c:pt idx="4203">
                  <c:v>43962</c:v>
                </c:pt>
                <c:pt idx="4204">
                  <c:v>43963</c:v>
                </c:pt>
                <c:pt idx="4205">
                  <c:v>43964</c:v>
                </c:pt>
                <c:pt idx="4206">
                  <c:v>43965</c:v>
                </c:pt>
                <c:pt idx="4207">
                  <c:v>43966</c:v>
                </c:pt>
                <c:pt idx="4208">
                  <c:v>43969</c:v>
                </c:pt>
                <c:pt idx="4209">
                  <c:v>43970</c:v>
                </c:pt>
                <c:pt idx="4210">
                  <c:v>43971</c:v>
                </c:pt>
                <c:pt idx="4211">
                  <c:v>43972</c:v>
                </c:pt>
                <c:pt idx="4212">
                  <c:v>43973</c:v>
                </c:pt>
                <c:pt idx="4213">
                  <c:v>43976</c:v>
                </c:pt>
                <c:pt idx="4214">
                  <c:v>43977</c:v>
                </c:pt>
                <c:pt idx="4215">
                  <c:v>43978</c:v>
                </c:pt>
                <c:pt idx="4216">
                  <c:v>43979</c:v>
                </c:pt>
                <c:pt idx="4217">
                  <c:v>43980</c:v>
                </c:pt>
                <c:pt idx="4218">
                  <c:v>43983</c:v>
                </c:pt>
                <c:pt idx="4219">
                  <c:v>43984</c:v>
                </c:pt>
                <c:pt idx="4220">
                  <c:v>43985</c:v>
                </c:pt>
                <c:pt idx="4221">
                  <c:v>43986</c:v>
                </c:pt>
                <c:pt idx="4222">
                  <c:v>43987</c:v>
                </c:pt>
                <c:pt idx="4223">
                  <c:v>43990</c:v>
                </c:pt>
                <c:pt idx="4224">
                  <c:v>43991</c:v>
                </c:pt>
                <c:pt idx="4225">
                  <c:v>43992</c:v>
                </c:pt>
                <c:pt idx="4226">
                  <c:v>43993</c:v>
                </c:pt>
                <c:pt idx="4227">
                  <c:v>43994</c:v>
                </c:pt>
                <c:pt idx="4228">
                  <c:v>43997</c:v>
                </c:pt>
                <c:pt idx="4229">
                  <c:v>43998</c:v>
                </c:pt>
                <c:pt idx="4230">
                  <c:v>43999</c:v>
                </c:pt>
                <c:pt idx="4231">
                  <c:v>44000</c:v>
                </c:pt>
                <c:pt idx="4232">
                  <c:v>44001</c:v>
                </c:pt>
                <c:pt idx="4233">
                  <c:v>44004</c:v>
                </c:pt>
                <c:pt idx="4234">
                  <c:v>44005</c:v>
                </c:pt>
                <c:pt idx="4235">
                  <c:v>44006</c:v>
                </c:pt>
                <c:pt idx="4236">
                  <c:v>44007</c:v>
                </c:pt>
                <c:pt idx="4237">
                  <c:v>44008</c:v>
                </c:pt>
                <c:pt idx="4238">
                  <c:v>44011</c:v>
                </c:pt>
                <c:pt idx="4239">
                  <c:v>44012</c:v>
                </c:pt>
                <c:pt idx="4240">
                  <c:v>44013</c:v>
                </c:pt>
                <c:pt idx="4241">
                  <c:v>44014</c:v>
                </c:pt>
                <c:pt idx="4242">
                  <c:v>44015</c:v>
                </c:pt>
                <c:pt idx="4243">
                  <c:v>44018</c:v>
                </c:pt>
                <c:pt idx="4244">
                  <c:v>44019</c:v>
                </c:pt>
                <c:pt idx="4245">
                  <c:v>44020</c:v>
                </c:pt>
                <c:pt idx="4246">
                  <c:v>44021</c:v>
                </c:pt>
                <c:pt idx="4247">
                  <c:v>44022</c:v>
                </c:pt>
                <c:pt idx="4248">
                  <c:v>44025</c:v>
                </c:pt>
                <c:pt idx="4249">
                  <c:v>44026</c:v>
                </c:pt>
                <c:pt idx="4250">
                  <c:v>44027</c:v>
                </c:pt>
                <c:pt idx="4251">
                  <c:v>44028</c:v>
                </c:pt>
                <c:pt idx="4252">
                  <c:v>44029</c:v>
                </c:pt>
                <c:pt idx="4253">
                  <c:v>44032</c:v>
                </c:pt>
                <c:pt idx="4254">
                  <c:v>44033</c:v>
                </c:pt>
                <c:pt idx="4255">
                  <c:v>44034</c:v>
                </c:pt>
                <c:pt idx="4256">
                  <c:v>44035</c:v>
                </c:pt>
                <c:pt idx="4257">
                  <c:v>44036</c:v>
                </c:pt>
                <c:pt idx="4258">
                  <c:v>44039</c:v>
                </c:pt>
                <c:pt idx="4259">
                  <c:v>44040</c:v>
                </c:pt>
                <c:pt idx="4260">
                  <c:v>44041</c:v>
                </c:pt>
                <c:pt idx="4261">
                  <c:v>44042</c:v>
                </c:pt>
                <c:pt idx="4262">
                  <c:v>44043</c:v>
                </c:pt>
                <c:pt idx="4263">
                  <c:v>44046</c:v>
                </c:pt>
                <c:pt idx="4264">
                  <c:v>44047</c:v>
                </c:pt>
                <c:pt idx="4265">
                  <c:v>44048</c:v>
                </c:pt>
                <c:pt idx="4266">
                  <c:v>44049</c:v>
                </c:pt>
                <c:pt idx="4267">
                  <c:v>44050</c:v>
                </c:pt>
                <c:pt idx="4268">
                  <c:v>44053</c:v>
                </c:pt>
                <c:pt idx="4269">
                  <c:v>44054</c:v>
                </c:pt>
                <c:pt idx="4270">
                  <c:v>44055</c:v>
                </c:pt>
                <c:pt idx="4271">
                  <c:v>44056</c:v>
                </c:pt>
                <c:pt idx="4272">
                  <c:v>44057</c:v>
                </c:pt>
                <c:pt idx="4273">
                  <c:v>44060</c:v>
                </c:pt>
                <c:pt idx="4274">
                  <c:v>44061</c:v>
                </c:pt>
                <c:pt idx="4275">
                  <c:v>44062</c:v>
                </c:pt>
                <c:pt idx="4276">
                  <c:v>44063</c:v>
                </c:pt>
                <c:pt idx="4277">
                  <c:v>44064</c:v>
                </c:pt>
                <c:pt idx="4278">
                  <c:v>44067</c:v>
                </c:pt>
                <c:pt idx="4279">
                  <c:v>44068</c:v>
                </c:pt>
                <c:pt idx="4280">
                  <c:v>44069</c:v>
                </c:pt>
                <c:pt idx="4281">
                  <c:v>44070</c:v>
                </c:pt>
                <c:pt idx="4282">
                  <c:v>44071</c:v>
                </c:pt>
                <c:pt idx="4283">
                  <c:v>44074</c:v>
                </c:pt>
                <c:pt idx="4284">
                  <c:v>44075</c:v>
                </c:pt>
                <c:pt idx="4285">
                  <c:v>44076</c:v>
                </c:pt>
                <c:pt idx="4286">
                  <c:v>44077</c:v>
                </c:pt>
                <c:pt idx="4287">
                  <c:v>44078</c:v>
                </c:pt>
                <c:pt idx="4288">
                  <c:v>44081</c:v>
                </c:pt>
                <c:pt idx="4289">
                  <c:v>44082</c:v>
                </c:pt>
                <c:pt idx="4290">
                  <c:v>44083</c:v>
                </c:pt>
                <c:pt idx="4291">
                  <c:v>44084</c:v>
                </c:pt>
                <c:pt idx="4292">
                  <c:v>44085</c:v>
                </c:pt>
                <c:pt idx="4293">
                  <c:v>44088</c:v>
                </c:pt>
                <c:pt idx="4294">
                  <c:v>44089</c:v>
                </c:pt>
                <c:pt idx="4295">
                  <c:v>44090</c:v>
                </c:pt>
                <c:pt idx="4296">
                  <c:v>44091</c:v>
                </c:pt>
                <c:pt idx="4297">
                  <c:v>44092</c:v>
                </c:pt>
                <c:pt idx="4298">
                  <c:v>44095</c:v>
                </c:pt>
                <c:pt idx="4299">
                  <c:v>44096</c:v>
                </c:pt>
                <c:pt idx="4300">
                  <c:v>44097</c:v>
                </c:pt>
                <c:pt idx="4301">
                  <c:v>44098</c:v>
                </c:pt>
                <c:pt idx="4302">
                  <c:v>44099</c:v>
                </c:pt>
                <c:pt idx="4303">
                  <c:v>44102</c:v>
                </c:pt>
                <c:pt idx="4304">
                  <c:v>44103</c:v>
                </c:pt>
                <c:pt idx="4305">
                  <c:v>44104</c:v>
                </c:pt>
                <c:pt idx="4306">
                  <c:v>44105</c:v>
                </c:pt>
                <c:pt idx="4307">
                  <c:v>44106</c:v>
                </c:pt>
                <c:pt idx="4308">
                  <c:v>44109</c:v>
                </c:pt>
                <c:pt idx="4309">
                  <c:v>44110</c:v>
                </c:pt>
                <c:pt idx="4310">
                  <c:v>44111</c:v>
                </c:pt>
                <c:pt idx="4311">
                  <c:v>44112</c:v>
                </c:pt>
                <c:pt idx="4312">
                  <c:v>44113</c:v>
                </c:pt>
                <c:pt idx="4313">
                  <c:v>44116</c:v>
                </c:pt>
                <c:pt idx="4314">
                  <c:v>44117</c:v>
                </c:pt>
                <c:pt idx="4315">
                  <c:v>44118</c:v>
                </c:pt>
                <c:pt idx="4316">
                  <c:v>44119</c:v>
                </c:pt>
                <c:pt idx="4317">
                  <c:v>44120</c:v>
                </c:pt>
                <c:pt idx="4318">
                  <c:v>44123</c:v>
                </c:pt>
                <c:pt idx="4319">
                  <c:v>44124</c:v>
                </c:pt>
                <c:pt idx="4320">
                  <c:v>44125</c:v>
                </c:pt>
                <c:pt idx="4321">
                  <c:v>44126</c:v>
                </c:pt>
                <c:pt idx="4322">
                  <c:v>44127</c:v>
                </c:pt>
                <c:pt idx="4323">
                  <c:v>44130</c:v>
                </c:pt>
                <c:pt idx="4324">
                  <c:v>44131</c:v>
                </c:pt>
                <c:pt idx="4325">
                  <c:v>44132</c:v>
                </c:pt>
                <c:pt idx="4326">
                  <c:v>44133</c:v>
                </c:pt>
                <c:pt idx="4327">
                  <c:v>44134</c:v>
                </c:pt>
                <c:pt idx="4328">
                  <c:v>44137</c:v>
                </c:pt>
                <c:pt idx="4329">
                  <c:v>44138</c:v>
                </c:pt>
                <c:pt idx="4330">
                  <c:v>44139</c:v>
                </c:pt>
                <c:pt idx="4331">
                  <c:v>44140</c:v>
                </c:pt>
                <c:pt idx="4332">
                  <c:v>44141</c:v>
                </c:pt>
                <c:pt idx="4333">
                  <c:v>44144</c:v>
                </c:pt>
                <c:pt idx="4334">
                  <c:v>44145</c:v>
                </c:pt>
                <c:pt idx="4335">
                  <c:v>44146</c:v>
                </c:pt>
                <c:pt idx="4336">
                  <c:v>44147</c:v>
                </c:pt>
                <c:pt idx="4337">
                  <c:v>44148</c:v>
                </c:pt>
                <c:pt idx="4338">
                  <c:v>44151</c:v>
                </c:pt>
                <c:pt idx="4339">
                  <c:v>44152</c:v>
                </c:pt>
                <c:pt idx="4340">
                  <c:v>44153</c:v>
                </c:pt>
                <c:pt idx="4341">
                  <c:v>44154</c:v>
                </c:pt>
                <c:pt idx="4342">
                  <c:v>44155</c:v>
                </c:pt>
                <c:pt idx="4343">
                  <c:v>44158</c:v>
                </c:pt>
                <c:pt idx="4344">
                  <c:v>44159</c:v>
                </c:pt>
                <c:pt idx="4345">
                  <c:v>44160</c:v>
                </c:pt>
                <c:pt idx="4346">
                  <c:v>44161</c:v>
                </c:pt>
                <c:pt idx="4347">
                  <c:v>44162</c:v>
                </c:pt>
                <c:pt idx="4348">
                  <c:v>44165</c:v>
                </c:pt>
                <c:pt idx="4349">
                  <c:v>44166</c:v>
                </c:pt>
                <c:pt idx="4350">
                  <c:v>44167</c:v>
                </c:pt>
                <c:pt idx="4351">
                  <c:v>44168</c:v>
                </c:pt>
                <c:pt idx="4352">
                  <c:v>44169</c:v>
                </c:pt>
                <c:pt idx="4353">
                  <c:v>44172</c:v>
                </c:pt>
                <c:pt idx="4354">
                  <c:v>44173</c:v>
                </c:pt>
                <c:pt idx="4355">
                  <c:v>44174</c:v>
                </c:pt>
                <c:pt idx="4356">
                  <c:v>44175</c:v>
                </c:pt>
                <c:pt idx="4357">
                  <c:v>44176</c:v>
                </c:pt>
                <c:pt idx="4358">
                  <c:v>44179</c:v>
                </c:pt>
                <c:pt idx="4359">
                  <c:v>44180</c:v>
                </c:pt>
                <c:pt idx="4360">
                  <c:v>44181</c:v>
                </c:pt>
                <c:pt idx="4361">
                  <c:v>44182</c:v>
                </c:pt>
                <c:pt idx="4362">
                  <c:v>44183</c:v>
                </c:pt>
                <c:pt idx="4363">
                  <c:v>44186</c:v>
                </c:pt>
                <c:pt idx="4364">
                  <c:v>44187</c:v>
                </c:pt>
                <c:pt idx="4365">
                  <c:v>44188</c:v>
                </c:pt>
                <c:pt idx="4366">
                  <c:v>44189</c:v>
                </c:pt>
                <c:pt idx="4367">
                  <c:v>44190</c:v>
                </c:pt>
                <c:pt idx="4368">
                  <c:v>44193</c:v>
                </c:pt>
                <c:pt idx="4369">
                  <c:v>44194</c:v>
                </c:pt>
                <c:pt idx="4370">
                  <c:v>44195</c:v>
                </c:pt>
                <c:pt idx="4371">
                  <c:v>44196</c:v>
                </c:pt>
                <c:pt idx="4372">
                  <c:v>44197</c:v>
                </c:pt>
                <c:pt idx="4373">
                  <c:v>44200</c:v>
                </c:pt>
                <c:pt idx="4374">
                  <c:v>44201</c:v>
                </c:pt>
                <c:pt idx="4375">
                  <c:v>44202</c:v>
                </c:pt>
                <c:pt idx="4376">
                  <c:v>44203</c:v>
                </c:pt>
                <c:pt idx="4377">
                  <c:v>44204</c:v>
                </c:pt>
                <c:pt idx="4378">
                  <c:v>44207</c:v>
                </c:pt>
                <c:pt idx="4379">
                  <c:v>44208</c:v>
                </c:pt>
                <c:pt idx="4380">
                  <c:v>44209</c:v>
                </c:pt>
                <c:pt idx="4381">
                  <c:v>44210</c:v>
                </c:pt>
                <c:pt idx="4382">
                  <c:v>44211</c:v>
                </c:pt>
                <c:pt idx="4383">
                  <c:v>44214</c:v>
                </c:pt>
                <c:pt idx="4384">
                  <c:v>44215</c:v>
                </c:pt>
                <c:pt idx="4385">
                  <c:v>44216</c:v>
                </c:pt>
                <c:pt idx="4386">
                  <c:v>44217</c:v>
                </c:pt>
                <c:pt idx="4387">
                  <c:v>44218</c:v>
                </c:pt>
                <c:pt idx="4388">
                  <c:v>44221</c:v>
                </c:pt>
                <c:pt idx="4389">
                  <c:v>44222</c:v>
                </c:pt>
                <c:pt idx="4390">
                  <c:v>44223</c:v>
                </c:pt>
                <c:pt idx="4391">
                  <c:v>44224</c:v>
                </c:pt>
                <c:pt idx="4392">
                  <c:v>44225</c:v>
                </c:pt>
                <c:pt idx="4393">
                  <c:v>44228</c:v>
                </c:pt>
                <c:pt idx="4394">
                  <c:v>44229</c:v>
                </c:pt>
                <c:pt idx="4395">
                  <c:v>44230</c:v>
                </c:pt>
                <c:pt idx="4396">
                  <c:v>44231</c:v>
                </c:pt>
                <c:pt idx="4397">
                  <c:v>44232</c:v>
                </c:pt>
                <c:pt idx="4398">
                  <c:v>44235</c:v>
                </c:pt>
                <c:pt idx="4399">
                  <c:v>44236</c:v>
                </c:pt>
                <c:pt idx="4400">
                  <c:v>44237</c:v>
                </c:pt>
                <c:pt idx="4401">
                  <c:v>44238</c:v>
                </c:pt>
                <c:pt idx="4402">
                  <c:v>44239</c:v>
                </c:pt>
                <c:pt idx="4403">
                  <c:v>44242</c:v>
                </c:pt>
                <c:pt idx="4404">
                  <c:v>44243</c:v>
                </c:pt>
                <c:pt idx="4405">
                  <c:v>44244</c:v>
                </c:pt>
                <c:pt idx="4406">
                  <c:v>44245</c:v>
                </c:pt>
                <c:pt idx="4407">
                  <c:v>44246</c:v>
                </c:pt>
                <c:pt idx="4408">
                  <c:v>44249</c:v>
                </c:pt>
                <c:pt idx="4409">
                  <c:v>44250</c:v>
                </c:pt>
                <c:pt idx="4410">
                  <c:v>44251</c:v>
                </c:pt>
                <c:pt idx="4411">
                  <c:v>44252</c:v>
                </c:pt>
                <c:pt idx="4412">
                  <c:v>44253</c:v>
                </c:pt>
                <c:pt idx="4413">
                  <c:v>44256</c:v>
                </c:pt>
                <c:pt idx="4414">
                  <c:v>44257</c:v>
                </c:pt>
                <c:pt idx="4415">
                  <c:v>44258</c:v>
                </c:pt>
                <c:pt idx="4416">
                  <c:v>44259</c:v>
                </c:pt>
                <c:pt idx="4417">
                  <c:v>44260</c:v>
                </c:pt>
                <c:pt idx="4418">
                  <c:v>44263</c:v>
                </c:pt>
                <c:pt idx="4419">
                  <c:v>44264</c:v>
                </c:pt>
                <c:pt idx="4420">
                  <c:v>44265</c:v>
                </c:pt>
                <c:pt idx="4421">
                  <c:v>44266</c:v>
                </c:pt>
                <c:pt idx="4422">
                  <c:v>44267</c:v>
                </c:pt>
                <c:pt idx="4423">
                  <c:v>44270</c:v>
                </c:pt>
                <c:pt idx="4424">
                  <c:v>44271</c:v>
                </c:pt>
                <c:pt idx="4425">
                  <c:v>44272</c:v>
                </c:pt>
                <c:pt idx="4426">
                  <c:v>44273</c:v>
                </c:pt>
                <c:pt idx="4427">
                  <c:v>44274</c:v>
                </c:pt>
                <c:pt idx="4428">
                  <c:v>44277</c:v>
                </c:pt>
                <c:pt idx="4429">
                  <c:v>44278</c:v>
                </c:pt>
                <c:pt idx="4430">
                  <c:v>44279</c:v>
                </c:pt>
                <c:pt idx="4431">
                  <c:v>44280</c:v>
                </c:pt>
                <c:pt idx="4432">
                  <c:v>44281</c:v>
                </c:pt>
                <c:pt idx="4433">
                  <c:v>44284</c:v>
                </c:pt>
                <c:pt idx="4434">
                  <c:v>44285</c:v>
                </c:pt>
                <c:pt idx="4435">
                  <c:v>44286</c:v>
                </c:pt>
                <c:pt idx="4436">
                  <c:v>44287</c:v>
                </c:pt>
                <c:pt idx="4437">
                  <c:v>44288</c:v>
                </c:pt>
                <c:pt idx="4438">
                  <c:v>44291</c:v>
                </c:pt>
                <c:pt idx="4439">
                  <c:v>44292</c:v>
                </c:pt>
                <c:pt idx="4440">
                  <c:v>44293</c:v>
                </c:pt>
                <c:pt idx="4441">
                  <c:v>44294</c:v>
                </c:pt>
                <c:pt idx="4442">
                  <c:v>44295</c:v>
                </c:pt>
                <c:pt idx="4443">
                  <c:v>44298</c:v>
                </c:pt>
                <c:pt idx="4444">
                  <c:v>44299</c:v>
                </c:pt>
                <c:pt idx="4445">
                  <c:v>44300</c:v>
                </c:pt>
                <c:pt idx="4446">
                  <c:v>44301</c:v>
                </c:pt>
                <c:pt idx="4447">
                  <c:v>44302</c:v>
                </c:pt>
                <c:pt idx="4448">
                  <c:v>44305</c:v>
                </c:pt>
                <c:pt idx="4449">
                  <c:v>44306</c:v>
                </c:pt>
                <c:pt idx="4450">
                  <c:v>44307</c:v>
                </c:pt>
                <c:pt idx="4451">
                  <c:v>44308</c:v>
                </c:pt>
                <c:pt idx="4452">
                  <c:v>44309</c:v>
                </c:pt>
                <c:pt idx="4453">
                  <c:v>44312</c:v>
                </c:pt>
                <c:pt idx="4454">
                  <c:v>44313</c:v>
                </c:pt>
                <c:pt idx="4455">
                  <c:v>44314</c:v>
                </c:pt>
                <c:pt idx="4456">
                  <c:v>44315</c:v>
                </c:pt>
                <c:pt idx="4457">
                  <c:v>44316</c:v>
                </c:pt>
                <c:pt idx="4458">
                  <c:v>44319</c:v>
                </c:pt>
                <c:pt idx="4459">
                  <c:v>44320</c:v>
                </c:pt>
                <c:pt idx="4460">
                  <c:v>44321</c:v>
                </c:pt>
                <c:pt idx="4461">
                  <c:v>44322</c:v>
                </c:pt>
                <c:pt idx="4462">
                  <c:v>44323</c:v>
                </c:pt>
                <c:pt idx="4463">
                  <c:v>44326</c:v>
                </c:pt>
                <c:pt idx="4464">
                  <c:v>44327</c:v>
                </c:pt>
                <c:pt idx="4465">
                  <c:v>44328</c:v>
                </c:pt>
                <c:pt idx="4466">
                  <c:v>44329</c:v>
                </c:pt>
                <c:pt idx="4467">
                  <c:v>44330</c:v>
                </c:pt>
                <c:pt idx="4468">
                  <c:v>44333</c:v>
                </c:pt>
                <c:pt idx="4469">
                  <c:v>44334</c:v>
                </c:pt>
                <c:pt idx="4470">
                  <c:v>44335</c:v>
                </c:pt>
                <c:pt idx="4471">
                  <c:v>44336</c:v>
                </c:pt>
                <c:pt idx="4472">
                  <c:v>44337</c:v>
                </c:pt>
                <c:pt idx="4473">
                  <c:v>44340</c:v>
                </c:pt>
                <c:pt idx="4474">
                  <c:v>44341</c:v>
                </c:pt>
                <c:pt idx="4475">
                  <c:v>44342</c:v>
                </c:pt>
                <c:pt idx="4476">
                  <c:v>44343</c:v>
                </c:pt>
                <c:pt idx="4477">
                  <c:v>44344</c:v>
                </c:pt>
                <c:pt idx="4478">
                  <c:v>44347</c:v>
                </c:pt>
                <c:pt idx="4479">
                  <c:v>44348</c:v>
                </c:pt>
                <c:pt idx="4480">
                  <c:v>44349</c:v>
                </c:pt>
                <c:pt idx="4481">
                  <c:v>44350</c:v>
                </c:pt>
                <c:pt idx="4482">
                  <c:v>44351</c:v>
                </c:pt>
                <c:pt idx="4483">
                  <c:v>44354</c:v>
                </c:pt>
                <c:pt idx="4484">
                  <c:v>44355</c:v>
                </c:pt>
                <c:pt idx="4485">
                  <c:v>44356</c:v>
                </c:pt>
                <c:pt idx="4486">
                  <c:v>44357</c:v>
                </c:pt>
                <c:pt idx="4487">
                  <c:v>44358</c:v>
                </c:pt>
                <c:pt idx="4488">
                  <c:v>44361</c:v>
                </c:pt>
                <c:pt idx="4489">
                  <c:v>44362</c:v>
                </c:pt>
                <c:pt idx="4490">
                  <c:v>44363</c:v>
                </c:pt>
                <c:pt idx="4491">
                  <c:v>44364</c:v>
                </c:pt>
                <c:pt idx="4492">
                  <c:v>44365</c:v>
                </c:pt>
                <c:pt idx="4493">
                  <c:v>44368</c:v>
                </c:pt>
                <c:pt idx="4494">
                  <c:v>44369</c:v>
                </c:pt>
                <c:pt idx="4495">
                  <c:v>44370</c:v>
                </c:pt>
                <c:pt idx="4496">
                  <c:v>44371</c:v>
                </c:pt>
                <c:pt idx="4497">
                  <c:v>44372</c:v>
                </c:pt>
                <c:pt idx="4498">
                  <c:v>44375</c:v>
                </c:pt>
                <c:pt idx="4499">
                  <c:v>44376</c:v>
                </c:pt>
                <c:pt idx="4500">
                  <c:v>44377</c:v>
                </c:pt>
                <c:pt idx="4501">
                  <c:v>44378</c:v>
                </c:pt>
                <c:pt idx="4502">
                  <c:v>44379</c:v>
                </c:pt>
                <c:pt idx="4503">
                  <c:v>44382</c:v>
                </c:pt>
                <c:pt idx="4504">
                  <c:v>44383</c:v>
                </c:pt>
                <c:pt idx="4505">
                  <c:v>44384</c:v>
                </c:pt>
                <c:pt idx="4506">
                  <c:v>44385</c:v>
                </c:pt>
                <c:pt idx="4507">
                  <c:v>44386</c:v>
                </c:pt>
                <c:pt idx="4508">
                  <c:v>44389</c:v>
                </c:pt>
                <c:pt idx="4509">
                  <c:v>44390</c:v>
                </c:pt>
                <c:pt idx="4510">
                  <c:v>44391</c:v>
                </c:pt>
                <c:pt idx="4511">
                  <c:v>44392</c:v>
                </c:pt>
                <c:pt idx="4512">
                  <c:v>44393</c:v>
                </c:pt>
                <c:pt idx="4513">
                  <c:v>44396</c:v>
                </c:pt>
                <c:pt idx="4514">
                  <c:v>44397</c:v>
                </c:pt>
                <c:pt idx="4515">
                  <c:v>44398</c:v>
                </c:pt>
                <c:pt idx="4516">
                  <c:v>44399</c:v>
                </c:pt>
                <c:pt idx="4517">
                  <c:v>44400</c:v>
                </c:pt>
                <c:pt idx="4518">
                  <c:v>44403</c:v>
                </c:pt>
                <c:pt idx="4519">
                  <c:v>44404</c:v>
                </c:pt>
                <c:pt idx="4520">
                  <c:v>44405</c:v>
                </c:pt>
                <c:pt idx="4521">
                  <c:v>44406</c:v>
                </c:pt>
                <c:pt idx="4522">
                  <c:v>44407</c:v>
                </c:pt>
                <c:pt idx="4523">
                  <c:v>44410</c:v>
                </c:pt>
                <c:pt idx="4524">
                  <c:v>44411</c:v>
                </c:pt>
                <c:pt idx="4525">
                  <c:v>44412</c:v>
                </c:pt>
                <c:pt idx="4526">
                  <c:v>44413</c:v>
                </c:pt>
                <c:pt idx="4527">
                  <c:v>44414</c:v>
                </c:pt>
                <c:pt idx="4528">
                  <c:v>44417</c:v>
                </c:pt>
                <c:pt idx="4529">
                  <c:v>44418</c:v>
                </c:pt>
                <c:pt idx="4530">
                  <c:v>44419</c:v>
                </c:pt>
                <c:pt idx="4531">
                  <c:v>44420</c:v>
                </c:pt>
                <c:pt idx="4532">
                  <c:v>44421</c:v>
                </c:pt>
                <c:pt idx="4533">
                  <c:v>44424</c:v>
                </c:pt>
                <c:pt idx="4534">
                  <c:v>44425</c:v>
                </c:pt>
                <c:pt idx="4535">
                  <c:v>44426</c:v>
                </c:pt>
                <c:pt idx="4536">
                  <c:v>44427</c:v>
                </c:pt>
                <c:pt idx="4537">
                  <c:v>44428</c:v>
                </c:pt>
                <c:pt idx="4538">
                  <c:v>44431</c:v>
                </c:pt>
                <c:pt idx="4539">
                  <c:v>44432</c:v>
                </c:pt>
                <c:pt idx="4540">
                  <c:v>44433</c:v>
                </c:pt>
                <c:pt idx="4541">
                  <c:v>44434</c:v>
                </c:pt>
                <c:pt idx="4542">
                  <c:v>44435</c:v>
                </c:pt>
                <c:pt idx="4543">
                  <c:v>44438</c:v>
                </c:pt>
                <c:pt idx="4544">
                  <c:v>44439</c:v>
                </c:pt>
                <c:pt idx="4545">
                  <c:v>44440</c:v>
                </c:pt>
                <c:pt idx="4546">
                  <c:v>44441</c:v>
                </c:pt>
                <c:pt idx="4547">
                  <c:v>44442</c:v>
                </c:pt>
                <c:pt idx="4548">
                  <c:v>44445</c:v>
                </c:pt>
                <c:pt idx="4549">
                  <c:v>44446</c:v>
                </c:pt>
                <c:pt idx="4550">
                  <c:v>44447</c:v>
                </c:pt>
                <c:pt idx="4551">
                  <c:v>44448</c:v>
                </c:pt>
                <c:pt idx="4552">
                  <c:v>44449</c:v>
                </c:pt>
                <c:pt idx="4553">
                  <c:v>44452</c:v>
                </c:pt>
                <c:pt idx="4554">
                  <c:v>44453</c:v>
                </c:pt>
                <c:pt idx="4555">
                  <c:v>44454</c:v>
                </c:pt>
                <c:pt idx="4556">
                  <c:v>44455</c:v>
                </c:pt>
                <c:pt idx="4557">
                  <c:v>44456</c:v>
                </c:pt>
                <c:pt idx="4558">
                  <c:v>44459</c:v>
                </c:pt>
                <c:pt idx="4559">
                  <c:v>44460</c:v>
                </c:pt>
                <c:pt idx="4560">
                  <c:v>44461</c:v>
                </c:pt>
                <c:pt idx="4561">
                  <c:v>44462</c:v>
                </c:pt>
                <c:pt idx="4562">
                  <c:v>44463</c:v>
                </c:pt>
                <c:pt idx="4563">
                  <c:v>44466</c:v>
                </c:pt>
                <c:pt idx="4564">
                  <c:v>44467</c:v>
                </c:pt>
                <c:pt idx="4565">
                  <c:v>44468</c:v>
                </c:pt>
                <c:pt idx="4566">
                  <c:v>44469</c:v>
                </c:pt>
                <c:pt idx="4567">
                  <c:v>44470</c:v>
                </c:pt>
                <c:pt idx="4568">
                  <c:v>44473</c:v>
                </c:pt>
                <c:pt idx="4569">
                  <c:v>44474</c:v>
                </c:pt>
                <c:pt idx="4570">
                  <c:v>44475</c:v>
                </c:pt>
                <c:pt idx="4571">
                  <c:v>44476</c:v>
                </c:pt>
                <c:pt idx="4572">
                  <c:v>44477</c:v>
                </c:pt>
                <c:pt idx="4573">
                  <c:v>44480</c:v>
                </c:pt>
                <c:pt idx="4574">
                  <c:v>44481</c:v>
                </c:pt>
                <c:pt idx="4575">
                  <c:v>44482</c:v>
                </c:pt>
                <c:pt idx="4576">
                  <c:v>44483</c:v>
                </c:pt>
                <c:pt idx="4577">
                  <c:v>44484</c:v>
                </c:pt>
                <c:pt idx="4578">
                  <c:v>44487</c:v>
                </c:pt>
                <c:pt idx="4579">
                  <c:v>44488</c:v>
                </c:pt>
                <c:pt idx="4580">
                  <c:v>44489</c:v>
                </c:pt>
                <c:pt idx="4581">
                  <c:v>44490</c:v>
                </c:pt>
                <c:pt idx="4582">
                  <c:v>44491</c:v>
                </c:pt>
                <c:pt idx="4583">
                  <c:v>44494</c:v>
                </c:pt>
                <c:pt idx="4584">
                  <c:v>44495</c:v>
                </c:pt>
                <c:pt idx="4585">
                  <c:v>44496</c:v>
                </c:pt>
                <c:pt idx="4586">
                  <c:v>44497</c:v>
                </c:pt>
                <c:pt idx="4587">
                  <c:v>44498</c:v>
                </c:pt>
                <c:pt idx="4588">
                  <c:v>44501</c:v>
                </c:pt>
                <c:pt idx="4589">
                  <c:v>44502</c:v>
                </c:pt>
                <c:pt idx="4590">
                  <c:v>44503</c:v>
                </c:pt>
                <c:pt idx="4591">
                  <c:v>44504</c:v>
                </c:pt>
                <c:pt idx="4592">
                  <c:v>44505</c:v>
                </c:pt>
                <c:pt idx="4593">
                  <c:v>44508</c:v>
                </c:pt>
                <c:pt idx="4594">
                  <c:v>44509</c:v>
                </c:pt>
                <c:pt idx="4595">
                  <c:v>44510</c:v>
                </c:pt>
                <c:pt idx="4596">
                  <c:v>44511</c:v>
                </c:pt>
                <c:pt idx="4597">
                  <c:v>44512</c:v>
                </c:pt>
                <c:pt idx="4598">
                  <c:v>44515</c:v>
                </c:pt>
                <c:pt idx="4599">
                  <c:v>44516</c:v>
                </c:pt>
                <c:pt idx="4600">
                  <c:v>44517</c:v>
                </c:pt>
                <c:pt idx="4601">
                  <c:v>44518</c:v>
                </c:pt>
                <c:pt idx="4602">
                  <c:v>44519</c:v>
                </c:pt>
                <c:pt idx="4603">
                  <c:v>44522</c:v>
                </c:pt>
                <c:pt idx="4604">
                  <c:v>44523</c:v>
                </c:pt>
                <c:pt idx="4605">
                  <c:v>44524</c:v>
                </c:pt>
                <c:pt idx="4606">
                  <c:v>44525</c:v>
                </c:pt>
                <c:pt idx="4607">
                  <c:v>44526</c:v>
                </c:pt>
                <c:pt idx="4608">
                  <c:v>44529</c:v>
                </c:pt>
                <c:pt idx="4609">
                  <c:v>44530</c:v>
                </c:pt>
                <c:pt idx="4610">
                  <c:v>44531</c:v>
                </c:pt>
                <c:pt idx="4611">
                  <c:v>44532</c:v>
                </c:pt>
                <c:pt idx="4612">
                  <c:v>44533</c:v>
                </c:pt>
                <c:pt idx="4613">
                  <c:v>44536</c:v>
                </c:pt>
                <c:pt idx="4614">
                  <c:v>44537</c:v>
                </c:pt>
                <c:pt idx="4615">
                  <c:v>44538</c:v>
                </c:pt>
                <c:pt idx="4616">
                  <c:v>44539</c:v>
                </c:pt>
                <c:pt idx="4617">
                  <c:v>44540</c:v>
                </c:pt>
                <c:pt idx="4618">
                  <c:v>44543</c:v>
                </c:pt>
                <c:pt idx="4619">
                  <c:v>44544</c:v>
                </c:pt>
                <c:pt idx="4620">
                  <c:v>44545</c:v>
                </c:pt>
                <c:pt idx="4621">
                  <c:v>44546</c:v>
                </c:pt>
                <c:pt idx="4622">
                  <c:v>44547</c:v>
                </c:pt>
                <c:pt idx="4623">
                  <c:v>44550</c:v>
                </c:pt>
                <c:pt idx="4624">
                  <c:v>44551</c:v>
                </c:pt>
                <c:pt idx="4625">
                  <c:v>44552</c:v>
                </c:pt>
                <c:pt idx="4626">
                  <c:v>44553</c:v>
                </c:pt>
                <c:pt idx="4627">
                  <c:v>44554</c:v>
                </c:pt>
                <c:pt idx="4628">
                  <c:v>44557</c:v>
                </c:pt>
                <c:pt idx="4629">
                  <c:v>44558</c:v>
                </c:pt>
                <c:pt idx="4630">
                  <c:v>44559</c:v>
                </c:pt>
                <c:pt idx="4631">
                  <c:v>44560</c:v>
                </c:pt>
                <c:pt idx="4632">
                  <c:v>44561</c:v>
                </c:pt>
                <c:pt idx="4633">
                  <c:v>44564</c:v>
                </c:pt>
                <c:pt idx="4634">
                  <c:v>44565</c:v>
                </c:pt>
                <c:pt idx="4635">
                  <c:v>44566</c:v>
                </c:pt>
                <c:pt idx="4636">
                  <c:v>44567</c:v>
                </c:pt>
                <c:pt idx="4637">
                  <c:v>44568</c:v>
                </c:pt>
                <c:pt idx="4638">
                  <c:v>44571</c:v>
                </c:pt>
                <c:pt idx="4639">
                  <c:v>44572</c:v>
                </c:pt>
                <c:pt idx="4640">
                  <c:v>44573</c:v>
                </c:pt>
                <c:pt idx="4641">
                  <c:v>44574</c:v>
                </c:pt>
                <c:pt idx="4642">
                  <c:v>44575</c:v>
                </c:pt>
                <c:pt idx="4643">
                  <c:v>44578</c:v>
                </c:pt>
                <c:pt idx="4644">
                  <c:v>44579</c:v>
                </c:pt>
                <c:pt idx="4645">
                  <c:v>44580</c:v>
                </c:pt>
                <c:pt idx="4646">
                  <c:v>44581</c:v>
                </c:pt>
                <c:pt idx="4647">
                  <c:v>44582</c:v>
                </c:pt>
                <c:pt idx="4648">
                  <c:v>44585</c:v>
                </c:pt>
                <c:pt idx="4649">
                  <c:v>44586</c:v>
                </c:pt>
                <c:pt idx="4650">
                  <c:v>44587</c:v>
                </c:pt>
                <c:pt idx="4651">
                  <c:v>44588</c:v>
                </c:pt>
                <c:pt idx="4652">
                  <c:v>44589</c:v>
                </c:pt>
                <c:pt idx="4653">
                  <c:v>44592</c:v>
                </c:pt>
                <c:pt idx="4654">
                  <c:v>44593</c:v>
                </c:pt>
                <c:pt idx="4655">
                  <c:v>44594</c:v>
                </c:pt>
                <c:pt idx="4656">
                  <c:v>44595</c:v>
                </c:pt>
                <c:pt idx="4657">
                  <c:v>44596</c:v>
                </c:pt>
                <c:pt idx="4658">
                  <c:v>44599</c:v>
                </c:pt>
                <c:pt idx="4659">
                  <c:v>44600</c:v>
                </c:pt>
                <c:pt idx="4660">
                  <c:v>44601</c:v>
                </c:pt>
                <c:pt idx="4661">
                  <c:v>44602</c:v>
                </c:pt>
                <c:pt idx="4662">
                  <c:v>44603</c:v>
                </c:pt>
                <c:pt idx="4663">
                  <c:v>44606</c:v>
                </c:pt>
                <c:pt idx="4664">
                  <c:v>44607</c:v>
                </c:pt>
                <c:pt idx="4665">
                  <c:v>44608</c:v>
                </c:pt>
                <c:pt idx="4666">
                  <c:v>44609</c:v>
                </c:pt>
                <c:pt idx="4667">
                  <c:v>44610</c:v>
                </c:pt>
                <c:pt idx="4668">
                  <c:v>44613</c:v>
                </c:pt>
                <c:pt idx="4669">
                  <c:v>44614</c:v>
                </c:pt>
                <c:pt idx="4670">
                  <c:v>44615</c:v>
                </c:pt>
                <c:pt idx="4671">
                  <c:v>44616</c:v>
                </c:pt>
                <c:pt idx="4672">
                  <c:v>44617</c:v>
                </c:pt>
                <c:pt idx="4673">
                  <c:v>44620</c:v>
                </c:pt>
                <c:pt idx="4674">
                  <c:v>44621</c:v>
                </c:pt>
                <c:pt idx="4675">
                  <c:v>44622</c:v>
                </c:pt>
                <c:pt idx="4676">
                  <c:v>44623</c:v>
                </c:pt>
                <c:pt idx="4677">
                  <c:v>44624</c:v>
                </c:pt>
                <c:pt idx="4678">
                  <c:v>44627</c:v>
                </c:pt>
                <c:pt idx="4679">
                  <c:v>44628</c:v>
                </c:pt>
                <c:pt idx="4680">
                  <c:v>44629</c:v>
                </c:pt>
                <c:pt idx="4681">
                  <c:v>44630</c:v>
                </c:pt>
                <c:pt idx="4682">
                  <c:v>44631</c:v>
                </c:pt>
                <c:pt idx="4683">
                  <c:v>44634</c:v>
                </c:pt>
                <c:pt idx="4684">
                  <c:v>44635</c:v>
                </c:pt>
                <c:pt idx="4685">
                  <c:v>44636</c:v>
                </c:pt>
                <c:pt idx="4686">
                  <c:v>44637</c:v>
                </c:pt>
                <c:pt idx="4687">
                  <c:v>44638</c:v>
                </c:pt>
                <c:pt idx="4688">
                  <c:v>44641</c:v>
                </c:pt>
                <c:pt idx="4689">
                  <c:v>44642</c:v>
                </c:pt>
                <c:pt idx="4690">
                  <c:v>44643</c:v>
                </c:pt>
                <c:pt idx="4691">
                  <c:v>44644</c:v>
                </c:pt>
                <c:pt idx="4692">
                  <c:v>44645</c:v>
                </c:pt>
                <c:pt idx="4693">
                  <c:v>44648</c:v>
                </c:pt>
                <c:pt idx="4694">
                  <c:v>44649</c:v>
                </c:pt>
                <c:pt idx="4695">
                  <c:v>44650</c:v>
                </c:pt>
                <c:pt idx="4696">
                  <c:v>44651</c:v>
                </c:pt>
                <c:pt idx="4697">
                  <c:v>44652</c:v>
                </c:pt>
                <c:pt idx="4698">
                  <c:v>44655</c:v>
                </c:pt>
                <c:pt idx="4699">
                  <c:v>44656</c:v>
                </c:pt>
                <c:pt idx="4700">
                  <c:v>44657</c:v>
                </c:pt>
                <c:pt idx="4701">
                  <c:v>44658</c:v>
                </c:pt>
                <c:pt idx="4702">
                  <c:v>44659</c:v>
                </c:pt>
                <c:pt idx="4703">
                  <c:v>44662</c:v>
                </c:pt>
                <c:pt idx="4704">
                  <c:v>44663</c:v>
                </c:pt>
                <c:pt idx="4705">
                  <c:v>44664</c:v>
                </c:pt>
                <c:pt idx="4706">
                  <c:v>44665</c:v>
                </c:pt>
                <c:pt idx="4707">
                  <c:v>44666</c:v>
                </c:pt>
                <c:pt idx="4708">
                  <c:v>44669</c:v>
                </c:pt>
                <c:pt idx="4709">
                  <c:v>44670</c:v>
                </c:pt>
                <c:pt idx="4710">
                  <c:v>44671</c:v>
                </c:pt>
                <c:pt idx="4711">
                  <c:v>44672</c:v>
                </c:pt>
                <c:pt idx="4712">
                  <c:v>44673</c:v>
                </c:pt>
                <c:pt idx="4713">
                  <c:v>44676</c:v>
                </c:pt>
                <c:pt idx="4714">
                  <c:v>44677</c:v>
                </c:pt>
                <c:pt idx="4715">
                  <c:v>44678</c:v>
                </c:pt>
                <c:pt idx="4716">
                  <c:v>44679</c:v>
                </c:pt>
                <c:pt idx="4717">
                  <c:v>44680</c:v>
                </c:pt>
                <c:pt idx="4718">
                  <c:v>44683</c:v>
                </c:pt>
                <c:pt idx="4719">
                  <c:v>44684</c:v>
                </c:pt>
                <c:pt idx="4720">
                  <c:v>44685</c:v>
                </c:pt>
                <c:pt idx="4721">
                  <c:v>44686</c:v>
                </c:pt>
                <c:pt idx="4722">
                  <c:v>44687</c:v>
                </c:pt>
                <c:pt idx="4723">
                  <c:v>44690</c:v>
                </c:pt>
                <c:pt idx="4724">
                  <c:v>44691</c:v>
                </c:pt>
                <c:pt idx="4725">
                  <c:v>44692</c:v>
                </c:pt>
                <c:pt idx="4726">
                  <c:v>44693</c:v>
                </c:pt>
                <c:pt idx="4727">
                  <c:v>44694</c:v>
                </c:pt>
                <c:pt idx="4728">
                  <c:v>44697</c:v>
                </c:pt>
                <c:pt idx="4729">
                  <c:v>44698</c:v>
                </c:pt>
                <c:pt idx="4730">
                  <c:v>44699</c:v>
                </c:pt>
                <c:pt idx="4731">
                  <c:v>44700</c:v>
                </c:pt>
                <c:pt idx="4732">
                  <c:v>44701</c:v>
                </c:pt>
                <c:pt idx="4733">
                  <c:v>44704</c:v>
                </c:pt>
                <c:pt idx="4734">
                  <c:v>44705</c:v>
                </c:pt>
                <c:pt idx="4735">
                  <c:v>44706</c:v>
                </c:pt>
                <c:pt idx="4736">
                  <c:v>44707</c:v>
                </c:pt>
                <c:pt idx="4737">
                  <c:v>44708</c:v>
                </c:pt>
                <c:pt idx="4738">
                  <c:v>44711</c:v>
                </c:pt>
                <c:pt idx="4739">
                  <c:v>44712</c:v>
                </c:pt>
                <c:pt idx="4740">
                  <c:v>44713</c:v>
                </c:pt>
                <c:pt idx="4741">
                  <c:v>44714</c:v>
                </c:pt>
                <c:pt idx="4742">
                  <c:v>44715</c:v>
                </c:pt>
                <c:pt idx="4743">
                  <c:v>44718</c:v>
                </c:pt>
                <c:pt idx="4744">
                  <c:v>44719</c:v>
                </c:pt>
                <c:pt idx="4745">
                  <c:v>44720</c:v>
                </c:pt>
                <c:pt idx="4746">
                  <c:v>44721</c:v>
                </c:pt>
                <c:pt idx="4747">
                  <c:v>44722</c:v>
                </c:pt>
                <c:pt idx="4748">
                  <c:v>44725</c:v>
                </c:pt>
                <c:pt idx="4749">
                  <c:v>44726</c:v>
                </c:pt>
                <c:pt idx="4750">
                  <c:v>44727</c:v>
                </c:pt>
                <c:pt idx="4751">
                  <c:v>44728</c:v>
                </c:pt>
                <c:pt idx="4752">
                  <c:v>44729</c:v>
                </c:pt>
                <c:pt idx="4753">
                  <c:v>44732</c:v>
                </c:pt>
                <c:pt idx="4754">
                  <c:v>44733</c:v>
                </c:pt>
                <c:pt idx="4755">
                  <c:v>44734</c:v>
                </c:pt>
                <c:pt idx="4756">
                  <c:v>44735</c:v>
                </c:pt>
                <c:pt idx="4757">
                  <c:v>44736</c:v>
                </c:pt>
                <c:pt idx="4758">
                  <c:v>44739</c:v>
                </c:pt>
                <c:pt idx="4759">
                  <c:v>44740</c:v>
                </c:pt>
                <c:pt idx="4760">
                  <c:v>44741</c:v>
                </c:pt>
                <c:pt idx="4761">
                  <c:v>44742</c:v>
                </c:pt>
                <c:pt idx="4762">
                  <c:v>44743</c:v>
                </c:pt>
                <c:pt idx="4763">
                  <c:v>44747</c:v>
                </c:pt>
                <c:pt idx="4764">
                  <c:v>44748</c:v>
                </c:pt>
                <c:pt idx="4765">
                  <c:v>44749</c:v>
                </c:pt>
                <c:pt idx="4766">
                  <c:v>44750</c:v>
                </c:pt>
                <c:pt idx="4767">
                  <c:v>44753</c:v>
                </c:pt>
                <c:pt idx="4768">
                  <c:v>44754</c:v>
                </c:pt>
                <c:pt idx="4769">
                  <c:v>44755</c:v>
                </c:pt>
                <c:pt idx="4770">
                  <c:v>44756</c:v>
                </c:pt>
                <c:pt idx="4771">
                  <c:v>44757</c:v>
                </c:pt>
                <c:pt idx="4772">
                  <c:v>44760</c:v>
                </c:pt>
                <c:pt idx="4773">
                  <c:v>44761</c:v>
                </c:pt>
                <c:pt idx="4774">
                  <c:v>44762</c:v>
                </c:pt>
                <c:pt idx="4775">
                  <c:v>44763</c:v>
                </c:pt>
                <c:pt idx="4776">
                  <c:v>44764</c:v>
                </c:pt>
                <c:pt idx="4777">
                  <c:v>44767</c:v>
                </c:pt>
                <c:pt idx="4778">
                  <c:v>44768</c:v>
                </c:pt>
                <c:pt idx="4779">
                  <c:v>44769</c:v>
                </c:pt>
                <c:pt idx="4780">
                  <c:v>44770</c:v>
                </c:pt>
                <c:pt idx="4781">
                  <c:v>44771</c:v>
                </c:pt>
                <c:pt idx="4782">
                  <c:v>44774</c:v>
                </c:pt>
                <c:pt idx="4783">
                  <c:v>44775</c:v>
                </c:pt>
                <c:pt idx="4784">
                  <c:v>44776</c:v>
                </c:pt>
                <c:pt idx="4785">
                  <c:v>44777</c:v>
                </c:pt>
                <c:pt idx="4786">
                  <c:v>44778</c:v>
                </c:pt>
                <c:pt idx="4787">
                  <c:v>44781</c:v>
                </c:pt>
                <c:pt idx="4788">
                  <c:v>44782</c:v>
                </c:pt>
                <c:pt idx="4789">
                  <c:v>44783</c:v>
                </c:pt>
                <c:pt idx="4790">
                  <c:v>44784</c:v>
                </c:pt>
                <c:pt idx="4791">
                  <c:v>44785</c:v>
                </c:pt>
                <c:pt idx="4792">
                  <c:v>44788</c:v>
                </c:pt>
                <c:pt idx="4793">
                  <c:v>44789</c:v>
                </c:pt>
                <c:pt idx="4794">
                  <c:v>44790</c:v>
                </c:pt>
                <c:pt idx="4795">
                  <c:v>44791</c:v>
                </c:pt>
                <c:pt idx="4796">
                  <c:v>44792</c:v>
                </c:pt>
                <c:pt idx="4797">
                  <c:v>44795</c:v>
                </c:pt>
                <c:pt idx="4798">
                  <c:v>44796</c:v>
                </c:pt>
                <c:pt idx="4799">
                  <c:v>44797</c:v>
                </c:pt>
                <c:pt idx="4800">
                  <c:v>44798</c:v>
                </c:pt>
                <c:pt idx="4801">
                  <c:v>44799</c:v>
                </c:pt>
                <c:pt idx="4802">
                  <c:v>44802</c:v>
                </c:pt>
                <c:pt idx="4803">
                  <c:v>44803</c:v>
                </c:pt>
                <c:pt idx="4804">
                  <c:v>44804</c:v>
                </c:pt>
                <c:pt idx="4805">
                  <c:v>44805</c:v>
                </c:pt>
                <c:pt idx="4806">
                  <c:v>44806</c:v>
                </c:pt>
                <c:pt idx="4807">
                  <c:v>44809</c:v>
                </c:pt>
                <c:pt idx="4808">
                  <c:v>44810</c:v>
                </c:pt>
                <c:pt idx="4809">
                  <c:v>44811</c:v>
                </c:pt>
                <c:pt idx="4810">
                  <c:v>44812</c:v>
                </c:pt>
                <c:pt idx="4811">
                  <c:v>44813</c:v>
                </c:pt>
                <c:pt idx="4812">
                  <c:v>44816</c:v>
                </c:pt>
                <c:pt idx="4813">
                  <c:v>44817</c:v>
                </c:pt>
                <c:pt idx="4814">
                  <c:v>44818</c:v>
                </c:pt>
                <c:pt idx="4815">
                  <c:v>44819</c:v>
                </c:pt>
                <c:pt idx="4816">
                  <c:v>44820</c:v>
                </c:pt>
                <c:pt idx="4817">
                  <c:v>44823</c:v>
                </c:pt>
                <c:pt idx="4818">
                  <c:v>44824</c:v>
                </c:pt>
                <c:pt idx="4819">
                  <c:v>44825</c:v>
                </c:pt>
                <c:pt idx="4820">
                  <c:v>44826</c:v>
                </c:pt>
                <c:pt idx="4821">
                  <c:v>44827</c:v>
                </c:pt>
                <c:pt idx="4822">
                  <c:v>44830</c:v>
                </c:pt>
                <c:pt idx="4823">
                  <c:v>44831</c:v>
                </c:pt>
                <c:pt idx="4824">
                  <c:v>44832</c:v>
                </c:pt>
                <c:pt idx="4825">
                  <c:v>44833</c:v>
                </c:pt>
                <c:pt idx="4826">
                  <c:v>44834</c:v>
                </c:pt>
                <c:pt idx="4827">
                  <c:v>44837</c:v>
                </c:pt>
                <c:pt idx="4828">
                  <c:v>44838</c:v>
                </c:pt>
                <c:pt idx="4829">
                  <c:v>44839</c:v>
                </c:pt>
                <c:pt idx="4830">
                  <c:v>44840</c:v>
                </c:pt>
                <c:pt idx="4831">
                  <c:v>44841</c:v>
                </c:pt>
                <c:pt idx="4832">
                  <c:v>44844</c:v>
                </c:pt>
                <c:pt idx="4833">
                  <c:v>44845</c:v>
                </c:pt>
                <c:pt idx="4834">
                  <c:v>44846</c:v>
                </c:pt>
                <c:pt idx="4835">
                  <c:v>44847</c:v>
                </c:pt>
                <c:pt idx="4836">
                  <c:v>44848</c:v>
                </c:pt>
                <c:pt idx="4837">
                  <c:v>44851</c:v>
                </c:pt>
                <c:pt idx="4838">
                  <c:v>44852</c:v>
                </c:pt>
                <c:pt idx="4839">
                  <c:v>44853</c:v>
                </c:pt>
                <c:pt idx="4840">
                  <c:v>44854</c:v>
                </c:pt>
                <c:pt idx="4841">
                  <c:v>44855</c:v>
                </c:pt>
                <c:pt idx="4842">
                  <c:v>44858</c:v>
                </c:pt>
                <c:pt idx="4843">
                  <c:v>44859</c:v>
                </c:pt>
                <c:pt idx="4844">
                  <c:v>44860</c:v>
                </c:pt>
                <c:pt idx="4845">
                  <c:v>44861</c:v>
                </c:pt>
                <c:pt idx="4846">
                  <c:v>44862</c:v>
                </c:pt>
                <c:pt idx="4847">
                  <c:v>44865</c:v>
                </c:pt>
                <c:pt idx="4848">
                  <c:v>44866</c:v>
                </c:pt>
                <c:pt idx="4849">
                  <c:v>44867</c:v>
                </c:pt>
                <c:pt idx="4850">
                  <c:v>44868</c:v>
                </c:pt>
                <c:pt idx="4851">
                  <c:v>44869</c:v>
                </c:pt>
                <c:pt idx="4852">
                  <c:v>44872</c:v>
                </c:pt>
                <c:pt idx="4853">
                  <c:v>44873</c:v>
                </c:pt>
                <c:pt idx="4854">
                  <c:v>44874</c:v>
                </c:pt>
                <c:pt idx="4855">
                  <c:v>44875</c:v>
                </c:pt>
                <c:pt idx="4856">
                  <c:v>44876</c:v>
                </c:pt>
                <c:pt idx="4857">
                  <c:v>44879</c:v>
                </c:pt>
                <c:pt idx="4858">
                  <c:v>44880</c:v>
                </c:pt>
                <c:pt idx="4859">
                  <c:v>44881</c:v>
                </c:pt>
                <c:pt idx="4860">
                  <c:v>44882</c:v>
                </c:pt>
                <c:pt idx="4861">
                  <c:v>44883</c:v>
                </c:pt>
                <c:pt idx="4862">
                  <c:v>44886</c:v>
                </c:pt>
                <c:pt idx="4863">
                  <c:v>44887</c:v>
                </c:pt>
                <c:pt idx="4864">
                  <c:v>44888</c:v>
                </c:pt>
                <c:pt idx="4865">
                  <c:v>44889</c:v>
                </c:pt>
                <c:pt idx="4866">
                  <c:v>44890</c:v>
                </c:pt>
                <c:pt idx="4867">
                  <c:v>44893</c:v>
                </c:pt>
                <c:pt idx="4868">
                  <c:v>44894</c:v>
                </c:pt>
                <c:pt idx="4869">
                  <c:v>44895</c:v>
                </c:pt>
                <c:pt idx="4870">
                  <c:v>44896</c:v>
                </c:pt>
                <c:pt idx="4871">
                  <c:v>44897</c:v>
                </c:pt>
                <c:pt idx="4872">
                  <c:v>44900</c:v>
                </c:pt>
                <c:pt idx="4873">
                  <c:v>44901</c:v>
                </c:pt>
                <c:pt idx="4874">
                  <c:v>44902</c:v>
                </c:pt>
                <c:pt idx="4875">
                  <c:v>44903</c:v>
                </c:pt>
                <c:pt idx="4876">
                  <c:v>44904</c:v>
                </c:pt>
                <c:pt idx="4877">
                  <c:v>44907</c:v>
                </c:pt>
                <c:pt idx="4878">
                  <c:v>44908</c:v>
                </c:pt>
                <c:pt idx="4879">
                  <c:v>44909</c:v>
                </c:pt>
                <c:pt idx="4880">
                  <c:v>44910</c:v>
                </c:pt>
                <c:pt idx="4881">
                  <c:v>44911</c:v>
                </c:pt>
                <c:pt idx="4882">
                  <c:v>44914</c:v>
                </c:pt>
                <c:pt idx="4883">
                  <c:v>44915</c:v>
                </c:pt>
                <c:pt idx="4884">
                  <c:v>44916</c:v>
                </c:pt>
                <c:pt idx="4885">
                  <c:v>44917</c:v>
                </c:pt>
                <c:pt idx="4886">
                  <c:v>44918</c:v>
                </c:pt>
                <c:pt idx="4887">
                  <c:v>44921</c:v>
                </c:pt>
                <c:pt idx="4888">
                  <c:v>44922</c:v>
                </c:pt>
                <c:pt idx="4889">
                  <c:v>44923</c:v>
                </c:pt>
                <c:pt idx="4890">
                  <c:v>44924</c:v>
                </c:pt>
                <c:pt idx="4891">
                  <c:v>44925</c:v>
                </c:pt>
                <c:pt idx="4892">
                  <c:v>44928</c:v>
                </c:pt>
                <c:pt idx="4893">
                  <c:v>44929</c:v>
                </c:pt>
                <c:pt idx="4894">
                  <c:v>44930</c:v>
                </c:pt>
                <c:pt idx="4895">
                  <c:v>44931</c:v>
                </c:pt>
                <c:pt idx="4896">
                  <c:v>44932</c:v>
                </c:pt>
                <c:pt idx="4897">
                  <c:v>44935</c:v>
                </c:pt>
                <c:pt idx="4898">
                  <c:v>44936</c:v>
                </c:pt>
                <c:pt idx="4899">
                  <c:v>44937</c:v>
                </c:pt>
                <c:pt idx="4900">
                  <c:v>44938</c:v>
                </c:pt>
                <c:pt idx="4901">
                  <c:v>44939</c:v>
                </c:pt>
                <c:pt idx="4902">
                  <c:v>44942</c:v>
                </c:pt>
                <c:pt idx="4903">
                  <c:v>44943</c:v>
                </c:pt>
                <c:pt idx="4904">
                  <c:v>44944</c:v>
                </c:pt>
                <c:pt idx="4905">
                  <c:v>44945</c:v>
                </c:pt>
                <c:pt idx="4906">
                  <c:v>44946</c:v>
                </c:pt>
                <c:pt idx="4907">
                  <c:v>44949</c:v>
                </c:pt>
                <c:pt idx="4908">
                  <c:v>44950</c:v>
                </c:pt>
                <c:pt idx="4909">
                  <c:v>44951</c:v>
                </c:pt>
                <c:pt idx="4910">
                  <c:v>44952</c:v>
                </c:pt>
                <c:pt idx="4911">
                  <c:v>44953</c:v>
                </c:pt>
                <c:pt idx="4912">
                  <c:v>44956</c:v>
                </c:pt>
                <c:pt idx="4913">
                  <c:v>44957</c:v>
                </c:pt>
                <c:pt idx="4914">
                  <c:v>44958</c:v>
                </c:pt>
                <c:pt idx="4915">
                  <c:v>44959</c:v>
                </c:pt>
                <c:pt idx="4916">
                  <c:v>44960</c:v>
                </c:pt>
                <c:pt idx="4917">
                  <c:v>44963</c:v>
                </c:pt>
                <c:pt idx="4918">
                  <c:v>44964</c:v>
                </c:pt>
                <c:pt idx="4919">
                  <c:v>44965</c:v>
                </c:pt>
                <c:pt idx="4920">
                  <c:v>44966</c:v>
                </c:pt>
                <c:pt idx="4921">
                  <c:v>44967</c:v>
                </c:pt>
                <c:pt idx="4922">
                  <c:v>44970</c:v>
                </c:pt>
                <c:pt idx="4923">
                  <c:v>44971</c:v>
                </c:pt>
                <c:pt idx="4924">
                  <c:v>44972</c:v>
                </c:pt>
                <c:pt idx="4925">
                  <c:v>44973</c:v>
                </c:pt>
                <c:pt idx="4926">
                  <c:v>44974</c:v>
                </c:pt>
                <c:pt idx="4927">
                  <c:v>44977</c:v>
                </c:pt>
                <c:pt idx="4928">
                  <c:v>44978</c:v>
                </c:pt>
                <c:pt idx="4929">
                  <c:v>44979</c:v>
                </c:pt>
                <c:pt idx="4930">
                  <c:v>44980</c:v>
                </c:pt>
                <c:pt idx="4931">
                  <c:v>44981</c:v>
                </c:pt>
                <c:pt idx="4932">
                  <c:v>44984</c:v>
                </c:pt>
                <c:pt idx="4933">
                  <c:v>44985</c:v>
                </c:pt>
                <c:pt idx="4934">
                  <c:v>44986</c:v>
                </c:pt>
                <c:pt idx="4935">
                  <c:v>44987</c:v>
                </c:pt>
                <c:pt idx="4936">
                  <c:v>44988</c:v>
                </c:pt>
                <c:pt idx="4937">
                  <c:v>44991</c:v>
                </c:pt>
                <c:pt idx="4938">
                  <c:v>44992</c:v>
                </c:pt>
                <c:pt idx="4939">
                  <c:v>44993</c:v>
                </c:pt>
                <c:pt idx="4940">
                  <c:v>44994</c:v>
                </c:pt>
                <c:pt idx="4941">
                  <c:v>44995</c:v>
                </c:pt>
                <c:pt idx="4942">
                  <c:v>44998</c:v>
                </c:pt>
                <c:pt idx="4943">
                  <c:v>44999</c:v>
                </c:pt>
                <c:pt idx="4944">
                  <c:v>45000</c:v>
                </c:pt>
                <c:pt idx="4945">
                  <c:v>45001</c:v>
                </c:pt>
                <c:pt idx="4946">
                  <c:v>45002</c:v>
                </c:pt>
                <c:pt idx="4947">
                  <c:v>45005</c:v>
                </c:pt>
                <c:pt idx="4948">
                  <c:v>45006</c:v>
                </c:pt>
                <c:pt idx="4949">
                  <c:v>45007</c:v>
                </c:pt>
                <c:pt idx="4950">
                  <c:v>45008</c:v>
                </c:pt>
                <c:pt idx="4951">
                  <c:v>45009</c:v>
                </c:pt>
                <c:pt idx="4952">
                  <c:v>45012</c:v>
                </c:pt>
                <c:pt idx="4953">
                  <c:v>45013</c:v>
                </c:pt>
                <c:pt idx="4954">
                  <c:v>45014</c:v>
                </c:pt>
                <c:pt idx="4955">
                  <c:v>45015</c:v>
                </c:pt>
                <c:pt idx="4956">
                  <c:v>45016</c:v>
                </c:pt>
                <c:pt idx="4957">
                  <c:v>45019</c:v>
                </c:pt>
                <c:pt idx="4958">
                  <c:v>45020</c:v>
                </c:pt>
                <c:pt idx="4959">
                  <c:v>45021</c:v>
                </c:pt>
                <c:pt idx="4960">
                  <c:v>45022</c:v>
                </c:pt>
                <c:pt idx="4961">
                  <c:v>45023</c:v>
                </c:pt>
                <c:pt idx="4962">
                  <c:v>45026</c:v>
                </c:pt>
                <c:pt idx="4963">
                  <c:v>45027</c:v>
                </c:pt>
                <c:pt idx="4964">
                  <c:v>45028</c:v>
                </c:pt>
                <c:pt idx="4965">
                  <c:v>45029</c:v>
                </c:pt>
                <c:pt idx="4966">
                  <c:v>45030</c:v>
                </c:pt>
                <c:pt idx="4967">
                  <c:v>45033</c:v>
                </c:pt>
                <c:pt idx="4968">
                  <c:v>45034</c:v>
                </c:pt>
                <c:pt idx="4969">
                  <c:v>45035</c:v>
                </c:pt>
                <c:pt idx="4970">
                  <c:v>45036</c:v>
                </c:pt>
                <c:pt idx="4971">
                  <c:v>45037</c:v>
                </c:pt>
                <c:pt idx="4972">
                  <c:v>45040</c:v>
                </c:pt>
                <c:pt idx="4973">
                  <c:v>45041</c:v>
                </c:pt>
                <c:pt idx="4974">
                  <c:v>45042</c:v>
                </c:pt>
                <c:pt idx="4975">
                  <c:v>45043</c:v>
                </c:pt>
                <c:pt idx="4976">
                  <c:v>45044</c:v>
                </c:pt>
                <c:pt idx="4977">
                  <c:v>45047</c:v>
                </c:pt>
                <c:pt idx="4978">
                  <c:v>45048</c:v>
                </c:pt>
                <c:pt idx="4979">
                  <c:v>45049</c:v>
                </c:pt>
                <c:pt idx="4980">
                  <c:v>45050</c:v>
                </c:pt>
                <c:pt idx="4981">
                  <c:v>45051</c:v>
                </c:pt>
                <c:pt idx="4982">
                  <c:v>45054</c:v>
                </c:pt>
                <c:pt idx="4983">
                  <c:v>45055</c:v>
                </c:pt>
                <c:pt idx="4984">
                  <c:v>45056</c:v>
                </c:pt>
                <c:pt idx="4985">
                  <c:v>45057</c:v>
                </c:pt>
                <c:pt idx="4986">
                  <c:v>45058</c:v>
                </c:pt>
                <c:pt idx="4987">
                  <c:v>45061</c:v>
                </c:pt>
                <c:pt idx="4988">
                  <c:v>45062</c:v>
                </c:pt>
                <c:pt idx="4989">
                  <c:v>45063</c:v>
                </c:pt>
                <c:pt idx="4990">
                  <c:v>45064</c:v>
                </c:pt>
                <c:pt idx="4991">
                  <c:v>45065</c:v>
                </c:pt>
                <c:pt idx="4992">
                  <c:v>45068</c:v>
                </c:pt>
                <c:pt idx="4993">
                  <c:v>45069</c:v>
                </c:pt>
                <c:pt idx="4994">
                  <c:v>45070</c:v>
                </c:pt>
                <c:pt idx="4995">
                  <c:v>45071</c:v>
                </c:pt>
                <c:pt idx="4996">
                  <c:v>45072</c:v>
                </c:pt>
                <c:pt idx="4997">
                  <c:v>45075</c:v>
                </c:pt>
                <c:pt idx="4998">
                  <c:v>45076</c:v>
                </c:pt>
                <c:pt idx="4999">
                  <c:v>45077</c:v>
                </c:pt>
                <c:pt idx="5000">
                  <c:v>45078</c:v>
                </c:pt>
                <c:pt idx="5001">
                  <c:v>45079</c:v>
                </c:pt>
                <c:pt idx="5002">
                  <c:v>45082</c:v>
                </c:pt>
                <c:pt idx="5003">
                  <c:v>45083</c:v>
                </c:pt>
                <c:pt idx="5004">
                  <c:v>45084</c:v>
                </c:pt>
                <c:pt idx="5005">
                  <c:v>45085</c:v>
                </c:pt>
                <c:pt idx="5006">
                  <c:v>45086</c:v>
                </c:pt>
                <c:pt idx="5007">
                  <c:v>45089</c:v>
                </c:pt>
                <c:pt idx="5008">
                  <c:v>45090</c:v>
                </c:pt>
                <c:pt idx="5009">
                  <c:v>45091</c:v>
                </c:pt>
                <c:pt idx="5010">
                  <c:v>45092</c:v>
                </c:pt>
                <c:pt idx="5011">
                  <c:v>45093</c:v>
                </c:pt>
                <c:pt idx="5012">
                  <c:v>45096</c:v>
                </c:pt>
                <c:pt idx="5013">
                  <c:v>45097</c:v>
                </c:pt>
                <c:pt idx="5014">
                  <c:v>45098</c:v>
                </c:pt>
                <c:pt idx="5015">
                  <c:v>45099</c:v>
                </c:pt>
                <c:pt idx="5016">
                  <c:v>45100</c:v>
                </c:pt>
                <c:pt idx="5017">
                  <c:v>45103</c:v>
                </c:pt>
                <c:pt idx="5018">
                  <c:v>45104</c:v>
                </c:pt>
                <c:pt idx="5019">
                  <c:v>45105</c:v>
                </c:pt>
                <c:pt idx="5020">
                  <c:v>45106</c:v>
                </c:pt>
                <c:pt idx="5021">
                  <c:v>45107</c:v>
                </c:pt>
                <c:pt idx="5022">
                  <c:v>45110</c:v>
                </c:pt>
                <c:pt idx="5023">
                  <c:v>45111</c:v>
                </c:pt>
                <c:pt idx="5024">
                  <c:v>45112</c:v>
                </c:pt>
                <c:pt idx="5025">
                  <c:v>45113</c:v>
                </c:pt>
                <c:pt idx="5026">
                  <c:v>45114</c:v>
                </c:pt>
                <c:pt idx="5027">
                  <c:v>45117</c:v>
                </c:pt>
                <c:pt idx="5028">
                  <c:v>45118</c:v>
                </c:pt>
                <c:pt idx="5029">
                  <c:v>45119</c:v>
                </c:pt>
                <c:pt idx="5030">
                  <c:v>45120</c:v>
                </c:pt>
                <c:pt idx="5031">
                  <c:v>45121</c:v>
                </c:pt>
                <c:pt idx="5032">
                  <c:v>45124</c:v>
                </c:pt>
                <c:pt idx="5033">
                  <c:v>45125</c:v>
                </c:pt>
                <c:pt idx="5034">
                  <c:v>45126</c:v>
                </c:pt>
                <c:pt idx="5035">
                  <c:v>45127</c:v>
                </c:pt>
                <c:pt idx="5036">
                  <c:v>45128</c:v>
                </c:pt>
                <c:pt idx="5037">
                  <c:v>45131</c:v>
                </c:pt>
                <c:pt idx="5038">
                  <c:v>45132</c:v>
                </c:pt>
                <c:pt idx="5039">
                  <c:v>45133</c:v>
                </c:pt>
                <c:pt idx="5040">
                  <c:v>45134</c:v>
                </c:pt>
                <c:pt idx="5041">
                  <c:v>45135</c:v>
                </c:pt>
                <c:pt idx="5042">
                  <c:v>45138</c:v>
                </c:pt>
                <c:pt idx="5043">
                  <c:v>45139</c:v>
                </c:pt>
                <c:pt idx="5044">
                  <c:v>45140</c:v>
                </c:pt>
                <c:pt idx="5045">
                  <c:v>45141</c:v>
                </c:pt>
                <c:pt idx="5046">
                  <c:v>45142</c:v>
                </c:pt>
                <c:pt idx="5047">
                  <c:v>45145</c:v>
                </c:pt>
                <c:pt idx="5048">
                  <c:v>45146</c:v>
                </c:pt>
                <c:pt idx="5049">
                  <c:v>45147</c:v>
                </c:pt>
                <c:pt idx="5050">
                  <c:v>45148</c:v>
                </c:pt>
                <c:pt idx="5051">
                  <c:v>45149</c:v>
                </c:pt>
                <c:pt idx="5052">
                  <c:v>45152</c:v>
                </c:pt>
                <c:pt idx="5053">
                  <c:v>45153</c:v>
                </c:pt>
                <c:pt idx="5054">
                  <c:v>45154</c:v>
                </c:pt>
                <c:pt idx="5055">
                  <c:v>45155</c:v>
                </c:pt>
                <c:pt idx="5056">
                  <c:v>45156</c:v>
                </c:pt>
                <c:pt idx="5057">
                  <c:v>45159</c:v>
                </c:pt>
                <c:pt idx="5058">
                  <c:v>45160</c:v>
                </c:pt>
                <c:pt idx="5059">
                  <c:v>45161</c:v>
                </c:pt>
                <c:pt idx="5060">
                  <c:v>45162</c:v>
                </c:pt>
                <c:pt idx="5061">
                  <c:v>45163</c:v>
                </c:pt>
                <c:pt idx="5062">
                  <c:v>45166</c:v>
                </c:pt>
                <c:pt idx="5063">
                  <c:v>45167</c:v>
                </c:pt>
                <c:pt idx="5064">
                  <c:v>45168</c:v>
                </c:pt>
                <c:pt idx="5065">
                  <c:v>45169</c:v>
                </c:pt>
                <c:pt idx="5066">
                  <c:v>45170</c:v>
                </c:pt>
                <c:pt idx="5067">
                  <c:v>45173</c:v>
                </c:pt>
                <c:pt idx="5068">
                  <c:v>45174</c:v>
                </c:pt>
                <c:pt idx="5069">
                  <c:v>45175</c:v>
                </c:pt>
                <c:pt idx="5070">
                  <c:v>45176</c:v>
                </c:pt>
                <c:pt idx="5071">
                  <c:v>45177</c:v>
                </c:pt>
                <c:pt idx="5072">
                  <c:v>45180</c:v>
                </c:pt>
                <c:pt idx="5073">
                  <c:v>45181</c:v>
                </c:pt>
                <c:pt idx="5074">
                  <c:v>45182</c:v>
                </c:pt>
                <c:pt idx="5075">
                  <c:v>45183</c:v>
                </c:pt>
                <c:pt idx="5076">
                  <c:v>45184</c:v>
                </c:pt>
                <c:pt idx="5077">
                  <c:v>45187</c:v>
                </c:pt>
                <c:pt idx="5078">
                  <c:v>45188</c:v>
                </c:pt>
                <c:pt idx="5079">
                  <c:v>45189</c:v>
                </c:pt>
                <c:pt idx="5080">
                  <c:v>45190</c:v>
                </c:pt>
                <c:pt idx="5081">
                  <c:v>45191</c:v>
                </c:pt>
                <c:pt idx="5082">
                  <c:v>45194</c:v>
                </c:pt>
                <c:pt idx="5083">
                  <c:v>45195</c:v>
                </c:pt>
                <c:pt idx="5084">
                  <c:v>45196</c:v>
                </c:pt>
                <c:pt idx="5085">
                  <c:v>45197</c:v>
                </c:pt>
                <c:pt idx="5086">
                  <c:v>45198</c:v>
                </c:pt>
                <c:pt idx="5087">
                  <c:v>45201</c:v>
                </c:pt>
                <c:pt idx="5088">
                  <c:v>45202</c:v>
                </c:pt>
                <c:pt idx="5089">
                  <c:v>45203</c:v>
                </c:pt>
                <c:pt idx="5090">
                  <c:v>45204</c:v>
                </c:pt>
                <c:pt idx="5091">
                  <c:v>45205</c:v>
                </c:pt>
                <c:pt idx="5092">
                  <c:v>45208</c:v>
                </c:pt>
                <c:pt idx="5093">
                  <c:v>45209</c:v>
                </c:pt>
                <c:pt idx="5094">
                  <c:v>45210</c:v>
                </c:pt>
                <c:pt idx="5095">
                  <c:v>45211</c:v>
                </c:pt>
                <c:pt idx="5096">
                  <c:v>45212</c:v>
                </c:pt>
                <c:pt idx="5097">
                  <c:v>45215</c:v>
                </c:pt>
                <c:pt idx="5098">
                  <c:v>45216</c:v>
                </c:pt>
                <c:pt idx="5099">
                  <c:v>45217</c:v>
                </c:pt>
                <c:pt idx="5100">
                  <c:v>45218</c:v>
                </c:pt>
                <c:pt idx="5101">
                  <c:v>45219</c:v>
                </c:pt>
                <c:pt idx="5102">
                  <c:v>45222</c:v>
                </c:pt>
                <c:pt idx="5103">
                  <c:v>45223</c:v>
                </c:pt>
                <c:pt idx="5104">
                  <c:v>45224</c:v>
                </c:pt>
                <c:pt idx="5105">
                  <c:v>45225</c:v>
                </c:pt>
                <c:pt idx="5106">
                  <c:v>45226</c:v>
                </c:pt>
                <c:pt idx="5107">
                  <c:v>45229</c:v>
                </c:pt>
                <c:pt idx="5108">
                  <c:v>45230</c:v>
                </c:pt>
                <c:pt idx="5109">
                  <c:v>45231</c:v>
                </c:pt>
                <c:pt idx="5110">
                  <c:v>45232</c:v>
                </c:pt>
                <c:pt idx="5111">
                  <c:v>45233</c:v>
                </c:pt>
                <c:pt idx="5112">
                  <c:v>45236</c:v>
                </c:pt>
                <c:pt idx="5113">
                  <c:v>45237</c:v>
                </c:pt>
                <c:pt idx="5114">
                  <c:v>45238</c:v>
                </c:pt>
                <c:pt idx="5115">
                  <c:v>45239</c:v>
                </c:pt>
                <c:pt idx="5116">
                  <c:v>45240</c:v>
                </c:pt>
                <c:pt idx="5117">
                  <c:v>45243</c:v>
                </c:pt>
                <c:pt idx="5118">
                  <c:v>45244</c:v>
                </c:pt>
                <c:pt idx="5119">
                  <c:v>45245</c:v>
                </c:pt>
                <c:pt idx="5120">
                  <c:v>45246</c:v>
                </c:pt>
                <c:pt idx="5121">
                  <c:v>45247</c:v>
                </c:pt>
                <c:pt idx="5122">
                  <c:v>45250</c:v>
                </c:pt>
                <c:pt idx="5123">
                  <c:v>45251</c:v>
                </c:pt>
                <c:pt idx="5124">
                  <c:v>45252</c:v>
                </c:pt>
                <c:pt idx="5125">
                  <c:v>45253</c:v>
                </c:pt>
                <c:pt idx="5126">
                  <c:v>45254</c:v>
                </c:pt>
                <c:pt idx="5127">
                  <c:v>45257</c:v>
                </c:pt>
                <c:pt idx="5128">
                  <c:v>45258</c:v>
                </c:pt>
                <c:pt idx="5129">
                  <c:v>45259</c:v>
                </c:pt>
                <c:pt idx="5130">
                  <c:v>45260</c:v>
                </c:pt>
                <c:pt idx="5131">
                  <c:v>45261</c:v>
                </c:pt>
                <c:pt idx="5132">
                  <c:v>45264</c:v>
                </c:pt>
                <c:pt idx="5133">
                  <c:v>45265</c:v>
                </c:pt>
                <c:pt idx="5134">
                  <c:v>45266</c:v>
                </c:pt>
                <c:pt idx="5135">
                  <c:v>45267</c:v>
                </c:pt>
                <c:pt idx="5136">
                  <c:v>45268</c:v>
                </c:pt>
                <c:pt idx="5137">
                  <c:v>45271</c:v>
                </c:pt>
                <c:pt idx="5138">
                  <c:v>45272</c:v>
                </c:pt>
                <c:pt idx="5139">
                  <c:v>45273</c:v>
                </c:pt>
                <c:pt idx="5140">
                  <c:v>45274</c:v>
                </c:pt>
                <c:pt idx="5141">
                  <c:v>45275</c:v>
                </c:pt>
                <c:pt idx="5142">
                  <c:v>45278</c:v>
                </c:pt>
                <c:pt idx="5143">
                  <c:v>45279</c:v>
                </c:pt>
                <c:pt idx="5144">
                  <c:v>45280</c:v>
                </c:pt>
                <c:pt idx="5145">
                  <c:v>45281</c:v>
                </c:pt>
                <c:pt idx="5146">
                  <c:v>45282</c:v>
                </c:pt>
                <c:pt idx="5147">
                  <c:v>45285</c:v>
                </c:pt>
                <c:pt idx="5148">
                  <c:v>45286</c:v>
                </c:pt>
                <c:pt idx="5149">
                  <c:v>45287</c:v>
                </c:pt>
                <c:pt idx="5150">
                  <c:v>45288</c:v>
                </c:pt>
                <c:pt idx="5151">
                  <c:v>45289</c:v>
                </c:pt>
                <c:pt idx="5152">
                  <c:v>45292</c:v>
                </c:pt>
                <c:pt idx="5153">
                  <c:v>45293</c:v>
                </c:pt>
                <c:pt idx="5154">
                  <c:v>45294</c:v>
                </c:pt>
                <c:pt idx="5155">
                  <c:v>45295</c:v>
                </c:pt>
                <c:pt idx="5156">
                  <c:v>45296</c:v>
                </c:pt>
                <c:pt idx="5157">
                  <c:v>45299</c:v>
                </c:pt>
                <c:pt idx="5158">
                  <c:v>45300</c:v>
                </c:pt>
                <c:pt idx="5159">
                  <c:v>45301</c:v>
                </c:pt>
                <c:pt idx="5160">
                  <c:v>45302</c:v>
                </c:pt>
                <c:pt idx="5161">
                  <c:v>45303</c:v>
                </c:pt>
                <c:pt idx="5162">
                  <c:v>45306</c:v>
                </c:pt>
                <c:pt idx="5163">
                  <c:v>45307</c:v>
                </c:pt>
                <c:pt idx="5164">
                  <c:v>45308</c:v>
                </c:pt>
                <c:pt idx="5165">
                  <c:v>45309</c:v>
                </c:pt>
                <c:pt idx="5166">
                  <c:v>45310</c:v>
                </c:pt>
                <c:pt idx="5167">
                  <c:v>45313</c:v>
                </c:pt>
                <c:pt idx="5168">
                  <c:v>45314</c:v>
                </c:pt>
                <c:pt idx="5169">
                  <c:v>45315</c:v>
                </c:pt>
                <c:pt idx="5170">
                  <c:v>45316</c:v>
                </c:pt>
                <c:pt idx="5171">
                  <c:v>45317</c:v>
                </c:pt>
                <c:pt idx="5172">
                  <c:v>45320</c:v>
                </c:pt>
                <c:pt idx="5173">
                  <c:v>45321</c:v>
                </c:pt>
                <c:pt idx="5174">
                  <c:v>45322</c:v>
                </c:pt>
                <c:pt idx="5175">
                  <c:v>45323</c:v>
                </c:pt>
                <c:pt idx="5176">
                  <c:v>45324</c:v>
                </c:pt>
                <c:pt idx="5177">
                  <c:v>45327</c:v>
                </c:pt>
                <c:pt idx="5178">
                  <c:v>45328</c:v>
                </c:pt>
                <c:pt idx="5179">
                  <c:v>45329</c:v>
                </c:pt>
                <c:pt idx="5180">
                  <c:v>45330</c:v>
                </c:pt>
                <c:pt idx="5181">
                  <c:v>45331</c:v>
                </c:pt>
                <c:pt idx="5182">
                  <c:v>45334</c:v>
                </c:pt>
                <c:pt idx="5183">
                  <c:v>45335</c:v>
                </c:pt>
                <c:pt idx="5184">
                  <c:v>45336</c:v>
                </c:pt>
                <c:pt idx="5185">
                  <c:v>45337</c:v>
                </c:pt>
                <c:pt idx="5186">
                  <c:v>45338</c:v>
                </c:pt>
                <c:pt idx="5187">
                  <c:v>45341</c:v>
                </c:pt>
                <c:pt idx="5188">
                  <c:v>45342</c:v>
                </c:pt>
                <c:pt idx="5189">
                  <c:v>45343</c:v>
                </c:pt>
                <c:pt idx="5190">
                  <c:v>45344</c:v>
                </c:pt>
                <c:pt idx="5191">
                  <c:v>45345</c:v>
                </c:pt>
                <c:pt idx="5192">
                  <c:v>45348</c:v>
                </c:pt>
                <c:pt idx="5193">
                  <c:v>45349</c:v>
                </c:pt>
                <c:pt idx="5194">
                  <c:v>45350</c:v>
                </c:pt>
                <c:pt idx="5195">
                  <c:v>45351</c:v>
                </c:pt>
                <c:pt idx="5196">
                  <c:v>45352</c:v>
                </c:pt>
                <c:pt idx="5197">
                  <c:v>45355</c:v>
                </c:pt>
                <c:pt idx="5198">
                  <c:v>45356</c:v>
                </c:pt>
                <c:pt idx="5199">
                  <c:v>45357</c:v>
                </c:pt>
                <c:pt idx="5200">
                  <c:v>45358</c:v>
                </c:pt>
                <c:pt idx="5201">
                  <c:v>45359</c:v>
                </c:pt>
                <c:pt idx="5202">
                  <c:v>45362</c:v>
                </c:pt>
                <c:pt idx="5203">
                  <c:v>45363</c:v>
                </c:pt>
                <c:pt idx="5204">
                  <c:v>45364</c:v>
                </c:pt>
                <c:pt idx="5205">
                  <c:v>45365</c:v>
                </c:pt>
                <c:pt idx="5206">
                  <c:v>45366</c:v>
                </c:pt>
                <c:pt idx="5207">
                  <c:v>45369</c:v>
                </c:pt>
                <c:pt idx="5208">
                  <c:v>45370</c:v>
                </c:pt>
                <c:pt idx="5209">
                  <c:v>45371</c:v>
                </c:pt>
                <c:pt idx="5210">
                  <c:v>45372</c:v>
                </c:pt>
                <c:pt idx="5211">
                  <c:v>45373</c:v>
                </c:pt>
                <c:pt idx="5212">
                  <c:v>45376</c:v>
                </c:pt>
                <c:pt idx="5213">
                  <c:v>45377</c:v>
                </c:pt>
                <c:pt idx="5214">
                  <c:v>45378</c:v>
                </c:pt>
                <c:pt idx="5215">
                  <c:v>45379</c:v>
                </c:pt>
                <c:pt idx="5216">
                  <c:v>45380</c:v>
                </c:pt>
                <c:pt idx="5217">
                  <c:v>45383</c:v>
                </c:pt>
                <c:pt idx="5218">
                  <c:v>45384</c:v>
                </c:pt>
                <c:pt idx="5219">
                  <c:v>45385</c:v>
                </c:pt>
                <c:pt idx="5220">
                  <c:v>45386</c:v>
                </c:pt>
                <c:pt idx="5221">
                  <c:v>45387</c:v>
                </c:pt>
                <c:pt idx="5222">
                  <c:v>45390</c:v>
                </c:pt>
                <c:pt idx="5223">
                  <c:v>45391</c:v>
                </c:pt>
                <c:pt idx="5224">
                  <c:v>45392</c:v>
                </c:pt>
                <c:pt idx="5225">
                  <c:v>45393</c:v>
                </c:pt>
                <c:pt idx="5226">
                  <c:v>45394</c:v>
                </c:pt>
                <c:pt idx="5227">
                  <c:v>45397</c:v>
                </c:pt>
                <c:pt idx="5228">
                  <c:v>45398</c:v>
                </c:pt>
                <c:pt idx="5229">
                  <c:v>45399</c:v>
                </c:pt>
                <c:pt idx="5230">
                  <c:v>45400</c:v>
                </c:pt>
                <c:pt idx="5231">
                  <c:v>45401</c:v>
                </c:pt>
                <c:pt idx="5232">
                  <c:v>45404</c:v>
                </c:pt>
                <c:pt idx="5233">
                  <c:v>45405</c:v>
                </c:pt>
                <c:pt idx="5234">
                  <c:v>45406</c:v>
                </c:pt>
                <c:pt idx="5235">
                  <c:v>45407</c:v>
                </c:pt>
                <c:pt idx="5236">
                  <c:v>45408</c:v>
                </c:pt>
                <c:pt idx="5237">
                  <c:v>45411</c:v>
                </c:pt>
                <c:pt idx="5238">
                  <c:v>45412</c:v>
                </c:pt>
                <c:pt idx="5239">
                  <c:v>45413</c:v>
                </c:pt>
                <c:pt idx="5240">
                  <c:v>45414</c:v>
                </c:pt>
                <c:pt idx="5241">
                  <c:v>45415</c:v>
                </c:pt>
                <c:pt idx="5242">
                  <c:v>45418</c:v>
                </c:pt>
                <c:pt idx="5243">
                  <c:v>45419</c:v>
                </c:pt>
                <c:pt idx="5244">
                  <c:v>45420</c:v>
                </c:pt>
                <c:pt idx="5245">
                  <c:v>45421</c:v>
                </c:pt>
                <c:pt idx="5246">
                  <c:v>45422</c:v>
                </c:pt>
                <c:pt idx="5247">
                  <c:v>45425</c:v>
                </c:pt>
                <c:pt idx="5248">
                  <c:v>45426</c:v>
                </c:pt>
                <c:pt idx="5249">
                  <c:v>45427</c:v>
                </c:pt>
                <c:pt idx="5250">
                  <c:v>45428</c:v>
                </c:pt>
                <c:pt idx="5251">
                  <c:v>45429</c:v>
                </c:pt>
                <c:pt idx="5252">
                  <c:v>45432</c:v>
                </c:pt>
                <c:pt idx="5253">
                  <c:v>45433</c:v>
                </c:pt>
                <c:pt idx="5254">
                  <c:v>45434</c:v>
                </c:pt>
                <c:pt idx="5255">
                  <c:v>45435</c:v>
                </c:pt>
                <c:pt idx="5256">
                  <c:v>45436</c:v>
                </c:pt>
                <c:pt idx="5257">
                  <c:v>45439</c:v>
                </c:pt>
                <c:pt idx="5258">
                  <c:v>45440</c:v>
                </c:pt>
                <c:pt idx="5259">
                  <c:v>45441</c:v>
                </c:pt>
                <c:pt idx="5260">
                  <c:v>45442</c:v>
                </c:pt>
                <c:pt idx="5261">
                  <c:v>45443</c:v>
                </c:pt>
                <c:pt idx="5262">
                  <c:v>45446</c:v>
                </c:pt>
                <c:pt idx="5263">
                  <c:v>45447</c:v>
                </c:pt>
                <c:pt idx="5264">
                  <c:v>45448</c:v>
                </c:pt>
                <c:pt idx="5265">
                  <c:v>45449</c:v>
                </c:pt>
                <c:pt idx="5266">
                  <c:v>45450</c:v>
                </c:pt>
                <c:pt idx="5267">
                  <c:v>45453</c:v>
                </c:pt>
                <c:pt idx="5268">
                  <c:v>45454</c:v>
                </c:pt>
                <c:pt idx="5269">
                  <c:v>45455</c:v>
                </c:pt>
                <c:pt idx="5270">
                  <c:v>45456</c:v>
                </c:pt>
                <c:pt idx="5271">
                  <c:v>45457</c:v>
                </c:pt>
                <c:pt idx="5272">
                  <c:v>45460</c:v>
                </c:pt>
                <c:pt idx="5273">
                  <c:v>45461</c:v>
                </c:pt>
                <c:pt idx="5274">
                  <c:v>45462</c:v>
                </c:pt>
                <c:pt idx="5275">
                  <c:v>45463</c:v>
                </c:pt>
                <c:pt idx="5276">
                  <c:v>45464</c:v>
                </c:pt>
                <c:pt idx="5277">
                  <c:v>45467</c:v>
                </c:pt>
                <c:pt idx="5278">
                  <c:v>45468</c:v>
                </c:pt>
                <c:pt idx="5279">
                  <c:v>45469</c:v>
                </c:pt>
                <c:pt idx="5280">
                  <c:v>45470</c:v>
                </c:pt>
                <c:pt idx="5281">
                  <c:v>45471</c:v>
                </c:pt>
                <c:pt idx="5282">
                  <c:v>45474</c:v>
                </c:pt>
                <c:pt idx="5283">
                  <c:v>45475</c:v>
                </c:pt>
                <c:pt idx="5284">
                  <c:v>45476</c:v>
                </c:pt>
                <c:pt idx="5285">
                  <c:v>45477</c:v>
                </c:pt>
                <c:pt idx="5286">
                  <c:v>45478</c:v>
                </c:pt>
                <c:pt idx="5287">
                  <c:v>45481</c:v>
                </c:pt>
                <c:pt idx="5288">
                  <c:v>45482</c:v>
                </c:pt>
                <c:pt idx="5289">
                  <c:v>45483</c:v>
                </c:pt>
                <c:pt idx="5290">
                  <c:v>45484</c:v>
                </c:pt>
                <c:pt idx="5291">
                  <c:v>45485</c:v>
                </c:pt>
                <c:pt idx="5292">
                  <c:v>45488</c:v>
                </c:pt>
                <c:pt idx="5293">
                  <c:v>45489</c:v>
                </c:pt>
                <c:pt idx="5294">
                  <c:v>45490</c:v>
                </c:pt>
                <c:pt idx="5295">
                  <c:v>45491</c:v>
                </c:pt>
                <c:pt idx="5296">
                  <c:v>45492</c:v>
                </c:pt>
                <c:pt idx="5297">
                  <c:v>45495</c:v>
                </c:pt>
                <c:pt idx="5298">
                  <c:v>45496</c:v>
                </c:pt>
                <c:pt idx="5299">
                  <c:v>45497</c:v>
                </c:pt>
                <c:pt idx="5300">
                  <c:v>45498</c:v>
                </c:pt>
                <c:pt idx="5301">
                  <c:v>45499</c:v>
                </c:pt>
                <c:pt idx="5302">
                  <c:v>45502</c:v>
                </c:pt>
                <c:pt idx="5303">
                  <c:v>45503</c:v>
                </c:pt>
                <c:pt idx="5304">
                  <c:v>45504</c:v>
                </c:pt>
                <c:pt idx="5305">
                  <c:v>45505</c:v>
                </c:pt>
                <c:pt idx="5306">
                  <c:v>45506</c:v>
                </c:pt>
                <c:pt idx="5307">
                  <c:v>45509</c:v>
                </c:pt>
                <c:pt idx="5308">
                  <c:v>45510</c:v>
                </c:pt>
                <c:pt idx="5309">
                  <c:v>45511</c:v>
                </c:pt>
                <c:pt idx="5310">
                  <c:v>45512</c:v>
                </c:pt>
                <c:pt idx="5311">
                  <c:v>45513</c:v>
                </c:pt>
                <c:pt idx="5312">
                  <c:v>45516</c:v>
                </c:pt>
                <c:pt idx="5313">
                  <c:v>45517</c:v>
                </c:pt>
                <c:pt idx="5314">
                  <c:v>45518</c:v>
                </c:pt>
                <c:pt idx="5315">
                  <c:v>45519</c:v>
                </c:pt>
                <c:pt idx="5316">
                  <c:v>45520</c:v>
                </c:pt>
                <c:pt idx="5317">
                  <c:v>45523</c:v>
                </c:pt>
                <c:pt idx="5318">
                  <c:v>45524</c:v>
                </c:pt>
                <c:pt idx="5319">
                  <c:v>45525</c:v>
                </c:pt>
                <c:pt idx="5320">
                  <c:v>45526</c:v>
                </c:pt>
                <c:pt idx="5321">
                  <c:v>45527</c:v>
                </c:pt>
                <c:pt idx="5322">
                  <c:v>45530</c:v>
                </c:pt>
                <c:pt idx="5323">
                  <c:v>45531</c:v>
                </c:pt>
                <c:pt idx="5324">
                  <c:v>45532</c:v>
                </c:pt>
                <c:pt idx="5325">
                  <c:v>45533</c:v>
                </c:pt>
                <c:pt idx="5326">
                  <c:v>45534</c:v>
                </c:pt>
                <c:pt idx="5327">
                  <c:v>45537</c:v>
                </c:pt>
                <c:pt idx="5328">
                  <c:v>45538</c:v>
                </c:pt>
                <c:pt idx="5329">
                  <c:v>45539</c:v>
                </c:pt>
                <c:pt idx="5330">
                  <c:v>45540</c:v>
                </c:pt>
                <c:pt idx="5331">
                  <c:v>45541</c:v>
                </c:pt>
                <c:pt idx="5332">
                  <c:v>45544</c:v>
                </c:pt>
                <c:pt idx="5333">
                  <c:v>45545</c:v>
                </c:pt>
                <c:pt idx="5334">
                  <c:v>45546</c:v>
                </c:pt>
                <c:pt idx="5335">
                  <c:v>45547</c:v>
                </c:pt>
                <c:pt idx="5336">
                  <c:v>45548</c:v>
                </c:pt>
                <c:pt idx="5337">
                  <c:v>45551</c:v>
                </c:pt>
                <c:pt idx="5338">
                  <c:v>45552</c:v>
                </c:pt>
                <c:pt idx="5339">
                  <c:v>45553</c:v>
                </c:pt>
                <c:pt idx="5340">
                  <c:v>45554</c:v>
                </c:pt>
                <c:pt idx="5341">
                  <c:v>45555</c:v>
                </c:pt>
                <c:pt idx="5342">
                  <c:v>45558</c:v>
                </c:pt>
                <c:pt idx="5343">
                  <c:v>45559</c:v>
                </c:pt>
                <c:pt idx="5344">
                  <c:v>45560</c:v>
                </c:pt>
                <c:pt idx="5345">
                  <c:v>45561</c:v>
                </c:pt>
                <c:pt idx="5346">
                  <c:v>45562</c:v>
                </c:pt>
                <c:pt idx="5347">
                  <c:v>45565</c:v>
                </c:pt>
                <c:pt idx="5348">
                  <c:v>45566</c:v>
                </c:pt>
                <c:pt idx="5349">
                  <c:v>45567</c:v>
                </c:pt>
                <c:pt idx="5350">
                  <c:v>45568</c:v>
                </c:pt>
                <c:pt idx="5351">
                  <c:v>45569</c:v>
                </c:pt>
                <c:pt idx="5352">
                  <c:v>45572</c:v>
                </c:pt>
                <c:pt idx="5353">
                  <c:v>45573</c:v>
                </c:pt>
                <c:pt idx="5354">
                  <c:v>45574</c:v>
                </c:pt>
                <c:pt idx="5355">
                  <c:v>45575</c:v>
                </c:pt>
                <c:pt idx="5356">
                  <c:v>45576</c:v>
                </c:pt>
                <c:pt idx="5357">
                  <c:v>45579</c:v>
                </c:pt>
                <c:pt idx="5358">
                  <c:v>45580</c:v>
                </c:pt>
                <c:pt idx="5359">
                  <c:v>45581</c:v>
                </c:pt>
                <c:pt idx="5360">
                  <c:v>45582</c:v>
                </c:pt>
                <c:pt idx="5361">
                  <c:v>45583</c:v>
                </c:pt>
                <c:pt idx="5362">
                  <c:v>45586</c:v>
                </c:pt>
                <c:pt idx="5363">
                  <c:v>45587</c:v>
                </c:pt>
                <c:pt idx="5364">
                  <c:v>45588</c:v>
                </c:pt>
                <c:pt idx="5365">
                  <c:v>45589</c:v>
                </c:pt>
                <c:pt idx="5366">
                  <c:v>45590</c:v>
                </c:pt>
                <c:pt idx="5367">
                  <c:v>45593</c:v>
                </c:pt>
                <c:pt idx="5368">
                  <c:v>45594</c:v>
                </c:pt>
                <c:pt idx="5369">
                  <c:v>45595</c:v>
                </c:pt>
                <c:pt idx="5370">
                  <c:v>45596</c:v>
                </c:pt>
                <c:pt idx="5371">
                  <c:v>45597</c:v>
                </c:pt>
                <c:pt idx="5372">
                  <c:v>45601</c:v>
                </c:pt>
                <c:pt idx="5373">
                  <c:v>45602</c:v>
                </c:pt>
                <c:pt idx="5374">
                  <c:v>45603</c:v>
                </c:pt>
                <c:pt idx="5375">
                  <c:v>45604</c:v>
                </c:pt>
                <c:pt idx="5376">
                  <c:v>45608</c:v>
                </c:pt>
                <c:pt idx="5377">
                  <c:v>45609</c:v>
                </c:pt>
                <c:pt idx="5378">
                  <c:v>45610</c:v>
                </c:pt>
                <c:pt idx="5379">
                  <c:v>45611</c:v>
                </c:pt>
                <c:pt idx="5380">
                  <c:v>45614</c:v>
                </c:pt>
                <c:pt idx="5381">
                  <c:v>45615</c:v>
                </c:pt>
                <c:pt idx="5382">
                  <c:v>45616</c:v>
                </c:pt>
                <c:pt idx="5383">
                  <c:v>45617</c:v>
                </c:pt>
                <c:pt idx="5384">
                  <c:v>45618</c:v>
                </c:pt>
                <c:pt idx="5385">
                  <c:v>45621</c:v>
                </c:pt>
                <c:pt idx="5386">
                  <c:v>45622</c:v>
                </c:pt>
                <c:pt idx="5387">
                  <c:v>45623</c:v>
                </c:pt>
                <c:pt idx="5388">
                  <c:v>45624</c:v>
                </c:pt>
                <c:pt idx="5389">
                  <c:v>45625</c:v>
                </c:pt>
                <c:pt idx="5390">
                  <c:v>45628</c:v>
                </c:pt>
                <c:pt idx="5391">
                  <c:v>45629</c:v>
                </c:pt>
                <c:pt idx="5392">
                  <c:v>45630</c:v>
                </c:pt>
                <c:pt idx="5393">
                  <c:v>45631</c:v>
                </c:pt>
                <c:pt idx="5394">
                  <c:v>45632</c:v>
                </c:pt>
                <c:pt idx="5395">
                  <c:v>45635</c:v>
                </c:pt>
                <c:pt idx="5396">
                  <c:v>45636</c:v>
                </c:pt>
                <c:pt idx="5397">
                  <c:v>45637</c:v>
                </c:pt>
                <c:pt idx="5398">
                  <c:v>45638</c:v>
                </c:pt>
                <c:pt idx="5399">
                  <c:v>45639</c:v>
                </c:pt>
                <c:pt idx="5400">
                  <c:v>45642</c:v>
                </c:pt>
                <c:pt idx="5401">
                  <c:v>45643</c:v>
                </c:pt>
                <c:pt idx="5402">
                  <c:v>45644</c:v>
                </c:pt>
                <c:pt idx="5403">
                  <c:v>45645</c:v>
                </c:pt>
                <c:pt idx="5404">
                  <c:v>45646</c:v>
                </c:pt>
                <c:pt idx="5405">
                  <c:v>45649</c:v>
                </c:pt>
                <c:pt idx="5406">
                  <c:v>45650</c:v>
                </c:pt>
                <c:pt idx="5407">
                  <c:v>45652</c:v>
                </c:pt>
                <c:pt idx="5408">
                  <c:v>45653</c:v>
                </c:pt>
                <c:pt idx="5409">
                  <c:v>45656</c:v>
                </c:pt>
                <c:pt idx="5410">
                  <c:v>45657</c:v>
                </c:pt>
                <c:pt idx="5411">
                  <c:v>45659</c:v>
                </c:pt>
                <c:pt idx="5412">
                  <c:v>45660</c:v>
                </c:pt>
                <c:pt idx="5413">
                  <c:v>45663</c:v>
                </c:pt>
                <c:pt idx="5414">
                  <c:v>45664</c:v>
                </c:pt>
                <c:pt idx="5415">
                  <c:v>45665</c:v>
                </c:pt>
                <c:pt idx="5416">
                  <c:v>45666</c:v>
                </c:pt>
                <c:pt idx="5417">
                  <c:v>45667</c:v>
                </c:pt>
                <c:pt idx="5418">
                  <c:v>45670</c:v>
                </c:pt>
                <c:pt idx="5419">
                  <c:v>45671</c:v>
                </c:pt>
              </c:numCache>
            </c:numRef>
          </c:cat>
          <c:val>
            <c:numRef>
              <c:f>Hoja2!$G$316:$G$5735</c:f>
              <c:numCache>
                <c:formatCode>General</c:formatCode>
                <c:ptCount val="5420"/>
                <c:pt idx="933">
                  <c:v>1.6012</c:v>
                </c:pt>
                <c:pt idx="934">
                  <c:v>1.57447</c:v>
                </c:pt>
                <c:pt idx="935">
                  <c:v>1.4785299999999999</c:v>
                </c:pt>
                <c:pt idx="936">
                  <c:v>1.6069899999999999</c:v>
                </c:pt>
                <c:pt idx="937">
                  <c:v>1.68363</c:v>
                </c:pt>
                <c:pt idx="938">
                  <c:v>1.6622300000000001</c:v>
                </c:pt>
                <c:pt idx="939">
                  <c:v>1.6515200000000001</c:v>
                </c:pt>
                <c:pt idx="940">
                  <c:v>1.75928</c:v>
                </c:pt>
                <c:pt idx="941">
                  <c:v>1.84754</c:v>
                </c:pt>
                <c:pt idx="942">
                  <c:v>1.8789499999999999</c:v>
                </c:pt>
                <c:pt idx="943">
                  <c:v>1.8789499999999999</c:v>
                </c:pt>
                <c:pt idx="944">
                  <c:v>1.8655600000000001</c:v>
                </c:pt>
                <c:pt idx="945">
                  <c:v>1.8346800000000001</c:v>
                </c:pt>
                <c:pt idx="946">
                  <c:v>1.9368099999999999</c:v>
                </c:pt>
                <c:pt idx="947">
                  <c:v>2.0092099999999999</c:v>
                </c:pt>
                <c:pt idx="948">
                  <c:v>2.09422</c:v>
                </c:pt>
                <c:pt idx="949">
                  <c:v>2.0990600000000001</c:v>
                </c:pt>
                <c:pt idx="950">
                  <c:v>2.1927400000000001</c:v>
                </c:pt>
                <c:pt idx="951">
                  <c:v>2.1927400000000001</c:v>
                </c:pt>
                <c:pt idx="952">
                  <c:v>2.1776499999999999</c:v>
                </c:pt>
                <c:pt idx="953">
                  <c:v>2.40632</c:v>
                </c:pt>
                <c:pt idx="954">
                  <c:v>2.2840699999999998</c:v>
                </c:pt>
                <c:pt idx="955">
                  <c:v>2.0979700000000001</c:v>
                </c:pt>
                <c:pt idx="956">
                  <c:v>2.1457299999999999</c:v>
                </c:pt>
                <c:pt idx="957">
                  <c:v>2.0039899999999999</c:v>
                </c:pt>
                <c:pt idx="958">
                  <c:v>2.0766800000000001</c:v>
                </c:pt>
                <c:pt idx="959">
                  <c:v>2.10853</c:v>
                </c:pt>
                <c:pt idx="960">
                  <c:v>2.0513499999999998</c:v>
                </c:pt>
                <c:pt idx="961">
                  <c:v>1.94191</c:v>
                </c:pt>
                <c:pt idx="962">
                  <c:v>1.8527899999999999</c:v>
                </c:pt>
                <c:pt idx="963">
                  <c:v>1.7708200000000001</c:v>
                </c:pt>
                <c:pt idx="964">
                  <c:v>1.8970800000000001</c:v>
                </c:pt>
                <c:pt idx="965">
                  <c:v>1.87991</c:v>
                </c:pt>
                <c:pt idx="966">
                  <c:v>1.7676400000000001</c:v>
                </c:pt>
                <c:pt idx="967">
                  <c:v>1.70885</c:v>
                </c:pt>
                <c:pt idx="968">
                  <c:v>1.8035000000000001</c:v>
                </c:pt>
                <c:pt idx="969">
                  <c:v>1.8499399999999999</c:v>
                </c:pt>
                <c:pt idx="970">
                  <c:v>1.9165300000000001</c:v>
                </c:pt>
                <c:pt idx="971">
                  <c:v>1.9774400000000001</c:v>
                </c:pt>
                <c:pt idx="972">
                  <c:v>1.87019</c:v>
                </c:pt>
                <c:pt idx="973">
                  <c:v>1.7996399999999999</c:v>
                </c:pt>
                <c:pt idx="974">
                  <c:v>1.7996399999999999</c:v>
                </c:pt>
                <c:pt idx="975">
                  <c:v>1.76772</c:v>
                </c:pt>
                <c:pt idx="976">
                  <c:v>1.77458</c:v>
                </c:pt>
                <c:pt idx="977">
                  <c:v>1.85527</c:v>
                </c:pt>
                <c:pt idx="978">
                  <c:v>1.9529700000000001</c:v>
                </c:pt>
                <c:pt idx="979">
                  <c:v>1.9529700000000001</c:v>
                </c:pt>
                <c:pt idx="980">
                  <c:v>2.0790199999999999</c:v>
                </c:pt>
                <c:pt idx="981">
                  <c:v>2.0996999999999999</c:v>
                </c:pt>
                <c:pt idx="982">
                  <c:v>2.20275</c:v>
                </c:pt>
                <c:pt idx="983">
                  <c:v>2.1917300000000002</c:v>
                </c:pt>
                <c:pt idx="984">
                  <c:v>2.2027399999999999</c:v>
                </c:pt>
                <c:pt idx="985">
                  <c:v>2.3489800000000001</c:v>
                </c:pt>
                <c:pt idx="986">
                  <c:v>2.2128100000000002</c:v>
                </c:pt>
                <c:pt idx="987">
                  <c:v>2.2596599999999998</c:v>
                </c:pt>
                <c:pt idx="988">
                  <c:v>2.2941099999999999</c:v>
                </c:pt>
                <c:pt idx="989">
                  <c:v>2.4096500000000001</c:v>
                </c:pt>
                <c:pt idx="990">
                  <c:v>2.3794300000000002</c:v>
                </c:pt>
                <c:pt idx="991">
                  <c:v>2.50292</c:v>
                </c:pt>
                <c:pt idx="992">
                  <c:v>2.5882299999999998</c:v>
                </c:pt>
                <c:pt idx="993">
                  <c:v>#N/A</c:v>
                </c:pt>
                <c:pt idx="994">
                  <c:v>2.79874</c:v>
                </c:pt>
                <c:pt idx="995">
                  <c:v>2.8489399999999998</c:v>
                </c:pt>
                <c:pt idx="996">
                  <c:v>2.5149699999999999</c:v>
                </c:pt>
                <c:pt idx="997">
                  <c:v>2.5697700000000001</c:v>
                </c:pt>
                <c:pt idx="998">
                  <c:v>2.5860799999999999</c:v>
                </c:pt>
                <c:pt idx="999">
                  <c:v>2.52827</c:v>
                </c:pt>
                <c:pt idx="1000">
                  <c:v>2.3908499999999999</c:v>
                </c:pt>
                <c:pt idx="1001">
                  <c:v>2.5633499999999998</c:v>
                </c:pt>
                <c:pt idx="1002">
                  <c:v>2.5678899999999998</c:v>
                </c:pt>
                <c:pt idx="1003">
                  <c:v>2.5094799999999999</c:v>
                </c:pt>
                <c:pt idx="1004">
                  <c:v>2.6288399999999998</c:v>
                </c:pt>
                <c:pt idx="1005">
                  <c:v>2.6178300000000001</c:v>
                </c:pt>
                <c:pt idx="1006">
                  <c:v>2.4727399999999999</c:v>
                </c:pt>
                <c:pt idx="1007">
                  <c:v>2.6247699999999998</c:v>
                </c:pt>
                <c:pt idx="1008">
                  <c:v>2.6165600000000002</c:v>
                </c:pt>
                <c:pt idx="1009">
                  <c:v>2.5213399999999999</c:v>
                </c:pt>
                <c:pt idx="1010">
                  <c:v>2.4621300000000002</c:v>
                </c:pt>
                <c:pt idx="1011">
                  <c:v>2.4653399999999999</c:v>
                </c:pt>
                <c:pt idx="1012">
                  <c:v>2.5481699999999998</c:v>
                </c:pt>
                <c:pt idx="1013">
                  <c:v>#N/A</c:v>
                </c:pt>
                <c:pt idx="1014">
                  <c:v>2.51729</c:v>
                </c:pt>
                <c:pt idx="1015">
                  <c:v>2.40584</c:v>
                </c:pt>
                <c:pt idx="1016">
                  <c:v>2.5143499999999999</c:v>
                </c:pt>
                <c:pt idx="1017">
                  <c:v>2.44055</c:v>
                </c:pt>
                <c:pt idx="1018">
                  <c:v>2.2884799999999998</c:v>
                </c:pt>
                <c:pt idx="1019">
                  <c:v>2.2896100000000001</c:v>
                </c:pt>
                <c:pt idx="1020">
                  <c:v>2.31602</c:v>
                </c:pt>
                <c:pt idx="1021">
                  <c:v>2.4787499999999998</c:v>
                </c:pt>
                <c:pt idx="1022">
                  <c:v>2.5768300000000002</c:v>
                </c:pt>
                <c:pt idx="1023">
                  <c:v>2.7019700000000002</c:v>
                </c:pt>
                <c:pt idx="1024">
                  <c:v>2.5958999999999999</c:v>
                </c:pt>
                <c:pt idx="1025">
                  <c:v>2.4739499999999999</c:v>
                </c:pt>
                <c:pt idx="1026">
                  <c:v>2.51939</c:v>
                </c:pt>
                <c:pt idx="1027">
                  <c:v>2.6510899999999999</c:v>
                </c:pt>
                <c:pt idx="1028">
                  <c:v>2.73116</c:v>
                </c:pt>
                <c:pt idx="1029">
                  <c:v>2.50881</c:v>
                </c:pt>
                <c:pt idx="1030">
                  <c:v>2.5912999999999999</c:v>
                </c:pt>
                <c:pt idx="1031">
                  <c:v>2.58751</c:v>
                </c:pt>
                <c:pt idx="1032">
                  <c:v>2.69469</c:v>
                </c:pt>
                <c:pt idx="1033">
                  <c:v>2.8589699999999998</c:v>
                </c:pt>
                <c:pt idx="1034">
                  <c:v>2.70783</c:v>
                </c:pt>
                <c:pt idx="1035">
                  <c:v>2.77067</c:v>
                </c:pt>
                <c:pt idx="1036">
                  <c:v>2.7733699999999999</c:v>
                </c:pt>
                <c:pt idx="1037">
                  <c:v>#N/A</c:v>
                </c:pt>
                <c:pt idx="1038">
                  <c:v>2.5711200000000001</c:v>
                </c:pt>
                <c:pt idx="1039">
                  <c:v>2.5883099999999999</c:v>
                </c:pt>
                <c:pt idx="1040">
                  <c:v>2.61713</c:v>
                </c:pt>
                <c:pt idx="1041">
                  <c:v>2.5417200000000002</c:v>
                </c:pt>
                <c:pt idx="1042">
                  <c:v>2.5510000000000002</c:v>
                </c:pt>
                <c:pt idx="1043">
                  <c:v>2.5801400000000001</c:v>
                </c:pt>
                <c:pt idx="1044">
                  <c:v>2.4441700000000002</c:v>
                </c:pt>
                <c:pt idx="1045">
                  <c:v>2.36124</c:v>
                </c:pt>
                <c:pt idx="1046">
                  <c:v>2.2923300000000002</c:v>
                </c:pt>
                <c:pt idx="1047">
                  <c:v>2.3078500000000002</c:v>
                </c:pt>
                <c:pt idx="1048">
                  <c:v>2.21991</c:v>
                </c:pt>
                <c:pt idx="1049">
                  <c:v>2.2288199999999998</c:v>
                </c:pt>
                <c:pt idx="1050">
                  <c:v>2.3243800000000001</c:v>
                </c:pt>
                <c:pt idx="1051">
                  <c:v>2.2230699999999999</c:v>
                </c:pt>
                <c:pt idx="1052">
                  <c:v>2.2805399999999998</c:v>
                </c:pt>
                <c:pt idx="1053">
                  <c:v>2.2434500000000002</c:v>
                </c:pt>
                <c:pt idx="1054">
                  <c:v>2.1889599999999998</c:v>
                </c:pt>
                <c:pt idx="1055">
                  <c:v>2.0076900000000002</c:v>
                </c:pt>
                <c:pt idx="1056">
                  <c:v>2.00454</c:v>
                </c:pt>
                <c:pt idx="1057">
                  <c:v>2.0055900000000002</c:v>
                </c:pt>
                <c:pt idx="1058">
                  <c:v>2.04494</c:v>
                </c:pt>
                <c:pt idx="1059">
                  <c:v>2.0829200000000001</c:v>
                </c:pt>
                <c:pt idx="1060">
                  <c:v>2.09009</c:v>
                </c:pt>
                <c:pt idx="1061">
                  <c:v>2.0312000000000001</c:v>
                </c:pt>
                <c:pt idx="1062">
                  <c:v>2.0230000000000001</c:v>
                </c:pt>
                <c:pt idx="1063">
                  <c:v>2.0247199999999999</c:v>
                </c:pt>
                <c:pt idx="1064">
                  <c:v>2.04514</c:v>
                </c:pt>
                <c:pt idx="1065">
                  <c:v>2.02075</c:v>
                </c:pt>
                <c:pt idx="1066">
                  <c:v>1.8918900000000001</c:v>
                </c:pt>
                <c:pt idx="1067">
                  <c:v>1.8519099999999999</c:v>
                </c:pt>
                <c:pt idx="1068">
                  <c:v>1.8292999999999999</c:v>
                </c:pt>
                <c:pt idx="1069">
                  <c:v>1.7368300000000001</c:v>
                </c:pt>
                <c:pt idx="1070">
                  <c:v>1.8347599999999999</c:v>
                </c:pt>
                <c:pt idx="1071">
                  <c:v>1.9293800000000001</c:v>
                </c:pt>
                <c:pt idx="1072">
                  <c:v>1.98584</c:v>
                </c:pt>
                <c:pt idx="1073">
                  <c:v>1.9568000000000001</c:v>
                </c:pt>
                <c:pt idx="1074">
                  <c:v>1.84578</c:v>
                </c:pt>
                <c:pt idx="1075">
                  <c:v>1.8004599999999999</c:v>
                </c:pt>
                <c:pt idx="1076">
                  <c:v>1.7875700000000001</c:v>
                </c:pt>
                <c:pt idx="1077">
                  <c:v>1.6875500000000001</c:v>
                </c:pt>
                <c:pt idx="1078">
                  <c:v>1.7174400000000001</c:v>
                </c:pt>
                <c:pt idx="1079">
                  <c:v>1.8409899999999999</c:v>
                </c:pt>
                <c:pt idx="1080">
                  <c:v>1.7977000000000001</c:v>
                </c:pt>
                <c:pt idx="1081">
                  <c:v>1.68323</c:v>
                </c:pt>
                <c:pt idx="1082">
                  <c:v>1.77817</c:v>
                </c:pt>
                <c:pt idx="1083">
                  <c:v>#N/A</c:v>
                </c:pt>
                <c:pt idx="1084">
                  <c:v>1.7217899999999999</c:v>
                </c:pt>
                <c:pt idx="1085">
                  <c:v>1.72681</c:v>
                </c:pt>
                <c:pt idx="1086">
                  <c:v>1.6279999999999999</c:v>
                </c:pt>
                <c:pt idx="1087">
                  <c:v>1.5552600000000001</c:v>
                </c:pt>
                <c:pt idx="1088">
                  <c:v>1.61476</c:v>
                </c:pt>
                <c:pt idx="1089">
                  <c:v>1.69736</c:v>
                </c:pt>
                <c:pt idx="1090">
                  <c:v>1.659</c:v>
                </c:pt>
                <c:pt idx="1091">
                  <c:v>1.62805</c:v>
                </c:pt>
                <c:pt idx="1092">
                  <c:v>1.73441</c:v>
                </c:pt>
                <c:pt idx="1093">
                  <c:v>1.7344999999999999</c:v>
                </c:pt>
                <c:pt idx="1094">
                  <c:v>1.6659299999999999</c:v>
                </c:pt>
                <c:pt idx="1095">
                  <c:v>1.75858</c:v>
                </c:pt>
                <c:pt idx="1096">
                  <c:v>1.7011400000000001</c:v>
                </c:pt>
                <c:pt idx="1097">
                  <c:v>1.66231</c:v>
                </c:pt>
                <c:pt idx="1098">
                  <c:v>1.69574</c:v>
                </c:pt>
                <c:pt idx="1099">
                  <c:v>1.71773</c:v>
                </c:pt>
                <c:pt idx="1100">
                  <c:v>1.82663</c:v>
                </c:pt>
                <c:pt idx="1101">
                  <c:v>1.79897</c:v>
                </c:pt>
                <c:pt idx="1102">
                  <c:v>1.8149</c:v>
                </c:pt>
                <c:pt idx="1103">
                  <c:v>1.8122</c:v>
                </c:pt>
                <c:pt idx="1104">
                  <c:v>1.8900699999999999</c:v>
                </c:pt>
                <c:pt idx="1105">
                  <c:v>1.9584699999999999</c:v>
                </c:pt>
                <c:pt idx="1106">
                  <c:v>2.1621199999999998</c:v>
                </c:pt>
                <c:pt idx="1107">
                  <c:v>2.1926800000000002</c:v>
                </c:pt>
                <c:pt idx="1108">
                  <c:v>2.2138300000000002</c:v>
                </c:pt>
                <c:pt idx="1109">
                  <c:v>2.2806999999999999</c:v>
                </c:pt>
                <c:pt idx="1110">
                  <c:v>2.2821099999999999</c:v>
                </c:pt>
                <c:pt idx="1111">
                  <c:v>2.2336399999999998</c:v>
                </c:pt>
                <c:pt idx="1112">
                  <c:v>#N/A</c:v>
                </c:pt>
                <c:pt idx="1113">
                  <c:v>2.2585299999999999</c:v>
                </c:pt>
                <c:pt idx="1114">
                  <c:v>2.2763300000000002</c:v>
                </c:pt>
                <c:pt idx="1115">
                  <c:v>2.2709800000000002</c:v>
                </c:pt>
                <c:pt idx="1116">
                  <c:v>2.30993</c:v>
                </c:pt>
                <c:pt idx="1117">
                  <c:v>2.3010799999999998</c:v>
                </c:pt>
                <c:pt idx="1118">
                  <c:v>2.3621099999999999</c:v>
                </c:pt>
                <c:pt idx="1119">
                  <c:v>2.3657599999999999</c:v>
                </c:pt>
                <c:pt idx="1120">
                  <c:v>2.27895</c:v>
                </c:pt>
                <c:pt idx="1121">
                  <c:v>2.12426</c:v>
                </c:pt>
                <c:pt idx="1122">
                  <c:v>2.0935800000000002</c:v>
                </c:pt>
                <c:pt idx="1123">
                  <c:v>2.0958399999999999</c:v>
                </c:pt>
                <c:pt idx="1124">
                  <c:v>2.0297000000000001</c:v>
                </c:pt>
                <c:pt idx="1125">
                  <c:v>1.97902</c:v>
                </c:pt>
                <c:pt idx="1126">
                  <c:v>2.0764300000000002</c:v>
                </c:pt>
                <c:pt idx="1127">
                  <c:v>1.98672</c:v>
                </c:pt>
                <c:pt idx="1128">
                  <c:v>2.06975</c:v>
                </c:pt>
                <c:pt idx="1129">
                  <c:v>2.0125899999999999</c:v>
                </c:pt>
                <c:pt idx="1130">
                  <c:v>2.0213999999999999</c:v>
                </c:pt>
                <c:pt idx="1131">
                  <c:v>2.0885500000000001</c:v>
                </c:pt>
                <c:pt idx="1132">
                  <c:v>2.1202700000000001</c:v>
                </c:pt>
                <c:pt idx="1133">
                  <c:v>2.1111</c:v>
                </c:pt>
                <c:pt idx="1134">
                  <c:v>2.0845199999999999</c:v>
                </c:pt>
                <c:pt idx="1135">
                  <c:v>2.0769000000000002</c:v>
                </c:pt>
                <c:pt idx="1136">
                  <c:v>2.1626500000000002</c:v>
                </c:pt>
                <c:pt idx="1137">
                  <c:v>2.1734399999999998</c:v>
                </c:pt>
                <c:pt idx="1138">
                  <c:v>2.15646</c:v>
                </c:pt>
                <c:pt idx="1139">
                  <c:v>2.2034500000000001</c:v>
                </c:pt>
                <c:pt idx="1140">
                  <c:v>2.1658900000000001</c:v>
                </c:pt>
                <c:pt idx="1141">
                  <c:v>2.2103799999999998</c:v>
                </c:pt>
                <c:pt idx="1142">
                  <c:v>2.2465199999999999</c:v>
                </c:pt>
                <c:pt idx="1143">
                  <c:v>2.2885</c:v>
                </c:pt>
                <c:pt idx="1144">
                  <c:v>2.27949</c:v>
                </c:pt>
                <c:pt idx="1145">
                  <c:v>2.3317700000000001</c:v>
                </c:pt>
                <c:pt idx="1146">
                  <c:v>2.2836799999999999</c:v>
                </c:pt>
                <c:pt idx="1147">
                  <c:v>2.2591600000000001</c:v>
                </c:pt>
                <c:pt idx="1148">
                  <c:v>2.3328700000000002</c:v>
                </c:pt>
                <c:pt idx="1149">
                  <c:v>2.3152599999999999</c:v>
                </c:pt>
                <c:pt idx="1150">
                  <c:v>2.3101500000000001</c:v>
                </c:pt>
                <c:pt idx="1151">
                  <c:v>2.26891</c:v>
                </c:pt>
                <c:pt idx="1152">
                  <c:v>2.2349399999999999</c:v>
                </c:pt>
                <c:pt idx="1153">
                  <c:v>#N/A</c:v>
                </c:pt>
                <c:pt idx="1154">
                  <c:v>2.3006600000000001</c:v>
                </c:pt>
                <c:pt idx="1155">
                  <c:v>2.35243</c:v>
                </c:pt>
                <c:pt idx="1156">
                  <c:v>2.42014</c:v>
                </c:pt>
                <c:pt idx="1157">
                  <c:v>2.419</c:v>
                </c:pt>
                <c:pt idx="1158">
                  <c:v>2.35127</c:v>
                </c:pt>
                <c:pt idx="1159">
                  <c:v>2.4826700000000002</c:v>
                </c:pt>
                <c:pt idx="1160">
                  <c:v>2.4960599999999999</c:v>
                </c:pt>
                <c:pt idx="1161">
                  <c:v>2.5029699999999999</c:v>
                </c:pt>
                <c:pt idx="1162">
                  <c:v>2.48448</c:v>
                </c:pt>
                <c:pt idx="1163">
                  <c:v>2.9129200000000002</c:v>
                </c:pt>
                <c:pt idx="1164">
                  <c:v>3.2631100000000002</c:v>
                </c:pt>
                <c:pt idx="1165">
                  <c:v>3.44123</c:v>
                </c:pt>
                <c:pt idx="1166">
                  <c:v>3.1711399999999998</c:v>
                </c:pt>
                <c:pt idx="1167">
                  <c:v>2.5956399999999999</c:v>
                </c:pt>
                <c:pt idx="1168">
                  <c:v>2.53525</c:v>
                </c:pt>
                <c:pt idx="1169">
                  <c:v>2.6618200000000001</c:v>
                </c:pt>
                <c:pt idx="1170">
                  <c:v>2.7593899999999998</c:v>
                </c:pt>
                <c:pt idx="1171">
                  <c:v>2.71312</c:v>
                </c:pt>
                <c:pt idx="1172">
                  <c:v>2.9130099999999999</c:v>
                </c:pt>
                <c:pt idx="1173">
                  <c:v>3.3261799999999999</c:v>
                </c:pt>
                <c:pt idx="1174">
                  <c:v>3.1759200000000001</c:v>
                </c:pt>
                <c:pt idx="1175">
                  <c:v>3.2417500000000001</c:v>
                </c:pt>
                <c:pt idx="1176">
                  <c:v>3.4995799999999999</c:v>
                </c:pt>
                <c:pt idx="1177">
                  <c:v>3.4691000000000001</c:v>
                </c:pt>
                <c:pt idx="1178">
                  <c:v>4.2118200000000003</c:v>
                </c:pt>
                <c:pt idx="1179">
                  <c:v>4.3509700000000002</c:v>
                </c:pt>
                <c:pt idx="1180">
                  <c:v>4.78728</c:v>
                </c:pt>
                <c:pt idx="1181">
                  <c:v>4.7907299999999999</c:v>
                </c:pt>
                <c:pt idx="1182">
                  <c:v>5.6379000000000001</c:v>
                </c:pt>
                <c:pt idx="1183">
                  <c:v>#N/A</c:v>
                </c:pt>
                <c:pt idx="1184">
                  <c:v>4.7795300000000003</c:v>
                </c:pt>
                <c:pt idx="1185">
                  <c:v>5.0132500000000002</c:v>
                </c:pt>
                <c:pt idx="1186">
                  <c:v>5.39771</c:v>
                </c:pt>
                <c:pt idx="1187">
                  <c:v>5.2147500000000004</c:v>
                </c:pt>
                <c:pt idx="1188">
                  <c:v>5.2984</c:v>
                </c:pt>
                <c:pt idx="1189">
                  <c:v>5.85466</c:v>
                </c:pt>
                <c:pt idx="1190">
                  <c:v>6.9904400000000004</c:v>
                </c:pt>
                <c:pt idx="1191">
                  <c:v>7.4120600000000003</c:v>
                </c:pt>
                <c:pt idx="1192">
                  <c:v>7.0934100000000004</c:v>
                </c:pt>
                <c:pt idx="1193">
                  <c:v>6.7214299999999998</c:v>
                </c:pt>
                <c:pt idx="1194">
                  <c:v>6.4005400000000003</c:v>
                </c:pt>
                <c:pt idx="1195">
                  <c:v>6.1129800000000003</c:v>
                </c:pt>
                <c:pt idx="1196">
                  <c:v>5.68581</c:v>
                </c:pt>
                <c:pt idx="1197">
                  <c:v>5.3090099999999998</c:v>
                </c:pt>
                <c:pt idx="1198">
                  <c:v>5.13957</c:v>
                </c:pt>
                <c:pt idx="1199">
                  <c:v>4.6782899999999996</c:v>
                </c:pt>
                <c:pt idx="1200">
                  <c:v>4.9292600000000002</c:v>
                </c:pt>
                <c:pt idx="1201">
                  <c:v>5.0642899999999997</c:v>
                </c:pt>
                <c:pt idx="1202">
                  <c:v>5.04453</c:v>
                </c:pt>
                <c:pt idx="1203">
                  <c:v>4.9768699999999999</c:v>
                </c:pt>
                <c:pt idx="1204">
                  <c:v>#N/A</c:v>
                </c:pt>
                <c:pt idx="1205">
                  <c:v>5.2608100000000002</c:v>
                </c:pt>
                <c:pt idx="1206">
                  <c:v>5.4804599999999999</c:v>
                </c:pt>
                <c:pt idx="1207">
                  <c:v>5.3723799999999997</c:v>
                </c:pt>
                <c:pt idx="1208">
                  <c:v>5.3917999999999999</c:v>
                </c:pt>
                <c:pt idx="1209">
                  <c:v>5.65001</c:v>
                </c:pt>
                <c:pt idx="1210">
                  <c:v>6.0115999999999996</c:v>
                </c:pt>
                <c:pt idx="1211">
                  <c:v>6.45974</c:v>
                </c:pt>
                <c:pt idx="1212">
                  <c:v>6.4558099999999996</c:v>
                </c:pt>
                <c:pt idx="1213">
                  <c:v>6.0289999999999999</c:v>
                </c:pt>
                <c:pt idx="1214">
                  <c:v>5.7655599999999998</c:v>
                </c:pt>
                <c:pt idx="1215">
                  <c:v>5.7426399999999997</c:v>
                </c:pt>
                <c:pt idx="1216">
                  <c:v>#N/A</c:v>
                </c:pt>
                <c:pt idx="1217">
                  <c:v>5.7542900000000001</c:v>
                </c:pt>
                <c:pt idx="1218">
                  <c:v>6.0964400000000003</c:v>
                </c:pt>
                <c:pt idx="1219">
                  <c:v>5.9834199999999997</c:v>
                </c:pt>
                <c:pt idx="1220">
                  <c:v>5.9528499999999998</c:v>
                </c:pt>
                <c:pt idx="1221">
                  <c:v>5.9240899999999996</c:v>
                </c:pt>
                <c:pt idx="1222">
                  <c:v>5.8273799999999998</c:v>
                </c:pt>
                <c:pt idx="1223">
                  <c:v>5.6965899999999996</c:v>
                </c:pt>
                <c:pt idx="1224">
                  <c:v>5.63415</c:v>
                </c:pt>
                <c:pt idx="1225">
                  <c:v>5.4649700000000001</c:v>
                </c:pt>
                <c:pt idx="1226">
                  <c:v>5.3944799999999997</c:v>
                </c:pt>
                <c:pt idx="1227">
                  <c:v>5.3384499999999999</c:v>
                </c:pt>
                <c:pt idx="1228">
                  <c:v>5.3964600000000003</c:v>
                </c:pt>
                <c:pt idx="1229">
                  <c:v>5.4202500000000002</c:v>
                </c:pt>
                <c:pt idx="1230">
                  <c:v>5.1207700000000003</c:v>
                </c:pt>
                <c:pt idx="1231">
                  <c:v>5.0648600000000004</c:v>
                </c:pt>
                <c:pt idx="1232">
                  <c:v>5.0282</c:v>
                </c:pt>
                <c:pt idx="1233">
                  <c:v>5.0566800000000001</c:v>
                </c:pt>
                <c:pt idx="1234">
                  <c:v>4.9856299999999996</c:v>
                </c:pt>
                <c:pt idx="1235">
                  <c:v>4.9742499999999996</c:v>
                </c:pt>
                <c:pt idx="1236">
                  <c:v>4.9765100000000002</c:v>
                </c:pt>
                <c:pt idx="1237">
                  <c:v>5.0587499999999999</c:v>
                </c:pt>
                <c:pt idx="1238">
                  <c:v>4.9961500000000001</c:v>
                </c:pt>
                <c:pt idx="1239">
                  <c:v>4.9755799999999999</c:v>
                </c:pt>
                <c:pt idx="1240">
                  <c:v>#N/A</c:v>
                </c:pt>
                <c:pt idx="1241">
                  <c:v>4.7414399999999999</c:v>
                </c:pt>
                <c:pt idx="1242">
                  <c:v>4.6007999999999996</c:v>
                </c:pt>
                <c:pt idx="1243">
                  <c:v>4.6995500000000003</c:v>
                </c:pt>
                <c:pt idx="1244">
                  <c:v>4.8604200000000004</c:v>
                </c:pt>
                <c:pt idx="1245">
                  <c:v>5.0173100000000002</c:v>
                </c:pt>
                <c:pt idx="1246">
                  <c:v>5.0493199999999998</c:v>
                </c:pt>
                <c:pt idx="1247">
                  <c:v>5.1493900000000004</c:v>
                </c:pt>
                <c:pt idx="1248">
                  <c:v>5.21767</c:v>
                </c:pt>
                <c:pt idx="1249">
                  <c:v>5.3239599999999996</c:v>
                </c:pt>
                <c:pt idx="1250">
                  <c:v>5.4032</c:v>
                </c:pt>
                <c:pt idx="1251">
                  <c:v>5.2062600000000003</c:v>
                </c:pt>
                <c:pt idx="1252">
                  <c:v>#N/A</c:v>
                </c:pt>
                <c:pt idx="1253">
                  <c:v>5.3192599999999999</c:v>
                </c:pt>
                <c:pt idx="1254">
                  <c:v>5.21774</c:v>
                </c:pt>
                <c:pt idx="1255">
                  <c:v>5.1682300000000003</c:v>
                </c:pt>
                <c:pt idx="1256">
                  <c:v>5.1390700000000002</c:v>
                </c:pt>
                <c:pt idx="1257">
                  <c:v>5.0370400000000002</c:v>
                </c:pt>
                <c:pt idx="1258">
                  <c:v>4.9980000000000002</c:v>
                </c:pt>
                <c:pt idx="1259">
                  <c:v>4.80253</c:v>
                </c:pt>
                <c:pt idx="1260">
                  <c:v>4.77738</c:v>
                </c:pt>
                <c:pt idx="1261">
                  <c:v>4.7183099999999998</c:v>
                </c:pt>
                <c:pt idx="1262">
                  <c:v>4.8902400000000004</c:v>
                </c:pt>
                <c:pt idx="1263">
                  <c:v>4.76051</c:v>
                </c:pt>
                <c:pt idx="1264">
                  <c:v>4.7570499999999996</c:v>
                </c:pt>
                <c:pt idx="1265">
                  <c:v>4.7930900000000003</c:v>
                </c:pt>
                <c:pt idx="1266">
                  <c:v>4.6362899999999998</c:v>
                </c:pt>
                <c:pt idx="1267">
                  <c:v>4.5657399999999999</c:v>
                </c:pt>
                <c:pt idx="1268">
                  <c:v>4.7466699999999999</c:v>
                </c:pt>
                <c:pt idx="1269">
                  <c:v>4.8863599999999998</c:v>
                </c:pt>
                <c:pt idx="1270">
                  <c:v>4.9728000000000003</c:v>
                </c:pt>
                <c:pt idx="1271">
                  <c:v>4.7702299999999997</c:v>
                </c:pt>
                <c:pt idx="1272">
                  <c:v>#N/A</c:v>
                </c:pt>
                <c:pt idx="1273">
                  <c:v>5.0044899999999997</c:v>
                </c:pt>
                <c:pt idx="1274">
                  <c:v>4.9052300000000004</c:v>
                </c:pt>
                <c:pt idx="1275">
                  <c:v>4.7114799999999999</c:v>
                </c:pt>
                <c:pt idx="1276">
                  <c:v>4.7746599999999999</c:v>
                </c:pt>
                <c:pt idx="1277">
                  <c:v>4.87737</c:v>
                </c:pt>
                <c:pt idx="1278">
                  <c:v>4.8141400000000001</c:v>
                </c:pt>
                <c:pt idx="1279">
                  <c:v>4.6778399999999998</c:v>
                </c:pt>
                <c:pt idx="1280">
                  <c:v>4.6288</c:v>
                </c:pt>
                <c:pt idx="1281">
                  <c:v>4.5951300000000002</c:v>
                </c:pt>
                <c:pt idx="1282">
                  <c:v>4.7961799999999997</c:v>
                </c:pt>
                <c:pt idx="1283">
                  <c:v>4.8192899999999996</c:v>
                </c:pt>
                <c:pt idx="1284">
                  <c:v>4.7246499999999996</c:v>
                </c:pt>
                <c:pt idx="1285">
                  <c:v>4.9870900000000002</c:v>
                </c:pt>
                <c:pt idx="1286">
                  <c:v>5.0566000000000004</c:v>
                </c:pt>
                <c:pt idx="1287">
                  <c:v>4.9823399999999998</c:v>
                </c:pt>
                <c:pt idx="1288">
                  <c:v>4.8631000000000002</c:v>
                </c:pt>
                <c:pt idx="1289">
                  <c:v>4.9620600000000001</c:v>
                </c:pt>
                <c:pt idx="1290">
                  <c:v>4.9541199999999996</c:v>
                </c:pt>
                <c:pt idx="1291">
                  <c:v>4.8748899999999997</c:v>
                </c:pt>
                <c:pt idx="1292">
                  <c:v>4.8086000000000002</c:v>
                </c:pt>
                <c:pt idx="1293">
                  <c:v>4.7390699999999999</c:v>
                </c:pt>
                <c:pt idx="1294">
                  <c:v>4.9827899999999996</c:v>
                </c:pt>
                <c:pt idx="1295">
                  <c:v>4.7854999999999999</c:v>
                </c:pt>
                <c:pt idx="1296">
                  <c:v>4.7837399999999999</c:v>
                </c:pt>
                <c:pt idx="1297">
                  <c:v>4.7483300000000002</c:v>
                </c:pt>
                <c:pt idx="1298">
                  <c:v>4.7527600000000003</c:v>
                </c:pt>
                <c:pt idx="1299">
                  <c:v>4.6642999999999999</c:v>
                </c:pt>
                <c:pt idx="1300">
                  <c:v>4.7045399999999997</c:v>
                </c:pt>
                <c:pt idx="1301">
                  <c:v>4.6837799999999996</c:v>
                </c:pt>
                <c:pt idx="1302">
                  <c:v>4.8441999999999998</c:v>
                </c:pt>
                <c:pt idx="1303">
                  <c:v>4.8571</c:v>
                </c:pt>
                <c:pt idx="1304">
                  <c:v>4.9253999999999998</c:v>
                </c:pt>
                <c:pt idx="1305">
                  <c:v>4.7492000000000001</c:v>
                </c:pt>
                <c:pt idx="1306">
                  <c:v>4.45214</c:v>
                </c:pt>
                <c:pt idx="1307">
                  <c:v>4.4210900000000004</c:v>
                </c:pt>
                <c:pt idx="1308">
                  <c:v>4.4264200000000002</c:v>
                </c:pt>
                <c:pt idx="1309">
                  <c:v>4.3746499999999999</c:v>
                </c:pt>
                <c:pt idx="1310">
                  <c:v>4.2418100000000001</c:v>
                </c:pt>
                <c:pt idx="1311">
                  <c:v>#N/A</c:v>
                </c:pt>
                <c:pt idx="1312">
                  <c:v>4.2239800000000001</c:v>
                </c:pt>
                <c:pt idx="1313">
                  <c:v>4.3540200000000002</c:v>
                </c:pt>
                <c:pt idx="1314">
                  <c:v>4.3117999999999999</c:v>
                </c:pt>
                <c:pt idx="1315">
                  <c:v>4.1326799999999997</c:v>
                </c:pt>
                <c:pt idx="1316">
                  <c:v>4.0016499999999997</c:v>
                </c:pt>
                <c:pt idx="1317">
                  <c:v>4.2336499999999999</c:v>
                </c:pt>
                <c:pt idx="1318">
                  <c:v>4.0585000000000004</c:v>
                </c:pt>
                <c:pt idx="1319">
                  <c:v>3.9849199999999998</c:v>
                </c:pt>
                <c:pt idx="1320">
                  <c:v>4.06365</c:v>
                </c:pt>
                <c:pt idx="1321">
                  <c:v>3.90395</c:v>
                </c:pt>
                <c:pt idx="1322">
                  <c:v>3.9580700000000002</c:v>
                </c:pt>
                <c:pt idx="1323">
                  <c:v>3.7855099999999999</c:v>
                </c:pt>
                <c:pt idx="1324">
                  <c:v>3.5062799999999998</c:v>
                </c:pt>
                <c:pt idx="1325">
                  <c:v>3.5307400000000002</c:v>
                </c:pt>
                <c:pt idx="1326">
                  <c:v>3.4862700000000002</c:v>
                </c:pt>
                <c:pt idx="1327">
                  <c:v>3.4093200000000001</c:v>
                </c:pt>
                <c:pt idx="1328">
                  <c:v>3.3002500000000001</c:v>
                </c:pt>
                <c:pt idx="1329">
                  <c:v>3.2220200000000001</c:v>
                </c:pt>
                <c:pt idx="1330">
                  <c:v>3.16317</c:v>
                </c:pt>
                <c:pt idx="1331">
                  <c:v>3.1567799999999999</c:v>
                </c:pt>
                <c:pt idx="1332">
                  <c:v>3.3238500000000002</c:v>
                </c:pt>
                <c:pt idx="1333">
                  <c:v>3.3440300000000001</c:v>
                </c:pt>
                <c:pt idx="1334">
                  <c:v>3.5276800000000001</c:v>
                </c:pt>
                <c:pt idx="1335">
                  <c:v>3.48224</c:v>
                </c:pt>
                <c:pt idx="1336">
                  <c:v>3.4498099999999998</c:v>
                </c:pt>
                <c:pt idx="1337">
                  <c:v>3.2890600000000001</c:v>
                </c:pt>
                <c:pt idx="1338">
                  <c:v>3.20892</c:v>
                </c:pt>
                <c:pt idx="1339">
                  <c:v>3.1750500000000001</c:v>
                </c:pt>
                <c:pt idx="1340">
                  <c:v>3.1325099999999999</c:v>
                </c:pt>
                <c:pt idx="1341">
                  <c:v>3.0736599999999998</c:v>
                </c:pt>
                <c:pt idx="1342">
                  <c:v>#N/A</c:v>
                </c:pt>
                <c:pt idx="1343">
                  <c:v>2.99885</c:v>
                </c:pt>
                <c:pt idx="1344">
                  <c:v>2.8400500000000002</c:v>
                </c:pt>
                <c:pt idx="1345">
                  <c:v>2.96028</c:v>
                </c:pt>
                <c:pt idx="1346">
                  <c:v>3.11171</c:v>
                </c:pt>
                <c:pt idx="1347">
                  <c:v>2.8390200000000001</c:v>
                </c:pt>
                <c:pt idx="1348">
                  <c:v>2.95479</c:v>
                </c:pt>
                <c:pt idx="1349">
                  <c:v>3.0929600000000002</c:v>
                </c:pt>
                <c:pt idx="1350">
                  <c:v>2.98116</c:v>
                </c:pt>
                <c:pt idx="1351">
                  <c:v>2.8636900000000001</c:v>
                </c:pt>
                <c:pt idx="1352">
                  <c:v>2.8277000000000001</c:v>
                </c:pt>
                <c:pt idx="1353">
                  <c:v>2.7642600000000002</c:v>
                </c:pt>
                <c:pt idx="1354">
                  <c:v>2.8008999999999999</c:v>
                </c:pt>
                <c:pt idx="1355">
                  <c:v>2.7819400000000001</c:v>
                </c:pt>
                <c:pt idx="1356">
                  <c:v>2.81793</c:v>
                </c:pt>
                <c:pt idx="1357">
                  <c:v>2.9051800000000001</c:v>
                </c:pt>
                <c:pt idx="1358">
                  <c:v>2.99153</c:v>
                </c:pt>
                <c:pt idx="1359">
                  <c:v>3.08162</c:v>
                </c:pt>
                <c:pt idx="1360">
                  <c:v>2.9846599999999999</c:v>
                </c:pt>
                <c:pt idx="1361">
                  <c:v>3.0570200000000001</c:v>
                </c:pt>
                <c:pt idx="1362">
                  <c:v>3.1868400000000001</c:v>
                </c:pt>
                <c:pt idx="1363">
                  <c:v>3.1972499999999999</c:v>
                </c:pt>
                <c:pt idx="1364">
                  <c:v>3.0774400000000002</c:v>
                </c:pt>
                <c:pt idx="1365">
                  <c:v>3.1190600000000002</c:v>
                </c:pt>
                <c:pt idx="1366">
                  <c:v>3.11103</c:v>
                </c:pt>
                <c:pt idx="1367">
                  <c:v>3.0178799999999999</c:v>
                </c:pt>
                <c:pt idx="1368">
                  <c:v>3.0093299999999998</c:v>
                </c:pt>
                <c:pt idx="1369">
                  <c:v>2.9093499999999999</c:v>
                </c:pt>
                <c:pt idx="1370">
                  <c:v>3.0537100000000001</c:v>
                </c:pt>
                <c:pt idx="1371">
                  <c:v>#N/A</c:v>
                </c:pt>
                <c:pt idx="1372">
                  <c:v>3.06304</c:v>
                </c:pt>
                <c:pt idx="1373">
                  <c:v>3.1678700000000002</c:v>
                </c:pt>
                <c:pt idx="1374">
                  <c:v>3.3555000000000001</c:v>
                </c:pt>
                <c:pt idx="1375">
                  <c:v>3.19835</c:v>
                </c:pt>
                <c:pt idx="1376">
                  <c:v>3.3281399999999999</c:v>
                </c:pt>
                <c:pt idx="1377">
                  <c:v>3.32158</c:v>
                </c:pt>
                <c:pt idx="1378">
                  <c:v>3.24282</c:v>
                </c:pt>
                <c:pt idx="1379">
                  <c:v>3.08812</c:v>
                </c:pt>
                <c:pt idx="1380">
                  <c:v>2.95363</c:v>
                </c:pt>
                <c:pt idx="1381">
                  <c:v>2.85364</c:v>
                </c:pt>
                <c:pt idx="1382">
                  <c:v>2.8985799999999999</c:v>
                </c:pt>
                <c:pt idx="1383">
                  <c:v>3.02475</c:v>
                </c:pt>
                <c:pt idx="1384">
                  <c:v>2.93127</c:v>
                </c:pt>
                <c:pt idx="1385">
                  <c:v>2.6738</c:v>
                </c:pt>
                <c:pt idx="1386">
                  <c:v>2.7070699999999999</c:v>
                </c:pt>
                <c:pt idx="1387">
                  <c:v>2.63923</c:v>
                </c:pt>
                <c:pt idx="1388">
                  <c:v>2.6990099999999999</c:v>
                </c:pt>
                <c:pt idx="1389">
                  <c:v>2.7342399999999998</c:v>
                </c:pt>
                <c:pt idx="1390">
                  <c:v>2.72776</c:v>
                </c:pt>
                <c:pt idx="1391">
                  <c:v>2.8435000000000001</c:v>
                </c:pt>
                <c:pt idx="1392">
                  <c:v>2.5491899999999998</c:v>
                </c:pt>
                <c:pt idx="1393">
                  <c:v>2.4344399999999999</c:v>
                </c:pt>
                <c:pt idx="1394">
                  <c:v>2.3199100000000001</c:v>
                </c:pt>
                <c:pt idx="1395">
                  <c:v>2.39832</c:v>
                </c:pt>
                <c:pt idx="1396">
                  <c:v>2.2614200000000002</c:v>
                </c:pt>
                <c:pt idx="1397">
                  <c:v>2.3979200000000001</c:v>
                </c:pt>
                <c:pt idx="1398">
                  <c:v>2.55524</c:v>
                </c:pt>
                <c:pt idx="1399">
                  <c:v>2.6174499999999998</c:v>
                </c:pt>
                <c:pt idx="1400">
                  <c:v>2.6800799999999998</c:v>
                </c:pt>
                <c:pt idx="1401">
                  <c:v>2.7232400000000001</c:v>
                </c:pt>
                <c:pt idx="1402">
                  <c:v>2.7711600000000001</c:v>
                </c:pt>
                <c:pt idx="1403">
                  <c:v>2.6573000000000002</c:v>
                </c:pt>
                <c:pt idx="1404">
                  <c:v>2.71888</c:v>
                </c:pt>
                <c:pt idx="1405">
                  <c:v>2.7461899999999999</c:v>
                </c:pt>
                <c:pt idx="1406">
                  <c:v>2.6037300000000001</c:v>
                </c:pt>
                <c:pt idx="1407">
                  <c:v>2.64594</c:v>
                </c:pt>
                <c:pt idx="1408">
                  <c:v>2.6606700000000001</c:v>
                </c:pt>
                <c:pt idx="1409">
                  <c:v>2.7286899999999998</c:v>
                </c:pt>
                <c:pt idx="1410">
                  <c:v>2.7192500000000002</c:v>
                </c:pt>
                <c:pt idx="1411">
                  <c:v>2.7607699999999999</c:v>
                </c:pt>
                <c:pt idx="1412">
                  <c:v>2.87507</c:v>
                </c:pt>
                <c:pt idx="1413">
                  <c:v>2.8661300000000001</c:v>
                </c:pt>
                <c:pt idx="1414">
                  <c:v>2.9066999999999998</c:v>
                </c:pt>
                <c:pt idx="1415">
                  <c:v>2.7580200000000001</c:v>
                </c:pt>
                <c:pt idx="1416">
                  <c:v>2.6938800000000001</c:v>
                </c:pt>
                <c:pt idx="1417">
                  <c:v>#N/A</c:v>
                </c:pt>
                <c:pt idx="1418">
                  <c:v>2.4628100000000002</c:v>
                </c:pt>
                <c:pt idx="1419">
                  <c:v>2.5239500000000001</c:v>
                </c:pt>
                <c:pt idx="1420">
                  <c:v>2.6088900000000002</c:v>
                </c:pt>
                <c:pt idx="1421">
                  <c:v>2.5677300000000001</c:v>
                </c:pt>
                <c:pt idx="1422">
                  <c:v>2.5213899999999998</c:v>
                </c:pt>
                <c:pt idx="1423">
                  <c:v>2.4307400000000001</c:v>
                </c:pt>
                <c:pt idx="1424">
                  <c:v>2.2937599999999998</c:v>
                </c:pt>
                <c:pt idx="1425">
                  <c:v>2.3705099999999999</c:v>
                </c:pt>
                <c:pt idx="1426">
                  <c:v>2.26993</c:v>
                </c:pt>
                <c:pt idx="1427">
                  <c:v>2.31508</c:v>
                </c:pt>
                <c:pt idx="1428">
                  <c:v>2.3365</c:v>
                </c:pt>
                <c:pt idx="1429">
                  <c:v>2.37696</c:v>
                </c:pt>
                <c:pt idx="1430">
                  <c:v>2.4613399999999999</c:v>
                </c:pt>
                <c:pt idx="1431">
                  <c:v>2.5037699999999998</c:v>
                </c:pt>
                <c:pt idx="1432">
                  <c:v>2.4474900000000002</c:v>
                </c:pt>
                <c:pt idx="1433">
                  <c:v>2.4277500000000001</c:v>
                </c:pt>
                <c:pt idx="1434">
                  <c:v>2.2340200000000001</c:v>
                </c:pt>
                <c:pt idx="1435">
                  <c:v>2.3543699999999999</c:v>
                </c:pt>
                <c:pt idx="1436">
                  <c:v>2.29691</c:v>
                </c:pt>
                <c:pt idx="1437">
                  <c:v>2.2009099999999999</c:v>
                </c:pt>
                <c:pt idx="1438">
                  <c:v>2.11775</c:v>
                </c:pt>
                <c:pt idx="1439">
                  <c:v>2.1652999999999998</c:v>
                </c:pt>
                <c:pt idx="1440">
                  <c:v>1.97512</c:v>
                </c:pt>
                <c:pt idx="1441">
                  <c:v>1.7595000000000001</c:v>
                </c:pt>
                <c:pt idx="1442">
                  <c:v>#N/A</c:v>
                </c:pt>
                <c:pt idx="1443">
                  <c:v>2.00658</c:v>
                </c:pt>
                <c:pt idx="1444">
                  <c:v>1.9815100000000001</c:v>
                </c:pt>
                <c:pt idx="1445">
                  <c:v>2.00813</c:v>
                </c:pt>
                <c:pt idx="1446">
                  <c:v>2.0880100000000001</c:v>
                </c:pt>
                <c:pt idx="1447">
                  <c:v>2.1660900000000001</c:v>
                </c:pt>
                <c:pt idx="1448">
                  <c:v>2.2769200000000001</c:v>
                </c:pt>
                <c:pt idx="1449">
                  <c:v>2.2741899999999999</c:v>
                </c:pt>
                <c:pt idx="1450">
                  <c:v>2.2808899999999999</c:v>
                </c:pt>
                <c:pt idx="1451">
                  <c:v>2.2450299999999999</c:v>
                </c:pt>
                <c:pt idx="1452">
                  <c:v>2.2286700000000002</c:v>
                </c:pt>
                <c:pt idx="1453">
                  <c:v>2.5226299999999999</c:v>
                </c:pt>
                <c:pt idx="1454">
                  <c:v>2.6307</c:v>
                </c:pt>
                <c:pt idx="1455">
                  <c:v>2.3064800000000001</c:v>
                </c:pt>
                <c:pt idx="1456">
                  <c:v>2.3660399999999999</c:v>
                </c:pt>
                <c:pt idx="1457">
                  <c:v>2.2972000000000001</c:v>
                </c:pt>
                <c:pt idx="1458">
                  <c:v>2.30158</c:v>
                </c:pt>
                <c:pt idx="1459">
                  <c:v>2.2103299999999999</c:v>
                </c:pt>
                <c:pt idx="1460">
                  <c:v>2.2242099999999998</c:v>
                </c:pt>
                <c:pt idx="1461">
                  <c:v>2.2040099999999998</c:v>
                </c:pt>
                <c:pt idx="1462">
                  <c:v>2.0759699999999999</c:v>
                </c:pt>
                <c:pt idx="1463">
                  <c:v>2.0032800000000002</c:v>
                </c:pt>
                <c:pt idx="1464">
                  <c:v>#N/A</c:v>
                </c:pt>
                <c:pt idx="1465">
                  <c:v>2.0603099999999999</c:v>
                </c:pt>
                <c:pt idx="1466">
                  <c:v>2.0824799999999999</c:v>
                </c:pt>
                <c:pt idx="1467">
                  <c:v>2.1237400000000002</c:v>
                </c:pt>
                <c:pt idx="1468">
                  <c:v>2.1684199999999998</c:v>
                </c:pt>
                <c:pt idx="1469">
                  <c:v>2.14798</c:v>
                </c:pt>
                <c:pt idx="1470">
                  <c:v>2.2009099999999999</c:v>
                </c:pt>
                <c:pt idx="1471">
                  <c:v>2.16465</c:v>
                </c:pt>
                <c:pt idx="1472">
                  <c:v>2.11042</c:v>
                </c:pt>
                <c:pt idx="1473">
                  <c:v>2.0623399999999998</c:v>
                </c:pt>
                <c:pt idx="1474">
                  <c:v>2.00393</c:v>
                </c:pt>
                <c:pt idx="1475">
                  <c:v>#N/A</c:v>
                </c:pt>
                <c:pt idx="1476">
                  <c:v>2.1522700000000001</c:v>
                </c:pt>
                <c:pt idx="1477">
                  <c:v>2.2342</c:v>
                </c:pt>
                <c:pt idx="1478">
                  <c:v>2.1204499999999999</c:v>
                </c:pt>
                <c:pt idx="1479">
                  <c:v>2.1081300000000001</c:v>
                </c:pt>
                <c:pt idx="1480">
                  <c:v>2.0442300000000002</c:v>
                </c:pt>
                <c:pt idx="1481">
                  <c:v>1.97431</c:v>
                </c:pt>
                <c:pt idx="1482">
                  <c:v>2.0243199999999999</c:v>
                </c:pt>
                <c:pt idx="1483">
                  <c:v>2.1126</c:v>
                </c:pt>
                <c:pt idx="1484">
                  <c:v>2.1366999999999998</c:v>
                </c:pt>
                <c:pt idx="1485">
                  <c:v>2.09734</c:v>
                </c:pt>
                <c:pt idx="1486">
                  <c:v>2.0669200000000001</c:v>
                </c:pt>
                <c:pt idx="1487">
                  <c:v>2.0534599999999998</c:v>
                </c:pt>
                <c:pt idx="1488">
                  <c:v>2.0672799999999998</c:v>
                </c:pt>
                <c:pt idx="1489">
                  <c:v>2.1551499999999999</c:v>
                </c:pt>
                <c:pt idx="1490">
                  <c:v>2.2787299999999999</c:v>
                </c:pt>
                <c:pt idx="1491">
                  <c:v>2.1463999999999999</c:v>
                </c:pt>
                <c:pt idx="1492">
                  <c:v>2.0374500000000002</c:v>
                </c:pt>
                <c:pt idx="1493">
                  <c:v>2.1115300000000001</c:v>
                </c:pt>
                <c:pt idx="1494">
                  <c:v>2.1240899999999998</c:v>
                </c:pt>
                <c:pt idx="1495">
                  <c:v>2.0803600000000002</c:v>
                </c:pt>
                <c:pt idx="1496">
                  <c:v>#N/A</c:v>
                </c:pt>
                <c:pt idx="1497">
                  <c:v>2.0104099999999998</c:v>
                </c:pt>
                <c:pt idx="1498">
                  <c:v>2.0274200000000002</c:v>
                </c:pt>
                <c:pt idx="1499">
                  <c:v>2.0288200000000001</c:v>
                </c:pt>
                <c:pt idx="1500">
                  <c:v>1.9821299999999999</c:v>
                </c:pt>
                <c:pt idx="1501">
                  <c:v>#N/A</c:v>
                </c:pt>
                <c:pt idx="1502">
                  <c:v>1.9082399999999999</c:v>
                </c:pt>
                <c:pt idx="1503">
                  <c:v>1.89547</c:v>
                </c:pt>
                <c:pt idx="1504">
                  <c:v>1.8851500000000001</c:v>
                </c:pt>
                <c:pt idx="1505">
                  <c:v>1.9351100000000001</c:v>
                </c:pt>
                <c:pt idx="1506">
                  <c:v>1.89934</c:v>
                </c:pt>
                <c:pt idx="1507">
                  <c:v>1.8572500000000001</c:v>
                </c:pt>
                <c:pt idx="1508">
                  <c:v>1.98678</c:v>
                </c:pt>
                <c:pt idx="1509">
                  <c:v>1.9611499999999999</c:v>
                </c:pt>
                <c:pt idx="1510">
                  <c:v>2.0926399999999998</c:v>
                </c:pt>
                <c:pt idx="1511">
                  <c:v>2.1441699999999999</c:v>
                </c:pt>
                <c:pt idx="1512">
                  <c:v>#N/A</c:v>
                </c:pt>
                <c:pt idx="1513">
                  <c:v>2.1100300000000001</c:v>
                </c:pt>
                <c:pt idx="1514">
                  <c:v>2.2066699999999999</c:v>
                </c:pt>
                <c:pt idx="1515">
                  <c:v>2.3014700000000001</c:v>
                </c:pt>
                <c:pt idx="1516">
                  <c:v>2.3220999999999998</c:v>
                </c:pt>
                <c:pt idx="1517">
                  <c:v>2.2427199999999998</c:v>
                </c:pt>
                <c:pt idx="1518">
                  <c:v>2.1938200000000001</c:v>
                </c:pt>
                <c:pt idx="1519">
                  <c:v>2.3281999999999998</c:v>
                </c:pt>
                <c:pt idx="1520">
                  <c:v>2.33405</c:v>
                </c:pt>
                <c:pt idx="1521">
                  <c:v>2.4070299999999998</c:v>
                </c:pt>
                <c:pt idx="1522">
                  <c:v>2.36694</c:v>
                </c:pt>
                <c:pt idx="1523">
                  <c:v>2.4291900000000002</c:v>
                </c:pt>
                <c:pt idx="1524">
                  <c:v>2.39486</c:v>
                </c:pt>
                <c:pt idx="1525">
                  <c:v>2.6032700000000002</c:v>
                </c:pt>
                <c:pt idx="1526">
                  <c:v>2.7077599999999999</c:v>
                </c:pt>
                <c:pt idx="1527">
                  <c:v>2.65639</c:v>
                </c:pt>
                <c:pt idx="1528">
                  <c:v>2.5150000000000001</c:v>
                </c:pt>
                <c:pt idx="1529">
                  <c:v>2.3835099999999998</c:v>
                </c:pt>
                <c:pt idx="1530">
                  <c:v>2.2535799999999999</c:v>
                </c:pt>
                <c:pt idx="1531">
                  <c:v>2.2907999999999999</c:v>
                </c:pt>
                <c:pt idx="1532">
                  <c:v>#N/A</c:v>
                </c:pt>
                <c:pt idx="1533">
                  <c:v>2.2789199999999998</c:v>
                </c:pt>
                <c:pt idx="1534">
                  <c:v>2.2501899999999999</c:v>
                </c:pt>
                <c:pt idx="1535">
                  <c:v>2.1915399999999998</c:v>
                </c:pt>
                <c:pt idx="1536">
                  <c:v>2.24065</c:v>
                </c:pt>
                <c:pt idx="1537">
                  <c:v>2.2194400000000001</c:v>
                </c:pt>
                <c:pt idx="1538">
                  <c:v>2.3994200000000001</c:v>
                </c:pt>
                <c:pt idx="1539">
                  <c:v>2.2420399999999998</c:v>
                </c:pt>
                <c:pt idx="1540">
                  <c:v>2.2019799999999998</c:v>
                </c:pt>
                <c:pt idx="1541">
                  <c:v>2.1099700000000001</c:v>
                </c:pt>
                <c:pt idx="1542">
                  <c:v>1.9964599999999999</c:v>
                </c:pt>
                <c:pt idx="1543">
                  <c:v>2.0152000000000001</c:v>
                </c:pt>
                <c:pt idx="1544">
                  <c:v>2.0819200000000002</c:v>
                </c:pt>
                <c:pt idx="1545">
                  <c:v>2.0464500000000001</c:v>
                </c:pt>
                <c:pt idx="1546">
                  <c:v>1.9067400000000001</c:v>
                </c:pt>
                <c:pt idx="1547">
                  <c:v>1.87294</c:v>
                </c:pt>
                <c:pt idx="1548">
                  <c:v>1.8553200000000001</c:v>
                </c:pt>
                <c:pt idx="1549">
                  <c:v>1.8567800000000001</c:v>
                </c:pt>
                <c:pt idx="1550">
                  <c:v>1.85432</c:v>
                </c:pt>
                <c:pt idx="1551">
                  <c:v>1.88053</c:v>
                </c:pt>
                <c:pt idx="1552">
                  <c:v>1.9269000000000001</c:v>
                </c:pt>
                <c:pt idx="1553">
                  <c:v>1.94506</c:v>
                </c:pt>
                <c:pt idx="1554">
                  <c:v>1.91936</c:v>
                </c:pt>
                <c:pt idx="1555">
                  <c:v>1.9200299999999999</c:v>
                </c:pt>
                <c:pt idx="1556">
                  <c:v>1.92462</c:v>
                </c:pt>
                <c:pt idx="1557">
                  <c:v>1.9476100000000001</c:v>
                </c:pt>
                <c:pt idx="1558">
                  <c:v>1.88747</c:v>
                </c:pt>
                <c:pt idx="1559">
                  <c:v>1.80884</c:v>
                </c:pt>
                <c:pt idx="1560">
                  <c:v>1.8122400000000001</c:v>
                </c:pt>
                <c:pt idx="1561">
                  <c:v>1.7861899999999999</c:v>
                </c:pt>
                <c:pt idx="1562">
                  <c:v>1.7454499999999999</c:v>
                </c:pt>
                <c:pt idx="1563">
                  <c:v>1.7239800000000001</c:v>
                </c:pt>
                <c:pt idx="1564">
                  <c:v>1.726</c:v>
                </c:pt>
                <c:pt idx="1565">
                  <c:v>1.70892</c:v>
                </c:pt>
                <c:pt idx="1566">
                  <c:v>#N/A</c:v>
                </c:pt>
                <c:pt idx="1567">
                  <c:v>1.57565</c:v>
                </c:pt>
                <c:pt idx="1568">
                  <c:v>1.5920000000000001</c:v>
                </c:pt>
                <c:pt idx="1569">
                  <c:v>1.7065900000000001</c:v>
                </c:pt>
                <c:pt idx="1570">
                  <c:v>1.66056</c:v>
                </c:pt>
                <c:pt idx="1571">
                  <c:v>1.6676899999999999</c:v>
                </c:pt>
                <c:pt idx="1572">
                  <c:v>1.7407300000000001</c:v>
                </c:pt>
                <c:pt idx="1573">
                  <c:v>1.7319199999999999</c:v>
                </c:pt>
                <c:pt idx="1574">
                  <c:v>1.6655500000000001</c:v>
                </c:pt>
                <c:pt idx="1575">
                  <c:v>1.62449</c:v>
                </c:pt>
                <c:pt idx="1576">
                  <c:v>1.7327600000000001</c:v>
                </c:pt>
                <c:pt idx="1577">
                  <c:v>1.7251399999999999</c:v>
                </c:pt>
                <c:pt idx="1578">
                  <c:v>1.7325900000000001</c:v>
                </c:pt>
                <c:pt idx="1579">
                  <c:v>1.7872600000000001</c:v>
                </c:pt>
                <c:pt idx="1580">
                  <c:v>1.7506600000000001</c:v>
                </c:pt>
                <c:pt idx="1581">
                  <c:v>1.69784</c:v>
                </c:pt>
                <c:pt idx="1582">
                  <c:v>1.69537</c:v>
                </c:pt>
                <c:pt idx="1583">
                  <c:v>1.88035</c:v>
                </c:pt>
                <c:pt idx="1584">
                  <c:v>1.8026199999999999</c:v>
                </c:pt>
                <c:pt idx="1585">
                  <c:v>1.8709199999999999</c:v>
                </c:pt>
                <c:pt idx="1586">
                  <c:v>1.9219299999999999</c:v>
                </c:pt>
                <c:pt idx="1587">
                  <c:v>1.85887</c:v>
                </c:pt>
                <c:pt idx="1588">
                  <c:v>2.0147599999999999</c:v>
                </c:pt>
                <c:pt idx="1589">
                  <c:v>2.19638</c:v>
                </c:pt>
                <c:pt idx="1590">
                  <c:v>2.5282800000000001</c:v>
                </c:pt>
                <c:pt idx="1591">
                  <c:v>2.4737399999999998</c:v>
                </c:pt>
                <c:pt idx="1592">
                  <c:v>2.1469200000000002</c:v>
                </c:pt>
                <c:pt idx="1593">
                  <c:v>2.1076700000000002</c:v>
                </c:pt>
                <c:pt idx="1594">
                  <c:v>2.0242800000000001</c:v>
                </c:pt>
                <c:pt idx="1595">
                  <c:v>2.0364200000000001</c:v>
                </c:pt>
                <c:pt idx="1596">
                  <c:v>2.1870099999999999</c:v>
                </c:pt>
                <c:pt idx="1597">
                  <c:v>2.1780400000000002</c:v>
                </c:pt>
                <c:pt idx="1598">
                  <c:v>2.3434599999999999</c:v>
                </c:pt>
                <c:pt idx="1599">
                  <c:v>2.4281600000000001</c:v>
                </c:pt>
                <c:pt idx="1600">
                  <c:v>2.6160700000000001</c:v>
                </c:pt>
                <c:pt idx="1601">
                  <c:v>2.61571</c:v>
                </c:pt>
                <c:pt idx="1602">
                  <c:v>2.5056400000000001</c:v>
                </c:pt>
                <c:pt idx="1603">
                  <c:v>2.60162</c:v>
                </c:pt>
                <c:pt idx="1604">
                  <c:v>2.4807199999999998</c:v>
                </c:pt>
                <c:pt idx="1605">
                  <c:v>2.3434300000000001</c:v>
                </c:pt>
                <c:pt idx="1606">
                  <c:v>2.4136500000000001</c:v>
                </c:pt>
                <c:pt idx="1607">
                  <c:v>#N/A</c:v>
                </c:pt>
                <c:pt idx="1608">
                  <c:v>2.3370199999999999</c:v>
                </c:pt>
                <c:pt idx="1609">
                  <c:v>2.2526700000000002</c:v>
                </c:pt>
                <c:pt idx="1610">
                  <c:v>2.1659799999999998</c:v>
                </c:pt>
                <c:pt idx="1611">
                  <c:v>2.38191</c:v>
                </c:pt>
                <c:pt idx="1612">
                  <c:v>2.3619599999999998</c:v>
                </c:pt>
                <c:pt idx="1613">
                  <c:v>2.42374</c:v>
                </c:pt>
                <c:pt idx="1614">
                  <c:v>2.3664000000000001</c:v>
                </c:pt>
                <c:pt idx="1615">
                  <c:v>2.20479</c:v>
                </c:pt>
                <c:pt idx="1616">
                  <c:v>2.3150599999999999</c:v>
                </c:pt>
                <c:pt idx="1617">
                  <c:v>2.2219199999999999</c:v>
                </c:pt>
                <c:pt idx="1618">
                  <c:v>2.1015299999999999</c:v>
                </c:pt>
                <c:pt idx="1619">
                  <c:v>2.09545</c:v>
                </c:pt>
                <c:pt idx="1620">
                  <c:v>2.17334</c:v>
                </c:pt>
                <c:pt idx="1621">
                  <c:v>2.1208200000000001</c:v>
                </c:pt>
                <c:pt idx="1622">
                  <c:v>2.09531</c:v>
                </c:pt>
                <c:pt idx="1623">
                  <c:v>2.1615600000000001</c:v>
                </c:pt>
                <c:pt idx="1624">
                  <c:v>2.1719900000000001</c:v>
                </c:pt>
                <c:pt idx="1625">
                  <c:v>2.1693899999999999</c:v>
                </c:pt>
                <c:pt idx="1626">
                  <c:v>2.1862300000000001</c:v>
                </c:pt>
                <c:pt idx="1627">
                  <c:v>2.1721599999999999</c:v>
                </c:pt>
                <c:pt idx="1628">
                  <c:v>2.2974600000000001</c:v>
                </c:pt>
                <c:pt idx="1629">
                  <c:v>2.29311</c:v>
                </c:pt>
                <c:pt idx="1630">
                  <c:v>2.3142100000000001</c:v>
                </c:pt>
                <c:pt idx="1631">
                  <c:v>2.2815300000000001</c:v>
                </c:pt>
                <c:pt idx="1632">
                  <c:v>#N/A</c:v>
                </c:pt>
                <c:pt idx="1633">
                  <c:v>2.2761399999999998</c:v>
                </c:pt>
                <c:pt idx="1634">
                  <c:v>2.1938200000000001</c:v>
                </c:pt>
                <c:pt idx="1635">
                  <c:v>2.1590400000000001</c:v>
                </c:pt>
                <c:pt idx="1636">
                  <c:v>2.0564499999999999</c:v>
                </c:pt>
                <c:pt idx="1637">
                  <c:v>2.0487600000000001</c:v>
                </c:pt>
                <c:pt idx="1638">
                  <c:v>1.9117200000000001</c:v>
                </c:pt>
                <c:pt idx="1639">
                  <c:v>1.9052500000000001</c:v>
                </c:pt>
                <c:pt idx="1640">
                  <c:v>1.9521900000000001</c:v>
                </c:pt>
                <c:pt idx="1641">
                  <c:v>1.99597</c:v>
                </c:pt>
                <c:pt idx="1642">
                  <c:v>1.9607399999999999</c:v>
                </c:pt>
                <c:pt idx="1643">
                  <c:v>1.97061</c:v>
                </c:pt>
                <c:pt idx="1644">
                  <c:v>2.02339</c:v>
                </c:pt>
                <c:pt idx="1645">
                  <c:v>1.91662</c:v>
                </c:pt>
                <c:pt idx="1646">
                  <c:v>1.81416</c:v>
                </c:pt>
                <c:pt idx="1647">
                  <c:v>1.6974199999999999</c:v>
                </c:pt>
                <c:pt idx="1648">
                  <c:v>1.6921999999999999</c:v>
                </c:pt>
                <c:pt idx="1649">
                  <c:v>1.7549300000000001</c:v>
                </c:pt>
                <c:pt idx="1650">
                  <c:v>1.7556400000000001</c:v>
                </c:pt>
                <c:pt idx="1651">
                  <c:v>1.8256699999999999</c:v>
                </c:pt>
                <c:pt idx="1652">
                  <c:v>1.7301299999999999</c:v>
                </c:pt>
                <c:pt idx="1653">
                  <c:v>1.7476</c:v>
                </c:pt>
                <c:pt idx="1654">
                  <c:v>1.6733100000000001</c:v>
                </c:pt>
                <c:pt idx="1655">
                  <c:v>1.70082</c:v>
                </c:pt>
                <c:pt idx="1656">
                  <c:v>1.7378100000000001</c:v>
                </c:pt>
                <c:pt idx="1657">
                  <c:v>1.53776</c:v>
                </c:pt>
                <c:pt idx="1658">
                  <c:v>1.5589999999999999</c:v>
                </c:pt>
                <c:pt idx="1659">
                  <c:v>1.5091300000000001</c:v>
                </c:pt>
                <c:pt idx="1660">
                  <c:v>1.5185299999999999</c:v>
                </c:pt>
                <c:pt idx="1661">
                  <c:v>1.62748</c:v>
                </c:pt>
                <c:pt idx="1662">
                  <c:v>1.69506</c:v>
                </c:pt>
                <c:pt idx="1663">
                  <c:v>1.4969300000000001</c:v>
                </c:pt>
                <c:pt idx="1664">
                  <c:v>1.4237299999999999</c:v>
                </c:pt>
                <c:pt idx="1665">
                  <c:v>1.49719</c:v>
                </c:pt>
                <c:pt idx="1666">
                  <c:v>1.5341499999999999</c:v>
                </c:pt>
                <c:pt idx="1667">
                  <c:v>1.53599</c:v>
                </c:pt>
                <c:pt idx="1668">
                  <c:v>1.70791</c:v>
                </c:pt>
                <c:pt idx="1669">
                  <c:v>1.7314000000000001</c:v>
                </c:pt>
                <c:pt idx="1670">
                  <c:v>1.8141700000000001</c:v>
                </c:pt>
                <c:pt idx="1671">
                  <c:v>1.7786599999999999</c:v>
                </c:pt>
                <c:pt idx="1672">
                  <c:v>1.93381</c:v>
                </c:pt>
                <c:pt idx="1673">
                  <c:v>1.97217</c:v>
                </c:pt>
                <c:pt idx="1674">
                  <c:v>1.87571</c:v>
                </c:pt>
                <c:pt idx="1675">
                  <c:v>1.7569699999999999</c:v>
                </c:pt>
                <c:pt idx="1676">
                  <c:v>1.72458</c:v>
                </c:pt>
                <c:pt idx="1677">
                  <c:v>#N/A</c:v>
                </c:pt>
                <c:pt idx="1678">
                  <c:v>1.8441799999999999</c:v>
                </c:pt>
                <c:pt idx="1679">
                  <c:v>1.8964000000000001</c:v>
                </c:pt>
                <c:pt idx="1680">
                  <c:v>1.8082100000000001</c:v>
                </c:pt>
                <c:pt idx="1681">
                  <c:v>1.7116499999999999</c:v>
                </c:pt>
                <c:pt idx="1682">
                  <c:v>1.77092</c:v>
                </c:pt>
                <c:pt idx="1683">
                  <c:v>1.7691300000000001</c:v>
                </c:pt>
                <c:pt idx="1684">
                  <c:v>1.6613199999999999</c:v>
                </c:pt>
                <c:pt idx="1685">
                  <c:v>1.6161000000000001</c:v>
                </c:pt>
                <c:pt idx="1686">
                  <c:v>1.6387</c:v>
                </c:pt>
                <c:pt idx="1687">
                  <c:v>1.73875</c:v>
                </c:pt>
                <c:pt idx="1688">
                  <c:v>1.8608100000000001</c:v>
                </c:pt>
                <c:pt idx="1689">
                  <c:v>1.8102</c:v>
                </c:pt>
                <c:pt idx="1690">
                  <c:v>1.81972</c:v>
                </c:pt>
                <c:pt idx="1691">
                  <c:v>1.73742</c:v>
                </c:pt>
                <c:pt idx="1692">
                  <c:v>1.7486299999999999</c:v>
                </c:pt>
                <c:pt idx="1693">
                  <c:v>1.77972</c:v>
                </c:pt>
                <c:pt idx="1694">
                  <c:v>1.6832400000000001</c:v>
                </c:pt>
                <c:pt idx="1695">
                  <c:v>1.68662</c:v>
                </c:pt>
                <c:pt idx="1696">
                  <c:v>1.65683</c:v>
                </c:pt>
                <c:pt idx="1697">
                  <c:v>1.6935800000000001</c:v>
                </c:pt>
                <c:pt idx="1698">
                  <c:v>1.72786</c:v>
                </c:pt>
                <c:pt idx="1699">
                  <c:v>1.7665200000000001</c:v>
                </c:pt>
                <c:pt idx="1700">
                  <c:v>1.7475400000000001</c:v>
                </c:pt>
                <c:pt idx="1701">
                  <c:v>1.71224</c:v>
                </c:pt>
                <c:pt idx="1702">
                  <c:v>#N/A</c:v>
                </c:pt>
                <c:pt idx="1703">
                  <c:v>1.5781099999999999</c:v>
                </c:pt>
                <c:pt idx="1704">
                  <c:v>1.56795</c:v>
                </c:pt>
                <c:pt idx="1705">
                  <c:v>1.5146500000000001</c:v>
                </c:pt>
                <c:pt idx="1706">
                  <c:v>1.5105200000000001</c:v>
                </c:pt>
                <c:pt idx="1707">
                  <c:v>1.60534</c:v>
                </c:pt>
                <c:pt idx="1708">
                  <c:v>1.64656</c:v>
                </c:pt>
                <c:pt idx="1709">
                  <c:v>1.6213</c:v>
                </c:pt>
                <c:pt idx="1710">
                  <c:v>1.6369</c:v>
                </c:pt>
                <c:pt idx="1711">
                  <c:v>1.51153</c:v>
                </c:pt>
                <c:pt idx="1712">
                  <c:v>1.4495400000000001</c:v>
                </c:pt>
                <c:pt idx="1713">
                  <c:v>1.4369700000000001</c:v>
                </c:pt>
                <c:pt idx="1714">
                  <c:v>1.3595699999999999</c:v>
                </c:pt>
                <c:pt idx="1715">
                  <c:v>1.35758</c:v>
                </c:pt>
                <c:pt idx="1716">
                  <c:v>1.3802700000000001</c:v>
                </c:pt>
                <c:pt idx="1717">
                  <c:v>1.32159</c:v>
                </c:pt>
                <c:pt idx="1718">
                  <c:v>1.36277</c:v>
                </c:pt>
                <c:pt idx="1719">
                  <c:v>1.34996</c:v>
                </c:pt>
                <c:pt idx="1720">
                  <c:v>1.3660600000000001</c:v>
                </c:pt>
                <c:pt idx="1721">
                  <c:v>1.3523000000000001</c:v>
                </c:pt>
                <c:pt idx="1722">
                  <c:v>1.4723200000000001</c:v>
                </c:pt>
                <c:pt idx="1723">
                  <c:v>1.43428</c:v>
                </c:pt>
                <c:pt idx="1724">
                  <c:v>1.46608</c:v>
                </c:pt>
                <c:pt idx="1725">
                  <c:v>#N/A</c:v>
                </c:pt>
                <c:pt idx="1726">
                  <c:v>1.51312</c:v>
                </c:pt>
                <c:pt idx="1727">
                  <c:v>1.44686</c:v>
                </c:pt>
                <c:pt idx="1728">
                  <c:v>1.6823600000000001</c:v>
                </c:pt>
                <c:pt idx="1729">
                  <c:v>1.5774600000000001</c:v>
                </c:pt>
                <c:pt idx="1730">
                  <c:v>1.57125</c:v>
                </c:pt>
                <c:pt idx="1731">
                  <c:v>1.58569</c:v>
                </c:pt>
                <c:pt idx="1732">
                  <c:v>1.62998</c:v>
                </c:pt>
                <c:pt idx="1733">
                  <c:v>1.6842900000000001</c:v>
                </c:pt>
                <c:pt idx="1734">
                  <c:v>1.52878</c:v>
                </c:pt>
                <c:pt idx="1735">
                  <c:v>#N/A</c:v>
                </c:pt>
                <c:pt idx="1736">
                  <c:v>1.52878</c:v>
                </c:pt>
                <c:pt idx="1737">
                  <c:v>1.6879299999999999</c:v>
                </c:pt>
                <c:pt idx="1738">
                  <c:v>1.8049500000000001</c:v>
                </c:pt>
                <c:pt idx="1739">
                  <c:v>1.6556299999999999</c:v>
                </c:pt>
                <c:pt idx="1740">
                  <c:v>1.6102700000000001</c:v>
                </c:pt>
                <c:pt idx="1741">
                  <c:v>1.5630900000000001</c:v>
                </c:pt>
                <c:pt idx="1742">
                  <c:v>1.5819399999999999</c:v>
                </c:pt>
                <c:pt idx="1743">
                  <c:v>1.48038</c:v>
                </c:pt>
                <c:pt idx="1744">
                  <c:v>1.5023599999999999</c:v>
                </c:pt>
                <c:pt idx="1745">
                  <c:v>1.4803299999999999</c:v>
                </c:pt>
                <c:pt idx="1746">
                  <c:v>1.4480900000000001</c:v>
                </c:pt>
                <c:pt idx="1747">
                  <c:v>1.5376099999999999</c:v>
                </c:pt>
                <c:pt idx="1748">
                  <c:v>1.4845699999999999</c:v>
                </c:pt>
                <c:pt idx="1749">
                  <c:v>1.55393</c:v>
                </c:pt>
                <c:pt idx="1750">
                  <c:v>1.6452800000000001</c:v>
                </c:pt>
                <c:pt idx="1751">
                  <c:v>1.8008</c:v>
                </c:pt>
                <c:pt idx="1752">
                  <c:v>1.70004</c:v>
                </c:pt>
                <c:pt idx="1753">
                  <c:v>1.7177500000000001</c:v>
                </c:pt>
                <c:pt idx="1754">
                  <c:v>1.6742900000000001</c:v>
                </c:pt>
                <c:pt idx="1755">
                  <c:v>1.6493100000000001</c:v>
                </c:pt>
                <c:pt idx="1756">
                  <c:v>#N/A</c:v>
                </c:pt>
                <c:pt idx="1757">
                  <c:v>1.6288</c:v>
                </c:pt>
                <c:pt idx="1758">
                  <c:v>1.61435</c:v>
                </c:pt>
                <c:pt idx="1759">
                  <c:v>1.66354</c:v>
                </c:pt>
                <c:pt idx="1760">
                  <c:v>1.62409</c:v>
                </c:pt>
                <c:pt idx="1761">
                  <c:v>1.7195800000000001</c:v>
                </c:pt>
                <c:pt idx="1762">
                  <c:v>1.63208</c:v>
                </c:pt>
                <c:pt idx="1763">
                  <c:v>1.4149499999999999</c:v>
                </c:pt>
                <c:pt idx="1764">
                  <c:v>1.3713599999999999</c:v>
                </c:pt>
                <c:pt idx="1765">
                  <c:v>1.41466</c:v>
                </c:pt>
                <c:pt idx="1766">
                  <c:v>1.47106</c:v>
                </c:pt>
                <c:pt idx="1767">
                  <c:v>1.51555</c:v>
                </c:pt>
                <c:pt idx="1768">
                  <c:v>1.43512</c:v>
                </c:pt>
                <c:pt idx="1769">
                  <c:v>1.38341</c:v>
                </c:pt>
                <c:pt idx="1770">
                  <c:v>1.43083</c:v>
                </c:pt>
                <c:pt idx="1771">
                  <c:v>1.42309</c:v>
                </c:pt>
                <c:pt idx="1772">
                  <c:v>#N/A</c:v>
                </c:pt>
                <c:pt idx="1773">
                  <c:v>1.40185</c:v>
                </c:pt>
                <c:pt idx="1774">
                  <c:v>1.4821500000000001</c:v>
                </c:pt>
                <c:pt idx="1775">
                  <c:v>1.47312</c:v>
                </c:pt>
                <c:pt idx="1776">
                  <c:v>1.47078</c:v>
                </c:pt>
                <c:pt idx="1777">
                  <c:v>1.41774</c:v>
                </c:pt>
                <c:pt idx="1778">
                  <c:v>1.51586</c:v>
                </c:pt>
                <c:pt idx="1779">
                  <c:v>1.4152100000000001</c:v>
                </c:pt>
                <c:pt idx="1780">
                  <c:v>1.4561900000000001</c:v>
                </c:pt>
                <c:pt idx="1781">
                  <c:v>1.5656300000000001</c:v>
                </c:pt>
                <c:pt idx="1782">
                  <c:v>1.49949</c:v>
                </c:pt>
                <c:pt idx="1783">
                  <c:v>1.40551</c:v>
                </c:pt>
                <c:pt idx="1784">
                  <c:v>1.3565799999999999</c:v>
                </c:pt>
                <c:pt idx="1785">
                  <c:v>1.4008799999999999</c:v>
                </c:pt>
                <c:pt idx="1786">
                  <c:v>1.34819</c:v>
                </c:pt>
                <c:pt idx="1787">
                  <c:v>1.4035200000000001</c:v>
                </c:pt>
                <c:pt idx="1788">
                  <c:v>1.3871</c:v>
                </c:pt>
                <c:pt idx="1789">
                  <c:v>1.46916</c:v>
                </c:pt>
                <c:pt idx="1790">
                  <c:v>1.50996</c:v>
                </c:pt>
                <c:pt idx="1791">
                  <c:v>1.54436</c:v>
                </c:pt>
                <c:pt idx="1792">
                  <c:v>1.5721700000000001</c:v>
                </c:pt>
                <c:pt idx="1793">
                  <c:v>1.60686</c:v>
                </c:pt>
                <c:pt idx="1794">
                  <c:v>1.53067</c:v>
                </c:pt>
                <c:pt idx="1795">
                  <c:v>1.5126299999999999</c:v>
                </c:pt>
                <c:pt idx="1796">
                  <c:v>1.5032399999999999</c:v>
                </c:pt>
                <c:pt idx="1797">
                  <c:v>#N/A</c:v>
                </c:pt>
                <c:pt idx="1798">
                  <c:v>1.60581</c:v>
                </c:pt>
                <c:pt idx="1799">
                  <c:v>1.6179399999999999</c:v>
                </c:pt>
                <c:pt idx="1800">
                  <c:v>1.6472599999999999</c:v>
                </c:pt>
                <c:pt idx="1801">
                  <c:v>1.6630100000000001</c:v>
                </c:pt>
                <c:pt idx="1802">
                  <c:v>1.60097</c:v>
                </c:pt>
                <c:pt idx="1803">
                  <c:v>1.5932299999999999</c:v>
                </c:pt>
                <c:pt idx="1804">
                  <c:v>1.5460700000000001</c:v>
                </c:pt>
                <c:pt idx="1805">
                  <c:v>1.4427000000000001</c:v>
                </c:pt>
                <c:pt idx="1806">
                  <c:v>1.50911</c:v>
                </c:pt>
                <c:pt idx="1807">
                  <c:v>1.498</c:v>
                </c:pt>
                <c:pt idx="1808">
                  <c:v>1.4292800000000001</c:v>
                </c:pt>
                <c:pt idx="1809">
                  <c:v>1.46522</c:v>
                </c:pt>
                <c:pt idx="1810">
                  <c:v>1.56911</c:v>
                </c:pt>
                <c:pt idx="1811">
                  <c:v>1.4917199999999999</c:v>
                </c:pt>
                <c:pt idx="1812">
                  <c:v>1.5495099999999999</c:v>
                </c:pt>
                <c:pt idx="1813">
                  <c:v>1.5848599999999999</c:v>
                </c:pt>
                <c:pt idx="1814">
                  <c:v>1.6812800000000001</c:v>
                </c:pt>
                <c:pt idx="1815">
                  <c:v>1.64022</c:v>
                </c:pt>
                <c:pt idx="1816">
                  <c:v>1.61602</c:v>
                </c:pt>
                <c:pt idx="1817">
                  <c:v>1.6041000000000001</c:v>
                </c:pt>
                <c:pt idx="1818">
                  <c:v>1.6364399999999999</c:v>
                </c:pt>
                <c:pt idx="1819">
                  <c:v>1.60206</c:v>
                </c:pt>
                <c:pt idx="1820">
                  <c:v>1.5576700000000001</c:v>
                </c:pt>
                <c:pt idx="1821">
                  <c:v>1.5220899999999999</c:v>
                </c:pt>
                <c:pt idx="1822">
                  <c:v>1.5183199999999999</c:v>
                </c:pt>
                <c:pt idx="1823">
                  <c:v>1.5587599999999999</c:v>
                </c:pt>
                <c:pt idx="1824">
                  <c:v>1.53498</c:v>
                </c:pt>
                <c:pt idx="1825">
                  <c:v>1.53389</c:v>
                </c:pt>
                <c:pt idx="1826">
                  <c:v>1.5380499999999999</c:v>
                </c:pt>
                <c:pt idx="1827">
                  <c:v>1.5579099999999999</c:v>
                </c:pt>
                <c:pt idx="1828">
                  <c:v>1.51799</c:v>
                </c:pt>
                <c:pt idx="1829">
                  <c:v>1.47214</c:v>
                </c:pt>
                <c:pt idx="1830">
                  <c:v>1.4696199999999999</c:v>
                </c:pt>
                <c:pt idx="1831">
                  <c:v>1.4577</c:v>
                </c:pt>
                <c:pt idx="1832">
                  <c:v>1.4648099999999999</c:v>
                </c:pt>
                <c:pt idx="1833">
                  <c:v>1.5382199999999999</c:v>
                </c:pt>
                <c:pt idx="1834">
                  <c:v>1.5503199999999999</c:v>
                </c:pt>
                <c:pt idx="1835">
                  <c:v>1.5277400000000001</c:v>
                </c:pt>
                <c:pt idx="1836">
                  <c:v>1.5538400000000001</c:v>
                </c:pt>
                <c:pt idx="1837">
                  <c:v>1.5929</c:v>
                </c:pt>
                <c:pt idx="1838">
                  <c:v>1.59033</c:v>
                </c:pt>
                <c:pt idx="1839">
                  <c:v>1.50336</c:v>
                </c:pt>
                <c:pt idx="1840">
                  <c:v>1.4997799999999999</c:v>
                </c:pt>
                <c:pt idx="1841">
                  <c:v>#N/A</c:v>
                </c:pt>
                <c:pt idx="1842">
                  <c:v>1.5351900000000001</c:v>
                </c:pt>
                <c:pt idx="1843">
                  <c:v>1.53128</c:v>
                </c:pt>
                <c:pt idx="1844">
                  <c:v>1.48543</c:v>
                </c:pt>
                <c:pt idx="1845">
                  <c:v>1.4631799999999999</c:v>
                </c:pt>
                <c:pt idx="1846">
                  <c:v>1.47296</c:v>
                </c:pt>
                <c:pt idx="1847">
                  <c:v>1.4217599999999999</c:v>
                </c:pt>
                <c:pt idx="1848">
                  <c:v>1.4277899999999999</c:v>
                </c:pt>
                <c:pt idx="1849">
                  <c:v>1.4567699999999999</c:v>
                </c:pt>
                <c:pt idx="1850">
                  <c:v>1.46031</c:v>
                </c:pt>
                <c:pt idx="1851">
                  <c:v>1.4533799999999999</c:v>
                </c:pt>
                <c:pt idx="1852">
                  <c:v>1.45384</c:v>
                </c:pt>
                <c:pt idx="1853">
                  <c:v>1.41856</c:v>
                </c:pt>
                <c:pt idx="1854">
                  <c:v>1.46177</c:v>
                </c:pt>
                <c:pt idx="1855">
                  <c:v>1.44922</c:v>
                </c:pt>
                <c:pt idx="1856">
                  <c:v>1.47821</c:v>
                </c:pt>
                <c:pt idx="1857">
                  <c:v>1.51888</c:v>
                </c:pt>
                <c:pt idx="1858">
                  <c:v>1.5442899999999999</c:v>
                </c:pt>
                <c:pt idx="1859">
                  <c:v>1.4972700000000001</c:v>
                </c:pt>
                <c:pt idx="1860">
                  <c:v>1.48706</c:v>
                </c:pt>
                <c:pt idx="1861">
                  <c:v>1.45825</c:v>
                </c:pt>
                <c:pt idx="1862">
                  <c:v>1.4698199999999999</c:v>
                </c:pt>
                <c:pt idx="1863">
                  <c:v>1.48078</c:v>
                </c:pt>
                <c:pt idx="1864">
                  <c:v>1.4735100000000001</c:v>
                </c:pt>
                <c:pt idx="1865">
                  <c:v>1.5368200000000001</c:v>
                </c:pt>
                <c:pt idx="1866">
                  <c:v>1.5350900000000001</c:v>
                </c:pt>
                <c:pt idx="1867">
                  <c:v>#N/A</c:v>
                </c:pt>
                <c:pt idx="1868">
                  <c:v>1.4410799999999999</c:v>
                </c:pt>
                <c:pt idx="1869">
                  <c:v>1.4155899999999999</c:v>
                </c:pt>
                <c:pt idx="1870">
                  <c:v>1.39463</c:v>
                </c:pt>
                <c:pt idx="1871">
                  <c:v>1.4175500000000001</c:v>
                </c:pt>
                <c:pt idx="1872">
                  <c:v>1.44496</c:v>
                </c:pt>
                <c:pt idx="1873">
                  <c:v>1.4484699999999999</c:v>
                </c:pt>
                <c:pt idx="1874">
                  <c:v>1.51712</c:v>
                </c:pt>
                <c:pt idx="1875">
                  <c:v>1.50021</c:v>
                </c:pt>
                <c:pt idx="1876">
                  <c:v>1.5019100000000001</c:v>
                </c:pt>
                <c:pt idx="1877">
                  <c:v>1.51179</c:v>
                </c:pt>
                <c:pt idx="1878">
                  <c:v>1.41029</c:v>
                </c:pt>
                <c:pt idx="1879">
                  <c:v>1.4859199999999999</c:v>
                </c:pt>
                <c:pt idx="1880">
                  <c:v>1.56623</c:v>
                </c:pt>
                <c:pt idx="1881">
                  <c:v>1.5145299999999999</c:v>
                </c:pt>
                <c:pt idx="1882">
                  <c:v>1.4936199999999999</c:v>
                </c:pt>
                <c:pt idx="1883">
                  <c:v>1.4735</c:v>
                </c:pt>
                <c:pt idx="1884">
                  <c:v>1.4139299999999999</c:v>
                </c:pt>
                <c:pt idx="1885">
                  <c:v>1.4896199999999999</c:v>
                </c:pt>
                <c:pt idx="1886">
                  <c:v>1.51807</c:v>
                </c:pt>
                <c:pt idx="1887">
                  <c:v>1.4446000000000001</c:v>
                </c:pt>
                <c:pt idx="1888">
                  <c:v>1.3568199999999999</c:v>
                </c:pt>
                <c:pt idx="1889">
                  <c:v>1.3012300000000001</c:v>
                </c:pt>
                <c:pt idx="1890">
                  <c:v>1.21407</c:v>
                </c:pt>
                <c:pt idx="1891">
                  <c:v>1.1936500000000001</c:v>
                </c:pt>
                <c:pt idx="1892">
                  <c:v>#N/A</c:v>
                </c:pt>
                <c:pt idx="1893">
                  <c:v>1.3165500000000001</c:v>
                </c:pt>
                <c:pt idx="1894">
                  <c:v>1.3491500000000001</c:v>
                </c:pt>
                <c:pt idx="1895">
                  <c:v>1.3209299999999999</c:v>
                </c:pt>
                <c:pt idx="1896">
                  <c:v>1.4345300000000001</c:v>
                </c:pt>
                <c:pt idx="1897">
                  <c:v>1.5591200000000001</c:v>
                </c:pt>
                <c:pt idx="1898">
                  <c:v>1.5738700000000001</c:v>
                </c:pt>
                <c:pt idx="1899">
                  <c:v>1.57342</c:v>
                </c:pt>
                <c:pt idx="1900">
                  <c:v>1.4871700000000001</c:v>
                </c:pt>
                <c:pt idx="1901">
                  <c:v>1.52007</c:v>
                </c:pt>
                <c:pt idx="1902">
                  <c:v>1.48515</c:v>
                </c:pt>
                <c:pt idx="1903">
                  <c:v>1.5096700000000001</c:v>
                </c:pt>
                <c:pt idx="1904">
                  <c:v>1.44547</c:v>
                </c:pt>
                <c:pt idx="1905">
                  <c:v>1.3946400000000001</c:v>
                </c:pt>
                <c:pt idx="1906">
                  <c:v>1.42319</c:v>
                </c:pt>
                <c:pt idx="1907">
                  <c:v>1.3837900000000001</c:v>
                </c:pt>
                <c:pt idx="1908">
                  <c:v>1.41307</c:v>
                </c:pt>
                <c:pt idx="1909">
                  <c:v>1.3496600000000001</c:v>
                </c:pt>
                <c:pt idx="1910">
                  <c:v>1.3243100000000001</c:v>
                </c:pt>
                <c:pt idx="1911">
                  <c:v>1.3190500000000001</c:v>
                </c:pt>
                <c:pt idx="1912">
                  <c:v>1.23858</c:v>
                </c:pt>
                <c:pt idx="1913">
                  <c:v>1.2705200000000001</c:v>
                </c:pt>
                <c:pt idx="1914">
                  <c:v>1.3112299999999999</c:v>
                </c:pt>
                <c:pt idx="1915">
                  <c:v>1.4729099999999999</c:v>
                </c:pt>
                <c:pt idx="1916">
                  <c:v>1.4581599999999999</c:v>
                </c:pt>
                <c:pt idx="1917">
                  <c:v>1.76979</c:v>
                </c:pt>
                <c:pt idx="1918">
                  <c:v>1.8643400000000001</c:v>
                </c:pt>
                <c:pt idx="1919">
                  <c:v>1.9621200000000001</c:v>
                </c:pt>
                <c:pt idx="1920">
                  <c:v>1.9511499999999999</c:v>
                </c:pt>
                <c:pt idx="1921">
                  <c:v>1.91123</c:v>
                </c:pt>
                <c:pt idx="1922">
                  <c:v>1.8055000000000001</c:v>
                </c:pt>
                <c:pt idx="1923">
                  <c:v>1.85561</c:v>
                </c:pt>
                <c:pt idx="1924">
                  <c:v>1.72021</c:v>
                </c:pt>
                <c:pt idx="1925">
                  <c:v>1.8278300000000001</c:v>
                </c:pt>
                <c:pt idx="1926">
                  <c:v>1.82694</c:v>
                </c:pt>
                <c:pt idx="1927">
                  <c:v>1.79925</c:v>
                </c:pt>
                <c:pt idx="1928">
                  <c:v>1.7807500000000001</c:v>
                </c:pt>
                <c:pt idx="1929">
                  <c:v>1.7076800000000001</c:v>
                </c:pt>
                <c:pt idx="1930">
                  <c:v>1.77542</c:v>
                </c:pt>
                <c:pt idx="1931">
                  <c:v>1.8251299999999999</c:v>
                </c:pt>
                <c:pt idx="1932">
                  <c:v>1.73567</c:v>
                </c:pt>
                <c:pt idx="1933">
                  <c:v>1.7501100000000001</c:v>
                </c:pt>
                <c:pt idx="1934">
                  <c:v>1.6475500000000001</c:v>
                </c:pt>
                <c:pt idx="1935">
                  <c:v>1.7460199999999999</c:v>
                </c:pt>
                <c:pt idx="1936">
                  <c:v>1.8531</c:v>
                </c:pt>
                <c:pt idx="1937">
                  <c:v>#N/A</c:v>
                </c:pt>
                <c:pt idx="1938">
                  <c:v>1.87846</c:v>
                </c:pt>
                <c:pt idx="1939">
                  <c:v>1.8656600000000001</c:v>
                </c:pt>
                <c:pt idx="1940">
                  <c:v>1.9332</c:v>
                </c:pt>
                <c:pt idx="1941">
                  <c:v>2.0540799999999999</c:v>
                </c:pt>
                <c:pt idx="1942">
                  <c:v>2.1104599999999998</c:v>
                </c:pt>
                <c:pt idx="1943">
                  <c:v>2.0609600000000001</c:v>
                </c:pt>
                <c:pt idx="1944">
                  <c:v>2.08616</c:v>
                </c:pt>
                <c:pt idx="1945">
                  <c:v>2.0245700000000002</c:v>
                </c:pt>
                <c:pt idx="1946">
                  <c:v>2.03823</c:v>
                </c:pt>
                <c:pt idx="1947">
                  <c:v>2.2061999999999999</c:v>
                </c:pt>
                <c:pt idx="1948">
                  <c:v>2.1405500000000002</c:v>
                </c:pt>
                <c:pt idx="1949">
                  <c:v>2.2383299999999999</c:v>
                </c:pt>
                <c:pt idx="1950">
                  <c:v>2.5304099999999998</c:v>
                </c:pt>
                <c:pt idx="1951">
                  <c:v>2.4977800000000001</c:v>
                </c:pt>
                <c:pt idx="1952">
                  <c:v>2.5487799999999998</c:v>
                </c:pt>
                <c:pt idx="1953">
                  <c:v>2.3999899999999998</c:v>
                </c:pt>
                <c:pt idx="1954">
                  <c:v>2.4061400000000002</c:v>
                </c:pt>
                <c:pt idx="1955">
                  <c:v>2.3824700000000001</c:v>
                </c:pt>
                <c:pt idx="1956">
                  <c:v>2.4047700000000001</c:v>
                </c:pt>
                <c:pt idx="1957">
                  <c:v>2.5414400000000001</c:v>
                </c:pt>
                <c:pt idx="1958">
                  <c:v>2.5484499999999999</c:v>
                </c:pt>
                <c:pt idx="1959">
                  <c:v>2.4770699999999999</c:v>
                </c:pt>
                <c:pt idx="1960">
                  <c:v>2.3410299999999999</c:v>
                </c:pt>
                <c:pt idx="1961">
                  <c:v>2.2879800000000001</c:v>
                </c:pt>
                <c:pt idx="1962">
                  <c:v>#N/A</c:v>
                </c:pt>
                <c:pt idx="1963">
                  <c:v>2.0603199999999999</c:v>
                </c:pt>
                <c:pt idx="1964">
                  <c:v>1.9126700000000001</c:v>
                </c:pt>
                <c:pt idx="1965">
                  <c:v>1.9841599999999999</c:v>
                </c:pt>
                <c:pt idx="1966">
                  <c:v>1.8886799999999999</c:v>
                </c:pt>
                <c:pt idx="1967">
                  <c:v>1.9560500000000001</c:v>
                </c:pt>
                <c:pt idx="1968">
                  <c:v>1.9577100000000001</c:v>
                </c:pt>
                <c:pt idx="1969">
                  <c:v>1.9811700000000001</c:v>
                </c:pt>
                <c:pt idx="1970">
                  <c:v>2.0042200000000001</c:v>
                </c:pt>
                <c:pt idx="1971">
                  <c:v>1.9598500000000001</c:v>
                </c:pt>
                <c:pt idx="1972">
                  <c:v>1.94716</c:v>
                </c:pt>
                <c:pt idx="1973">
                  <c:v>2.03355</c:v>
                </c:pt>
                <c:pt idx="1974">
                  <c:v>1.9374800000000001</c:v>
                </c:pt>
                <c:pt idx="1975">
                  <c:v>1.70442</c:v>
                </c:pt>
                <c:pt idx="1976">
                  <c:v>1.8043400000000001</c:v>
                </c:pt>
                <c:pt idx="1977">
                  <c:v>1.8821099999999999</c:v>
                </c:pt>
                <c:pt idx="1978">
                  <c:v>1.9591400000000001</c:v>
                </c:pt>
                <c:pt idx="1979">
                  <c:v>1.9389000000000001</c:v>
                </c:pt>
                <c:pt idx="1980">
                  <c:v>1.78728</c:v>
                </c:pt>
                <c:pt idx="1981">
                  <c:v>1.80762</c:v>
                </c:pt>
                <c:pt idx="1982">
                  <c:v>1.8683799999999999</c:v>
                </c:pt>
                <c:pt idx="1983">
                  <c:v>1.80921</c:v>
                </c:pt>
                <c:pt idx="1984">
                  <c:v>1.9647600000000001</c:v>
                </c:pt>
                <c:pt idx="1985">
                  <c:v>1.8668800000000001</c:v>
                </c:pt>
                <c:pt idx="1986">
                  <c:v>#N/A</c:v>
                </c:pt>
                <c:pt idx="1987">
                  <c:v>1.8900399999999999</c:v>
                </c:pt>
                <c:pt idx="1988">
                  <c:v>1.8775500000000001</c:v>
                </c:pt>
                <c:pt idx="1989">
                  <c:v>1.9035</c:v>
                </c:pt>
                <c:pt idx="1990">
                  <c:v>1.99987</c:v>
                </c:pt>
                <c:pt idx="1991">
                  <c:v>1.9749399999999999</c:v>
                </c:pt>
                <c:pt idx="1992">
                  <c:v>2.0510000000000002</c:v>
                </c:pt>
                <c:pt idx="1993">
                  <c:v>2.09354</c:v>
                </c:pt>
                <c:pt idx="1994">
                  <c:v>2.1709999999999998</c:v>
                </c:pt>
                <c:pt idx="1995">
                  <c:v>#N/A</c:v>
                </c:pt>
                <c:pt idx="1996">
                  <c:v>2.1709999999999998</c:v>
                </c:pt>
                <c:pt idx="1997">
                  <c:v>2.1014499999999998</c:v>
                </c:pt>
                <c:pt idx="1998">
                  <c:v>2.0907800000000001</c:v>
                </c:pt>
                <c:pt idx="1999">
                  <c:v>1.9912099999999999</c:v>
                </c:pt>
                <c:pt idx="2000">
                  <c:v>1.8949100000000001</c:v>
                </c:pt>
                <c:pt idx="2001">
                  <c:v>1.9147400000000001</c:v>
                </c:pt>
                <c:pt idx="2002">
                  <c:v>1.8685</c:v>
                </c:pt>
                <c:pt idx="2003">
                  <c:v>1.7972999999999999</c:v>
                </c:pt>
                <c:pt idx="2004">
                  <c:v>1.8666</c:v>
                </c:pt>
                <c:pt idx="2005">
                  <c:v>1.9016900000000001</c:v>
                </c:pt>
                <c:pt idx="2006">
                  <c:v>1.7925199999999999</c:v>
                </c:pt>
                <c:pt idx="2007">
                  <c:v>1.8254600000000001</c:v>
                </c:pt>
                <c:pt idx="2008">
                  <c:v>1.82396</c:v>
                </c:pt>
                <c:pt idx="2009">
                  <c:v>1.8909400000000001</c:v>
                </c:pt>
                <c:pt idx="2010">
                  <c:v>1.8989499999999999</c:v>
                </c:pt>
                <c:pt idx="2011">
                  <c:v>1.972</c:v>
                </c:pt>
                <c:pt idx="2012">
                  <c:v>2.0096799999999999</c:v>
                </c:pt>
                <c:pt idx="2013">
                  <c:v>1.9089799999999999</c:v>
                </c:pt>
                <c:pt idx="2014">
                  <c:v>1.8584499999999999</c:v>
                </c:pt>
                <c:pt idx="2015">
                  <c:v>1.86877</c:v>
                </c:pt>
                <c:pt idx="2016">
                  <c:v>1.78325</c:v>
                </c:pt>
                <c:pt idx="2017">
                  <c:v>#N/A</c:v>
                </c:pt>
                <c:pt idx="2018">
                  <c:v>1.8014300000000001</c:v>
                </c:pt>
                <c:pt idx="2019">
                  <c:v>1.90252</c:v>
                </c:pt>
                <c:pt idx="2020">
                  <c:v>1.9074500000000001</c:v>
                </c:pt>
                <c:pt idx="2021">
                  <c:v>1.9096200000000001</c:v>
                </c:pt>
                <c:pt idx="2022">
                  <c:v>#N/A</c:v>
                </c:pt>
                <c:pt idx="2023">
                  <c:v>1.8410599999999999</c:v>
                </c:pt>
                <c:pt idx="2024">
                  <c:v>1.8444400000000001</c:v>
                </c:pt>
                <c:pt idx="2025">
                  <c:v>1.8680099999999999</c:v>
                </c:pt>
                <c:pt idx="2026">
                  <c:v>1.89893</c:v>
                </c:pt>
                <c:pt idx="2027">
                  <c:v>1.9148400000000001</c:v>
                </c:pt>
                <c:pt idx="2028">
                  <c:v>1.9940899999999999</c:v>
                </c:pt>
                <c:pt idx="2029">
                  <c:v>2.0885600000000002</c:v>
                </c:pt>
                <c:pt idx="2030">
                  <c:v>2.06081</c:v>
                </c:pt>
                <c:pt idx="2031">
                  <c:v>2.13185</c:v>
                </c:pt>
                <c:pt idx="2032">
                  <c:v>#N/A</c:v>
                </c:pt>
                <c:pt idx="2033">
                  <c:v>2.1137800000000002</c:v>
                </c:pt>
                <c:pt idx="2034">
                  <c:v>2.0619999999999998</c:v>
                </c:pt>
                <c:pt idx="2035">
                  <c:v>1.9729699999999999</c:v>
                </c:pt>
                <c:pt idx="2036">
                  <c:v>1.9111100000000001</c:v>
                </c:pt>
                <c:pt idx="2037">
                  <c:v>1.9037999999999999</c:v>
                </c:pt>
                <c:pt idx="2038">
                  <c:v>1.93102</c:v>
                </c:pt>
                <c:pt idx="2039">
                  <c:v>1.9092</c:v>
                </c:pt>
                <c:pt idx="2040">
                  <c:v>1.95496</c:v>
                </c:pt>
                <c:pt idx="2041">
                  <c:v>1.96289</c:v>
                </c:pt>
                <c:pt idx="2042">
                  <c:v>1.99657</c:v>
                </c:pt>
                <c:pt idx="2043">
                  <c:v>2.0022500000000001</c:v>
                </c:pt>
                <c:pt idx="2044">
                  <c:v>1.88916</c:v>
                </c:pt>
                <c:pt idx="2045">
                  <c:v>1.9063699999999999</c:v>
                </c:pt>
                <c:pt idx="2046">
                  <c:v>1.7968500000000001</c:v>
                </c:pt>
                <c:pt idx="2047">
                  <c:v>1.8396399999999999</c:v>
                </c:pt>
                <c:pt idx="2048">
                  <c:v>1.7714000000000001</c:v>
                </c:pt>
                <c:pt idx="2049">
                  <c:v>1.7700499999999999</c:v>
                </c:pt>
                <c:pt idx="2050">
                  <c:v>1.7076199999999999</c:v>
                </c:pt>
                <c:pt idx="2051">
                  <c:v>1.77817</c:v>
                </c:pt>
                <c:pt idx="2052">
                  <c:v>1.7008399999999999</c:v>
                </c:pt>
                <c:pt idx="2053">
                  <c:v>1.7355799999999999</c:v>
                </c:pt>
                <c:pt idx="2054">
                  <c:v>1.7500899999999999</c:v>
                </c:pt>
                <c:pt idx="2055">
                  <c:v>1.7239100000000001</c:v>
                </c:pt>
                <c:pt idx="2056">
                  <c:v>1.6825600000000001</c:v>
                </c:pt>
                <c:pt idx="2057">
                  <c:v>#N/A</c:v>
                </c:pt>
                <c:pt idx="2058">
                  <c:v>1.6793199999999999</c:v>
                </c:pt>
                <c:pt idx="2059">
                  <c:v>1.6834800000000001</c:v>
                </c:pt>
                <c:pt idx="2060">
                  <c:v>1.7578199999999999</c:v>
                </c:pt>
                <c:pt idx="2061">
                  <c:v>1.75989</c:v>
                </c:pt>
                <c:pt idx="2062">
                  <c:v>1.7837000000000001</c:v>
                </c:pt>
                <c:pt idx="2063">
                  <c:v>1.7597</c:v>
                </c:pt>
                <c:pt idx="2064">
                  <c:v>1.70974</c:v>
                </c:pt>
                <c:pt idx="2065">
                  <c:v>1.6432199999999999</c:v>
                </c:pt>
                <c:pt idx="2066">
                  <c:v>1.59439</c:v>
                </c:pt>
                <c:pt idx="2067">
                  <c:v>1.63819</c:v>
                </c:pt>
                <c:pt idx="2068">
                  <c:v>1.7174400000000001</c:v>
                </c:pt>
                <c:pt idx="2069">
                  <c:v>1.6398999999999999</c:v>
                </c:pt>
                <c:pt idx="2070">
                  <c:v>1.56847</c:v>
                </c:pt>
                <c:pt idx="2071">
                  <c:v>1.54661</c:v>
                </c:pt>
                <c:pt idx="2072">
                  <c:v>1.4581999999999999</c:v>
                </c:pt>
                <c:pt idx="2073">
                  <c:v>1.4273100000000001</c:v>
                </c:pt>
                <c:pt idx="2074">
                  <c:v>1.3733500000000001</c:v>
                </c:pt>
                <c:pt idx="2075">
                  <c:v>1.4160699999999999</c:v>
                </c:pt>
                <c:pt idx="2076">
                  <c:v>1.43194</c:v>
                </c:pt>
                <c:pt idx="2077">
                  <c:v>1.3771</c:v>
                </c:pt>
                <c:pt idx="2078">
                  <c:v>1.39598</c:v>
                </c:pt>
                <c:pt idx="2079">
                  <c:v>1.3948400000000001</c:v>
                </c:pt>
                <c:pt idx="2080">
                  <c:v>1.42496</c:v>
                </c:pt>
                <c:pt idx="2081">
                  <c:v>1.4393899999999999</c:v>
                </c:pt>
                <c:pt idx="2082">
                  <c:v>1.4571000000000001</c:v>
                </c:pt>
                <c:pt idx="2083">
                  <c:v>1.48234</c:v>
                </c:pt>
                <c:pt idx="2084">
                  <c:v>1.46424</c:v>
                </c:pt>
                <c:pt idx="2085">
                  <c:v>1.5030300000000001</c:v>
                </c:pt>
                <c:pt idx="2086">
                  <c:v>1.41093</c:v>
                </c:pt>
                <c:pt idx="2087">
                  <c:v>1.4343399999999999</c:v>
                </c:pt>
                <c:pt idx="2088">
                  <c:v>1.3593200000000001</c:v>
                </c:pt>
                <c:pt idx="2089">
                  <c:v>1.42245</c:v>
                </c:pt>
                <c:pt idx="2090">
                  <c:v>1.4915700000000001</c:v>
                </c:pt>
                <c:pt idx="2091">
                  <c:v>#N/A</c:v>
                </c:pt>
                <c:pt idx="2092">
                  <c:v>1.58504</c:v>
                </c:pt>
                <c:pt idx="2093">
                  <c:v>1.5867199999999999</c:v>
                </c:pt>
                <c:pt idx="2094">
                  <c:v>1.5004200000000001</c:v>
                </c:pt>
                <c:pt idx="2095">
                  <c:v>1.43055</c:v>
                </c:pt>
                <c:pt idx="2096">
                  <c:v>1.50678</c:v>
                </c:pt>
                <c:pt idx="2097">
                  <c:v>1.4922299999999999</c:v>
                </c:pt>
                <c:pt idx="2098">
                  <c:v>1.4280900000000001</c:v>
                </c:pt>
                <c:pt idx="2099">
                  <c:v>1.4454400000000001</c:v>
                </c:pt>
                <c:pt idx="2100">
                  <c:v>1.3726100000000001</c:v>
                </c:pt>
                <c:pt idx="2101">
                  <c:v>1.4071100000000001</c:v>
                </c:pt>
                <c:pt idx="2102">
                  <c:v>1.4791300000000001</c:v>
                </c:pt>
                <c:pt idx="2103">
                  <c:v>1.4712400000000001</c:v>
                </c:pt>
                <c:pt idx="2104">
                  <c:v>1.4979499999999999</c:v>
                </c:pt>
                <c:pt idx="2105">
                  <c:v>1.5164200000000001</c:v>
                </c:pt>
                <c:pt idx="2106">
                  <c:v>1.52016</c:v>
                </c:pt>
                <c:pt idx="2107">
                  <c:v>1.5194700000000001</c:v>
                </c:pt>
                <c:pt idx="2108">
                  <c:v>1.48228</c:v>
                </c:pt>
                <c:pt idx="2109">
                  <c:v>1.4717800000000001</c:v>
                </c:pt>
                <c:pt idx="2110">
                  <c:v>1.42763</c:v>
                </c:pt>
                <c:pt idx="2111">
                  <c:v>1.4461900000000001</c:v>
                </c:pt>
                <c:pt idx="2112">
                  <c:v>1.4636400000000001</c:v>
                </c:pt>
                <c:pt idx="2113">
                  <c:v>1.50038</c:v>
                </c:pt>
                <c:pt idx="2114">
                  <c:v>1.5488299999999999</c:v>
                </c:pt>
                <c:pt idx="2115">
                  <c:v>1.5434699999999999</c:v>
                </c:pt>
                <c:pt idx="2116">
                  <c:v>1.6215999999999999</c:v>
                </c:pt>
                <c:pt idx="2117">
                  <c:v>1.6957500000000001</c:v>
                </c:pt>
                <c:pt idx="2118">
                  <c:v>1.75105</c:v>
                </c:pt>
                <c:pt idx="2119">
                  <c:v>1.7741499999999999</c:v>
                </c:pt>
                <c:pt idx="2120">
                  <c:v>1.8915999999999999</c:v>
                </c:pt>
                <c:pt idx="2121">
                  <c:v>1.9045399999999999</c:v>
                </c:pt>
                <c:pt idx="2122">
                  <c:v>1.8913899999999999</c:v>
                </c:pt>
                <c:pt idx="2123">
                  <c:v>1.87812</c:v>
                </c:pt>
                <c:pt idx="2124">
                  <c:v>1.952</c:v>
                </c:pt>
                <c:pt idx="2125">
                  <c:v>1.9293199999999999</c:v>
                </c:pt>
                <c:pt idx="2126">
                  <c:v>1.9402999999999999</c:v>
                </c:pt>
                <c:pt idx="2127">
                  <c:v>#N/A</c:v>
                </c:pt>
                <c:pt idx="2128">
                  <c:v>1.9579599999999999</c:v>
                </c:pt>
                <c:pt idx="2129">
                  <c:v>2.0178799999999999</c:v>
                </c:pt>
                <c:pt idx="2130">
                  <c:v>2.0749300000000002</c:v>
                </c:pt>
                <c:pt idx="2131">
                  <c:v>2.10745</c:v>
                </c:pt>
                <c:pt idx="2132">
                  <c:v>2.0581</c:v>
                </c:pt>
                <c:pt idx="2133">
                  <c:v>1.91116</c:v>
                </c:pt>
                <c:pt idx="2134">
                  <c:v>1.76552</c:v>
                </c:pt>
                <c:pt idx="2135">
                  <c:v>1.7965599999999999</c:v>
                </c:pt>
                <c:pt idx="2136">
                  <c:v>1.76739</c:v>
                </c:pt>
                <c:pt idx="2137">
                  <c:v>1.8247</c:v>
                </c:pt>
                <c:pt idx="2138">
                  <c:v>1.70312</c:v>
                </c:pt>
                <c:pt idx="2139">
                  <c:v>1.64724</c:v>
                </c:pt>
                <c:pt idx="2140">
                  <c:v>1.63652</c:v>
                </c:pt>
                <c:pt idx="2141">
                  <c:v>1.5502400000000001</c:v>
                </c:pt>
                <c:pt idx="2142">
                  <c:v>1.62673</c:v>
                </c:pt>
                <c:pt idx="2143">
                  <c:v>1.62921</c:v>
                </c:pt>
                <c:pt idx="2144">
                  <c:v>1.6449</c:v>
                </c:pt>
                <c:pt idx="2145">
                  <c:v>1.66862</c:v>
                </c:pt>
                <c:pt idx="2146">
                  <c:v>1.61781</c:v>
                </c:pt>
                <c:pt idx="2147">
                  <c:v>1.69343</c:v>
                </c:pt>
                <c:pt idx="2148">
                  <c:v>1.6908000000000001</c:v>
                </c:pt>
                <c:pt idx="2149">
                  <c:v>1.6712800000000001</c:v>
                </c:pt>
                <c:pt idx="2150">
                  <c:v>1.6812100000000001</c:v>
                </c:pt>
                <c:pt idx="2151">
                  <c:v>1.58205</c:v>
                </c:pt>
                <c:pt idx="2152">
                  <c:v>1.65465</c:v>
                </c:pt>
                <c:pt idx="2153">
                  <c:v>1.5761099999999999</c:v>
                </c:pt>
                <c:pt idx="2154">
                  <c:v>#N/A</c:v>
                </c:pt>
                <c:pt idx="2155">
                  <c:v>1.5668599999999999</c:v>
                </c:pt>
                <c:pt idx="2156">
                  <c:v>1.6005799999999999</c:v>
                </c:pt>
                <c:pt idx="2157">
                  <c:v>1.57904</c:v>
                </c:pt>
                <c:pt idx="2158">
                  <c:v>1.5521199999999999</c:v>
                </c:pt>
                <c:pt idx="2159">
                  <c:v>1.5086299999999999</c:v>
                </c:pt>
                <c:pt idx="2160">
                  <c:v>1.51074</c:v>
                </c:pt>
                <c:pt idx="2161">
                  <c:v>1.4677800000000001</c:v>
                </c:pt>
                <c:pt idx="2162">
                  <c:v>1.4279299999999999</c:v>
                </c:pt>
                <c:pt idx="2163">
                  <c:v>1.38906</c:v>
                </c:pt>
                <c:pt idx="2164">
                  <c:v>1.4273400000000001</c:v>
                </c:pt>
                <c:pt idx="2165">
                  <c:v>1.4017900000000001</c:v>
                </c:pt>
                <c:pt idx="2166">
                  <c:v>1.4532799999999999</c:v>
                </c:pt>
                <c:pt idx="2167">
                  <c:v>1.5070399999999999</c:v>
                </c:pt>
                <c:pt idx="2168">
                  <c:v>1.59026</c:v>
                </c:pt>
                <c:pt idx="2169">
                  <c:v>1.5995600000000001</c:v>
                </c:pt>
                <c:pt idx="2170">
                  <c:v>1.5622100000000001</c:v>
                </c:pt>
                <c:pt idx="2171">
                  <c:v>1.42666</c:v>
                </c:pt>
                <c:pt idx="2172">
                  <c:v>1.4234599999999999</c:v>
                </c:pt>
                <c:pt idx="2173">
                  <c:v>1.3954800000000001</c:v>
                </c:pt>
                <c:pt idx="2174">
                  <c:v>1.27922</c:v>
                </c:pt>
                <c:pt idx="2175">
                  <c:v>1.36185</c:v>
                </c:pt>
                <c:pt idx="2176">
                  <c:v>1.2892399999999999</c:v>
                </c:pt>
                <c:pt idx="2177">
                  <c:v>1.28925</c:v>
                </c:pt>
                <c:pt idx="2178">
                  <c:v>1.24481</c:v>
                </c:pt>
                <c:pt idx="2179">
                  <c:v>1.21949</c:v>
                </c:pt>
                <c:pt idx="2180">
                  <c:v>1.23099</c:v>
                </c:pt>
                <c:pt idx="2181">
                  <c:v>1.2647900000000001</c:v>
                </c:pt>
                <c:pt idx="2182">
                  <c:v>1.2589600000000001</c:v>
                </c:pt>
                <c:pt idx="2183">
                  <c:v>1.2470699999999999</c:v>
                </c:pt>
                <c:pt idx="2184">
                  <c:v>1.2424200000000001</c:v>
                </c:pt>
                <c:pt idx="2185">
                  <c:v>1.2729299999999999</c:v>
                </c:pt>
                <c:pt idx="2186">
                  <c:v>1.2917099999999999</c:v>
                </c:pt>
                <c:pt idx="2187">
                  <c:v>1.29322</c:v>
                </c:pt>
                <c:pt idx="2188">
                  <c:v>1.2803100000000001</c:v>
                </c:pt>
                <c:pt idx="2189">
                  <c:v>1.2821199999999999</c:v>
                </c:pt>
                <c:pt idx="2190">
                  <c:v>1.3088500000000001</c:v>
                </c:pt>
                <c:pt idx="2191">
                  <c:v>1.3076399999999999</c:v>
                </c:pt>
                <c:pt idx="2192">
                  <c:v>1.3517999999999999</c:v>
                </c:pt>
                <c:pt idx="2193">
                  <c:v>1.3176699999999999</c:v>
                </c:pt>
                <c:pt idx="2194">
                  <c:v>1.3349599999999999</c:v>
                </c:pt>
                <c:pt idx="2195">
                  <c:v>1.3001199999999999</c:v>
                </c:pt>
                <c:pt idx="2196">
                  <c:v>1.3699399999999999</c:v>
                </c:pt>
                <c:pt idx="2197">
                  <c:v>#N/A</c:v>
                </c:pt>
                <c:pt idx="2198">
                  <c:v>1.33996</c:v>
                </c:pt>
                <c:pt idx="2199">
                  <c:v>1.3335699999999999</c:v>
                </c:pt>
                <c:pt idx="2200">
                  <c:v>1.2825599999999999</c:v>
                </c:pt>
                <c:pt idx="2201">
                  <c:v>1.2774099999999999</c:v>
                </c:pt>
                <c:pt idx="2202">
                  <c:v>1.2602199999999999</c:v>
                </c:pt>
                <c:pt idx="2203">
                  <c:v>1.2497400000000001</c:v>
                </c:pt>
                <c:pt idx="2204">
                  <c:v>1.20486</c:v>
                </c:pt>
                <c:pt idx="2205">
                  <c:v>1.21716</c:v>
                </c:pt>
                <c:pt idx="2206">
                  <c:v>1.18859</c:v>
                </c:pt>
                <c:pt idx="2207">
                  <c:v>1.1937199999999999</c:v>
                </c:pt>
                <c:pt idx="2208">
                  <c:v>1.20059</c:v>
                </c:pt>
                <c:pt idx="2209">
                  <c:v>1.2246300000000001</c:v>
                </c:pt>
                <c:pt idx="2210">
                  <c:v>1.2236499999999999</c:v>
                </c:pt>
                <c:pt idx="2211">
                  <c:v>1.21583</c:v>
                </c:pt>
                <c:pt idx="2212">
                  <c:v>1.25458</c:v>
                </c:pt>
                <c:pt idx="2213">
                  <c:v>1.31016</c:v>
                </c:pt>
                <c:pt idx="2214">
                  <c:v>1.3409800000000001</c:v>
                </c:pt>
                <c:pt idx="2215">
                  <c:v>1.3080099999999999</c:v>
                </c:pt>
                <c:pt idx="2216">
                  <c:v>1.3159700000000001</c:v>
                </c:pt>
                <c:pt idx="2217">
                  <c:v>1.2880499999999999</c:v>
                </c:pt>
                <c:pt idx="2218">
                  <c:v>1.2448300000000001</c:v>
                </c:pt>
                <c:pt idx="2219">
                  <c:v>1.1885300000000001</c:v>
                </c:pt>
                <c:pt idx="2220">
                  <c:v>1.14489</c:v>
                </c:pt>
                <c:pt idx="2221">
                  <c:v>1.0643100000000001</c:v>
                </c:pt>
                <c:pt idx="2222">
                  <c:v>#N/A</c:v>
                </c:pt>
                <c:pt idx="2223">
                  <c:v>1.0774600000000001</c:v>
                </c:pt>
                <c:pt idx="2224">
                  <c:v>1.1315299999999999</c:v>
                </c:pt>
                <c:pt idx="2225">
                  <c:v>1.1237200000000001</c:v>
                </c:pt>
                <c:pt idx="2226">
                  <c:v>1.0983700000000001</c:v>
                </c:pt>
                <c:pt idx="2227">
                  <c:v>1.0689299999999999</c:v>
                </c:pt>
                <c:pt idx="2228">
                  <c:v>1.0157700000000001</c:v>
                </c:pt>
                <c:pt idx="2229">
                  <c:v>0.97797000000000001</c:v>
                </c:pt>
                <c:pt idx="2230">
                  <c:v>0.95557000000000003</c:v>
                </c:pt>
                <c:pt idx="2231">
                  <c:v>1.02763</c:v>
                </c:pt>
                <c:pt idx="2232">
                  <c:v>1.0435000000000001</c:v>
                </c:pt>
                <c:pt idx="2233">
                  <c:v>1.0594399999999999</c:v>
                </c:pt>
                <c:pt idx="2234">
                  <c:v>1.06891</c:v>
                </c:pt>
                <c:pt idx="2235">
                  <c:v>1.0637799999999999</c:v>
                </c:pt>
                <c:pt idx="2236">
                  <c:v>1.1502399999999999</c:v>
                </c:pt>
                <c:pt idx="2237">
                  <c:v>1.18686</c:v>
                </c:pt>
                <c:pt idx="2238">
                  <c:v>#N/A</c:v>
                </c:pt>
                <c:pt idx="2239">
                  <c:v>1.2204200000000001</c:v>
                </c:pt>
                <c:pt idx="2240">
                  <c:v>1.1737200000000001</c:v>
                </c:pt>
                <c:pt idx="2241">
                  <c:v>1.17109</c:v>
                </c:pt>
                <c:pt idx="2242">
                  <c:v>1.1543399999999999</c:v>
                </c:pt>
                <c:pt idx="2243">
                  <c:v>1.0902499999999999</c:v>
                </c:pt>
                <c:pt idx="2244">
                  <c:v>1.1641699999999999</c:v>
                </c:pt>
                <c:pt idx="2245">
                  <c:v>1.19947</c:v>
                </c:pt>
                <c:pt idx="2246">
                  <c:v>1.2181900000000001</c:v>
                </c:pt>
                <c:pt idx="2247">
                  <c:v>#N/A</c:v>
                </c:pt>
                <c:pt idx="2248">
                  <c:v>1.26329</c:v>
                </c:pt>
                <c:pt idx="2249">
                  <c:v>1.2928200000000001</c:v>
                </c:pt>
                <c:pt idx="2250">
                  <c:v>1.2964100000000001</c:v>
                </c:pt>
                <c:pt idx="2251">
                  <c:v>1.2932600000000001</c:v>
                </c:pt>
                <c:pt idx="2252">
                  <c:v>1.3025199999999999</c:v>
                </c:pt>
                <c:pt idx="2253">
                  <c:v>1.26738</c:v>
                </c:pt>
                <c:pt idx="2254">
                  <c:v>1.2531300000000001</c:v>
                </c:pt>
                <c:pt idx="2255">
                  <c:v>#N/A</c:v>
                </c:pt>
                <c:pt idx="2256">
                  <c:v>1.2531300000000001</c:v>
                </c:pt>
                <c:pt idx="2257">
                  <c:v>1.2641500000000001</c:v>
                </c:pt>
                <c:pt idx="2258">
                  <c:v>1.2466200000000001</c:v>
                </c:pt>
                <c:pt idx="2259">
                  <c:v>1.22342</c:v>
                </c:pt>
                <c:pt idx="2260">
                  <c:v>1.2059200000000001</c:v>
                </c:pt>
                <c:pt idx="2261">
                  <c:v>1.2404299999999999</c:v>
                </c:pt>
                <c:pt idx="2262">
                  <c:v>1.23394</c:v>
                </c:pt>
                <c:pt idx="2263">
                  <c:v>1.21587</c:v>
                </c:pt>
                <c:pt idx="2264">
                  <c:v>1.24</c:v>
                </c:pt>
                <c:pt idx="2265">
                  <c:v>1.2463900000000001</c:v>
                </c:pt>
                <c:pt idx="2266">
                  <c:v>1.22526</c:v>
                </c:pt>
                <c:pt idx="2267">
                  <c:v>1.2238199999999999</c:v>
                </c:pt>
                <c:pt idx="2268">
                  <c:v>1.21173</c:v>
                </c:pt>
                <c:pt idx="2269">
                  <c:v>1.1787000000000001</c:v>
                </c:pt>
                <c:pt idx="2270">
                  <c:v>1.1606700000000001</c:v>
                </c:pt>
                <c:pt idx="2271">
                  <c:v>1.1645799999999999</c:v>
                </c:pt>
                <c:pt idx="2272">
                  <c:v>1.1098300000000001</c:v>
                </c:pt>
                <c:pt idx="2273">
                  <c:v>1.07605</c:v>
                </c:pt>
                <c:pt idx="2274">
                  <c:v>1.08569</c:v>
                </c:pt>
                <c:pt idx="2275">
                  <c:v>1.08877</c:v>
                </c:pt>
                <c:pt idx="2276">
                  <c:v>1.1290899999999999</c:v>
                </c:pt>
                <c:pt idx="2277">
                  <c:v>1.11314</c:v>
                </c:pt>
                <c:pt idx="2278">
                  <c:v>#N/A</c:v>
                </c:pt>
                <c:pt idx="2279">
                  <c:v>1.1227799999999999</c:v>
                </c:pt>
                <c:pt idx="2280">
                  <c:v>1.16048</c:v>
                </c:pt>
                <c:pt idx="2281">
                  <c:v>1.17483</c:v>
                </c:pt>
                <c:pt idx="2282">
                  <c:v>1.1201000000000001</c:v>
                </c:pt>
                <c:pt idx="2283">
                  <c:v>#N/A</c:v>
                </c:pt>
                <c:pt idx="2284">
                  <c:v>1.05139</c:v>
                </c:pt>
                <c:pt idx="2285">
                  <c:v>1.0157499999999999</c:v>
                </c:pt>
                <c:pt idx="2286">
                  <c:v>1.0448999999999999</c:v>
                </c:pt>
                <c:pt idx="2287">
                  <c:v>1.0841400000000001</c:v>
                </c:pt>
                <c:pt idx="2288">
                  <c:v>1.15496</c:v>
                </c:pt>
                <c:pt idx="2289">
                  <c:v>1.16852</c:v>
                </c:pt>
                <c:pt idx="2290">
                  <c:v>1.1468799999999999</c:v>
                </c:pt>
                <c:pt idx="2291">
                  <c:v>1.1775</c:v>
                </c:pt>
                <c:pt idx="2292">
                  <c:v>1.1440399999999999</c:v>
                </c:pt>
                <c:pt idx="2293">
                  <c:v>1.1332800000000001</c:v>
                </c:pt>
                <c:pt idx="2294">
                  <c:v>1.1156200000000001</c:v>
                </c:pt>
                <c:pt idx="2295">
                  <c:v>1.07168</c:v>
                </c:pt>
                <c:pt idx="2296">
                  <c:v>1.07372</c:v>
                </c:pt>
                <c:pt idx="2297">
                  <c:v>#N/A</c:v>
                </c:pt>
                <c:pt idx="2298">
                  <c:v>1.0930200000000001</c:v>
                </c:pt>
                <c:pt idx="2299">
                  <c:v>1.13124</c:v>
                </c:pt>
                <c:pt idx="2300">
                  <c:v>1.1285700000000001</c:v>
                </c:pt>
                <c:pt idx="2301">
                  <c:v>1.0905100000000001</c:v>
                </c:pt>
                <c:pt idx="2302">
                  <c:v>1.1273500000000001</c:v>
                </c:pt>
                <c:pt idx="2303">
                  <c:v>1.1718500000000001</c:v>
                </c:pt>
                <c:pt idx="2304">
                  <c:v>1.2416100000000001</c:v>
                </c:pt>
                <c:pt idx="2305">
                  <c:v>1.3187</c:v>
                </c:pt>
                <c:pt idx="2306">
                  <c:v>1.2864599999999999</c:v>
                </c:pt>
                <c:pt idx="2307">
                  <c:v>1.32636</c:v>
                </c:pt>
                <c:pt idx="2308">
                  <c:v>1.2706900000000001</c:v>
                </c:pt>
                <c:pt idx="2309">
                  <c:v>1.28908</c:v>
                </c:pt>
                <c:pt idx="2310">
                  <c:v>1.2488999999999999</c:v>
                </c:pt>
                <c:pt idx="2311">
                  <c:v>1.2239100000000001</c:v>
                </c:pt>
                <c:pt idx="2312">
                  <c:v>1.2344599999999999</c:v>
                </c:pt>
                <c:pt idx="2313">
                  <c:v>1.2349399999999999</c:v>
                </c:pt>
                <c:pt idx="2314">
                  <c:v>1.2360500000000001</c:v>
                </c:pt>
                <c:pt idx="2315">
                  <c:v>1.2680499999999999</c:v>
                </c:pt>
                <c:pt idx="2316">
                  <c:v>1.2799100000000001</c:v>
                </c:pt>
                <c:pt idx="2317">
                  <c:v>#N/A</c:v>
                </c:pt>
                <c:pt idx="2318">
                  <c:v>1.2823899999999999</c:v>
                </c:pt>
                <c:pt idx="2319">
                  <c:v>1.33697</c:v>
                </c:pt>
                <c:pt idx="2320">
                  <c:v>1.3765799999999999</c:v>
                </c:pt>
                <c:pt idx="2321">
                  <c:v>1.40333</c:v>
                </c:pt>
                <c:pt idx="2322">
                  <c:v>1.4286700000000001</c:v>
                </c:pt>
                <c:pt idx="2323">
                  <c:v>1.4283699999999999</c:v>
                </c:pt>
                <c:pt idx="2324">
                  <c:v>1.4105000000000001</c:v>
                </c:pt>
                <c:pt idx="2325">
                  <c:v>1.41333</c:v>
                </c:pt>
                <c:pt idx="2326">
                  <c:v>1.4342999999999999</c:v>
                </c:pt>
                <c:pt idx="2327">
                  <c:v>1.39601</c:v>
                </c:pt>
                <c:pt idx="2328">
                  <c:v>1.3453900000000001</c:v>
                </c:pt>
                <c:pt idx="2329">
                  <c:v>1.28583</c:v>
                </c:pt>
                <c:pt idx="2330">
                  <c:v>1.2605</c:v>
                </c:pt>
                <c:pt idx="2331">
                  <c:v>1.28165</c:v>
                </c:pt>
                <c:pt idx="2332">
                  <c:v>1.3115399999999999</c:v>
                </c:pt>
                <c:pt idx="2333">
                  <c:v>1.3212699999999999</c:v>
                </c:pt>
                <c:pt idx="2334">
                  <c:v>1.3622399999999999</c:v>
                </c:pt>
                <c:pt idx="2335">
                  <c:v>1.35643</c:v>
                </c:pt>
                <c:pt idx="2336">
                  <c:v>1.44431</c:v>
                </c:pt>
                <c:pt idx="2337">
                  <c:v>1.4700299999999999</c:v>
                </c:pt>
                <c:pt idx="2338">
                  <c:v>1.5187900000000001</c:v>
                </c:pt>
                <c:pt idx="2339">
                  <c:v>1.4957800000000001</c:v>
                </c:pt>
                <c:pt idx="2340">
                  <c:v>1.5047200000000001</c:v>
                </c:pt>
                <c:pt idx="2341">
                  <c:v>1.5315300000000001</c:v>
                </c:pt>
                <c:pt idx="2342">
                  <c:v>1.51715</c:v>
                </c:pt>
                <c:pt idx="2343">
                  <c:v>1.4978199999999999</c:v>
                </c:pt>
                <c:pt idx="2344">
                  <c:v>1.50021</c:v>
                </c:pt>
                <c:pt idx="2345">
                  <c:v>1.4675100000000001</c:v>
                </c:pt>
                <c:pt idx="2346">
                  <c:v>#N/A</c:v>
                </c:pt>
                <c:pt idx="2347">
                  <c:v>1.4768699999999999</c:v>
                </c:pt>
                <c:pt idx="2348">
                  <c:v>1.4120200000000001</c:v>
                </c:pt>
                <c:pt idx="2349">
                  <c:v>1.38002</c:v>
                </c:pt>
                <c:pt idx="2350">
                  <c:v>1.32996</c:v>
                </c:pt>
                <c:pt idx="2351">
                  <c:v>1.33345</c:v>
                </c:pt>
                <c:pt idx="2352">
                  <c:v>1.26939</c:v>
                </c:pt>
                <c:pt idx="2353">
                  <c:v>1.2562599999999999</c:v>
                </c:pt>
                <c:pt idx="2354">
                  <c:v>1.23268</c:v>
                </c:pt>
                <c:pt idx="2355">
                  <c:v>1.24394</c:v>
                </c:pt>
                <c:pt idx="2356">
                  <c:v>1.2699400000000001</c:v>
                </c:pt>
                <c:pt idx="2357">
                  <c:v>1.30471</c:v>
                </c:pt>
                <c:pt idx="2358">
                  <c:v>1.2696000000000001</c:v>
                </c:pt>
                <c:pt idx="2359">
                  <c:v>1.2704599999999999</c:v>
                </c:pt>
                <c:pt idx="2360">
                  <c:v>1.30901</c:v>
                </c:pt>
                <c:pt idx="2361">
                  <c:v>1.3208599999999999</c:v>
                </c:pt>
                <c:pt idx="2362">
                  <c:v>1.34378</c:v>
                </c:pt>
                <c:pt idx="2363">
                  <c:v>1.32704</c:v>
                </c:pt>
                <c:pt idx="2364">
                  <c:v>1.3469599999999999</c:v>
                </c:pt>
                <c:pt idx="2365">
                  <c:v>1.3470500000000001</c:v>
                </c:pt>
                <c:pt idx="2366">
                  <c:v>1.36486</c:v>
                </c:pt>
                <c:pt idx="2367">
                  <c:v>1.3169</c:v>
                </c:pt>
                <c:pt idx="2368">
                  <c:v>1.30572</c:v>
                </c:pt>
                <c:pt idx="2369">
                  <c:v>1.2634399999999999</c:v>
                </c:pt>
                <c:pt idx="2370">
                  <c:v>1.2107300000000001</c:v>
                </c:pt>
                <c:pt idx="2371">
                  <c:v>1.2085600000000001</c:v>
                </c:pt>
                <c:pt idx="2372">
                  <c:v>1.2200899999999999</c:v>
                </c:pt>
                <c:pt idx="2373">
                  <c:v>1.2140899999999999</c:v>
                </c:pt>
                <c:pt idx="2374">
                  <c:v>1.2400199999999999</c:v>
                </c:pt>
                <c:pt idx="2375">
                  <c:v>1.2067099999999999</c:v>
                </c:pt>
                <c:pt idx="2376">
                  <c:v>1.1841200000000001</c:v>
                </c:pt>
                <c:pt idx="2377">
                  <c:v>1.24309</c:v>
                </c:pt>
                <c:pt idx="2378">
                  <c:v>1.2186900000000001</c:v>
                </c:pt>
                <c:pt idx="2379">
                  <c:v>1.2801199999999999</c:v>
                </c:pt>
                <c:pt idx="2380">
                  <c:v>1.3547800000000001</c:v>
                </c:pt>
                <c:pt idx="2381">
                  <c:v>1.3207899999999999</c:v>
                </c:pt>
                <c:pt idx="2382">
                  <c:v>1.3414900000000001</c:v>
                </c:pt>
                <c:pt idx="2383">
                  <c:v>1.38792</c:v>
                </c:pt>
                <c:pt idx="2384">
                  <c:v>1.3581799999999999</c:v>
                </c:pt>
                <c:pt idx="2385">
                  <c:v>1.45302</c:v>
                </c:pt>
                <c:pt idx="2386">
                  <c:v>1.4753799999999999</c:v>
                </c:pt>
                <c:pt idx="2387">
                  <c:v>#N/A</c:v>
                </c:pt>
                <c:pt idx="2388">
                  <c:v>1.50789</c:v>
                </c:pt>
                <c:pt idx="2389">
                  <c:v>1.6771</c:v>
                </c:pt>
                <c:pt idx="2390">
                  <c:v>1.63463</c:v>
                </c:pt>
                <c:pt idx="2391">
                  <c:v>1.66788</c:v>
                </c:pt>
                <c:pt idx="2392">
                  <c:v>1.7017100000000001</c:v>
                </c:pt>
                <c:pt idx="2393">
                  <c:v>1.6495</c:v>
                </c:pt>
                <c:pt idx="2394">
                  <c:v>1.6937599999999999</c:v>
                </c:pt>
                <c:pt idx="2395">
                  <c:v>1.73498</c:v>
                </c:pt>
                <c:pt idx="2396">
                  <c:v>1.63995</c:v>
                </c:pt>
                <c:pt idx="2397">
                  <c:v>1.7042299999999999</c:v>
                </c:pt>
                <c:pt idx="2398">
                  <c:v>1.8754900000000001</c:v>
                </c:pt>
                <c:pt idx="2399">
                  <c:v>1.7355</c:v>
                </c:pt>
                <c:pt idx="2400">
                  <c:v>1.5942099999999999</c:v>
                </c:pt>
                <c:pt idx="2401">
                  <c:v>1.64334</c:v>
                </c:pt>
                <c:pt idx="2402">
                  <c:v>1.6163000000000001</c:v>
                </c:pt>
                <c:pt idx="2403">
                  <c:v>1.70319</c:v>
                </c:pt>
                <c:pt idx="2404">
                  <c:v>1.78247</c:v>
                </c:pt>
                <c:pt idx="2405">
                  <c:v>1.93163</c:v>
                </c:pt>
                <c:pt idx="2406">
                  <c:v>1.9501299999999999</c:v>
                </c:pt>
                <c:pt idx="2407">
                  <c:v>2.0765099999999999</c:v>
                </c:pt>
                <c:pt idx="2408">
                  <c:v>2.0417800000000002</c:v>
                </c:pt>
                <c:pt idx="2409">
                  <c:v>2.01755</c:v>
                </c:pt>
                <c:pt idx="2410">
                  <c:v>1.9946200000000001</c:v>
                </c:pt>
                <c:pt idx="2411">
                  <c:v>1.927</c:v>
                </c:pt>
                <c:pt idx="2412">
                  <c:v>1.8282499999999999</c:v>
                </c:pt>
                <c:pt idx="2413">
                  <c:v>1.77885</c:v>
                </c:pt>
                <c:pt idx="2414">
                  <c:v>1.8341099999999999</c:v>
                </c:pt>
                <c:pt idx="2415">
                  <c:v>#N/A</c:v>
                </c:pt>
                <c:pt idx="2416">
                  <c:v>1.80019</c:v>
                </c:pt>
                <c:pt idx="2417">
                  <c:v>1.8888100000000001</c:v>
                </c:pt>
                <c:pt idx="2418">
                  <c:v>1.8892800000000001</c:v>
                </c:pt>
                <c:pt idx="2419">
                  <c:v>1.8221000000000001</c:v>
                </c:pt>
                <c:pt idx="2420">
                  <c:v>1.8450899999999999</c:v>
                </c:pt>
                <c:pt idx="2421">
                  <c:v>1.76698</c:v>
                </c:pt>
                <c:pt idx="2422">
                  <c:v>1.6209</c:v>
                </c:pt>
                <c:pt idx="2423">
                  <c:v>1.5728599999999999</c:v>
                </c:pt>
                <c:pt idx="2424">
                  <c:v>1.5051000000000001</c:v>
                </c:pt>
                <c:pt idx="2425">
                  <c:v>1.43537</c:v>
                </c:pt>
                <c:pt idx="2426">
                  <c:v>1.47054</c:v>
                </c:pt>
                <c:pt idx="2427">
                  <c:v>1.47746</c:v>
                </c:pt>
                <c:pt idx="2428">
                  <c:v>1.4814700000000001</c:v>
                </c:pt>
                <c:pt idx="2429">
                  <c:v>1.54681</c:v>
                </c:pt>
                <c:pt idx="2430">
                  <c:v>1.5886899999999999</c:v>
                </c:pt>
                <c:pt idx="2431">
                  <c:v>1.68171</c:v>
                </c:pt>
                <c:pt idx="2432">
                  <c:v>1.73339</c:v>
                </c:pt>
                <c:pt idx="2433">
                  <c:v>1.7715700000000001</c:v>
                </c:pt>
                <c:pt idx="2434">
                  <c:v>1.8064199999999999</c:v>
                </c:pt>
                <c:pt idx="2435">
                  <c:v>1.8089900000000001</c:v>
                </c:pt>
                <c:pt idx="2436">
                  <c:v>1.82711</c:v>
                </c:pt>
                <c:pt idx="2437">
                  <c:v>1.7755300000000001</c:v>
                </c:pt>
                <c:pt idx="2438">
                  <c:v>1.7158599999999999</c:v>
                </c:pt>
                <c:pt idx="2439">
                  <c:v>1.76003</c:v>
                </c:pt>
                <c:pt idx="2440">
                  <c:v>1.76345</c:v>
                </c:pt>
                <c:pt idx="2441">
                  <c:v>1.7596499999999999</c:v>
                </c:pt>
                <c:pt idx="2442">
                  <c:v>1.72865</c:v>
                </c:pt>
                <c:pt idx="2443">
                  <c:v>1.69478</c:v>
                </c:pt>
                <c:pt idx="2444">
                  <c:v>1.71421</c:v>
                </c:pt>
                <c:pt idx="2445">
                  <c:v>1.75779</c:v>
                </c:pt>
                <c:pt idx="2446">
                  <c:v>1.77386</c:v>
                </c:pt>
                <c:pt idx="2447">
                  <c:v>1.8524099999999999</c:v>
                </c:pt>
                <c:pt idx="2448">
                  <c:v>1.87382</c:v>
                </c:pt>
                <c:pt idx="2449">
                  <c:v>1.91709</c:v>
                </c:pt>
                <c:pt idx="2450">
                  <c:v>1.8768800000000001</c:v>
                </c:pt>
                <c:pt idx="2451">
                  <c:v>1.8932199999999999</c:v>
                </c:pt>
                <c:pt idx="2452">
                  <c:v>1.87923</c:v>
                </c:pt>
                <c:pt idx="2453">
                  <c:v>1.9486000000000001</c:v>
                </c:pt>
                <c:pt idx="2454">
                  <c:v>1.94747</c:v>
                </c:pt>
                <c:pt idx="2455">
                  <c:v>1.9953799999999999</c:v>
                </c:pt>
                <c:pt idx="2456">
                  <c:v>1.9766900000000001</c:v>
                </c:pt>
                <c:pt idx="2457">
                  <c:v>#N/A</c:v>
                </c:pt>
                <c:pt idx="2458">
                  <c:v>1.9393499999999999</c:v>
                </c:pt>
                <c:pt idx="2459">
                  <c:v>1.95885</c:v>
                </c:pt>
                <c:pt idx="2460">
                  <c:v>1.94285</c:v>
                </c:pt>
                <c:pt idx="2461">
                  <c:v>1.89035</c:v>
                </c:pt>
                <c:pt idx="2462">
                  <c:v>1.8339099999999999</c:v>
                </c:pt>
                <c:pt idx="2463">
                  <c:v>1.9296</c:v>
                </c:pt>
                <c:pt idx="2464">
                  <c:v>1.86676</c:v>
                </c:pt>
                <c:pt idx="2465">
                  <c:v>1.8822300000000001</c:v>
                </c:pt>
                <c:pt idx="2466">
                  <c:v>1.84755</c:v>
                </c:pt>
                <c:pt idx="2467">
                  <c:v>1.7526200000000001</c:v>
                </c:pt>
                <c:pt idx="2468">
                  <c:v>1.68859</c:v>
                </c:pt>
                <c:pt idx="2469">
                  <c:v>1.5502499999999999</c:v>
                </c:pt>
                <c:pt idx="2470">
                  <c:v>1.6145</c:v>
                </c:pt>
                <c:pt idx="2471">
                  <c:v>1.6614199999999999</c:v>
                </c:pt>
                <c:pt idx="2472">
                  <c:v>1.69085</c:v>
                </c:pt>
                <c:pt idx="2473">
                  <c:v>1.76007</c:v>
                </c:pt>
                <c:pt idx="2474">
                  <c:v>1.77484</c:v>
                </c:pt>
                <c:pt idx="2475">
                  <c:v>1.8259399999999999</c:v>
                </c:pt>
                <c:pt idx="2476">
                  <c:v>1.8368800000000001</c:v>
                </c:pt>
                <c:pt idx="2477">
                  <c:v>1.86619</c:v>
                </c:pt>
                <c:pt idx="2478">
                  <c:v>1.8506899999999999</c:v>
                </c:pt>
                <c:pt idx="2479">
                  <c:v>1.8668</c:v>
                </c:pt>
                <c:pt idx="2480">
                  <c:v>1.8505199999999999</c:v>
                </c:pt>
                <c:pt idx="2481">
                  <c:v>1.80138</c:v>
                </c:pt>
                <c:pt idx="2482">
                  <c:v>1.7879499999999999</c:v>
                </c:pt>
                <c:pt idx="2483">
                  <c:v>1.76048</c:v>
                </c:pt>
                <c:pt idx="2484">
                  <c:v>1.7363599999999999</c:v>
                </c:pt>
                <c:pt idx="2485">
                  <c:v>1.6958800000000001</c:v>
                </c:pt>
                <c:pt idx="2486">
                  <c:v>1.6598900000000001</c:v>
                </c:pt>
                <c:pt idx="2487">
                  <c:v>#N/A</c:v>
                </c:pt>
                <c:pt idx="2488">
                  <c:v>1.6151500000000001</c:v>
                </c:pt>
                <c:pt idx="2489">
                  <c:v>1.6559600000000001</c:v>
                </c:pt>
                <c:pt idx="2490">
                  <c:v>1.6747700000000001</c:v>
                </c:pt>
                <c:pt idx="2491">
                  <c:v>1.60625</c:v>
                </c:pt>
                <c:pt idx="2492">
                  <c:v>1.6001700000000001</c:v>
                </c:pt>
                <c:pt idx="2493">
                  <c:v>1.64289</c:v>
                </c:pt>
                <c:pt idx="2494">
                  <c:v>1.65811</c:v>
                </c:pt>
                <c:pt idx="2495">
                  <c:v>1.6883699999999999</c:v>
                </c:pt>
                <c:pt idx="2496">
                  <c:v>1.7269099999999999</c:v>
                </c:pt>
                <c:pt idx="2497">
                  <c:v>1.7299899999999999</c:v>
                </c:pt>
                <c:pt idx="2498">
                  <c:v>1.73377</c:v>
                </c:pt>
                <c:pt idx="2499">
                  <c:v>1.6771499999999999</c:v>
                </c:pt>
                <c:pt idx="2500">
                  <c:v>1.6968700000000001</c:v>
                </c:pt>
                <c:pt idx="2501">
                  <c:v>1.7110099999999999</c:v>
                </c:pt>
                <c:pt idx="2502">
                  <c:v>1.7132000000000001</c:v>
                </c:pt>
                <c:pt idx="2503">
                  <c:v>1.7430099999999999</c:v>
                </c:pt>
                <c:pt idx="2504">
                  <c:v>1.7754799999999999</c:v>
                </c:pt>
                <c:pt idx="2505">
                  <c:v>1.83969</c:v>
                </c:pt>
                <c:pt idx="2506">
                  <c:v>1.85145</c:v>
                </c:pt>
                <c:pt idx="2507">
                  <c:v>#N/A</c:v>
                </c:pt>
                <c:pt idx="2508">
                  <c:v>1.8984000000000001</c:v>
                </c:pt>
                <c:pt idx="2509">
                  <c:v>1.9040900000000001</c:v>
                </c:pt>
                <c:pt idx="2510">
                  <c:v>1.8394999999999999</c:v>
                </c:pt>
                <c:pt idx="2511">
                  <c:v>1.79941</c:v>
                </c:pt>
                <c:pt idx="2512">
                  <c:v>1.7873399999999999</c:v>
                </c:pt>
                <c:pt idx="2513">
                  <c:v>1.79426</c:v>
                </c:pt>
                <c:pt idx="2514">
                  <c:v>1.7977300000000001</c:v>
                </c:pt>
                <c:pt idx="2515">
                  <c:v>1.8295699999999999</c:v>
                </c:pt>
                <c:pt idx="2516">
                  <c:v>1.84964</c:v>
                </c:pt>
                <c:pt idx="2517">
                  <c:v>1.87551</c:v>
                </c:pt>
                <c:pt idx="2518">
                  <c:v>1.8971800000000001</c:v>
                </c:pt>
                <c:pt idx="2519">
                  <c:v>1.9016200000000001</c:v>
                </c:pt>
                <c:pt idx="2520">
                  <c:v>#N/A</c:v>
                </c:pt>
                <c:pt idx="2521">
                  <c:v>1.9016200000000001</c:v>
                </c:pt>
                <c:pt idx="2522">
                  <c:v>1.90252</c:v>
                </c:pt>
                <c:pt idx="2523">
                  <c:v>1.9282600000000001</c:v>
                </c:pt>
                <c:pt idx="2524">
                  <c:v>1.9311700000000001</c:v>
                </c:pt>
                <c:pt idx="2525">
                  <c:v>1.9255</c:v>
                </c:pt>
                <c:pt idx="2526">
                  <c:v>1.8774500000000001</c:v>
                </c:pt>
                <c:pt idx="2527">
                  <c:v>1.8863399999999999</c:v>
                </c:pt>
                <c:pt idx="2528">
                  <c:v>1.86758</c:v>
                </c:pt>
                <c:pt idx="2529">
                  <c:v>1.83653</c:v>
                </c:pt>
                <c:pt idx="2530">
                  <c:v>1.76546</c:v>
                </c:pt>
                <c:pt idx="2531">
                  <c:v>1.7364200000000001</c:v>
                </c:pt>
                <c:pt idx="2532">
                  <c:v>1.7235100000000001</c:v>
                </c:pt>
                <c:pt idx="2533">
                  <c:v>1.7754300000000001</c:v>
                </c:pt>
                <c:pt idx="2534">
                  <c:v>1.7573799999999999</c:v>
                </c:pt>
                <c:pt idx="2535">
                  <c:v>1.7372399999999999</c:v>
                </c:pt>
                <c:pt idx="2536">
                  <c:v>1.7256199999999999</c:v>
                </c:pt>
                <c:pt idx="2537">
                  <c:v>1.7018800000000001</c:v>
                </c:pt>
                <c:pt idx="2538">
                  <c:v>1.6410800000000001</c:v>
                </c:pt>
                <c:pt idx="2539">
                  <c:v>#N/A</c:v>
                </c:pt>
                <c:pt idx="2540">
                  <c:v>1.631</c:v>
                </c:pt>
                <c:pt idx="2541">
                  <c:v>1.63642</c:v>
                </c:pt>
                <c:pt idx="2542">
                  <c:v>1.6719299999999999</c:v>
                </c:pt>
                <c:pt idx="2543">
                  <c:v>1.6319600000000001</c:v>
                </c:pt>
                <c:pt idx="2544">
                  <c:v>#N/A</c:v>
                </c:pt>
                <c:pt idx="2545">
                  <c:v>1.6896100000000001</c:v>
                </c:pt>
                <c:pt idx="2546">
                  <c:v>1.6731</c:v>
                </c:pt>
                <c:pt idx="2547">
                  <c:v>1.70312</c:v>
                </c:pt>
                <c:pt idx="2548">
                  <c:v>1.7238599999999999</c:v>
                </c:pt>
                <c:pt idx="2549">
                  <c:v>1.71061</c:v>
                </c:pt>
                <c:pt idx="2550">
                  <c:v>1.71207</c:v>
                </c:pt>
                <c:pt idx="2551">
                  <c:v>1.7653799999999999</c:v>
                </c:pt>
                <c:pt idx="2552">
                  <c:v>1.7779499999999999</c:v>
                </c:pt>
                <c:pt idx="2553">
                  <c:v>1.7374700000000001</c:v>
                </c:pt>
                <c:pt idx="2554">
                  <c:v>1.6775800000000001</c:v>
                </c:pt>
                <c:pt idx="2555">
                  <c:v>1.7174199999999999</c:v>
                </c:pt>
                <c:pt idx="2556">
                  <c:v>1.7444299999999999</c:v>
                </c:pt>
                <c:pt idx="2557">
                  <c:v>#N/A</c:v>
                </c:pt>
                <c:pt idx="2558">
                  <c:v>1.7736799999999999</c:v>
                </c:pt>
                <c:pt idx="2559">
                  <c:v>1.83684</c:v>
                </c:pt>
                <c:pt idx="2560">
                  <c:v>1.9570099999999999</c:v>
                </c:pt>
                <c:pt idx="2561">
                  <c:v>2.0179800000000001</c:v>
                </c:pt>
                <c:pt idx="2562">
                  <c:v>2.0217999999999998</c:v>
                </c:pt>
                <c:pt idx="2563">
                  <c:v>2.01084</c:v>
                </c:pt>
                <c:pt idx="2564">
                  <c:v>2.0879500000000002</c:v>
                </c:pt>
                <c:pt idx="2565">
                  <c:v>2.0931799999999998</c:v>
                </c:pt>
                <c:pt idx="2566">
                  <c:v>2.0809799999999998</c:v>
                </c:pt>
                <c:pt idx="2567">
                  <c:v>2.14303</c:v>
                </c:pt>
                <c:pt idx="2568">
                  <c:v>2.0410300000000001</c:v>
                </c:pt>
                <c:pt idx="2569">
                  <c:v>1.9697199999999999</c:v>
                </c:pt>
                <c:pt idx="2570">
                  <c:v>1.92008</c:v>
                </c:pt>
                <c:pt idx="2571">
                  <c:v>1.8842300000000001</c:v>
                </c:pt>
                <c:pt idx="2572">
                  <c:v>1.92038</c:v>
                </c:pt>
                <c:pt idx="2573">
                  <c:v>1.8984300000000001</c:v>
                </c:pt>
                <c:pt idx="2574">
                  <c:v>1.8705099999999999</c:v>
                </c:pt>
                <c:pt idx="2575">
                  <c:v>1.8430500000000001</c:v>
                </c:pt>
                <c:pt idx="2576">
                  <c:v>1.8287100000000001</c:v>
                </c:pt>
                <c:pt idx="2577">
                  <c:v>#N/A</c:v>
                </c:pt>
                <c:pt idx="2578">
                  <c:v>1.8612899999999999</c:v>
                </c:pt>
                <c:pt idx="2579">
                  <c:v>1.8336300000000001</c:v>
                </c:pt>
                <c:pt idx="2580">
                  <c:v>1.84789</c:v>
                </c:pt>
                <c:pt idx="2581">
                  <c:v>1.86252</c:v>
                </c:pt>
                <c:pt idx="2582">
                  <c:v>1.77948</c:v>
                </c:pt>
                <c:pt idx="2583">
                  <c:v>1.8121799999999999</c:v>
                </c:pt>
                <c:pt idx="2584">
                  <c:v>1.8565400000000001</c:v>
                </c:pt>
                <c:pt idx="2585">
                  <c:v>1.8205800000000001</c:v>
                </c:pt>
                <c:pt idx="2586">
                  <c:v>1.83948</c:v>
                </c:pt>
                <c:pt idx="2587">
                  <c:v>1.9077599999999999</c:v>
                </c:pt>
                <c:pt idx="2588">
                  <c:v>1.7749900000000001</c:v>
                </c:pt>
                <c:pt idx="2589">
                  <c:v>1.7179199999999999</c:v>
                </c:pt>
                <c:pt idx="2590">
                  <c:v>1.7003299999999999</c:v>
                </c:pt>
                <c:pt idx="2591">
                  <c:v>1.7023299999999999</c:v>
                </c:pt>
                <c:pt idx="2592">
                  <c:v>1.72498</c:v>
                </c:pt>
                <c:pt idx="2593">
                  <c:v>1.7542899999999999</c:v>
                </c:pt>
                <c:pt idx="2594">
                  <c:v>1.7325900000000001</c:v>
                </c:pt>
                <c:pt idx="2595">
                  <c:v>1.8162400000000001</c:v>
                </c:pt>
                <c:pt idx="2596">
                  <c:v>1.8340799999999999</c:v>
                </c:pt>
                <c:pt idx="2597">
                  <c:v>1.8109200000000001</c:v>
                </c:pt>
                <c:pt idx="2598">
                  <c:v>1.78122</c:v>
                </c:pt>
                <c:pt idx="2599">
                  <c:v>1.77264</c:v>
                </c:pt>
                <c:pt idx="2600">
                  <c:v>1.81934</c:v>
                </c:pt>
                <c:pt idx="2601">
                  <c:v>1.8064100000000001</c:v>
                </c:pt>
                <c:pt idx="2602">
                  <c:v>1.8480099999999999</c:v>
                </c:pt>
                <c:pt idx="2603">
                  <c:v>1.7885800000000001</c:v>
                </c:pt>
                <c:pt idx="2604">
                  <c:v>1.7426600000000001</c:v>
                </c:pt>
                <c:pt idx="2605">
                  <c:v>1.7112000000000001</c:v>
                </c:pt>
                <c:pt idx="2606">
                  <c:v>1.7055499999999999</c:v>
                </c:pt>
                <c:pt idx="2607">
                  <c:v>1.68493</c:v>
                </c:pt>
                <c:pt idx="2608">
                  <c:v>1.59613</c:v>
                </c:pt>
                <c:pt idx="2609">
                  <c:v>1.6051</c:v>
                </c:pt>
                <c:pt idx="2610">
                  <c:v>1.6149100000000001</c:v>
                </c:pt>
                <c:pt idx="2611">
                  <c:v>1.6071899999999999</c:v>
                </c:pt>
                <c:pt idx="2612">
                  <c:v>1.58168</c:v>
                </c:pt>
                <c:pt idx="2613">
                  <c:v>1.5990800000000001</c:v>
                </c:pt>
                <c:pt idx="2614">
                  <c:v>1.59667</c:v>
                </c:pt>
                <c:pt idx="2615">
                  <c:v>1.5987</c:v>
                </c:pt>
                <c:pt idx="2616">
                  <c:v>1.62436</c:v>
                </c:pt>
                <c:pt idx="2617">
                  <c:v>1.6434</c:v>
                </c:pt>
                <c:pt idx="2618">
                  <c:v>1.67984</c:v>
                </c:pt>
                <c:pt idx="2619">
                  <c:v>1.6691</c:v>
                </c:pt>
                <c:pt idx="2620">
                  <c:v>1.58185</c:v>
                </c:pt>
                <c:pt idx="2621">
                  <c:v>#N/A</c:v>
                </c:pt>
                <c:pt idx="2622">
                  <c:v>1.5854600000000001</c:v>
                </c:pt>
                <c:pt idx="2623">
                  <c:v>1.6115699999999999</c:v>
                </c:pt>
                <c:pt idx="2624">
                  <c:v>1.6444000000000001</c:v>
                </c:pt>
                <c:pt idx="2625">
                  <c:v>1.6469499999999999</c:v>
                </c:pt>
                <c:pt idx="2626">
                  <c:v>1.66473</c:v>
                </c:pt>
                <c:pt idx="2627">
                  <c:v>1.6387700000000001</c:v>
                </c:pt>
                <c:pt idx="2628">
                  <c:v>1.60494</c:v>
                </c:pt>
                <c:pt idx="2629">
                  <c:v>1.5658799999999999</c:v>
                </c:pt>
                <c:pt idx="2630">
                  <c:v>1.5873600000000001</c:v>
                </c:pt>
                <c:pt idx="2631">
                  <c:v>1.5855999999999999</c:v>
                </c:pt>
                <c:pt idx="2632">
                  <c:v>1.59765</c:v>
                </c:pt>
                <c:pt idx="2633">
                  <c:v>1.5620400000000001</c:v>
                </c:pt>
                <c:pt idx="2634">
                  <c:v>1.5303500000000001</c:v>
                </c:pt>
                <c:pt idx="2635">
                  <c:v>1.4721200000000001</c:v>
                </c:pt>
                <c:pt idx="2636">
                  <c:v>1.4924200000000001</c:v>
                </c:pt>
                <c:pt idx="2637">
                  <c:v>1.48569</c:v>
                </c:pt>
                <c:pt idx="2638">
                  <c:v>1.4875100000000001</c:v>
                </c:pt>
                <c:pt idx="2639">
                  <c:v>1.50274</c:v>
                </c:pt>
                <c:pt idx="2640">
                  <c:v>1.54776</c:v>
                </c:pt>
                <c:pt idx="2641">
                  <c:v>1.55925</c:v>
                </c:pt>
                <c:pt idx="2642">
                  <c:v>1.53443</c:v>
                </c:pt>
                <c:pt idx="2643">
                  <c:v>1.6160300000000001</c:v>
                </c:pt>
                <c:pt idx="2644">
                  <c:v>1.56494</c:v>
                </c:pt>
                <c:pt idx="2645">
                  <c:v>1.56589</c:v>
                </c:pt>
                <c:pt idx="2646">
                  <c:v>1.57605</c:v>
                </c:pt>
                <c:pt idx="2647">
                  <c:v>#N/A</c:v>
                </c:pt>
                <c:pt idx="2648">
                  <c:v>1.56402</c:v>
                </c:pt>
                <c:pt idx="2649">
                  <c:v>1.5387200000000001</c:v>
                </c:pt>
                <c:pt idx="2650">
                  <c:v>1.4539899999999999</c:v>
                </c:pt>
                <c:pt idx="2651">
                  <c:v>1.4714799999999999</c:v>
                </c:pt>
                <c:pt idx="2652">
                  <c:v>1.44286</c:v>
                </c:pt>
                <c:pt idx="2653">
                  <c:v>1.4361600000000001</c:v>
                </c:pt>
                <c:pt idx="2654">
                  <c:v>1.44754</c:v>
                </c:pt>
                <c:pt idx="2655">
                  <c:v>1.4220299999999999</c:v>
                </c:pt>
                <c:pt idx="2656">
                  <c:v>1.3328</c:v>
                </c:pt>
                <c:pt idx="2657">
                  <c:v>1.3295399999999999</c:v>
                </c:pt>
                <c:pt idx="2658">
                  <c:v>1.36117</c:v>
                </c:pt>
                <c:pt idx="2659">
                  <c:v>1.4596</c:v>
                </c:pt>
                <c:pt idx="2660">
                  <c:v>1.5038400000000001</c:v>
                </c:pt>
                <c:pt idx="2661">
                  <c:v>1.4580900000000001</c:v>
                </c:pt>
                <c:pt idx="2662">
                  <c:v>1.4991099999999999</c:v>
                </c:pt>
                <c:pt idx="2663">
                  <c:v>1.4891300000000001</c:v>
                </c:pt>
                <c:pt idx="2664">
                  <c:v>1.4785900000000001</c:v>
                </c:pt>
                <c:pt idx="2665">
                  <c:v>1.48614</c:v>
                </c:pt>
                <c:pt idx="2666">
                  <c:v>1.4916499999999999</c:v>
                </c:pt>
                <c:pt idx="2667">
                  <c:v>1.4691099999999999</c:v>
                </c:pt>
                <c:pt idx="2668">
                  <c:v>1.4612700000000001</c:v>
                </c:pt>
                <c:pt idx="2669">
                  <c:v>1.4303600000000001</c:v>
                </c:pt>
                <c:pt idx="2670">
                  <c:v>1.4239299999999999</c:v>
                </c:pt>
                <c:pt idx="2671">
                  <c:v>1.4347300000000001</c:v>
                </c:pt>
                <c:pt idx="2672">
                  <c:v>1.43506</c:v>
                </c:pt>
                <c:pt idx="2673">
                  <c:v>1.4092499999999999</c:v>
                </c:pt>
                <c:pt idx="2674">
                  <c:v>1.3986499999999999</c:v>
                </c:pt>
                <c:pt idx="2675">
                  <c:v>1.40743</c:v>
                </c:pt>
                <c:pt idx="2676">
                  <c:v>#N/A</c:v>
                </c:pt>
                <c:pt idx="2677">
                  <c:v>1.41578</c:v>
                </c:pt>
                <c:pt idx="2678">
                  <c:v>1.44408</c:v>
                </c:pt>
                <c:pt idx="2679">
                  <c:v>1.4779599999999999</c:v>
                </c:pt>
                <c:pt idx="2680">
                  <c:v>1.48926</c:v>
                </c:pt>
                <c:pt idx="2681">
                  <c:v>1.50573</c:v>
                </c:pt>
                <c:pt idx="2682">
                  <c:v>1.5140199999999999</c:v>
                </c:pt>
                <c:pt idx="2683">
                  <c:v>1.5166999999999999</c:v>
                </c:pt>
                <c:pt idx="2684">
                  <c:v>1.51553</c:v>
                </c:pt>
                <c:pt idx="2685">
                  <c:v>1.55427</c:v>
                </c:pt>
                <c:pt idx="2686">
                  <c:v>1.4737100000000001</c:v>
                </c:pt>
                <c:pt idx="2687">
                  <c:v>1.4654499999999999</c:v>
                </c:pt>
                <c:pt idx="2688">
                  <c:v>1.42153</c:v>
                </c:pt>
                <c:pt idx="2689">
                  <c:v>1.37093</c:v>
                </c:pt>
                <c:pt idx="2690">
                  <c:v>1.3797999999999999</c:v>
                </c:pt>
                <c:pt idx="2691">
                  <c:v>1.4452400000000001</c:v>
                </c:pt>
                <c:pt idx="2692">
                  <c:v>1.4520900000000001</c:v>
                </c:pt>
                <c:pt idx="2693">
                  <c:v>1.50892</c:v>
                </c:pt>
                <c:pt idx="2694">
                  <c:v>1.4154</c:v>
                </c:pt>
                <c:pt idx="2695">
                  <c:v>1.4521500000000001</c:v>
                </c:pt>
                <c:pt idx="2696">
                  <c:v>1.5891</c:v>
                </c:pt>
                <c:pt idx="2697">
                  <c:v>1.5749299999999999</c:v>
                </c:pt>
                <c:pt idx="2698">
                  <c:v>1.62398</c:v>
                </c:pt>
                <c:pt idx="2699">
                  <c:v>1.60595</c:v>
                </c:pt>
                <c:pt idx="2700">
                  <c:v>1.65794</c:v>
                </c:pt>
                <c:pt idx="2701">
                  <c:v>1.6588099999999999</c:v>
                </c:pt>
                <c:pt idx="2702">
                  <c:v>1.6263700000000001</c:v>
                </c:pt>
                <c:pt idx="2703">
                  <c:v>1.58948</c:v>
                </c:pt>
                <c:pt idx="2704">
                  <c:v>1.5807800000000001</c:v>
                </c:pt>
                <c:pt idx="2705">
                  <c:v>1.5183800000000001</c:v>
                </c:pt>
                <c:pt idx="2706">
                  <c:v>1.53176</c:v>
                </c:pt>
                <c:pt idx="2707">
                  <c:v>1.5153300000000001</c:v>
                </c:pt>
                <c:pt idx="2708">
                  <c:v>1.47523</c:v>
                </c:pt>
                <c:pt idx="2709">
                  <c:v>1.45041</c:v>
                </c:pt>
                <c:pt idx="2710">
                  <c:v>1.45594</c:v>
                </c:pt>
                <c:pt idx="2711">
                  <c:v>1.47095</c:v>
                </c:pt>
                <c:pt idx="2712">
                  <c:v>1.4604600000000001</c:v>
                </c:pt>
                <c:pt idx="2713">
                  <c:v>1.4694400000000001</c:v>
                </c:pt>
                <c:pt idx="2714">
                  <c:v>1.4536800000000001</c:v>
                </c:pt>
                <c:pt idx="2715">
                  <c:v>1.46736</c:v>
                </c:pt>
                <c:pt idx="2716">
                  <c:v>1.46315</c:v>
                </c:pt>
                <c:pt idx="2717">
                  <c:v>#N/A</c:v>
                </c:pt>
                <c:pt idx="2718">
                  <c:v>1.44123</c:v>
                </c:pt>
                <c:pt idx="2719">
                  <c:v>1.4263300000000001</c:v>
                </c:pt>
                <c:pt idx="2720">
                  <c:v>1.43103</c:v>
                </c:pt>
                <c:pt idx="2721">
                  <c:v>1.41381</c:v>
                </c:pt>
                <c:pt idx="2722">
                  <c:v>1.4296199999999999</c:v>
                </c:pt>
                <c:pt idx="2723">
                  <c:v>1.5062500000000001</c:v>
                </c:pt>
                <c:pt idx="2724">
                  <c:v>1.5070699999999999</c:v>
                </c:pt>
                <c:pt idx="2725">
                  <c:v>1.5016499999999999</c:v>
                </c:pt>
                <c:pt idx="2726">
                  <c:v>1.51387</c:v>
                </c:pt>
                <c:pt idx="2727">
                  <c:v>1.5465</c:v>
                </c:pt>
                <c:pt idx="2728">
                  <c:v>1.56134</c:v>
                </c:pt>
                <c:pt idx="2729">
                  <c:v>1.4963</c:v>
                </c:pt>
                <c:pt idx="2730">
                  <c:v>1.5074099999999999</c:v>
                </c:pt>
                <c:pt idx="2731">
                  <c:v>1.50132</c:v>
                </c:pt>
                <c:pt idx="2732">
                  <c:v>1.5285200000000001</c:v>
                </c:pt>
                <c:pt idx="2733">
                  <c:v>1.53538</c:v>
                </c:pt>
                <c:pt idx="2734">
                  <c:v>1.5052000000000001</c:v>
                </c:pt>
                <c:pt idx="2735">
                  <c:v>1.58623</c:v>
                </c:pt>
                <c:pt idx="2736">
                  <c:v>1.6135200000000001</c:v>
                </c:pt>
                <c:pt idx="2737">
                  <c:v>1.7031400000000001</c:v>
                </c:pt>
                <c:pt idx="2738">
                  <c:v>1.6899500000000001</c:v>
                </c:pt>
                <c:pt idx="2739">
                  <c:v>1.7644899999999999</c:v>
                </c:pt>
                <c:pt idx="2740">
                  <c:v>1.6852199999999999</c:v>
                </c:pt>
                <c:pt idx="2741">
                  <c:v>1.68408</c:v>
                </c:pt>
                <c:pt idx="2742">
                  <c:v>1.69825</c:v>
                </c:pt>
                <c:pt idx="2743">
                  <c:v>1.7601199999999999</c:v>
                </c:pt>
                <c:pt idx="2744">
                  <c:v>1.75614</c:v>
                </c:pt>
                <c:pt idx="2745">
                  <c:v>1.7265699999999999</c:v>
                </c:pt>
                <c:pt idx="2746">
                  <c:v>1.7578</c:v>
                </c:pt>
                <c:pt idx="2747">
                  <c:v>#N/A</c:v>
                </c:pt>
                <c:pt idx="2748">
                  <c:v>1.8487499999999999</c:v>
                </c:pt>
                <c:pt idx="2749">
                  <c:v>1.8407899999999999</c:v>
                </c:pt>
                <c:pt idx="2750">
                  <c:v>1.79338</c:v>
                </c:pt>
                <c:pt idx="2751">
                  <c:v>1.7331300000000001</c:v>
                </c:pt>
                <c:pt idx="2752">
                  <c:v>1.75084</c:v>
                </c:pt>
                <c:pt idx="2753">
                  <c:v>1.7550600000000001</c:v>
                </c:pt>
                <c:pt idx="2754">
                  <c:v>1.7268399999999999</c:v>
                </c:pt>
                <c:pt idx="2755">
                  <c:v>1.68448</c:v>
                </c:pt>
                <c:pt idx="2756">
                  <c:v>1.7265200000000001</c:v>
                </c:pt>
                <c:pt idx="2757">
                  <c:v>1.7585599999999999</c:v>
                </c:pt>
                <c:pt idx="2758">
                  <c:v>1.71262</c:v>
                </c:pt>
                <c:pt idx="2759">
                  <c:v>1.6823699999999999</c:v>
                </c:pt>
                <c:pt idx="2760">
                  <c:v>1.72834</c:v>
                </c:pt>
                <c:pt idx="2761">
                  <c:v>1.71556</c:v>
                </c:pt>
                <c:pt idx="2762">
                  <c:v>1.7199199999999999</c:v>
                </c:pt>
                <c:pt idx="2763">
                  <c:v>1.7408399999999999</c:v>
                </c:pt>
                <c:pt idx="2764">
                  <c:v>1.72628</c:v>
                </c:pt>
                <c:pt idx="2765">
                  <c:v>1.6931499999999999</c:v>
                </c:pt>
                <c:pt idx="2766">
                  <c:v>1.7348300000000001</c:v>
                </c:pt>
                <c:pt idx="2767">
                  <c:v>1.6975</c:v>
                </c:pt>
                <c:pt idx="2768">
                  <c:v>#N/A</c:v>
                </c:pt>
                <c:pt idx="2769">
                  <c:v>1.69241</c:v>
                </c:pt>
                <c:pt idx="2770">
                  <c:v>1.67659</c:v>
                </c:pt>
                <c:pt idx="2771">
                  <c:v>1.7173099999999999</c:v>
                </c:pt>
                <c:pt idx="2772">
                  <c:v>1.7324900000000001</c:v>
                </c:pt>
                <c:pt idx="2773">
                  <c:v>1.74823</c:v>
                </c:pt>
                <c:pt idx="2774">
                  <c:v>1.72943</c:v>
                </c:pt>
                <c:pt idx="2775">
                  <c:v>1.76363</c:v>
                </c:pt>
                <c:pt idx="2776">
                  <c:v>1.7302599999999999</c:v>
                </c:pt>
                <c:pt idx="2777">
                  <c:v>1.7269300000000001</c:v>
                </c:pt>
                <c:pt idx="2778">
                  <c:v>1.7761100000000001</c:v>
                </c:pt>
                <c:pt idx="2779">
                  <c:v>1.75376</c:v>
                </c:pt>
                <c:pt idx="2780">
                  <c:v>#N/A</c:v>
                </c:pt>
                <c:pt idx="2781">
                  <c:v>1.75376</c:v>
                </c:pt>
                <c:pt idx="2782">
                  <c:v>1.8110299999999999</c:v>
                </c:pt>
                <c:pt idx="2783">
                  <c:v>1.74841</c:v>
                </c:pt>
                <c:pt idx="2784">
                  <c:v>1.7458199999999999</c:v>
                </c:pt>
                <c:pt idx="2785">
                  <c:v>1.7775700000000001</c:v>
                </c:pt>
                <c:pt idx="2786">
                  <c:v>1.81029</c:v>
                </c:pt>
                <c:pt idx="2787">
                  <c:v>1.9432799999999999</c:v>
                </c:pt>
                <c:pt idx="2788">
                  <c:v>1.9914099999999999</c:v>
                </c:pt>
                <c:pt idx="2789">
                  <c:v>2.11863</c:v>
                </c:pt>
                <c:pt idx="2790">
                  <c:v>2.1801699999999999</c:v>
                </c:pt>
                <c:pt idx="2791">
                  <c:v>2.29528</c:v>
                </c:pt>
                <c:pt idx="2792">
                  <c:v>2.38584</c:v>
                </c:pt>
                <c:pt idx="2793">
                  <c:v>2.53416</c:v>
                </c:pt>
                <c:pt idx="2794">
                  <c:v>2.34524</c:v>
                </c:pt>
                <c:pt idx="2795">
                  <c:v>2.06758</c:v>
                </c:pt>
                <c:pt idx="2796">
                  <c:v>1.96757</c:v>
                </c:pt>
                <c:pt idx="2797">
                  <c:v>1.9437800000000001</c:v>
                </c:pt>
                <c:pt idx="2798">
                  <c:v>1.8704099999999999</c:v>
                </c:pt>
                <c:pt idx="2799">
                  <c:v>1.88384</c:v>
                </c:pt>
                <c:pt idx="2800">
                  <c:v>#N/A</c:v>
                </c:pt>
                <c:pt idx="2801">
                  <c:v>1.86737</c:v>
                </c:pt>
                <c:pt idx="2802">
                  <c:v>1.89341</c:v>
                </c:pt>
                <c:pt idx="2803">
                  <c:v>1.9068099999999999</c:v>
                </c:pt>
                <c:pt idx="2804">
                  <c:v>1.9614400000000001</c:v>
                </c:pt>
                <c:pt idx="2805">
                  <c:v>#N/A</c:v>
                </c:pt>
                <c:pt idx="2806">
                  <c:v>2.02311</c:v>
                </c:pt>
                <c:pt idx="2807">
                  <c:v>2.2136</c:v>
                </c:pt>
                <c:pt idx="2808">
                  <c:v>2.2722500000000001</c:v>
                </c:pt>
                <c:pt idx="2809">
                  <c:v>2.20702</c:v>
                </c:pt>
                <c:pt idx="2810">
                  <c:v>2.1534</c:v>
                </c:pt>
                <c:pt idx="2811">
                  <c:v>2.2002700000000002</c:v>
                </c:pt>
                <c:pt idx="2812">
                  <c:v>2.3100800000000001</c:v>
                </c:pt>
                <c:pt idx="2813">
                  <c:v>2.3495200000000001</c:v>
                </c:pt>
                <c:pt idx="2814">
                  <c:v>2.3998200000000001</c:v>
                </c:pt>
                <c:pt idx="2815">
                  <c:v>2.4511400000000001</c:v>
                </c:pt>
                <c:pt idx="2816">
                  <c:v>2.4197099999999998</c:v>
                </c:pt>
                <c:pt idx="2817">
                  <c:v>#N/A</c:v>
                </c:pt>
                <c:pt idx="2818">
                  <c:v>2.4142100000000002</c:v>
                </c:pt>
                <c:pt idx="2819">
                  <c:v>2.41513</c:v>
                </c:pt>
                <c:pt idx="2820">
                  <c:v>2.37751</c:v>
                </c:pt>
                <c:pt idx="2821">
                  <c:v>2.3043</c:v>
                </c:pt>
                <c:pt idx="2822">
                  <c:v>2.3142499999999999</c:v>
                </c:pt>
                <c:pt idx="2823">
                  <c:v>2.3052700000000002</c:v>
                </c:pt>
                <c:pt idx="2824">
                  <c:v>2.3829799999999999</c:v>
                </c:pt>
                <c:pt idx="2825">
                  <c:v>2.3188</c:v>
                </c:pt>
                <c:pt idx="2826">
                  <c:v>2.2898100000000001</c:v>
                </c:pt>
                <c:pt idx="2827">
                  <c:v>2.1869499999999999</c:v>
                </c:pt>
                <c:pt idx="2828">
                  <c:v>2.1158800000000002</c:v>
                </c:pt>
                <c:pt idx="2829">
                  <c:v>2.18296</c:v>
                </c:pt>
                <c:pt idx="2830">
                  <c:v>2.1423299999999998</c:v>
                </c:pt>
                <c:pt idx="2831">
                  <c:v>2.1164000000000001</c:v>
                </c:pt>
                <c:pt idx="2832">
                  <c:v>2.12046</c:v>
                </c:pt>
                <c:pt idx="2833">
                  <c:v>2.1766999999999999</c:v>
                </c:pt>
                <c:pt idx="2834">
                  <c:v>2.16967</c:v>
                </c:pt>
                <c:pt idx="2835">
                  <c:v>2.1430699999999998</c:v>
                </c:pt>
                <c:pt idx="2836">
                  <c:v>2.06969</c:v>
                </c:pt>
                <c:pt idx="2837">
                  <c:v>#N/A</c:v>
                </c:pt>
                <c:pt idx="2838">
                  <c:v>1.98838</c:v>
                </c:pt>
                <c:pt idx="2839">
                  <c:v>2.0588000000000002</c:v>
                </c:pt>
                <c:pt idx="2840">
                  <c:v>2.0138500000000001</c:v>
                </c:pt>
                <c:pt idx="2841">
                  <c:v>1.97038</c:v>
                </c:pt>
                <c:pt idx="2842">
                  <c:v>2.0169999999999999</c:v>
                </c:pt>
                <c:pt idx="2843">
                  <c:v>2.0412499999999998</c:v>
                </c:pt>
                <c:pt idx="2844">
                  <c:v>2.00732</c:v>
                </c:pt>
                <c:pt idx="2845">
                  <c:v>1.9571400000000001</c:v>
                </c:pt>
                <c:pt idx="2846">
                  <c:v>1.98786</c:v>
                </c:pt>
                <c:pt idx="2847">
                  <c:v>1.93988</c:v>
                </c:pt>
                <c:pt idx="2848">
                  <c:v>1.9706699999999999</c:v>
                </c:pt>
                <c:pt idx="2849">
                  <c:v>2.0127299999999999</c:v>
                </c:pt>
                <c:pt idx="2850">
                  <c:v>2.0747</c:v>
                </c:pt>
                <c:pt idx="2851">
                  <c:v>2.0881699999999999</c:v>
                </c:pt>
                <c:pt idx="2852">
                  <c:v>2.1445599999999998</c:v>
                </c:pt>
                <c:pt idx="2853">
                  <c:v>2.2597399999999999</c:v>
                </c:pt>
                <c:pt idx="2854">
                  <c:v>2.2583600000000001</c:v>
                </c:pt>
                <c:pt idx="2855">
                  <c:v>2.19767</c:v>
                </c:pt>
                <c:pt idx="2856">
                  <c:v>2.27597</c:v>
                </c:pt>
                <c:pt idx="2857">
                  <c:v>2.3463699999999998</c:v>
                </c:pt>
                <c:pt idx="2858">
                  <c:v>2.37927</c:v>
                </c:pt>
                <c:pt idx="2859">
                  <c:v>2.3823799999999999</c:v>
                </c:pt>
                <c:pt idx="2860">
                  <c:v>2.3454600000000001</c:v>
                </c:pt>
                <c:pt idx="2861">
                  <c:v>2.32185</c:v>
                </c:pt>
                <c:pt idx="2862">
                  <c:v>2.3217599999999998</c:v>
                </c:pt>
                <c:pt idx="2863">
                  <c:v>2.3138899999999998</c:v>
                </c:pt>
                <c:pt idx="2864">
                  <c:v>2.2753100000000002</c:v>
                </c:pt>
                <c:pt idx="2865">
                  <c:v>2.2258</c:v>
                </c:pt>
                <c:pt idx="2866">
                  <c:v>2.24864</c:v>
                </c:pt>
                <c:pt idx="2867">
                  <c:v>2.20302</c:v>
                </c:pt>
                <c:pt idx="2868">
                  <c:v>2.2170800000000002</c:v>
                </c:pt>
                <c:pt idx="2869">
                  <c:v>2.2462900000000001</c:v>
                </c:pt>
                <c:pt idx="2870">
                  <c:v>2.1818200000000001</c:v>
                </c:pt>
                <c:pt idx="2871">
                  <c:v>2.2054200000000002</c:v>
                </c:pt>
                <c:pt idx="2872">
                  <c:v>2.1318600000000001</c:v>
                </c:pt>
                <c:pt idx="2873">
                  <c:v>2.1706699999999999</c:v>
                </c:pt>
                <c:pt idx="2874">
                  <c:v>2.1667999999999998</c:v>
                </c:pt>
                <c:pt idx="2875">
                  <c:v>2.1363599999999998</c:v>
                </c:pt>
                <c:pt idx="2876">
                  <c:v>2.1544300000000001</c:v>
                </c:pt>
                <c:pt idx="2877">
                  <c:v>2.1503199999999998</c:v>
                </c:pt>
                <c:pt idx="2878">
                  <c:v>2.1734100000000001</c:v>
                </c:pt>
                <c:pt idx="2879">
                  <c:v>2.1652399999999998</c:v>
                </c:pt>
                <c:pt idx="2880">
                  <c:v>2.19373</c:v>
                </c:pt>
                <c:pt idx="2881">
                  <c:v>2.2524600000000001</c:v>
                </c:pt>
                <c:pt idx="2882">
                  <c:v>2.2282099999999998</c:v>
                </c:pt>
                <c:pt idx="2883">
                  <c:v>2.1659999999999999</c:v>
                </c:pt>
                <c:pt idx="2884">
                  <c:v>2.1024099999999999</c:v>
                </c:pt>
                <c:pt idx="2885">
                  <c:v>2.12086</c:v>
                </c:pt>
                <c:pt idx="2886">
                  <c:v>2.1078700000000001</c:v>
                </c:pt>
                <c:pt idx="2887">
                  <c:v>2.1206200000000002</c:v>
                </c:pt>
                <c:pt idx="2888">
                  <c:v>2.0701000000000001</c:v>
                </c:pt>
                <c:pt idx="2889">
                  <c:v>2.0797699999999999</c:v>
                </c:pt>
                <c:pt idx="2890">
                  <c:v>2.12798</c:v>
                </c:pt>
                <c:pt idx="2891">
                  <c:v>2.1221899999999998</c:v>
                </c:pt>
                <c:pt idx="2892">
                  <c:v>2.0756899999999998</c:v>
                </c:pt>
                <c:pt idx="2893">
                  <c:v>2.06088</c:v>
                </c:pt>
                <c:pt idx="2894">
                  <c:v>1.9980500000000001</c:v>
                </c:pt>
                <c:pt idx="2895">
                  <c:v>2.08649</c:v>
                </c:pt>
                <c:pt idx="2896">
                  <c:v>2.0479799999999999</c:v>
                </c:pt>
                <c:pt idx="2897">
                  <c:v>2.0045999999999999</c:v>
                </c:pt>
                <c:pt idx="2898">
                  <c:v>2.0886999999999998</c:v>
                </c:pt>
                <c:pt idx="2899">
                  <c:v>2.0613999999999999</c:v>
                </c:pt>
                <c:pt idx="2900">
                  <c:v>2.09022</c:v>
                </c:pt>
                <c:pt idx="2901">
                  <c:v>2.1204399999999999</c:v>
                </c:pt>
                <c:pt idx="2902">
                  <c:v>2.0561199999999999</c:v>
                </c:pt>
                <c:pt idx="2903">
                  <c:v>2.0868799999999998</c:v>
                </c:pt>
                <c:pt idx="2904">
                  <c:v>2.0750799999999998</c:v>
                </c:pt>
                <c:pt idx="2905">
                  <c:v>2.0672100000000002</c:v>
                </c:pt>
                <c:pt idx="2906">
                  <c:v>2.0614699999999999</c:v>
                </c:pt>
                <c:pt idx="2907">
                  <c:v>#N/A</c:v>
                </c:pt>
                <c:pt idx="2908">
                  <c:v>2.1302599999999998</c:v>
                </c:pt>
                <c:pt idx="2909">
                  <c:v>2.1608800000000001</c:v>
                </c:pt>
                <c:pt idx="2910">
                  <c:v>2.18885</c:v>
                </c:pt>
                <c:pt idx="2911">
                  <c:v>2.20282</c:v>
                </c:pt>
                <c:pt idx="2912">
                  <c:v>2.1741999999999999</c:v>
                </c:pt>
                <c:pt idx="2913">
                  <c:v>2.1311300000000002</c:v>
                </c:pt>
                <c:pt idx="2914">
                  <c:v>2.1219000000000001</c:v>
                </c:pt>
                <c:pt idx="2915">
                  <c:v>2.22641</c:v>
                </c:pt>
                <c:pt idx="2916">
                  <c:v>2.1979500000000001</c:v>
                </c:pt>
                <c:pt idx="2917">
                  <c:v>2.2498499999999999</c:v>
                </c:pt>
                <c:pt idx="2918">
                  <c:v>2.2761200000000001</c:v>
                </c:pt>
                <c:pt idx="2919">
                  <c:v>2.28932</c:v>
                </c:pt>
                <c:pt idx="2920">
                  <c:v>2.2699199999999999</c:v>
                </c:pt>
                <c:pt idx="2921">
                  <c:v>2.2685499999999998</c:v>
                </c:pt>
                <c:pt idx="2922">
                  <c:v>2.3023099999999999</c:v>
                </c:pt>
                <c:pt idx="2923">
                  <c:v>2.3469000000000002</c:v>
                </c:pt>
                <c:pt idx="2924">
                  <c:v>2.3626800000000001</c:v>
                </c:pt>
                <c:pt idx="2925">
                  <c:v>2.2286000000000001</c:v>
                </c:pt>
                <c:pt idx="2926">
                  <c:v>2.2653699999999999</c:v>
                </c:pt>
                <c:pt idx="2927">
                  <c:v>2.2296200000000002</c:v>
                </c:pt>
                <c:pt idx="2928">
                  <c:v>2.1722800000000002</c:v>
                </c:pt>
                <c:pt idx="2929">
                  <c:v>2.2130000000000001</c:v>
                </c:pt>
                <c:pt idx="2930">
                  <c:v>2.24431</c:v>
                </c:pt>
                <c:pt idx="2931">
                  <c:v>2.2165599999999999</c:v>
                </c:pt>
                <c:pt idx="2932">
                  <c:v>2.35365</c:v>
                </c:pt>
                <c:pt idx="2933">
                  <c:v>2.3298700000000001</c:v>
                </c:pt>
                <c:pt idx="2934">
                  <c:v>2.2444899999999999</c:v>
                </c:pt>
                <c:pt idx="2935">
                  <c:v>2.2315999999999998</c:v>
                </c:pt>
                <c:pt idx="2936">
                  <c:v>#N/A</c:v>
                </c:pt>
                <c:pt idx="2937">
                  <c:v>2.3505400000000001</c:v>
                </c:pt>
                <c:pt idx="2938">
                  <c:v>2.4129900000000002</c:v>
                </c:pt>
                <c:pt idx="2939">
                  <c:v>2.4661599999999999</c:v>
                </c:pt>
                <c:pt idx="2940">
                  <c:v>2.40164</c:v>
                </c:pt>
                <c:pt idx="2941">
                  <c:v>2.31976</c:v>
                </c:pt>
                <c:pt idx="2942">
                  <c:v>2.2995399999999999</c:v>
                </c:pt>
                <c:pt idx="2943">
                  <c:v>2.3080400000000001</c:v>
                </c:pt>
                <c:pt idx="2944">
                  <c:v>2.3794400000000002</c:v>
                </c:pt>
                <c:pt idx="2945">
                  <c:v>2.36422</c:v>
                </c:pt>
                <c:pt idx="2946">
                  <c:v>2.3748800000000001</c:v>
                </c:pt>
                <c:pt idx="2947">
                  <c:v>2.3792300000000002</c:v>
                </c:pt>
                <c:pt idx="2948">
                  <c:v>2.41778</c:v>
                </c:pt>
                <c:pt idx="2949">
                  <c:v>2.472</c:v>
                </c:pt>
                <c:pt idx="2950">
                  <c:v>2.5772499999999998</c:v>
                </c:pt>
                <c:pt idx="2951">
                  <c:v>2.5991599999999999</c:v>
                </c:pt>
                <c:pt idx="2952">
                  <c:v>2.6871399999999999</c:v>
                </c:pt>
                <c:pt idx="2953">
                  <c:v>2.6460900000000001</c:v>
                </c:pt>
                <c:pt idx="2954">
                  <c:v>2.5356900000000002</c:v>
                </c:pt>
                <c:pt idx="2955">
                  <c:v>2.4605399999999999</c:v>
                </c:pt>
                <c:pt idx="2956">
                  <c:v>2.4962900000000001</c:v>
                </c:pt>
                <c:pt idx="2957">
                  <c:v>2.5875900000000001</c:v>
                </c:pt>
                <c:pt idx="2958">
                  <c:v>2.5633599999999999</c:v>
                </c:pt>
                <c:pt idx="2959">
                  <c:v>2.49044</c:v>
                </c:pt>
                <c:pt idx="2960">
                  <c:v>2.5932200000000001</c:v>
                </c:pt>
                <c:pt idx="2961">
                  <c:v>2.6455000000000002</c:v>
                </c:pt>
                <c:pt idx="2962">
                  <c:v>2.6255500000000001</c:v>
                </c:pt>
                <c:pt idx="2963">
                  <c:v>2.7603399999999998</c:v>
                </c:pt>
                <c:pt idx="2964">
                  <c:v>2.6867299999999998</c:v>
                </c:pt>
                <c:pt idx="2965">
                  <c:v>2.6544099999999999</c:v>
                </c:pt>
                <c:pt idx="2966">
                  <c:v>2.6600999999999999</c:v>
                </c:pt>
                <c:pt idx="2967">
                  <c:v>2.6995399999999998</c:v>
                </c:pt>
                <c:pt idx="2968">
                  <c:v>2.6873</c:v>
                </c:pt>
                <c:pt idx="2969">
                  <c:v>2.80688</c:v>
                </c:pt>
                <c:pt idx="2970">
                  <c:v>2.87188</c:v>
                </c:pt>
                <c:pt idx="2971">
                  <c:v>2.9586700000000001</c:v>
                </c:pt>
                <c:pt idx="2972">
                  <c:v>3.09937</c:v>
                </c:pt>
                <c:pt idx="2973">
                  <c:v>2.9936400000000001</c:v>
                </c:pt>
                <c:pt idx="2974">
                  <c:v>3.0172099999999999</c:v>
                </c:pt>
                <c:pt idx="2975">
                  <c:v>2.8858299999999999</c:v>
                </c:pt>
                <c:pt idx="2976">
                  <c:v>2.8288899999999999</c:v>
                </c:pt>
                <c:pt idx="2977">
                  <c:v>2.7729200000000001</c:v>
                </c:pt>
                <c:pt idx="2978">
                  <c:v>2.8715999999999999</c:v>
                </c:pt>
                <c:pt idx="2979">
                  <c:v>2.8625500000000001</c:v>
                </c:pt>
                <c:pt idx="2980">
                  <c:v>2.8881199999999998</c:v>
                </c:pt>
                <c:pt idx="2981">
                  <c:v>2.9070399999999998</c:v>
                </c:pt>
                <c:pt idx="2982">
                  <c:v>#N/A</c:v>
                </c:pt>
                <c:pt idx="2983">
                  <c:v>2.8405200000000002</c:v>
                </c:pt>
                <c:pt idx="2984">
                  <c:v>2.7931900000000001</c:v>
                </c:pt>
                <c:pt idx="2985">
                  <c:v>2.8080799999999999</c:v>
                </c:pt>
                <c:pt idx="2986">
                  <c:v>2.8530600000000002</c:v>
                </c:pt>
                <c:pt idx="2987">
                  <c:v>2.8393799999999998</c:v>
                </c:pt>
                <c:pt idx="2988">
                  <c:v>2.7136</c:v>
                </c:pt>
                <c:pt idx="2989">
                  <c:v>2.6514899999999999</c:v>
                </c:pt>
                <c:pt idx="2990">
                  <c:v>2.6612100000000001</c:v>
                </c:pt>
                <c:pt idx="2991">
                  <c:v>2.6760299999999999</c:v>
                </c:pt>
                <c:pt idx="2992">
                  <c:v>2.75414</c:v>
                </c:pt>
                <c:pt idx="2993">
                  <c:v>2.94374</c:v>
                </c:pt>
                <c:pt idx="2994">
                  <c:v>2.9842599999999999</c:v>
                </c:pt>
                <c:pt idx="2995">
                  <c:v>3.11741</c:v>
                </c:pt>
                <c:pt idx="2996">
                  <c:v>3.1457999999999999</c:v>
                </c:pt>
                <c:pt idx="2997">
                  <c:v>3.2832699999999999</c:v>
                </c:pt>
                <c:pt idx="2998">
                  <c:v>3.2912599999999999</c:v>
                </c:pt>
                <c:pt idx="2999">
                  <c:v>3.17882</c:v>
                </c:pt>
                <c:pt idx="3000">
                  <c:v>3.1034199999999998</c:v>
                </c:pt>
                <c:pt idx="3001">
                  <c:v>3.0992899999999999</c:v>
                </c:pt>
                <c:pt idx="3002">
                  <c:v>2.9056600000000001</c:v>
                </c:pt>
                <c:pt idx="3003">
                  <c:v>2.8902299999999999</c:v>
                </c:pt>
                <c:pt idx="3004">
                  <c:v>2.8379500000000002</c:v>
                </c:pt>
                <c:pt idx="3005">
                  <c:v>2.72424</c:v>
                </c:pt>
                <c:pt idx="3006">
                  <c:v>2.6909700000000001</c:v>
                </c:pt>
                <c:pt idx="3007">
                  <c:v>#N/A</c:v>
                </c:pt>
                <c:pt idx="3008">
                  <c:v>2.8106300000000002</c:v>
                </c:pt>
                <c:pt idx="3009">
                  <c:v>2.8162799999999999</c:v>
                </c:pt>
                <c:pt idx="3010">
                  <c:v>2.7432400000000001</c:v>
                </c:pt>
                <c:pt idx="3011">
                  <c:v>2.6810399999999999</c:v>
                </c:pt>
                <c:pt idx="3012">
                  <c:v>2.7322500000000001</c:v>
                </c:pt>
                <c:pt idx="3013">
                  <c:v>2.7814800000000002</c:v>
                </c:pt>
                <c:pt idx="3014">
                  <c:v>2.8972600000000002</c:v>
                </c:pt>
                <c:pt idx="3015">
                  <c:v>2.9029099999999999</c:v>
                </c:pt>
                <c:pt idx="3016">
                  <c:v>2.7924500000000001</c:v>
                </c:pt>
                <c:pt idx="3017">
                  <c:v>2.7765399999999998</c:v>
                </c:pt>
                <c:pt idx="3018">
                  <c:v>2.8400500000000002</c:v>
                </c:pt>
                <c:pt idx="3019">
                  <c:v>2.7852800000000002</c:v>
                </c:pt>
                <c:pt idx="3020">
                  <c:v>2.8087900000000001</c:v>
                </c:pt>
                <c:pt idx="3021">
                  <c:v>2.8268499999999999</c:v>
                </c:pt>
                <c:pt idx="3022">
                  <c:v>2.80959</c:v>
                </c:pt>
                <c:pt idx="3023">
                  <c:v>2.7027800000000002</c:v>
                </c:pt>
                <c:pt idx="3024">
                  <c:v>2.7201599999999999</c:v>
                </c:pt>
                <c:pt idx="3025">
                  <c:v>2.7002899999999999</c:v>
                </c:pt>
                <c:pt idx="3026">
                  <c:v>2.7071000000000001</c:v>
                </c:pt>
                <c:pt idx="3027">
                  <c:v>2.7721200000000001</c:v>
                </c:pt>
                <c:pt idx="3028">
                  <c:v>2.7596400000000001</c:v>
                </c:pt>
                <c:pt idx="3029">
                  <c:v>#N/A</c:v>
                </c:pt>
                <c:pt idx="3030">
                  <c:v>2.7962799999999999</c:v>
                </c:pt>
                <c:pt idx="3031">
                  <c:v>2.8871799999999999</c:v>
                </c:pt>
                <c:pt idx="3032">
                  <c:v>2.85033</c:v>
                </c:pt>
                <c:pt idx="3033">
                  <c:v>2.8559199999999998</c:v>
                </c:pt>
                <c:pt idx="3034">
                  <c:v>2.8816600000000001</c:v>
                </c:pt>
                <c:pt idx="3035">
                  <c:v>2.8603499999999999</c:v>
                </c:pt>
                <c:pt idx="3036">
                  <c:v>2.8329200000000001</c:v>
                </c:pt>
                <c:pt idx="3037">
                  <c:v>2.8188499999999999</c:v>
                </c:pt>
                <c:pt idx="3038">
                  <c:v>2.80091</c:v>
                </c:pt>
                <c:pt idx="3039">
                  <c:v>2.8311500000000001</c:v>
                </c:pt>
                <c:pt idx="3040">
                  <c:v>#N/A</c:v>
                </c:pt>
                <c:pt idx="3041">
                  <c:v>2.83643</c:v>
                </c:pt>
                <c:pt idx="3042">
                  <c:v>2.8580299999999998</c:v>
                </c:pt>
                <c:pt idx="3043">
                  <c:v>2.90158</c:v>
                </c:pt>
                <c:pt idx="3044">
                  <c:v>2.8965999999999998</c:v>
                </c:pt>
                <c:pt idx="3045">
                  <c:v>2.8860100000000002</c:v>
                </c:pt>
                <c:pt idx="3046">
                  <c:v>2.9033899999999999</c:v>
                </c:pt>
                <c:pt idx="3047">
                  <c:v>3.0358800000000001</c:v>
                </c:pt>
                <c:pt idx="3048">
                  <c:v>3.0834999999999999</c:v>
                </c:pt>
                <c:pt idx="3049">
                  <c:v>3.0825200000000001</c:v>
                </c:pt>
                <c:pt idx="3050">
                  <c:v>3.15334</c:v>
                </c:pt>
                <c:pt idx="3051">
                  <c:v>3.3866399999999999</c:v>
                </c:pt>
                <c:pt idx="3052">
                  <c:v>3.34565</c:v>
                </c:pt>
                <c:pt idx="3053">
                  <c:v>3.2219000000000002</c:v>
                </c:pt>
                <c:pt idx="3054">
                  <c:v>3.2233700000000001</c:v>
                </c:pt>
                <c:pt idx="3055">
                  <c:v>3.18024</c:v>
                </c:pt>
                <c:pt idx="3056">
                  <c:v>3.2642000000000002</c:v>
                </c:pt>
                <c:pt idx="3057">
                  <c:v>3.2553000000000001</c:v>
                </c:pt>
                <c:pt idx="3058">
                  <c:v>3.2125599999999999</c:v>
                </c:pt>
                <c:pt idx="3059">
                  <c:v>3.1724600000000001</c:v>
                </c:pt>
                <c:pt idx="3060">
                  <c:v>3.1945999999999999</c:v>
                </c:pt>
                <c:pt idx="3061">
                  <c:v>#N/A</c:v>
                </c:pt>
                <c:pt idx="3062">
                  <c:v>3.2105899999999998</c:v>
                </c:pt>
                <c:pt idx="3063">
                  <c:v>3.0842100000000001</c:v>
                </c:pt>
                <c:pt idx="3064">
                  <c:v>3.1235200000000001</c:v>
                </c:pt>
                <c:pt idx="3065">
                  <c:v>3.1718099999999998</c:v>
                </c:pt>
                <c:pt idx="3066">
                  <c:v>#N/A</c:v>
                </c:pt>
                <c:pt idx="3067">
                  <c:v>3.2232799999999999</c:v>
                </c:pt>
                <c:pt idx="3068">
                  <c:v>3.1641699999999999</c:v>
                </c:pt>
                <c:pt idx="3069">
                  <c:v>3.28993</c:v>
                </c:pt>
                <c:pt idx="3070">
                  <c:v>3.4222899999999998</c:v>
                </c:pt>
                <c:pt idx="3071">
                  <c:v>3.51756</c:v>
                </c:pt>
                <c:pt idx="3072">
                  <c:v>3.5078399999999998</c:v>
                </c:pt>
                <c:pt idx="3073">
                  <c:v>3.6195200000000001</c:v>
                </c:pt>
                <c:pt idx="3074">
                  <c:v>3.7796699999999999</c:v>
                </c:pt>
                <c:pt idx="3075">
                  <c:v>3.7366199999999998</c:v>
                </c:pt>
                <c:pt idx="3076">
                  <c:v>3.9756800000000001</c:v>
                </c:pt>
                <c:pt idx="3077">
                  <c:v>#N/A</c:v>
                </c:pt>
                <c:pt idx="3078">
                  <c:v>4.01999</c:v>
                </c:pt>
                <c:pt idx="3079">
                  <c:v>4.1764200000000002</c:v>
                </c:pt>
                <c:pt idx="3080">
                  <c:v>4.0750099999999998</c:v>
                </c:pt>
                <c:pt idx="3081">
                  <c:v>3.7738999999999998</c:v>
                </c:pt>
                <c:pt idx="3082">
                  <c:v>3.8245</c:v>
                </c:pt>
                <c:pt idx="3083">
                  <c:v>3.7353900000000002</c:v>
                </c:pt>
                <c:pt idx="3084">
                  <c:v>3.6900400000000002</c:v>
                </c:pt>
                <c:pt idx="3085">
                  <c:v>3.6916000000000002</c:v>
                </c:pt>
                <c:pt idx="3086">
                  <c:v>3.7757000000000001</c:v>
                </c:pt>
                <c:pt idx="3087">
                  <c:v>3.8207100000000001</c:v>
                </c:pt>
                <c:pt idx="3088">
                  <c:v>4.0236799999999997</c:v>
                </c:pt>
                <c:pt idx="3089">
                  <c:v>3.95533</c:v>
                </c:pt>
                <c:pt idx="3090">
                  <c:v>3.9656799999999999</c:v>
                </c:pt>
                <c:pt idx="3091">
                  <c:v>3.9697900000000002</c:v>
                </c:pt>
                <c:pt idx="3092">
                  <c:v>4.2456300000000002</c:v>
                </c:pt>
                <c:pt idx="3093">
                  <c:v>4.2661499999999997</c:v>
                </c:pt>
                <c:pt idx="3094">
                  <c:v>4.1911199999999997</c:v>
                </c:pt>
                <c:pt idx="3095">
                  <c:v>4.3346999999999998</c:v>
                </c:pt>
                <c:pt idx="3096">
                  <c:v>4.1135599999999997</c:v>
                </c:pt>
                <c:pt idx="3097">
                  <c:v>#N/A</c:v>
                </c:pt>
                <c:pt idx="3098">
                  <c:v>4.0444599999999999</c:v>
                </c:pt>
                <c:pt idx="3099">
                  <c:v>3.8214700000000001</c:v>
                </c:pt>
                <c:pt idx="3100">
                  <c:v>3.8188499999999999</c:v>
                </c:pt>
                <c:pt idx="3101">
                  <c:v>3.77501</c:v>
                </c:pt>
                <c:pt idx="3102">
                  <c:v>3.7002799999999998</c:v>
                </c:pt>
                <c:pt idx="3103">
                  <c:v>3.7502</c:v>
                </c:pt>
                <c:pt idx="3104">
                  <c:v>3.65625</c:v>
                </c:pt>
                <c:pt idx="3105">
                  <c:v>3.6613699999999998</c:v>
                </c:pt>
                <c:pt idx="3106">
                  <c:v>3.66133</c:v>
                </c:pt>
                <c:pt idx="3107">
                  <c:v>3.6784500000000002</c:v>
                </c:pt>
                <c:pt idx="3108">
                  <c:v>3.5028999999999999</c:v>
                </c:pt>
                <c:pt idx="3109">
                  <c:v>3.48061</c:v>
                </c:pt>
                <c:pt idx="3110">
                  <c:v>3.3365999999999998</c:v>
                </c:pt>
                <c:pt idx="3111">
                  <c:v>3.2738499999999999</c:v>
                </c:pt>
                <c:pt idx="3112">
                  <c:v>3.25352</c:v>
                </c:pt>
                <c:pt idx="3113">
                  <c:v>3.3148</c:v>
                </c:pt>
                <c:pt idx="3114">
                  <c:v>3.2068599999999998</c:v>
                </c:pt>
                <c:pt idx="3115">
                  <c:v>3.1619000000000002</c:v>
                </c:pt>
                <c:pt idx="3116">
                  <c:v>3.08277</c:v>
                </c:pt>
                <c:pt idx="3117">
                  <c:v>3.1192299999999999</c:v>
                </c:pt>
                <c:pt idx="3118">
                  <c:v>3.2018900000000001</c:v>
                </c:pt>
                <c:pt idx="3119">
                  <c:v>3.0710000000000002</c:v>
                </c:pt>
                <c:pt idx="3120">
                  <c:v>2.8980399999999999</c:v>
                </c:pt>
                <c:pt idx="3121">
                  <c:v>2.8237100000000002</c:v>
                </c:pt>
                <c:pt idx="3122">
                  <c:v>2.7921100000000001</c:v>
                </c:pt>
                <c:pt idx="3123">
                  <c:v>2.7933400000000002</c:v>
                </c:pt>
                <c:pt idx="3124">
                  <c:v>2.9148700000000001</c:v>
                </c:pt>
                <c:pt idx="3125">
                  <c:v>2.9912999999999998</c:v>
                </c:pt>
                <c:pt idx="3126">
                  <c:v>#N/A</c:v>
                </c:pt>
                <c:pt idx="3127">
                  <c:v>2.9889199999999998</c:v>
                </c:pt>
                <c:pt idx="3128">
                  <c:v>3.0497399999999999</c:v>
                </c:pt>
                <c:pt idx="3129">
                  <c:v>2.9708100000000002</c:v>
                </c:pt>
                <c:pt idx="3130">
                  <c:v>2.95322</c:v>
                </c:pt>
                <c:pt idx="3131">
                  <c:v>2.91534</c:v>
                </c:pt>
                <c:pt idx="3132">
                  <c:v>2.95295</c:v>
                </c:pt>
                <c:pt idx="3133">
                  <c:v>3.0732900000000001</c:v>
                </c:pt>
                <c:pt idx="3134">
                  <c:v>3.00332</c:v>
                </c:pt>
                <c:pt idx="3135">
                  <c:v>3.1602899999999998</c:v>
                </c:pt>
                <c:pt idx="3136">
                  <c:v>3.11334</c:v>
                </c:pt>
                <c:pt idx="3137">
                  <c:v>3.0365799999999998</c:v>
                </c:pt>
                <c:pt idx="3138">
                  <c:v>2.94042</c:v>
                </c:pt>
                <c:pt idx="3139">
                  <c:v>2.86477</c:v>
                </c:pt>
                <c:pt idx="3140">
                  <c:v>2.81352</c:v>
                </c:pt>
                <c:pt idx="3141">
                  <c:v>2.8748100000000001</c:v>
                </c:pt>
                <c:pt idx="3142">
                  <c:v>2.86076</c:v>
                </c:pt>
                <c:pt idx="3143">
                  <c:v>2.7348499999999998</c:v>
                </c:pt>
                <c:pt idx="3144">
                  <c:v>2.6522100000000002</c:v>
                </c:pt>
                <c:pt idx="3145">
                  <c:v>2.6709299999999998</c:v>
                </c:pt>
                <c:pt idx="3146">
                  <c:v>2.7499099999999999</c:v>
                </c:pt>
                <c:pt idx="3147">
                  <c:v>2.7696700000000001</c:v>
                </c:pt>
                <c:pt idx="3148">
                  <c:v>2.77088</c:v>
                </c:pt>
                <c:pt idx="3149">
                  <c:v>2.7635200000000002</c:v>
                </c:pt>
                <c:pt idx="3150">
                  <c:v>2.7639800000000001</c:v>
                </c:pt>
                <c:pt idx="3151">
                  <c:v>2.7816100000000001</c:v>
                </c:pt>
                <c:pt idx="3152">
                  <c:v>2.7513700000000001</c:v>
                </c:pt>
                <c:pt idx="3153">
                  <c:v>2.8485800000000001</c:v>
                </c:pt>
                <c:pt idx="3154">
                  <c:v>2.9358499999999998</c:v>
                </c:pt>
                <c:pt idx="3155">
                  <c:v>2.96034</c:v>
                </c:pt>
                <c:pt idx="3156">
                  <c:v>2.9162599999999999</c:v>
                </c:pt>
                <c:pt idx="3157">
                  <c:v>2.9546100000000002</c:v>
                </c:pt>
                <c:pt idx="3158">
                  <c:v>2.90387</c:v>
                </c:pt>
                <c:pt idx="3159">
                  <c:v>2.8645200000000002</c:v>
                </c:pt>
                <c:pt idx="3160">
                  <c:v>2.8196400000000001</c:v>
                </c:pt>
                <c:pt idx="3161">
                  <c:v>2.8851100000000001</c:v>
                </c:pt>
                <c:pt idx="3162">
                  <c:v>2.80959</c:v>
                </c:pt>
                <c:pt idx="3163">
                  <c:v>2.8001200000000002</c:v>
                </c:pt>
                <c:pt idx="3164">
                  <c:v>2.80783</c:v>
                </c:pt>
                <c:pt idx="3165">
                  <c:v>2.9888300000000001</c:v>
                </c:pt>
                <c:pt idx="3166">
                  <c:v>3.01498</c:v>
                </c:pt>
                <c:pt idx="3167">
                  <c:v>3.0376400000000001</c:v>
                </c:pt>
                <c:pt idx="3168">
                  <c:v>3.0163799999999998</c:v>
                </c:pt>
                <c:pt idx="3169">
                  <c:v>2.9626299999999999</c:v>
                </c:pt>
                <c:pt idx="3170">
                  <c:v>2.9574699999999998</c:v>
                </c:pt>
                <c:pt idx="3171">
                  <c:v>2.9327899999999998</c:v>
                </c:pt>
                <c:pt idx="3172">
                  <c:v>#N/A</c:v>
                </c:pt>
                <c:pt idx="3173">
                  <c:v>2.9652099999999999</c:v>
                </c:pt>
                <c:pt idx="3174">
                  <c:v>2.9200599999999999</c:v>
                </c:pt>
                <c:pt idx="3175">
                  <c:v>2.86259</c:v>
                </c:pt>
                <c:pt idx="3176">
                  <c:v>2.8441000000000001</c:v>
                </c:pt>
                <c:pt idx="3177">
                  <c:v>2.7799</c:v>
                </c:pt>
                <c:pt idx="3178">
                  <c:v>2.7014499999999999</c:v>
                </c:pt>
                <c:pt idx="3179">
                  <c:v>2.6613500000000001</c:v>
                </c:pt>
                <c:pt idx="3180">
                  <c:v>2.7140499999999999</c:v>
                </c:pt>
                <c:pt idx="3181">
                  <c:v>2.8168299999999999</c:v>
                </c:pt>
                <c:pt idx="3182">
                  <c:v>2.8989799999999999</c:v>
                </c:pt>
                <c:pt idx="3183">
                  <c:v>3.0043199999999999</c:v>
                </c:pt>
                <c:pt idx="3184">
                  <c:v>2.96713</c:v>
                </c:pt>
                <c:pt idx="3185">
                  <c:v>3.0118499999999999</c:v>
                </c:pt>
                <c:pt idx="3186">
                  <c:v>2.9459499999999998</c:v>
                </c:pt>
                <c:pt idx="3187">
                  <c:v>2.8111700000000002</c:v>
                </c:pt>
                <c:pt idx="3188">
                  <c:v>2.7730600000000001</c:v>
                </c:pt>
                <c:pt idx="3189">
                  <c:v>2.7335799999999999</c:v>
                </c:pt>
                <c:pt idx="3190">
                  <c:v>2.6319599999999999</c:v>
                </c:pt>
                <c:pt idx="3191">
                  <c:v>2.79549</c:v>
                </c:pt>
                <c:pt idx="3192">
                  <c:v>2.90341</c:v>
                </c:pt>
                <c:pt idx="3193">
                  <c:v>2.81168</c:v>
                </c:pt>
                <c:pt idx="3194">
                  <c:v>2.6261399999999999</c:v>
                </c:pt>
                <c:pt idx="3195">
                  <c:v>2.57437</c:v>
                </c:pt>
                <c:pt idx="3196">
                  <c:v>2.5610599999999999</c:v>
                </c:pt>
                <c:pt idx="3197">
                  <c:v>#N/A</c:v>
                </c:pt>
                <c:pt idx="3198">
                  <c:v>2.5845199999999999</c:v>
                </c:pt>
                <c:pt idx="3199">
                  <c:v>2.5773600000000001</c:v>
                </c:pt>
                <c:pt idx="3200">
                  <c:v>2.5941399999999999</c:v>
                </c:pt>
                <c:pt idx="3201">
                  <c:v>2.54548</c:v>
                </c:pt>
                <c:pt idx="3202">
                  <c:v>2.4646400000000002</c:v>
                </c:pt>
                <c:pt idx="3203">
                  <c:v>2.3997299999999999</c:v>
                </c:pt>
                <c:pt idx="3204">
                  <c:v>2.4374199999999999</c:v>
                </c:pt>
                <c:pt idx="3205">
                  <c:v>2.4136700000000002</c:v>
                </c:pt>
                <c:pt idx="3206">
                  <c:v>2.3908399999999999</c:v>
                </c:pt>
                <c:pt idx="3207">
                  <c:v>2.4056700000000002</c:v>
                </c:pt>
                <c:pt idx="3208">
                  <c:v>2.39852</c:v>
                </c:pt>
                <c:pt idx="3209">
                  <c:v>2.33466</c:v>
                </c:pt>
                <c:pt idx="3210">
                  <c:v>2.3925000000000001</c:v>
                </c:pt>
                <c:pt idx="3211">
                  <c:v>2.39378</c:v>
                </c:pt>
                <c:pt idx="3212">
                  <c:v>2.47099</c:v>
                </c:pt>
                <c:pt idx="3213">
                  <c:v>2.5369799999999998</c:v>
                </c:pt>
                <c:pt idx="3214">
                  <c:v>2.6350500000000001</c:v>
                </c:pt>
                <c:pt idx="3215">
                  <c:v>2.6715399999999998</c:v>
                </c:pt>
                <c:pt idx="3216">
                  <c:v>2.7000299999999999</c:v>
                </c:pt>
                <c:pt idx="3217">
                  <c:v>2.6702699999999999</c:v>
                </c:pt>
                <c:pt idx="3218">
                  <c:v>2.66079</c:v>
                </c:pt>
                <c:pt idx="3219">
                  <c:v>2.61721</c:v>
                </c:pt>
                <c:pt idx="3220">
                  <c:v>2.5246900000000001</c:v>
                </c:pt>
                <c:pt idx="3221">
                  <c:v>2.4142999999999999</c:v>
                </c:pt>
                <c:pt idx="3222">
                  <c:v>2.3821599999999998</c:v>
                </c:pt>
                <c:pt idx="3223">
                  <c:v>2.4182600000000001</c:v>
                </c:pt>
                <c:pt idx="3224">
                  <c:v>2.3855400000000002</c:v>
                </c:pt>
                <c:pt idx="3225">
                  <c:v>2.3123399999999998</c:v>
                </c:pt>
                <c:pt idx="3226">
                  <c:v>2.3048700000000002</c:v>
                </c:pt>
                <c:pt idx="3227">
                  <c:v>2.2378900000000002</c:v>
                </c:pt>
                <c:pt idx="3228">
                  <c:v>2.1856100000000001</c:v>
                </c:pt>
                <c:pt idx="3229">
                  <c:v>2.2100300000000002</c:v>
                </c:pt>
                <c:pt idx="3230">
                  <c:v>2.1907299999999998</c:v>
                </c:pt>
                <c:pt idx="3231">
                  <c:v>2.1896900000000001</c:v>
                </c:pt>
                <c:pt idx="3232">
                  <c:v>2.2509299999999999</c:v>
                </c:pt>
                <c:pt idx="3233">
                  <c:v>2.2254800000000001</c:v>
                </c:pt>
                <c:pt idx="3234">
                  <c:v>2.2782900000000001</c:v>
                </c:pt>
                <c:pt idx="3235">
                  <c:v>2.3030400000000002</c:v>
                </c:pt>
                <c:pt idx="3236">
                  <c:v>2.2287699999999999</c:v>
                </c:pt>
                <c:pt idx="3237">
                  <c:v>2.2730800000000002</c:v>
                </c:pt>
                <c:pt idx="3238">
                  <c:v>2.2700300000000002</c:v>
                </c:pt>
                <c:pt idx="3239">
                  <c:v>2.31941</c:v>
                </c:pt>
                <c:pt idx="3240">
                  <c:v>2.3670100000000001</c:v>
                </c:pt>
                <c:pt idx="3241">
                  <c:v>2.32158</c:v>
                </c:pt>
                <c:pt idx="3242">
                  <c:v>#N/A</c:v>
                </c:pt>
                <c:pt idx="3243">
                  <c:v>2.2766500000000001</c:v>
                </c:pt>
                <c:pt idx="3244">
                  <c:v>2.22234</c:v>
                </c:pt>
                <c:pt idx="3245">
                  <c:v>2.1718899999999999</c:v>
                </c:pt>
                <c:pt idx="3246">
                  <c:v>2.2674799999999999</c:v>
                </c:pt>
                <c:pt idx="3247">
                  <c:v>2.2701799999999999</c:v>
                </c:pt>
                <c:pt idx="3248">
                  <c:v>2.34097</c:v>
                </c:pt>
                <c:pt idx="3249">
                  <c:v>2.43004</c:v>
                </c:pt>
                <c:pt idx="3250">
                  <c:v>2.4335599999999999</c:v>
                </c:pt>
                <c:pt idx="3251">
                  <c:v>2.53165</c:v>
                </c:pt>
                <c:pt idx="3252">
                  <c:v>2.4662799999999998</c:v>
                </c:pt>
                <c:pt idx="3253">
                  <c:v>2.42096</c:v>
                </c:pt>
                <c:pt idx="3254">
                  <c:v>2.2592699999999999</c:v>
                </c:pt>
                <c:pt idx="3255">
                  <c:v>2.22201</c:v>
                </c:pt>
                <c:pt idx="3256">
                  <c:v>2.29325</c:v>
                </c:pt>
                <c:pt idx="3257">
                  <c:v>2.3573200000000001</c:v>
                </c:pt>
                <c:pt idx="3258">
                  <c:v>2.3101400000000001</c:v>
                </c:pt>
                <c:pt idx="3259">
                  <c:v>2.18513</c:v>
                </c:pt>
                <c:pt idx="3260">
                  <c:v>2.2390099999999999</c:v>
                </c:pt>
                <c:pt idx="3261">
                  <c:v>2.2101899999999999</c:v>
                </c:pt>
                <c:pt idx="3262">
                  <c:v>2.2789000000000001</c:v>
                </c:pt>
                <c:pt idx="3263">
                  <c:v>2.34246</c:v>
                </c:pt>
                <c:pt idx="3264">
                  <c:v>2.3237299999999999</c:v>
                </c:pt>
                <c:pt idx="3265">
                  <c:v>2.3166699999999998</c:v>
                </c:pt>
                <c:pt idx="3266">
                  <c:v>2.2995800000000002</c:v>
                </c:pt>
                <c:pt idx="3267">
                  <c:v>#N/A</c:v>
                </c:pt>
                <c:pt idx="3268">
                  <c:v>2.32267</c:v>
                </c:pt>
                <c:pt idx="3269">
                  <c:v>2.3086099999999998</c:v>
                </c:pt>
                <c:pt idx="3270">
                  <c:v>2.28491</c:v>
                </c:pt>
                <c:pt idx="3271">
                  <c:v>2.2716699999999999</c:v>
                </c:pt>
                <c:pt idx="3272">
                  <c:v>2.31413</c:v>
                </c:pt>
                <c:pt idx="3273">
                  <c:v>2.30965</c:v>
                </c:pt>
                <c:pt idx="3274">
                  <c:v>2.2411300000000001</c:v>
                </c:pt>
                <c:pt idx="3275">
                  <c:v>2.2320199999999999</c:v>
                </c:pt>
                <c:pt idx="3276">
                  <c:v>2.23366</c:v>
                </c:pt>
                <c:pt idx="3277">
                  <c:v>2.2329699999999999</c:v>
                </c:pt>
                <c:pt idx="3278">
                  <c:v>2.27948</c:v>
                </c:pt>
                <c:pt idx="3279">
                  <c:v>2.2771499999999998</c:v>
                </c:pt>
                <c:pt idx="3280">
                  <c:v>2.3019400000000001</c:v>
                </c:pt>
                <c:pt idx="3281">
                  <c:v>2.31169</c:v>
                </c:pt>
                <c:pt idx="3282">
                  <c:v>2.3720599999999998</c:v>
                </c:pt>
                <c:pt idx="3283">
                  <c:v>2.47715</c:v>
                </c:pt>
                <c:pt idx="3284">
                  <c:v>2.4666000000000001</c:v>
                </c:pt>
                <c:pt idx="3285">
                  <c:v>2.4228200000000002</c:v>
                </c:pt>
                <c:pt idx="3286">
                  <c:v>2.45228</c:v>
                </c:pt>
                <c:pt idx="3287">
                  <c:v>2.3105099999999998</c:v>
                </c:pt>
                <c:pt idx="3288">
                  <c:v>2.2191900000000002</c:v>
                </c:pt>
                <c:pt idx="3289">
                  <c:v>2.25142</c:v>
                </c:pt>
                <c:pt idx="3290">
                  <c:v>2.5050400000000002</c:v>
                </c:pt>
                <c:pt idx="3291">
                  <c:v>#N/A</c:v>
                </c:pt>
                <c:pt idx="3292">
                  <c:v>2.6395</c:v>
                </c:pt>
                <c:pt idx="3293">
                  <c:v>2.4830000000000001</c:v>
                </c:pt>
                <c:pt idx="3294">
                  <c:v>2.5691899999999999</c:v>
                </c:pt>
                <c:pt idx="3295">
                  <c:v>2.6014499999999998</c:v>
                </c:pt>
                <c:pt idx="3296">
                  <c:v>2.6959499999999998</c:v>
                </c:pt>
                <c:pt idx="3297">
                  <c:v>2.6718999999999999</c:v>
                </c:pt>
                <c:pt idx="3298">
                  <c:v>2.6017600000000001</c:v>
                </c:pt>
                <c:pt idx="3299">
                  <c:v>2.6078700000000001</c:v>
                </c:pt>
                <c:pt idx="3300">
                  <c:v>#N/A</c:v>
                </c:pt>
                <c:pt idx="3301">
                  <c:v>2.6408299999999998</c:v>
                </c:pt>
                <c:pt idx="3302">
                  <c:v>2.5562999999999998</c:v>
                </c:pt>
                <c:pt idx="3303">
                  <c:v>2.5664199999999999</c:v>
                </c:pt>
                <c:pt idx="3304">
                  <c:v>2.5217399999999999</c:v>
                </c:pt>
                <c:pt idx="3305">
                  <c:v>2.5516200000000002</c:v>
                </c:pt>
                <c:pt idx="3306">
                  <c:v>2.5052099999999999</c:v>
                </c:pt>
                <c:pt idx="3307">
                  <c:v>2.4184100000000002</c:v>
                </c:pt>
                <c:pt idx="3308">
                  <c:v>2.3408699999999998</c:v>
                </c:pt>
                <c:pt idx="3309">
                  <c:v>2.3267699999999998</c:v>
                </c:pt>
                <c:pt idx="3310">
                  <c:v>2.3307600000000002</c:v>
                </c:pt>
                <c:pt idx="3311">
                  <c:v>2.3109099999999998</c:v>
                </c:pt>
                <c:pt idx="3312">
                  <c:v>2.3298899999999998</c:v>
                </c:pt>
                <c:pt idx="3313">
                  <c:v>2.2915899999999998</c:v>
                </c:pt>
                <c:pt idx="3314">
                  <c:v>2.21888</c:v>
                </c:pt>
                <c:pt idx="3315">
                  <c:v>2.2206100000000002</c:v>
                </c:pt>
                <c:pt idx="3316">
                  <c:v>2.1795800000000001</c:v>
                </c:pt>
                <c:pt idx="3317">
                  <c:v>2.19469</c:v>
                </c:pt>
                <c:pt idx="3318">
                  <c:v>2.1741999999999999</c:v>
                </c:pt>
                <c:pt idx="3319">
                  <c:v>2.1788799999999999</c:v>
                </c:pt>
                <c:pt idx="3320">
                  <c:v>2.1960899999999999</c:v>
                </c:pt>
                <c:pt idx="3321">
                  <c:v>2.2062300000000001</c:v>
                </c:pt>
                <c:pt idx="3322">
                  <c:v>#N/A</c:v>
                </c:pt>
                <c:pt idx="3323">
                  <c:v>2.1783700000000001</c:v>
                </c:pt>
                <c:pt idx="3324">
                  <c:v>2.2236500000000001</c:v>
                </c:pt>
                <c:pt idx="3325">
                  <c:v>2.2387600000000001</c:v>
                </c:pt>
                <c:pt idx="3326">
                  <c:v>2.2487400000000002</c:v>
                </c:pt>
                <c:pt idx="3327">
                  <c:v>#N/A</c:v>
                </c:pt>
                <c:pt idx="3328">
                  <c:v>2.2470699999999999</c:v>
                </c:pt>
                <c:pt idx="3329">
                  <c:v>2.1850700000000001</c:v>
                </c:pt>
                <c:pt idx="3330">
                  <c:v>2.1313</c:v>
                </c:pt>
                <c:pt idx="3331">
                  <c:v>2.0973099999999998</c:v>
                </c:pt>
                <c:pt idx="3332">
                  <c:v>2.10114</c:v>
                </c:pt>
                <c:pt idx="3333">
                  <c:v>2.1381899999999998</c:v>
                </c:pt>
                <c:pt idx="3334">
                  <c:v>2.1438799999999998</c:v>
                </c:pt>
                <c:pt idx="3335">
                  <c:v>2.0876000000000001</c:v>
                </c:pt>
                <c:pt idx="3336">
                  <c:v>2.0644800000000001</c:v>
                </c:pt>
                <c:pt idx="3337">
                  <c:v>#N/A</c:v>
                </c:pt>
                <c:pt idx="3338">
                  <c:v>2.0486800000000001</c:v>
                </c:pt>
                <c:pt idx="3339">
                  <c:v>2.0598900000000002</c:v>
                </c:pt>
                <c:pt idx="3340">
                  <c:v>2.10859</c:v>
                </c:pt>
                <c:pt idx="3341">
                  <c:v>2.1046999999999998</c:v>
                </c:pt>
                <c:pt idx="3342">
                  <c:v>2.09497</c:v>
                </c:pt>
                <c:pt idx="3343">
                  <c:v>2.1014900000000001</c:v>
                </c:pt>
                <c:pt idx="3344">
                  <c:v>2.06874</c:v>
                </c:pt>
                <c:pt idx="3345">
                  <c:v>2.1244900000000002</c:v>
                </c:pt>
                <c:pt idx="3346">
                  <c:v>2.09382</c:v>
                </c:pt>
                <c:pt idx="3347">
                  <c:v>2.1070099999999998</c:v>
                </c:pt>
                <c:pt idx="3348">
                  <c:v>2.09192</c:v>
                </c:pt>
                <c:pt idx="3349">
                  <c:v>2.03322</c:v>
                </c:pt>
                <c:pt idx="3350">
                  <c:v>1.97095</c:v>
                </c:pt>
                <c:pt idx="3351">
                  <c:v>1.9049700000000001</c:v>
                </c:pt>
                <c:pt idx="3352">
                  <c:v>1.9273100000000001</c:v>
                </c:pt>
                <c:pt idx="3353">
                  <c:v>1.96522</c:v>
                </c:pt>
                <c:pt idx="3354">
                  <c:v>2.0523699999999998</c:v>
                </c:pt>
                <c:pt idx="3355">
                  <c:v>2.0011899999999998</c:v>
                </c:pt>
                <c:pt idx="3356">
                  <c:v>1.9761899999999999</c:v>
                </c:pt>
                <c:pt idx="3357">
                  <c:v>1.94676</c:v>
                </c:pt>
                <c:pt idx="3358">
                  <c:v>1.9280200000000001</c:v>
                </c:pt>
                <c:pt idx="3359">
                  <c:v>1.9755799999999999</c:v>
                </c:pt>
                <c:pt idx="3360">
                  <c:v>2.0052400000000001</c:v>
                </c:pt>
                <c:pt idx="3361">
                  <c:v>2.0222899999999999</c:v>
                </c:pt>
                <c:pt idx="3362">
                  <c:v>#N/A</c:v>
                </c:pt>
                <c:pt idx="3363">
                  <c:v>1.99129</c:v>
                </c:pt>
                <c:pt idx="3364">
                  <c:v>1.99159</c:v>
                </c:pt>
                <c:pt idx="3365">
                  <c:v>1.9900800000000001</c:v>
                </c:pt>
                <c:pt idx="3366">
                  <c:v>2.0569999999999999</c:v>
                </c:pt>
                <c:pt idx="3367">
                  <c:v>2.0448200000000001</c:v>
                </c:pt>
                <c:pt idx="3368">
                  <c:v>2.02468</c:v>
                </c:pt>
                <c:pt idx="3369">
                  <c:v>1.95295</c:v>
                </c:pt>
                <c:pt idx="3370">
                  <c:v>1.9570799999999999</c:v>
                </c:pt>
                <c:pt idx="3371">
                  <c:v>1.94333</c:v>
                </c:pt>
                <c:pt idx="3372">
                  <c:v>1.9240200000000001</c:v>
                </c:pt>
                <c:pt idx="3373">
                  <c:v>1.93868</c:v>
                </c:pt>
                <c:pt idx="3374">
                  <c:v>2.0381100000000001</c:v>
                </c:pt>
                <c:pt idx="3375">
                  <c:v>2.0782500000000002</c:v>
                </c:pt>
                <c:pt idx="3376">
                  <c:v>2.00474</c:v>
                </c:pt>
                <c:pt idx="3377">
                  <c:v>2.00976</c:v>
                </c:pt>
                <c:pt idx="3378">
                  <c:v>2.0907300000000002</c:v>
                </c:pt>
                <c:pt idx="3379">
                  <c:v>2.0546799999999998</c:v>
                </c:pt>
                <c:pt idx="3380">
                  <c:v>1.9645900000000001</c:v>
                </c:pt>
                <c:pt idx="3381">
                  <c:v>1.9172499999999999</c:v>
                </c:pt>
                <c:pt idx="3382">
                  <c:v>1.92333</c:v>
                </c:pt>
                <c:pt idx="3383">
                  <c:v>1.9463999999999999</c:v>
                </c:pt>
                <c:pt idx="3384">
                  <c:v>1.9846299999999999</c:v>
                </c:pt>
                <c:pt idx="3385">
                  <c:v>1.93605</c:v>
                </c:pt>
                <c:pt idx="3386">
                  <c:v>1.8906499999999999</c:v>
                </c:pt>
                <c:pt idx="3387">
                  <c:v>1.8641300000000001</c:v>
                </c:pt>
                <c:pt idx="3388">
                  <c:v>1.8256300000000001</c:v>
                </c:pt>
                <c:pt idx="3389">
                  <c:v>1.8448500000000001</c:v>
                </c:pt>
                <c:pt idx="3390">
                  <c:v>1.88442</c:v>
                </c:pt>
                <c:pt idx="3391">
                  <c:v>1.9214</c:v>
                </c:pt>
                <c:pt idx="3392">
                  <c:v>1.9643600000000001</c:v>
                </c:pt>
                <c:pt idx="3393">
                  <c:v>1.9470400000000001</c:v>
                </c:pt>
                <c:pt idx="3394">
                  <c:v>1.94163</c:v>
                </c:pt>
                <c:pt idx="3395">
                  <c:v>1.9569099999999999</c:v>
                </c:pt>
                <c:pt idx="3396">
                  <c:v>1.9395100000000001</c:v>
                </c:pt>
                <c:pt idx="3397">
                  <c:v>1.96719</c:v>
                </c:pt>
                <c:pt idx="3398">
                  <c:v>2.01105</c:v>
                </c:pt>
                <c:pt idx="3399">
                  <c:v>2.0095499999999999</c:v>
                </c:pt>
                <c:pt idx="3400">
                  <c:v>2.0120800000000001</c:v>
                </c:pt>
                <c:pt idx="3401">
                  <c:v>#N/A</c:v>
                </c:pt>
                <c:pt idx="3402">
                  <c:v>1.98437</c:v>
                </c:pt>
                <c:pt idx="3403">
                  <c:v>2.0335399999999999</c:v>
                </c:pt>
                <c:pt idx="3404">
                  <c:v>1.9838899999999999</c:v>
                </c:pt>
                <c:pt idx="3405">
                  <c:v>1.9816</c:v>
                </c:pt>
                <c:pt idx="3406">
                  <c:v>1.9522900000000001</c:v>
                </c:pt>
                <c:pt idx="3407">
                  <c:v>1.9152</c:v>
                </c:pt>
                <c:pt idx="3408">
                  <c:v>1.90425</c:v>
                </c:pt>
                <c:pt idx="3409">
                  <c:v>1.93889</c:v>
                </c:pt>
                <c:pt idx="3410">
                  <c:v>1.94665</c:v>
                </c:pt>
                <c:pt idx="3411">
                  <c:v>1.9463200000000001</c:v>
                </c:pt>
                <c:pt idx="3412">
                  <c:v>1.9101399999999999</c:v>
                </c:pt>
                <c:pt idx="3413">
                  <c:v>1.91151</c:v>
                </c:pt>
                <c:pt idx="3414">
                  <c:v>1.8980900000000001</c:v>
                </c:pt>
                <c:pt idx="3415">
                  <c:v>1.94221</c:v>
                </c:pt>
                <c:pt idx="3416">
                  <c:v>1.95347</c:v>
                </c:pt>
                <c:pt idx="3417">
                  <c:v>1.9388399999999999</c:v>
                </c:pt>
                <c:pt idx="3418">
                  <c:v>1.9443699999999999</c:v>
                </c:pt>
                <c:pt idx="3419">
                  <c:v>1.9065799999999999</c:v>
                </c:pt>
                <c:pt idx="3420">
                  <c:v>1.8953100000000001</c:v>
                </c:pt>
                <c:pt idx="3421">
                  <c:v>1.92666</c:v>
                </c:pt>
                <c:pt idx="3422">
                  <c:v>1.89717</c:v>
                </c:pt>
                <c:pt idx="3423">
                  <c:v>1.88887</c:v>
                </c:pt>
                <c:pt idx="3424">
                  <c:v>1.97638</c:v>
                </c:pt>
                <c:pt idx="3425">
                  <c:v>2.0085999999999999</c:v>
                </c:pt>
                <c:pt idx="3426">
                  <c:v>1.9834099999999999</c:v>
                </c:pt>
                <c:pt idx="3427">
                  <c:v>1.9648699999999999</c:v>
                </c:pt>
                <c:pt idx="3428">
                  <c:v>1.9335</c:v>
                </c:pt>
                <c:pt idx="3429">
                  <c:v>1.9288099999999999</c:v>
                </c:pt>
                <c:pt idx="3430">
                  <c:v>1.9568099999999999</c:v>
                </c:pt>
                <c:pt idx="3431">
                  <c:v>1.98187</c:v>
                </c:pt>
                <c:pt idx="3432">
                  <c:v>#N/A</c:v>
                </c:pt>
                <c:pt idx="3433">
                  <c:v>1.9914799999999999</c:v>
                </c:pt>
                <c:pt idx="3434">
                  <c:v>2.0280800000000001</c:v>
                </c:pt>
                <c:pt idx="3435">
                  <c:v>2.0144799999999998</c:v>
                </c:pt>
                <c:pt idx="3436">
                  <c:v>2.0139800000000001</c:v>
                </c:pt>
                <c:pt idx="3437">
                  <c:v>1.9536500000000001</c:v>
                </c:pt>
                <c:pt idx="3438">
                  <c:v>1.94272</c:v>
                </c:pt>
                <c:pt idx="3439">
                  <c:v>1.8811800000000001</c:v>
                </c:pt>
                <c:pt idx="3440">
                  <c:v>1.9027499999999999</c:v>
                </c:pt>
                <c:pt idx="3441">
                  <c:v>1.8711199999999999</c:v>
                </c:pt>
                <c:pt idx="3442">
                  <c:v>1.8466100000000001</c:v>
                </c:pt>
                <c:pt idx="3443">
                  <c:v>1.827</c:v>
                </c:pt>
                <c:pt idx="3444">
                  <c:v>1.8626199999999999</c:v>
                </c:pt>
                <c:pt idx="3445">
                  <c:v>1.91269</c:v>
                </c:pt>
                <c:pt idx="3446">
                  <c:v>1.9486000000000001</c:v>
                </c:pt>
                <c:pt idx="3447">
                  <c:v>1.9737100000000001</c:v>
                </c:pt>
                <c:pt idx="3448">
                  <c:v>2.0691799999999998</c:v>
                </c:pt>
                <c:pt idx="3449">
                  <c:v>2.09484</c:v>
                </c:pt>
                <c:pt idx="3450">
                  <c:v>2.0662799999999999</c:v>
                </c:pt>
                <c:pt idx="3451">
                  <c:v>2.0180400000000001</c:v>
                </c:pt>
                <c:pt idx="3452">
                  <c:v>2.0056099999999999</c:v>
                </c:pt>
                <c:pt idx="3453">
                  <c:v>2.00346</c:v>
                </c:pt>
                <c:pt idx="3454">
                  <c:v>1.9905200000000001</c:v>
                </c:pt>
                <c:pt idx="3455">
                  <c:v>2.0161799999999999</c:v>
                </c:pt>
                <c:pt idx="3456">
                  <c:v>1.99909</c:v>
                </c:pt>
                <c:pt idx="3457">
                  <c:v>1.9672000000000001</c:v>
                </c:pt>
                <c:pt idx="3458">
                  <c:v>#N/A</c:v>
                </c:pt>
                <c:pt idx="3459">
                  <c:v>2.0218699999999998</c:v>
                </c:pt>
                <c:pt idx="3460">
                  <c:v>2.06792</c:v>
                </c:pt>
                <c:pt idx="3461">
                  <c:v>2.0574400000000002</c:v>
                </c:pt>
                <c:pt idx="3462">
                  <c:v>2.0382799999999999</c:v>
                </c:pt>
                <c:pt idx="3463">
                  <c:v>2.0133000000000001</c:v>
                </c:pt>
                <c:pt idx="3464">
                  <c:v>2.0171000000000001</c:v>
                </c:pt>
                <c:pt idx="3465">
                  <c:v>2.0272199999999998</c:v>
                </c:pt>
                <c:pt idx="3466">
                  <c:v>2.0372699999999999</c:v>
                </c:pt>
                <c:pt idx="3467">
                  <c:v>2.0384199999999999</c:v>
                </c:pt>
                <c:pt idx="3468">
                  <c:v>2.0304700000000002</c:v>
                </c:pt>
                <c:pt idx="3469">
                  <c:v>2.0080200000000001</c:v>
                </c:pt>
                <c:pt idx="3470">
                  <c:v>1.9835</c:v>
                </c:pt>
                <c:pt idx="3471">
                  <c:v>1.97688</c:v>
                </c:pt>
                <c:pt idx="3472">
                  <c:v>2.0120300000000002</c:v>
                </c:pt>
                <c:pt idx="3473">
                  <c:v>1.97167</c:v>
                </c:pt>
                <c:pt idx="3474">
                  <c:v>1.95261</c:v>
                </c:pt>
                <c:pt idx="3475">
                  <c:v>1.9333499999999999</c:v>
                </c:pt>
                <c:pt idx="3476">
                  <c:v>1.9500299999999999</c:v>
                </c:pt>
                <c:pt idx="3477">
                  <c:v>1.9421999999999999</c:v>
                </c:pt>
                <c:pt idx="3478">
                  <c:v>1.95644</c:v>
                </c:pt>
                <c:pt idx="3479">
                  <c:v>1.9686900000000001</c:v>
                </c:pt>
                <c:pt idx="3480">
                  <c:v>2.0137</c:v>
                </c:pt>
                <c:pt idx="3481">
                  <c:v>1.9966600000000001</c:v>
                </c:pt>
                <c:pt idx="3482">
                  <c:v>1.9723299999999999</c:v>
                </c:pt>
                <c:pt idx="3483">
                  <c:v>1.95279</c:v>
                </c:pt>
                <c:pt idx="3484">
                  <c:v>2.0187900000000001</c:v>
                </c:pt>
                <c:pt idx="3485">
                  <c:v>2.0982500000000002</c:v>
                </c:pt>
                <c:pt idx="3486">
                  <c:v>2.0785900000000002</c:v>
                </c:pt>
                <c:pt idx="3487">
                  <c:v>2.0260400000000001</c:v>
                </c:pt>
                <c:pt idx="3488">
                  <c:v>1.9833400000000001</c:v>
                </c:pt>
                <c:pt idx="3489">
                  <c:v>1.9943500000000001</c:v>
                </c:pt>
                <c:pt idx="3490">
                  <c:v>2.0407299999999999</c:v>
                </c:pt>
                <c:pt idx="3491">
                  <c:v>2.0310299999999999</c:v>
                </c:pt>
                <c:pt idx="3492">
                  <c:v>2.0325099999999998</c:v>
                </c:pt>
                <c:pt idx="3493">
                  <c:v>2.0162800000000001</c:v>
                </c:pt>
                <c:pt idx="3494">
                  <c:v>2.0400700000000001</c:v>
                </c:pt>
                <c:pt idx="3495">
                  <c:v>1.9916799999999999</c:v>
                </c:pt>
                <c:pt idx="3496">
                  <c:v>1.99915</c:v>
                </c:pt>
                <c:pt idx="3497">
                  <c:v>1.9966299999999999</c:v>
                </c:pt>
                <c:pt idx="3498">
                  <c:v>2.0125600000000001</c:v>
                </c:pt>
                <c:pt idx="3499">
                  <c:v>1.98946</c:v>
                </c:pt>
                <c:pt idx="3500">
                  <c:v>1.94963</c:v>
                </c:pt>
                <c:pt idx="3501">
                  <c:v>1.91323</c:v>
                </c:pt>
                <c:pt idx="3502">
                  <c:v>#N/A</c:v>
                </c:pt>
                <c:pt idx="3503">
                  <c:v>1.94499</c:v>
                </c:pt>
                <c:pt idx="3504">
                  <c:v>1.9367799999999999</c:v>
                </c:pt>
                <c:pt idx="3505">
                  <c:v>1.9278200000000001</c:v>
                </c:pt>
                <c:pt idx="3506">
                  <c:v>1.92153</c:v>
                </c:pt>
                <c:pt idx="3507">
                  <c:v>1.8766</c:v>
                </c:pt>
                <c:pt idx="3508">
                  <c:v>1.8744400000000001</c:v>
                </c:pt>
                <c:pt idx="3509">
                  <c:v>1.83992</c:v>
                </c:pt>
                <c:pt idx="3510">
                  <c:v>1.8543000000000001</c:v>
                </c:pt>
                <c:pt idx="3511">
                  <c:v>1.8597900000000001</c:v>
                </c:pt>
                <c:pt idx="3512">
                  <c:v>1.8521399999999999</c:v>
                </c:pt>
                <c:pt idx="3513">
                  <c:v>1.8616699999999999</c:v>
                </c:pt>
                <c:pt idx="3514">
                  <c:v>1.8827400000000001</c:v>
                </c:pt>
                <c:pt idx="3515">
                  <c:v>1.90974</c:v>
                </c:pt>
                <c:pt idx="3516">
                  <c:v>1.8911</c:v>
                </c:pt>
                <c:pt idx="3517">
                  <c:v>1.9314899999999999</c:v>
                </c:pt>
                <c:pt idx="3518">
                  <c:v>1.9290499999999999</c:v>
                </c:pt>
                <c:pt idx="3519">
                  <c:v>1.9068000000000001</c:v>
                </c:pt>
                <c:pt idx="3520">
                  <c:v>1.8717200000000001</c:v>
                </c:pt>
                <c:pt idx="3521">
                  <c:v>1.8450599999999999</c:v>
                </c:pt>
                <c:pt idx="3522">
                  <c:v>1.84595</c:v>
                </c:pt>
                <c:pt idx="3523">
                  <c:v>1.8299399999999999</c:v>
                </c:pt>
                <c:pt idx="3524">
                  <c:v>1.83795</c:v>
                </c:pt>
                <c:pt idx="3525">
                  <c:v>1.83907</c:v>
                </c:pt>
                <c:pt idx="3526">
                  <c:v>1.86398</c:v>
                </c:pt>
                <c:pt idx="3527">
                  <c:v>#N/A</c:v>
                </c:pt>
                <c:pt idx="3528">
                  <c:v>1.89422</c:v>
                </c:pt>
                <c:pt idx="3529">
                  <c:v>1.9004300000000001</c:v>
                </c:pt>
                <c:pt idx="3530">
                  <c:v>1.8868</c:v>
                </c:pt>
                <c:pt idx="3531">
                  <c:v>1.89811</c:v>
                </c:pt>
                <c:pt idx="3532">
                  <c:v>1.8715299999999999</c:v>
                </c:pt>
                <c:pt idx="3533">
                  <c:v>1.8512200000000001</c:v>
                </c:pt>
                <c:pt idx="3534">
                  <c:v>1.8340000000000001</c:v>
                </c:pt>
                <c:pt idx="3535">
                  <c:v>1.8443400000000001</c:v>
                </c:pt>
                <c:pt idx="3536">
                  <c:v>1.83768</c:v>
                </c:pt>
                <c:pt idx="3537">
                  <c:v>1.8298000000000001</c:v>
                </c:pt>
                <c:pt idx="3538">
                  <c:v>1.8393600000000001</c:v>
                </c:pt>
                <c:pt idx="3539">
                  <c:v>1.84918</c:v>
                </c:pt>
                <c:pt idx="3540">
                  <c:v>1.85619</c:v>
                </c:pt>
                <c:pt idx="3541">
                  <c:v>1.8425199999999999</c:v>
                </c:pt>
                <c:pt idx="3542">
                  <c:v>1.8398600000000001</c:v>
                </c:pt>
                <c:pt idx="3543">
                  <c:v>1.8338399999999999</c:v>
                </c:pt>
                <c:pt idx="3544">
                  <c:v>1.8475299999999999</c:v>
                </c:pt>
                <c:pt idx="3545">
                  <c:v>1.8378699999999999</c:v>
                </c:pt>
                <c:pt idx="3546">
                  <c:v>1.8627</c:v>
                </c:pt>
                <c:pt idx="3547">
                  <c:v>1.8717299999999999</c:v>
                </c:pt>
                <c:pt idx="3548">
                  <c:v>1.92083</c:v>
                </c:pt>
                <c:pt idx="3549">
                  <c:v>1.8974899999999999</c:v>
                </c:pt>
                <c:pt idx="3550">
                  <c:v>1.9137299999999999</c:v>
                </c:pt>
                <c:pt idx="3551">
                  <c:v>1.883</c:v>
                </c:pt>
                <c:pt idx="3552">
                  <c:v>1.88619</c:v>
                </c:pt>
                <c:pt idx="3553">
                  <c:v>1.89896</c:v>
                </c:pt>
                <c:pt idx="3554">
                  <c:v>1.96014</c:v>
                </c:pt>
                <c:pt idx="3555">
                  <c:v>1.8829800000000001</c:v>
                </c:pt>
                <c:pt idx="3556">
                  <c:v>1.88357</c:v>
                </c:pt>
                <c:pt idx="3557">
                  <c:v>1.87662</c:v>
                </c:pt>
                <c:pt idx="3558">
                  <c:v>1.8729800000000001</c:v>
                </c:pt>
                <c:pt idx="3559">
                  <c:v>1.85799</c:v>
                </c:pt>
                <c:pt idx="3560">
                  <c:v>#N/A</c:v>
                </c:pt>
                <c:pt idx="3561">
                  <c:v>1.83446</c:v>
                </c:pt>
                <c:pt idx="3562">
                  <c:v>1.8085800000000001</c:v>
                </c:pt>
                <c:pt idx="3563">
                  <c:v>1.7740499999999999</c:v>
                </c:pt>
                <c:pt idx="3564">
                  <c:v>1.7724599999999999</c:v>
                </c:pt>
                <c:pt idx="3565">
                  <c:v>1.7552399999999999</c:v>
                </c:pt>
                <c:pt idx="3566">
                  <c:v>1.7786</c:v>
                </c:pt>
                <c:pt idx="3567">
                  <c:v>1.75308</c:v>
                </c:pt>
                <c:pt idx="3568">
                  <c:v>1.74434</c:v>
                </c:pt>
                <c:pt idx="3569">
                  <c:v>1.7723100000000001</c:v>
                </c:pt>
                <c:pt idx="3570">
                  <c:v>1.7714000000000001</c:v>
                </c:pt>
                <c:pt idx="3571">
                  <c:v>1.7541199999999999</c:v>
                </c:pt>
                <c:pt idx="3572">
                  <c:v>1.7607900000000001</c:v>
                </c:pt>
                <c:pt idx="3573">
                  <c:v>1.77318</c:v>
                </c:pt>
                <c:pt idx="3574">
                  <c:v>1.7898099999999999</c:v>
                </c:pt>
                <c:pt idx="3575">
                  <c:v>1.7720899999999999</c:v>
                </c:pt>
                <c:pt idx="3576">
                  <c:v>1.75553</c:v>
                </c:pt>
                <c:pt idx="3577">
                  <c:v>1.7085900000000001</c:v>
                </c:pt>
                <c:pt idx="3578">
                  <c:v>1.6707700000000001</c:v>
                </c:pt>
                <c:pt idx="3579">
                  <c:v>1.64849</c:v>
                </c:pt>
                <c:pt idx="3580">
                  <c:v>1.67133</c:v>
                </c:pt>
                <c:pt idx="3581">
                  <c:v>1.6869499999999999</c:v>
                </c:pt>
                <c:pt idx="3582">
                  <c:v>#N/A</c:v>
                </c:pt>
                <c:pt idx="3583">
                  <c:v>1.7021500000000001</c:v>
                </c:pt>
                <c:pt idx="3584">
                  <c:v>1.7469300000000001</c:v>
                </c:pt>
                <c:pt idx="3585">
                  <c:v>1.71638</c:v>
                </c:pt>
                <c:pt idx="3586">
                  <c:v>1.72512</c:v>
                </c:pt>
                <c:pt idx="3587">
                  <c:v>#N/A</c:v>
                </c:pt>
                <c:pt idx="3588">
                  <c:v>1.6784699999999999</c:v>
                </c:pt>
                <c:pt idx="3589">
                  <c:v>1.65846</c:v>
                </c:pt>
                <c:pt idx="3590">
                  <c:v>1.65333</c:v>
                </c:pt>
                <c:pt idx="3591">
                  <c:v>1.62805</c:v>
                </c:pt>
                <c:pt idx="3592">
                  <c:v>1.6325000000000001</c:v>
                </c:pt>
                <c:pt idx="3593">
                  <c:v>1.6130199999999999</c:v>
                </c:pt>
                <c:pt idx="3594">
                  <c:v>1.6378200000000001</c:v>
                </c:pt>
                <c:pt idx="3595">
                  <c:v>1.64446</c:v>
                </c:pt>
                <c:pt idx="3596">
                  <c:v>1.63771</c:v>
                </c:pt>
                <c:pt idx="3597">
                  <c:v>#N/A</c:v>
                </c:pt>
                <c:pt idx="3598">
                  <c:v>1.6206</c:v>
                </c:pt>
                <c:pt idx="3599">
                  <c:v>1.5722700000000001</c:v>
                </c:pt>
                <c:pt idx="3600">
                  <c:v>1.5738700000000001</c:v>
                </c:pt>
                <c:pt idx="3601">
                  <c:v>1.5636699999999999</c:v>
                </c:pt>
                <c:pt idx="3602">
                  <c:v>1.5511200000000001</c:v>
                </c:pt>
                <c:pt idx="3603">
                  <c:v>1.5491900000000001</c:v>
                </c:pt>
                <c:pt idx="3604">
                  <c:v>1.5421800000000001</c:v>
                </c:pt>
                <c:pt idx="3605">
                  <c:v>1.5480400000000001</c:v>
                </c:pt>
                <c:pt idx="3606">
                  <c:v>1.5244800000000001</c:v>
                </c:pt>
                <c:pt idx="3607">
                  <c:v>1.5362899999999999</c:v>
                </c:pt>
                <c:pt idx="3608">
                  <c:v>1.5307599999999999</c:v>
                </c:pt>
                <c:pt idx="3609">
                  <c:v>1.5279700000000001</c:v>
                </c:pt>
                <c:pt idx="3610">
                  <c:v>1.52942</c:v>
                </c:pt>
                <c:pt idx="3611">
                  <c:v>1.5763400000000001</c:v>
                </c:pt>
                <c:pt idx="3612">
                  <c:v>1.7117500000000001</c:v>
                </c:pt>
                <c:pt idx="3613">
                  <c:v>1.66587</c:v>
                </c:pt>
                <c:pt idx="3614">
                  <c:v>1.5907100000000001</c:v>
                </c:pt>
                <c:pt idx="3615">
                  <c:v>1.7655000000000001</c:v>
                </c:pt>
                <c:pt idx="3616">
                  <c:v>1.89466</c:v>
                </c:pt>
                <c:pt idx="3617">
                  <c:v>1.8196399999999999</c:v>
                </c:pt>
                <c:pt idx="3618">
                  <c:v>1.87079</c:v>
                </c:pt>
                <c:pt idx="3619">
                  <c:v>1.8374200000000001</c:v>
                </c:pt>
                <c:pt idx="3620">
                  <c:v>1.7518</c:v>
                </c:pt>
                <c:pt idx="3621">
                  <c:v>1.6657299999999999</c:v>
                </c:pt>
                <c:pt idx="3622">
                  <c:v>#N/A</c:v>
                </c:pt>
                <c:pt idx="3623">
                  <c:v>1.7325200000000001</c:v>
                </c:pt>
                <c:pt idx="3624">
                  <c:v>1.7281299999999999</c:v>
                </c:pt>
                <c:pt idx="3625">
                  <c:v>1.7642500000000001</c:v>
                </c:pt>
                <c:pt idx="3626">
                  <c:v>1.7930699999999999</c:v>
                </c:pt>
                <c:pt idx="3627">
                  <c:v>1.7364999999999999</c:v>
                </c:pt>
                <c:pt idx="3628">
                  <c:v>1.69428</c:v>
                </c:pt>
                <c:pt idx="3629">
                  <c:v>1.7806900000000001</c:v>
                </c:pt>
                <c:pt idx="3630">
                  <c:v>1.85042</c:v>
                </c:pt>
                <c:pt idx="3631">
                  <c:v>1.79817</c:v>
                </c:pt>
                <c:pt idx="3632">
                  <c:v>1.7625900000000001</c:v>
                </c:pt>
                <c:pt idx="3633">
                  <c:v>1.75871</c:v>
                </c:pt>
                <c:pt idx="3634">
                  <c:v>1.78257</c:v>
                </c:pt>
                <c:pt idx="3635">
                  <c:v>1.78512</c:v>
                </c:pt>
                <c:pt idx="3636">
                  <c:v>1.72624</c:v>
                </c:pt>
                <c:pt idx="3637">
                  <c:v>1.7371399999999999</c:v>
                </c:pt>
                <c:pt idx="3638">
                  <c:v>1.78251</c:v>
                </c:pt>
                <c:pt idx="3639">
                  <c:v>1.7926500000000001</c:v>
                </c:pt>
                <c:pt idx="3640">
                  <c:v>1.7817499999999999</c:v>
                </c:pt>
                <c:pt idx="3641">
                  <c:v>1.77383</c:v>
                </c:pt>
                <c:pt idx="3642">
                  <c:v>1.80271</c:v>
                </c:pt>
                <c:pt idx="3643">
                  <c:v>1.7975000000000001</c:v>
                </c:pt>
                <c:pt idx="3644">
                  <c:v>1.7591399999999999</c:v>
                </c:pt>
                <c:pt idx="3645">
                  <c:v>1.8067599999999999</c:v>
                </c:pt>
                <c:pt idx="3646">
                  <c:v>1.8435600000000001</c:v>
                </c:pt>
                <c:pt idx="3647">
                  <c:v>1.8048299999999999</c:v>
                </c:pt>
                <c:pt idx="3648">
                  <c:v>1.80776</c:v>
                </c:pt>
                <c:pt idx="3649">
                  <c:v>1.8087599999999999</c:v>
                </c:pt>
                <c:pt idx="3650">
                  <c:v>1.80494</c:v>
                </c:pt>
                <c:pt idx="3651">
                  <c:v>#N/A</c:v>
                </c:pt>
                <c:pt idx="3652">
                  <c:v>1.81856</c:v>
                </c:pt>
                <c:pt idx="3653">
                  <c:v>1.7438100000000001</c:v>
                </c:pt>
                <c:pt idx="3654">
                  <c:v>1.7395499999999999</c:v>
                </c:pt>
                <c:pt idx="3655">
                  <c:v>1.69347</c:v>
                </c:pt>
                <c:pt idx="3656">
                  <c:v>1.73864</c:v>
                </c:pt>
                <c:pt idx="3657">
                  <c:v>1.74318</c:v>
                </c:pt>
                <c:pt idx="3658">
                  <c:v>1.7381599999999999</c:v>
                </c:pt>
                <c:pt idx="3659">
                  <c:v>1.7161200000000001</c:v>
                </c:pt>
                <c:pt idx="3660">
                  <c:v>1.6868099999999999</c:v>
                </c:pt>
                <c:pt idx="3661">
                  <c:v>1.7090000000000001</c:v>
                </c:pt>
                <c:pt idx="3662">
                  <c:v>1.72844</c:v>
                </c:pt>
                <c:pt idx="3663">
                  <c:v>1.74569</c:v>
                </c:pt>
                <c:pt idx="3664">
                  <c:v>1.70198</c:v>
                </c:pt>
                <c:pt idx="3665">
                  <c:v>1.6991099999999999</c:v>
                </c:pt>
                <c:pt idx="3666">
                  <c:v>1.6949000000000001</c:v>
                </c:pt>
                <c:pt idx="3667">
                  <c:v>1.7048300000000001</c:v>
                </c:pt>
                <c:pt idx="3668">
                  <c:v>1.7095100000000001</c:v>
                </c:pt>
                <c:pt idx="3669">
                  <c:v>1.7123600000000001</c:v>
                </c:pt>
                <c:pt idx="3670">
                  <c:v>1.7552099999999999</c:v>
                </c:pt>
                <c:pt idx="3671">
                  <c:v>1.7869200000000001</c:v>
                </c:pt>
                <c:pt idx="3672">
                  <c:v>1.8154999999999999</c:v>
                </c:pt>
                <c:pt idx="3673">
                  <c:v>1.81718</c:v>
                </c:pt>
                <c:pt idx="3674">
                  <c:v>1.8791</c:v>
                </c:pt>
                <c:pt idx="3675">
                  <c:v>1.97523</c:v>
                </c:pt>
                <c:pt idx="3676">
                  <c:v>1.9482200000000001</c:v>
                </c:pt>
                <c:pt idx="3677">
                  <c:v>1.9068799999999999</c:v>
                </c:pt>
                <c:pt idx="3678">
                  <c:v>1.9504300000000001</c:v>
                </c:pt>
                <c:pt idx="3679">
                  <c:v>1.9053100000000001</c:v>
                </c:pt>
                <c:pt idx="3680">
                  <c:v>1.8138099999999999</c:v>
                </c:pt>
                <c:pt idx="3681">
                  <c:v>1.7748200000000001</c:v>
                </c:pt>
                <c:pt idx="3682">
                  <c:v>1.77</c:v>
                </c:pt>
                <c:pt idx="3683">
                  <c:v>1.8025800000000001</c:v>
                </c:pt>
                <c:pt idx="3684">
                  <c:v>1.77691</c:v>
                </c:pt>
                <c:pt idx="3685">
                  <c:v>1.8581399999999999</c:v>
                </c:pt>
                <c:pt idx="3686">
                  <c:v>1.9272100000000001</c:v>
                </c:pt>
                <c:pt idx="3687">
                  <c:v>1.93798</c:v>
                </c:pt>
                <c:pt idx="3688">
                  <c:v>1.8873</c:v>
                </c:pt>
                <c:pt idx="3689">
                  <c:v>1.89202</c:v>
                </c:pt>
                <c:pt idx="3690">
                  <c:v>1.8913899999999999</c:v>
                </c:pt>
                <c:pt idx="3691">
                  <c:v>1.91879</c:v>
                </c:pt>
                <c:pt idx="3692">
                  <c:v>#N/A</c:v>
                </c:pt>
                <c:pt idx="3693">
                  <c:v>2.0495299999999999</c:v>
                </c:pt>
                <c:pt idx="3694">
                  <c:v>2.00745</c:v>
                </c:pt>
                <c:pt idx="3695">
                  <c:v>2.0500099999999999</c:v>
                </c:pt>
                <c:pt idx="3696">
                  <c:v>1.9926600000000001</c:v>
                </c:pt>
                <c:pt idx="3697">
                  <c:v>1.9239200000000001</c:v>
                </c:pt>
                <c:pt idx="3698">
                  <c:v>1.9426699999999999</c:v>
                </c:pt>
                <c:pt idx="3699">
                  <c:v>1.9265000000000001</c:v>
                </c:pt>
                <c:pt idx="3700">
                  <c:v>2.02434</c:v>
                </c:pt>
                <c:pt idx="3701">
                  <c:v>2.0359600000000002</c:v>
                </c:pt>
                <c:pt idx="3702">
                  <c:v>2.0529999999999999</c:v>
                </c:pt>
                <c:pt idx="3703">
                  <c:v>2.0432100000000002</c:v>
                </c:pt>
                <c:pt idx="3704">
                  <c:v>2.00685</c:v>
                </c:pt>
                <c:pt idx="3705">
                  <c:v>2.0172699999999999</c:v>
                </c:pt>
                <c:pt idx="3706">
                  <c:v>1.99166</c:v>
                </c:pt>
                <c:pt idx="3707">
                  <c:v>2.0247899999999999</c:v>
                </c:pt>
                <c:pt idx="3708">
                  <c:v>2.0625900000000001</c:v>
                </c:pt>
                <c:pt idx="3709">
                  <c:v>2.0103200000000001</c:v>
                </c:pt>
                <c:pt idx="3710">
                  <c:v>1.9886699999999999</c:v>
                </c:pt>
                <c:pt idx="3711">
                  <c:v>1.9478800000000001</c:v>
                </c:pt>
                <c:pt idx="3712">
                  <c:v>1.9845200000000001</c:v>
                </c:pt>
                <c:pt idx="3713">
                  <c:v>1.98211</c:v>
                </c:pt>
                <c:pt idx="3714">
                  <c:v>2.0332300000000001</c:v>
                </c:pt>
                <c:pt idx="3715">
                  <c:v>1.99613</c:v>
                </c:pt>
                <c:pt idx="3716">
                  <c:v>1.9687300000000001</c:v>
                </c:pt>
                <c:pt idx="3717">
                  <c:v>1.9573400000000001</c:v>
                </c:pt>
                <c:pt idx="3718">
                  <c:v>1.9218299999999999</c:v>
                </c:pt>
                <c:pt idx="3719">
                  <c:v>#N/A</c:v>
                </c:pt>
                <c:pt idx="3720">
                  <c:v>1.8671899999999999</c:v>
                </c:pt>
                <c:pt idx="3721">
                  <c:v>1.8156600000000001</c:v>
                </c:pt>
                <c:pt idx="3722">
                  <c:v>1.7554399999999999</c:v>
                </c:pt>
                <c:pt idx="3723">
                  <c:v>1.73674</c:v>
                </c:pt>
                <c:pt idx="3724">
                  <c:v>1.81748</c:v>
                </c:pt>
                <c:pt idx="3725">
                  <c:v>1.82637</c:v>
                </c:pt>
                <c:pt idx="3726">
                  <c:v>1.78661</c:v>
                </c:pt>
                <c:pt idx="3727">
                  <c:v>1.80328</c:v>
                </c:pt>
                <c:pt idx="3728">
                  <c:v>1.7914699999999999</c:v>
                </c:pt>
                <c:pt idx="3729">
                  <c:v>1.78179</c:v>
                </c:pt>
                <c:pt idx="3730">
                  <c:v>1.8151900000000001</c:v>
                </c:pt>
                <c:pt idx="3731">
                  <c:v>1.7971699999999999</c:v>
                </c:pt>
                <c:pt idx="3732">
                  <c:v>1.7908500000000001</c:v>
                </c:pt>
                <c:pt idx="3733">
                  <c:v>1.81328</c:v>
                </c:pt>
                <c:pt idx="3734">
                  <c:v>1.7949299999999999</c:v>
                </c:pt>
                <c:pt idx="3735">
                  <c:v>1.73353</c:v>
                </c:pt>
                <c:pt idx="3736">
                  <c:v>1.72879</c:v>
                </c:pt>
                <c:pt idx="3737">
                  <c:v>1.7328600000000001</c:v>
                </c:pt>
                <c:pt idx="3738">
                  <c:v>1.77254</c:v>
                </c:pt>
                <c:pt idx="3739">
                  <c:v>1.8001400000000001</c:v>
                </c:pt>
                <c:pt idx="3740">
                  <c:v>1.7959099999999999</c:v>
                </c:pt>
                <c:pt idx="3741">
                  <c:v>1.7829600000000001</c:v>
                </c:pt>
                <c:pt idx="3742">
                  <c:v>1.7802800000000001</c:v>
                </c:pt>
                <c:pt idx="3743">
                  <c:v>1.7786599999999999</c:v>
                </c:pt>
                <c:pt idx="3744">
                  <c:v>1.8023199999999999</c:v>
                </c:pt>
                <c:pt idx="3745">
                  <c:v>1.84765</c:v>
                </c:pt>
                <c:pt idx="3746">
                  <c:v>1.93431</c:v>
                </c:pt>
                <c:pt idx="3747">
                  <c:v>1.9369700000000001</c:v>
                </c:pt>
                <c:pt idx="3748">
                  <c:v>1.88283</c:v>
                </c:pt>
                <c:pt idx="3749">
                  <c:v>1.9044399999999999</c:v>
                </c:pt>
                <c:pt idx="3750">
                  <c:v>1.86748</c:v>
                </c:pt>
                <c:pt idx="3751">
                  <c:v>1.8262499999999999</c:v>
                </c:pt>
                <c:pt idx="3752">
                  <c:v>1.8333200000000001</c:v>
                </c:pt>
                <c:pt idx="3753">
                  <c:v>1.8216300000000001</c:v>
                </c:pt>
                <c:pt idx="3754">
                  <c:v>1.8169200000000001</c:v>
                </c:pt>
                <c:pt idx="3755">
                  <c:v>1.81481</c:v>
                </c:pt>
                <c:pt idx="3756">
                  <c:v>1.8140099999999999</c:v>
                </c:pt>
                <c:pt idx="3757">
                  <c:v>1.7854699999999999</c:v>
                </c:pt>
                <c:pt idx="3758">
                  <c:v>1.7396100000000001</c:v>
                </c:pt>
                <c:pt idx="3759">
                  <c:v>1.7513700000000001</c:v>
                </c:pt>
                <c:pt idx="3760">
                  <c:v>1.8006599999999999</c:v>
                </c:pt>
                <c:pt idx="3761">
                  <c:v>1.83863</c:v>
                </c:pt>
                <c:pt idx="3762">
                  <c:v>#N/A</c:v>
                </c:pt>
                <c:pt idx="3763">
                  <c:v>1.83632</c:v>
                </c:pt>
                <c:pt idx="3764">
                  <c:v>1.81247</c:v>
                </c:pt>
                <c:pt idx="3765">
                  <c:v>1.82908</c:v>
                </c:pt>
                <c:pt idx="3766">
                  <c:v>1.8170299999999999</c:v>
                </c:pt>
                <c:pt idx="3767">
                  <c:v>1.8538600000000001</c:v>
                </c:pt>
                <c:pt idx="3768">
                  <c:v>1.84674</c:v>
                </c:pt>
                <c:pt idx="3769">
                  <c:v>1.83209</c:v>
                </c:pt>
                <c:pt idx="3770">
                  <c:v>1.7722899999999999</c:v>
                </c:pt>
                <c:pt idx="3771">
                  <c:v>1.7409600000000001</c:v>
                </c:pt>
                <c:pt idx="3772">
                  <c:v>1.75996</c:v>
                </c:pt>
                <c:pt idx="3773">
                  <c:v>1.74864</c:v>
                </c:pt>
                <c:pt idx="3774">
                  <c:v>1.7235499999999999</c:v>
                </c:pt>
                <c:pt idx="3775">
                  <c:v>1.7335799999999999</c:v>
                </c:pt>
                <c:pt idx="3776">
                  <c:v>1.72543</c:v>
                </c:pt>
                <c:pt idx="3777">
                  <c:v>1.7173099999999999</c:v>
                </c:pt>
                <c:pt idx="3778">
                  <c:v>1.7153</c:v>
                </c:pt>
                <c:pt idx="3779">
                  <c:v>1.7305699999999999</c:v>
                </c:pt>
                <c:pt idx="3780">
                  <c:v>1.6935</c:v>
                </c:pt>
                <c:pt idx="3781">
                  <c:v>1.6783300000000001</c:v>
                </c:pt>
                <c:pt idx="3782">
                  <c:v>1.68519</c:v>
                </c:pt>
                <c:pt idx="3783">
                  <c:v>1.6932799999999999</c:v>
                </c:pt>
                <c:pt idx="3784">
                  <c:v>1.65828</c:v>
                </c:pt>
                <c:pt idx="3785">
                  <c:v>1.68215</c:v>
                </c:pt>
                <c:pt idx="3786">
                  <c:v>1.6871499999999999</c:v>
                </c:pt>
                <c:pt idx="3787">
                  <c:v>#N/A</c:v>
                </c:pt>
                <c:pt idx="3788">
                  <c:v>1.7097199999999999</c:v>
                </c:pt>
                <c:pt idx="3789">
                  <c:v>1.7233799999999999</c:v>
                </c:pt>
                <c:pt idx="3790">
                  <c:v>1.81762</c:v>
                </c:pt>
                <c:pt idx="3791">
                  <c:v>1.79738</c:v>
                </c:pt>
                <c:pt idx="3792">
                  <c:v>1.7954399999999999</c:v>
                </c:pt>
                <c:pt idx="3793">
                  <c:v>1.7812699999999999</c:v>
                </c:pt>
                <c:pt idx="3794">
                  <c:v>1.77014</c:v>
                </c:pt>
                <c:pt idx="3795">
                  <c:v>1.8338399999999999</c:v>
                </c:pt>
                <c:pt idx="3796">
                  <c:v>1.84304</c:v>
                </c:pt>
                <c:pt idx="3797">
                  <c:v>1.86073</c:v>
                </c:pt>
                <c:pt idx="3798">
                  <c:v>1.83839</c:v>
                </c:pt>
                <c:pt idx="3799">
                  <c:v>1.86846</c:v>
                </c:pt>
                <c:pt idx="3800">
                  <c:v>1.8411299999999999</c:v>
                </c:pt>
                <c:pt idx="3801">
                  <c:v>1.90612</c:v>
                </c:pt>
                <c:pt idx="3802">
                  <c:v>1.9421299999999999</c:v>
                </c:pt>
                <c:pt idx="3803">
                  <c:v>1.90293</c:v>
                </c:pt>
                <c:pt idx="3804">
                  <c:v>1.8567800000000001</c:v>
                </c:pt>
                <c:pt idx="3805">
                  <c:v>1.8573500000000001</c:v>
                </c:pt>
                <c:pt idx="3806">
                  <c:v>1.81674</c:v>
                </c:pt>
                <c:pt idx="3807">
                  <c:v>1.8329299999999999</c:v>
                </c:pt>
                <c:pt idx="3808">
                  <c:v>1.84717</c:v>
                </c:pt>
                <c:pt idx="3809">
                  <c:v>1.8208899999999999</c:v>
                </c:pt>
                <c:pt idx="3810">
                  <c:v>1.87155</c:v>
                </c:pt>
                <c:pt idx="3811">
                  <c:v>1.9040600000000001</c:v>
                </c:pt>
                <c:pt idx="3812">
                  <c:v>#N/A</c:v>
                </c:pt>
                <c:pt idx="3813">
                  <c:v>1.99109</c:v>
                </c:pt>
                <c:pt idx="3814">
                  <c:v>2.0219399999999998</c:v>
                </c:pt>
                <c:pt idx="3815">
                  <c:v>2.05396</c:v>
                </c:pt>
                <c:pt idx="3816">
                  <c:v>2.0608</c:v>
                </c:pt>
                <c:pt idx="3817">
                  <c:v>2.1209600000000002</c:v>
                </c:pt>
                <c:pt idx="3818">
                  <c:v>2.1749399999999999</c:v>
                </c:pt>
                <c:pt idx="3819">
                  <c:v>2.1362299999999999</c:v>
                </c:pt>
                <c:pt idx="3820">
                  <c:v>#N/A</c:v>
                </c:pt>
                <c:pt idx="3821">
                  <c:v>2.14086</c:v>
                </c:pt>
                <c:pt idx="3822">
                  <c:v>2.1683300000000001</c:v>
                </c:pt>
                <c:pt idx="3823">
                  <c:v>2.1986699999999999</c:v>
                </c:pt>
                <c:pt idx="3824">
                  <c:v>2.1305000000000001</c:v>
                </c:pt>
                <c:pt idx="3825">
                  <c:v>2.10704</c:v>
                </c:pt>
                <c:pt idx="3826">
                  <c:v>2.0962999999999998</c:v>
                </c:pt>
                <c:pt idx="3827">
                  <c:v>2.0689299999999999</c:v>
                </c:pt>
                <c:pt idx="3828">
                  <c:v>2.1345700000000001</c:v>
                </c:pt>
                <c:pt idx="3829">
                  <c:v>#N/A</c:v>
                </c:pt>
                <c:pt idx="3830">
                  <c:v>2.1398899999999998</c:v>
                </c:pt>
                <c:pt idx="3831">
                  <c:v>2.08575</c:v>
                </c:pt>
                <c:pt idx="3832">
                  <c:v>2.0785999999999998</c:v>
                </c:pt>
                <c:pt idx="3833">
                  <c:v>2.02277</c:v>
                </c:pt>
                <c:pt idx="3834">
                  <c:v>1.9612700000000001</c:v>
                </c:pt>
                <c:pt idx="3835">
                  <c:v>1.9661299999999999</c:v>
                </c:pt>
                <c:pt idx="3836">
                  <c:v>1.9815100000000001</c:v>
                </c:pt>
                <c:pt idx="3837">
                  <c:v>2.0072100000000002</c:v>
                </c:pt>
                <c:pt idx="3838">
                  <c:v>2.05572</c:v>
                </c:pt>
                <c:pt idx="3839">
                  <c:v>2.1402299999999999</c:v>
                </c:pt>
                <c:pt idx="3840">
                  <c:v>2.1416900000000001</c:v>
                </c:pt>
                <c:pt idx="3841">
                  <c:v>2.1854399999999998</c:v>
                </c:pt>
                <c:pt idx="3842">
                  <c:v>2.22993</c:v>
                </c:pt>
                <c:pt idx="3843">
                  <c:v>#N/A</c:v>
                </c:pt>
                <c:pt idx="3844">
                  <c:v>2.1941899999999999</c:v>
                </c:pt>
                <c:pt idx="3845">
                  <c:v>2.2093699999999998</c:v>
                </c:pt>
                <c:pt idx="3846">
                  <c:v>2.2319900000000001</c:v>
                </c:pt>
                <c:pt idx="3847">
                  <c:v>2.2768700000000002</c:v>
                </c:pt>
                <c:pt idx="3848">
                  <c:v>#N/A</c:v>
                </c:pt>
                <c:pt idx="3849">
                  <c:v>2.2804099999999998</c:v>
                </c:pt>
                <c:pt idx="3850">
                  <c:v>2.3211300000000001</c:v>
                </c:pt>
                <c:pt idx="3851">
                  <c:v>2.1322700000000001</c:v>
                </c:pt>
                <c:pt idx="3852">
                  <c:v>2.03288</c:v>
                </c:pt>
                <c:pt idx="3853">
                  <c:v>2.0064099999999998</c:v>
                </c:pt>
                <c:pt idx="3854">
                  <c:v>#N/A</c:v>
                </c:pt>
                <c:pt idx="3855">
                  <c:v>#N/A</c:v>
                </c:pt>
                <c:pt idx="3856">
                  <c:v>#N/A</c:v>
                </c:pt>
                <c:pt idx="3857">
                  <c:v>#N/A</c:v>
                </c:pt>
                <c:pt idx="3858">
                  <c:v>#N/A</c:v>
                </c:pt>
                <c:pt idx="3859">
                  <c:v>1.96956</c:v>
                </c:pt>
                <c:pt idx="3860">
                  <c:v>#N/A</c:v>
                </c:pt>
                <c:pt idx="3861">
                  <c:v>#N/A</c:v>
                </c:pt>
                <c:pt idx="3862">
                  <c:v>#N/A</c:v>
                </c:pt>
                <c:pt idx="3863">
                  <c:v>#N/A</c:v>
                </c:pt>
                <c:pt idx="3864">
                  <c:v>#N/A</c:v>
                </c:pt>
                <c:pt idx="3865">
                  <c:v>#N/A</c:v>
                </c:pt>
                <c:pt idx="3866">
                  <c:v>1.9402999999999999</c:v>
                </c:pt>
                <c:pt idx="3867">
                  <c:v>#N/A</c:v>
                </c:pt>
                <c:pt idx="3868">
                  <c:v>1.9899500000000001</c:v>
                </c:pt>
                <c:pt idx="3869">
                  <c:v>1.94845</c:v>
                </c:pt>
                <c:pt idx="3870">
                  <c:v>1.90865</c:v>
                </c:pt>
                <c:pt idx="3871">
                  <c:v>1.8552</c:v>
                </c:pt>
                <c:pt idx="3872">
                  <c:v>1.82297</c:v>
                </c:pt>
                <c:pt idx="3873">
                  <c:v>1.8227599999999999</c:v>
                </c:pt>
                <c:pt idx="3874">
                  <c:v>1.8573200000000001</c:v>
                </c:pt>
                <c:pt idx="3875">
                  <c:v>1.9333100000000001</c:v>
                </c:pt>
                <c:pt idx="3876">
                  <c:v>1.9401600000000001</c:v>
                </c:pt>
                <c:pt idx="3877">
                  <c:v>1.97695</c:v>
                </c:pt>
                <c:pt idx="3878">
                  <c:v>1.9428099999999999</c:v>
                </c:pt>
                <c:pt idx="3879">
                  <c:v>1.91187</c:v>
                </c:pt>
                <c:pt idx="3880">
                  <c:v>1.9555199999999999</c:v>
                </c:pt>
                <c:pt idx="3881">
                  <c:v>1.9587000000000001</c:v>
                </c:pt>
                <c:pt idx="3882">
                  <c:v>#N/A</c:v>
                </c:pt>
                <c:pt idx="3883">
                  <c:v>1.9495499999999999</c:v>
                </c:pt>
                <c:pt idx="3884">
                  <c:v>1.9291400000000001</c:v>
                </c:pt>
                <c:pt idx="3885">
                  <c:v>1.9173899999999999</c:v>
                </c:pt>
                <c:pt idx="3886">
                  <c:v>1.9171199999999999</c:v>
                </c:pt>
                <c:pt idx="3887">
                  <c:v>1.90696</c:v>
                </c:pt>
                <c:pt idx="3888">
                  <c:v>1.9119999999999999</c:v>
                </c:pt>
                <c:pt idx="3889">
                  <c:v>1.86276</c:v>
                </c:pt>
                <c:pt idx="3890">
                  <c:v>1.85612</c:v>
                </c:pt>
                <c:pt idx="3891">
                  <c:v>1.85361</c:v>
                </c:pt>
                <c:pt idx="3892">
                  <c:v>1.89286</c:v>
                </c:pt>
                <c:pt idx="3893">
                  <c:v>1.8942600000000001</c:v>
                </c:pt>
                <c:pt idx="3894">
                  <c:v>1.8898999999999999</c:v>
                </c:pt>
                <c:pt idx="3895">
                  <c:v>1.92533</c:v>
                </c:pt>
                <c:pt idx="3896">
                  <c:v>1.94533</c:v>
                </c:pt>
                <c:pt idx="3897">
                  <c:v>1.8999200000000001</c:v>
                </c:pt>
                <c:pt idx="3898">
                  <c:v>1.92441</c:v>
                </c:pt>
                <c:pt idx="3899">
                  <c:v>1.91282</c:v>
                </c:pt>
                <c:pt idx="3900">
                  <c:v>1.8675999999999999</c:v>
                </c:pt>
                <c:pt idx="3901">
                  <c:v>1.8807799999999999</c:v>
                </c:pt>
                <c:pt idx="3902">
                  <c:v>1.8631</c:v>
                </c:pt>
                <c:pt idx="3903">
                  <c:v>1.84043</c:v>
                </c:pt>
                <c:pt idx="3904">
                  <c:v>1.86917</c:v>
                </c:pt>
                <c:pt idx="3905">
                  <c:v>1.82877</c:v>
                </c:pt>
                <c:pt idx="3906">
                  <c:v>1.87622</c:v>
                </c:pt>
                <c:pt idx="3907">
                  <c:v>1.9081900000000001</c:v>
                </c:pt>
                <c:pt idx="3908">
                  <c:v>1.8565400000000001</c:v>
                </c:pt>
                <c:pt idx="3909">
                  <c:v>1.8697900000000001</c:v>
                </c:pt>
                <c:pt idx="3910">
                  <c:v>1.86978</c:v>
                </c:pt>
                <c:pt idx="3911">
                  <c:v>1.83894</c:v>
                </c:pt>
                <c:pt idx="3912">
                  <c:v>1.7884599999999999</c:v>
                </c:pt>
                <c:pt idx="3913">
                  <c:v>1.84809</c:v>
                </c:pt>
                <c:pt idx="3914">
                  <c:v>#N/A</c:v>
                </c:pt>
                <c:pt idx="3915">
                  <c:v>1.79382</c:v>
                </c:pt>
                <c:pt idx="3916">
                  <c:v>1.79562</c:v>
                </c:pt>
                <c:pt idx="3917">
                  <c:v>1.7901100000000001</c:v>
                </c:pt>
                <c:pt idx="3918">
                  <c:v>1.7841899999999999</c:v>
                </c:pt>
                <c:pt idx="3919">
                  <c:v>1.8047899999999999</c:v>
                </c:pt>
                <c:pt idx="3920">
                  <c:v>1.7792300000000001</c:v>
                </c:pt>
                <c:pt idx="3921">
                  <c:v>#N/A</c:v>
                </c:pt>
                <c:pt idx="3922">
                  <c:v>#N/A</c:v>
                </c:pt>
                <c:pt idx="3923">
                  <c:v>#N/A</c:v>
                </c:pt>
                <c:pt idx="3924">
                  <c:v>#N/A</c:v>
                </c:pt>
                <c:pt idx="3925">
                  <c:v>#N/A</c:v>
                </c:pt>
                <c:pt idx="3926">
                  <c:v>#N/A</c:v>
                </c:pt>
                <c:pt idx="3927">
                  <c:v>1.7461599999999999</c:v>
                </c:pt>
                <c:pt idx="3928">
                  <c:v>1.72221</c:v>
                </c:pt>
                <c:pt idx="3929">
                  <c:v>1.7393400000000001</c:v>
                </c:pt>
                <c:pt idx="3930">
                  <c:v>1.7503599999999999</c:v>
                </c:pt>
                <c:pt idx="3931">
                  <c:v>1.7307699999999999</c:v>
                </c:pt>
                <c:pt idx="3932">
                  <c:v>1.7189099999999999</c:v>
                </c:pt>
                <c:pt idx="3933">
                  <c:v>1.75606</c:v>
                </c:pt>
                <c:pt idx="3934">
                  <c:v>1.7355700000000001</c:v>
                </c:pt>
                <c:pt idx="3935">
                  <c:v>1.7512399999999999</c:v>
                </c:pt>
                <c:pt idx="3936">
                  <c:v>1.7474400000000001</c:v>
                </c:pt>
                <c:pt idx="3937">
                  <c:v>1.7705500000000001</c:v>
                </c:pt>
                <c:pt idx="3938">
                  <c:v>1.8533299999999999</c:v>
                </c:pt>
                <c:pt idx="3939">
                  <c:v>1.82535</c:v>
                </c:pt>
                <c:pt idx="3940">
                  <c:v>1.88415</c:v>
                </c:pt>
                <c:pt idx="3941">
                  <c:v>1.87355</c:v>
                </c:pt>
                <c:pt idx="3942">
                  <c:v>1.95353</c:v>
                </c:pt>
                <c:pt idx="3943">
                  <c:v>1.88612</c:v>
                </c:pt>
                <c:pt idx="3944">
                  <c:v>1.89849</c:v>
                </c:pt>
                <c:pt idx="3945">
                  <c:v>1.88568</c:v>
                </c:pt>
                <c:pt idx="3946">
                  <c:v>1.9047799999999999</c:v>
                </c:pt>
                <c:pt idx="3947">
                  <c:v>1.90588</c:v>
                </c:pt>
                <c:pt idx="3948">
                  <c:v>1.8869400000000001</c:v>
                </c:pt>
                <c:pt idx="3949">
                  <c:v>1.91658</c:v>
                </c:pt>
                <c:pt idx="3950">
                  <c:v>2.0118200000000002</c:v>
                </c:pt>
                <c:pt idx="3951">
                  <c:v>1.96959</c:v>
                </c:pt>
                <c:pt idx="3952">
                  <c:v>#N/A</c:v>
                </c:pt>
                <c:pt idx="3953">
                  <c:v>2.0068100000000002</c:v>
                </c:pt>
                <c:pt idx="3954">
                  <c:v>2.0208499999999998</c:v>
                </c:pt>
                <c:pt idx="3955">
                  <c:v>2.0475300000000001</c:v>
                </c:pt>
                <c:pt idx="3956">
                  <c:v>2.1177800000000002</c:v>
                </c:pt>
                <c:pt idx="3957">
                  <c:v>2.1373099999999998</c:v>
                </c:pt>
                <c:pt idx="3958">
                  <c:v>2.0295999999999998</c:v>
                </c:pt>
                <c:pt idx="3959">
                  <c:v>1.98346</c:v>
                </c:pt>
                <c:pt idx="3960">
                  <c:v>1.9657199999999999</c:v>
                </c:pt>
                <c:pt idx="3961">
                  <c:v>1.9663999999999999</c:v>
                </c:pt>
                <c:pt idx="3962">
                  <c:v>1.9098200000000001</c:v>
                </c:pt>
                <c:pt idx="3963">
                  <c:v>1.86582</c:v>
                </c:pt>
                <c:pt idx="3964">
                  <c:v>1.8771199999999999</c:v>
                </c:pt>
                <c:pt idx="3965">
                  <c:v>1.92865</c:v>
                </c:pt>
                <c:pt idx="3966">
                  <c:v>1.91448</c:v>
                </c:pt>
                <c:pt idx="3967">
                  <c:v>1.92611</c:v>
                </c:pt>
                <c:pt idx="3968">
                  <c:v>1.8762700000000001</c:v>
                </c:pt>
                <c:pt idx="3969">
                  <c:v>1.8695600000000001</c:v>
                </c:pt>
                <c:pt idx="3970">
                  <c:v>1.7900100000000001</c:v>
                </c:pt>
                <c:pt idx="3971">
                  <c:v>1.74203</c:v>
                </c:pt>
                <c:pt idx="3972">
                  <c:v>1.7919799999999999</c:v>
                </c:pt>
                <c:pt idx="3973">
                  <c:v>1.8454200000000001</c:v>
                </c:pt>
                <c:pt idx="3974">
                  <c:v>1.8442000000000001</c:v>
                </c:pt>
                <c:pt idx="3975">
                  <c:v>1.8332599999999999</c:v>
                </c:pt>
                <c:pt idx="3976">
                  <c:v>1.8149599999999999</c:v>
                </c:pt>
                <c:pt idx="3977">
                  <c:v>1.7426999999999999</c:v>
                </c:pt>
                <c:pt idx="3978">
                  <c:v>1.7726299999999999</c:v>
                </c:pt>
                <c:pt idx="3979">
                  <c:v>1.7817000000000001</c:v>
                </c:pt>
                <c:pt idx="3980">
                  <c:v>#N/A</c:v>
                </c:pt>
                <c:pt idx="3981">
                  <c:v>1.7448399999999999</c:v>
                </c:pt>
                <c:pt idx="3982">
                  <c:v>1.7181</c:v>
                </c:pt>
                <c:pt idx="3983">
                  <c:v>1.72316</c:v>
                </c:pt>
                <c:pt idx="3984">
                  <c:v>1.7131700000000001</c:v>
                </c:pt>
                <c:pt idx="3985">
                  <c:v>1.6872400000000001</c:v>
                </c:pt>
                <c:pt idx="3986">
                  <c:v>1.7069799999999999</c:v>
                </c:pt>
                <c:pt idx="3987">
                  <c:v>1.7112700000000001</c:v>
                </c:pt>
                <c:pt idx="3988">
                  <c:v>1.70549</c:v>
                </c:pt>
                <c:pt idx="3989">
                  <c:v>1.7579400000000001</c:v>
                </c:pt>
                <c:pt idx="3990">
                  <c:v>1.76986</c:v>
                </c:pt>
                <c:pt idx="3991">
                  <c:v>1.74979</c:v>
                </c:pt>
                <c:pt idx="3992">
                  <c:v>1.71713</c:v>
                </c:pt>
                <c:pt idx="3993">
                  <c:v>1.6760999999999999</c:v>
                </c:pt>
                <c:pt idx="3994">
                  <c:v>1.6918599999999999</c:v>
                </c:pt>
                <c:pt idx="3995">
                  <c:v>1.6754</c:v>
                </c:pt>
                <c:pt idx="3996">
                  <c:v>1.6873100000000001</c:v>
                </c:pt>
                <c:pt idx="3997">
                  <c:v>1.68218</c:v>
                </c:pt>
                <c:pt idx="3998">
                  <c:v>1.7249099999999999</c:v>
                </c:pt>
                <c:pt idx="3999">
                  <c:v>1.7534000000000001</c:v>
                </c:pt>
                <c:pt idx="4000">
                  <c:v>1.8593299999999999</c:v>
                </c:pt>
                <c:pt idx="4001">
                  <c:v>1.8786700000000001</c:v>
                </c:pt>
                <c:pt idx="4002">
                  <c:v>1.9564900000000001</c:v>
                </c:pt>
                <c:pt idx="4003">
                  <c:v>1.9459900000000001</c:v>
                </c:pt>
                <c:pt idx="4004">
                  <c:v>1.87616</c:v>
                </c:pt>
                <c:pt idx="4005">
                  <c:v>1.82056</c:v>
                </c:pt>
                <c:pt idx="4006">
                  <c:v>1.7841499999999999</c:v>
                </c:pt>
                <c:pt idx="4007">
                  <c:v>1.89564</c:v>
                </c:pt>
                <c:pt idx="4008">
                  <c:v>1.83914</c:v>
                </c:pt>
                <c:pt idx="4009">
                  <c:v>1.8941600000000001</c:v>
                </c:pt>
                <c:pt idx="4010">
                  <c:v>1.9449399999999999</c:v>
                </c:pt>
                <c:pt idx="4011">
                  <c:v>1.9198500000000001</c:v>
                </c:pt>
                <c:pt idx="4012">
                  <c:v>1.8766099999999999</c:v>
                </c:pt>
                <c:pt idx="4013">
                  <c:v>1.91414</c:v>
                </c:pt>
                <c:pt idx="4014">
                  <c:v>1.8754599999999999</c:v>
                </c:pt>
                <c:pt idx="4015">
                  <c:v>1.8345400000000001</c:v>
                </c:pt>
                <c:pt idx="4016">
                  <c:v>1.89394</c:v>
                </c:pt>
                <c:pt idx="4017">
                  <c:v>1.87609</c:v>
                </c:pt>
                <c:pt idx="4018">
                  <c:v>1.8956900000000001</c:v>
                </c:pt>
                <c:pt idx="4019">
                  <c:v>1.8468800000000001</c:v>
                </c:pt>
                <c:pt idx="4020">
                  <c:v>1.78637</c:v>
                </c:pt>
                <c:pt idx="4021">
                  <c:v>1.78624</c:v>
                </c:pt>
                <c:pt idx="4022">
                  <c:v>#N/A</c:v>
                </c:pt>
                <c:pt idx="4023">
                  <c:v>1.79311</c:v>
                </c:pt>
                <c:pt idx="4024">
                  <c:v>1.7737099999999999</c:v>
                </c:pt>
                <c:pt idx="4025">
                  <c:v>1.7128099999999999</c:v>
                </c:pt>
                <c:pt idx="4026">
                  <c:v>1.76254</c:v>
                </c:pt>
                <c:pt idx="4027">
                  <c:v>1.7377899999999999</c:v>
                </c:pt>
                <c:pt idx="4028">
                  <c:v>1.7436199999999999</c:v>
                </c:pt>
                <c:pt idx="4029">
                  <c:v>1.7198199999999999</c:v>
                </c:pt>
                <c:pt idx="4030">
                  <c:v>1.6833199999999999</c:v>
                </c:pt>
                <c:pt idx="4031">
                  <c:v>1.70068</c:v>
                </c:pt>
                <c:pt idx="4032">
                  <c:v>1.7531099999999999</c:v>
                </c:pt>
                <c:pt idx="4033">
                  <c:v>1.7589600000000001</c:v>
                </c:pt>
                <c:pt idx="4034">
                  <c:v>1.7423299999999999</c:v>
                </c:pt>
                <c:pt idx="4035">
                  <c:v>1.72488</c:v>
                </c:pt>
                <c:pt idx="4036">
                  <c:v>1.7433700000000001</c:v>
                </c:pt>
                <c:pt idx="4037">
                  <c:v>1.73068</c:v>
                </c:pt>
                <c:pt idx="4038">
                  <c:v>1.8210200000000001</c:v>
                </c:pt>
                <c:pt idx="4039">
                  <c:v>1.79515</c:v>
                </c:pt>
                <c:pt idx="4040">
                  <c:v>1.8061499999999999</c:v>
                </c:pt>
                <c:pt idx="4041">
                  <c:v>1.83832</c:v>
                </c:pt>
                <c:pt idx="4042">
                  <c:v>1.82514</c:v>
                </c:pt>
                <c:pt idx="4043">
                  <c:v>1.85626</c:v>
                </c:pt>
                <c:pt idx="4044">
                  <c:v>1.9165300000000001</c:v>
                </c:pt>
                <c:pt idx="4045">
                  <c:v>1.9391</c:v>
                </c:pt>
                <c:pt idx="4046">
                  <c:v>1.8870499999999999</c:v>
                </c:pt>
                <c:pt idx="4047">
                  <c:v>1.83494</c:v>
                </c:pt>
                <c:pt idx="4048">
                  <c:v>1.8544499999999999</c:v>
                </c:pt>
                <c:pt idx="4049">
                  <c:v>1.8295699999999999</c:v>
                </c:pt>
                <c:pt idx="4050">
                  <c:v>1.7991600000000001</c:v>
                </c:pt>
                <c:pt idx="4051">
                  <c:v>1.7376400000000001</c:v>
                </c:pt>
                <c:pt idx="4052">
                  <c:v>#N/A</c:v>
                </c:pt>
                <c:pt idx="4053">
                  <c:v>1.73803</c:v>
                </c:pt>
                <c:pt idx="4054">
                  <c:v>1.74929</c:v>
                </c:pt>
                <c:pt idx="4055">
                  <c:v>1.7738499999999999</c:v>
                </c:pt>
                <c:pt idx="4056">
                  <c:v>1.75942</c:v>
                </c:pt>
                <c:pt idx="4057">
                  <c:v>1.7234400000000001</c:v>
                </c:pt>
                <c:pt idx="4058">
                  <c:v>1.7321599999999999</c:v>
                </c:pt>
                <c:pt idx="4059">
                  <c:v>1.73929</c:v>
                </c:pt>
                <c:pt idx="4060">
                  <c:v>1.7301200000000001</c:v>
                </c:pt>
                <c:pt idx="4061">
                  <c:v>1.69414</c:v>
                </c:pt>
                <c:pt idx="4062">
                  <c:v>1.69024</c:v>
                </c:pt>
                <c:pt idx="4063">
                  <c:v>1.7284299999999999</c:v>
                </c:pt>
                <c:pt idx="4064">
                  <c:v>1.80609</c:v>
                </c:pt>
                <c:pt idx="4065">
                  <c:v>1.8186199999999999</c:v>
                </c:pt>
                <c:pt idx="4066">
                  <c:v>1.7862100000000001</c:v>
                </c:pt>
                <c:pt idx="4067">
                  <c:v>1.7597700000000001</c:v>
                </c:pt>
                <c:pt idx="4068">
                  <c:v>1.76478</c:v>
                </c:pt>
                <c:pt idx="4069">
                  <c:v>1.7887500000000001</c:v>
                </c:pt>
                <c:pt idx="4070">
                  <c:v>1.7296400000000001</c:v>
                </c:pt>
                <c:pt idx="4071">
                  <c:v>1.7145300000000001</c:v>
                </c:pt>
                <c:pt idx="4072">
                  <c:v>#N/A</c:v>
                </c:pt>
                <c:pt idx="4073">
                  <c:v>1.74458</c:v>
                </c:pt>
                <c:pt idx="4074">
                  <c:v>1.77542</c:v>
                </c:pt>
                <c:pt idx="4075">
                  <c:v>1.8106</c:v>
                </c:pt>
                <c:pt idx="4076">
                  <c:v>1.80714</c:v>
                </c:pt>
                <c:pt idx="4077">
                  <c:v>1.8547400000000001</c:v>
                </c:pt>
                <c:pt idx="4078">
                  <c:v>1.9173800000000001</c:v>
                </c:pt>
                <c:pt idx="4079">
                  <c:v>1.9276899999999999</c:v>
                </c:pt>
                <c:pt idx="4080">
                  <c:v>1.8774999999999999</c:v>
                </c:pt>
                <c:pt idx="4081">
                  <c:v>1.8349599999999999</c:v>
                </c:pt>
                <c:pt idx="4082">
                  <c:v>1.8404</c:v>
                </c:pt>
                <c:pt idx="4083">
                  <c:v>1.88995</c:v>
                </c:pt>
                <c:pt idx="4084">
                  <c:v>1.89</c:v>
                </c:pt>
                <c:pt idx="4085">
                  <c:v>#N/A</c:v>
                </c:pt>
                <c:pt idx="4086">
                  <c:v>1.8750599999999999</c:v>
                </c:pt>
                <c:pt idx="4087">
                  <c:v>1.8802399999999999</c:v>
                </c:pt>
                <c:pt idx="4088">
                  <c:v>1.97553</c:v>
                </c:pt>
                <c:pt idx="4089">
                  <c:v>1.8885099999999999</c:v>
                </c:pt>
                <c:pt idx="4090">
                  <c:v>1.8456900000000001</c:v>
                </c:pt>
                <c:pt idx="4091">
                  <c:v>1.77729</c:v>
                </c:pt>
                <c:pt idx="4092">
                  <c:v>1.7779100000000001</c:v>
                </c:pt>
                <c:pt idx="4093">
                  <c:v>1.75536</c:v>
                </c:pt>
                <c:pt idx="4094">
                  <c:v>1.7722899999999999</c:v>
                </c:pt>
                <c:pt idx="4095">
                  <c:v>1.67415</c:v>
                </c:pt>
                <c:pt idx="4096">
                  <c:v>1.7023699999999999</c:v>
                </c:pt>
                <c:pt idx="4097">
                  <c:v>1.61931</c:v>
                </c:pt>
                <c:pt idx="4098">
                  <c:v>1.6246700000000001</c:v>
                </c:pt>
                <c:pt idx="4099">
                  <c:v>1.58799</c:v>
                </c:pt>
                <c:pt idx="4100">
                  <c:v>1.62839</c:v>
                </c:pt>
                <c:pt idx="4101">
                  <c:v>1.6326400000000001</c:v>
                </c:pt>
                <c:pt idx="4102">
                  <c:v>1.61951</c:v>
                </c:pt>
                <c:pt idx="4103">
                  <c:v>1.6400999999999999</c:v>
                </c:pt>
                <c:pt idx="4104">
                  <c:v>#N/A</c:v>
                </c:pt>
                <c:pt idx="4105">
                  <c:v>1.6478200000000001</c:v>
                </c:pt>
                <c:pt idx="4106">
                  <c:v>1.65934</c:v>
                </c:pt>
                <c:pt idx="4107">
                  <c:v>#N/A</c:v>
                </c:pt>
                <c:pt idx="4108">
                  <c:v>#N/A</c:v>
                </c:pt>
                <c:pt idx="4109">
                  <c:v>#N/A</c:v>
                </c:pt>
                <c:pt idx="4110">
                  <c:v>1.6501300000000001</c:v>
                </c:pt>
                <c:pt idx="4111">
                  <c:v>1.7145300000000001</c:v>
                </c:pt>
                <c:pt idx="4112">
                  <c:v>1.66588</c:v>
                </c:pt>
                <c:pt idx="4113">
                  <c:v>1.6724399999999999</c:v>
                </c:pt>
                <c:pt idx="4114">
                  <c:v>1.6306400000000001</c:v>
                </c:pt>
                <c:pt idx="4115">
                  <c:v>1.6656299999999999</c:v>
                </c:pt>
                <c:pt idx="4116">
                  <c:v>1.68459</c:v>
                </c:pt>
                <c:pt idx="4117">
                  <c:v>1.66998</c:v>
                </c:pt>
                <c:pt idx="4118">
                  <c:v>1.6809700000000001</c:v>
                </c:pt>
                <c:pt idx="4119">
                  <c:v>1.68848</c:v>
                </c:pt>
                <c:pt idx="4120">
                  <c:v>1.68221</c:v>
                </c:pt>
                <c:pt idx="4121">
                  <c:v>1.65072</c:v>
                </c:pt>
                <c:pt idx="4122">
                  <c:v>#N/A</c:v>
                </c:pt>
                <c:pt idx="4123">
                  <c:v>#N/A</c:v>
                </c:pt>
                <c:pt idx="4124">
                  <c:v>1.7032700000000001</c:v>
                </c:pt>
                <c:pt idx="4125">
                  <c:v>1.73817</c:v>
                </c:pt>
                <c:pt idx="4126">
                  <c:v>#N/A</c:v>
                </c:pt>
                <c:pt idx="4127">
                  <c:v>#N/A</c:v>
                </c:pt>
                <c:pt idx="4128">
                  <c:v>1.7666999999999999</c:v>
                </c:pt>
                <c:pt idx="4129">
                  <c:v>1.7775000000000001</c:v>
                </c:pt>
                <c:pt idx="4130">
                  <c:v>1.7493099999999999</c:v>
                </c:pt>
                <c:pt idx="4131">
                  <c:v>1.7567900000000001</c:v>
                </c:pt>
                <c:pt idx="4132">
                  <c:v>1.7631300000000001</c:v>
                </c:pt>
                <c:pt idx="4133">
                  <c:v>1.7251300000000001</c:v>
                </c:pt>
                <c:pt idx="4134">
                  <c:v>1.67363</c:v>
                </c:pt>
                <c:pt idx="4135">
                  <c:v>1.6764600000000001</c:v>
                </c:pt>
                <c:pt idx="4136">
                  <c:v>1.7061900000000001</c:v>
                </c:pt>
                <c:pt idx="4137">
                  <c:v>1.7272099999999999</c:v>
                </c:pt>
                <c:pt idx="4138">
                  <c:v>1.6834800000000001</c:v>
                </c:pt>
                <c:pt idx="4139">
                  <c:v>1.65099</c:v>
                </c:pt>
                <c:pt idx="4140">
                  <c:v>1.65452</c:v>
                </c:pt>
                <c:pt idx="4141">
                  <c:v>1.6462699999999999</c:v>
                </c:pt>
                <c:pt idx="4142">
                  <c:v>#N/A</c:v>
                </c:pt>
                <c:pt idx="4143">
                  <c:v>1.6575299999999999</c:v>
                </c:pt>
                <c:pt idx="4144">
                  <c:v>1.61886</c:v>
                </c:pt>
                <c:pt idx="4145">
                  <c:v>1.6526700000000001</c:v>
                </c:pt>
                <c:pt idx="4146">
                  <c:v>1.67353</c:v>
                </c:pt>
                <c:pt idx="4147">
                  <c:v>1.7234799999999999</c:v>
                </c:pt>
                <c:pt idx="4148">
                  <c:v>1.7977300000000001</c:v>
                </c:pt>
                <c:pt idx="4149">
                  <c:v>1.81846</c:v>
                </c:pt>
                <c:pt idx="4150">
                  <c:v>1.92364</c:v>
                </c:pt>
                <c:pt idx="4151">
                  <c:v>2.1215600000000001</c:v>
                </c:pt>
                <c:pt idx="4152">
                  <c:v>2.05098</c:v>
                </c:pt>
                <c:pt idx="4153">
                  <c:v>1.9974799999999999</c:v>
                </c:pt>
                <c:pt idx="4154">
                  <c:v>1.88931</c:v>
                </c:pt>
                <c:pt idx="4155">
                  <c:v>2.0085500000000001</c:v>
                </c:pt>
                <c:pt idx="4156">
                  <c:v>2.2009400000000001</c:v>
                </c:pt>
                <c:pt idx="4157">
                  <c:v>2.8438099999999999</c:v>
                </c:pt>
                <c:pt idx="4158">
                  <c:v>2.6402999999999999</c:v>
                </c:pt>
                <c:pt idx="4159">
                  <c:v>2.9329000000000001</c:v>
                </c:pt>
                <c:pt idx="4160">
                  <c:v>3.5977999999999999</c:v>
                </c:pt>
                <c:pt idx="4161">
                  <c:v>3.3614299999999999</c:v>
                </c:pt>
                <c:pt idx="4162">
                  <c:v>4.04847</c:v>
                </c:pt>
                <c:pt idx="4163">
                  <c:v>3.8249</c:v>
                </c:pt>
                <c:pt idx="4164">
                  <c:v>4.6856200000000001</c:v>
                </c:pt>
                <c:pt idx="4165">
                  <c:v>4.9337900000000001</c:v>
                </c:pt>
                <c:pt idx="4166">
                  <c:v>4.6483999999999996</c:v>
                </c:pt>
                <c:pt idx="4167">
                  <c:v>4.8776999999999999</c:v>
                </c:pt>
                <c:pt idx="4168">
                  <c:v>4.5697900000000002</c:v>
                </c:pt>
                <c:pt idx="4169">
                  <c:v>3.79589</c:v>
                </c:pt>
                <c:pt idx="4170">
                  <c:v>3.4558200000000001</c:v>
                </c:pt>
                <c:pt idx="4171">
                  <c:v>3.89547</c:v>
                </c:pt>
                <c:pt idx="4172">
                  <c:v>3.9076900000000001</c:v>
                </c:pt>
                <c:pt idx="4173">
                  <c:v>3.7639800000000001</c:v>
                </c:pt>
                <c:pt idx="4174">
                  <c:v>4.0472999999999999</c:v>
                </c:pt>
                <c:pt idx="4175">
                  <c:v>4.09192</c:v>
                </c:pt>
                <c:pt idx="4176">
                  <c:v>4.1741700000000002</c:v>
                </c:pt>
                <c:pt idx="4177">
                  <c:v>3.9965199999999999</c:v>
                </c:pt>
                <c:pt idx="4178">
                  <c:v>3.8525399999999999</c:v>
                </c:pt>
                <c:pt idx="4179">
                  <c:v>3.7954599999999998</c:v>
                </c:pt>
                <c:pt idx="4180">
                  <c:v>3.5452300000000001</c:v>
                </c:pt>
                <c:pt idx="4181">
                  <c:v>#N/A</c:v>
                </c:pt>
                <c:pt idx="4182">
                  <c:v>3.3992100000000001</c:v>
                </c:pt>
                <c:pt idx="4183">
                  <c:v>3.30952</c:v>
                </c:pt>
                <c:pt idx="4184">
                  <c:v>3.5872099999999998</c:v>
                </c:pt>
                <c:pt idx="4185">
                  <c:v>3.7414000000000001</c:v>
                </c:pt>
                <c:pt idx="4186">
                  <c:v>3.6823299999999999</c:v>
                </c:pt>
                <c:pt idx="4187">
                  <c:v>3.7810899999999998</c:v>
                </c:pt>
                <c:pt idx="4188">
                  <c:v>3.9775</c:v>
                </c:pt>
                <c:pt idx="4189">
                  <c:v>4.0458699999999999</c:v>
                </c:pt>
                <c:pt idx="4190">
                  <c:v>4.0899900000000002</c:v>
                </c:pt>
                <c:pt idx="4191">
                  <c:v>4.2016</c:v>
                </c:pt>
                <c:pt idx="4192">
                  <c:v>4.2671299999999999</c:v>
                </c:pt>
                <c:pt idx="4193">
                  <c:v>4.29901</c:v>
                </c:pt>
                <c:pt idx="4194">
                  <c:v>4.1783299999999999</c:v>
                </c:pt>
                <c:pt idx="4195">
                  <c:v>3.9238</c:v>
                </c:pt>
                <c:pt idx="4196">
                  <c:v>3.8742000000000001</c:v>
                </c:pt>
                <c:pt idx="4197">
                  <c:v>3.84355</c:v>
                </c:pt>
                <c:pt idx="4198">
                  <c:v>3.6633</c:v>
                </c:pt>
                <c:pt idx="4199">
                  <c:v>3.6556299999999999</c:v>
                </c:pt>
                <c:pt idx="4200">
                  <c:v>3.6687699999999999</c:v>
                </c:pt>
                <c:pt idx="4201">
                  <c:v>3.51193</c:v>
                </c:pt>
                <c:pt idx="4202">
                  <c:v>3.4571800000000001</c:v>
                </c:pt>
                <c:pt idx="4203">
                  <c:v>3.4663400000000002</c:v>
                </c:pt>
                <c:pt idx="4204">
                  <c:v>3.60188</c:v>
                </c:pt>
                <c:pt idx="4205">
                  <c:v>3.68493</c:v>
                </c:pt>
                <c:pt idx="4206">
                  <c:v>3.6067</c:v>
                </c:pt>
                <c:pt idx="4207">
                  <c:v>3.3771599999999999</c:v>
                </c:pt>
                <c:pt idx="4208">
                  <c:v>3.3516400000000002</c:v>
                </c:pt>
                <c:pt idx="4209">
                  <c:v>3.2079800000000001</c:v>
                </c:pt>
                <c:pt idx="4210">
                  <c:v>3.0249999999999999</c:v>
                </c:pt>
                <c:pt idx="4211">
                  <c:v>2.9821200000000001</c:v>
                </c:pt>
                <c:pt idx="4212">
                  <c:v>#N/A</c:v>
                </c:pt>
                <c:pt idx="4213">
                  <c:v>2.8568899999999999</c:v>
                </c:pt>
                <c:pt idx="4214">
                  <c:v>2.88009</c:v>
                </c:pt>
                <c:pt idx="4215">
                  <c:v>2.8352499999999998</c:v>
                </c:pt>
                <c:pt idx="4216">
                  <c:v>2.8848400000000001</c:v>
                </c:pt>
                <c:pt idx="4217">
                  <c:v>2.8749400000000001</c:v>
                </c:pt>
                <c:pt idx="4218">
                  <c:v>2.7728000000000002</c:v>
                </c:pt>
                <c:pt idx="4219">
                  <c:v>2.6580900000000001</c:v>
                </c:pt>
                <c:pt idx="4220">
                  <c:v>2.7021299999999999</c:v>
                </c:pt>
                <c:pt idx="4221">
                  <c:v>2.6598799999999998</c:v>
                </c:pt>
                <c:pt idx="4222">
                  <c:v>2.6362100000000002</c:v>
                </c:pt>
                <c:pt idx="4223">
                  <c:v>2.67767</c:v>
                </c:pt>
                <c:pt idx="4224">
                  <c:v>2.7640500000000001</c:v>
                </c:pt>
                <c:pt idx="4225">
                  <c:v>3.0107400000000002</c:v>
                </c:pt>
                <c:pt idx="4226">
                  <c:v>2.9705900000000001</c:v>
                </c:pt>
                <c:pt idx="4227">
                  <c:v>2.9679899999999999</c:v>
                </c:pt>
                <c:pt idx="4228">
                  <c:v>2.7991299999999999</c:v>
                </c:pt>
                <c:pt idx="4229">
                  <c:v>2.9275099999999998</c:v>
                </c:pt>
                <c:pt idx="4230">
                  <c:v>2.95763</c:v>
                </c:pt>
                <c:pt idx="4231">
                  <c:v>2.9252600000000002</c:v>
                </c:pt>
                <c:pt idx="4232">
                  <c:v>2.9581599999999999</c:v>
                </c:pt>
                <c:pt idx="4233">
                  <c:v>2.9456500000000001</c:v>
                </c:pt>
                <c:pt idx="4234">
                  <c:v>2.99335</c:v>
                </c:pt>
                <c:pt idx="4235">
                  <c:v>2.9859599999999999</c:v>
                </c:pt>
                <c:pt idx="4236">
                  <c:v>3.0408300000000001</c:v>
                </c:pt>
                <c:pt idx="4237">
                  <c:v>3.0438800000000001</c:v>
                </c:pt>
                <c:pt idx="4238">
                  <c:v>2.9290500000000002</c:v>
                </c:pt>
                <c:pt idx="4239">
                  <c:v>2.8535200000000001</c:v>
                </c:pt>
                <c:pt idx="4240">
                  <c:v>2.7920400000000001</c:v>
                </c:pt>
                <c:pt idx="4241">
                  <c:v>#N/A</c:v>
                </c:pt>
                <c:pt idx="4242">
                  <c:v>2.7301099999999998</c:v>
                </c:pt>
                <c:pt idx="4243">
                  <c:v>2.8008199999999999</c:v>
                </c:pt>
                <c:pt idx="4244">
                  <c:v>2.8019699999999998</c:v>
                </c:pt>
                <c:pt idx="4245">
                  <c:v>2.9102800000000002</c:v>
                </c:pt>
                <c:pt idx="4246">
                  <c:v>2.91614</c:v>
                </c:pt>
                <c:pt idx="4247">
                  <c:v>2.8861400000000001</c:v>
                </c:pt>
                <c:pt idx="4248">
                  <c:v>2.9273400000000001</c:v>
                </c:pt>
                <c:pt idx="4249">
                  <c:v>2.84449</c:v>
                </c:pt>
                <c:pt idx="4250">
                  <c:v>2.7955999999999999</c:v>
                </c:pt>
                <c:pt idx="4251">
                  <c:v>2.72377</c:v>
                </c:pt>
                <c:pt idx="4252">
                  <c:v>2.6329899999999999</c:v>
                </c:pt>
                <c:pt idx="4253">
                  <c:v>2.53193</c:v>
                </c:pt>
                <c:pt idx="4254">
                  <c:v>2.5132300000000001</c:v>
                </c:pt>
                <c:pt idx="4255">
                  <c:v>2.5868600000000002</c:v>
                </c:pt>
                <c:pt idx="4256">
                  <c:v>2.6407699999999998</c:v>
                </c:pt>
                <c:pt idx="4257">
                  <c:v>2.5988799999999999</c:v>
                </c:pt>
                <c:pt idx="4258">
                  <c:v>2.6347200000000002</c:v>
                </c:pt>
                <c:pt idx="4259">
                  <c:v>2.5708600000000001</c:v>
                </c:pt>
                <c:pt idx="4260">
                  <c:v>2.59768</c:v>
                </c:pt>
                <c:pt idx="4261">
                  <c:v>2.5317500000000002</c:v>
                </c:pt>
                <c:pt idx="4262">
                  <c:v>2.4764200000000001</c:v>
                </c:pt>
                <c:pt idx="4263">
                  <c:v>2.48943</c:v>
                </c:pt>
                <c:pt idx="4264">
                  <c:v>2.39208</c:v>
                </c:pt>
                <c:pt idx="4265">
                  <c:v>2.3134600000000001</c:v>
                </c:pt>
                <c:pt idx="4266">
                  <c:v>2.3084600000000002</c:v>
                </c:pt>
                <c:pt idx="4267">
                  <c:v>2.2773500000000002</c:v>
                </c:pt>
                <c:pt idx="4268">
                  <c:v>2.2323300000000001</c:v>
                </c:pt>
                <c:pt idx="4269">
                  <c:v>2.2536200000000002</c:v>
                </c:pt>
                <c:pt idx="4270">
                  <c:v>2.2726199999999999</c:v>
                </c:pt>
                <c:pt idx="4271">
                  <c:v>2.35039</c:v>
                </c:pt>
                <c:pt idx="4272">
                  <c:v>2.38056</c:v>
                </c:pt>
                <c:pt idx="4273">
                  <c:v>2.4128599999999998</c:v>
                </c:pt>
                <c:pt idx="4274">
                  <c:v>2.4262000000000001</c:v>
                </c:pt>
                <c:pt idx="4275">
                  <c:v>2.48698</c:v>
                </c:pt>
                <c:pt idx="4276">
                  <c:v>#N/A</c:v>
                </c:pt>
                <c:pt idx="4277">
                  <c:v>#N/A</c:v>
                </c:pt>
                <c:pt idx="4278">
                  <c:v>#N/A</c:v>
                </c:pt>
                <c:pt idx="4279">
                  <c:v>#N/A</c:v>
                </c:pt>
                <c:pt idx="4280">
                  <c:v>#N/A</c:v>
                </c:pt>
                <c:pt idx="4281">
                  <c:v>#N/A</c:v>
                </c:pt>
                <c:pt idx="4282">
                  <c:v>#N/A</c:v>
                </c:pt>
                <c:pt idx="4283">
                  <c:v>2.4344600000000001</c:v>
                </c:pt>
                <c:pt idx="4284">
                  <c:v>2.4070999999999998</c:v>
                </c:pt>
                <c:pt idx="4285">
                  <c:v>2.4851700000000001</c:v>
                </c:pt>
                <c:pt idx="4286">
                  <c:v>2.4438399999999998</c:v>
                </c:pt>
                <c:pt idx="4287">
                  <c:v>#N/A</c:v>
                </c:pt>
                <c:pt idx="4288">
                  <c:v>2.5044400000000002</c:v>
                </c:pt>
                <c:pt idx="4289">
                  <c:v>2.4575999999999998</c:v>
                </c:pt>
                <c:pt idx="4290">
                  <c:v>2.4861499999999999</c:v>
                </c:pt>
                <c:pt idx="4291">
                  <c:v>2.5141900000000001</c:v>
                </c:pt>
                <c:pt idx="4292">
                  <c:v>2.5122</c:v>
                </c:pt>
                <c:pt idx="4293">
                  <c:v>2.4488599999999998</c:v>
                </c:pt>
                <c:pt idx="4294">
                  <c:v>2.4237199999999999</c:v>
                </c:pt>
                <c:pt idx="4295">
                  <c:v>2.4599600000000001</c:v>
                </c:pt>
                <c:pt idx="4296">
                  <c:v>2.4788999999999999</c:v>
                </c:pt>
                <c:pt idx="4297">
                  <c:v>2.5791900000000001</c:v>
                </c:pt>
                <c:pt idx="4298">
                  <c:v>2.6059800000000002</c:v>
                </c:pt>
                <c:pt idx="4299">
                  <c:v>2.7258499999999999</c:v>
                </c:pt>
                <c:pt idx="4300">
                  <c:v>2.7323</c:v>
                </c:pt>
                <c:pt idx="4301">
                  <c:v>2.6945399999999999</c:v>
                </c:pt>
                <c:pt idx="4302">
                  <c:v>2.65178</c:v>
                </c:pt>
                <c:pt idx="4303">
                  <c:v>2.6855699999999998</c:v>
                </c:pt>
                <c:pt idx="4304">
                  <c:v>2.6245099999999999</c:v>
                </c:pt>
                <c:pt idx="4305">
                  <c:v>2.6382500000000002</c:v>
                </c:pt>
                <c:pt idx="4306">
                  <c:v>2.6020099999999999</c:v>
                </c:pt>
                <c:pt idx="4307">
                  <c:v>2.50969</c:v>
                </c:pt>
                <c:pt idx="4308">
                  <c:v>2.5118100000000001</c:v>
                </c:pt>
                <c:pt idx="4309">
                  <c:v>2.4540299999999999</c:v>
                </c:pt>
                <c:pt idx="4310">
                  <c:v>2.37636</c:v>
                </c:pt>
                <c:pt idx="4311">
                  <c:v>2.33663</c:v>
                </c:pt>
                <c:pt idx="4312">
                  <c:v>#N/A</c:v>
                </c:pt>
                <c:pt idx="4313">
                  <c:v>2.3517399999999999</c:v>
                </c:pt>
                <c:pt idx="4314">
                  <c:v>2.32172</c:v>
                </c:pt>
                <c:pt idx="4315">
                  <c:v>2.3043499999999999</c:v>
                </c:pt>
                <c:pt idx="4316">
                  <c:v>2.2776700000000001</c:v>
                </c:pt>
                <c:pt idx="4317">
                  <c:v>2.28437</c:v>
                </c:pt>
                <c:pt idx="4318">
                  <c:v>2.2901199999999999</c:v>
                </c:pt>
                <c:pt idx="4319">
                  <c:v>2.3403299999999998</c:v>
                </c:pt>
                <c:pt idx="4320">
                  <c:v>2.3499099999999999</c:v>
                </c:pt>
                <c:pt idx="4321">
                  <c:v>2.4047900000000002</c:v>
                </c:pt>
                <c:pt idx="4322">
                  <c:v>2.42448</c:v>
                </c:pt>
                <c:pt idx="4323">
                  <c:v>2.4186000000000001</c:v>
                </c:pt>
                <c:pt idx="4324">
                  <c:v>2.4730799999999999</c:v>
                </c:pt>
                <c:pt idx="4325">
                  <c:v>2.4603199999999998</c:v>
                </c:pt>
                <c:pt idx="4326">
                  <c:v>2.4403100000000002</c:v>
                </c:pt>
                <c:pt idx="4327">
                  <c:v>2.44842</c:v>
                </c:pt>
                <c:pt idx="4328">
                  <c:v>2.4032100000000001</c:v>
                </c:pt>
                <c:pt idx="4329">
                  <c:v>2.2960400000000001</c:v>
                </c:pt>
                <c:pt idx="4330">
                  <c:v>2.2366899999999998</c:v>
                </c:pt>
                <c:pt idx="4331">
                  <c:v>2.20668</c:v>
                </c:pt>
                <c:pt idx="4332">
                  <c:v>2.03694</c:v>
                </c:pt>
                <c:pt idx="4333">
                  <c:v>2.03281</c:v>
                </c:pt>
                <c:pt idx="4334">
                  <c:v>#N/A</c:v>
                </c:pt>
                <c:pt idx="4335">
                  <c:v>2.06473</c:v>
                </c:pt>
                <c:pt idx="4336">
                  <c:v>2.0695800000000002</c:v>
                </c:pt>
                <c:pt idx="4337">
                  <c:v>2.0672199999999998</c:v>
                </c:pt>
                <c:pt idx="4338">
                  <c:v>2.1203099999999999</c:v>
                </c:pt>
                <c:pt idx="4339">
                  <c:v>2.12033</c:v>
                </c:pt>
                <c:pt idx="4340">
                  <c:v>2.1551</c:v>
                </c:pt>
                <c:pt idx="4341">
                  <c:v>2.1534</c:v>
                </c:pt>
                <c:pt idx="4342">
                  <c:v>2.1523400000000001</c:v>
                </c:pt>
                <c:pt idx="4343">
                  <c:v>2.1767400000000001</c:v>
                </c:pt>
                <c:pt idx="4344">
                  <c:v>2.2082099999999998</c:v>
                </c:pt>
                <c:pt idx="4345">
                  <c:v>#N/A</c:v>
                </c:pt>
                <c:pt idx="4346">
                  <c:v>2.2370399999999999</c:v>
                </c:pt>
                <c:pt idx="4347">
                  <c:v>2.2754099999999999</c:v>
                </c:pt>
                <c:pt idx="4348">
                  <c:v>2.18018</c:v>
                </c:pt>
                <c:pt idx="4349">
                  <c:v>2.1499000000000001</c:v>
                </c:pt>
                <c:pt idx="4350">
                  <c:v>2.12384</c:v>
                </c:pt>
                <c:pt idx="4351">
                  <c:v>2.0861900000000002</c:v>
                </c:pt>
                <c:pt idx="4352">
                  <c:v>2.12426</c:v>
                </c:pt>
                <c:pt idx="4353">
                  <c:v>2.16092</c:v>
                </c:pt>
                <c:pt idx="4354">
                  <c:v>2.1611099999999999</c:v>
                </c:pt>
                <c:pt idx="4355">
                  <c:v>2.16404</c:v>
                </c:pt>
                <c:pt idx="4356">
                  <c:v>2.15246</c:v>
                </c:pt>
                <c:pt idx="4357">
                  <c:v>2.1429900000000002</c:v>
                </c:pt>
                <c:pt idx="4358">
                  <c:v>2.0983000000000001</c:v>
                </c:pt>
                <c:pt idx="4359">
                  <c:v>2.0826600000000002</c:v>
                </c:pt>
                <c:pt idx="4360">
                  <c:v>2.0576699999999999</c:v>
                </c:pt>
                <c:pt idx="4361">
                  <c:v>2.0537800000000002</c:v>
                </c:pt>
                <c:pt idx="4362">
                  <c:v>2.0722</c:v>
                </c:pt>
                <c:pt idx="4363">
                  <c:v>2.0774400000000002</c:v>
                </c:pt>
                <c:pt idx="4364">
                  <c:v>2.0374500000000002</c:v>
                </c:pt>
                <c:pt idx="4365">
                  <c:v>2.0661100000000001</c:v>
                </c:pt>
                <c:pt idx="4366">
                  <c:v>#N/A</c:v>
                </c:pt>
                <c:pt idx="4367">
                  <c:v>2.0665200000000001</c:v>
                </c:pt>
                <c:pt idx="4368">
                  <c:v>2.0506000000000002</c:v>
                </c:pt>
                <c:pt idx="4369">
                  <c:v>2.05626</c:v>
                </c:pt>
                <c:pt idx="4370">
                  <c:v>2.0555599999999998</c:v>
                </c:pt>
                <c:pt idx="4371">
                  <c:v>#N/A</c:v>
                </c:pt>
                <c:pt idx="4372">
                  <c:v>2.08053</c:v>
                </c:pt>
                <c:pt idx="4373">
                  <c:v>2.0891500000000001</c:v>
                </c:pt>
                <c:pt idx="4374">
                  <c:v>2.0940099999999999</c:v>
                </c:pt>
                <c:pt idx="4375">
                  <c:v>2.0996999999999999</c:v>
                </c:pt>
                <c:pt idx="4376">
                  <c:v>2.0604200000000001</c:v>
                </c:pt>
                <c:pt idx="4377">
                  <c:v>2.09911</c:v>
                </c:pt>
                <c:pt idx="4378">
                  <c:v>2.16838</c:v>
                </c:pt>
                <c:pt idx="4379">
                  <c:v>2.1926600000000001</c:v>
                </c:pt>
                <c:pt idx="4380">
                  <c:v>2.1575299999999999</c:v>
                </c:pt>
                <c:pt idx="4381">
                  <c:v>2.2042099999999998</c:v>
                </c:pt>
                <c:pt idx="4382">
                  <c:v>#N/A</c:v>
                </c:pt>
                <c:pt idx="4383">
                  <c:v>2.2129300000000001</c:v>
                </c:pt>
                <c:pt idx="4384">
                  <c:v>2.2141899999999999</c:v>
                </c:pt>
                <c:pt idx="4385">
                  <c:v>2.19625</c:v>
                </c:pt>
                <c:pt idx="4386">
                  <c:v>2.2064300000000001</c:v>
                </c:pt>
                <c:pt idx="4387">
                  <c:v>2.2280799999999998</c:v>
                </c:pt>
                <c:pt idx="4388">
                  <c:v>2.2170999999999998</c:v>
                </c:pt>
                <c:pt idx="4389">
                  <c:v>2.2487900000000001</c:v>
                </c:pt>
                <c:pt idx="4390">
                  <c:v>2.2292299999999998</c:v>
                </c:pt>
                <c:pt idx="4391">
                  <c:v>2.1869100000000001</c:v>
                </c:pt>
                <c:pt idx="4392">
                  <c:v>2.1945999999999999</c:v>
                </c:pt>
                <c:pt idx="4393">
                  <c:v>2.1522399999999999</c:v>
                </c:pt>
                <c:pt idx="4394">
                  <c:v>2.1557499999999998</c:v>
                </c:pt>
                <c:pt idx="4395">
                  <c:v>2.1492200000000001</c:v>
                </c:pt>
                <c:pt idx="4396">
                  <c:v>2.1065100000000001</c:v>
                </c:pt>
                <c:pt idx="4397">
                  <c:v>2.1128999999999998</c:v>
                </c:pt>
                <c:pt idx="4398">
                  <c:v>2.1079699999999999</c:v>
                </c:pt>
                <c:pt idx="4399">
                  <c:v>2.1150000000000002</c:v>
                </c:pt>
                <c:pt idx="4400">
                  <c:v>2.0845400000000001</c:v>
                </c:pt>
                <c:pt idx="4401">
                  <c:v>2.06941</c:v>
                </c:pt>
                <c:pt idx="4402">
                  <c:v>#N/A</c:v>
                </c:pt>
                <c:pt idx="4403">
                  <c:v>2.0810499999999998</c:v>
                </c:pt>
                <c:pt idx="4404">
                  <c:v>2.0977199999999998</c:v>
                </c:pt>
                <c:pt idx="4405">
                  <c:v>2.0982599999999998</c:v>
                </c:pt>
                <c:pt idx="4406">
                  <c:v>2.10487</c:v>
                </c:pt>
                <c:pt idx="4407">
                  <c:v>2.15578</c:v>
                </c:pt>
                <c:pt idx="4408">
                  <c:v>2.1884199999999998</c:v>
                </c:pt>
                <c:pt idx="4409">
                  <c:v>2.1587499999999999</c:v>
                </c:pt>
                <c:pt idx="4410">
                  <c:v>2.2307800000000002</c:v>
                </c:pt>
                <c:pt idx="4411">
                  <c:v>2.3226800000000001</c:v>
                </c:pt>
                <c:pt idx="4412">
                  <c:v>2.2507299999999999</c:v>
                </c:pt>
                <c:pt idx="4413">
                  <c:v>2.2584900000000001</c:v>
                </c:pt>
                <c:pt idx="4414">
                  <c:v>2.2361800000000001</c:v>
                </c:pt>
                <c:pt idx="4415">
                  <c:v>2.2315999999999998</c:v>
                </c:pt>
                <c:pt idx="4416">
                  <c:v>2.37846</c:v>
                </c:pt>
                <c:pt idx="4417">
                  <c:v>2.50047</c:v>
                </c:pt>
                <c:pt idx="4418">
                  <c:v>2.4684400000000002</c:v>
                </c:pt>
                <c:pt idx="4419">
                  <c:v>2.3409499999999999</c:v>
                </c:pt>
                <c:pt idx="4420">
                  <c:v>2.2768600000000001</c:v>
                </c:pt>
                <c:pt idx="4421">
                  <c:v>2.2240500000000001</c:v>
                </c:pt>
                <c:pt idx="4422">
                  <c:v>2.2181899999999999</c:v>
                </c:pt>
                <c:pt idx="4423">
                  <c:v>2.1519499999999998</c:v>
                </c:pt>
                <c:pt idx="4424">
                  <c:v>2.1386699999999998</c:v>
                </c:pt>
                <c:pt idx="4425">
                  <c:v>2.1268799999999999</c:v>
                </c:pt>
                <c:pt idx="4426">
                  <c:v>2.1114600000000001</c:v>
                </c:pt>
                <c:pt idx="4427">
                  <c:v>2.1356799999999998</c:v>
                </c:pt>
                <c:pt idx="4428">
                  <c:v>2.12907</c:v>
                </c:pt>
                <c:pt idx="4429">
                  <c:v>2.1680600000000001</c:v>
                </c:pt>
                <c:pt idx="4430">
                  <c:v>2.2147899999999998</c:v>
                </c:pt>
                <c:pt idx="4431">
                  <c:v>2.2273700000000001</c:v>
                </c:pt>
                <c:pt idx="4432">
                  <c:v>2.2030400000000001</c:v>
                </c:pt>
                <c:pt idx="4433">
                  <c:v>2.2429100000000002</c:v>
                </c:pt>
                <c:pt idx="4434">
                  <c:v>2.1630400000000001</c:v>
                </c:pt>
                <c:pt idx="4435">
                  <c:v>2.1149300000000002</c:v>
                </c:pt>
                <c:pt idx="4436">
                  <c:v>#N/A</c:v>
                </c:pt>
                <c:pt idx="4437">
                  <c:v>2.0823100000000001</c:v>
                </c:pt>
                <c:pt idx="4438">
                  <c:v>2.0937000000000001</c:v>
                </c:pt>
                <c:pt idx="4439">
                  <c:v>2.1278199999999998</c:v>
                </c:pt>
                <c:pt idx="4440">
                  <c:v>2.16208</c:v>
                </c:pt>
                <c:pt idx="4441">
                  <c:v>2.1332100000000001</c:v>
                </c:pt>
                <c:pt idx="4442">
                  <c:v>2.1535700000000002</c:v>
                </c:pt>
                <c:pt idx="4443">
                  <c:v>2.18737</c:v>
                </c:pt>
                <c:pt idx="4444">
                  <c:v>2.1490200000000002</c:v>
                </c:pt>
                <c:pt idx="4445">
                  <c:v>2.1513800000000001</c:v>
                </c:pt>
                <c:pt idx="4446">
                  <c:v>2.1167400000000001</c:v>
                </c:pt>
                <c:pt idx="4447">
                  <c:v>2.1620699999999999</c:v>
                </c:pt>
                <c:pt idx="4448">
                  <c:v>2.2527400000000002</c:v>
                </c:pt>
                <c:pt idx="4449">
                  <c:v>2.2394500000000002</c:v>
                </c:pt>
                <c:pt idx="4450">
                  <c:v>2.2907299999999999</c:v>
                </c:pt>
                <c:pt idx="4451">
                  <c:v>2.2837000000000001</c:v>
                </c:pt>
                <c:pt idx="4452">
                  <c:v>2.32863</c:v>
                </c:pt>
                <c:pt idx="4453">
                  <c:v>2.3732799999999998</c:v>
                </c:pt>
                <c:pt idx="4454">
                  <c:v>2.3595700000000002</c:v>
                </c:pt>
                <c:pt idx="4455">
                  <c:v>2.3193800000000002</c:v>
                </c:pt>
                <c:pt idx="4456">
                  <c:v>2.25983</c:v>
                </c:pt>
                <c:pt idx="4457">
                  <c:v>2.3661500000000002</c:v>
                </c:pt>
                <c:pt idx="4458">
                  <c:v>2.39459</c:v>
                </c:pt>
                <c:pt idx="4459">
                  <c:v>2.42028</c:v>
                </c:pt>
                <c:pt idx="4460">
                  <c:v>2.3657599999999999</c:v>
                </c:pt>
                <c:pt idx="4461">
                  <c:v>2.24526</c:v>
                </c:pt>
                <c:pt idx="4462">
                  <c:v>2.1951000000000001</c:v>
                </c:pt>
                <c:pt idx="4463">
                  <c:v>2.23291</c:v>
                </c:pt>
                <c:pt idx="4464">
                  <c:v>2.2631800000000002</c:v>
                </c:pt>
                <c:pt idx="4465">
                  <c:v>2.27156</c:v>
                </c:pt>
                <c:pt idx="4466">
                  <c:v>2.29833</c:v>
                </c:pt>
                <c:pt idx="4467">
                  <c:v>2.3101400000000001</c:v>
                </c:pt>
                <c:pt idx="4468">
                  <c:v>2.28749</c:v>
                </c:pt>
                <c:pt idx="4469">
                  <c:v>2.3012700000000001</c:v>
                </c:pt>
                <c:pt idx="4470">
                  <c:v>2.4029799999999999</c:v>
                </c:pt>
                <c:pt idx="4471">
                  <c:v>2.4107099999999999</c:v>
                </c:pt>
                <c:pt idx="4472">
                  <c:v>2.4458099999999998</c:v>
                </c:pt>
                <c:pt idx="4473">
                  <c:v>2.5418099999999999</c:v>
                </c:pt>
                <c:pt idx="4474">
                  <c:v>2.51858</c:v>
                </c:pt>
                <c:pt idx="4475">
                  <c:v>2.5044900000000001</c:v>
                </c:pt>
                <c:pt idx="4476">
                  <c:v>2.4764200000000001</c:v>
                </c:pt>
                <c:pt idx="4477">
                  <c:v>#N/A</c:v>
                </c:pt>
                <c:pt idx="4478">
                  <c:v>2.4603100000000002</c:v>
                </c:pt>
                <c:pt idx="4479">
                  <c:v>2.4518300000000002</c:v>
                </c:pt>
                <c:pt idx="4480">
                  <c:v>2.44767</c:v>
                </c:pt>
                <c:pt idx="4481">
                  <c:v>2.4327200000000002</c:v>
                </c:pt>
                <c:pt idx="4482">
                  <c:v>2.3940100000000002</c:v>
                </c:pt>
                <c:pt idx="4483">
                  <c:v>2.37642</c:v>
                </c:pt>
                <c:pt idx="4484">
                  <c:v>2.3482599999999998</c:v>
                </c:pt>
                <c:pt idx="4485">
                  <c:v>2.3523800000000001</c:v>
                </c:pt>
                <c:pt idx="4486">
                  <c:v>2.3352499999999998</c:v>
                </c:pt>
                <c:pt idx="4487">
                  <c:v>2.36964</c:v>
                </c:pt>
                <c:pt idx="4488">
                  <c:v>2.4029199999999999</c:v>
                </c:pt>
                <c:pt idx="4489">
                  <c:v>2.3973100000000001</c:v>
                </c:pt>
                <c:pt idx="4490">
                  <c:v>2.4277600000000001</c:v>
                </c:pt>
                <c:pt idx="4491">
                  <c:v>2.52285</c:v>
                </c:pt>
                <c:pt idx="4492">
                  <c:v>2.5020699999999998</c:v>
                </c:pt>
                <c:pt idx="4493">
                  <c:v>2.53152</c:v>
                </c:pt>
                <c:pt idx="4494">
                  <c:v>2.51444</c:v>
                </c:pt>
                <c:pt idx="4495">
                  <c:v>2.49857</c:v>
                </c:pt>
                <c:pt idx="4496">
                  <c:v>2.4405000000000001</c:v>
                </c:pt>
                <c:pt idx="4497">
                  <c:v>2.4441099999999998</c:v>
                </c:pt>
                <c:pt idx="4498">
                  <c:v>2.4529200000000002</c:v>
                </c:pt>
                <c:pt idx="4499">
                  <c:v>2.4704799999999998</c:v>
                </c:pt>
                <c:pt idx="4500">
                  <c:v>2.4901800000000001</c:v>
                </c:pt>
                <c:pt idx="4501">
                  <c:v>2.5560499999999999</c:v>
                </c:pt>
                <c:pt idx="4502">
                  <c:v>#N/A</c:v>
                </c:pt>
                <c:pt idx="4503">
                  <c:v>2.5870500000000001</c:v>
                </c:pt>
                <c:pt idx="4504">
                  <c:v>2.5950099999999998</c:v>
                </c:pt>
                <c:pt idx="4505">
                  <c:v>2.6171899999999999</c:v>
                </c:pt>
                <c:pt idx="4506">
                  <c:v>2.6086</c:v>
                </c:pt>
                <c:pt idx="4507">
                  <c:v>2.6415000000000002</c:v>
                </c:pt>
                <c:pt idx="4508">
                  <c:v>2.6662300000000001</c:v>
                </c:pt>
                <c:pt idx="4509">
                  <c:v>2.6804700000000001</c:v>
                </c:pt>
                <c:pt idx="4510">
                  <c:v>2.68512</c:v>
                </c:pt>
                <c:pt idx="4511">
                  <c:v>2.6294300000000002</c:v>
                </c:pt>
                <c:pt idx="4512">
                  <c:v>2.6961499999999998</c:v>
                </c:pt>
                <c:pt idx="4513">
                  <c:v>2.6798099999999998</c:v>
                </c:pt>
                <c:pt idx="4514">
                  <c:v>2.6819000000000002</c:v>
                </c:pt>
                <c:pt idx="4515">
                  <c:v>2.7269800000000002</c:v>
                </c:pt>
                <c:pt idx="4516">
                  <c:v>2.7251400000000001</c:v>
                </c:pt>
                <c:pt idx="4517">
                  <c:v>2.7625199999999999</c:v>
                </c:pt>
                <c:pt idx="4518">
                  <c:v>2.8266300000000002</c:v>
                </c:pt>
                <c:pt idx="4519">
                  <c:v>2.8339699999999999</c:v>
                </c:pt>
                <c:pt idx="4520">
                  <c:v>2.7671399999999999</c:v>
                </c:pt>
                <c:pt idx="4521">
                  <c:v>2.7589800000000002</c:v>
                </c:pt>
                <c:pt idx="4522">
                  <c:v>2.7585999999999999</c:v>
                </c:pt>
                <c:pt idx="4523">
                  <c:v>2.7648899999999998</c:v>
                </c:pt>
                <c:pt idx="4524">
                  <c:v>2.7748499999999998</c:v>
                </c:pt>
                <c:pt idx="4525">
                  <c:v>2.75983</c:v>
                </c:pt>
                <c:pt idx="4526">
                  <c:v>2.73597</c:v>
                </c:pt>
                <c:pt idx="4527">
                  <c:v>2.75312</c:v>
                </c:pt>
                <c:pt idx="4528">
                  <c:v>2.7672400000000001</c:v>
                </c:pt>
                <c:pt idx="4529">
                  <c:v>2.7877100000000001</c:v>
                </c:pt>
                <c:pt idx="4530">
                  <c:v>2.7721</c:v>
                </c:pt>
                <c:pt idx="4531">
                  <c:v>2.79053</c:v>
                </c:pt>
                <c:pt idx="4532">
                  <c:v>2.8063899999999999</c:v>
                </c:pt>
                <c:pt idx="4533">
                  <c:v>2.8026599999999999</c:v>
                </c:pt>
                <c:pt idx="4534">
                  <c:v>2.8025799999999998</c:v>
                </c:pt>
                <c:pt idx="4535">
                  <c:v>2.8535300000000001</c:v>
                </c:pt>
                <c:pt idx="4536">
                  <c:v>2.85608</c:v>
                </c:pt>
                <c:pt idx="4537">
                  <c:v>2.8551099999999998</c:v>
                </c:pt>
                <c:pt idx="4538">
                  <c:v>2.8143699999999998</c:v>
                </c:pt>
                <c:pt idx="4539">
                  <c:v>2.72682</c:v>
                </c:pt>
                <c:pt idx="4540">
                  <c:v>2.7261500000000001</c:v>
                </c:pt>
                <c:pt idx="4541">
                  <c:v>2.7079599999999999</c:v>
                </c:pt>
                <c:pt idx="4542">
                  <c:v>2.6895500000000001</c:v>
                </c:pt>
                <c:pt idx="4543">
                  <c:v>2.7239</c:v>
                </c:pt>
                <c:pt idx="4544">
                  <c:v>2.71265</c:v>
                </c:pt>
                <c:pt idx="4545">
                  <c:v>2.7051099999999999</c:v>
                </c:pt>
                <c:pt idx="4546">
                  <c:v>2.7013099999999999</c:v>
                </c:pt>
                <c:pt idx="4547">
                  <c:v>#N/A</c:v>
                </c:pt>
                <c:pt idx="4548">
                  <c:v>2.6947199999999998</c:v>
                </c:pt>
                <c:pt idx="4549">
                  <c:v>2.72214</c:v>
                </c:pt>
                <c:pt idx="4550">
                  <c:v>2.7446700000000002</c:v>
                </c:pt>
                <c:pt idx="4551">
                  <c:v>2.72804</c:v>
                </c:pt>
                <c:pt idx="4552">
                  <c:v>2.7762699999999998</c:v>
                </c:pt>
                <c:pt idx="4553">
                  <c:v>2.8088700000000002</c:v>
                </c:pt>
                <c:pt idx="4554">
                  <c:v>2.7717499999999999</c:v>
                </c:pt>
                <c:pt idx="4555">
                  <c:v>2.7878500000000002</c:v>
                </c:pt>
                <c:pt idx="4556">
                  <c:v>2.7880400000000001</c:v>
                </c:pt>
                <c:pt idx="4557">
                  <c:v>2.91188</c:v>
                </c:pt>
                <c:pt idx="4558">
                  <c:v>2.8825599999999998</c:v>
                </c:pt>
                <c:pt idx="4559">
                  <c:v>2.8978899999999999</c:v>
                </c:pt>
                <c:pt idx="4560">
                  <c:v>2.8552</c:v>
                </c:pt>
                <c:pt idx="4561">
                  <c:v>2.8933900000000001</c:v>
                </c:pt>
                <c:pt idx="4562">
                  <c:v>2.9336099999999998</c:v>
                </c:pt>
                <c:pt idx="4563">
                  <c:v>2.98386</c:v>
                </c:pt>
                <c:pt idx="4564">
                  <c:v>2.9914999999999998</c:v>
                </c:pt>
                <c:pt idx="4565">
                  <c:v>3.0137100000000001</c:v>
                </c:pt>
                <c:pt idx="4566">
                  <c:v>3.0184600000000001</c:v>
                </c:pt>
                <c:pt idx="4567">
                  <c:v>3.0148899999999998</c:v>
                </c:pt>
                <c:pt idx="4568">
                  <c:v>2.9718900000000001</c:v>
                </c:pt>
                <c:pt idx="4569">
                  <c:v>2.9804900000000001</c:v>
                </c:pt>
                <c:pt idx="4570">
                  <c:v>2.8887700000000001</c:v>
                </c:pt>
                <c:pt idx="4571">
                  <c:v>2.8608500000000001</c:v>
                </c:pt>
                <c:pt idx="4572">
                  <c:v>#N/A</c:v>
                </c:pt>
                <c:pt idx="4573">
                  <c:v>2.88741</c:v>
                </c:pt>
                <c:pt idx="4574">
                  <c:v>2.8797000000000001</c:v>
                </c:pt>
                <c:pt idx="4575">
                  <c:v>2.8753600000000001</c:v>
                </c:pt>
                <c:pt idx="4576">
                  <c:v>2.8681999999999999</c:v>
                </c:pt>
                <c:pt idx="4577">
                  <c:v>2.9051100000000001</c:v>
                </c:pt>
                <c:pt idx="4578">
                  <c:v>2.8448099999999998</c:v>
                </c:pt>
                <c:pt idx="4579">
                  <c:v>2.8446099999999999</c:v>
                </c:pt>
                <c:pt idx="4580">
                  <c:v>2.8349500000000001</c:v>
                </c:pt>
                <c:pt idx="4581">
                  <c:v>2.8711099999999998</c:v>
                </c:pt>
                <c:pt idx="4582">
                  <c:v>2.8841999999999999</c:v>
                </c:pt>
                <c:pt idx="4583">
                  <c:v>2.87798</c:v>
                </c:pt>
                <c:pt idx="4584">
                  <c:v>2.9124400000000001</c:v>
                </c:pt>
                <c:pt idx="4585">
                  <c:v>2.9392499999999999</c:v>
                </c:pt>
                <c:pt idx="4586">
                  <c:v>3.0186500000000001</c:v>
                </c:pt>
                <c:pt idx="4587">
                  <c:v>3.0321400000000001</c:v>
                </c:pt>
                <c:pt idx="4588">
                  <c:v>3.0775999999999999</c:v>
                </c:pt>
                <c:pt idx="4589">
                  <c:v>3.05932</c:v>
                </c:pt>
                <c:pt idx="4590">
                  <c:v>3.0992799999999998</c:v>
                </c:pt>
                <c:pt idx="4591">
                  <c:v>3.12947</c:v>
                </c:pt>
                <c:pt idx="4592">
                  <c:v>3.0030600000000001</c:v>
                </c:pt>
                <c:pt idx="4593">
                  <c:v>3.0726900000000001</c:v>
                </c:pt>
                <c:pt idx="4594">
                  <c:v>3.0720800000000001</c:v>
                </c:pt>
                <c:pt idx="4595">
                  <c:v>#N/A</c:v>
                </c:pt>
                <c:pt idx="4596">
                  <c:v>3.0907100000000001</c:v>
                </c:pt>
                <c:pt idx="4597">
                  <c:v>3.0657999999999999</c:v>
                </c:pt>
                <c:pt idx="4598">
                  <c:v>3.09728</c:v>
                </c:pt>
                <c:pt idx="4599">
                  <c:v>3.11795</c:v>
                </c:pt>
                <c:pt idx="4600">
                  <c:v>3.1546799999999999</c:v>
                </c:pt>
                <c:pt idx="4601">
                  <c:v>3.1625999999999999</c:v>
                </c:pt>
                <c:pt idx="4602">
                  <c:v>3.1423299999999998</c:v>
                </c:pt>
                <c:pt idx="4603">
                  <c:v>3.2224499999999998</c:v>
                </c:pt>
                <c:pt idx="4604">
                  <c:v>3.30064</c:v>
                </c:pt>
                <c:pt idx="4605">
                  <c:v>#N/A</c:v>
                </c:pt>
                <c:pt idx="4606">
                  <c:v>3.5847600000000002</c:v>
                </c:pt>
                <c:pt idx="4607">
                  <c:v>3.56758</c:v>
                </c:pt>
                <c:pt idx="4608">
                  <c:v>3.5919699999999999</c:v>
                </c:pt>
                <c:pt idx="4609">
                  <c:v>3.4580000000000002</c:v>
                </c:pt>
                <c:pt idx="4610">
                  <c:v>3.3894899999999999</c:v>
                </c:pt>
                <c:pt idx="4611">
                  <c:v>3.4134000000000002</c:v>
                </c:pt>
                <c:pt idx="4612">
                  <c:v>3.37547</c:v>
                </c:pt>
                <c:pt idx="4613">
                  <c:v>3.32023</c:v>
                </c:pt>
                <c:pt idx="4614">
                  <c:v>3.2972600000000001</c:v>
                </c:pt>
                <c:pt idx="4615">
                  <c:v>3.2850000000000001</c:v>
                </c:pt>
                <c:pt idx="4616">
                  <c:v>3.34023</c:v>
                </c:pt>
                <c:pt idx="4617">
                  <c:v>3.4208599999999998</c:v>
                </c:pt>
                <c:pt idx="4618">
                  <c:v>3.4323800000000002</c:v>
                </c:pt>
                <c:pt idx="4619">
                  <c:v>3.4657300000000002</c:v>
                </c:pt>
                <c:pt idx="4620">
                  <c:v>3.4937</c:v>
                </c:pt>
                <c:pt idx="4621">
                  <c:v>3.52616</c:v>
                </c:pt>
                <c:pt idx="4622">
                  <c:v>3.5799400000000001</c:v>
                </c:pt>
                <c:pt idx="4623">
                  <c:v>3.5691099999999998</c:v>
                </c:pt>
                <c:pt idx="4624">
                  <c:v>3.5864799999999999</c:v>
                </c:pt>
                <c:pt idx="4625">
                  <c:v>3.5429499999999998</c:v>
                </c:pt>
                <c:pt idx="4626">
                  <c:v>#N/A</c:v>
                </c:pt>
                <c:pt idx="4627">
                  <c:v>3.5615999999999999</c:v>
                </c:pt>
                <c:pt idx="4628">
                  <c:v>3.5461499999999999</c:v>
                </c:pt>
                <c:pt idx="4629">
                  <c:v>3.4926900000000001</c:v>
                </c:pt>
                <c:pt idx="4630">
                  <c:v>3.52441</c:v>
                </c:pt>
                <c:pt idx="4631">
                  <c:v>3.52963</c:v>
                </c:pt>
                <c:pt idx="4632">
                  <c:v>3.4519199999999999</c:v>
                </c:pt>
                <c:pt idx="4633">
                  <c:v>3.4531399999999999</c:v>
                </c:pt>
                <c:pt idx="4634">
                  <c:v>3.4197799999999998</c:v>
                </c:pt>
                <c:pt idx="4635">
                  <c:v>3.4765999999999999</c:v>
                </c:pt>
                <c:pt idx="4636">
                  <c:v>3.4895900000000002</c:v>
                </c:pt>
                <c:pt idx="4637">
                  <c:v>3.5295100000000001</c:v>
                </c:pt>
                <c:pt idx="4638">
                  <c:v>3.5245799999999998</c:v>
                </c:pt>
                <c:pt idx="4639">
                  <c:v>3.49125</c:v>
                </c:pt>
                <c:pt idx="4640">
                  <c:v>3.5129199999999998</c:v>
                </c:pt>
                <c:pt idx="4641">
                  <c:v>3.4925299999999999</c:v>
                </c:pt>
                <c:pt idx="4642">
                  <c:v>#N/A</c:v>
                </c:pt>
                <c:pt idx="4643">
                  <c:v>3.5180099999999999</c:v>
                </c:pt>
                <c:pt idx="4644">
                  <c:v>3.4881199999999999</c:v>
                </c:pt>
                <c:pt idx="4645">
                  <c:v>3.4801799999999998</c:v>
                </c:pt>
                <c:pt idx="4646">
                  <c:v>3.5918000000000001</c:v>
                </c:pt>
                <c:pt idx="4647">
                  <c:v>3.63944</c:v>
                </c:pt>
                <c:pt idx="4648">
                  <c:v>3.6660599999999999</c:v>
                </c:pt>
                <c:pt idx="4649">
                  <c:v>3.6190899999999999</c:v>
                </c:pt>
                <c:pt idx="4650">
                  <c:v>3.7301299999999999</c:v>
                </c:pt>
                <c:pt idx="4651">
                  <c:v>3.77081</c:v>
                </c:pt>
                <c:pt idx="4652">
                  <c:v>3.7354500000000002</c:v>
                </c:pt>
                <c:pt idx="4653">
                  <c:v>3.70505</c:v>
                </c:pt>
                <c:pt idx="4654">
                  <c:v>3.6568800000000001</c:v>
                </c:pt>
                <c:pt idx="4655">
                  <c:v>3.6310500000000001</c:v>
                </c:pt>
                <c:pt idx="4656">
                  <c:v>3.64114</c:v>
                </c:pt>
                <c:pt idx="4657">
                  <c:v>3.6661700000000002</c:v>
                </c:pt>
                <c:pt idx="4658">
                  <c:v>3.60772</c:v>
                </c:pt>
                <c:pt idx="4659">
                  <c:v>3.5266099999999998</c:v>
                </c:pt>
                <c:pt idx="4660">
                  <c:v>3.5026000000000002</c:v>
                </c:pt>
                <c:pt idx="4661">
                  <c:v>3.6506500000000002</c:v>
                </c:pt>
                <c:pt idx="4662">
                  <c:v>3.6599699999999999</c:v>
                </c:pt>
                <c:pt idx="4663">
                  <c:v>3.6034000000000002</c:v>
                </c:pt>
                <c:pt idx="4664">
                  <c:v>3.6692200000000001</c:v>
                </c:pt>
                <c:pt idx="4665">
                  <c:v>3.7433900000000002</c:v>
                </c:pt>
                <c:pt idx="4666">
                  <c:v>3.8073899999999998</c:v>
                </c:pt>
                <c:pt idx="4667">
                  <c:v>#N/A</c:v>
                </c:pt>
                <c:pt idx="4668">
                  <c:v>3.87846</c:v>
                </c:pt>
                <c:pt idx="4669">
                  <c:v>3.9462999999999999</c:v>
                </c:pt>
                <c:pt idx="4670">
                  <c:v>3.93344</c:v>
                </c:pt>
                <c:pt idx="4671">
                  <c:v>3.8008899999999999</c:v>
                </c:pt>
                <c:pt idx="4672">
                  <c:v>3.8549199999999999</c:v>
                </c:pt>
                <c:pt idx="4673">
                  <c:v>3.9078400000000002</c:v>
                </c:pt>
                <c:pt idx="4674">
                  <c:v>3.8460800000000002</c:v>
                </c:pt>
                <c:pt idx="4675">
                  <c:v>3.9131100000000001</c:v>
                </c:pt>
                <c:pt idx="4676">
                  <c:v>4.1159400000000002</c:v>
                </c:pt>
                <c:pt idx="4677">
                  <c:v>4.14093</c:v>
                </c:pt>
                <c:pt idx="4678">
                  <c:v>4.0842599999999996</c:v>
                </c:pt>
                <c:pt idx="4679">
                  <c:v>3.8708499999999999</c:v>
                </c:pt>
                <c:pt idx="4680">
                  <c:v>3.8140999999999998</c:v>
                </c:pt>
                <c:pt idx="4681">
                  <c:v>3.7976200000000002</c:v>
                </c:pt>
                <c:pt idx="4682">
                  <c:v>3.7401</c:v>
                </c:pt>
                <c:pt idx="4683">
                  <c:v>3.6256300000000001</c:v>
                </c:pt>
                <c:pt idx="4684">
                  <c:v>3.5327000000000002</c:v>
                </c:pt>
                <c:pt idx="4685">
                  <c:v>3.3557199999999998</c:v>
                </c:pt>
                <c:pt idx="4686">
                  <c:v>3.3868800000000001</c:v>
                </c:pt>
                <c:pt idx="4687">
                  <c:v>3.4641799999999998</c:v>
                </c:pt>
                <c:pt idx="4688">
                  <c:v>3.4739</c:v>
                </c:pt>
                <c:pt idx="4689">
                  <c:v>3.5997599999999998</c:v>
                </c:pt>
                <c:pt idx="4690">
                  <c:v>3.48427</c:v>
                </c:pt>
                <c:pt idx="4691">
                  <c:v>3.3816700000000002</c:v>
                </c:pt>
                <c:pt idx="4692">
                  <c:v>3.3365900000000002</c:v>
                </c:pt>
                <c:pt idx="4693">
                  <c:v>3.2886700000000002</c:v>
                </c:pt>
                <c:pt idx="4694">
                  <c:v>3.2884799999999998</c:v>
                </c:pt>
                <c:pt idx="4695">
                  <c:v>3.3786499999999999</c:v>
                </c:pt>
                <c:pt idx="4696">
                  <c:v>3.45533</c:v>
                </c:pt>
                <c:pt idx="4697">
                  <c:v>3.2340900000000001</c:v>
                </c:pt>
                <c:pt idx="4698">
                  <c:v>3.17415</c:v>
                </c:pt>
                <c:pt idx="4699">
                  <c:v>3.2240799999999998</c:v>
                </c:pt>
                <c:pt idx="4700">
                  <c:v>3.2200099999999998</c:v>
                </c:pt>
                <c:pt idx="4701">
                  <c:v>3.27522</c:v>
                </c:pt>
                <c:pt idx="4702">
                  <c:v>3.3910499999999999</c:v>
                </c:pt>
                <c:pt idx="4703">
                  <c:v>3.4512700000000001</c:v>
                </c:pt>
                <c:pt idx="4704">
                  <c:v>3.50047</c:v>
                </c:pt>
                <c:pt idx="4705">
                  <c:v>3.45092</c:v>
                </c:pt>
                <c:pt idx="4706">
                  <c:v>#N/A</c:v>
                </c:pt>
                <c:pt idx="4707">
                  <c:v>3.4668700000000001</c:v>
                </c:pt>
                <c:pt idx="4708">
                  <c:v>3.4742799999999998</c:v>
                </c:pt>
                <c:pt idx="4709">
                  <c:v>3.4593699999999998</c:v>
                </c:pt>
                <c:pt idx="4710">
                  <c:v>3.4447899999999998</c:v>
                </c:pt>
                <c:pt idx="4711">
                  <c:v>3.5357799999999999</c:v>
                </c:pt>
                <c:pt idx="4712">
                  <c:v>3.5765699999999998</c:v>
                </c:pt>
                <c:pt idx="4713">
                  <c:v>3.60745</c:v>
                </c:pt>
                <c:pt idx="4714">
                  <c:v>3.5855700000000001</c:v>
                </c:pt>
                <c:pt idx="4715">
                  <c:v>3.6589299999999998</c:v>
                </c:pt>
                <c:pt idx="4716">
                  <c:v>3.7454900000000002</c:v>
                </c:pt>
                <c:pt idx="4717">
                  <c:v>3.8730600000000002</c:v>
                </c:pt>
                <c:pt idx="4718">
                  <c:v>3.8664999999999998</c:v>
                </c:pt>
                <c:pt idx="4719">
                  <c:v>3.8279999999999998</c:v>
                </c:pt>
                <c:pt idx="4720">
                  <c:v>3.7875399999999999</c:v>
                </c:pt>
                <c:pt idx="4721">
                  <c:v>3.8091900000000001</c:v>
                </c:pt>
                <c:pt idx="4722">
                  <c:v>4.0782600000000002</c:v>
                </c:pt>
                <c:pt idx="4723">
                  <c:v>3.9614799999999999</c:v>
                </c:pt>
                <c:pt idx="4724">
                  <c:v>3.8904399999999999</c:v>
                </c:pt>
                <c:pt idx="4725">
                  <c:v>3.9281000000000001</c:v>
                </c:pt>
                <c:pt idx="4726">
                  <c:v>3.8641000000000001</c:v>
                </c:pt>
                <c:pt idx="4727">
                  <c:v>3.9047499999999999</c:v>
                </c:pt>
                <c:pt idx="4728">
                  <c:v>3.8870800000000001</c:v>
                </c:pt>
                <c:pt idx="4729">
                  <c:v>4.06942</c:v>
                </c:pt>
                <c:pt idx="4730">
                  <c:v>4.0701799999999997</c:v>
                </c:pt>
                <c:pt idx="4731">
                  <c:v>4.0700099999999999</c:v>
                </c:pt>
                <c:pt idx="4732">
                  <c:v>3.8877000000000002</c:v>
                </c:pt>
                <c:pt idx="4733">
                  <c:v>3.8346300000000002</c:v>
                </c:pt>
                <c:pt idx="4734">
                  <c:v>3.6148099999999999</c:v>
                </c:pt>
                <c:pt idx="4735">
                  <c:v>3.5764900000000002</c:v>
                </c:pt>
                <c:pt idx="4736">
                  <c:v>3.5450300000000001</c:v>
                </c:pt>
                <c:pt idx="4737">
                  <c:v>#N/A</c:v>
                </c:pt>
                <c:pt idx="4738">
                  <c:v>3.3697699999999999</c:v>
                </c:pt>
                <c:pt idx="4739">
                  <c:v>3.34091</c:v>
                </c:pt>
                <c:pt idx="4740">
                  <c:v>3.34816</c:v>
                </c:pt>
                <c:pt idx="4741">
                  <c:v>3.3455900000000001</c:v>
                </c:pt>
                <c:pt idx="4742">
                  <c:v>3.3643700000000001</c:v>
                </c:pt>
                <c:pt idx="4743">
                  <c:v>3.45804</c:v>
                </c:pt>
                <c:pt idx="4744">
                  <c:v>3.4948999999999999</c:v>
                </c:pt>
                <c:pt idx="4745">
                  <c:v>3.7861500000000001</c:v>
                </c:pt>
                <c:pt idx="4746">
                  <c:v>3.8167300000000002</c:v>
                </c:pt>
                <c:pt idx="4747">
                  <c:v>3.9628299999999999</c:v>
                </c:pt>
                <c:pt idx="4748">
                  <c:v>3.9832200000000002</c:v>
                </c:pt>
                <c:pt idx="4749">
                  <c:v>3.8046199999999999</c:v>
                </c:pt>
                <c:pt idx="4750">
                  <c:v>3.8664700000000001</c:v>
                </c:pt>
                <c:pt idx="4751">
                  <c:v>3.8660299999999999</c:v>
                </c:pt>
                <c:pt idx="4752">
                  <c:v>#N/A</c:v>
                </c:pt>
                <c:pt idx="4753">
                  <c:v>3.9659800000000001</c:v>
                </c:pt>
                <c:pt idx="4754">
                  <c:v>4.1300800000000004</c:v>
                </c:pt>
                <c:pt idx="4755">
                  <c:v>4.1931599999999998</c:v>
                </c:pt>
                <c:pt idx="4756">
                  <c:v>4.1910100000000003</c:v>
                </c:pt>
                <c:pt idx="4757">
                  <c:v>4.2228700000000003</c:v>
                </c:pt>
                <c:pt idx="4758">
                  <c:v>4.4688400000000001</c:v>
                </c:pt>
                <c:pt idx="4759">
                  <c:v>4.5794499999999996</c:v>
                </c:pt>
                <c:pt idx="4760">
                  <c:v>4.4620300000000004</c:v>
                </c:pt>
                <c:pt idx="4761">
                  <c:v>4.4080199999999996</c:v>
                </c:pt>
                <c:pt idx="4762">
                  <c:v>4.4497099999999996</c:v>
                </c:pt>
                <c:pt idx="4763">
                  <c:v>4.3478199999999996</c:v>
                </c:pt>
                <c:pt idx="4764">
                  <c:v>4.3020399999999999</c:v>
                </c:pt>
                <c:pt idx="4765">
                  <c:v>4.2423299999999999</c:v>
                </c:pt>
                <c:pt idx="4766">
                  <c:v>4.3730099999999998</c:v>
                </c:pt>
                <c:pt idx="4767">
                  <c:v>4.4776199999999999</c:v>
                </c:pt>
                <c:pt idx="4768">
                  <c:v>4.6101900000000002</c:v>
                </c:pt>
                <c:pt idx="4769">
                  <c:v>4.6964399999999999</c:v>
                </c:pt>
                <c:pt idx="4770">
                  <c:v>4.7361399999999998</c:v>
                </c:pt>
                <c:pt idx="4771">
                  <c:v>4.6006900000000002</c:v>
                </c:pt>
                <c:pt idx="4772">
                  <c:v>4.4724500000000003</c:v>
                </c:pt>
                <c:pt idx="4773">
                  <c:v>4.2335700000000003</c:v>
                </c:pt>
                <c:pt idx="4774">
                  <c:v>4.3664699999999996</c:v>
                </c:pt>
                <c:pt idx="4775">
                  <c:v>4.3484999999999996</c:v>
                </c:pt>
                <c:pt idx="4776">
                  <c:v>4.2549599999999996</c:v>
                </c:pt>
                <c:pt idx="4777">
                  <c:v>4.2677500000000004</c:v>
                </c:pt>
                <c:pt idx="4778">
                  <c:v>4.1791900000000002</c:v>
                </c:pt>
                <c:pt idx="4779">
                  <c:v>4.1380400000000002</c:v>
                </c:pt>
                <c:pt idx="4780">
                  <c:v>4.0270700000000001</c:v>
                </c:pt>
                <c:pt idx="4781">
                  <c:v>4.1264500000000002</c:v>
                </c:pt>
                <c:pt idx="4782">
                  <c:v>4.0887599999999997</c:v>
                </c:pt>
                <c:pt idx="4783">
                  <c:v>4.14602</c:v>
                </c:pt>
                <c:pt idx="4784">
                  <c:v>4.0361900000000004</c:v>
                </c:pt>
                <c:pt idx="4785">
                  <c:v>3.9831400000000001</c:v>
                </c:pt>
                <c:pt idx="4786">
                  <c:v>3.9657300000000002</c:v>
                </c:pt>
                <c:pt idx="4787">
                  <c:v>4.0593300000000001</c:v>
                </c:pt>
                <c:pt idx="4788">
                  <c:v>3.8609900000000001</c:v>
                </c:pt>
                <c:pt idx="4789">
                  <c:v>3.6939299999999999</c:v>
                </c:pt>
                <c:pt idx="4790">
                  <c:v>3.7724000000000002</c:v>
                </c:pt>
                <c:pt idx="4791">
                  <c:v>3.7785899999999999</c:v>
                </c:pt>
                <c:pt idx="4792">
                  <c:v>3.84816</c:v>
                </c:pt>
                <c:pt idx="4793">
                  <c:v>3.9144100000000002</c:v>
                </c:pt>
                <c:pt idx="4794">
                  <c:v>3.93858</c:v>
                </c:pt>
                <c:pt idx="4795">
                  <c:v>4.0112300000000003</c:v>
                </c:pt>
                <c:pt idx="4796">
                  <c:v>4.1161700000000003</c:v>
                </c:pt>
                <c:pt idx="4797">
                  <c:v>4.0826500000000001</c:v>
                </c:pt>
                <c:pt idx="4798">
                  <c:v>3.9962399999999998</c:v>
                </c:pt>
                <c:pt idx="4799">
                  <c:v>3.9876100000000001</c:v>
                </c:pt>
                <c:pt idx="4800">
                  <c:v>4.0289099999999998</c:v>
                </c:pt>
                <c:pt idx="4801">
                  <c:v>4.1638099999999998</c:v>
                </c:pt>
                <c:pt idx="4802">
                  <c:v>4.2100400000000002</c:v>
                </c:pt>
                <c:pt idx="4803">
                  <c:v>4.2446200000000003</c:v>
                </c:pt>
                <c:pt idx="4804">
                  <c:v>4.2510700000000003</c:v>
                </c:pt>
                <c:pt idx="4805">
                  <c:v>4.2939999999999996</c:v>
                </c:pt>
                <c:pt idx="4806">
                  <c:v>#N/A</c:v>
                </c:pt>
                <c:pt idx="4807">
                  <c:v>4.2682599999999997</c:v>
                </c:pt>
                <c:pt idx="4808">
                  <c:v>4.2430599999999998</c:v>
                </c:pt>
                <c:pt idx="4809">
                  <c:v>4.1140999999999996</c:v>
                </c:pt>
                <c:pt idx="4810">
                  <c:v>4.0032100000000002</c:v>
                </c:pt>
                <c:pt idx="4811">
                  <c:v>3.7848000000000002</c:v>
                </c:pt>
                <c:pt idx="4812">
                  <c:v>3.91174</c:v>
                </c:pt>
                <c:pt idx="4813">
                  <c:v>3.9903</c:v>
                </c:pt>
                <c:pt idx="4814">
                  <c:v>3.9653700000000001</c:v>
                </c:pt>
                <c:pt idx="4815">
                  <c:v>4.1337999999999999</c:v>
                </c:pt>
                <c:pt idx="4816">
                  <c:v>4.1357499999999998</c:v>
                </c:pt>
                <c:pt idx="4817">
                  <c:v>4.2138799999999996</c:v>
                </c:pt>
                <c:pt idx="4818">
                  <c:v>4.1711299999999998</c:v>
                </c:pt>
                <c:pt idx="4819">
                  <c:v>4.1648399999999999</c:v>
                </c:pt>
                <c:pt idx="4820">
                  <c:v>4.3168800000000003</c:v>
                </c:pt>
                <c:pt idx="4821">
                  <c:v>4.5010199999999996</c:v>
                </c:pt>
                <c:pt idx="4822">
                  <c:v>4.60419</c:v>
                </c:pt>
                <c:pt idx="4823">
                  <c:v>4.6112900000000003</c:v>
                </c:pt>
                <c:pt idx="4824">
                  <c:v>4.6968300000000003</c:v>
                </c:pt>
                <c:pt idx="4825">
                  <c:v>4.5971799999999998</c:v>
                </c:pt>
                <c:pt idx="4826">
                  <c:v>4.5110900000000003</c:v>
                </c:pt>
                <c:pt idx="4827">
                  <c:v>4.2157999999999998</c:v>
                </c:pt>
                <c:pt idx="4828">
                  <c:v>4.3612799999999998</c:v>
                </c:pt>
                <c:pt idx="4829">
                  <c:v>4.40618</c:v>
                </c:pt>
                <c:pt idx="4830">
                  <c:v>4.5921900000000004</c:v>
                </c:pt>
                <c:pt idx="4831">
                  <c:v>#N/A</c:v>
                </c:pt>
                <c:pt idx="4832">
                  <c:v>4.78796</c:v>
                </c:pt>
                <c:pt idx="4833">
                  <c:v>4.8208599999999997</c:v>
                </c:pt>
                <c:pt idx="4834">
                  <c:v>4.7965900000000001</c:v>
                </c:pt>
                <c:pt idx="4835">
                  <c:v>4.8538800000000002</c:v>
                </c:pt>
                <c:pt idx="4836">
                  <c:v>4.8534499999999996</c:v>
                </c:pt>
                <c:pt idx="4837">
                  <c:v>4.8335299999999997</c:v>
                </c:pt>
                <c:pt idx="4838">
                  <c:v>5.0068700000000002</c:v>
                </c:pt>
                <c:pt idx="4839">
                  <c:v>5.2170899999999998</c:v>
                </c:pt>
                <c:pt idx="4840">
                  <c:v>5.1400699999999997</c:v>
                </c:pt>
                <c:pt idx="4841">
                  <c:v>5.0164799999999996</c:v>
                </c:pt>
                <c:pt idx="4842">
                  <c:v>4.7748799999999996</c:v>
                </c:pt>
                <c:pt idx="4843">
                  <c:v>4.7076099999999999</c:v>
                </c:pt>
                <c:pt idx="4844">
                  <c:v>4.4540800000000003</c:v>
                </c:pt>
                <c:pt idx="4845">
                  <c:v>4.3792099999999996</c:v>
                </c:pt>
                <c:pt idx="4846">
                  <c:v>4.5589399999999998</c:v>
                </c:pt>
                <c:pt idx="4847">
                  <c:v>4.5273000000000003</c:v>
                </c:pt>
                <c:pt idx="4848">
                  <c:v>4.6302700000000003</c:v>
                </c:pt>
                <c:pt idx="4849">
                  <c:v>4.6448400000000003</c:v>
                </c:pt>
                <c:pt idx="4850">
                  <c:v>4.5074899999999998</c:v>
                </c:pt>
                <c:pt idx="4851">
                  <c:v>4.31189</c:v>
                </c:pt>
                <c:pt idx="4852">
                  <c:v>4.2865700000000002</c:v>
                </c:pt>
                <c:pt idx="4853">
                  <c:v>4.38727</c:v>
                </c:pt>
                <c:pt idx="4854">
                  <c:v>4.2034500000000001</c:v>
                </c:pt>
                <c:pt idx="4855">
                  <c:v>#N/A</c:v>
                </c:pt>
                <c:pt idx="4856">
                  <c:v>3.9829300000000001</c:v>
                </c:pt>
                <c:pt idx="4857">
                  <c:v>3.91046</c:v>
                </c:pt>
                <c:pt idx="4858">
                  <c:v>3.9411900000000002</c:v>
                </c:pt>
                <c:pt idx="4859">
                  <c:v>4.0316000000000001</c:v>
                </c:pt>
                <c:pt idx="4860">
                  <c:v>4.0336499999999997</c:v>
                </c:pt>
                <c:pt idx="4861">
                  <c:v>3.9819900000000001</c:v>
                </c:pt>
                <c:pt idx="4862">
                  <c:v>3.9641500000000001</c:v>
                </c:pt>
                <c:pt idx="4863">
                  <c:v>4.0069100000000004</c:v>
                </c:pt>
                <c:pt idx="4864">
                  <c:v>#N/A</c:v>
                </c:pt>
                <c:pt idx="4865">
                  <c:v>4.01614</c:v>
                </c:pt>
                <c:pt idx="4866">
                  <c:v>4.0376500000000002</c:v>
                </c:pt>
                <c:pt idx="4867">
                  <c:v>4.0335000000000001</c:v>
                </c:pt>
                <c:pt idx="4868">
                  <c:v>4.0442200000000001</c:v>
                </c:pt>
                <c:pt idx="4869">
                  <c:v>3.9283199999999998</c:v>
                </c:pt>
                <c:pt idx="4870">
                  <c:v>3.8341500000000002</c:v>
                </c:pt>
                <c:pt idx="4871">
                  <c:v>3.8315899999999998</c:v>
                </c:pt>
                <c:pt idx="4872">
                  <c:v>3.9828199999999998</c:v>
                </c:pt>
                <c:pt idx="4873">
                  <c:v>4.0208500000000003</c:v>
                </c:pt>
                <c:pt idx="4874">
                  <c:v>3.9022000000000001</c:v>
                </c:pt>
                <c:pt idx="4875">
                  <c:v>3.7817599999999998</c:v>
                </c:pt>
                <c:pt idx="4876">
                  <c:v>3.7916099999999999</c:v>
                </c:pt>
                <c:pt idx="4877">
                  <c:v>3.7185600000000001</c:v>
                </c:pt>
                <c:pt idx="4878">
                  <c:v>3.80145</c:v>
                </c:pt>
                <c:pt idx="4879">
                  <c:v>3.8393600000000001</c:v>
                </c:pt>
                <c:pt idx="4880">
                  <c:v>3.9118400000000002</c:v>
                </c:pt>
                <c:pt idx="4881">
                  <c:v>3.9521500000000001</c:v>
                </c:pt>
                <c:pt idx="4882">
                  <c:v>3.9633699999999998</c:v>
                </c:pt>
                <c:pt idx="4883">
                  <c:v>3.78687</c:v>
                </c:pt>
                <c:pt idx="4884">
                  <c:v>3.7592599999999998</c:v>
                </c:pt>
                <c:pt idx="4885">
                  <c:v>3.7232099999999999</c:v>
                </c:pt>
                <c:pt idx="4886">
                  <c:v>#N/A</c:v>
                </c:pt>
                <c:pt idx="4887">
                  <c:v>3.6972499999999999</c:v>
                </c:pt>
                <c:pt idx="4888">
                  <c:v>3.6749800000000001</c:v>
                </c:pt>
                <c:pt idx="4889">
                  <c:v>3.70174</c:v>
                </c:pt>
                <c:pt idx="4890">
                  <c:v>3.6923900000000001</c:v>
                </c:pt>
                <c:pt idx="4891">
                  <c:v>#N/A</c:v>
                </c:pt>
                <c:pt idx="4892">
                  <c:v>3.67997</c:v>
                </c:pt>
                <c:pt idx="4893">
                  <c:v>3.66337</c:v>
                </c:pt>
                <c:pt idx="4894">
                  <c:v>3.7551100000000002</c:v>
                </c:pt>
                <c:pt idx="4895">
                  <c:v>3.8161</c:v>
                </c:pt>
                <c:pt idx="4896">
                  <c:v>3.8211599999999999</c:v>
                </c:pt>
                <c:pt idx="4897">
                  <c:v>3.8468499999999999</c:v>
                </c:pt>
                <c:pt idx="4898">
                  <c:v>3.8025000000000002</c:v>
                </c:pt>
                <c:pt idx="4899">
                  <c:v>3.76593</c:v>
                </c:pt>
                <c:pt idx="4900">
                  <c:v>3.6980200000000001</c:v>
                </c:pt>
                <c:pt idx="4901">
                  <c:v>#N/A</c:v>
                </c:pt>
                <c:pt idx="4902">
                  <c:v>3.6755</c:v>
                </c:pt>
                <c:pt idx="4903">
                  <c:v>3.6579899999999999</c:v>
                </c:pt>
                <c:pt idx="4904">
                  <c:v>3.65503</c:v>
                </c:pt>
                <c:pt idx="4905">
                  <c:v>3.6117300000000001</c:v>
                </c:pt>
                <c:pt idx="4906">
                  <c:v>#N/A</c:v>
                </c:pt>
                <c:pt idx="4907">
                  <c:v>3.6181800000000002</c:v>
                </c:pt>
                <c:pt idx="4908">
                  <c:v>3.62216</c:v>
                </c:pt>
                <c:pt idx="4909">
                  <c:v>3.5834700000000002</c:v>
                </c:pt>
                <c:pt idx="4910">
                  <c:v>3.66411</c:v>
                </c:pt>
                <c:pt idx="4911">
                  <c:v>3.7584</c:v>
                </c:pt>
                <c:pt idx="4912">
                  <c:v>3.7567499999999998</c:v>
                </c:pt>
                <c:pt idx="4913">
                  <c:v>3.7102599999999999</c:v>
                </c:pt>
                <c:pt idx="4914">
                  <c:v>3.60432</c:v>
                </c:pt>
                <c:pt idx="4915">
                  <c:v>3.5902099999999999</c:v>
                </c:pt>
                <c:pt idx="4916">
                  <c:v>3.61409</c:v>
                </c:pt>
                <c:pt idx="4917">
                  <c:v>3.62182</c:v>
                </c:pt>
                <c:pt idx="4918">
                  <c:v>3.6778900000000001</c:v>
                </c:pt>
                <c:pt idx="4919">
                  <c:v>3.7087400000000001</c:v>
                </c:pt>
                <c:pt idx="4920">
                  <c:v>3.79148</c:v>
                </c:pt>
                <c:pt idx="4921">
                  <c:v>3.79393</c:v>
                </c:pt>
                <c:pt idx="4922">
                  <c:v>3.7908300000000001</c:v>
                </c:pt>
                <c:pt idx="4923">
                  <c:v>3.8801100000000002</c:v>
                </c:pt>
                <c:pt idx="4924">
                  <c:v>3.8884500000000002</c:v>
                </c:pt>
                <c:pt idx="4925">
                  <c:v>4.1097299999999999</c:v>
                </c:pt>
                <c:pt idx="4926">
                  <c:v>#N/A</c:v>
                </c:pt>
                <c:pt idx="4927">
                  <c:v>4.1711099999999997</c:v>
                </c:pt>
                <c:pt idx="4928">
                  <c:v>4.1600900000000003</c:v>
                </c:pt>
                <c:pt idx="4929">
                  <c:v>3.9476</c:v>
                </c:pt>
                <c:pt idx="4930">
                  <c:v>3.9104199999999998</c:v>
                </c:pt>
                <c:pt idx="4931">
                  <c:v>3.86666</c:v>
                </c:pt>
                <c:pt idx="4932">
                  <c:v>3.9318900000000001</c:v>
                </c:pt>
                <c:pt idx="4933">
                  <c:v>3.9537599999999999</c:v>
                </c:pt>
                <c:pt idx="4934">
                  <c:v>3.9894400000000001</c:v>
                </c:pt>
                <c:pt idx="4935">
                  <c:v>3.9157299999999999</c:v>
                </c:pt>
                <c:pt idx="4936">
                  <c:v>3.84897</c:v>
                </c:pt>
                <c:pt idx="4937">
                  <c:v>3.8830499999999999</c:v>
                </c:pt>
                <c:pt idx="4938">
                  <c:v>3.9291299999999998</c:v>
                </c:pt>
                <c:pt idx="4939">
                  <c:v>4.0510999999999999</c:v>
                </c:pt>
                <c:pt idx="4940">
                  <c:v>4.1714099999999998</c:v>
                </c:pt>
                <c:pt idx="4941">
                  <c:v>4.2958999999999996</c:v>
                </c:pt>
                <c:pt idx="4942">
                  <c:v>4.2210200000000002</c:v>
                </c:pt>
                <c:pt idx="4943">
                  <c:v>4.4806999999999997</c:v>
                </c:pt>
                <c:pt idx="4944">
                  <c:v>4.3468600000000004</c:v>
                </c:pt>
                <c:pt idx="4945">
                  <c:v>4.4733000000000001</c:v>
                </c:pt>
                <c:pt idx="4946">
                  <c:v>4.4157799999999998</c:v>
                </c:pt>
                <c:pt idx="4947">
                  <c:v>4.2193100000000001</c:v>
                </c:pt>
                <c:pt idx="4948">
                  <c:v>4.2574899999999998</c:v>
                </c:pt>
                <c:pt idx="4949">
                  <c:v>4.2055999999999996</c:v>
                </c:pt>
                <c:pt idx="4950">
                  <c:v>4.1939099999999998</c:v>
                </c:pt>
                <c:pt idx="4951">
                  <c:v>4.0718500000000004</c:v>
                </c:pt>
                <c:pt idx="4952">
                  <c:v>4.0771300000000004</c:v>
                </c:pt>
                <c:pt idx="4953">
                  <c:v>3.9297499999999999</c:v>
                </c:pt>
                <c:pt idx="4954">
                  <c:v>3.91093</c:v>
                </c:pt>
                <c:pt idx="4955">
                  <c:v>3.8203100000000001</c:v>
                </c:pt>
                <c:pt idx="4956">
                  <c:v>3.7521</c:v>
                </c:pt>
                <c:pt idx="4957">
                  <c:v>3.8820700000000001</c:v>
                </c:pt>
                <c:pt idx="4958">
                  <c:v>#N/A</c:v>
                </c:pt>
                <c:pt idx="4959">
                  <c:v>4.0362</c:v>
                </c:pt>
                <c:pt idx="4960">
                  <c:v>3.9731700000000001</c:v>
                </c:pt>
                <c:pt idx="4961">
                  <c:v>4.0089399999999999</c:v>
                </c:pt>
                <c:pt idx="4962">
                  <c:v>4.0282400000000003</c:v>
                </c:pt>
                <c:pt idx="4963">
                  <c:v>4.0377200000000002</c:v>
                </c:pt>
                <c:pt idx="4964">
                  <c:v>3.99133</c:v>
                </c:pt>
                <c:pt idx="4965">
                  <c:v>3.9580500000000001</c:v>
                </c:pt>
                <c:pt idx="4966">
                  <c:v>3.9597500000000001</c:v>
                </c:pt>
                <c:pt idx="4967">
                  <c:v>3.9625599999999999</c:v>
                </c:pt>
                <c:pt idx="4968">
                  <c:v>3.9802</c:v>
                </c:pt>
                <c:pt idx="4969">
                  <c:v>4.0554300000000003</c:v>
                </c:pt>
                <c:pt idx="4970">
                  <c:v>4.0060700000000002</c:v>
                </c:pt>
                <c:pt idx="4971">
                  <c:v>4.01614</c:v>
                </c:pt>
                <c:pt idx="4972">
                  <c:v>4.0064700000000002</c:v>
                </c:pt>
                <c:pt idx="4973">
                  <c:v>4.3209400000000002</c:v>
                </c:pt>
                <c:pt idx="4974">
                  <c:v>4.25244</c:v>
                </c:pt>
                <c:pt idx="4975">
                  <c:v>4.22112</c:v>
                </c:pt>
                <c:pt idx="4976">
                  <c:v>4.1379299999999999</c:v>
                </c:pt>
                <c:pt idx="4977">
                  <c:v>4.2526299999999999</c:v>
                </c:pt>
                <c:pt idx="4978">
                  <c:v>4.2511999999999999</c:v>
                </c:pt>
                <c:pt idx="4979">
                  <c:v>4.2749699999999997</c:v>
                </c:pt>
                <c:pt idx="4980">
                  <c:v>4.2453500000000002</c:v>
                </c:pt>
                <c:pt idx="4981">
                  <c:v>4.2086399999999999</c:v>
                </c:pt>
                <c:pt idx="4982">
                  <c:v>4.1963699999999999</c:v>
                </c:pt>
                <c:pt idx="4983">
                  <c:v>4.18893</c:v>
                </c:pt>
                <c:pt idx="4984">
                  <c:v>4.1629100000000001</c:v>
                </c:pt>
                <c:pt idx="4985">
                  <c:v>4.1832399999999996</c:v>
                </c:pt>
                <c:pt idx="4986">
                  <c:v>4.2103999999999999</c:v>
                </c:pt>
                <c:pt idx="4987">
                  <c:v>4.1532499999999999</c:v>
                </c:pt>
                <c:pt idx="4988">
                  <c:v>4.1125400000000001</c:v>
                </c:pt>
                <c:pt idx="4989">
                  <c:v>4.0439100000000003</c:v>
                </c:pt>
                <c:pt idx="4990">
                  <c:v>4.0279999999999996</c:v>
                </c:pt>
                <c:pt idx="4991">
                  <c:v>4.0287899999999999</c:v>
                </c:pt>
                <c:pt idx="4992">
                  <c:v>4.0625200000000001</c:v>
                </c:pt>
                <c:pt idx="4993">
                  <c:v>4.05959</c:v>
                </c:pt>
                <c:pt idx="4994">
                  <c:v>4.0114799999999997</c:v>
                </c:pt>
                <c:pt idx="4995">
                  <c:v>4.0254599999999998</c:v>
                </c:pt>
                <c:pt idx="4996">
                  <c:v>#N/A</c:v>
                </c:pt>
                <c:pt idx="4997">
                  <c:v>4.00624</c:v>
                </c:pt>
                <c:pt idx="4998">
                  <c:v>4.0606499999999999</c:v>
                </c:pt>
                <c:pt idx="4999">
                  <c:v>4.0766799999999996</c:v>
                </c:pt>
                <c:pt idx="5000">
                  <c:v>3.9211800000000001</c:v>
                </c:pt>
                <c:pt idx="5001">
                  <c:v>3.7970999999999999</c:v>
                </c:pt>
                <c:pt idx="5002">
                  <c:v>3.6776800000000001</c:v>
                </c:pt>
                <c:pt idx="5003">
                  <c:v>3.64208</c:v>
                </c:pt>
                <c:pt idx="5004">
                  <c:v>3.6777000000000002</c:v>
                </c:pt>
                <c:pt idx="5005">
                  <c:v>3.6325799999999999</c:v>
                </c:pt>
                <c:pt idx="5006">
                  <c:v>3.6068099999999998</c:v>
                </c:pt>
                <c:pt idx="5007">
                  <c:v>3.4908800000000002</c:v>
                </c:pt>
                <c:pt idx="5008">
                  <c:v>3.4799199999999999</c:v>
                </c:pt>
                <c:pt idx="5009">
                  <c:v>3.5869800000000001</c:v>
                </c:pt>
                <c:pt idx="5010">
                  <c:v>3.5590899999999999</c:v>
                </c:pt>
                <c:pt idx="5011">
                  <c:v>#N/A</c:v>
                </c:pt>
                <c:pt idx="5012">
                  <c:v>3.6240600000000001</c:v>
                </c:pt>
                <c:pt idx="5013">
                  <c:v>3.6502300000000001</c:v>
                </c:pt>
                <c:pt idx="5014">
                  <c:v>3.6073200000000001</c:v>
                </c:pt>
                <c:pt idx="5015">
                  <c:v>3.6539999999999999</c:v>
                </c:pt>
                <c:pt idx="5016">
                  <c:v>3.6705299999999998</c:v>
                </c:pt>
                <c:pt idx="5017">
                  <c:v>3.64195</c:v>
                </c:pt>
                <c:pt idx="5018">
                  <c:v>3.73177</c:v>
                </c:pt>
                <c:pt idx="5019">
                  <c:v>3.70018</c:v>
                </c:pt>
                <c:pt idx="5020">
                  <c:v>#N/A</c:v>
                </c:pt>
                <c:pt idx="5021">
                  <c:v>3.6144799999999999</c:v>
                </c:pt>
                <c:pt idx="5022">
                  <c:v>#N/A</c:v>
                </c:pt>
                <c:pt idx="5023">
                  <c:v>3.5680499999999999</c:v>
                </c:pt>
                <c:pt idx="5024">
                  <c:v>3.6270199999999999</c:v>
                </c:pt>
                <c:pt idx="5025">
                  <c:v>3.64737</c:v>
                </c:pt>
                <c:pt idx="5026">
                  <c:v>3.6764999999999999</c:v>
                </c:pt>
                <c:pt idx="5027">
                  <c:v>3.6193</c:v>
                </c:pt>
                <c:pt idx="5028">
                  <c:v>3.5766</c:v>
                </c:pt>
                <c:pt idx="5029">
                  <c:v>3.3952499999999999</c:v>
                </c:pt>
                <c:pt idx="5030">
                  <c:v>3.32023</c:v>
                </c:pt>
                <c:pt idx="5031">
                  <c:v>3.3432400000000002</c:v>
                </c:pt>
                <c:pt idx="5032">
                  <c:v>3.2802600000000002</c:v>
                </c:pt>
                <c:pt idx="5033">
                  <c:v>3.29941</c:v>
                </c:pt>
                <c:pt idx="5034">
                  <c:v>3.2838799999999999</c:v>
                </c:pt>
                <c:pt idx="5035">
                  <c:v>3.2804099999999998</c:v>
                </c:pt>
                <c:pt idx="5036">
                  <c:v>3.2477</c:v>
                </c:pt>
                <c:pt idx="5037">
                  <c:v>3.2724000000000002</c:v>
                </c:pt>
                <c:pt idx="5038">
                  <c:v>3.26356</c:v>
                </c:pt>
                <c:pt idx="5039">
                  <c:v>3.16269</c:v>
                </c:pt>
                <c:pt idx="5040">
                  <c:v>3.17828</c:v>
                </c:pt>
                <c:pt idx="5041">
                  <c:v>3.1314299999999999</c:v>
                </c:pt>
                <c:pt idx="5042">
                  <c:v>3.1342599999999998</c:v>
                </c:pt>
                <c:pt idx="5043">
                  <c:v>3.1675200000000001</c:v>
                </c:pt>
                <c:pt idx="5044">
                  <c:v>3.1754099999999998</c:v>
                </c:pt>
                <c:pt idx="5045">
                  <c:v>3.1817799999999998</c:v>
                </c:pt>
                <c:pt idx="5046">
                  <c:v>3.1675800000000001</c:v>
                </c:pt>
                <c:pt idx="5047">
                  <c:v>3.1777299999999999</c:v>
                </c:pt>
                <c:pt idx="5048">
                  <c:v>3.1804800000000002</c:v>
                </c:pt>
                <c:pt idx="5049">
                  <c:v>3.0978400000000001</c:v>
                </c:pt>
                <c:pt idx="5050">
                  <c:v>3.0889700000000002</c:v>
                </c:pt>
                <c:pt idx="5051">
                  <c:v>3.1280299999999999</c:v>
                </c:pt>
                <c:pt idx="5052">
                  <c:v>#N/A</c:v>
                </c:pt>
                <c:pt idx="5053">
                  <c:v>3.2157800000000001</c:v>
                </c:pt>
                <c:pt idx="5054">
                  <c:v>3.27434</c:v>
                </c:pt>
                <c:pt idx="5055">
                  <c:v>3.3115899999999998</c:v>
                </c:pt>
                <c:pt idx="5056">
                  <c:v>3.3134700000000001</c:v>
                </c:pt>
                <c:pt idx="5057">
                  <c:v>#N/A</c:v>
                </c:pt>
                <c:pt idx="5058">
                  <c:v>3.3173300000000001</c:v>
                </c:pt>
                <c:pt idx="5059">
                  <c:v>3.3517999999999999</c:v>
                </c:pt>
                <c:pt idx="5060">
                  <c:v>3.4203700000000001</c:v>
                </c:pt>
                <c:pt idx="5061">
                  <c:v>3.3966799999999999</c:v>
                </c:pt>
                <c:pt idx="5062">
                  <c:v>3.3588</c:v>
                </c:pt>
                <c:pt idx="5063">
                  <c:v>3.2439100000000001</c:v>
                </c:pt>
                <c:pt idx="5064">
                  <c:v>3.2129099999999999</c:v>
                </c:pt>
                <c:pt idx="5065">
                  <c:v>3.1967099999999999</c:v>
                </c:pt>
                <c:pt idx="5066">
                  <c:v>#N/A</c:v>
                </c:pt>
                <c:pt idx="5067">
                  <c:v>3.2284700000000002</c:v>
                </c:pt>
                <c:pt idx="5068">
                  <c:v>3.33595</c:v>
                </c:pt>
                <c:pt idx="5069">
                  <c:v>3.3690500000000001</c:v>
                </c:pt>
                <c:pt idx="5070">
                  <c:v>3.3635600000000001</c:v>
                </c:pt>
                <c:pt idx="5071">
                  <c:v>3.4043299999999999</c:v>
                </c:pt>
                <c:pt idx="5072">
                  <c:v>3.4524599999999999</c:v>
                </c:pt>
                <c:pt idx="5073">
                  <c:v>3.4119600000000001</c:v>
                </c:pt>
                <c:pt idx="5074">
                  <c:v>3.2967499999999998</c:v>
                </c:pt>
                <c:pt idx="5075">
                  <c:v>3.2860999999999998</c:v>
                </c:pt>
                <c:pt idx="5076">
                  <c:v>3.2962400000000001</c:v>
                </c:pt>
                <c:pt idx="5077">
                  <c:v>3.2300300000000002</c:v>
                </c:pt>
                <c:pt idx="5078">
                  <c:v>3.1480000000000001</c:v>
                </c:pt>
                <c:pt idx="5079">
                  <c:v>3.1802600000000001</c:v>
                </c:pt>
                <c:pt idx="5080">
                  <c:v>3.21529</c:v>
                </c:pt>
                <c:pt idx="5081">
                  <c:v>3.18547</c:v>
                </c:pt>
                <c:pt idx="5082">
                  <c:v>3.25183</c:v>
                </c:pt>
                <c:pt idx="5083">
                  <c:v>3.30132</c:v>
                </c:pt>
                <c:pt idx="5084">
                  <c:v>3.3621300000000001</c:v>
                </c:pt>
                <c:pt idx="5085">
                  <c:v>3.35317</c:v>
                </c:pt>
                <c:pt idx="5086">
                  <c:v>3.38964</c:v>
                </c:pt>
                <c:pt idx="5087">
                  <c:v>3.5138600000000002</c:v>
                </c:pt>
                <c:pt idx="5088">
                  <c:v>3.5767500000000001</c:v>
                </c:pt>
                <c:pt idx="5089">
                  <c:v>3.6206700000000001</c:v>
                </c:pt>
                <c:pt idx="5090">
                  <c:v>3.5963799999999999</c:v>
                </c:pt>
                <c:pt idx="5091">
                  <c:v>#N/A</c:v>
                </c:pt>
                <c:pt idx="5092">
                  <c:v>3.5886499999999999</c:v>
                </c:pt>
                <c:pt idx="5093">
                  <c:v>3.5531600000000001</c:v>
                </c:pt>
                <c:pt idx="5094">
                  <c:v>3.5410499999999998</c:v>
                </c:pt>
                <c:pt idx="5095">
                  <c:v>3.5037799999999999</c:v>
                </c:pt>
                <c:pt idx="5096">
                  <c:v>3.4602900000000001</c:v>
                </c:pt>
                <c:pt idx="5097">
                  <c:v>3.4297399999999998</c:v>
                </c:pt>
                <c:pt idx="5098">
                  <c:v>3.43865</c:v>
                </c:pt>
                <c:pt idx="5099">
                  <c:v>3.4171100000000001</c:v>
                </c:pt>
                <c:pt idx="5100">
                  <c:v>3.4969100000000002</c:v>
                </c:pt>
                <c:pt idx="5101">
                  <c:v>3.4329200000000002</c:v>
                </c:pt>
                <c:pt idx="5102">
                  <c:v>3.41492</c:v>
                </c:pt>
                <c:pt idx="5103">
                  <c:v>3.3811599999999999</c:v>
                </c:pt>
                <c:pt idx="5104">
                  <c:v>3.42462</c:v>
                </c:pt>
                <c:pt idx="5105">
                  <c:v>3.4327899999999998</c:v>
                </c:pt>
                <c:pt idx="5106">
                  <c:v>3.294</c:v>
                </c:pt>
                <c:pt idx="5107">
                  <c:v>3.2340599999999999</c:v>
                </c:pt>
                <c:pt idx="5108">
                  <c:v>3.20885</c:v>
                </c:pt>
                <c:pt idx="5109">
                  <c:v>3.02983</c:v>
                </c:pt>
                <c:pt idx="5110">
                  <c:v>2.9880900000000001</c:v>
                </c:pt>
                <c:pt idx="5111">
                  <c:v>3.1213000000000002</c:v>
                </c:pt>
                <c:pt idx="5112">
                  <c:v>3.1663800000000002</c:v>
                </c:pt>
                <c:pt idx="5113">
                  <c:v>3.18723</c:v>
                </c:pt>
                <c:pt idx="5114">
                  <c:v>3.16567</c:v>
                </c:pt>
                <c:pt idx="5115">
                  <c:v>3.14133</c:v>
                </c:pt>
                <c:pt idx="5116">
                  <c:v>3.19163</c:v>
                </c:pt>
                <c:pt idx="5117">
                  <c:v>3.1122399999999999</c:v>
                </c:pt>
                <c:pt idx="5118">
                  <c:v>3.11565</c:v>
                </c:pt>
                <c:pt idx="5119">
                  <c:v>3.2337799999999999</c:v>
                </c:pt>
                <c:pt idx="5120">
                  <c:v>3.2254999999999998</c:v>
                </c:pt>
                <c:pt idx="5121">
                  <c:v>3.2118099999999998</c:v>
                </c:pt>
                <c:pt idx="5122">
                  <c:v>3.18126</c:v>
                </c:pt>
                <c:pt idx="5123">
                  <c:v>3.1501700000000001</c:v>
                </c:pt>
                <c:pt idx="5124">
                  <c:v>#N/A</c:v>
                </c:pt>
                <c:pt idx="5125">
                  <c:v>3.0896300000000001</c:v>
                </c:pt>
                <c:pt idx="5126">
                  <c:v>3.1283099999999999</c:v>
                </c:pt>
                <c:pt idx="5127">
                  <c:v>3.0947100000000001</c:v>
                </c:pt>
                <c:pt idx="5128">
                  <c:v>3.0089299999999999</c:v>
                </c:pt>
                <c:pt idx="5129">
                  <c:v>3.0380500000000001</c:v>
                </c:pt>
                <c:pt idx="5130">
                  <c:v>2.9961099999999998</c:v>
                </c:pt>
                <c:pt idx="5131">
                  <c:v>2.96468</c:v>
                </c:pt>
                <c:pt idx="5132">
                  <c:v>2.9849199999999998</c:v>
                </c:pt>
                <c:pt idx="5133">
                  <c:v>2.9964599999999999</c:v>
                </c:pt>
                <c:pt idx="5134">
                  <c:v>2.99594</c:v>
                </c:pt>
                <c:pt idx="5135">
                  <c:v>2.9906000000000001</c:v>
                </c:pt>
                <c:pt idx="5136">
                  <c:v>2.97458</c:v>
                </c:pt>
                <c:pt idx="5137">
                  <c:v>3.0096500000000002</c:v>
                </c:pt>
                <c:pt idx="5138">
                  <c:v>3.0768900000000001</c:v>
                </c:pt>
                <c:pt idx="5139">
                  <c:v>2.9441000000000002</c:v>
                </c:pt>
                <c:pt idx="5140">
                  <c:v>2.94224</c:v>
                </c:pt>
                <c:pt idx="5141">
                  <c:v>2.9480900000000001</c:v>
                </c:pt>
                <c:pt idx="5142">
                  <c:v>2.8935200000000001</c:v>
                </c:pt>
                <c:pt idx="5143">
                  <c:v>2.86267</c:v>
                </c:pt>
                <c:pt idx="5144">
                  <c:v>2.8041299999999998</c:v>
                </c:pt>
                <c:pt idx="5145">
                  <c:v>2.77624</c:v>
                </c:pt>
                <c:pt idx="5146">
                  <c:v>#N/A</c:v>
                </c:pt>
                <c:pt idx="5147">
                  <c:v>2.7819699999999998</c:v>
                </c:pt>
                <c:pt idx="5148">
                  <c:v>2.83765</c:v>
                </c:pt>
                <c:pt idx="5149">
                  <c:v>2.7518899999999999</c:v>
                </c:pt>
                <c:pt idx="5150">
                  <c:v>2.7189700000000001</c:v>
                </c:pt>
                <c:pt idx="5151">
                  <c:v>#N/A</c:v>
                </c:pt>
                <c:pt idx="5152">
                  <c:v>2.8319399999999999</c:v>
                </c:pt>
                <c:pt idx="5153">
                  <c:v>2.8319399999999999</c:v>
                </c:pt>
                <c:pt idx="5154">
                  <c:v>3.0074900000000002</c:v>
                </c:pt>
                <c:pt idx="5155">
                  <c:v>2.96922</c:v>
                </c:pt>
                <c:pt idx="5156">
                  <c:v>2.9447399999999999</c:v>
                </c:pt>
                <c:pt idx="5157">
                  <c:v>3.0800399999999999</c:v>
                </c:pt>
                <c:pt idx="5158">
                  <c:v>3.1177600000000001</c:v>
                </c:pt>
                <c:pt idx="5159">
                  <c:v>3.0381499999999999</c:v>
                </c:pt>
                <c:pt idx="5160">
                  <c:v>3.0092500000000002</c:v>
                </c:pt>
                <c:pt idx="5161">
                  <c:v>2.9546299999999999</c:v>
                </c:pt>
                <c:pt idx="5162">
                  <c:v>2.9204300000000001</c:v>
                </c:pt>
                <c:pt idx="5163">
                  <c:v>2.98624</c:v>
                </c:pt>
                <c:pt idx="5164">
                  <c:v>3.0221499999999999</c:v>
                </c:pt>
                <c:pt idx="5165">
                  <c:v>3.0969000000000002</c:v>
                </c:pt>
                <c:pt idx="5166">
                  <c:v>3.1241699999999999</c:v>
                </c:pt>
                <c:pt idx="5167">
                  <c:v>3.1759400000000002</c:v>
                </c:pt>
                <c:pt idx="5168">
                  <c:v>3.1155200000000001</c:v>
                </c:pt>
                <c:pt idx="5169">
                  <c:v>3.09904</c:v>
                </c:pt>
                <c:pt idx="5170">
                  <c:v>3.0550799999999998</c:v>
                </c:pt>
                <c:pt idx="5171">
                  <c:v>3.0045999999999999</c:v>
                </c:pt>
                <c:pt idx="5172">
                  <c:v>3.0072000000000001</c:v>
                </c:pt>
                <c:pt idx="5173">
                  <c:v>3.09612</c:v>
                </c:pt>
                <c:pt idx="5174">
                  <c:v>3.09612</c:v>
                </c:pt>
                <c:pt idx="5175">
                  <c:v>3.2063600000000001</c:v>
                </c:pt>
                <c:pt idx="5176">
                  <c:v>3.2440600000000002</c:v>
                </c:pt>
                <c:pt idx="5177">
                  <c:v>3.2295600000000002</c:v>
                </c:pt>
                <c:pt idx="5178">
                  <c:v>3.1853199999999999</c:v>
                </c:pt>
                <c:pt idx="5179">
                  <c:v>3.21095</c:v>
                </c:pt>
                <c:pt idx="5180">
                  <c:v>3.2231100000000001</c:v>
                </c:pt>
                <c:pt idx="5181">
                  <c:v>3.1810999999999998</c:v>
                </c:pt>
                <c:pt idx="5182">
                  <c:v>3.1265399999999999</c:v>
                </c:pt>
                <c:pt idx="5183">
                  <c:v>3.1038299999999999</c:v>
                </c:pt>
                <c:pt idx="5184">
                  <c:v>3.0214400000000001</c:v>
                </c:pt>
                <c:pt idx="5185">
                  <c:v>3.0182799999999999</c:v>
                </c:pt>
                <c:pt idx="5186">
                  <c:v>3.0408499999999998</c:v>
                </c:pt>
                <c:pt idx="5187">
                  <c:v>3.0322200000000001</c:v>
                </c:pt>
                <c:pt idx="5188">
                  <c:v>2.98007</c:v>
                </c:pt>
                <c:pt idx="5189">
                  <c:v>2.9700799999999998</c:v>
                </c:pt>
                <c:pt idx="5190">
                  <c:v>2.9743499999999998</c:v>
                </c:pt>
                <c:pt idx="5191">
                  <c:v>2.9935200000000002</c:v>
                </c:pt>
                <c:pt idx="5192">
                  <c:v>2.9932500000000002</c:v>
                </c:pt>
                <c:pt idx="5193">
                  <c:v>3.0104799999999998</c:v>
                </c:pt>
                <c:pt idx="5194">
                  <c:v>3.0242</c:v>
                </c:pt>
                <c:pt idx="5195">
                  <c:v>3.0681600000000002</c:v>
                </c:pt>
                <c:pt idx="5196">
                  <c:v>3.0530900000000001</c:v>
                </c:pt>
                <c:pt idx="5197">
                  <c:v>3.08053</c:v>
                </c:pt>
                <c:pt idx="5198">
                  <c:v>3.0675699999999999</c:v>
                </c:pt>
                <c:pt idx="5199">
                  <c:v>3.05206</c:v>
                </c:pt>
                <c:pt idx="5200">
                  <c:v>3.00834</c:v>
                </c:pt>
                <c:pt idx="5201">
                  <c:v>2.9191199999999999</c:v>
                </c:pt>
                <c:pt idx="5202">
                  <c:v>2.9098199999999999</c:v>
                </c:pt>
                <c:pt idx="5203">
                  <c:v>2.9219599999999999</c:v>
                </c:pt>
                <c:pt idx="5204">
                  <c:v>2.9280599999999999</c:v>
                </c:pt>
                <c:pt idx="5205">
                  <c:v>2.94394</c:v>
                </c:pt>
                <c:pt idx="5206">
                  <c:v>2.87608</c:v>
                </c:pt>
                <c:pt idx="5207">
                  <c:v>2.7944100000000001</c:v>
                </c:pt>
                <c:pt idx="5208">
                  <c:v>2.8706700000000001</c:v>
                </c:pt>
                <c:pt idx="5209">
                  <c:v>2.8802599999999998</c:v>
                </c:pt>
                <c:pt idx="5210">
                  <c:v>2.91859</c:v>
                </c:pt>
                <c:pt idx="5211">
                  <c:v>2.9206099999999999</c:v>
                </c:pt>
                <c:pt idx="5212">
                  <c:v>2.90218</c:v>
                </c:pt>
                <c:pt idx="5213">
                  <c:v>2.9120900000000001</c:v>
                </c:pt>
                <c:pt idx="5214">
                  <c:v>2.8532600000000001</c:v>
                </c:pt>
                <c:pt idx="5215">
                  <c:v>2.8750499999999999</c:v>
                </c:pt>
                <c:pt idx="5216">
                  <c:v>2.8118099999999999</c:v>
                </c:pt>
                <c:pt idx="5217">
                  <c:v>2.78145</c:v>
                </c:pt>
                <c:pt idx="5218">
                  <c:v>2.7706200000000001</c:v>
                </c:pt>
                <c:pt idx="5219">
                  <c:v>2.7494800000000001</c:v>
                </c:pt>
                <c:pt idx="5220">
                  <c:v>2.7658200000000002</c:v>
                </c:pt>
                <c:pt idx="5221">
                  <c:v>2.8607200000000002</c:v>
                </c:pt>
                <c:pt idx="5222">
                  <c:v>2.9569000000000001</c:v>
                </c:pt>
                <c:pt idx="5223">
                  <c:v>2.9649999999999999</c:v>
                </c:pt>
                <c:pt idx="5224">
                  <c:v>3.0048400000000002</c:v>
                </c:pt>
                <c:pt idx="5225">
                  <c:v>3.0217900000000002</c:v>
                </c:pt>
                <c:pt idx="5226">
                  <c:v>3.0464699999999998</c:v>
                </c:pt>
                <c:pt idx="5227">
                  <c:v>2.9849800000000002</c:v>
                </c:pt>
                <c:pt idx="5228">
                  <c:v>2.9737900000000002</c:v>
                </c:pt>
                <c:pt idx="5229">
                  <c:v>2.99647</c:v>
                </c:pt>
                <c:pt idx="5230">
                  <c:v>2.93512</c:v>
                </c:pt>
                <c:pt idx="5231">
                  <c:v>3.0293800000000002</c:v>
                </c:pt>
                <c:pt idx="5232">
                  <c:v>3.04176</c:v>
                </c:pt>
                <c:pt idx="5233">
                  <c:v>2.9941900000000001</c:v>
                </c:pt>
                <c:pt idx="5234">
                  <c:v>2.9352499999999999</c:v>
                </c:pt>
                <c:pt idx="5235">
                  <c:v>2.8292899999999999</c:v>
                </c:pt>
                <c:pt idx="5236">
                  <c:v>2.86856</c:v>
                </c:pt>
                <c:pt idx="5237">
                  <c:v>2.9002599999999998</c:v>
                </c:pt>
                <c:pt idx="5238">
                  <c:v>2.8886500000000002</c:v>
                </c:pt>
                <c:pt idx="5239">
                  <c:v>2.87534</c:v>
                </c:pt>
                <c:pt idx="5240">
                  <c:v>2.8953000000000002</c:v>
                </c:pt>
                <c:pt idx="5241">
                  <c:v>2.94218</c:v>
                </c:pt>
                <c:pt idx="5242">
                  <c:v>2.9067500000000002</c:v>
                </c:pt>
                <c:pt idx="5243">
                  <c:v>2.9190399999999999</c:v>
                </c:pt>
                <c:pt idx="5244">
                  <c:v>2.9420199999999999</c:v>
                </c:pt>
                <c:pt idx="5245">
                  <c:v>2.9081800000000002</c:v>
                </c:pt>
                <c:pt idx="5246">
                  <c:v>2.9501499999999998</c:v>
                </c:pt>
                <c:pt idx="5247">
                  <c:v>3.0076399999999999</c:v>
                </c:pt>
                <c:pt idx="5248">
                  <c:v>3.06135</c:v>
                </c:pt>
                <c:pt idx="5249">
                  <c:v>3.1061100000000001</c:v>
                </c:pt>
                <c:pt idx="5250">
                  <c:v>3.1730200000000002</c:v>
                </c:pt>
                <c:pt idx="5251">
                  <c:v>3.03146</c:v>
                </c:pt>
                <c:pt idx="5252">
                  <c:v>3.0217000000000001</c:v>
                </c:pt>
                <c:pt idx="5253">
                  <c:v>3.0573800000000002</c:v>
                </c:pt>
                <c:pt idx="5254">
                  <c:v>3.0999300000000001</c:v>
                </c:pt>
                <c:pt idx="5255">
                  <c:v>3.1243099999999999</c:v>
                </c:pt>
                <c:pt idx="5256">
                  <c:v>3.1175199999999998</c:v>
                </c:pt>
                <c:pt idx="5257">
                  <c:v>2.99403</c:v>
                </c:pt>
                <c:pt idx="5258">
                  <c:v>2.9982600000000001</c:v>
                </c:pt>
                <c:pt idx="5259">
                  <c:v>3.0528400000000002</c:v>
                </c:pt>
                <c:pt idx="5260">
                  <c:v>3.0276100000000001</c:v>
                </c:pt>
                <c:pt idx="5261">
                  <c:v>3.14968</c:v>
                </c:pt>
                <c:pt idx="5262">
                  <c:v>3.23563</c:v>
                </c:pt>
                <c:pt idx="5263">
                  <c:v>3.2898499999999999</c:v>
                </c:pt>
                <c:pt idx="5264">
                  <c:v>3.20601</c:v>
                </c:pt>
                <c:pt idx="5265">
                  <c:v>3.2313000000000001</c:v>
                </c:pt>
                <c:pt idx="5266">
                  <c:v>3.2230300000000001</c:v>
                </c:pt>
                <c:pt idx="5267">
                  <c:v>3.1883499999999998</c:v>
                </c:pt>
                <c:pt idx="5268">
                  <c:v>3.12757</c:v>
                </c:pt>
                <c:pt idx="5269">
                  <c:v>3.11131</c:v>
                </c:pt>
                <c:pt idx="5270">
                  <c:v>3.1092499999999998</c:v>
                </c:pt>
                <c:pt idx="5271">
                  <c:v>3.0539399999999999</c:v>
                </c:pt>
                <c:pt idx="5272">
                  <c:v>3.1610499999999999</c:v>
                </c:pt>
                <c:pt idx="5273">
                  <c:v>3.1477200000000001</c:v>
                </c:pt>
                <c:pt idx="5274">
                  <c:v>3.0618099999999999</c:v>
                </c:pt>
                <c:pt idx="5275">
                  <c:v>3.0555099999999999</c:v>
                </c:pt>
                <c:pt idx="5276">
                  <c:v>3.0200100000000001</c:v>
                </c:pt>
                <c:pt idx="5277">
                  <c:v>3.06819</c:v>
                </c:pt>
                <c:pt idx="5278">
                  <c:v>3.0365199999999999</c:v>
                </c:pt>
                <c:pt idx="5279">
                  <c:v>3.0413800000000002</c:v>
                </c:pt>
                <c:pt idx="5280">
                  <c:v>3.01688</c:v>
                </c:pt>
                <c:pt idx="5281">
                  <c:v>3.03891</c:v>
                </c:pt>
                <c:pt idx="5282">
                  <c:v>3.0245299999999999</c:v>
                </c:pt>
                <c:pt idx="5283">
                  <c:v>3.1252499999999999</c:v>
                </c:pt>
                <c:pt idx="5284">
                  <c:v>3.12799</c:v>
                </c:pt>
                <c:pt idx="5285">
                  <c:v>3.1637400000000002</c:v>
                </c:pt>
                <c:pt idx="5286">
                  <c:v>3.1141999999999999</c:v>
                </c:pt>
                <c:pt idx="5287">
                  <c:v>3.06019</c:v>
                </c:pt>
                <c:pt idx="5288">
                  <c:v>3.0931700000000002</c:v>
                </c:pt>
                <c:pt idx="5289">
                  <c:v>3.0791499999999998</c:v>
                </c:pt>
                <c:pt idx="5290">
                  <c:v>3.0778099999999999</c:v>
                </c:pt>
                <c:pt idx="5291">
                  <c:v>3.1129899999999999</c:v>
                </c:pt>
                <c:pt idx="5292">
                  <c:v>3.1326800000000001</c:v>
                </c:pt>
                <c:pt idx="5293">
                  <c:v>3.15164</c:v>
                </c:pt>
                <c:pt idx="5294">
                  <c:v>3.2745299999999999</c:v>
                </c:pt>
                <c:pt idx="5295">
                  <c:v>3.3649200000000001</c:v>
                </c:pt>
                <c:pt idx="5296">
                  <c:v>3.3915600000000001</c:v>
                </c:pt>
                <c:pt idx="5297">
                  <c:v>3.3876599999999999</c:v>
                </c:pt>
                <c:pt idx="5298">
                  <c:v>3.31291</c:v>
                </c:pt>
                <c:pt idx="5299">
                  <c:v>3.29006</c:v>
                </c:pt>
                <c:pt idx="5300">
                  <c:v>3.26444</c:v>
                </c:pt>
                <c:pt idx="5301">
                  <c:v>3.2835800000000002</c:v>
                </c:pt>
                <c:pt idx="5302">
                  <c:v>3.2414999999999998</c:v>
                </c:pt>
                <c:pt idx="5303">
                  <c:v>3.23787</c:v>
                </c:pt>
                <c:pt idx="5304">
                  <c:v>3.2140300000000002</c:v>
                </c:pt>
                <c:pt idx="5305">
                  <c:v>3.1976100000000001</c:v>
                </c:pt>
                <c:pt idx="5306">
                  <c:v>3.1553499999999999</c:v>
                </c:pt>
                <c:pt idx="5307">
                  <c:v>3.1518999999999999</c:v>
                </c:pt>
                <c:pt idx="5308">
                  <c:v>3.1269100000000001</c:v>
                </c:pt>
                <c:pt idx="5309">
                  <c:v>3.1261800000000002</c:v>
                </c:pt>
                <c:pt idx="5310">
                  <c:v>3.1450399999999998</c:v>
                </c:pt>
                <c:pt idx="5311">
                  <c:v>3.1145</c:v>
                </c:pt>
                <c:pt idx="5312">
                  <c:v>3.11795</c:v>
                </c:pt>
                <c:pt idx="5313">
                  <c:v>3.1721400000000002</c:v>
                </c:pt>
                <c:pt idx="5314">
                  <c:v>3.1815699999999998</c:v>
                </c:pt>
                <c:pt idx="5315">
                  <c:v>3.1345100000000001</c:v>
                </c:pt>
                <c:pt idx="5316">
                  <c:v>3.2448399999999999</c:v>
                </c:pt>
                <c:pt idx="5317">
                  <c:v>3.29941</c:v>
                </c:pt>
                <c:pt idx="5318">
                  <c:v>3.2886099999999998</c:v>
                </c:pt>
                <c:pt idx="5319">
                  <c:v>3.3345600000000002</c:v>
                </c:pt>
                <c:pt idx="5320">
                  <c:v>3.3607100000000001</c:v>
                </c:pt>
                <c:pt idx="5321">
                  <c:v>3.4049299999999998</c:v>
                </c:pt>
                <c:pt idx="5322">
                  <c:v>3.37669</c:v>
                </c:pt>
                <c:pt idx="5323">
                  <c:v>3.3352300000000001</c:v>
                </c:pt>
                <c:pt idx="5324">
                  <c:v>3.3085200000000001</c:v>
                </c:pt>
                <c:pt idx="5325">
                  <c:v>3.27657</c:v>
                </c:pt>
                <c:pt idx="5326">
                  <c:v>3.21088</c:v>
                </c:pt>
                <c:pt idx="5327">
                  <c:v>3.1665700000000001</c:v>
                </c:pt>
                <c:pt idx="5328">
                  <c:v>3.1743600000000001</c:v>
                </c:pt>
                <c:pt idx="5329">
                  <c:v>3.1293500000000001</c:v>
                </c:pt>
                <c:pt idx="5330">
                  <c:v>3.14818</c:v>
                </c:pt>
                <c:pt idx="5331">
                  <c:v>3.1418499999999998</c:v>
                </c:pt>
                <c:pt idx="5332">
                  <c:v>3.1646800000000002</c:v>
                </c:pt>
                <c:pt idx="5333">
                  <c:v>3.1941899999999999</c:v>
                </c:pt>
                <c:pt idx="5334">
                  <c:v>3.2073800000000001</c:v>
                </c:pt>
                <c:pt idx="5335">
                  <c:v>3.1715100000000001</c:v>
                </c:pt>
                <c:pt idx="5336">
                  <c:v>3.27657</c:v>
                </c:pt>
                <c:pt idx="5337">
                  <c:v>3.21088</c:v>
                </c:pt>
                <c:pt idx="5338">
                  <c:v>3.1665700000000001</c:v>
                </c:pt>
                <c:pt idx="5339">
                  <c:v>3.1743600000000001</c:v>
                </c:pt>
                <c:pt idx="5340">
                  <c:v>3.1293500000000001</c:v>
                </c:pt>
                <c:pt idx="5341">
                  <c:v>3.14818</c:v>
                </c:pt>
                <c:pt idx="5342">
                  <c:v>3.1418499999999998</c:v>
                </c:pt>
                <c:pt idx="5343">
                  <c:v>3.1646800000000002</c:v>
                </c:pt>
                <c:pt idx="5344">
                  <c:v>3.1941899999999999</c:v>
                </c:pt>
                <c:pt idx="5345">
                  <c:v>3.2073800000000001</c:v>
                </c:pt>
                <c:pt idx="5346">
                  <c:v>3.1715100000000001</c:v>
                </c:pt>
                <c:pt idx="5347">
                  <c:v>3.1577299999999999</c:v>
                </c:pt>
                <c:pt idx="5348">
                  <c:v>3.1577299999999999</c:v>
                </c:pt>
                <c:pt idx="5349">
                  <c:v>3.1213700000000002</c:v>
                </c:pt>
                <c:pt idx="5350">
                  <c:v>3.0797599999999998</c:v>
                </c:pt>
                <c:pt idx="5351">
                  <c:v>3.0246599999999999</c:v>
                </c:pt>
                <c:pt idx="5352">
                  <c:v>3.0392999999999999</c:v>
                </c:pt>
                <c:pt idx="5353">
                  <c:v>3.0693000000000001</c:v>
                </c:pt>
                <c:pt idx="5354">
                  <c:v>3.0752600000000001</c:v>
                </c:pt>
                <c:pt idx="5355">
                  <c:v>3.1138499999999998</c:v>
                </c:pt>
                <c:pt idx="5356">
                  <c:v>3.1040700000000001</c:v>
                </c:pt>
                <c:pt idx="5357">
                  <c:v>3.0871</c:v>
                </c:pt>
                <c:pt idx="5358">
                  <c:v>3.0584600000000002</c:v>
                </c:pt>
                <c:pt idx="5359">
                  <c:v>3.01173</c:v>
                </c:pt>
                <c:pt idx="5360">
                  <c:v>3.03071</c:v>
                </c:pt>
                <c:pt idx="5361">
                  <c:v>3.04623</c:v>
                </c:pt>
                <c:pt idx="5362">
                  <c:v>3.13415</c:v>
                </c:pt>
                <c:pt idx="5363">
                  <c:v>3.13767</c:v>
                </c:pt>
                <c:pt idx="5364">
                  <c:v>3.1827000000000001</c:v>
                </c:pt>
                <c:pt idx="5365">
                  <c:v>3.19625</c:v>
                </c:pt>
                <c:pt idx="5366">
                  <c:v>3.19625</c:v>
                </c:pt>
                <c:pt idx="5367">
                  <c:v>3.20689</c:v>
                </c:pt>
                <c:pt idx="5368">
                  <c:v>3.2608100000000002</c:v>
                </c:pt>
                <c:pt idx="5369">
                  <c:v>3.3679999999999999</c:v>
                </c:pt>
                <c:pt idx="5370">
                  <c:v>3.3679999999999999</c:v>
                </c:pt>
                <c:pt idx="5371">
                  <c:v>3.3392499999999998</c:v>
                </c:pt>
                <c:pt idx="5372">
                  <c:v>3.4256899999999999</c:v>
                </c:pt>
                <c:pt idx="5373">
                  <c:v>3.4619200000000001</c:v>
                </c:pt>
                <c:pt idx="5374">
                  <c:v>3.3845200000000002</c:v>
                </c:pt>
                <c:pt idx="5375">
                  <c:v>3.16554</c:v>
                </c:pt>
                <c:pt idx="5376">
                  <c:v>3.1824599999999998</c:v>
                </c:pt>
                <c:pt idx="5377">
                  <c:v>3.1158700000000001</c:v>
                </c:pt>
                <c:pt idx="5378">
                  <c:v>3.1140500000000002</c:v>
                </c:pt>
                <c:pt idx="5379">
                  <c:v>3.1936300000000002</c:v>
                </c:pt>
                <c:pt idx="5380">
                  <c:v>3.2785700000000002</c:v>
                </c:pt>
                <c:pt idx="5381">
                  <c:v>3.2829600000000001</c:v>
                </c:pt>
                <c:pt idx="5382">
                  <c:v>3.2164799999999998</c:v>
                </c:pt>
                <c:pt idx="5383">
                  <c:v>3.1259600000000001</c:v>
                </c:pt>
                <c:pt idx="5384">
                  <c:v>3.12439</c:v>
                </c:pt>
                <c:pt idx="5385">
                  <c:v>3.1602600000000001</c:v>
                </c:pt>
                <c:pt idx="5386">
                  <c:v>3.23434</c:v>
                </c:pt>
                <c:pt idx="5387">
                  <c:v>3.2176100000000001</c:v>
                </c:pt>
                <c:pt idx="5388">
                  <c:v>3.2082899999999999</c:v>
                </c:pt>
                <c:pt idx="5389">
                  <c:v>3.3040799999999999</c:v>
                </c:pt>
                <c:pt idx="5390">
                  <c:v>3.3195000000000001</c:v>
                </c:pt>
                <c:pt idx="5391">
                  <c:v>3.2575799999999999</c:v>
                </c:pt>
                <c:pt idx="5392">
                  <c:v>3.30748</c:v>
                </c:pt>
                <c:pt idx="5393">
                  <c:v>3.2883200000000001</c:v>
                </c:pt>
                <c:pt idx="5394">
                  <c:v>3.26058</c:v>
                </c:pt>
                <c:pt idx="5395">
                  <c:v>3.2318500000000001</c:v>
                </c:pt>
                <c:pt idx="5396">
                  <c:v>3.2271200000000002</c:v>
                </c:pt>
                <c:pt idx="5397">
                  <c:v>3.1587499999999999</c:v>
                </c:pt>
                <c:pt idx="5398">
                  <c:v>3.0537200000000002</c:v>
                </c:pt>
                <c:pt idx="5399">
                  <c:v>3.0877599999999998</c:v>
                </c:pt>
                <c:pt idx="5400">
                  <c:v>3.1596299999999999</c:v>
                </c:pt>
                <c:pt idx="5401">
                  <c:v>3.1939000000000002</c:v>
                </c:pt>
                <c:pt idx="5402">
                  <c:v>3.1425100000000001</c:v>
                </c:pt>
                <c:pt idx="5403">
                  <c:v>3.2858800000000001</c:v>
                </c:pt>
                <c:pt idx="5404">
                  <c:v>3.2516500000000002</c:v>
                </c:pt>
                <c:pt idx="5405">
                  <c:v>3.2158199999999999</c:v>
                </c:pt>
                <c:pt idx="5406">
                  <c:v>3.2515800000000001</c:v>
                </c:pt>
                <c:pt idx="5407">
                  <c:v>3.2677700000000001</c:v>
                </c:pt>
                <c:pt idx="5408">
                  <c:v>3.2263999999999999</c:v>
                </c:pt>
                <c:pt idx="5409">
                  <c:v>3.3123</c:v>
                </c:pt>
                <c:pt idx="5410">
                  <c:v>3.29908</c:v>
                </c:pt>
                <c:pt idx="5411">
                  <c:v>3.3217500000000002</c:v>
                </c:pt>
                <c:pt idx="5412">
                  <c:v>3.2480799999999999</c:v>
                </c:pt>
                <c:pt idx="5413">
                  <c:v>3.2297500000000001</c:v>
                </c:pt>
                <c:pt idx="5414">
                  <c:v>3.2080000000000002</c:v>
                </c:pt>
                <c:pt idx="5415">
                  <c:v>3.2861899999999999</c:v>
                </c:pt>
                <c:pt idx="5416">
                  <c:v>3.2798600000000002</c:v>
                </c:pt>
                <c:pt idx="5417">
                  <c:v>3.2740999999999998</c:v>
                </c:pt>
                <c:pt idx="5418">
                  <c:v>3.2658</c:v>
                </c:pt>
                <c:pt idx="5419">
                  <c:v>3.2379600000000002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4F6-45AE-896D-C09EA58BC0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63472816"/>
        <c:axId val="1763461776"/>
      </c:lineChart>
      <c:dateAx>
        <c:axId val="1763444016"/>
        <c:scaling>
          <c:orientation val="minMax"/>
          <c:min val="3946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/d/yyyy" sourceLinked="1"/>
        <c:majorTickMark val="none"/>
        <c:minorTickMark val="none"/>
        <c:tickLblPos val="nextTo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763457936"/>
        <c:crosses val="autoZero"/>
        <c:auto val="1"/>
        <c:lblOffset val="100"/>
        <c:baseTimeUnit val="days"/>
      </c:dateAx>
      <c:valAx>
        <c:axId val="17634579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763444016"/>
        <c:crosses val="autoZero"/>
        <c:crossBetween val="between"/>
        <c:majorUnit val="3"/>
      </c:valAx>
      <c:valAx>
        <c:axId val="1763461776"/>
        <c:scaling>
          <c:orientation val="minMax"/>
          <c:max val="6"/>
        </c:scaling>
        <c:delete val="0"/>
        <c:axPos val="r"/>
        <c:numFmt formatCode="0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763472816"/>
        <c:crosses val="max"/>
        <c:crossBetween val="between"/>
        <c:majorUnit val="1"/>
      </c:valAx>
      <c:dateAx>
        <c:axId val="1763472816"/>
        <c:scaling>
          <c:orientation val="minMax"/>
        </c:scaling>
        <c:delete val="1"/>
        <c:axPos val="b"/>
        <c:numFmt formatCode="m/d/yyyy" sourceLinked="1"/>
        <c:majorTickMark val="out"/>
        <c:minorTickMark val="none"/>
        <c:tickLblPos val="nextTo"/>
        <c:crossAx val="1763461776"/>
        <c:crosses val="autoZero"/>
        <c:auto val="1"/>
        <c:lblOffset val="100"/>
        <c:baseTimeUnit val="days"/>
      </c:date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1"/>
          <c:order val="1"/>
          <c:tx>
            <c:strRef>
              <c:f>Hoja2!$D$2</c:f>
              <c:strCache>
                <c:ptCount val="1"/>
                <c:pt idx="0">
                  <c:v>TES 10 años</c:v>
                </c:pt>
              </c:strCache>
            </c:strRef>
          </c:tx>
          <c:spPr>
            <a:ln w="12700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cat>
            <c:numRef>
              <c:f>Hoja2!$B$316:$B$5735</c:f>
              <c:numCache>
                <c:formatCode>m/d/yyyy</c:formatCode>
                <c:ptCount val="5420"/>
                <c:pt idx="0">
                  <c:v>38070</c:v>
                </c:pt>
                <c:pt idx="1">
                  <c:v>38071</c:v>
                </c:pt>
                <c:pt idx="2">
                  <c:v>38072</c:v>
                </c:pt>
                <c:pt idx="3">
                  <c:v>38075</c:v>
                </c:pt>
                <c:pt idx="4">
                  <c:v>38076</c:v>
                </c:pt>
                <c:pt idx="5">
                  <c:v>38077</c:v>
                </c:pt>
                <c:pt idx="6">
                  <c:v>38078</c:v>
                </c:pt>
                <c:pt idx="7">
                  <c:v>38079</c:v>
                </c:pt>
                <c:pt idx="8">
                  <c:v>38082</c:v>
                </c:pt>
                <c:pt idx="9">
                  <c:v>38083</c:v>
                </c:pt>
                <c:pt idx="10">
                  <c:v>38084</c:v>
                </c:pt>
                <c:pt idx="11">
                  <c:v>38085</c:v>
                </c:pt>
                <c:pt idx="12">
                  <c:v>38089</c:v>
                </c:pt>
                <c:pt idx="13">
                  <c:v>38090</c:v>
                </c:pt>
                <c:pt idx="14">
                  <c:v>38091</c:v>
                </c:pt>
                <c:pt idx="15">
                  <c:v>38092</c:v>
                </c:pt>
                <c:pt idx="16">
                  <c:v>38093</c:v>
                </c:pt>
                <c:pt idx="17">
                  <c:v>38096</c:v>
                </c:pt>
                <c:pt idx="18">
                  <c:v>38097</c:v>
                </c:pt>
                <c:pt idx="19">
                  <c:v>38098</c:v>
                </c:pt>
                <c:pt idx="20">
                  <c:v>38099</c:v>
                </c:pt>
                <c:pt idx="21">
                  <c:v>38100</c:v>
                </c:pt>
                <c:pt idx="22">
                  <c:v>38103</c:v>
                </c:pt>
                <c:pt idx="23">
                  <c:v>38104</c:v>
                </c:pt>
                <c:pt idx="24">
                  <c:v>38105</c:v>
                </c:pt>
                <c:pt idx="25">
                  <c:v>38106</c:v>
                </c:pt>
                <c:pt idx="26">
                  <c:v>38107</c:v>
                </c:pt>
                <c:pt idx="27">
                  <c:v>38110</c:v>
                </c:pt>
                <c:pt idx="28">
                  <c:v>38111</c:v>
                </c:pt>
                <c:pt idx="29">
                  <c:v>38112</c:v>
                </c:pt>
                <c:pt idx="30">
                  <c:v>38113</c:v>
                </c:pt>
                <c:pt idx="31">
                  <c:v>38114</c:v>
                </c:pt>
                <c:pt idx="32">
                  <c:v>38117</c:v>
                </c:pt>
                <c:pt idx="33">
                  <c:v>38118</c:v>
                </c:pt>
                <c:pt idx="34">
                  <c:v>38119</c:v>
                </c:pt>
                <c:pt idx="35">
                  <c:v>38120</c:v>
                </c:pt>
                <c:pt idx="36">
                  <c:v>38121</c:v>
                </c:pt>
                <c:pt idx="37">
                  <c:v>38124</c:v>
                </c:pt>
                <c:pt idx="38">
                  <c:v>38125</c:v>
                </c:pt>
                <c:pt idx="39">
                  <c:v>38126</c:v>
                </c:pt>
                <c:pt idx="40">
                  <c:v>38127</c:v>
                </c:pt>
                <c:pt idx="41">
                  <c:v>38128</c:v>
                </c:pt>
                <c:pt idx="42">
                  <c:v>38131</c:v>
                </c:pt>
                <c:pt idx="43">
                  <c:v>38132</c:v>
                </c:pt>
                <c:pt idx="44">
                  <c:v>38133</c:v>
                </c:pt>
                <c:pt idx="45">
                  <c:v>38134</c:v>
                </c:pt>
                <c:pt idx="46">
                  <c:v>38135</c:v>
                </c:pt>
                <c:pt idx="47">
                  <c:v>38138</c:v>
                </c:pt>
                <c:pt idx="48">
                  <c:v>38139</c:v>
                </c:pt>
                <c:pt idx="49">
                  <c:v>38140</c:v>
                </c:pt>
                <c:pt idx="50">
                  <c:v>38141</c:v>
                </c:pt>
                <c:pt idx="51">
                  <c:v>38142</c:v>
                </c:pt>
                <c:pt idx="52">
                  <c:v>38145</c:v>
                </c:pt>
                <c:pt idx="53">
                  <c:v>38146</c:v>
                </c:pt>
                <c:pt idx="54">
                  <c:v>38147</c:v>
                </c:pt>
                <c:pt idx="55">
                  <c:v>38148</c:v>
                </c:pt>
                <c:pt idx="56">
                  <c:v>38149</c:v>
                </c:pt>
                <c:pt idx="57">
                  <c:v>38152</c:v>
                </c:pt>
                <c:pt idx="58">
                  <c:v>38153</c:v>
                </c:pt>
                <c:pt idx="59">
                  <c:v>38154</c:v>
                </c:pt>
                <c:pt idx="60">
                  <c:v>38155</c:v>
                </c:pt>
                <c:pt idx="61">
                  <c:v>38156</c:v>
                </c:pt>
                <c:pt idx="62">
                  <c:v>38159</c:v>
                </c:pt>
                <c:pt idx="63">
                  <c:v>38160</c:v>
                </c:pt>
                <c:pt idx="64">
                  <c:v>38161</c:v>
                </c:pt>
                <c:pt idx="65">
                  <c:v>38162</c:v>
                </c:pt>
                <c:pt idx="66">
                  <c:v>38163</c:v>
                </c:pt>
                <c:pt idx="67">
                  <c:v>38166</c:v>
                </c:pt>
                <c:pt idx="68">
                  <c:v>38167</c:v>
                </c:pt>
                <c:pt idx="69">
                  <c:v>38168</c:v>
                </c:pt>
                <c:pt idx="70">
                  <c:v>38169</c:v>
                </c:pt>
                <c:pt idx="71">
                  <c:v>38170</c:v>
                </c:pt>
                <c:pt idx="72">
                  <c:v>38174</c:v>
                </c:pt>
                <c:pt idx="73">
                  <c:v>38175</c:v>
                </c:pt>
                <c:pt idx="74">
                  <c:v>38176</c:v>
                </c:pt>
                <c:pt idx="75">
                  <c:v>38177</c:v>
                </c:pt>
                <c:pt idx="76">
                  <c:v>38180</c:v>
                </c:pt>
                <c:pt idx="77">
                  <c:v>38181</c:v>
                </c:pt>
                <c:pt idx="78">
                  <c:v>38182</c:v>
                </c:pt>
                <c:pt idx="79">
                  <c:v>38183</c:v>
                </c:pt>
                <c:pt idx="80">
                  <c:v>38184</c:v>
                </c:pt>
                <c:pt idx="81">
                  <c:v>38187</c:v>
                </c:pt>
                <c:pt idx="82">
                  <c:v>38188</c:v>
                </c:pt>
                <c:pt idx="83">
                  <c:v>38189</c:v>
                </c:pt>
                <c:pt idx="84">
                  <c:v>38190</c:v>
                </c:pt>
                <c:pt idx="85">
                  <c:v>38191</c:v>
                </c:pt>
                <c:pt idx="86">
                  <c:v>38194</c:v>
                </c:pt>
                <c:pt idx="87">
                  <c:v>38195</c:v>
                </c:pt>
                <c:pt idx="88">
                  <c:v>38196</c:v>
                </c:pt>
                <c:pt idx="89">
                  <c:v>38197</c:v>
                </c:pt>
                <c:pt idx="90">
                  <c:v>38198</c:v>
                </c:pt>
                <c:pt idx="91">
                  <c:v>38201</c:v>
                </c:pt>
                <c:pt idx="92">
                  <c:v>38202</c:v>
                </c:pt>
                <c:pt idx="93">
                  <c:v>38203</c:v>
                </c:pt>
                <c:pt idx="94">
                  <c:v>38204</c:v>
                </c:pt>
                <c:pt idx="95">
                  <c:v>38205</c:v>
                </c:pt>
                <c:pt idx="96">
                  <c:v>38208</c:v>
                </c:pt>
                <c:pt idx="97">
                  <c:v>38209</c:v>
                </c:pt>
                <c:pt idx="98">
                  <c:v>38210</c:v>
                </c:pt>
                <c:pt idx="99">
                  <c:v>38211</c:v>
                </c:pt>
                <c:pt idx="100">
                  <c:v>38212</c:v>
                </c:pt>
                <c:pt idx="101">
                  <c:v>38215</c:v>
                </c:pt>
                <c:pt idx="102">
                  <c:v>38216</c:v>
                </c:pt>
                <c:pt idx="103">
                  <c:v>38217</c:v>
                </c:pt>
                <c:pt idx="104">
                  <c:v>38218</c:v>
                </c:pt>
                <c:pt idx="105">
                  <c:v>38219</c:v>
                </c:pt>
                <c:pt idx="106">
                  <c:v>38222</c:v>
                </c:pt>
                <c:pt idx="107">
                  <c:v>38223</c:v>
                </c:pt>
                <c:pt idx="108">
                  <c:v>38224</c:v>
                </c:pt>
                <c:pt idx="109">
                  <c:v>38225</c:v>
                </c:pt>
                <c:pt idx="110">
                  <c:v>38226</c:v>
                </c:pt>
                <c:pt idx="111">
                  <c:v>38229</c:v>
                </c:pt>
                <c:pt idx="112">
                  <c:v>38230</c:v>
                </c:pt>
                <c:pt idx="113">
                  <c:v>38231</c:v>
                </c:pt>
                <c:pt idx="114">
                  <c:v>38232</c:v>
                </c:pt>
                <c:pt idx="115">
                  <c:v>38233</c:v>
                </c:pt>
                <c:pt idx="116">
                  <c:v>38236</c:v>
                </c:pt>
                <c:pt idx="117">
                  <c:v>38237</c:v>
                </c:pt>
                <c:pt idx="118">
                  <c:v>38238</c:v>
                </c:pt>
                <c:pt idx="119">
                  <c:v>38239</c:v>
                </c:pt>
                <c:pt idx="120">
                  <c:v>38240</c:v>
                </c:pt>
                <c:pt idx="121">
                  <c:v>38243</c:v>
                </c:pt>
                <c:pt idx="122">
                  <c:v>38244</c:v>
                </c:pt>
                <c:pt idx="123">
                  <c:v>38245</c:v>
                </c:pt>
                <c:pt idx="124">
                  <c:v>38246</c:v>
                </c:pt>
                <c:pt idx="125">
                  <c:v>38247</c:v>
                </c:pt>
                <c:pt idx="126">
                  <c:v>38250</c:v>
                </c:pt>
                <c:pt idx="127">
                  <c:v>38251</c:v>
                </c:pt>
                <c:pt idx="128">
                  <c:v>38252</c:v>
                </c:pt>
                <c:pt idx="129">
                  <c:v>38253</c:v>
                </c:pt>
                <c:pt idx="130">
                  <c:v>38254</c:v>
                </c:pt>
                <c:pt idx="131">
                  <c:v>38257</c:v>
                </c:pt>
                <c:pt idx="132">
                  <c:v>38258</c:v>
                </c:pt>
                <c:pt idx="133">
                  <c:v>38259</c:v>
                </c:pt>
                <c:pt idx="134">
                  <c:v>38260</c:v>
                </c:pt>
                <c:pt idx="135">
                  <c:v>38261</c:v>
                </c:pt>
                <c:pt idx="136">
                  <c:v>38264</c:v>
                </c:pt>
                <c:pt idx="137">
                  <c:v>38265</c:v>
                </c:pt>
                <c:pt idx="138">
                  <c:v>38266</c:v>
                </c:pt>
                <c:pt idx="139">
                  <c:v>38267</c:v>
                </c:pt>
                <c:pt idx="140">
                  <c:v>38268</c:v>
                </c:pt>
                <c:pt idx="141">
                  <c:v>38271</c:v>
                </c:pt>
                <c:pt idx="142">
                  <c:v>38272</c:v>
                </c:pt>
                <c:pt idx="143">
                  <c:v>38273</c:v>
                </c:pt>
                <c:pt idx="144">
                  <c:v>38274</c:v>
                </c:pt>
                <c:pt idx="145">
                  <c:v>38275</c:v>
                </c:pt>
                <c:pt idx="146">
                  <c:v>38278</c:v>
                </c:pt>
                <c:pt idx="147">
                  <c:v>38279</c:v>
                </c:pt>
                <c:pt idx="148">
                  <c:v>38280</c:v>
                </c:pt>
                <c:pt idx="149">
                  <c:v>38281</c:v>
                </c:pt>
                <c:pt idx="150">
                  <c:v>38282</c:v>
                </c:pt>
                <c:pt idx="151">
                  <c:v>38285</c:v>
                </c:pt>
                <c:pt idx="152">
                  <c:v>38286</c:v>
                </c:pt>
                <c:pt idx="153">
                  <c:v>38287</c:v>
                </c:pt>
                <c:pt idx="154">
                  <c:v>38288</c:v>
                </c:pt>
                <c:pt idx="155">
                  <c:v>38289</c:v>
                </c:pt>
                <c:pt idx="156">
                  <c:v>38292</c:v>
                </c:pt>
                <c:pt idx="157">
                  <c:v>38293</c:v>
                </c:pt>
                <c:pt idx="158">
                  <c:v>38294</c:v>
                </c:pt>
                <c:pt idx="159">
                  <c:v>38295</c:v>
                </c:pt>
                <c:pt idx="160">
                  <c:v>38296</c:v>
                </c:pt>
                <c:pt idx="161">
                  <c:v>38299</c:v>
                </c:pt>
                <c:pt idx="162">
                  <c:v>38300</c:v>
                </c:pt>
                <c:pt idx="163">
                  <c:v>38301</c:v>
                </c:pt>
                <c:pt idx="164">
                  <c:v>38302</c:v>
                </c:pt>
                <c:pt idx="165">
                  <c:v>38303</c:v>
                </c:pt>
                <c:pt idx="166">
                  <c:v>38306</c:v>
                </c:pt>
                <c:pt idx="167">
                  <c:v>38307</c:v>
                </c:pt>
                <c:pt idx="168">
                  <c:v>38308</c:v>
                </c:pt>
                <c:pt idx="169">
                  <c:v>38309</c:v>
                </c:pt>
                <c:pt idx="170">
                  <c:v>38310</c:v>
                </c:pt>
                <c:pt idx="171">
                  <c:v>38313</c:v>
                </c:pt>
                <c:pt idx="172">
                  <c:v>38314</c:v>
                </c:pt>
                <c:pt idx="173">
                  <c:v>38315</c:v>
                </c:pt>
                <c:pt idx="174">
                  <c:v>38316</c:v>
                </c:pt>
                <c:pt idx="175">
                  <c:v>38317</c:v>
                </c:pt>
                <c:pt idx="176">
                  <c:v>38320</c:v>
                </c:pt>
                <c:pt idx="177">
                  <c:v>38321</c:v>
                </c:pt>
                <c:pt idx="178">
                  <c:v>38322</c:v>
                </c:pt>
                <c:pt idx="179">
                  <c:v>38323</c:v>
                </c:pt>
                <c:pt idx="180">
                  <c:v>38324</c:v>
                </c:pt>
                <c:pt idx="181">
                  <c:v>38327</c:v>
                </c:pt>
                <c:pt idx="182">
                  <c:v>38328</c:v>
                </c:pt>
                <c:pt idx="183">
                  <c:v>38329</c:v>
                </c:pt>
                <c:pt idx="184">
                  <c:v>38330</c:v>
                </c:pt>
                <c:pt idx="185">
                  <c:v>38331</c:v>
                </c:pt>
                <c:pt idx="186">
                  <c:v>38334</c:v>
                </c:pt>
                <c:pt idx="187">
                  <c:v>38335</c:v>
                </c:pt>
                <c:pt idx="188">
                  <c:v>38336</c:v>
                </c:pt>
                <c:pt idx="189">
                  <c:v>38337</c:v>
                </c:pt>
                <c:pt idx="190">
                  <c:v>38338</c:v>
                </c:pt>
                <c:pt idx="191">
                  <c:v>38341</c:v>
                </c:pt>
                <c:pt idx="192">
                  <c:v>38342</c:v>
                </c:pt>
                <c:pt idx="193">
                  <c:v>38343</c:v>
                </c:pt>
                <c:pt idx="194">
                  <c:v>38344</c:v>
                </c:pt>
                <c:pt idx="195">
                  <c:v>38345</c:v>
                </c:pt>
                <c:pt idx="196">
                  <c:v>38348</c:v>
                </c:pt>
                <c:pt idx="197">
                  <c:v>38349</c:v>
                </c:pt>
                <c:pt idx="198">
                  <c:v>38350</c:v>
                </c:pt>
                <c:pt idx="199">
                  <c:v>38351</c:v>
                </c:pt>
                <c:pt idx="200">
                  <c:v>38352</c:v>
                </c:pt>
                <c:pt idx="201">
                  <c:v>38355</c:v>
                </c:pt>
                <c:pt idx="202">
                  <c:v>38356</c:v>
                </c:pt>
                <c:pt idx="203">
                  <c:v>38357</c:v>
                </c:pt>
                <c:pt idx="204">
                  <c:v>38358</c:v>
                </c:pt>
                <c:pt idx="205">
                  <c:v>38359</c:v>
                </c:pt>
                <c:pt idx="206">
                  <c:v>38362</c:v>
                </c:pt>
                <c:pt idx="207">
                  <c:v>38363</c:v>
                </c:pt>
                <c:pt idx="208">
                  <c:v>38364</c:v>
                </c:pt>
                <c:pt idx="209">
                  <c:v>38365</c:v>
                </c:pt>
                <c:pt idx="210">
                  <c:v>38366</c:v>
                </c:pt>
                <c:pt idx="211">
                  <c:v>38369</c:v>
                </c:pt>
                <c:pt idx="212">
                  <c:v>38370</c:v>
                </c:pt>
                <c:pt idx="213">
                  <c:v>38371</c:v>
                </c:pt>
                <c:pt idx="214">
                  <c:v>38372</c:v>
                </c:pt>
                <c:pt idx="215">
                  <c:v>38373</c:v>
                </c:pt>
                <c:pt idx="216">
                  <c:v>38376</c:v>
                </c:pt>
                <c:pt idx="217">
                  <c:v>38377</c:v>
                </c:pt>
                <c:pt idx="218">
                  <c:v>38378</c:v>
                </c:pt>
                <c:pt idx="219">
                  <c:v>38379</c:v>
                </c:pt>
                <c:pt idx="220">
                  <c:v>38380</c:v>
                </c:pt>
                <c:pt idx="221">
                  <c:v>38383</c:v>
                </c:pt>
                <c:pt idx="222">
                  <c:v>38384</c:v>
                </c:pt>
                <c:pt idx="223">
                  <c:v>38385</c:v>
                </c:pt>
                <c:pt idx="224">
                  <c:v>38386</c:v>
                </c:pt>
                <c:pt idx="225">
                  <c:v>38387</c:v>
                </c:pt>
                <c:pt idx="226">
                  <c:v>38390</c:v>
                </c:pt>
                <c:pt idx="227">
                  <c:v>38391</c:v>
                </c:pt>
                <c:pt idx="228">
                  <c:v>38392</c:v>
                </c:pt>
                <c:pt idx="229">
                  <c:v>38393</c:v>
                </c:pt>
                <c:pt idx="230">
                  <c:v>38394</c:v>
                </c:pt>
                <c:pt idx="231">
                  <c:v>38397</c:v>
                </c:pt>
                <c:pt idx="232">
                  <c:v>38398</c:v>
                </c:pt>
                <c:pt idx="233">
                  <c:v>38399</c:v>
                </c:pt>
                <c:pt idx="234">
                  <c:v>38400</c:v>
                </c:pt>
                <c:pt idx="235">
                  <c:v>38401</c:v>
                </c:pt>
                <c:pt idx="236">
                  <c:v>38404</c:v>
                </c:pt>
                <c:pt idx="237">
                  <c:v>38405</c:v>
                </c:pt>
                <c:pt idx="238">
                  <c:v>38406</c:v>
                </c:pt>
                <c:pt idx="239">
                  <c:v>38407</c:v>
                </c:pt>
                <c:pt idx="240">
                  <c:v>38408</c:v>
                </c:pt>
                <c:pt idx="241">
                  <c:v>38411</c:v>
                </c:pt>
                <c:pt idx="242">
                  <c:v>38412</c:v>
                </c:pt>
                <c:pt idx="243">
                  <c:v>38413</c:v>
                </c:pt>
                <c:pt idx="244">
                  <c:v>38414</c:v>
                </c:pt>
                <c:pt idx="245">
                  <c:v>38415</c:v>
                </c:pt>
                <c:pt idx="246">
                  <c:v>38418</c:v>
                </c:pt>
                <c:pt idx="247">
                  <c:v>38419</c:v>
                </c:pt>
                <c:pt idx="248">
                  <c:v>38420</c:v>
                </c:pt>
                <c:pt idx="249">
                  <c:v>38421</c:v>
                </c:pt>
                <c:pt idx="250">
                  <c:v>38422</c:v>
                </c:pt>
                <c:pt idx="251">
                  <c:v>38425</c:v>
                </c:pt>
                <c:pt idx="252">
                  <c:v>38426</c:v>
                </c:pt>
                <c:pt idx="253">
                  <c:v>38427</c:v>
                </c:pt>
                <c:pt idx="254">
                  <c:v>38428</c:v>
                </c:pt>
                <c:pt idx="255">
                  <c:v>38429</c:v>
                </c:pt>
                <c:pt idx="256">
                  <c:v>38432</c:v>
                </c:pt>
                <c:pt idx="257">
                  <c:v>38433</c:v>
                </c:pt>
                <c:pt idx="258">
                  <c:v>38434</c:v>
                </c:pt>
                <c:pt idx="259">
                  <c:v>38435</c:v>
                </c:pt>
                <c:pt idx="260">
                  <c:v>38436</c:v>
                </c:pt>
                <c:pt idx="261">
                  <c:v>38439</c:v>
                </c:pt>
                <c:pt idx="262">
                  <c:v>38440</c:v>
                </c:pt>
                <c:pt idx="263">
                  <c:v>38441</c:v>
                </c:pt>
                <c:pt idx="264">
                  <c:v>38442</c:v>
                </c:pt>
                <c:pt idx="265">
                  <c:v>38443</c:v>
                </c:pt>
                <c:pt idx="266">
                  <c:v>38446</c:v>
                </c:pt>
                <c:pt idx="267">
                  <c:v>38447</c:v>
                </c:pt>
                <c:pt idx="268">
                  <c:v>38448</c:v>
                </c:pt>
                <c:pt idx="269">
                  <c:v>38449</c:v>
                </c:pt>
                <c:pt idx="270">
                  <c:v>38450</c:v>
                </c:pt>
                <c:pt idx="271">
                  <c:v>38453</c:v>
                </c:pt>
                <c:pt idx="272">
                  <c:v>38454</c:v>
                </c:pt>
                <c:pt idx="273">
                  <c:v>38455</c:v>
                </c:pt>
                <c:pt idx="274">
                  <c:v>38456</c:v>
                </c:pt>
                <c:pt idx="275">
                  <c:v>38457</c:v>
                </c:pt>
                <c:pt idx="276">
                  <c:v>38460</c:v>
                </c:pt>
                <c:pt idx="277">
                  <c:v>38461</c:v>
                </c:pt>
                <c:pt idx="278">
                  <c:v>38462</c:v>
                </c:pt>
                <c:pt idx="279">
                  <c:v>38463</c:v>
                </c:pt>
                <c:pt idx="280">
                  <c:v>38464</c:v>
                </c:pt>
                <c:pt idx="281">
                  <c:v>38467</c:v>
                </c:pt>
                <c:pt idx="282">
                  <c:v>38468</c:v>
                </c:pt>
                <c:pt idx="283">
                  <c:v>38469</c:v>
                </c:pt>
                <c:pt idx="284">
                  <c:v>38470</c:v>
                </c:pt>
                <c:pt idx="285">
                  <c:v>38471</c:v>
                </c:pt>
                <c:pt idx="286">
                  <c:v>38474</c:v>
                </c:pt>
                <c:pt idx="287">
                  <c:v>38475</c:v>
                </c:pt>
                <c:pt idx="288">
                  <c:v>38476</c:v>
                </c:pt>
                <c:pt idx="289">
                  <c:v>38477</c:v>
                </c:pt>
                <c:pt idx="290">
                  <c:v>38478</c:v>
                </c:pt>
                <c:pt idx="291">
                  <c:v>38481</c:v>
                </c:pt>
                <c:pt idx="292">
                  <c:v>38482</c:v>
                </c:pt>
                <c:pt idx="293">
                  <c:v>38483</c:v>
                </c:pt>
                <c:pt idx="294">
                  <c:v>38484</c:v>
                </c:pt>
                <c:pt idx="295">
                  <c:v>38485</c:v>
                </c:pt>
                <c:pt idx="296">
                  <c:v>38488</c:v>
                </c:pt>
                <c:pt idx="297">
                  <c:v>38489</c:v>
                </c:pt>
                <c:pt idx="298">
                  <c:v>38490</c:v>
                </c:pt>
                <c:pt idx="299">
                  <c:v>38491</c:v>
                </c:pt>
                <c:pt idx="300">
                  <c:v>38492</c:v>
                </c:pt>
                <c:pt idx="301">
                  <c:v>38495</c:v>
                </c:pt>
                <c:pt idx="302">
                  <c:v>38496</c:v>
                </c:pt>
                <c:pt idx="303">
                  <c:v>38497</c:v>
                </c:pt>
                <c:pt idx="304">
                  <c:v>38498</c:v>
                </c:pt>
                <c:pt idx="305">
                  <c:v>38499</c:v>
                </c:pt>
                <c:pt idx="306">
                  <c:v>38503</c:v>
                </c:pt>
                <c:pt idx="307">
                  <c:v>38504</c:v>
                </c:pt>
                <c:pt idx="308">
                  <c:v>38505</c:v>
                </c:pt>
                <c:pt idx="309">
                  <c:v>38506</c:v>
                </c:pt>
                <c:pt idx="310">
                  <c:v>38509</c:v>
                </c:pt>
                <c:pt idx="311">
                  <c:v>38510</c:v>
                </c:pt>
                <c:pt idx="312">
                  <c:v>38511</c:v>
                </c:pt>
                <c:pt idx="313">
                  <c:v>38512</c:v>
                </c:pt>
                <c:pt idx="314">
                  <c:v>38513</c:v>
                </c:pt>
                <c:pt idx="315">
                  <c:v>38516</c:v>
                </c:pt>
                <c:pt idx="316">
                  <c:v>38517</c:v>
                </c:pt>
                <c:pt idx="317">
                  <c:v>38518</c:v>
                </c:pt>
                <c:pt idx="318">
                  <c:v>38519</c:v>
                </c:pt>
                <c:pt idx="319">
                  <c:v>38520</c:v>
                </c:pt>
                <c:pt idx="320">
                  <c:v>38523</c:v>
                </c:pt>
                <c:pt idx="321">
                  <c:v>38524</c:v>
                </c:pt>
                <c:pt idx="322">
                  <c:v>38525</c:v>
                </c:pt>
                <c:pt idx="323">
                  <c:v>38526</c:v>
                </c:pt>
                <c:pt idx="324">
                  <c:v>38527</c:v>
                </c:pt>
                <c:pt idx="325">
                  <c:v>38530</c:v>
                </c:pt>
                <c:pt idx="326">
                  <c:v>38531</c:v>
                </c:pt>
                <c:pt idx="327">
                  <c:v>38532</c:v>
                </c:pt>
                <c:pt idx="328">
                  <c:v>38533</c:v>
                </c:pt>
                <c:pt idx="329">
                  <c:v>38534</c:v>
                </c:pt>
                <c:pt idx="330">
                  <c:v>38537</c:v>
                </c:pt>
                <c:pt idx="331">
                  <c:v>38538</c:v>
                </c:pt>
                <c:pt idx="332">
                  <c:v>38539</c:v>
                </c:pt>
                <c:pt idx="333">
                  <c:v>38540</c:v>
                </c:pt>
                <c:pt idx="334">
                  <c:v>38541</c:v>
                </c:pt>
                <c:pt idx="335">
                  <c:v>38544</c:v>
                </c:pt>
                <c:pt idx="336">
                  <c:v>38545</c:v>
                </c:pt>
                <c:pt idx="337">
                  <c:v>38546</c:v>
                </c:pt>
                <c:pt idx="338">
                  <c:v>38547</c:v>
                </c:pt>
                <c:pt idx="339">
                  <c:v>38548</c:v>
                </c:pt>
                <c:pt idx="340">
                  <c:v>38551</c:v>
                </c:pt>
                <c:pt idx="341">
                  <c:v>38552</c:v>
                </c:pt>
                <c:pt idx="342">
                  <c:v>38553</c:v>
                </c:pt>
                <c:pt idx="343">
                  <c:v>38554</c:v>
                </c:pt>
                <c:pt idx="344">
                  <c:v>38555</c:v>
                </c:pt>
                <c:pt idx="345">
                  <c:v>38558</c:v>
                </c:pt>
                <c:pt idx="346">
                  <c:v>38559</c:v>
                </c:pt>
                <c:pt idx="347">
                  <c:v>38560</c:v>
                </c:pt>
                <c:pt idx="348">
                  <c:v>38561</c:v>
                </c:pt>
                <c:pt idx="349">
                  <c:v>38562</c:v>
                </c:pt>
                <c:pt idx="350">
                  <c:v>38565</c:v>
                </c:pt>
                <c:pt idx="351">
                  <c:v>38566</c:v>
                </c:pt>
                <c:pt idx="352">
                  <c:v>38567</c:v>
                </c:pt>
                <c:pt idx="353">
                  <c:v>38568</c:v>
                </c:pt>
                <c:pt idx="354">
                  <c:v>38569</c:v>
                </c:pt>
                <c:pt idx="355">
                  <c:v>38572</c:v>
                </c:pt>
                <c:pt idx="356">
                  <c:v>38573</c:v>
                </c:pt>
                <c:pt idx="357">
                  <c:v>38574</c:v>
                </c:pt>
                <c:pt idx="358">
                  <c:v>38575</c:v>
                </c:pt>
                <c:pt idx="359">
                  <c:v>38576</c:v>
                </c:pt>
                <c:pt idx="360">
                  <c:v>38579</c:v>
                </c:pt>
                <c:pt idx="361">
                  <c:v>38580</c:v>
                </c:pt>
                <c:pt idx="362">
                  <c:v>38581</c:v>
                </c:pt>
                <c:pt idx="363">
                  <c:v>38582</c:v>
                </c:pt>
                <c:pt idx="364">
                  <c:v>38583</c:v>
                </c:pt>
                <c:pt idx="365">
                  <c:v>38586</c:v>
                </c:pt>
                <c:pt idx="366">
                  <c:v>38587</c:v>
                </c:pt>
                <c:pt idx="367">
                  <c:v>38588</c:v>
                </c:pt>
                <c:pt idx="368">
                  <c:v>38589</c:v>
                </c:pt>
                <c:pt idx="369">
                  <c:v>38590</c:v>
                </c:pt>
                <c:pt idx="370">
                  <c:v>38593</c:v>
                </c:pt>
                <c:pt idx="371">
                  <c:v>38594</c:v>
                </c:pt>
                <c:pt idx="372">
                  <c:v>38595</c:v>
                </c:pt>
                <c:pt idx="373">
                  <c:v>38596</c:v>
                </c:pt>
                <c:pt idx="374">
                  <c:v>38597</c:v>
                </c:pt>
                <c:pt idx="375">
                  <c:v>38600</c:v>
                </c:pt>
                <c:pt idx="376">
                  <c:v>38601</c:v>
                </c:pt>
                <c:pt idx="377">
                  <c:v>38602</c:v>
                </c:pt>
                <c:pt idx="378">
                  <c:v>38603</c:v>
                </c:pt>
                <c:pt idx="379">
                  <c:v>38604</c:v>
                </c:pt>
                <c:pt idx="380">
                  <c:v>38607</c:v>
                </c:pt>
                <c:pt idx="381">
                  <c:v>38608</c:v>
                </c:pt>
                <c:pt idx="382">
                  <c:v>38609</c:v>
                </c:pt>
                <c:pt idx="383">
                  <c:v>38610</c:v>
                </c:pt>
                <c:pt idx="384">
                  <c:v>38611</c:v>
                </c:pt>
                <c:pt idx="385">
                  <c:v>38614</c:v>
                </c:pt>
                <c:pt idx="386">
                  <c:v>38615</c:v>
                </c:pt>
                <c:pt idx="387">
                  <c:v>38616</c:v>
                </c:pt>
                <c:pt idx="388">
                  <c:v>38617</c:v>
                </c:pt>
                <c:pt idx="389">
                  <c:v>38618</c:v>
                </c:pt>
                <c:pt idx="390">
                  <c:v>38621</c:v>
                </c:pt>
                <c:pt idx="391">
                  <c:v>38622</c:v>
                </c:pt>
                <c:pt idx="392">
                  <c:v>38623</c:v>
                </c:pt>
                <c:pt idx="393">
                  <c:v>38624</c:v>
                </c:pt>
                <c:pt idx="394">
                  <c:v>38625</c:v>
                </c:pt>
                <c:pt idx="395">
                  <c:v>38628</c:v>
                </c:pt>
                <c:pt idx="396">
                  <c:v>38629</c:v>
                </c:pt>
                <c:pt idx="397">
                  <c:v>38630</c:v>
                </c:pt>
                <c:pt idx="398">
                  <c:v>38631</c:v>
                </c:pt>
                <c:pt idx="399">
                  <c:v>38632</c:v>
                </c:pt>
                <c:pt idx="400">
                  <c:v>38635</c:v>
                </c:pt>
                <c:pt idx="401">
                  <c:v>38636</c:v>
                </c:pt>
                <c:pt idx="402">
                  <c:v>38637</c:v>
                </c:pt>
                <c:pt idx="403">
                  <c:v>38638</c:v>
                </c:pt>
                <c:pt idx="404">
                  <c:v>38639</c:v>
                </c:pt>
                <c:pt idx="405">
                  <c:v>38642</c:v>
                </c:pt>
                <c:pt idx="406">
                  <c:v>38643</c:v>
                </c:pt>
                <c:pt idx="407">
                  <c:v>38644</c:v>
                </c:pt>
                <c:pt idx="408">
                  <c:v>38645</c:v>
                </c:pt>
                <c:pt idx="409">
                  <c:v>38646</c:v>
                </c:pt>
                <c:pt idx="410">
                  <c:v>38649</c:v>
                </c:pt>
                <c:pt idx="411">
                  <c:v>38650</c:v>
                </c:pt>
                <c:pt idx="412">
                  <c:v>38651</c:v>
                </c:pt>
                <c:pt idx="413">
                  <c:v>38652</c:v>
                </c:pt>
                <c:pt idx="414">
                  <c:v>38653</c:v>
                </c:pt>
                <c:pt idx="415">
                  <c:v>38656</c:v>
                </c:pt>
                <c:pt idx="416">
                  <c:v>38657</c:v>
                </c:pt>
                <c:pt idx="417">
                  <c:v>38658</c:v>
                </c:pt>
                <c:pt idx="418">
                  <c:v>38659</c:v>
                </c:pt>
                <c:pt idx="419">
                  <c:v>38660</c:v>
                </c:pt>
                <c:pt idx="420">
                  <c:v>38663</c:v>
                </c:pt>
                <c:pt idx="421">
                  <c:v>38664</c:v>
                </c:pt>
                <c:pt idx="422">
                  <c:v>38665</c:v>
                </c:pt>
                <c:pt idx="423">
                  <c:v>38666</c:v>
                </c:pt>
                <c:pt idx="424">
                  <c:v>38667</c:v>
                </c:pt>
                <c:pt idx="425">
                  <c:v>38670</c:v>
                </c:pt>
                <c:pt idx="426">
                  <c:v>38671</c:v>
                </c:pt>
                <c:pt idx="427">
                  <c:v>38672</c:v>
                </c:pt>
                <c:pt idx="428">
                  <c:v>38673</c:v>
                </c:pt>
                <c:pt idx="429">
                  <c:v>38674</c:v>
                </c:pt>
                <c:pt idx="430">
                  <c:v>38677</c:v>
                </c:pt>
                <c:pt idx="431">
                  <c:v>38678</c:v>
                </c:pt>
                <c:pt idx="432">
                  <c:v>38679</c:v>
                </c:pt>
                <c:pt idx="433">
                  <c:v>38680</c:v>
                </c:pt>
                <c:pt idx="434">
                  <c:v>38681</c:v>
                </c:pt>
                <c:pt idx="435">
                  <c:v>38684</c:v>
                </c:pt>
                <c:pt idx="436">
                  <c:v>38685</c:v>
                </c:pt>
                <c:pt idx="437">
                  <c:v>38686</c:v>
                </c:pt>
                <c:pt idx="438">
                  <c:v>38687</c:v>
                </c:pt>
                <c:pt idx="439">
                  <c:v>38688</c:v>
                </c:pt>
                <c:pt idx="440">
                  <c:v>38691</c:v>
                </c:pt>
                <c:pt idx="441">
                  <c:v>38692</c:v>
                </c:pt>
                <c:pt idx="442">
                  <c:v>38693</c:v>
                </c:pt>
                <c:pt idx="443">
                  <c:v>38694</c:v>
                </c:pt>
                <c:pt idx="444">
                  <c:v>38695</c:v>
                </c:pt>
                <c:pt idx="445">
                  <c:v>38698</c:v>
                </c:pt>
                <c:pt idx="446">
                  <c:v>38699</c:v>
                </c:pt>
                <c:pt idx="447">
                  <c:v>38700</c:v>
                </c:pt>
                <c:pt idx="448">
                  <c:v>38701</c:v>
                </c:pt>
                <c:pt idx="449">
                  <c:v>38702</c:v>
                </c:pt>
                <c:pt idx="450">
                  <c:v>38705</c:v>
                </c:pt>
                <c:pt idx="451">
                  <c:v>38706</c:v>
                </c:pt>
                <c:pt idx="452">
                  <c:v>38707</c:v>
                </c:pt>
                <c:pt idx="453">
                  <c:v>38708</c:v>
                </c:pt>
                <c:pt idx="454">
                  <c:v>38709</c:v>
                </c:pt>
                <c:pt idx="455">
                  <c:v>38712</c:v>
                </c:pt>
                <c:pt idx="456">
                  <c:v>38713</c:v>
                </c:pt>
                <c:pt idx="457">
                  <c:v>38714</c:v>
                </c:pt>
                <c:pt idx="458">
                  <c:v>38715</c:v>
                </c:pt>
                <c:pt idx="459">
                  <c:v>38716</c:v>
                </c:pt>
                <c:pt idx="460">
                  <c:v>38719</c:v>
                </c:pt>
                <c:pt idx="461">
                  <c:v>38720</c:v>
                </c:pt>
                <c:pt idx="462">
                  <c:v>38721</c:v>
                </c:pt>
                <c:pt idx="463">
                  <c:v>38722</c:v>
                </c:pt>
                <c:pt idx="464">
                  <c:v>38723</c:v>
                </c:pt>
                <c:pt idx="465">
                  <c:v>38726</c:v>
                </c:pt>
                <c:pt idx="466">
                  <c:v>38727</c:v>
                </c:pt>
                <c:pt idx="467">
                  <c:v>38728</c:v>
                </c:pt>
                <c:pt idx="468">
                  <c:v>38729</c:v>
                </c:pt>
                <c:pt idx="469">
                  <c:v>38730</c:v>
                </c:pt>
                <c:pt idx="470">
                  <c:v>38733</c:v>
                </c:pt>
                <c:pt idx="471">
                  <c:v>38734</c:v>
                </c:pt>
                <c:pt idx="472">
                  <c:v>38735</c:v>
                </c:pt>
                <c:pt idx="473">
                  <c:v>38736</c:v>
                </c:pt>
                <c:pt idx="474">
                  <c:v>38737</c:v>
                </c:pt>
                <c:pt idx="475">
                  <c:v>38740</c:v>
                </c:pt>
                <c:pt idx="476">
                  <c:v>38741</c:v>
                </c:pt>
                <c:pt idx="477">
                  <c:v>38742</c:v>
                </c:pt>
                <c:pt idx="478">
                  <c:v>38743</c:v>
                </c:pt>
                <c:pt idx="479">
                  <c:v>38744</c:v>
                </c:pt>
                <c:pt idx="480">
                  <c:v>38747</c:v>
                </c:pt>
                <c:pt idx="481">
                  <c:v>38748</c:v>
                </c:pt>
                <c:pt idx="482">
                  <c:v>38749</c:v>
                </c:pt>
                <c:pt idx="483">
                  <c:v>38750</c:v>
                </c:pt>
                <c:pt idx="484">
                  <c:v>38751</c:v>
                </c:pt>
                <c:pt idx="485">
                  <c:v>38754</c:v>
                </c:pt>
                <c:pt idx="486">
                  <c:v>38755</c:v>
                </c:pt>
                <c:pt idx="487">
                  <c:v>38756</c:v>
                </c:pt>
                <c:pt idx="488">
                  <c:v>38757</c:v>
                </c:pt>
                <c:pt idx="489">
                  <c:v>38758</c:v>
                </c:pt>
                <c:pt idx="490">
                  <c:v>38761</c:v>
                </c:pt>
                <c:pt idx="491">
                  <c:v>38762</c:v>
                </c:pt>
                <c:pt idx="492">
                  <c:v>38763</c:v>
                </c:pt>
                <c:pt idx="493">
                  <c:v>38764</c:v>
                </c:pt>
                <c:pt idx="494">
                  <c:v>38765</c:v>
                </c:pt>
                <c:pt idx="495">
                  <c:v>38768</c:v>
                </c:pt>
                <c:pt idx="496">
                  <c:v>38769</c:v>
                </c:pt>
                <c:pt idx="497">
                  <c:v>38770</c:v>
                </c:pt>
                <c:pt idx="498">
                  <c:v>38771</c:v>
                </c:pt>
                <c:pt idx="499">
                  <c:v>38772</c:v>
                </c:pt>
                <c:pt idx="500">
                  <c:v>38775</c:v>
                </c:pt>
                <c:pt idx="501">
                  <c:v>38776</c:v>
                </c:pt>
                <c:pt idx="502">
                  <c:v>38777</c:v>
                </c:pt>
                <c:pt idx="503">
                  <c:v>38778</c:v>
                </c:pt>
                <c:pt idx="504">
                  <c:v>38779</c:v>
                </c:pt>
                <c:pt idx="505">
                  <c:v>38782</c:v>
                </c:pt>
                <c:pt idx="506">
                  <c:v>38783</c:v>
                </c:pt>
                <c:pt idx="507">
                  <c:v>38784</c:v>
                </c:pt>
                <c:pt idx="508">
                  <c:v>38785</c:v>
                </c:pt>
                <c:pt idx="509">
                  <c:v>38786</c:v>
                </c:pt>
                <c:pt idx="510">
                  <c:v>38789</c:v>
                </c:pt>
                <c:pt idx="511">
                  <c:v>38790</c:v>
                </c:pt>
                <c:pt idx="512">
                  <c:v>38791</c:v>
                </c:pt>
                <c:pt idx="513">
                  <c:v>38792</c:v>
                </c:pt>
                <c:pt idx="514">
                  <c:v>38793</c:v>
                </c:pt>
                <c:pt idx="515">
                  <c:v>38796</c:v>
                </c:pt>
                <c:pt idx="516">
                  <c:v>38797</c:v>
                </c:pt>
                <c:pt idx="517">
                  <c:v>38798</c:v>
                </c:pt>
                <c:pt idx="518">
                  <c:v>38799</c:v>
                </c:pt>
                <c:pt idx="519">
                  <c:v>38800</c:v>
                </c:pt>
                <c:pt idx="520">
                  <c:v>38803</c:v>
                </c:pt>
                <c:pt idx="521">
                  <c:v>38804</c:v>
                </c:pt>
                <c:pt idx="522">
                  <c:v>38805</c:v>
                </c:pt>
                <c:pt idx="523">
                  <c:v>38806</c:v>
                </c:pt>
                <c:pt idx="524">
                  <c:v>38807</c:v>
                </c:pt>
                <c:pt idx="525">
                  <c:v>38810</c:v>
                </c:pt>
                <c:pt idx="526">
                  <c:v>38811</c:v>
                </c:pt>
                <c:pt idx="527">
                  <c:v>38812</c:v>
                </c:pt>
                <c:pt idx="528">
                  <c:v>38813</c:v>
                </c:pt>
                <c:pt idx="529">
                  <c:v>38814</c:v>
                </c:pt>
                <c:pt idx="530">
                  <c:v>38817</c:v>
                </c:pt>
                <c:pt idx="531">
                  <c:v>38818</c:v>
                </c:pt>
                <c:pt idx="532">
                  <c:v>38819</c:v>
                </c:pt>
                <c:pt idx="533">
                  <c:v>38820</c:v>
                </c:pt>
                <c:pt idx="534">
                  <c:v>38821</c:v>
                </c:pt>
                <c:pt idx="535">
                  <c:v>38824</c:v>
                </c:pt>
                <c:pt idx="536">
                  <c:v>38825</c:v>
                </c:pt>
                <c:pt idx="537">
                  <c:v>38826</c:v>
                </c:pt>
                <c:pt idx="538">
                  <c:v>38827</c:v>
                </c:pt>
                <c:pt idx="539">
                  <c:v>38828</c:v>
                </c:pt>
                <c:pt idx="540">
                  <c:v>38831</c:v>
                </c:pt>
                <c:pt idx="541">
                  <c:v>38832</c:v>
                </c:pt>
                <c:pt idx="542">
                  <c:v>38833</c:v>
                </c:pt>
                <c:pt idx="543">
                  <c:v>38834</c:v>
                </c:pt>
                <c:pt idx="544">
                  <c:v>38835</c:v>
                </c:pt>
                <c:pt idx="545">
                  <c:v>38838</c:v>
                </c:pt>
                <c:pt idx="546">
                  <c:v>38839</c:v>
                </c:pt>
                <c:pt idx="547">
                  <c:v>38840</c:v>
                </c:pt>
                <c:pt idx="548">
                  <c:v>38841</c:v>
                </c:pt>
                <c:pt idx="549">
                  <c:v>38842</c:v>
                </c:pt>
                <c:pt idx="550">
                  <c:v>38845</c:v>
                </c:pt>
                <c:pt idx="551">
                  <c:v>38846</c:v>
                </c:pt>
                <c:pt idx="552">
                  <c:v>38847</c:v>
                </c:pt>
                <c:pt idx="553">
                  <c:v>38848</c:v>
                </c:pt>
                <c:pt idx="554">
                  <c:v>38849</c:v>
                </c:pt>
                <c:pt idx="555">
                  <c:v>38852</c:v>
                </c:pt>
                <c:pt idx="556">
                  <c:v>38853</c:v>
                </c:pt>
                <c:pt idx="557">
                  <c:v>38854</c:v>
                </c:pt>
                <c:pt idx="558">
                  <c:v>38855</c:v>
                </c:pt>
                <c:pt idx="559">
                  <c:v>38856</c:v>
                </c:pt>
                <c:pt idx="560">
                  <c:v>38859</c:v>
                </c:pt>
                <c:pt idx="561">
                  <c:v>38860</c:v>
                </c:pt>
                <c:pt idx="562">
                  <c:v>38861</c:v>
                </c:pt>
                <c:pt idx="563">
                  <c:v>38862</c:v>
                </c:pt>
                <c:pt idx="564">
                  <c:v>38863</c:v>
                </c:pt>
                <c:pt idx="565">
                  <c:v>38866</c:v>
                </c:pt>
                <c:pt idx="566">
                  <c:v>38867</c:v>
                </c:pt>
                <c:pt idx="567">
                  <c:v>38868</c:v>
                </c:pt>
                <c:pt idx="568">
                  <c:v>38869</c:v>
                </c:pt>
                <c:pt idx="569">
                  <c:v>38870</c:v>
                </c:pt>
                <c:pt idx="570">
                  <c:v>38873</c:v>
                </c:pt>
                <c:pt idx="571">
                  <c:v>38874</c:v>
                </c:pt>
                <c:pt idx="572">
                  <c:v>38875</c:v>
                </c:pt>
                <c:pt idx="573">
                  <c:v>38876</c:v>
                </c:pt>
                <c:pt idx="574">
                  <c:v>38877</c:v>
                </c:pt>
                <c:pt idx="575">
                  <c:v>38880</c:v>
                </c:pt>
                <c:pt idx="576">
                  <c:v>38881</c:v>
                </c:pt>
                <c:pt idx="577">
                  <c:v>38882</c:v>
                </c:pt>
                <c:pt idx="578">
                  <c:v>38883</c:v>
                </c:pt>
                <c:pt idx="579">
                  <c:v>38884</c:v>
                </c:pt>
                <c:pt idx="580">
                  <c:v>38887</c:v>
                </c:pt>
                <c:pt idx="581">
                  <c:v>38888</c:v>
                </c:pt>
                <c:pt idx="582">
                  <c:v>38889</c:v>
                </c:pt>
                <c:pt idx="583">
                  <c:v>38890</c:v>
                </c:pt>
                <c:pt idx="584">
                  <c:v>38891</c:v>
                </c:pt>
                <c:pt idx="585">
                  <c:v>38894</c:v>
                </c:pt>
                <c:pt idx="586">
                  <c:v>38895</c:v>
                </c:pt>
                <c:pt idx="587">
                  <c:v>38896</c:v>
                </c:pt>
                <c:pt idx="588">
                  <c:v>38897</c:v>
                </c:pt>
                <c:pt idx="589">
                  <c:v>38898</c:v>
                </c:pt>
                <c:pt idx="590">
                  <c:v>38901</c:v>
                </c:pt>
                <c:pt idx="591">
                  <c:v>38902</c:v>
                </c:pt>
                <c:pt idx="592">
                  <c:v>38903</c:v>
                </c:pt>
                <c:pt idx="593">
                  <c:v>38904</c:v>
                </c:pt>
                <c:pt idx="594">
                  <c:v>38905</c:v>
                </c:pt>
                <c:pt idx="595">
                  <c:v>38908</c:v>
                </c:pt>
                <c:pt idx="596">
                  <c:v>38909</c:v>
                </c:pt>
                <c:pt idx="597">
                  <c:v>38910</c:v>
                </c:pt>
                <c:pt idx="598">
                  <c:v>38911</c:v>
                </c:pt>
                <c:pt idx="599">
                  <c:v>38912</c:v>
                </c:pt>
                <c:pt idx="600">
                  <c:v>38915</c:v>
                </c:pt>
                <c:pt idx="601">
                  <c:v>38916</c:v>
                </c:pt>
                <c:pt idx="602">
                  <c:v>38917</c:v>
                </c:pt>
                <c:pt idx="603">
                  <c:v>38918</c:v>
                </c:pt>
                <c:pt idx="604">
                  <c:v>38919</c:v>
                </c:pt>
                <c:pt idx="605">
                  <c:v>38922</c:v>
                </c:pt>
                <c:pt idx="606">
                  <c:v>38923</c:v>
                </c:pt>
                <c:pt idx="607">
                  <c:v>38924</c:v>
                </c:pt>
                <c:pt idx="608">
                  <c:v>38925</c:v>
                </c:pt>
                <c:pt idx="609">
                  <c:v>38926</c:v>
                </c:pt>
                <c:pt idx="610">
                  <c:v>38929</c:v>
                </c:pt>
                <c:pt idx="611">
                  <c:v>38930</c:v>
                </c:pt>
                <c:pt idx="612">
                  <c:v>38931</c:v>
                </c:pt>
                <c:pt idx="613">
                  <c:v>38932</c:v>
                </c:pt>
                <c:pt idx="614">
                  <c:v>38933</c:v>
                </c:pt>
                <c:pt idx="615">
                  <c:v>38936</c:v>
                </c:pt>
                <c:pt idx="616">
                  <c:v>38937</c:v>
                </c:pt>
                <c:pt idx="617">
                  <c:v>38938</c:v>
                </c:pt>
                <c:pt idx="618">
                  <c:v>38939</c:v>
                </c:pt>
                <c:pt idx="619">
                  <c:v>38940</c:v>
                </c:pt>
                <c:pt idx="620">
                  <c:v>38943</c:v>
                </c:pt>
                <c:pt idx="621">
                  <c:v>38944</c:v>
                </c:pt>
                <c:pt idx="622">
                  <c:v>38945</c:v>
                </c:pt>
                <c:pt idx="623">
                  <c:v>38946</c:v>
                </c:pt>
                <c:pt idx="624">
                  <c:v>38947</c:v>
                </c:pt>
                <c:pt idx="625">
                  <c:v>38950</c:v>
                </c:pt>
                <c:pt idx="626">
                  <c:v>38951</c:v>
                </c:pt>
                <c:pt idx="627">
                  <c:v>38952</c:v>
                </c:pt>
                <c:pt idx="628">
                  <c:v>38953</c:v>
                </c:pt>
                <c:pt idx="629">
                  <c:v>38954</c:v>
                </c:pt>
                <c:pt idx="630">
                  <c:v>38957</c:v>
                </c:pt>
                <c:pt idx="631">
                  <c:v>38958</c:v>
                </c:pt>
                <c:pt idx="632">
                  <c:v>38959</c:v>
                </c:pt>
                <c:pt idx="633">
                  <c:v>38960</c:v>
                </c:pt>
                <c:pt idx="634">
                  <c:v>38961</c:v>
                </c:pt>
                <c:pt idx="635">
                  <c:v>38964</c:v>
                </c:pt>
                <c:pt idx="636">
                  <c:v>38965</c:v>
                </c:pt>
                <c:pt idx="637">
                  <c:v>38966</c:v>
                </c:pt>
                <c:pt idx="638">
                  <c:v>38967</c:v>
                </c:pt>
                <c:pt idx="639">
                  <c:v>38968</c:v>
                </c:pt>
                <c:pt idx="640">
                  <c:v>38971</c:v>
                </c:pt>
                <c:pt idx="641">
                  <c:v>38972</c:v>
                </c:pt>
                <c:pt idx="642">
                  <c:v>38973</c:v>
                </c:pt>
                <c:pt idx="643">
                  <c:v>38974</c:v>
                </c:pt>
                <c:pt idx="644">
                  <c:v>38975</c:v>
                </c:pt>
                <c:pt idx="645">
                  <c:v>38978</c:v>
                </c:pt>
                <c:pt idx="646">
                  <c:v>38979</c:v>
                </c:pt>
                <c:pt idx="647">
                  <c:v>38980</c:v>
                </c:pt>
                <c:pt idx="648">
                  <c:v>38981</c:v>
                </c:pt>
                <c:pt idx="649">
                  <c:v>38982</c:v>
                </c:pt>
                <c:pt idx="650">
                  <c:v>38985</c:v>
                </c:pt>
                <c:pt idx="651">
                  <c:v>38986</c:v>
                </c:pt>
                <c:pt idx="652">
                  <c:v>38987</c:v>
                </c:pt>
                <c:pt idx="653">
                  <c:v>38988</c:v>
                </c:pt>
                <c:pt idx="654">
                  <c:v>38989</c:v>
                </c:pt>
                <c:pt idx="655">
                  <c:v>38992</c:v>
                </c:pt>
                <c:pt idx="656">
                  <c:v>38993</c:v>
                </c:pt>
                <c:pt idx="657">
                  <c:v>38994</c:v>
                </c:pt>
                <c:pt idx="658">
                  <c:v>38995</c:v>
                </c:pt>
                <c:pt idx="659">
                  <c:v>38996</c:v>
                </c:pt>
                <c:pt idx="660">
                  <c:v>38999</c:v>
                </c:pt>
                <c:pt idx="661">
                  <c:v>39000</c:v>
                </c:pt>
                <c:pt idx="662">
                  <c:v>39001</c:v>
                </c:pt>
                <c:pt idx="663">
                  <c:v>39002</c:v>
                </c:pt>
                <c:pt idx="664">
                  <c:v>39003</c:v>
                </c:pt>
                <c:pt idx="665">
                  <c:v>39006</c:v>
                </c:pt>
                <c:pt idx="666">
                  <c:v>39007</c:v>
                </c:pt>
                <c:pt idx="667">
                  <c:v>39008</c:v>
                </c:pt>
                <c:pt idx="668">
                  <c:v>39009</c:v>
                </c:pt>
                <c:pt idx="669">
                  <c:v>39010</c:v>
                </c:pt>
                <c:pt idx="670">
                  <c:v>39013</c:v>
                </c:pt>
                <c:pt idx="671">
                  <c:v>39014</c:v>
                </c:pt>
                <c:pt idx="672">
                  <c:v>39015</c:v>
                </c:pt>
                <c:pt idx="673">
                  <c:v>39016</c:v>
                </c:pt>
                <c:pt idx="674">
                  <c:v>39017</c:v>
                </c:pt>
                <c:pt idx="675">
                  <c:v>39020</c:v>
                </c:pt>
                <c:pt idx="676">
                  <c:v>39021</c:v>
                </c:pt>
                <c:pt idx="677">
                  <c:v>39022</c:v>
                </c:pt>
                <c:pt idx="678">
                  <c:v>39023</c:v>
                </c:pt>
                <c:pt idx="679">
                  <c:v>39024</c:v>
                </c:pt>
                <c:pt idx="680">
                  <c:v>39027</c:v>
                </c:pt>
                <c:pt idx="681">
                  <c:v>39028</c:v>
                </c:pt>
                <c:pt idx="682">
                  <c:v>39029</c:v>
                </c:pt>
                <c:pt idx="683">
                  <c:v>39030</c:v>
                </c:pt>
                <c:pt idx="684">
                  <c:v>39031</c:v>
                </c:pt>
                <c:pt idx="685">
                  <c:v>39034</c:v>
                </c:pt>
                <c:pt idx="686">
                  <c:v>39035</c:v>
                </c:pt>
                <c:pt idx="687">
                  <c:v>39036</c:v>
                </c:pt>
                <c:pt idx="688">
                  <c:v>39037</c:v>
                </c:pt>
                <c:pt idx="689">
                  <c:v>39038</c:v>
                </c:pt>
                <c:pt idx="690">
                  <c:v>39041</c:v>
                </c:pt>
                <c:pt idx="691">
                  <c:v>39042</c:v>
                </c:pt>
                <c:pt idx="692">
                  <c:v>39043</c:v>
                </c:pt>
                <c:pt idx="693">
                  <c:v>39044</c:v>
                </c:pt>
                <c:pt idx="694">
                  <c:v>39045</c:v>
                </c:pt>
                <c:pt idx="695">
                  <c:v>39048</c:v>
                </c:pt>
                <c:pt idx="696">
                  <c:v>39049</c:v>
                </c:pt>
                <c:pt idx="697">
                  <c:v>39050</c:v>
                </c:pt>
                <c:pt idx="698">
                  <c:v>39051</c:v>
                </c:pt>
                <c:pt idx="699">
                  <c:v>39052</c:v>
                </c:pt>
                <c:pt idx="700">
                  <c:v>39055</c:v>
                </c:pt>
                <c:pt idx="701">
                  <c:v>39056</c:v>
                </c:pt>
                <c:pt idx="702">
                  <c:v>39057</c:v>
                </c:pt>
                <c:pt idx="703">
                  <c:v>39058</c:v>
                </c:pt>
                <c:pt idx="704">
                  <c:v>39059</c:v>
                </c:pt>
                <c:pt idx="705">
                  <c:v>39062</c:v>
                </c:pt>
                <c:pt idx="706">
                  <c:v>39063</c:v>
                </c:pt>
                <c:pt idx="707">
                  <c:v>39064</c:v>
                </c:pt>
                <c:pt idx="708">
                  <c:v>39065</c:v>
                </c:pt>
                <c:pt idx="709">
                  <c:v>39066</c:v>
                </c:pt>
                <c:pt idx="710">
                  <c:v>39069</c:v>
                </c:pt>
                <c:pt idx="711">
                  <c:v>39070</c:v>
                </c:pt>
                <c:pt idx="712">
                  <c:v>39071</c:v>
                </c:pt>
                <c:pt idx="713">
                  <c:v>39072</c:v>
                </c:pt>
                <c:pt idx="714">
                  <c:v>39073</c:v>
                </c:pt>
                <c:pt idx="715">
                  <c:v>39077</c:v>
                </c:pt>
                <c:pt idx="716">
                  <c:v>39078</c:v>
                </c:pt>
                <c:pt idx="717">
                  <c:v>39079</c:v>
                </c:pt>
                <c:pt idx="718">
                  <c:v>39080</c:v>
                </c:pt>
                <c:pt idx="719">
                  <c:v>39083</c:v>
                </c:pt>
                <c:pt idx="720">
                  <c:v>39084</c:v>
                </c:pt>
                <c:pt idx="721">
                  <c:v>39085</c:v>
                </c:pt>
                <c:pt idx="722">
                  <c:v>39086</c:v>
                </c:pt>
                <c:pt idx="723">
                  <c:v>39087</c:v>
                </c:pt>
                <c:pt idx="724">
                  <c:v>39090</c:v>
                </c:pt>
                <c:pt idx="725">
                  <c:v>39091</c:v>
                </c:pt>
                <c:pt idx="726">
                  <c:v>39092</c:v>
                </c:pt>
                <c:pt idx="727">
                  <c:v>39093</c:v>
                </c:pt>
                <c:pt idx="728">
                  <c:v>39094</c:v>
                </c:pt>
                <c:pt idx="729">
                  <c:v>39097</c:v>
                </c:pt>
                <c:pt idx="730">
                  <c:v>39098</c:v>
                </c:pt>
                <c:pt idx="731">
                  <c:v>39099</c:v>
                </c:pt>
                <c:pt idx="732">
                  <c:v>39100</c:v>
                </c:pt>
                <c:pt idx="733">
                  <c:v>39101</c:v>
                </c:pt>
                <c:pt idx="734">
                  <c:v>39104</c:v>
                </c:pt>
                <c:pt idx="735">
                  <c:v>39105</c:v>
                </c:pt>
                <c:pt idx="736">
                  <c:v>39106</c:v>
                </c:pt>
                <c:pt idx="737">
                  <c:v>39107</c:v>
                </c:pt>
                <c:pt idx="738">
                  <c:v>39108</c:v>
                </c:pt>
                <c:pt idx="739">
                  <c:v>39111</c:v>
                </c:pt>
                <c:pt idx="740">
                  <c:v>39112</c:v>
                </c:pt>
                <c:pt idx="741">
                  <c:v>39113</c:v>
                </c:pt>
                <c:pt idx="742">
                  <c:v>39114</c:v>
                </c:pt>
                <c:pt idx="743">
                  <c:v>39115</c:v>
                </c:pt>
                <c:pt idx="744">
                  <c:v>39118</c:v>
                </c:pt>
                <c:pt idx="745">
                  <c:v>39119</c:v>
                </c:pt>
                <c:pt idx="746">
                  <c:v>39120</c:v>
                </c:pt>
                <c:pt idx="747">
                  <c:v>39121</c:v>
                </c:pt>
                <c:pt idx="748">
                  <c:v>39122</c:v>
                </c:pt>
                <c:pt idx="749">
                  <c:v>39125</c:v>
                </c:pt>
                <c:pt idx="750">
                  <c:v>39126</c:v>
                </c:pt>
                <c:pt idx="751">
                  <c:v>39127</c:v>
                </c:pt>
                <c:pt idx="752">
                  <c:v>39128</c:v>
                </c:pt>
                <c:pt idx="753">
                  <c:v>39129</c:v>
                </c:pt>
                <c:pt idx="754">
                  <c:v>39132</c:v>
                </c:pt>
                <c:pt idx="755">
                  <c:v>39133</c:v>
                </c:pt>
                <c:pt idx="756">
                  <c:v>39134</c:v>
                </c:pt>
                <c:pt idx="757">
                  <c:v>39135</c:v>
                </c:pt>
                <c:pt idx="758">
                  <c:v>39136</c:v>
                </c:pt>
                <c:pt idx="759">
                  <c:v>39139</c:v>
                </c:pt>
                <c:pt idx="760">
                  <c:v>39140</c:v>
                </c:pt>
                <c:pt idx="761">
                  <c:v>39141</c:v>
                </c:pt>
                <c:pt idx="762">
                  <c:v>39142</c:v>
                </c:pt>
                <c:pt idx="763">
                  <c:v>39143</c:v>
                </c:pt>
                <c:pt idx="764">
                  <c:v>39146</c:v>
                </c:pt>
                <c:pt idx="765">
                  <c:v>39147</c:v>
                </c:pt>
                <c:pt idx="766">
                  <c:v>39148</c:v>
                </c:pt>
                <c:pt idx="767">
                  <c:v>39149</c:v>
                </c:pt>
                <c:pt idx="768">
                  <c:v>39150</c:v>
                </c:pt>
                <c:pt idx="769">
                  <c:v>39153</c:v>
                </c:pt>
                <c:pt idx="770">
                  <c:v>39154</c:v>
                </c:pt>
                <c:pt idx="771">
                  <c:v>39155</c:v>
                </c:pt>
                <c:pt idx="772">
                  <c:v>39156</c:v>
                </c:pt>
                <c:pt idx="773">
                  <c:v>39157</c:v>
                </c:pt>
                <c:pt idx="774">
                  <c:v>39160</c:v>
                </c:pt>
                <c:pt idx="775">
                  <c:v>39161</c:v>
                </c:pt>
                <c:pt idx="776">
                  <c:v>39162</c:v>
                </c:pt>
                <c:pt idx="777">
                  <c:v>39163</c:v>
                </c:pt>
                <c:pt idx="778">
                  <c:v>39164</c:v>
                </c:pt>
                <c:pt idx="779">
                  <c:v>39167</c:v>
                </c:pt>
                <c:pt idx="780">
                  <c:v>39168</c:v>
                </c:pt>
                <c:pt idx="781">
                  <c:v>39169</c:v>
                </c:pt>
                <c:pt idx="782">
                  <c:v>39170</c:v>
                </c:pt>
                <c:pt idx="783">
                  <c:v>39171</c:v>
                </c:pt>
                <c:pt idx="784">
                  <c:v>39174</c:v>
                </c:pt>
                <c:pt idx="785">
                  <c:v>39175</c:v>
                </c:pt>
                <c:pt idx="786">
                  <c:v>39176</c:v>
                </c:pt>
                <c:pt idx="787">
                  <c:v>39177</c:v>
                </c:pt>
                <c:pt idx="788">
                  <c:v>39178</c:v>
                </c:pt>
                <c:pt idx="789">
                  <c:v>39181</c:v>
                </c:pt>
                <c:pt idx="790">
                  <c:v>39182</c:v>
                </c:pt>
                <c:pt idx="791">
                  <c:v>39183</c:v>
                </c:pt>
                <c:pt idx="792">
                  <c:v>39184</c:v>
                </c:pt>
                <c:pt idx="793">
                  <c:v>39185</c:v>
                </c:pt>
                <c:pt idx="794">
                  <c:v>39188</c:v>
                </c:pt>
                <c:pt idx="795">
                  <c:v>39189</c:v>
                </c:pt>
                <c:pt idx="796">
                  <c:v>39190</c:v>
                </c:pt>
                <c:pt idx="797">
                  <c:v>39191</c:v>
                </c:pt>
                <c:pt idx="798">
                  <c:v>39192</c:v>
                </c:pt>
                <c:pt idx="799">
                  <c:v>39195</c:v>
                </c:pt>
                <c:pt idx="800">
                  <c:v>39196</c:v>
                </c:pt>
                <c:pt idx="801">
                  <c:v>39197</c:v>
                </c:pt>
                <c:pt idx="802">
                  <c:v>39198</c:v>
                </c:pt>
                <c:pt idx="803">
                  <c:v>39199</c:v>
                </c:pt>
                <c:pt idx="804">
                  <c:v>39202</c:v>
                </c:pt>
                <c:pt idx="805">
                  <c:v>39203</c:v>
                </c:pt>
                <c:pt idx="806">
                  <c:v>39204</c:v>
                </c:pt>
                <c:pt idx="807">
                  <c:v>39205</c:v>
                </c:pt>
                <c:pt idx="808">
                  <c:v>39206</c:v>
                </c:pt>
                <c:pt idx="809">
                  <c:v>39209</c:v>
                </c:pt>
                <c:pt idx="810">
                  <c:v>39210</c:v>
                </c:pt>
                <c:pt idx="811">
                  <c:v>39211</c:v>
                </c:pt>
                <c:pt idx="812">
                  <c:v>39212</c:v>
                </c:pt>
                <c:pt idx="813">
                  <c:v>39213</c:v>
                </c:pt>
                <c:pt idx="814">
                  <c:v>39216</c:v>
                </c:pt>
                <c:pt idx="815">
                  <c:v>39217</c:v>
                </c:pt>
                <c:pt idx="816">
                  <c:v>39218</c:v>
                </c:pt>
                <c:pt idx="817">
                  <c:v>39219</c:v>
                </c:pt>
                <c:pt idx="818">
                  <c:v>39220</c:v>
                </c:pt>
                <c:pt idx="819">
                  <c:v>39223</c:v>
                </c:pt>
                <c:pt idx="820">
                  <c:v>39224</c:v>
                </c:pt>
                <c:pt idx="821">
                  <c:v>39225</c:v>
                </c:pt>
                <c:pt idx="822">
                  <c:v>39226</c:v>
                </c:pt>
                <c:pt idx="823">
                  <c:v>39227</c:v>
                </c:pt>
                <c:pt idx="824">
                  <c:v>39230</c:v>
                </c:pt>
                <c:pt idx="825">
                  <c:v>39231</c:v>
                </c:pt>
                <c:pt idx="826">
                  <c:v>39232</c:v>
                </c:pt>
                <c:pt idx="827">
                  <c:v>39233</c:v>
                </c:pt>
                <c:pt idx="828">
                  <c:v>39234</c:v>
                </c:pt>
                <c:pt idx="829">
                  <c:v>39237</c:v>
                </c:pt>
                <c:pt idx="830">
                  <c:v>39238</c:v>
                </c:pt>
                <c:pt idx="831">
                  <c:v>39239</c:v>
                </c:pt>
                <c:pt idx="832">
                  <c:v>39240</c:v>
                </c:pt>
                <c:pt idx="833">
                  <c:v>39241</c:v>
                </c:pt>
                <c:pt idx="834">
                  <c:v>39244</c:v>
                </c:pt>
                <c:pt idx="835">
                  <c:v>39245</c:v>
                </c:pt>
                <c:pt idx="836">
                  <c:v>39246</c:v>
                </c:pt>
                <c:pt idx="837">
                  <c:v>39247</c:v>
                </c:pt>
                <c:pt idx="838">
                  <c:v>39248</c:v>
                </c:pt>
                <c:pt idx="839">
                  <c:v>39251</c:v>
                </c:pt>
                <c:pt idx="840">
                  <c:v>39252</c:v>
                </c:pt>
                <c:pt idx="841">
                  <c:v>39253</c:v>
                </c:pt>
                <c:pt idx="842">
                  <c:v>39254</c:v>
                </c:pt>
                <c:pt idx="843">
                  <c:v>39255</c:v>
                </c:pt>
                <c:pt idx="844">
                  <c:v>39258</c:v>
                </c:pt>
                <c:pt idx="845">
                  <c:v>39259</c:v>
                </c:pt>
                <c:pt idx="846">
                  <c:v>39260</c:v>
                </c:pt>
                <c:pt idx="847">
                  <c:v>39261</c:v>
                </c:pt>
                <c:pt idx="848">
                  <c:v>39262</c:v>
                </c:pt>
                <c:pt idx="849">
                  <c:v>39265</c:v>
                </c:pt>
                <c:pt idx="850">
                  <c:v>39266</c:v>
                </c:pt>
                <c:pt idx="851">
                  <c:v>39267</c:v>
                </c:pt>
                <c:pt idx="852">
                  <c:v>39268</c:v>
                </c:pt>
                <c:pt idx="853">
                  <c:v>39269</c:v>
                </c:pt>
                <c:pt idx="854">
                  <c:v>39272</c:v>
                </c:pt>
                <c:pt idx="855">
                  <c:v>39273</c:v>
                </c:pt>
                <c:pt idx="856">
                  <c:v>39274</c:v>
                </c:pt>
                <c:pt idx="857">
                  <c:v>39275</c:v>
                </c:pt>
                <c:pt idx="858">
                  <c:v>39276</c:v>
                </c:pt>
                <c:pt idx="859">
                  <c:v>39279</c:v>
                </c:pt>
                <c:pt idx="860">
                  <c:v>39280</c:v>
                </c:pt>
                <c:pt idx="861">
                  <c:v>39281</c:v>
                </c:pt>
                <c:pt idx="862">
                  <c:v>39282</c:v>
                </c:pt>
                <c:pt idx="863">
                  <c:v>39283</c:v>
                </c:pt>
                <c:pt idx="864">
                  <c:v>39286</c:v>
                </c:pt>
                <c:pt idx="865">
                  <c:v>39287</c:v>
                </c:pt>
                <c:pt idx="866">
                  <c:v>39288</c:v>
                </c:pt>
                <c:pt idx="867">
                  <c:v>39289</c:v>
                </c:pt>
                <c:pt idx="868">
                  <c:v>39290</c:v>
                </c:pt>
                <c:pt idx="869">
                  <c:v>39293</c:v>
                </c:pt>
                <c:pt idx="870">
                  <c:v>39294</c:v>
                </c:pt>
                <c:pt idx="871">
                  <c:v>39295</c:v>
                </c:pt>
                <c:pt idx="872">
                  <c:v>39296</c:v>
                </c:pt>
                <c:pt idx="873">
                  <c:v>39297</c:v>
                </c:pt>
                <c:pt idx="874">
                  <c:v>39300</c:v>
                </c:pt>
                <c:pt idx="875">
                  <c:v>39301</c:v>
                </c:pt>
                <c:pt idx="876">
                  <c:v>39302</c:v>
                </c:pt>
                <c:pt idx="877">
                  <c:v>39303</c:v>
                </c:pt>
                <c:pt idx="878">
                  <c:v>39304</c:v>
                </c:pt>
                <c:pt idx="879">
                  <c:v>39307</c:v>
                </c:pt>
                <c:pt idx="880">
                  <c:v>39308</c:v>
                </c:pt>
                <c:pt idx="881">
                  <c:v>39309</c:v>
                </c:pt>
                <c:pt idx="882">
                  <c:v>39310</c:v>
                </c:pt>
                <c:pt idx="883">
                  <c:v>39311</c:v>
                </c:pt>
                <c:pt idx="884">
                  <c:v>39314</c:v>
                </c:pt>
                <c:pt idx="885">
                  <c:v>39315</c:v>
                </c:pt>
                <c:pt idx="886">
                  <c:v>39316</c:v>
                </c:pt>
                <c:pt idx="887">
                  <c:v>39317</c:v>
                </c:pt>
                <c:pt idx="888">
                  <c:v>39318</c:v>
                </c:pt>
                <c:pt idx="889">
                  <c:v>39321</c:v>
                </c:pt>
                <c:pt idx="890">
                  <c:v>39322</c:v>
                </c:pt>
                <c:pt idx="891">
                  <c:v>39323</c:v>
                </c:pt>
                <c:pt idx="892">
                  <c:v>39324</c:v>
                </c:pt>
                <c:pt idx="893">
                  <c:v>39325</c:v>
                </c:pt>
                <c:pt idx="894">
                  <c:v>39328</c:v>
                </c:pt>
                <c:pt idx="895">
                  <c:v>39329</c:v>
                </c:pt>
                <c:pt idx="896">
                  <c:v>39330</c:v>
                </c:pt>
                <c:pt idx="897">
                  <c:v>39331</c:v>
                </c:pt>
                <c:pt idx="898">
                  <c:v>39332</c:v>
                </c:pt>
                <c:pt idx="899">
                  <c:v>39335</c:v>
                </c:pt>
                <c:pt idx="900">
                  <c:v>39336</c:v>
                </c:pt>
                <c:pt idx="901">
                  <c:v>39337</c:v>
                </c:pt>
                <c:pt idx="902">
                  <c:v>39338</c:v>
                </c:pt>
                <c:pt idx="903">
                  <c:v>39339</c:v>
                </c:pt>
                <c:pt idx="904">
                  <c:v>39342</c:v>
                </c:pt>
                <c:pt idx="905">
                  <c:v>39343</c:v>
                </c:pt>
                <c:pt idx="906">
                  <c:v>39344</c:v>
                </c:pt>
                <c:pt idx="907">
                  <c:v>39345</c:v>
                </c:pt>
                <c:pt idx="908">
                  <c:v>39346</c:v>
                </c:pt>
                <c:pt idx="909">
                  <c:v>39349</c:v>
                </c:pt>
                <c:pt idx="910">
                  <c:v>39350</c:v>
                </c:pt>
                <c:pt idx="911">
                  <c:v>39351</c:v>
                </c:pt>
                <c:pt idx="912">
                  <c:v>39352</c:v>
                </c:pt>
                <c:pt idx="913">
                  <c:v>39353</c:v>
                </c:pt>
                <c:pt idx="914">
                  <c:v>39356</c:v>
                </c:pt>
                <c:pt idx="915">
                  <c:v>39357</c:v>
                </c:pt>
                <c:pt idx="916">
                  <c:v>39358</c:v>
                </c:pt>
                <c:pt idx="917">
                  <c:v>39359</c:v>
                </c:pt>
                <c:pt idx="918">
                  <c:v>39360</c:v>
                </c:pt>
                <c:pt idx="919">
                  <c:v>39363</c:v>
                </c:pt>
                <c:pt idx="920">
                  <c:v>39364</c:v>
                </c:pt>
                <c:pt idx="921">
                  <c:v>39365</c:v>
                </c:pt>
                <c:pt idx="922">
                  <c:v>39366</c:v>
                </c:pt>
                <c:pt idx="923">
                  <c:v>39367</c:v>
                </c:pt>
                <c:pt idx="924">
                  <c:v>39370</c:v>
                </c:pt>
                <c:pt idx="925">
                  <c:v>39371</c:v>
                </c:pt>
                <c:pt idx="926">
                  <c:v>39372</c:v>
                </c:pt>
                <c:pt idx="927">
                  <c:v>39373</c:v>
                </c:pt>
                <c:pt idx="928">
                  <c:v>39374</c:v>
                </c:pt>
                <c:pt idx="929">
                  <c:v>39377</c:v>
                </c:pt>
                <c:pt idx="930">
                  <c:v>39378</c:v>
                </c:pt>
                <c:pt idx="931">
                  <c:v>39379</c:v>
                </c:pt>
                <c:pt idx="932">
                  <c:v>39380</c:v>
                </c:pt>
                <c:pt idx="933">
                  <c:v>39381</c:v>
                </c:pt>
                <c:pt idx="934">
                  <c:v>39384</c:v>
                </c:pt>
                <c:pt idx="935">
                  <c:v>39385</c:v>
                </c:pt>
                <c:pt idx="936">
                  <c:v>39386</c:v>
                </c:pt>
                <c:pt idx="937">
                  <c:v>39387</c:v>
                </c:pt>
                <c:pt idx="938">
                  <c:v>39388</c:v>
                </c:pt>
                <c:pt idx="939">
                  <c:v>39391</c:v>
                </c:pt>
                <c:pt idx="940">
                  <c:v>39392</c:v>
                </c:pt>
                <c:pt idx="941">
                  <c:v>39393</c:v>
                </c:pt>
                <c:pt idx="942">
                  <c:v>39394</c:v>
                </c:pt>
                <c:pt idx="943">
                  <c:v>39395</c:v>
                </c:pt>
                <c:pt idx="944">
                  <c:v>39398</c:v>
                </c:pt>
                <c:pt idx="945">
                  <c:v>39399</c:v>
                </c:pt>
                <c:pt idx="946">
                  <c:v>39400</c:v>
                </c:pt>
                <c:pt idx="947">
                  <c:v>39401</c:v>
                </c:pt>
                <c:pt idx="948">
                  <c:v>39402</c:v>
                </c:pt>
                <c:pt idx="949">
                  <c:v>39405</c:v>
                </c:pt>
                <c:pt idx="950">
                  <c:v>39406</c:v>
                </c:pt>
                <c:pt idx="951">
                  <c:v>39407</c:v>
                </c:pt>
                <c:pt idx="952">
                  <c:v>39408</c:v>
                </c:pt>
                <c:pt idx="953">
                  <c:v>39409</c:v>
                </c:pt>
                <c:pt idx="954">
                  <c:v>39412</c:v>
                </c:pt>
                <c:pt idx="955">
                  <c:v>39413</c:v>
                </c:pt>
                <c:pt idx="956">
                  <c:v>39414</c:v>
                </c:pt>
                <c:pt idx="957">
                  <c:v>39415</c:v>
                </c:pt>
                <c:pt idx="958">
                  <c:v>39416</c:v>
                </c:pt>
                <c:pt idx="959">
                  <c:v>39419</c:v>
                </c:pt>
                <c:pt idx="960">
                  <c:v>39420</c:v>
                </c:pt>
                <c:pt idx="961">
                  <c:v>39421</c:v>
                </c:pt>
                <c:pt idx="962">
                  <c:v>39422</c:v>
                </c:pt>
                <c:pt idx="963">
                  <c:v>39423</c:v>
                </c:pt>
                <c:pt idx="964">
                  <c:v>39426</c:v>
                </c:pt>
                <c:pt idx="965">
                  <c:v>39427</c:v>
                </c:pt>
                <c:pt idx="966">
                  <c:v>39428</c:v>
                </c:pt>
                <c:pt idx="967">
                  <c:v>39429</c:v>
                </c:pt>
                <c:pt idx="968">
                  <c:v>39430</c:v>
                </c:pt>
                <c:pt idx="969">
                  <c:v>39433</c:v>
                </c:pt>
                <c:pt idx="970">
                  <c:v>39434</c:v>
                </c:pt>
                <c:pt idx="971">
                  <c:v>39435</c:v>
                </c:pt>
                <c:pt idx="972">
                  <c:v>39436</c:v>
                </c:pt>
                <c:pt idx="973">
                  <c:v>39437</c:v>
                </c:pt>
                <c:pt idx="974">
                  <c:v>39440</c:v>
                </c:pt>
                <c:pt idx="975">
                  <c:v>39441</c:v>
                </c:pt>
                <c:pt idx="976">
                  <c:v>39442</c:v>
                </c:pt>
                <c:pt idx="977">
                  <c:v>39443</c:v>
                </c:pt>
                <c:pt idx="978">
                  <c:v>39444</c:v>
                </c:pt>
                <c:pt idx="979">
                  <c:v>39447</c:v>
                </c:pt>
                <c:pt idx="980">
                  <c:v>39448</c:v>
                </c:pt>
                <c:pt idx="981">
                  <c:v>39449</c:v>
                </c:pt>
                <c:pt idx="982">
                  <c:v>39450</c:v>
                </c:pt>
                <c:pt idx="983">
                  <c:v>39451</c:v>
                </c:pt>
                <c:pt idx="984">
                  <c:v>39454</c:v>
                </c:pt>
                <c:pt idx="985">
                  <c:v>39455</c:v>
                </c:pt>
                <c:pt idx="986">
                  <c:v>39456</c:v>
                </c:pt>
                <c:pt idx="987">
                  <c:v>39457</c:v>
                </c:pt>
                <c:pt idx="988">
                  <c:v>39458</c:v>
                </c:pt>
                <c:pt idx="989">
                  <c:v>39461</c:v>
                </c:pt>
                <c:pt idx="990">
                  <c:v>39462</c:v>
                </c:pt>
                <c:pt idx="991">
                  <c:v>39463</c:v>
                </c:pt>
                <c:pt idx="992">
                  <c:v>39464</c:v>
                </c:pt>
                <c:pt idx="993">
                  <c:v>39465</c:v>
                </c:pt>
                <c:pt idx="994">
                  <c:v>39468</c:v>
                </c:pt>
                <c:pt idx="995">
                  <c:v>39469</c:v>
                </c:pt>
                <c:pt idx="996">
                  <c:v>39470</c:v>
                </c:pt>
                <c:pt idx="997">
                  <c:v>39471</c:v>
                </c:pt>
                <c:pt idx="998">
                  <c:v>39472</c:v>
                </c:pt>
                <c:pt idx="999">
                  <c:v>39475</c:v>
                </c:pt>
                <c:pt idx="1000">
                  <c:v>39476</c:v>
                </c:pt>
                <c:pt idx="1001">
                  <c:v>39477</c:v>
                </c:pt>
                <c:pt idx="1002">
                  <c:v>39478</c:v>
                </c:pt>
                <c:pt idx="1003">
                  <c:v>39479</c:v>
                </c:pt>
                <c:pt idx="1004">
                  <c:v>39482</c:v>
                </c:pt>
                <c:pt idx="1005">
                  <c:v>39483</c:v>
                </c:pt>
                <c:pt idx="1006">
                  <c:v>39484</c:v>
                </c:pt>
                <c:pt idx="1007">
                  <c:v>39485</c:v>
                </c:pt>
                <c:pt idx="1008">
                  <c:v>39486</c:v>
                </c:pt>
                <c:pt idx="1009">
                  <c:v>39489</c:v>
                </c:pt>
                <c:pt idx="1010">
                  <c:v>39490</c:v>
                </c:pt>
                <c:pt idx="1011">
                  <c:v>39491</c:v>
                </c:pt>
                <c:pt idx="1012">
                  <c:v>39492</c:v>
                </c:pt>
                <c:pt idx="1013">
                  <c:v>39493</c:v>
                </c:pt>
                <c:pt idx="1014">
                  <c:v>39496</c:v>
                </c:pt>
                <c:pt idx="1015">
                  <c:v>39497</c:v>
                </c:pt>
                <c:pt idx="1016">
                  <c:v>39498</c:v>
                </c:pt>
                <c:pt idx="1017">
                  <c:v>39499</c:v>
                </c:pt>
                <c:pt idx="1018">
                  <c:v>39500</c:v>
                </c:pt>
                <c:pt idx="1019">
                  <c:v>39503</c:v>
                </c:pt>
                <c:pt idx="1020">
                  <c:v>39504</c:v>
                </c:pt>
                <c:pt idx="1021">
                  <c:v>39505</c:v>
                </c:pt>
                <c:pt idx="1022">
                  <c:v>39506</c:v>
                </c:pt>
                <c:pt idx="1023">
                  <c:v>39507</c:v>
                </c:pt>
                <c:pt idx="1024">
                  <c:v>39510</c:v>
                </c:pt>
                <c:pt idx="1025">
                  <c:v>39511</c:v>
                </c:pt>
                <c:pt idx="1026">
                  <c:v>39512</c:v>
                </c:pt>
                <c:pt idx="1027">
                  <c:v>39513</c:v>
                </c:pt>
                <c:pt idx="1028">
                  <c:v>39514</c:v>
                </c:pt>
                <c:pt idx="1029">
                  <c:v>39517</c:v>
                </c:pt>
                <c:pt idx="1030">
                  <c:v>39518</c:v>
                </c:pt>
                <c:pt idx="1031">
                  <c:v>39519</c:v>
                </c:pt>
                <c:pt idx="1032">
                  <c:v>39520</c:v>
                </c:pt>
                <c:pt idx="1033">
                  <c:v>39521</c:v>
                </c:pt>
                <c:pt idx="1034">
                  <c:v>39524</c:v>
                </c:pt>
                <c:pt idx="1035">
                  <c:v>39525</c:v>
                </c:pt>
                <c:pt idx="1036">
                  <c:v>39526</c:v>
                </c:pt>
                <c:pt idx="1037">
                  <c:v>39527</c:v>
                </c:pt>
                <c:pt idx="1038">
                  <c:v>39528</c:v>
                </c:pt>
                <c:pt idx="1039">
                  <c:v>39531</c:v>
                </c:pt>
                <c:pt idx="1040">
                  <c:v>39532</c:v>
                </c:pt>
                <c:pt idx="1041">
                  <c:v>39533</c:v>
                </c:pt>
                <c:pt idx="1042">
                  <c:v>39534</c:v>
                </c:pt>
                <c:pt idx="1043">
                  <c:v>39535</c:v>
                </c:pt>
                <c:pt idx="1044">
                  <c:v>39538</c:v>
                </c:pt>
                <c:pt idx="1045">
                  <c:v>39539</c:v>
                </c:pt>
                <c:pt idx="1046">
                  <c:v>39540</c:v>
                </c:pt>
                <c:pt idx="1047">
                  <c:v>39541</c:v>
                </c:pt>
                <c:pt idx="1048">
                  <c:v>39542</c:v>
                </c:pt>
                <c:pt idx="1049">
                  <c:v>39545</c:v>
                </c:pt>
                <c:pt idx="1050">
                  <c:v>39546</c:v>
                </c:pt>
                <c:pt idx="1051">
                  <c:v>39547</c:v>
                </c:pt>
                <c:pt idx="1052">
                  <c:v>39548</c:v>
                </c:pt>
                <c:pt idx="1053">
                  <c:v>39549</c:v>
                </c:pt>
                <c:pt idx="1054">
                  <c:v>39552</c:v>
                </c:pt>
                <c:pt idx="1055">
                  <c:v>39553</c:v>
                </c:pt>
                <c:pt idx="1056">
                  <c:v>39554</c:v>
                </c:pt>
                <c:pt idx="1057">
                  <c:v>39555</c:v>
                </c:pt>
                <c:pt idx="1058">
                  <c:v>39556</c:v>
                </c:pt>
                <c:pt idx="1059">
                  <c:v>39559</c:v>
                </c:pt>
                <c:pt idx="1060">
                  <c:v>39560</c:v>
                </c:pt>
                <c:pt idx="1061">
                  <c:v>39561</c:v>
                </c:pt>
                <c:pt idx="1062">
                  <c:v>39562</c:v>
                </c:pt>
                <c:pt idx="1063">
                  <c:v>39563</c:v>
                </c:pt>
                <c:pt idx="1064">
                  <c:v>39566</c:v>
                </c:pt>
                <c:pt idx="1065">
                  <c:v>39567</c:v>
                </c:pt>
                <c:pt idx="1066">
                  <c:v>39568</c:v>
                </c:pt>
                <c:pt idx="1067">
                  <c:v>39569</c:v>
                </c:pt>
                <c:pt idx="1068">
                  <c:v>39570</c:v>
                </c:pt>
                <c:pt idx="1069">
                  <c:v>39573</c:v>
                </c:pt>
                <c:pt idx="1070">
                  <c:v>39574</c:v>
                </c:pt>
                <c:pt idx="1071">
                  <c:v>39575</c:v>
                </c:pt>
                <c:pt idx="1072">
                  <c:v>39576</c:v>
                </c:pt>
                <c:pt idx="1073">
                  <c:v>39577</c:v>
                </c:pt>
                <c:pt idx="1074">
                  <c:v>39580</c:v>
                </c:pt>
                <c:pt idx="1075">
                  <c:v>39581</c:v>
                </c:pt>
                <c:pt idx="1076">
                  <c:v>39582</c:v>
                </c:pt>
                <c:pt idx="1077">
                  <c:v>39583</c:v>
                </c:pt>
                <c:pt idx="1078">
                  <c:v>39584</c:v>
                </c:pt>
                <c:pt idx="1079">
                  <c:v>39587</c:v>
                </c:pt>
                <c:pt idx="1080">
                  <c:v>39588</c:v>
                </c:pt>
                <c:pt idx="1081">
                  <c:v>39589</c:v>
                </c:pt>
                <c:pt idx="1082">
                  <c:v>39590</c:v>
                </c:pt>
                <c:pt idx="1083">
                  <c:v>39591</c:v>
                </c:pt>
                <c:pt idx="1084">
                  <c:v>39594</c:v>
                </c:pt>
                <c:pt idx="1085">
                  <c:v>39595</c:v>
                </c:pt>
                <c:pt idx="1086">
                  <c:v>39596</c:v>
                </c:pt>
                <c:pt idx="1087">
                  <c:v>39597</c:v>
                </c:pt>
                <c:pt idx="1088">
                  <c:v>39598</c:v>
                </c:pt>
                <c:pt idx="1089">
                  <c:v>39601</c:v>
                </c:pt>
                <c:pt idx="1090">
                  <c:v>39602</c:v>
                </c:pt>
                <c:pt idx="1091">
                  <c:v>39603</c:v>
                </c:pt>
                <c:pt idx="1092">
                  <c:v>39604</c:v>
                </c:pt>
                <c:pt idx="1093">
                  <c:v>39605</c:v>
                </c:pt>
                <c:pt idx="1094">
                  <c:v>39608</c:v>
                </c:pt>
                <c:pt idx="1095">
                  <c:v>39609</c:v>
                </c:pt>
                <c:pt idx="1096">
                  <c:v>39610</c:v>
                </c:pt>
                <c:pt idx="1097">
                  <c:v>39611</c:v>
                </c:pt>
                <c:pt idx="1098">
                  <c:v>39612</c:v>
                </c:pt>
                <c:pt idx="1099">
                  <c:v>39615</c:v>
                </c:pt>
                <c:pt idx="1100">
                  <c:v>39616</c:v>
                </c:pt>
                <c:pt idx="1101">
                  <c:v>39617</c:v>
                </c:pt>
                <c:pt idx="1102">
                  <c:v>39618</c:v>
                </c:pt>
                <c:pt idx="1103">
                  <c:v>39619</c:v>
                </c:pt>
                <c:pt idx="1104">
                  <c:v>39622</c:v>
                </c:pt>
                <c:pt idx="1105">
                  <c:v>39623</c:v>
                </c:pt>
                <c:pt idx="1106">
                  <c:v>39624</c:v>
                </c:pt>
                <c:pt idx="1107">
                  <c:v>39625</c:v>
                </c:pt>
                <c:pt idx="1108">
                  <c:v>39626</c:v>
                </c:pt>
                <c:pt idx="1109">
                  <c:v>39629</c:v>
                </c:pt>
                <c:pt idx="1110">
                  <c:v>39630</c:v>
                </c:pt>
                <c:pt idx="1111">
                  <c:v>39631</c:v>
                </c:pt>
                <c:pt idx="1112">
                  <c:v>39632</c:v>
                </c:pt>
                <c:pt idx="1113">
                  <c:v>39633</c:v>
                </c:pt>
                <c:pt idx="1114">
                  <c:v>39636</c:v>
                </c:pt>
                <c:pt idx="1115">
                  <c:v>39637</c:v>
                </c:pt>
                <c:pt idx="1116">
                  <c:v>39638</c:v>
                </c:pt>
                <c:pt idx="1117">
                  <c:v>39639</c:v>
                </c:pt>
                <c:pt idx="1118">
                  <c:v>39640</c:v>
                </c:pt>
                <c:pt idx="1119">
                  <c:v>39643</c:v>
                </c:pt>
                <c:pt idx="1120">
                  <c:v>39644</c:v>
                </c:pt>
                <c:pt idx="1121">
                  <c:v>39645</c:v>
                </c:pt>
                <c:pt idx="1122">
                  <c:v>39646</c:v>
                </c:pt>
                <c:pt idx="1123">
                  <c:v>39647</c:v>
                </c:pt>
                <c:pt idx="1124">
                  <c:v>39650</c:v>
                </c:pt>
                <c:pt idx="1125">
                  <c:v>39651</c:v>
                </c:pt>
                <c:pt idx="1126">
                  <c:v>39652</c:v>
                </c:pt>
                <c:pt idx="1127">
                  <c:v>39653</c:v>
                </c:pt>
                <c:pt idx="1128">
                  <c:v>39654</c:v>
                </c:pt>
                <c:pt idx="1129">
                  <c:v>39657</c:v>
                </c:pt>
                <c:pt idx="1130">
                  <c:v>39658</c:v>
                </c:pt>
                <c:pt idx="1131">
                  <c:v>39659</c:v>
                </c:pt>
                <c:pt idx="1132">
                  <c:v>39660</c:v>
                </c:pt>
                <c:pt idx="1133">
                  <c:v>39661</c:v>
                </c:pt>
                <c:pt idx="1134">
                  <c:v>39664</c:v>
                </c:pt>
                <c:pt idx="1135">
                  <c:v>39665</c:v>
                </c:pt>
                <c:pt idx="1136">
                  <c:v>39666</c:v>
                </c:pt>
                <c:pt idx="1137">
                  <c:v>39667</c:v>
                </c:pt>
                <c:pt idx="1138">
                  <c:v>39668</c:v>
                </c:pt>
                <c:pt idx="1139">
                  <c:v>39671</c:v>
                </c:pt>
                <c:pt idx="1140">
                  <c:v>39672</c:v>
                </c:pt>
                <c:pt idx="1141">
                  <c:v>39673</c:v>
                </c:pt>
                <c:pt idx="1142">
                  <c:v>39674</c:v>
                </c:pt>
                <c:pt idx="1143">
                  <c:v>39675</c:v>
                </c:pt>
                <c:pt idx="1144">
                  <c:v>39678</c:v>
                </c:pt>
                <c:pt idx="1145">
                  <c:v>39679</c:v>
                </c:pt>
                <c:pt idx="1146">
                  <c:v>39680</c:v>
                </c:pt>
                <c:pt idx="1147">
                  <c:v>39681</c:v>
                </c:pt>
                <c:pt idx="1148">
                  <c:v>39682</c:v>
                </c:pt>
                <c:pt idx="1149">
                  <c:v>39685</c:v>
                </c:pt>
                <c:pt idx="1150">
                  <c:v>39686</c:v>
                </c:pt>
                <c:pt idx="1151">
                  <c:v>39687</c:v>
                </c:pt>
                <c:pt idx="1152">
                  <c:v>39688</c:v>
                </c:pt>
                <c:pt idx="1153">
                  <c:v>39689</c:v>
                </c:pt>
                <c:pt idx="1154">
                  <c:v>39692</c:v>
                </c:pt>
                <c:pt idx="1155">
                  <c:v>39693</c:v>
                </c:pt>
                <c:pt idx="1156">
                  <c:v>39694</c:v>
                </c:pt>
                <c:pt idx="1157">
                  <c:v>39695</c:v>
                </c:pt>
                <c:pt idx="1158">
                  <c:v>39696</c:v>
                </c:pt>
                <c:pt idx="1159">
                  <c:v>39699</c:v>
                </c:pt>
                <c:pt idx="1160">
                  <c:v>39700</c:v>
                </c:pt>
                <c:pt idx="1161">
                  <c:v>39701</c:v>
                </c:pt>
                <c:pt idx="1162">
                  <c:v>39702</c:v>
                </c:pt>
                <c:pt idx="1163">
                  <c:v>39703</c:v>
                </c:pt>
                <c:pt idx="1164">
                  <c:v>39706</c:v>
                </c:pt>
                <c:pt idx="1165">
                  <c:v>39707</c:v>
                </c:pt>
                <c:pt idx="1166">
                  <c:v>39708</c:v>
                </c:pt>
                <c:pt idx="1167">
                  <c:v>39709</c:v>
                </c:pt>
                <c:pt idx="1168">
                  <c:v>39710</c:v>
                </c:pt>
                <c:pt idx="1169">
                  <c:v>39713</c:v>
                </c:pt>
                <c:pt idx="1170">
                  <c:v>39714</c:v>
                </c:pt>
                <c:pt idx="1171">
                  <c:v>39715</c:v>
                </c:pt>
                <c:pt idx="1172">
                  <c:v>39716</c:v>
                </c:pt>
                <c:pt idx="1173">
                  <c:v>39717</c:v>
                </c:pt>
                <c:pt idx="1174">
                  <c:v>39720</c:v>
                </c:pt>
                <c:pt idx="1175">
                  <c:v>39721</c:v>
                </c:pt>
                <c:pt idx="1176">
                  <c:v>39722</c:v>
                </c:pt>
                <c:pt idx="1177">
                  <c:v>39723</c:v>
                </c:pt>
                <c:pt idx="1178">
                  <c:v>39724</c:v>
                </c:pt>
                <c:pt idx="1179">
                  <c:v>39727</c:v>
                </c:pt>
                <c:pt idx="1180">
                  <c:v>39728</c:v>
                </c:pt>
                <c:pt idx="1181">
                  <c:v>39729</c:v>
                </c:pt>
                <c:pt idx="1182">
                  <c:v>39730</c:v>
                </c:pt>
                <c:pt idx="1183">
                  <c:v>39731</c:v>
                </c:pt>
                <c:pt idx="1184">
                  <c:v>39734</c:v>
                </c:pt>
                <c:pt idx="1185">
                  <c:v>39735</c:v>
                </c:pt>
                <c:pt idx="1186">
                  <c:v>39736</c:v>
                </c:pt>
                <c:pt idx="1187">
                  <c:v>39737</c:v>
                </c:pt>
                <c:pt idx="1188">
                  <c:v>39738</c:v>
                </c:pt>
                <c:pt idx="1189">
                  <c:v>39741</c:v>
                </c:pt>
                <c:pt idx="1190">
                  <c:v>39742</c:v>
                </c:pt>
                <c:pt idx="1191">
                  <c:v>39743</c:v>
                </c:pt>
                <c:pt idx="1192">
                  <c:v>39744</c:v>
                </c:pt>
                <c:pt idx="1193">
                  <c:v>39745</c:v>
                </c:pt>
                <c:pt idx="1194">
                  <c:v>39748</c:v>
                </c:pt>
                <c:pt idx="1195">
                  <c:v>39749</c:v>
                </c:pt>
                <c:pt idx="1196">
                  <c:v>39750</c:v>
                </c:pt>
                <c:pt idx="1197">
                  <c:v>39751</c:v>
                </c:pt>
                <c:pt idx="1198">
                  <c:v>39752</c:v>
                </c:pt>
                <c:pt idx="1199">
                  <c:v>39755</c:v>
                </c:pt>
                <c:pt idx="1200">
                  <c:v>39756</c:v>
                </c:pt>
                <c:pt idx="1201">
                  <c:v>39757</c:v>
                </c:pt>
                <c:pt idx="1202">
                  <c:v>39758</c:v>
                </c:pt>
                <c:pt idx="1203">
                  <c:v>39759</c:v>
                </c:pt>
                <c:pt idx="1204">
                  <c:v>39762</c:v>
                </c:pt>
                <c:pt idx="1205">
                  <c:v>39763</c:v>
                </c:pt>
                <c:pt idx="1206">
                  <c:v>39764</c:v>
                </c:pt>
                <c:pt idx="1207">
                  <c:v>39765</c:v>
                </c:pt>
                <c:pt idx="1208">
                  <c:v>39766</c:v>
                </c:pt>
                <c:pt idx="1209">
                  <c:v>39769</c:v>
                </c:pt>
                <c:pt idx="1210">
                  <c:v>39770</c:v>
                </c:pt>
                <c:pt idx="1211">
                  <c:v>39771</c:v>
                </c:pt>
                <c:pt idx="1212">
                  <c:v>39772</c:v>
                </c:pt>
                <c:pt idx="1213">
                  <c:v>39773</c:v>
                </c:pt>
                <c:pt idx="1214">
                  <c:v>39776</c:v>
                </c:pt>
                <c:pt idx="1215">
                  <c:v>39777</c:v>
                </c:pt>
                <c:pt idx="1216">
                  <c:v>39778</c:v>
                </c:pt>
                <c:pt idx="1217">
                  <c:v>39779</c:v>
                </c:pt>
                <c:pt idx="1218">
                  <c:v>39780</c:v>
                </c:pt>
                <c:pt idx="1219">
                  <c:v>39783</c:v>
                </c:pt>
                <c:pt idx="1220">
                  <c:v>39784</c:v>
                </c:pt>
                <c:pt idx="1221">
                  <c:v>39785</c:v>
                </c:pt>
                <c:pt idx="1222">
                  <c:v>39786</c:v>
                </c:pt>
                <c:pt idx="1223">
                  <c:v>39787</c:v>
                </c:pt>
                <c:pt idx="1224">
                  <c:v>39790</c:v>
                </c:pt>
                <c:pt idx="1225">
                  <c:v>39791</c:v>
                </c:pt>
                <c:pt idx="1226">
                  <c:v>39792</c:v>
                </c:pt>
                <c:pt idx="1227">
                  <c:v>39793</c:v>
                </c:pt>
                <c:pt idx="1228">
                  <c:v>39794</c:v>
                </c:pt>
                <c:pt idx="1229">
                  <c:v>39797</c:v>
                </c:pt>
                <c:pt idx="1230">
                  <c:v>39798</c:v>
                </c:pt>
                <c:pt idx="1231">
                  <c:v>39799</c:v>
                </c:pt>
                <c:pt idx="1232">
                  <c:v>39800</c:v>
                </c:pt>
                <c:pt idx="1233">
                  <c:v>39801</c:v>
                </c:pt>
                <c:pt idx="1234">
                  <c:v>39804</c:v>
                </c:pt>
                <c:pt idx="1235">
                  <c:v>39805</c:v>
                </c:pt>
                <c:pt idx="1236">
                  <c:v>39806</c:v>
                </c:pt>
                <c:pt idx="1237">
                  <c:v>39808</c:v>
                </c:pt>
                <c:pt idx="1238">
                  <c:v>39811</c:v>
                </c:pt>
                <c:pt idx="1239">
                  <c:v>39812</c:v>
                </c:pt>
                <c:pt idx="1240">
                  <c:v>39813</c:v>
                </c:pt>
                <c:pt idx="1241">
                  <c:v>39814</c:v>
                </c:pt>
                <c:pt idx="1242">
                  <c:v>39815</c:v>
                </c:pt>
                <c:pt idx="1243">
                  <c:v>39818</c:v>
                </c:pt>
                <c:pt idx="1244">
                  <c:v>39819</c:v>
                </c:pt>
                <c:pt idx="1245">
                  <c:v>39820</c:v>
                </c:pt>
                <c:pt idx="1246">
                  <c:v>39821</c:v>
                </c:pt>
                <c:pt idx="1247">
                  <c:v>39822</c:v>
                </c:pt>
                <c:pt idx="1248">
                  <c:v>39825</c:v>
                </c:pt>
                <c:pt idx="1249">
                  <c:v>39826</c:v>
                </c:pt>
                <c:pt idx="1250">
                  <c:v>39827</c:v>
                </c:pt>
                <c:pt idx="1251">
                  <c:v>39828</c:v>
                </c:pt>
                <c:pt idx="1252">
                  <c:v>39829</c:v>
                </c:pt>
                <c:pt idx="1253">
                  <c:v>39832</c:v>
                </c:pt>
                <c:pt idx="1254">
                  <c:v>39833</c:v>
                </c:pt>
                <c:pt idx="1255">
                  <c:v>39834</c:v>
                </c:pt>
                <c:pt idx="1256">
                  <c:v>39835</c:v>
                </c:pt>
                <c:pt idx="1257">
                  <c:v>39836</c:v>
                </c:pt>
                <c:pt idx="1258">
                  <c:v>39839</c:v>
                </c:pt>
                <c:pt idx="1259">
                  <c:v>39840</c:v>
                </c:pt>
                <c:pt idx="1260">
                  <c:v>39841</c:v>
                </c:pt>
                <c:pt idx="1261">
                  <c:v>39842</c:v>
                </c:pt>
                <c:pt idx="1262">
                  <c:v>39843</c:v>
                </c:pt>
                <c:pt idx="1263">
                  <c:v>39846</c:v>
                </c:pt>
                <c:pt idx="1264">
                  <c:v>39847</c:v>
                </c:pt>
                <c:pt idx="1265">
                  <c:v>39848</c:v>
                </c:pt>
                <c:pt idx="1266">
                  <c:v>39849</c:v>
                </c:pt>
                <c:pt idx="1267">
                  <c:v>39850</c:v>
                </c:pt>
                <c:pt idx="1268">
                  <c:v>39853</c:v>
                </c:pt>
                <c:pt idx="1269">
                  <c:v>39854</c:v>
                </c:pt>
                <c:pt idx="1270">
                  <c:v>39855</c:v>
                </c:pt>
                <c:pt idx="1271">
                  <c:v>39856</c:v>
                </c:pt>
                <c:pt idx="1272">
                  <c:v>39857</c:v>
                </c:pt>
                <c:pt idx="1273">
                  <c:v>39860</c:v>
                </c:pt>
                <c:pt idx="1274">
                  <c:v>39861</c:v>
                </c:pt>
                <c:pt idx="1275">
                  <c:v>39862</c:v>
                </c:pt>
                <c:pt idx="1276">
                  <c:v>39863</c:v>
                </c:pt>
                <c:pt idx="1277">
                  <c:v>39864</c:v>
                </c:pt>
                <c:pt idx="1278">
                  <c:v>39867</c:v>
                </c:pt>
                <c:pt idx="1279">
                  <c:v>39868</c:v>
                </c:pt>
                <c:pt idx="1280">
                  <c:v>39869</c:v>
                </c:pt>
                <c:pt idx="1281">
                  <c:v>39870</c:v>
                </c:pt>
                <c:pt idx="1282">
                  <c:v>39871</c:v>
                </c:pt>
                <c:pt idx="1283">
                  <c:v>39874</c:v>
                </c:pt>
                <c:pt idx="1284">
                  <c:v>39875</c:v>
                </c:pt>
                <c:pt idx="1285">
                  <c:v>39876</c:v>
                </c:pt>
                <c:pt idx="1286">
                  <c:v>39877</c:v>
                </c:pt>
                <c:pt idx="1287">
                  <c:v>39878</c:v>
                </c:pt>
                <c:pt idx="1288">
                  <c:v>39881</c:v>
                </c:pt>
                <c:pt idx="1289">
                  <c:v>39882</c:v>
                </c:pt>
                <c:pt idx="1290">
                  <c:v>39883</c:v>
                </c:pt>
                <c:pt idx="1291">
                  <c:v>39884</c:v>
                </c:pt>
                <c:pt idx="1292">
                  <c:v>39885</c:v>
                </c:pt>
                <c:pt idx="1293">
                  <c:v>39888</c:v>
                </c:pt>
                <c:pt idx="1294">
                  <c:v>39889</c:v>
                </c:pt>
                <c:pt idx="1295">
                  <c:v>39890</c:v>
                </c:pt>
                <c:pt idx="1296">
                  <c:v>39891</c:v>
                </c:pt>
                <c:pt idx="1297">
                  <c:v>39892</c:v>
                </c:pt>
                <c:pt idx="1298">
                  <c:v>39895</c:v>
                </c:pt>
                <c:pt idx="1299">
                  <c:v>39896</c:v>
                </c:pt>
                <c:pt idx="1300">
                  <c:v>39897</c:v>
                </c:pt>
                <c:pt idx="1301">
                  <c:v>39898</c:v>
                </c:pt>
                <c:pt idx="1302">
                  <c:v>39899</c:v>
                </c:pt>
                <c:pt idx="1303">
                  <c:v>39902</c:v>
                </c:pt>
                <c:pt idx="1304">
                  <c:v>39903</c:v>
                </c:pt>
                <c:pt idx="1305">
                  <c:v>39904</c:v>
                </c:pt>
                <c:pt idx="1306">
                  <c:v>39905</c:v>
                </c:pt>
                <c:pt idx="1307">
                  <c:v>39906</c:v>
                </c:pt>
                <c:pt idx="1308">
                  <c:v>39909</c:v>
                </c:pt>
                <c:pt idx="1309">
                  <c:v>39910</c:v>
                </c:pt>
                <c:pt idx="1310">
                  <c:v>39911</c:v>
                </c:pt>
                <c:pt idx="1311">
                  <c:v>39912</c:v>
                </c:pt>
                <c:pt idx="1312">
                  <c:v>39913</c:v>
                </c:pt>
                <c:pt idx="1313">
                  <c:v>39916</c:v>
                </c:pt>
                <c:pt idx="1314">
                  <c:v>39917</c:v>
                </c:pt>
                <c:pt idx="1315">
                  <c:v>39918</c:v>
                </c:pt>
                <c:pt idx="1316">
                  <c:v>39919</c:v>
                </c:pt>
                <c:pt idx="1317">
                  <c:v>39920</c:v>
                </c:pt>
                <c:pt idx="1318">
                  <c:v>39923</c:v>
                </c:pt>
                <c:pt idx="1319">
                  <c:v>39924</c:v>
                </c:pt>
                <c:pt idx="1320">
                  <c:v>39925</c:v>
                </c:pt>
                <c:pt idx="1321">
                  <c:v>39926</c:v>
                </c:pt>
                <c:pt idx="1322">
                  <c:v>39927</c:v>
                </c:pt>
                <c:pt idx="1323">
                  <c:v>39930</c:v>
                </c:pt>
                <c:pt idx="1324">
                  <c:v>39931</c:v>
                </c:pt>
                <c:pt idx="1325">
                  <c:v>39932</c:v>
                </c:pt>
                <c:pt idx="1326">
                  <c:v>39933</c:v>
                </c:pt>
                <c:pt idx="1327">
                  <c:v>39934</c:v>
                </c:pt>
                <c:pt idx="1328">
                  <c:v>39937</c:v>
                </c:pt>
                <c:pt idx="1329">
                  <c:v>39938</c:v>
                </c:pt>
                <c:pt idx="1330">
                  <c:v>39939</c:v>
                </c:pt>
                <c:pt idx="1331">
                  <c:v>39940</c:v>
                </c:pt>
                <c:pt idx="1332">
                  <c:v>39941</c:v>
                </c:pt>
                <c:pt idx="1333">
                  <c:v>39944</c:v>
                </c:pt>
                <c:pt idx="1334">
                  <c:v>39945</c:v>
                </c:pt>
                <c:pt idx="1335">
                  <c:v>39946</c:v>
                </c:pt>
                <c:pt idx="1336">
                  <c:v>39947</c:v>
                </c:pt>
                <c:pt idx="1337">
                  <c:v>39948</c:v>
                </c:pt>
                <c:pt idx="1338">
                  <c:v>39951</c:v>
                </c:pt>
                <c:pt idx="1339">
                  <c:v>39952</c:v>
                </c:pt>
                <c:pt idx="1340">
                  <c:v>39953</c:v>
                </c:pt>
                <c:pt idx="1341">
                  <c:v>39954</c:v>
                </c:pt>
                <c:pt idx="1342">
                  <c:v>39955</c:v>
                </c:pt>
                <c:pt idx="1343">
                  <c:v>39958</c:v>
                </c:pt>
                <c:pt idx="1344">
                  <c:v>39959</c:v>
                </c:pt>
                <c:pt idx="1345">
                  <c:v>39960</c:v>
                </c:pt>
                <c:pt idx="1346">
                  <c:v>39961</c:v>
                </c:pt>
                <c:pt idx="1347">
                  <c:v>39962</c:v>
                </c:pt>
                <c:pt idx="1348">
                  <c:v>39965</c:v>
                </c:pt>
                <c:pt idx="1349">
                  <c:v>39966</c:v>
                </c:pt>
                <c:pt idx="1350">
                  <c:v>39967</c:v>
                </c:pt>
                <c:pt idx="1351">
                  <c:v>39968</c:v>
                </c:pt>
                <c:pt idx="1352">
                  <c:v>39969</c:v>
                </c:pt>
                <c:pt idx="1353">
                  <c:v>39972</c:v>
                </c:pt>
                <c:pt idx="1354">
                  <c:v>39973</c:v>
                </c:pt>
                <c:pt idx="1355">
                  <c:v>39974</c:v>
                </c:pt>
                <c:pt idx="1356">
                  <c:v>39975</c:v>
                </c:pt>
                <c:pt idx="1357">
                  <c:v>39976</c:v>
                </c:pt>
                <c:pt idx="1358">
                  <c:v>39979</c:v>
                </c:pt>
                <c:pt idx="1359">
                  <c:v>39980</c:v>
                </c:pt>
                <c:pt idx="1360">
                  <c:v>39981</c:v>
                </c:pt>
                <c:pt idx="1361">
                  <c:v>39982</c:v>
                </c:pt>
                <c:pt idx="1362">
                  <c:v>39983</c:v>
                </c:pt>
                <c:pt idx="1363">
                  <c:v>39986</c:v>
                </c:pt>
                <c:pt idx="1364">
                  <c:v>39987</c:v>
                </c:pt>
                <c:pt idx="1365">
                  <c:v>39988</c:v>
                </c:pt>
                <c:pt idx="1366">
                  <c:v>39989</c:v>
                </c:pt>
                <c:pt idx="1367">
                  <c:v>39990</c:v>
                </c:pt>
                <c:pt idx="1368">
                  <c:v>39993</c:v>
                </c:pt>
                <c:pt idx="1369">
                  <c:v>39994</c:v>
                </c:pt>
                <c:pt idx="1370">
                  <c:v>39995</c:v>
                </c:pt>
                <c:pt idx="1371">
                  <c:v>39996</c:v>
                </c:pt>
                <c:pt idx="1372">
                  <c:v>39997</c:v>
                </c:pt>
                <c:pt idx="1373">
                  <c:v>40000</c:v>
                </c:pt>
                <c:pt idx="1374">
                  <c:v>40001</c:v>
                </c:pt>
                <c:pt idx="1375">
                  <c:v>40002</c:v>
                </c:pt>
                <c:pt idx="1376">
                  <c:v>40003</c:v>
                </c:pt>
                <c:pt idx="1377">
                  <c:v>40004</c:v>
                </c:pt>
                <c:pt idx="1378">
                  <c:v>40007</c:v>
                </c:pt>
                <c:pt idx="1379">
                  <c:v>40008</c:v>
                </c:pt>
                <c:pt idx="1380">
                  <c:v>40009</c:v>
                </c:pt>
                <c:pt idx="1381">
                  <c:v>40010</c:v>
                </c:pt>
                <c:pt idx="1382">
                  <c:v>40011</c:v>
                </c:pt>
                <c:pt idx="1383">
                  <c:v>40014</c:v>
                </c:pt>
                <c:pt idx="1384">
                  <c:v>40015</c:v>
                </c:pt>
                <c:pt idx="1385">
                  <c:v>40016</c:v>
                </c:pt>
                <c:pt idx="1386">
                  <c:v>40017</c:v>
                </c:pt>
                <c:pt idx="1387">
                  <c:v>40018</c:v>
                </c:pt>
                <c:pt idx="1388">
                  <c:v>40021</c:v>
                </c:pt>
                <c:pt idx="1389">
                  <c:v>40022</c:v>
                </c:pt>
                <c:pt idx="1390">
                  <c:v>40023</c:v>
                </c:pt>
                <c:pt idx="1391">
                  <c:v>40024</c:v>
                </c:pt>
                <c:pt idx="1392">
                  <c:v>40025</c:v>
                </c:pt>
                <c:pt idx="1393">
                  <c:v>40028</c:v>
                </c:pt>
                <c:pt idx="1394">
                  <c:v>40029</c:v>
                </c:pt>
                <c:pt idx="1395">
                  <c:v>40030</c:v>
                </c:pt>
                <c:pt idx="1396">
                  <c:v>40031</c:v>
                </c:pt>
                <c:pt idx="1397">
                  <c:v>40032</c:v>
                </c:pt>
                <c:pt idx="1398">
                  <c:v>40035</c:v>
                </c:pt>
                <c:pt idx="1399">
                  <c:v>40036</c:v>
                </c:pt>
                <c:pt idx="1400">
                  <c:v>40037</c:v>
                </c:pt>
                <c:pt idx="1401">
                  <c:v>40038</c:v>
                </c:pt>
                <c:pt idx="1402">
                  <c:v>40039</c:v>
                </c:pt>
                <c:pt idx="1403">
                  <c:v>40042</c:v>
                </c:pt>
                <c:pt idx="1404">
                  <c:v>40043</c:v>
                </c:pt>
                <c:pt idx="1405">
                  <c:v>40044</c:v>
                </c:pt>
                <c:pt idx="1406">
                  <c:v>40045</c:v>
                </c:pt>
                <c:pt idx="1407">
                  <c:v>40046</c:v>
                </c:pt>
                <c:pt idx="1408">
                  <c:v>40049</c:v>
                </c:pt>
                <c:pt idx="1409">
                  <c:v>40050</c:v>
                </c:pt>
                <c:pt idx="1410">
                  <c:v>40051</c:v>
                </c:pt>
                <c:pt idx="1411">
                  <c:v>40052</c:v>
                </c:pt>
                <c:pt idx="1412">
                  <c:v>40053</c:v>
                </c:pt>
                <c:pt idx="1413">
                  <c:v>40056</c:v>
                </c:pt>
                <c:pt idx="1414">
                  <c:v>40057</c:v>
                </c:pt>
                <c:pt idx="1415">
                  <c:v>40058</c:v>
                </c:pt>
                <c:pt idx="1416">
                  <c:v>40059</c:v>
                </c:pt>
                <c:pt idx="1417">
                  <c:v>40060</c:v>
                </c:pt>
                <c:pt idx="1418">
                  <c:v>40063</c:v>
                </c:pt>
                <c:pt idx="1419">
                  <c:v>40064</c:v>
                </c:pt>
                <c:pt idx="1420">
                  <c:v>40065</c:v>
                </c:pt>
                <c:pt idx="1421">
                  <c:v>40066</c:v>
                </c:pt>
                <c:pt idx="1422">
                  <c:v>40067</c:v>
                </c:pt>
                <c:pt idx="1423">
                  <c:v>40070</c:v>
                </c:pt>
                <c:pt idx="1424">
                  <c:v>40071</c:v>
                </c:pt>
                <c:pt idx="1425">
                  <c:v>40072</c:v>
                </c:pt>
                <c:pt idx="1426">
                  <c:v>40073</c:v>
                </c:pt>
                <c:pt idx="1427">
                  <c:v>40074</c:v>
                </c:pt>
                <c:pt idx="1428">
                  <c:v>40077</c:v>
                </c:pt>
                <c:pt idx="1429">
                  <c:v>40078</c:v>
                </c:pt>
                <c:pt idx="1430">
                  <c:v>40079</c:v>
                </c:pt>
                <c:pt idx="1431">
                  <c:v>40080</c:v>
                </c:pt>
                <c:pt idx="1432">
                  <c:v>40081</c:v>
                </c:pt>
                <c:pt idx="1433">
                  <c:v>40084</c:v>
                </c:pt>
                <c:pt idx="1434">
                  <c:v>40085</c:v>
                </c:pt>
                <c:pt idx="1435">
                  <c:v>40086</c:v>
                </c:pt>
                <c:pt idx="1436">
                  <c:v>40087</c:v>
                </c:pt>
                <c:pt idx="1437">
                  <c:v>40088</c:v>
                </c:pt>
                <c:pt idx="1438">
                  <c:v>40091</c:v>
                </c:pt>
                <c:pt idx="1439">
                  <c:v>40092</c:v>
                </c:pt>
                <c:pt idx="1440">
                  <c:v>40093</c:v>
                </c:pt>
                <c:pt idx="1441">
                  <c:v>40094</c:v>
                </c:pt>
                <c:pt idx="1442">
                  <c:v>40095</c:v>
                </c:pt>
                <c:pt idx="1443">
                  <c:v>40098</c:v>
                </c:pt>
                <c:pt idx="1444">
                  <c:v>40099</c:v>
                </c:pt>
                <c:pt idx="1445">
                  <c:v>40100</c:v>
                </c:pt>
                <c:pt idx="1446">
                  <c:v>40101</c:v>
                </c:pt>
                <c:pt idx="1447">
                  <c:v>40102</c:v>
                </c:pt>
                <c:pt idx="1448">
                  <c:v>40105</c:v>
                </c:pt>
                <c:pt idx="1449">
                  <c:v>40106</c:v>
                </c:pt>
                <c:pt idx="1450">
                  <c:v>40107</c:v>
                </c:pt>
                <c:pt idx="1451">
                  <c:v>40108</c:v>
                </c:pt>
                <c:pt idx="1452">
                  <c:v>40109</c:v>
                </c:pt>
                <c:pt idx="1453">
                  <c:v>40112</c:v>
                </c:pt>
                <c:pt idx="1454">
                  <c:v>40113</c:v>
                </c:pt>
                <c:pt idx="1455">
                  <c:v>40114</c:v>
                </c:pt>
                <c:pt idx="1456">
                  <c:v>40115</c:v>
                </c:pt>
                <c:pt idx="1457">
                  <c:v>40116</c:v>
                </c:pt>
                <c:pt idx="1458">
                  <c:v>40119</c:v>
                </c:pt>
                <c:pt idx="1459">
                  <c:v>40120</c:v>
                </c:pt>
                <c:pt idx="1460">
                  <c:v>40121</c:v>
                </c:pt>
                <c:pt idx="1461">
                  <c:v>40122</c:v>
                </c:pt>
                <c:pt idx="1462">
                  <c:v>40123</c:v>
                </c:pt>
                <c:pt idx="1463">
                  <c:v>40126</c:v>
                </c:pt>
                <c:pt idx="1464">
                  <c:v>40127</c:v>
                </c:pt>
                <c:pt idx="1465">
                  <c:v>40128</c:v>
                </c:pt>
                <c:pt idx="1466">
                  <c:v>40129</c:v>
                </c:pt>
                <c:pt idx="1467">
                  <c:v>40130</c:v>
                </c:pt>
                <c:pt idx="1468">
                  <c:v>40133</c:v>
                </c:pt>
                <c:pt idx="1469">
                  <c:v>40134</c:v>
                </c:pt>
                <c:pt idx="1470">
                  <c:v>40135</c:v>
                </c:pt>
                <c:pt idx="1471">
                  <c:v>40136</c:v>
                </c:pt>
                <c:pt idx="1472">
                  <c:v>40137</c:v>
                </c:pt>
                <c:pt idx="1473">
                  <c:v>40140</c:v>
                </c:pt>
                <c:pt idx="1474">
                  <c:v>40141</c:v>
                </c:pt>
                <c:pt idx="1475">
                  <c:v>40142</c:v>
                </c:pt>
                <c:pt idx="1476">
                  <c:v>40143</c:v>
                </c:pt>
                <c:pt idx="1477">
                  <c:v>40144</c:v>
                </c:pt>
                <c:pt idx="1478">
                  <c:v>40147</c:v>
                </c:pt>
                <c:pt idx="1479">
                  <c:v>40148</c:v>
                </c:pt>
                <c:pt idx="1480">
                  <c:v>40149</c:v>
                </c:pt>
                <c:pt idx="1481">
                  <c:v>40150</c:v>
                </c:pt>
                <c:pt idx="1482">
                  <c:v>40151</c:v>
                </c:pt>
                <c:pt idx="1483">
                  <c:v>40154</c:v>
                </c:pt>
                <c:pt idx="1484">
                  <c:v>40155</c:v>
                </c:pt>
                <c:pt idx="1485">
                  <c:v>40156</c:v>
                </c:pt>
                <c:pt idx="1486">
                  <c:v>40157</c:v>
                </c:pt>
                <c:pt idx="1487">
                  <c:v>40158</c:v>
                </c:pt>
                <c:pt idx="1488">
                  <c:v>40161</c:v>
                </c:pt>
                <c:pt idx="1489">
                  <c:v>40162</c:v>
                </c:pt>
                <c:pt idx="1490">
                  <c:v>40163</c:v>
                </c:pt>
                <c:pt idx="1491">
                  <c:v>40164</c:v>
                </c:pt>
                <c:pt idx="1492">
                  <c:v>40165</c:v>
                </c:pt>
                <c:pt idx="1493">
                  <c:v>40168</c:v>
                </c:pt>
                <c:pt idx="1494">
                  <c:v>40169</c:v>
                </c:pt>
                <c:pt idx="1495">
                  <c:v>40170</c:v>
                </c:pt>
                <c:pt idx="1496">
                  <c:v>40171</c:v>
                </c:pt>
                <c:pt idx="1497">
                  <c:v>40172</c:v>
                </c:pt>
                <c:pt idx="1498">
                  <c:v>40175</c:v>
                </c:pt>
                <c:pt idx="1499">
                  <c:v>40176</c:v>
                </c:pt>
                <c:pt idx="1500">
                  <c:v>40177</c:v>
                </c:pt>
                <c:pt idx="1501">
                  <c:v>40178</c:v>
                </c:pt>
                <c:pt idx="1502">
                  <c:v>40179</c:v>
                </c:pt>
                <c:pt idx="1503">
                  <c:v>40182</c:v>
                </c:pt>
                <c:pt idx="1504">
                  <c:v>40183</c:v>
                </c:pt>
                <c:pt idx="1505">
                  <c:v>40184</c:v>
                </c:pt>
                <c:pt idx="1506">
                  <c:v>40185</c:v>
                </c:pt>
                <c:pt idx="1507">
                  <c:v>40186</c:v>
                </c:pt>
                <c:pt idx="1508">
                  <c:v>40189</c:v>
                </c:pt>
                <c:pt idx="1509">
                  <c:v>40190</c:v>
                </c:pt>
                <c:pt idx="1510">
                  <c:v>40191</c:v>
                </c:pt>
                <c:pt idx="1511">
                  <c:v>40192</c:v>
                </c:pt>
                <c:pt idx="1512">
                  <c:v>40193</c:v>
                </c:pt>
                <c:pt idx="1513">
                  <c:v>40196</c:v>
                </c:pt>
                <c:pt idx="1514">
                  <c:v>40197</c:v>
                </c:pt>
                <c:pt idx="1515">
                  <c:v>40198</c:v>
                </c:pt>
                <c:pt idx="1516">
                  <c:v>40199</c:v>
                </c:pt>
                <c:pt idx="1517">
                  <c:v>40200</c:v>
                </c:pt>
                <c:pt idx="1518">
                  <c:v>40203</c:v>
                </c:pt>
                <c:pt idx="1519">
                  <c:v>40204</c:v>
                </c:pt>
                <c:pt idx="1520">
                  <c:v>40205</c:v>
                </c:pt>
                <c:pt idx="1521">
                  <c:v>40206</c:v>
                </c:pt>
                <c:pt idx="1522">
                  <c:v>40207</c:v>
                </c:pt>
                <c:pt idx="1523">
                  <c:v>40210</c:v>
                </c:pt>
                <c:pt idx="1524">
                  <c:v>40211</c:v>
                </c:pt>
                <c:pt idx="1525">
                  <c:v>40212</c:v>
                </c:pt>
                <c:pt idx="1526">
                  <c:v>40213</c:v>
                </c:pt>
                <c:pt idx="1527">
                  <c:v>40214</c:v>
                </c:pt>
                <c:pt idx="1528">
                  <c:v>40217</c:v>
                </c:pt>
                <c:pt idx="1529">
                  <c:v>40218</c:v>
                </c:pt>
                <c:pt idx="1530">
                  <c:v>40219</c:v>
                </c:pt>
                <c:pt idx="1531">
                  <c:v>40220</c:v>
                </c:pt>
                <c:pt idx="1532">
                  <c:v>40221</c:v>
                </c:pt>
                <c:pt idx="1533">
                  <c:v>40224</c:v>
                </c:pt>
                <c:pt idx="1534">
                  <c:v>40225</c:v>
                </c:pt>
                <c:pt idx="1535">
                  <c:v>40226</c:v>
                </c:pt>
                <c:pt idx="1536">
                  <c:v>40227</c:v>
                </c:pt>
                <c:pt idx="1537">
                  <c:v>40228</c:v>
                </c:pt>
                <c:pt idx="1538">
                  <c:v>40231</c:v>
                </c:pt>
                <c:pt idx="1539">
                  <c:v>40232</c:v>
                </c:pt>
                <c:pt idx="1540">
                  <c:v>40233</c:v>
                </c:pt>
                <c:pt idx="1541">
                  <c:v>40234</c:v>
                </c:pt>
                <c:pt idx="1542">
                  <c:v>40235</c:v>
                </c:pt>
                <c:pt idx="1543">
                  <c:v>40238</c:v>
                </c:pt>
                <c:pt idx="1544">
                  <c:v>40239</c:v>
                </c:pt>
                <c:pt idx="1545">
                  <c:v>40240</c:v>
                </c:pt>
                <c:pt idx="1546">
                  <c:v>40241</c:v>
                </c:pt>
                <c:pt idx="1547">
                  <c:v>40242</c:v>
                </c:pt>
                <c:pt idx="1548">
                  <c:v>40245</c:v>
                </c:pt>
                <c:pt idx="1549">
                  <c:v>40246</c:v>
                </c:pt>
                <c:pt idx="1550">
                  <c:v>40247</c:v>
                </c:pt>
                <c:pt idx="1551">
                  <c:v>40248</c:v>
                </c:pt>
                <c:pt idx="1552">
                  <c:v>40249</c:v>
                </c:pt>
                <c:pt idx="1553">
                  <c:v>40252</c:v>
                </c:pt>
                <c:pt idx="1554">
                  <c:v>40253</c:v>
                </c:pt>
                <c:pt idx="1555">
                  <c:v>40254</c:v>
                </c:pt>
                <c:pt idx="1556">
                  <c:v>40255</c:v>
                </c:pt>
                <c:pt idx="1557">
                  <c:v>40256</c:v>
                </c:pt>
                <c:pt idx="1558">
                  <c:v>40259</c:v>
                </c:pt>
                <c:pt idx="1559">
                  <c:v>40260</c:v>
                </c:pt>
                <c:pt idx="1560">
                  <c:v>40261</c:v>
                </c:pt>
                <c:pt idx="1561">
                  <c:v>40262</c:v>
                </c:pt>
                <c:pt idx="1562">
                  <c:v>40263</c:v>
                </c:pt>
                <c:pt idx="1563">
                  <c:v>40266</c:v>
                </c:pt>
                <c:pt idx="1564">
                  <c:v>40267</c:v>
                </c:pt>
                <c:pt idx="1565">
                  <c:v>40268</c:v>
                </c:pt>
                <c:pt idx="1566">
                  <c:v>40269</c:v>
                </c:pt>
                <c:pt idx="1567">
                  <c:v>40270</c:v>
                </c:pt>
                <c:pt idx="1568">
                  <c:v>40273</c:v>
                </c:pt>
                <c:pt idx="1569">
                  <c:v>40274</c:v>
                </c:pt>
                <c:pt idx="1570">
                  <c:v>40275</c:v>
                </c:pt>
                <c:pt idx="1571">
                  <c:v>40276</c:v>
                </c:pt>
                <c:pt idx="1572">
                  <c:v>40277</c:v>
                </c:pt>
                <c:pt idx="1573">
                  <c:v>40280</c:v>
                </c:pt>
                <c:pt idx="1574">
                  <c:v>40281</c:v>
                </c:pt>
                <c:pt idx="1575">
                  <c:v>40282</c:v>
                </c:pt>
                <c:pt idx="1576">
                  <c:v>40283</c:v>
                </c:pt>
                <c:pt idx="1577">
                  <c:v>40284</c:v>
                </c:pt>
                <c:pt idx="1578">
                  <c:v>40287</c:v>
                </c:pt>
                <c:pt idx="1579">
                  <c:v>40288</c:v>
                </c:pt>
                <c:pt idx="1580">
                  <c:v>40289</c:v>
                </c:pt>
                <c:pt idx="1581">
                  <c:v>40290</c:v>
                </c:pt>
                <c:pt idx="1582">
                  <c:v>40291</c:v>
                </c:pt>
                <c:pt idx="1583">
                  <c:v>40294</c:v>
                </c:pt>
                <c:pt idx="1584">
                  <c:v>40295</c:v>
                </c:pt>
                <c:pt idx="1585">
                  <c:v>40296</c:v>
                </c:pt>
                <c:pt idx="1586">
                  <c:v>40297</c:v>
                </c:pt>
                <c:pt idx="1587">
                  <c:v>40298</c:v>
                </c:pt>
                <c:pt idx="1588">
                  <c:v>40301</c:v>
                </c:pt>
                <c:pt idx="1589">
                  <c:v>40302</c:v>
                </c:pt>
                <c:pt idx="1590">
                  <c:v>40303</c:v>
                </c:pt>
                <c:pt idx="1591">
                  <c:v>40304</c:v>
                </c:pt>
                <c:pt idx="1592">
                  <c:v>40305</c:v>
                </c:pt>
                <c:pt idx="1593">
                  <c:v>40308</c:v>
                </c:pt>
                <c:pt idx="1594">
                  <c:v>40309</c:v>
                </c:pt>
                <c:pt idx="1595">
                  <c:v>40310</c:v>
                </c:pt>
                <c:pt idx="1596">
                  <c:v>40311</c:v>
                </c:pt>
                <c:pt idx="1597">
                  <c:v>40312</c:v>
                </c:pt>
                <c:pt idx="1598">
                  <c:v>40315</c:v>
                </c:pt>
                <c:pt idx="1599">
                  <c:v>40316</c:v>
                </c:pt>
                <c:pt idx="1600">
                  <c:v>40317</c:v>
                </c:pt>
                <c:pt idx="1601">
                  <c:v>40318</c:v>
                </c:pt>
                <c:pt idx="1602">
                  <c:v>40319</c:v>
                </c:pt>
                <c:pt idx="1603">
                  <c:v>40322</c:v>
                </c:pt>
                <c:pt idx="1604">
                  <c:v>40323</c:v>
                </c:pt>
                <c:pt idx="1605">
                  <c:v>40324</c:v>
                </c:pt>
                <c:pt idx="1606">
                  <c:v>40325</c:v>
                </c:pt>
                <c:pt idx="1607">
                  <c:v>40326</c:v>
                </c:pt>
                <c:pt idx="1608">
                  <c:v>40329</c:v>
                </c:pt>
                <c:pt idx="1609">
                  <c:v>40330</c:v>
                </c:pt>
                <c:pt idx="1610">
                  <c:v>40331</c:v>
                </c:pt>
                <c:pt idx="1611">
                  <c:v>40332</c:v>
                </c:pt>
                <c:pt idx="1612">
                  <c:v>40333</c:v>
                </c:pt>
                <c:pt idx="1613">
                  <c:v>40336</c:v>
                </c:pt>
                <c:pt idx="1614">
                  <c:v>40337</c:v>
                </c:pt>
                <c:pt idx="1615">
                  <c:v>40338</c:v>
                </c:pt>
                <c:pt idx="1616">
                  <c:v>40339</c:v>
                </c:pt>
                <c:pt idx="1617">
                  <c:v>40340</c:v>
                </c:pt>
                <c:pt idx="1618">
                  <c:v>40343</c:v>
                </c:pt>
                <c:pt idx="1619">
                  <c:v>40344</c:v>
                </c:pt>
                <c:pt idx="1620">
                  <c:v>40345</c:v>
                </c:pt>
                <c:pt idx="1621">
                  <c:v>40346</c:v>
                </c:pt>
                <c:pt idx="1622">
                  <c:v>40347</c:v>
                </c:pt>
                <c:pt idx="1623">
                  <c:v>40350</c:v>
                </c:pt>
                <c:pt idx="1624">
                  <c:v>40351</c:v>
                </c:pt>
                <c:pt idx="1625">
                  <c:v>40352</c:v>
                </c:pt>
                <c:pt idx="1626">
                  <c:v>40353</c:v>
                </c:pt>
                <c:pt idx="1627">
                  <c:v>40354</c:v>
                </c:pt>
                <c:pt idx="1628">
                  <c:v>40357</c:v>
                </c:pt>
                <c:pt idx="1629">
                  <c:v>40358</c:v>
                </c:pt>
                <c:pt idx="1630">
                  <c:v>40359</c:v>
                </c:pt>
                <c:pt idx="1631">
                  <c:v>40360</c:v>
                </c:pt>
                <c:pt idx="1632">
                  <c:v>40361</c:v>
                </c:pt>
                <c:pt idx="1633">
                  <c:v>40364</c:v>
                </c:pt>
                <c:pt idx="1634">
                  <c:v>40365</c:v>
                </c:pt>
                <c:pt idx="1635">
                  <c:v>40366</c:v>
                </c:pt>
                <c:pt idx="1636">
                  <c:v>40367</c:v>
                </c:pt>
                <c:pt idx="1637">
                  <c:v>40368</c:v>
                </c:pt>
                <c:pt idx="1638">
                  <c:v>40371</c:v>
                </c:pt>
                <c:pt idx="1639">
                  <c:v>40372</c:v>
                </c:pt>
                <c:pt idx="1640">
                  <c:v>40373</c:v>
                </c:pt>
                <c:pt idx="1641">
                  <c:v>40374</c:v>
                </c:pt>
                <c:pt idx="1642">
                  <c:v>40375</c:v>
                </c:pt>
                <c:pt idx="1643">
                  <c:v>40378</c:v>
                </c:pt>
                <c:pt idx="1644">
                  <c:v>40379</c:v>
                </c:pt>
                <c:pt idx="1645">
                  <c:v>40380</c:v>
                </c:pt>
                <c:pt idx="1646">
                  <c:v>40381</c:v>
                </c:pt>
                <c:pt idx="1647">
                  <c:v>40382</c:v>
                </c:pt>
                <c:pt idx="1648">
                  <c:v>40385</c:v>
                </c:pt>
                <c:pt idx="1649">
                  <c:v>40386</c:v>
                </c:pt>
                <c:pt idx="1650">
                  <c:v>40387</c:v>
                </c:pt>
                <c:pt idx="1651">
                  <c:v>40388</c:v>
                </c:pt>
                <c:pt idx="1652">
                  <c:v>40389</c:v>
                </c:pt>
                <c:pt idx="1653">
                  <c:v>40392</c:v>
                </c:pt>
                <c:pt idx="1654">
                  <c:v>40393</c:v>
                </c:pt>
                <c:pt idx="1655">
                  <c:v>40394</c:v>
                </c:pt>
                <c:pt idx="1656">
                  <c:v>40395</c:v>
                </c:pt>
                <c:pt idx="1657">
                  <c:v>40396</c:v>
                </c:pt>
                <c:pt idx="1658">
                  <c:v>40399</c:v>
                </c:pt>
                <c:pt idx="1659">
                  <c:v>40400</c:v>
                </c:pt>
                <c:pt idx="1660">
                  <c:v>40401</c:v>
                </c:pt>
                <c:pt idx="1661">
                  <c:v>40402</c:v>
                </c:pt>
                <c:pt idx="1662">
                  <c:v>40403</c:v>
                </c:pt>
                <c:pt idx="1663">
                  <c:v>40406</c:v>
                </c:pt>
                <c:pt idx="1664">
                  <c:v>40407</c:v>
                </c:pt>
                <c:pt idx="1665">
                  <c:v>40408</c:v>
                </c:pt>
                <c:pt idx="1666">
                  <c:v>40409</c:v>
                </c:pt>
                <c:pt idx="1667">
                  <c:v>40410</c:v>
                </c:pt>
                <c:pt idx="1668">
                  <c:v>40413</c:v>
                </c:pt>
                <c:pt idx="1669">
                  <c:v>40414</c:v>
                </c:pt>
                <c:pt idx="1670">
                  <c:v>40415</c:v>
                </c:pt>
                <c:pt idx="1671">
                  <c:v>40416</c:v>
                </c:pt>
                <c:pt idx="1672">
                  <c:v>40417</c:v>
                </c:pt>
                <c:pt idx="1673">
                  <c:v>40420</c:v>
                </c:pt>
                <c:pt idx="1674">
                  <c:v>40421</c:v>
                </c:pt>
                <c:pt idx="1675">
                  <c:v>40422</c:v>
                </c:pt>
                <c:pt idx="1676">
                  <c:v>40423</c:v>
                </c:pt>
                <c:pt idx="1677">
                  <c:v>40424</c:v>
                </c:pt>
                <c:pt idx="1678">
                  <c:v>40427</c:v>
                </c:pt>
                <c:pt idx="1679">
                  <c:v>40428</c:v>
                </c:pt>
                <c:pt idx="1680">
                  <c:v>40429</c:v>
                </c:pt>
                <c:pt idx="1681">
                  <c:v>40430</c:v>
                </c:pt>
                <c:pt idx="1682">
                  <c:v>40431</c:v>
                </c:pt>
                <c:pt idx="1683">
                  <c:v>40434</c:v>
                </c:pt>
                <c:pt idx="1684">
                  <c:v>40435</c:v>
                </c:pt>
                <c:pt idx="1685">
                  <c:v>40436</c:v>
                </c:pt>
                <c:pt idx="1686">
                  <c:v>40437</c:v>
                </c:pt>
                <c:pt idx="1687">
                  <c:v>40438</c:v>
                </c:pt>
                <c:pt idx="1688">
                  <c:v>40441</c:v>
                </c:pt>
                <c:pt idx="1689">
                  <c:v>40442</c:v>
                </c:pt>
                <c:pt idx="1690">
                  <c:v>40443</c:v>
                </c:pt>
                <c:pt idx="1691">
                  <c:v>40444</c:v>
                </c:pt>
                <c:pt idx="1692">
                  <c:v>40445</c:v>
                </c:pt>
                <c:pt idx="1693">
                  <c:v>40448</c:v>
                </c:pt>
                <c:pt idx="1694">
                  <c:v>40449</c:v>
                </c:pt>
                <c:pt idx="1695">
                  <c:v>40450</c:v>
                </c:pt>
                <c:pt idx="1696">
                  <c:v>40451</c:v>
                </c:pt>
                <c:pt idx="1697">
                  <c:v>40452</c:v>
                </c:pt>
                <c:pt idx="1698">
                  <c:v>40455</c:v>
                </c:pt>
                <c:pt idx="1699">
                  <c:v>40456</c:v>
                </c:pt>
                <c:pt idx="1700">
                  <c:v>40457</c:v>
                </c:pt>
                <c:pt idx="1701">
                  <c:v>40458</c:v>
                </c:pt>
                <c:pt idx="1702">
                  <c:v>40459</c:v>
                </c:pt>
                <c:pt idx="1703">
                  <c:v>40462</c:v>
                </c:pt>
                <c:pt idx="1704">
                  <c:v>40463</c:v>
                </c:pt>
                <c:pt idx="1705">
                  <c:v>40464</c:v>
                </c:pt>
                <c:pt idx="1706">
                  <c:v>40465</c:v>
                </c:pt>
                <c:pt idx="1707">
                  <c:v>40466</c:v>
                </c:pt>
                <c:pt idx="1708">
                  <c:v>40469</c:v>
                </c:pt>
                <c:pt idx="1709">
                  <c:v>40470</c:v>
                </c:pt>
                <c:pt idx="1710">
                  <c:v>40471</c:v>
                </c:pt>
                <c:pt idx="1711">
                  <c:v>40472</c:v>
                </c:pt>
                <c:pt idx="1712">
                  <c:v>40473</c:v>
                </c:pt>
                <c:pt idx="1713">
                  <c:v>40476</c:v>
                </c:pt>
                <c:pt idx="1714">
                  <c:v>40477</c:v>
                </c:pt>
                <c:pt idx="1715">
                  <c:v>40478</c:v>
                </c:pt>
                <c:pt idx="1716">
                  <c:v>40479</c:v>
                </c:pt>
                <c:pt idx="1717">
                  <c:v>40480</c:v>
                </c:pt>
                <c:pt idx="1718">
                  <c:v>40483</c:v>
                </c:pt>
                <c:pt idx="1719">
                  <c:v>40484</c:v>
                </c:pt>
                <c:pt idx="1720">
                  <c:v>40485</c:v>
                </c:pt>
                <c:pt idx="1721">
                  <c:v>40486</c:v>
                </c:pt>
                <c:pt idx="1722">
                  <c:v>40487</c:v>
                </c:pt>
                <c:pt idx="1723">
                  <c:v>40490</c:v>
                </c:pt>
                <c:pt idx="1724">
                  <c:v>40491</c:v>
                </c:pt>
                <c:pt idx="1725">
                  <c:v>40492</c:v>
                </c:pt>
                <c:pt idx="1726">
                  <c:v>40493</c:v>
                </c:pt>
                <c:pt idx="1727">
                  <c:v>40494</c:v>
                </c:pt>
                <c:pt idx="1728">
                  <c:v>40497</c:v>
                </c:pt>
                <c:pt idx="1729">
                  <c:v>40498</c:v>
                </c:pt>
                <c:pt idx="1730">
                  <c:v>40499</c:v>
                </c:pt>
                <c:pt idx="1731">
                  <c:v>40500</c:v>
                </c:pt>
                <c:pt idx="1732">
                  <c:v>40501</c:v>
                </c:pt>
                <c:pt idx="1733">
                  <c:v>40504</c:v>
                </c:pt>
                <c:pt idx="1734">
                  <c:v>40505</c:v>
                </c:pt>
                <c:pt idx="1735">
                  <c:v>40506</c:v>
                </c:pt>
                <c:pt idx="1736">
                  <c:v>40507</c:v>
                </c:pt>
                <c:pt idx="1737">
                  <c:v>40508</c:v>
                </c:pt>
                <c:pt idx="1738">
                  <c:v>40511</c:v>
                </c:pt>
                <c:pt idx="1739">
                  <c:v>40512</c:v>
                </c:pt>
                <c:pt idx="1740">
                  <c:v>40513</c:v>
                </c:pt>
                <c:pt idx="1741">
                  <c:v>40514</c:v>
                </c:pt>
                <c:pt idx="1742">
                  <c:v>40515</c:v>
                </c:pt>
                <c:pt idx="1743">
                  <c:v>40518</c:v>
                </c:pt>
                <c:pt idx="1744">
                  <c:v>40519</c:v>
                </c:pt>
                <c:pt idx="1745">
                  <c:v>40520</c:v>
                </c:pt>
                <c:pt idx="1746">
                  <c:v>40521</c:v>
                </c:pt>
                <c:pt idx="1747">
                  <c:v>40522</c:v>
                </c:pt>
                <c:pt idx="1748">
                  <c:v>40525</c:v>
                </c:pt>
                <c:pt idx="1749">
                  <c:v>40526</c:v>
                </c:pt>
                <c:pt idx="1750">
                  <c:v>40527</c:v>
                </c:pt>
                <c:pt idx="1751">
                  <c:v>40528</c:v>
                </c:pt>
                <c:pt idx="1752">
                  <c:v>40529</c:v>
                </c:pt>
                <c:pt idx="1753">
                  <c:v>40532</c:v>
                </c:pt>
                <c:pt idx="1754">
                  <c:v>40533</c:v>
                </c:pt>
                <c:pt idx="1755">
                  <c:v>40534</c:v>
                </c:pt>
                <c:pt idx="1756">
                  <c:v>40535</c:v>
                </c:pt>
                <c:pt idx="1757">
                  <c:v>40536</c:v>
                </c:pt>
                <c:pt idx="1758">
                  <c:v>40539</c:v>
                </c:pt>
                <c:pt idx="1759">
                  <c:v>40540</c:v>
                </c:pt>
                <c:pt idx="1760">
                  <c:v>40541</c:v>
                </c:pt>
                <c:pt idx="1761">
                  <c:v>40542</c:v>
                </c:pt>
                <c:pt idx="1762">
                  <c:v>40543</c:v>
                </c:pt>
                <c:pt idx="1763">
                  <c:v>40546</c:v>
                </c:pt>
                <c:pt idx="1764">
                  <c:v>40547</c:v>
                </c:pt>
                <c:pt idx="1765">
                  <c:v>40548</c:v>
                </c:pt>
                <c:pt idx="1766">
                  <c:v>40549</c:v>
                </c:pt>
                <c:pt idx="1767">
                  <c:v>40550</c:v>
                </c:pt>
                <c:pt idx="1768">
                  <c:v>40553</c:v>
                </c:pt>
                <c:pt idx="1769">
                  <c:v>40554</c:v>
                </c:pt>
                <c:pt idx="1770">
                  <c:v>40555</c:v>
                </c:pt>
                <c:pt idx="1771">
                  <c:v>40556</c:v>
                </c:pt>
                <c:pt idx="1772">
                  <c:v>40557</c:v>
                </c:pt>
                <c:pt idx="1773">
                  <c:v>40560</c:v>
                </c:pt>
                <c:pt idx="1774">
                  <c:v>40561</c:v>
                </c:pt>
                <c:pt idx="1775">
                  <c:v>40562</c:v>
                </c:pt>
                <c:pt idx="1776">
                  <c:v>40563</c:v>
                </c:pt>
                <c:pt idx="1777">
                  <c:v>40564</c:v>
                </c:pt>
                <c:pt idx="1778">
                  <c:v>40567</c:v>
                </c:pt>
                <c:pt idx="1779">
                  <c:v>40568</c:v>
                </c:pt>
                <c:pt idx="1780">
                  <c:v>40569</c:v>
                </c:pt>
                <c:pt idx="1781">
                  <c:v>40570</c:v>
                </c:pt>
                <c:pt idx="1782">
                  <c:v>40571</c:v>
                </c:pt>
                <c:pt idx="1783">
                  <c:v>40574</c:v>
                </c:pt>
                <c:pt idx="1784">
                  <c:v>40575</c:v>
                </c:pt>
                <c:pt idx="1785">
                  <c:v>40576</c:v>
                </c:pt>
                <c:pt idx="1786">
                  <c:v>40577</c:v>
                </c:pt>
                <c:pt idx="1787">
                  <c:v>40578</c:v>
                </c:pt>
                <c:pt idx="1788">
                  <c:v>40581</c:v>
                </c:pt>
                <c:pt idx="1789">
                  <c:v>40582</c:v>
                </c:pt>
                <c:pt idx="1790">
                  <c:v>40583</c:v>
                </c:pt>
                <c:pt idx="1791">
                  <c:v>40584</c:v>
                </c:pt>
                <c:pt idx="1792">
                  <c:v>40585</c:v>
                </c:pt>
                <c:pt idx="1793">
                  <c:v>40588</c:v>
                </c:pt>
                <c:pt idx="1794">
                  <c:v>40589</c:v>
                </c:pt>
                <c:pt idx="1795">
                  <c:v>40590</c:v>
                </c:pt>
                <c:pt idx="1796">
                  <c:v>40591</c:v>
                </c:pt>
                <c:pt idx="1797">
                  <c:v>40592</c:v>
                </c:pt>
                <c:pt idx="1798">
                  <c:v>40595</c:v>
                </c:pt>
                <c:pt idx="1799">
                  <c:v>40596</c:v>
                </c:pt>
                <c:pt idx="1800">
                  <c:v>40597</c:v>
                </c:pt>
                <c:pt idx="1801">
                  <c:v>40598</c:v>
                </c:pt>
                <c:pt idx="1802">
                  <c:v>40599</c:v>
                </c:pt>
                <c:pt idx="1803">
                  <c:v>40602</c:v>
                </c:pt>
                <c:pt idx="1804">
                  <c:v>40603</c:v>
                </c:pt>
                <c:pt idx="1805">
                  <c:v>40604</c:v>
                </c:pt>
                <c:pt idx="1806">
                  <c:v>40605</c:v>
                </c:pt>
                <c:pt idx="1807">
                  <c:v>40606</c:v>
                </c:pt>
                <c:pt idx="1808">
                  <c:v>40609</c:v>
                </c:pt>
                <c:pt idx="1809">
                  <c:v>40610</c:v>
                </c:pt>
                <c:pt idx="1810">
                  <c:v>40611</c:v>
                </c:pt>
                <c:pt idx="1811">
                  <c:v>40612</c:v>
                </c:pt>
                <c:pt idx="1812">
                  <c:v>40613</c:v>
                </c:pt>
                <c:pt idx="1813">
                  <c:v>40616</c:v>
                </c:pt>
                <c:pt idx="1814">
                  <c:v>40617</c:v>
                </c:pt>
                <c:pt idx="1815">
                  <c:v>40618</c:v>
                </c:pt>
                <c:pt idx="1816">
                  <c:v>40619</c:v>
                </c:pt>
                <c:pt idx="1817">
                  <c:v>40620</c:v>
                </c:pt>
                <c:pt idx="1818">
                  <c:v>40623</c:v>
                </c:pt>
                <c:pt idx="1819">
                  <c:v>40624</c:v>
                </c:pt>
                <c:pt idx="1820">
                  <c:v>40625</c:v>
                </c:pt>
                <c:pt idx="1821">
                  <c:v>40626</c:v>
                </c:pt>
                <c:pt idx="1822">
                  <c:v>40627</c:v>
                </c:pt>
                <c:pt idx="1823">
                  <c:v>40630</c:v>
                </c:pt>
                <c:pt idx="1824">
                  <c:v>40631</c:v>
                </c:pt>
                <c:pt idx="1825">
                  <c:v>40632</c:v>
                </c:pt>
                <c:pt idx="1826">
                  <c:v>40633</c:v>
                </c:pt>
                <c:pt idx="1827">
                  <c:v>40634</c:v>
                </c:pt>
                <c:pt idx="1828">
                  <c:v>40637</c:v>
                </c:pt>
                <c:pt idx="1829">
                  <c:v>40638</c:v>
                </c:pt>
                <c:pt idx="1830">
                  <c:v>40639</c:v>
                </c:pt>
                <c:pt idx="1831">
                  <c:v>40640</c:v>
                </c:pt>
                <c:pt idx="1832">
                  <c:v>40641</c:v>
                </c:pt>
                <c:pt idx="1833">
                  <c:v>40644</c:v>
                </c:pt>
                <c:pt idx="1834">
                  <c:v>40645</c:v>
                </c:pt>
                <c:pt idx="1835">
                  <c:v>40646</c:v>
                </c:pt>
                <c:pt idx="1836">
                  <c:v>40647</c:v>
                </c:pt>
                <c:pt idx="1837">
                  <c:v>40648</c:v>
                </c:pt>
                <c:pt idx="1838">
                  <c:v>40651</c:v>
                </c:pt>
                <c:pt idx="1839">
                  <c:v>40652</c:v>
                </c:pt>
                <c:pt idx="1840">
                  <c:v>40653</c:v>
                </c:pt>
                <c:pt idx="1841">
                  <c:v>40654</c:v>
                </c:pt>
                <c:pt idx="1842">
                  <c:v>40655</c:v>
                </c:pt>
                <c:pt idx="1843">
                  <c:v>40658</c:v>
                </c:pt>
                <c:pt idx="1844">
                  <c:v>40659</c:v>
                </c:pt>
                <c:pt idx="1845">
                  <c:v>40660</c:v>
                </c:pt>
                <c:pt idx="1846">
                  <c:v>40661</c:v>
                </c:pt>
                <c:pt idx="1847">
                  <c:v>40662</c:v>
                </c:pt>
                <c:pt idx="1848">
                  <c:v>40665</c:v>
                </c:pt>
                <c:pt idx="1849">
                  <c:v>40666</c:v>
                </c:pt>
                <c:pt idx="1850">
                  <c:v>40667</c:v>
                </c:pt>
                <c:pt idx="1851">
                  <c:v>40668</c:v>
                </c:pt>
                <c:pt idx="1852">
                  <c:v>40669</c:v>
                </c:pt>
                <c:pt idx="1853">
                  <c:v>40672</c:v>
                </c:pt>
                <c:pt idx="1854">
                  <c:v>40673</c:v>
                </c:pt>
                <c:pt idx="1855">
                  <c:v>40674</c:v>
                </c:pt>
                <c:pt idx="1856">
                  <c:v>40675</c:v>
                </c:pt>
                <c:pt idx="1857">
                  <c:v>40676</c:v>
                </c:pt>
                <c:pt idx="1858">
                  <c:v>40679</c:v>
                </c:pt>
                <c:pt idx="1859">
                  <c:v>40680</c:v>
                </c:pt>
                <c:pt idx="1860">
                  <c:v>40681</c:v>
                </c:pt>
                <c:pt idx="1861">
                  <c:v>40682</c:v>
                </c:pt>
                <c:pt idx="1862">
                  <c:v>40683</c:v>
                </c:pt>
                <c:pt idx="1863">
                  <c:v>40686</c:v>
                </c:pt>
                <c:pt idx="1864">
                  <c:v>40687</c:v>
                </c:pt>
                <c:pt idx="1865">
                  <c:v>40688</c:v>
                </c:pt>
                <c:pt idx="1866">
                  <c:v>40689</c:v>
                </c:pt>
                <c:pt idx="1867">
                  <c:v>40690</c:v>
                </c:pt>
                <c:pt idx="1868">
                  <c:v>40693</c:v>
                </c:pt>
                <c:pt idx="1869">
                  <c:v>40694</c:v>
                </c:pt>
                <c:pt idx="1870">
                  <c:v>40695</c:v>
                </c:pt>
                <c:pt idx="1871">
                  <c:v>40696</c:v>
                </c:pt>
                <c:pt idx="1872">
                  <c:v>40697</c:v>
                </c:pt>
                <c:pt idx="1873">
                  <c:v>40700</c:v>
                </c:pt>
                <c:pt idx="1874">
                  <c:v>40701</c:v>
                </c:pt>
                <c:pt idx="1875">
                  <c:v>40702</c:v>
                </c:pt>
                <c:pt idx="1876">
                  <c:v>40703</c:v>
                </c:pt>
                <c:pt idx="1877">
                  <c:v>40704</c:v>
                </c:pt>
                <c:pt idx="1878">
                  <c:v>40707</c:v>
                </c:pt>
                <c:pt idx="1879">
                  <c:v>40708</c:v>
                </c:pt>
                <c:pt idx="1880">
                  <c:v>40709</c:v>
                </c:pt>
                <c:pt idx="1881">
                  <c:v>40710</c:v>
                </c:pt>
                <c:pt idx="1882">
                  <c:v>40711</c:v>
                </c:pt>
                <c:pt idx="1883">
                  <c:v>40714</c:v>
                </c:pt>
                <c:pt idx="1884">
                  <c:v>40715</c:v>
                </c:pt>
                <c:pt idx="1885">
                  <c:v>40716</c:v>
                </c:pt>
                <c:pt idx="1886">
                  <c:v>40717</c:v>
                </c:pt>
                <c:pt idx="1887">
                  <c:v>40718</c:v>
                </c:pt>
                <c:pt idx="1888">
                  <c:v>40721</c:v>
                </c:pt>
                <c:pt idx="1889">
                  <c:v>40722</c:v>
                </c:pt>
                <c:pt idx="1890">
                  <c:v>40723</c:v>
                </c:pt>
                <c:pt idx="1891">
                  <c:v>40724</c:v>
                </c:pt>
                <c:pt idx="1892">
                  <c:v>40725</c:v>
                </c:pt>
                <c:pt idx="1893">
                  <c:v>40728</c:v>
                </c:pt>
                <c:pt idx="1894">
                  <c:v>40729</c:v>
                </c:pt>
                <c:pt idx="1895">
                  <c:v>40730</c:v>
                </c:pt>
                <c:pt idx="1896">
                  <c:v>40731</c:v>
                </c:pt>
                <c:pt idx="1897">
                  <c:v>40732</c:v>
                </c:pt>
                <c:pt idx="1898">
                  <c:v>40735</c:v>
                </c:pt>
                <c:pt idx="1899">
                  <c:v>40736</c:v>
                </c:pt>
                <c:pt idx="1900">
                  <c:v>40737</c:v>
                </c:pt>
                <c:pt idx="1901">
                  <c:v>40738</c:v>
                </c:pt>
                <c:pt idx="1902">
                  <c:v>40739</c:v>
                </c:pt>
                <c:pt idx="1903">
                  <c:v>40742</c:v>
                </c:pt>
                <c:pt idx="1904">
                  <c:v>40743</c:v>
                </c:pt>
                <c:pt idx="1905">
                  <c:v>40744</c:v>
                </c:pt>
                <c:pt idx="1906">
                  <c:v>40745</c:v>
                </c:pt>
                <c:pt idx="1907">
                  <c:v>40746</c:v>
                </c:pt>
                <c:pt idx="1908">
                  <c:v>40749</c:v>
                </c:pt>
                <c:pt idx="1909">
                  <c:v>40750</c:v>
                </c:pt>
                <c:pt idx="1910">
                  <c:v>40751</c:v>
                </c:pt>
                <c:pt idx="1911">
                  <c:v>40752</c:v>
                </c:pt>
                <c:pt idx="1912">
                  <c:v>40753</c:v>
                </c:pt>
                <c:pt idx="1913">
                  <c:v>40756</c:v>
                </c:pt>
                <c:pt idx="1914">
                  <c:v>40757</c:v>
                </c:pt>
                <c:pt idx="1915">
                  <c:v>40758</c:v>
                </c:pt>
                <c:pt idx="1916">
                  <c:v>40759</c:v>
                </c:pt>
                <c:pt idx="1917">
                  <c:v>40760</c:v>
                </c:pt>
                <c:pt idx="1918">
                  <c:v>40763</c:v>
                </c:pt>
                <c:pt idx="1919">
                  <c:v>40764</c:v>
                </c:pt>
                <c:pt idx="1920">
                  <c:v>40765</c:v>
                </c:pt>
                <c:pt idx="1921">
                  <c:v>40766</c:v>
                </c:pt>
                <c:pt idx="1922">
                  <c:v>40767</c:v>
                </c:pt>
                <c:pt idx="1923">
                  <c:v>40770</c:v>
                </c:pt>
                <c:pt idx="1924">
                  <c:v>40771</c:v>
                </c:pt>
                <c:pt idx="1925">
                  <c:v>40772</c:v>
                </c:pt>
                <c:pt idx="1926">
                  <c:v>40773</c:v>
                </c:pt>
                <c:pt idx="1927">
                  <c:v>40774</c:v>
                </c:pt>
                <c:pt idx="1928">
                  <c:v>40777</c:v>
                </c:pt>
                <c:pt idx="1929">
                  <c:v>40778</c:v>
                </c:pt>
                <c:pt idx="1930">
                  <c:v>40779</c:v>
                </c:pt>
                <c:pt idx="1931">
                  <c:v>40780</c:v>
                </c:pt>
                <c:pt idx="1932">
                  <c:v>40781</c:v>
                </c:pt>
                <c:pt idx="1933">
                  <c:v>40784</c:v>
                </c:pt>
                <c:pt idx="1934">
                  <c:v>40785</c:v>
                </c:pt>
                <c:pt idx="1935">
                  <c:v>40786</c:v>
                </c:pt>
                <c:pt idx="1936">
                  <c:v>40787</c:v>
                </c:pt>
                <c:pt idx="1937">
                  <c:v>40788</c:v>
                </c:pt>
                <c:pt idx="1938">
                  <c:v>40791</c:v>
                </c:pt>
                <c:pt idx="1939">
                  <c:v>40792</c:v>
                </c:pt>
                <c:pt idx="1940">
                  <c:v>40793</c:v>
                </c:pt>
                <c:pt idx="1941">
                  <c:v>40794</c:v>
                </c:pt>
                <c:pt idx="1942">
                  <c:v>40795</c:v>
                </c:pt>
                <c:pt idx="1943">
                  <c:v>40798</c:v>
                </c:pt>
                <c:pt idx="1944">
                  <c:v>40799</c:v>
                </c:pt>
                <c:pt idx="1945">
                  <c:v>40800</c:v>
                </c:pt>
                <c:pt idx="1946">
                  <c:v>40801</c:v>
                </c:pt>
                <c:pt idx="1947">
                  <c:v>40802</c:v>
                </c:pt>
                <c:pt idx="1948">
                  <c:v>40805</c:v>
                </c:pt>
                <c:pt idx="1949">
                  <c:v>40806</c:v>
                </c:pt>
                <c:pt idx="1950">
                  <c:v>40807</c:v>
                </c:pt>
                <c:pt idx="1951">
                  <c:v>40808</c:v>
                </c:pt>
                <c:pt idx="1952">
                  <c:v>40809</c:v>
                </c:pt>
                <c:pt idx="1953">
                  <c:v>40812</c:v>
                </c:pt>
                <c:pt idx="1954">
                  <c:v>40813</c:v>
                </c:pt>
                <c:pt idx="1955">
                  <c:v>40814</c:v>
                </c:pt>
                <c:pt idx="1956">
                  <c:v>40815</c:v>
                </c:pt>
                <c:pt idx="1957">
                  <c:v>40816</c:v>
                </c:pt>
                <c:pt idx="1958">
                  <c:v>40819</c:v>
                </c:pt>
                <c:pt idx="1959">
                  <c:v>40820</c:v>
                </c:pt>
                <c:pt idx="1960">
                  <c:v>40821</c:v>
                </c:pt>
                <c:pt idx="1961">
                  <c:v>40822</c:v>
                </c:pt>
                <c:pt idx="1962">
                  <c:v>40823</c:v>
                </c:pt>
                <c:pt idx="1963">
                  <c:v>40826</c:v>
                </c:pt>
                <c:pt idx="1964">
                  <c:v>40827</c:v>
                </c:pt>
                <c:pt idx="1965">
                  <c:v>40828</c:v>
                </c:pt>
                <c:pt idx="1966">
                  <c:v>40829</c:v>
                </c:pt>
                <c:pt idx="1967">
                  <c:v>40830</c:v>
                </c:pt>
                <c:pt idx="1968">
                  <c:v>40833</c:v>
                </c:pt>
                <c:pt idx="1969">
                  <c:v>40834</c:v>
                </c:pt>
                <c:pt idx="1970">
                  <c:v>40835</c:v>
                </c:pt>
                <c:pt idx="1971">
                  <c:v>40836</c:v>
                </c:pt>
                <c:pt idx="1972">
                  <c:v>40837</c:v>
                </c:pt>
                <c:pt idx="1973">
                  <c:v>40840</c:v>
                </c:pt>
                <c:pt idx="1974">
                  <c:v>40841</c:v>
                </c:pt>
                <c:pt idx="1975">
                  <c:v>40842</c:v>
                </c:pt>
                <c:pt idx="1976">
                  <c:v>40843</c:v>
                </c:pt>
                <c:pt idx="1977">
                  <c:v>40844</c:v>
                </c:pt>
                <c:pt idx="1978">
                  <c:v>40847</c:v>
                </c:pt>
                <c:pt idx="1979">
                  <c:v>40848</c:v>
                </c:pt>
                <c:pt idx="1980">
                  <c:v>40849</c:v>
                </c:pt>
                <c:pt idx="1981">
                  <c:v>40850</c:v>
                </c:pt>
                <c:pt idx="1982">
                  <c:v>40851</c:v>
                </c:pt>
                <c:pt idx="1983">
                  <c:v>40854</c:v>
                </c:pt>
                <c:pt idx="1984">
                  <c:v>40855</c:v>
                </c:pt>
                <c:pt idx="1985">
                  <c:v>40856</c:v>
                </c:pt>
                <c:pt idx="1986">
                  <c:v>40857</c:v>
                </c:pt>
                <c:pt idx="1987">
                  <c:v>40858</c:v>
                </c:pt>
                <c:pt idx="1988">
                  <c:v>40861</c:v>
                </c:pt>
                <c:pt idx="1989">
                  <c:v>40862</c:v>
                </c:pt>
                <c:pt idx="1990">
                  <c:v>40863</c:v>
                </c:pt>
                <c:pt idx="1991">
                  <c:v>40864</c:v>
                </c:pt>
                <c:pt idx="1992">
                  <c:v>40865</c:v>
                </c:pt>
                <c:pt idx="1993">
                  <c:v>40868</c:v>
                </c:pt>
                <c:pt idx="1994">
                  <c:v>40869</c:v>
                </c:pt>
                <c:pt idx="1995">
                  <c:v>40870</c:v>
                </c:pt>
                <c:pt idx="1996">
                  <c:v>40871</c:v>
                </c:pt>
                <c:pt idx="1997">
                  <c:v>40872</c:v>
                </c:pt>
                <c:pt idx="1998">
                  <c:v>40875</c:v>
                </c:pt>
                <c:pt idx="1999">
                  <c:v>40876</c:v>
                </c:pt>
                <c:pt idx="2000">
                  <c:v>40877</c:v>
                </c:pt>
                <c:pt idx="2001">
                  <c:v>40878</c:v>
                </c:pt>
                <c:pt idx="2002">
                  <c:v>40879</c:v>
                </c:pt>
                <c:pt idx="2003">
                  <c:v>40882</c:v>
                </c:pt>
                <c:pt idx="2004">
                  <c:v>40883</c:v>
                </c:pt>
                <c:pt idx="2005">
                  <c:v>40884</c:v>
                </c:pt>
                <c:pt idx="2006">
                  <c:v>40885</c:v>
                </c:pt>
                <c:pt idx="2007">
                  <c:v>40886</c:v>
                </c:pt>
                <c:pt idx="2008">
                  <c:v>40889</c:v>
                </c:pt>
                <c:pt idx="2009">
                  <c:v>40890</c:v>
                </c:pt>
                <c:pt idx="2010">
                  <c:v>40891</c:v>
                </c:pt>
                <c:pt idx="2011">
                  <c:v>40892</c:v>
                </c:pt>
                <c:pt idx="2012">
                  <c:v>40893</c:v>
                </c:pt>
                <c:pt idx="2013">
                  <c:v>40896</c:v>
                </c:pt>
                <c:pt idx="2014">
                  <c:v>40897</c:v>
                </c:pt>
                <c:pt idx="2015">
                  <c:v>40898</c:v>
                </c:pt>
                <c:pt idx="2016">
                  <c:v>40899</c:v>
                </c:pt>
                <c:pt idx="2017">
                  <c:v>40900</c:v>
                </c:pt>
                <c:pt idx="2018">
                  <c:v>40903</c:v>
                </c:pt>
                <c:pt idx="2019">
                  <c:v>40904</c:v>
                </c:pt>
                <c:pt idx="2020">
                  <c:v>40905</c:v>
                </c:pt>
                <c:pt idx="2021">
                  <c:v>40906</c:v>
                </c:pt>
                <c:pt idx="2022">
                  <c:v>40907</c:v>
                </c:pt>
                <c:pt idx="2023">
                  <c:v>40910</c:v>
                </c:pt>
                <c:pt idx="2024">
                  <c:v>40911</c:v>
                </c:pt>
                <c:pt idx="2025">
                  <c:v>40912</c:v>
                </c:pt>
                <c:pt idx="2026">
                  <c:v>40913</c:v>
                </c:pt>
                <c:pt idx="2027">
                  <c:v>40914</c:v>
                </c:pt>
                <c:pt idx="2028">
                  <c:v>40917</c:v>
                </c:pt>
                <c:pt idx="2029">
                  <c:v>40918</c:v>
                </c:pt>
                <c:pt idx="2030">
                  <c:v>40919</c:v>
                </c:pt>
                <c:pt idx="2031">
                  <c:v>40920</c:v>
                </c:pt>
                <c:pt idx="2032">
                  <c:v>40921</c:v>
                </c:pt>
                <c:pt idx="2033">
                  <c:v>40924</c:v>
                </c:pt>
                <c:pt idx="2034">
                  <c:v>40925</c:v>
                </c:pt>
                <c:pt idx="2035">
                  <c:v>40926</c:v>
                </c:pt>
                <c:pt idx="2036">
                  <c:v>40927</c:v>
                </c:pt>
                <c:pt idx="2037">
                  <c:v>40928</c:v>
                </c:pt>
                <c:pt idx="2038">
                  <c:v>40931</c:v>
                </c:pt>
                <c:pt idx="2039">
                  <c:v>40932</c:v>
                </c:pt>
                <c:pt idx="2040">
                  <c:v>40933</c:v>
                </c:pt>
                <c:pt idx="2041">
                  <c:v>40934</c:v>
                </c:pt>
                <c:pt idx="2042">
                  <c:v>40935</c:v>
                </c:pt>
                <c:pt idx="2043">
                  <c:v>40938</c:v>
                </c:pt>
                <c:pt idx="2044">
                  <c:v>40939</c:v>
                </c:pt>
                <c:pt idx="2045">
                  <c:v>40940</c:v>
                </c:pt>
                <c:pt idx="2046">
                  <c:v>40941</c:v>
                </c:pt>
                <c:pt idx="2047">
                  <c:v>40942</c:v>
                </c:pt>
                <c:pt idx="2048">
                  <c:v>40945</c:v>
                </c:pt>
                <c:pt idx="2049">
                  <c:v>40946</c:v>
                </c:pt>
                <c:pt idx="2050">
                  <c:v>40947</c:v>
                </c:pt>
                <c:pt idx="2051">
                  <c:v>40948</c:v>
                </c:pt>
                <c:pt idx="2052">
                  <c:v>40949</c:v>
                </c:pt>
                <c:pt idx="2053">
                  <c:v>40952</c:v>
                </c:pt>
                <c:pt idx="2054">
                  <c:v>40953</c:v>
                </c:pt>
                <c:pt idx="2055">
                  <c:v>40954</c:v>
                </c:pt>
                <c:pt idx="2056">
                  <c:v>40955</c:v>
                </c:pt>
                <c:pt idx="2057">
                  <c:v>40956</c:v>
                </c:pt>
                <c:pt idx="2058">
                  <c:v>40959</c:v>
                </c:pt>
                <c:pt idx="2059">
                  <c:v>40960</c:v>
                </c:pt>
                <c:pt idx="2060">
                  <c:v>40961</c:v>
                </c:pt>
                <c:pt idx="2061">
                  <c:v>40962</c:v>
                </c:pt>
                <c:pt idx="2062">
                  <c:v>40963</c:v>
                </c:pt>
                <c:pt idx="2063">
                  <c:v>40966</c:v>
                </c:pt>
                <c:pt idx="2064">
                  <c:v>40967</c:v>
                </c:pt>
                <c:pt idx="2065">
                  <c:v>40968</c:v>
                </c:pt>
                <c:pt idx="2066">
                  <c:v>40969</c:v>
                </c:pt>
                <c:pt idx="2067">
                  <c:v>40970</c:v>
                </c:pt>
                <c:pt idx="2068">
                  <c:v>40973</c:v>
                </c:pt>
                <c:pt idx="2069">
                  <c:v>40974</c:v>
                </c:pt>
                <c:pt idx="2070">
                  <c:v>40975</c:v>
                </c:pt>
                <c:pt idx="2071">
                  <c:v>40976</c:v>
                </c:pt>
                <c:pt idx="2072">
                  <c:v>40977</c:v>
                </c:pt>
                <c:pt idx="2073">
                  <c:v>40980</c:v>
                </c:pt>
                <c:pt idx="2074">
                  <c:v>40981</c:v>
                </c:pt>
                <c:pt idx="2075">
                  <c:v>40982</c:v>
                </c:pt>
                <c:pt idx="2076">
                  <c:v>40983</c:v>
                </c:pt>
                <c:pt idx="2077">
                  <c:v>40984</c:v>
                </c:pt>
                <c:pt idx="2078">
                  <c:v>40987</c:v>
                </c:pt>
                <c:pt idx="2079">
                  <c:v>40988</c:v>
                </c:pt>
                <c:pt idx="2080">
                  <c:v>40989</c:v>
                </c:pt>
                <c:pt idx="2081">
                  <c:v>40990</c:v>
                </c:pt>
                <c:pt idx="2082">
                  <c:v>40991</c:v>
                </c:pt>
                <c:pt idx="2083">
                  <c:v>40994</c:v>
                </c:pt>
                <c:pt idx="2084">
                  <c:v>40995</c:v>
                </c:pt>
                <c:pt idx="2085">
                  <c:v>40996</c:v>
                </c:pt>
                <c:pt idx="2086">
                  <c:v>40997</c:v>
                </c:pt>
                <c:pt idx="2087">
                  <c:v>40998</c:v>
                </c:pt>
                <c:pt idx="2088">
                  <c:v>41001</c:v>
                </c:pt>
                <c:pt idx="2089">
                  <c:v>41002</c:v>
                </c:pt>
                <c:pt idx="2090">
                  <c:v>41003</c:v>
                </c:pt>
                <c:pt idx="2091">
                  <c:v>41004</c:v>
                </c:pt>
                <c:pt idx="2092">
                  <c:v>41005</c:v>
                </c:pt>
                <c:pt idx="2093">
                  <c:v>41008</c:v>
                </c:pt>
                <c:pt idx="2094">
                  <c:v>41009</c:v>
                </c:pt>
                <c:pt idx="2095">
                  <c:v>41010</c:v>
                </c:pt>
                <c:pt idx="2096">
                  <c:v>41011</c:v>
                </c:pt>
                <c:pt idx="2097">
                  <c:v>41012</c:v>
                </c:pt>
                <c:pt idx="2098">
                  <c:v>41015</c:v>
                </c:pt>
                <c:pt idx="2099">
                  <c:v>41016</c:v>
                </c:pt>
                <c:pt idx="2100">
                  <c:v>41017</c:v>
                </c:pt>
                <c:pt idx="2101">
                  <c:v>41018</c:v>
                </c:pt>
                <c:pt idx="2102">
                  <c:v>41019</c:v>
                </c:pt>
                <c:pt idx="2103">
                  <c:v>41022</c:v>
                </c:pt>
                <c:pt idx="2104">
                  <c:v>41023</c:v>
                </c:pt>
                <c:pt idx="2105">
                  <c:v>41024</c:v>
                </c:pt>
                <c:pt idx="2106">
                  <c:v>41025</c:v>
                </c:pt>
                <c:pt idx="2107">
                  <c:v>41026</c:v>
                </c:pt>
                <c:pt idx="2108">
                  <c:v>41029</c:v>
                </c:pt>
                <c:pt idx="2109">
                  <c:v>41030</c:v>
                </c:pt>
                <c:pt idx="2110">
                  <c:v>41031</c:v>
                </c:pt>
                <c:pt idx="2111">
                  <c:v>41032</c:v>
                </c:pt>
                <c:pt idx="2112">
                  <c:v>41033</c:v>
                </c:pt>
                <c:pt idx="2113">
                  <c:v>41036</c:v>
                </c:pt>
                <c:pt idx="2114">
                  <c:v>41037</c:v>
                </c:pt>
                <c:pt idx="2115">
                  <c:v>41038</c:v>
                </c:pt>
                <c:pt idx="2116">
                  <c:v>41039</c:v>
                </c:pt>
                <c:pt idx="2117">
                  <c:v>41040</c:v>
                </c:pt>
                <c:pt idx="2118">
                  <c:v>41043</c:v>
                </c:pt>
                <c:pt idx="2119">
                  <c:v>41044</c:v>
                </c:pt>
                <c:pt idx="2120">
                  <c:v>41045</c:v>
                </c:pt>
                <c:pt idx="2121">
                  <c:v>41046</c:v>
                </c:pt>
                <c:pt idx="2122">
                  <c:v>41047</c:v>
                </c:pt>
                <c:pt idx="2123">
                  <c:v>41050</c:v>
                </c:pt>
                <c:pt idx="2124">
                  <c:v>41051</c:v>
                </c:pt>
                <c:pt idx="2125">
                  <c:v>41052</c:v>
                </c:pt>
                <c:pt idx="2126">
                  <c:v>41053</c:v>
                </c:pt>
                <c:pt idx="2127">
                  <c:v>41054</c:v>
                </c:pt>
                <c:pt idx="2128">
                  <c:v>41057</c:v>
                </c:pt>
                <c:pt idx="2129">
                  <c:v>41058</c:v>
                </c:pt>
                <c:pt idx="2130">
                  <c:v>41059</c:v>
                </c:pt>
                <c:pt idx="2131">
                  <c:v>41060</c:v>
                </c:pt>
                <c:pt idx="2132">
                  <c:v>41061</c:v>
                </c:pt>
                <c:pt idx="2133">
                  <c:v>41064</c:v>
                </c:pt>
                <c:pt idx="2134">
                  <c:v>41065</c:v>
                </c:pt>
                <c:pt idx="2135">
                  <c:v>41066</c:v>
                </c:pt>
                <c:pt idx="2136">
                  <c:v>41067</c:v>
                </c:pt>
                <c:pt idx="2137">
                  <c:v>41068</c:v>
                </c:pt>
                <c:pt idx="2138">
                  <c:v>41071</c:v>
                </c:pt>
                <c:pt idx="2139">
                  <c:v>41072</c:v>
                </c:pt>
                <c:pt idx="2140">
                  <c:v>41073</c:v>
                </c:pt>
                <c:pt idx="2141">
                  <c:v>41074</c:v>
                </c:pt>
                <c:pt idx="2142">
                  <c:v>41075</c:v>
                </c:pt>
                <c:pt idx="2143">
                  <c:v>41078</c:v>
                </c:pt>
                <c:pt idx="2144">
                  <c:v>41079</c:v>
                </c:pt>
                <c:pt idx="2145">
                  <c:v>41080</c:v>
                </c:pt>
                <c:pt idx="2146">
                  <c:v>41081</c:v>
                </c:pt>
                <c:pt idx="2147">
                  <c:v>41082</c:v>
                </c:pt>
                <c:pt idx="2148">
                  <c:v>41085</c:v>
                </c:pt>
                <c:pt idx="2149">
                  <c:v>41086</c:v>
                </c:pt>
                <c:pt idx="2150">
                  <c:v>41087</c:v>
                </c:pt>
                <c:pt idx="2151">
                  <c:v>41088</c:v>
                </c:pt>
                <c:pt idx="2152">
                  <c:v>41089</c:v>
                </c:pt>
                <c:pt idx="2153">
                  <c:v>41092</c:v>
                </c:pt>
                <c:pt idx="2154">
                  <c:v>41093</c:v>
                </c:pt>
                <c:pt idx="2155">
                  <c:v>41094</c:v>
                </c:pt>
                <c:pt idx="2156">
                  <c:v>41095</c:v>
                </c:pt>
                <c:pt idx="2157">
                  <c:v>41096</c:v>
                </c:pt>
                <c:pt idx="2158">
                  <c:v>41099</c:v>
                </c:pt>
                <c:pt idx="2159">
                  <c:v>41100</c:v>
                </c:pt>
                <c:pt idx="2160">
                  <c:v>41101</c:v>
                </c:pt>
                <c:pt idx="2161">
                  <c:v>41102</c:v>
                </c:pt>
                <c:pt idx="2162">
                  <c:v>41103</c:v>
                </c:pt>
                <c:pt idx="2163">
                  <c:v>41106</c:v>
                </c:pt>
                <c:pt idx="2164">
                  <c:v>41107</c:v>
                </c:pt>
                <c:pt idx="2165">
                  <c:v>41108</c:v>
                </c:pt>
                <c:pt idx="2166">
                  <c:v>41109</c:v>
                </c:pt>
                <c:pt idx="2167">
                  <c:v>41110</c:v>
                </c:pt>
                <c:pt idx="2168">
                  <c:v>41113</c:v>
                </c:pt>
                <c:pt idx="2169">
                  <c:v>41114</c:v>
                </c:pt>
                <c:pt idx="2170">
                  <c:v>41115</c:v>
                </c:pt>
                <c:pt idx="2171">
                  <c:v>41116</c:v>
                </c:pt>
                <c:pt idx="2172">
                  <c:v>41117</c:v>
                </c:pt>
                <c:pt idx="2173">
                  <c:v>41120</c:v>
                </c:pt>
                <c:pt idx="2174">
                  <c:v>41121</c:v>
                </c:pt>
                <c:pt idx="2175">
                  <c:v>41122</c:v>
                </c:pt>
                <c:pt idx="2176">
                  <c:v>41123</c:v>
                </c:pt>
                <c:pt idx="2177">
                  <c:v>41124</c:v>
                </c:pt>
                <c:pt idx="2178">
                  <c:v>41127</c:v>
                </c:pt>
                <c:pt idx="2179">
                  <c:v>41128</c:v>
                </c:pt>
                <c:pt idx="2180">
                  <c:v>41129</c:v>
                </c:pt>
                <c:pt idx="2181">
                  <c:v>41130</c:v>
                </c:pt>
                <c:pt idx="2182">
                  <c:v>41131</c:v>
                </c:pt>
                <c:pt idx="2183">
                  <c:v>41134</c:v>
                </c:pt>
                <c:pt idx="2184">
                  <c:v>41135</c:v>
                </c:pt>
                <c:pt idx="2185">
                  <c:v>41136</c:v>
                </c:pt>
                <c:pt idx="2186">
                  <c:v>41137</c:v>
                </c:pt>
                <c:pt idx="2187">
                  <c:v>41138</c:v>
                </c:pt>
                <c:pt idx="2188">
                  <c:v>41141</c:v>
                </c:pt>
                <c:pt idx="2189">
                  <c:v>41142</c:v>
                </c:pt>
                <c:pt idx="2190">
                  <c:v>41143</c:v>
                </c:pt>
                <c:pt idx="2191">
                  <c:v>41144</c:v>
                </c:pt>
                <c:pt idx="2192">
                  <c:v>41145</c:v>
                </c:pt>
                <c:pt idx="2193">
                  <c:v>41148</c:v>
                </c:pt>
                <c:pt idx="2194">
                  <c:v>41149</c:v>
                </c:pt>
                <c:pt idx="2195">
                  <c:v>41150</c:v>
                </c:pt>
                <c:pt idx="2196">
                  <c:v>41151</c:v>
                </c:pt>
                <c:pt idx="2197">
                  <c:v>41152</c:v>
                </c:pt>
                <c:pt idx="2198">
                  <c:v>41155</c:v>
                </c:pt>
                <c:pt idx="2199">
                  <c:v>41156</c:v>
                </c:pt>
                <c:pt idx="2200">
                  <c:v>41157</c:v>
                </c:pt>
                <c:pt idx="2201">
                  <c:v>41158</c:v>
                </c:pt>
                <c:pt idx="2202">
                  <c:v>41159</c:v>
                </c:pt>
                <c:pt idx="2203">
                  <c:v>41162</c:v>
                </c:pt>
                <c:pt idx="2204">
                  <c:v>41163</c:v>
                </c:pt>
                <c:pt idx="2205">
                  <c:v>41164</c:v>
                </c:pt>
                <c:pt idx="2206">
                  <c:v>41165</c:v>
                </c:pt>
                <c:pt idx="2207">
                  <c:v>41166</c:v>
                </c:pt>
                <c:pt idx="2208">
                  <c:v>41169</c:v>
                </c:pt>
                <c:pt idx="2209">
                  <c:v>41170</c:v>
                </c:pt>
                <c:pt idx="2210">
                  <c:v>41171</c:v>
                </c:pt>
                <c:pt idx="2211">
                  <c:v>41172</c:v>
                </c:pt>
                <c:pt idx="2212">
                  <c:v>41173</c:v>
                </c:pt>
                <c:pt idx="2213">
                  <c:v>41176</c:v>
                </c:pt>
                <c:pt idx="2214">
                  <c:v>41177</c:v>
                </c:pt>
                <c:pt idx="2215">
                  <c:v>41178</c:v>
                </c:pt>
                <c:pt idx="2216">
                  <c:v>41179</c:v>
                </c:pt>
                <c:pt idx="2217">
                  <c:v>41180</c:v>
                </c:pt>
                <c:pt idx="2218">
                  <c:v>41183</c:v>
                </c:pt>
                <c:pt idx="2219">
                  <c:v>41184</c:v>
                </c:pt>
                <c:pt idx="2220">
                  <c:v>41185</c:v>
                </c:pt>
                <c:pt idx="2221">
                  <c:v>41186</c:v>
                </c:pt>
                <c:pt idx="2222">
                  <c:v>41187</c:v>
                </c:pt>
                <c:pt idx="2223">
                  <c:v>41190</c:v>
                </c:pt>
                <c:pt idx="2224">
                  <c:v>41191</c:v>
                </c:pt>
                <c:pt idx="2225">
                  <c:v>41192</c:v>
                </c:pt>
                <c:pt idx="2226">
                  <c:v>41193</c:v>
                </c:pt>
                <c:pt idx="2227">
                  <c:v>41194</c:v>
                </c:pt>
                <c:pt idx="2228">
                  <c:v>41197</c:v>
                </c:pt>
                <c:pt idx="2229">
                  <c:v>41198</c:v>
                </c:pt>
                <c:pt idx="2230">
                  <c:v>41199</c:v>
                </c:pt>
                <c:pt idx="2231">
                  <c:v>41200</c:v>
                </c:pt>
                <c:pt idx="2232">
                  <c:v>41201</c:v>
                </c:pt>
                <c:pt idx="2233">
                  <c:v>41204</c:v>
                </c:pt>
                <c:pt idx="2234">
                  <c:v>41205</c:v>
                </c:pt>
                <c:pt idx="2235">
                  <c:v>41206</c:v>
                </c:pt>
                <c:pt idx="2236">
                  <c:v>41207</c:v>
                </c:pt>
                <c:pt idx="2237">
                  <c:v>41208</c:v>
                </c:pt>
                <c:pt idx="2238">
                  <c:v>41211</c:v>
                </c:pt>
                <c:pt idx="2239">
                  <c:v>41212</c:v>
                </c:pt>
                <c:pt idx="2240">
                  <c:v>41213</c:v>
                </c:pt>
                <c:pt idx="2241">
                  <c:v>41214</c:v>
                </c:pt>
                <c:pt idx="2242">
                  <c:v>41215</c:v>
                </c:pt>
                <c:pt idx="2243">
                  <c:v>41218</c:v>
                </c:pt>
                <c:pt idx="2244">
                  <c:v>41219</c:v>
                </c:pt>
                <c:pt idx="2245">
                  <c:v>41220</c:v>
                </c:pt>
                <c:pt idx="2246">
                  <c:v>41221</c:v>
                </c:pt>
                <c:pt idx="2247">
                  <c:v>41222</c:v>
                </c:pt>
                <c:pt idx="2248">
                  <c:v>41225</c:v>
                </c:pt>
                <c:pt idx="2249">
                  <c:v>41226</c:v>
                </c:pt>
                <c:pt idx="2250">
                  <c:v>41227</c:v>
                </c:pt>
                <c:pt idx="2251">
                  <c:v>41228</c:v>
                </c:pt>
                <c:pt idx="2252">
                  <c:v>41229</c:v>
                </c:pt>
                <c:pt idx="2253">
                  <c:v>41232</c:v>
                </c:pt>
                <c:pt idx="2254">
                  <c:v>41233</c:v>
                </c:pt>
                <c:pt idx="2255">
                  <c:v>41234</c:v>
                </c:pt>
                <c:pt idx="2256">
                  <c:v>41235</c:v>
                </c:pt>
                <c:pt idx="2257">
                  <c:v>41236</c:v>
                </c:pt>
                <c:pt idx="2258">
                  <c:v>41239</c:v>
                </c:pt>
                <c:pt idx="2259">
                  <c:v>41240</c:v>
                </c:pt>
                <c:pt idx="2260">
                  <c:v>41241</c:v>
                </c:pt>
                <c:pt idx="2261">
                  <c:v>41242</c:v>
                </c:pt>
                <c:pt idx="2262">
                  <c:v>41243</c:v>
                </c:pt>
                <c:pt idx="2263">
                  <c:v>41246</c:v>
                </c:pt>
                <c:pt idx="2264">
                  <c:v>41247</c:v>
                </c:pt>
                <c:pt idx="2265">
                  <c:v>41248</c:v>
                </c:pt>
                <c:pt idx="2266">
                  <c:v>41249</c:v>
                </c:pt>
                <c:pt idx="2267">
                  <c:v>41250</c:v>
                </c:pt>
                <c:pt idx="2268">
                  <c:v>41253</c:v>
                </c:pt>
                <c:pt idx="2269">
                  <c:v>41254</c:v>
                </c:pt>
                <c:pt idx="2270">
                  <c:v>41255</c:v>
                </c:pt>
                <c:pt idx="2271">
                  <c:v>41256</c:v>
                </c:pt>
                <c:pt idx="2272">
                  <c:v>41257</c:v>
                </c:pt>
                <c:pt idx="2273">
                  <c:v>41260</c:v>
                </c:pt>
                <c:pt idx="2274">
                  <c:v>41261</c:v>
                </c:pt>
                <c:pt idx="2275">
                  <c:v>41262</c:v>
                </c:pt>
                <c:pt idx="2276">
                  <c:v>41263</c:v>
                </c:pt>
                <c:pt idx="2277">
                  <c:v>41264</c:v>
                </c:pt>
                <c:pt idx="2278">
                  <c:v>41267</c:v>
                </c:pt>
                <c:pt idx="2279">
                  <c:v>41268</c:v>
                </c:pt>
                <c:pt idx="2280">
                  <c:v>41269</c:v>
                </c:pt>
                <c:pt idx="2281">
                  <c:v>41270</c:v>
                </c:pt>
                <c:pt idx="2282">
                  <c:v>41271</c:v>
                </c:pt>
                <c:pt idx="2283">
                  <c:v>41274</c:v>
                </c:pt>
                <c:pt idx="2284">
                  <c:v>41275</c:v>
                </c:pt>
                <c:pt idx="2285">
                  <c:v>41276</c:v>
                </c:pt>
                <c:pt idx="2286">
                  <c:v>41277</c:v>
                </c:pt>
                <c:pt idx="2287">
                  <c:v>41278</c:v>
                </c:pt>
                <c:pt idx="2288">
                  <c:v>41281</c:v>
                </c:pt>
                <c:pt idx="2289">
                  <c:v>41282</c:v>
                </c:pt>
                <c:pt idx="2290">
                  <c:v>41283</c:v>
                </c:pt>
                <c:pt idx="2291">
                  <c:v>41284</c:v>
                </c:pt>
                <c:pt idx="2292">
                  <c:v>41285</c:v>
                </c:pt>
                <c:pt idx="2293">
                  <c:v>41288</c:v>
                </c:pt>
                <c:pt idx="2294">
                  <c:v>41289</c:v>
                </c:pt>
                <c:pt idx="2295">
                  <c:v>41290</c:v>
                </c:pt>
                <c:pt idx="2296">
                  <c:v>41291</c:v>
                </c:pt>
                <c:pt idx="2297">
                  <c:v>41292</c:v>
                </c:pt>
                <c:pt idx="2298">
                  <c:v>41295</c:v>
                </c:pt>
                <c:pt idx="2299">
                  <c:v>41296</c:v>
                </c:pt>
                <c:pt idx="2300">
                  <c:v>41297</c:v>
                </c:pt>
                <c:pt idx="2301">
                  <c:v>41298</c:v>
                </c:pt>
                <c:pt idx="2302">
                  <c:v>41299</c:v>
                </c:pt>
                <c:pt idx="2303">
                  <c:v>41302</c:v>
                </c:pt>
                <c:pt idx="2304">
                  <c:v>41303</c:v>
                </c:pt>
                <c:pt idx="2305">
                  <c:v>41304</c:v>
                </c:pt>
                <c:pt idx="2306">
                  <c:v>41305</c:v>
                </c:pt>
                <c:pt idx="2307">
                  <c:v>41306</c:v>
                </c:pt>
                <c:pt idx="2308">
                  <c:v>41309</c:v>
                </c:pt>
                <c:pt idx="2309">
                  <c:v>41310</c:v>
                </c:pt>
                <c:pt idx="2310">
                  <c:v>41311</c:v>
                </c:pt>
                <c:pt idx="2311">
                  <c:v>41312</c:v>
                </c:pt>
                <c:pt idx="2312">
                  <c:v>41313</c:v>
                </c:pt>
                <c:pt idx="2313">
                  <c:v>41316</c:v>
                </c:pt>
                <c:pt idx="2314">
                  <c:v>41317</c:v>
                </c:pt>
                <c:pt idx="2315">
                  <c:v>41318</c:v>
                </c:pt>
                <c:pt idx="2316">
                  <c:v>41319</c:v>
                </c:pt>
                <c:pt idx="2317">
                  <c:v>41320</c:v>
                </c:pt>
                <c:pt idx="2318">
                  <c:v>41323</c:v>
                </c:pt>
                <c:pt idx="2319">
                  <c:v>41324</c:v>
                </c:pt>
                <c:pt idx="2320">
                  <c:v>41325</c:v>
                </c:pt>
                <c:pt idx="2321">
                  <c:v>41326</c:v>
                </c:pt>
                <c:pt idx="2322">
                  <c:v>41327</c:v>
                </c:pt>
                <c:pt idx="2323">
                  <c:v>41330</c:v>
                </c:pt>
                <c:pt idx="2324">
                  <c:v>41331</c:v>
                </c:pt>
                <c:pt idx="2325">
                  <c:v>41332</c:v>
                </c:pt>
                <c:pt idx="2326">
                  <c:v>41333</c:v>
                </c:pt>
                <c:pt idx="2327">
                  <c:v>41334</c:v>
                </c:pt>
                <c:pt idx="2328">
                  <c:v>41337</c:v>
                </c:pt>
                <c:pt idx="2329">
                  <c:v>41338</c:v>
                </c:pt>
                <c:pt idx="2330">
                  <c:v>41339</c:v>
                </c:pt>
                <c:pt idx="2331">
                  <c:v>41340</c:v>
                </c:pt>
                <c:pt idx="2332">
                  <c:v>41341</c:v>
                </c:pt>
                <c:pt idx="2333">
                  <c:v>41344</c:v>
                </c:pt>
                <c:pt idx="2334">
                  <c:v>41345</c:v>
                </c:pt>
                <c:pt idx="2335">
                  <c:v>41346</c:v>
                </c:pt>
                <c:pt idx="2336">
                  <c:v>41347</c:v>
                </c:pt>
                <c:pt idx="2337">
                  <c:v>41348</c:v>
                </c:pt>
                <c:pt idx="2338">
                  <c:v>41351</c:v>
                </c:pt>
                <c:pt idx="2339">
                  <c:v>41352</c:v>
                </c:pt>
                <c:pt idx="2340">
                  <c:v>41353</c:v>
                </c:pt>
                <c:pt idx="2341">
                  <c:v>41354</c:v>
                </c:pt>
                <c:pt idx="2342">
                  <c:v>41355</c:v>
                </c:pt>
                <c:pt idx="2343">
                  <c:v>41358</c:v>
                </c:pt>
                <c:pt idx="2344">
                  <c:v>41359</c:v>
                </c:pt>
                <c:pt idx="2345">
                  <c:v>41360</c:v>
                </c:pt>
                <c:pt idx="2346">
                  <c:v>41361</c:v>
                </c:pt>
                <c:pt idx="2347">
                  <c:v>41362</c:v>
                </c:pt>
                <c:pt idx="2348">
                  <c:v>41365</c:v>
                </c:pt>
                <c:pt idx="2349">
                  <c:v>41366</c:v>
                </c:pt>
                <c:pt idx="2350">
                  <c:v>41367</c:v>
                </c:pt>
                <c:pt idx="2351">
                  <c:v>41368</c:v>
                </c:pt>
                <c:pt idx="2352">
                  <c:v>41369</c:v>
                </c:pt>
                <c:pt idx="2353">
                  <c:v>41372</c:v>
                </c:pt>
                <c:pt idx="2354">
                  <c:v>41373</c:v>
                </c:pt>
                <c:pt idx="2355">
                  <c:v>41374</c:v>
                </c:pt>
                <c:pt idx="2356">
                  <c:v>41375</c:v>
                </c:pt>
                <c:pt idx="2357">
                  <c:v>41376</c:v>
                </c:pt>
                <c:pt idx="2358">
                  <c:v>41379</c:v>
                </c:pt>
                <c:pt idx="2359">
                  <c:v>41380</c:v>
                </c:pt>
                <c:pt idx="2360">
                  <c:v>41381</c:v>
                </c:pt>
                <c:pt idx="2361">
                  <c:v>41382</c:v>
                </c:pt>
                <c:pt idx="2362">
                  <c:v>41383</c:v>
                </c:pt>
                <c:pt idx="2363">
                  <c:v>41386</c:v>
                </c:pt>
                <c:pt idx="2364">
                  <c:v>41387</c:v>
                </c:pt>
                <c:pt idx="2365">
                  <c:v>41388</c:v>
                </c:pt>
                <c:pt idx="2366">
                  <c:v>41389</c:v>
                </c:pt>
                <c:pt idx="2367">
                  <c:v>41390</c:v>
                </c:pt>
                <c:pt idx="2368">
                  <c:v>41393</c:v>
                </c:pt>
                <c:pt idx="2369">
                  <c:v>41394</c:v>
                </c:pt>
                <c:pt idx="2370">
                  <c:v>41395</c:v>
                </c:pt>
                <c:pt idx="2371">
                  <c:v>41396</c:v>
                </c:pt>
                <c:pt idx="2372">
                  <c:v>41397</c:v>
                </c:pt>
                <c:pt idx="2373">
                  <c:v>41400</c:v>
                </c:pt>
                <c:pt idx="2374">
                  <c:v>41401</c:v>
                </c:pt>
                <c:pt idx="2375">
                  <c:v>41402</c:v>
                </c:pt>
                <c:pt idx="2376">
                  <c:v>41403</c:v>
                </c:pt>
                <c:pt idx="2377">
                  <c:v>41404</c:v>
                </c:pt>
                <c:pt idx="2378">
                  <c:v>41407</c:v>
                </c:pt>
                <c:pt idx="2379">
                  <c:v>41408</c:v>
                </c:pt>
                <c:pt idx="2380">
                  <c:v>41409</c:v>
                </c:pt>
                <c:pt idx="2381">
                  <c:v>41410</c:v>
                </c:pt>
                <c:pt idx="2382">
                  <c:v>41411</c:v>
                </c:pt>
                <c:pt idx="2383">
                  <c:v>41414</c:v>
                </c:pt>
                <c:pt idx="2384">
                  <c:v>41415</c:v>
                </c:pt>
                <c:pt idx="2385">
                  <c:v>41416</c:v>
                </c:pt>
                <c:pt idx="2386">
                  <c:v>41417</c:v>
                </c:pt>
                <c:pt idx="2387">
                  <c:v>41418</c:v>
                </c:pt>
                <c:pt idx="2388">
                  <c:v>41421</c:v>
                </c:pt>
                <c:pt idx="2389">
                  <c:v>41422</c:v>
                </c:pt>
                <c:pt idx="2390">
                  <c:v>41423</c:v>
                </c:pt>
                <c:pt idx="2391">
                  <c:v>41424</c:v>
                </c:pt>
                <c:pt idx="2392">
                  <c:v>41425</c:v>
                </c:pt>
                <c:pt idx="2393">
                  <c:v>41428</c:v>
                </c:pt>
                <c:pt idx="2394">
                  <c:v>41429</c:v>
                </c:pt>
                <c:pt idx="2395">
                  <c:v>41430</c:v>
                </c:pt>
                <c:pt idx="2396">
                  <c:v>41431</c:v>
                </c:pt>
                <c:pt idx="2397">
                  <c:v>41432</c:v>
                </c:pt>
                <c:pt idx="2398">
                  <c:v>41435</c:v>
                </c:pt>
                <c:pt idx="2399">
                  <c:v>41436</c:v>
                </c:pt>
                <c:pt idx="2400">
                  <c:v>41437</c:v>
                </c:pt>
                <c:pt idx="2401">
                  <c:v>41438</c:v>
                </c:pt>
                <c:pt idx="2402">
                  <c:v>41439</c:v>
                </c:pt>
                <c:pt idx="2403">
                  <c:v>41442</c:v>
                </c:pt>
                <c:pt idx="2404">
                  <c:v>41443</c:v>
                </c:pt>
                <c:pt idx="2405">
                  <c:v>41444</c:v>
                </c:pt>
                <c:pt idx="2406">
                  <c:v>41445</c:v>
                </c:pt>
                <c:pt idx="2407">
                  <c:v>41446</c:v>
                </c:pt>
                <c:pt idx="2408">
                  <c:v>41449</c:v>
                </c:pt>
                <c:pt idx="2409">
                  <c:v>41450</c:v>
                </c:pt>
                <c:pt idx="2410">
                  <c:v>41451</c:v>
                </c:pt>
                <c:pt idx="2411">
                  <c:v>41452</c:v>
                </c:pt>
                <c:pt idx="2412">
                  <c:v>41453</c:v>
                </c:pt>
                <c:pt idx="2413">
                  <c:v>41456</c:v>
                </c:pt>
                <c:pt idx="2414">
                  <c:v>41457</c:v>
                </c:pt>
                <c:pt idx="2415">
                  <c:v>41458</c:v>
                </c:pt>
                <c:pt idx="2416">
                  <c:v>41459</c:v>
                </c:pt>
                <c:pt idx="2417">
                  <c:v>41460</c:v>
                </c:pt>
                <c:pt idx="2418">
                  <c:v>41463</c:v>
                </c:pt>
                <c:pt idx="2419">
                  <c:v>41464</c:v>
                </c:pt>
                <c:pt idx="2420">
                  <c:v>41465</c:v>
                </c:pt>
                <c:pt idx="2421">
                  <c:v>41466</c:v>
                </c:pt>
                <c:pt idx="2422">
                  <c:v>41467</c:v>
                </c:pt>
                <c:pt idx="2423">
                  <c:v>41470</c:v>
                </c:pt>
                <c:pt idx="2424">
                  <c:v>41471</c:v>
                </c:pt>
                <c:pt idx="2425">
                  <c:v>41472</c:v>
                </c:pt>
                <c:pt idx="2426">
                  <c:v>41473</c:v>
                </c:pt>
                <c:pt idx="2427">
                  <c:v>41474</c:v>
                </c:pt>
                <c:pt idx="2428">
                  <c:v>41477</c:v>
                </c:pt>
                <c:pt idx="2429">
                  <c:v>41478</c:v>
                </c:pt>
                <c:pt idx="2430">
                  <c:v>41479</c:v>
                </c:pt>
                <c:pt idx="2431">
                  <c:v>41480</c:v>
                </c:pt>
                <c:pt idx="2432">
                  <c:v>41481</c:v>
                </c:pt>
                <c:pt idx="2433">
                  <c:v>41484</c:v>
                </c:pt>
                <c:pt idx="2434">
                  <c:v>41485</c:v>
                </c:pt>
                <c:pt idx="2435">
                  <c:v>41486</c:v>
                </c:pt>
                <c:pt idx="2436">
                  <c:v>41487</c:v>
                </c:pt>
                <c:pt idx="2437">
                  <c:v>41488</c:v>
                </c:pt>
                <c:pt idx="2438">
                  <c:v>41491</c:v>
                </c:pt>
                <c:pt idx="2439">
                  <c:v>41492</c:v>
                </c:pt>
                <c:pt idx="2440">
                  <c:v>41493</c:v>
                </c:pt>
                <c:pt idx="2441">
                  <c:v>41494</c:v>
                </c:pt>
                <c:pt idx="2442">
                  <c:v>41495</c:v>
                </c:pt>
                <c:pt idx="2443">
                  <c:v>41498</c:v>
                </c:pt>
                <c:pt idx="2444">
                  <c:v>41499</c:v>
                </c:pt>
                <c:pt idx="2445">
                  <c:v>41500</c:v>
                </c:pt>
                <c:pt idx="2446">
                  <c:v>41501</c:v>
                </c:pt>
                <c:pt idx="2447">
                  <c:v>41502</c:v>
                </c:pt>
                <c:pt idx="2448">
                  <c:v>41505</c:v>
                </c:pt>
                <c:pt idx="2449">
                  <c:v>41506</c:v>
                </c:pt>
                <c:pt idx="2450">
                  <c:v>41507</c:v>
                </c:pt>
                <c:pt idx="2451">
                  <c:v>41508</c:v>
                </c:pt>
                <c:pt idx="2452">
                  <c:v>41509</c:v>
                </c:pt>
                <c:pt idx="2453">
                  <c:v>41512</c:v>
                </c:pt>
                <c:pt idx="2454">
                  <c:v>41513</c:v>
                </c:pt>
                <c:pt idx="2455">
                  <c:v>41514</c:v>
                </c:pt>
                <c:pt idx="2456">
                  <c:v>41515</c:v>
                </c:pt>
                <c:pt idx="2457">
                  <c:v>41516</c:v>
                </c:pt>
                <c:pt idx="2458">
                  <c:v>41519</c:v>
                </c:pt>
                <c:pt idx="2459">
                  <c:v>41520</c:v>
                </c:pt>
                <c:pt idx="2460">
                  <c:v>41521</c:v>
                </c:pt>
                <c:pt idx="2461">
                  <c:v>41522</c:v>
                </c:pt>
                <c:pt idx="2462">
                  <c:v>41523</c:v>
                </c:pt>
                <c:pt idx="2463">
                  <c:v>41526</c:v>
                </c:pt>
                <c:pt idx="2464">
                  <c:v>41527</c:v>
                </c:pt>
                <c:pt idx="2465">
                  <c:v>41528</c:v>
                </c:pt>
                <c:pt idx="2466">
                  <c:v>41529</c:v>
                </c:pt>
                <c:pt idx="2467">
                  <c:v>41530</c:v>
                </c:pt>
                <c:pt idx="2468">
                  <c:v>41533</c:v>
                </c:pt>
                <c:pt idx="2469">
                  <c:v>41534</c:v>
                </c:pt>
                <c:pt idx="2470">
                  <c:v>41535</c:v>
                </c:pt>
                <c:pt idx="2471">
                  <c:v>41536</c:v>
                </c:pt>
                <c:pt idx="2472">
                  <c:v>41537</c:v>
                </c:pt>
                <c:pt idx="2473">
                  <c:v>41540</c:v>
                </c:pt>
                <c:pt idx="2474">
                  <c:v>41541</c:v>
                </c:pt>
                <c:pt idx="2475">
                  <c:v>41542</c:v>
                </c:pt>
                <c:pt idx="2476">
                  <c:v>41543</c:v>
                </c:pt>
                <c:pt idx="2477">
                  <c:v>41544</c:v>
                </c:pt>
                <c:pt idx="2478">
                  <c:v>41547</c:v>
                </c:pt>
                <c:pt idx="2479">
                  <c:v>41548</c:v>
                </c:pt>
                <c:pt idx="2480">
                  <c:v>41549</c:v>
                </c:pt>
                <c:pt idx="2481">
                  <c:v>41550</c:v>
                </c:pt>
                <c:pt idx="2482">
                  <c:v>41551</c:v>
                </c:pt>
                <c:pt idx="2483">
                  <c:v>41554</c:v>
                </c:pt>
                <c:pt idx="2484">
                  <c:v>41555</c:v>
                </c:pt>
                <c:pt idx="2485">
                  <c:v>41556</c:v>
                </c:pt>
                <c:pt idx="2486">
                  <c:v>41557</c:v>
                </c:pt>
                <c:pt idx="2487">
                  <c:v>41558</c:v>
                </c:pt>
                <c:pt idx="2488">
                  <c:v>41561</c:v>
                </c:pt>
                <c:pt idx="2489">
                  <c:v>41562</c:v>
                </c:pt>
                <c:pt idx="2490">
                  <c:v>41563</c:v>
                </c:pt>
                <c:pt idx="2491">
                  <c:v>41564</c:v>
                </c:pt>
                <c:pt idx="2492">
                  <c:v>41565</c:v>
                </c:pt>
                <c:pt idx="2493">
                  <c:v>41568</c:v>
                </c:pt>
                <c:pt idx="2494">
                  <c:v>41569</c:v>
                </c:pt>
                <c:pt idx="2495">
                  <c:v>41570</c:v>
                </c:pt>
                <c:pt idx="2496">
                  <c:v>41571</c:v>
                </c:pt>
                <c:pt idx="2497">
                  <c:v>41572</c:v>
                </c:pt>
                <c:pt idx="2498">
                  <c:v>41575</c:v>
                </c:pt>
                <c:pt idx="2499">
                  <c:v>41576</c:v>
                </c:pt>
                <c:pt idx="2500">
                  <c:v>41577</c:v>
                </c:pt>
                <c:pt idx="2501">
                  <c:v>41578</c:v>
                </c:pt>
                <c:pt idx="2502">
                  <c:v>41579</c:v>
                </c:pt>
                <c:pt idx="2503">
                  <c:v>41582</c:v>
                </c:pt>
                <c:pt idx="2504">
                  <c:v>41583</c:v>
                </c:pt>
                <c:pt idx="2505">
                  <c:v>41584</c:v>
                </c:pt>
                <c:pt idx="2506">
                  <c:v>41585</c:v>
                </c:pt>
                <c:pt idx="2507">
                  <c:v>41586</c:v>
                </c:pt>
                <c:pt idx="2508">
                  <c:v>41589</c:v>
                </c:pt>
                <c:pt idx="2509">
                  <c:v>41590</c:v>
                </c:pt>
                <c:pt idx="2510">
                  <c:v>41591</c:v>
                </c:pt>
                <c:pt idx="2511">
                  <c:v>41592</c:v>
                </c:pt>
                <c:pt idx="2512">
                  <c:v>41593</c:v>
                </c:pt>
                <c:pt idx="2513">
                  <c:v>41596</c:v>
                </c:pt>
                <c:pt idx="2514">
                  <c:v>41597</c:v>
                </c:pt>
                <c:pt idx="2515">
                  <c:v>41598</c:v>
                </c:pt>
                <c:pt idx="2516">
                  <c:v>41599</c:v>
                </c:pt>
                <c:pt idx="2517">
                  <c:v>41600</c:v>
                </c:pt>
                <c:pt idx="2518">
                  <c:v>41603</c:v>
                </c:pt>
                <c:pt idx="2519">
                  <c:v>41604</c:v>
                </c:pt>
                <c:pt idx="2520">
                  <c:v>41605</c:v>
                </c:pt>
                <c:pt idx="2521">
                  <c:v>41606</c:v>
                </c:pt>
                <c:pt idx="2522">
                  <c:v>41607</c:v>
                </c:pt>
                <c:pt idx="2523">
                  <c:v>41610</c:v>
                </c:pt>
                <c:pt idx="2524">
                  <c:v>41611</c:v>
                </c:pt>
                <c:pt idx="2525">
                  <c:v>41612</c:v>
                </c:pt>
                <c:pt idx="2526">
                  <c:v>41613</c:v>
                </c:pt>
                <c:pt idx="2527">
                  <c:v>41614</c:v>
                </c:pt>
                <c:pt idx="2528">
                  <c:v>41617</c:v>
                </c:pt>
                <c:pt idx="2529">
                  <c:v>41618</c:v>
                </c:pt>
                <c:pt idx="2530">
                  <c:v>41619</c:v>
                </c:pt>
                <c:pt idx="2531">
                  <c:v>41620</c:v>
                </c:pt>
                <c:pt idx="2532">
                  <c:v>41621</c:v>
                </c:pt>
                <c:pt idx="2533">
                  <c:v>41624</c:v>
                </c:pt>
                <c:pt idx="2534">
                  <c:v>41625</c:v>
                </c:pt>
                <c:pt idx="2535">
                  <c:v>41626</c:v>
                </c:pt>
                <c:pt idx="2536">
                  <c:v>41627</c:v>
                </c:pt>
                <c:pt idx="2537">
                  <c:v>41628</c:v>
                </c:pt>
                <c:pt idx="2538">
                  <c:v>41631</c:v>
                </c:pt>
                <c:pt idx="2539">
                  <c:v>41632</c:v>
                </c:pt>
                <c:pt idx="2540">
                  <c:v>41633</c:v>
                </c:pt>
                <c:pt idx="2541">
                  <c:v>41634</c:v>
                </c:pt>
                <c:pt idx="2542">
                  <c:v>41635</c:v>
                </c:pt>
                <c:pt idx="2543">
                  <c:v>41638</c:v>
                </c:pt>
                <c:pt idx="2544">
                  <c:v>41639</c:v>
                </c:pt>
                <c:pt idx="2545">
                  <c:v>41640</c:v>
                </c:pt>
                <c:pt idx="2546">
                  <c:v>41641</c:v>
                </c:pt>
                <c:pt idx="2547">
                  <c:v>41642</c:v>
                </c:pt>
                <c:pt idx="2548">
                  <c:v>41645</c:v>
                </c:pt>
                <c:pt idx="2549">
                  <c:v>41646</c:v>
                </c:pt>
                <c:pt idx="2550">
                  <c:v>41647</c:v>
                </c:pt>
                <c:pt idx="2551">
                  <c:v>41648</c:v>
                </c:pt>
                <c:pt idx="2552">
                  <c:v>41649</c:v>
                </c:pt>
                <c:pt idx="2553">
                  <c:v>41652</c:v>
                </c:pt>
                <c:pt idx="2554">
                  <c:v>41653</c:v>
                </c:pt>
                <c:pt idx="2555">
                  <c:v>41654</c:v>
                </c:pt>
                <c:pt idx="2556">
                  <c:v>41655</c:v>
                </c:pt>
                <c:pt idx="2557">
                  <c:v>41656</c:v>
                </c:pt>
                <c:pt idx="2558">
                  <c:v>41659</c:v>
                </c:pt>
                <c:pt idx="2559">
                  <c:v>41660</c:v>
                </c:pt>
                <c:pt idx="2560">
                  <c:v>41661</c:v>
                </c:pt>
                <c:pt idx="2561">
                  <c:v>41662</c:v>
                </c:pt>
                <c:pt idx="2562">
                  <c:v>41663</c:v>
                </c:pt>
                <c:pt idx="2563">
                  <c:v>41666</c:v>
                </c:pt>
                <c:pt idx="2564">
                  <c:v>41667</c:v>
                </c:pt>
                <c:pt idx="2565">
                  <c:v>41668</c:v>
                </c:pt>
                <c:pt idx="2566">
                  <c:v>41669</c:v>
                </c:pt>
                <c:pt idx="2567">
                  <c:v>41670</c:v>
                </c:pt>
                <c:pt idx="2568">
                  <c:v>41673</c:v>
                </c:pt>
                <c:pt idx="2569">
                  <c:v>41674</c:v>
                </c:pt>
                <c:pt idx="2570">
                  <c:v>41675</c:v>
                </c:pt>
                <c:pt idx="2571">
                  <c:v>41676</c:v>
                </c:pt>
                <c:pt idx="2572">
                  <c:v>41677</c:v>
                </c:pt>
                <c:pt idx="2573">
                  <c:v>41680</c:v>
                </c:pt>
                <c:pt idx="2574">
                  <c:v>41681</c:v>
                </c:pt>
                <c:pt idx="2575">
                  <c:v>41682</c:v>
                </c:pt>
                <c:pt idx="2576">
                  <c:v>41683</c:v>
                </c:pt>
                <c:pt idx="2577">
                  <c:v>41684</c:v>
                </c:pt>
                <c:pt idx="2578">
                  <c:v>41687</c:v>
                </c:pt>
                <c:pt idx="2579">
                  <c:v>41688</c:v>
                </c:pt>
                <c:pt idx="2580">
                  <c:v>41689</c:v>
                </c:pt>
                <c:pt idx="2581">
                  <c:v>41690</c:v>
                </c:pt>
                <c:pt idx="2582">
                  <c:v>41691</c:v>
                </c:pt>
                <c:pt idx="2583">
                  <c:v>41694</c:v>
                </c:pt>
                <c:pt idx="2584">
                  <c:v>41695</c:v>
                </c:pt>
                <c:pt idx="2585">
                  <c:v>41696</c:v>
                </c:pt>
                <c:pt idx="2586">
                  <c:v>41697</c:v>
                </c:pt>
                <c:pt idx="2587">
                  <c:v>41698</c:v>
                </c:pt>
                <c:pt idx="2588">
                  <c:v>41701</c:v>
                </c:pt>
                <c:pt idx="2589">
                  <c:v>41702</c:v>
                </c:pt>
                <c:pt idx="2590">
                  <c:v>41703</c:v>
                </c:pt>
                <c:pt idx="2591">
                  <c:v>41704</c:v>
                </c:pt>
                <c:pt idx="2592">
                  <c:v>41705</c:v>
                </c:pt>
                <c:pt idx="2593">
                  <c:v>41708</c:v>
                </c:pt>
                <c:pt idx="2594">
                  <c:v>41709</c:v>
                </c:pt>
                <c:pt idx="2595">
                  <c:v>41710</c:v>
                </c:pt>
                <c:pt idx="2596">
                  <c:v>41711</c:v>
                </c:pt>
                <c:pt idx="2597">
                  <c:v>41712</c:v>
                </c:pt>
                <c:pt idx="2598">
                  <c:v>41715</c:v>
                </c:pt>
                <c:pt idx="2599">
                  <c:v>41716</c:v>
                </c:pt>
                <c:pt idx="2600">
                  <c:v>41717</c:v>
                </c:pt>
                <c:pt idx="2601">
                  <c:v>41718</c:v>
                </c:pt>
                <c:pt idx="2602">
                  <c:v>41719</c:v>
                </c:pt>
                <c:pt idx="2603">
                  <c:v>41722</c:v>
                </c:pt>
                <c:pt idx="2604">
                  <c:v>41723</c:v>
                </c:pt>
                <c:pt idx="2605">
                  <c:v>41724</c:v>
                </c:pt>
                <c:pt idx="2606">
                  <c:v>41725</c:v>
                </c:pt>
                <c:pt idx="2607">
                  <c:v>41726</c:v>
                </c:pt>
                <c:pt idx="2608">
                  <c:v>41729</c:v>
                </c:pt>
                <c:pt idx="2609">
                  <c:v>41730</c:v>
                </c:pt>
                <c:pt idx="2610">
                  <c:v>41731</c:v>
                </c:pt>
                <c:pt idx="2611">
                  <c:v>41732</c:v>
                </c:pt>
                <c:pt idx="2612">
                  <c:v>41733</c:v>
                </c:pt>
                <c:pt idx="2613">
                  <c:v>41736</c:v>
                </c:pt>
                <c:pt idx="2614">
                  <c:v>41737</c:v>
                </c:pt>
                <c:pt idx="2615">
                  <c:v>41738</c:v>
                </c:pt>
                <c:pt idx="2616">
                  <c:v>41739</c:v>
                </c:pt>
                <c:pt idx="2617">
                  <c:v>41740</c:v>
                </c:pt>
                <c:pt idx="2618">
                  <c:v>41743</c:v>
                </c:pt>
                <c:pt idx="2619">
                  <c:v>41744</c:v>
                </c:pt>
                <c:pt idx="2620">
                  <c:v>41745</c:v>
                </c:pt>
                <c:pt idx="2621">
                  <c:v>41746</c:v>
                </c:pt>
                <c:pt idx="2622">
                  <c:v>41747</c:v>
                </c:pt>
                <c:pt idx="2623">
                  <c:v>41750</c:v>
                </c:pt>
                <c:pt idx="2624">
                  <c:v>41751</c:v>
                </c:pt>
                <c:pt idx="2625">
                  <c:v>41752</c:v>
                </c:pt>
                <c:pt idx="2626">
                  <c:v>41753</c:v>
                </c:pt>
                <c:pt idx="2627">
                  <c:v>41754</c:v>
                </c:pt>
                <c:pt idx="2628">
                  <c:v>41757</c:v>
                </c:pt>
                <c:pt idx="2629">
                  <c:v>41758</c:v>
                </c:pt>
                <c:pt idx="2630">
                  <c:v>41759</c:v>
                </c:pt>
                <c:pt idx="2631">
                  <c:v>41760</c:v>
                </c:pt>
                <c:pt idx="2632">
                  <c:v>41761</c:v>
                </c:pt>
                <c:pt idx="2633">
                  <c:v>41764</c:v>
                </c:pt>
                <c:pt idx="2634">
                  <c:v>41765</c:v>
                </c:pt>
                <c:pt idx="2635">
                  <c:v>41766</c:v>
                </c:pt>
                <c:pt idx="2636">
                  <c:v>41767</c:v>
                </c:pt>
                <c:pt idx="2637">
                  <c:v>41768</c:v>
                </c:pt>
                <c:pt idx="2638">
                  <c:v>41771</c:v>
                </c:pt>
                <c:pt idx="2639">
                  <c:v>41772</c:v>
                </c:pt>
                <c:pt idx="2640">
                  <c:v>41773</c:v>
                </c:pt>
                <c:pt idx="2641">
                  <c:v>41774</c:v>
                </c:pt>
                <c:pt idx="2642">
                  <c:v>41775</c:v>
                </c:pt>
                <c:pt idx="2643">
                  <c:v>41778</c:v>
                </c:pt>
                <c:pt idx="2644">
                  <c:v>41779</c:v>
                </c:pt>
                <c:pt idx="2645">
                  <c:v>41780</c:v>
                </c:pt>
                <c:pt idx="2646">
                  <c:v>41781</c:v>
                </c:pt>
                <c:pt idx="2647">
                  <c:v>41782</c:v>
                </c:pt>
                <c:pt idx="2648">
                  <c:v>41785</c:v>
                </c:pt>
                <c:pt idx="2649">
                  <c:v>41786</c:v>
                </c:pt>
                <c:pt idx="2650">
                  <c:v>41787</c:v>
                </c:pt>
                <c:pt idx="2651">
                  <c:v>41788</c:v>
                </c:pt>
                <c:pt idx="2652">
                  <c:v>41789</c:v>
                </c:pt>
                <c:pt idx="2653">
                  <c:v>41792</c:v>
                </c:pt>
                <c:pt idx="2654">
                  <c:v>41793</c:v>
                </c:pt>
                <c:pt idx="2655">
                  <c:v>41794</c:v>
                </c:pt>
                <c:pt idx="2656">
                  <c:v>41795</c:v>
                </c:pt>
                <c:pt idx="2657">
                  <c:v>41796</c:v>
                </c:pt>
                <c:pt idx="2658">
                  <c:v>41799</c:v>
                </c:pt>
                <c:pt idx="2659">
                  <c:v>41800</c:v>
                </c:pt>
                <c:pt idx="2660">
                  <c:v>41801</c:v>
                </c:pt>
                <c:pt idx="2661">
                  <c:v>41802</c:v>
                </c:pt>
                <c:pt idx="2662">
                  <c:v>41803</c:v>
                </c:pt>
                <c:pt idx="2663">
                  <c:v>41806</c:v>
                </c:pt>
                <c:pt idx="2664">
                  <c:v>41807</c:v>
                </c:pt>
                <c:pt idx="2665">
                  <c:v>41808</c:v>
                </c:pt>
                <c:pt idx="2666">
                  <c:v>41809</c:v>
                </c:pt>
                <c:pt idx="2667">
                  <c:v>41810</c:v>
                </c:pt>
                <c:pt idx="2668">
                  <c:v>41813</c:v>
                </c:pt>
                <c:pt idx="2669">
                  <c:v>41814</c:v>
                </c:pt>
                <c:pt idx="2670">
                  <c:v>41815</c:v>
                </c:pt>
                <c:pt idx="2671">
                  <c:v>41816</c:v>
                </c:pt>
                <c:pt idx="2672">
                  <c:v>41817</c:v>
                </c:pt>
                <c:pt idx="2673">
                  <c:v>41820</c:v>
                </c:pt>
                <c:pt idx="2674">
                  <c:v>41821</c:v>
                </c:pt>
                <c:pt idx="2675">
                  <c:v>41822</c:v>
                </c:pt>
                <c:pt idx="2676">
                  <c:v>41823</c:v>
                </c:pt>
                <c:pt idx="2677">
                  <c:v>41824</c:v>
                </c:pt>
                <c:pt idx="2678">
                  <c:v>41827</c:v>
                </c:pt>
                <c:pt idx="2679">
                  <c:v>41828</c:v>
                </c:pt>
                <c:pt idx="2680">
                  <c:v>41829</c:v>
                </c:pt>
                <c:pt idx="2681">
                  <c:v>41830</c:v>
                </c:pt>
                <c:pt idx="2682">
                  <c:v>41831</c:v>
                </c:pt>
                <c:pt idx="2683">
                  <c:v>41834</c:v>
                </c:pt>
                <c:pt idx="2684">
                  <c:v>41835</c:v>
                </c:pt>
                <c:pt idx="2685">
                  <c:v>41836</c:v>
                </c:pt>
                <c:pt idx="2686">
                  <c:v>41837</c:v>
                </c:pt>
                <c:pt idx="2687">
                  <c:v>41838</c:v>
                </c:pt>
                <c:pt idx="2688">
                  <c:v>41841</c:v>
                </c:pt>
                <c:pt idx="2689">
                  <c:v>41842</c:v>
                </c:pt>
                <c:pt idx="2690">
                  <c:v>41843</c:v>
                </c:pt>
                <c:pt idx="2691">
                  <c:v>41844</c:v>
                </c:pt>
                <c:pt idx="2692">
                  <c:v>41845</c:v>
                </c:pt>
                <c:pt idx="2693">
                  <c:v>41848</c:v>
                </c:pt>
                <c:pt idx="2694">
                  <c:v>41849</c:v>
                </c:pt>
                <c:pt idx="2695">
                  <c:v>41850</c:v>
                </c:pt>
                <c:pt idx="2696">
                  <c:v>41851</c:v>
                </c:pt>
                <c:pt idx="2697">
                  <c:v>41852</c:v>
                </c:pt>
                <c:pt idx="2698">
                  <c:v>41855</c:v>
                </c:pt>
                <c:pt idx="2699">
                  <c:v>41856</c:v>
                </c:pt>
                <c:pt idx="2700">
                  <c:v>41857</c:v>
                </c:pt>
                <c:pt idx="2701">
                  <c:v>41858</c:v>
                </c:pt>
                <c:pt idx="2702">
                  <c:v>41859</c:v>
                </c:pt>
                <c:pt idx="2703">
                  <c:v>41862</c:v>
                </c:pt>
                <c:pt idx="2704">
                  <c:v>41863</c:v>
                </c:pt>
                <c:pt idx="2705">
                  <c:v>41864</c:v>
                </c:pt>
                <c:pt idx="2706">
                  <c:v>41865</c:v>
                </c:pt>
                <c:pt idx="2707">
                  <c:v>41866</c:v>
                </c:pt>
                <c:pt idx="2708">
                  <c:v>41869</c:v>
                </c:pt>
                <c:pt idx="2709">
                  <c:v>41870</c:v>
                </c:pt>
                <c:pt idx="2710">
                  <c:v>41871</c:v>
                </c:pt>
                <c:pt idx="2711">
                  <c:v>41872</c:v>
                </c:pt>
                <c:pt idx="2712">
                  <c:v>41873</c:v>
                </c:pt>
                <c:pt idx="2713">
                  <c:v>41876</c:v>
                </c:pt>
                <c:pt idx="2714">
                  <c:v>41877</c:v>
                </c:pt>
                <c:pt idx="2715">
                  <c:v>41878</c:v>
                </c:pt>
                <c:pt idx="2716">
                  <c:v>41879</c:v>
                </c:pt>
                <c:pt idx="2717">
                  <c:v>41880</c:v>
                </c:pt>
                <c:pt idx="2718">
                  <c:v>41883</c:v>
                </c:pt>
                <c:pt idx="2719">
                  <c:v>41884</c:v>
                </c:pt>
                <c:pt idx="2720">
                  <c:v>41885</c:v>
                </c:pt>
                <c:pt idx="2721">
                  <c:v>41886</c:v>
                </c:pt>
                <c:pt idx="2722">
                  <c:v>41887</c:v>
                </c:pt>
                <c:pt idx="2723">
                  <c:v>41890</c:v>
                </c:pt>
                <c:pt idx="2724">
                  <c:v>41891</c:v>
                </c:pt>
                <c:pt idx="2725">
                  <c:v>41892</c:v>
                </c:pt>
                <c:pt idx="2726">
                  <c:v>41893</c:v>
                </c:pt>
                <c:pt idx="2727">
                  <c:v>41894</c:v>
                </c:pt>
                <c:pt idx="2728">
                  <c:v>41897</c:v>
                </c:pt>
                <c:pt idx="2729">
                  <c:v>41898</c:v>
                </c:pt>
                <c:pt idx="2730">
                  <c:v>41899</c:v>
                </c:pt>
                <c:pt idx="2731">
                  <c:v>41900</c:v>
                </c:pt>
                <c:pt idx="2732">
                  <c:v>41901</c:v>
                </c:pt>
                <c:pt idx="2733">
                  <c:v>41904</c:v>
                </c:pt>
                <c:pt idx="2734">
                  <c:v>41905</c:v>
                </c:pt>
                <c:pt idx="2735">
                  <c:v>41906</c:v>
                </c:pt>
                <c:pt idx="2736">
                  <c:v>41907</c:v>
                </c:pt>
                <c:pt idx="2737">
                  <c:v>41908</c:v>
                </c:pt>
                <c:pt idx="2738">
                  <c:v>41911</c:v>
                </c:pt>
                <c:pt idx="2739">
                  <c:v>41912</c:v>
                </c:pt>
                <c:pt idx="2740">
                  <c:v>41913</c:v>
                </c:pt>
                <c:pt idx="2741">
                  <c:v>41914</c:v>
                </c:pt>
                <c:pt idx="2742">
                  <c:v>41915</c:v>
                </c:pt>
                <c:pt idx="2743">
                  <c:v>41918</c:v>
                </c:pt>
                <c:pt idx="2744">
                  <c:v>41919</c:v>
                </c:pt>
                <c:pt idx="2745">
                  <c:v>41920</c:v>
                </c:pt>
                <c:pt idx="2746">
                  <c:v>41921</c:v>
                </c:pt>
                <c:pt idx="2747">
                  <c:v>41922</c:v>
                </c:pt>
                <c:pt idx="2748">
                  <c:v>41925</c:v>
                </c:pt>
                <c:pt idx="2749">
                  <c:v>41926</c:v>
                </c:pt>
                <c:pt idx="2750">
                  <c:v>41927</c:v>
                </c:pt>
                <c:pt idx="2751">
                  <c:v>41928</c:v>
                </c:pt>
                <c:pt idx="2752">
                  <c:v>41929</c:v>
                </c:pt>
                <c:pt idx="2753">
                  <c:v>41932</c:v>
                </c:pt>
                <c:pt idx="2754">
                  <c:v>41933</c:v>
                </c:pt>
                <c:pt idx="2755">
                  <c:v>41934</c:v>
                </c:pt>
                <c:pt idx="2756">
                  <c:v>41935</c:v>
                </c:pt>
                <c:pt idx="2757">
                  <c:v>41936</c:v>
                </c:pt>
                <c:pt idx="2758">
                  <c:v>41939</c:v>
                </c:pt>
                <c:pt idx="2759">
                  <c:v>41940</c:v>
                </c:pt>
                <c:pt idx="2760">
                  <c:v>41941</c:v>
                </c:pt>
                <c:pt idx="2761">
                  <c:v>41942</c:v>
                </c:pt>
                <c:pt idx="2762">
                  <c:v>41943</c:v>
                </c:pt>
                <c:pt idx="2763">
                  <c:v>41946</c:v>
                </c:pt>
                <c:pt idx="2764">
                  <c:v>41947</c:v>
                </c:pt>
                <c:pt idx="2765">
                  <c:v>41948</c:v>
                </c:pt>
                <c:pt idx="2766">
                  <c:v>41949</c:v>
                </c:pt>
                <c:pt idx="2767">
                  <c:v>41950</c:v>
                </c:pt>
                <c:pt idx="2768">
                  <c:v>41953</c:v>
                </c:pt>
                <c:pt idx="2769">
                  <c:v>41954</c:v>
                </c:pt>
                <c:pt idx="2770">
                  <c:v>41955</c:v>
                </c:pt>
                <c:pt idx="2771">
                  <c:v>41956</c:v>
                </c:pt>
                <c:pt idx="2772">
                  <c:v>41957</c:v>
                </c:pt>
                <c:pt idx="2773">
                  <c:v>41960</c:v>
                </c:pt>
                <c:pt idx="2774">
                  <c:v>41961</c:v>
                </c:pt>
                <c:pt idx="2775">
                  <c:v>41962</c:v>
                </c:pt>
                <c:pt idx="2776">
                  <c:v>41963</c:v>
                </c:pt>
                <c:pt idx="2777">
                  <c:v>41964</c:v>
                </c:pt>
                <c:pt idx="2778">
                  <c:v>41967</c:v>
                </c:pt>
                <c:pt idx="2779">
                  <c:v>41968</c:v>
                </c:pt>
                <c:pt idx="2780">
                  <c:v>41969</c:v>
                </c:pt>
                <c:pt idx="2781">
                  <c:v>41970</c:v>
                </c:pt>
                <c:pt idx="2782">
                  <c:v>41971</c:v>
                </c:pt>
                <c:pt idx="2783">
                  <c:v>41974</c:v>
                </c:pt>
                <c:pt idx="2784">
                  <c:v>41975</c:v>
                </c:pt>
                <c:pt idx="2785">
                  <c:v>41976</c:v>
                </c:pt>
                <c:pt idx="2786">
                  <c:v>41977</c:v>
                </c:pt>
                <c:pt idx="2787">
                  <c:v>41978</c:v>
                </c:pt>
                <c:pt idx="2788">
                  <c:v>41981</c:v>
                </c:pt>
                <c:pt idx="2789">
                  <c:v>41982</c:v>
                </c:pt>
                <c:pt idx="2790">
                  <c:v>41983</c:v>
                </c:pt>
                <c:pt idx="2791">
                  <c:v>41984</c:v>
                </c:pt>
                <c:pt idx="2792">
                  <c:v>41985</c:v>
                </c:pt>
                <c:pt idx="2793">
                  <c:v>41988</c:v>
                </c:pt>
                <c:pt idx="2794">
                  <c:v>41989</c:v>
                </c:pt>
                <c:pt idx="2795">
                  <c:v>41990</c:v>
                </c:pt>
                <c:pt idx="2796">
                  <c:v>41991</c:v>
                </c:pt>
                <c:pt idx="2797">
                  <c:v>41992</c:v>
                </c:pt>
                <c:pt idx="2798">
                  <c:v>41995</c:v>
                </c:pt>
                <c:pt idx="2799">
                  <c:v>41996</c:v>
                </c:pt>
                <c:pt idx="2800">
                  <c:v>41997</c:v>
                </c:pt>
                <c:pt idx="2801">
                  <c:v>41998</c:v>
                </c:pt>
                <c:pt idx="2802">
                  <c:v>41999</c:v>
                </c:pt>
                <c:pt idx="2803">
                  <c:v>42002</c:v>
                </c:pt>
                <c:pt idx="2804">
                  <c:v>42003</c:v>
                </c:pt>
                <c:pt idx="2805">
                  <c:v>42004</c:v>
                </c:pt>
                <c:pt idx="2806">
                  <c:v>42005</c:v>
                </c:pt>
                <c:pt idx="2807">
                  <c:v>42006</c:v>
                </c:pt>
                <c:pt idx="2808">
                  <c:v>42009</c:v>
                </c:pt>
                <c:pt idx="2809">
                  <c:v>42010</c:v>
                </c:pt>
                <c:pt idx="2810">
                  <c:v>42011</c:v>
                </c:pt>
                <c:pt idx="2811">
                  <c:v>42012</c:v>
                </c:pt>
                <c:pt idx="2812">
                  <c:v>42013</c:v>
                </c:pt>
                <c:pt idx="2813">
                  <c:v>42016</c:v>
                </c:pt>
                <c:pt idx="2814">
                  <c:v>42017</c:v>
                </c:pt>
                <c:pt idx="2815">
                  <c:v>42018</c:v>
                </c:pt>
                <c:pt idx="2816">
                  <c:v>42019</c:v>
                </c:pt>
                <c:pt idx="2817">
                  <c:v>42020</c:v>
                </c:pt>
                <c:pt idx="2818">
                  <c:v>42023</c:v>
                </c:pt>
                <c:pt idx="2819">
                  <c:v>42024</c:v>
                </c:pt>
                <c:pt idx="2820">
                  <c:v>42025</c:v>
                </c:pt>
                <c:pt idx="2821">
                  <c:v>42026</c:v>
                </c:pt>
                <c:pt idx="2822">
                  <c:v>42027</c:v>
                </c:pt>
                <c:pt idx="2823">
                  <c:v>42030</c:v>
                </c:pt>
                <c:pt idx="2824">
                  <c:v>42031</c:v>
                </c:pt>
                <c:pt idx="2825">
                  <c:v>42032</c:v>
                </c:pt>
                <c:pt idx="2826">
                  <c:v>42033</c:v>
                </c:pt>
                <c:pt idx="2827">
                  <c:v>42034</c:v>
                </c:pt>
                <c:pt idx="2828">
                  <c:v>42037</c:v>
                </c:pt>
                <c:pt idx="2829">
                  <c:v>42038</c:v>
                </c:pt>
                <c:pt idx="2830">
                  <c:v>42039</c:v>
                </c:pt>
                <c:pt idx="2831">
                  <c:v>42040</c:v>
                </c:pt>
                <c:pt idx="2832">
                  <c:v>42041</c:v>
                </c:pt>
                <c:pt idx="2833">
                  <c:v>42044</c:v>
                </c:pt>
                <c:pt idx="2834">
                  <c:v>42045</c:v>
                </c:pt>
                <c:pt idx="2835">
                  <c:v>42046</c:v>
                </c:pt>
                <c:pt idx="2836">
                  <c:v>42047</c:v>
                </c:pt>
                <c:pt idx="2837">
                  <c:v>42048</c:v>
                </c:pt>
                <c:pt idx="2838">
                  <c:v>42051</c:v>
                </c:pt>
                <c:pt idx="2839">
                  <c:v>42052</c:v>
                </c:pt>
                <c:pt idx="2840">
                  <c:v>42053</c:v>
                </c:pt>
                <c:pt idx="2841">
                  <c:v>42054</c:v>
                </c:pt>
                <c:pt idx="2842">
                  <c:v>42055</c:v>
                </c:pt>
                <c:pt idx="2843">
                  <c:v>42058</c:v>
                </c:pt>
                <c:pt idx="2844">
                  <c:v>42059</c:v>
                </c:pt>
                <c:pt idx="2845">
                  <c:v>42060</c:v>
                </c:pt>
                <c:pt idx="2846">
                  <c:v>42061</c:v>
                </c:pt>
                <c:pt idx="2847">
                  <c:v>42062</c:v>
                </c:pt>
                <c:pt idx="2848">
                  <c:v>42065</c:v>
                </c:pt>
                <c:pt idx="2849">
                  <c:v>42066</c:v>
                </c:pt>
                <c:pt idx="2850">
                  <c:v>42067</c:v>
                </c:pt>
                <c:pt idx="2851">
                  <c:v>42068</c:v>
                </c:pt>
                <c:pt idx="2852">
                  <c:v>42069</c:v>
                </c:pt>
                <c:pt idx="2853">
                  <c:v>42072</c:v>
                </c:pt>
                <c:pt idx="2854">
                  <c:v>42073</c:v>
                </c:pt>
                <c:pt idx="2855">
                  <c:v>42074</c:v>
                </c:pt>
                <c:pt idx="2856">
                  <c:v>42075</c:v>
                </c:pt>
                <c:pt idx="2857">
                  <c:v>42076</c:v>
                </c:pt>
                <c:pt idx="2858">
                  <c:v>42079</c:v>
                </c:pt>
                <c:pt idx="2859">
                  <c:v>42080</c:v>
                </c:pt>
                <c:pt idx="2860">
                  <c:v>42081</c:v>
                </c:pt>
                <c:pt idx="2861">
                  <c:v>42082</c:v>
                </c:pt>
                <c:pt idx="2862">
                  <c:v>42083</c:v>
                </c:pt>
                <c:pt idx="2863">
                  <c:v>42086</c:v>
                </c:pt>
                <c:pt idx="2864">
                  <c:v>42087</c:v>
                </c:pt>
                <c:pt idx="2865">
                  <c:v>42088</c:v>
                </c:pt>
                <c:pt idx="2866">
                  <c:v>42089</c:v>
                </c:pt>
                <c:pt idx="2867">
                  <c:v>42090</c:v>
                </c:pt>
                <c:pt idx="2868">
                  <c:v>42093</c:v>
                </c:pt>
                <c:pt idx="2869">
                  <c:v>42094</c:v>
                </c:pt>
                <c:pt idx="2870">
                  <c:v>42095</c:v>
                </c:pt>
                <c:pt idx="2871">
                  <c:v>42096</c:v>
                </c:pt>
                <c:pt idx="2872">
                  <c:v>42097</c:v>
                </c:pt>
                <c:pt idx="2873">
                  <c:v>42100</c:v>
                </c:pt>
                <c:pt idx="2874">
                  <c:v>42101</c:v>
                </c:pt>
                <c:pt idx="2875">
                  <c:v>42102</c:v>
                </c:pt>
                <c:pt idx="2876">
                  <c:v>42103</c:v>
                </c:pt>
                <c:pt idx="2877">
                  <c:v>42104</c:v>
                </c:pt>
                <c:pt idx="2878">
                  <c:v>42107</c:v>
                </c:pt>
                <c:pt idx="2879">
                  <c:v>42108</c:v>
                </c:pt>
                <c:pt idx="2880">
                  <c:v>42109</c:v>
                </c:pt>
                <c:pt idx="2881">
                  <c:v>42110</c:v>
                </c:pt>
                <c:pt idx="2882">
                  <c:v>42111</c:v>
                </c:pt>
                <c:pt idx="2883">
                  <c:v>42114</c:v>
                </c:pt>
                <c:pt idx="2884">
                  <c:v>42115</c:v>
                </c:pt>
                <c:pt idx="2885">
                  <c:v>42116</c:v>
                </c:pt>
                <c:pt idx="2886">
                  <c:v>42117</c:v>
                </c:pt>
                <c:pt idx="2887">
                  <c:v>42118</c:v>
                </c:pt>
                <c:pt idx="2888">
                  <c:v>42121</c:v>
                </c:pt>
                <c:pt idx="2889">
                  <c:v>42122</c:v>
                </c:pt>
                <c:pt idx="2890">
                  <c:v>42123</c:v>
                </c:pt>
                <c:pt idx="2891">
                  <c:v>42124</c:v>
                </c:pt>
                <c:pt idx="2892">
                  <c:v>42125</c:v>
                </c:pt>
                <c:pt idx="2893">
                  <c:v>42128</c:v>
                </c:pt>
                <c:pt idx="2894">
                  <c:v>42129</c:v>
                </c:pt>
                <c:pt idx="2895">
                  <c:v>42130</c:v>
                </c:pt>
                <c:pt idx="2896">
                  <c:v>42131</c:v>
                </c:pt>
                <c:pt idx="2897">
                  <c:v>42132</c:v>
                </c:pt>
                <c:pt idx="2898">
                  <c:v>42135</c:v>
                </c:pt>
                <c:pt idx="2899">
                  <c:v>42136</c:v>
                </c:pt>
                <c:pt idx="2900">
                  <c:v>42137</c:v>
                </c:pt>
                <c:pt idx="2901">
                  <c:v>42138</c:v>
                </c:pt>
                <c:pt idx="2902">
                  <c:v>42139</c:v>
                </c:pt>
                <c:pt idx="2903">
                  <c:v>42142</c:v>
                </c:pt>
                <c:pt idx="2904">
                  <c:v>42143</c:v>
                </c:pt>
                <c:pt idx="2905">
                  <c:v>42144</c:v>
                </c:pt>
                <c:pt idx="2906">
                  <c:v>42145</c:v>
                </c:pt>
                <c:pt idx="2907">
                  <c:v>42146</c:v>
                </c:pt>
                <c:pt idx="2908">
                  <c:v>42149</c:v>
                </c:pt>
                <c:pt idx="2909">
                  <c:v>42150</c:v>
                </c:pt>
                <c:pt idx="2910">
                  <c:v>42151</c:v>
                </c:pt>
                <c:pt idx="2911">
                  <c:v>42152</c:v>
                </c:pt>
                <c:pt idx="2912">
                  <c:v>42153</c:v>
                </c:pt>
                <c:pt idx="2913">
                  <c:v>42156</c:v>
                </c:pt>
                <c:pt idx="2914">
                  <c:v>42157</c:v>
                </c:pt>
                <c:pt idx="2915">
                  <c:v>42158</c:v>
                </c:pt>
                <c:pt idx="2916">
                  <c:v>42159</c:v>
                </c:pt>
                <c:pt idx="2917">
                  <c:v>42160</c:v>
                </c:pt>
                <c:pt idx="2918">
                  <c:v>42163</c:v>
                </c:pt>
                <c:pt idx="2919">
                  <c:v>42164</c:v>
                </c:pt>
                <c:pt idx="2920">
                  <c:v>42165</c:v>
                </c:pt>
                <c:pt idx="2921">
                  <c:v>42166</c:v>
                </c:pt>
                <c:pt idx="2922">
                  <c:v>42167</c:v>
                </c:pt>
                <c:pt idx="2923">
                  <c:v>42170</c:v>
                </c:pt>
                <c:pt idx="2924">
                  <c:v>42171</c:v>
                </c:pt>
                <c:pt idx="2925">
                  <c:v>42172</c:v>
                </c:pt>
                <c:pt idx="2926">
                  <c:v>42173</c:v>
                </c:pt>
                <c:pt idx="2927">
                  <c:v>42174</c:v>
                </c:pt>
                <c:pt idx="2928">
                  <c:v>42177</c:v>
                </c:pt>
                <c:pt idx="2929">
                  <c:v>42178</c:v>
                </c:pt>
                <c:pt idx="2930">
                  <c:v>42179</c:v>
                </c:pt>
                <c:pt idx="2931">
                  <c:v>42180</c:v>
                </c:pt>
                <c:pt idx="2932">
                  <c:v>42181</c:v>
                </c:pt>
                <c:pt idx="2933">
                  <c:v>42184</c:v>
                </c:pt>
                <c:pt idx="2934">
                  <c:v>42185</c:v>
                </c:pt>
                <c:pt idx="2935">
                  <c:v>42186</c:v>
                </c:pt>
                <c:pt idx="2936">
                  <c:v>42187</c:v>
                </c:pt>
                <c:pt idx="2937">
                  <c:v>42188</c:v>
                </c:pt>
                <c:pt idx="2938">
                  <c:v>42191</c:v>
                </c:pt>
                <c:pt idx="2939">
                  <c:v>42192</c:v>
                </c:pt>
                <c:pt idx="2940">
                  <c:v>42193</c:v>
                </c:pt>
                <c:pt idx="2941">
                  <c:v>42194</c:v>
                </c:pt>
                <c:pt idx="2942">
                  <c:v>42195</c:v>
                </c:pt>
                <c:pt idx="2943">
                  <c:v>42198</c:v>
                </c:pt>
                <c:pt idx="2944">
                  <c:v>42199</c:v>
                </c:pt>
                <c:pt idx="2945">
                  <c:v>42200</c:v>
                </c:pt>
                <c:pt idx="2946">
                  <c:v>42201</c:v>
                </c:pt>
                <c:pt idx="2947">
                  <c:v>42202</c:v>
                </c:pt>
                <c:pt idx="2948">
                  <c:v>42205</c:v>
                </c:pt>
                <c:pt idx="2949">
                  <c:v>42206</c:v>
                </c:pt>
                <c:pt idx="2950">
                  <c:v>42207</c:v>
                </c:pt>
                <c:pt idx="2951">
                  <c:v>42208</c:v>
                </c:pt>
                <c:pt idx="2952">
                  <c:v>42209</c:v>
                </c:pt>
                <c:pt idx="2953">
                  <c:v>42212</c:v>
                </c:pt>
                <c:pt idx="2954">
                  <c:v>42213</c:v>
                </c:pt>
                <c:pt idx="2955">
                  <c:v>42214</c:v>
                </c:pt>
                <c:pt idx="2956">
                  <c:v>42215</c:v>
                </c:pt>
                <c:pt idx="2957">
                  <c:v>42216</c:v>
                </c:pt>
                <c:pt idx="2958">
                  <c:v>42219</c:v>
                </c:pt>
                <c:pt idx="2959">
                  <c:v>42220</c:v>
                </c:pt>
                <c:pt idx="2960">
                  <c:v>42221</c:v>
                </c:pt>
                <c:pt idx="2961">
                  <c:v>42222</c:v>
                </c:pt>
                <c:pt idx="2962">
                  <c:v>42223</c:v>
                </c:pt>
                <c:pt idx="2963">
                  <c:v>42226</c:v>
                </c:pt>
                <c:pt idx="2964">
                  <c:v>42227</c:v>
                </c:pt>
                <c:pt idx="2965">
                  <c:v>42228</c:v>
                </c:pt>
                <c:pt idx="2966">
                  <c:v>42229</c:v>
                </c:pt>
                <c:pt idx="2967">
                  <c:v>42230</c:v>
                </c:pt>
                <c:pt idx="2968">
                  <c:v>42233</c:v>
                </c:pt>
                <c:pt idx="2969">
                  <c:v>42234</c:v>
                </c:pt>
                <c:pt idx="2970">
                  <c:v>42235</c:v>
                </c:pt>
                <c:pt idx="2971">
                  <c:v>42236</c:v>
                </c:pt>
                <c:pt idx="2972">
                  <c:v>42237</c:v>
                </c:pt>
                <c:pt idx="2973">
                  <c:v>42240</c:v>
                </c:pt>
                <c:pt idx="2974">
                  <c:v>42241</c:v>
                </c:pt>
                <c:pt idx="2975">
                  <c:v>42242</c:v>
                </c:pt>
                <c:pt idx="2976">
                  <c:v>42243</c:v>
                </c:pt>
                <c:pt idx="2977">
                  <c:v>42244</c:v>
                </c:pt>
                <c:pt idx="2978">
                  <c:v>42247</c:v>
                </c:pt>
                <c:pt idx="2979">
                  <c:v>42248</c:v>
                </c:pt>
                <c:pt idx="2980">
                  <c:v>42249</c:v>
                </c:pt>
                <c:pt idx="2981">
                  <c:v>42250</c:v>
                </c:pt>
                <c:pt idx="2982">
                  <c:v>42251</c:v>
                </c:pt>
                <c:pt idx="2983">
                  <c:v>42254</c:v>
                </c:pt>
                <c:pt idx="2984">
                  <c:v>42255</c:v>
                </c:pt>
                <c:pt idx="2985">
                  <c:v>42256</c:v>
                </c:pt>
                <c:pt idx="2986">
                  <c:v>42257</c:v>
                </c:pt>
                <c:pt idx="2987">
                  <c:v>42258</c:v>
                </c:pt>
                <c:pt idx="2988">
                  <c:v>42261</c:v>
                </c:pt>
                <c:pt idx="2989">
                  <c:v>42262</c:v>
                </c:pt>
                <c:pt idx="2990">
                  <c:v>42263</c:v>
                </c:pt>
                <c:pt idx="2991">
                  <c:v>42264</c:v>
                </c:pt>
                <c:pt idx="2992">
                  <c:v>42265</c:v>
                </c:pt>
                <c:pt idx="2993">
                  <c:v>42268</c:v>
                </c:pt>
                <c:pt idx="2994">
                  <c:v>42269</c:v>
                </c:pt>
                <c:pt idx="2995">
                  <c:v>42270</c:v>
                </c:pt>
                <c:pt idx="2996">
                  <c:v>42271</c:v>
                </c:pt>
                <c:pt idx="2997">
                  <c:v>42272</c:v>
                </c:pt>
                <c:pt idx="2998">
                  <c:v>42275</c:v>
                </c:pt>
                <c:pt idx="2999">
                  <c:v>42276</c:v>
                </c:pt>
                <c:pt idx="3000">
                  <c:v>42277</c:v>
                </c:pt>
                <c:pt idx="3001">
                  <c:v>42278</c:v>
                </c:pt>
                <c:pt idx="3002">
                  <c:v>42279</c:v>
                </c:pt>
                <c:pt idx="3003">
                  <c:v>42282</c:v>
                </c:pt>
                <c:pt idx="3004">
                  <c:v>42283</c:v>
                </c:pt>
                <c:pt idx="3005">
                  <c:v>42284</c:v>
                </c:pt>
                <c:pt idx="3006">
                  <c:v>42285</c:v>
                </c:pt>
                <c:pt idx="3007">
                  <c:v>42286</c:v>
                </c:pt>
                <c:pt idx="3008">
                  <c:v>42289</c:v>
                </c:pt>
                <c:pt idx="3009">
                  <c:v>42290</c:v>
                </c:pt>
                <c:pt idx="3010">
                  <c:v>42291</c:v>
                </c:pt>
                <c:pt idx="3011">
                  <c:v>42292</c:v>
                </c:pt>
                <c:pt idx="3012">
                  <c:v>42293</c:v>
                </c:pt>
                <c:pt idx="3013">
                  <c:v>42296</c:v>
                </c:pt>
                <c:pt idx="3014">
                  <c:v>42297</c:v>
                </c:pt>
                <c:pt idx="3015">
                  <c:v>42298</c:v>
                </c:pt>
                <c:pt idx="3016">
                  <c:v>42299</c:v>
                </c:pt>
                <c:pt idx="3017">
                  <c:v>42300</c:v>
                </c:pt>
                <c:pt idx="3018">
                  <c:v>42303</c:v>
                </c:pt>
                <c:pt idx="3019">
                  <c:v>42304</c:v>
                </c:pt>
                <c:pt idx="3020">
                  <c:v>42305</c:v>
                </c:pt>
                <c:pt idx="3021">
                  <c:v>42306</c:v>
                </c:pt>
                <c:pt idx="3022">
                  <c:v>42307</c:v>
                </c:pt>
                <c:pt idx="3023">
                  <c:v>42310</c:v>
                </c:pt>
                <c:pt idx="3024">
                  <c:v>42311</c:v>
                </c:pt>
                <c:pt idx="3025">
                  <c:v>42312</c:v>
                </c:pt>
                <c:pt idx="3026">
                  <c:v>42313</c:v>
                </c:pt>
                <c:pt idx="3027">
                  <c:v>42314</c:v>
                </c:pt>
                <c:pt idx="3028">
                  <c:v>42317</c:v>
                </c:pt>
                <c:pt idx="3029">
                  <c:v>42318</c:v>
                </c:pt>
                <c:pt idx="3030">
                  <c:v>42319</c:v>
                </c:pt>
                <c:pt idx="3031">
                  <c:v>42320</c:v>
                </c:pt>
                <c:pt idx="3032">
                  <c:v>42321</c:v>
                </c:pt>
                <c:pt idx="3033">
                  <c:v>42324</c:v>
                </c:pt>
                <c:pt idx="3034">
                  <c:v>42325</c:v>
                </c:pt>
                <c:pt idx="3035">
                  <c:v>42326</c:v>
                </c:pt>
                <c:pt idx="3036">
                  <c:v>42327</c:v>
                </c:pt>
                <c:pt idx="3037">
                  <c:v>42328</c:v>
                </c:pt>
                <c:pt idx="3038">
                  <c:v>42331</c:v>
                </c:pt>
                <c:pt idx="3039">
                  <c:v>42332</c:v>
                </c:pt>
                <c:pt idx="3040">
                  <c:v>42333</c:v>
                </c:pt>
                <c:pt idx="3041">
                  <c:v>42334</c:v>
                </c:pt>
                <c:pt idx="3042">
                  <c:v>42335</c:v>
                </c:pt>
                <c:pt idx="3043">
                  <c:v>42338</c:v>
                </c:pt>
                <c:pt idx="3044">
                  <c:v>42339</c:v>
                </c:pt>
                <c:pt idx="3045">
                  <c:v>42340</c:v>
                </c:pt>
                <c:pt idx="3046">
                  <c:v>42341</c:v>
                </c:pt>
                <c:pt idx="3047">
                  <c:v>42342</c:v>
                </c:pt>
                <c:pt idx="3048">
                  <c:v>42345</c:v>
                </c:pt>
                <c:pt idx="3049">
                  <c:v>42346</c:v>
                </c:pt>
                <c:pt idx="3050">
                  <c:v>42347</c:v>
                </c:pt>
                <c:pt idx="3051">
                  <c:v>42348</c:v>
                </c:pt>
                <c:pt idx="3052">
                  <c:v>42349</c:v>
                </c:pt>
                <c:pt idx="3053">
                  <c:v>42352</c:v>
                </c:pt>
                <c:pt idx="3054">
                  <c:v>42353</c:v>
                </c:pt>
                <c:pt idx="3055">
                  <c:v>42354</c:v>
                </c:pt>
                <c:pt idx="3056">
                  <c:v>42355</c:v>
                </c:pt>
                <c:pt idx="3057">
                  <c:v>42356</c:v>
                </c:pt>
                <c:pt idx="3058">
                  <c:v>42359</c:v>
                </c:pt>
                <c:pt idx="3059">
                  <c:v>42360</c:v>
                </c:pt>
                <c:pt idx="3060">
                  <c:v>42361</c:v>
                </c:pt>
                <c:pt idx="3061">
                  <c:v>42362</c:v>
                </c:pt>
                <c:pt idx="3062">
                  <c:v>42363</c:v>
                </c:pt>
                <c:pt idx="3063">
                  <c:v>42366</c:v>
                </c:pt>
                <c:pt idx="3064">
                  <c:v>42367</c:v>
                </c:pt>
                <c:pt idx="3065">
                  <c:v>42368</c:v>
                </c:pt>
                <c:pt idx="3066">
                  <c:v>42369</c:v>
                </c:pt>
                <c:pt idx="3067">
                  <c:v>42370</c:v>
                </c:pt>
                <c:pt idx="3068">
                  <c:v>42373</c:v>
                </c:pt>
                <c:pt idx="3069">
                  <c:v>42374</c:v>
                </c:pt>
                <c:pt idx="3070">
                  <c:v>42375</c:v>
                </c:pt>
                <c:pt idx="3071">
                  <c:v>42376</c:v>
                </c:pt>
                <c:pt idx="3072">
                  <c:v>42377</c:v>
                </c:pt>
                <c:pt idx="3073">
                  <c:v>42380</c:v>
                </c:pt>
                <c:pt idx="3074">
                  <c:v>42381</c:v>
                </c:pt>
                <c:pt idx="3075">
                  <c:v>42382</c:v>
                </c:pt>
                <c:pt idx="3076">
                  <c:v>42383</c:v>
                </c:pt>
                <c:pt idx="3077">
                  <c:v>42384</c:v>
                </c:pt>
                <c:pt idx="3078">
                  <c:v>42387</c:v>
                </c:pt>
                <c:pt idx="3079">
                  <c:v>42388</c:v>
                </c:pt>
                <c:pt idx="3080">
                  <c:v>42389</c:v>
                </c:pt>
                <c:pt idx="3081">
                  <c:v>42390</c:v>
                </c:pt>
                <c:pt idx="3082">
                  <c:v>42391</c:v>
                </c:pt>
                <c:pt idx="3083">
                  <c:v>42394</c:v>
                </c:pt>
                <c:pt idx="3084">
                  <c:v>42395</c:v>
                </c:pt>
                <c:pt idx="3085">
                  <c:v>42396</c:v>
                </c:pt>
                <c:pt idx="3086">
                  <c:v>42397</c:v>
                </c:pt>
                <c:pt idx="3087">
                  <c:v>42398</c:v>
                </c:pt>
                <c:pt idx="3088">
                  <c:v>42401</c:v>
                </c:pt>
                <c:pt idx="3089">
                  <c:v>42402</c:v>
                </c:pt>
                <c:pt idx="3090">
                  <c:v>42403</c:v>
                </c:pt>
                <c:pt idx="3091">
                  <c:v>42404</c:v>
                </c:pt>
                <c:pt idx="3092">
                  <c:v>42405</c:v>
                </c:pt>
                <c:pt idx="3093">
                  <c:v>42408</c:v>
                </c:pt>
                <c:pt idx="3094">
                  <c:v>42409</c:v>
                </c:pt>
                <c:pt idx="3095">
                  <c:v>42410</c:v>
                </c:pt>
                <c:pt idx="3096">
                  <c:v>42411</c:v>
                </c:pt>
                <c:pt idx="3097">
                  <c:v>42412</c:v>
                </c:pt>
                <c:pt idx="3098">
                  <c:v>42415</c:v>
                </c:pt>
                <c:pt idx="3099">
                  <c:v>42416</c:v>
                </c:pt>
                <c:pt idx="3100">
                  <c:v>42417</c:v>
                </c:pt>
                <c:pt idx="3101">
                  <c:v>42418</c:v>
                </c:pt>
                <c:pt idx="3102">
                  <c:v>42419</c:v>
                </c:pt>
                <c:pt idx="3103">
                  <c:v>42422</c:v>
                </c:pt>
                <c:pt idx="3104">
                  <c:v>42423</c:v>
                </c:pt>
                <c:pt idx="3105">
                  <c:v>42424</c:v>
                </c:pt>
                <c:pt idx="3106">
                  <c:v>42425</c:v>
                </c:pt>
                <c:pt idx="3107">
                  <c:v>42426</c:v>
                </c:pt>
                <c:pt idx="3108">
                  <c:v>42429</c:v>
                </c:pt>
                <c:pt idx="3109">
                  <c:v>42430</c:v>
                </c:pt>
                <c:pt idx="3110">
                  <c:v>42431</c:v>
                </c:pt>
                <c:pt idx="3111">
                  <c:v>42432</c:v>
                </c:pt>
                <c:pt idx="3112">
                  <c:v>42433</c:v>
                </c:pt>
                <c:pt idx="3113">
                  <c:v>42436</c:v>
                </c:pt>
                <c:pt idx="3114">
                  <c:v>42437</c:v>
                </c:pt>
                <c:pt idx="3115">
                  <c:v>42438</c:v>
                </c:pt>
                <c:pt idx="3116">
                  <c:v>42439</c:v>
                </c:pt>
                <c:pt idx="3117">
                  <c:v>42440</c:v>
                </c:pt>
                <c:pt idx="3118">
                  <c:v>42443</c:v>
                </c:pt>
                <c:pt idx="3119">
                  <c:v>42444</c:v>
                </c:pt>
                <c:pt idx="3120">
                  <c:v>42445</c:v>
                </c:pt>
                <c:pt idx="3121">
                  <c:v>42446</c:v>
                </c:pt>
                <c:pt idx="3122">
                  <c:v>42447</c:v>
                </c:pt>
                <c:pt idx="3123">
                  <c:v>42450</c:v>
                </c:pt>
                <c:pt idx="3124">
                  <c:v>42451</c:v>
                </c:pt>
                <c:pt idx="3125">
                  <c:v>42452</c:v>
                </c:pt>
                <c:pt idx="3126">
                  <c:v>42453</c:v>
                </c:pt>
                <c:pt idx="3127">
                  <c:v>42454</c:v>
                </c:pt>
                <c:pt idx="3128">
                  <c:v>42457</c:v>
                </c:pt>
                <c:pt idx="3129">
                  <c:v>42458</c:v>
                </c:pt>
                <c:pt idx="3130">
                  <c:v>42459</c:v>
                </c:pt>
                <c:pt idx="3131">
                  <c:v>42460</c:v>
                </c:pt>
                <c:pt idx="3132">
                  <c:v>42461</c:v>
                </c:pt>
                <c:pt idx="3133">
                  <c:v>42464</c:v>
                </c:pt>
                <c:pt idx="3134">
                  <c:v>42465</c:v>
                </c:pt>
                <c:pt idx="3135">
                  <c:v>42466</c:v>
                </c:pt>
                <c:pt idx="3136">
                  <c:v>42467</c:v>
                </c:pt>
                <c:pt idx="3137">
                  <c:v>42468</c:v>
                </c:pt>
                <c:pt idx="3138">
                  <c:v>42471</c:v>
                </c:pt>
                <c:pt idx="3139">
                  <c:v>42472</c:v>
                </c:pt>
                <c:pt idx="3140">
                  <c:v>42473</c:v>
                </c:pt>
                <c:pt idx="3141">
                  <c:v>42474</c:v>
                </c:pt>
                <c:pt idx="3142">
                  <c:v>42475</c:v>
                </c:pt>
                <c:pt idx="3143">
                  <c:v>42478</c:v>
                </c:pt>
                <c:pt idx="3144">
                  <c:v>42479</c:v>
                </c:pt>
                <c:pt idx="3145">
                  <c:v>42480</c:v>
                </c:pt>
                <c:pt idx="3146">
                  <c:v>42481</c:v>
                </c:pt>
                <c:pt idx="3147">
                  <c:v>42482</c:v>
                </c:pt>
                <c:pt idx="3148">
                  <c:v>42485</c:v>
                </c:pt>
                <c:pt idx="3149">
                  <c:v>42486</c:v>
                </c:pt>
                <c:pt idx="3150">
                  <c:v>42487</c:v>
                </c:pt>
                <c:pt idx="3151">
                  <c:v>42488</c:v>
                </c:pt>
                <c:pt idx="3152">
                  <c:v>42489</c:v>
                </c:pt>
                <c:pt idx="3153">
                  <c:v>42492</c:v>
                </c:pt>
                <c:pt idx="3154">
                  <c:v>42493</c:v>
                </c:pt>
                <c:pt idx="3155">
                  <c:v>42494</c:v>
                </c:pt>
                <c:pt idx="3156">
                  <c:v>42495</c:v>
                </c:pt>
                <c:pt idx="3157">
                  <c:v>42496</c:v>
                </c:pt>
                <c:pt idx="3158">
                  <c:v>42499</c:v>
                </c:pt>
                <c:pt idx="3159">
                  <c:v>42500</c:v>
                </c:pt>
                <c:pt idx="3160">
                  <c:v>42501</c:v>
                </c:pt>
                <c:pt idx="3161">
                  <c:v>42502</c:v>
                </c:pt>
                <c:pt idx="3162">
                  <c:v>42503</c:v>
                </c:pt>
                <c:pt idx="3163">
                  <c:v>42506</c:v>
                </c:pt>
                <c:pt idx="3164">
                  <c:v>42507</c:v>
                </c:pt>
                <c:pt idx="3165">
                  <c:v>42508</c:v>
                </c:pt>
                <c:pt idx="3166">
                  <c:v>42509</c:v>
                </c:pt>
                <c:pt idx="3167">
                  <c:v>42510</c:v>
                </c:pt>
                <c:pt idx="3168">
                  <c:v>42513</c:v>
                </c:pt>
                <c:pt idx="3169">
                  <c:v>42514</c:v>
                </c:pt>
                <c:pt idx="3170">
                  <c:v>42515</c:v>
                </c:pt>
                <c:pt idx="3171">
                  <c:v>42516</c:v>
                </c:pt>
                <c:pt idx="3172">
                  <c:v>42517</c:v>
                </c:pt>
                <c:pt idx="3173">
                  <c:v>42520</c:v>
                </c:pt>
                <c:pt idx="3174">
                  <c:v>42521</c:v>
                </c:pt>
                <c:pt idx="3175">
                  <c:v>42522</c:v>
                </c:pt>
                <c:pt idx="3176">
                  <c:v>42523</c:v>
                </c:pt>
                <c:pt idx="3177">
                  <c:v>42524</c:v>
                </c:pt>
                <c:pt idx="3178">
                  <c:v>42527</c:v>
                </c:pt>
                <c:pt idx="3179">
                  <c:v>42528</c:v>
                </c:pt>
                <c:pt idx="3180">
                  <c:v>42529</c:v>
                </c:pt>
                <c:pt idx="3181">
                  <c:v>42530</c:v>
                </c:pt>
                <c:pt idx="3182">
                  <c:v>42531</c:v>
                </c:pt>
                <c:pt idx="3183">
                  <c:v>42534</c:v>
                </c:pt>
                <c:pt idx="3184">
                  <c:v>42535</c:v>
                </c:pt>
                <c:pt idx="3185">
                  <c:v>42536</c:v>
                </c:pt>
                <c:pt idx="3186">
                  <c:v>42537</c:v>
                </c:pt>
                <c:pt idx="3187">
                  <c:v>42538</c:v>
                </c:pt>
                <c:pt idx="3188">
                  <c:v>42541</c:v>
                </c:pt>
                <c:pt idx="3189">
                  <c:v>42542</c:v>
                </c:pt>
                <c:pt idx="3190">
                  <c:v>42543</c:v>
                </c:pt>
                <c:pt idx="3191">
                  <c:v>42544</c:v>
                </c:pt>
                <c:pt idx="3192">
                  <c:v>42545</c:v>
                </c:pt>
                <c:pt idx="3193">
                  <c:v>42548</c:v>
                </c:pt>
                <c:pt idx="3194">
                  <c:v>42549</c:v>
                </c:pt>
                <c:pt idx="3195">
                  <c:v>42550</c:v>
                </c:pt>
                <c:pt idx="3196">
                  <c:v>42551</c:v>
                </c:pt>
                <c:pt idx="3197">
                  <c:v>42552</c:v>
                </c:pt>
                <c:pt idx="3198">
                  <c:v>42555</c:v>
                </c:pt>
                <c:pt idx="3199">
                  <c:v>42556</c:v>
                </c:pt>
                <c:pt idx="3200">
                  <c:v>42557</c:v>
                </c:pt>
                <c:pt idx="3201">
                  <c:v>42558</c:v>
                </c:pt>
                <c:pt idx="3202">
                  <c:v>42559</c:v>
                </c:pt>
                <c:pt idx="3203">
                  <c:v>42562</c:v>
                </c:pt>
                <c:pt idx="3204">
                  <c:v>42563</c:v>
                </c:pt>
                <c:pt idx="3205">
                  <c:v>42564</c:v>
                </c:pt>
                <c:pt idx="3206">
                  <c:v>42565</c:v>
                </c:pt>
                <c:pt idx="3207">
                  <c:v>42566</c:v>
                </c:pt>
                <c:pt idx="3208">
                  <c:v>42569</c:v>
                </c:pt>
                <c:pt idx="3209">
                  <c:v>42570</c:v>
                </c:pt>
                <c:pt idx="3210">
                  <c:v>42571</c:v>
                </c:pt>
                <c:pt idx="3211">
                  <c:v>42572</c:v>
                </c:pt>
                <c:pt idx="3212">
                  <c:v>42573</c:v>
                </c:pt>
                <c:pt idx="3213">
                  <c:v>42576</c:v>
                </c:pt>
                <c:pt idx="3214">
                  <c:v>42577</c:v>
                </c:pt>
                <c:pt idx="3215">
                  <c:v>42578</c:v>
                </c:pt>
                <c:pt idx="3216">
                  <c:v>42579</c:v>
                </c:pt>
                <c:pt idx="3217">
                  <c:v>42580</c:v>
                </c:pt>
                <c:pt idx="3218">
                  <c:v>42583</c:v>
                </c:pt>
                <c:pt idx="3219">
                  <c:v>42584</c:v>
                </c:pt>
                <c:pt idx="3220">
                  <c:v>42585</c:v>
                </c:pt>
                <c:pt idx="3221">
                  <c:v>42586</c:v>
                </c:pt>
                <c:pt idx="3222">
                  <c:v>42587</c:v>
                </c:pt>
                <c:pt idx="3223">
                  <c:v>42590</c:v>
                </c:pt>
                <c:pt idx="3224">
                  <c:v>42591</c:v>
                </c:pt>
                <c:pt idx="3225">
                  <c:v>42592</c:v>
                </c:pt>
                <c:pt idx="3226">
                  <c:v>42593</c:v>
                </c:pt>
                <c:pt idx="3227">
                  <c:v>42594</c:v>
                </c:pt>
                <c:pt idx="3228">
                  <c:v>42597</c:v>
                </c:pt>
                <c:pt idx="3229">
                  <c:v>42598</c:v>
                </c:pt>
                <c:pt idx="3230">
                  <c:v>42599</c:v>
                </c:pt>
                <c:pt idx="3231">
                  <c:v>42600</c:v>
                </c:pt>
                <c:pt idx="3232">
                  <c:v>42601</c:v>
                </c:pt>
                <c:pt idx="3233">
                  <c:v>42604</c:v>
                </c:pt>
                <c:pt idx="3234">
                  <c:v>42605</c:v>
                </c:pt>
                <c:pt idx="3235">
                  <c:v>42606</c:v>
                </c:pt>
                <c:pt idx="3236">
                  <c:v>42607</c:v>
                </c:pt>
                <c:pt idx="3237">
                  <c:v>42608</c:v>
                </c:pt>
                <c:pt idx="3238">
                  <c:v>42611</c:v>
                </c:pt>
                <c:pt idx="3239">
                  <c:v>42612</c:v>
                </c:pt>
                <c:pt idx="3240">
                  <c:v>42613</c:v>
                </c:pt>
                <c:pt idx="3241">
                  <c:v>42614</c:v>
                </c:pt>
                <c:pt idx="3242">
                  <c:v>42615</c:v>
                </c:pt>
                <c:pt idx="3243">
                  <c:v>42618</c:v>
                </c:pt>
                <c:pt idx="3244">
                  <c:v>42619</c:v>
                </c:pt>
                <c:pt idx="3245">
                  <c:v>42620</c:v>
                </c:pt>
                <c:pt idx="3246">
                  <c:v>42621</c:v>
                </c:pt>
                <c:pt idx="3247">
                  <c:v>42622</c:v>
                </c:pt>
                <c:pt idx="3248">
                  <c:v>42625</c:v>
                </c:pt>
                <c:pt idx="3249">
                  <c:v>42626</c:v>
                </c:pt>
                <c:pt idx="3250">
                  <c:v>42627</c:v>
                </c:pt>
                <c:pt idx="3251">
                  <c:v>42628</c:v>
                </c:pt>
                <c:pt idx="3252">
                  <c:v>42629</c:v>
                </c:pt>
                <c:pt idx="3253">
                  <c:v>42632</c:v>
                </c:pt>
                <c:pt idx="3254">
                  <c:v>42633</c:v>
                </c:pt>
                <c:pt idx="3255">
                  <c:v>42634</c:v>
                </c:pt>
                <c:pt idx="3256">
                  <c:v>42635</c:v>
                </c:pt>
                <c:pt idx="3257">
                  <c:v>42636</c:v>
                </c:pt>
                <c:pt idx="3258">
                  <c:v>42639</c:v>
                </c:pt>
                <c:pt idx="3259">
                  <c:v>42640</c:v>
                </c:pt>
                <c:pt idx="3260">
                  <c:v>42641</c:v>
                </c:pt>
                <c:pt idx="3261">
                  <c:v>42642</c:v>
                </c:pt>
                <c:pt idx="3262">
                  <c:v>42643</c:v>
                </c:pt>
                <c:pt idx="3263">
                  <c:v>42646</c:v>
                </c:pt>
                <c:pt idx="3264">
                  <c:v>42647</c:v>
                </c:pt>
                <c:pt idx="3265">
                  <c:v>42648</c:v>
                </c:pt>
                <c:pt idx="3266">
                  <c:v>42649</c:v>
                </c:pt>
                <c:pt idx="3267">
                  <c:v>42650</c:v>
                </c:pt>
                <c:pt idx="3268">
                  <c:v>42653</c:v>
                </c:pt>
                <c:pt idx="3269">
                  <c:v>42654</c:v>
                </c:pt>
                <c:pt idx="3270">
                  <c:v>42655</c:v>
                </c:pt>
                <c:pt idx="3271">
                  <c:v>42656</c:v>
                </c:pt>
                <c:pt idx="3272">
                  <c:v>42657</c:v>
                </c:pt>
                <c:pt idx="3273">
                  <c:v>42660</c:v>
                </c:pt>
                <c:pt idx="3274">
                  <c:v>42661</c:v>
                </c:pt>
                <c:pt idx="3275">
                  <c:v>42662</c:v>
                </c:pt>
                <c:pt idx="3276">
                  <c:v>42663</c:v>
                </c:pt>
                <c:pt idx="3277">
                  <c:v>42664</c:v>
                </c:pt>
                <c:pt idx="3278">
                  <c:v>42667</c:v>
                </c:pt>
                <c:pt idx="3279">
                  <c:v>42668</c:v>
                </c:pt>
                <c:pt idx="3280">
                  <c:v>42669</c:v>
                </c:pt>
                <c:pt idx="3281">
                  <c:v>42670</c:v>
                </c:pt>
                <c:pt idx="3282">
                  <c:v>42671</c:v>
                </c:pt>
                <c:pt idx="3283">
                  <c:v>42674</c:v>
                </c:pt>
                <c:pt idx="3284">
                  <c:v>42675</c:v>
                </c:pt>
                <c:pt idx="3285">
                  <c:v>42676</c:v>
                </c:pt>
                <c:pt idx="3286">
                  <c:v>42677</c:v>
                </c:pt>
                <c:pt idx="3287">
                  <c:v>42678</c:v>
                </c:pt>
                <c:pt idx="3288">
                  <c:v>42681</c:v>
                </c:pt>
                <c:pt idx="3289">
                  <c:v>42682</c:v>
                </c:pt>
                <c:pt idx="3290">
                  <c:v>42683</c:v>
                </c:pt>
                <c:pt idx="3291">
                  <c:v>42684</c:v>
                </c:pt>
                <c:pt idx="3292">
                  <c:v>42685</c:v>
                </c:pt>
                <c:pt idx="3293">
                  <c:v>42688</c:v>
                </c:pt>
                <c:pt idx="3294">
                  <c:v>42689</c:v>
                </c:pt>
                <c:pt idx="3295">
                  <c:v>42690</c:v>
                </c:pt>
                <c:pt idx="3296">
                  <c:v>42691</c:v>
                </c:pt>
                <c:pt idx="3297">
                  <c:v>42692</c:v>
                </c:pt>
                <c:pt idx="3298">
                  <c:v>42695</c:v>
                </c:pt>
                <c:pt idx="3299">
                  <c:v>42696</c:v>
                </c:pt>
                <c:pt idx="3300">
                  <c:v>42697</c:v>
                </c:pt>
                <c:pt idx="3301">
                  <c:v>42698</c:v>
                </c:pt>
                <c:pt idx="3302">
                  <c:v>42699</c:v>
                </c:pt>
                <c:pt idx="3303">
                  <c:v>42702</c:v>
                </c:pt>
                <c:pt idx="3304">
                  <c:v>42703</c:v>
                </c:pt>
                <c:pt idx="3305">
                  <c:v>42704</c:v>
                </c:pt>
                <c:pt idx="3306">
                  <c:v>42705</c:v>
                </c:pt>
                <c:pt idx="3307">
                  <c:v>42706</c:v>
                </c:pt>
                <c:pt idx="3308">
                  <c:v>42709</c:v>
                </c:pt>
                <c:pt idx="3309">
                  <c:v>42710</c:v>
                </c:pt>
                <c:pt idx="3310">
                  <c:v>42711</c:v>
                </c:pt>
                <c:pt idx="3311">
                  <c:v>42712</c:v>
                </c:pt>
                <c:pt idx="3312">
                  <c:v>42713</c:v>
                </c:pt>
                <c:pt idx="3313">
                  <c:v>42716</c:v>
                </c:pt>
                <c:pt idx="3314">
                  <c:v>42717</c:v>
                </c:pt>
                <c:pt idx="3315">
                  <c:v>42718</c:v>
                </c:pt>
                <c:pt idx="3316">
                  <c:v>42719</c:v>
                </c:pt>
                <c:pt idx="3317">
                  <c:v>42720</c:v>
                </c:pt>
                <c:pt idx="3318">
                  <c:v>42723</c:v>
                </c:pt>
                <c:pt idx="3319">
                  <c:v>42724</c:v>
                </c:pt>
                <c:pt idx="3320">
                  <c:v>42725</c:v>
                </c:pt>
                <c:pt idx="3321">
                  <c:v>42726</c:v>
                </c:pt>
                <c:pt idx="3322">
                  <c:v>42727</c:v>
                </c:pt>
                <c:pt idx="3323">
                  <c:v>42730</c:v>
                </c:pt>
                <c:pt idx="3324">
                  <c:v>42731</c:v>
                </c:pt>
                <c:pt idx="3325">
                  <c:v>42732</c:v>
                </c:pt>
                <c:pt idx="3326">
                  <c:v>42733</c:v>
                </c:pt>
                <c:pt idx="3327">
                  <c:v>42734</c:v>
                </c:pt>
                <c:pt idx="3328">
                  <c:v>42737</c:v>
                </c:pt>
                <c:pt idx="3329">
                  <c:v>42738</c:v>
                </c:pt>
                <c:pt idx="3330">
                  <c:v>42739</c:v>
                </c:pt>
                <c:pt idx="3331">
                  <c:v>42740</c:v>
                </c:pt>
                <c:pt idx="3332">
                  <c:v>42741</c:v>
                </c:pt>
                <c:pt idx="3333">
                  <c:v>42744</c:v>
                </c:pt>
                <c:pt idx="3334">
                  <c:v>42745</c:v>
                </c:pt>
                <c:pt idx="3335">
                  <c:v>42746</c:v>
                </c:pt>
                <c:pt idx="3336">
                  <c:v>42747</c:v>
                </c:pt>
                <c:pt idx="3337">
                  <c:v>42748</c:v>
                </c:pt>
                <c:pt idx="3338">
                  <c:v>42751</c:v>
                </c:pt>
                <c:pt idx="3339">
                  <c:v>42752</c:v>
                </c:pt>
                <c:pt idx="3340">
                  <c:v>42753</c:v>
                </c:pt>
                <c:pt idx="3341">
                  <c:v>42754</c:v>
                </c:pt>
                <c:pt idx="3342">
                  <c:v>42755</c:v>
                </c:pt>
                <c:pt idx="3343">
                  <c:v>42758</c:v>
                </c:pt>
                <c:pt idx="3344">
                  <c:v>42759</c:v>
                </c:pt>
                <c:pt idx="3345">
                  <c:v>42760</c:v>
                </c:pt>
                <c:pt idx="3346">
                  <c:v>42761</c:v>
                </c:pt>
                <c:pt idx="3347">
                  <c:v>42762</c:v>
                </c:pt>
                <c:pt idx="3348">
                  <c:v>42765</c:v>
                </c:pt>
                <c:pt idx="3349">
                  <c:v>42766</c:v>
                </c:pt>
                <c:pt idx="3350">
                  <c:v>42767</c:v>
                </c:pt>
                <c:pt idx="3351">
                  <c:v>42768</c:v>
                </c:pt>
                <c:pt idx="3352">
                  <c:v>42769</c:v>
                </c:pt>
                <c:pt idx="3353">
                  <c:v>42772</c:v>
                </c:pt>
                <c:pt idx="3354">
                  <c:v>42773</c:v>
                </c:pt>
                <c:pt idx="3355">
                  <c:v>42774</c:v>
                </c:pt>
                <c:pt idx="3356">
                  <c:v>42775</c:v>
                </c:pt>
                <c:pt idx="3357">
                  <c:v>42776</c:v>
                </c:pt>
                <c:pt idx="3358">
                  <c:v>42779</c:v>
                </c:pt>
                <c:pt idx="3359">
                  <c:v>42780</c:v>
                </c:pt>
                <c:pt idx="3360">
                  <c:v>42781</c:v>
                </c:pt>
                <c:pt idx="3361">
                  <c:v>42782</c:v>
                </c:pt>
                <c:pt idx="3362">
                  <c:v>42783</c:v>
                </c:pt>
                <c:pt idx="3363">
                  <c:v>42786</c:v>
                </c:pt>
                <c:pt idx="3364">
                  <c:v>42787</c:v>
                </c:pt>
                <c:pt idx="3365">
                  <c:v>42788</c:v>
                </c:pt>
                <c:pt idx="3366">
                  <c:v>42789</c:v>
                </c:pt>
                <c:pt idx="3367">
                  <c:v>42790</c:v>
                </c:pt>
                <c:pt idx="3368">
                  <c:v>42793</c:v>
                </c:pt>
                <c:pt idx="3369">
                  <c:v>42794</c:v>
                </c:pt>
                <c:pt idx="3370">
                  <c:v>42795</c:v>
                </c:pt>
                <c:pt idx="3371">
                  <c:v>42796</c:v>
                </c:pt>
                <c:pt idx="3372">
                  <c:v>42797</c:v>
                </c:pt>
                <c:pt idx="3373">
                  <c:v>42800</c:v>
                </c:pt>
                <c:pt idx="3374">
                  <c:v>42801</c:v>
                </c:pt>
                <c:pt idx="3375">
                  <c:v>42802</c:v>
                </c:pt>
                <c:pt idx="3376">
                  <c:v>42803</c:v>
                </c:pt>
                <c:pt idx="3377">
                  <c:v>42804</c:v>
                </c:pt>
                <c:pt idx="3378">
                  <c:v>42807</c:v>
                </c:pt>
                <c:pt idx="3379">
                  <c:v>42808</c:v>
                </c:pt>
                <c:pt idx="3380">
                  <c:v>42809</c:v>
                </c:pt>
                <c:pt idx="3381">
                  <c:v>42810</c:v>
                </c:pt>
                <c:pt idx="3382">
                  <c:v>42811</c:v>
                </c:pt>
                <c:pt idx="3383">
                  <c:v>42814</c:v>
                </c:pt>
                <c:pt idx="3384">
                  <c:v>42815</c:v>
                </c:pt>
                <c:pt idx="3385">
                  <c:v>42816</c:v>
                </c:pt>
                <c:pt idx="3386">
                  <c:v>42817</c:v>
                </c:pt>
                <c:pt idx="3387">
                  <c:v>42818</c:v>
                </c:pt>
                <c:pt idx="3388">
                  <c:v>42821</c:v>
                </c:pt>
                <c:pt idx="3389">
                  <c:v>42822</c:v>
                </c:pt>
                <c:pt idx="3390">
                  <c:v>42823</c:v>
                </c:pt>
                <c:pt idx="3391">
                  <c:v>42824</c:v>
                </c:pt>
                <c:pt idx="3392">
                  <c:v>42825</c:v>
                </c:pt>
                <c:pt idx="3393">
                  <c:v>42828</c:v>
                </c:pt>
                <c:pt idx="3394">
                  <c:v>42829</c:v>
                </c:pt>
                <c:pt idx="3395">
                  <c:v>42830</c:v>
                </c:pt>
                <c:pt idx="3396">
                  <c:v>42831</c:v>
                </c:pt>
                <c:pt idx="3397">
                  <c:v>42832</c:v>
                </c:pt>
                <c:pt idx="3398">
                  <c:v>42835</c:v>
                </c:pt>
                <c:pt idx="3399">
                  <c:v>42836</c:v>
                </c:pt>
                <c:pt idx="3400">
                  <c:v>42837</c:v>
                </c:pt>
                <c:pt idx="3401">
                  <c:v>42838</c:v>
                </c:pt>
                <c:pt idx="3402">
                  <c:v>42839</c:v>
                </c:pt>
                <c:pt idx="3403">
                  <c:v>42842</c:v>
                </c:pt>
                <c:pt idx="3404">
                  <c:v>42843</c:v>
                </c:pt>
                <c:pt idx="3405">
                  <c:v>42844</c:v>
                </c:pt>
                <c:pt idx="3406">
                  <c:v>42845</c:v>
                </c:pt>
                <c:pt idx="3407">
                  <c:v>42846</c:v>
                </c:pt>
                <c:pt idx="3408">
                  <c:v>42849</c:v>
                </c:pt>
                <c:pt idx="3409">
                  <c:v>42850</c:v>
                </c:pt>
                <c:pt idx="3410">
                  <c:v>42851</c:v>
                </c:pt>
                <c:pt idx="3411">
                  <c:v>42852</c:v>
                </c:pt>
                <c:pt idx="3412">
                  <c:v>42853</c:v>
                </c:pt>
                <c:pt idx="3413">
                  <c:v>42856</c:v>
                </c:pt>
                <c:pt idx="3414">
                  <c:v>42857</c:v>
                </c:pt>
                <c:pt idx="3415">
                  <c:v>42858</c:v>
                </c:pt>
                <c:pt idx="3416">
                  <c:v>42859</c:v>
                </c:pt>
                <c:pt idx="3417">
                  <c:v>42860</c:v>
                </c:pt>
                <c:pt idx="3418">
                  <c:v>42863</c:v>
                </c:pt>
                <c:pt idx="3419">
                  <c:v>42864</c:v>
                </c:pt>
                <c:pt idx="3420">
                  <c:v>42865</c:v>
                </c:pt>
                <c:pt idx="3421">
                  <c:v>42866</c:v>
                </c:pt>
                <c:pt idx="3422">
                  <c:v>42867</c:v>
                </c:pt>
                <c:pt idx="3423">
                  <c:v>42870</c:v>
                </c:pt>
                <c:pt idx="3424">
                  <c:v>42871</c:v>
                </c:pt>
                <c:pt idx="3425">
                  <c:v>42872</c:v>
                </c:pt>
                <c:pt idx="3426">
                  <c:v>42873</c:v>
                </c:pt>
                <c:pt idx="3427">
                  <c:v>42874</c:v>
                </c:pt>
                <c:pt idx="3428">
                  <c:v>42877</c:v>
                </c:pt>
                <c:pt idx="3429">
                  <c:v>42878</c:v>
                </c:pt>
                <c:pt idx="3430">
                  <c:v>42879</c:v>
                </c:pt>
                <c:pt idx="3431">
                  <c:v>42880</c:v>
                </c:pt>
                <c:pt idx="3432">
                  <c:v>42881</c:v>
                </c:pt>
                <c:pt idx="3433">
                  <c:v>42884</c:v>
                </c:pt>
                <c:pt idx="3434">
                  <c:v>42885</c:v>
                </c:pt>
                <c:pt idx="3435">
                  <c:v>42886</c:v>
                </c:pt>
                <c:pt idx="3436">
                  <c:v>42887</c:v>
                </c:pt>
                <c:pt idx="3437">
                  <c:v>42888</c:v>
                </c:pt>
                <c:pt idx="3438">
                  <c:v>42891</c:v>
                </c:pt>
                <c:pt idx="3439">
                  <c:v>42892</c:v>
                </c:pt>
                <c:pt idx="3440">
                  <c:v>42893</c:v>
                </c:pt>
                <c:pt idx="3441">
                  <c:v>42894</c:v>
                </c:pt>
                <c:pt idx="3442">
                  <c:v>42895</c:v>
                </c:pt>
                <c:pt idx="3443">
                  <c:v>42898</c:v>
                </c:pt>
                <c:pt idx="3444">
                  <c:v>42899</c:v>
                </c:pt>
                <c:pt idx="3445">
                  <c:v>42900</c:v>
                </c:pt>
                <c:pt idx="3446">
                  <c:v>42901</c:v>
                </c:pt>
                <c:pt idx="3447">
                  <c:v>42902</c:v>
                </c:pt>
                <c:pt idx="3448">
                  <c:v>42905</c:v>
                </c:pt>
                <c:pt idx="3449">
                  <c:v>42906</c:v>
                </c:pt>
                <c:pt idx="3450">
                  <c:v>42907</c:v>
                </c:pt>
                <c:pt idx="3451">
                  <c:v>42908</c:v>
                </c:pt>
                <c:pt idx="3452">
                  <c:v>42909</c:v>
                </c:pt>
                <c:pt idx="3453">
                  <c:v>42912</c:v>
                </c:pt>
                <c:pt idx="3454">
                  <c:v>42913</c:v>
                </c:pt>
                <c:pt idx="3455">
                  <c:v>42914</c:v>
                </c:pt>
                <c:pt idx="3456">
                  <c:v>42915</c:v>
                </c:pt>
                <c:pt idx="3457">
                  <c:v>42916</c:v>
                </c:pt>
                <c:pt idx="3458">
                  <c:v>42919</c:v>
                </c:pt>
                <c:pt idx="3459">
                  <c:v>42920</c:v>
                </c:pt>
                <c:pt idx="3460">
                  <c:v>42921</c:v>
                </c:pt>
                <c:pt idx="3461">
                  <c:v>42922</c:v>
                </c:pt>
                <c:pt idx="3462">
                  <c:v>42923</c:v>
                </c:pt>
                <c:pt idx="3463">
                  <c:v>42926</c:v>
                </c:pt>
                <c:pt idx="3464">
                  <c:v>42927</c:v>
                </c:pt>
                <c:pt idx="3465">
                  <c:v>42928</c:v>
                </c:pt>
                <c:pt idx="3466">
                  <c:v>42929</c:v>
                </c:pt>
                <c:pt idx="3467">
                  <c:v>42930</c:v>
                </c:pt>
                <c:pt idx="3468">
                  <c:v>42933</c:v>
                </c:pt>
                <c:pt idx="3469">
                  <c:v>42934</c:v>
                </c:pt>
                <c:pt idx="3470">
                  <c:v>42935</c:v>
                </c:pt>
                <c:pt idx="3471">
                  <c:v>42936</c:v>
                </c:pt>
                <c:pt idx="3472">
                  <c:v>42937</c:v>
                </c:pt>
                <c:pt idx="3473">
                  <c:v>42940</c:v>
                </c:pt>
                <c:pt idx="3474">
                  <c:v>42941</c:v>
                </c:pt>
                <c:pt idx="3475">
                  <c:v>42942</c:v>
                </c:pt>
                <c:pt idx="3476">
                  <c:v>42943</c:v>
                </c:pt>
                <c:pt idx="3477">
                  <c:v>42944</c:v>
                </c:pt>
                <c:pt idx="3478">
                  <c:v>42947</c:v>
                </c:pt>
                <c:pt idx="3479">
                  <c:v>42948</c:v>
                </c:pt>
                <c:pt idx="3480">
                  <c:v>42949</c:v>
                </c:pt>
                <c:pt idx="3481">
                  <c:v>42950</c:v>
                </c:pt>
                <c:pt idx="3482">
                  <c:v>42951</c:v>
                </c:pt>
                <c:pt idx="3483">
                  <c:v>42954</c:v>
                </c:pt>
                <c:pt idx="3484">
                  <c:v>42955</c:v>
                </c:pt>
                <c:pt idx="3485">
                  <c:v>42956</c:v>
                </c:pt>
                <c:pt idx="3486">
                  <c:v>42957</c:v>
                </c:pt>
                <c:pt idx="3487">
                  <c:v>42958</c:v>
                </c:pt>
                <c:pt idx="3488">
                  <c:v>42961</c:v>
                </c:pt>
                <c:pt idx="3489">
                  <c:v>42962</c:v>
                </c:pt>
                <c:pt idx="3490">
                  <c:v>42963</c:v>
                </c:pt>
                <c:pt idx="3491">
                  <c:v>42964</c:v>
                </c:pt>
                <c:pt idx="3492">
                  <c:v>42965</c:v>
                </c:pt>
                <c:pt idx="3493">
                  <c:v>42968</c:v>
                </c:pt>
                <c:pt idx="3494">
                  <c:v>42969</c:v>
                </c:pt>
                <c:pt idx="3495">
                  <c:v>42970</c:v>
                </c:pt>
                <c:pt idx="3496">
                  <c:v>42971</c:v>
                </c:pt>
                <c:pt idx="3497">
                  <c:v>42972</c:v>
                </c:pt>
                <c:pt idx="3498">
                  <c:v>42975</c:v>
                </c:pt>
                <c:pt idx="3499">
                  <c:v>42976</c:v>
                </c:pt>
                <c:pt idx="3500">
                  <c:v>42977</c:v>
                </c:pt>
                <c:pt idx="3501">
                  <c:v>42978</c:v>
                </c:pt>
                <c:pt idx="3502">
                  <c:v>42979</c:v>
                </c:pt>
                <c:pt idx="3503">
                  <c:v>42982</c:v>
                </c:pt>
                <c:pt idx="3504">
                  <c:v>42983</c:v>
                </c:pt>
                <c:pt idx="3505">
                  <c:v>42984</c:v>
                </c:pt>
                <c:pt idx="3506">
                  <c:v>42985</c:v>
                </c:pt>
                <c:pt idx="3507">
                  <c:v>42986</c:v>
                </c:pt>
                <c:pt idx="3508">
                  <c:v>42989</c:v>
                </c:pt>
                <c:pt idx="3509">
                  <c:v>42990</c:v>
                </c:pt>
                <c:pt idx="3510">
                  <c:v>42991</c:v>
                </c:pt>
                <c:pt idx="3511">
                  <c:v>42992</c:v>
                </c:pt>
                <c:pt idx="3512">
                  <c:v>42993</c:v>
                </c:pt>
                <c:pt idx="3513">
                  <c:v>42996</c:v>
                </c:pt>
                <c:pt idx="3514">
                  <c:v>42997</c:v>
                </c:pt>
                <c:pt idx="3515">
                  <c:v>42998</c:v>
                </c:pt>
                <c:pt idx="3516">
                  <c:v>42999</c:v>
                </c:pt>
                <c:pt idx="3517">
                  <c:v>43000</c:v>
                </c:pt>
                <c:pt idx="3518">
                  <c:v>43003</c:v>
                </c:pt>
                <c:pt idx="3519">
                  <c:v>43004</c:v>
                </c:pt>
                <c:pt idx="3520">
                  <c:v>43005</c:v>
                </c:pt>
                <c:pt idx="3521">
                  <c:v>43006</c:v>
                </c:pt>
                <c:pt idx="3522">
                  <c:v>43007</c:v>
                </c:pt>
                <c:pt idx="3523">
                  <c:v>43010</c:v>
                </c:pt>
                <c:pt idx="3524">
                  <c:v>43011</c:v>
                </c:pt>
                <c:pt idx="3525">
                  <c:v>43012</c:v>
                </c:pt>
                <c:pt idx="3526">
                  <c:v>43013</c:v>
                </c:pt>
                <c:pt idx="3527">
                  <c:v>43014</c:v>
                </c:pt>
                <c:pt idx="3528">
                  <c:v>43017</c:v>
                </c:pt>
                <c:pt idx="3529">
                  <c:v>43018</c:v>
                </c:pt>
                <c:pt idx="3530">
                  <c:v>43019</c:v>
                </c:pt>
                <c:pt idx="3531">
                  <c:v>43020</c:v>
                </c:pt>
                <c:pt idx="3532">
                  <c:v>43021</c:v>
                </c:pt>
                <c:pt idx="3533">
                  <c:v>43024</c:v>
                </c:pt>
                <c:pt idx="3534">
                  <c:v>43025</c:v>
                </c:pt>
                <c:pt idx="3535">
                  <c:v>43026</c:v>
                </c:pt>
                <c:pt idx="3536">
                  <c:v>43027</c:v>
                </c:pt>
                <c:pt idx="3537">
                  <c:v>43028</c:v>
                </c:pt>
                <c:pt idx="3538">
                  <c:v>43031</c:v>
                </c:pt>
                <c:pt idx="3539">
                  <c:v>43032</c:v>
                </c:pt>
                <c:pt idx="3540">
                  <c:v>43033</c:v>
                </c:pt>
                <c:pt idx="3541">
                  <c:v>43034</c:v>
                </c:pt>
                <c:pt idx="3542">
                  <c:v>43035</c:v>
                </c:pt>
                <c:pt idx="3543">
                  <c:v>43038</c:v>
                </c:pt>
                <c:pt idx="3544">
                  <c:v>43039</c:v>
                </c:pt>
                <c:pt idx="3545">
                  <c:v>43040</c:v>
                </c:pt>
                <c:pt idx="3546">
                  <c:v>43041</c:v>
                </c:pt>
                <c:pt idx="3547">
                  <c:v>43042</c:v>
                </c:pt>
                <c:pt idx="3548">
                  <c:v>43045</c:v>
                </c:pt>
                <c:pt idx="3549">
                  <c:v>43046</c:v>
                </c:pt>
                <c:pt idx="3550">
                  <c:v>43047</c:v>
                </c:pt>
                <c:pt idx="3551">
                  <c:v>43048</c:v>
                </c:pt>
                <c:pt idx="3552">
                  <c:v>43049</c:v>
                </c:pt>
                <c:pt idx="3553">
                  <c:v>43052</c:v>
                </c:pt>
                <c:pt idx="3554">
                  <c:v>43053</c:v>
                </c:pt>
                <c:pt idx="3555">
                  <c:v>43054</c:v>
                </c:pt>
                <c:pt idx="3556">
                  <c:v>43055</c:v>
                </c:pt>
                <c:pt idx="3557">
                  <c:v>43056</c:v>
                </c:pt>
                <c:pt idx="3558">
                  <c:v>43059</c:v>
                </c:pt>
                <c:pt idx="3559">
                  <c:v>43060</c:v>
                </c:pt>
                <c:pt idx="3560">
                  <c:v>43061</c:v>
                </c:pt>
                <c:pt idx="3561">
                  <c:v>43062</c:v>
                </c:pt>
                <c:pt idx="3562">
                  <c:v>43063</c:v>
                </c:pt>
                <c:pt idx="3563">
                  <c:v>43066</c:v>
                </c:pt>
                <c:pt idx="3564">
                  <c:v>43067</c:v>
                </c:pt>
                <c:pt idx="3565">
                  <c:v>43068</c:v>
                </c:pt>
                <c:pt idx="3566">
                  <c:v>43069</c:v>
                </c:pt>
                <c:pt idx="3567">
                  <c:v>43070</c:v>
                </c:pt>
                <c:pt idx="3568">
                  <c:v>43073</c:v>
                </c:pt>
                <c:pt idx="3569">
                  <c:v>43074</c:v>
                </c:pt>
                <c:pt idx="3570">
                  <c:v>43075</c:v>
                </c:pt>
                <c:pt idx="3571">
                  <c:v>43076</c:v>
                </c:pt>
                <c:pt idx="3572">
                  <c:v>43077</c:v>
                </c:pt>
                <c:pt idx="3573">
                  <c:v>43080</c:v>
                </c:pt>
                <c:pt idx="3574">
                  <c:v>43081</c:v>
                </c:pt>
                <c:pt idx="3575">
                  <c:v>43082</c:v>
                </c:pt>
                <c:pt idx="3576">
                  <c:v>43083</c:v>
                </c:pt>
                <c:pt idx="3577">
                  <c:v>43084</c:v>
                </c:pt>
                <c:pt idx="3578">
                  <c:v>43087</c:v>
                </c:pt>
                <c:pt idx="3579">
                  <c:v>43088</c:v>
                </c:pt>
                <c:pt idx="3580">
                  <c:v>43089</c:v>
                </c:pt>
                <c:pt idx="3581">
                  <c:v>43090</c:v>
                </c:pt>
                <c:pt idx="3582">
                  <c:v>43091</c:v>
                </c:pt>
                <c:pt idx="3583">
                  <c:v>43094</c:v>
                </c:pt>
                <c:pt idx="3584">
                  <c:v>43095</c:v>
                </c:pt>
                <c:pt idx="3585">
                  <c:v>43096</c:v>
                </c:pt>
                <c:pt idx="3586">
                  <c:v>43097</c:v>
                </c:pt>
                <c:pt idx="3587">
                  <c:v>43098</c:v>
                </c:pt>
                <c:pt idx="3588">
                  <c:v>43101</c:v>
                </c:pt>
                <c:pt idx="3589">
                  <c:v>43102</c:v>
                </c:pt>
                <c:pt idx="3590">
                  <c:v>43103</c:v>
                </c:pt>
                <c:pt idx="3591">
                  <c:v>43104</c:v>
                </c:pt>
                <c:pt idx="3592">
                  <c:v>43105</c:v>
                </c:pt>
                <c:pt idx="3593">
                  <c:v>43108</c:v>
                </c:pt>
                <c:pt idx="3594">
                  <c:v>43109</c:v>
                </c:pt>
                <c:pt idx="3595">
                  <c:v>43110</c:v>
                </c:pt>
                <c:pt idx="3596">
                  <c:v>43111</c:v>
                </c:pt>
                <c:pt idx="3597">
                  <c:v>43112</c:v>
                </c:pt>
                <c:pt idx="3598">
                  <c:v>43115</c:v>
                </c:pt>
                <c:pt idx="3599">
                  <c:v>43116</c:v>
                </c:pt>
                <c:pt idx="3600">
                  <c:v>43117</c:v>
                </c:pt>
                <c:pt idx="3601">
                  <c:v>43118</c:v>
                </c:pt>
                <c:pt idx="3602">
                  <c:v>43119</c:v>
                </c:pt>
                <c:pt idx="3603">
                  <c:v>43122</c:v>
                </c:pt>
                <c:pt idx="3604">
                  <c:v>43123</c:v>
                </c:pt>
                <c:pt idx="3605">
                  <c:v>43124</c:v>
                </c:pt>
                <c:pt idx="3606">
                  <c:v>43125</c:v>
                </c:pt>
                <c:pt idx="3607">
                  <c:v>43126</c:v>
                </c:pt>
                <c:pt idx="3608">
                  <c:v>43129</c:v>
                </c:pt>
                <c:pt idx="3609">
                  <c:v>43130</c:v>
                </c:pt>
                <c:pt idx="3610">
                  <c:v>43131</c:v>
                </c:pt>
                <c:pt idx="3611">
                  <c:v>43132</c:v>
                </c:pt>
                <c:pt idx="3612">
                  <c:v>43133</c:v>
                </c:pt>
                <c:pt idx="3613">
                  <c:v>43136</c:v>
                </c:pt>
                <c:pt idx="3614">
                  <c:v>43137</c:v>
                </c:pt>
                <c:pt idx="3615">
                  <c:v>43138</c:v>
                </c:pt>
                <c:pt idx="3616">
                  <c:v>43139</c:v>
                </c:pt>
                <c:pt idx="3617">
                  <c:v>43140</c:v>
                </c:pt>
                <c:pt idx="3618">
                  <c:v>43143</c:v>
                </c:pt>
                <c:pt idx="3619">
                  <c:v>43144</c:v>
                </c:pt>
                <c:pt idx="3620">
                  <c:v>43145</c:v>
                </c:pt>
                <c:pt idx="3621">
                  <c:v>43146</c:v>
                </c:pt>
                <c:pt idx="3622">
                  <c:v>43147</c:v>
                </c:pt>
                <c:pt idx="3623">
                  <c:v>43150</c:v>
                </c:pt>
                <c:pt idx="3624">
                  <c:v>43151</c:v>
                </c:pt>
                <c:pt idx="3625">
                  <c:v>43152</c:v>
                </c:pt>
                <c:pt idx="3626">
                  <c:v>43153</c:v>
                </c:pt>
                <c:pt idx="3627">
                  <c:v>43154</c:v>
                </c:pt>
                <c:pt idx="3628">
                  <c:v>43157</c:v>
                </c:pt>
                <c:pt idx="3629">
                  <c:v>43158</c:v>
                </c:pt>
                <c:pt idx="3630">
                  <c:v>43159</c:v>
                </c:pt>
                <c:pt idx="3631">
                  <c:v>43160</c:v>
                </c:pt>
                <c:pt idx="3632">
                  <c:v>43161</c:v>
                </c:pt>
                <c:pt idx="3633">
                  <c:v>43164</c:v>
                </c:pt>
                <c:pt idx="3634">
                  <c:v>43165</c:v>
                </c:pt>
                <c:pt idx="3635">
                  <c:v>43166</c:v>
                </c:pt>
                <c:pt idx="3636">
                  <c:v>43167</c:v>
                </c:pt>
                <c:pt idx="3637">
                  <c:v>43168</c:v>
                </c:pt>
                <c:pt idx="3638">
                  <c:v>43171</c:v>
                </c:pt>
                <c:pt idx="3639">
                  <c:v>43172</c:v>
                </c:pt>
                <c:pt idx="3640">
                  <c:v>43173</c:v>
                </c:pt>
                <c:pt idx="3641">
                  <c:v>43174</c:v>
                </c:pt>
                <c:pt idx="3642">
                  <c:v>43175</c:v>
                </c:pt>
                <c:pt idx="3643">
                  <c:v>43178</c:v>
                </c:pt>
                <c:pt idx="3644">
                  <c:v>43179</c:v>
                </c:pt>
                <c:pt idx="3645">
                  <c:v>43180</c:v>
                </c:pt>
                <c:pt idx="3646">
                  <c:v>43181</c:v>
                </c:pt>
                <c:pt idx="3647">
                  <c:v>43182</c:v>
                </c:pt>
                <c:pt idx="3648">
                  <c:v>43185</c:v>
                </c:pt>
                <c:pt idx="3649">
                  <c:v>43186</c:v>
                </c:pt>
                <c:pt idx="3650">
                  <c:v>43187</c:v>
                </c:pt>
                <c:pt idx="3651">
                  <c:v>43188</c:v>
                </c:pt>
                <c:pt idx="3652">
                  <c:v>43189</c:v>
                </c:pt>
                <c:pt idx="3653">
                  <c:v>43192</c:v>
                </c:pt>
                <c:pt idx="3654">
                  <c:v>43193</c:v>
                </c:pt>
                <c:pt idx="3655">
                  <c:v>43194</c:v>
                </c:pt>
                <c:pt idx="3656">
                  <c:v>43195</c:v>
                </c:pt>
                <c:pt idx="3657">
                  <c:v>43196</c:v>
                </c:pt>
                <c:pt idx="3658">
                  <c:v>43199</c:v>
                </c:pt>
                <c:pt idx="3659">
                  <c:v>43200</c:v>
                </c:pt>
                <c:pt idx="3660">
                  <c:v>43201</c:v>
                </c:pt>
                <c:pt idx="3661">
                  <c:v>43202</c:v>
                </c:pt>
                <c:pt idx="3662">
                  <c:v>43203</c:v>
                </c:pt>
                <c:pt idx="3663">
                  <c:v>43206</c:v>
                </c:pt>
                <c:pt idx="3664">
                  <c:v>43207</c:v>
                </c:pt>
                <c:pt idx="3665">
                  <c:v>43208</c:v>
                </c:pt>
                <c:pt idx="3666">
                  <c:v>43209</c:v>
                </c:pt>
                <c:pt idx="3667">
                  <c:v>43210</c:v>
                </c:pt>
                <c:pt idx="3668">
                  <c:v>43213</c:v>
                </c:pt>
                <c:pt idx="3669">
                  <c:v>43214</c:v>
                </c:pt>
                <c:pt idx="3670">
                  <c:v>43215</c:v>
                </c:pt>
                <c:pt idx="3671">
                  <c:v>43216</c:v>
                </c:pt>
                <c:pt idx="3672">
                  <c:v>43217</c:v>
                </c:pt>
                <c:pt idx="3673">
                  <c:v>43220</c:v>
                </c:pt>
                <c:pt idx="3674">
                  <c:v>43221</c:v>
                </c:pt>
                <c:pt idx="3675">
                  <c:v>43222</c:v>
                </c:pt>
                <c:pt idx="3676">
                  <c:v>43223</c:v>
                </c:pt>
                <c:pt idx="3677">
                  <c:v>43224</c:v>
                </c:pt>
                <c:pt idx="3678">
                  <c:v>43227</c:v>
                </c:pt>
                <c:pt idx="3679">
                  <c:v>43228</c:v>
                </c:pt>
                <c:pt idx="3680">
                  <c:v>43229</c:v>
                </c:pt>
                <c:pt idx="3681">
                  <c:v>43230</c:v>
                </c:pt>
                <c:pt idx="3682">
                  <c:v>43231</c:v>
                </c:pt>
                <c:pt idx="3683">
                  <c:v>43234</c:v>
                </c:pt>
                <c:pt idx="3684">
                  <c:v>43235</c:v>
                </c:pt>
                <c:pt idx="3685">
                  <c:v>43236</c:v>
                </c:pt>
                <c:pt idx="3686">
                  <c:v>43237</c:v>
                </c:pt>
                <c:pt idx="3687">
                  <c:v>43238</c:v>
                </c:pt>
                <c:pt idx="3688">
                  <c:v>43241</c:v>
                </c:pt>
                <c:pt idx="3689">
                  <c:v>43242</c:v>
                </c:pt>
                <c:pt idx="3690">
                  <c:v>43243</c:v>
                </c:pt>
                <c:pt idx="3691">
                  <c:v>43244</c:v>
                </c:pt>
                <c:pt idx="3692">
                  <c:v>43245</c:v>
                </c:pt>
                <c:pt idx="3693">
                  <c:v>43248</c:v>
                </c:pt>
                <c:pt idx="3694">
                  <c:v>43249</c:v>
                </c:pt>
                <c:pt idx="3695">
                  <c:v>43250</c:v>
                </c:pt>
                <c:pt idx="3696">
                  <c:v>43251</c:v>
                </c:pt>
                <c:pt idx="3697">
                  <c:v>43252</c:v>
                </c:pt>
                <c:pt idx="3698">
                  <c:v>43255</c:v>
                </c:pt>
                <c:pt idx="3699">
                  <c:v>43256</c:v>
                </c:pt>
                <c:pt idx="3700">
                  <c:v>43257</c:v>
                </c:pt>
                <c:pt idx="3701">
                  <c:v>43258</c:v>
                </c:pt>
                <c:pt idx="3702">
                  <c:v>43259</c:v>
                </c:pt>
                <c:pt idx="3703">
                  <c:v>43262</c:v>
                </c:pt>
                <c:pt idx="3704">
                  <c:v>43263</c:v>
                </c:pt>
                <c:pt idx="3705">
                  <c:v>43264</c:v>
                </c:pt>
                <c:pt idx="3706">
                  <c:v>43265</c:v>
                </c:pt>
                <c:pt idx="3707">
                  <c:v>43266</c:v>
                </c:pt>
                <c:pt idx="3708">
                  <c:v>43269</c:v>
                </c:pt>
                <c:pt idx="3709">
                  <c:v>43270</c:v>
                </c:pt>
                <c:pt idx="3710">
                  <c:v>43271</c:v>
                </c:pt>
                <c:pt idx="3711">
                  <c:v>43272</c:v>
                </c:pt>
                <c:pt idx="3712">
                  <c:v>43273</c:v>
                </c:pt>
                <c:pt idx="3713">
                  <c:v>43276</c:v>
                </c:pt>
                <c:pt idx="3714">
                  <c:v>43277</c:v>
                </c:pt>
                <c:pt idx="3715">
                  <c:v>43278</c:v>
                </c:pt>
                <c:pt idx="3716">
                  <c:v>43279</c:v>
                </c:pt>
                <c:pt idx="3717">
                  <c:v>43280</c:v>
                </c:pt>
                <c:pt idx="3718">
                  <c:v>43283</c:v>
                </c:pt>
                <c:pt idx="3719">
                  <c:v>43284</c:v>
                </c:pt>
                <c:pt idx="3720">
                  <c:v>43285</c:v>
                </c:pt>
                <c:pt idx="3721">
                  <c:v>43286</c:v>
                </c:pt>
                <c:pt idx="3722">
                  <c:v>43287</c:v>
                </c:pt>
                <c:pt idx="3723">
                  <c:v>43290</c:v>
                </c:pt>
                <c:pt idx="3724">
                  <c:v>43291</c:v>
                </c:pt>
                <c:pt idx="3725">
                  <c:v>43292</c:v>
                </c:pt>
                <c:pt idx="3726">
                  <c:v>43293</c:v>
                </c:pt>
                <c:pt idx="3727">
                  <c:v>43294</c:v>
                </c:pt>
                <c:pt idx="3728">
                  <c:v>43297</c:v>
                </c:pt>
                <c:pt idx="3729">
                  <c:v>43298</c:v>
                </c:pt>
                <c:pt idx="3730">
                  <c:v>43299</c:v>
                </c:pt>
                <c:pt idx="3731">
                  <c:v>43300</c:v>
                </c:pt>
                <c:pt idx="3732">
                  <c:v>43301</c:v>
                </c:pt>
                <c:pt idx="3733">
                  <c:v>43304</c:v>
                </c:pt>
                <c:pt idx="3734">
                  <c:v>43305</c:v>
                </c:pt>
                <c:pt idx="3735">
                  <c:v>43306</c:v>
                </c:pt>
                <c:pt idx="3736">
                  <c:v>43307</c:v>
                </c:pt>
                <c:pt idx="3737">
                  <c:v>43308</c:v>
                </c:pt>
                <c:pt idx="3738">
                  <c:v>43311</c:v>
                </c:pt>
                <c:pt idx="3739">
                  <c:v>43312</c:v>
                </c:pt>
                <c:pt idx="3740">
                  <c:v>43313</c:v>
                </c:pt>
                <c:pt idx="3741">
                  <c:v>43314</c:v>
                </c:pt>
                <c:pt idx="3742">
                  <c:v>43315</c:v>
                </c:pt>
                <c:pt idx="3743">
                  <c:v>43318</c:v>
                </c:pt>
                <c:pt idx="3744">
                  <c:v>43319</c:v>
                </c:pt>
                <c:pt idx="3745">
                  <c:v>43320</c:v>
                </c:pt>
                <c:pt idx="3746">
                  <c:v>43321</c:v>
                </c:pt>
                <c:pt idx="3747">
                  <c:v>43322</c:v>
                </c:pt>
                <c:pt idx="3748">
                  <c:v>43325</c:v>
                </c:pt>
                <c:pt idx="3749">
                  <c:v>43326</c:v>
                </c:pt>
                <c:pt idx="3750">
                  <c:v>43327</c:v>
                </c:pt>
                <c:pt idx="3751">
                  <c:v>43328</c:v>
                </c:pt>
                <c:pt idx="3752">
                  <c:v>43329</c:v>
                </c:pt>
                <c:pt idx="3753">
                  <c:v>43332</c:v>
                </c:pt>
                <c:pt idx="3754">
                  <c:v>43333</c:v>
                </c:pt>
                <c:pt idx="3755">
                  <c:v>43334</c:v>
                </c:pt>
                <c:pt idx="3756">
                  <c:v>43335</c:v>
                </c:pt>
                <c:pt idx="3757">
                  <c:v>43336</c:v>
                </c:pt>
                <c:pt idx="3758">
                  <c:v>43339</c:v>
                </c:pt>
                <c:pt idx="3759">
                  <c:v>43340</c:v>
                </c:pt>
                <c:pt idx="3760">
                  <c:v>43341</c:v>
                </c:pt>
                <c:pt idx="3761">
                  <c:v>43342</c:v>
                </c:pt>
                <c:pt idx="3762">
                  <c:v>43343</c:v>
                </c:pt>
                <c:pt idx="3763">
                  <c:v>43346</c:v>
                </c:pt>
                <c:pt idx="3764">
                  <c:v>43347</c:v>
                </c:pt>
                <c:pt idx="3765">
                  <c:v>43348</c:v>
                </c:pt>
                <c:pt idx="3766">
                  <c:v>43349</c:v>
                </c:pt>
                <c:pt idx="3767">
                  <c:v>43350</c:v>
                </c:pt>
                <c:pt idx="3768">
                  <c:v>43353</c:v>
                </c:pt>
                <c:pt idx="3769">
                  <c:v>43354</c:v>
                </c:pt>
                <c:pt idx="3770">
                  <c:v>43355</c:v>
                </c:pt>
                <c:pt idx="3771">
                  <c:v>43356</c:v>
                </c:pt>
                <c:pt idx="3772">
                  <c:v>43357</c:v>
                </c:pt>
                <c:pt idx="3773">
                  <c:v>43360</c:v>
                </c:pt>
                <c:pt idx="3774">
                  <c:v>43361</c:v>
                </c:pt>
                <c:pt idx="3775">
                  <c:v>43362</c:v>
                </c:pt>
                <c:pt idx="3776">
                  <c:v>43363</c:v>
                </c:pt>
                <c:pt idx="3777">
                  <c:v>43364</c:v>
                </c:pt>
                <c:pt idx="3778">
                  <c:v>43367</c:v>
                </c:pt>
                <c:pt idx="3779">
                  <c:v>43368</c:v>
                </c:pt>
                <c:pt idx="3780">
                  <c:v>43369</c:v>
                </c:pt>
                <c:pt idx="3781">
                  <c:v>43370</c:v>
                </c:pt>
                <c:pt idx="3782">
                  <c:v>43371</c:v>
                </c:pt>
                <c:pt idx="3783">
                  <c:v>43374</c:v>
                </c:pt>
                <c:pt idx="3784">
                  <c:v>43375</c:v>
                </c:pt>
                <c:pt idx="3785">
                  <c:v>43376</c:v>
                </c:pt>
                <c:pt idx="3786">
                  <c:v>43377</c:v>
                </c:pt>
                <c:pt idx="3787">
                  <c:v>43378</c:v>
                </c:pt>
                <c:pt idx="3788">
                  <c:v>43381</c:v>
                </c:pt>
                <c:pt idx="3789">
                  <c:v>43382</c:v>
                </c:pt>
                <c:pt idx="3790">
                  <c:v>43383</c:v>
                </c:pt>
                <c:pt idx="3791">
                  <c:v>43384</c:v>
                </c:pt>
                <c:pt idx="3792">
                  <c:v>43385</c:v>
                </c:pt>
                <c:pt idx="3793">
                  <c:v>43388</c:v>
                </c:pt>
                <c:pt idx="3794">
                  <c:v>43389</c:v>
                </c:pt>
                <c:pt idx="3795">
                  <c:v>43390</c:v>
                </c:pt>
                <c:pt idx="3796">
                  <c:v>43391</c:v>
                </c:pt>
                <c:pt idx="3797">
                  <c:v>43392</c:v>
                </c:pt>
                <c:pt idx="3798">
                  <c:v>43395</c:v>
                </c:pt>
                <c:pt idx="3799">
                  <c:v>43396</c:v>
                </c:pt>
                <c:pt idx="3800">
                  <c:v>43397</c:v>
                </c:pt>
                <c:pt idx="3801">
                  <c:v>43398</c:v>
                </c:pt>
                <c:pt idx="3802">
                  <c:v>43399</c:v>
                </c:pt>
                <c:pt idx="3803">
                  <c:v>43402</c:v>
                </c:pt>
                <c:pt idx="3804">
                  <c:v>43403</c:v>
                </c:pt>
                <c:pt idx="3805">
                  <c:v>43404</c:v>
                </c:pt>
                <c:pt idx="3806">
                  <c:v>43405</c:v>
                </c:pt>
                <c:pt idx="3807">
                  <c:v>43406</c:v>
                </c:pt>
                <c:pt idx="3808">
                  <c:v>43409</c:v>
                </c:pt>
                <c:pt idx="3809">
                  <c:v>43410</c:v>
                </c:pt>
                <c:pt idx="3810">
                  <c:v>43411</c:v>
                </c:pt>
                <c:pt idx="3811">
                  <c:v>43412</c:v>
                </c:pt>
                <c:pt idx="3812">
                  <c:v>43413</c:v>
                </c:pt>
                <c:pt idx="3813">
                  <c:v>43416</c:v>
                </c:pt>
                <c:pt idx="3814">
                  <c:v>43417</c:v>
                </c:pt>
                <c:pt idx="3815">
                  <c:v>43418</c:v>
                </c:pt>
                <c:pt idx="3816">
                  <c:v>43419</c:v>
                </c:pt>
                <c:pt idx="3817">
                  <c:v>43420</c:v>
                </c:pt>
                <c:pt idx="3818">
                  <c:v>43423</c:v>
                </c:pt>
                <c:pt idx="3819">
                  <c:v>43424</c:v>
                </c:pt>
                <c:pt idx="3820">
                  <c:v>43425</c:v>
                </c:pt>
                <c:pt idx="3821">
                  <c:v>43426</c:v>
                </c:pt>
                <c:pt idx="3822">
                  <c:v>43427</c:v>
                </c:pt>
                <c:pt idx="3823">
                  <c:v>43430</c:v>
                </c:pt>
                <c:pt idx="3824">
                  <c:v>43431</c:v>
                </c:pt>
                <c:pt idx="3825">
                  <c:v>43432</c:v>
                </c:pt>
                <c:pt idx="3826">
                  <c:v>43433</c:v>
                </c:pt>
                <c:pt idx="3827">
                  <c:v>43434</c:v>
                </c:pt>
                <c:pt idx="3828">
                  <c:v>43437</c:v>
                </c:pt>
                <c:pt idx="3829">
                  <c:v>43438</c:v>
                </c:pt>
                <c:pt idx="3830">
                  <c:v>43439</c:v>
                </c:pt>
                <c:pt idx="3831">
                  <c:v>43440</c:v>
                </c:pt>
                <c:pt idx="3832">
                  <c:v>43441</c:v>
                </c:pt>
                <c:pt idx="3833">
                  <c:v>43444</c:v>
                </c:pt>
                <c:pt idx="3834">
                  <c:v>43445</c:v>
                </c:pt>
                <c:pt idx="3835">
                  <c:v>43446</c:v>
                </c:pt>
                <c:pt idx="3836">
                  <c:v>43447</c:v>
                </c:pt>
                <c:pt idx="3837">
                  <c:v>43448</c:v>
                </c:pt>
                <c:pt idx="3838">
                  <c:v>43451</c:v>
                </c:pt>
                <c:pt idx="3839">
                  <c:v>43452</c:v>
                </c:pt>
                <c:pt idx="3840">
                  <c:v>43453</c:v>
                </c:pt>
                <c:pt idx="3841">
                  <c:v>43454</c:v>
                </c:pt>
                <c:pt idx="3842">
                  <c:v>43455</c:v>
                </c:pt>
                <c:pt idx="3843">
                  <c:v>43458</c:v>
                </c:pt>
                <c:pt idx="3844">
                  <c:v>43459</c:v>
                </c:pt>
                <c:pt idx="3845">
                  <c:v>43460</c:v>
                </c:pt>
                <c:pt idx="3846">
                  <c:v>43461</c:v>
                </c:pt>
                <c:pt idx="3847">
                  <c:v>43462</c:v>
                </c:pt>
                <c:pt idx="3848">
                  <c:v>43465</c:v>
                </c:pt>
                <c:pt idx="3849">
                  <c:v>43466</c:v>
                </c:pt>
                <c:pt idx="3850">
                  <c:v>43467</c:v>
                </c:pt>
                <c:pt idx="3851">
                  <c:v>43468</c:v>
                </c:pt>
                <c:pt idx="3852">
                  <c:v>43469</c:v>
                </c:pt>
                <c:pt idx="3853">
                  <c:v>43472</c:v>
                </c:pt>
                <c:pt idx="3854">
                  <c:v>43473</c:v>
                </c:pt>
                <c:pt idx="3855">
                  <c:v>43474</c:v>
                </c:pt>
                <c:pt idx="3856">
                  <c:v>43475</c:v>
                </c:pt>
                <c:pt idx="3857">
                  <c:v>43476</c:v>
                </c:pt>
                <c:pt idx="3858">
                  <c:v>43479</c:v>
                </c:pt>
                <c:pt idx="3859">
                  <c:v>43480</c:v>
                </c:pt>
                <c:pt idx="3860">
                  <c:v>43481</c:v>
                </c:pt>
                <c:pt idx="3861">
                  <c:v>43482</c:v>
                </c:pt>
                <c:pt idx="3862">
                  <c:v>43483</c:v>
                </c:pt>
                <c:pt idx="3863">
                  <c:v>43486</c:v>
                </c:pt>
                <c:pt idx="3864">
                  <c:v>43487</c:v>
                </c:pt>
                <c:pt idx="3865">
                  <c:v>43488</c:v>
                </c:pt>
                <c:pt idx="3866">
                  <c:v>43489</c:v>
                </c:pt>
                <c:pt idx="3867">
                  <c:v>43490</c:v>
                </c:pt>
                <c:pt idx="3868">
                  <c:v>43493</c:v>
                </c:pt>
                <c:pt idx="3869">
                  <c:v>43494</c:v>
                </c:pt>
                <c:pt idx="3870">
                  <c:v>43495</c:v>
                </c:pt>
                <c:pt idx="3871">
                  <c:v>43496</c:v>
                </c:pt>
                <c:pt idx="3872">
                  <c:v>43497</c:v>
                </c:pt>
                <c:pt idx="3873">
                  <c:v>43500</c:v>
                </c:pt>
                <c:pt idx="3874">
                  <c:v>43501</c:v>
                </c:pt>
                <c:pt idx="3875">
                  <c:v>43502</c:v>
                </c:pt>
                <c:pt idx="3876">
                  <c:v>43503</c:v>
                </c:pt>
                <c:pt idx="3877">
                  <c:v>43504</c:v>
                </c:pt>
                <c:pt idx="3878">
                  <c:v>43507</c:v>
                </c:pt>
                <c:pt idx="3879">
                  <c:v>43508</c:v>
                </c:pt>
                <c:pt idx="3880">
                  <c:v>43509</c:v>
                </c:pt>
                <c:pt idx="3881">
                  <c:v>43510</c:v>
                </c:pt>
                <c:pt idx="3882">
                  <c:v>43511</c:v>
                </c:pt>
                <c:pt idx="3883">
                  <c:v>43514</c:v>
                </c:pt>
                <c:pt idx="3884">
                  <c:v>43515</c:v>
                </c:pt>
                <c:pt idx="3885">
                  <c:v>43516</c:v>
                </c:pt>
                <c:pt idx="3886">
                  <c:v>43517</c:v>
                </c:pt>
                <c:pt idx="3887">
                  <c:v>43518</c:v>
                </c:pt>
                <c:pt idx="3888">
                  <c:v>43521</c:v>
                </c:pt>
                <c:pt idx="3889">
                  <c:v>43522</c:v>
                </c:pt>
                <c:pt idx="3890">
                  <c:v>43523</c:v>
                </c:pt>
                <c:pt idx="3891">
                  <c:v>43524</c:v>
                </c:pt>
                <c:pt idx="3892">
                  <c:v>43525</c:v>
                </c:pt>
                <c:pt idx="3893">
                  <c:v>43528</c:v>
                </c:pt>
                <c:pt idx="3894">
                  <c:v>43529</c:v>
                </c:pt>
                <c:pt idx="3895">
                  <c:v>43530</c:v>
                </c:pt>
                <c:pt idx="3896">
                  <c:v>43531</c:v>
                </c:pt>
                <c:pt idx="3897">
                  <c:v>43532</c:v>
                </c:pt>
                <c:pt idx="3898">
                  <c:v>43535</c:v>
                </c:pt>
                <c:pt idx="3899">
                  <c:v>43536</c:v>
                </c:pt>
                <c:pt idx="3900">
                  <c:v>43537</c:v>
                </c:pt>
                <c:pt idx="3901">
                  <c:v>43538</c:v>
                </c:pt>
                <c:pt idx="3902">
                  <c:v>43539</c:v>
                </c:pt>
                <c:pt idx="3903">
                  <c:v>43542</c:v>
                </c:pt>
                <c:pt idx="3904">
                  <c:v>43543</c:v>
                </c:pt>
                <c:pt idx="3905">
                  <c:v>43544</c:v>
                </c:pt>
                <c:pt idx="3906">
                  <c:v>43545</c:v>
                </c:pt>
                <c:pt idx="3907">
                  <c:v>43546</c:v>
                </c:pt>
                <c:pt idx="3908">
                  <c:v>43549</c:v>
                </c:pt>
                <c:pt idx="3909">
                  <c:v>43550</c:v>
                </c:pt>
                <c:pt idx="3910">
                  <c:v>43551</c:v>
                </c:pt>
                <c:pt idx="3911">
                  <c:v>43552</c:v>
                </c:pt>
                <c:pt idx="3912">
                  <c:v>43553</c:v>
                </c:pt>
                <c:pt idx="3913">
                  <c:v>43556</c:v>
                </c:pt>
                <c:pt idx="3914">
                  <c:v>43557</c:v>
                </c:pt>
                <c:pt idx="3915">
                  <c:v>43558</c:v>
                </c:pt>
                <c:pt idx="3916">
                  <c:v>43559</c:v>
                </c:pt>
                <c:pt idx="3917">
                  <c:v>43560</c:v>
                </c:pt>
                <c:pt idx="3918">
                  <c:v>43563</c:v>
                </c:pt>
                <c:pt idx="3919">
                  <c:v>43564</c:v>
                </c:pt>
                <c:pt idx="3920">
                  <c:v>43565</c:v>
                </c:pt>
                <c:pt idx="3921">
                  <c:v>43566</c:v>
                </c:pt>
                <c:pt idx="3922">
                  <c:v>43567</c:v>
                </c:pt>
                <c:pt idx="3923">
                  <c:v>43570</c:v>
                </c:pt>
                <c:pt idx="3924">
                  <c:v>43571</c:v>
                </c:pt>
                <c:pt idx="3925">
                  <c:v>43572</c:v>
                </c:pt>
                <c:pt idx="3926">
                  <c:v>43573</c:v>
                </c:pt>
                <c:pt idx="3927">
                  <c:v>43574</c:v>
                </c:pt>
                <c:pt idx="3928">
                  <c:v>43577</c:v>
                </c:pt>
                <c:pt idx="3929">
                  <c:v>43578</c:v>
                </c:pt>
                <c:pt idx="3930">
                  <c:v>43579</c:v>
                </c:pt>
                <c:pt idx="3931">
                  <c:v>43580</c:v>
                </c:pt>
                <c:pt idx="3932">
                  <c:v>43581</c:v>
                </c:pt>
                <c:pt idx="3933">
                  <c:v>43584</c:v>
                </c:pt>
                <c:pt idx="3934">
                  <c:v>43585</c:v>
                </c:pt>
                <c:pt idx="3935">
                  <c:v>43586</c:v>
                </c:pt>
                <c:pt idx="3936">
                  <c:v>43587</c:v>
                </c:pt>
                <c:pt idx="3937">
                  <c:v>43588</c:v>
                </c:pt>
                <c:pt idx="3938">
                  <c:v>43591</c:v>
                </c:pt>
                <c:pt idx="3939">
                  <c:v>43592</c:v>
                </c:pt>
                <c:pt idx="3940">
                  <c:v>43593</c:v>
                </c:pt>
                <c:pt idx="3941">
                  <c:v>43594</c:v>
                </c:pt>
                <c:pt idx="3942">
                  <c:v>43595</c:v>
                </c:pt>
                <c:pt idx="3943">
                  <c:v>43598</c:v>
                </c:pt>
                <c:pt idx="3944">
                  <c:v>43599</c:v>
                </c:pt>
                <c:pt idx="3945">
                  <c:v>43600</c:v>
                </c:pt>
                <c:pt idx="3946">
                  <c:v>43601</c:v>
                </c:pt>
                <c:pt idx="3947">
                  <c:v>43602</c:v>
                </c:pt>
                <c:pt idx="3948">
                  <c:v>43605</c:v>
                </c:pt>
                <c:pt idx="3949">
                  <c:v>43606</c:v>
                </c:pt>
                <c:pt idx="3950">
                  <c:v>43607</c:v>
                </c:pt>
                <c:pt idx="3951">
                  <c:v>43608</c:v>
                </c:pt>
                <c:pt idx="3952">
                  <c:v>43609</c:v>
                </c:pt>
                <c:pt idx="3953">
                  <c:v>43612</c:v>
                </c:pt>
                <c:pt idx="3954">
                  <c:v>43613</c:v>
                </c:pt>
                <c:pt idx="3955">
                  <c:v>43614</c:v>
                </c:pt>
                <c:pt idx="3956">
                  <c:v>43615</c:v>
                </c:pt>
                <c:pt idx="3957">
                  <c:v>43616</c:v>
                </c:pt>
                <c:pt idx="3958">
                  <c:v>43619</c:v>
                </c:pt>
                <c:pt idx="3959">
                  <c:v>43620</c:v>
                </c:pt>
                <c:pt idx="3960">
                  <c:v>43621</c:v>
                </c:pt>
                <c:pt idx="3961">
                  <c:v>43622</c:v>
                </c:pt>
                <c:pt idx="3962">
                  <c:v>43623</c:v>
                </c:pt>
                <c:pt idx="3963">
                  <c:v>43626</c:v>
                </c:pt>
                <c:pt idx="3964">
                  <c:v>43627</c:v>
                </c:pt>
                <c:pt idx="3965">
                  <c:v>43628</c:v>
                </c:pt>
                <c:pt idx="3966">
                  <c:v>43629</c:v>
                </c:pt>
                <c:pt idx="3967">
                  <c:v>43630</c:v>
                </c:pt>
                <c:pt idx="3968">
                  <c:v>43633</c:v>
                </c:pt>
                <c:pt idx="3969">
                  <c:v>43634</c:v>
                </c:pt>
                <c:pt idx="3970">
                  <c:v>43635</c:v>
                </c:pt>
                <c:pt idx="3971">
                  <c:v>43636</c:v>
                </c:pt>
                <c:pt idx="3972">
                  <c:v>43637</c:v>
                </c:pt>
                <c:pt idx="3973">
                  <c:v>43640</c:v>
                </c:pt>
                <c:pt idx="3974">
                  <c:v>43641</c:v>
                </c:pt>
                <c:pt idx="3975">
                  <c:v>43642</c:v>
                </c:pt>
                <c:pt idx="3976">
                  <c:v>43643</c:v>
                </c:pt>
                <c:pt idx="3977">
                  <c:v>43644</c:v>
                </c:pt>
                <c:pt idx="3978">
                  <c:v>43647</c:v>
                </c:pt>
                <c:pt idx="3979">
                  <c:v>43648</c:v>
                </c:pt>
                <c:pt idx="3980">
                  <c:v>43649</c:v>
                </c:pt>
                <c:pt idx="3981">
                  <c:v>43650</c:v>
                </c:pt>
                <c:pt idx="3982">
                  <c:v>43651</c:v>
                </c:pt>
                <c:pt idx="3983">
                  <c:v>43654</c:v>
                </c:pt>
                <c:pt idx="3984">
                  <c:v>43655</c:v>
                </c:pt>
                <c:pt idx="3985">
                  <c:v>43656</c:v>
                </c:pt>
                <c:pt idx="3986">
                  <c:v>43657</c:v>
                </c:pt>
                <c:pt idx="3987">
                  <c:v>43658</c:v>
                </c:pt>
                <c:pt idx="3988">
                  <c:v>43661</c:v>
                </c:pt>
                <c:pt idx="3989">
                  <c:v>43662</c:v>
                </c:pt>
                <c:pt idx="3990">
                  <c:v>43663</c:v>
                </c:pt>
                <c:pt idx="3991">
                  <c:v>43664</c:v>
                </c:pt>
                <c:pt idx="3992">
                  <c:v>43665</c:v>
                </c:pt>
                <c:pt idx="3993">
                  <c:v>43668</c:v>
                </c:pt>
                <c:pt idx="3994">
                  <c:v>43669</c:v>
                </c:pt>
                <c:pt idx="3995">
                  <c:v>43670</c:v>
                </c:pt>
                <c:pt idx="3996">
                  <c:v>43671</c:v>
                </c:pt>
                <c:pt idx="3997">
                  <c:v>43672</c:v>
                </c:pt>
                <c:pt idx="3998">
                  <c:v>43675</c:v>
                </c:pt>
                <c:pt idx="3999">
                  <c:v>43676</c:v>
                </c:pt>
                <c:pt idx="4000">
                  <c:v>43677</c:v>
                </c:pt>
                <c:pt idx="4001">
                  <c:v>43678</c:v>
                </c:pt>
                <c:pt idx="4002">
                  <c:v>43679</c:v>
                </c:pt>
                <c:pt idx="4003">
                  <c:v>43682</c:v>
                </c:pt>
                <c:pt idx="4004">
                  <c:v>43683</c:v>
                </c:pt>
                <c:pt idx="4005">
                  <c:v>43684</c:v>
                </c:pt>
                <c:pt idx="4006">
                  <c:v>43685</c:v>
                </c:pt>
                <c:pt idx="4007">
                  <c:v>43686</c:v>
                </c:pt>
                <c:pt idx="4008">
                  <c:v>43689</c:v>
                </c:pt>
                <c:pt idx="4009">
                  <c:v>43690</c:v>
                </c:pt>
                <c:pt idx="4010">
                  <c:v>43691</c:v>
                </c:pt>
                <c:pt idx="4011">
                  <c:v>43692</c:v>
                </c:pt>
                <c:pt idx="4012">
                  <c:v>43693</c:v>
                </c:pt>
                <c:pt idx="4013">
                  <c:v>43696</c:v>
                </c:pt>
                <c:pt idx="4014">
                  <c:v>43697</c:v>
                </c:pt>
                <c:pt idx="4015">
                  <c:v>43698</c:v>
                </c:pt>
                <c:pt idx="4016">
                  <c:v>43699</c:v>
                </c:pt>
                <c:pt idx="4017">
                  <c:v>43700</c:v>
                </c:pt>
                <c:pt idx="4018">
                  <c:v>43703</c:v>
                </c:pt>
                <c:pt idx="4019">
                  <c:v>43704</c:v>
                </c:pt>
                <c:pt idx="4020">
                  <c:v>43705</c:v>
                </c:pt>
                <c:pt idx="4021">
                  <c:v>43706</c:v>
                </c:pt>
                <c:pt idx="4022">
                  <c:v>43707</c:v>
                </c:pt>
                <c:pt idx="4023">
                  <c:v>43710</c:v>
                </c:pt>
                <c:pt idx="4024">
                  <c:v>43711</c:v>
                </c:pt>
                <c:pt idx="4025">
                  <c:v>43712</c:v>
                </c:pt>
                <c:pt idx="4026">
                  <c:v>43713</c:v>
                </c:pt>
                <c:pt idx="4027">
                  <c:v>43714</c:v>
                </c:pt>
                <c:pt idx="4028">
                  <c:v>43717</c:v>
                </c:pt>
                <c:pt idx="4029">
                  <c:v>43718</c:v>
                </c:pt>
                <c:pt idx="4030">
                  <c:v>43719</c:v>
                </c:pt>
                <c:pt idx="4031">
                  <c:v>43720</c:v>
                </c:pt>
                <c:pt idx="4032">
                  <c:v>43721</c:v>
                </c:pt>
                <c:pt idx="4033">
                  <c:v>43724</c:v>
                </c:pt>
                <c:pt idx="4034">
                  <c:v>43725</c:v>
                </c:pt>
                <c:pt idx="4035">
                  <c:v>43726</c:v>
                </c:pt>
                <c:pt idx="4036">
                  <c:v>43727</c:v>
                </c:pt>
                <c:pt idx="4037">
                  <c:v>43728</c:v>
                </c:pt>
                <c:pt idx="4038">
                  <c:v>43731</c:v>
                </c:pt>
                <c:pt idx="4039">
                  <c:v>43732</c:v>
                </c:pt>
                <c:pt idx="4040">
                  <c:v>43733</c:v>
                </c:pt>
                <c:pt idx="4041">
                  <c:v>43734</c:v>
                </c:pt>
                <c:pt idx="4042">
                  <c:v>43735</c:v>
                </c:pt>
                <c:pt idx="4043">
                  <c:v>43738</c:v>
                </c:pt>
                <c:pt idx="4044">
                  <c:v>43739</c:v>
                </c:pt>
                <c:pt idx="4045">
                  <c:v>43740</c:v>
                </c:pt>
                <c:pt idx="4046">
                  <c:v>43741</c:v>
                </c:pt>
                <c:pt idx="4047">
                  <c:v>43742</c:v>
                </c:pt>
                <c:pt idx="4048">
                  <c:v>43745</c:v>
                </c:pt>
                <c:pt idx="4049">
                  <c:v>43746</c:v>
                </c:pt>
                <c:pt idx="4050">
                  <c:v>43747</c:v>
                </c:pt>
                <c:pt idx="4051">
                  <c:v>43748</c:v>
                </c:pt>
                <c:pt idx="4052">
                  <c:v>43749</c:v>
                </c:pt>
                <c:pt idx="4053">
                  <c:v>43752</c:v>
                </c:pt>
                <c:pt idx="4054">
                  <c:v>43753</c:v>
                </c:pt>
                <c:pt idx="4055">
                  <c:v>43754</c:v>
                </c:pt>
                <c:pt idx="4056">
                  <c:v>43755</c:v>
                </c:pt>
                <c:pt idx="4057">
                  <c:v>43756</c:v>
                </c:pt>
                <c:pt idx="4058">
                  <c:v>43759</c:v>
                </c:pt>
                <c:pt idx="4059">
                  <c:v>43760</c:v>
                </c:pt>
                <c:pt idx="4060">
                  <c:v>43761</c:v>
                </c:pt>
                <c:pt idx="4061">
                  <c:v>43762</c:v>
                </c:pt>
                <c:pt idx="4062">
                  <c:v>43763</c:v>
                </c:pt>
                <c:pt idx="4063">
                  <c:v>43766</c:v>
                </c:pt>
                <c:pt idx="4064">
                  <c:v>43767</c:v>
                </c:pt>
                <c:pt idx="4065">
                  <c:v>43768</c:v>
                </c:pt>
                <c:pt idx="4066">
                  <c:v>43769</c:v>
                </c:pt>
                <c:pt idx="4067">
                  <c:v>43770</c:v>
                </c:pt>
                <c:pt idx="4068">
                  <c:v>43773</c:v>
                </c:pt>
                <c:pt idx="4069">
                  <c:v>43774</c:v>
                </c:pt>
                <c:pt idx="4070">
                  <c:v>43775</c:v>
                </c:pt>
                <c:pt idx="4071">
                  <c:v>43776</c:v>
                </c:pt>
                <c:pt idx="4072">
                  <c:v>43777</c:v>
                </c:pt>
                <c:pt idx="4073">
                  <c:v>43780</c:v>
                </c:pt>
                <c:pt idx="4074">
                  <c:v>43781</c:v>
                </c:pt>
                <c:pt idx="4075">
                  <c:v>43782</c:v>
                </c:pt>
                <c:pt idx="4076">
                  <c:v>43783</c:v>
                </c:pt>
                <c:pt idx="4077">
                  <c:v>43784</c:v>
                </c:pt>
                <c:pt idx="4078">
                  <c:v>43787</c:v>
                </c:pt>
                <c:pt idx="4079">
                  <c:v>43788</c:v>
                </c:pt>
                <c:pt idx="4080">
                  <c:v>43789</c:v>
                </c:pt>
                <c:pt idx="4081">
                  <c:v>43790</c:v>
                </c:pt>
                <c:pt idx="4082">
                  <c:v>43791</c:v>
                </c:pt>
                <c:pt idx="4083">
                  <c:v>43794</c:v>
                </c:pt>
                <c:pt idx="4084">
                  <c:v>43795</c:v>
                </c:pt>
                <c:pt idx="4085">
                  <c:v>43796</c:v>
                </c:pt>
                <c:pt idx="4086">
                  <c:v>43797</c:v>
                </c:pt>
                <c:pt idx="4087">
                  <c:v>43798</c:v>
                </c:pt>
                <c:pt idx="4088">
                  <c:v>43801</c:v>
                </c:pt>
                <c:pt idx="4089">
                  <c:v>43802</c:v>
                </c:pt>
                <c:pt idx="4090">
                  <c:v>43803</c:v>
                </c:pt>
                <c:pt idx="4091">
                  <c:v>43804</c:v>
                </c:pt>
                <c:pt idx="4092">
                  <c:v>43805</c:v>
                </c:pt>
                <c:pt idx="4093">
                  <c:v>43808</c:v>
                </c:pt>
                <c:pt idx="4094">
                  <c:v>43809</c:v>
                </c:pt>
                <c:pt idx="4095">
                  <c:v>43810</c:v>
                </c:pt>
                <c:pt idx="4096">
                  <c:v>43811</c:v>
                </c:pt>
                <c:pt idx="4097">
                  <c:v>43812</c:v>
                </c:pt>
                <c:pt idx="4098">
                  <c:v>43815</c:v>
                </c:pt>
                <c:pt idx="4099">
                  <c:v>43816</c:v>
                </c:pt>
                <c:pt idx="4100">
                  <c:v>43817</c:v>
                </c:pt>
                <c:pt idx="4101">
                  <c:v>43818</c:v>
                </c:pt>
                <c:pt idx="4102">
                  <c:v>43819</c:v>
                </c:pt>
                <c:pt idx="4103">
                  <c:v>43822</c:v>
                </c:pt>
                <c:pt idx="4104">
                  <c:v>43823</c:v>
                </c:pt>
                <c:pt idx="4105">
                  <c:v>43824</c:v>
                </c:pt>
                <c:pt idx="4106">
                  <c:v>43825</c:v>
                </c:pt>
                <c:pt idx="4107">
                  <c:v>43826</c:v>
                </c:pt>
                <c:pt idx="4108">
                  <c:v>43829</c:v>
                </c:pt>
                <c:pt idx="4109">
                  <c:v>43830</c:v>
                </c:pt>
                <c:pt idx="4110">
                  <c:v>43831</c:v>
                </c:pt>
                <c:pt idx="4111">
                  <c:v>43832</c:v>
                </c:pt>
                <c:pt idx="4112">
                  <c:v>43833</c:v>
                </c:pt>
                <c:pt idx="4113">
                  <c:v>43836</c:v>
                </c:pt>
                <c:pt idx="4114">
                  <c:v>43837</c:v>
                </c:pt>
                <c:pt idx="4115">
                  <c:v>43838</c:v>
                </c:pt>
                <c:pt idx="4116">
                  <c:v>43839</c:v>
                </c:pt>
                <c:pt idx="4117">
                  <c:v>43840</c:v>
                </c:pt>
                <c:pt idx="4118">
                  <c:v>43843</c:v>
                </c:pt>
                <c:pt idx="4119">
                  <c:v>43844</c:v>
                </c:pt>
                <c:pt idx="4120">
                  <c:v>43845</c:v>
                </c:pt>
                <c:pt idx="4121">
                  <c:v>43846</c:v>
                </c:pt>
                <c:pt idx="4122">
                  <c:v>43847</c:v>
                </c:pt>
                <c:pt idx="4123">
                  <c:v>43850</c:v>
                </c:pt>
                <c:pt idx="4124">
                  <c:v>43851</c:v>
                </c:pt>
                <c:pt idx="4125">
                  <c:v>43852</c:v>
                </c:pt>
                <c:pt idx="4126">
                  <c:v>43853</c:v>
                </c:pt>
                <c:pt idx="4127">
                  <c:v>43854</c:v>
                </c:pt>
                <c:pt idx="4128">
                  <c:v>43857</c:v>
                </c:pt>
                <c:pt idx="4129">
                  <c:v>43858</c:v>
                </c:pt>
                <c:pt idx="4130">
                  <c:v>43859</c:v>
                </c:pt>
                <c:pt idx="4131">
                  <c:v>43860</c:v>
                </c:pt>
                <c:pt idx="4132">
                  <c:v>43861</c:v>
                </c:pt>
                <c:pt idx="4133">
                  <c:v>43864</c:v>
                </c:pt>
                <c:pt idx="4134">
                  <c:v>43865</c:v>
                </c:pt>
                <c:pt idx="4135">
                  <c:v>43866</c:v>
                </c:pt>
                <c:pt idx="4136">
                  <c:v>43867</c:v>
                </c:pt>
                <c:pt idx="4137">
                  <c:v>43868</c:v>
                </c:pt>
                <c:pt idx="4138">
                  <c:v>43871</c:v>
                </c:pt>
                <c:pt idx="4139">
                  <c:v>43872</c:v>
                </c:pt>
                <c:pt idx="4140">
                  <c:v>43873</c:v>
                </c:pt>
                <c:pt idx="4141">
                  <c:v>43874</c:v>
                </c:pt>
                <c:pt idx="4142">
                  <c:v>43875</c:v>
                </c:pt>
                <c:pt idx="4143">
                  <c:v>43878</c:v>
                </c:pt>
                <c:pt idx="4144">
                  <c:v>43879</c:v>
                </c:pt>
                <c:pt idx="4145">
                  <c:v>43880</c:v>
                </c:pt>
                <c:pt idx="4146">
                  <c:v>43881</c:v>
                </c:pt>
                <c:pt idx="4147">
                  <c:v>43882</c:v>
                </c:pt>
                <c:pt idx="4148">
                  <c:v>43885</c:v>
                </c:pt>
                <c:pt idx="4149">
                  <c:v>43886</c:v>
                </c:pt>
                <c:pt idx="4150">
                  <c:v>43887</c:v>
                </c:pt>
                <c:pt idx="4151">
                  <c:v>43888</c:v>
                </c:pt>
                <c:pt idx="4152">
                  <c:v>43889</c:v>
                </c:pt>
                <c:pt idx="4153">
                  <c:v>43892</c:v>
                </c:pt>
                <c:pt idx="4154">
                  <c:v>43893</c:v>
                </c:pt>
                <c:pt idx="4155">
                  <c:v>43894</c:v>
                </c:pt>
                <c:pt idx="4156">
                  <c:v>43895</c:v>
                </c:pt>
                <c:pt idx="4157">
                  <c:v>43896</c:v>
                </c:pt>
                <c:pt idx="4158">
                  <c:v>43899</c:v>
                </c:pt>
                <c:pt idx="4159">
                  <c:v>43900</c:v>
                </c:pt>
                <c:pt idx="4160">
                  <c:v>43901</c:v>
                </c:pt>
                <c:pt idx="4161">
                  <c:v>43902</c:v>
                </c:pt>
                <c:pt idx="4162">
                  <c:v>43903</c:v>
                </c:pt>
                <c:pt idx="4163">
                  <c:v>43906</c:v>
                </c:pt>
                <c:pt idx="4164">
                  <c:v>43907</c:v>
                </c:pt>
                <c:pt idx="4165">
                  <c:v>43908</c:v>
                </c:pt>
                <c:pt idx="4166">
                  <c:v>43909</c:v>
                </c:pt>
                <c:pt idx="4167">
                  <c:v>43910</c:v>
                </c:pt>
                <c:pt idx="4168">
                  <c:v>43913</c:v>
                </c:pt>
                <c:pt idx="4169">
                  <c:v>43914</c:v>
                </c:pt>
                <c:pt idx="4170">
                  <c:v>43915</c:v>
                </c:pt>
                <c:pt idx="4171">
                  <c:v>43916</c:v>
                </c:pt>
                <c:pt idx="4172">
                  <c:v>43917</c:v>
                </c:pt>
                <c:pt idx="4173">
                  <c:v>43920</c:v>
                </c:pt>
                <c:pt idx="4174">
                  <c:v>43921</c:v>
                </c:pt>
                <c:pt idx="4175">
                  <c:v>43922</c:v>
                </c:pt>
                <c:pt idx="4176">
                  <c:v>43923</c:v>
                </c:pt>
                <c:pt idx="4177">
                  <c:v>43924</c:v>
                </c:pt>
                <c:pt idx="4178">
                  <c:v>43927</c:v>
                </c:pt>
                <c:pt idx="4179">
                  <c:v>43928</c:v>
                </c:pt>
                <c:pt idx="4180">
                  <c:v>43929</c:v>
                </c:pt>
                <c:pt idx="4181">
                  <c:v>43930</c:v>
                </c:pt>
                <c:pt idx="4182">
                  <c:v>43931</c:v>
                </c:pt>
                <c:pt idx="4183">
                  <c:v>43934</c:v>
                </c:pt>
                <c:pt idx="4184">
                  <c:v>43935</c:v>
                </c:pt>
                <c:pt idx="4185">
                  <c:v>43936</c:v>
                </c:pt>
                <c:pt idx="4186">
                  <c:v>43937</c:v>
                </c:pt>
                <c:pt idx="4187">
                  <c:v>43938</c:v>
                </c:pt>
                <c:pt idx="4188">
                  <c:v>43941</c:v>
                </c:pt>
                <c:pt idx="4189">
                  <c:v>43942</c:v>
                </c:pt>
                <c:pt idx="4190">
                  <c:v>43943</c:v>
                </c:pt>
                <c:pt idx="4191">
                  <c:v>43944</c:v>
                </c:pt>
                <c:pt idx="4192">
                  <c:v>43945</c:v>
                </c:pt>
                <c:pt idx="4193">
                  <c:v>43948</c:v>
                </c:pt>
                <c:pt idx="4194">
                  <c:v>43949</c:v>
                </c:pt>
                <c:pt idx="4195">
                  <c:v>43950</c:v>
                </c:pt>
                <c:pt idx="4196">
                  <c:v>43951</c:v>
                </c:pt>
                <c:pt idx="4197">
                  <c:v>43952</c:v>
                </c:pt>
                <c:pt idx="4198">
                  <c:v>43955</c:v>
                </c:pt>
                <c:pt idx="4199">
                  <c:v>43956</c:v>
                </c:pt>
                <c:pt idx="4200">
                  <c:v>43957</c:v>
                </c:pt>
                <c:pt idx="4201">
                  <c:v>43958</c:v>
                </c:pt>
                <c:pt idx="4202">
                  <c:v>43959</c:v>
                </c:pt>
                <c:pt idx="4203">
                  <c:v>43962</c:v>
                </c:pt>
                <c:pt idx="4204">
                  <c:v>43963</c:v>
                </c:pt>
                <c:pt idx="4205">
                  <c:v>43964</c:v>
                </c:pt>
                <c:pt idx="4206">
                  <c:v>43965</c:v>
                </c:pt>
                <c:pt idx="4207">
                  <c:v>43966</c:v>
                </c:pt>
                <c:pt idx="4208">
                  <c:v>43969</c:v>
                </c:pt>
                <c:pt idx="4209">
                  <c:v>43970</c:v>
                </c:pt>
                <c:pt idx="4210">
                  <c:v>43971</c:v>
                </c:pt>
                <c:pt idx="4211">
                  <c:v>43972</c:v>
                </c:pt>
                <c:pt idx="4212">
                  <c:v>43973</c:v>
                </c:pt>
                <c:pt idx="4213">
                  <c:v>43976</c:v>
                </c:pt>
                <c:pt idx="4214">
                  <c:v>43977</c:v>
                </c:pt>
                <c:pt idx="4215">
                  <c:v>43978</c:v>
                </c:pt>
                <c:pt idx="4216">
                  <c:v>43979</c:v>
                </c:pt>
                <c:pt idx="4217">
                  <c:v>43980</c:v>
                </c:pt>
                <c:pt idx="4218">
                  <c:v>43983</c:v>
                </c:pt>
                <c:pt idx="4219">
                  <c:v>43984</c:v>
                </c:pt>
                <c:pt idx="4220">
                  <c:v>43985</c:v>
                </c:pt>
                <c:pt idx="4221">
                  <c:v>43986</c:v>
                </c:pt>
                <c:pt idx="4222">
                  <c:v>43987</c:v>
                </c:pt>
                <c:pt idx="4223">
                  <c:v>43990</c:v>
                </c:pt>
                <c:pt idx="4224">
                  <c:v>43991</c:v>
                </c:pt>
                <c:pt idx="4225">
                  <c:v>43992</c:v>
                </c:pt>
                <c:pt idx="4226">
                  <c:v>43993</c:v>
                </c:pt>
                <c:pt idx="4227">
                  <c:v>43994</c:v>
                </c:pt>
                <c:pt idx="4228">
                  <c:v>43997</c:v>
                </c:pt>
                <c:pt idx="4229">
                  <c:v>43998</c:v>
                </c:pt>
                <c:pt idx="4230">
                  <c:v>43999</c:v>
                </c:pt>
                <c:pt idx="4231">
                  <c:v>44000</c:v>
                </c:pt>
                <c:pt idx="4232">
                  <c:v>44001</c:v>
                </c:pt>
                <c:pt idx="4233">
                  <c:v>44004</c:v>
                </c:pt>
                <c:pt idx="4234">
                  <c:v>44005</c:v>
                </c:pt>
                <c:pt idx="4235">
                  <c:v>44006</c:v>
                </c:pt>
                <c:pt idx="4236">
                  <c:v>44007</c:v>
                </c:pt>
                <c:pt idx="4237">
                  <c:v>44008</c:v>
                </c:pt>
                <c:pt idx="4238">
                  <c:v>44011</c:v>
                </c:pt>
                <c:pt idx="4239">
                  <c:v>44012</c:v>
                </c:pt>
                <c:pt idx="4240">
                  <c:v>44013</c:v>
                </c:pt>
                <c:pt idx="4241">
                  <c:v>44014</c:v>
                </c:pt>
                <c:pt idx="4242">
                  <c:v>44015</c:v>
                </c:pt>
                <c:pt idx="4243">
                  <c:v>44018</c:v>
                </c:pt>
                <c:pt idx="4244">
                  <c:v>44019</c:v>
                </c:pt>
                <c:pt idx="4245">
                  <c:v>44020</c:v>
                </c:pt>
                <c:pt idx="4246">
                  <c:v>44021</c:v>
                </c:pt>
                <c:pt idx="4247">
                  <c:v>44022</c:v>
                </c:pt>
                <c:pt idx="4248">
                  <c:v>44025</c:v>
                </c:pt>
                <c:pt idx="4249">
                  <c:v>44026</c:v>
                </c:pt>
                <c:pt idx="4250">
                  <c:v>44027</c:v>
                </c:pt>
                <c:pt idx="4251">
                  <c:v>44028</c:v>
                </c:pt>
                <c:pt idx="4252">
                  <c:v>44029</c:v>
                </c:pt>
                <c:pt idx="4253">
                  <c:v>44032</c:v>
                </c:pt>
                <c:pt idx="4254">
                  <c:v>44033</c:v>
                </c:pt>
                <c:pt idx="4255">
                  <c:v>44034</c:v>
                </c:pt>
                <c:pt idx="4256">
                  <c:v>44035</c:v>
                </c:pt>
                <c:pt idx="4257">
                  <c:v>44036</c:v>
                </c:pt>
                <c:pt idx="4258">
                  <c:v>44039</c:v>
                </c:pt>
                <c:pt idx="4259">
                  <c:v>44040</c:v>
                </c:pt>
                <c:pt idx="4260">
                  <c:v>44041</c:v>
                </c:pt>
                <c:pt idx="4261">
                  <c:v>44042</c:v>
                </c:pt>
                <c:pt idx="4262">
                  <c:v>44043</c:v>
                </c:pt>
                <c:pt idx="4263">
                  <c:v>44046</c:v>
                </c:pt>
                <c:pt idx="4264">
                  <c:v>44047</c:v>
                </c:pt>
                <c:pt idx="4265">
                  <c:v>44048</c:v>
                </c:pt>
                <c:pt idx="4266">
                  <c:v>44049</c:v>
                </c:pt>
                <c:pt idx="4267">
                  <c:v>44050</c:v>
                </c:pt>
                <c:pt idx="4268">
                  <c:v>44053</c:v>
                </c:pt>
                <c:pt idx="4269">
                  <c:v>44054</c:v>
                </c:pt>
                <c:pt idx="4270">
                  <c:v>44055</c:v>
                </c:pt>
                <c:pt idx="4271">
                  <c:v>44056</c:v>
                </c:pt>
                <c:pt idx="4272">
                  <c:v>44057</c:v>
                </c:pt>
                <c:pt idx="4273">
                  <c:v>44060</c:v>
                </c:pt>
                <c:pt idx="4274">
                  <c:v>44061</c:v>
                </c:pt>
                <c:pt idx="4275">
                  <c:v>44062</c:v>
                </c:pt>
                <c:pt idx="4276">
                  <c:v>44063</c:v>
                </c:pt>
                <c:pt idx="4277">
                  <c:v>44064</c:v>
                </c:pt>
                <c:pt idx="4278">
                  <c:v>44067</c:v>
                </c:pt>
                <c:pt idx="4279">
                  <c:v>44068</c:v>
                </c:pt>
                <c:pt idx="4280">
                  <c:v>44069</c:v>
                </c:pt>
                <c:pt idx="4281">
                  <c:v>44070</c:v>
                </c:pt>
                <c:pt idx="4282">
                  <c:v>44071</c:v>
                </c:pt>
                <c:pt idx="4283">
                  <c:v>44074</c:v>
                </c:pt>
                <c:pt idx="4284">
                  <c:v>44075</c:v>
                </c:pt>
                <c:pt idx="4285">
                  <c:v>44076</c:v>
                </c:pt>
                <c:pt idx="4286">
                  <c:v>44077</c:v>
                </c:pt>
                <c:pt idx="4287">
                  <c:v>44078</c:v>
                </c:pt>
                <c:pt idx="4288">
                  <c:v>44081</c:v>
                </c:pt>
                <c:pt idx="4289">
                  <c:v>44082</c:v>
                </c:pt>
                <c:pt idx="4290">
                  <c:v>44083</c:v>
                </c:pt>
                <c:pt idx="4291">
                  <c:v>44084</c:v>
                </c:pt>
                <c:pt idx="4292">
                  <c:v>44085</c:v>
                </c:pt>
                <c:pt idx="4293">
                  <c:v>44088</c:v>
                </c:pt>
                <c:pt idx="4294">
                  <c:v>44089</c:v>
                </c:pt>
                <c:pt idx="4295">
                  <c:v>44090</c:v>
                </c:pt>
                <c:pt idx="4296">
                  <c:v>44091</c:v>
                </c:pt>
                <c:pt idx="4297">
                  <c:v>44092</c:v>
                </c:pt>
                <c:pt idx="4298">
                  <c:v>44095</c:v>
                </c:pt>
                <c:pt idx="4299">
                  <c:v>44096</c:v>
                </c:pt>
                <c:pt idx="4300">
                  <c:v>44097</c:v>
                </c:pt>
                <c:pt idx="4301">
                  <c:v>44098</c:v>
                </c:pt>
                <c:pt idx="4302">
                  <c:v>44099</c:v>
                </c:pt>
                <c:pt idx="4303">
                  <c:v>44102</c:v>
                </c:pt>
                <c:pt idx="4304">
                  <c:v>44103</c:v>
                </c:pt>
                <c:pt idx="4305">
                  <c:v>44104</c:v>
                </c:pt>
                <c:pt idx="4306">
                  <c:v>44105</c:v>
                </c:pt>
                <c:pt idx="4307">
                  <c:v>44106</c:v>
                </c:pt>
                <c:pt idx="4308">
                  <c:v>44109</c:v>
                </c:pt>
                <c:pt idx="4309">
                  <c:v>44110</c:v>
                </c:pt>
                <c:pt idx="4310">
                  <c:v>44111</c:v>
                </c:pt>
                <c:pt idx="4311">
                  <c:v>44112</c:v>
                </c:pt>
                <c:pt idx="4312">
                  <c:v>44113</c:v>
                </c:pt>
                <c:pt idx="4313">
                  <c:v>44116</c:v>
                </c:pt>
                <c:pt idx="4314">
                  <c:v>44117</c:v>
                </c:pt>
                <c:pt idx="4315">
                  <c:v>44118</c:v>
                </c:pt>
                <c:pt idx="4316">
                  <c:v>44119</c:v>
                </c:pt>
                <c:pt idx="4317">
                  <c:v>44120</c:v>
                </c:pt>
                <c:pt idx="4318">
                  <c:v>44123</c:v>
                </c:pt>
                <c:pt idx="4319">
                  <c:v>44124</c:v>
                </c:pt>
                <c:pt idx="4320">
                  <c:v>44125</c:v>
                </c:pt>
                <c:pt idx="4321">
                  <c:v>44126</c:v>
                </c:pt>
                <c:pt idx="4322">
                  <c:v>44127</c:v>
                </c:pt>
                <c:pt idx="4323">
                  <c:v>44130</c:v>
                </c:pt>
                <c:pt idx="4324">
                  <c:v>44131</c:v>
                </c:pt>
                <c:pt idx="4325">
                  <c:v>44132</c:v>
                </c:pt>
                <c:pt idx="4326">
                  <c:v>44133</c:v>
                </c:pt>
                <c:pt idx="4327">
                  <c:v>44134</c:v>
                </c:pt>
                <c:pt idx="4328">
                  <c:v>44137</c:v>
                </c:pt>
                <c:pt idx="4329">
                  <c:v>44138</c:v>
                </c:pt>
                <c:pt idx="4330">
                  <c:v>44139</c:v>
                </c:pt>
                <c:pt idx="4331">
                  <c:v>44140</c:v>
                </c:pt>
                <c:pt idx="4332">
                  <c:v>44141</c:v>
                </c:pt>
                <c:pt idx="4333">
                  <c:v>44144</c:v>
                </c:pt>
                <c:pt idx="4334">
                  <c:v>44145</c:v>
                </c:pt>
                <c:pt idx="4335">
                  <c:v>44146</c:v>
                </c:pt>
                <c:pt idx="4336">
                  <c:v>44147</c:v>
                </c:pt>
                <c:pt idx="4337">
                  <c:v>44148</c:v>
                </c:pt>
                <c:pt idx="4338">
                  <c:v>44151</c:v>
                </c:pt>
                <c:pt idx="4339">
                  <c:v>44152</c:v>
                </c:pt>
                <c:pt idx="4340">
                  <c:v>44153</c:v>
                </c:pt>
                <c:pt idx="4341">
                  <c:v>44154</c:v>
                </c:pt>
                <c:pt idx="4342">
                  <c:v>44155</c:v>
                </c:pt>
                <c:pt idx="4343">
                  <c:v>44158</c:v>
                </c:pt>
                <c:pt idx="4344">
                  <c:v>44159</c:v>
                </c:pt>
                <c:pt idx="4345">
                  <c:v>44160</c:v>
                </c:pt>
                <c:pt idx="4346">
                  <c:v>44161</c:v>
                </c:pt>
                <c:pt idx="4347">
                  <c:v>44162</c:v>
                </c:pt>
                <c:pt idx="4348">
                  <c:v>44165</c:v>
                </c:pt>
                <c:pt idx="4349">
                  <c:v>44166</c:v>
                </c:pt>
                <c:pt idx="4350">
                  <c:v>44167</c:v>
                </c:pt>
                <c:pt idx="4351">
                  <c:v>44168</c:v>
                </c:pt>
                <c:pt idx="4352">
                  <c:v>44169</c:v>
                </c:pt>
                <c:pt idx="4353">
                  <c:v>44172</c:v>
                </c:pt>
                <c:pt idx="4354">
                  <c:v>44173</c:v>
                </c:pt>
                <c:pt idx="4355">
                  <c:v>44174</c:v>
                </c:pt>
                <c:pt idx="4356">
                  <c:v>44175</c:v>
                </c:pt>
                <c:pt idx="4357">
                  <c:v>44176</c:v>
                </c:pt>
                <c:pt idx="4358">
                  <c:v>44179</c:v>
                </c:pt>
                <c:pt idx="4359">
                  <c:v>44180</c:v>
                </c:pt>
                <c:pt idx="4360">
                  <c:v>44181</c:v>
                </c:pt>
                <c:pt idx="4361">
                  <c:v>44182</c:v>
                </c:pt>
                <c:pt idx="4362">
                  <c:v>44183</c:v>
                </c:pt>
                <c:pt idx="4363">
                  <c:v>44186</c:v>
                </c:pt>
                <c:pt idx="4364">
                  <c:v>44187</c:v>
                </c:pt>
                <c:pt idx="4365">
                  <c:v>44188</c:v>
                </c:pt>
                <c:pt idx="4366">
                  <c:v>44189</c:v>
                </c:pt>
                <c:pt idx="4367">
                  <c:v>44190</c:v>
                </c:pt>
                <c:pt idx="4368">
                  <c:v>44193</c:v>
                </c:pt>
                <c:pt idx="4369">
                  <c:v>44194</c:v>
                </c:pt>
                <c:pt idx="4370">
                  <c:v>44195</c:v>
                </c:pt>
                <c:pt idx="4371">
                  <c:v>44196</c:v>
                </c:pt>
                <c:pt idx="4372">
                  <c:v>44197</c:v>
                </c:pt>
                <c:pt idx="4373">
                  <c:v>44200</c:v>
                </c:pt>
                <c:pt idx="4374">
                  <c:v>44201</c:v>
                </c:pt>
                <c:pt idx="4375">
                  <c:v>44202</c:v>
                </c:pt>
                <c:pt idx="4376">
                  <c:v>44203</c:v>
                </c:pt>
                <c:pt idx="4377">
                  <c:v>44204</c:v>
                </c:pt>
                <c:pt idx="4378">
                  <c:v>44207</c:v>
                </c:pt>
                <c:pt idx="4379">
                  <c:v>44208</c:v>
                </c:pt>
                <c:pt idx="4380">
                  <c:v>44209</c:v>
                </c:pt>
                <c:pt idx="4381">
                  <c:v>44210</c:v>
                </c:pt>
                <c:pt idx="4382">
                  <c:v>44211</c:v>
                </c:pt>
                <c:pt idx="4383">
                  <c:v>44214</c:v>
                </c:pt>
                <c:pt idx="4384">
                  <c:v>44215</c:v>
                </c:pt>
                <c:pt idx="4385">
                  <c:v>44216</c:v>
                </c:pt>
                <c:pt idx="4386">
                  <c:v>44217</c:v>
                </c:pt>
                <c:pt idx="4387">
                  <c:v>44218</c:v>
                </c:pt>
                <c:pt idx="4388">
                  <c:v>44221</c:v>
                </c:pt>
                <c:pt idx="4389">
                  <c:v>44222</c:v>
                </c:pt>
                <c:pt idx="4390">
                  <c:v>44223</c:v>
                </c:pt>
                <c:pt idx="4391">
                  <c:v>44224</c:v>
                </c:pt>
                <c:pt idx="4392">
                  <c:v>44225</c:v>
                </c:pt>
                <c:pt idx="4393">
                  <c:v>44228</c:v>
                </c:pt>
                <c:pt idx="4394">
                  <c:v>44229</c:v>
                </c:pt>
                <c:pt idx="4395">
                  <c:v>44230</c:v>
                </c:pt>
                <c:pt idx="4396">
                  <c:v>44231</c:v>
                </c:pt>
                <c:pt idx="4397">
                  <c:v>44232</c:v>
                </c:pt>
                <c:pt idx="4398">
                  <c:v>44235</c:v>
                </c:pt>
                <c:pt idx="4399">
                  <c:v>44236</c:v>
                </c:pt>
                <c:pt idx="4400">
                  <c:v>44237</c:v>
                </c:pt>
                <c:pt idx="4401">
                  <c:v>44238</c:v>
                </c:pt>
                <c:pt idx="4402">
                  <c:v>44239</c:v>
                </c:pt>
                <c:pt idx="4403">
                  <c:v>44242</c:v>
                </c:pt>
                <c:pt idx="4404">
                  <c:v>44243</c:v>
                </c:pt>
                <c:pt idx="4405">
                  <c:v>44244</c:v>
                </c:pt>
                <c:pt idx="4406">
                  <c:v>44245</c:v>
                </c:pt>
                <c:pt idx="4407">
                  <c:v>44246</c:v>
                </c:pt>
                <c:pt idx="4408">
                  <c:v>44249</c:v>
                </c:pt>
                <c:pt idx="4409">
                  <c:v>44250</c:v>
                </c:pt>
                <c:pt idx="4410">
                  <c:v>44251</c:v>
                </c:pt>
                <c:pt idx="4411">
                  <c:v>44252</c:v>
                </c:pt>
                <c:pt idx="4412">
                  <c:v>44253</c:v>
                </c:pt>
                <c:pt idx="4413">
                  <c:v>44256</c:v>
                </c:pt>
                <c:pt idx="4414">
                  <c:v>44257</c:v>
                </c:pt>
                <c:pt idx="4415">
                  <c:v>44258</c:v>
                </c:pt>
                <c:pt idx="4416">
                  <c:v>44259</c:v>
                </c:pt>
                <c:pt idx="4417">
                  <c:v>44260</c:v>
                </c:pt>
                <c:pt idx="4418">
                  <c:v>44263</c:v>
                </c:pt>
                <c:pt idx="4419">
                  <c:v>44264</c:v>
                </c:pt>
                <c:pt idx="4420">
                  <c:v>44265</c:v>
                </c:pt>
                <c:pt idx="4421">
                  <c:v>44266</c:v>
                </c:pt>
                <c:pt idx="4422">
                  <c:v>44267</c:v>
                </c:pt>
                <c:pt idx="4423">
                  <c:v>44270</c:v>
                </c:pt>
                <c:pt idx="4424">
                  <c:v>44271</c:v>
                </c:pt>
                <c:pt idx="4425">
                  <c:v>44272</c:v>
                </c:pt>
                <c:pt idx="4426">
                  <c:v>44273</c:v>
                </c:pt>
                <c:pt idx="4427">
                  <c:v>44274</c:v>
                </c:pt>
                <c:pt idx="4428">
                  <c:v>44277</c:v>
                </c:pt>
                <c:pt idx="4429">
                  <c:v>44278</c:v>
                </c:pt>
                <c:pt idx="4430">
                  <c:v>44279</c:v>
                </c:pt>
                <c:pt idx="4431">
                  <c:v>44280</c:v>
                </c:pt>
                <c:pt idx="4432">
                  <c:v>44281</c:v>
                </c:pt>
                <c:pt idx="4433">
                  <c:v>44284</c:v>
                </c:pt>
                <c:pt idx="4434">
                  <c:v>44285</c:v>
                </c:pt>
                <c:pt idx="4435">
                  <c:v>44286</c:v>
                </c:pt>
                <c:pt idx="4436">
                  <c:v>44287</c:v>
                </c:pt>
                <c:pt idx="4437">
                  <c:v>44288</c:v>
                </c:pt>
                <c:pt idx="4438">
                  <c:v>44291</c:v>
                </c:pt>
                <c:pt idx="4439">
                  <c:v>44292</c:v>
                </c:pt>
                <c:pt idx="4440">
                  <c:v>44293</c:v>
                </c:pt>
                <c:pt idx="4441">
                  <c:v>44294</c:v>
                </c:pt>
                <c:pt idx="4442">
                  <c:v>44295</c:v>
                </c:pt>
                <c:pt idx="4443">
                  <c:v>44298</c:v>
                </c:pt>
                <c:pt idx="4444">
                  <c:v>44299</c:v>
                </c:pt>
                <c:pt idx="4445">
                  <c:v>44300</c:v>
                </c:pt>
                <c:pt idx="4446">
                  <c:v>44301</c:v>
                </c:pt>
                <c:pt idx="4447">
                  <c:v>44302</c:v>
                </c:pt>
                <c:pt idx="4448">
                  <c:v>44305</c:v>
                </c:pt>
                <c:pt idx="4449">
                  <c:v>44306</c:v>
                </c:pt>
                <c:pt idx="4450">
                  <c:v>44307</c:v>
                </c:pt>
                <c:pt idx="4451">
                  <c:v>44308</c:v>
                </c:pt>
                <c:pt idx="4452">
                  <c:v>44309</c:v>
                </c:pt>
                <c:pt idx="4453">
                  <c:v>44312</c:v>
                </c:pt>
                <c:pt idx="4454">
                  <c:v>44313</c:v>
                </c:pt>
                <c:pt idx="4455">
                  <c:v>44314</c:v>
                </c:pt>
                <c:pt idx="4456">
                  <c:v>44315</c:v>
                </c:pt>
                <c:pt idx="4457">
                  <c:v>44316</c:v>
                </c:pt>
                <c:pt idx="4458">
                  <c:v>44319</c:v>
                </c:pt>
                <c:pt idx="4459">
                  <c:v>44320</c:v>
                </c:pt>
                <c:pt idx="4460">
                  <c:v>44321</c:v>
                </c:pt>
                <c:pt idx="4461">
                  <c:v>44322</c:v>
                </c:pt>
                <c:pt idx="4462">
                  <c:v>44323</c:v>
                </c:pt>
                <c:pt idx="4463">
                  <c:v>44326</c:v>
                </c:pt>
                <c:pt idx="4464">
                  <c:v>44327</c:v>
                </c:pt>
                <c:pt idx="4465">
                  <c:v>44328</c:v>
                </c:pt>
                <c:pt idx="4466">
                  <c:v>44329</c:v>
                </c:pt>
                <c:pt idx="4467">
                  <c:v>44330</c:v>
                </c:pt>
                <c:pt idx="4468">
                  <c:v>44333</c:v>
                </c:pt>
                <c:pt idx="4469">
                  <c:v>44334</c:v>
                </c:pt>
                <c:pt idx="4470">
                  <c:v>44335</c:v>
                </c:pt>
                <c:pt idx="4471">
                  <c:v>44336</c:v>
                </c:pt>
                <c:pt idx="4472">
                  <c:v>44337</c:v>
                </c:pt>
                <c:pt idx="4473">
                  <c:v>44340</c:v>
                </c:pt>
                <c:pt idx="4474">
                  <c:v>44341</c:v>
                </c:pt>
                <c:pt idx="4475">
                  <c:v>44342</c:v>
                </c:pt>
                <c:pt idx="4476">
                  <c:v>44343</c:v>
                </c:pt>
                <c:pt idx="4477">
                  <c:v>44344</c:v>
                </c:pt>
                <c:pt idx="4478">
                  <c:v>44347</c:v>
                </c:pt>
                <c:pt idx="4479">
                  <c:v>44348</c:v>
                </c:pt>
                <c:pt idx="4480">
                  <c:v>44349</c:v>
                </c:pt>
                <c:pt idx="4481">
                  <c:v>44350</c:v>
                </c:pt>
                <c:pt idx="4482">
                  <c:v>44351</c:v>
                </c:pt>
                <c:pt idx="4483">
                  <c:v>44354</c:v>
                </c:pt>
                <c:pt idx="4484">
                  <c:v>44355</c:v>
                </c:pt>
                <c:pt idx="4485">
                  <c:v>44356</c:v>
                </c:pt>
                <c:pt idx="4486">
                  <c:v>44357</c:v>
                </c:pt>
                <c:pt idx="4487">
                  <c:v>44358</c:v>
                </c:pt>
                <c:pt idx="4488">
                  <c:v>44361</c:v>
                </c:pt>
                <c:pt idx="4489">
                  <c:v>44362</c:v>
                </c:pt>
                <c:pt idx="4490">
                  <c:v>44363</c:v>
                </c:pt>
                <c:pt idx="4491">
                  <c:v>44364</c:v>
                </c:pt>
                <c:pt idx="4492">
                  <c:v>44365</c:v>
                </c:pt>
                <c:pt idx="4493">
                  <c:v>44368</c:v>
                </c:pt>
                <c:pt idx="4494">
                  <c:v>44369</c:v>
                </c:pt>
                <c:pt idx="4495">
                  <c:v>44370</c:v>
                </c:pt>
                <c:pt idx="4496">
                  <c:v>44371</c:v>
                </c:pt>
                <c:pt idx="4497">
                  <c:v>44372</c:v>
                </c:pt>
                <c:pt idx="4498">
                  <c:v>44375</c:v>
                </c:pt>
                <c:pt idx="4499">
                  <c:v>44376</c:v>
                </c:pt>
                <c:pt idx="4500">
                  <c:v>44377</c:v>
                </c:pt>
                <c:pt idx="4501">
                  <c:v>44378</c:v>
                </c:pt>
                <c:pt idx="4502">
                  <c:v>44379</c:v>
                </c:pt>
                <c:pt idx="4503">
                  <c:v>44382</c:v>
                </c:pt>
                <c:pt idx="4504">
                  <c:v>44383</c:v>
                </c:pt>
                <c:pt idx="4505">
                  <c:v>44384</c:v>
                </c:pt>
                <c:pt idx="4506">
                  <c:v>44385</c:v>
                </c:pt>
                <c:pt idx="4507">
                  <c:v>44386</c:v>
                </c:pt>
                <c:pt idx="4508">
                  <c:v>44389</c:v>
                </c:pt>
                <c:pt idx="4509">
                  <c:v>44390</c:v>
                </c:pt>
                <c:pt idx="4510">
                  <c:v>44391</c:v>
                </c:pt>
                <c:pt idx="4511">
                  <c:v>44392</c:v>
                </c:pt>
                <c:pt idx="4512">
                  <c:v>44393</c:v>
                </c:pt>
                <c:pt idx="4513">
                  <c:v>44396</c:v>
                </c:pt>
                <c:pt idx="4514">
                  <c:v>44397</c:v>
                </c:pt>
                <c:pt idx="4515">
                  <c:v>44398</c:v>
                </c:pt>
                <c:pt idx="4516">
                  <c:v>44399</c:v>
                </c:pt>
                <c:pt idx="4517">
                  <c:v>44400</c:v>
                </c:pt>
                <c:pt idx="4518">
                  <c:v>44403</c:v>
                </c:pt>
                <c:pt idx="4519">
                  <c:v>44404</c:v>
                </c:pt>
                <c:pt idx="4520">
                  <c:v>44405</c:v>
                </c:pt>
                <c:pt idx="4521">
                  <c:v>44406</c:v>
                </c:pt>
                <c:pt idx="4522">
                  <c:v>44407</c:v>
                </c:pt>
                <c:pt idx="4523">
                  <c:v>44410</c:v>
                </c:pt>
                <c:pt idx="4524">
                  <c:v>44411</c:v>
                </c:pt>
                <c:pt idx="4525">
                  <c:v>44412</c:v>
                </c:pt>
                <c:pt idx="4526">
                  <c:v>44413</c:v>
                </c:pt>
                <c:pt idx="4527">
                  <c:v>44414</c:v>
                </c:pt>
                <c:pt idx="4528">
                  <c:v>44417</c:v>
                </c:pt>
                <c:pt idx="4529">
                  <c:v>44418</c:v>
                </c:pt>
                <c:pt idx="4530">
                  <c:v>44419</c:v>
                </c:pt>
                <c:pt idx="4531">
                  <c:v>44420</c:v>
                </c:pt>
                <c:pt idx="4532">
                  <c:v>44421</c:v>
                </c:pt>
                <c:pt idx="4533">
                  <c:v>44424</c:v>
                </c:pt>
                <c:pt idx="4534">
                  <c:v>44425</c:v>
                </c:pt>
                <c:pt idx="4535">
                  <c:v>44426</c:v>
                </c:pt>
                <c:pt idx="4536">
                  <c:v>44427</c:v>
                </c:pt>
                <c:pt idx="4537">
                  <c:v>44428</c:v>
                </c:pt>
                <c:pt idx="4538">
                  <c:v>44431</c:v>
                </c:pt>
                <c:pt idx="4539">
                  <c:v>44432</c:v>
                </c:pt>
                <c:pt idx="4540">
                  <c:v>44433</c:v>
                </c:pt>
                <c:pt idx="4541">
                  <c:v>44434</c:v>
                </c:pt>
                <c:pt idx="4542">
                  <c:v>44435</c:v>
                </c:pt>
                <c:pt idx="4543">
                  <c:v>44438</c:v>
                </c:pt>
                <c:pt idx="4544">
                  <c:v>44439</c:v>
                </c:pt>
                <c:pt idx="4545">
                  <c:v>44440</c:v>
                </c:pt>
                <c:pt idx="4546">
                  <c:v>44441</c:v>
                </c:pt>
                <c:pt idx="4547">
                  <c:v>44442</c:v>
                </c:pt>
                <c:pt idx="4548">
                  <c:v>44445</c:v>
                </c:pt>
                <c:pt idx="4549">
                  <c:v>44446</c:v>
                </c:pt>
                <c:pt idx="4550">
                  <c:v>44447</c:v>
                </c:pt>
                <c:pt idx="4551">
                  <c:v>44448</c:v>
                </c:pt>
                <c:pt idx="4552">
                  <c:v>44449</c:v>
                </c:pt>
                <c:pt idx="4553">
                  <c:v>44452</c:v>
                </c:pt>
                <c:pt idx="4554">
                  <c:v>44453</c:v>
                </c:pt>
                <c:pt idx="4555">
                  <c:v>44454</c:v>
                </c:pt>
                <c:pt idx="4556">
                  <c:v>44455</c:v>
                </c:pt>
                <c:pt idx="4557">
                  <c:v>44456</c:v>
                </c:pt>
                <c:pt idx="4558">
                  <c:v>44459</c:v>
                </c:pt>
                <c:pt idx="4559">
                  <c:v>44460</c:v>
                </c:pt>
                <c:pt idx="4560">
                  <c:v>44461</c:v>
                </c:pt>
                <c:pt idx="4561">
                  <c:v>44462</c:v>
                </c:pt>
                <c:pt idx="4562">
                  <c:v>44463</c:v>
                </c:pt>
                <c:pt idx="4563">
                  <c:v>44466</c:v>
                </c:pt>
                <c:pt idx="4564">
                  <c:v>44467</c:v>
                </c:pt>
                <c:pt idx="4565">
                  <c:v>44468</c:v>
                </c:pt>
                <c:pt idx="4566">
                  <c:v>44469</c:v>
                </c:pt>
                <c:pt idx="4567">
                  <c:v>44470</c:v>
                </c:pt>
                <c:pt idx="4568">
                  <c:v>44473</c:v>
                </c:pt>
                <c:pt idx="4569">
                  <c:v>44474</c:v>
                </c:pt>
                <c:pt idx="4570">
                  <c:v>44475</c:v>
                </c:pt>
                <c:pt idx="4571">
                  <c:v>44476</c:v>
                </c:pt>
                <c:pt idx="4572">
                  <c:v>44477</c:v>
                </c:pt>
                <c:pt idx="4573">
                  <c:v>44480</c:v>
                </c:pt>
                <c:pt idx="4574">
                  <c:v>44481</c:v>
                </c:pt>
                <c:pt idx="4575">
                  <c:v>44482</c:v>
                </c:pt>
                <c:pt idx="4576">
                  <c:v>44483</c:v>
                </c:pt>
                <c:pt idx="4577">
                  <c:v>44484</c:v>
                </c:pt>
                <c:pt idx="4578">
                  <c:v>44487</c:v>
                </c:pt>
                <c:pt idx="4579">
                  <c:v>44488</c:v>
                </c:pt>
                <c:pt idx="4580">
                  <c:v>44489</c:v>
                </c:pt>
                <c:pt idx="4581">
                  <c:v>44490</c:v>
                </c:pt>
                <c:pt idx="4582">
                  <c:v>44491</c:v>
                </c:pt>
                <c:pt idx="4583">
                  <c:v>44494</c:v>
                </c:pt>
                <c:pt idx="4584">
                  <c:v>44495</c:v>
                </c:pt>
                <c:pt idx="4585">
                  <c:v>44496</c:v>
                </c:pt>
                <c:pt idx="4586">
                  <c:v>44497</c:v>
                </c:pt>
                <c:pt idx="4587">
                  <c:v>44498</c:v>
                </c:pt>
                <c:pt idx="4588">
                  <c:v>44501</c:v>
                </c:pt>
                <c:pt idx="4589">
                  <c:v>44502</c:v>
                </c:pt>
                <c:pt idx="4590">
                  <c:v>44503</c:v>
                </c:pt>
                <c:pt idx="4591">
                  <c:v>44504</c:v>
                </c:pt>
                <c:pt idx="4592">
                  <c:v>44505</c:v>
                </c:pt>
                <c:pt idx="4593">
                  <c:v>44508</c:v>
                </c:pt>
                <c:pt idx="4594">
                  <c:v>44509</c:v>
                </c:pt>
                <c:pt idx="4595">
                  <c:v>44510</c:v>
                </c:pt>
                <c:pt idx="4596">
                  <c:v>44511</c:v>
                </c:pt>
                <c:pt idx="4597">
                  <c:v>44512</c:v>
                </c:pt>
                <c:pt idx="4598">
                  <c:v>44515</c:v>
                </c:pt>
                <c:pt idx="4599">
                  <c:v>44516</c:v>
                </c:pt>
                <c:pt idx="4600">
                  <c:v>44517</c:v>
                </c:pt>
                <c:pt idx="4601">
                  <c:v>44518</c:v>
                </c:pt>
                <c:pt idx="4602">
                  <c:v>44519</c:v>
                </c:pt>
                <c:pt idx="4603">
                  <c:v>44522</c:v>
                </c:pt>
                <c:pt idx="4604">
                  <c:v>44523</c:v>
                </c:pt>
                <c:pt idx="4605">
                  <c:v>44524</c:v>
                </c:pt>
                <c:pt idx="4606">
                  <c:v>44525</c:v>
                </c:pt>
                <c:pt idx="4607">
                  <c:v>44526</c:v>
                </c:pt>
                <c:pt idx="4608">
                  <c:v>44529</c:v>
                </c:pt>
                <c:pt idx="4609">
                  <c:v>44530</c:v>
                </c:pt>
                <c:pt idx="4610">
                  <c:v>44531</c:v>
                </c:pt>
                <c:pt idx="4611">
                  <c:v>44532</c:v>
                </c:pt>
                <c:pt idx="4612">
                  <c:v>44533</c:v>
                </c:pt>
                <c:pt idx="4613">
                  <c:v>44536</c:v>
                </c:pt>
                <c:pt idx="4614">
                  <c:v>44537</c:v>
                </c:pt>
                <c:pt idx="4615">
                  <c:v>44538</c:v>
                </c:pt>
                <c:pt idx="4616">
                  <c:v>44539</c:v>
                </c:pt>
                <c:pt idx="4617">
                  <c:v>44540</c:v>
                </c:pt>
                <c:pt idx="4618">
                  <c:v>44543</c:v>
                </c:pt>
                <c:pt idx="4619">
                  <c:v>44544</c:v>
                </c:pt>
                <c:pt idx="4620">
                  <c:v>44545</c:v>
                </c:pt>
                <c:pt idx="4621">
                  <c:v>44546</c:v>
                </c:pt>
                <c:pt idx="4622">
                  <c:v>44547</c:v>
                </c:pt>
                <c:pt idx="4623">
                  <c:v>44550</c:v>
                </c:pt>
                <c:pt idx="4624">
                  <c:v>44551</c:v>
                </c:pt>
                <c:pt idx="4625">
                  <c:v>44552</c:v>
                </c:pt>
                <c:pt idx="4626">
                  <c:v>44553</c:v>
                </c:pt>
                <c:pt idx="4627">
                  <c:v>44554</c:v>
                </c:pt>
                <c:pt idx="4628">
                  <c:v>44557</c:v>
                </c:pt>
                <c:pt idx="4629">
                  <c:v>44558</c:v>
                </c:pt>
                <c:pt idx="4630">
                  <c:v>44559</c:v>
                </c:pt>
                <c:pt idx="4631">
                  <c:v>44560</c:v>
                </c:pt>
                <c:pt idx="4632">
                  <c:v>44561</c:v>
                </c:pt>
                <c:pt idx="4633">
                  <c:v>44564</c:v>
                </c:pt>
                <c:pt idx="4634">
                  <c:v>44565</c:v>
                </c:pt>
                <c:pt idx="4635">
                  <c:v>44566</c:v>
                </c:pt>
                <c:pt idx="4636">
                  <c:v>44567</c:v>
                </c:pt>
                <c:pt idx="4637">
                  <c:v>44568</c:v>
                </c:pt>
                <c:pt idx="4638">
                  <c:v>44571</c:v>
                </c:pt>
                <c:pt idx="4639">
                  <c:v>44572</c:v>
                </c:pt>
                <c:pt idx="4640">
                  <c:v>44573</c:v>
                </c:pt>
                <c:pt idx="4641">
                  <c:v>44574</c:v>
                </c:pt>
                <c:pt idx="4642">
                  <c:v>44575</c:v>
                </c:pt>
                <c:pt idx="4643">
                  <c:v>44578</c:v>
                </c:pt>
                <c:pt idx="4644">
                  <c:v>44579</c:v>
                </c:pt>
                <c:pt idx="4645">
                  <c:v>44580</c:v>
                </c:pt>
                <c:pt idx="4646">
                  <c:v>44581</c:v>
                </c:pt>
                <c:pt idx="4647">
                  <c:v>44582</c:v>
                </c:pt>
                <c:pt idx="4648">
                  <c:v>44585</c:v>
                </c:pt>
                <c:pt idx="4649">
                  <c:v>44586</c:v>
                </c:pt>
                <c:pt idx="4650">
                  <c:v>44587</c:v>
                </c:pt>
                <c:pt idx="4651">
                  <c:v>44588</c:v>
                </c:pt>
                <c:pt idx="4652">
                  <c:v>44589</c:v>
                </c:pt>
                <c:pt idx="4653">
                  <c:v>44592</c:v>
                </c:pt>
                <c:pt idx="4654">
                  <c:v>44593</c:v>
                </c:pt>
                <c:pt idx="4655">
                  <c:v>44594</c:v>
                </c:pt>
                <c:pt idx="4656">
                  <c:v>44595</c:v>
                </c:pt>
                <c:pt idx="4657">
                  <c:v>44596</c:v>
                </c:pt>
                <c:pt idx="4658">
                  <c:v>44599</c:v>
                </c:pt>
                <c:pt idx="4659">
                  <c:v>44600</c:v>
                </c:pt>
                <c:pt idx="4660">
                  <c:v>44601</c:v>
                </c:pt>
                <c:pt idx="4661">
                  <c:v>44602</c:v>
                </c:pt>
                <c:pt idx="4662">
                  <c:v>44603</c:v>
                </c:pt>
                <c:pt idx="4663">
                  <c:v>44606</c:v>
                </c:pt>
                <c:pt idx="4664">
                  <c:v>44607</c:v>
                </c:pt>
                <c:pt idx="4665">
                  <c:v>44608</c:v>
                </c:pt>
                <c:pt idx="4666">
                  <c:v>44609</c:v>
                </c:pt>
                <c:pt idx="4667">
                  <c:v>44610</c:v>
                </c:pt>
                <c:pt idx="4668">
                  <c:v>44613</c:v>
                </c:pt>
                <c:pt idx="4669">
                  <c:v>44614</c:v>
                </c:pt>
                <c:pt idx="4670">
                  <c:v>44615</c:v>
                </c:pt>
                <c:pt idx="4671">
                  <c:v>44616</c:v>
                </c:pt>
                <c:pt idx="4672">
                  <c:v>44617</c:v>
                </c:pt>
                <c:pt idx="4673">
                  <c:v>44620</c:v>
                </c:pt>
                <c:pt idx="4674">
                  <c:v>44621</c:v>
                </c:pt>
                <c:pt idx="4675">
                  <c:v>44622</c:v>
                </c:pt>
                <c:pt idx="4676">
                  <c:v>44623</c:v>
                </c:pt>
                <c:pt idx="4677">
                  <c:v>44624</c:v>
                </c:pt>
                <c:pt idx="4678">
                  <c:v>44627</c:v>
                </c:pt>
                <c:pt idx="4679">
                  <c:v>44628</c:v>
                </c:pt>
                <c:pt idx="4680">
                  <c:v>44629</c:v>
                </c:pt>
                <c:pt idx="4681">
                  <c:v>44630</c:v>
                </c:pt>
                <c:pt idx="4682">
                  <c:v>44631</c:v>
                </c:pt>
                <c:pt idx="4683">
                  <c:v>44634</c:v>
                </c:pt>
                <c:pt idx="4684">
                  <c:v>44635</c:v>
                </c:pt>
                <c:pt idx="4685">
                  <c:v>44636</c:v>
                </c:pt>
                <c:pt idx="4686">
                  <c:v>44637</c:v>
                </c:pt>
                <c:pt idx="4687">
                  <c:v>44638</c:v>
                </c:pt>
                <c:pt idx="4688">
                  <c:v>44641</c:v>
                </c:pt>
                <c:pt idx="4689">
                  <c:v>44642</c:v>
                </c:pt>
                <c:pt idx="4690">
                  <c:v>44643</c:v>
                </c:pt>
                <c:pt idx="4691">
                  <c:v>44644</c:v>
                </c:pt>
                <c:pt idx="4692">
                  <c:v>44645</c:v>
                </c:pt>
                <c:pt idx="4693">
                  <c:v>44648</c:v>
                </c:pt>
                <c:pt idx="4694">
                  <c:v>44649</c:v>
                </c:pt>
                <c:pt idx="4695">
                  <c:v>44650</c:v>
                </c:pt>
                <c:pt idx="4696">
                  <c:v>44651</c:v>
                </c:pt>
                <c:pt idx="4697">
                  <c:v>44652</c:v>
                </c:pt>
                <c:pt idx="4698">
                  <c:v>44655</c:v>
                </c:pt>
                <c:pt idx="4699">
                  <c:v>44656</c:v>
                </c:pt>
                <c:pt idx="4700">
                  <c:v>44657</c:v>
                </c:pt>
                <c:pt idx="4701">
                  <c:v>44658</c:v>
                </c:pt>
                <c:pt idx="4702">
                  <c:v>44659</c:v>
                </c:pt>
                <c:pt idx="4703">
                  <c:v>44662</c:v>
                </c:pt>
                <c:pt idx="4704">
                  <c:v>44663</c:v>
                </c:pt>
                <c:pt idx="4705">
                  <c:v>44664</c:v>
                </c:pt>
                <c:pt idx="4706">
                  <c:v>44665</c:v>
                </c:pt>
                <c:pt idx="4707">
                  <c:v>44666</c:v>
                </c:pt>
                <c:pt idx="4708">
                  <c:v>44669</c:v>
                </c:pt>
                <c:pt idx="4709">
                  <c:v>44670</c:v>
                </c:pt>
                <c:pt idx="4710">
                  <c:v>44671</c:v>
                </c:pt>
                <c:pt idx="4711">
                  <c:v>44672</c:v>
                </c:pt>
                <c:pt idx="4712">
                  <c:v>44673</c:v>
                </c:pt>
                <c:pt idx="4713">
                  <c:v>44676</c:v>
                </c:pt>
                <c:pt idx="4714">
                  <c:v>44677</c:v>
                </c:pt>
                <c:pt idx="4715">
                  <c:v>44678</c:v>
                </c:pt>
                <c:pt idx="4716">
                  <c:v>44679</c:v>
                </c:pt>
                <c:pt idx="4717">
                  <c:v>44680</c:v>
                </c:pt>
                <c:pt idx="4718">
                  <c:v>44683</c:v>
                </c:pt>
                <c:pt idx="4719">
                  <c:v>44684</c:v>
                </c:pt>
                <c:pt idx="4720">
                  <c:v>44685</c:v>
                </c:pt>
                <c:pt idx="4721">
                  <c:v>44686</c:v>
                </c:pt>
                <c:pt idx="4722">
                  <c:v>44687</c:v>
                </c:pt>
                <c:pt idx="4723">
                  <c:v>44690</c:v>
                </c:pt>
                <c:pt idx="4724">
                  <c:v>44691</c:v>
                </c:pt>
                <c:pt idx="4725">
                  <c:v>44692</c:v>
                </c:pt>
                <c:pt idx="4726">
                  <c:v>44693</c:v>
                </c:pt>
                <c:pt idx="4727">
                  <c:v>44694</c:v>
                </c:pt>
                <c:pt idx="4728">
                  <c:v>44697</c:v>
                </c:pt>
                <c:pt idx="4729">
                  <c:v>44698</c:v>
                </c:pt>
                <c:pt idx="4730">
                  <c:v>44699</c:v>
                </c:pt>
                <c:pt idx="4731">
                  <c:v>44700</c:v>
                </c:pt>
                <c:pt idx="4732">
                  <c:v>44701</c:v>
                </c:pt>
                <c:pt idx="4733">
                  <c:v>44704</c:v>
                </c:pt>
                <c:pt idx="4734">
                  <c:v>44705</c:v>
                </c:pt>
                <c:pt idx="4735">
                  <c:v>44706</c:v>
                </c:pt>
                <c:pt idx="4736">
                  <c:v>44707</c:v>
                </c:pt>
                <c:pt idx="4737">
                  <c:v>44708</c:v>
                </c:pt>
                <c:pt idx="4738">
                  <c:v>44711</c:v>
                </c:pt>
                <c:pt idx="4739">
                  <c:v>44712</c:v>
                </c:pt>
                <c:pt idx="4740">
                  <c:v>44713</c:v>
                </c:pt>
                <c:pt idx="4741">
                  <c:v>44714</c:v>
                </c:pt>
                <c:pt idx="4742">
                  <c:v>44715</c:v>
                </c:pt>
                <c:pt idx="4743">
                  <c:v>44718</c:v>
                </c:pt>
                <c:pt idx="4744">
                  <c:v>44719</c:v>
                </c:pt>
                <c:pt idx="4745">
                  <c:v>44720</c:v>
                </c:pt>
                <c:pt idx="4746">
                  <c:v>44721</c:v>
                </c:pt>
                <c:pt idx="4747">
                  <c:v>44722</c:v>
                </c:pt>
                <c:pt idx="4748">
                  <c:v>44725</c:v>
                </c:pt>
                <c:pt idx="4749">
                  <c:v>44726</c:v>
                </c:pt>
                <c:pt idx="4750">
                  <c:v>44727</c:v>
                </c:pt>
                <c:pt idx="4751">
                  <c:v>44728</c:v>
                </c:pt>
                <c:pt idx="4752">
                  <c:v>44729</c:v>
                </c:pt>
                <c:pt idx="4753">
                  <c:v>44732</c:v>
                </c:pt>
                <c:pt idx="4754">
                  <c:v>44733</c:v>
                </c:pt>
                <c:pt idx="4755">
                  <c:v>44734</c:v>
                </c:pt>
                <c:pt idx="4756">
                  <c:v>44735</c:v>
                </c:pt>
                <c:pt idx="4757">
                  <c:v>44736</c:v>
                </c:pt>
                <c:pt idx="4758">
                  <c:v>44739</c:v>
                </c:pt>
                <c:pt idx="4759">
                  <c:v>44740</c:v>
                </c:pt>
                <c:pt idx="4760">
                  <c:v>44741</c:v>
                </c:pt>
                <c:pt idx="4761">
                  <c:v>44742</c:v>
                </c:pt>
                <c:pt idx="4762">
                  <c:v>44743</c:v>
                </c:pt>
                <c:pt idx="4763">
                  <c:v>44747</c:v>
                </c:pt>
                <c:pt idx="4764">
                  <c:v>44748</c:v>
                </c:pt>
                <c:pt idx="4765">
                  <c:v>44749</c:v>
                </c:pt>
                <c:pt idx="4766">
                  <c:v>44750</c:v>
                </c:pt>
                <c:pt idx="4767">
                  <c:v>44753</c:v>
                </c:pt>
                <c:pt idx="4768">
                  <c:v>44754</c:v>
                </c:pt>
                <c:pt idx="4769">
                  <c:v>44755</c:v>
                </c:pt>
                <c:pt idx="4770">
                  <c:v>44756</c:v>
                </c:pt>
                <c:pt idx="4771">
                  <c:v>44757</c:v>
                </c:pt>
                <c:pt idx="4772">
                  <c:v>44760</c:v>
                </c:pt>
                <c:pt idx="4773">
                  <c:v>44761</c:v>
                </c:pt>
                <c:pt idx="4774">
                  <c:v>44762</c:v>
                </c:pt>
                <c:pt idx="4775">
                  <c:v>44763</c:v>
                </c:pt>
                <c:pt idx="4776">
                  <c:v>44764</c:v>
                </c:pt>
                <c:pt idx="4777">
                  <c:v>44767</c:v>
                </c:pt>
                <c:pt idx="4778">
                  <c:v>44768</c:v>
                </c:pt>
                <c:pt idx="4779">
                  <c:v>44769</c:v>
                </c:pt>
                <c:pt idx="4780">
                  <c:v>44770</c:v>
                </c:pt>
                <c:pt idx="4781">
                  <c:v>44771</c:v>
                </c:pt>
                <c:pt idx="4782">
                  <c:v>44774</c:v>
                </c:pt>
                <c:pt idx="4783">
                  <c:v>44775</c:v>
                </c:pt>
                <c:pt idx="4784">
                  <c:v>44776</c:v>
                </c:pt>
                <c:pt idx="4785">
                  <c:v>44777</c:v>
                </c:pt>
                <c:pt idx="4786">
                  <c:v>44778</c:v>
                </c:pt>
                <c:pt idx="4787">
                  <c:v>44781</c:v>
                </c:pt>
                <c:pt idx="4788">
                  <c:v>44782</c:v>
                </c:pt>
                <c:pt idx="4789">
                  <c:v>44783</c:v>
                </c:pt>
                <c:pt idx="4790">
                  <c:v>44784</c:v>
                </c:pt>
                <c:pt idx="4791">
                  <c:v>44785</c:v>
                </c:pt>
                <c:pt idx="4792">
                  <c:v>44788</c:v>
                </c:pt>
                <c:pt idx="4793">
                  <c:v>44789</c:v>
                </c:pt>
                <c:pt idx="4794">
                  <c:v>44790</c:v>
                </c:pt>
                <c:pt idx="4795">
                  <c:v>44791</c:v>
                </c:pt>
                <c:pt idx="4796">
                  <c:v>44792</c:v>
                </c:pt>
                <c:pt idx="4797">
                  <c:v>44795</c:v>
                </c:pt>
                <c:pt idx="4798">
                  <c:v>44796</c:v>
                </c:pt>
                <c:pt idx="4799">
                  <c:v>44797</c:v>
                </c:pt>
                <c:pt idx="4800">
                  <c:v>44798</c:v>
                </c:pt>
                <c:pt idx="4801">
                  <c:v>44799</c:v>
                </c:pt>
                <c:pt idx="4802">
                  <c:v>44802</c:v>
                </c:pt>
                <c:pt idx="4803">
                  <c:v>44803</c:v>
                </c:pt>
                <c:pt idx="4804">
                  <c:v>44804</c:v>
                </c:pt>
                <c:pt idx="4805">
                  <c:v>44805</c:v>
                </c:pt>
                <c:pt idx="4806">
                  <c:v>44806</c:v>
                </c:pt>
                <c:pt idx="4807">
                  <c:v>44809</c:v>
                </c:pt>
                <c:pt idx="4808">
                  <c:v>44810</c:v>
                </c:pt>
                <c:pt idx="4809">
                  <c:v>44811</c:v>
                </c:pt>
                <c:pt idx="4810">
                  <c:v>44812</c:v>
                </c:pt>
                <c:pt idx="4811">
                  <c:v>44813</c:v>
                </c:pt>
                <c:pt idx="4812">
                  <c:v>44816</c:v>
                </c:pt>
                <c:pt idx="4813">
                  <c:v>44817</c:v>
                </c:pt>
                <c:pt idx="4814">
                  <c:v>44818</c:v>
                </c:pt>
                <c:pt idx="4815">
                  <c:v>44819</c:v>
                </c:pt>
                <c:pt idx="4816">
                  <c:v>44820</c:v>
                </c:pt>
                <c:pt idx="4817">
                  <c:v>44823</c:v>
                </c:pt>
                <c:pt idx="4818">
                  <c:v>44824</c:v>
                </c:pt>
                <c:pt idx="4819">
                  <c:v>44825</c:v>
                </c:pt>
                <c:pt idx="4820">
                  <c:v>44826</c:v>
                </c:pt>
                <c:pt idx="4821">
                  <c:v>44827</c:v>
                </c:pt>
                <c:pt idx="4822">
                  <c:v>44830</c:v>
                </c:pt>
                <c:pt idx="4823">
                  <c:v>44831</c:v>
                </c:pt>
                <c:pt idx="4824">
                  <c:v>44832</c:v>
                </c:pt>
                <c:pt idx="4825">
                  <c:v>44833</c:v>
                </c:pt>
                <c:pt idx="4826">
                  <c:v>44834</c:v>
                </c:pt>
                <c:pt idx="4827">
                  <c:v>44837</c:v>
                </c:pt>
                <c:pt idx="4828">
                  <c:v>44838</c:v>
                </c:pt>
                <c:pt idx="4829">
                  <c:v>44839</c:v>
                </c:pt>
                <c:pt idx="4830">
                  <c:v>44840</c:v>
                </c:pt>
                <c:pt idx="4831">
                  <c:v>44841</c:v>
                </c:pt>
                <c:pt idx="4832">
                  <c:v>44844</c:v>
                </c:pt>
                <c:pt idx="4833">
                  <c:v>44845</c:v>
                </c:pt>
                <c:pt idx="4834">
                  <c:v>44846</c:v>
                </c:pt>
                <c:pt idx="4835">
                  <c:v>44847</c:v>
                </c:pt>
                <c:pt idx="4836">
                  <c:v>44848</c:v>
                </c:pt>
                <c:pt idx="4837">
                  <c:v>44851</c:v>
                </c:pt>
                <c:pt idx="4838">
                  <c:v>44852</c:v>
                </c:pt>
                <c:pt idx="4839">
                  <c:v>44853</c:v>
                </c:pt>
                <c:pt idx="4840">
                  <c:v>44854</c:v>
                </c:pt>
                <c:pt idx="4841">
                  <c:v>44855</c:v>
                </c:pt>
                <c:pt idx="4842">
                  <c:v>44858</c:v>
                </c:pt>
                <c:pt idx="4843">
                  <c:v>44859</c:v>
                </c:pt>
                <c:pt idx="4844">
                  <c:v>44860</c:v>
                </c:pt>
                <c:pt idx="4845">
                  <c:v>44861</c:v>
                </c:pt>
                <c:pt idx="4846">
                  <c:v>44862</c:v>
                </c:pt>
                <c:pt idx="4847">
                  <c:v>44865</c:v>
                </c:pt>
                <c:pt idx="4848">
                  <c:v>44866</c:v>
                </c:pt>
                <c:pt idx="4849">
                  <c:v>44867</c:v>
                </c:pt>
                <c:pt idx="4850">
                  <c:v>44868</c:v>
                </c:pt>
                <c:pt idx="4851">
                  <c:v>44869</c:v>
                </c:pt>
                <c:pt idx="4852">
                  <c:v>44872</c:v>
                </c:pt>
                <c:pt idx="4853">
                  <c:v>44873</c:v>
                </c:pt>
                <c:pt idx="4854">
                  <c:v>44874</c:v>
                </c:pt>
                <c:pt idx="4855">
                  <c:v>44875</c:v>
                </c:pt>
                <c:pt idx="4856">
                  <c:v>44876</c:v>
                </c:pt>
                <c:pt idx="4857">
                  <c:v>44879</c:v>
                </c:pt>
                <c:pt idx="4858">
                  <c:v>44880</c:v>
                </c:pt>
                <c:pt idx="4859">
                  <c:v>44881</c:v>
                </c:pt>
                <c:pt idx="4860">
                  <c:v>44882</c:v>
                </c:pt>
                <c:pt idx="4861">
                  <c:v>44883</c:v>
                </c:pt>
                <c:pt idx="4862">
                  <c:v>44886</c:v>
                </c:pt>
                <c:pt idx="4863">
                  <c:v>44887</c:v>
                </c:pt>
                <c:pt idx="4864">
                  <c:v>44888</c:v>
                </c:pt>
                <c:pt idx="4865">
                  <c:v>44889</c:v>
                </c:pt>
                <c:pt idx="4866">
                  <c:v>44890</c:v>
                </c:pt>
                <c:pt idx="4867">
                  <c:v>44893</c:v>
                </c:pt>
                <c:pt idx="4868">
                  <c:v>44894</c:v>
                </c:pt>
                <c:pt idx="4869">
                  <c:v>44895</c:v>
                </c:pt>
                <c:pt idx="4870">
                  <c:v>44896</c:v>
                </c:pt>
                <c:pt idx="4871">
                  <c:v>44897</c:v>
                </c:pt>
                <c:pt idx="4872">
                  <c:v>44900</c:v>
                </c:pt>
                <c:pt idx="4873">
                  <c:v>44901</c:v>
                </c:pt>
                <c:pt idx="4874">
                  <c:v>44902</c:v>
                </c:pt>
                <c:pt idx="4875">
                  <c:v>44903</c:v>
                </c:pt>
                <c:pt idx="4876">
                  <c:v>44904</c:v>
                </c:pt>
                <c:pt idx="4877">
                  <c:v>44907</c:v>
                </c:pt>
                <c:pt idx="4878">
                  <c:v>44908</c:v>
                </c:pt>
                <c:pt idx="4879">
                  <c:v>44909</c:v>
                </c:pt>
                <c:pt idx="4880">
                  <c:v>44910</c:v>
                </c:pt>
                <c:pt idx="4881">
                  <c:v>44911</c:v>
                </c:pt>
                <c:pt idx="4882">
                  <c:v>44914</c:v>
                </c:pt>
                <c:pt idx="4883">
                  <c:v>44915</c:v>
                </c:pt>
                <c:pt idx="4884">
                  <c:v>44916</c:v>
                </c:pt>
                <c:pt idx="4885">
                  <c:v>44917</c:v>
                </c:pt>
                <c:pt idx="4886">
                  <c:v>44918</c:v>
                </c:pt>
                <c:pt idx="4887">
                  <c:v>44921</c:v>
                </c:pt>
                <c:pt idx="4888">
                  <c:v>44922</c:v>
                </c:pt>
                <c:pt idx="4889">
                  <c:v>44923</c:v>
                </c:pt>
                <c:pt idx="4890">
                  <c:v>44924</c:v>
                </c:pt>
                <c:pt idx="4891">
                  <c:v>44925</c:v>
                </c:pt>
                <c:pt idx="4892">
                  <c:v>44928</c:v>
                </c:pt>
                <c:pt idx="4893">
                  <c:v>44929</c:v>
                </c:pt>
                <c:pt idx="4894">
                  <c:v>44930</c:v>
                </c:pt>
                <c:pt idx="4895">
                  <c:v>44931</c:v>
                </c:pt>
                <c:pt idx="4896">
                  <c:v>44932</c:v>
                </c:pt>
                <c:pt idx="4897">
                  <c:v>44935</c:v>
                </c:pt>
                <c:pt idx="4898">
                  <c:v>44936</c:v>
                </c:pt>
                <c:pt idx="4899">
                  <c:v>44937</c:v>
                </c:pt>
                <c:pt idx="4900">
                  <c:v>44938</c:v>
                </c:pt>
                <c:pt idx="4901">
                  <c:v>44939</c:v>
                </c:pt>
                <c:pt idx="4902">
                  <c:v>44942</c:v>
                </c:pt>
                <c:pt idx="4903">
                  <c:v>44943</c:v>
                </c:pt>
                <c:pt idx="4904">
                  <c:v>44944</c:v>
                </c:pt>
                <c:pt idx="4905">
                  <c:v>44945</c:v>
                </c:pt>
                <c:pt idx="4906">
                  <c:v>44946</c:v>
                </c:pt>
                <c:pt idx="4907">
                  <c:v>44949</c:v>
                </c:pt>
                <c:pt idx="4908">
                  <c:v>44950</c:v>
                </c:pt>
                <c:pt idx="4909">
                  <c:v>44951</c:v>
                </c:pt>
                <c:pt idx="4910">
                  <c:v>44952</c:v>
                </c:pt>
                <c:pt idx="4911">
                  <c:v>44953</c:v>
                </c:pt>
                <c:pt idx="4912">
                  <c:v>44956</c:v>
                </c:pt>
                <c:pt idx="4913">
                  <c:v>44957</c:v>
                </c:pt>
                <c:pt idx="4914">
                  <c:v>44958</c:v>
                </c:pt>
                <c:pt idx="4915">
                  <c:v>44959</c:v>
                </c:pt>
                <c:pt idx="4916">
                  <c:v>44960</c:v>
                </c:pt>
                <c:pt idx="4917">
                  <c:v>44963</c:v>
                </c:pt>
                <c:pt idx="4918">
                  <c:v>44964</c:v>
                </c:pt>
                <c:pt idx="4919">
                  <c:v>44965</c:v>
                </c:pt>
                <c:pt idx="4920">
                  <c:v>44966</c:v>
                </c:pt>
                <c:pt idx="4921">
                  <c:v>44967</c:v>
                </c:pt>
                <c:pt idx="4922">
                  <c:v>44970</c:v>
                </c:pt>
                <c:pt idx="4923">
                  <c:v>44971</c:v>
                </c:pt>
                <c:pt idx="4924">
                  <c:v>44972</c:v>
                </c:pt>
                <c:pt idx="4925">
                  <c:v>44973</c:v>
                </c:pt>
                <c:pt idx="4926">
                  <c:v>44974</c:v>
                </c:pt>
                <c:pt idx="4927">
                  <c:v>44977</c:v>
                </c:pt>
                <c:pt idx="4928">
                  <c:v>44978</c:v>
                </c:pt>
                <c:pt idx="4929">
                  <c:v>44979</c:v>
                </c:pt>
                <c:pt idx="4930">
                  <c:v>44980</c:v>
                </c:pt>
                <c:pt idx="4931">
                  <c:v>44981</c:v>
                </c:pt>
                <c:pt idx="4932">
                  <c:v>44984</c:v>
                </c:pt>
                <c:pt idx="4933">
                  <c:v>44985</c:v>
                </c:pt>
                <c:pt idx="4934">
                  <c:v>44986</c:v>
                </c:pt>
                <c:pt idx="4935">
                  <c:v>44987</c:v>
                </c:pt>
                <c:pt idx="4936">
                  <c:v>44988</c:v>
                </c:pt>
                <c:pt idx="4937">
                  <c:v>44991</c:v>
                </c:pt>
                <c:pt idx="4938">
                  <c:v>44992</c:v>
                </c:pt>
                <c:pt idx="4939">
                  <c:v>44993</c:v>
                </c:pt>
                <c:pt idx="4940">
                  <c:v>44994</c:v>
                </c:pt>
                <c:pt idx="4941">
                  <c:v>44995</c:v>
                </c:pt>
                <c:pt idx="4942">
                  <c:v>44998</c:v>
                </c:pt>
                <c:pt idx="4943">
                  <c:v>44999</c:v>
                </c:pt>
                <c:pt idx="4944">
                  <c:v>45000</c:v>
                </c:pt>
                <c:pt idx="4945">
                  <c:v>45001</c:v>
                </c:pt>
                <c:pt idx="4946">
                  <c:v>45002</c:v>
                </c:pt>
                <c:pt idx="4947">
                  <c:v>45005</c:v>
                </c:pt>
                <c:pt idx="4948">
                  <c:v>45006</c:v>
                </c:pt>
                <c:pt idx="4949">
                  <c:v>45007</c:v>
                </c:pt>
                <c:pt idx="4950">
                  <c:v>45008</c:v>
                </c:pt>
                <c:pt idx="4951">
                  <c:v>45009</c:v>
                </c:pt>
                <c:pt idx="4952">
                  <c:v>45012</c:v>
                </c:pt>
                <c:pt idx="4953">
                  <c:v>45013</c:v>
                </c:pt>
                <c:pt idx="4954">
                  <c:v>45014</c:v>
                </c:pt>
                <c:pt idx="4955">
                  <c:v>45015</c:v>
                </c:pt>
                <c:pt idx="4956">
                  <c:v>45016</c:v>
                </c:pt>
                <c:pt idx="4957">
                  <c:v>45019</c:v>
                </c:pt>
                <c:pt idx="4958">
                  <c:v>45020</c:v>
                </c:pt>
                <c:pt idx="4959">
                  <c:v>45021</c:v>
                </c:pt>
                <c:pt idx="4960">
                  <c:v>45022</c:v>
                </c:pt>
                <c:pt idx="4961">
                  <c:v>45023</c:v>
                </c:pt>
                <c:pt idx="4962">
                  <c:v>45026</c:v>
                </c:pt>
                <c:pt idx="4963">
                  <c:v>45027</c:v>
                </c:pt>
                <c:pt idx="4964">
                  <c:v>45028</c:v>
                </c:pt>
                <c:pt idx="4965">
                  <c:v>45029</c:v>
                </c:pt>
                <c:pt idx="4966">
                  <c:v>45030</c:v>
                </c:pt>
                <c:pt idx="4967">
                  <c:v>45033</c:v>
                </c:pt>
                <c:pt idx="4968">
                  <c:v>45034</c:v>
                </c:pt>
                <c:pt idx="4969">
                  <c:v>45035</c:v>
                </c:pt>
                <c:pt idx="4970">
                  <c:v>45036</c:v>
                </c:pt>
                <c:pt idx="4971">
                  <c:v>45037</c:v>
                </c:pt>
                <c:pt idx="4972">
                  <c:v>45040</c:v>
                </c:pt>
                <c:pt idx="4973">
                  <c:v>45041</c:v>
                </c:pt>
                <c:pt idx="4974">
                  <c:v>45042</c:v>
                </c:pt>
                <c:pt idx="4975">
                  <c:v>45043</c:v>
                </c:pt>
                <c:pt idx="4976">
                  <c:v>45044</c:v>
                </c:pt>
                <c:pt idx="4977">
                  <c:v>45047</c:v>
                </c:pt>
                <c:pt idx="4978">
                  <c:v>45048</c:v>
                </c:pt>
                <c:pt idx="4979">
                  <c:v>45049</c:v>
                </c:pt>
                <c:pt idx="4980">
                  <c:v>45050</c:v>
                </c:pt>
                <c:pt idx="4981">
                  <c:v>45051</c:v>
                </c:pt>
                <c:pt idx="4982">
                  <c:v>45054</c:v>
                </c:pt>
                <c:pt idx="4983">
                  <c:v>45055</c:v>
                </c:pt>
                <c:pt idx="4984">
                  <c:v>45056</c:v>
                </c:pt>
                <c:pt idx="4985">
                  <c:v>45057</c:v>
                </c:pt>
                <c:pt idx="4986">
                  <c:v>45058</c:v>
                </c:pt>
                <c:pt idx="4987">
                  <c:v>45061</c:v>
                </c:pt>
                <c:pt idx="4988">
                  <c:v>45062</c:v>
                </c:pt>
                <c:pt idx="4989">
                  <c:v>45063</c:v>
                </c:pt>
                <c:pt idx="4990">
                  <c:v>45064</c:v>
                </c:pt>
                <c:pt idx="4991">
                  <c:v>45065</c:v>
                </c:pt>
                <c:pt idx="4992">
                  <c:v>45068</c:v>
                </c:pt>
                <c:pt idx="4993">
                  <c:v>45069</c:v>
                </c:pt>
                <c:pt idx="4994">
                  <c:v>45070</c:v>
                </c:pt>
                <c:pt idx="4995">
                  <c:v>45071</c:v>
                </c:pt>
                <c:pt idx="4996">
                  <c:v>45072</c:v>
                </c:pt>
                <c:pt idx="4997">
                  <c:v>45075</c:v>
                </c:pt>
                <c:pt idx="4998">
                  <c:v>45076</c:v>
                </c:pt>
                <c:pt idx="4999">
                  <c:v>45077</c:v>
                </c:pt>
                <c:pt idx="5000">
                  <c:v>45078</c:v>
                </c:pt>
                <c:pt idx="5001">
                  <c:v>45079</c:v>
                </c:pt>
                <c:pt idx="5002">
                  <c:v>45082</c:v>
                </c:pt>
                <c:pt idx="5003">
                  <c:v>45083</c:v>
                </c:pt>
                <c:pt idx="5004">
                  <c:v>45084</c:v>
                </c:pt>
                <c:pt idx="5005">
                  <c:v>45085</c:v>
                </c:pt>
                <c:pt idx="5006">
                  <c:v>45086</c:v>
                </c:pt>
                <c:pt idx="5007">
                  <c:v>45089</c:v>
                </c:pt>
                <c:pt idx="5008">
                  <c:v>45090</c:v>
                </c:pt>
                <c:pt idx="5009">
                  <c:v>45091</c:v>
                </c:pt>
                <c:pt idx="5010">
                  <c:v>45092</c:v>
                </c:pt>
                <c:pt idx="5011">
                  <c:v>45093</c:v>
                </c:pt>
                <c:pt idx="5012">
                  <c:v>45096</c:v>
                </c:pt>
                <c:pt idx="5013">
                  <c:v>45097</c:v>
                </c:pt>
                <c:pt idx="5014">
                  <c:v>45098</c:v>
                </c:pt>
                <c:pt idx="5015">
                  <c:v>45099</c:v>
                </c:pt>
                <c:pt idx="5016">
                  <c:v>45100</c:v>
                </c:pt>
                <c:pt idx="5017">
                  <c:v>45103</c:v>
                </c:pt>
                <c:pt idx="5018">
                  <c:v>45104</c:v>
                </c:pt>
                <c:pt idx="5019">
                  <c:v>45105</c:v>
                </c:pt>
                <c:pt idx="5020">
                  <c:v>45106</c:v>
                </c:pt>
                <c:pt idx="5021">
                  <c:v>45107</c:v>
                </c:pt>
                <c:pt idx="5022">
                  <c:v>45110</c:v>
                </c:pt>
                <c:pt idx="5023">
                  <c:v>45111</c:v>
                </c:pt>
                <c:pt idx="5024">
                  <c:v>45112</c:v>
                </c:pt>
                <c:pt idx="5025">
                  <c:v>45113</c:v>
                </c:pt>
                <c:pt idx="5026">
                  <c:v>45114</c:v>
                </c:pt>
                <c:pt idx="5027">
                  <c:v>45117</c:v>
                </c:pt>
                <c:pt idx="5028">
                  <c:v>45118</c:v>
                </c:pt>
                <c:pt idx="5029">
                  <c:v>45119</c:v>
                </c:pt>
                <c:pt idx="5030">
                  <c:v>45120</c:v>
                </c:pt>
                <c:pt idx="5031">
                  <c:v>45121</c:v>
                </c:pt>
                <c:pt idx="5032">
                  <c:v>45124</c:v>
                </c:pt>
                <c:pt idx="5033">
                  <c:v>45125</c:v>
                </c:pt>
                <c:pt idx="5034">
                  <c:v>45126</c:v>
                </c:pt>
                <c:pt idx="5035">
                  <c:v>45127</c:v>
                </c:pt>
                <c:pt idx="5036">
                  <c:v>45128</c:v>
                </c:pt>
                <c:pt idx="5037">
                  <c:v>45131</c:v>
                </c:pt>
                <c:pt idx="5038">
                  <c:v>45132</c:v>
                </c:pt>
                <c:pt idx="5039">
                  <c:v>45133</c:v>
                </c:pt>
                <c:pt idx="5040">
                  <c:v>45134</c:v>
                </c:pt>
                <c:pt idx="5041">
                  <c:v>45135</c:v>
                </c:pt>
                <c:pt idx="5042">
                  <c:v>45138</c:v>
                </c:pt>
                <c:pt idx="5043">
                  <c:v>45139</c:v>
                </c:pt>
                <c:pt idx="5044">
                  <c:v>45140</c:v>
                </c:pt>
                <c:pt idx="5045">
                  <c:v>45141</c:v>
                </c:pt>
                <c:pt idx="5046">
                  <c:v>45142</c:v>
                </c:pt>
                <c:pt idx="5047">
                  <c:v>45145</c:v>
                </c:pt>
                <c:pt idx="5048">
                  <c:v>45146</c:v>
                </c:pt>
                <c:pt idx="5049">
                  <c:v>45147</c:v>
                </c:pt>
                <c:pt idx="5050">
                  <c:v>45148</c:v>
                </c:pt>
                <c:pt idx="5051">
                  <c:v>45149</c:v>
                </c:pt>
                <c:pt idx="5052">
                  <c:v>45152</c:v>
                </c:pt>
                <c:pt idx="5053">
                  <c:v>45153</c:v>
                </c:pt>
                <c:pt idx="5054">
                  <c:v>45154</c:v>
                </c:pt>
                <c:pt idx="5055">
                  <c:v>45155</c:v>
                </c:pt>
                <c:pt idx="5056">
                  <c:v>45156</c:v>
                </c:pt>
                <c:pt idx="5057">
                  <c:v>45159</c:v>
                </c:pt>
                <c:pt idx="5058">
                  <c:v>45160</c:v>
                </c:pt>
                <c:pt idx="5059">
                  <c:v>45161</c:v>
                </c:pt>
                <c:pt idx="5060">
                  <c:v>45162</c:v>
                </c:pt>
                <c:pt idx="5061">
                  <c:v>45163</c:v>
                </c:pt>
                <c:pt idx="5062">
                  <c:v>45166</c:v>
                </c:pt>
                <c:pt idx="5063">
                  <c:v>45167</c:v>
                </c:pt>
                <c:pt idx="5064">
                  <c:v>45168</c:v>
                </c:pt>
                <c:pt idx="5065">
                  <c:v>45169</c:v>
                </c:pt>
                <c:pt idx="5066">
                  <c:v>45170</c:v>
                </c:pt>
                <c:pt idx="5067">
                  <c:v>45173</c:v>
                </c:pt>
                <c:pt idx="5068">
                  <c:v>45174</c:v>
                </c:pt>
                <c:pt idx="5069">
                  <c:v>45175</c:v>
                </c:pt>
                <c:pt idx="5070">
                  <c:v>45176</c:v>
                </c:pt>
                <c:pt idx="5071">
                  <c:v>45177</c:v>
                </c:pt>
                <c:pt idx="5072">
                  <c:v>45180</c:v>
                </c:pt>
                <c:pt idx="5073">
                  <c:v>45181</c:v>
                </c:pt>
                <c:pt idx="5074">
                  <c:v>45182</c:v>
                </c:pt>
                <c:pt idx="5075">
                  <c:v>45183</c:v>
                </c:pt>
                <c:pt idx="5076">
                  <c:v>45184</c:v>
                </c:pt>
                <c:pt idx="5077">
                  <c:v>45187</c:v>
                </c:pt>
                <c:pt idx="5078">
                  <c:v>45188</c:v>
                </c:pt>
                <c:pt idx="5079">
                  <c:v>45189</c:v>
                </c:pt>
                <c:pt idx="5080">
                  <c:v>45190</c:v>
                </c:pt>
                <c:pt idx="5081">
                  <c:v>45191</c:v>
                </c:pt>
                <c:pt idx="5082">
                  <c:v>45194</c:v>
                </c:pt>
                <c:pt idx="5083">
                  <c:v>45195</c:v>
                </c:pt>
                <c:pt idx="5084">
                  <c:v>45196</c:v>
                </c:pt>
                <c:pt idx="5085">
                  <c:v>45197</c:v>
                </c:pt>
                <c:pt idx="5086">
                  <c:v>45198</c:v>
                </c:pt>
                <c:pt idx="5087">
                  <c:v>45201</c:v>
                </c:pt>
                <c:pt idx="5088">
                  <c:v>45202</c:v>
                </c:pt>
                <c:pt idx="5089">
                  <c:v>45203</c:v>
                </c:pt>
                <c:pt idx="5090">
                  <c:v>45204</c:v>
                </c:pt>
                <c:pt idx="5091">
                  <c:v>45205</c:v>
                </c:pt>
                <c:pt idx="5092">
                  <c:v>45208</c:v>
                </c:pt>
                <c:pt idx="5093">
                  <c:v>45209</c:v>
                </c:pt>
                <c:pt idx="5094">
                  <c:v>45210</c:v>
                </c:pt>
                <c:pt idx="5095">
                  <c:v>45211</c:v>
                </c:pt>
                <c:pt idx="5096">
                  <c:v>45212</c:v>
                </c:pt>
                <c:pt idx="5097">
                  <c:v>45215</c:v>
                </c:pt>
                <c:pt idx="5098">
                  <c:v>45216</c:v>
                </c:pt>
                <c:pt idx="5099">
                  <c:v>45217</c:v>
                </c:pt>
                <c:pt idx="5100">
                  <c:v>45218</c:v>
                </c:pt>
                <c:pt idx="5101">
                  <c:v>45219</c:v>
                </c:pt>
                <c:pt idx="5102">
                  <c:v>45222</c:v>
                </c:pt>
                <c:pt idx="5103">
                  <c:v>45223</c:v>
                </c:pt>
                <c:pt idx="5104">
                  <c:v>45224</c:v>
                </c:pt>
                <c:pt idx="5105">
                  <c:v>45225</c:v>
                </c:pt>
                <c:pt idx="5106">
                  <c:v>45226</c:v>
                </c:pt>
                <c:pt idx="5107">
                  <c:v>45229</c:v>
                </c:pt>
                <c:pt idx="5108">
                  <c:v>45230</c:v>
                </c:pt>
                <c:pt idx="5109">
                  <c:v>45231</c:v>
                </c:pt>
                <c:pt idx="5110">
                  <c:v>45232</c:v>
                </c:pt>
                <c:pt idx="5111">
                  <c:v>45233</c:v>
                </c:pt>
                <c:pt idx="5112">
                  <c:v>45236</c:v>
                </c:pt>
                <c:pt idx="5113">
                  <c:v>45237</c:v>
                </c:pt>
                <c:pt idx="5114">
                  <c:v>45238</c:v>
                </c:pt>
                <c:pt idx="5115">
                  <c:v>45239</c:v>
                </c:pt>
                <c:pt idx="5116">
                  <c:v>45240</c:v>
                </c:pt>
                <c:pt idx="5117">
                  <c:v>45243</c:v>
                </c:pt>
                <c:pt idx="5118">
                  <c:v>45244</c:v>
                </c:pt>
                <c:pt idx="5119">
                  <c:v>45245</c:v>
                </c:pt>
                <c:pt idx="5120">
                  <c:v>45246</c:v>
                </c:pt>
                <c:pt idx="5121">
                  <c:v>45247</c:v>
                </c:pt>
                <c:pt idx="5122">
                  <c:v>45250</c:v>
                </c:pt>
                <c:pt idx="5123">
                  <c:v>45251</c:v>
                </c:pt>
                <c:pt idx="5124">
                  <c:v>45252</c:v>
                </c:pt>
                <c:pt idx="5125">
                  <c:v>45253</c:v>
                </c:pt>
                <c:pt idx="5126">
                  <c:v>45254</c:v>
                </c:pt>
                <c:pt idx="5127">
                  <c:v>45257</c:v>
                </c:pt>
                <c:pt idx="5128">
                  <c:v>45258</c:v>
                </c:pt>
                <c:pt idx="5129">
                  <c:v>45259</c:v>
                </c:pt>
                <c:pt idx="5130">
                  <c:v>45260</c:v>
                </c:pt>
                <c:pt idx="5131">
                  <c:v>45261</c:v>
                </c:pt>
                <c:pt idx="5132">
                  <c:v>45264</c:v>
                </c:pt>
                <c:pt idx="5133">
                  <c:v>45265</c:v>
                </c:pt>
                <c:pt idx="5134">
                  <c:v>45266</c:v>
                </c:pt>
                <c:pt idx="5135">
                  <c:v>45267</c:v>
                </c:pt>
                <c:pt idx="5136">
                  <c:v>45268</c:v>
                </c:pt>
                <c:pt idx="5137">
                  <c:v>45271</c:v>
                </c:pt>
                <c:pt idx="5138">
                  <c:v>45272</c:v>
                </c:pt>
                <c:pt idx="5139">
                  <c:v>45273</c:v>
                </c:pt>
                <c:pt idx="5140">
                  <c:v>45274</c:v>
                </c:pt>
                <c:pt idx="5141">
                  <c:v>45275</c:v>
                </c:pt>
                <c:pt idx="5142">
                  <c:v>45278</c:v>
                </c:pt>
                <c:pt idx="5143">
                  <c:v>45279</c:v>
                </c:pt>
                <c:pt idx="5144">
                  <c:v>45280</c:v>
                </c:pt>
                <c:pt idx="5145">
                  <c:v>45281</c:v>
                </c:pt>
                <c:pt idx="5146">
                  <c:v>45282</c:v>
                </c:pt>
                <c:pt idx="5147">
                  <c:v>45285</c:v>
                </c:pt>
                <c:pt idx="5148">
                  <c:v>45286</c:v>
                </c:pt>
                <c:pt idx="5149">
                  <c:v>45287</c:v>
                </c:pt>
                <c:pt idx="5150">
                  <c:v>45288</c:v>
                </c:pt>
                <c:pt idx="5151">
                  <c:v>45289</c:v>
                </c:pt>
                <c:pt idx="5152">
                  <c:v>45292</c:v>
                </c:pt>
                <c:pt idx="5153">
                  <c:v>45293</c:v>
                </c:pt>
                <c:pt idx="5154">
                  <c:v>45294</c:v>
                </c:pt>
                <c:pt idx="5155">
                  <c:v>45295</c:v>
                </c:pt>
                <c:pt idx="5156">
                  <c:v>45296</c:v>
                </c:pt>
                <c:pt idx="5157">
                  <c:v>45299</c:v>
                </c:pt>
                <c:pt idx="5158">
                  <c:v>45300</c:v>
                </c:pt>
                <c:pt idx="5159">
                  <c:v>45301</c:v>
                </c:pt>
                <c:pt idx="5160">
                  <c:v>45302</c:v>
                </c:pt>
                <c:pt idx="5161">
                  <c:v>45303</c:v>
                </c:pt>
                <c:pt idx="5162">
                  <c:v>45306</c:v>
                </c:pt>
                <c:pt idx="5163">
                  <c:v>45307</c:v>
                </c:pt>
                <c:pt idx="5164">
                  <c:v>45308</c:v>
                </c:pt>
                <c:pt idx="5165">
                  <c:v>45309</c:v>
                </c:pt>
                <c:pt idx="5166">
                  <c:v>45310</c:v>
                </c:pt>
                <c:pt idx="5167">
                  <c:v>45313</c:v>
                </c:pt>
                <c:pt idx="5168">
                  <c:v>45314</c:v>
                </c:pt>
                <c:pt idx="5169">
                  <c:v>45315</c:v>
                </c:pt>
                <c:pt idx="5170">
                  <c:v>45316</c:v>
                </c:pt>
                <c:pt idx="5171">
                  <c:v>45317</c:v>
                </c:pt>
                <c:pt idx="5172">
                  <c:v>45320</c:v>
                </c:pt>
                <c:pt idx="5173">
                  <c:v>45321</c:v>
                </c:pt>
                <c:pt idx="5174">
                  <c:v>45322</c:v>
                </c:pt>
                <c:pt idx="5175">
                  <c:v>45323</c:v>
                </c:pt>
                <c:pt idx="5176">
                  <c:v>45324</c:v>
                </c:pt>
                <c:pt idx="5177">
                  <c:v>45327</c:v>
                </c:pt>
                <c:pt idx="5178">
                  <c:v>45328</c:v>
                </c:pt>
                <c:pt idx="5179">
                  <c:v>45329</c:v>
                </c:pt>
                <c:pt idx="5180">
                  <c:v>45330</c:v>
                </c:pt>
                <c:pt idx="5181">
                  <c:v>45331</c:v>
                </c:pt>
                <c:pt idx="5182">
                  <c:v>45334</c:v>
                </c:pt>
                <c:pt idx="5183">
                  <c:v>45335</c:v>
                </c:pt>
                <c:pt idx="5184">
                  <c:v>45336</c:v>
                </c:pt>
                <c:pt idx="5185">
                  <c:v>45337</c:v>
                </c:pt>
                <c:pt idx="5186">
                  <c:v>45338</c:v>
                </c:pt>
                <c:pt idx="5187">
                  <c:v>45341</c:v>
                </c:pt>
                <c:pt idx="5188">
                  <c:v>45342</c:v>
                </c:pt>
                <c:pt idx="5189">
                  <c:v>45343</c:v>
                </c:pt>
                <c:pt idx="5190">
                  <c:v>45344</c:v>
                </c:pt>
                <c:pt idx="5191">
                  <c:v>45345</c:v>
                </c:pt>
                <c:pt idx="5192">
                  <c:v>45348</c:v>
                </c:pt>
                <c:pt idx="5193">
                  <c:v>45349</c:v>
                </c:pt>
                <c:pt idx="5194">
                  <c:v>45350</c:v>
                </c:pt>
                <c:pt idx="5195">
                  <c:v>45351</c:v>
                </c:pt>
                <c:pt idx="5196">
                  <c:v>45352</c:v>
                </c:pt>
                <c:pt idx="5197">
                  <c:v>45355</c:v>
                </c:pt>
                <c:pt idx="5198">
                  <c:v>45356</c:v>
                </c:pt>
                <c:pt idx="5199">
                  <c:v>45357</c:v>
                </c:pt>
                <c:pt idx="5200">
                  <c:v>45358</c:v>
                </c:pt>
                <c:pt idx="5201">
                  <c:v>45359</c:v>
                </c:pt>
                <c:pt idx="5202">
                  <c:v>45362</c:v>
                </c:pt>
                <c:pt idx="5203">
                  <c:v>45363</c:v>
                </c:pt>
                <c:pt idx="5204">
                  <c:v>45364</c:v>
                </c:pt>
                <c:pt idx="5205">
                  <c:v>45365</c:v>
                </c:pt>
                <c:pt idx="5206">
                  <c:v>45366</c:v>
                </c:pt>
                <c:pt idx="5207">
                  <c:v>45369</c:v>
                </c:pt>
                <c:pt idx="5208">
                  <c:v>45370</c:v>
                </c:pt>
                <c:pt idx="5209">
                  <c:v>45371</c:v>
                </c:pt>
                <c:pt idx="5210">
                  <c:v>45372</c:v>
                </c:pt>
                <c:pt idx="5211">
                  <c:v>45373</c:v>
                </c:pt>
                <c:pt idx="5212">
                  <c:v>45376</c:v>
                </c:pt>
                <c:pt idx="5213">
                  <c:v>45377</c:v>
                </c:pt>
                <c:pt idx="5214">
                  <c:v>45378</c:v>
                </c:pt>
                <c:pt idx="5215">
                  <c:v>45379</c:v>
                </c:pt>
                <c:pt idx="5216">
                  <c:v>45380</c:v>
                </c:pt>
                <c:pt idx="5217">
                  <c:v>45383</c:v>
                </c:pt>
                <c:pt idx="5218">
                  <c:v>45384</c:v>
                </c:pt>
                <c:pt idx="5219">
                  <c:v>45385</c:v>
                </c:pt>
                <c:pt idx="5220">
                  <c:v>45386</c:v>
                </c:pt>
                <c:pt idx="5221">
                  <c:v>45387</c:v>
                </c:pt>
                <c:pt idx="5222">
                  <c:v>45390</c:v>
                </c:pt>
                <c:pt idx="5223">
                  <c:v>45391</c:v>
                </c:pt>
                <c:pt idx="5224">
                  <c:v>45392</c:v>
                </c:pt>
                <c:pt idx="5225">
                  <c:v>45393</c:v>
                </c:pt>
                <c:pt idx="5226">
                  <c:v>45394</c:v>
                </c:pt>
                <c:pt idx="5227">
                  <c:v>45397</c:v>
                </c:pt>
                <c:pt idx="5228">
                  <c:v>45398</c:v>
                </c:pt>
                <c:pt idx="5229">
                  <c:v>45399</c:v>
                </c:pt>
                <c:pt idx="5230">
                  <c:v>45400</c:v>
                </c:pt>
                <c:pt idx="5231">
                  <c:v>45401</c:v>
                </c:pt>
                <c:pt idx="5232">
                  <c:v>45404</c:v>
                </c:pt>
                <c:pt idx="5233">
                  <c:v>45405</c:v>
                </c:pt>
                <c:pt idx="5234">
                  <c:v>45406</c:v>
                </c:pt>
                <c:pt idx="5235">
                  <c:v>45407</c:v>
                </c:pt>
                <c:pt idx="5236">
                  <c:v>45408</c:v>
                </c:pt>
                <c:pt idx="5237">
                  <c:v>45411</c:v>
                </c:pt>
                <c:pt idx="5238">
                  <c:v>45412</c:v>
                </c:pt>
                <c:pt idx="5239">
                  <c:v>45413</c:v>
                </c:pt>
                <c:pt idx="5240">
                  <c:v>45414</c:v>
                </c:pt>
                <c:pt idx="5241">
                  <c:v>45415</c:v>
                </c:pt>
                <c:pt idx="5242">
                  <c:v>45418</c:v>
                </c:pt>
                <c:pt idx="5243">
                  <c:v>45419</c:v>
                </c:pt>
                <c:pt idx="5244">
                  <c:v>45420</c:v>
                </c:pt>
                <c:pt idx="5245">
                  <c:v>45421</c:v>
                </c:pt>
                <c:pt idx="5246">
                  <c:v>45422</c:v>
                </c:pt>
                <c:pt idx="5247">
                  <c:v>45425</c:v>
                </c:pt>
                <c:pt idx="5248">
                  <c:v>45426</c:v>
                </c:pt>
                <c:pt idx="5249">
                  <c:v>45427</c:v>
                </c:pt>
                <c:pt idx="5250">
                  <c:v>45428</c:v>
                </c:pt>
                <c:pt idx="5251">
                  <c:v>45429</c:v>
                </c:pt>
                <c:pt idx="5252">
                  <c:v>45432</c:v>
                </c:pt>
                <c:pt idx="5253">
                  <c:v>45433</c:v>
                </c:pt>
                <c:pt idx="5254">
                  <c:v>45434</c:v>
                </c:pt>
                <c:pt idx="5255">
                  <c:v>45435</c:v>
                </c:pt>
                <c:pt idx="5256">
                  <c:v>45436</c:v>
                </c:pt>
                <c:pt idx="5257">
                  <c:v>45439</c:v>
                </c:pt>
                <c:pt idx="5258">
                  <c:v>45440</c:v>
                </c:pt>
                <c:pt idx="5259">
                  <c:v>45441</c:v>
                </c:pt>
                <c:pt idx="5260">
                  <c:v>45442</c:v>
                </c:pt>
                <c:pt idx="5261">
                  <c:v>45443</c:v>
                </c:pt>
                <c:pt idx="5262">
                  <c:v>45446</c:v>
                </c:pt>
                <c:pt idx="5263">
                  <c:v>45447</c:v>
                </c:pt>
                <c:pt idx="5264">
                  <c:v>45448</c:v>
                </c:pt>
                <c:pt idx="5265">
                  <c:v>45449</c:v>
                </c:pt>
                <c:pt idx="5266">
                  <c:v>45450</c:v>
                </c:pt>
                <c:pt idx="5267">
                  <c:v>45453</c:v>
                </c:pt>
                <c:pt idx="5268">
                  <c:v>45454</c:v>
                </c:pt>
                <c:pt idx="5269">
                  <c:v>45455</c:v>
                </c:pt>
                <c:pt idx="5270">
                  <c:v>45456</c:v>
                </c:pt>
                <c:pt idx="5271">
                  <c:v>45457</c:v>
                </c:pt>
                <c:pt idx="5272">
                  <c:v>45460</c:v>
                </c:pt>
                <c:pt idx="5273">
                  <c:v>45461</c:v>
                </c:pt>
                <c:pt idx="5274">
                  <c:v>45462</c:v>
                </c:pt>
                <c:pt idx="5275">
                  <c:v>45463</c:v>
                </c:pt>
                <c:pt idx="5276">
                  <c:v>45464</c:v>
                </c:pt>
                <c:pt idx="5277">
                  <c:v>45467</c:v>
                </c:pt>
                <c:pt idx="5278">
                  <c:v>45468</c:v>
                </c:pt>
                <c:pt idx="5279">
                  <c:v>45469</c:v>
                </c:pt>
                <c:pt idx="5280">
                  <c:v>45470</c:v>
                </c:pt>
                <c:pt idx="5281">
                  <c:v>45471</c:v>
                </c:pt>
                <c:pt idx="5282">
                  <c:v>45474</c:v>
                </c:pt>
                <c:pt idx="5283">
                  <c:v>45475</c:v>
                </c:pt>
                <c:pt idx="5284">
                  <c:v>45476</c:v>
                </c:pt>
                <c:pt idx="5285">
                  <c:v>45477</c:v>
                </c:pt>
                <c:pt idx="5286">
                  <c:v>45478</c:v>
                </c:pt>
                <c:pt idx="5287">
                  <c:v>45481</c:v>
                </c:pt>
                <c:pt idx="5288">
                  <c:v>45482</c:v>
                </c:pt>
                <c:pt idx="5289">
                  <c:v>45483</c:v>
                </c:pt>
                <c:pt idx="5290">
                  <c:v>45484</c:v>
                </c:pt>
                <c:pt idx="5291">
                  <c:v>45485</c:v>
                </c:pt>
                <c:pt idx="5292">
                  <c:v>45488</c:v>
                </c:pt>
                <c:pt idx="5293">
                  <c:v>45489</c:v>
                </c:pt>
                <c:pt idx="5294">
                  <c:v>45490</c:v>
                </c:pt>
                <c:pt idx="5295">
                  <c:v>45491</c:v>
                </c:pt>
                <c:pt idx="5296">
                  <c:v>45492</c:v>
                </c:pt>
                <c:pt idx="5297">
                  <c:v>45495</c:v>
                </c:pt>
                <c:pt idx="5298">
                  <c:v>45496</c:v>
                </c:pt>
                <c:pt idx="5299">
                  <c:v>45497</c:v>
                </c:pt>
                <c:pt idx="5300">
                  <c:v>45498</c:v>
                </c:pt>
                <c:pt idx="5301">
                  <c:v>45499</c:v>
                </c:pt>
                <c:pt idx="5302">
                  <c:v>45502</c:v>
                </c:pt>
                <c:pt idx="5303">
                  <c:v>45503</c:v>
                </c:pt>
                <c:pt idx="5304">
                  <c:v>45504</c:v>
                </c:pt>
                <c:pt idx="5305">
                  <c:v>45505</c:v>
                </c:pt>
                <c:pt idx="5306">
                  <c:v>45506</c:v>
                </c:pt>
                <c:pt idx="5307">
                  <c:v>45509</c:v>
                </c:pt>
                <c:pt idx="5308">
                  <c:v>45510</c:v>
                </c:pt>
                <c:pt idx="5309">
                  <c:v>45511</c:v>
                </c:pt>
                <c:pt idx="5310">
                  <c:v>45512</c:v>
                </c:pt>
                <c:pt idx="5311">
                  <c:v>45513</c:v>
                </c:pt>
                <c:pt idx="5312">
                  <c:v>45516</c:v>
                </c:pt>
                <c:pt idx="5313">
                  <c:v>45517</c:v>
                </c:pt>
                <c:pt idx="5314">
                  <c:v>45518</c:v>
                </c:pt>
                <c:pt idx="5315">
                  <c:v>45519</c:v>
                </c:pt>
                <c:pt idx="5316">
                  <c:v>45520</c:v>
                </c:pt>
                <c:pt idx="5317">
                  <c:v>45523</c:v>
                </c:pt>
                <c:pt idx="5318">
                  <c:v>45524</c:v>
                </c:pt>
                <c:pt idx="5319">
                  <c:v>45525</c:v>
                </c:pt>
                <c:pt idx="5320">
                  <c:v>45526</c:v>
                </c:pt>
                <c:pt idx="5321">
                  <c:v>45527</c:v>
                </c:pt>
                <c:pt idx="5322">
                  <c:v>45530</c:v>
                </c:pt>
                <c:pt idx="5323">
                  <c:v>45531</c:v>
                </c:pt>
                <c:pt idx="5324">
                  <c:v>45532</c:v>
                </c:pt>
                <c:pt idx="5325">
                  <c:v>45533</c:v>
                </c:pt>
                <c:pt idx="5326">
                  <c:v>45534</c:v>
                </c:pt>
                <c:pt idx="5327">
                  <c:v>45537</c:v>
                </c:pt>
                <c:pt idx="5328">
                  <c:v>45538</c:v>
                </c:pt>
                <c:pt idx="5329">
                  <c:v>45539</c:v>
                </c:pt>
                <c:pt idx="5330">
                  <c:v>45540</c:v>
                </c:pt>
                <c:pt idx="5331">
                  <c:v>45541</c:v>
                </c:pt>
                <c:pt idx="5332">
                  <c:v>45544</c:v>
                </c:pt>
                <c:pt idx="5333">
                  <c:v>45545</c:v>
                </c:pt>
                <c:pt idx="5334">
                  <c:v>45546</c:v>
                </c:pt>
                <c:pt idx="5335">
                  <c:v>45547</c:v>
                </c:pt>
                <c:pt idx="5336">
                  <c:v>45548</c:v>
                </c:pt>
                <c:pt idx="5337">
                  <c:v>45551</c:v>
                </c:pt>
                <c:pt idx="5338">
                  <c:v>45552</c:v>
                </c:pt>
                <c:pt idx="5339">
                  <c:v>45553</c:v>
                </c:pt>
                <c:pt idx="5340">
                  <c:v>45554</c:v>
                </c:pt>
                <c:pt idx="5341">
                  <c:v>45555</c:v>
                </c:pt>
                <c:pt idx="5342">
                  <c:v>45558</c:v>
                </c:pt>
                <c:pt idx="5343">
                  <c:v>45559</c:v>
                </c:pt>
                <c:pt idx="5344">
                  <c:v>45560</c:v>
                </c:pt>
                <c:pt idx="5345">
                  <c:v>45561</c:v>
                </c:pt>
                <c:pt idx="5346">
                  <c:v>45562</c:v>
                </c:pt>
                <c:pt idx="5347">
                  <c:v>45565</c:v>
                </c:pt>
                <c:pt idx="5348">
                  <c:v>45566</c:v>
                </c:pt>
                <c:pt idx="5349">
                  <c:v>45567</c:v>
                </c:pt>
                <c:pt idx="5350">
                  <c:v>45568</c:v>
                </c:pt>
                <c:pt idx="5351">
                  <c:v>45569</c:v>
                </c:pt>
                <c:pt idx="5352">
                  <c:v>45572</c:v>
                </c:pt>
                <c:pt idx="5353">
                  <c:v>45573</c:v>
                </c:pt>
                <c:pt idx="5354">
                  <c:v>45574</c:v>
                </c:pt>
                <c:pt idx="5355">
                  <c:v>45575</c:v>
                </c:pt>
                <c:pt idx="5356">
                  <c:v>45576</c:v>
                </c:pt>
                <c:pt idx="5357">
                  <c:v>45579</c:v>
                </c:pt>
                <c:pt idx="5358">
                  <c:v>45580</c:v>
                </c:pt>
                <c:pt idx="5359">
                  <c:v>45581</c:v>
                </c:pt>
                <c:pt idx="5360">
                  <c:v>45582</c:v>
                </c:pt>
                <c:pt idx="5361">
                  <c:v>45583</c:v>
                </c:pt>
                <c:pt idx="5362">
                  <c:v>45586</c:v>
                </c:pt>
                <c:pt idx="5363">
                  <c:v>45587</c:v>
                </c:pt>
                <c:pt idx="5364">
                  <c:v>45588</c:v>
                </c:pt>
                <c:pt idx="5365">
                  <c:v>45589</c:v>
                </c:pt>
                <c:pt idx="5366">
                  <c:v>45590</c:v>
                </c:pt>
                <c:pt idx="5367">
                  <c:v>45593</c:v>
                </c:pt>
                <c:pt idx="5368">
                  <c:v>45594</c:v>
                </c:pt>
                <c:pt idx="5369">
                  <c:v>45595</c:v>
                </c:pt>
                <c:pt idx="5370">
                  <c:v>45596</c:v>
                </c:pt>
                <c:pt idx="5371">
                  <c:v>45597</c:v>
                </c:pt>
                <c:pt idx="5372">
                  <c:v>45601</c:v>
                </c:pt>
                <c:pt idx="5373">
                  <c:v>45602</c:v>
                </c:pt>
                <c:pt idx="5374">
                  <c:v>45603</c:v>
                </c:pt>
                <c:pt idx="5375">
                  <c:v>45604</c:v>
                </c:pt>
                <c:pt idx="5376">
                  <c:v>45608</c:v>
                </c:pt>
                <c:pt idx="5377">
                  <c:v>45609</c:v>
                </c:pt>
                <c:pt idx="5378">
                  <c:v>45610</c:v>
                </c:pt>
                <c:pt idx="5379">
                  <c:v>45611</c:v>
                </c:pt>
                <c:pt idx="5380">
                  <c:v>45614</c:v>
                </c:pt>
                <c:pt idx="5381">
                  <c:v>45615</c:v>
                </c:pt>
                <c:pt idx="5382">
                  <c:v>45616</c:v>
                </c:pt>
                <c:pt idx="5383">
                  <c:v>45617</c:v>
                </c:pt>
                <c:pt idx="5384">
                  <c:v>45618</c:v>
                </c:pt>
                <c:pt idx="5385">
                  <c:v>45621</c:v>
                </c:pt>
                <c:pt idx="5386">
                  <c:v>45622</c:v>
                </c:pt>
                <c:pt idx="5387">
                  <c:v>45623</c:v>
                </c:pt>
                <c:pt idx="5388">
                  <c:v>45624</c:v>
                </c:pt>
                <c:pt idx="5389">
                  <c:v>45625</c:v>
                </c:pt>
                <c:pt idx="5390">
                  <c:v>45628</c:v>
                </c:pt>
                <c:pt idx="5391">
                  <c:v>45629</c:v>
                </c:pt>
                <c:pt idx="5392">
                  <c:v>45630</c:v>
                </c:pt>
                <c:pt idx="5393">
                  <c:v>45631</c:v>
                </c:pt>
                <c:pt idx="5394">
                  <c:v>45632</c:v>
                </c:pt>
                <c:pt idx="5395">
                  <c:v>45635</c:v>
                </c:pt>
                <c:pt idx="5396">
                  <c:v>45636</c:v>
                </c:pt>
                <c:pt idx="5397">
                  <c:v>45637</c:v>
                </c:pt>
                <c:pt idx="5398">
                  <c:v>45638</c:v>
                </c:pt>
                <c:pt idx="5399">
                  <c:v>45639</c:v>
                </c:pt>
                <c:pt idx="5400">
                  <c:v>45642</c:v>
                </c:pt>
                <c:pt idx="5401">
                  <c:v>45643</c:v>
                </c:pt>
                <c:pt idx="5402">
                  <c:v>45644</c:v>
                </c:pt>
                <c:pt idx="5403">
                  <c:v>45645</c:v>
                </c:pt>
                <c:pt idx="5404">
                  <c:v>45646</c:v>
                </c:pt>
                <c:pt idx="5405">
                  <c:v>45649</c:v>
                </c:pt>
                <c:pt idx="5406">
                  <c:v>45650</c:v>
                </c:pt>
                <c:pt idx="5407">
                  <c:v>45652</c:v>
                </c:pt>
                <c:pt idx="5408">
                  <c:v>45653</c:v>
                </c:pt>
                <c:pt idx="5409">
                  <c:v>45656</c:v>
                </c:pt>
                <c:pt idx="5410">
                  <c:v>45657</c:v>
                </c:pt>
                <c:pt idx="5411">
                  <c:v>45659</c:v>
                </c:pt>
                <c:pt idx="5412">
                  <c:v>45660</c:v>
                </c:pt>
                <c:pt idx="5413">
                  <c:v>45663</c:v>
                </c:pt>
                <c:pt idx="5414">
                  <c:v>45664</c:v>
                </c:pt>
                <c:pt idx="5415">
                  <c:v>45665</c:v>
                </c:pt>
                <c:pt idx="5416">
                  <c:v>45666</c:v>
                </c:pt>
                <c:pt idx="5417">
                  <c:v>45667</c:v>
                </c:pt>
                <c:pt idx="5418">
                  <c:v>45670</c:v>
                </c:pt>
                <c:pt idx="5419">
                  <c:v>45671</c:v>
                </c:pt>
              </c:numCache>
            </c:numRef>
          </c:cat>
          <c:val>
            <c:numRef>
              <c:f>Hoja2!$D$316:$D$5735</c:f>
              <c:numCache>
                <c:formatCode>0.00</c:formatCode>
                <c:ptCount val="5420"/>
                <c:pt idx="0">
                  <c:v>13.4392789092042</c:v>
                </c:pt>
                <c:pt idx="1">
                  <c:v>13.393683165617</c:v>
                </c:pt>
                <c:pt idx="2">
                  <c:v>13.280192067770701</c:v>
                </c:pt>
                <c:pt idx="3">
                  <c:v>13.409193762366</c:v>
                </c:pt>
                <c:pt idx="4">
                  <c:v>13.3685924784726</c:v>
                </c:pt>
                <c:pt idx="5">
                  <c:v>13.2716515687962</c:v>
                </c:pt>
                <c:pt idx="6">
                  <c:v>13.169165420136901</c:v>
                </c:pt>
                <c:pt idx="7">
                  <c:v>13.384937328316701</c:v>
                </c:pt>
                <c:pt idx="8">
                  <c:v>13.5090479136427</c:v>
                </c:pt>
                <c:pt idx="9">
                  <c:v>13.819294963323101</c:v>
                </c:pt>
                <c:pt idx="10">
                  <c:v>13.7810052167075</c:v>
                </c:pt>
                <c:pt idx="11">
                  <c:v>13.7810052167075</c:v>
                </c:pt>
                <c:pt idx="12">
                  <c:v>13.5950062909048</c:v>
                </c:pt>
                <c:pt idx="13">
                  <c:v>13.7985238618586</c:v>
                </c:pt>
                <c:pt idx="14">
                  <c:v>13.857240261677299</c:v>
                </c:pt>
                <c:pt idx="15">
                  <c:v>14.151604322797001</c:v>
                </c:pt>
                <c:pt idx="16">
                  <c:v>14.563565695210199</c:v>
                </c:pt>
                <c:pt idx="17">
                  <c:v>14.1976728217457</c:v>
                </c:pt>
                <c:pt idx="18">
                  <c:v>14.4608347188267</c:v>
                </c:pt>
                <c:pt idx="19">
                  <c:v>13.8791641503612</c:v>
                </c:pt>
                <c:pt idx="20">
                  <c:v>13.868067636677701</c:v>
                </c:pt>
                <c:pt idx="21">
                  <c:v>14.135639486537301</c:v>
                </c:pt>
                <c:pt idx="22">
                  <c:v>14.131591748978</c:v>
                </c:pt>
                <c:pt idx="23">
                  <c:v>14.0047375305194</c:v>
                </c:pt>
                <c:pt idx="24">
                  <c:v>13.951361458293899</c:v>
                </c:pt>
                <c:pt idx="25">
                  <c:v>14.303768635726399</c:v>
                </c:pt>
                <c:pt idx="26">
                  <c:v>12.7745281629681</c:v>
                </c:pt>
                <c:pt idx="27">
                  <c:v>14.471179874290099</c:v>
                </c:pt>
                <c:pt idx="28">
                  <c:v>14.741369801858999</c:v>
                </c:pt>
                <c:pt idx="29">
                  <c:v>14.8887283336731</c:v>
                </c:pt>
                <c:pt idx="30">
                  <c:v>15.4608653357806</c:v>
                </c:pt>
                <c:pt idx="31">
                  <c:v>15.776019030652799</c:v>
                </c:pt>
                <c:pt idx="32">
                  <c:v>15.624864564076599</c:v>
                </c:pt>
                <c:pt idx="33">
                  <c:v>15.408148107222299</c:v>
                </c:pt>
                <c:pt idx="34">
                  <c:v>14.998199637484101</c:v>
                </c:pt>
                <c:pt idx="35">
                  <c:v>15.7875118731905</c:v>
                </c:pt>
                <c:pt idx="36">
                  <c:v>15.304632101882</c:v>
                </c:pt>
                <c:pt idx="37">
                  <c:v>15.035423477792699</c:v>
                </c:pt>
                <c:pt idx="38">
                  <c:v>15.170489512669899</c:v>
                </c:pt>
                <c:pt idx="39">
                  <c:v>14.9157517589947</c:v>
                </c:pt>
                <c:pt idx="40">
                  <c:v>15.3729361628054</c:v>
                </c:pt>
                <c:pt idx="41">
                  <c:v>14.9117735617712</c:v>
                </c:pt>
                <c:pt idx="42">
                  <c:v>14.9117735617712</c:v>
                </c:pt>
                <c:pt idx="43">
                  <c:v>15.511418286811599</c:v>
                </c:pt>
                <c:pt idx="44">
                  <c:v>14.703535612088601</c:v>
                </c:pt>
                <c:pt idx="45">
                  <c:v>15.2842477997896</c:v>
                </c:pt>
                <c:pt idx="46">
                  <c:v>14.6184919277341</c:v>
                </c:pt>
                <c:pt idx="47">
                  <c:v>14.489635074913499</c:v>
                </c:pt>
                <c:pt idx="48">
                  <c:v>14.4985899886483</c:v>
                </c:pt>
                <c:pt idx="49">
                  <c:v>14.5059715477702</c:v>
                </c:pt>
                <c:pt idx="50">
                  <c:v>14.5726472998152</c:v>
                </c:pt>
                <c:pt idx="51">
                  <c:v>14.4287713904626</c:v>
                </c:pt>
                <c:pt idx="52">
                  <c:v>14.243833649231</c:v>
                </c:pt>
                <c:pt idx="53">
                  <c:v>14.518258705369901</c:v>
                </c:pt>
                <c:pt idx="54">
                  <c:v>14.560815772762499</c:v>
                </c:pt>
                <c:pt idx="55">
                  <c:v>14.879664225837899</c:v>
                </c:pt>
                <c:pt idx="56">
                  <c:v>14.6939253963151</c:v>
                </c:pt>
                <c:pt idx="57">
                  <c:v>14.6939253963151</c:v>
                </c:pt>
                <c:pt idx="58">
                  <c:v>14.8203683085494</c:v>
                </c:pt>
                <c:pt idx="59">
                  <c:v>14.773445609021801</c:v>
                </c:pt>
                <c:pt idx="60">
                  <c:v>14.696803339633901</c:v>
                </c:pt>
                <c:pt idx="61">
                  <c:v>14.725709057122</c:v>
                </c:pt>
                <c:pt idx="62">
                  <c:v>14.725709057122</c:v>
                </c:pt>
                <c:pt idx="63">
                  <c:v>15.493732333787699</c:v>
                </c:pt>
                <c:pt idx="64">
                  <c:v>15.5134765639389</c:v>
                </c:pt>
                <c:pt idx="65">
                  <c:v>15.435393747403699</c:v>
                </c:pt>
                <c:pt idx="66">
                  <c:v>15.4327983951425</c:v>
                </c:pt>
                <c:pt idx="67">
                  <c:v>14.6749706718679</c:v>
                </c:pt>
                <c:pt idx="68">
                  <c:v>15.5740805715512</c:v>
                </c:pt>
                <c:pt idx="69">
                  <c:v>15.2717626281874</c:v>
                </c:pt>
                <c:pt idx="70">
                  <c:v>14.3603129599264</c:v>
                </c:pt>
                <c:pt idx="71">
                  <c:v>14.3299617495466</c:v>
                </c:pt>
                <c:pt idx="72">
                  <c:v>14.434937542283601</c:v>
                </c:pt>
                <c:pt idx="73">
                  <c:v>15.4478208521405</c:v>
                </c:pt>
                <c:pt idx="74">
                  <c:v>15.4039222255507</c:v>
                </c:pt>
                <c:pt idx="75">
                  <c:v>15.353746844692701</c:v>
                </c:pt>
                <c:pt idx="76">
                  <c:v>15.419775371480499</c:v>
                </c:pt>
                <c:pt idx="77">
                  <c:v>14.9149619258085</c:v>
                </c:pt>
                <c:pt idx="78">
                  <c:v>15.396059765925401</c:v>
                </c:pt>
                <c:pt idx="79">
                  <c:v>15.2229064275773</c:v>
                </c:pt>
                <c:pt idx="80">
                  <c:v>14.6372034088874</c:v>
                </c:pt>
                <c:pt idx="81">
                  <c:v>14.927950772054</c:v>
                </c:pt>
                <c:pt idx="82">
                  <c:v>14.927950772054</c:v>
                </c:pt>
                <c:pt idx="83">
                  <c:v>15.2543321142211</c:v>
                </c:pt>
                <c:pt idx="84">
                  <c:v>15.334483565404</c:v>
                </c:pt>
                <c:pt idx="85">
                  <c:v>14.974145307914499</c:v>
                </c:pt>
                <c:pt idx="86">
                  <c:v>15.5131365969316</c:v>
                </c:pt>
                <c:pt idx="87">
                  <c:v>15.2029343388178</c:v>
                </c:pt>
                <c:pt idx="88">
                  <c:v>15.516247930364599</c:v>
                </c:pt>
                <c:pt idx="89">
                  <c:v>15.473290495443401</c:v>
                </c:pt>
                <c:pt idx="90">
                  <c:v>15.515700182093401</c:v>
                </c:pt>
                <c:pt idx="91">
                  <c:v>15.5689357031924</c:v>
                </c:pt>
                <c:pt idx="92">
                  <c:v>15.7484511898738</c:v>
                </c:pt>
                <c:pt idx="93">
                  <c:v>15.7260032232225</c:v>
                </c:pt>
                <c:pt idx="94">
                  <c:v>15.6698682016007</c:v>
                </c:pt>
                <c:pt idx="95">
                  <c:v>15.6355431570073</c:v>
                </c:pt>
                <c:pt idx="96">
                  <c:v>15.0610679351547</c:v>
                </c:pt>
                <c:pt idx="97">
                  <c:v>14.963699803307399</c:v>
                </c:pt>
                <c:pt idx="98">
                  <c:v>15.5167841487579</c:v>
                </c:pt>
                <c:pt idx="99">
                  <c:v>15.683715453787499</c:v>
                </c:pt>
                <c:pt idx="100">
                  <c:v>15.669523603156399</c:v>
                </c:pt>
                <c:pt idx="101">
                  <c:v>15.669523603156399</c:v>
                </c:pt>
                <c:pt idx="102">
                  <c:v>15.6442071173062</c:v>
                </c:pt>
                <c:pt idx="103">
                  <c:v>15.5316495788962</c:v>
                </c:pt>
                <c:pt idx="104">
                  <c:v>15.414013272908999</c:v>
                </c:pt>
                <c:pt idx="105">
                  <c:v>15.4516368562583</c:v>
                </c:pt>
                <c:pt idx="106">
                  <c:v>15.3285915686071</c:v>
                </c:pt>
                <c:pt idx="107">
                  <c:v>15.3017251948985</c:v>
                </c:pt>
                <c:pt idx="108">
                  <c:v>15.1970904022107</c:v>
                </c:pt>
                <c:pt idx="109">
                  <c:v>14.9657957639779</c:v>
                </c:pt>
                <c:pt idx="110">
                  <c:v>15.198505855499899</c:v>
                </c:pt>
                <c:pt idx="111">
                  <c:v>15.1627032595666</c:v>
                </c:pt>
                <c:pt idx="112">
                  <c:v>15.129891699856699</c:v>
                </c:pt>
                <c:pt idx="113">
                  <c:v>15.0827009627285</c:v>
                </c:pt>
                <c:pt idx="114">
                  <c:v>15.262890905188801</c:v>
                </c:pt>
                <c:pt idx="115">
                  <c:v>15.1371541520626</c:v>
                </c:pt>
                <c:pt idx="116">
                  <c:v>15.7231852145948</c:v>
                </c:pt>
                <c:pt idx="117">
                  <c:v>15.290741874262901</c:v>
                </c:pt>
                <c:pt idx="118">
                  <c:v>15.140965941294599</c:v>
                </c:pt>
                <c:pt idx="119">
                  <c:v>14.8953917958425</c:v>
                </c:pt>
                <c:pt idx="120">
                  <c:v>14.9782050076908</c:v>
                </c:pt>
                <c:pt idx="121">
                  <c:v>14.6129480188592</c:v>
                </c:pt>
                <c:pt idx="122">
                  <c:v>14.583725022570601</c:v>
                </c:pt>
                <c:pt idx="123">
                  <c:v>14.426371661333199</c:v>
                </c:pt>
                <c:pt idx="124">
                  <c:v>14.698350472282399</c:v>
                </c:pt>
                <c:pt idx="125">
                  <c:v>14.474200375902999</c:v>
                </c:pt>
                <c:pt idx="126">
                  <c:v>14.819092231989201</c:v>
                </c:pt>
                <c:pt idx="127">
                  <c:v>14.708238883003601</c:v>
                </c:pt>
                <c:pt idx="128">
                  <c:v>14.9380021819343</c:v>
                </c:pt>
                <c:pt idx="129">
                  <c:v>14.8239072246957</c:v>
                </c:pt>
                <c:pt idx="130">
                  <c:v>15.0250367698776</c:v>
                </c:pt>
                <c:pt idx="131">
                  <c:v>15.061106592981499</c:v>
                </c:pt>
                <c:pt idx="132">
                  <c:v>14.6890955619726</c:v>
                </c:pt>
                <c:pt idx="133">
                  <c:v>14.882948222012701</c:v>
                </c:pt>
                <c:pt idx="134">
                  <c:v>14.6468294133618</c:v>
                </c:pt>
                <c:pt idx="135">
                  <c:v>14.765428982545799</c:v>
                </c:pt>
                <c:pt idx="136">
                  <c:v>15.3634661647391</c:v>
                </c:pt>
                <c:pt idx="137">
                  <c:v>14.8750686174261</c:v>
                </c:pt>
                <c:pt idx="138">
                  <c:v>14.7687139940089</c:v>
                </c:pt>
                <c:pt idx="139">
                  <c:v>14.8104493710178</c:v>
                </c:pt>
                <c:pt idx="140">
                  <c:v>14.787417189222699</c:v>
                </c:pt>
                <c:pt idx="141">
                  <c:v>14.6712764768674</c:v>
                </c:pt>
                <c:pt idx="142">
                  <c:v>14.724996636792399</c:v>
                </c:pt>
                <c:pt idx="143">
                  <c:v>14.5060831828337</c:v>
                </c:pt>
                <c:pt idx="144">
                  <c:v>14.561233702758599</c:v>
                </c:pt>
                <c:pt idx="145">
                  <c:v>14.556182214751299</c:v>
                </c:pt>
                <c:pt idx="146">
                  <c:v>14.556182214751299</c:v>
                </c:pt>
                <c:pt idx="147">
                  <c:v>14.426467677621099</c:v>
                </c:pt>
                <c:pt idx="148">
                  <c:v>14.5618503194189</c:v>
                </c:pt>
                <c:pt idx="149">
                  <c:v>14.462343785292401</c:v>
                </c:pt>
                <c:pt idx="150">
                  <c:v>14.4271765144517</c:v>
                </c:pt>
                <c:pt idx="151">
                  <c:v>14.3984984839008</c:v>
                </c:pt>
                <c:pt idx="152">
                  <c:v>14.5475365797816</c:v>
                </c:pt>
                <c:pt idx="153">
                  <c:v>14.4150234490881</c:v>
                </c:pt>
                <c:pt idx="154">
                  <c:v>14.607670611825499</c:v>
                </c:pt>
                <c:pt idx="155">
                  <c:v>14.6267123441562</c:v>
                </c:pt>
                <c:pt idx="156">
                  <c:v>14.6267123441562</c:v>
                </c:pt>
                <c:pt idx="157">
                  <c:v>14.420072966549499</c:v>
                </c:pt>
                <c:pt idx="158">
                  <c:v>14.351858063421</c:v>
                </c:pt>
                <c:pt idx="159">
                  <c:v>14.3503637701212</c:v>
                </c:pt>
                <c:pt idx="160">
                  <c:v>14.0639856734684</c:v>
                </c:pt>
                <c:pt idx="161">
                  <c:v>14.181818942533299</c:v>
                </c:pt>
                <c:pt idx="162">
                  <c:v>14.2482233068576</c:v>
                </c:pt>
                <c:pt idx="163">
                  <c:v>14.1963187328441</c:v>
                </c:pt>
                <c:pt idx="164">
                  <c:v>14.1814876962806</c:v>
                </c:pt>
                <c:pt idx="165">
                  <c:v>14.0972833303009</c:v>
                </c:pt>
                <c:pt idx="166">
                  <c:v>14.0972833303009</c:v>
                </c:pt>
                <c:pt idx="167">
                  <c:v>13.981914119989</c:v>
                </c:pt>
                <c:pt idx="168">
                  <c:v>13.9634136658042</c:v>
                </c:pt>
                <c:pt idx="169">
                  <c:v>13.878557925559299</c:v>
                </c:pt>
                <c:pt idx="170">
                  <c:v>13.907066974866201</c:v>
                </c:pt>
                <c:pt idx="171">
                  <c:v>14.218861127845701</c:v>
                </c:pt>
                <c:pt idx="172">
                  <c:v>13.857168108283901</c:v>
                </c:pt>
                <c:pt idx="173">
                  <c:v>13.682270885699999</c:v>
                </c:pt>
                <c:pt idx="174">
                  <c:v>13.7185633078468</c:v>
                </c:pt>
                <c:pt idx="175">
                  <c:v>13.640004004962</c:v>
                </c:pt>
                <c:pt idx="176">
                  <c:v>13.8224455684889</c:v>
                </c:pt>
                <c:pt idx="177">
                  <c:v>13.936500398081201</c:v>
                </c:pt>
                <c:pt idx="178">
                  <c:v>13.937940826298799</c:v>
                </c:pt>
                <c:pt idx="179">
                  <c:v>14.118159146117399</c:v>
                </c:pt>
                <c:pt idx="180">
                  <c:v>14.026623351866199</c:v>
                </c:pt>
                <c:pt idx="181">
                  <c:v>14.0802727069292</c:v>
                </c:pt>
                <c:pt idx="182">
                  <c:v>15.2705717712974</c:v>
                </c:pt>
                <c:pt idx="183">
                  <c:v>15.2705717712974</c:v>
                </c:pt>
                <c:pt idx="184">
                  <c:v>14.437016482227</c:v>
                </c:pt>
                <c:pt idx="185">
                  <c:v>14.1777820905002</c:v>
                </c:pt>
                <c:pt idx="186">
                  <c:v>14.0315698596938</c:v>
                </c:pt>
                <c:pt idx="187">
                  <c:v>14.144939662452799</c:v>
                </c:pt>
                <c:pt idx="188">
                  <c:v>14.20496678132</c:v>
                </c:pt>
                <c:pt idx="189">
                  <c:v>14.0793127511345</c:v>
                </c:pt>
                <c:pt idx="190">
                  <c:v>14.064222894897499</c:v>
                </c:pt>
                <c:pt idx="191">
                  <c:v>13.831781037818599</c:v>
                </c:pt>
                <c:pt idx="192">
                  <c:v>13.9107328324778</c:v>
                </c:pt>
                <c:pt idx="193">
                  <c:v>13.683085299074399</c:v>
                </c:pt>
                <c:pt idx="194">
                  <c:v>13.7190563952462</c:v>
                </c:pt>
                <c:pt idx="195">
                  <c:v>8.6123957004537104</c:v>
                </c:pt>
                <c:pt idx="196">
                  <c:v>13.750475176881499</c:v>
                </c:pt>
                <c:pt idx="197">
                  <c:v>13.747120938529701</c:v>
                </c:pt>
                <c:pt idx="198">
                  <c:v>13.6560347735367</c:v>
                </c:pt>
                <c:pt idx="199">
                  <c:v>13.575972505457599</c:v>
                </c:pt>
                <c:pt idx="200">
                  <c:v>13.575972505457599</c:v>
                </c:pt>
                <c:pt idx="201">
                  <c:v>13.3866726509162</c:v>
                </c:pt>
                <c:pt idx="202">
                  <c:v>13.326329801433699</c:v>
                </c:pt>
                <c:pt idx="203">
                  <c:v>13.3672198609978</c:v>
                </c:pt>
                <c:pt idx="204">
                  <c:v>13.756958191392</c:v>
                </c:pt>
                <c:pt idx="205">
                  <c:v>13.6220628114657</c:v>
                </c:pt>
                <c:pt idx="206">
                  <c:v>13.6220628114657</c:v>
                </c:pt>
                <c:pt idx="207">
                  <c:v>13.4090967209032</c:v>
                </c:pt>
                <c:pt idx="208">
                  <c:v>13.2401194199873</c:v>
                </c:pt>
                <c:pt idx="209">
                  <c:v>13.1065166563235</c:v>
                </c:pt>
                <c:pt idx="210">
                  <c:v>13.275511755576201</c:v>
                </c:pt>
                <c:pt idx="211">
                  <c:v>13.6260922194776</c:v>
                </c:pt>
                <c:pt idx="212">
                  <c:v>13.399147172756599</c:v>
                </c:pt>
                <c:pt idx="213">
                  <c:v>13.3990423164819</c:v>
                </c:pt>
                <c:pt idx="214">
                  <c:v>13.787282684990601</c:v>
                </c:pt>
                <c:pt idx="215">
                  <c:v>13.4402421894391</c:v>
                </c:pt>
                <c:pt idx="216">
                  <c:v>13.968911731428999</c:v>
                </c:pt>
                <c:pt idx="217">
                  <c:v>13.2918061054043</c:v>
                </c:pt>
                <c:pt idx="218">
                  <c:v>13.264463664853499</c:v>
                </c:pt>
                <c:pt idx="219">
                  <c:v>13.432450074269999</c:v>
                </c:pt>
                <c:pt idx="220">
                  <c:v>13.401111780551</c:v>
                </c:pt>
                <c:pt idx="221">
                  <c:v>13.3601486540311</c:v>
                </c:pt>
                <c:pt idx="222">
                  <c:v>13.345252305021001</c:v>
                </c:pt>
                <c:pt idx="223">
                  <c:v>13.764304274313901</c:v>
                </c:pt>
                <c:pt idx="224">
                  <c:v>13.393913499666199</c:v>
                </c:pt>
                <c:pt idx="225">
                  <c:v>13.3565306683622</c:v>
                </c:pt>
                <c:pt idx="226">
                  <c:v>13.343070316884701</c:v>
                </c:pt>
                <c:pt idx="227">
                  <c:v>13.348526488454</c:v>
                </c:pt>
                <c:pt idx="228">
                  <c:v>13.381159037338399</c:v>
                </c:pt>
                <c:pt idx="229">
                  <c:v>13.270578831981901</c:v>
                </c:pt>
                <c:pt idx="230">
                  <c:v>13.3029919954052</c:v>
                </c:pt>
                <c:pt idx="231">
                  <c:v>13.2052471053807</c:v>
                </c:pt>
                <c:pt idx="232">
                  <c:v>13.207964426237</c:v>
                </c:pt>
                <c:pt idx="233">
                  <c:v>13.227914247826201</c:v>
                </c:pt>
                <c:pt idx="234">
                  <c:v>13.171329254557399</c:v>
                </c:pt>
                <c:pt idx="235">
                  <c:v>13.158515899706</c:v>
                </c:pt>
                <c:pt idx="236">
                  <c:v>13.120523630914599</c:v>
                </c:pt>
                <c:pt idx="237">
                  <c:v>13.055137218436499</c:v>
                </c:pt>
                <c:pt idx="238">
                  <c:v>13.1658637586512</c:v>
                </c:pt>
                <c:pt idx="239">
                  <c:v>13.148515233522399</c:v>
                </c:pt>
                <c:pt idx="240">
                  <c:v>13.245404544660699</c:v>
                </c:pt>
                <c:pt idx="241">
                  <c:v>13.0895087861613</c:v>
                </c:pt>
                <c:pt idx="242">
                  <c:v>12.9842411930436</c:v>
                </c:pt>
                <c:pt idx="243">
                  <c:v>13.1598967749082</c:v>
                </c:pt>
                <c:pt idx="244">
                  <c:v>13.1034596333454</c:v>
                </c:pt>
                <c:pt idx="245">
                  <c:v>13.031484794324699</c:v>
                </c:pt>
                <c:pt idx="246">
                  <c:v>12.9173415589161</c:v>
                </c:pt>
                <c:pt idx="247">
                  <c:v>12.8502157770499</c:v>
                </c:pt>
                <c:pt idx="248">
                  <c:v>12.949304983207901</c:v>
                </c:pt>
                <c:pt idx="249">
                  <c:v>13.2306903524912</c:v>
                </c:pt>
                <c:pt idx="250">
                  <c:v>12.8715384245702</c:v>
                </c:pt>
                <c:pt idx="251">
                  <c:v>13.2800455297943</c:v>
                </c:pt>
                <c:pt idx="252">
                  <c:v>13.4279999728739</c:v>
                </c:pt>
                <c:pt idx="253">
                  <c:v>13.458540027520099</c:v>
                </c:pt>
                <c:pt idx="254">
                  <c:v>13.359876022783199</c:v>
                </c:pt>
                <c:pt idx="255">
                  <c:v>13.358096865023301</c:v>
                </c:pt>
                <c:pt idx="256">
                  <c:v>13.358096865023301</c:v>
                </c:pt>
                <c:pt idx="257">
                  <c:v>13.318945221019501</c:v>
                </c:pt>
                <c:pt idx="258">
                  <c:v>13.533009940388</c:v>
                </c:pt>
                <c:pt idx="259">
                  <c:v>13.533009940388</c:v>
                </c:pt>
                <c:pt idx="260">
                  <c:v>13.533009940388</c:v>
                </c:pt>
                <c:pt idx="261">
                  <c:v>13.921376493713399</c:v>
                </c:pt>
                <c:pt idx="262">
                  <c:v>13.635771547342101</c:v>
                </c:pt>
                <c:pt idx="263">
                  <c:v>13.5668764258191</c:v>
                </c:pt>
                <c:pt idx="264">
                  <c:v>13.4079506947125</c:v>
                </c:pt>
                <c:pt idx="265">
                  <c:v>13.545876082801399</c:v>
                </c:pt>
                <c:pt idx="266">
                  <c:v>13.5622790366972</c:v>
                </c:pt>
                <c:pt idx="267">
                  <c:v>13.5922133456884</c:v>
                </c:pt>
                <c:pt idx="268">
                  <c:v>13.343896282711601</c:v>
                </c:pt>
                <c:pt idx="269">
                  <c:v>13.432521240967301</c:v>
                </c:pt>
                <c:pt idx="270">
                  <c:v>13.7237510422213</c:v>
                </c:pt>
                <c:pt idx="271">
                  <c:v>13.6386095270322</c:v>
                </c:pt>
                <c:pt idx="272">
                  <c:v>13.6819784619275</c:v>
                </c:pt>
                <c:pt idx="273">
                  <c:v>13.445121692866</c:v>
                </c:pt>
                <c:pt idx="274">
                  <c:v>13.635329604149501</c:v>
                </c:pt>
                <c:pt idx="275">
                  <c:v>13.7824252817031</c:v>
                </c:pt>
                <c:pt idx="276">
                  <c:v>13.8532879830291</c:v>
                </c:pt>
                <c:pt idx="277">
                  <c:v>13.8195063310766</c:v>
                </c:pt>
                <c:pt idx="278">
                  <c:v>13.8467107632456</c:v>
                </c:pt>
                <c:pt idx="279">
                  <c:v>13.6535301175629</c:v>
                </c:pt>
                <c:pt idx="280">
                  <c:v>13.820492364791299</c:v>
                </c:pt>
                <c:pt idx="281">
                  <c:v>13.9428776479244</c:v>
                </c:pt>
                <c:pt idx="282">
                  <c:v>13.607227352048</c:v>
                </c:pt>
                <c:pt idx="283">
                  <c:v>13.6470591255936</c:v>
                </c:pt>
                <c:pt idx="284">
                  <c:v>13.612181699181001</c:v>
                </c:pt>
                <c:pt idx="285">
                  <c:v>13.6440852312091</c:v>
                </c:pt>
                <c:pt idx="286">
                  <c:v>13.5259048479464</c:v>
                </c:pt>
                <c:pt idx="287">
                  <c:v>13.469414996016299</c:v>
                </c:pt>
                <c:pt idx="288">
                  <c:v>13.3711497544708</c:v>
                </c:pt>
                <c:pt idx="289">
                  <c:v>13.402418224006899</c:v>
                </c:pt>
                <c:pt idx="290">
                  <c:v>13.4632784511259</c:v>
                </c:pt>
                <c:pt idx="291">
                  <c:v>13.4632784511259</c:v>
                </c:pt>
                <c:pt idx="292">
                  <c:v>13.464512209050501</c:v>
                </c:pt>
                <c:pt idx="293">
                  <c:v>13.496104227419099</c:v>
                </c:pt>
                <c:pt idx="294">
                  <c:v>13.454985412646501</c:v>
                </c:pt>
                <c:pt idx="295">
                  <c:v>13.443777775761401</c:v>
                </c:pt>
                <c:pt idx="296">
                  <c:v>13.4098832722258</c:v>
                </c:pt>
                <c:pt idx="297">
                  <c:v>13.343023035055801</c:v>
                </c:pt>
                <c:pt idx="298">
                  <c:v>13.2543509217245</c:v>
                </c:pt>
                <c:pt idx="299">
                  <c:v>13.1842960726113</c:v>
                </c:pt>
                <c:pt idx="300">
                  <c:v>13.1833010953968</c:v>
                </c:pt>
                <c:pt idx="301">
                  <c:v>13.2137377138065</c:v>
                </c:pt>
                <c:pt idx="302">
                  <c:v>13.268112624462301</c:v>
                </c:pt>
                <c:pt idx="303">
                  <c:v>13.3113795826818</c:v>
                </c:pt>
                <c:pt idx="304">
                  <c:v>13.3112818047051</c:v>
                </c:pt>
                <c:pt idx="305">
                  <c:v>13.437120402634299</c:v>
                </c:pt>
                <c:pt idx="306">
                  <c:v>13.322616080165201</c:v>
                </c:pt>
                <c:pt idx="307">
                  <c:v>13.276353070729799</c:v>
                </c:pt>
                <c:pt idx="308">
                  <c:v>13.3989100101827</c:v>
                </c:pt>
                <c:pt idx="309">
                  <c:v>13.3342023779286</c:v>
                </c:pt>
                <c:pt idx="310">
                  <c:v>13.3342023779286</c:v>
                </c:pt>
                <c:pt idx="311">
                  <c:v>13.4010438835234</c:v>
                </c:pt>
                <c:pt idx="312">
                  <c:v>13.6013057488427</c:v>
                </c:pt>
                <c:pt idx="313">
                  <c:v>13.4772543096477</c:v>
                </c:pt>
                <c:pt idx="314">
                  <c:v>13.3425163179657</c:v>
                </c:pt>
                <c:pt idx="315">
                  <c:v>13.474291087803399</c:v>
                </c:pt>
                <c:pt idx="316">
                  <c:v>13.1218367858406</c:v>
                </c:pt>
                <c:pt idx="317">
                  <c:v>13.082966970971601</c:v>
                </c:pt>
                <c:pt idx="318">
                  <c:v>13.146997589112599</c:v>
                </c:pt>
                <c:pt idx="319">
                  <c:v>12.9377282217939</c:v>
                </c:pt>
                <c:pt idx="320">
                  <c:v>12.8841309607808</c:v>
                </c:pt>
                <c:pt idx="321">
                  <c:v>12.6401267514422</c:v>
                </c:pt>
                <c:pt idx="322">
                  <c:v>12.543671443842699</c:v>
                </c:pt>
                <c:pt idx="323">
                  <c:v>12.577479088151501</c:v>
                </c:pt>
                <c:pt idx="324">
                  <c:v>12.527547109562301</c:v>
                </c:pt>
                <c:pt idx="325">
                  <c:v>12.461201322556899</c:v>
                </c:pt>
                <c:pt idx="326">
                  <c:v>12.484802258882899</c:v>
                </c:pt>
                <c:pt idx="327">
                  <c:v>12.501318011070101</c:v>
                </c:pt>
                <c:pt idx="328">
                  <c:v>12.366901485909199</c:v>
                </c:pt>
                <c:pt idx="329">
                  <c:v>12.3011955934408</c:v>
                </c:pt>
                <c:pt idx="330">
                  <c:v>12.3011955934408</c:v>
                </c:pt>
                <c:pt idx="331">
                  <c:v>12.3678043111923</c:v>
                </c:pt>
                <c:pt idx="332">
                  <c:v>12.171933585330301</c:v>
                </c:pt>
                <c:pt idx="333">
                  <c:v>11.8096526240031</c:v>
                </c:pt>
                <c:pt idx="334">
                  <c:v>11.5483783094424</c:v>
                </c:pt>
                <c:pt idx="335">
                  <c:v>11.2716083924022</c:v>
                </c:pt>
                <c:pt idx="336">
                  <c:v>11.047412718521599</c:v>
                </c:pt>
                <c:pt idx="337">
                  <c:v>11.126096898377799</c:v>
                </c:pt>
                <c:pt idx="338">
                  <c:v>11.117767678449299</c:v>
                </c:pt>
                <c:pt idx="339">
                  <c:v>11.2588647950009</c:v>
                </c:pt>
                <c:pt idx="340">
                  <c:v>11.1899615501121</c:v>
                </c:pt>
                <c:pt idx="341">
                  <c:v>11.2699598303453</c:v>
                </c:pt>
                <c:pt idx="342">
                  <c:v>11.2699598303453</c:v>
                </c:pt>
                <c:pt idx="343">
                  <c:v>11.5270221780799</c:v>
                </c:pt>
                <c:pt idx="344">
                  <c:v>11.744883904674801</c:v>
                </c:pt>
                <c:pt idx="345">
                  <c:v>11.486330413458299</c:v>
                </c:pt>
                <c:pt idx="346">
                  <c:v>11.5325622841921</c:v>
                </c:pt>
                <c:pt idx="347">
                  <c:v>11.477991533936001</c:v>
                </c:pt>
                <c:pt idx="348">
                  <c:v>11.369143607210599</c:v>
                </c:pt>
                <c:pt idx="349">
                  <c:v>11.3327369174257</c:v>
                </c:pt>
                <c:pt idx="350">
                  <c:v>11.3096463569821</c:v>
                </c:pt>
                <c:pt idx="351">
                  <c:v>11.1802334533046</c:v>
                </c:pt>
                <c:pt idx="352">
                  <c:v>11.0366064079809</c:v>
                </c:pt>
                <c:pt idx="353">
                  <c:v>11.279507793876199</c:v>
                </c:pt>
                <c:pt idx="354">
                  <c:v>11.3543178048965</c:v>
                </c:pt>
                <c:pt idx="355">
                  <c:v>11.5928834891018</c:v>
                </c:pt>
                <c:pt idx="356">
                  <c:v>11.5932559420799</c:v>
                </c:pt>
                <c:pt idx="357">
                  <c:v>10.9206269357728</c:v>
                </c:pt>
                <c:pt idx="358">
                  <c:v>10.9010840648283</c:v>
                </c:pt>
                <c:pt idx="359">
                  <c:v>10.930404939319899</c:v>
                </c:pt>
                <c:pt idx="360">
                  <c:v>10.930404939319899</c:v>
                </c:pt>
                <c:pt idx="361">
                  <c:v>10.855101198327899</c:v>
                </c:pt>
                <c:pt idx="362">
                  <c:v>11.7136600243249</c:v>
                </c:pt>
                <c:pt idx="363">
                  <c:v>11.565440297682001</c:v>
                </c:pt>
                <c:pt idx="364">
                  <c:v>11.1356023490633</c:v>
                </c:pt>
                <c:pt idx="365">
                  <c:v>11.182168810990399</c:v>
                </c:pt>
                <c:pt idx="366">
                  <c:v>11.1249089016683</c:v>
                </c:pt>
                <c:pt idx="367">
                  <c:v>11.062364712956301</c:v>
                </c:pt>
                <c:pt idx="368">
                  <c:v>11.032705050276601</c:v>
                </c:pt>
                <c:pt idx="369">
                  <c:v>10.992689881493501</c:v>
                </c:pt>
                <c:pt idx="370">
                  <c:v>10.910710499218901</c:v>
                </c:pt>
                <c:pt idx="371">
                  <c:v>10.8697787116798</c:v>
                </c:pt>
                <c:pt idx="372">
                  <c:v>10.8193086434341</c:v>
                </c:pt>
                <c:pt idx="373">
                  <c:v>10.6909708983434</c:v>
                </c:pt>
                <c:pt idx="374">
                  <c:v>10.6687440199495</c:v>
                </c:pt>
                <c:pt idx="375">
                  <c:v>10.5342438338782</c:v>
                </c:pt>
                <c:pt idx="376">
                  <c:v>10.5032237159015</c:v>
                </c:pt>
                <c:pt idx="377">
                  <c:v>10.3751944178254</c:v>
                </c:pt>
                <c:pt idx="378">
                  <c:v>10.3399710485425</c:v>
                </c:pt>
                <c:pt idx="379">
                  <c:v>10.418700458320901</c:v>
                </c:pt>
                <c:pt idx="380">
                  <c:v>10.425086698286901</c:v>
                </c:pt>
                <c:pt idx="381">
                  <c:v>10.226526562085301</c:v>
                </c:pt>
                <c:pt idx="382">
                  <c:v>10.1696400408303</c:v>
                </c:pt>
                <c:pt idx="383">
                  <c:v>10.2888525711972</c:v>
                </c:pt>
                <c:pt idx="384">
                  <c:v>10.314464725942001</c:v>
                </c:pt>
                <c:pt idx="385">
                  <c:v>9.8795975774329197</c:v>
                </c:pt>
                <c:pt idx="386">
                  <c:v>9.9910094755845602</c:v>
                </c:pt>
                <c:pt idx="387">
                  <c:v>9.8327304878772104</c:v>
                </c:pt>
                <c:pt idx="388">
                  <c:v>9.7811456616856205</c:v>
                </c:pt>
                <c:pt idx="389">
                  <c:v>9.7438348853686207</c:v>
                </c:pt>
                <c:pt idx="390">
                  <c:v>9.6910263869466302</c:v>
                </c:pt>
                <c:pt idx="391">
                  <c:v>9.5765432554457401</c:v>
                </c:pt>
                <c:pt idx="392">
                  <c:v>9.4451500889072708</c:v>
                </c:pt>
                <c:pt idx="393">
                  <c:v>9.1400145010085705</c:v>
                </c:pt>
                <c:pt idx="394">
                  <c:v>8.9189369434089301</c:v>
                </c:pt>
                <c:pt idx="395">
                  <c:v>8.8984119641032908</c:v>
                </c:pt>
                <c:pt idx="396">
                  <c:v>8.6074813707156999</c:v>
                </c:pt>
                <c:pt idx="397">
                  <c:v>8.8061248564285304</c:v>
                </c:pt>
                <c:pt idx="398">
                  <c:v>9.2148293467200801</c:v>
                </c:pt>
                <c:pt idx="399">
                  <c:v>9.49473088274258</c:v>
                </c:pt>
                <c:pt idx="400">
                  <c:v>9.4370675798239407</c:v>
                </c:pt>
                <c:pt idx="401">
                  <c:v>9.7055603550688208</c:v>
                </c:pt>
                <c:pt idx="402">
                  <c:v>9.6937794351111606</c:v>
                </c:pt>
                <c:pt idx="403">
                  <c:v>9.64536880802582</c:v>
                </c:pt>
                <c:pt idx="404">
                  <c:v>9.6301516417129207</c:v>
                </c:pt>
                <c:pt idx="405">
                  <c:v>9.6301516417129207</c:v>
                </c:pt>
                <c:pt idx="406">
                  <c:v>9.3918650524088498</c:v>
                </c:pt>
                <c:pt idx="407">
                  <c:v>9.1145644769563798</c:v>
                </c:pt>
                <c:pt idx="408">
                  <c:v>8.9446941985140391</c:v>
                </c:pt>
                <c:pt idx="409">
                  <c:v>9.1947495777938997</c:v>
                </c:pt>
                <c:pt idx="410">
                  <c:v>9.1645790497653792</c:v>
                </c:pt>
                <c:pt idx="411">
                  <c:v>9.2362206339086903</c:v>
                </c:pt>
                <c:pt idx="412">
                  <c:v>9.4849844803440995</c:v>
                </c:pt>
                <c:pt idx="413">
                  <c:v>9.5503070441648905</c:v>
                </c:pt>
                <c:pt idx="414">
                  <c:v>9.7030226984135002</c:v>
                </c:pt>
                <c:pt idx="415">
                  <c:v>9.6717065434801501</c:v>
                </c:pt>
                <c:pt idx="416">
                  <c:v>9.6139104417806003</c:v>
                </c:pt>
                <c:pt idx="417">
                  <c:v>9.7158526210069294</c:v>
                </c:pt>
                <c:pt idx="418">
                  <c:v>10.0228837089373</c:v>
                </c:pt>
                <c:pt idx="419">
                  <c:v>10.077009974962699</c:v>
                </c:pt>
                <c:pt idx="420">
                  <c:v>10.077009974962699</c:v>
                </c:pt>
                <c:pt idx="421">
                  <c:v>9.6823085284312302</c:v>
                </c:pt>
                <c:pt idx="422">
                  <c:v>9.7538640312687104</c:v>
                </c:pt>
                <c:pt idx="423">
                  <c:v>9.7769279232921402</c:v>
                </c:pt>
                <c:pt idx="424">
                  <c:v>9.7365674587578308</c:v>
                </c:pt>
                <c:pt idx="425">
                  <c:v>9.7365674587578308</c:v>
                </c:pt>
                <c:pt idx="426">
                  <c:v>9.8426892064796903</c:v>
                </c:pt>
                <c:pt idx="427">
                  <c:v>9.6993904110138303</c:v>
                </c:pt>
                <c:pt idx="428">
                  <c:v>9.6283526961856492</c:v>
                </c:pt>
                <c:pt idx="429">
                  <c:v>9.60706172193375</c:v>
                </c:pt>
                <c:pt idx="430">
                  <c:v>9.5163618259126501</c:v>
                </c:pt>
                <c:pt idx="431">
                  <c:v>9.4337958182450592</c:v>
                </c:pt>
                <c:pt idx="432">
                  <c:v>9.2528497329203407</c:v>
                </c:pt>
                <c:pt idx="433">
                  <c:v>9.2422735789461896</c:v>
                </c:pt>
                <c:pt idx="434">
                  <c:v>9.1885836067297308</c:v>
                </c:pt>
                <c:pt idx="435">
                  <c:v>9.1350311223144907</c:v>
                </c:pt>
                <c:pt idx="436">
                  <c:v>9.4109900274298308</c:v>
                </c:pt>
                <c:pt idx="437">
                  <c:v>9.5028293830521307</c:v>
                </c:pt>
                <c:pt idx="438">
                  <c:v>9.3919949821661994</c:v>
                </c:pt>
                <c:pt idx="439">
                  <c:v>9.4301478945130999</c:v>
                </c:pt>
                <c:pt idx="440">
                  <c:v>9.6304869222793208</c:v>
                </c:pt>
                <c:pt idx="441">
                  <c:v>9.6179932819716196</c:v>
                </c:pt>
                <c:pt idx="442">
                  <c:v>9.4694169550018206</c:v>
                </c:pt>
                <c:pt idx="443">
                  <c:v>9.4694169550018206</c:v>
                </c:pt>
                <c:pt idx="444">
                  <c:v>9.5594230785971295</c:v>
                </c:pt>
                <c:pt idx="445">
                  <c:v>9.4371533148047906</c:v>
                </c:pt>
                <c:pt idx="446">
                  <c:v>9.3846593708541803</c:v>
                </c:pt>
                <c:pt idx="447">
                  <c:v>9.2958586583649208</c:v>
                </c:pt>
                <c:pt idx="448">
                  <c:v>9.3448532343019401</c:v>
                </c:pt>
                <c:pt idx="449">
                  <c:v>9.3404405876822008</c:v>
                </c:pt>
                <c:pt idx="450">
                  <c:v>9.4693403671730998</c:v>
                </c:pt>
                <c:pt idx="451">
                  <c:v>9.4451524379017293</c:v>
                </c:pt>
                <c:pt idx="452">
                  <c:v>9.3908558591548505</c:v>
                </c:pt>
                <c:pt idx="453">
                  <c:v>9.3430383410871691</c:v>
                </c:pt>
                <c:pt idx="454">
                  <c:v>9.29947501072132</c:v>
                </c:pt>
                <c:pt idx="455">
                  <c:v>9.1811316872121704</c:v>
                </c:pt>
                <c:pt idx="456">
                  <c:v>9.18809523079155</c:v>
                </c:pt>
                <c:pt idx="457">
                  <c:v>9.4605306086393295</c:v>
                </c:pt>
                <c:pt idx="458">
                  <c:v>9.2266730287525505</c:v>
                </c:pt>
                <c:pt idx="459">
                  <c:v>9.2266730287525505</c:v>
                </c:pt>
                <c:pt idx="460">
                  <c:v>9.1669831237749602</c:v>
                </c:pt>
                <c:pt idx="461">
                  <c:v>9.1355397184229208</c:v>
                </c:pt>
                <c:pt idx="462">
                  <c:v>9.1434792349831095</c:v>
                </c:pt>
                <c:pt idx="463">
                  <c:v>9.0945386654941007</c:v>
                </c:pt>
                <c:pt idx="464">
                  <c:v>9.0475166556315898</c:v>
                </c:pt>
                <c:pt idx="465">
                  <c:v>9.0475166556315898</c:v>
                </c:pt>
                <c:pt idx="466">
                  <c:v>8.9542529366727805</c:v>
                </c:pt>
                <c:pt idx="467">
                  <c:v>8.7947712398567504</c:v>
                </c:pt>
                <c:pt idx="468">
                  <c:v>8.7029047725354705</c:v>
                </c:pt>
                <c:pt idx="469">
                  <c:v>8.5772139611301199</c:v>
                </c:pt>
                <c:pt idx="470">
                  <c:v>8.5122927580125403</c:v>
                </c:pt>
                <c:pt idx="471">
                  <c:v>8.5390290656080605</c:v>
                </c:pt>
                <c:pt idx="472">
                  <c:v>8.4939588496041303</c:v>
                </c:pt>
                <c:pt idx="473">
                  <c:v>8.5187487199428809</c:v>
                </c:pt>
                <c:pt idx="474">
                  <c:v>8.4460197712912297</c:v>
                </c:pt>
                <c:pt idx="475">
                  <c:v>8.4145662322918895</c:v>
                </c:pt>
                <c:pt idx="476">
                  <c:v>8.3253874858402401</c:v>
                </c:pt>
                <c:pt idx="477">
                  <c:v>8.37879196766246</c:v>
                </c:pt>
                <c:pt idx="478">
                  <c:v>8.4495818865590095</c:v>
                </c:pt>
                <c:pt idx="479">
                  <c:v>8.3224425446774397</c:v>
                </c:pt>
                <c:pt idx="480">
                  <c:v>8.3723465608113692</c:v>
                </c:pt>
                <c:pt idx="481">
                  <c:v>8.3918166762594808</c:v>
                </c:pt>
                <c:pt idx="482">
                  <c:v>8.3953491537993603</c:v>
                </c:pt>
                <c:pt idx="483">
                  <c:v>8.3144949528384196</c:v>
                </c:pt>
                <c:pt idx="484">
                  <c:v>8.3144949528384196</c:v>
                </c:pt>
                <c:pt idx="485">
                  <c:v>8.22403446342752</c:v>
                </c:pt>
                <c:pt idx="486">
                  <c:v>8.1107730506314599</c:v>
                </c:pt>
                <c:pt idx="487">
                  <c:v>8.0253845808278594</c:v>
                </c:pt>
                <c:pt idx="488">
                  <c:v>7.9292629424877203</c:v>
                </c:pt>
                <c:pt idx="489">
                  <c:v>7.8385251578039901</c:v>
                </c:pt>
                <c:pt idx="490">
                  <c:v>7.82908146796695</c:v>
                </c:pt>
                <c:pt idx="491">
                  <c:v>7.7698005528233702</c:v>
                </c:pt>
                <c:pt idx="492">
                  <c:v>7.7736833676694497</c:v>
                </c:pt>
                <c:pt idx="493">
                  <c:v>7.72278780292904</c:v>
                </c:pt>
                <c:pt idx="494">
                  <c:v>7.6686806974579298</c:v>
                </c:pt>
                <c:pt idx="495">
                  <c:v>7.6343111340272802</c:v>
                </c:pt>
                <c:pt idx="496">
                  <c:v>7.6384820512270801</c:v>
                </c:pt>
                <c:pt idx="497">
                  <c:v>7.61682786576438</c:v>
                </c:pt>
                <c:pt idx="498">
                  <c:v>7.3751314532140704</c:v>
                </c:pt>
                <c:pt idx="499">
                  <c:v>7.3159496359830802</c:v>
                </c:pt>
                <c:pt idx="500">
                  <c:v>7.2973023621575699</c:v>
                </c:pt>
                <c:pt idx="501">
                  <c:v>7.2617293377057299</c:v>
                </c:pt>
                <c:pt idx="502">
                  <c:v>7.1985115030466602</c:v>
                </c:pt>
                <c:pt idx="503">
                  <c:v>7.3183184405243997</c:v>
                </c:pt>
                <c:pt idx="504">
                  <c:v>7.4363379447614602</c:v>
                </c:pt>
                <c:pt idx="505">
                  <c:v>7.6244314690627402</c:v>
                </c:pt>
                <c:pt idx="506">
                  <c:v>7.7030206502610197</c:v>
                </c:pt>
                <c:pt idx="507">
                  <c:v>7.5890840156058603</c:v>
                </c:pt>
                <c:pt idx="508">
                  <c:v>7.63048853234086</c:v>
                </c:pt>
                <c:pt idx="509">
                  <c:v>7.8611310792022904</c:v>
                </c:pt>
                <c:pt idx="510">
                  <c:v>7.8457796468603398</c:v>
                </c:pt>
                <c:pt idx="511">
                  <c:v>7.7025634692099798</c:v>
                </c:pt>
                <c:pt idx="512">
                  <c:v>7.5882043353359796</c:v>
                </c:pt>
                <c:pt idx="513">
                  <c:v>7.4538168959263302</c:v>
                </c:pt>
                <c:pt idx="514">
                  <c:v>7.4231607538040398</c:v>
                </c:pt>
                <c:pt idx="515">
                  <c:v>7.4231607538040398</c:v>
                </c:pt>
                <c:pt idx="516">
                  <c:v>7.5011575920171802</c:v>
                </c:pt>
                <c:pt idx="517">
                  <c:v>7.6224901071499698</c:v>
                </c:pt>
                <c:pt idx="518">
                  <c:v>7.6910497586128104</c:v>
                </c:pt>
                <c:pt idx="519">
                  <c:v>7.6666326819664103</c:v>
                </c:pt>
                <c:pt idx="520">
                  <c:v>7.6413387398852004</c:v>
                </c:pt>
                <c:pt idx="521">
                  <c:v>7.6958244985817998</c:v>
                </c:pt>
                <c:pt idx="522">
                  <c:v>7.7075970406251404</c:v>
                </c:pt>
                <c:pt idx="523">
                  <c:v>7.8060375504951303</c:v>
                </c:pt>
                <c:pt idx="524">
                  <c:v>7.8150574548581799</c:v>
                </c:pt>
                <c:pt idx="525">
                  <c:v>7.93068521172248</c:v>
                </c:pt>
                <c:pt idx="526">
                  <c:v>7.9107557139127698</c:v>
                </c:pt>
                <c:pt idx="527">
                  <c:v>7.9614601993626</c:v>
                </c:pt>
                <c:pt idx="528">
                  <c:v>8.1352264746097305</c:v>
                </c:pt>
                <c:pt idx="529">
                  <c:v>8.3904837695064796</c:v>
                </c:pt>
                <c:pt idx="530">
                  <c:v>8.5390761034217508</c:v>
                </c:pt>
                <c:pt idx="531">
                  <c:v>8.5115703786296102</c:v>
                </c:pt>
                <c:pt idx="532">
                  <c:v>8.4834443750190296</c:v>
                </c:pt>
                <c:pt idx="533">
                  <c:v>8.4834443750190296</c:v>
                </c:pt>
                <c:pt idx="534">
                  <c:v>8.4834443750190296</c:v>
                </c:pt>
                <c:pt idx="535">
                  <c:v>9.0087320147682206</c:v>
                </c:pt>
                <c:pt idx="536">
                  <c:v>8.9342109574213993</c:v>
                </c:pt>
                <c:pt idx="537">
                  <c:v>8.8084705819115605</c:v>
                </c:pt>
                <c:pt idx="538">
                  <c:v>8.8084705819115605</c:v>
                </c:pt>
                <c:pt idx="539">
                  <c:v>8.4913355328582192</c:v>
                </c:pt>
                <c:pt idx="540">
                  <c:v>8.4435073425924507</c:v>
                </c:pt>
                <c:pt idx="541">
                  <c:v>8.8474054170086909</c:v>
                </c:pt>
                <c:pt idx="542">
                  <c:v>9.1405857832102893</c:v>
                </c:pt>
                <c:pt idx="543">
                  <c:v>9.0212134339628793</c:v>
                </c:pt>
                <c:pt idx="544">
                  <c:v>9.0068126824389001</c:v>
                </c:pt>
                <c:pt idx="545">
                  <c:v>9.0068126824389001</c:v>
                </c:pt>
                <c:pt idx="546">
                  <c:v>9.2275437492537904</c:v>
                </c:pt>
                <c:pt idx="547">
                  <c:v>9.1523188467018706</c:v>
                </c:pt>
                <c:pt idx="548">
                  <c:v>9.1611616138504903</c:v>
                </c:pt>
                <c:pt idx="549">
                  <c:v>9.0609471837918694</c:v>
                </c:pt>
                <c:pt idx="550">
                  <c:v>8.8432463123411402</c:v>
                </c:pt>
                <c:pt idx="551">
                  <c:v>8.91148020936458</c:v>
                </c:pt>
                <c:pt idx="552">
                  <c:v>8.7271120824430994</c:v>
                </c:pt>
                <c:pt idx="553">
                  <c:v>8.8997450841340093</c:v>
                </c:pt>
                <c:pt idx="554">
                  <c:v>9.24534751686123</c:v>
                </c:pt>
                <c:pt idx="555">
                  <c:v>9.3557571236710295</c:v>
                </c:pt>
                <c:pt idx="556">
                  <c:v>9.2434122269221195</c:v>
                </c:pt>
                <c:pt idx="557">
                  <c:v>9.3534108982377404</c:v>
                </c:pt>
                <c:pt idx="558">
                  <c:v>9.5086646504282903</c:v>
                </c:pt>
                <c:pt idx="559">
                  <c:v>9.4643563938203599</c:v>
                </c:pt>
                <c:pt idx="560">
                  <c:v>9.72927892447386</c:v>
                </c:pt>
                <c:pt idx="561">
                  <c:v>9.6975177909913199</c:v>
                </c:pt>
                <c:pt idx="562">
                  <c:v>10.1129511367257</c:v>
                </c:pt>
                <c:pt idx="563">
                  <c:v>10.0332998254482</c:v>
                </c:pt>
                <c:pt idx="564">
                  <c:v>9.6874068784869003</c:v>
                </c:pt>
                <c:pt idx="565">
                  <c:v>9.6874068784869003</c:v>
                </c:pt>
                <c:pt idx="566">
                  <c:v>9.8053765526696495</c:v>
                </c:pt>
                <c:pt idx="567">
                  <c:v>9.9679208336184804</c:v>
                </c:pt>
                <c:pt idx="568">
                  <c:v>9.7453998716729302</c:v>
                </c:pt>
                <c:pt idx="569">
                  <c:v>9.5675315166005497</c:v>
                </c:pt>
                <c:pt idx="570">
                  <c:v>9.52456101511968</c:v>
                </c:pt>
                <c:pt idx="571">
                  <c:v>9.8307397472875593</c:v>
                </c:pt>
                <c:pt idx="572">
                  <c:v>9.8307397472875593</c:v>
                </c:pt>
                <c:pt idx="573">
                  <c:v>9.8307397472875593</c:v>
                </c:pt>
                <c:pt idx="574">
                  <c:v>9.9296796396752605</c:v>
                </c:pt>
                <c:pt idx="575">
                  <c:v>10.108481412982201</c:v>
                </c:pt>
                <c:pt idx="576">
                  <c:v>10.4206066543508</c:v>
                </c:pt>
                <c:pt idx="577">
                  <c:v>10.388847253581501</c:v>
                </c:pt>
                <c:pt idx="578">
                  <c:v>10.4077999433919</c:v>
                </c:pt>
                <c:pt idx="579">
                  <c:v>10.3920866620234</c:v>
                </c:pt>
                <c:pt idx="580">
                  <c:v>10.3920866620234</c:v>
                </c:pt>
                <c:pt idx="581">
                  <c:v>10.6631388275541</c:v>
                </c:pt>
                <c:pt idx="582">
                  <c:v>10.433033247482401</c:v>
                </c:pt>
                <c:pt idx="583">
                  <c:v>10.5818174328232</c:v>
                </c:pt>
                <c:pt idx="584">
                  <c:v>10.943087815543301</c:v>
                </c:pt>
                <c:pt idx="585">
                  <c:v>10.943087815543301</c:v>
                </c:pt>
                <c:pt idx="586">
                  <c:v>11.4114295988254</c:v>
                </c:pt>
                <c:pt idx="587">
                  <c:v>12.136450646159499</c:v>
                </c:pt>
                <c:pt idx="588">
                  <c:v>11.8159788234928</c:v>
                </c:pt>
                <c:pt idx="589">
                  <c:v>10.908579931608701</c:v>
                </c:pt>
                <c:pt idx="590">
                  <c:v>10.908579931608701</c:v>
                </c:pt>
                <c:pt idx="591">
                  <c:v>10.5918628330668</c:v>
                </c:pt>
                <c:pt idx="592">
                  <c:v>11.1058778293724</c:v>
                </c:pt>
                <c:pt idx="593">
                  <c:v>10.700077890773599</c:v>
                </c:pt>
                <c:pt idx="594">
                  <c:v>10.605134873112201</c:v>
                </c:pt>
                <c:pt idx="595">
                  <c:v>10.175103512250599</c:v>
                </c:pt>
                <c:pt idx="596">
                  <c:v>10.1827980165261</c:v>
                </c:pt>
                <c:pt idx="597">
                  <c:v>10.5111016572693</c:v>
                </c:pt>
                <c:pt idx="598">
                  <c:v>10.954293185830799</c:v>
                </c:pt>
                <c:pt idx="599">
                  <c:v>11.0485704791193</c:v>
                </c:pt>
                <c:pt idx="600">
                  <c:v>11.1543400771831</c:v>
                </c:pt>
                <c:pt idx="601">
                  <c:v>10.9923075078331</c:v>
                </c:pt>
                <c:pt idx="602">
                  <c:v>10.908905675014299</c:v>
                </c:pt>
                <c:pt idx="603">
                  <c:v>10.908905675014299</c:v>
                </c:pt>
                <c:pt idx="604">
                  <c:v>10.451943778744299</c:v>
                </c:pt>
                <c:pt idx="605">
                  <c:v>10.0786868240784</c:v>
                </c:pt>
                <c:pt idx="606">
                  <c:v>10.1696952224108</c:v>
                </c:pt>
                <c:pt idx="607">
                  <c:v>10.258676598056301</c:v>
                </c:pt>
                <c:pt idx="608">
                  <c:v>10.0470971076253</c:v>
                </c:pt>
                <c:pt idx="609">
                  <c:v>10.0470971076253</c:v>
                </c:pt>
                <c:pt idx="610">
                  <c:v>9.73246202780002</c:v>
                </c:pt>
                <c:pt idx="611">
                  <c:v>9.9231415752964605</c:v>
                </c:pt>
                <c:pt idx="612">
                  <c:v>9.9307931956946494</c:v>
                </c:pt>
                <c:pt idx="613">
                  <c:v>9.9431745684506598</c:v>
                </c:pt>
                <c:pt idx="614">
                  <c:v>9.6357438254166397</c:v>
                </c:pt>
                <c:pt idx="615">
                  <c:v>9.6357438254166397</c:v>
                </c:pt>
                <c:pt idx="616">
                  <c:v>9.6577709592546608</c:v>
                </c:pt>
                <c:pt idx="617">
                  <c:v>9.4980762517542807</c:v>
                </c:pt>
                <c:pt idx="618">
                  <c:v>9.5273408252358198</c:v>
                </c:pt>
                <c:pt idx="619">
                  <c:v>9.6302342693739291</c:v>
                </c:pt>
                <c:pt idx="620">
                  <c:v>9.8350411055572504</c:v>
                </c:pt>
                <c:pt idx="621">
                  <c:v>9.5864599583298507</c:v>
                </c:pt>
                <c:pt idx="622">
                  <c:v>9.4841536188174906</c:v>
                </c:pt>
                <c:pt idx="623">
                  <c:v>9.4421019945666504</c:v>
                </c:pt>
                <c:pt idx="624">
                  <c:v>9.3773562026414297</c:v>
                </c:pt>
                <c:pt idx="625">
                  <c:v>9.3773562026414297</c:v>
                </c:pt>
                <c:pt idx="626">
                  <c:v>9.3445645926377292</c:v>
                </c:pt>
                <c:pt idx="627">
                  <c:v>9.5015558132928106</c:v>
                </c:pt>
                <c:pt idx="628">
                  <c:v>9.6720863434194992</c:v>
                </c:pt>
                <c:pt idx="629">
                  <c:v>9.78404907291646</c:v>
                </c:pt>
                <c:pt idx="630">
                  <c:v>9.7125660427125595</c:v>
                </c:pt>
                <c:pt idx="631">
                  <c:v>9.5729891835606509</c:v>
                </c:pt>
                <c:pt idx="632">
                  <c:v>9.5722845318948107</c:v>
                </c:pt>
                <c:pt idx="633">
                  <c:v>9.5653054044143193</c:v>
                </c:pt>
                <c:pt idx="634">
                  <c:v>9.5224787626760197</c:v>
                </c:pt>
                <c:pt idx="635">
                  <c:v>9.6313953576807005</c:v>
                </c:pt>
                <c:pt idx="636">
                  <c:v>9.5909924398661097</c:v>
                </c:pt>
                <c:pt idx="637">
                  <c:v>9.7197878753381008</c:v>
                </c:pt>
                <c:pt idx="638">
                  <c:v>9.6699978206363006</c:v>
                </c:pt>
                <c:pt idx="639">
                  <c:v>9.5195906784602897</c:v>
                </c:pt>
                <c:pt idx="640">
                  <c:v>10.061369285521501</c:v>
                </c:pt>
                <c:pt idx="641">
                  <c:v>9.6274340910011702</c:v>
                </c:pt>
                <c:pt idx="642">
                  <c:v>9.5797000726907804</c:v>
                </c:pt>
                <c:pt idx="643">
                  <c:v>9.5557982359196494</c:v>
                </c:pt>
                <c:pt idx="644">
                  <c:v>9.5509941713564199</c:v>
                </c:pt>
                <c:pt idx="645">
                  <c:v>9.6122644192001498</c:v>
                </c:pt>
                <c:pt idx="646">
                  <c:v>9.5821195226372993</c:v>
                </c:pt>
                <c:pt idx="647">
                  <c:v>9.6099796402168298</c:v>
                </c:pt>
                <c:pt idx="648">
                  <c:v>9.7315065801571894</c:v>
                </c:pt>
                <c:pt idx="649">
                  <c:v>9.8734759572371296</c:v>
                </c:pt>
                <c:pt idx="650">
                  <c:v>9.9191460415485793</c:v>
                </c:pt>
                <c:pt idx="651">
                  <c:v>9.8950795680888497</c:v>
                </c:pt>
                <c:pt idx="652">
                  <c:v>9.7988477237353901</c:v>
                </c:pt>
                <c:pt idx="653">
                  <c:v>9.7241084124469506</c:v>
                </c:pt>
                <c:pt idx="654">
                  <c:v>9.6641141583312606</c:v>
                </c:pt>
                <c:pt idx="655">
                  <c:v>9.7056237035333108</c:v>
                </c:pt>
                <c:pt idx="656">
                  <c:v>9.7673174999627399</c:v>
                </c:pt>
                <c:pt idx="657">
                  <c:v>9.79873223195594</c:v>
                </c:pt>
                <c:pt idx="658">
                  <c:v>9.6828749029386394</c:v>
                </c:pt>
                <c:pt idx="659">
                  <c:v>9.6485304128269807</c:v>
                </c:pt>
                <c:pt idx="660">
                  <c:v>9.5494206197950895</c:v>
                </c:pt>
                <c:pt idx="661">
                  <c:v>9.5590157145985906</c:v>
                </c:pt>
                <c:pt idx="662">
                  <c:v>9.6258683891301207</c:v>
                </c:pt>
                <c:pt idx="663">
                  <c:v>9.5756609354594406</c:v>
                </c:pt>
                <c:pt idx="664">
                  <c:v>9.5543699382664595</c:v>
                </c:pt>
                <c:pt idx="665">
                  <c:v>9.5543699382664595</c:v>
                </c:pt>
                <c:pt idx="666">
                  <c:v>9.5781666102963907</c:v>
                </c:pt>
                <c:pt idx="667">
                  <c:v>9.5275265126177402</c:v>
                </c:pt>
                <c:pt idx="668">
                  <c:v>9.5229571931902495</c:v>
                </c:pt>
                <c:pt idx="669">
                  <c:v>9.5696457795893295</c:v>
                </c:pt>
                <c:pt idx="670">
                  <c:v>9.5893686321004097</c:v>
                </c:pt>
                <c:pt idx="671">
                  <c:v>9.7053126763931505</c:v>
                </c:pt>
                <c:pt idx="672">
                  <c:v>9.5578787531562597</c:v>
                </c:pt>
                <c:pt idx="673">
                  <c:v>9.5010368475698606</c:v>
                </c:pt>
                <c:pt idx="674">
                  <c:v>9.3676534521951602</c:v>
                </c:pt>
                <c:pt idx="675">
                  <c:v>9.3779914174968706</c:v>
                </c:pt>
                <c:pt idx="676">
                  <c:v>9.3208401432787493</c:v>
                </c:pt>
                <c:pt idx="677">
                  <c:v>9.2491425034193604</c:v>
                </c:pt>
                <c:pt idx="678">
                  <c:v>9.1537398555473697</c:v>
                </c:pt>
                <c:pt idx="679">
                  <c:v>9.1914080642537801</c:v>
                </c:pt>
                <c:pt idx="680">
                  <c:v>9.1914080642537801</c:v>
                </c:pt>
                <c:pt idx="681">
                  <c:v>9.0873337916009103</c:v>
                </c:pt>
                <c:pt idx="682">
                  <c:v>9.0547443468015096</c:v>
                </c:pt>
                <c:pt idx="683">
                  <c:v>8.97720223461309</c:v>
                </c:pt>
                <c:pt idx="684">
                  <c:v>9.0302501237551205</c:v>
                </c:pt>
                <c:pt idx="685">
                  <c:v>9.0302501237551205</c:v>
                </c:pt>
                <c:pt idx="686">
                  <c:v>8.9636644052150096</c:v>
                </c:pt>
                <c:pt idx="687">
                  <c:v>8.9107002036720004</c:v>
                </c:pt>
                <c:pt idx="688">
                  <c:v>8.9306719364686398</c:v>
                </c:pt>
                <c:pt idx="689">
                  <c:v>9.0390533748345394</c:v>
                </c:pt>
                <c:pt idx="690">
                  <c:v>9.0481188884540593</c:v>
                </c:pt>
                <c:pt idx="691">
                  <c:v>9.0058583072860507</c:v>
                </c:pt>
                <c:pt idx="692">
                  <c:v>9.0532573615687593</c:v>
                </c:pt>
                <c:pt idx="693">
                  <c:v>9.1424776414429392</c:v>
                </c:pt>
                <c:pt idx="694">
                  <c:v>9.1621624679805507</c:v>
                </c:pt>
                <c:pt idx="695">
                  <c:v>9.3914887088343892</c:v>
                </c:pt>
                <c:pt idx="696">
                  <c:v>9.3933209971048193</c:v>
                </c:pt>
                <c:pt idx="697">
                  <c:v>9.3005540640247197</c:v>
                </c:pt>
                <c:pt idx="698">
                  <c:v>9.2718888079830002</c:v>
                </c:pt>
                <c:pt idx="699">
                  <c:v>9.2155784946906092</c:v>
                </c:pt>
                <c:pt idx="700">
                  <c:v>9.1956373099980997</c:v>
                </c:pt>
                <c:pt idx="701">
                  <c:v>9.0533856994959798</c:v>
                </c:pt>
                <c:pt idx="702">
                  <c:v>9.0606029769494807</c:v>
                </c:pt>
                <c:pt idx="703">
                  <c:v>9.1266380528895503</c:v>
                </c:pt>
                <c:pt idx="704">
                  <c:v>9.1266380528895503</c:v>
                </c:pt>
                <c:pt idx="705">
                  <c:v>9.0819728410150997</c:v>
                </c:pt>
                <c:pt idx="706">
                  <c:v>9.0726401290342693</c:v>
                </c:pt>
                <c:pt idx="707">
                  <c:v>9.05580223309064</c:v>
                </c:pt>
                <c:pt idx="708">
                  <c:v>9.0964523580427397</c:v>
                </c:pt>
                <c:pt idx="709">
                  <c:v>9.0128981383309092</c:v>
                </c:pt>
                <c:pt idx="710">
                  <c:v>8.9832145114911608</c:v>
                </c:pt>
                <c:pt idx="711">
                  <c:v>8.9744209519607807</c:v>
                </c:pt>
                <c:pt idx="712">
                  <c:v>8.9503310577244708</c:v>
                </c:pt>
                <c:pt idx="713">
                  <c:v>8.7845231567778992</c:v>
                </c:pt>
                <c:pt idx="714">
                  <c:v>8.9488893833898704</c:v>
                </c:pt>
                <c:pt idx="715">
                  <c:v>8.9246448119771102</c:v>
                </c:pt>
                <c:pt idx="716">
                  <c:v>8.8940628105069397</c:v>
                </c:pt>
                <c:pt idx="717">
                  <c:v>8.9565191914716493</c:v>
                </c:pt>
                <c:pt idx="718">
                  <c:v>8.9565191914716493</c:v>
                </c:pt>
                <c:pt idx="719">
                  <c:v>8.9565191914716493</c:v>
                </c:pt>
                <c:pt idx="720">
                  <c:v>8.9135819903740394</c:v>
                </c:pt>
                <c:pt idx="721">
                  <c:v>8.8622242916248997</c:v>
                </c:pt>
                <c:pt idx="722">
                  <c:v>8.9037388088024798</c:v>
                </c:pt>
                <c:pt idx="723">
                  <c:v>9.0297055769882899</c:v>
                </c:pt>
                <c:pt idx="724">
                  <c:v>9.0297055769882899</c:v>
                </c:pt>
                <c:pt idx="725">
                  <c:v>9.2297761479594804</c:v>
                </c:pt>
                <c:pt idx="726">
                  <c:v>9.5370368334501503</c:v>
                </c:pt>
                <c:pt idx="727">
                  <c:v>9.3278903660679209</c:v>
                </c:pt>
                <c:pt idx="728">
                  <c:v>9.2904835046771108</c:v>
                </c:pt>
                <c:pt idx="729">
                  <c:v>9.1883666921783398</c:v>
                </c:pt>
                <c:pt idx="730">
                  <c:v>9.2033684529653801</c:v>
                </c:pt>
                <c:pt idx="731">
                  <c:v>9.1481785961000703</c:v>
                </c:pt>
                <c:pt idx="732">
                  <c:v>9.12931959393722</c:v>
                </c:pt>
                <c:pt idx="733">
                  <c:v>9.1893130113358801</c:v>
                </c:pt>
                <c:pt idx="734">
                  <c:v>9.1823656358439898</c:v>
                </c:pt>
                <c:pt idx="735">
                  <c:v>9.3215408355473297</c:v>
                </c:pt>
                <c:pt idx="736">
                  <c:v>9.3018545482132602</c:v>
                </c:pt>
                <c:pt idx="737">
                  <c:v>9.328523415207</c:v>
                </c:pt>
                <c:pt idx="738">
                  <c:v>9.4921763952127396</c:v>
                </c:pt>
                <c:pt idx="739">
                  <c:v>9.5054078778239095</c:v>
                </c:pt>
                <c:pt idx="740">
                  <c:v>9.5187453432967803</c:v>
                </c:pt>
                <c:pt idx="741">
                  <c:v>9.4524582804092798</c:v>
                </c:pt>
                <c:pt idx="742">
                  <c:v>9.3600323157308498</c:v>
                </c:pt>
                <c:pt idx="743">
                  <c:v>9.4349051036064502</c:v>
                </c:pt>
                <c:pt idx="744">
                  <c:v>9.4027816008315206</c:v>
                </c:pt>
                <c:pt idx="745">
                  <c:v>9.47781597647948</c:v>
                </c:pt>
                <c:pt idx="746">
                  <c:v>9.5585116081533297</c:v>
                </c:pt>
                <c:pt idx="747">
                  <c:v>9.5838115608366898</c:v>
                </c:pt>
                <c:pt idx="748">
                  <c:v>9.5569668472144702</c:v>
                </c:pt>
                <c:pt idx="749">
                  <c:v>9.6877749926383494</c:v>
                </c:pt>
                <c:pt idx="750">
                  <c:v>9.6095230812057402</c:v>
                </c:pt>
                <c:pt idx="751">
                  <c:v>9.5108313435049308</c:v>
                </c:pt>
                <c:pt idx="752">
                  <c:v>9.4720638512069701</c:v>
                </c:pt>
                <c:pt idx="753">
                  <c:v>9.45244322396481</c:v>
                </c:pt>
                <c:pt idx="754">
                  <c:v>9.5564118864187506</c:v>
                </c:pt>
                <c:pt idx="755">
                  <c:v>9.6157564169623697</c:v>
                </c:pt>
                <c:pt idx="756">
                  <c:v>9.5727989601032402</c:v>
                </c:pt>
                <c:pt idx="757">
                  <c:v>9.5927324705029395</c:v>
                </c:pt>
                <c:pt idx="758">
                  <c:v>9.5608295837536499</c:v>
                </c:pt>
                <c:pt idx="759">
                  <c:v>9.5588713002762908</c:v>
                </c:pt>
                <c:pt idx="760">
                  <c:v>9.7886245372382401</c:v>
                </c:pt>
                <c:pt idx="761">
                  <c:v>9.8639699269291903</c:v>
                </c:pt>
                <c:pt idx="762">
                  <c:v>10.013046219527601</c:v>
                </c:pt>
                <c:pt idx="763">
                  <c:v>9.9859470280969305</c:v>
                </c:pt>
                <c:pt idx="764">
                  <c:v>10.032000339871701</c:v>
                </c:pt>
                <c:pt idx="765">
                  <c:v>9.8277216048644203</c:v>
                </c:pt>
                <c:pt idx="766">
                  <c:v>9.8144532964239009</c:v>
                </c:pt>
                <c:pt idx="767">
                  <c:v>9.8556460689973697</c:v>
                </c:pt>
                <c:pt idx="768">
                  <c:v>9.9265098544709094</c:v>
                </c:pt>
                <c:pt idx="769">
                  <c:v>9.8147495165544001</c:v>
                </c:pt>
                <c:pt idx="770">
                  <c:v>9.8402909434920005</c:v>
                </c:pt>
                <c:pt idx="771">
                  <c:v>10.0200843379339</c:v>
                </c:pt>
                <c:pt idx="772">
                  <c:v>9.9690615851009596</c:v>
                </c:pt>
                <c:pt idx="773">
                  <c:v>9.9327256612168604</c:v>
                </c:pt>
                <c:pt idx="774">
                  <c:v>9.9327256612168604</c:v>
                </c:pt>
                <c:pt idx="775">
                  <c:v>9.8717069615997506</c:v>
                </c:pt>
                <c:pt idx="776">
                  <c:v>9.8183044580683401</c:v>
                </c:pt>
                <c:pt idx="777">
                  <c:v>9.8268459432799293</c:v>
                </c:pt>
                <c:pt idx="778">
                  <c:v>9.8879056223349995</c:v>
                </c:pt>
                <c:pt idx="779">
                  <c:v>9.8854620188420004</c:v>
                </c:pt>
                <c:pt idx="780">
                  <c:v>9.8538908930493996</c:v>
                </c:pt>
                <c:pt idx="781">
                  <c:v>9.9097366736718495</c:v>
                </c:pt>
                <c:pt idx="782">
                  <c:v>9.8869872316163594</c:v>
                </c:pt>
                <c:pt idx="783">
                  <c:v>9.9406302025778306</c:v>
                </c:pt>
                <c:pt idx="784">
                  <c:v>10.1352304698026</c:v>
                </c:pt>
                <c:pt idx="785">
                  <c:v>10.101738919920299</c:v>
                </c:pt>
                <c:pt idx="786">
                  <c:v>10.051850371830801</c:v>
                </c:pt>
                <c:pt idx="787">
                  <c:v>10.051850371830801</c:v>
                </c:pt>
                <c:pt idx="788">
                  <c:v>10.051850371830801</c:v>
                </c:pt>
                <c:pt idx="789">
                  <c:v>10.049310211600799</c:v>
                </c:pt>
                <c:pt idx="790">
                  <c:v>10.0824371233519</c:v>
                </c:pt>
                <c:pt idx="791">
                  <c:v>10.0818798480963</c:v>
                </c:pt>
                <c:pt idx="792">
                  <c:v>10.093117931965899</c:v>
                </c:pt>
                <c:pt idx="793">
                  <c:v>10.028144110692599</c:v>
                </c:pt>
                <c:pt idx="794">
                  <c:v>10.0483438318767</c:v>
                </c:pt>
                <c:pt idx="795">
                  <c:v>10.0879173369861</c:v>
                </c:pt>
                <c:pt idx="796">
                  <c:v>10.1955407624432</c:v>
                </c:pt>
                <c:pt idx="797">
                  <c:v>10.1947658113529</c:v>
                </c:pt>
                <c:pt idx="798">
                  <c:v>10.1422386369407</c:v>
                </c:pt>
                <c:pt idx="799">
                  <c:v>10.091782912422801</c:v>
                </c:pt>
                <c:pt idx="800">
                  <c:v>10.150273083301199</c:v>
                </c:pt>
                <c:pt idx="801">
                  <c:v>10.117684954267199</c:v>
                </c:pt>
                <c:pt idx="802">
                  <c:v>10.095189079425801</c:v>
                </c:pt>
                <c:pt idx="803">
                  <c:v>10.1242386485283</c:v>
                </c:pt>
                <c:pt idx="804">
                  <c:v>10.084662028253501</c:v>
                </c:pt>
                <c:pt idx="805">
                  <c:v>10.084662028253501</c:v>
                </c:pt>
                <c:pt idx="806">
                  <c:v>10.2237613261044</c:v>
                </c:pt>
                <c:pt idx="807">
                  <c:v>10.250081984678999</c:v>
                </c:pt>
                <c:pt idx="808">
                  <c:v>10.2554236392542</c:v>
                </c:pt>
                <c:pt idx="809">
                  <c:v>10.3141107653692</c:v>
                </c:pt>
                <c:pt idx="810">
                  <c:v>10.304998196891599</c:v>
                </c:pt>
                <c:pt idx="811">
                  <c:v>10.2345620518222</c:v>
                </c:pt>
                <c:pt idx="812">
                  <c:v>10.058032240944501</c:v>
                </c:pt>
                <c:pt idx="813">
                  <c:v>10.1680699911053</c:v>
                </c:pt>
                <c:pt idx="814">
                  <c:v>10.1714494435783</c:v>
                </c:pt>
                <c:pt idx="815">
                  <c:v>10.171837533242</c:v>
                </c:pt>
                <c:pt idx="816">
                  <c:v>10.1633765864118</c:v>
                </c:pt>
                <c:pt idx="817">
                  <c:v>10.159561903478901</c:v>
                </c:pt>
                <c:pt idx="818">
                  <c:v>10.0208063029546</c:v>
                </c:pt>
                <c:pt idx="819">
                  <c:v>10.0208063029546</c:v>
                </c:pt>
                <c:pt idx="820">
                  <c:v>10.0297249892335</c:v>
                </c:pt>
                <c:pt idx="821">
                  <c:v>10.0308808424757</c:v>
                </c:pt>
                <c:pt idx="822">
                  <c:v>10.059624341527201</c:v>
                </c:pt>
                <c:pt idx="823">
                  <c:v>9.98548699839119</c:v>
                </c:pt>
                <c:pt idx="824">
                  <c:v>9.9444361340217799</c:v>
                </c:pt>
                <c:pt idx="825">
                  <c:v>9.8781209434503499</c:v>
                </c:pt>
                <c:pt idx="826">
                  <c:v>9.8912266269471107</c:v>
                </c:pt>
                <c:pt idx="827">
                  <c:v>9.8781996929299094</c:v>
                </c:pt>
                <c:pt idx="828">
                  <c:v>9.89519401654848</c:v>
                </c:pt>
                <c:pt idx="829">
                  <c:v>9.8094400276402798</c:v>
                </c:pt>
                <c:pt idx="830">
                  <c:v>9.7945641287168197</c:v>
                </c:pt>
                <c:pt idx="831">
                  <c:v>9.8325467344258595</c:v>
                </c:pt>
                <c:pt idx="832">
                  <c:v>9.8996871412862895</c:v>
                </c:pt>
                <c:pt idx="833">
                  <c:v>9.9314572463418003</c:v>
                </c:pt>
                <c:pt idx="834">
                  <c:v>9.9314572463418003</c:v>
                </c:pt>
                <c:pt idx="835">
                  <c:v>9.8945499593139399</c:v>
                </c:pt>
                <c:pt idx="836">
                  <c:v>9.8590536389543395</c:v>
                </c:pt>
                <c:pt idx="837">
                  <c:v>9.8202132516047804</c:v>
                </c:pt>
                <c:pt idx="838">
                  <c:v>9.7390408649714804</c:v>
                </c:pt>
                <c:pt idx="839">
                  <c:v>9.7390408649714804</c:v>
                </c:pt>
                <c:pt idx="840">
                  <c:v>9.7397569449170902</c:v>
                </c:pt>
                <c:pt idx="841">
                  <c:v>9.7978875325486801</c:v>
                </c:pt>
                <c:pt idx="842">
                  <c:v>9.8751168110250909</c:v>
                </c:pt>
                <c:pt idx="843">
                  <c:v>9.9238459346149099</c:v>
                </c:pt>
                <c:pt idx="844">
                  <c:v>9.9733778334407202</c:v>
                </c:pt>
                <c:pt idx="845">
                  <c:v>9.9377295739562701</c:v>
                </c:pt>
                <c:pt idx="846">
                  <c:v>9.9991463603409692</c:v>
                </c:pt>
                <c:pt idx="847">
                  <c:v>9.9194728919592503</c:v>
                </c:pt>
                <c:pt idx="848">
                  <c:v>9.9368165604996701</c:v>
                </c:pt>
                <c:pt idx="849">
                  <c:v>9.9368165604996701</c:v>
                </c:pt>
                <c:pt idx="850">
                  <c:v>9.8713020140932706</c:v>
                </c:pt>
                <c:pt idx="851">
                  <c:v>9.9202000071988206</c:v>
                </c:pt>
                <c:pt idx="852">
                  <c:v>9.9284907188919806</c:v>
                </c:pt>
                <c:pt idx="853">
                  <c:v>9.9175460136707194</c:v>
                </c:pt>
                <c:pt idx="854">
                  <c:v>9.8363478845422794</c:v>
                </c:pt>
                <c:pt idx="855">
                  <c:v>9.9228472723980392</c:v>
                </c:pt>
                <c:pt idx="856">
                  <c:v>9.9153409368554506</c:v>
                </c:pt>
                <c:pt idx="857">
                  <c:v>9.8579451487573504</c:v>
                </c:pt>
                <c:pt idx="858">
                  <c:v>9.8301330475850595</c:v>
                </c:pt>
                <c:pt idx="859">
                  <c:v>9.8202910918482793</c:v>
                </c:pt>
                <c:pt idx="860">
                  <c:v>9.8164838430516905</c:v>
                </c:pt>
                <c:pt idx="861">
                  <c:v>10.1470579504161</c:v>
                </c:pt>
                <c:pt idx="862">
                  <c:v>9.8513270961349306</c:v>
                </c:pt>
                <c:pt idx="863">
                  <c:v>9.8513270961349306</c:v>
                </c:pt>
                <c:pt idx="864">
                  <c:v>9.8740242297524201</c:v>
                </c:pt>
                <c:pt idx="865">
                  <c:v>9.8166562878609405</c:v>
                </c:pt>
                <c:pt idx="866">
                  <c:v>9.8398941503006903</c:v>
                </c:pt>
                <c:pt idx="867">
                  <c:v>9.9077989139431093</c:v>
                </c:pt>
                <c:pt idx="868">
                  <c:v>9.9180966128045096</c:v>
                </c:pt>
                <c:pt idx="869">
                  <c:v>9.9360583852992903</c:v>
                </c:pt>
                <c:pt idx="870">
                  <c:v>9.9138601855322204</c:v>
                </c:pt>
                <c:pt idx="871">
                  <c:v>9.9427620139764699</c:v>
                </c:pt>
                <c:pt idx="872">
                  <c:v>9.9287818686629805</c:v>
                </c:pt>
                <c:pt idx="873">
                  <c:v>9.9523677030759004</c:v>
                </c:pt>
                <c:pt idx="874">
                  <c:v>10.028923043028099</c:v>
                </c:pt>
                <c:pt idx="875">
                  <c:v>10.028923043028099</c:v>
                </c:pt>
                <c:pt idx="876">
                  <c:v>9.9678959843394104</c:v>
                </c:pt>
                <c:pt idx="877">
                  <c:v>10.0392750327806</c:v>
                </c:pt>
                <c:pt idx="878">
                  <c:v>10.159179085730701</c:v>
                </c:pt>
                <c:pt idx="879">
                  <c:v>10.159445345080099</c:v>
                </c:pt>
                <c:pt idx="880">
                  <c:v>10.2268930413852</c:v>
                </c:pt>
                <c:pt idx="881">
                  <c:v>10.372223026574799</c:v>
                </c:pt>
                <c:pt idx="882">
                  <c:v>10.613943789985001</c:v>
                </c:pt>
                <c:pt idx="883">
                  <c:v>10.579296516778401</c:v>
                </c:pt>
                <c:pt idx="884">
                  <c:v>10.579296516778401</c:v>
                </c:pt>
                <c:pt idx="885">
                  <c:v>10.6971284082769</c:v>
                </c:pt>
                <c:pt idx="886">
                  <c:v>10.666587189012001</c:v>
                </c:pt>
                <c:pt idx="887">
                  <c:v>10.650656257808601</c:v>
                </c:pt>
                <c:pt idx="888">
                  <c:v>10.5785490420285</c:v>
                </c:pt>
                <c:pt idx="889">
                  <c:v>10.5494494984334</c:v>
                </c:pt>
                <c:pt idx="890">
                  <c:v>10.4588011514796</c:v>
                </c:pt>
                <c:pt idx="891">
                  <c:v>10.772550707449801</c:v>
                </c:pt>
                <c:pt idx="892">
                  <c:v>10.752311451286401</c:v>
                </c:pt>
                <c:pt idx="893">
                  <c:v>10.6239025302112</c:v>
                </c:pt>
                <c:pt idx="894">
                  <c:v>10.516590997146301</c:v>
                </c:pt>
                <c:pt idx="895">
                  <c:v>10.562380771703801</c:v>
                </c:pt>
                <c:pt idx="896">
                  <c:v>10.623881705120899</c:v>
                </c:pt>
                <c:pt idx="897">
                  <c:v>10.597333866313701</c:v>
                </c:pt>
                <c:pt idx="898">
                  <c:v>10.661714135871801</c:v>
                </c:pt>
                <c:pt idx="899">
                  <c:v>10.923121020401201</c:v>
                </c:pt>
                <c:pt idx="900">
                  <c:v>10.798201623720299</c:v>
                </c:pt>
                <c:pt idx="901">
                  <c:v>10.5929814837992</c:v>
                </c:pt>
                <c:pt idx="902">
                  <c:v>10.5280283514921</c:v>
                </c:pt>
                <c:pt idx="903">
                  <c:v>10.4429226675327</c:v>
                </c:pt>
                <c:pt idx="904">
                  <c:v>10.3575090780891</c:v>
                </c:pt>
                <c:pt idx="905">
                  <c:v>10.314787451212901</c:v>
                </c:pt>
                <c:pt idx="906">
                  <c:v>10.137192753288399</c:v>
                </c:pt>
                <c:pt idx="907">
                  <c:v>10.209131923355701</c:v>
                </c:pt>
                <c:pt idx="908">
                  <c:v>10.148121267059</c:v>
                </c:pt>
                <c:pt idx="909">
                  <c:v>10.215122108515301</c:v>
                </c:pt>
                <c:pt idx="910">
                  <c:v>10.2529409088053</c:v>
                </c:pt>
                <c:pt idx="911">
                  <c:v>10.124059506603199</c:v>
                </c:pt>
                <c:pt idx="912">
                  <c:v>10.1592347942857</c:v>
                </c:pt>
                <c:pt idx="913">
                  <c:v>10.164026636491201</c:v>
                </c:pt>
                <c:pt idx="914">
                  <c:v>10.157948972659</c:v>
                </c:pt>
                <c:pt idx="915">
                  <c:v>10.0913011005747</c:v>
                </c:pt>
                <c:pt idx="916">
                  <c:v>10.0982401520113</c:v>
                </c:pt>
                <c:pt idx="917">
                  <c:v>10.1348491400028</c:v>
                </c:pt>
                <c:pt idx="918">
                  <c:v>10.130051614055899</c:v>
                </c:pt>
                <c:pt idx="919">
                  <c:v>10.16133304263</c:v>
                </c:pt>
                <c:pt idx="920">
                  <c:v>10.2052688671825</c:v>
                </c:pt>
                <c:pt idx="921">
                  <c:v>10.2220759967727</c:v>
                </c:pt>
                <c:pt idx="922">
                  <c:v>10.173333927759</c:v>
                </c:pt>
                <c:pt idx="923">
                  <c:v>10.213277221068999</c:v>
                </c:pt>
                <c:pt idx="924">
                  <c:v>10.213277221068999</c:v>
                </c:pt>
                <c:pt idx="925">
                  <c:v>10.2484985925187</c:v>
                </c:pt>
                <c:pt idx="926">
                  <c:v>10.228636076679599</c:v>
                </c:pt>
                <c:pt idx="927">
                  <c:v>10.257947026843</c:v>
                </c:pt>
                <c:pt idx="928">
                  <c:v>10.2467203323171</c:v>
                </c:pt>
                <c:pt idx="929">
                  <c:v>10.2959906059991</c:v>
                </c:pt>
                <c:pt idx="930">
                  <c:v>10.273010481124199</c:v>
                </c:pt>
                <c:pt idx="931">
                  <c:v>10.342920710610899</c:v>
                </c:pt>
                <c:pt idx="932">
                  <c:v>10.325507824776199</c:v>
                </c:pt>
                <c:pt idx="933">
                  <c:v>10.306489769031201</c:v>
                </c:pt>
                <c:pt idx="934">
                  <c:v>10.2290493243275</c:v>
                </c:pt>
                <c:pt idx="935">
                  <c:v>10.201483535229899</c:v>
                </c:pt>
                <c:pt idx="936">
                  <c:v>10.156822195310699</c:v>
                </c:pt>
                <c:pt idx="937">
                  <c:v>10.2379395935357</c:v>
                </c:pt>
                <c:pt idx="938">
                  <c:v>10.204620107280601</c:v>
                </c:pt>
                <c:pt idx="939">
                  <c:v>10.204620107280601</c:v>
                </c:pt>
                <c:pt idx="940">
                  <c:v>10.2040049782011</c:v>
                </c:pt>
                <c:pt idx="941">
                  <c:v>10.217870314378599</c:v>
                </c:pt>
                <c:pt idx="942">
                  <c:v>10.325299049351001</c:v>
                </c:pt>
                <c:pt idx="943">
                  <c:v>10.291442514740201</c:v>
                </c:pt>
                <c:pt idx="944">
                  <c:v>10.291442514740201</c:v>
                </c:pt>
                <c:pt idx="945">
                  <c:v>10.279733649110099</c:v>
                </c:pt>
                <c:pt idx="946">
                  <c:v>10.232259449977199</c:v>
                </c:pt>
                <c:pt idx="947">
                  <c:v>10.2146287183167</c:v>
                </c:pt>
                <c:pt idx="948">
                  <c:v>10.193524891595001</c:v>
                </c:pt>
                <c:pt idx="949">
                  <c:v>10.162736233947401</c:v>
                </c:pt>
                <c:pt idx="950">
                  <c:v>10.178904244701499</c:v>
                </c:pt>
                <c:pt idx="951">
                  <c:v>10.230587598407</c:v>
                </c:pt>
                <c:pt idx="952">
                  <c:v>10.2480225318651</c:v>
                </c:pt>
                <c:pt idx="953">
                  <c:v>10.2251057678631</c:v>
                </c:pt>
                <c:pt idx="954">
                  <c:v>10.263098534278299</c:v>
                </c:pt>
                <c:pt idx="955">
                  <c:v>10.294976317783201</c:v>
                </c:pt>
                <c:pt idx="956">
                  <c:v>10.2648593928682</c:v>
                </c:pt>
                <c:pt idx="957">
                  <c:v>10.250384701594101</c:v>
                </c:pt>
                <c:pt idx="958">
                  <c:v>10.210530248875999</c:v>
                </c:pt>
                <c:pt idx="959">
                  <c:v>10.314851722768299</c:v>
                </c:pt>
                <c:pt idx="960">
                  <c:v>10.3070036104726</c:v>
                </c:pt>
                <c:pt idx="961">
                  <c:v>10.2479855550456</c:v>
                </c:pt>
                <c:pt idx="962">
                  <c:v>10.245030181589801</c:v>
                </c:pt>
                <c:pt idx="963">
                  <c:v>10.2468650880582</c:v>
                </c:pt>
                <c:pt idx="964">
                  <c:v>10.284373267696999</c:v>
                </c:pt>
                <c:pt idx="965">
                  <c:v>10.2659332053887</c:v>
                </c:pt>
                <c:pt idx="966">
                  <c:v>10.244485620103299</c:v>
                </c:pt>
                <c:pt idx="967">
                  <c:v>10.244485620103299</c:v>
                </c:pt>
                <c:pt idx="968">
                  <c:v>10.307245205366799</c:v>
                </c:pt>
                <c:pt idx="969">
                  <c:v>10.3230975726312</c:v>
                </c:pt>
                <c:pt idx="970">
                  <c:v>10.3617400049539</c:v>
                </c:pt>
                <c:pt idx="971">
                  <c:v>10.367207101267301</c:v>
                </c:pt>
                <c:pt idx="972">
                  <c:v>10.338506155212899</c:v>
                </c:pt>
                <c:pt idx="973">
                  <c:v>10.3137674240521</c:v>
                </c:pt>
                <c:pt idx="974">
                  <c:v>7.1229253380264002</c:v>
                </c:pt>
                <c:pt idx="975">
                  <c:v>7.1229253380264002</c:v>
                </c:pt>
                <c:pt idx="976">
                  <c:v>10.3166143208162</c:v>
                </c:pt>
                <c:pt idx="977">
                  <c:v>10.3529760732049</c:v>
                </c:pt>
                <c:pt idx="978">
                  <c:v>10.3721591024866</c:v>
                </c:pt>
                <c:pt idx="979">
                  <c:v>10.3721591024866</c:v>
                </c:pt>
                <c:pt idx="980">
                  <c:v>10.3721591024866</c:v>
                </c:pt>
                <c:pt idx="981">
                  <c:v>10.3543721961725</c:v>
                </c:pt>
                <c:pt idx="982">
                  <c:v>10.514286052406201</c:v>
                </c:pt>
                <c:pt idx="983">
                  <c:v>10.5237488615297</c:v>
                </c:pt>
                <c:pt idx="984">
                  <c:v>10.5237488615297</c:v>
                </c:pt>
                <c:pt idx="985">
                  <c:v>10.472219926364801</c:v>
                </c:pt>
                <c:pt idx="986">
                  <c:v>10.5400185853828</c:v>
                </c:pt>
                <c:pt idx="987">
                  <c:v>10.560913976741499</c:v>
                </c:pt>
                <c:pt idx="988">
                  <c:v>10.5305586503834</c:v>
                </c:pt>
                <c:pt idx="989">
                  <c:v>10.512671455049601</c:v>
                </c:pt>
                <c:pt idx="990">
                  <c:v>10.5603421773263</c:v>
                </c:pt>
                <c:pt idx="991">
                  <c:v>10.6433036865227</c:v>
                </c:pt>
                <c:pt idx="992">
                  <c:v>10.666190714111501</c:v>
                </c:pt>
                <c:pt idx="993">
                  <c:v>10.792925434413</c:v>
                </c:pt>
                <c:pt idx="994">
                  <c:v>11.2123081332995</c:v>
                </c:pt>
                <c:pt idx="995">
                  <c:v>11.3363172132767</c:v>
                </c:pt>
                <c:pt idx="996">
                  <c:v>11.357611266314199</c:v>
                </c:pt>
                <c:pt idx="997">
                  <c:v>11.0971835643718</c:v>
                </c:pt>
                <c:pt idx="998">
                  <c:v>11.0958952627273</c:v>
                </c:pt>
                <c:pt idx="999">
                  <c:v>11.293359181600501</c:v>
                </c:pt>
                <c:pt idx="1000">
                  <c:v>11.1967080245464</c:v>
                </c:pt>
                <c:pt idx="1001">
                  <c:v>11.1330525971659</c:v>
                </c:pt>
                <c:pt idx="1002">
                  <c:v>11.2058078341552</c:v>
                </c:pt>
                <c:pt idx="1003">
                  <c:v>11.1124586741676</c:v>
                </c:pt>
                <c:pt idx="1004">
                  <c:v>11.2341313542964</c:v>
                </c:pt>
                <c:pt idx="1005">
                  <c:v>11.391115869795</c:v>
                </c:pt>
                <c:pt idx="1006">
                  <c:v>11.351085478017</c:v>
                </c:pt>
                <c:pt idx="1007">
                  <c:v>10.916377122762499</c:v>
                </c:pt>
                <c:pt idx="1008">
                  <c:v>11.311870800421699</c:v>
                </c:pt>
                <c:pt idx="1009">
                  <c:v>11.315034616774399</c:v>
                </c:pt>
                <c:pt idx="1010">
                  <c:v>11.2660059291265</c:v>
                </c:pt>
                <c:pt idx="1011">
                  <c:v>11.2504314070713</c:v>
                </c:pt>
                <c:pt idx="1012">
                  <c:v>11.2585873803077</c:v>
                </c:pt>
                <c:pt idx="1013">
                  <c:v>11.292295750067501</c:v>
                </c:pt>
                <c:pt idx="1014">
                  <c:v>11.247172801807301</c:v>
                </c:pt>
                <c:pt idx="1015">
                  <c:v>11.2672512160031</c:v>
                </c:pt>
                <c:pt idx="1016">
                  <c:v>11.3693860826556</c:v>
                </c:pt>
                <c:pt idx="1017">
                  <c:v>11.346339627028099</c:v>
                </c:pt>
                <c:pt idx="1018">
                  <c:v>11.4026481621108</c:v>
                </c:pt>
                <c:pt idx="1019">
                  <c:v>11.495307853415801</c:v>
                </c:pt>
                <c:pt idx="1020">
                  <c:v>11.4515463162065</c:v>
                </c:pt>
                <c:pt idx="1021">
                  <c:v>11.4604997893261</c:v>
                </c:pt>
                <c:pt idx="1022">
                  <c:v>11.4648743094337</c:v>
                </c:pt>
                <c:pt idx="1023">
                  <c:v>11.5901032773426</c:v>
                </c:pt>
                <c:pt idx="1024">
                  <c:v>11.7495948413499</c:v>
                </c:pt>
                <c:pt idx="1025">
                  <c:v>11.778579375457999</c:v>
                </c:pt>
                <c:pt idx="1026">
                  <c:v>11.7840695757861</c:v>
                </c:pt>
                <c:pt idx="1027">
                  <c:v>11.8347871196253</c:v>
                </c:pt>
                <c:pt idx="1028">
                  <c:v>11.7174702765055</c:v>
                </c:pt>
                <c:pt idx="1029">
                  <c:v>11.6456043611391</c:v>
                </c:pt>
                <c:pt idx="1030">
                  <c:v>11.5713455872237</c:v>
                </c:pt>
                <c:pt idx="1031">
                  <c:v>11.5715746444387</c:v>
                </c:pt>
                <c:pt idx="1032">
                  <c:v>11.641649745466699</c:v>
                </c:pt>
                <c:pt idx="1033">
                  <c:v>11.638050844969801</c:v>
                </c:pt>
                <c:pt idx="1034">
                  <c:v>11.778977576036599</c:v>
                </c:pt>
                <c:pt idx="1035">
                  <c:v>11.7024633780806</c:v>
                </c:pt>
                <c:pt idx="1036">
                  <c:v>11.6444158325163</c:v>
                </c:pt>
                <c:pt idx="1037">
                  <c:v>11.6444158325163</c:v>
                </c:pt>
                <c:pt idx="1038">
                  <c:v>11.6444158325163</c:v>
                </c:pt>
                <c:pt idx="1039">
                  <c:v>11.6444158325163</c:v>
                </c:pt>
                <c:pt idx="1040">
                  <c:v>11.7104696202731</c:v>
                </c:pt>
                <c:pt idx="1041">
                  <c:v>11.6890336898526</c:v>
                </c:pt>
                <c:pt idx="1042">
                  <c:v>11.6753973657533</c:v>
                </c:pt>
                <c:pt idx="1043">
                  <c:v>11.6509833746392</c:v>
                </c:pt>
                <c:pt idx="1044">
                  <c:v>11.631816292650299</c:v>
                </c:pt>
                <c:pt idx="1045">
                  <c:v>11.5322049228096</c:v>
                </c:pt>
                <c:pt idx="1046">
                  <c:v>11.487008913306299</c:v>
                </c:pt>
                <c:pt idx="1047">
                  <c:v>11.4608772755663</c:v>
                </c:pt>
                <c:pt idx="1048">
                  <c:v>11.4415477456971</c:v>
                </c:pt>
                <c:pt idx="1049">
                  <c:v>11.437697824542401</c:v>
                </c:pt>
                <c:pt idx="1050">
                  <c:v>11.3327252225463</c:v>
                </c:pt>
                <c:pt idx="1051">
                  <c:v>11.400258311021901</c:v>
                </c:pt>
                <c:pt idx="1052">
                  <c:v>11.3114687568006</c:v>
                </c:pt>
                <c:pt idx="1053">
                  <c:v>11.337460426267301</c:v>
                </c:pt>
                <c:pt idx="1054">
                  <c:v>11.391356338431899</c:v>
                </c:pt>
                <c:pt idx="1055">
                  <c:v>11.2903527342182</c:v>
                </c:pt>
                <c:pt idx="1056">
                  <c:v>11.2527010186258</c:v>
                </c:pt>
                <c:pt idx="1057">
                  <c:v>11.267437093359501</c:v>
                </c:pt>
                <c:pt idx="1058">
                  <c:v>11.243925356540601</c:v>
                </c:pt>
                <c:pt idx="1059">
                  <c:v>11.2722090085792</c:v>
                </c:pt>
                <c:pt idx="1060">
                  <c:v>11.2884444908833</c:v>
                </c:pt>
                <c:pt idx="1061">
                  <c:v>11.3096861788166</c:v>
                </c:pt>
                <c:pt idx="1062">
                  <c:v>11.241917684389</c:v>
                </c:pt>
                <c:pt idx="1063">
                  <c:v>11.229769007127199</c:v>
                </c:pt>
                <c:pt idx="1064">
                  <c:v>11.1373924784442</c:v>
                </c:pt>
                <c:pt idx="1065">
                  <c:v>11.078879014438</c:v>
                </c:pt>
                <c:pt idx="1066">
                  <c:v>10.9801910913417</c:v>
                </c:pt>
                <c:pt idx="1067">
                  <c:v>10.9801910913417</c:v>
                </c:pt>
                <c:pt idx="1068">
                  <c:v>10.9934027646974</c:v>
                </c:pt>
                <c:pt idx="1069">
                  <c:v>10.9934027646974</c:v>
                </c:pt>
                <c:pt idx="1070">
                  <c:v>11.0582256420908</c:v>
                </c:pt>
                <c:pt idx="1071">
                  <c:v>11.050024658666301</c:v>
                </c:pt>
                <c:pt idx="1072">
                  <c:v>11.0370790438466</c:v>
                </c:pt>
                <c:pt idx="1073">
                  <c:v>11.083670759026401</c:v>
                </c:pt>
                <c:pt idx="1074">
                  <c:v>11.1573281433493</c:v>
                </c:pt>
                <c:pt idx="1075">
                  <c:v>11.2479394179457</c:v>
                </c:pt>
                <c:pt idx="1076">
                  <c:v>11.201561219979901</c:v>
                </c:pt>
                <c:pt idx="1077">
                  <c:v>11.304778716921099</c:v>
                </c:pt>
                <c:pt idx="1078">
                  <c:v>11.2733380436463</c:v>
                </c:pt>
                <c:pt idx="1079">
                  <c:v>11.292396737429801</c:v>
                </c:pt>
                <c:pt idx="1080">
                  <c:v>11.3388920117395</c:v>
                </c:pt>
                <c:pt idx="1081">
                  <c:v>11.3243915091495</c:v>
                </c:pt>
                <c:pt idx="1082">
                  <c:v>11.3672294697094</c:v>
                </c:pt>
                <c:pt idx="1083">
                  <c:v>11.3246534536319</c:v>
                </c:pt>
                <c:pt idx="1084">
                  <c:v>11.3246534536319</c:v>
                </c:pt>
                <c:pt idx="1085">
                  <c:v>11.323129575854701</c:v>
                </c:pt>
                <c:pt idx="1086">
                  <c:v>11.3184849733004</c:v>
                </c:pt>
                <c:pt idx="1087">
                  <c:v>11.438368549937501</c:v>
                </c:pt>
                <c:pt idx="1088">
                  <c:v>11.4785187064378</c:v>
                </c:pt>
                <c:pt idx="1089">
                  <c:v>11.4785187064378</c:v>
                </c:pt>
                <c:pt idx="1090">
                  <c:v>11.7255839673835</c:v>
                </c:pt>
                <c:pt idx="1091">
                  <c:v>11.855144860388799</c:v>
                </c:pt>
                <c:pt idx="1092">
                  <c:v>11.9354210612427</c:v>
                </c:pt>
                <c:pt idx="1093">
                  <c:v>11.978788412059499</c:v>
                </c:pt>
                <c:pt idx="1094">
                  <c:v>11.924597897149001</c:v>
                </c:pt>
                <c:pt idx="1095">
                  <c:v>11.996417561603799</c:v>
                </c:pt>
                <c:pt idx="1096">
                  <c:v>12.1958659312272</c:v>
                </c:pt>
                <c:pt idx="1097">
                  <c:v>12.157833973325801</c:v>
                </c:pt>
                <c:pt idx="1098">
                  <c:v>12.100774773329199</c:v>
                </c:pt>
                <c:pt idx="1099">
                  <c:v>12.1113439092089</c:v>
                </c:pt>
                <c:pt idx="1100">
                  <c:v>12.076015039657401</c:v>
                </c:pt>
                <c:pt idx="1101">
                  <c:v>12.137695748511801</c:v>
                </c:pt>
                <c:pt idx="1102">
                  <c:v>12.249819874023601</c:v>
                </c:pt>
                <c:pt idx="1103">
                  <c:v>12.2282605890212</c:v>
                </c:pt>
                <c:pt idx="1104">
                  <c:v>12.1257685457725</c:v>
                </c:pt>
                <c:pt idx="1105">
                  <c:v>12.1138607203665</c:v>
                </c:pt>
                <c:pt idx="1106">
                  <c:v>12.221364830281299</c:v>
                </c:pt>
                <c:pt idx="1107">
                  <c:v>12.5223463194523</c:v>
                </c:pt>
                <c:pt idx="1108">
                  <c:v>12.7633025551572</c:v>
                </c:pt>
                <c:pt idx="1109">
                  <c:v>12.7633025551572</c:v>
                </c:pt>
                <c:pt idx="1110">
                  <c:v>12.873967674603399</c:v>
                </c:pt>
                <c:pt idx="1111">
                  <c:v>12.9714120229506</c:v>
                </c:pt>
                <c:pt idx="1112">
                  <c:v>12.7689631864682</c:v>
                </c:pt>
                <c:pt idx="1113">
                  <c:v>12.788074890055601</c:v>
                </c:pt>
                <c:pt idx="1114">
                  <c:v>12.6477110027965</c:v>
                </c:pt>
                <c:pt idx="1115">
                  <c:v>12.912552020530001</c:v>
                </c:pt>
                <c:pt idx="1116">
                  <c:v>12.978257915207999</c:v>
                </c:pt>
                <c:pt idx="1117">
                  <c:v>13.072275639991799</c:v>
                </c:pt>
                <c:pt idx="1118">
                  <c:v>13.1685968876036</c:v>
                </c:pt>
                <c:pt idx="1119">
                  <c:v>13.103438666055499</c:v>
                </c:pt>
                <c:pt idx="1120">
                  <c:v>13.1177306374077</c:v>
                </c:pt>
                <c:pt idx="1121">
                  <c:v>12.9876943653748</c:v>
                </c:pt>
                <c:pt idx="1122">
                  <c:v>12.839299289263799</c:v>
                </c:pt>
                <c:pt idx="1123">
                  <c:v>12.850031195522501</c:v>
                </c:pt>
                <c:pt idx="1124">
                  <c:v>12.764090999802301</c:v>
                </c:pt>
                <c:pt idx="1125">
                  <c:v>12.8223055231781</c:v>
                </c:pt>
                <c:pt idx="1126">
                  <c:v>13.2342848626053</c:v>
                </c:pt>
                <c:pt idx="1127">
                  <c:v>12.8816581625489</c:v>
                </c:pt>
                <c:pt idx="1128">
                  <c:v>12.767484540295801</c:v>
                </c:pt>
                <c:pt idx="1129">
                  <c:v>12.8250004401777</c:v>
                </c:pt>
                <c:pt idx="1130">
                  <c:v>12.713750680226999</c:v>
                </c:pt>
                <c:pt idx="1131">
                  <c:v>12.6380383428216</c:v>
                </c:pt>
                <c:pt idx="1132">
                  <c:v>12.4673834890378</c:v>
                </c:pt>
                <c:pt idx="1133">
                  <c:v>12.4477069530958</c:v>
                </c:pt>
                <c:pt idx="1134">
                  <c:v>12.186055801488701</c:v>
                </c:pt>
                <c:pt idx="1135">
                  <c:v>11.991275009216499</c:v>
                </c:pt>
                <c:pt idx="1136">
                  <c:v>12.108971391593901</c:v>
                </c:pt>
                <c:pt idx="1137">
                  <c:v>12.108971391593901</c:v>
                </c:pt>
                <c:pt idx="1138">
                  <c:v>11.9775155830991</c:v>
                </c:pt>
                <c:pt idx="1139">
                  <c:v>11.964062572473701</c:v>
                </c:pt>
                <c:pt idx="1140">
                  <c:v>12.0477840928631</c:v>
                </c:pt>
                <c:pt idx="1141">
                  <c:v>11.925878239295001</c:v>
                </c:pt>
                <c:pt idx="1142">
                  <c:v>11.849984202304</c:v>
                </c:pt>
                <c:pt idx="1143">
                  <c:v>11.7543281448726</c:v>
                </c:pt>
                <c:pt idx="1144">
                  <c:v>11.7543281448726</c:v>
                </c:pt>
                <c:pt idx="1145">
                  <c:v>11.6723883678203</c:v>
                </c:pt>
                <c:pt idx="1146">
                  <c:v>11.722988362240599</c:v>
                </c:pt>
                <c:pt idx="1147">
                  <c:v>11.786750531734301</c:v>
                </c:pt>
                <c:pt idx="1148">
                  <c:v>11.716138138038099</c:v>
                </c:pt>
                <c:pt idx="1149">
                  <c:v>11.7034480257936</c:v>
                </c:pt>
                <c:pt idx="1150">
                  <c:v>11.6922842951749</c:v>
                </c:pt>
                <c:pt idx="1151">
                  <c:v>11.577367218896301</c:v>
                </c:pt>
                <c:pt idx="1152">
                  <c:v>11.4649821763783</c:v>
                </c:pt>
                <c:pt idx="1153">
                  <c:v>11.390818902503</c:v>
                </c:pt>
                <c:pt idx="1154">
                  <c:v>11.3763009557867</c:v>
                </c:pt>
                <c:pt idx="1155">
                  <c:v>11.5530458774873</c:v>
                </c:pt>
                <c:pt idx="1156">
                  <c:v>11.6895471349139</c:v>
                </c:pt>
                <c:pt idx="1157">
                  <c:v>11.571710634869699</c:v>
                </c:pt>
                <c:pt idx="1158">
                  <c:v>11.6959203110308</c:v>
                </c:pt>
                <c:pt idx="1159">
                  <c:v>11.6816806427233</c:v>
                </c:pt>
                <c:pt idx="1160">
                  <c:v>11.7045333041007</c:v>
                </c:pt>
                <c:pt idx="1161">
                  <c:v>11.7185245537945</c:v>
                </c:pt>
                <c:pt idx="1162">
                  <c:v>11.713131108091201</c:v>
                </c:pt>
                <c:pt idx="1163">
                  <c:v>11.574670594650501</c:v>
                </c:pt>
                <c:pt idx="1164">
                  <c:v>11.765462035462599</c:v>
                </c:pt>
                <c:pt idx="1165">
                  <c:v>11.925719491390399</c:v>
                </c:pt>
                <c:pt idx="1166">
                  <c:v>12.148266299402501</c:v>
                </c:pt>
                <c:pt idx="1167">
                  <c:v>12.6356374144972</c:v>
                </c:pt>
                <c:pt idx="1168">
                  <c:v>12.106986585087601</c:v>
                </c:pt>
                <c:pt idx="1169">
                  <c:v>12.0402903852174</c:v>
                </c:pt>
                <c:pt idx="1170">
                  <c:v>12.165186059781499</c:v>
                </c:pt>
                <c:pt idx="1171">
                  <c:v>12.2668000420782</c:v>
                </c:pt>
                <c:pt idx="1172">
                  <c:v>12.051508178697199</c:v>
                </c:pt>
                <c:pt idx="1173">
                  <c:v>12.0557548830858</c:v>
                </c:pt>
                <c:pt idx="1174">
                  <c:v>12.0883560095987</c:v>
                </c:pt>
                <c:pt idx="1175">
                  <c:v>12.1107048470406</c:v>
                </c:pt>
                <c:pt idx="1176">
                  <c:v>12.0745395184936</c:v>
                </c:pt>
                <c:pt idx="1177">
                  <c:v>11.793217966404599</c:v>
                </c:pt>
                <c:pt idx="1178">
                  <c:v>11.6897713333664</c:v>
                </c:pt>
                <c:pt idx="1179">
                  <c:v>12.160302541247299</c:v>
                </c:pt>
                <c:pt idx="1180">
                  <c:v>12.168825166194599</c:v>
                </c:pt>
                <c:pt idx="1181">
                  <c:v>12.3968375281744</c:v>
                </c:pt>
                <c:pt idx="1182">
                  <c:v>12.4854578671538</c:v>
                </c:pt>
                <c:pt idx="1183">
                  <c:v>13.0061676059555</c:v>
                </c:pt>
                <c:pt idx="1184">
                  <c:v>13.0061676059555</c:v>
                </c:pt>
                <c:pt idx="1185">
                  <c:v>12.625850549679299</c:v>
                </c:pt>
                <c:pt idx="1186">
                  <c:v>12.999566915236301</c:v>
                </c:pt>
                <c:pt idx="1187">
                  <c:v>13.288323058112599</c:v>
                </c:pt>
                <c:pt idx="1188">
                  <c:v>13.0897583325107</c:v>
                </c:pt>
                <c:pt idx="1189">
                  <c:v>12.9244952790871</c:v>
                </c:pt>
                <c:pt idx="1190">
                  <c:v>12.968801319374499</c:v>
                </c:pt>
                <c:pt idx="1191">
                  <c:v>13.290853053382101</c:v>
                </c:pt>
                <c:pt idx="1192">
                  <c:v>13.6702969236066</c:v>
                </c:pt>
                <c:pt idx="1193">
                  <c:v>14.1675964233006</c:v>
                </c:pt>
                <c:pt idx="1194">
                  <c:v>13.946093517942799</c:v>
                </c:pt>
                <c:pt idx="1195">
                  <c:v>14.18142693689</c:v>
                </c:pt>
                <c:pt idx="1196">
                  <c:v>13.840459266319</c:v>
                </c:pt>
                <c:pt idx="1197">
                  <c:v>13.5151841206415</c:v>
                </c:pt>
                <c:pt idx="1198">
                  <c:v>13.577083442509</c:v>
                </c:pt>
                <c:pt idx="1199">
                  <c:v>13.577083442509</c:v>
                </c:pt>
                <c:pt idx="1200">
                  <c:v>13.5435442713837</c:v>
                </c:pt>
                <c:pt idx="1201">
                  <c:v>13.5435442713837</c:v>
                </c:pt>
                <c:pt idx="1202">
                  <c:v>13.1325953205543</c:v>
                </c:pt>
                <c:pt idx="1203">
                  <c:v>13.107291919735401</c:v>
                </c:pt>
                <c:pt idx="1204">
                  <c:v>12.899131323703701</c:v>
                </c:pt>
                <c:pt idx="1205">
                  <c:v>13.077605346714201</c:v>
                </c:pt>
                <c:pt idx="1206">
                  <c:v>13.103149071723699</c:v>
                </c:pt>
                <c:pt idx="1207">
                  <c:v>12.984813665240999</c:v>
                </c:pt>
                <c:pt idx="1208">
                  <c:v>12.893472712655299</c:v>
                </c:pt>
                <c:pt idx="1209">
                  <c:v>12.893472712655299</c:v>
                </c:pt>
                <c:pt idx="1210">
                  <c:v>12.8594347562126</c:v>
                </c:pt>
                <c:pt idx="1211">
                  <c:v>13.0280157759533</c:v>
                </c:pt>
                <c:pt idx="1212">
                  <c:v>13.0280157759533</c:v>
                </c:pt>
                <c:pt idx="1213">
                  <c:v>13.0091378680284</c:v>
                </c:pt>
                <c:pt idx="1214">
                  <c:v>12.745681722095201</c:v>
                </c:pt>
                <c:pt idx="1215">
                  <c:v>12.697131770080601</c:v>
                </c:pt>
                <c:pt idx="1216">
                  <c:v>12.6182387875728</c:v>
                </c:pt>
                <c:pt idx="1217">
                  <c:v>12.644292980586201</c:v>
                </c:pt>
                <c:pt idx="1218">
                  <c:v>12.633891454951399</c:v>
                </c:pt>
                <c:pt idx="1219">
                  <c:v>12.719322876101399</c:v>
                </c:pt>
                <c:pt idx="1220">
                  <c:v>12.555041252515901</c:v>
                </c:pt>
                <c:pt idx="1221">
                  <c:v>12.376979010118401</c:v>
                </c:pt>
                <c:pt idx="1222">
                  <c:v>12.234127736559699</c:v>
                </c:pt>
                <c:pt idx="1223">
                  <c:v>12.1329881158681</c:v>
                </c:pt>
                <c:pt idx="1224">
                  <c:v>12.1329881158681</c:v>
                </c:pt>
                <c:pt idx="1225">
                  <c:v>12.0870258337865</c:v>
                </c:pt>
                <c:pt idx="1226">
                  <c:v>11.7452965203631</c:v>
                </c:pt>
                <c:pt idx="1227">
                  <c:v>11.6122245587171</c:v>
                </c:pt>
                <c:pt idx="1228">
                  <c:v>11.5411564194735</c:v>
                </c:pt>
                <c:pt idx="1229">
                  <c:v>11.2877688277558</c:v>
                </c:pt>
                <c:pt idx="1230">
                  <c:v>11.1746290429054</c:v>
                </c:pt>
                <c:pt idx="1231">
                  <c:v>11.071545296364601</c:v>
                </c:pt>
                <c:pt idx="1232">
                  <c:v>10.932588443900199</c:v>
                </c:pt>
                <c:pt idx="1233">
                  <c:v>10.8774498639341</c:v>
                </c:pt>
                <c:pt idx="1234">
                  <c:v>10.6242173266435</c:v>
                </c:pt>
                <c:pt idx="1235">
                  <c:v>10.754738098486399</c:v>
                </c:pt>
                <c:pt idx="1236">
                  <c:v>10.695687016307801</c:v>
                </c:pt>
                <c:pt idx="1237">
                  <c:v>10.760430622629199</c:v>
                </c:pt>
                <c:pt idx="1238">
                  <c:v>10.7524508705852</c:v>
                </c:pt>
                <c:pt idx="1239">
                  <c:v>10.883815742516701</c:v>
                </c:pt>
                <c:pt idx="1240">
                  <c:v>10.883815742516701</c:v>
                </c:pt>
                <c:pt idx="1241">
                  <c:v>10.883815742516701</c:v>
                </c:pt>
                <c:pt idx="1242">
                  <c:v>10.7090892900738</c:v>
                </c:pt>
                <c:pt idx="1243">
                  <c:v>10.6885232712291</c:v>
                </c:pt>
                <c:pt idx="1244">
                  <c:v>10.711830830961899</c:v>
                </c:pt>
                <c:pt idx="1245">
                  <c:v>10.3345410385659</c:v>
                </c:pt>
                <c:pt idx="1246">
                  <c:v>10.239634615467599</c:v>
                </c:pt>
                <c:pt idx="1247">
                  <c:v>10.290594422566</c:v>
                </c:pt>
                <c:pt idx="1248">
                  <c:v>10.290594422566</c:v>
                </c:pt>
                <c:pt idx="1249">
                  <c:v>10.141501085418501</c:v>
                </c:pt>
                <c:pt idx="1250">
                  <c:v>10.040758822581401</c:v>
                </c:pt>
                <c:pt idx="1251">
                  <c:v>10.101208808368</c:v>
                </c:pt>
                <c:pt idx="1252">
                  <c:v>9.9808943618093</c:v>
                </c:pt>
                <c:pt idx="1253">
                  <c:v>10.1746240421417</c:v>
                </c:pt>
                <c:pt idx="1254">
                  <c:v>10.2728981658283</c:v>
                </c:pt>
                <c:pt idx="1255">
                  <c:v>10.127596853155801</c:v>
                </c:pt>
                <c:pt idx="1256">
                  <c:v>9.9687181629007604</c:v>
                </c:pt>
                <c:pt idx="1257">
                  <c:v>9.8761993273589503</c:v>
                </c:pt>
                <c:pt idx="1258">
                  <c:v>9.8292747633948903</c:v>
                </c:pt>
                <c:pt idx="1259">
                  <c:v>9.8508263409122794</c:v>
                </c:pt>
                <c:pt idx="1260">
                  <c:v>9.8706633424341792</c:v>
                </c:pt>
                <c:pt idx="1261">
                  <c:v>9.8344735622446695</c:v>
                </c:pt>
                <c:pt idx="1262">
                  <c:v>9.8022453437363701</c:v>
                </c:pt>
                <c:pt idx="1263">
                  <c:v>9.9078316435841796</c:v>
                </c:pt>
                <c:pt idx="1264">
                  <c:v>9.9290208829389002</c:v>
                </c:pt>
                <c:pt idx="1265">
                  <c:v>9.8841142304175804</c:v>
                </c:pt>
                <c:pt idx="1266">
                  <c:v>9.7720272971669004</c:v>
                </c:pt>
                <c:pt idx="1267">
                  <c:v>9.7982945985583996</c:v>
                </c:pt>
                <c:pt idx="1268">
                  <c:v>9.5231827043461106</c:v>
                </c:pt>
                <c:pt idx="1269">
                  <c:v>10.1003169191429</c:v>
                </c:pt>
                <c:pt idx="1270">
                  <c:v>10.3337882243473</c:v>
                </c:pt>
                <c:pt idx="1271">
                  <c:v>10.224141428128201</c:v>
                </c:pt>
                <c:pt idx="1272">
                  <c:v>10.0698892317355</c:v>
                </c:pt>
                <c:pt idx="1273">
                  <c:v>10.0836837594342</c:v>
                </c:pt>
                <c:pt idx="1274">
                  <c:v>10.2058731676474</c:v>
                </c:pt>
                <c:pt idx="1275">
                  <c:v>10.1458369881352</c:v>
                </c:pt>
                <c:pt idx="1276">
                  <c:v>10.126546785828101</c:v>
                </c:pt>
                <c:pt idx="1277">
                  <c:v>10.2267782478594</c:v>
                </c:pt>
                <c:pt idx="1278">
                  <c:v>10.248685183208799</c:v>
                </c:pt>
                <c:pt idx="1279">
                  <c:v>10.248685183208799</c:v>
                </c:pt>
                <c:pt idx="1280">
                  <c:v>10.248685183208799</c:v>
                </c:pt>
                <c:pt idx="1281">
                  <c:v>10.084961354685699</c:v>
                </c:pt>
                <c:pt idx="1282">
                  <c:v>10.0118015062151</c:v>
                </c:pt>
                <c:pt idx="1283">
                  <c:v>9.91789475325883</c:v>
                </c:pt>
                <c:pt idx="1284">
                  <c:v>9.8417782884804001</c:v>
                </c:pt>
                <c:pt idx="1285">
                  <c:v>9.7830925490141407</c:v>
                </c:pt>
                <c:pt idx="1286">
                  <c:v>9.8177289242539008</c:v>
                </c:pt>
                <c:pt idx="1287">
                  <c:v>9.92226286605867</c:v>
                </c:pt>
                <c:pt idx="1288">
                  <c:v>10.085747839170599</c:v>
                </c:pt>
                <c:pt idx="1289">
                  <c:v>9.9867847405262307</c:v>
                </c:pt>
                <c:pt idx="1290">
                  <c:v>10.0396747650917</c:v>
                </c:pt>
                <c:pt idx="1291">
                  <c:v>10.008679650523501</c:v>
                </c:pt>
                <c:pt idx="1292">
                  <c:v>9.9209358312316294</c:v>
                </c:pt>
                <c:pt idx="1293">
                  <c:v>9.8937427437394891</c:v>
                </c:pt>
                <c:pt idx="1294">
                  <c:v>9.9285471496091393</c:v>
                </c:pt>
                <c:pt idx="1295">
                  <c:v>9.8459382714806107</c:v>
                </c:pt>
                <c:pt idx="1296">
                  <c:v>9.7329074990248508</c:v>
                </c:pt>
                <c:pt idx="1297">
                  <c:v>9.64957744277004</c:v>
                </c:pt>
                <c:pt idx="1298">
                  <c:v>9.64957744277004</c:v>
                </c:pt>
                <c:pt idx="1299">
                  <c:v>9.8543014197868892</c:v>
                </c:pt>
                <c:pt idx="1300">
                  <c:v>9.9830476341913492</c:v>
                </c:pt>
                <c:pt idx="1301">
                  <c:v>10.042974637012</c:v>
                </c:pt>
                <c:pt idx="1302">
                  <c:v>10.0890097516781</c:v>
                </c:pt>
                <c:pt idx="1303">
                  <c:v>10.334605825244299</c:v>
                </c:pt>
                <c:pt idx="1304">
                  <c:v>10.0890118217058</c:v>
                </c:pt>
                <c:pt idx="1305">
                  <c:v>9.9921664458681203</c:v>
                </c:pt>
                <c:pt idx="1306">
                  <c:v>9.8885735290328007</c:v>
                </c:pt>
                <c:pt idx="1307">
                  <c:v>9.9154694717907805</c:v>
                </c:pt>
                <c:pt idx="1308">
                  <c:v>9.8694911048923899</c:v>
                </c:pt>
                <c:pt idx="1309">
                  <c:v>9.8135542860615299</c:v>
                </c:pt>
                <c:pt idx="1310">
                  <c:v>9.7732236321139698</c:v>
                </c:pt>
                <c:pt idx="1311">
                  <c:v>9.7732236321139698</c:v>
                </c:pt>
                <c:pt idx="1312">
                  <c:v>9.7732236321139698</c:v>
                </c:pt>
                <c:pt idx="1313">
                  <c:v>9.7352132913341904</c:v>
                </c:pt>
                <c:pt idx="1314">
                  <c:v>9.5377382142179492</c:v>
                </c:pt>
                <c:pt idx="1315">
                  <c:v>9.4322762080711993</c:v>
                </c:pt>
                <c:pt idx="1316">
                  <c:v>9.4017228639844408</c:v>
                </c:pt>
                <c:pt idx="1317">
                  <c:v>9.4586771369774194</c:v>
                </c:pt>
                <c:pt idx="1318">
                  <c:v>9.5011583056539202</c:v>
                </c:pt>
                <c:pt idx="1319">
                  <c:v>9.3553150608410096</c:v>
                </c:pt>
                <c:pt idx="1320">
                  <c:v>9.2773360396983193</c:v>
                </c:pt>
                <c:pt idx="1321">
                  <c:v>9.2462980411129703</c:v>
                </c:pt>
                <c:pt idx="1322">
                  <c:v>9.2229075323682004</c:v>
                </c:pt>
                <c:pt idx="1323">
                  <c:v>9.3681999265089502</c:v>
                </c:pt>
                <c:pt idx="1324">
                  <c:v>9.3226461202100896</c:v>
                </c:pt>
                <c:pt idx="1325">
                  <c:v>9.2228423006209308</c:v>
                </c:pt>
                <c:pt idx="1326">
                  <c:v>9.1897685371394005</c:v>
                </c:pt>
                <c:pt idx="1327">
                  <c:v>9.1897685371394005</c:v>
                </c:pt>
                <c:pt idx="1328">
                  <c:v>9.2117823436266093</c:v>
                </c:pt>
                <c:pt idx="1329">
                  <c:v>9.2205154337340804</c:v>
                </c:pt>
                <c:pt idx="1330">
                  <c:v>9.2554757627190902</c:v>
                </c:pt>
                <c:pt idx="1331">
                  <c:v>9.2272310681137899</c:v>
                </c:pt>
                <c:pt idx="1332">
                  <c:v>9.1511623462459699</c:v>
                </c:pt>
                <c:pt idx="1333">
                  <c:v>9.1221079681473896</c:v>
                </c:pt>
                <c:pt idx="1334">
                  <c:v>9.0176073787624507</c:v>
                </c:pt>
                <c:pt idx="1335">
                  <c:v>8.9856002451126908</c:v>
                </c:pt>
                <c:pt idx="1336">
                  <c:v>8.9865207468845192</c:v>
                </c:pt>
                <c:pt idx="1337">
                  <c:v>9.0188701042176405</c:v>
                </c:pt>
                <c:pt idx="1338">
                  <c:v>9.0326154815229796</c:v>
                </c:pt>
                <c:pt idx="1339">
                  <c:v>9.0065837537058293</c:v>
                </c:pt>
                <c:pt idx="1340">
                  <c:v>8.9396596593583801</c:v>
                </c:pt>
                <c:pt idx="1341">
                  <c:v>9.0378554935656599</c:v>
                </c:pt>
                <c:pt idx="1342">
                  <c:v>9.2075508534856993</c:v>
                </c:pt>
                <c:pt idx="1343">
                  <c:v>9.2075508534856993</c:v>
                </c:pt>
                <c:pt idx="1344">
                  <c:v>9.1947813814088608</c:v>
                </c:pt>
                <c:pt idx="1345">
                  <c:v>9.1750020165412405</c:v>
                </c:pt>
                <c:pt idx="1346">
                  <c:v>9.3539267618798192</c:v>
                </c:pt>
                <c:pt idx="1347">
                  <c:v>9.3616147059031292</c:v>
                </c:pt>
                <c:pt idx="1348">
                  <c:v>9.4471150896093103</c:v>
                </c:pt>
                <c:pt idx="1349">
                  <c:v>9.6914660170812397</c:v>
                </c:pt>
                <c:pt idx="1350">
                  <c:v>9.6914660170812397</c:v>
                </c:pt>
                <c:pt idx="1351">
                  <c:v>9.6914660170812397</c:v>
                </c:pt>
                <c:pt idx="1352">
                  <c:v>9.8503455776629494</c:v>
                </c:pt>
                <c:pt idx="1353">
                  <c:v>9.9560187892200105</c:v>
                </c:pt>
                <c:pt idx="1354">
                  <c:v>9.9524980112222092</c:v>
                </c:pt>
                <c:pt idx="1355">
                  <c:v>9.8922066780077706</c:v>
                </c:pt>
                <c:pt idx="1356">
                  <c:v>9.9246879985705991</c:v>
                </c:pt>
                <c:pt idx="1357">
                  <c:v>9.7627283021879592</c:v>
                </c:pt>
                <c:pt idx="1358">
                  <c:v>9.7627283021879592</c:v>
                </c:pt>
                <c:pt idx="1359">
                  <c:v>10.132265878849999</c:v>
                </c:pt>
                <c:pt idx="1360">
                  <c:v>9.9749137128635592</c:v>
                </c:pt>
                <c:pt idx="1361">
                  <c:v>10.00174945134</c:v>
                </c:pt>
                <c:pt idx="1362">
                  <c:v>9.9660228912827602</c:v>
                </c:pt>
                <c:pt idx="1363">
                  <c:v>9.9660228912827602</c:v>
                </c:pt>
                <c:pt idx="1364">
                  <c:v>10.6290221098951</c:v>
                </c:pt>
                <c:pt idx="1365">
                  <c:v>10.2103521189771</c:v>
                </c:pt>
                <c:pt idx="1366">
                  <c:v>10.1763292576005</c:v>
                </c:pt>
                <c:pt idx="1367">
                  <c:v>10.080951341317199</c:v>
                </c:pt>
                <c:pt idx="1368">
                  <c:v>10.080951341317199</c:v>
                </c:pt>
                <c:pt idx="1369">
                  <c:v>9.9629269426442608</c:v>
                </c:pt>
                <c:pt idx="1370">
                  <c:v>9.8944305318134997</c:v>
                </c:pt>
                <c:pt idx="1371">
                  <c:v>9.8634821240814201</c:v>
                </c:pt>
                <c:pt idx="1372">
                  <c:v>9.8263530018045806</c:v>
                </c:pt>
                <c:pt idx="1373">
                  <c:v>9.7710904640761296</c:v>
                </c:pt>
                <c:pt idx="1374">
                  <c:v>9.6819207167393504</c:v>
                </c:pt>
                <c:pt idx="1375">
                  <c:v>9.7204139784369605</c:v>
                </c:pt>
                <c:pt idx="1376">
                  <c:v>9.7049451261779591</c:v>
                </c:pt>
                <c:pt idx="1377">
                  <c:v>9.7589842891955207</c:v>
                </c:pt>
                <c:pt idx="1378">
                  <c:v>9.8695854584696505</c:v>
                </c:pt>
                <c:pt idx="1379">
                  <c:v>9.8612073180071604</c:v>
                </c:pt>
                <c:pt idx="1380">
                  <c:v>9.7799625168827493</c:v>
                </c:pt>
                <c:pt idx="1381">
                  <c:v>9.6680927836457098</c:v>
                </c:pt>
                <c:pt idx="1382">
                  <c:v>9.5893338686075005</c:v>
                </c:pt>
                <c:pt idx="1383">
                  <c:v>9.5893338686075005</c:v>
                </c:pt>
                <c:pt idx="1384">
                  <c:v>9.5029160970921307</c:v>
                </c:pt>
                <c:pt idx="1385">
                  <c:v>9.4628250551210495</c:v>
                </c:pt>
                <c:pt idx="1386">
                  <c:v>9.4016214512466796</c:v>
                </c:pt>
                <c:pt idx="1387">
                  <c:v>9.3466734823028901</c:v>
                </c:pt>
                <c:pt idx="1388">
                  <c:v>9.4397709144873403</c:v>
                </c:pt>
                <c:pt idx="1389">
                  <c:v>9.5724583741668194</c:v>
                </c:pt>
                <c:pt idx="1390">
                  <c:v>9.5809898552950497</c:v>
                </c:pt>
                <c:pt idx="1391">
                  <c:v>9.4869945687152093</c:v>
                </c:pt>
                <c:pt idx="1392">
                  <c:v>9.4601286866374608</c:v>
                </c:pt>
                <c:pt idx="1393">
                  <c:v>9.4287378551405805</c:v>
                </c:pt>
                <c:pt idx="1394">
                  <c:v>9.4592786950022596</c:v>
                </c:pt>
                <c:pt idx="1395">
                  <c:v>9.5813495081097706</c:v>
                </c:pt>
                <c:pt idx="1396">
                  <c:v>9.5686486652907092</c:v>
                </c:pt>
                <c:pt idx="1397">
                  <c:v>9.5686486652907092</c:v>
                </c:pt>
                <c:pt idx="1398">
                  <c:v>9.6770967828342105</c:v>
                </c:pt>
                <c:pt idx="1399">
                  <c:v>9.6666945621687699</c:v>
                </c:pt>
                <c:pt idx="1400">
                  <c:v>9.6961740537848495</c:v>
                </c:pt>
                <c:pt idx="1401">
                  <c:v>9.6844189450914993</c:v>
                </c:pt>
                <c:pt idx="1402">
                  <c:v>9.7528139533921099</c:v>
                </c:pt>
                <c:pt idx="1403">
                  <c:v>9.7528139533921099</c:v>
                </c:pt>
                <c:pt idx="1404">
                  <c:v>9.8734140161484607</c:v>
                </c:pt>
                <c:pt idx="1405">
                  <c:v>10.062057461027299</c:v>
                </c:pt>
                <c:pt idx="1406">
                  <c:v>9.9669677003950401</c:v>
                </c:pt>
                <c:pt idx="1407">
                  <c:v>10.0519995867076</c:v>
                </c:pt>
                <c:pt idx="1408">
                  <c:v>10.058765450604501</c:v>
                </c:pt>
                <c:pt idx="1409">
                  <c:v>10.0736473108364</c:v>
                </c:pt>
                <c:pt idx="1410">
                  <c:v>10.148826028749999</c:v>
                </c:pt>
                <c:pt idx="1411">
                  <c:v>10.0694187179522</c:v>
                </c:pt>
                <c:pt idx="1412">
                  <c:v>10.0475047596282</c:v>
                </c:pt>
                <c:pt idx="1413">
                  <c:v>10.1045512293448</c:v>
                </c:pt>
                <c:pt idx="1414">
                  <c:v>10.078890967589</c:v>
                </c:pt>
                <c:pt idx="1415">
                  <c:v>10.078890967589</c:v>
                </c:pt>
                <c:pt idx="1416">
                  <c:v>9.9268289868618993</c:v>
                </c:pt>
                <c:pt idx="1417">
                  <c:v>9.8713524975450007</c:v>
                </c:pt>
                <c:pt idx="1418">
                  <c:v>9.9150130634895994</c:v>
                </c:pt>
                <c:pt idx="1419">
                  <c:v>9.9061078677763401</c:v>
                </c:pt>
                <c:pt idx="1420">
                  <c:v>10.108403481626</c:v>
                </c:pt>
                <c:pt idx="1421">
                  <c:v>10.065379697507201</c:v>
                </c:pt>
                <c:pt idx="1422">
                  <c:v>10.067818710758599</c:v>
                </c:pt>
                <c:pt idx="1423">
                  <c:v>10.101779960482601</c:v>
                </c:pt>
                <c:pt idx="1424">
                  <c:v>10.203362612893599</c:v>
                </c:pt>
                <c:pt idx="1425">
                  <c:v>10.122338517292301</c:v>
                </c:pt>
                <c:pt idx="1426">
                  <c:v>10.017176310713101</c:v>
                </c:pt>
                <c:pt idx="1427">
                  <c:v>9.8927891394671903</c:v>
                </c:pt>
                <c:pt idx="1428">
                  <c:v>9.9034773372980691</c:v>
                </c:pt>
                <c:pt idx="1429">
                  <c:v>9.7891507989369906</c:v>
                </c:pt>
                <c:pt idx="1430">
                  <c:v>9.8223441553475599</c:v>
                </c:pt>
                <c:pt idx="1431">
                  <c:v>9.7413898000703494</c:v>
                </c:pt>
                <c:pt idx="1432">
                  <c:v>9.7256537668526093</c:v>
                </c:pt>
                <c:pt idx="1433">
                  <c:v>9.5964859732801209</c:v>
                </c:pt>
                <c:pt idx="1434">
                  <c:v>9.5722058878232001</c:v>
                </c:pt>
                <c:pt idx="1435">
                  <c:v>9.5441656424797596</c:v>
                </c:pt>
                <c:pt idx="1436">
                  <c:v>9.5152209364952096</c:v>
                </c:pt>
                <c:pt idx="1437">
                  <c:v>9.5159843222276805</c:v>
                </c:pt>
                <c:pt idx="1438">
                  <c:v>9.4800847472169707</c:v>
                </c:pt>
                <c:pt idx="1439">
                  <c:v>9.4018216732669497</c:v>
                </c:pt>
                <c:pt idx="1440">
                  <c:v>9.4016934149640097</c:v>
                </c:pt>
                <c:pt idx="1441">
                  <c:v>9.3444758050903207</c:v>
                </c:pt>
                <c:pt idx="1442">
                  <c:v>9.3888653245553702</c:v>
                </c:pt>
                <c:pt idx="1443">
                  <c:v>9.3888653245553702</c:v>
                </c:pt>
                <c:pt idx="1444">
                  <c:v>9.3838879551454699</c:v>
                </c:pt>
                <c:pt idx="1445">
                  <c:v>9.2984642422558501</c:v>
                </c:pt>
                <c:pt idx="1446">
                  <c:v>9.3118778295241107</c:v>
                </c:pt>
                <c:pt idx="1447">
                  <c:v>9.2636733222986098</c:v>
                </c:pt>
                <c:pt idx="1448">
                  <c:v>9.1663208879409392</c:v>
                </c:pt>
                <c:pt idx="1449">
                  <c:v>9.2306641529991698</c:v>
                </c:pt>
                <c:pt idx="1450">
                  <c:v>9.1830775813263905</c:v>
                </c:pt>
                <c:pt idx="1451">
                  <c:v>9.1642271786974696</c:v>
                </c:pt>
                <c:pt idx="1452">
                  <c:v>9.1138648065771495</c:v>
                </c:pt>
                <c:pt idx="1453">
                  <c:v>8.9567793235563098</c:v>
                </c:pt>
                <c:pt idx="1454">
                  <c:v>8.9597034943505101</c:v>
                </c:pt>
                <c:pt idx="1455">
                  <c:v>8.91675985207916</c:v>
                </c:pt>
                <c:pt idx="1456">
                  <c:v>8.8657790719893708</c:v>
                </c:pt>
                <c:pt idx="1457">
                  <c:v>8.8608558607797701</c:v>
                </c:pt>
                <c:pt idx="1458">
                  <c:v>8.8608558607797701</c:v>
                </c:pt>
                <c:pt idx="1459">
                  <c:v>8.8119740900206605</c:v>
                </c:pt>
                <c:pt idx="1460">
                  <c:v>8.7269140377840593</c:v>
                </c:pt>
                <c:pt idx="1461">
                  <c:v>8.7111114564212109</c:v>
                </c:pt>
                <c:pt idx="1462">
                  <c:v>8.6010762791215694</c:v>
                </c:pt>
                <c:pt idx="1463">
                  <c:v>8.6196192258595694</c:v>
                </c:pt>
                <c:pt idx="1464">
                  <c:v>8.5461588204679906</c:v>
                </c:pt>
                <c:pt idx="1465">
                  <c:v>8.5091711097970393</c:v>
                </c:pt>
                <c:pt idx="1466">
                  <c:v>8.5038625092033797</c:v>
                </c:pt>
                <c:pt idx="1467">
                  <c:v>8.3875923486449704</c:v>
                </c:pt>
                <c:pt idx="1468">
                  <c:v>8.3875923486449704</c:v>
                </c:pt>
                <c:pt idx="1469">
                  <c:v>8.5022568466000905</c:v>
                </c:pt>
                <c:pt idx="1470">
                  <c:v>8.5479071235383906</c:v>
                </c:pt>
                <c:pt idx="1471">
                  <c:v>8.5150199379989999</c:v>
                </c:pt>
                <c:pt idx="1472">
                  <c:v>8.4767793537119491</c:v>
                </c:pt>
                <c:pt idx="1473">
                  <c:v>8.4636388957981499</c:v>
                </c:pt>
                <c:pt idx="1474">
                  <c:v>8.28921217345383</c:v>
                </c:pt>
                <c:pt idx="1475">
                  <c:v>8.2986400990310205</c:v>
                </c:pt>
                <c:pt idx="1476">
                  <c:v>8.3125650844344801</c:v>
                </c:pt>
                <c:pt idx="1477">
                  <c:v>8.3175755152466504</c:v>
                </c:pt>
                <c:pt idx="1478">
                  <c:v>8.3180381327275903</c:v>
                </c:pt>
                <c:pt idx="1479">
                  <c:v>8.2776169901639491</c:v>
                </c:pt>
                <c:pt idx="1480">
                  <c:v>8.3044063858775896</c:v>
                </c:pt>
                <c:pt idx="1481">
                  <c:v>8.2572202828881291</c:v>
                </c:pt>
                <c:pt idx="1482">
                  <c:v>8.4987316034308105</c:v>
                </c:pt>
                <c:pt idx="1483">
                  <c:v>8.5807528366381192</c:v>
                </c:pt>
                <c:pt idx="1484">
                  <c:v>8.5807528366381192</c:v>
                </c:pt>
                <c:pt idx="1485">
                  <c:v>8.5560051027026294</c:v>
                </c:pt>
                <c:pt idx="1486">
                  <c:v>8.3890612261732809</c:v>
                </c:pt>
                <c:pt idx="1487">
                  <c:v>8.4887021050674694</c:v>
                </c:pt>
                <c:pt idx="1488">
                  <c:v>8.4488517246269303</c:v>
                </c:pt>
                <c:pt idx="1489">
                  <c:v>8.5739718388871999</c:v>
                </c:pt>
                <c:pt idx="1490">
                  <c:v>8.6794750193274801</c:v>
                </c:pt>
                <c:pt idx="1491">
                  <c:v>8.6778890200320706</c:v>
                </c:pt>
                <c:pt idx="1492">
                  <c:v>8.74533954410545</c:v>
                </c:pt>
                <c:pt idx="1493">
                  <c:v>8.9943130603597901</c:v>
                </c:pt>
                <c:pt idx="1494">
                  <c:v>8.8204497734324594</c:v>
                </c:pt>
                <c:pt idx="1495">
                  <c:v>8.9215264831269501</c:v>
                </c:pt>
                <c:pt idx="1496">
                  <c:v>8.7196079391114392</c:v>
                </c:pt>
                <c:pt idx="1497">
                  <c:v>8.7196079391114392</c:v>
                </c:pt>
                <c:pt idx="1498">
                  <c:v>8.7991894400784396</c:v>
                </c:pt>
                <c:pt idx="1499">
                  <c:v>8.8248366672315193</c:v>
                </c:pt>
                <c:pt idx="1500">
                  <c:v>8.9446357132422403</c:v>
                </c:pt>
                <c:pt idx="1501">
                  <c:v>8.9446357132422403</c:v>
                </c:pt>
                <c:pt idx="1502">
                  <c:v>8.9446357132422403</c:v>
                </c:pt>
                <c:pt idx="1503">
                  <c:v>9.02968600281433</c:v>
                </c:pt>
                <c:pt idx="1504">
                  <c:v>8.9585040965339395</c:v>
                </c:pt>
                <c:pt idx="1505">
                  <c:v>8.9504900974874904</c:v>
                </c:pt>
                <c:pt idx="1506">
                  <c:v>9.07217093008029</c:v>
                </c:pt>
                <c:pt idx="1507">
                  <c:v>8.9821597955665897</c:v>
                </c:pt>
                <c:pt idx="1508">
                  <c:v>8.9821597955665897</c:v>
                </c:pt>
                <c:pt idx="1509">
                  <c:v>8.9814003873459498</c:v>
                </c:pt>
                <c:pt idx="1510">
                  <c:v>9.2095584927841205</c:v>
                </c:pt>
                <c:pt idx="1511">
                  <c:v>9.1520885967836794</c:v>
                </c:pt>
                <c:pt idx="1512">
                  <c:v>9.2546629502234996</c:v>
                </c:pt>
                <c:pt idx="1513">
                  <c:v>9.1280110275477409</c:v>
                </c:pt>
                <c:pt idx="1514">
                  <c:v>9.0352970096219298</c:v>
                </c:pt>
                <c:pt idx="1515">
                  <c:v>9.0599647666955594</c:v>
                </c:pt>
                <c:pt idx="1516">
                  <c:v>8.9945612366524905</c:v>
                </c:pt>
                <c:pt idx="1517">
                  <c:v>8.9383254926147604</c:v>
                </c:pt>
                <c:pt idx="1518">
                  <c:v>8.9615416441542806</c:v>
                </c:pt>
                <c:pt idx="1519">
                  <c:v>8.9500194097047707</c:v>
                </c:pt>
                <c:pt idx="1520">
                  <c:v>9.1300863652106408</c:v>
                </c:pt>
                <c:pt idx="1521">
                  <c:v>9.2100466901458695</c:v>
                </c:pt>
                <c:pt idx="1522">
                  <c:v>9.2027489847425006</c:v>
                </c:pt>
                <c:pt idx="1523">
                  <c:v>9.2873097192804206</c:v>
                </c:pt>
                <c:pt idx="1524">
                  <c:v>9.4659254624897304</c:v>
                </c:pt>
                <c:pt idx="1525">
                  <c:v>9.4460887253079608</c:v>
                </c:pt>
                <c:pt idx="1526">
                  <c:v>9.5031439374262998</c:v>
                </c:pt>
                <c:pt idx="1527">
                  <c:v>9.4959083253640006</c:v>
                </c:pt>
                <c:pt idx="1528">
                  <c:v>9.4296406376603894</c:v>
                </c:pt>
                <c:pt idx="1529">
                  <c:v>9.3444741734592593</c:v>
                </c:pt>
                <c:pt idx="1530">
                  <c:v>9.3910908221247098</c:v>
                </c:pt>
                <c:pt idx="1531">
                  <c:v>9.3375109814229305</c:v>
                </c:pt>
                <c:pt idx="1532">
                  <c:v>9.3498213881116996</c:v>
                </c:pt>
                <c:pt idx="1533">
                  <c:v>9.3844971461674707</c:v>
                </c:pt>
                <c:pt idx="1534">
                  <c:v>9.5913358262014103</c:v>
                </c:pt>
                <c:pt idx="1535">
                  <c:v>9.5113136878188005</c:v>
                </c:pt>
                <c:pt idx="1536">
                  <c:v>9.6018267963412693</c:v>
                </c:pt>
                <c:pt idx="1537">
                  <c:v>9.6902530132296096</c:v>
                </c:pt>
                <c:pt idx="1538">
                  <c:v>9.6916405457280508</c:v>
                </c:pt>
                <c:pt idx="1539">
                  <c:v>9.6951771559628597</c:v>
                </c:pt>
                <c:pt idx="1540">
                  <c:v>9.6695981398175306</c:v>
                </c:pt>
                <c:pt idx="1541">
                  <c:v>9.6963738960686303</c:v>
                </c:pt>
                <c:pt idx="1542">
                  <c:v>9.6950696103542509</c:v>
                </c:pt>
                <c:pt idx="1543">
                  <c:v>9.5633646050431</c:v>
                </c:pt>
                <c:pt idx="1544">
                  <c:v>9.5533254290966401</c:v>
                </c:pt>
                <c:pt idx="1545">
                  <c:v>9.5140968921291194</c:v>
                </c:pt>
                <c:pt idx="1546">
                  <c:v>9.6293819664164797</c:v>
                </c:pt>
                <c:pt idx="1547">
                  <c:v>9.4912952037967706</c:v>
                </c:pt>
                <c:pt idx="1548">
                  <c:v>9.4679918989544607</c:v>
                </c:pt>
                <c:pt idx="1549">
                  <c:v>9.5871532786769293</c:v>
                </c:pt>
                <c:pt idx="1550">
                  <c:v>9.5597648025022703</c:v>
                </c:pt>
                <c:pt idx="1551">
                  <c:v>9.4935147970046696</c:v>
                </c:pt>
                <c:pt idx="1552">
                  <c:v>9.4368425156756501</c:v>
                </c:pt>
                <c:pt idx="1553">
                  <c:v>9.4032736025222796</c:v>
                </c:pt>
                <c:pt idx="1554">
                  <c:v>9.36096093340959</c:v>
                </c:pt>
                <c:pt idx="1555">
                  <c:v>9.3143403008374701</c:v>
                </c:pt>
                <c:pt idx="1556">
                  <c:v>9.3948728061854592</c:v>
                </c:pt>
                <c:pt idx="1557">
                  <c:v>9.4185894313077796</c:v>
                </c:pt>
                <c:pt idx="1558">
                  <c:v>9.4185894313077796</c:v>
                </c:pt>
                <c:pt idx="1559">
                  <c:v>9.3859386751774601</c:v>
                </c:pt>
                <c:pt idx="1560">
                  <c:v>9.3604696045252602</c:v>
                </c:pt>
                <c:pt idx="1561">
                  <c:v>9.3864330940364802</c:v>
                </c:pt>
                <c:pt idx="1562">
                  <c:v>9.4291002285837298</c:v>
                </c:pt>
                <c:pt idx="1563">
                  <c:v>9.3766418803052307</c:v>
                </c:pt>
                <c:pt idx="1564">
                  <c:v>9.3803013017028203</c:v>
                </c:pt>
                <c:pt idx="1565">
                  <c:v>9.4138567032403699</c:v>
                </c:pt>
                <c:pt idx="1566">
                  <c:v>9.4138567032403699</c:v>
                </c:pt>
                <c:pt idx="1567">
                  <c:v>9.4138567032403699</c:v>
                </c:pt>
                <c:pt idx="1568">
                  <c:v>9.3501480936952692</c:v>
                </c:pt>
                <c:pt idx="1569">
                  <c:v>9.1966671003761693</c:v>
                </c:pt>
                <c:pt idx="1570">
                  <c:v>9.0578704436904101</c:v>
                </c:pt>
                <c:pt idx="1571">
                  <c:v>9.0934104679024301</c:v>
                </c:pt>
                <c:pt idx="1572">
                  <c:v>9.0135619843163504</c:v>
                </c:pt>
                <c:pt idx="1573">
                  <c:v>8.9575384319908604</c:v>
                </c:pt>
                <c:pt idx="1574">
                  <c:v>9.0365046581255406</c:v>
                </c:pt>
                <c:pt idx="1575">
                  <c:v>8.9790609964592107</c:v>
                </c:pt>
                <c:pt idx="1576">
                  <c:v>8.9190400519832505</c:v>
                </c:pt>
                <c:pt idx="1577">
                  <c:v>8.9062051787962595</c:v>
                </c:pt>
                <c:pt idx="1578">
                  <c:v>8.8649209769829707</c:v>
                </c:pt>
                <c:pt idx="1579">
                  <c:v>8.8035670924544007</c:v>
                </c:pt>
                <c:pt idx="1580">
                  <c:v>8.8204001328461796</c:v>
                </c:pt>
                <c:pt idx="1581">
                  <c:v>8.8354471913264891</c:v>
                </c:pt>
                <c:pt idx="1582">
                  <c:v>8.8631146808006793</c:v>
                </c:pt>
                <c:pt idx="1583">
                  <c:v>8.8273427008213901</c:v>
                </c:pt>
                <c:pt idx="1584">
                  <c:v>8.9062090417606203</c:v>
                </c:pt>
                <c:pt idx="1585">
                  <c:v>8.9258983903521205</c:v>
                </c:pt>
                <c:pt idx="1586">
                  <c:v>8.8519056970780898</c:v>
                </c:pt>
                <c:pt idx="1587">
                  <c:v>8.8592180917609404</c:v>
                </c:pt>
                <c:pt idx="1588">
                  <c:v>8.5361335363126294</c:v>
                </c:pt>
                <c:pt idx="1589">
                  <c:v>8.4991606377004896</c:v>
                </c:pt>
                <c:pt idx="1590">
                  <c:v>8.57678673862865</c:v>
                </c:pt>
                <c:pt idx="1591">
                  <c:v>8.6956844277773104</c:v>
                </c:pt>
                <c:pt idx="1592">
                  <c:v>8.8101683431781499</c:v>
                </c:pt>
                <c:pt idx="1593">
                  <c:v>8.6584023310440408</c:v>
                </c:pt>
                <c:pt idx="1594">
                  <c:v>8.6960254198942408</c:v>
                </c:pt>
                <c:pt idx="1595">
                  <c:v>8.6054720934882791</c:v>
                </c:pt>
                <c:pt idx="1596">
                  <c:v>8.6377259977312697</c:v>
                </c:pt>
                <c:pt idx="1597">
                  <c:v>8.8013603767497095</c:v>
                </c:pt>
                <c:pt idx="1598">
                  <c:v>8.8013603767497095</c:v>
                </c:pt>
                <c:pt idx="1599">
                  <c:v>8.8912506357339698</c:v>
                </c:pt>
                <c:pt idx="1600">
                  <c:v>8.8926726534468692</c:v>
                </c:pt>
                <c:pt idx="1601">
                  <c:v>8.8812692468741101</c:v>
                </c:pt>
                <c:pt idx="1602">
                  <c:v>8.7889975964517202</c:v>
                </c:pt>
                <c:pt idx="1603">
                  <c:v>8.6573467441052596</c:v>
                </c:pt>
                <c:pt idx="1604">
                  <c:v>8.6840851668075203</c:v>
                </c:pt>
                <c:pt idx="1605">
                  <c:v>8.6166840320118592</c:v>
                </c:pt>
                <c:pt idx="1606">
                  <c:v>8.5575881476273903</c:v>
                </c:pt>
                <c:pt idx="1607">
                  <c:v>8.6353506163090401</c:v>
                </c:pt>
                <c:pt idx="1608">
                  <c:v>8.6144344246334406</c:v>
                </c:pt>
                <c:pt idx="1609">
                  <c:v>8.54147671742375</c:v>
                </c:pt>
                <c:pt idx="1610">
                  <c:v>8.4936642610878206</c:v>
                </c:pt>
                <c:pt idx="1611">
                  <c:v>8.4960370030469896</c:v>
                </c:pt>
                <c:pt idx="1612">
                  <c:v>8.5172895961822608</c:v>
                </c:pt>
                <c:pt idx="1613">
                  <c:v>8.5172895961822608</c:v>
                </c:pt>
                <c:pt idx="1614">
                  <c:v>8.5010200487905703</c:v>
                </c:pt>
                <c:pt idx="1615">
                  <c:v>8.5612625944999401</c:v>
                </c:pt>
                <c:pt idx="1616">
                  <c:v>8.5414697698554196</c:v>
                </c:pt>
                <c:pt idx="1617">
                  <c:v>8.5672377189027102</c:v>
                </c:pt>
                <c:pt idx="1618">
                  <c:v>8.5672377189027102</c:v>
                </c:pt>
                <c:pt idx="1619">
                  <c:v>8.4667845041203105</c:v>
                </c:pt>
                <c:pt idx="1620">
                  <c:v>8.5244056410168394</c:v>
                </c:pt>
                <c:pt idx="1621">
                  <c:v>8.5441744385204093</c:v>
                </c:pt>
                <c:pt idx="1622">
                  <c:v>8.6164825607975892</c:v>
                </c:pt>
                <c:pt idx="1623">
                  <c:v>8.4832596789240107</c:v>
                </c:pt>
                <c:pt idx="1624">
                  <c:v>8.5095905322244807</c:v>
                </c:pt>
                <c:pt idx="1625">
                  <c:v>8.5175583815097795</c:v>
                </c:pt>
                <c:pt idx="1626">
                  <c:v>8.4885375980102804</c:v>
                </c:pt>
                <c:pt idx="1627">
                  <c:v>8.44803469063066</c:v>
                </c:pt>
                <c:pt idx="1628">
                  <c:v>8.4246983168720408</c:v>
                </c:pt>
                <c:pt idx="1629">
                  <c:v>8.3948195826189398</c:v>
                </c:pt>
                <c:pt idx="1630">
                  <c:v>8.3764295529547006</c:v>
                </c:pt>
                <c:pt idx="1631">
                  <c:v>8.2490083247009007</c:v>
                </c:pt>
                <c:pt idx="1632">
                  <c:v>8.2629242326500894</c:v>
                </c:pt>
                <c:pt idx="1633">
                  <c:v>8.2629242326500894</c:v>
                </c:pt>
                <c:pt idx="1634">
                  <c:v>8.2560834418512599</c:v>
                </c:pt>
                <c:pt idx="1635">
                  <c:v>8.3048034924902794</c:v>
                </c:pt>
                <c:pt idx="1636">
                  <c:v>8.2177201617577609</c:v>
                </c:pt>
                <c:pt idx="1637">
                  <c:v>8.2124714262544902</c:v>
                </c:pt>
                <c:pt idx="1638">
                  <c:v>8.16212217003695</c:v>
                </c:pt>
                <c:pt idx="1639">
                  <c:v>8.1127962655330599</c:v>
                </c:pt>
                <c:pt idx="1640">
                  <c:v>8.0812515448570093</c:v>
                </c:pt>
                <c:pt idx="1641">
                  <c:v>8.0408677661244798</c:v>
                </c:pt>
                <c:pt idx="1642">
                  <c:v>8.0173785095114294</c:v>
                </c:pt>
                <c:pt idx="1643">
                  <c:v>7.9198007544471798</c:v>
                </c:pt>
                <c:pt idx="1644">
                  <c:v>7.9198007544471798</c:v>
                </c:pt>
                <c:pt idx="1645">
                  <c:v>7.9139442201227199</c:v>
                </c:pt>
                <c:pt idx="1646">
                  <c:v>8.0331940578334198</c:v>
                </c:pt>
                <c:pt idx="1647">
                  <c:v>8.1092569608605292</c:v>
                </c:pt>
                <c:pt idx="1648">
                  <c:v>8.1372280830911805</c:v>
                </c:pt>
                <c:pt idx="1649">
                  <c:v>8.1364901750551102</c:v>
                </c:pt>
                <c:pt idx="1650">
                  <c:v>8.1012558646073103</c:v>
                </c:pt>
                <c:pt idx="1651">
                  <c:v>8.0157851285307107</c:v>
                </c:pt>
                <c:pt idx="1652">
                  <c:v>7.9454754132929404</c:v>
                </c:pt>
                <c:pt idx="1653">
                  <c:v>7.9288858866252001</c:v>
                </c:pt>
                <c:pt idx="1654">
                  <c:v>7.9288442529614898</c:v>
                </c:pt>
                <c:pt idx="1655">
                  <c:v>7.8692605756688003</c:v>
                </c:pt>
                <c:pt idx="1656">
                  <c:v>7.8421289190676102</c:v>
                </c:pt>
                <c:pt idx="1657">
                  <c:v>7.7049460636154299</c:v>
                </c:pt>
                <c:pt idx="1658">
                  <c:v>7.6735075982946901</c:v>
                </c:pt>
                <c:pt idx="1659">
                  <c:v>7.6712944366656401</c:v>
                </c:pt>
                <c:pt idx="1660">
                  <c:v>7.6759477129927598</c:v>
                </c:pt>
                <c:pt idx="1661">
                  <c:v>7.7483249151461804</c:v>
                </c:pt>
                <c:pt idx="1662">
                  <c:v>7.7793637805579499</c:v>
                </c:pt>
                <c:pt idx="1663">
                  <c:v>7.7793637805579499</c:v>
                </c:pt>
                <c:pt idx="1664">
                  <c:v>7.7014449909613303</c:v>
                </c:pt>
                <c:pt idx="1665">
                  <c:v>7.6172694651416197</c:v>
                </c:pt>
                <c:pt idx="1666">
                  <c:v>7.5791571748910904</c:v>
                </c:pt>
                <c:pt idx="1667">
                  <c:v>7.5677740522705497</c:v>
                </c:pt>
                <c:pt idx="1668">
                  <c:v>7.6078745604801501</c:v>
                </c:pt>
                <c:pt idx="1669">
                  <c:v>7.6200377283290202</c:v>
                </c:pt>
                <c:pt idx="1670">
                  <c:v>7.5971470701473498</c:v>
                </c:pt>
                <c:pt idx="1671">
                  <c:v>7.5785850064546603</c:v>
                </c:pt>
                <c:pt idx="1672">
                  <c:v>7.5984575115297801</c:v>
                </c:pt>
                <c:pt idx="1673">
                  <c:v>7.5382121379037601</c:v>
                </c:pt>
                <c:pt idx="1674">
                  <c:v>7.5977579257058503</c:v>
                </c:pt>
                <c:pt idx="1675">
                  <c:v>7.5760680519056596</c:v>
                </c:pt>
                <c:pt idx="1676">
                  <c:v>7.5668892245189001</c:v>
                </c:pt>
                <c:pt idx="1677">
                  <c:v>7.5752879552639598</c:v>
                </c:pt>
                <c:pt idx="1678">
                  <c:v>7.5762955360261701</c:v>
                </c:pt>
                <c:pt idx="1679">
                  <c:v>7.6982852110443396</c:v>
                </c:pt>
                <c:pt idx="1680">
                  <c:v>7.7188615296699599</c:v>
                </c:pt>
                <c:pt idx="1681">
                  <c:v>7.8588995554210497</c:v>
                </c:pt>
                <c:pt idx="1682">
                  <c:v>7.9132145525195901</c:v>
                </c:pt>
                <c:pt idx="1683">
                  <c:v>7.9282380734505704</c:v>
                </c:pt>
                <c:pt idx="1684">
                  <c:v>7.8635472841759704</c:v>
                </c:pt>
                <c:pt idx="1685">
                  <c:v>7.82140607038792</c:v>
                </c:pt>
                <c:pt idx="1686">
                  <c:v>7.7378443427029699</c:v>
                </c:pt>
                <c:pt idx="1687">
                  <c:v>7.6885049892125004</c:v>
                </c:pt>
                <c:pt idx="1688">
                  <c:v>7.6706130523164999</c:v>
                </c:pt>
                <c:pt idx="1689">
                  <c:v>7.7044080069637104</c:v>
                </c:pt>
                <c:pt idx="1690">
                  <c:v>7.7860348756270596</c:v>
                </c:pt>
                <c:pt idx="1691">
                  <c:v>7.7824047479810003</c:v>
                </c:pt>
                <c:pt idx="1692">
                  <c:v>7.8129768919847598</c:v>
                </c:pt>
                <c:pt idx="1693">
                  <c:v>7.7712982259597903</c:v>
                </c:pt>
                <c:pt idx="1694">
                  <c:v>7.7217372788705596</c:v>
                </c:pt>
                <c:pt idx="1695">
                  <c:v>7.7225098138682498</c:v>
                </c:pt>
                <c:pt idx="1696">
                  <c:v>7.8969500808441504</c:v>
                </c:pt>
                <c:pt idx="1697">
                  <c:v>7.8363002268813604</c:v>
                </c:pt>
                <c:pt idx="1698">
                  <c:v>7.8111588883769496</c:v>
                </c:pt>
                <c:pt idx="1699">
                  <c:v>7.8681947446406397</c:v>
                </c:pt>
                <c:pt idx="1700">
                  <c:v>7.79570441182336</c:v>
                </c:pt>
                <c:pt idx="1701">
                  <c:v>7.7407543869577404</c:v>
                </c:pt>
                <c:pt idx="1702">
                  <c:v>7.6329973356506997</c:v>
                </c:pt>
                <c:pt idx="1703">
                  <c:v>7.5863689704389801</c:v>
                </c:pt>
                <c:pt idx="1704">
                  <c:v>7.5707174474643901</c:v>
                </c:pt>
                <c:pt idx="1705">
                  <c:v>7.6241435300573404</c:v>
                </c:pt>
                <c:pt idx="1706">
                  <c:v>7.5598047441379101</c:v>
                </c:pt>
                <c:pt idx="1707">
                  <c:v>7.5876607375180702</c:v>
                </c:pt>
                <c:pt idx="1708">
                  <c:v>7.5876607375180702</c:v>
                </c:pt>
                <c:pt idx="1709">
                  <c:v>7.6148596772928201</c:v>
                </c:pt>
                <c:pt idx="1710">
                  <c:v>7.6001845260829501</c:v>
                </c:pt>
                <c:pt idx="1711">
                  <c:v>7.6075645315385803</c:v>
                </c:pt>
                <c:pt idx="1712">
                  <c:v>7.5164829189494702</c:v>
                </c:pt>
                <c:pt idx="1713">
                  <c:v>7.5042532160568101</c:v>
                </c:pt>
                <c:pt idx="1714">
                  <c:v>7.6090513503159203</c:v>
                </c:pt>
                <c:pt idx="1715">
                  <c:v>7.5357645752197104</c:v>
                </c:pt>
                <c:pt idx="1716">
                  <c:v>7.5113273658893203</c:v>
                </c:pt>
                <c:pt idx="1717">
                  <c:v>7.5042748109105402</c:v>
                </c:pt>
                <c:pt idx="1718">
                  <c:v>7.5042748109105402</c:v>
                </c:pt>
                <c:pt idx="1719">
                  <c:v>7.5539991450580004</c:v>
                </c:pt>
                <c:pt idx="1720">
                  <c:v>7.6678698776901504</c:v>
                </c:pt>
                <c:pt idx="1721">
                  <c:v>7.6382554988625397</c:v>
                </c:pt>
                <c:pt idx="1722">
                  <c:v>7.5811357529538501</c:v>
                </c:pt>
                <c:pt idx="1723">
                  <c:v>7.5320477235326297</c:v>
                </c:pt>
                <c:pt idx="1724">
                  <c:v>7.5170832580465401</c:v>
                </c:pt>
                <c:pt idx="1725">
                  <c:v>7.5471806279985802</c:v>
                </c:pt>
                <c:pt idx="1726">
                  <c:v>7.6458174918894297</c:v>
                </c:pt>
                <c:pt idx="1727">
                  <c:v>7.9208134664003902</c:v>
                </c:pt>
                <c:pt idx="1728">
                  <c:v>7.9208134664003902</c:v>
                </c:pt>
                <c:pt idx="1729">
                  <c:v>7.9556377742611</c:v>
                </c:pt>
                <c:pt idx="1730">
                  <c:v>7.8942504030208296</c:v>
                </c:pt>
                <c:pt idx="1731">
                  <c:v>7.87011489008112</c:v>
                </c:pt>
                <c:pt idx="1732">
                  <c:v>7.9807058065865197</c:v>
                </c:pt>
                <c:pt idx="1733">
                  <c:v>7.9765833322217103</c:v>
                </c:pt>
                <c:pt idx="1734">
                  <c:v>8.0791321455497798</c:v>
                </c:pt>
                <c:pt idx="1735">
                  <c:v>7.9707668671099698</c:v>
                </c:pt>
                <c:pt idx="1736">
                  <c:v>8.0588628683243009</c:v>
                </c:pt>
                <c:pt idx="1737">
                  <c:v>8.0862802118598491</c:v>
                </c:pt>
                <c:pt idx="1738">
                  <c:v>8.1281416574574905</c:v>
                </c:pt>
                <c:pt idx="1739">
                  <c:v>8.2172115307342892</c:v>
                </c:pt>
                <c:pt idx="1740">
                  <c:v>8.1688752988721909</c:v>
                </c:pt>
                <c:pt idx="1741">
                  <c:v>8.0978052782511298</c:v>
                </c:pt>
                <c:pt idx="1742">
                  <c:v>8.0178592024326001</c:v>
                </c:pt>
                <c:pt idx="1743">
                  <c:v>7.98777929344614</c:v>
                </c:pt>
                <c:pt idx="1744">
                  <c:v>7.98601183512136</c:v>
                </c:pt>
                <c:pt idx="1745">
                  <c:v>7.98601183512136</c:v>
                </c:pt>
                <c:pt idx="1746">
                  <c:v>8.1137725844331605</c:v>
                </c:pt>
                <c:pt idx="1747">
                  <c:v>8.1300056651351102</c:v>
                </c:pt>
                <c:pt idx="1748">
                  <c:v>8.2501108409400601</c:v>
                </c:pt>
                <c:pt idx="1749">
                  <c:v>8.2422300530678392</c:v>
                </c:pt>
                <c:pt idx="1750">
                  <c:v>8.1661995103640308</c:v>
                </c:pt>
                <c:pt idx="1751">
                  <c:v>8.2687236434068208</c:v>
                </c:pt>
                <c:pt idx="1752">
                  <c:v>8.2236000724813501</c:v>
                </c:pt>
                <c:pt idx="1753">
                  <c:v>8.2188265822727296</c:v>
                </c:pt>
                <c:pt idx="1754">
                  <c:v>8.2571643680012006</c:v>
                </c:pt>
                <c:pt idx="1755">
                  <c:v>8.2434194381383605</c:v>
                </c:pt>
                <c:pt idx="1756">
                  <c:v>8.2720451687122996</c:v>
                </c:pt>
                <c:pt idx="1757">
                  <c:v>8.0835964140236403</c:v>
                </c:pt>
                <c:pt idx="1758">
                  <c:v>8.2707054438783594</c:v>
                </c:pt>
                <c:pt idx="1759">
                  <c:v>8.2319135245673998</c:v>
                </c:pt>
                <c:pt idx="1760">
                  <c:v>8.2554339240248495</c:v>
                </c:pt>
                <c:pt idx="1761">
                  <c:v>8.2607568531040005</c:v>
                </c:pt>
                <c:pt idx="1762">
                  <c:v>8.2607568531040005</c:v>
                </c:pt>
                <c:pt idx="1763">
                  <c:v>8.2924324007626602</c:v>
                </c:pt>
                <c:pt idx="1764">
                  <c:v>8.3799063007055299</c:v>
                </c:pt>
                <c:pt idx="1765">
                  <c:v>8.41652089600721</c:v>
                </c:pt>
                <c:pt idx="1766">
                  <c:v>8.4664578364327099</c:v>
                </c:pt>
                <c:pt idx="1767">
                  <c:v>8.3757647973434608</c:v>
                </c:pt>
                <c:pt idx="1768">
                  <c:v>8.3757647973434608</c:v>
                </c:pt>
                <c:pt idx="1769">
                  <c:v>8.3430571510032703</c:v>
                </c:pt>
                <c:pt idx="1770">
                  <c:v>8.2717198516394905</c:v>
                </c:pt>
                <c:pt idx="1771">
                  <c:v>8.2207271873268599</c:v>
                </c:pt>
                <c:pt idx="1772">
                  <c:v>8.2648231280512299</c:v>
                </c:pt>
                <c:pt idx="1773">
                  <c:v>8.3849905341800692</c:v>
                </c:pt>
                <c:pt idx="1774">
                  <c:v>8.4418986601648101</c:v>
                </c:pt>
                <c:pt idx="1775">
                  <c:v>8.4018587927267596</c:v>
                </c:pt>
                <c:pt idx="1776">
                  <c:v>8.4508790390180195</c:v>
                </c:pt>
                <c:pt idx="1777">
                  <c:v>8.4454728612485095</c:v>
                </c:pt>
                <c:pt idx="1778">
                  <c:v>8.4753369814725303</c:v>
                </c:pt>
                <c:pt idx="1779">
                  <c:v>8.4598767865387092</c:v>
                </c:pt>
                <c:pt idx="1780">
                  <c:v>8.4065882077562009</c:v>
                </c:pt>
                <c:pt idx="1781">
                  <c:v>8.43008643320014</c:v>
                </c:pt>
                <c:pt idx="1782">
                  <c:v>8.4614548957725599</c:v>
                </c:pt>
                <c:pt idx="1783">
                  <c:v>8.5143946049124501</c:v>
                </c:pt>
                <c:pt idx="1784">
                  <c:v>8.5443037607043806</c:v>
                </c:pt>
                <c:pt idx="1785">
                  <c:v>8.5408599397699998</c:v>
                </c:pt>
                <c:pt idx="1786">
                  <c:v>8.5428646528889995</c:v>
                </c:pt>
                <c:pt idx="1787">
                  <c:v>8.5675499271921698</c:v>
                </c:pt>
                <c:pt idx="1788">
                  <c:v>8.6314864059937104</c:v>
                </c:pt>
                <c:pt idx="1789">
                  <c:v>8.7653896612928204</c:v>
                </c:pt>
                <c:pt idx="1790">
                  <c:v>8.7696852369344303</c:v>
                </c:pt>
                <c:pt idx="1791">
                  <c:v>8.7256149806469399</c:v>
                </c:pt>
                <c:pt idx="1792">
                  <c:v>8.69194711857714</c:v>
                </c:pt>
                <c:pt idx="1793">
                  <c:v>8.8009288844064208</c:v>
                </c:pt>
                <c:pt idx="1794">
                  <c:v>8.8671520029073694</c:v>
                </c:pt>
                <c:pt idx="1795">
                  <c:v>8.8398383688670297</c:v>
                </c:pt>
                <c:pt idx="1796">
                  <c:v>8.8446535588131194</c:v>
                </c:pt>
                <c:pt idx="1797">
                  <c:v>8.8716105459783492</c:v>
                </c:pt>
                <c:pt idx="1798">
                  <c:v>8.9528594613259802</c:v>
                </c:pt>
                <c:pt idx="1799">
                  <c:v>8.8175414193889594</c:v>
                </c:pt>
                <c:pt idx="1800">
                  <c:v>8.9142438251968397</c:v>
                </c:pt>
                <c:pt idx="1801">
                  <c:v>8.9770431264410995</c:v>
                </c:pt>
                <c:pt idx="1802">
                  <c:v>8.9382778283206097</c:v>
                </c:pt>
                <c:pt idx="1803">
                  <c:v>8.9189721680725906</c:v>
                </c:pt>
                <c:pt idx="1804">
                  <c:v>9.0339131012517608</c:v>
                </c:pt>
                <c:pt idx="1805">
                  <c:v>9.0046306149022097</c:v>
                </c:pt>
                <c:pt idx="1806">
                  <c:v>8.9884914620501597</c:v>
                </c:pt>
                <c:pt idx="1807">
                  <c:v>8.9411396694823502</c:v>
                </c:pt>
                <c:pt idx="1808">
                  <c:v>8.7948585810746298</c:v>
                </c:pt>
                <c:pt idx="1809">
                  <c:v>8.7690165940044107</c:v>
                </c:pt>
                <c:pt idx="1810">
                  <c:v>8.7675758744407801</c:v>
                </c:pt>
                <c:pt idx="1811">
                  <c:v>8.6119517600505908</c:v>
                </c:pt>
                <c:pt idx="1812">
                  <c:v>8.7727903482225695</c:v>
                </c:pt>
                <c:pt idx="1813">
                  <c:v>8.7850242152796501</c:v>
                </c:pt>
                <c:pt idx="1814">
                  <c:v>8.8031765332898804</c:v>
                </c:pt>
                <c:pt idx="1815">
                  <c:v>8.8106382799786296</c:v>
                </c:pt>
                <c:pt idx="1816">
                  <c:v>8.6765206309070493</c:v>
                </c:pt>
                <c:pt idx="1817">
                  <c:v>8.7345965994261494</c:v>
                </c:pt>
                <c:pt idx="1818">
                  <c:v>8.7345965994261494</c:v>
                </c:pt>
                <c:pt idx="1819">
                  <c:v>8.7353818426600593</c:v>
                </c:pt>
                <c:pt idx="1820">
                  <c:v>8.7849402648493093</c:v>
                </c:pt>
                <c:pt idx="1821">
                  <c:v>8.83248438086882</c:v>
                </c:pt>
                <c:pt idx="1822">
                  <c:v>8.8918007360899498</c:v>
                </c:pt>
                <c:pt idx="1823">
                  <c:v>8.85501729313917</c:v>
                </c:pt>
                <c:pt idx="1824">
                  <c:v>8.85507460295144</c:v>
                </c:pt>
                <c:pt idx="1825">
                  <c:v>8.8191974840656702</c:v>
                </c:pt>
                <c:pt idx="1826">
                  <c:v>8.7627770723092002</c:v>
                </c:pt>
                <c:pt idx="1827">
                  <c:v>8.7366006925480004</c:v>
                </c:pt>
                <c:pt idx="1828">
                  <c:v>8.6177388046456898</c:v>
                </c:pt>
                <c:pt idx="1829">
                  <c:v>8.6038965026678191</c:v>
                </c:pt>
                <c:pt idx="1830">
                  <c:v>8.5412578567698692</c:v>
                </c:pt>
                <c:pt idx="1831">
                  <c:v>8.5732104566107505</c:v>
                </c:pt>
                <c:pt idx="1832">
                  <c:v>8.5583823287226899</c:v>
                </c:pt>
                <c:pt idx="1833">
                  <c:v>8.5139571474600704</c:v>
                </c:pt>
                <c:pt idx="1834">
                  <c:v>8.4676012322103293</c:v>
                </c:pt>
                <c:pt idx="1835">
                  <c:v>8.4554972465825795</c:v>
                </c:pt>
                <c:pt idx="1836">
                  <c:v>8.4476256845630804</c:v>
                </c:pt>
                <c:pt idx="1837">
                  <c:v>8.4652226839774993</c:v>
                </c:pt>
                <c:pt idx="1838">
                  <c:v>8.5004426560447701</c:v>
                </c:pt>
                <c:pt idx="1839">
                  <c:v>8.4773989022993295</c:v>
                </c:pt>
                <c:pt idx="1840">
                  <c:v>8.44357351845367</c:v>
                </c:pt>
                <c:pt idx="1841">
                  <c:v>8.44357351845367</c:v>
                </c:pt>
                <c:pt idx="1842">
                  <c:v>8.44357351845367</c:v>
                </c:pt>
                <c:pt idx="1843">
                  <c:v>8.5566560925608304</c:v>
                </c:pt>
                <c:pt idx="1844">
                  <c:v>8.6093025983021807</c:v>
                </c:pt>
                <c:pt idx="1845">
                  <c:v>8.5824296442078207</c:v>
                </c:pt>
                <c:pt idx="1846">
                  <c:v>8.6006826681911903</c:v>
                </c:pt>
                <c:pt idx="1847">
                  <c:v>8.6419903550049408</c:v>
                </c:pt>
                <c:pt idx="1848">
                  <c:v>8.58051106952332</c:v>
                </c:pt>
                <c:pt idx="1849">
                  <c:v>8.5072575276433007</c:v>
                </c:pt>
                <c:pt idx="1850">
                  <c:v>8.4847722430791297</c:v>
                </c:pt>
                <c:pt idx="1851">
                  <c:v>8.4780862588705297</c:v>
                </c:pt>
                <c:pt idx="1852">
                  <c:v>8.4130487778495606</c:v>
                </c:pt>
                <c:pt idx="1853">
                  <c:v>8.41605555046924</c:v>
                </c:pt>
                <c:pt idx="1854">
                  <c:v>8.3563217757311694</c:v>
                </c:pt>
                <c:pt idx="1855">
                  <c:v>8.4027026680177901</c:v>
                </c:pt>
                <c:pt idx="1856">
                  <c:v>8.4654806624073302</c:v>
                </c:pt>
                <c:pt idx="1857">
                  <c:v>8.3721283942326199</c:v>
                </c:pt>
                <c:pt idx="1858">
                  <c:v>8.44390554691463</c:v>
                </c:pt>
                <c:pt idx="1859">
                  <c:v>8.4032887165750392</c:v>
                </c:pt>
                <c:pt idx="1860">
                  <c:v>8.3640264538433797</c:v>
                </c:pt>
                <c:pt idx="1861">
                  <c:v>8.3740539315415194</c:v>
                </c:pt>
                <c:pt idx="1862">
                  <c:v>8.3835797493800897</c:v>
                </c:pt>
                <c:pt idx="1863">
                  <c:v>8.4566463454035095</c:v>
                </c:pt>
                <c:pt idx="1864">
                  <c:v>8.4067145565507193</c:v>
                </c:pt>
                <c:pt idx="1865">
                  <c:v>8.4155917167850394</c:v>
                </c:pt>
                <c:pt idx="1866">
                  <c:v>8.4018156526227799</c:v>
                </c:pt>
                <c:pt idx="1867">
                  <c:v>8.3889979365614593</c:v>
                </c:pt>
                <c:pt idx="1868">
                  <c:v>8.3690991433750597</c:v>
                </c:pt>
                <c:pt idx="1869">
                  <c:v>8.3395424786721097</c:v>
                </c:pt>
                <c:pt idx="1870">
                  <c:v>8.2464893689333394</c:v>
                </c:pt>
                <c:pt idx="1871">
                  <c:v>8.2168784446177998</c:v>
                </c:pt>
                <c:pt idx="1872">
                  <c:v>8.2306019091668396</c:v>
                </c:pt>
                <c:pt idx="1873">
                  <c:v>8.2306019091668396</c:v>
                </c:pt>
                <c:pt idx="1874">
                  <c:v>8.1495121766847802</c:v>
                </c:pt>
                <c:pt idx="1875">
                  <c:v>8.0365828687587406</c:v>
                </c:pt>
                <c:pt idx="1876">
                  <c:v>8.0433432042032393</c:v>
                </c:pt>
                <c:pt idx="1877">
                  <c:v>8.0804372430953695</c:v>
                </c:pt>
                <c:pt idx="1878">
                  <c:v>8.1037940787797904</c:v>
                </c:pt>
                <c:pt idx="1879">
                  <c:v>8.0704395199605905</c:v>
                </c:pt>
                <c:pt idx="1880">
                  <c:v>8.0091859686645694</c:v>
                </c:pt>
                <c:pt idx="1881">
                  <c:v>7.9688127767989698</c:v>
                </c:pt>
                <c:pt idx="1882">
                  <c:v>7.96737748922438</c:v>
                </c:pt>
                <c:pt idx="1883">
                  <c:v>7.9444193036955104</c:v>
                </c:pt>
                <c:pt idx="1884">
                  <c:v>7.9233800294526802</c:v>
                </c:pt>
                <c:pt idx="1885">
                  <c:v>7.94209992380675</c:v>
                </c:pt>
                <c:pt idx="1886">
                  <c:v>7.9257122283853301</c:v>
                </c:pt>
                <c:pt idx="1887">
                  <c:v>7.8658786782296897</c:v>
                </c:pt>
                <c:pt idx="1888">
                  <c:v>7.8658786782296897</c:v>
                </c:pt>
                <c:pt idx="1889">
                  <c:v>7.8792566372440902</c:v>
                </c:pt>
                <c:pt idx="1890">
                  <c:v>7.8987249457245801</c:v>
                </c:pt>
                <c:pt idx="1891">
                  <c:v>7.8712219324039001</c:v>
                </c:pt>
                <c:pt idx="1892">
                  <c:v>7.94533167749971</c:v>
                </c:pt>
                <c:pt idx="1893">
                  <c:v>7.94533167749971</c:v>
                </c:pt>
                <c:pt idx="1894">
                  <c:v>7.9930710772315097</c:v>
                </c:pt>
                <c:pt idx="1895">
                  <c:v>7.9661048655185303</c:v>
                </c:pt>
                <c:pt idx="1896">
                  <c:v>7.8749684000903297</c:v>
                </c:pt>
                <c:pt idx="1897">
                  <c:v>7.83611403030452</c:v>
                </c:pt>
                <c:pt idx="1898">
                  <c:v>7.9150900967153097</c:v>
                </c:pt>
                <c:pt idx="1899">
                  <c:v>7.9051860316856004</c:v>
                </c:pt>
                <c:pt idx="1900">
                  <c:v>7.9031262879138202</c:v>
                </c:pt>
                <c:pt idx="1901">
                  <c:v>7.9021986760659404</c:v>
                </c:pt>
                <c:pt idx="1902">
                  <c:v>7.9147745064732797</c:v>
                </c:pt>
                <c:pt idx="1903">
                  <c:v>7.9784707163071902</c:v>
                </c:pt>
                <c:pt idx="1904">
                  <c:v>7.9965220100401302</c:v>
                </c:pt>
                <c:pt idx="1905">
                  <c:v>7.9965220100401302</c:v>
                </c:pt>
                <c:pt idx="1906">
                  <c:v>7.9673722002588603</c:v>
                </c:pt>
                <c:pt idx="1907">
                  <c:v>7.9381652502064899</c:v>
                </c:pt>
                <c:pt idx="1908">
                  <c:v>7.9400522079884004</c:v>
                </c:pt>
                <c:pt idx="1909">
                  <c:v>7.8782605949320903</c:v>
                </c:pt>
                <c:pt idx="1910">
                  <c:v>7.8008967988387701</c:v>
                </c:pt>
                <c:pt idx="1911">
                  <c:v>7.8178299930908297</c:v>
                </c:pt>
                <c:pt idx="1912">
                  <c:v>7.80531090172778</c:v>
                </c:pt>
                <c:pt idx="1913">
                  <c:v>7.7383830818414499</c:v>
                </c:pt>
                <c:pt idx="1914">
                  <c:v>7.6980850319153404</c:v>
                </c:pt>
                <c:pt idx="1915">
                  <c:v>7.6725229347130597</c:v>
                </c:pt>
                <c:pt idx="1916">
                  <c:v>7.66913662237938</c:v>
                </c:pt>
                <c:pt idx="1917">
                  <c:v>7.7412327392623297</c:v>
                </c:pt>
                <c:pt idx="1918">
                  <c:v>7.7589721808188399</c:v>
                </c:pt>
                <c:pt idx="1919">
                  <c:v>7.72827552708483</c:v>
                </c:pt>
                <c:pt idx="1920">
                  <c:v>7.5660831828951602</c:v>
                </c:pt>
                <c:pt idx="1921">
                  <c:v>7.5782608859234397</c:v>
                </c:pt>
                <c:pt idx="1922">
                  <c:v>7.52654372265454</c:v>
                </c:pt>
                <c:pt idx="1923">
                  <c:v>7.52654372265454</c:v>
                </c:pt>
                <c:pt idx="1924">
                  <c:v>7.5167916610678702</c:v>
                </c:pt>
                <c:pt idx="1925">
                  <c:v>7.5502588558426202</c:v>
                </c:pt>
                <c:pt idx="1926">
                  <c:v>7.5256632872547904</c:v>
                </c:pt>
                <c:pt idx="1927">
                  <c:v>7.4824454611729196</c:v>
                </c:pt>
                <c:pt idx="1928">
                  <c:v>7.4131449026566703</c:v>
                </c:pt>
                <c:pt idx="1929">
                  <c:v>7.3958787677939402</c:v>
                </c:pt>
                <c:pt idx="1930">
                  <c:v>7.4432040218851503</c:v>
                </c:pt>
                <c:pt idx="1931">
                  <c:v>7.4464366262683397</c:v>
                </c:pt>
                <c:pt idx="1932">
                  <c:v>7.4952110456283503</c:v>
                </c:pt>
                <c:pt idx="1933">
                  <c:v>7.5021918867837902</c:v>
                </c:pt>
                <c:pt idx="1934">
                  <c:v>7.4491219541659399</c:v>
                </c:pt>
                <c:pt idx="1935">
                  <c:v>7.4739044245782704</c:v>
                </c:pt>
                <c:pt idx="1936">
                  <c:v>7.4489347941697499</c:v>
                </c:pt>
                <c:pt idx="1937">
                  <c:v>7.3955527855798504</c:v>
                </c:pt>
                <c:pt idx="1938">
                  <c:v>7.3702393750106703</c:v>
                </c:pt>
                <c:pt idx="1939">
                  <c:v>7.3014081393932502</c:v>
                </c:pt>
                <c:pt idx="1940">
                  <c:v>7.3089616824361201</c:v>
                </c:pt>
                <c:pt idx="1941">
                  <c:v>7.2884511251452002</c:v>
                </c:pt>
                <c:pt idx="1942">
                  <c:v>7.2686133348609996</c:v>
                </c:pt>
                <c:pt idx="1943">
                  <c:v>7.40821291960434</c:v>
                </c:pt>
                <c:pt idx="1944">
                  <c:v>7.4421385402430502</c:v>
                </c:pt>
                <c:pt idx="1945">
                  <c:v>7.4386533080622197</c:v>
                </c:pt>
                <c:pt idx="1946">
                  <c:v>7.3960178906777996</c:v>
                </c:pt>
                <c:pt idx="1947">
                  <c:v>7.4499814617979796</c:v>
                </c:pt>
                <c:pt idx="1948">
                  <c:v>7.45553655046744</c:v>
                </c:pt>
                <c:pt idx="1949">
                  <c:v>7.4406949151937196</c:v>
                </c:pt>
                <c:pt idx="1950">
                  <c:v>7.5542534303564199</c:v>
                </c:pt>
                <c:pt idx="1951">
                  <c:v>7.7366304322773001</c:v>
                </c:pt>
                <c:pt idx="1952">
                  <c:v>7.8098714753612297</c:v>
                </c:pt>
                <c:pt idx="1953">
                  <c:v>7.6921505505725598</c:v>
                </c:pt>
                <c:pt idx="1954">
                  <c:v>7.6476266522353296</c:v>
                </c:pt>
                <c:pt idx="1955">
                  <c:v>7.6469538150614298</c:v>
                </c:pt>
                <c:pt idx="1956">
                  <c:v>7.6828744929450599</c:v>
                </c:pt>
                <c:pt idx="1957">
                  <c:v>7.5994655175587598</c:v>
                </c:pt>
                <c:pt idx="1958">
                  <c:v>7.9235796618930801</c:v>
                </c:pt>
                <c:pt idx="1959">
                  <c:v>7.8298167874565197</c:v>
                </c:pt>
                <c:pt idx="1960">
                  <c:v>7.8058811053868702</c:v>
                </c:pt>
                <c:pt idx="1961">
                  <c:v>7.8390104906232603</c:v>
                </c:pt>
                <c:pt idx="1962">
                  <c:v>7.7537019796731101</c:v>
                </c:pt>
                <c:pt idx="1963">
                  <c:v>7.6311312613016602</c:v>
                </c:pt>
                <c:pt idx="1964">
                  <c:v>7.6151272685214204</c:v>
                </c:pt>
                <c:pt idx="1965">
                  <c:v>7.6095566402424</c:v>
                </c:pt>
                <c:pt idx="1966">
                  <c:v>7.6389318715238801</c:v>
                </c:pt>
                <c:pt idx="1967">
                  <c:v>7.58016277583235</c:v>
                </c:pt>
                <c:pt idx="1968">
                  <c:v>7.58016277583235</c:v>
                </c:pt>
                <c:pt idx="1969">
                  <c:v>7.6427921895227398</c:v>
                </c:pt>
                <c:pt idx="1970">
                  <c:v>7.6464162368182</c:v>
                </c:pt>
                <c:pt idx="1971">
                  <c:v>7.7222211606037403</c:v>
                </c:pt>
                <c:pt idx="1972">
                  <c:v>7.6915028305038797</c:v>
                </c:pt>
                <c:pt idx="1973">
                  <c:v>7.6719722868399698</c:v>
                </c:pt>
                <c:pt idx="1974">
                  <c:v>7.6458768013860299</c:v>
                </c:pt>
                <c:pt idx="1975">
                  <c:v>7.6341129957955802</c:v>
                </c:pt>
                <c:pt idx="1976">
                  <c:v>7.5583473797152898</c:v>
                </c:pt>
                <c:pt idx="1977">
                  <c:v>7.5910687501786702</c:v>
                </c:pt>
                <c:pt idx="1978">
                  <c:v>7.6096044254793602</c:v>
                </c:pt>
                <c:pt idx="1979">
                  <c:v>7.6516679104412102</c:v>
                </c:pt>
                <c:pt idx="1980">
                  <c:v>7.6179421891582804</c:v>
                </c:pt>
                <c:pt idx="1981">
                  <c:v>7.5652930793775601</c:v>
                </c:pt>
                <c:pt idx="1982">
                  <c:v>7.6174113848439404</c:v>
                </c:pt>
                <c:pt idx="1983">
                  <c:v>7.6174113848439404</c:v>
                </c:pt>
                <c:pt idx="1984">
                  <c:v>7.6204664952263403</c:v>
                </c:pt>
                <c:pt idx="1985">
                  <c:v>7.6031607611399696</c:v>
                </c:pt>
                <c:pt idx="1986">
                  <c:v>7.5924080610473599</c:v>
                </c:pt>
                <c:pt idx="1987">
                  <c:v>7.6321637224201204</c:v>
                </c:pt>
                <c:pt idx="1988">
                  <c:v>7.6321637224201204</c:v>
                </c:pt>
                <c:pt idx="1989">
                  <c:v>7.6954785836522204</c:v>
                </c:pt>
                <c:pt idx="1990">
                  <c:v>7.6645466573707601</c:v>
                </c:pt>
                <c:pt idx="1991">
                  <c:v>7.6579658039377501</c:v>
                </c:pt>
                <c:pt idx="1992">
                  <c:v>7.67263960208252</c:v>
                </c:pt>
                <c:pt idx="1993">
                  <c:v>7.6981447061514103</c:v>
                </c:pt>
                <c:pt idx="1994">
                  <c:v>7.6776172053482004</c:v>
                </c:pt>
                <c:pt idx="1995">
                  <c:v>7.7916731945699897</c:v>
                </c:pt>
                <c:pt idx="1996">
                  <c:v>7.80183456638159</c:v>
                </c:pt>
                <c:pt idx="1997">
                  <c:v>7.77689765907125</c:v>
                </c:pt>
                <c:pt idx="1998">
                  <c:v>7.7414147187241804</c:v>
                </c:pt>
                <c:pt idx="1999">
                  <c:v>7.8285051774037404</c:v>
                </c:pt>
                <c:pt idx="2000">
                  <c:v>7.7482855547810798</c:v>
                </c:pt>
                <c:pt idx="2001">
                  <c:v>7.7627029317259897</c:v>
                </c:pt>
                <c:pt idx="2002">
                  <c:v>7.7365877693227301</c:v>
                </c:pt>
                <c:pt idx="2003">
                  <c:v>7.7001554746150003</c:v>
                </c:pt>
                <c:pt idx="2004">
                  <c:v>7.7259474432328599</c:v>
                </c:pt>
                <c:pt idx="2005">
                  <c:v>7.72346487566106</c:v>
                </c:pt>
                <c:pt idx="2006">
                  <c:v>7.72346487566106</c:v>
                </c:pt>
                <c:pt idx="2007">
                  <c:v>7.7362534386480597</c:v>
                </c:pt>
                <c:pt idx="2008">
                  <c:v>7.7693110841079198</c:v>
                </c:pt>
                <c:pt idx="2009">
                  <c:v>7.7706673259124699</c:v>
                </c:pt>
                <c:pt idx="2010">
                  <c:v>7.7747558389760503</c:v>
                </c:pt>
                <c:pt idx="2011">
                  <c:v>7.7249732341607897</c:v>
                </c:pt>
                <c:pt idx="2012">
                  <c:v>7.70055355215354</c:v>
                </c:pt>
                <c:pt idx="2013">
                  <c:v>7.7374131544849103</c:v>
                </c:pt>
                <c:pt idx="2014">
                  <c:v>7.7938375247232203</c:v>
                </c:pt>
                <c:pt idx="2015">
                  <c:v>7.6904842389738199</c:v>
                </c:pt>
                <c:pt idx="2016">
                  <c:v>7.8148546252484099</c:v>
                </c:pt>
                <c:pt idx="2017">
                  <c:v>7.7477460586702396</c:v>
                </c:pt>
                <c:pt idx="2018">
                  <c:v>7.7781649009859599</c:v>
                </c:pt>
                <c:pt idx="2019">
                  <c:v>7.7814937572013498</c:v>
                </c:pt>
                <c:pt idx="2020">
                  <c:v>7.7858302822218697</c:v>
                </c:pt>
                <c:pt idx="2021">
                  <c:v>7.7767968705264199</c:v>
                </c:pt>
                <c:pt idx="2022">
                  <c:v>7.7767968705264199</c:v>
                </c:pt>
                <c:pt idx="2023">
                  <c:v>7.7172525814267203</c:v>
                </c:pt>
                <c:pt idx="2024">
                  <c:v>7.7186213279076599</c:v>
                </c:pt>
                <c:pt idx="2025">
                  <c:v>7.72190986689069</c:v>
                </c:pt>
                <c:pt idx="2026">
                  <c:v>7.6679803133972602</c:v>
                </c:pt>
                <c:pt idx="2027">
                  <c:v>7.70741297440689</c:v>
                </c:pt>
                <c:pt idx="2028">
                  <c:v>7.70741297440689</c:v>
                </c:pt>
                <c:pt idx="2029">
                  <c:v>7.6444879434140596</c:v>
                </c:pt>
                <c:pt idx="2030">
                  <c:v>7.6317011356934001</c:v>
                </c:pt>
                <c:pt idx="2031">
                  <c:v>7.5796466243136402</c:v>
                </c:pt>
                <c:pt idx="2032">
                  <c:v>7.5281903858153196</c:v>
                </c:pt>
                <c:pt idx="2033">
                  <c:v>7.5383230369648304</c:v>
                </c:pt>
                <c:pt idx="2034">
                  <c:v>7.5254330348196898</c:v>
                </c:pt>
                <c:pt idx="2035">
                  <c:v>7.5403931631709202</c:v>
                </c:pt>
                <c:pt idx="2036">
                  <c:v>7.5546119870622102</c:v>
                </c:pt>
                <c:pt idx="2037">
                  <c:v>7.5655842049617803</c:v>
                </c:pt>
                <c:pt idx="2038">
                  <c:v>7.55217216239223</c:v>
                </c:pt>
                <c:pt idx="2039">
                  <c:v>7.5289437024440398</c:v>
                </c:pt>
                <c:pt idx="2040">
                  <c:v>7.4737190250348702</c:v>
                </c:pt>
                <c:pt idx="2041">
                  <c:v>7.3913398749251504</c:v>
                </c:pt>
                <c:pt idx="2042">
                  <c:v>7.4180023197080498</c:v>
                </c:pt>
                <c:pt idx="2043">
                  <c:v>7.4950466174827799</c:v>
                </c:pt>
                <c:pt idx="2044">
                  <c:v>7.50290345730241</c:v>
                </c:pt>
                <c:pt idx="2045">
                  <c:v>7.4469039770515399</c:v>
                </c:pt>
                <c:pt idx="2046">
                  <c:v>7.4284624957728296</c:v>
                </c:pt>
                <c:pt idx="2047">
                  <c:v>7.4789571519399498</c:v>
                </c:pt>
                <c:pt idx="2048">
                  <c:v>7.4786551925419298</c:v>
                </c:pt>
                <c:pt idx="2049">
                  <c:v>7.5149190193598097</c:v>
                </c:pt>
                <c:pt idx="2050">
                  <c:v>7.54639131310915</c:v>
                </c:pt>
                <c:pt idx="2051">
                  <c:v>7.5311655173034504</c:v>
                </c:pt>
                <c:pt idx="2052">
                  <c:v>7.5188683336273101</c:v>
                </c:pt>
                <c:pt idx="2053">
                  <c:v>7.53052680049937</c:v>
                </c:pt>
                <c:pt idx="2054">
                  <c:v>7.4953971968856399</c:v>
                </c:pt>
                <c:pt idx="2055">
                  <c:v>7.4445811656736902</c:v>
                </c:pt>
                <c:pt idx="2056">
                  <c:v>7.4596581631961802</c:v>
                </c:pt>
                <c:pt idx="2057">
                  <c:v>7.4421212568269599</c:v>
                </c:pt>
                <c:pt idx="2058">
                  <c:v>7.4647330518325496</c:v>
                </c:pt>
                <c:pt idx="2059">
                  <c:v>7.4916747469245601</c:v>
                </c:pt>
                <c:pt idx="2060">
                  <c:v>7.5083220505928399</c:v>
                </c:pt>
                <c:pt idx="2061">
                  <c:v>7.4991080185195198</c:v>
                </c:pt>
                <c:pt idx="2062">
                  <c:v>7.4797661284929298</c:v>
                </c:pt>
                <c:pt idx="2063">
                  <c:v>7.4429270257879399</c:v>
                </c:pt>
                <c:pt idx="2064">
                  <c:v>7.4406231451907203</c:v>
                </c:pt>
                <c:pt idx="2065">
                  <c:v>7.4491182746848699</c:v>
                </c:pt>
                <c:pt idx="2066">
                  <c:v>7.4713216798698197</c:v>
                </c:pt>
                <c:pt idx="2067">
                  <c:v>7.4137708958856399</c:v>
                </c:pt>
                <c:pt idx="2068">
                  <c:v>7.3912261780305002</c:v>
                </c:pt>
                <c:pt idx="2069">
                  <c:v>7.3614599297942096</c:v>
                </c:pt>
                <c:pt idx="2070">
                  <c:v>7.3462638729862801</c:v>
                </c:pt>
                <c:pt idx="2071">
                  <c:v>7.3284572886719701</c:v>
                </c:pt>
                <c:pt idx="2072">
                  <c:v>7.3343916600296097</c:v>
                </c:pt>
                <c:pt idx="2073">
                  <c:v>7.3303977126542401</c:v>
                </c:pt>
                <c:pt idx="2074">
                  <c:v>7.3152158363293802</c:v>
                </c:pt>
                <c:pt idx="2075">
                  <c:v>7.3697610528388902</c:v>
                </c:pt>
                <c:pt idx="2076">
                  <c:v>7.4009509582914097</c:v>
                </c:pt>
                <c:pt idx="2077">
                  <c:v>7.4309584456881197</c:v>
                </c:pt>
                <c:pt idx="2078">
                  <c:v>7.4309584456881197</c:v>
                </c:pt>
                <c:pt idx="2079">
                  <c:v>7.4569814788817697</c:v>
                </c:pt>
                <c:pt idx="2080">
                  <c:v>7.4456067239132402</c:v>
                </c:pt>
                <c:pt idx="2081">
                  <c:v>7.4104799641803902</c:v>
                </c:pt>
                <c:pt idx="2082">
                  <c:v>7.3952971527549298</c:v>
                </c:pt>
                <c:pt idx="2083">
                  <c:v>7.3788617472162397</c:v>
                </c:pt>
                <c:pt idx="2084">
                  <c:v>7.3659494144450202</c:v>
                </c:pt>
                <c:pt idx="2085">
                  <c:v>7.3344561242723199</c:v>
                </c:pt>
                <c:pt idx="2086">
                  <c:v>7.3647368088196501</c:v>
                </c:pt>
                <c:pt idx="2087">
                  <c:v>7.3595037561751901</c:v>
                </c:pt>
                <c:pt idx="2088">
                  <c:v>7.3378011755929302</c:v>
                </c:pt>
                <c:pt idx="2089">
                  <c:v>7.2957793578362198</c:v>
                </c:pt>
                <c:pt idx="2090">
                  <c:v>7.3338646805608301</c:v>
                </c:pt>
                <c:pt idx="2091">
                  <c:v>7.3338646805608301</c:v>
                </c:pt>
                <c:pt idx="2092">
                  <c:v>7.3338646805608301</c:v>
                </c:pt>
                <c:pt idx="2093">
                  <c:v>7.2676320441227302</c:v>
                </c:pt>
                <c:pt idx="2094">
                  <c:v>7.2653154221544201</c:v>
                </c:pt>
                <c:pt idx="2095">
                  <c:v>7.2500507520869197</c:v>
                </c:pt>
                <c:pt idx="2096">
                  <c:v>7.2389967930138397</c:v>
                </c:pt>
                <c:pt idx="2097">
                  <c:v>7.2130437188741299</c:v>
                </c:pt>
                <c:pt idx="2098">
                  <c:v>7.1934809179552497</c:v>
                </c:pt>
                <c:pt idx="2099">
                  <c:v>7.2061839843426201</c:v>
                </c:pt>
                <c:pt idx="2100">
                  <c:v>7.2258712293726504</c:v>
                </c:pt>
                <c:pt idx="2101">
                  <c:v>7.2203520517012603</c:v>
                </c:pt>
                <c:pt idx="2102">
                  <c:v>7.2137353723174504</c:v>
                </c:pt>
                <c:pt idx="2103">
                  <c:v>7.2427860815951597</c:v>
                </c:pt>
                <c:pt idx="2104">
                  <c:v>7.2574533323872199</c:v>
                </c:pt>
                <c:pt idx="2105">
                  <c:v>7.2461640015157096</c:v>
                </c:pt>
                <c:pt idx="2106">
                  <c:v>7.2217369916972602</c:v>
                </c:pt>
                <c:pt idx="2107">
                  <c:v>7.21057501214477</c:v>
                </c:pt>
                <c:pt idx="2108">
                  <c:v>7.21338735958025</c:v>
                </c:pt>
                <c:pt idx="2109">
                  <c:v>7.21338735958025</c:v>
                </c:pt>
                <c:pt idx="2110">
                  <c:v>7.2076849311011797</c:v>
                </c:pt>
                <c:pt idx="2111">
                  <c:v>7.1523300398746699</c:v>
                </c:pt>
                <c:pt idx="2112">
                  <c:v>7.1379994404402902</c:v>
                </c:pt>
                <c:pt idx="2113">
                  <c:v>7.1329685394916096</c:v>
                </c:pt>
                <c:pt idx="2114">
                  <c:v>7.1206477185723198</c:v>
                </c:pt>
                <c:pt idx="2115">
                  <c:v>7.1672897690309503</c:v>
                </c:pt>
                <c:pt idx="2116">
                  <c:v>7.1735770675939898</c:v>
                </c:pt>
                <c:pt idx="2117">
                  <c:v>7.2061252622792802</c:v>
                </c:pt>
                <c:pt idx="2118">
                  <c:v>7.2674020947822502</c:v>
                </c:pt>
                <c:pt idx="2119">
                  <c:v>7.2564230760052597</c:v>
                </c:pt>
                <c:pt idx="2120">
                  <c:v>7.2636606548476204</c:v>
                </c:pt>
                <c:pt idx="2121">
                  <c:v>7.2822050571555996</c:v>
                </c:pt>
                <c:pt idx="2122">
                  <c:v>7.2426068902114897</c:v>
                </c:pt>
                <c:pt idx="2123">
                  <c:v>7.2426068902114897</c:v>
                </c:pt>
                <c:pt idx="2124">
                  <c:v>7.2147813131866103</c:v>
                </c:pt>
                <c:pt idx="2125">
                  <c:v>7.2883031224922599</c:v>
                </c:pt>
                <c:pt idx="2126">
                  <c:v>7.2663460302577398</c:v>
                </c:pt>
                <c:pt idx="2127">
                  <c:v>7.25783612734977</c:v>
                </c:pt>
                <c:pt idx="2128">
                  <c:v>7.2386475587127004</c:v>
                </c:pt>
                <c:pt idx="2129">
                  <c:v>7.2377288581681603</c:v>
                </c:pt>
                <c:pt idx="2130">
                  <c:v>7.2628583336289703</c:v>
                </c:pt>
                <c:pt idx="2131">
                  <c:v>7.2651746809895803</c:v>
                </c:pt>
                <c:pt idx="2132">
                  <c:v>7.25985959486224</c:v>
                </c:pt>
                <c:pt idx="2133">
                  <c:v>7.2117484574519404</c:v>
                </c:pt>
                <c:pt idx="2134">
                  <c:v>7.17914620931698</c:v>
                </c:pt>
                <c:pt idx="2135">
                  <c:v>7.2013414652151901</c:v>
                </c:pt>
                <c:pt idx="2136">
                  <c:v>7.1731359300276401</c:v>
                </c:pt>
                <c:pt idx="2137">
                  <c:v>7.1610018060215896</c:v>
                </c:pt>
                <c:pt idx="2138">
                  <c:v>7.1610018060215896</c:v>
                </c:pt>
                <c:pt idx="2139">
                  <c:v>7.15158982825037</c:v>
                </c:pt>
                <c:pt idx="2140">
                  <c:v>7.1628942378630196</c:v>
                </c:pt>
                <c:pt idx="2141">
                  <c:v>7.1851972684641101</c:v>
                </c:pt>
                <c:pt idx="2142">
                  <c:v>7.1679520142390398</c:v>
                </c:pt>
                <c:pt idx="2143">
                  <c:v>7.1679520142390398</c:v>
                </c:pt>
                <c:pt idx="2144">
                  <c:v>7.1489673254161801</c:v>
                </c:pt>
                <c:pt idx="2145">
                  <c:v>7.1563791759695699</c:v>
                </c:pt>
                <c:pt idx="2146">
                  <c:v>7.0984241262718299</c:v>
                </c:pt>
                <c:pt idx="2147">
                  <c:v>7.1144837321187202</c:v>
                </c:pt>
                <c:pt idx="2148">
                  <c:v>7.1017031045785899</c:v>
                </c:pt>
                <c:pt idx="2149">
                  <c:v>7.0980012805750503</c:v>
                </c:pt>
                <c:pt idx="2150">
                  <c:v>7.0859555135238503</c:v>
                </c:pt>
                <c:pt idx="2151">
                  <c:v>7.1138058168593403</c:v>
                </c:pt>
                <c:pt idx="2152">
                  <c:v>7.1069375308998497</c:v>
                </c:pt>
                <c:pt idx="2153">
                  <c:v>7.1069375308998497</c:v>
                </c:pt>
                <c:pt idx="2154">
                  <c:v>7.1110499266108196</c:v>
                </c:pt>
                <c:pt idx="2155">
                  <c:v>7.0710819304853301</c:v>
                </c:pt>
                <c:pt idx="2156">
                  <c:v>7.0448050385786498</c:v>
                </c:pt>
                <c:pt idx="2157">
                  <c:v>7.02818731080413</c:v>
                </c:pt>
                <c:pt idx="2158">
                  <c:v>7.0660863255987199</c:v>
                </c:pt>
                <c:pt idx="2159">
                  <c:v>7.03678675178441</c:v>
                </c:pt>
                <c:pt idx="2160">
                  <c:v>6.9944878513089002</c:v>
                </c:pt>
                <c:pt idx="2161">
                  <c:v>6.9706936846422503</c:v>
                </c:pt>
                <c:pt idx="2162">
                  <c:v>6.9172555833890401</c:v>
                </c:pt>
                <c:pt idx="2163">
                  <c:v>6.8958541834595204</c:v>
                </c:pt>
                <c:pt idx="2164">
                  <c:v>6.8998707368993903</c:v>
                </c:pt>
                <c:pt idx="2165">
                  <c:v>6.9042253509799503</c:v>
                </c:pt>
                <c:pt idx="2166">
                  <c:v>6.8771878637638899</c:v>
                </c:pt>
                <c:pt idx="2167">
                  <c:v>6.8771878637638899</c:v>
                </c:pt>
                <c:pt idx="2168">
                  <c:v>6.85623286542081</c:v>
                </c:pt>
                <c:pt idx="2169">
                  <c:v>6.8251516050523398</c:v>
                </c:pt>
                <c:pt idx="2170">
                  <c:v>6.8496142977871504</c:v>
                </c:pt>
                <c:pt idx="2171">
                  <c:v>6.8174307021997498</c:v>
                </c:pt>
                <c:pt idx="2172">
                  <c:v>6.8427632005991796</c:v>
                </c:pt>
                <c:pt idx="2173">
                  <c:v>6.7674964679990302</c:v>
                </c:pt>
                <c:pt idx="2174">
                  <c:v>6.7377338604721704</c:v>
                </c:pt>
                <c:pt idx="2175">
                  <c:v>6.7259726929132304</c:v>
                </c:pt>
                <c:pt idx="2176">
                  <c:v>6.7072061594374004</c:v>
                </c:pt>
                <c:pt idx="2177">
                  <c:v>6.6922064563282202</c:v>
                </c:pt>
                <c:pt idx="2178">
                  <c:v>6.6908880674854903</c:v>
                </c:pt>
                <c:pt idx="2179">
                  <c:v>6.6908880674854903</c:v>
                </c:pt>
                <c:pt idx="2180">
                  <c:v>6.7303853949952899</c:v>
                </c:pt>
                <c:pt idx="2181">
                  <c:v>6.7832394235262701</c:v>
                </c:pt>
                <c:pt idx="2182">
                  <c:v>6.7510416569808198</c:v>
                </c:pt>
                <c:pt idx="2183">
                  <c:v>6.7283790889981603</c:v>
                </c:pt>
                <c:pt idx="2184">
                  <c:v>6.7520490710419701</c:v>
                </c:pt>
                <c:pt idx="2185">
                  <c:v>6.7525583623769299</c:v>
                </c:pt>
                <c:pt idx="2186">
                  <c:v>6.7031496528590102</c:v>
                </c:pt>
                <c:pt idx="2187">
                  <c:v>6.7125864789644298</c:v>
                </c:pt>
                <c:pt idx="2188">
                  <c:v>6.7125864789644298</c:v>
                </c:pt>
                <c:pt idx="2189">
                  <c:v>6.70545623515138</c:v>
                </c:pt>
                <c:pt idx="2190">
                  <c:v>6.7139109026212003</c:v>
                </c:pt>
                <c:pt idx="2191">
                  <c:v>6.7543480223766901</c:v>
                </c:pt>
                <c:pt idx="2192">
                  <c:v>6.7346012946313403</c:v>
                </c:pt>
                <c:pt idx="2193">
                  <c:v>6.7278389991740797</c:v>
                </c:pt>
                <c:pt idx="2194">
                  <c:v>6.7165278942456297</c:v>
                </c:pt>
                <c:pt idx="2195">
                  <c:v>6.7383891304687102</c:v>
                </c:pt>
                <c:pt idx="2196">
                  <c:v>6.73936462628855</c:v>
                </c:pt>
                <c:pt idx="2197">
                  <c:v>6.7380140362581296</c:v>
                </c:pt>
                <c:pt idx="2198">
                  <c:v>6.7203679891350898</c:v>
                </c:pt>
                <c:pt idx="2199">
                  <c:v>6.7314908012838801</c:v>
                </c:pt>
                <c:pt idx="2200">
                  <c:v>6.7426800625976</c:v>
                </c:pt>
                <c:pt idx="2201">
                  <c:v>6.7306956506370499</c:v>
                </c:pt>
                <c:pt idx="2202">
                  <c:v>6.6860339229905801</c:v>
                </c:pt>
                <c:pt idx="2203">
                  <c:v>6.6298355249257899</c:v>
                </c:pt>
                <c:pt idx="2204">
                  <c:v>6.6326943189328498</c:v>
                </c:pt>
                <c:pt idx="2205">
                  <c:v>6.6447127971023701</c:v>
                </c:pt>
                <c:pt idx="2206">
                  <c:v>6.6081392921503204</c:v>
                </c:pt>
                <c:pt idx="2207">
                  <c:v>6.6639586521313197</c:v>
                </c:pt>
                <c:pt idx="2208">
                  <c:v>6.6514691444892797</c:v>
                </c:pt>
                <c:pt idx="2209">
                  <c:v>6.6527544419557598</c:v>
                </c:pt>
                <c:pt idx="2210">
                  <c:v>6.6516397095478998</c:v>
                </c:pt>
                <c:pt idx="2211">
                  <c:v>6.6060272743656503</c:v>
                </c:pt>
                <c:pt idx="2212">
                  <c:v>6.5917129379291701</c:v>
                </c:pt>
                <c:pt idx="2213">
                  <c:v>6.5480867446858104</c:v>
                </c:pt>
                <c:pt idx="2214">
                  <c:v>6.5271718205085802</c:v>
                </c:pt>
                <c:pt idx="2215">
                  <c:v>6.4868616841523004</c:v>
                </c:pt>
                <c:pt idx="2216">
                  <c:v>6.4794098236030502</c:v>
                </c:pt>
                <c:pt idx="2217">
                  <c:v>6.4217578880616397</c:v>
                </c:pt>
                <c:pt idx="2218">
                  <c:v>6.4298696592761404</c:v>
                </c:pt>
                <c:pt idx="2219">
                  <c:v>6.3638709664819997</c:v>
                </c:pt>
                <c:pt idx="2220">
                  <c:v>6.35185734698236</c:v>
                </c:pt>
                <c:pt idx="2221">
                  <c:v>6.36019827917423</c:v>
                </c:pt>
                <c:pt idx="2222">
                  <c:v>6.2820072593210403</c:v>
                </c:pt>
                <c:pt idx="2223">
                  <c:v>6.1912697722368</c:v>
                </c:pt>
                <c:pt idx="2224">
                  <c:v>6.1580237514360103</c:v>
                </c:pt>
                <c:pt idx="2225">
                  <c:v>6.1913637991955204</c:v>
                </c:pt>
                <c:pt idx="2226">
                  <c:v>6.13138800053264</c:v>
                </c:pt>
                <c:pt idx="2227">
                  <c:v>6.07000278909155</c:v>
                </c:pt>
                <c:pt idx="2228">
                  <c:v>6.07000278909155</c:v>
                </c:pt>
                <c:pt idx="2229">
                  <c:v>6.0874816538499799</c:v>
                </c:pt>
                <c:pt idx="2230">
                  <c:v>6.1301210331115596</c:v>
                </c:pt>
                <c:pt idx="2231">
                  <c:v>6.1907270245914896</c:v>
                </c:pt>
                <c:pt idx="2232">
                  <c:v>6.1100696827345304</c:v>
                </c:pt>
                <c:pt idx="2233">
                  <c:v>6.0987955114844397</c:v>
                </c:pt>
                <c:pt idx="2234">
                  <c:v>6.1213399261352803</c:v>
                </c:pt>
                <c:pt idx="2235">
                  <c:v>6.1256229200789196</c:v>
                </c:pt>
                <c:pt idx="2236">
                  <c:v>6.1250950208273904</c:v>
                </c:pt>
                <c:pt idx="2237">
                  <c:v>6.0940292958875801</c:v>
                </c:pt>
                <c:pt idx="2238">
                  <c:v>6.1290469028518499</c:v>
                </c:pt>
                <c:pt idx="2239">
                  <c:v>6.1924421376929297</c:v>
                </c:pt>
                <c:pt idx="2240">
                  <c:v>6.2445062426424398</c:v>
                </c:pt>
                <c:pt idx="2241">
                  <c:v>6.2482965666652897</c:v>
                </c:pt>
                <c:pt idx="2242">
                  <c:v>6.3116044509350404</c:v>
                </c:pt>
                <c:pt idx="2243">
                  <c:v>6.3116044509350404</c:v>
                </c:pt>
                <c:pt idx="2244">
                  <c:v>6.2895385412073903</c:v>
                </c:pt>
                <c:pt idx="2245">
                  <c:v>6.2373256011883997</c:v>
                </c:pt>
                <c:pt idx="2246">
                  <c:v>6.2129587484614799</c:v>
                </c:pt>
                <c:pt idx="2247">
                  <c:v>6.2657703196716996</c:v>
                </c:pt>
                <c:pt idx="2248">
                  <c:v>6.2657703196716996</c:v>
                </c:pt>
                <c:pt idx="2249">
                  <c:v>6.2858409354435896</c:v>
                </c:pt>
                <c:pt idx="2250">
                  <c:v>6.3231342419805001</c:v>
                </c:pt>
                <c:pt idx="2251">
                  <c:v>6.2678563972430004</c:v>
                </c:pt>
                <c:pt idx="2252">
                  <c:v>6.2655235471944701</c:v>
                </c:pt>
                <c:pt idx="2253">
                  <c:v>6.25169561537784</c:v>
                </c:pt>
                <c:pt idx="2254">
                  <c:v>6.2334152854278901</c:v>
                </c:pt>
                <c:pt idx="2255">
                  <c:v>6.2111336840958904</c:v>
                </c:pt>
                <c:pt idx="2256">
                  <c:v>6.2251581655418802</c:v>
                </c:pt>
                <c:pt idx="2257">
                  <c:v>6.1833841558168601</c:v>
                </c:pt>
                <c:pt idx="2258">
                  <c:v>6.0704836181890904</c:v>
                </c:pt>
                <c:pt idx="2259">
                  <c:v>6.0527355766418296</c:v>
                </c:pt>
                <c:pt idx="2260">
                  <c:v>6.0514365098669503</c:v>
                </c:pt>
                <c:pt idx="2261">
                  <c:v>6.0429802832233603</c:v>
                </c:pt>
                <c:pt idx="2262">
                  <c:v>6.0136910991232</c:v>
                </c:pt>
                <c:pt idx="2263">
                  <c:v>6.0279568657842999</c:v>
                </c:pt>
                <c:pt idx="2264">
                  <c:v>6.0246837351869598</c:v>
                </c:pt>
                <c:pt idx="2265">
                  <c:v>6.0003186937764399</c:v>
                </c:pt>
                <c:pt idx="2266">
                  <c:v>5.90219611701297</c:v>
                </c:pt>
                <c:pt idx="2267">
                  <c:v>5.9104375900444301</c:v>
                </c:pt>
                <c:pt idx="2268">
                  <c:v>5.8773707169016802</c:v>
                </c:pt>
                <c:pt idx="2269">
                  <c:v>6.0054257623343403</c:v>
                </c:pt>
                <c:pt idx="2270">
                  <c:v>6.0679504539523599</c:v>
                </c:pt>
                <c:pt idx="2271">
                  <c:v>6.0240700021353</c:v>
                </c:pt>
                <c:pt idx="2272">
                  <c:v>5.94027003816832</c:v>
                </c:pt>
                <c:pt idx="2273">
                  <c:v>5.9820638941259601</c:v>
                </c:pt>
                <c:pt idx="2274">
                  <c:v>5.9271541779900003</c:v>
                </c:pt>
                <c:pt idx="2275">
                  <c:v>5.9330044192896301</c:v>
                </c:pt>
                <c:pt idx="2276">
                  <c:v>5.9116350939007303</c:v>
                </c:pt>
                <c:pt idx="2277">
                  <c:v>5.7928254784488296</c:v>
                </c:pt>
                <c:pt idx="2278">
                  <c:v>5.7003184078845397</c:v>
                </c:pt>
                <c:pt idx="2279">
                  <c:v>5.7003184078845397</c:v>
                </c:pt>
                <c:pt idx="2280">
                  <c:v>5.7291351805958497</c:v>
                </c:pt>
                <c:pt idx="2281">
                  <c:v>5.7238280665116701</c:v>
                </c:pt>
                <c:pt idx="2282">
                  <c:v>5.7126766805219704</c:v>
                </c:pt>
                <c:pt idx="2283">
                  <c:v>5.7126766805219704</c:v>
                </c:pt>
                <c:pt idx="2284">
                  <c:v>5.7126766805219704</c:v>
                </c:pt>
                <c:pt idx="2285">
                  <c:v>5.7164501212533301</c:v>
                </c:pt>
                <c:pt idx="2286">
                  <c:v>5.7033967684851099</c:v>
                </c:pt>
                <c:pt idx="2287">
                  <c:v>5.7294845790532998</c:v>
                </c:pt>
                <c:pt idx="2288">
                  <c:v>5.7294845790532998</c:v>
                </c:pt>
                <c:pt idx="2289">
                  <c:v>5.6404360488518899</c:v>
                </c:pt>
                <c:pt idx="2290">
                  <c:v>5.6058799091844103</c:v>
                </c:pt>
                <c:pt idx="2291">
                  <c:v>5.5397638639079503</c:v>
                </c:pt>
                <c:pt idx="2292">
                  <c:v>5.5340042615642302</c:v>
                </c:pt>
                <c:pt idx="2293">
                  <c:v>5.4809741262354299</c:v>
                </c:pt>
                <c:pt idx="2294">
                  <c:v>5.48813702460152</c:v>
                </c:pt>
                <c:pt idx="2295">
                  <c:v>5.4509144017313602</c:v>
                </c:pt>
                <c:pt idx="2296">
                  <c:v>5.39676126689504</c:v>
                </c:pt>
                <c:pt idx="2297">
                  <c:v>5.39948157727411</c:v>
                </c:pt>
                <c:pt idx="2298">
                  <c:v>5.3643615481714102</c:v>
                </c:pt>
                <c:pt idx="2299">
                  <c:v>5.3587686866401301</c:v>
                </c:pt>
                <c:pt idx="2300">
                  <c:v>5.3023535294430202</c:v>
                </c:pt>
                <c:pt idx="2301">
                  <c:v>5.3179724571641103</c:v>
                </c:pt>
                <c:pt idx="2302">
                  <c:v>5.3399595179435098</c:v>
                </c:pt>
                <c:pt idx="2303">
                  <c:v>5.3451197966154602</c:v>
                </c:pt>
                <c:pt idx="2304">
                  <c:v>5.3418421257778901</c:v>
                </c:pt>
                <c:pt idx="2305">
                  <c:v>5.3542143351973701</c:v>
                </c:pt>
                <c:pt idx="2306">
                  <c:v>5.3242668105014097</c:v>
                </c:pt>
                <c:pt idx="2307">
                  <c:v>5.3027655495864296</c:v>
                </c:pt>
                <c:pt idx="2308">
                  <c:v>5.2934408741145402</c:v>
                </c:pt>
                <c:pt idx="2309">
                  <c:v>5.2940116886013202</c:v>
                </c:pt>
                <c:pt idx="2310">
                  <c:v>5.2103064037808098</c:v>
                </c:pt>
                <c:pt idx="2311">
                  <c:v>5.1833724465662696</c:v>
                </c:pt>
                <c:pt idx="2312">
                  <c:v>5.1655143023040404</c:v>
                </c:pt>
                <c:pt idx="2313">
                  <c:v>5.1968870071283098</c:v>
                </c:pt>
                <c:pt idx="2314">
                  <c:v>5.1800131526295701</c:v>
                </c:pt>
                <c:pt idx="2315">
                  <c:v>5.1535846934138103</c:v>
                </c:pt>
                <c:pt idx="2316">
                  <c:v>5.15129982711015</c:v>
                </c:pt>
                <c:pt idx="2317">
                  <c:v>5.1259456050243797</c:v>
                </c:pt>
                <c:pt idx="2318">
                  <c:v>5.1201565639245699</c:v>
                </c:pt>
                <c:pt idx="2319">
                  <c:v>5.1232016687120803</c:v>
                </c:pt>
                <c:pt idx="2320">
                  <c:v>5.1173195780420597</c:v>
                </c:pt>
                <c:pt idx="2321">
                  <c:v>5.0680724431144704</c:v>
                </c:pt>
                <c:pt idx="2322">
                  <c:v>5.0453315425113896</c:v>
                </c:pt>
                <c:pt idx="2323">
                  <c:v>5.0711893362118303</c:v>
                </c:pt>
                <c:pt idx="2324">
                  <c:v>5.08318390432441</c:v>
                </c:pt>
                <c:pt idx="2325">
                  <c:v>5.0898662744252601</c:v>
                </c:pt>
                <c:pt idx="2326">
                  <c:v>5.0735537253966001</c:v>
                </c:pt>
                <c:pt idx="2327">
                  <c:v>5.0432722527966902</c:v>
                </c:pt>
                <c:pt idx="2328">
                  <c:v>5.0465748749034098</c:v>
                </c:pt>
                <c:pt idx="2329">
                  <c:v>5.0302443313399596</c:v>
                </c:pt>
                <c:pt idx="2330">
                  <c:v>5.0119831422818502</c:v>
                </c:pt>
                <c:pt idx="2331">
                  <c:v>4.9465138891963596</c:v>
                </c:pt>
                <c:pt idx="2332">
                  <c:v>4.9864021465176798</c:v>
                </c:pt>
                <c:pt idx="2333">
                  <c:v>5.0318337033080098</c:v>
                </c:pt>
                <c:pt idx="2334">
                  <c:v>5.0420872537895898</c:v>
                </c:pt>
                <c:pt idx="2335">
                  <c:v>5.0258811405735901</c:v>
                </c:pt>
                <c:pt idx="2336">
                  <c:v>5.03776040088092</c:v>
                </c:pt>
                <c:pt idx="2337">
                  <c:v>5.0498821556603497</c:v>
                </c:pt>
                <c:pt idx="2338">
                  <c:v>5.0413812891910599</c:v>
                </c:pt>
                <c:pt idx="2339">
                  <c:v>5.1010637580085101</c:v>
                </c:pt>
                <c:pt idx="2340">
                  <c:v>5.1932710657141801</c:v>
                </c:pt>
                <c:pt idx="2341">
                  <c:v>5.2944055356932704</c:v>
                </c:pt>
                <c:pt idx="2342">
                  <c:v>5.3118626195708698</c:v>
                </c:pt>
                <c:pt idx="2343">
                  <c:v>5.3118626195708698</c:v>
                </c:pt>
                <c:pt idx="2344">
                  <c:v>5.0562632670167797</c:v>
                </c:pt>
                <c:pt idx="2345">
                  <c:v>5.1010955005446901</c:v>
                </c:pt>
                <c:pt idx="2346">
                  <c:v>5.1010955005446901</c:v>
                </c:pt>
                <c:pt idx="2347">
                  <c:v>5.1010955005446901</c:v>
                </c:pt>
                <c:pt idx="2348">
                  <c:v>5.2033906161438503</c:v>
                </c:pt>
                <c:pt idx="2349">
                  <c:v>5.2369347325560396</c:v>
                </c:pt>
                <c:pt idx="2350">
                  <c:v>5.3025582763468702</c:v>
                </c:pt>
                <c:pt idx="2351">
                  <c:v>5.3289278087825602</c:v>
                </c:pt>
                <c:pt idx="2352">
                  <c:v>5.21071013162274</c:v>
                </c:pt>
                <c:pt idx="2353">
                  <c:v>5.1445258503367199</c:v>
                </c:pt>
                <c:pt idx="2354">
                  <c:v>5.1903340994695304</c:v>
                </c:pt>
                <c:pt idx="2355">
                  <c:v>5.1924286915467901</c:v>
                </c:pt>
                <c:pt idx="2356">
                  <c:v>5.1507288761782899</c:v>
                </c:pt>
                <c:pt idx="2357">
                  <c:v>5.14650715255328</c:v>
                </c:pt>
                <c:pt idx="2358">
                  <c:v>5.1714454358633803</c:v>
                </c:pt>
                <c:pt idx="2359">
                  <c:v>5.1714391139806404</c:v>
                </c:pt>
                <c:pt idx="2360">
                  <c:v>5.1682863972087496</c:v>
                </c:pt>
                <c:pt idx="2361">
                  <c:v>5.1329804383878699</c:v>
                </c:pt>
                <c:pt idx="2362">
                  <c:v>5.1004204672453399</c:v>
                </c:pt>
                <c:pt idx="2363">
                  <c:v>5.1051654410624296</c:v>
                </c:pt>
                <c:pt idx="2364">
                  <c:v>5.1146287637338199</c:v>
                </c:pt>
                <c:pt idx="2365">
                  <c:v>5.0971862100562797</c:v>
                </c:pt>
                <c:pt idx="2366">
                  <c:v>5.07972400542066</c:v>
                </c:pt>
                <c:pt idx="2367">
                  <c:v>5.0715115843824501</c:v>
                </c:pt>
                <c:pt idx="2368">
                  <c:v>5.1055811335688199</c:v>
                </c:pt>
                <c:pt idx="2369">
                  <c:v>5.0887515846894704</c:v>
                </c:pt>
                <c:pt idx="2370">
                  <c:v>5.0887515846894704</c:v>
                </c:pt>
                <c:pt idx="2371">
                  <c:v>5.1161371589775202</c:v>
                </c:pt>
                <c:pt idx="2372">
                  <c:v>5.1420271801795003</c:v>
                </c:pt>
                <c:pt idx="2373">
                  <c:v>5.2575067820211396</c:v>
                </c:pt>
                <c:pt idx="2374">
                  <c:v>5.3158603577235199</c:v>
                </c:pt>
                <c:pt idx="2375">
                  <c:v>5.2472173445747696</c:v>
                </c:pt>
                <c:pt idx="2376">
                  <c:v>5.2205797197240296</c:v>
                </c:pt>
                <c:pt idx="2377">
                  <c:v>5.2712123229514303</c:v>
                </c:pt>
                <c:pt idx="2378">
                  <c:v>5.2712123229514303</c:v>
                </c:pt>
                <c:pt idx="2379">
                  <c:v>5.2766605093646302</c:v>
                </c:pt>
                <c:pt idx="2380">
                  <c:v>5.2981963094447204</c:v>
                </c:pt>
                <c:pt idx="2381">
                  <c:v>5.3082038077980602</c:v>
                </c:pt>
                <c:pt idx="2382">
                  <c:v>5.3254184557032902</c:v>
                </c:pt>
                <c:pt idx="2383">
                  <c:v>5.2858914307626801</c:v>
                </c:pt>
                <c:pt idx="2384">
                  <c:v>5.3437680294787899</c:v>
                </c:pt>
                <c:pt idx="2385">
                  <c:v>5.3759968360156396</c:v>
                </c:pt>
                <c:pt idx="2386">
                  <c:v>5.4768330677394497</c:v>
                </c:pt>
                <c:pt idx="2387">
                  <c:v>5.4780571323107798</c:v>
                </c:pt>
                <c:pt idx="2388">
                  <c:v>5.4750459205664797</c:v>
                </c:pt>
                <c:pt idx="2389">
                  <c:v>5.6649027624504198</c:v>
                </c:pt>
                <c:pt idx="2390">
                  <c:v>5.8447209521346304</c:v>
                </c:pt>
                <c:pt idx="2391">
                  <c:v>6.10648734521265</c:v>
                </c:pt>
                <c:pt idx="2392">
                  <c:v>6.1240829181525598</c:v>
                </c:pt>
                <c:pt idx="2393">
                  <c:v>6.1240829181525598</c:v>
                </c:pt>
                <c:pt idx="2394">
                  <c:v>6.2044536589102304</c:v>
                </c:pt>
                <c:pt idx="2395">
                  <c:v>6.4817166436171698</c:v>
                </c:pt>
                <c:pt idx="2396">
                  <c:v>6.6695489895934497</c:v>
                </c:pt>
                <c:pt idx="2397">
                  <c:v>6.6258600659813496</c:v>
                </c:pt>
                <c:pt idx="2398">
                  <c:v>6.6258600659813496</c:v>
                </c:pt>
                <c:pt idx="2399">
                  <c:v>6.8548889402409801</c:v>
                </c:pt>
                <c:pt idx="2400">
                  <c:v>6.9967689425956197</c:v>
                </c:pt>
                <c:pt idx="2401">
                  <c:v>6.8607633545749804</c:v>
                </c:pt>
                <c:pt idx="2402">
                  <c:v>6.6957056244463402</c:v>
                </c:pt>
                <c:pt idx="2403">
                  <c:v>6.7483395941028697</c:v>
                </c:pt>
                <c:pt idx="2404">
                  <c:v>6.8464186902883997</c:v>
                </c:pt>
                <c:pt idx="2405">
                  <c:v>6.8596327423787704</c:v>
                </c:pt>
                <c:pt idx="2406">
                  <c:v>7.30030590722279</c:v>
                </c:pt>
                <c:pt idx="2407">
                  <c:v>7.4463624436664304</c:v>
                </c:pt>
                <c:pt idx="2408">
                  <c:v>7.7718154389256799</c:v>
                </c:pt>
                <c:pt idx="2409">
                  <c:v>7.6234609483447002</c:v>
                </c:pt>
                <c:pt idx="2410">
                  <c:v>7.3651340252386204</c:v>
                </c:pt>
                <c:pt idx="2411">
                  <c:v>7.1842323851892003</c:v>
                </c:pt>
                <c:pt idx="2412">
                  <c:v>7.1292252983554096</c:v>
                </c:pt>
                <c:pt idx="2413">
                  <c:v>7.1292252983554096</c:v>
                </c:pt>
                <c:pt idx="2414">
                  <c:v>7.2691738543129398</c:v>
                </c:pt>
                <c:pt idx="2415">
                  <c:v>7.2545504067245901</c:v>
                </c:pt>
                <c:pt idx="2416">
                  <c:v>7.2449058508103299</c:v>
                </c:pt>
                <c:pt idx="2417">
                  <c:v>7.3898934228139197</c:v>
                </c:pt>
                <c:pt idx="2418">
                  <c:v>7.3563680713186201</c:v>
                </c:pt>
                <c:pt idx="2419">
                  <c:v>7.2370723417676697</c:v>
                </c:pt>
                <c:pt idx="2420">
                  <c:v>7.2226189996101899</c:v>
                </c:pt>
                <c:pt idx="2421">
                  <c:v>6.9656315592044002</c:v>
                </c:pt>
                <c:pt idx="2422">
                  <c:v>6.8597998849901503</c:v>
                </c:pt>
                <c:pt idx="2423">
                  <c:v>6.9001625209958997</c:v>
                </c:pt>
                <c:pt idx="2424">
                  <c:v>6.9377265125916399</c:v>
                </c:pt>
                <c:pt idx="2425">
                  <c:v>6.8647808928920799</c:v>
                </c:pt>
                <c:pt idx="2426">
                  <c:v>6.9481107503129902</c:v>
                </c:pt>
                <c:pt idx="2427">
                  <c:v>7.0457121365437496</c:v>
                </c:pt>
                <c:pt idx="2428">
                  <c:v>6.9381853926174903</c:v>
                </c:pt>
                <c:pt idx="2429">
                  <c:v>6.94233040076886</c:v>
                </c:pt>
                <c:pt idx="2430">
                  <c:v>7.2212995979438697</c:v>
                </c:pt>
                <c:pt idx="2431">
                  <c:v>7.2778680817912003</c:v>
                </c:pt>
                <c:pt idx="2432">
                  <c:v>7.2627511954520196</c:v>
                </c:pt>
                <c:pt idx="2433">
                  <c:v>7.3263305874729099</c:v>
                </c:pt>
                <c:pt idx="2434">
                  <c:v>7.36207307718065</c:v>
                </c:pt>
                <c:pt idx="2435">
                  <c:v>7.5009688028170798</c:v>
                </c:pt>
                <c:pt idx="2436">
                  <c:v>7.4293059397183798</c:v>
                </c:pt>
                <c:pt idx="2437">
                  <c:v>7.3008439948667103</c:v>
                </c:pt>
                <c:pt idx="2438">
                  <c:v>7.2866281208251698</c:v>
                </c:pt>
                <c:pt idx="2439">
                  <c:v>7.3341189238056801</c:v>
                </c:pt>
                <c:pt idx="2440">
                  <c:v>7.3341189238056801</c:v>
                </c:pt>
                <c:pt idx="2441">
                  <c:v>7.2814458479047799</c:v>
                </c:pt>
                <c:pt idx="2442">
                  <c:v>7.2846273586494004</c:v>
                </c:pt>
                <c:pt idx="2443">
                  <c:v>7.4039801829311704</c:v>
                </c:pt>
                <c:pt idx="2444">
                  <c:v>7.5310623908737702</c:v>
                </c:pt>
                <c:pt idx="2445">
                  <c:v>7.5566351994512999</c:v>
                </c:pt>
                <c:pt idx="2446">
                  <c:v>7.7060070304753401</c:v>
                </c:pt>
                <c:pt idx="2447">
                  <c:v>7.7940737578389498</c:v>
                </c:pt>
                <c:pt idx="2448">
                  <c:v>7.7940737578389498</c:v>
                </c:pt>
                <c:pt idx="2449">
                  <c:v>7.77378309058534</c:v>
                </c:pt>
                <c:pt idx="2450">
                  <c:v>7.8842673022138099</c:v>
                </c:pt>
                <c:pt idx="2451">
                  <c:v>7.6838454494943003</c:v>
                </c:pt>
                <c:pt idx="2452">
                  <c:v>7.6743458366532904</c:v>
                </c:pt>
                <c:pt idx="2453">
                  <c:v>7.6723098025535101</c:v>
                </c:pt>
                <c:pt idx="2454">
                  <c:v>7.7369599847597597</c:v>
                </c:pt>
                <c:pt idx="2455">
                  <c:v>7.7331387762315504</c:v>
                </c:pt>
                <c:pt idx="2456">
                  <c:v>7.7669237299303902</c:v>
                </c:pt>
                <c:pt idx="2457">
                  <c:v>7.7550679876172497</c:v>
                </c:pt>
                <c:pt idx="2458">
                  <c:v>7.7286132942578503</c:v>
                </c:pt>
                <c:pt idx="2459">
                  <c:v>7.8310970124117798</c:v>
                </c:pt>
                <c:pt idx="2460">
                  <c:v>7.8648721525782204</c:v>
                </c:pt>
                <c:pt idx="2461">
                  <c:v>7.8845150125449104</c:v>
                </c:pt>
                <c:pt idx="2462">
                  <c:v>7.8026355318124301</c:v>
                </c:pt>
                <c:pt idx="2463">
                  <c:v>7.7911646842925002</c:v>
                </c:pt>
                <c:pt idx="2464">
                  <c:v>7.7291563516970596</c:v>
                </c:pt>
                <c:pt idx="2465">
                  <c:v>7.5049476036913596</c:v>
                </c:pt>
                <c:pt idx="2466">
                  <c:v>7.4522059031624197</c:v>
                </c:pt>
                <c:pt idx="2467">
                  <c:v>7.3905002411498497</c:v>
                </c:pt>
                <c:pt idx="2468">
                  <c:v>7.4474219645698598</c:v>
                </c:pt>
                <c:pt idx="2469">
                  <c:v>7.4545981718037302</c:v>
                </c:pt>
                <c:pt idx="2470">
                  <c:v>7.5281146849990499</c:v>
                </c:pt>
                <c:pt idx="2471">
                  <c:v>7.3244450664203598</c:v>
                </c:pt>
                <c:pt idx="2472">
                  <c:v>7.2812314030058003</c:v>
                </c:pt>
                <c:pt idx="2473">
                  <c:v>7.3700061762895501</c:v>
                </c:pt>
                <c:pt idx="2474">
                  <c:v>7.3340775050546396</c:v>
                </c:pt>
                <c:pt idx="2475">
                  <c:v>7.2544548482191802</c:v>
                </c:pt>
                <c:pt idx="2476">
                  <c:v>7.2558354872604403</c:v>
                </c:pt>
                <c:pt idx="2477">
                  <c:v>7.1939650669700601</c:v>
                </c:pt>
                <c:pt idx="2478">
                  <c:v>7.33006133975588</c:v>
                </c:pt>
                <c:pt idx="2479">
                  <c:v>7.4059297576943504</c:v>
                </c:pt>
                <c:pt idx="2480">
                  <c:v>7.3708772220747099</c:v>
                </c:pt>
                <c:pt idx="2481">
                  <c:v>7.3897018725522097</c:v>
                </c:pt>
                <c:pt idx="2482">
                  <c:v>7.3305186387539099</c:v>
                </c:pt>
                <c:pt idx="2483">
                  <c:v>7.1969695543231103</c:v>
                </c:pt>
                <c:pt idx="2484">
                  <c:v>7.2358638108028401</c:v>
                </c:pt>
                <c:pt idx="2485">
                  <c:v>7.2965837918913303</c:v>
                </c:pt>
                <c:pt idx="2486">
                  <c:v>7.2795085174693099</c:v>
                </c:pt>
                <c:pt idx="2487">
                  <c:v>7.1824490297910497</c:v>
                </c:pt>
                <c:pt idx="2488">
                  <c:v>7.1824490297910497</c:v>
                </c:pt>
                <c:pt idx="2489">
                  <c:v>7.1021211927896504</c:v>
                </c:pt>
                <c:pt idx="2490">
                  <c:v>7.1771211210206598</c:v>
                </c:pt>
                <c:pt idx="2491">
                  <c:v>7.0363612072499704</c:v>
                </c:pt>
                <c:pt idx="2492">
                  <c:v>6.9911184961514996</c:v>
                </c:pt>
                <c:pt idx="2493">
                  <c:v>7.0141730023421802</c:v>
                </c:pt>
                <c:pt idx="2494">
                  <c:v>6.8957352960651201</c:v>
                </c:pt>
                <c:pt idx="2495">
                  <c:v>6.7886048191900397</c:v>
                </c:pt>
                <c:pt idx="2496">
                  <c:v>6.7801316828679701</c:v>
                </c:pt>
                <c:pt idx="2497">
                  <c:v>6.8578294929419199</c:v>
                </c:pt>
                <c:pt idx="2498">
                  <c:v>6.89001083959461</c:v>
                </c:pt>
                <c:pt idx="2499">
                  <c:v>6.85029161637343</c:v>
                </c:pt>
                <c:pt idx="2500">
                  <c:v>6.8318120970627501</c:v>
                </c:pt>
                <c:pt idx="2501">
                  <c:v>6.8965366028755799</c:v>
                </c:pt>
                <c:pt idx="2502">
                  <c:v>7.0878092617862496</c:v>
                </c:pt>
                <c:pt idx="2503">
                  <c:v>7.0878092617862496</c:v>
                </c:pt>
                <c:pt idx="2504">
                  <c:v>7.2938015376737102</c:v>
                </c:pt>
                <c:pt idx="2505">
                  <c:v>7.2417424352871702</c:v>
                </c:pt>
                <c:pt idx="2506">
                  <c:v>7.3165185786778704</c:v>
                </c:pt>
                <c:pt idx="2507">
                  <c:v>7.5460874485735898</c:v>
                </c:pt>
                <c:pt idx="2508">
                  <c:v>7.5460874485735898</c:v>
                </c:pt>
                <c:pt idx="2509">
                  <c:v>7.6347244174886697</c:v>
                </c:pt>
                <c:pt idx="2510">
                  <c:v>7.5689044327151898</c:v>
                </c:pt>
                <c:pt idx="2511">
                  <c:v>7.5023277532110901</c:v>
                </c:pt>
                <c:pt idx="2512">
                  <c:v>7.4364804553678701</c:v>
                </c:pt>
                <c:pt idx="2513">
                  <c:v>7.3430926381061603</c:v>
                </c:pt>
                <c:pt idx="2514">
                  <c:v>7.2400290636948803</c:v>
                </c:pt>
                <c:pt idx="2515">
                  <c:v>7.3040161646959003</c:v>
                </c:pt>
                <c:pt idx="2516">
                  <c:v>7.3939201890668302</c:v>
                </c:pt>
                <c:pt idx="2517">
                  <c:v>7.2558264665772896</c:v>
                </c:pt>
                <c:pt idx="2518">
                  <c:v>7.2497631413664099</c:v>
                </c:pt>
                <c:pt idx="2519">
                  <c:v>7.2471101501460504</c:v>
                </c:pt>
                <c:pt idx="2520">
                  <c:v>7.2815816210455599</c:v>
                </c:pt>
                <c:pt idx="2521">
                  <c:v>7.2877846534854704</c:v>
                </c:pt>
                <c:pt idx="2522">
                  <c:v>7.3298155582717097</c:v>
                </c:pt>
                <c:pt idx="2523">
                  <c:v>7.3408369066979997</c:v>
                </c:pt>
                <c:pt idx="2524">
                  <c:v>7.3891723187080798</c:v>
                </c:pt>
                <c:pt idx="2525">
                  <c:v>7.4596804299258697</c:v>
                </c:pt>
                <c:pt idx="2526">
                  <c:v>7.4464410193941104</c:v>
                </c:pt>
                <c:pt idx="2527">
                  <c:v>7.3437876286575596</c:v>
                </c:pt>
                <c:pt idx="2528">
                  <c:v>7.1877222702656303</c:v>
                </c:pt>
                <c:pt idx="2529">
                  <c:v>7.28621310865939</c:v>
                </c:pt>
                <c:pt idx="2530">
                  <c:v>7.3245612899890098</c:v>
                </c:pt>
                <c:pt idx="2531">
                  <c:v>7.3010734347653896</c:v>
                </c:pt>
                <c:pt idx="2532">
                  <c:v>7.3567860689326299</c:v>
                </c:pt>
                <c:pt idx="2533">
                  <c:v>7.2541228574608203</c:v>
                </c:pt>
                <c:pt idx="2534">
                  <c:v>7.2467813602173603</c:v>
                </c:pt>
                <c:pt idx="2535">
                  <c:v>7.2938511832261996</c:v>
                </c:pt>
                <c:pt idx="2536">
                  <c:v>7.2955386129644202</c:v>
                </c:pt>
                <c:pt idx="2537">
                  <c:v>7.2233626340906696</c:v>
                </c:pt>
                <c:pt idx="2538">
                  <c:v>7.1335817841533702</c:v>
                </c:pt>
                <c:pt idx="2539">
                  <c:v>7.0608813400091899</c:v>
                </c:pt>
                <c:pt idx="2540">
                  <c:v>7.0608813400091899</c:v>
                </c:pt>
                <c:pt idx="2541">
                  <c:v>7.0705196414469498</c:v>
                </c:pt>
                <c:pt idx="2542">
                  <c:v>7.1168487137141696</c:v>
                </c:pt>
                <c:pt idx="2543">
                  <c:v>7.2894869641622702</c:v>
                </c:pt>
                <c:pt idx="2544">
                  <c:v>7.2894869641622702</c:v>
                </c:pt>
                <c:pt idx="2545">
                  <c:v>7.2894869641622702</c:v>
                </c:pt>
                <c:pt idx="2546">
                  <c:v>7.2261836622429199</c:v>
                </c:pt>
                <c:pt idx="2547">
                  <c:v>7.1594771720159001</c:v>
                </c:pt>
                <c:pt idx="2548">
                  <c:v>7.1594771720159001</c:v>
                </c:pt>
                <c:pt idx="2549">
                  <c:v>7.2830580394819</c:v>
                </c:pt>
                <c:pt idx="2550">
                  <c:v>7.2795454796326799</c:v>
                </c:pt>
                <c:pt idx="2551">
                  <c:v>7.2844732202478504</c:v>
                </c:pt>
                <c:pt idx="2552">
                  <c:v>7.2331155278017603</c:v>
                </c:pt>
                <c:pt idx="2553">
                  <c:v>7.1848385838354298</c:v>
                </c:pt>
                <c:pt idx="2554">
                  <c:v>7.1950545102538701</c:v>
                </c:pt>
                <c:pt idx="2555">
                  <c:v>7.2046679023330302</c:v>
                </c:pt>
                <c:pt idx="2556">
                  <c:v>7.2166503057413296</c:v>
                </c:pt>
                <c:pt idx="2557">
                  <c:v>7.3084947694539197</c:v>
                </c:pt>
                <c:pt idx="2558">
                  <c:v>7.3639008948996398</c:v>
                </c:pt>
                <c:pt idx="2559">
                  <c:v>7.4371455748440303</c:v>
                </c:pt>
                <c:pt idx="2560">
                  <c:v>7.3839489798384497</c:v>
                </c:pt>
                <c:pt idx="2561">
                  <c:v>7.4262464439335796</c:v>
                </c:pt>
                <c:pt idx="2562">
                  <c:v>7.4842002837811004</c:v>
                </c:pt>
                <c:pt idx="2563">
                  <c:v>7.4229461474235299</c:v>
                </c:pt>
                <c:pt idx="2564">
                  <c:v>7.32948902944326</c:v>
                </c:pt>
                <c:pt idx="2565">
                  <c:v>7.4355169321880803</c:v>
                </c:pt>
                <c:pt idx="2566">
                  <c:v>7.42518127368416</c:v>
                </c:pt>
                <c:pt idx="2567">
                  <c:v>7.6448474487088198</c:v>
                </c:pt>
                <c:pt idx="2568">
                  <c:v>7.5565995772701404</c:v>
                </c:pt>
                <c:pt idx="2569">
                  <c:v>7.6262871900136897</c:v>
                </c:pt>
                <c:pt idx="2570">
                  <c:v>7.5177420136520299</c:v>
                </c:pt>
                <c:pt idx="2571">
                  <c:v>7.4976546776608899</c:v>
                </c:pt>
                <c:pt idx="2572">
                  <c:v>7.5876838231065999</c:v>
                </c:pt>
                <c:pt idx="2573">
                  <c:v>7.4977696984757802</c:v>
                </c:pt>
                <c:pt idx="2574">
                  <c:v>7.5800431277919698</c:v>
                </c:pt>
                <c:pt idx="2575">
                  <c:v>7.5648536005050104</c:v>
                </c:pt>
                <c:pt idx="2576">
                  <c:v>7.6012255912752202</c:v>
                </c:pt>
                <c:pt idx="2577">
                  <c:v>7.4802248655146304</c:v>
                </c:pt>
                <c:pt idx="2578">
                  <c:v>7.5681083928140396</c:v>
                </c:pt>
                <c:pt idx="2579">
                  <c:v>7.5749071213010204</c:v>
                </c:pt>
                <c:pt idx="2580">
                  <c:v>7.6349848265156899</c:v>
                </c:pt>
                <c:pt idx="2581">
                  <c:v>7.7711127238834097</c:v>
                </c:pt>
                <c:pt idx="2582">
                  <c:v>7.6276409037358501</c:v>
                </c:pt>
                <c:pt idx="2583">
                  <c:v>7.72067297187386</c:v>
                </c:pt>
                <c:pt idx="2584">
                  <c:v>7.7134271872691196</c:v>
                </c:pt>
                <c:pt idx="2585">
                  <c:v>7.7185687368765796</c:v>
                </c:pt>
                <c:pt idx="2586">
                  <c:v>7.67016821761068</c:v>
                </c:pt>
                <c:pt idx="2587">
                  <c:v>7.6360958216094099</c:v>
                </c:pt>
                <c:pt idx="2588">
                  <c:v>7.7255638293014304</c:v>
                </c:pt>
                <c:pt idx="2589">
                  <c:v>7.7053823883399604</c:v>
                </c:pt>
                <c:pt idx="2590">
                  <c:v>7.7083037031251003</c:v>
                </c:pt>
                <c:pt idx="2591">
                  <c:v>7.6347826766872897</c:v>
                </c:pt>
                <c:pt idx="2592">
                  <c:v>7.6192680569407996</c:v>
                </c:pt>
                <c:pt idx="2593">
                  <c:v>7.60068690961167</c:v>
                </c:pt>
                <c:pt idx="2594">
                  <c:v>7.6560941909677904</c:v>
                </c:pt>
                <c:pt idx="2595">
                  <c:v>7.6650847423594799</c:v>
                </c:pt>
                <c:pt idx="2596">
                  <c:v>7.6524986712184102</c:v>
                </c:pt>
                <c:pt idx="2597">
                  <c:v>7.6548108455603998</c:v>
                </c:pt>
                <c:pt idx="2598">
                  <c:v>7.53391104213767</c:v>
                </c:pt>
                <c:pt idx="2599">
                  <c:v>7.6410999246331404</c:v>
                </c:pt>
                <c:pt idx="2600">
                  <c:v>7.4284178070514502</c:v>
                </c:pt>
                <c:pt idx="2601">
                  <c:v>7.1522353046350604</c:v>
                </c:pt>
                <c:pt idx="2602">
                  <c:v>7.1550288763657601</c:v>
                </c:pt>
                <c:pt idx="2603">
                  <c:v>7.1550288763657601</c:v>
                </c:pt>
                <c:pt idx="2604">
                  <c:v>7.0601779128893503</c:v>
                </c:pt>
                <c:pt idx="2605">
                  <c:v>6.8903408341343999</c:v>
                </c:pt>
                <c:pt idx="2606">
                  <c:v>6.8651553558106002</c:v>
                </c:pt>
                <c:pt idx="2607">
                  <c:v>6.84398326045467</c:v>
                </c:pt>
                <c:pt idx="2608">
                  <c:v>6.7809413032953998</c:v>
                </c:pt>
                <c:pt idx="2609">
                  <c:v>6.8510015774461204</c:v>
                </c:pt>
                <c:pt idx="2610">
                  <c:v>6.8331247602766201</c:v>
                </c:pt>
                <c:pt idx="2611">
                  <c:v>6.8469233916374499</c:v>
                </c:pt>
                <c:pt idx="2612">
                  <c:v>6.6793439560187302</c:v>
                </c:pt>
                <c:pt idx="2613">
                  <c:v>6.6910278373237597</c:v>
                </c:pt>
                <c:pt idx="2614">
                  <c:v>6.5183077140977597</c:v>
                </c:pt>
                <c:pt idx="2615">
                  <c:v>6.49836220325661</c:v>
                </c:pt>
                <c:pt idx="2616">
                  <c:v>6.5036878650797796</c:v>
                </c:pt>
                <c:pt idx="2617">
                  <c:v>6.4466981032375301</c:v>
                </c:pt>
                <c:pt idx="2618">
                  <c:v>6.4736820869796201</c:v>
                </c:pt>
                <c:pt idx="2619">
                  <c:v>6.62715814240316</c:v>
                </c:pt>
                <c:pt idx="2620">
                  <c:v>6.4798579065402704</c:v>
                </c:pt>
                <c:pt idx="2621">
                  <c:v>6.4798579065402704</c:v>
                </c:pt>
                <c:pt idx="2622">
                  <c:v>6.4798579065402704</c:v>
                </c:pt>
                <c:pt idx="2623">
                  <c:v>6.50407105928499</c:v>
                </c:pt>
                <c:pt idx="2624">
                  <c:v>6.6166437667718796</c:v>
                </c:pt>
                <c:pt idx="2625">
                  <c:v>6.5154822934449204</c:v>
                </c:pt>
                <c:pt idx="2626">
                  <c:v>6.5742150075948702</c:v>
                </c:pt>
                <c:pt idx="2627">
                  <c:v>6.5735378828239801</c:v>
                </c:pt>
                <c:pt idx="2628">
                  <c:v>6.6587506733803004</c:v>
                </c:pt>
                <c:pt idx="2629">
                  <c:v>6.6422103228009801</c:v>
                </c:pt>
                <c:pt idx="2630">
                  <c:v>6.7797463583720603</c:v>
                </c:pt>
                <c:pt idx="2631">
                  <c:v>6.7797463583720603</c:v>
                </c:pt>
                <c:pt idx="2632">
                  <c:v>6.7934308276791198</c:v>
                </c:pt>
                <c:pt idx="2633">
                  <c:v>6.7673688640809599</c:v>
                </c:pt>
                <c:pt idx="2634">
                  <c:v>6.7647116211154499</c:v>
                </c:pt>
                <c:pt idx="2635">
                  <c:v>6.6906918592442102</c:v>
                </c:pt>
                <c:pt idx="2636">
                  <c:v>6.6113785895119701</c:v>
                </c:pt>
                <c:pt idx="2637">
                  <c:v>6.5680843157970497</c:v>
                </c:pt>
                <c:pt idx="2638">
                  <c:v>6.5726458251852797</c:v>
                </c:pt>
                <c:pt idx="2639">
                  <c:v>6.6857948825493896</c:v>
                </c:pt>
                <c:pt idx="2640">
                  <c:v>6.7285071402727699</c:v>
                </c:pt>
                <c:pt idx="2641">
                  <c:v>6.6990838218869202</c:v>
                </c:pt>
                <c:pt idx="2642">
                  <c:v>6.5480933160653203</c:v>
                </c:pt>
                <c:pt idx="2643">
                  <c:v>6.6138605511043096</c:v>
                </c:pt>
                <c:pt idx="2644">
                  <c:v>6.7051953742480901</c:v>
                </c:pt>
                <c:pt idx="2645">
                  <c:v>6.6523398735283097</c:v>
                </c:pt>
                <c:pt idx="2646">
                  <c:v>6.4700780637924096</c:v>
                </c:pt>
                <c:pt idx="2647">
                  <c:v>6.6163346284195397</c:v>
                </c:pt>
                <c:pt idx="2648">
                  <c:v>6.4971648151699597</c:v>
                </c:pt>
                <c:pt idx="2649">
                  <c:v>6.4640789526402704</c:v>
                </c:pt>
                <c:pt idx="2650">
                  <c:v>6.66636900228605</c:v>
                </c:pt>
                <c:pt idx="2651">
                  <c:v>6.5459040395501598</c:v>
                </c:pt>
                <c:pt idx="2652">
                  <c:v>6.6488226568820998</c:v>
                </c:pt>
                <c:pt idx="2653">
                  <c:v>6.6488226568820998</c:v>
                </c:pt>
                <c:pt idx="2654">
                  <c:v>6.7075988074606396</c:v>
                </c:pt>
                <c:pt idx="2655">
                  <c:v>6.7376909217384302</c:v>
                </c:pt>
                <c:pt idx="2656">
                  <c:v>6.7045269966624801</c:v>
                </c:pt>
                <c:pt idx="2657">
                  <c:v>6.6767583241109696</c:v>
                </c:pt>
                <c:pt idx="2658">
                  <c:v>6.6378840689333396</c:v>
                </c:pt>
                <c:pt idx="2659">
                  <c:v>6.6954086769816703</c:v>
                </c:pt>
                <c:pt idx="2660">
                  <c:v>6.69425773279485</c:v>
                </c:pt>
                <c:pt idx="2661">
                  <c:v>6.5348571544545404</c:v>
                </c:pt>
                <c:pt idx="2662">
                  <c:v>6.6566972909958704</c:v>
                </c:pt>
                <c:pt idx="2663">
                  <c:v>6.7191517105158098</c:v>
                </c:pt>
                <c:pt idx="2664">
                  <c:v>6.8456104789117704</c:v>
                </c:pt>
                <c:pt idx="2665">
                  <c:v>6.9237509152875703</c:v>
                </c:pt>
                <c:pt idx="2666">
                  <c:v>6.8767475732535699</c:v>
                </c:pt>
                <c:pt idx="2667">
                  <c:v>6.7801484318384801</c:v>
                </c:pt>
                <c:pt idx="2668">
                  <c:v>6.7801484318384801</c:v>
                </c:pt>
                <c:pt idx="2669">
                  <c:v>6.8246103796046196</c:v>
                </c:pt>
                <c:pt idx="2670">
                  <c:v>6.8310968869269599</c:v>
                </c:pt>
                <c:pt idx="2671">
                  <c:v>6.8157901690569096</c:v>
                </c:pt>
                <c:pt idx="2672">
                  <c:v>6.9146922455580899</c:v>
                </c:pt>
                <c:pt idx="2673">
                  <c:v>6.9146922455580899</c:v>
                </c:pt>
                <c:pt idx="2674">
                  <c:v>6.8832596106102297</c:v>
                </c:pt>
                <c:pt idx="2675">
                  <c:v>6.9008867404335401</c:v>
                </c:pt>
                <c:pt idx="2676">
                  <c:v>6.8797573338450002</c:v>
                </c:pt>
                <c:pt idx="2677">
                  <c:v>6.8266917247480698</c:v>
                </c:pt>
                <c:pt idx="2678">
                  <c:v>6.8320593967079901</c:v>
                </c:pt>
                <c:pt idx="2679">
                  <c:v>6.7532157278825302</c:v>
                </c:pt>
                <c:pt idx="2680">
                  <c:v>6.91474761950324</c:v>
                </c:pt>
                <c:pt idx="2681">
                  <c:v>6.91498988269141</c:v>
                </c:pt>
                <c:pt idx="2682">
                  <c:v>6.9206182374976501</c:v>
                </c:pt>
                <c:pt idx="2683">
                  <c:v>6.9097551890060398</c:v>
                </c:pt>
                <c:pt idx="2684">
                  <c:v>6.9161468131018502</c:v>
                </c:pt>
                <c:pt idx="2685">
                  <c:v>6.9455957083828901</c:v>
                </c:pt>
                <c:pt idx="2686">
                  <c:v>6.9353095952288299</c:v>
                </c:pt>
                <c:pt idx="2687">
                  <c:v>6.9579686034944599</c:v>
                </c:pt>
                <c:pt idx="2688">
                  <c:v>6.9092199214013199</c:v>
                </c:pt>
                <c:pt idx="2689">
                  <c:v>6.8907240569814903</c:v>
                </c:pt>
                <c:pt idx="2690">
                  <c:v>6.8443061265196397</c:v>
                </c:pt>
                <c:pt idx="2691">
                  <c:v>6.8199962539678998</c:v>
                </c:pt>
                <c:pt idx="2692">
                  <c:v>6.8555242958645204</c:v>
                </c:pt>
                <c:pt idx="2693">
                  <c:v>6.8404151293822002</c:v>
                </c:pt>
                <c:pt idx="2694">
                  <c:v>6.7843716545541</c:v>
                </c:pt>
                <c:pt idx="2695">
                  <c:v>6.9509415321600603</c:v>
                </c:pt>
                <c:pt idx="2696">
                  <c:v>6.98045508226976</c:v>
                </c:pt>
                <c:pt idx="2697">
                  <c:v>6.9906356146537698</c:v>
                </c:pt>
                <c:pt idx="2698">
                  <c:v>6.9461763941272503</c:v>
                </c:pt>
                <c:pt idx="2699">
                  <c:v>6.9809919143652497</c:v>
                </c:pt>
                <c:pt idx="2700">
                  <c:v>6.97043607573156</c:v>
                </c:pt>
                <c:pt idx="2701">
                  <c:v>6.97043607573156</c:v>
                </c:pt>
                <c:pt idx="2702">
                  <c:v>6.9988288047917102</c:v>
                </c:pt>
                <c:pt idx="2703">
                  <c:v>7.01777990189722</c:v>
                </c:pt>
                <c:pt idx="2704">
                  <c:v>6.9848299094930697</c:v>
                </c:pt>
                <c:pt idx="2705">
                  <c:v>7.0438068001485199</c:v>
                </c:pt>
                <c:pt idx="2706">
                  <c:v>6.9639656401961103</c:v>
                </c:pt>
                <c:pt idx="2707">
                  <c:v>6.9649919714354303</c:v>
                </c:pt>
                <c:pt idx="2708">
                  <c:v>6.9649919714354303</c:v>
                </c:pt>
                <c:pt idx="2709">
                  <c:v>6.9788785408497302</c:v>
                </c:pt>
                <c:pt idx="2710">
                  <c:v>6.9594590772352998</c:v>
                </c:pt>
                <c:pt idx="2711">
                  <c:v>6.9712283212569401</c:v>
                </c:pt>
                <c:pt idx="2712">
                  <c:v>6.9620072522603502</c:v>
                </c:pt>
                <c:pt idx="2713">
                  <c:v>6.9649159972805501</c:v>
                </c:pt>
                <c:pt idx="2714">
                  <c:v>6.9330555077936404</c:v>
                </c:pt>
                <c:pt idx="2715">
                  <c:v>6.8848341400001196</c:v>
                </c:pt>
                <c:pt idx="2716">
                  <c:v>6.8164797443689098</c:v>
                </c:pt>
                <c:pt idx="2717">
                  <c:v>6.7296593928772799</c:v>
                </c:pt>
                <c:pt idx="2718">
                  <c:v>6.7193130279575</c:v>
                </c:pt>
                <c:pt idx="2719">
                  <c:v>6.8261012998021799</c:v>
                </c:pt>
                <c:pt idx="2720">
                  <c:v>6.8158738026548802</c:v>
                </c:pt>
                <c:pt idx="2721">
                  <c:v>6.7959118654816297</c:v>
                </c:pt>
                <c:pt idx="2722">
                  <c:v>6.7748130666523103</c:v>
                </c:pt>
                <c:pt idx="2723">
                  <c:v>6.7163089383458399</c:v>
                </c:pt>
                <c:pt idx="2724">
                  <c:v>6.8669955148631701</c:v>
                </c:pt>
                <c:pt idx="2725">
                  <c:v>6.9125811019896402</c:v>
                </c:pt>
                <c:pt idx="2726">
                  <c:v>6.9019407016093197</c:v>
                </c:pt>
                <c:pt idx="2727">
                  <c:v>6.9582914044807502</c:v>
                </c:pt>
                <c:pt idx="2728">
                  <c:v>6.9727172438068203</c:v>
                </c:pt>
                <c:pt idx="2729">
                  <c:v>6.8971574580169097</c:v>
                </c:pt>
                <c:pt idx="2730">
                  <c:v>6.90888483439449</c:v>
                </c:pt>
                <c:pt idx="2731">
                  <c:v>6.9008915851018902</c:v>
                </c:pt>
                <c:pt idx="2732">
                  <c:v>6.8462247196053596</c:v>
                </c:pt>
                <c:pt idx="2733">
                  <c:v>6.8742346423824401</c:v>
                </c:pt>
                <c:pt idx="2734">
                  <c:v>6.9401039725611398</c:v>
                </c:pt>
                <c:pt idx="2735">
                  <c:v>6.9997925804142902</c:v>
                </c:pt>
                <c:pt idx="2736">
                  <c:v>7.0224981021899104</c:v>
                </c:pt>
                <c:pt idx="2737">
                  <c:v>6.9989101142703101</c:v>
                </c:pt>
                <c:pt idx="2738">
                  <c:v>7.1878346129548198</c:v>
                </c:pt>
                <c:pt idx="2739">
                  <c:v>7.1914462006757702</c:v>
                </c:pt>
                <c:pt idx="2740">
                  <c:v>7.1209666600322796</c:v>
                </c:pt>
                <c:pt idx="2741">
                  <c:v>7.07880683574259</c:v>
                </c:pt>
                <c:pt idx="2742">
                  <c:v>7.0704202789432697</c:v>
                </c:pt>
                <c:pt idx="2743">
                  <c:v>7.0478779041233999</c:v>
                </c:pt>
                <c:pt idx="2744">
                  <c:v>7.0261312407700602</c:v>
                </c:pt>
                <c:pt idx="2745">
                  <c:v>7.0650970973309102</c:v>
                </c:pt>
                <c:pt idx="2746">
                  <c:v>7.0199266881697699</c:v>
                </c:pt>
                <c:pt idx="2747">
                  <c:v>7.1088149413560204</c:v>
                </c:pt>
                <c:pt idx="2748">
                  <c:v>7.1088149413560204</c:v>
                </c:pt>
                <c:pt idx="2749">
                  <c:v>7.0469467428966803</c:v>
                </c:pt>
                <c:pt idx="2750">
                  <c:v>7.0166578728332398</c:v>
                </c:pt>
                <c:pt idx="2751">
                  <c:v>7.0628669787928704</c:v>
                </c:pt>
                <c:pt idx="2752">
                  <c:v>6.9765219368857796</c:v>
                </c:pt>
                <c:pt idx="2753">
                  <c:v>6.9784003745421401</c:v>
                </c:pt>
                <c:pt idx="2754">
                  <c:v>6.9567145999152897</c:v>
                </c:pt>
                <c:pt idx="2755">
                  <c:v>6.9612695751969698</c:v>
                </c:pt>
                <c:pt idx="2756">
                  <c:v>6.97916994102125</c:v>
                </c:pt>
                <c:pt idx="2757">
                  <c:v>6.99548193706765</c:v>
                </c:pt>
                <c:pt idx="2758">
                  <c:v>6.9953468126523504</c:v>
                </c:pt>
                <c:pt idx="2759">
                  <c:v>6.9728843899529496</c:v>
                </c:pt>
                <c:pt idx="2760">
                  <c:v>6.9391520448217801</c:v>
                </c:pt>
                <c:pt idx="2761">
                  <c:v>6.92114310080881</c:v>
                </c:pt>
                <c:pt idx="2762">
                  <c:v>6.93552960961543</c:v>
                </c:pt>
                <c:pt idx="2763">
                  <c:v>6.93552960961543</c:v>
                </c:pt>
                <c:pt idx="2764">
                  <c:v>6.9515069442936896</c:v>
                </c:pt>
                <c:pt idx="2765">
                  <c:v>6.9011595355792998</c:v>
                </c:pt>
                <c:pt idx="2766">
                  <c:v>6.8747355506800396</c:v>
                </c:pt>
                <c:pt idx="2767">
                  <c:v>6.8433943332730198</c:v>
                </c:pt>
                <c:pt idx="2768">
                  <c:v>6.8190770845306101</c:v>
                </c:pt>
                <c:pt idx="2769">
                  <c:v>6.8213290729051002</c:v>
                </c:pt>
                <c:pt idx="2770">
                  <c:v>6.7935176570258697</c:v>
                </c:pt>
                <c:pt idx="2771">
                  <c:v>6.8150231278704201</c:v>
                </c:pt>
                <c:pt idx="2772">
                  <c:v>6.9046460358175503</c:v>
                </c:pt>
                <c:pt idx="2773">
                  <c:v>6.9046460358175503</c:v>
                </c:pt>
                <c:pt idx="2774">
                  <c:v>6.8869876113271697</c:v>
                </c:pt>
                <c:pt idx="2775">
                  <c:v>6.8660519185091404</c:v>
                </c:pt>
                <c:pt idx="2776">
                  <c:v>6.8181253758000597</c:v>
                </c:pt>
                <c:pt idx="2777">
                  <c:v>6.8146149553036999</c:v>
                </c:pt>
                <c:pt idx="2778">
                  <c:v>6.7731621349443802</c:v>
                </c:pt>
                <c:pt idx="2779">
                  <c:v>6.7845171584382502</c:v>
                </c:pt>
                <c:pt idx="2780">
                  <c:v>6.7910765994537101</c:v>
                </c:pt>
                <c:pt idx="2781">
                  <c:v>6.8563939923330901</c:v>
                </c:pt>
                <c:pt idx="2782">
                  <c:v>6.9250082777379003</c:v>
                </c:pt>
                <c:pt idx="2783">
                  <c:v>6.8959940881453603</c:v>
                </c:pt>
                <c:pt idx="2784">
                  <c:v>6.9290557962497097</c:v>
                </c:pt>
                <c:pt idx="2785">
                  <c:v>6.9439891772574498</c:v>
                </c:pt>
                <c:pt idx="2786">
                  <c:v>7.0670286697687104</c:v>
                </c:pt>
                <c:pt idx="2787">
                  <c:v>7.16783447480252</c:v>
                </c:pt>
                <c:pt idx="2788">
                  <c:v>7.16783447480252</c:v>
                </c:pt>
                <c:pt idx="2789">
                  <c:v>7.4072390778975201</c:v>
                </c:pt>
                <c:pt idx="2790">
                  <c:v>7.5870041610117198</c:v>
                </c:pt>
                <c:pt idx="2791">
                  <c:v>7.6024924706296497</c:v>
                </c:pt>
                <c:pt idx="2792">
                  <c:v>7.5297963026625601</c:v>
                </c:pt>
                <c:pt idx="2793">
                  <c:v>7.5941612919200701</c:v>
                </c:pt>
                <c:pt idx="2794">
                  <c:v>7.6954384031207201</c:v>
                </c:pt>
                <c:pt idx="2795">
                  <c:v>7.5732167057735502</c:v>
                </c:pt>
                <c:pt idx="2796">
                  <c:v>7.4009480592915802</c:v>
                </c:pt>
                <c:pt idx="2797">
                  <c:v>7.4658774375043704</c:v>
                </c:pt>
                <c:pt idx="2798">
                  <c:v>7.4806887964825002</c:v>
                </c:pt>
                <c:pt idx="2799">
                  <c:v>7.5247603344201597</c:v>
                </c:pt>
                <c:pt idx="2800">
                  <c:v>7.4702590292343203</c:v>
                </c:pt>
                <c:pt idx="2801">
                  <c:v>7.4702590292343203</c:v>
                </c:pt>
                <c:pt idx="2802">
                  <c:v>7.5264281715508501</c:v>
                </c:pt>
                <c:pt idx="2803">
                  <c:v>7.480644119271</c:v>
                </c:pt>
                <c:pt idx="2804">
                  <c:v>7.4972125227579403</c:v>
                </c:pt>
                <c:pt idx="2805">
                  <c:v>7.4972125227579403</c:v>
                </c:pt>
                <c:pt idx="2806">
                  <c:v>7.4972125227579403</c:v>
                </c:pt>
                <c:pt idx="2807">
                  <c:v>7.4729629546996401</c:v>
                </c:pt>
                <c:pt idx="2808">
                  <c:v>7.46835105217344</c:v>
                </c:pt>
                <c:pt idx="2809">
                  <c:v>7.5167191259543999</c:v>
                </c:pt>
                <c:pt idx="2810">
                  <c:v>7.4240017544738004</c:v>
                </c:pt>
                <c:pt idx="2811">
                  <c:v>7.2498847819446803</c:v>
                </c:pt>
                <c:pt idx="2812">
                  <c:v>7.2463059341279301</c:v>
                </c:pt>
                <c:pt idx="2813">
                  <c:v>7.2463059341279301</c:v>
                </c:pt>
                <c:pt idx="2814">
                  <c:v>7.2806935274734403</c:v>
                </c:pt>
                <c:pt idx="2815">
                  <c:v>7.2560774408915396</c:v>
                </c:pt>
                <c:pt idx="2816">
                  <c:v>7.1518738406478501</c:v>
                </c:pt>
                <c:pt idx="2817">
                  <c:v>7.0828880530224199</c:v>
                </c:pt>
                <c:pt idx="2818">
                  <c:v>7.0407088071925097</c:v>
                </c:pt>
                <c:pt idx="2819">
                  <c:v>7.0374309724367698</c:v>
                </c:pt>
                <c:pt idx="2820">
                  <c:v>7.0217300892695897</c:v>
                </c:pt>
                <c:pt idx="2821">
                  <c:v>6.9381502061671698</c:v>
                </c:pt>
                <c:pt idx="2822">
                  <c:v>6.9051601437688097</c:v>
                </c:pt>
                <c:pt idx="2823">
                  <c:v>6.9378587789751096</c:v>
                </c:pt>
                <c:pt idx="2824">
                  <c:v>6.8598569461393604</c:v>
                </c:pt>
                <c:pt idx="2825">
                  <c:v>6.8723470911042703</c:v>
                </c:pt>
                <c:pt idx="2826">
                  <c:v>6.84324399966843</c:v>
                </c:pt>
                <c:pt idx="2827">
                  <c:v>6.9385987875780701</c:v>
                </c:pt>
                <c:pt idx="2828">
                  <c:v>6.8716060967716599</c:v>
                </c:pt>
                <c:pt idx="2829">
                  <c:v>6.8560246118857897</c:v>
                </c:pt>
                <c:pt idx="2830">
                  <c:v>6.9095478227947904</c:v>
                </c:pt>
                <c:pt idx="2831">
                  <c:v>6.93451777599648</c:v>
                </c:pt>
                <c:pt idx="2832">
                  <c:v>6.9797427337085001</c:v>
                </c:pt>
                <c:pt idx="2833">
                  <c:v>7.0513512000574501</c:v>
                </c:pt>
                <c:pt idx="2834">
                  <c:v>7.1217021746982603</c:v>
                </c:pt>
                <c:pt idx="2835">
                  <c:v>7.1893035429617003</c:v>
                </c:pt>
                <c:pt idx="2836">
                  <c:v>7.0969768319329898</c:v>
                </c:pt>
                <c:pt idx="2837">
                  <c:v>7.0432934595330998</c:v>
                </c:pt>
                <c:pt idx="2838">
                  <c:v>7.0449861498013897</c:v>
                </c:pt>
                <c:pt idx="2839">
                  <c:v>7.0983721156294601</c:v>
                </c:pt>
                <c:pt idx="2840">
                  <c:v>7.1266138206207801</c:v>
                </c:pt>
                <c:pt idx="2841">
                  <c:v>7.0773520631831399</c:v>
                </c:pt>
                <c:pt idx="2842">
                  <c:v>7.0994743494720396</c:v>
                </c:pt>
                <c:pt idx="2843">
                  <c:v>7.1015749644076402</c:v>
                </c:pt>
                <c:pt idx="2844">
                  <c:v>7.0731946691005003</c:v>
                </c:pt>
                <c:pt idx="2845">
                  <c:v>6.9745030825293304</c:v>
                </c:pt>
                <c:pt idx="2846">
                  <c:v>6.9374527107011099</c:v>
                </c:pt>
                <c:pt idx="2847">
                  <c:v>6.9584476920458602</c:v>
                </c:pt>
                <c:pt idx="2848">
                  <c:v>7.0106299074685099</c:v>
                </c:pt>
                <c:pt idx="2849">
                  <c:v>7.1098400150721099</c:v>
                </c:pt>
                <c:pt idx="2850">
                  <c:v>7.1310857754766497</c:v>
                </c:pt>
                <c:pt idx="2851">
                  <c:v>7.1000505196836299</c:v>
                </c:pt>
                <c:pt idx="2852">
                  <c:v>7.3085916978761603</c:v>
                </c:pt>
                <c:pt idx="2853">
                  <c:v>7.3566704840830601</c:v>
                </c:pt>
                <c:pt idx="2854">
                  <c:v>7.4623761648125004</c:v>
                </c:pt>
                <c:pt idx="2855">
                  <c:v>7.4015808465746096</c:v>
                </c:pt>
                <c:pt idx="2856">
                  <c:v>7.3254062361102896</c:v>
                </c:pt>
                <c:pt idx="2857">
                  <c:v>7.4643524332618796</c:v>
                </c:pt>
                <c:pt idx="2858">
                  <c:v>7.4852507253314</c:v>
                </c:pt>
                <c:pt idx="2859">
                  <c:v>7.4094358430319396</c:v>
                </c:pt>
                <c:pt idx="2860">
                  <c:v>7.3706057638844902</c:v>
                </c:pt>
                <c:pt idx="2861">
                  <c:v>7.28487623850961</c:v>
                </c:pt>
                <c:pt idx="2862">
                  <c:v>7.2607033650033497</c:v>
                </c:pt>
                <c:pt idx="2863">
                  <c:v>7.2607033650033497</c:v>
                </c:pt>
                <c:pt idx="2864">
                  <c:v>7.2298831894312903</c:v>
                </c:pt>
                <c:pt idx="2865">
                  <c:v>7.3064561025377603</c:v>
                </c:pt>
                <c:pt idx="2866">
                  <c:v>7.3895141858585802</c:v>
                </c:pt>
                <c:pt idx="2867">
                  <c:v>7.3947988937452003</c:v>
                </c:pt>
                <c:pt idx="2868">
                  <c:v>7.4558171643676703</c:v>
                </c:pt>
                <c:pt idx="2869">
                  <c:v>7.41935933369352</c:v>
                </c:pt>
                <c:pt idx="2870">
                  <c:v>7.3677711777438804</c:v>
                </c:pt>
                <c:pt idx="2871">
                  <c:v>7.3677711777438804</c:v>
                </c:pt>
                <c:pt idx="2872">
                  <c:v>7.3677711777438804</c:v>
                </c:pt>
                <c:pt idx="2873">
                  <c:v>7.2769384296912296</c:v>
                </c:pt>
                <c:pt idx="2874">
                  <c:v>7.2902146975969098</c:v>
                </c:pt>
                <c:pt idx="2875">
                  <c:v>7.1876572395682903</c:v>
                </c:pt>
                <c:pt idx="2876">
                  <c:v>7.2417072103334901</c:v>
                </c:pt>
                <c:pt idx="2877">
                  <c:v>7.2382036878692597</c:v>
                </c:pt>
                <c:pt idx="2878">
                  <c:v>7.1947401644258697</c:v>
                </c:pt>
                <c:pt idx="2879">
                  <c:v>7.1823396786995097</c:v>
                </c:pt>
                <c:pt idx="2880">
                  <c:v>7.1680188706056196</c:v>
                </c:pt>
                <c:pt idx="2881">
                  <c:v>7.15336772098465</c:v>
                </c:pt>
                <c:pt idx="2882">
                  <c:v>7.1803671345223101</c:v>
                </c:pt>
                <c:pt idx="2883">
                  <c:v>7.18771004808025</c:v>
                </c:pt>
                <c:pt idx="2884">
                  <c:v>7.1733854368187204</c:v>
                </c:pt>
                <c:pt idx="2885">
                  <c:v>7.2024037847703202</c:v>
                </c:pt>
                <c:pt idx="2886">
                  <c:v>7.2522331211456601</c:v>
                </c:pt>
                <c:pt idx="2887">
                  <c:v>7.1413149032028</c:v>
                </c:pt>
                <c:pt idx="2888">
                  <c:v>7.2453953833397096</c:v>
                </c:pt>
                <c:pt idx="2889">
                  <c:v>7.1532624905764797</c:v>
                </c:pt>
                <c:pt idx="2890">
                  <c:v>7.1485737010296697</c:v>
                </c:pt>
                <c:pt idx="2891">
                  <c:v>7.1771766873477096</c:v>
                </c:pt>
                <c:pt idx="2892">
                  <c:v>7.1771766873477096</c:v>
                </c:pt>
                <c:pt idx="2893">
                  <c:v>7.2313721075185402</c:v>
                </c:pt>
                <c:pt idx="2894">
                  <c:v>7.2749617729392897</c:v>
                </c:pt>
                <c:pt idx="2895">
                  <c:v>7.3296512855440197</c:v>
                </c:pt>
                <c:pt idx="2896">
                  <c:v>7.3190396693427298</c:v>
                </c:pt>
                <c:pt idx="2897">
                  <c:v>7.27912032767982</c:v>
                </c:pt>
                <c:pt idx="2898">
                  <c:v>7.3327279650628201</c:v>
                </c:pt>
                <c:pt idx="2899">
                  <c:v>7.40835246550939</c:v>
                </c:pt>
                <c:pt idx="2900">
                  <c:v>7.3881303957796902</c:v>
                </c:pt>
                <c:pt idx="2901">
                  <c:v>7.3788716407012496</c:v>
                </c:pt>
                <c:pt idx="2902">
                  <c:v>7.3712870775169304</c:v>
                </c:pt>
                <c:pt idx="2903">
                  <c:v>7.3712870775169304</c:v>
                </c:pt>
                <c:pt idx="2904">
                  <c:v>7.3863942467206796</c:v>
                </c:pt>
                <c:pt idx="2905">
                  <c:v>7.3920063423840503</c:v>
                </c:pt>
                <c:pt idx="2906">
                  <c:v>7.3481429778824001</c:v>
                </c:pt>
                <c:pt idx="2907">
                  <c:v>7.3729214584097296</c:v>
                </c:pt>
                <c:pt idx="2908">
                  <c:v>7.3886689651983497</c:v>
                </c:pt>
                <c:pt idx="2909">
                  <c:v>7.3945959726462602</c:v>
                </c:pt>
                <c:pt idx="2910">
                  <c:v>7.3944245126897199</c:v>
                </c:pt>
                <c:pt idx="2911">
                  <c:v>7.3657582331539402</c:v>
                </c:pt>
                <c:pt idx="2912">
                  <c:v>7.3354702304132404</c:v>
                </c:pt>
                <c:pt idx="2913">
                  <c:v>7.37888711204325</c:v>
                </c:pt>
                <c:pt idx="2914">
                  <c:v>7.4342874239172296</c:v>
                </c:pt>
                <c:pt idx="2915">
                  <c:v>7.4763246274664397</c:v>
                </c:pt>
                <c:pt idx="2916">
                  <c:v>7.5044889474816197</c:v>
                </c:pt>
                <c:pt idx="2917">
                  <c:v>7.5675419821979402</c:v>
                </c:pt>
                <c:pt idx="2918">
                  <c:v>7.5675419821979402</c:v>
                </c:pt>
                <c:pt idx="2919">
                  <c:v>7.56436686895184</c:v>
                </c:pt>
                <c:pt idx="2920">
                  <c:v>7.57560510156567</c:v>
                </c:pt>
                <c:pt idx="2921">
                  <c:v>7.59138367401534</c:v>
                </c:pt>
                <c:pt idx="2922">
                  <c:v>7.5722704499949502</c:v>
                </c:pt>
                <c:pt idx="2923">
                  <c:v>7.5722704499949502</c:v>
                </c:pt>
                <c:pt idx="2924">
                  <c:v>7.5802489016264296</c:v>
                </c:pt>
                <c:pt idx="2925">
                  <c:v>7.7006728161827098</c:v>
                </c:pt>
                <c:pt idx="2926">
                  <c:v>7.6651720391160296</c:v>
                </c:pt>
                <c:pt idx="2927">
                  <c:v>7.6583368722367799</c:v>
                </c:pt>
                <c:pt idx="2928">
                  <c:v>7.6751540553212703</c:v>
                </c:pt>
                <c:pt idx="2929">
                  <c:v>7.6833092440297399</c:v>
                </c:pt>
                <c:pt idx="2930">
                  <c:v>7.7155109901828096</c:v>
                </c:pt>
                <c:pt idx="2931">
                  <c:v>7.7821038531033997</c:v>
                </c:pt>
                <c:pt idx="2932">
                  <c:v>7.8831084403123404</c:v>
                </c:pt>
                <c:pt idx="2933">
                  <c:v>7.8831084403123404</c:v>
                </c:pt>
                <c:pt idx="2934">
                  <c:v>7.82295673104852</c:v>
                </c:pt>
                <c:pt idx="2935">
                  <c:v>7.8772159032877598</c:v>
                </c:pt>
                <c:pt idx="2936">
                  <c:v>7.85382346555736</c:v>
                </c:pt>
                <c:pt idx="2937">
                  <c:v>7.8805866639084297</c:v>
                </c:pt>
                <c:pt idx="2938">
                  <c:v>7.8686590960392797</c:v>
                </c:pt>
                <c:pt idx="2939">
                  <c:v>7.8709729763447402</c:v>
                </c:pt>
                <c:pt idx="2940">
                  <c:v>7.8929576257090703</c:v>
                </c:pt>
                <c:pt idx="2941">
                  <c:v>7.8624302219824296</c:v>
                </c:pt>
                <c:pt idx="2942">
                  <c:v>7.9008566763569696</c:v>
                </c:pt>
                <c:pt idx="2943">
                  <c:v>7.9057421930582601</c:v>
                </c:pt>
                <c:pt idx="2944">
                  <c:v>7.8757108579430897</c:v>
                </c:pt>
                <c:pt idx="2945">
                  <c:v>7.8695686638951203</c:v>
                </c:pt>
                <c:pt idx="2946">
                  <c:v>7.84640307924455</c:v>
                </c:pt>
                <c:pt idx="2947">
                  <c:v>7.8853290621936099</c:v>
                </c:pt>
                <c:pt idx="2948">
                  <c:v>7.8853290621936099</c:v>
                </c:pt>
                <c:pt idx="2949">
                  <c:v>7.8776571382321396</c:v>
                </c:pt>
                <c:pt idx="2950">
                  <c:v>7.8195065135823203</c:v>
                </c:pt>
                <c:pt idx="2951">
                  <c:v>7.7393574214507304</c:v>
                </c:pt>
                <c:pt idx="2952">
                  <c:v>7.8026075402782</c:v>
                </c:pt>
                <c:pt idx="2953">
                  <c:v>7.7899652913687403</c:v>
                </c:pt>
                <c:pt idx="2954">
                  <c:v>7.7896814455152503</c:v>
                </c:pt>
                <c:pt idx="2955">
                  <c:v>7.7588789639587104</c:v>
                </c:pt>
                <c:pt idx="2956">
                  <c:v>7.7587885851262302</c:v>
                </c:pt>
                <c:pt idx="2957">
                  <c:v>7.75010535851127</c:v>
                </c:pt>
                <c:pt idx="2958">
                  <c:v>7.8208520609075096</c:v>
                </c:pt>
                <c:pt idx="2959">
                  <c:v>7.8233602035652696</c:v>
                </c:pt>
                <c:pt idx="2960">
                  <c:v>7.8807275316399599</c:v>
                </c:pt>
                <c:pt idx="2961">
                  <c:v>7.9342007765304396</c:v>
                </c:pt>
                <c:pt idx="2962">
                  <c:v>7.9342007765304396</c:v>
                </c:pt>
                <c:pt idx="2963">
                  <c:v>7.9492264197240203</c:v>
                </c:pt>
                <c:pt idx="2964">
                  <c:v>7.9311172409072199</c:v>
                </c:pt>
                <c:pt idx="2965">
                  <c:v>7.8797764988336496</c:v>
                </c:pt>
                <c:pt idx="2966">
                  <c:v>7.9308646169107</c:v>
                </c:pt>
                <c:pt idx="2967">
                  <c:v>7.9354101104316896</c:v>
                </c:pt>
                <c:pt idx="2968">
                  <c:v>7.9354101104316896</c:v>
                </c:pt>
                <c:pt idx="2969">
                  <c:v>7.95240653821861</c:v>
                </c:pt>
                <c:pt idx="2970">
                  <c:v>7.9469163298384604</c:v>
                </c:pt>
                <c:pt idx="2971">
                  <c:v>7.9484507451732798</c:v>
                </c:pt>
                <c:pt idx="2972">
                  <c:v>8.1088912859508095</c:v>
                </c:pt>
                <c:pt idx="2973">
                  <c:v>8.3109764283927205</c:v>
                </c:pt>
                <c:pt idx="2974">
                  <c:v>8.3053542165483591</c:v>
                </c:pt>
                <c:pt idx="2975">
                  <c:v>8.4425091614449297</c:v>
                </c:pt>
                <c:pt idx="2976">
                  <c:v>8.35468033591801</c:v>
                </c:pt>
                <c:pt idx="2977">
                  <c:v>8.3191395815417302</c:v>
                </c:pt>
                <c:pt idx="2978">
                  <c:v>8.3499887925577205</c:v>
                </c:pt>
                <c:pt idx="2979">
                  <c:v>8.4091375368629198</c:v>
                </c:pt>
                <c:pt idx="2980">
                  <c:v>8.5538882385156594</c:v>
                </c:pt>
                <c:pt idx="2981">
                  <c:v>8.5246752067602607</c:v>
                </c:pt>
                <c:pt idx="2982">
                  <c:v>8.5033669513018708</c:v>
                </c:pt>
                <c:pt idx="2983">
                  <c:v>8.7235651258851608</c:v>
                </c:pt>
                <c:pt idx="2984">
                  <c:v>8.81756183970462</c:v>
                </c:pt>
                <c:pt idx="2985">
                  <c:v>8.7516055611129406</c:v>
                </c:pt>
                <c:pt idx="2986">
                  <c:v>8.7059967127992604</c:v>
                </c:pt>
                <c:pt idx="2987">
                  <c:v>8.6232347025429803</c:v>
                </c:pt>
                <c:pt idx="2988">
                  <c:v>8.6815645375532497</c:v>
                </c:pt>
                <c:pt idx="2989">
                  <c:v>8.7274545963817705</c:v>
                </c:pt>
                <c:pt idx="2990">
                  <c:v>8.6602135329030308</c:v>
                </c:pt>
                <c:pt idx="2991">
                  <c:v>8.6387874206966107</c:v>
                </c:pt>
                <c:pt idx="2992">
                  <c:v>8.3556736931163105</c:v>
                </c:pt>
                <c:pt idx="2993">
                  <c:v>8.3121534478083792</c:v>
                </c:pt>
                <c:pt idx="2994">
                  <c:v>8.4681795468417906</c:v>
                </c:pt>
                <c:pt idx="2995">
                  <c:v>8.4685834948177607</c:v>
                </c:pt>
                <c:pt idx="2996">
                  <c:v>8.5918050204224894</c:v>
                </c:pt>
                <c:pt idx="2997">
                  <c:v>8.4719764684381804</c:v>
                </c:pt>
                <c:pt idx="2998">
                  <c:v>8.6652573774189303</c:v>
                </c:pt>
                <c:pt idx="2999">
                  <c:v>8.7292901319107195</c:v>
                </c:pt>
                <c:pt idx="3000">
                  <c:v>8.6299626993333796</c:v>
                </c:pt>
                <c:pt idx="3001">
                  <c:v>8.5311901609636394</c:v>
                </c:pt>
                <c:pt idx="3002">
                  <c:v>8.4301497163289891</c:v>
                </c:pt>
                <c:pt idx="3003">
                  <c:v>8.2566858941058499</c:v>
                </c:pt>
                <c:pt idx="3004">
                  <c:v>8.2540403674396394</c:v>
                </c:pt>
                <c:pt idx="3005">
                  <c:v>8.1855532359105805</c:v>
                </c:pt>
                <c:pt idx="3006">
                  <c:v>8.2032850704411899</c:v>
                </c:pt>
                <c:pt idx="3007">
                  <c:v>8.1290745809754306</c:v>
                </c:pt>
                <c:pt idx="3008">
                  <c:v>8.1290745809754306</c:v>
                </c:pt>
                <c:pt idx="3009">
                  <c:v>8.2254986562913803</c:v>
                </c:pt>
                <c:pt idx="3010">
                  <c:v>8.2238573464520908</c:v>
                </c:pt>
                <c:pt idx="3011">
                  <c:v>8.1265686723644599</c:v>
                </c:pt>
                <c:pt idx="3012">
                  <c:v>8.1012803135180604</c:v>
                </c:pt>
                <c:pt idx="3013">
                  <c:v>8.225933023204</c:v>
                </c:pt>
                <c:pt idx="3014">
                  <c:v>8.1423732800425093</c:v>
                </c:pt>
                <c:pt idx="3015">
                  <c:v>8.2236289982096498</c:v>
                </c:pt>
                <c:pt idx="3016">
                  <c:v>8.1213290007593297</c:v>
                </c:pt>
                <c:pt idx="3017">
                  <c:v>8.1654889370709505</c:v>
                </c:pt>
                <c:pt idx="3018">
                  <c:v>8.2064561664033402</c:v>
                </c:pt>
                <c:pt idx="3019">
                  <c:v>8.2384245329491002</c:v>
                </c:pt>
                <c:pt idx="3020">
                  <c:v>8.1743431124983204</c:v>
                </c:pt>
                <c:pt idx="3021">
                  <c:v>8.2527879634792001</c:v>
                </c:pt>
                <c:pt idx="3022">
                  <c:v>8.2567503342378306</c:v>
                </c:pt>
                <c:pt idx="3023">
                  <c:v>8.2567503342378306</c:v>
                </c:pt>
                <c:pt idx="3024">
                  <c:v>8.2773542550458004</c:v>
                </c:pt>
                <c:pt idx="3025">
                  <c:v>8.1449050772560092</c:v>
                </c:pt>
                <c:pt idx="3026">
                  <c:v>8.21885877992902</c:v>
                </c:pt>
                <c:pt idx="3027">
                  <c:v>8.3142765599504909</c:v>
                </c:pt>
                <c:pt idx="3028">
                  <c:v>8.3681012901099194</c:v>
                </c:pt>
                <c:pt idx="3029">
                  <c:v>8.4269405799926496</c:v>
                </c:pt>
                <c:pt idx="3030">
                  <c:v>8.5362244474681397</c:v>
                </c:pt>
                <c:pt idx="3031">
                  <c:v>8.5764263002470198</c:v>
                </c:pt>
                <c:pt idx="3032">
                  <c:v>8.6091170992686799</c:v>
                </c:pt>
                <c:pt idx="3033">
                  <c:v>8.6091170992686799</c:v>
                </c:pt>
                <c:pt idx="3034">
                  <c:v>8.5683100257518898</c:v>
                </c:pt>
                <c:pt idx="3035">
                  <c:v>8.6605796890590607</c:v>
                </c:pt>
                <c:pt idx="3036">
                  <c:v>8.6725686217588898</c:v>
                </c:pt>
                <c:pt idx="3037">
                  <c:v>8.6280634732241808</c:v>
                </c:pt>
                <c:pt idx="3038">
                  <c:v>8.6709501660418606</c:v>
                </c:pt>
                <c:pt idx="3039">
                  <c:v>8.6632943022720799</c:v>
                </c:pt>
                <c:pt idx="3040">
                  <c:v>8.7372745728594197</c:v>
                </c:pt>
                <c:pt idx="3041">
                  <c:v>8.7574682975685807</c:v>
                </c:pt>
                <c:pt idx="3042">
                  <c:v>8.7971809782984405</c:v>
                </c:pt>
                <c:pt idx="3043">
                  <c:v>8.7161492657826507</c:v>
                </c:pt>
                <c:pt idx="3044">
                  <c:v>8.6490304927991399</c:v>
                </c:pt>
                <c:pt idx="3045">
                  <c:v>8.6279919052419096</c:v>
                </c:pt>
                <c:pt idx="3046">
                  <c:v>8.7186809367967495</c:v>
                </c:pt>
                <c:pt idx="3047">
                  <c:v>8.7525003060433502</c:v>
                </c:pt>
                <c:pt idx="3048">
                  <c:v>8.8753867922150498</c:v>
                </c:pt>
                <c:pt idx="3049">
                  <c:v>8.8753867922150498</c:v>
                </c:pt>
                <c:pt idx="3050">
                  <c:v>8.8512614501839604</c:v>
                </c:pt>
                <c:pt idx="3051">
                  <c:v>8.8474384792419194</c:v>
                </c:pt>
                <c:pt idx="3052">
                  <c:v>8.9786254913955794</c:v>
                </c:pt>
                <c:pt idx="3053">
                  <c:v>9.0812255484774003</c:v>
                </c:pt>
                <c:pt idx="3054">
                  <c:v>9.02632614309716</c:v>
                </c:pt>
                <c:pt idx="3055">
                  <c:v>9.0249127063150407</c:v>
                </c:pt>
                <c:pt idx="3056">
                  <c:v>8.9743541286376995</c:v>
                </c:pt>
                <c:pt idx="3057">
                  <c:v>9.0040640519906798</c:v>
                </c:pt>
                <c:pt idx="3058">
                  <c:v>8.8604273536026508</c:v>
                </c:pt>
                <c:pt idx="3059">
                  <c:v>8.9212871515060002</c:v>
                </c:pt>
                <c:pt idx="3060">
                  <c:v>8.8263080667471705</c:v>
                </c:pt>
                <c:pt idx="3061">
                  <c:v>8.8072545452139703</c:v>
                </c:pt>
                <c:pt idx="3062">
                  <c:v>8.8072545452139703</c:v>
                </c:pt>
                <c:pt idx="3063">
                  <c:v>8.8738437912591994</c:v>
                </c:pt>
                <c:pt idx="3064">
                  <c:v>8.8767604843105996</c:v>
                </c:pt>
                <c:pt idx="3065">
                  <c:v>8.8770617129010496</c:v>
                </c:pt>
                <c:pt idx="3066">
                  <c:v>8.8770617129010496</c:v>
                </c:pt>
                <c:pt idx="3067">
                  <c:v>8.8770617129010496</c:v>
                </c:pt>
                <c:pt idx="3068">
                  <c:v>8.94542934229416</c:v>
                </c:pt>
                <c:pt idx="3069">
                  <c:v>8.9808326084738006</c:v>
                </c:pt>
                <c:pt idx="3070">
                  <c:v>9.01073011999347</c:v>
                </c:pt>
                <c:pt idx="3071">
                  <c:v>9.06331726162718</c:v>
                </c:pt>
                <c:pt idx="3072">
                  <c:v>9.0591236827038308</c:v>
                </c:pt>
                <c:pt idx="3073">
                  <c:v>9.0591236827038308</c:v>
                </c:pt>
                <c:pt idx="3074">
                  <c:v>9.0907932213989504</c:v>
                </c:pt>
                <c:pt idx="3075">
                  <c:v>9.07032991949173</c:v>
                </c:pt>
                <c:pt idx="3076">
                  <c:v>9.0526939935362396</c:v>
                </c:pt>
                <c:pt idx="3077">
                  <c:v>9.0577420909327504</c:v>
                </c:pt>
                <c:pt idx="3078">
                  <c:v>9.1468147131963509</c:v>
                </c:pt>
                <c:pt idx="3079">
                  <c:v>9.17430762120871</c:v>
                </c:pt>
                <c:pt idx="3080">
                  <c:v>9.3506741316153104</c:v>
                </c:pt>
                <c:pt idx="3081">
                  <c:v>9.3426295239152992</c:v>
                </c:pt>
                <c:pt idx="3082">
                  <c:v>9.2292020637722896</c:v>
                </c:pt>
                <c:pt idx="3083">
                  <c:v>9.3376115065533902</c:v>
                </c:pt>
                <c:pt idx="3084">
                  <c:v>9.34451091819402</c:v>
                </c:pt>
                <c:pt idx="3085">
                  <c:v>9.2925146980569799</c:v>
                </c:pt>
                <c:pt idx="3086">
                  <c:v>9.2377232836181005</c:v>
                </c:pt>
                <c:pt idx="3087">
                  <c:v>9.20696442918873</c:v>
                </c:pt>
                <c:pt idx="3088">
                  <c:v>9.2304201729697102</c:v>
                </c:pt>
                <c:pt idx="3089">
                  <c:v>9.2807801874786104</c:v>
                </c:pt>
                <c:pt idx="3090">
                  <c:v>9.2423630554395597</c:v>
                </c:pt>
                <c:pt idx="3091">
                  <c:v>9.2374726620321201</c:v>
                </c:pt>
                <c:pt idx="3092">
                  <c:v>9.2656291067049903</c:v>
                </c:pt>
                <c:pt idx="3093">
                  <c:v>9.3080387873560895</c:v>
                </c:pt>
                <c:pt idx="3094">
                  <c:v>9.3435217352074194</c:v>
                </c:pt>
                <c:pt idx="3095">
                  <c:v>9.4308985804094103</c:v>
                </c:pt>
                <c:pt idx="3096">
                  <c:v>9.6858928682677892</c:v>
                </c:pt>
                <c:pt idx="3097">
                  <c:v>9.5763468983452</c:v>
                </c:pt>
                <c:pt idx="3098">
                  <c:v>9.50453949464743</c:v>
                </c:pt>
                <c:pt idx="3099">
                  <c:v>9.4832458627932201</c:v>
                </c:pt>
                <c:pt idx="3100">
                  <c:v>9.4872881019301794</c:v>
                </c:pt>
                <c:pt idx="3101">
                  <c:v>9.3836716736162806</c:v>
                </c:pt>
                <c:pt idx="3102">
                  <c:v>9.3557611387733903</c:v>
                </c:pt>
                <c:pt idx="3103">
                  <c:v>9.2952987467913601</c:v>
                </c:pt>
                <c:pt idx="3104">
                  <c:v>9.2415493646647793</c:v>
                </c:pt>
                <c:pt idx="3105">
                  <c:v>9.3073596852224405</c:v>
                </c:pt>
                <c:pt idx="3106">
                  <c:v>9.2396066875113494</c:v>
                </c:pt>
                <c:pt idx="3107">
                  <c:v>9.2371409875952395</c:v>
                </c:pt>
                <c:pt idx="3108">
                  <c:v>9.1897102906373505</c:v>
                </c:pt>
                <c:pt idx="3109">
                  <c:v>9.0848844304479801</c:v>
                </c:pt>
                <c:pt idx="3110">
                  <c:v>9.0349996626833207</c:v>
                </c:pt>
                <c:pt idx="3111">
                  <c:v>9.0110431494563805</c:v>
                </c:pt>
                <c:pt idx="3112">
                  <c:v>9.0106329947812895</c:v>
                </c:pt>
                <c:pt idx="3113">
                  <c:v>8.9025146212858495</c:v>
                </c:pt>
                <c:pt idx="3114">
                  <c:v>8.9020268652360706</c:v>
                </c:pt>
                <c:pt idx="3115">
                  <c:v>8.8512988456687491</c:v>
                </c:pt>
                <c:pt idx="3116">
                  <c:v>8.7293372248795595</c:v>
                </c:pt>
                <c:pt idx="3117">
                  <c:v>8.5980836498445292</c:v>
                </c:pt>
                <c:pt idx="3118">
                  <c:v>8.7392408996088502</c:v>
                </c:pt>
                <c:pt idx="3119">
                  <c:v>8.7916396028816397</c:v>
                </c:pt>
                <c:pt idx="3120">
                  <c:v>8.6625794848137794</c:v>
                </c:pt>
                <c:pt idx="3121">
                  <c:v>8.4258116414409692</c:v>
                </c:pt>
                <c:pt idx="3122">
                  <c:v>8.3937242744319001</c:v>
                </c:pt>
                <c:pt idx="3123">
                  <c:v>8.3937242744319001</c:v>
                </c:pt>
                <c:pt idx="3124">
                  <c:v>8.4753096301733404</c:v>
                </c:pt>
                <c:pt idx="3125">
                  <c:v>8.4828399138652504</c:v>
                </c:pt>
                <c:pt idx="3126">
                  <c:v>8.4828399138652504</c:v>
                </c:pt>
                <c:pt idx="3127">
                  <c:v>8.4828399138652504</c:v>
                </c:pt>
                <c:pt idx="3128">
                  <c:v>8.5034703733959098</c:v>
                </c:pt>
                <c:pt idx="3129">
                  <c:v>8.4745083504366097</c:v>
                </c:pt>
                <c:pt idx="3130">
                  <c:v>8.4290506367663305</c:v>
                </c:pt>
                <c:pt idx="3131">
                  <c:v>8.3536740263584299</c:v>
                </c:pt>
                <c:pt idx="3132">
                  <c:v>8.3294825803373804</c:v>
                </c:pt>
                <c:pt idx="3133">
                  <c:v>8.2498934522534704</c:v>
                </c:pt>
                <c:pt idx="3134">
                  <c:v>8.2030461399613905</c:v>
                </c:pt>
                <c:pt idx="3135">
                  <c:v>8.2441734656056003</c:v>
                </c:pt>
                <c:pt idx="3136">
                  <c:v>8.3551241290444107</c:v>
                </c:pt>
                <c:pt idx="3137">
                  <c:v>8.3586157763750109</c:v>
                </c:pt>
                <c:pt idx="3138">
                  <c:v>8.4136833140518306</c:v>
                </c:pt>
                <c:pt idx="3139">
                  <c:v>8.3626900208234307</c:v>
                </c:pt>
                <c:pt idx="3140">
                  <c:v>8.2865719859392897</c:v>
                </c:pt>
                <c:pt idx="3141">
                  <c:v>8.2543985211485396</c:v>
                </c:pt>
                <c:pt idx="3142">
                  <c:v>8.2761031723693499</c:v>
                </c:pt>
                <c:pt idx="3143">
                  <c:v>8.2425275914319798</c:v>
                </c:pt>
                <c:pt idx="3144">
                  <c:v>8.1082482732070993</c:v>
                </c:pt>
                <c:pt idx="3145">
                  <c:v>8.2089905729732404</c:v>
                </c:pt>
                <c:pt idx="3146">
                  <c:v>8.2495135231358603</c:v>
                </c:pt>
                <c:pt idx="3147">
                  <c:v>8.2581707461387808</c:v>
                </c:pt>
                <c:pt idx="3148">
                  <c:v>8.2854206137445594</c:v>
                </c:pt>
                <c:pt idx="3149">
                  <c:v>8.3137239867632697</c:v>
                </c:pt>
                <c:pt idx="3150">
                  <c:v>8.2693244503722703</c:v>
                </c:pt>
                <c:pt idx="3151">
                  <c:v>8.1814256619364993</c:v>
                </c:pt>
                <c:pt idx="3152">
                  <c:v>8.2176303030284696</c:v>
                </c:pt>
                <c:pt idx="3153">
                  <c:v>8.2884090978555705</c:v>
                </c:pt>
                <c:pt idx="3154">
                  <c:v>8.3045969005350404</c:v>
                </c:pt>
                <c:pt idx="3155">
                  <c:v>8.2322156244349003</c:v>
                </c:pt>
                <c:pt idx="3156">
                  <c:v>8.2698604633400592</c:v>
                </c:pt>
                <c:pt idx="3157">
                  <c:v>8.2554083259942495</c:v>
                </c:pt>
                <c:pt idx="3158">
                  <c:v>8.2554083259942495</c:v>
                </c:pt>
                <c:pt idx="3159">
                  <c:v>8.2680965991112103</c:v>
                </c:pt>
                <c:pt idx="3160">
                  <c:v>8.1860705515761101</c:v>
                </c:pt>
                <c:pt idx="3161">
                  <c:v>8.1732586423314793</c:v>
                </c:pt>
                <c:pt idx="3162">
                  <c:v>8.1257645092062294</c:v>
                </c:pt>
                <c:pt idx="3163">
                  <c:v>8.1069214176284596</c:v>
                </c:pt>
                <c:pt idx="3164">
                  <c:v>8.0857836068173405</c:v>
                </c:pt>
                <c:pt idx="3165">
                  <c:v>8.0958670390644496</c:v>
                </c:pt>
                <c:pt idx="3166">
                  <c:v>8.1557777664428404</c:v>
                </c:pt>
                <c:pt idx="3167">
                  <c:v>8.1591874914795408</c:v>
                </c:pt>
                <c:pt idx="3168">
                  <c:v>8.2015917843781292</c:v>
                </c:pt>
                <c:pt idx="3169">
                  <c:v>8.2297519291884793</c:v>
                </c:pt>
                <c:pt idx="3170">
                  <c:v>8.1857046610782707</c:v>
                </c:pt>
                <c:pt idx="3171">
                  <c:v>8.1795381651123602</c:v>
                </c:pt>
                <c:pt idx="3172">
                  <c:v>8.1971158347390194</c:v>
                </c:pt>
                <c:pt idx="3173">
                  <c:v>8.1971158347390194</c:v>
                </c:pt>
                <c:pt idx="3174">
                  <c:v>8.1588256108794202</c:v>
                </c:pt>
                <c:pt idx="3175">
                  <c:v>8.0939197486497996</c:v>
                </c:pt>
                <c:pt idx="3176">
                  <c:v>8.0205342015218104</c:v>
                </c:pt>
                <c:pt idx="3177">
                  <c:v>7.9270732185924304</c:v>
                </c:pt>
                <c:pt idx="3178">
                  <c:v>7.9270732185924304</c:v>
                </c:pt>
                <c:pt idx="3179">
                  <c:v>7.9760721961897403</c:v>
                </c:pt>
                <c:pt idx="3180">
                  <c:v>7.9343318174278803</c:v>
                </c:pt>
                <c:pt idx="3181">
                  <c:v>7.9628282129794696</c:v>
                </c:pt>
                <c:pt idx="3182">
                  <c:v>8.0232481057261609</c:v>
                </c:pt>
                <c:pt idx="3183">
                  <c:v>8.0526581614251906</c:v>
                </c:pt>
                <c:pt idx="3184">
                  <c:v>7.9740965468601201</c:v>
                </c:pt>
                <c:pt idx="3185">
                  <c:v>7.9810830241688597</c:v>
                </c:pt>
                <c:pt idx="3186">
                  <c:v>7.9986563641799897</c:v>
                </c:pt>
                <c:pt idx="3187">
                  <c:v>8.0385890838671905</c:v>
                </c:pt>
                <c:pt idx="3188">
                  <c:v>8.0089122279956406</c:v>
                </c:pt>
                <c:pt idx="3189">
                  <c:v>8.0844890521830397</c:v>
                </c:pt>
                <c:pt idx="3190">
                  <c:v>8.1660813596901605</c:v>
                </c:pt>
                <c:pt idx="3191">
                  <c:v>8.1154818847721497</c:v>
                </c:pt>
                <c:pt idx="3192">
                  <c:v>8.1515522227308495</c:v>
                </c:pt>
                <c:pt idx="3193">
                  <c:v>7.9939601227801198</c:v>
                </c:pt>
                <c:pt idx="3194">
                  <c:v>7.8620636255125804</c:v>
                </c:pt>
                <c:pt idx="3195">
                  <c:v>7.5159021718831101</c:v>
                </c:pt>
                <c:pt idx="3196">
                  <c:v>7.5663534922764404</c:v>
                </c:pt>
                <c:pt idx="3197">
                  <c:v>7.5006762962569304</c:v>
                </c:pt>
                <c:pt idx="3198">
                  <c:v>7.5006762962569304</c:v>
                </c:pt>
                <c:pt idx="3199">
                  <c:v>7.5669673975701297</c:v>
                </c:pt>
                <c:pt idx="3200">
                  <c:v>7.5373049465787698</c:v>
                </c:pt>
                <c:pt idx="3201">
                  <c:v>7.5735273601873203</c:v>
                </c:pt>
                <c:pt idx="3202">
                  <c:v>7.5319515713153402</c:v>
                </c:pt>
                <c:pt idx="3203">
                  <c:v>7.5382686586794003</c:v>
                </c:pt>
                <c:pt idx="3204">
                  <c:v>7.6033576323581702</c:v>
                </c:pt>
                <c:pt idx="3205">
                  <c:v>7.6117246629633701</c:v>
                </c:pt>
                <c:pt idx="3206">
                  <c:v>7.6261016255363998</c:v>
                </c:pt>
                <c:pt idx="3207">
                  <c:v>7.6665300317497804</c:v>
                </c:pt>
                <c:pt idx="3208">
                  <c:v>7.7212966937299603</c:v>
                </c:pt>
                <c:pt idx="3209">
                  <c:v>7.7449514990625401</c:v>
                </c:pt>
                <c:pt idx="3210">
                  <c:v>7.7449514990625401</c:v>
                </c:pt>
                <c:pt idx="3211">
                  <c:v>7.6946671225850203</c:v>
                </c:pt>
                <c:pt idx="3212">
                  <c:v>7.4703187609621002</c:v>
                </c:pt>
                <c:pt idx="3213">
                  <c:v>7.5854098972893098</c:v>
                </c:pt>
                <c:pt idx="3214">
                  <c:v>7.5915833400109101</c:v>
                </c:pt>
                <c:pt idx="3215">
                  <c:v>7.5673225822220198</c:v>
                </c:pt>
                <c:pt idx="3216">
                  <c:v>7.6408378457622899</c:v>
                </c:pt>
                <c:pt idx="3217">
                  <c:v>7.6386749746941698</c:v>
                </c:pt>
                <c:pt idx="3218">
                  <c:v>7.7066645486927401</c:v>
                </c:pt>
                <c:pt idx="3219">
                  <c:v>7.7184126252954997</c:v>
                </c:pt>
                <c:pt idx="3220">
                  <c:v>7.7064991031042203</c:v>
                </c:pt>
                <c:pt idx="3221">
                  <c:v>7.63590814128173</c:v>
                </c:pt>
                <c:pt idx="3222">
                  <c:v>7.6007537659756599</c:v>
                </c:pt>
                <c:pt idx="3223">
                  <c:v>7.5511896333102202</c:v>
                </c:pt>
                <c:pt idx="3224">
                  <c:v>7.5283939163075804</c:v>
                </c:pt>
                <c:pt idx="3225">
                  <c:v>7.5507138355472598</c:v>
                </c:pt>
                <c:pt idx="3226">
                  <c:v>7.52168319587176</c:v>
                </c:pt>
                <c:pt idx="3227">
                  <c:v>7.5013543144405297</c:v>
                </c:pt>
                <c:pt idx="3228">
                  <c:v>7.5013543144405297</c:v>
                </c:pt>
                <c:pt idx="3229">
                  <c:v>7.5080857067989504</c:v>
                </c:pt>
                <c:pt idx="3230">
                  <c:v>7.4728529174398002</c:v>
                </c:pt>
                <c:pt idx="3231">
                  <c:v>7.3701782346397602</c:v>
                </c:pt>
                <c:pt idx="3232">
                  <c:v>7.3100302919611497</c:v>
                </c:pt>
                <c:pt idx="3233">
                  <c:v>7.3842114708817199</c:v>
                </c:pt>
                <c:pt idx="3234">
                  <c:v>7.3869022748188398</c:v>
                </c:pt>
                <c:pt idx="3235">
                  <c:v>7.3392907684864799</c:v>
                </c:pt>
                <c:pt idx="3236">
                  <c:v>7.31907203018599</c:v>
                </c:pt>
                <c:pt idx="3237">
                  <c:v>7.3240861184564396</c:v>
                </c:pt>
                <c:pt idx="3238">
                  <c:v>7.4634720512503598</c:v>
                </c:pt>
                <c:pt idx="3239">
                  <c:v>7.5127393008580201</c:v>
                </c:pt>
                <c:pt idx="3240">
                  <c:v>7.4954569235890602</c:v>
                </c:pt>
                <c:pt idx="3241">
                  <c:v>7.4330742601278201</c:v>
                </c:pt>
                <c:pt idx="3242">
                  <c:v>7.3885817560097298</c:v>
                </c:pt>
                <c:pt idx="3243">
                  <c:v>7.31154437432106</c:v>
                </c:pt>
                <c:pt idx="3244">
                  <c:v>7.1523779756239598</c:v>
                </c:pt>
                <c:pt idx="3245">
                  <c:v>7.0229552032344502</c:v>
                </c:pt>
                <c:pt idx="3246">
                  <c:v>6.9959104285455096</c:v>
                </c:pt>
                <c:pt idx="3247">
                  <c:v>7.09383316414484</c:v>
                </c:pt>
                <c:pt idx="3248">
                  <c:v>7.1500435539569596</c:v>
                </c:pt>
                <c:pt idx="3249">
                  <c:v>7.1933230496726601</c:v>
                </c:pt>
                <c:pt idx="3250">
                  <c:v>7.1853327413107397</c:v>
                </c:pt>
                <c:pt idx="3251">
                  <c:v>7.1890034296359904</c:v>
                </c:pt>
                <c:pt idx="3252">
                  <c:v>7.2821399865794101</c:v>
                </c:pt>
                <c:pt idx="3253">
                  <c:v>7.2979697411823503</c:v>
                </c:pt>
                <c:pt idx="3254">
                  <c:v>7.2503025207010001</c:v>
                </c:pt>
                <c:pt idx="3255">
                  <c:v>7.1813350791374404</c:v>
                </c:pt>
                <c:pt idx="3256">
                  <c:v>7.0748345628958598</c:v>
                </c:pt>
                <c:pt idx="3257">
                  <c:v>7.0779496614187298</c:v>
                </c:pt>
                <c:pt idx="3258">
                  <c:v>7.1182756041108401</c:v>
                </c:pt>
                <c:pt idx="3259">
                  <c:v>7.0565444685060204</c:v>
                </c:pt>
                <c:pt idx="3260">
                  <c:v>6.9982091248665803</c:v>
                </c:pt>
                <c:pt idx="3261">
                  <c:v>6.9899593713389301</c:v>
                </c:pt>
                <c:pt idx="3262">
                  <c:v>7.0218245304484599</c:v>
                </c:pt>
                <c:pt idx="3263">
                  <c:v>7.20816102302879</c:v>
                </c:pt>
                <c:pt idx="3264">
                  <c:v>7.2553761803178896</c:v>
                </c:pt>
                <c:pt idx="3265">
                  <c:v>7.2888113058256101</c:v>
                </c:pt>
                <c:pt idx="3266">
                  <c:v>7.2136800188106198</c:v>
                </c:pt>
                <c:pt idx="3267">
                  <c:v>7.2055101656067304</c:v>
                </c:pt>
                <c:pt idx="3268">
                  <c:v>7.1409441439511401</c:v>
                </c:pt>
                <c:pt idx="3269">
                  <c:v>7.1003482504745801</c:v>
                </c:pt>
                <c:pt idx="3270">
                  <c:v>7.1036571161771302</c:v>
                </c:pt>
                <c:pt idx="3271">
                  <c:v>7.1122252631266898</c:v>
                </c:pt>
                <c:pt idx="3272">
                  <c:v>7.1157676766852704</c:v>
                </c:pt>
                <c:pt idx="3273">
                  <c:v>7.1157676766852704</c:v>
                </c:pt>
                <c:pt idx="3274">
                  <c:v>7.1563096233962504</c:v>
                </c:pt>
                <c:pt idx="3275">
                  <c:v>7.2241613413644403</c:v>
                </c:pt>
                <c:pt idx="3276">
                  <c:v>7.19500468219195</c:v>
                </c:pt>
                <c:pt idx="3277">
                  <c:v>7.2583083971053304</c:v>
                </c:pt>
                <c:pt idx="3278">
                  <c:v>7.2722581276895797</c:v>
                </c:pt>
                <c:pt idx="3279">
                  <c:v>7.3549417652559503</c:v>
                </c:pt>
                <c:pt idx="3280">
                  <c:v>7.3377200896543098</c:v>
                </c:pt>
                <c:pt idx="3281">
                  <c:v>7.3337361434090802</c:v>
                </c:pt>
                <c:pt idx="3282">
                  <c:v>7.3410391802385702</c:v>
                </c:pt>
                <c:pt idx="3283">
                  <c:v>7.4223716218377502</c:v>
                </c:pt>
                <c:pt idx="3284">
                  <c:v>7.4558547556860297</c:v>
                </c:pt>
                <c:pt idx="3285">
                  <c:v>7.4542028647881402</c:v>
                </c:pt>
                <c:pt idx="3286">
                  <c:v>7.3578972348587097</c:v>
                </c:pt>
                <c:pt idx="3287">
                  <c:v>7.3801116229350701</c:v>
                </c:pt>
                <c:pt idx="3288">
                  <c:v>7.3801116229350701</c:v>
                </c:pt>
                <c:pt idx="3289">
                  <c:v>7.3027644947644701</c:v>
                </c:pt>
                <c:pt idx="3290">
                  <c:v>7.30382560708345</c:v>
                </c:pt>
                <c:pt idx="3291">
                  <c:v>7.5911705117814696</c:v>
                </c:pt>
                <c:pt idx="3292">
                  <c:v>7.7505523504836296</c:v>
                </c:pt>
                <c:pt idx="3293">
                  <c:v>7.7505523504836296</c:v>
                </c:pt>
                <c:pt idx="3294">
                  <c:v>7.5989546996520003</c:v>
                </c:pt>
                <c:pt idx="3295">
                  <c:v>7.56345393830237</c:v>
                </c:pt>
                <c:pt idx="3296">
                  <c:v>7.5797371797023096</c:v>
                </c:pt>
                <c:pt idx="3297">
                  <c:v>7.6884864186829702</c:v>
                </c:pt>
                <c:pt idx="3298">
                  <c:v>7.7638864871695699</c:v>
                </c:pt>
                <c:pt idx="3299">
                  <c:v>7.7062388892068903</c:v>
                </c:pt>
                <c:pt idx="3300">
                  <c:v>7.6902843736631299</c:v>
                </c:pt>
                <c:pt idx="3301">
                  <c:v>7.6377537804898603</c:v>
                </c:pt>
                <c:pt idx="3302">
                  <c:v>7.55699001945045</c:v>
                </c:pt>
                <c:pt idx="3303">
                  <c:v>7.4489674082305903</c:v>
                </c:pt>
                <c:pt idx="3304">
                  <c:v>7.4706900085319301</c:v>
                </c:pt>
                <c:pt idx="3305">
                  <c:v>7.4142446321433599</c:v>
                </c:pt>
                <c:pt idx="3306">
                  <c:v>7.5399920430634504</c:v>
                </c:pt>
                <c:pt idx="3307">
                  <c:v>7.5081835244361796</c:v>
                </c:pt>
                <c:pt idx="3308">
                  <c:v>7.4551571783350603</c:v>
                </c:pt>
                <c:pt idx="3309">
                  <c:v>7.4296638979466598</c:v>
                </c:pt>
                <c:pt idx="3310">
                  <c:v>7.3526441593694898</c:v>
                </c:pt>
                <c:pt idx="3311">
                  <c:v>7.3526441593694898</c:v>
                </c:pt>
                <c:pt idx="3312">
                  <c:v>7.3848094878140298</c:v>
                </c:pt>
                <c:pt idx="3313">
                  <c:v>7.3780207005309597</c:v>
                </c:pt>
                <c:pt idx="3314">
                  <c:v>7.34603562634664</c:v>
                </c:pt>
                <c:pt idx="3315">
                  <c:v>7.3801735550782102</c:v>
                </c:pt>
                <c:pt idx="3316">
                  <c:v>7.4528595147156897</c:v>
                </c:pt>
                <c:pt idx="3317">
                  <c:v>7.4626445717790801</c:v>
                </c:pt>
                <c:pt idx="3318">
                  <c:v>7.3367279939365702</c:v>
                </c:pt>
                <c:pt idx="3319">
                  <c:v>7.3223712223186697</c:v>
                </c:pt>
                <c:pt idx="3320">
                  <c:v>7.2372876219627198</c:v>
                </c:pt>
                <c:pt idx="3321">
                  <c:v>7.21570850829315</c:v>
                </c:pt>
                <c:pt idx="3322">
                  <c:v>7.21570850829315</c:v>
                </c:pt>
                <c:pt idx="3323">
                  <c:v>7.33892648761283</c:v>
                </c:pt>
                <c:pt idx="3324">
                  <c:v>7.21359510108213</c:v>
                </c:pt>
                <c:pt idx="3325">
                  <c:v>7.2404293110627398</c:v>
                </c:pt>
                <c:pt idx="3326">
                  <c:v>7.1847224958109299</c:v>
                </c:pt>
                <c:pt idx="3327">
                  <c:v>7.1847224958109299</c:v>
                </c:pt>
                <c:pt idx="3328">
                  <c:v>7.1945454592532201</c:v>
                </c:pt>
                <c:pt idx="3329">
                  <c:v>7.2192666032513602</c:v>
                </c:pt>
                <c:pt idx="3330">
                  <c:v>7.1633660962977004</c:v>
                </c:pt>
                <c:pt idx="3331">
                  <c:v>7.0564576674842696</c:v>
                </c:pt>
                <c:pt idx="3332">
                  <c:v>6.9283050816707501</c:v>
                </c:pt>
                <c:pt idx="3333">
                  <c:v>6.9283050816707501</c:v>
                </c:pt>
                <c:pt idx="3334">
                  <c:v>6.9133253014013203</c:v>
                </c:pt>
                <c:pt idx="3335">
                  <c:v>6.8781833376456101</c:v>
                </c:pt>
                <c:pt idx="3336">
                  <c:v>6.8221946158820996</c:v>
                </c:pt>
                <c:pt idx="3337">
                  <c:v>6.8996433893755702</c:v>
                </c:pt>
                <c:pt idx="3338">
                  <c:v>6.9419408617471499</c:v>
                </c:pt>
                <c:pt idx="3339">
                  <c:v>6.88992300987554</c:v>
                </c:pt>
                <c:pt idx="3340">
                  <c:v>6.9393593772757001</c:v>
                </c:pt>
                <c:pt idx="3341">
                  <c:v>6.9749451480013001</c:v>
                </c:pt>
                <c:pt idx="3342">
                  <c:v>6.9852705271501403</c:v>
                </c:pt>
                <c:pt idx="3343">
                  <c:v>6.9256146919808597</c:v>
                </c:pt>
                <c:pt idx="3344">
                  <c:v>6.8945211869559797</c:v>
                </c:pt>
                <c:pt idx="3345">
                  <c:v>6.8795432613916896</c:v>
                </c:pt>
                <c:pt idx="3346">
                  <c:v>6.8551549680066</c:v>
                </c:pt>
                <c:pt idx="3347">
                  <c:v>6.8193331641238002</c:v>
                </c:pt>
                <c:pt idx="3348">
                  <c:v>6.9224162364263799</c:v>
                </c:pt>
                <c:pt idx="3349">
                  <c:v>6.9412594398704197</c:v>
                </c:pt>
                <c:pt idx="3350">
                  <c:v>6.9252259175628401</c:v>
                </c:pt>
                <c:pt idx="3351">
                  <c:v>6.8559775135310499</c:v>
                </c:pt>
                <c:pt idx="3352">
                  <c:v>6.8387545026971299</c:v>
                </c:pt>
                <c:pt idx="3353">
                  <c:v>6.85307992180058</c:v>
                </c:pt>
                <c:pt idx="3354">
                  <c:v>6.8132933978414698</c:v>
                </c:pt>
                <c:pt idx="3355">
                  <c:v>6.7570934767039397</c:v>
                </c:pt>
                <c:pt idx="3356">
                  <c:v>6.7656598304856699</c:v>
                </c:pt>
                <c:pt idx="3357">
                  <c:v>6.76881048071309</c:v>
                </c:pt>
                <c:pt idx="3358">
                  <c:v>6.7915366261054402</c:v>
                </c:pt>
                <c:pt idx="3359">
                  <c:v>6.83160575593626</c:v>
                </c:pt>
                <c:pt idx="3360">
                  <c:v>6.8859788013041898</c:v>
                </c:pt>
                <c:pt idx="3361">
                  <c:v>6.93940869784036</c:v>
                </c:pt>
                <c:pt idx="3362">
                  <c:v>7.0946234298612101</c:v>
                </c:pt>
                <c:pt idx="3363">
                  <c:v>7.0801353233987099</c:v>
                </c:pt>
                <c:pt idx="3364">
                  <c:v>7.0763732472167797</c:v>
                </c:pt>
                <c:pt idx="3365">
                  <c:v>7.0422259155617599</c:v>
                </c:pt>
                <c:pt idx="3366">
                  <c:v>6.98596476873184</c:v>
                </c:pt>
                <c:pt idx="3367">
                  <c:v>6.9938512903227696</c:v>
                </c:pt>
                <c:pt idx="3368">
                  <c:v>6.9568139766191299</c:v>
                </c:pt>
                <c:pt idx="3369">
                  <c:v>7.0527741214284196</c:v>
                </c:pt>
                <c:pt idx="3370">
                  <c:v>7.13277841495968</c:v>
                </c:pt>
                <c:pt idx="3371">
                  <c:v>7.1763852974588698</c:v>
                </c:pt>
                <c:pt idx="3372">
                  <c:v>7.1580040589977996</c:v>
                </c:pt>
                <c:pt idx="3373">
                  <c:v>7.1413038787607004</c:v>
                </c:pt>
                <c:pt idx="3374">
                  <c:v>7.2260588889183399</c:v>
                </c:pt>
                <c:pt idx="3375">
                  <c:v>7.2746645818631599</c:v>
                </c:pt>
                <c:pt idx="3376">
                  <c:v>7.2307502638313901</c:v>
                </c:pt>
                <c:pt idx="3377">
                  <c:v>7.1691274074554601</c:v>
                </c:pt>
                <c:pt idx="3378">
                  <c:v>7.1384938759759002</c:v>
                </c:pt>
                <c:pt idx="3379">
                  <c:v>7.08134449618787</c:v>
                </c:pt>
                <c:pt idx="3380">
                  <c:v>7.0341387424420097</c:v>
                </c:pt>
                <c:pt idx="3381">
                  <c:v>6.96313221222709</c:v>
                </c:pt>
                <c:pt idx="3382">
                  <c:v>6.9129725595783897</c:v>
                </c:pt>
                <c:pt idx="3383">
                  <c:v>6.9129725595783897</c:v>
                </c:pt>
                <c:pt idx="3384">
                  <c:v>6.9238062476908997</c:v>
                </c:pt>
                <c:pt idx="3385">
                  <c:v>6.8930796573945701</c:v>
                </c:pt>
                <c:pt idx="3386">
                  <c:v>6.7925258434262696</c:v>
                </c:pt>
                <c:pt idx="3387">
                  <c:v>6.7476702925445897</c:v>
                </c:pt>
                <c:pt idx="3388">
                  <c:v>6.7885588919385702</c:v>
                </c:pt>
                <c:pt idx="3389">
                  <c:v>6.7781968601605804</c:v>
                </c:pt>
                <c:pt idx="3390">
                  <c:v>6.7749288264155796</c:v>
                </c:pt>
                <c:pt idx="3391">
                  <c:v>6.7542328300515901</c:v>
                </c:pt>
                <c:pt idx="3392">
                  <c:v>6.7736529637959801</c:v>
                </c:pt>
                <c:pt idx="3393">
                  <c:v>6.69966194799514</c:v>
                </c:pt>
                <c:pt idx="3394">
                  <c:v>6.6914654905266797</c:v>
                </c:pt>
                <c:pt idx="3395">
                  <c:v>6.6695031555652404</c:v>
                </c:pt>
                <c:pt idx="3396">
                  <c:v>6.6613129576766203</c:v>
                </c:pt>
                <c:pt idx="3397">
                  <c:v>6.6960548637240098</c:v>
                </c:pt>
                <c:pt idx="3398">
                  <c:v>6.7099760158597404</c:v>
                </c:pt>
                <c:pt idx="3399">
                  <c:v>6.7345946542647503</c:v>
                </c:pt>
                <c:pt idx="3400">
                  <c:v>6.7266258995322001</c:v>
                </c:pt>
                <c:pt idx="3401">
                  <c:v>6.7266258995322001</c:v>
                </c:pt>
                <c:pt idx="3402">
                  <c:v>6.7266258995322001</c:v>
                </c:pt>
                <c:pt idx="3403">
                  <c:v>6.74356911501848</c:v>
                </c:pt>
                <c:pt idx="3404">
                  <c:v>6.6387671307897103</c:v>
                </c:pt>
                <c:pt idx="3405">
                  <c:v>6.5935437543663404</c:v>
                </c:pt>
                <c:pt idx="3406">
                  <c:v>6.5867394975407896</c:v>
                </c:pt>
                <c:pt idx="3407">
                  <c:v>6.5529058652534902</c:v>
                </c:pt>
                <c:pt idx="3408">
                  <c:v>6.5834009174060197</c:v>
                </c:pt>
                <c:pt idx="3409">
                  <c:v>6.5762961364563699</c:v>
                </c:pt>
                <c:pt idx="3410">
                  <c:v>6.6658586327015801</c:v>
                </c:pt>
                <c:pt idx="3411">
                  <c:v>6.4452828676340204</c:v>
                </c:pt>
                <c:pt idx="3412">
                  <c:v>6.4152633474527301</c:v>
                </c:pt>
                <c:pt idx="3413">
                  <c:v>6.4152633474527301</c:v>
                </c:pt>
                <c:pt idx="3414">
                  <c:v>6.3762359318222499</c:v>
                </c:pt>
                <c:pt idx="3415">
                  <c:v>6.3298025197162398</c:v>
                </c:pt>
                <c:pt idx="3416">
                  <c:v>6.4533019384391004</c:v>
                </c:pt>
                <c:pt idx="3417">
                  <c:v>6.4155330420096197</c:v>
                </c:pt>
                <c:pt idx="3418">
                  <c:v>6.4607725454749998</c:v>
                </c:pt>
                <c:pt idx="3419">
                  <c:v>6.4536011338687098</c:v>
                </c:pt>
                <c:pt idx="3420">
                  <c:v>6.5505514412264798</c:v>
                </c:pt>
                <c:pt idx="3421">
                  <c:v>6.5804564256222404</c:v>
                </c:pt>
                <c:pt idx="3422">
                  <c:v>6.5554809327180399</c:v>
                </c:pt>
                <c:pt idx="3423">
                  <c:v>6.5607776112659302</c:v>
                </c:pt>
                <c:pt idx="3424">
                  <c:v>6.5914760159596701</c:v>
                </c:pt>
                <c:pt idx="3425">
                  <c:v>6.5624707526401203</c:v>
                </c:pt>
                <c:pt idx="3426">
                  <c:v>6.5709803135987102</c:v>
                </c:pt>
                <c:pt idx="3427">
                  <c:v>6.52102610185438</c:v>
                </c:pt>
                <c:pt idx="3428">
                  <c:v>6.5339289906489597</c:v>
                </c:pt>
                <c:pt idx="3429">
                  <c:v>6.4967549069007697</c:v>
                </c:pt>
                <c:pt idx="3430">
                  <c:v>6.5106265273195802</c:v>
                </c:pt>
                <c:pt idx="3431">
                  <c:v>6.5251761313812304</c:v>
                </c:pt>
                <c:pt idx="3432">
                  <c:v>6.4980511161108003</c:v>
                </c:pt>
                <c:pt idx="3433">
                  <c:v>6.4980511161108003</c:v>
                </c:pt>
                <c:pt idx="3434">
                  <c:v>6.4796047772098504</c:v>
                </c:pt>
                <c:pt idx="3435">
                  <c:v>6.4156870506895904</c:v>
                </c:pt>
                <c:pt idx="3436">
                  <c:v>6.39055761030128</c:v>
                </c:pt>
                <c:pt idx="3437">
                  <c:v>6.3620749510892098</c:v>
                </c:pt>
                <c:pt idx="3438">
                  <c:v>6.3233127042610597</c:v>
                </c:pt>
                <c:pt idx="3439">
                  <c:v>6.2761524047370498</c:v>
                </c:pt>
                <c:pt idx="3440">
                  <c:v>6.3364632898682798</c:v>
                </c:pt>
                <c:pt idx="3441">
                  <c:v>6.3852542447390297</c:v>
                </c:pt>
                <c:pt idx="3442">
                  <c:v>6.3919606347327198</c:v>
                </c:pt>
                <c:pt idx="3443">
                  <c:v>6.3840235788657704</c:v>
                </c:pt>
                <c:pt idx="3444">
                  <c:v>6.4597092371292302</c:v>
                </c:pt>
                <c:pt idx="3445">
                  <c:v>6.43672892816938</c:v>
                </c:pt>
                <c:pt idx="3446">
                  <c:v>6.5747163656766396</c:v>
                </c:pt>
                <c:pt idx="3447">
                  <c:v>6.6374456362843599</c:v>
                </c:pt>
                <c:pt idx="3448">
                  <c:v>6.6374456362843599</c:v>
                </c:pt>
                <c:pt idx="3449">
                  <c:v>6.7485009504337796</c:v>
                </c:pt>
                <c:pt idx="3450">
                  <c:v>6.8034893405269399</c:v>
                </c:pt>
                <c:pt idx="3451">
                  <c:v>6.68229041459655</c:v>
                </c:pt>
                <c:pt idx="3452">
                  <c:v>6.63970217466672</c:v>
                </c:pt>
                <c:pt idx="3453">
                  <c:v>6.63970217466672</c:v>
                </c:pt>
                <c:pt idx="3454">
                  <c:v>6.6162644136007298</c:v>
                </c:pt>
                <c:pt idx="3455">
                  <c:v>6.6537671850227698</c:v>
                </c:pt>
                <c:pt idx="3456">
                  <c:v>6.7668118159348696</c:v>
                </c:pt>
                <c:pt idx="3457">
                  <c:v>6.7001118043989099</c:v>
                </c:pt>
                <c:pt idx="3458">
                  <c:v>6.7001118043989099</c:v>
                </c:pt>
                <c:pt idx="3459">
                  <c:v>6.7407009518263497</c:v>
                </c:pt>
                <c:pt idx="3460">
                  <c:v>6.9414050319167204</c:v>
                </c:pt>
                <c:pt idx="3461">
                  <c:v>7.0078103989442004</c:v>
                </c:pt>
                <c:pt idx="3462">
                  <c:v>6.9875998672501796</c:v>
                </c:pt>
                <c:pt idx="3463">
                  <c:v>6.9354342210054201</c:v>
                </c:pt>
                <c:pt idx="3464">
                  <c:v>6.9953464866271702</c:v>
                </c:pt>
                <c:pt idx="3465">
                  <c:v>7.0015408460102098</c:v>
                </c:pt>
                <c:pt idx="3466">
                  <c:v>6.9277311526072296</c:v>
                </c:pt>
                <c:pt idx="3467">
                  <c:v>6.8439165654675804</c:v>
                </c:pt>
                <c:pt idx="3468">
                  <c:v>6.8602408669895203</c:v>
                </c:pt>
                <c:pt idx="3469">
                  <c:v>6.8631705635032203</c:v>
                </c:pt>
                <c:pt idx="3470">
                  <c:v>6.9280230374297398</c:v>
                </c:pt>
                <c:pt idx="3471">
                  <c:v>6.9280230374297398</c:v>
                </c:pt>
                <c:pt idx="3472">
                  <c:v>6.9449495904368197</c:v>
                </c:pt>
                <c:pt idx="3473">
                  <c:v>6.9739944079132803</c:v>
                </c:pt>
                <c:pt idx="3474">
                  <c:v>7.0393432958680702</c:v>
                </c:pt>
                <c:pt idx="3475">
                  <c:v>7.1793583001805503</c:v>
                </c:pt>
                <c:pt idx="3476">
                  <c:v>7.10429311319084</c:v>
                </c:pt>
                <c:pt idx="3477">
                  <c:v>7.0066355203823898</c:v>
                </c:pt>
                <c:pt idx="3478">
                  <c:v>7.0177018315113999</c:v>
                </c:pt>
                <c:pt idx="3479">
                  <c:v>7.0025532719658301</c:v>
                </c:pt>
                <c:pt idx="3480">
                  <c:v>7.0644952263202399</c:v>
                </c:pt>
                <c:pt idx="3481">
                  <c:v>7.10629904075767</c:v>
                </c:pt>
                <c:pt idx="3482">
                  <c:v>7.1311989114937804</c:v>
                </c:pt>
                <c:pt idx="3483">
                  <c:v>7.1311989114937804</c:v>
                </c:pt>
                <c:pt idx="3484">
                  <c:v>7.06632525452018</c:v>
                </c:pt>
                <c:pt idx="3485">
                  <c:v>7.0627331474320103</c:v>
                </c:pt>
                <c:pt idx="3486">
                  <c:v>6.9809364565602499</c:v>
                </c:pt>
                <c:pt idx="3487">
                  <c:v>6.9804545425139199</c:v>
                </c:pt>
                <c:pt idx="3488">
                  <c:v>6.9055334609370602</c:v>
                </c:pt>
                <c:pt idx="3489">
                  <c:v>6.9591487187058796</c:v>
                </c:pt>
                <c:pt idx="3490">
                  <c:v>6.9525523805657601</c:v>
                </c:pt>
                <c:pt idx="3491">
                  <c:v>6.9225463011955304</c:v>
                </c:pt>
                <c:pt idx="3492">
                  <c:v>6.9614013963926196</c:v>
                </c:pt>
                <c:pt idx="3493">
                  <c:v>6.9614013963926196</c:v>
                </c:pt>
                <c:pt idx="3494">
                  <c:v>6.9759085168761699</c:v>
                </c:pt>
                <c:pt idx="3495">
                  <c:v>6.9772763551500399</c:v>
                </c:pt>
                <c:pt idx="3496">
                  <c:v>6.94630160416619</c:v>
                </c:pt>
                <c:pt idx="3497">
                  <c:v>6.9113291984903498</c:v>
                </c:pt>
                <c:pt idx="3498">
                  <c:v>6.9358590445921902</c:v>
                </c:pt>
                <c:pt idx="3499">
                  <c:v>6.95239982622941</c:v>
                </c:pt>
                <c:pt idx="3500">
                  <c:v>6.9434250005864504</c:v>
                </c:pt>
                <c:pt idx="3501">
                  <c:v>6.9181643527196801</c:v>
                </c:pt>
                <c:pt idx="3502">
                  <c:v>6.9274088931317399</c:v>
                </c:pt>
                <c:pt idx="3503">
                  <c:v>6.9717209120907198</c:v>
                </c:pt>
                <c:pt idx="3504">
                  <c:v>6.9556105534518604</c:v>
                </c:pt>
                <c:pt idx="3505">
                  <c:v>6.9471393478551002</c:v>
                </c:pt>
                <c:pt idx="3506">
                  <c:v>6.9033217519087797</c:v>
                </c:pt>
                <c:pt idx="3507">
                  <c:v>6.8329039841320203</c:v>
                </c:pt>
                <c:pt idx="3508">
                  <c:v>6.8545987083273703</c:v>
                </c:pt>
                <c:pt idx="3509">
                  <c:v>6.7755628226828497</c:v>
                </c:pt>
                <c:pt idx="3510">
                  <c:v>6.7573820424880502</c:v>
                </c:pt>
                <c:pt idx="3511">
                  <c:v>6.7242953319307004</c:v>
                </c:pt>
                <c:pt idx="3512">
                  <c:v>6.6852031245381802</c:v>
                </c:pt>
                <c:pt idx="3513">
                  <c:v>6.7244786419512801</c:v>
                </c:pt>
                <c:pt idx="3514">
                  <c:v>6.7212000404358099</c:v>
                </c:pt>
                <c:pt idx="3515">
                  <c:v>6.70745503048839</c:v>
                </c:pt>
                <c:pt idx="3516">
                  <c:v>6.7304101430296202</c:v>
                </c:pt>
                <c:pt idx="3517">
                  <c:v>6.6969084331542303</c:v>
                </c:pt>
                <c:pt idx="3518">
                  <c:v>6.7124657864594202</c:v>
                </c:pt>
                <c:pt idx="3519">
                  <c:v>6.7336989190581198</c:v>
                </c:pt>
                <c:pt idx="3520">
                  <c:v>6.7943219222997504</c:v>
                </c:pt>
                <c:pt idx="3521">
                  <c:v>6.8131957828499496</c:v>
                </c:pt>
                <c:pt idx="3522">
                  <c:v>6.7637684186444202</c:v>
                </c:pt>
                <c:pt idx="3523">
                  <c:v>6.7657840803538098</c:v>
                </c:pt>
                <c:pt idx="3524">
                  <c:v>6.7446852231603698</c:v>
                </c:pt>
                <c:pt idx="3525">
                  <c:v>6.6851944106694203</c:v>
                </c:pt>
                <c:pt idx="3526">
                  <c:v>6.7112380962475502</c:v>
                </c:pt>
                <c:pt idx="3527">
                  <c:v>6.7197432907325201</c:v>
                </c:pt>
                <c:pt idx="3528">
                  <c:v>6.7212280090045899</c:v>
                </c:pt>
                <c:pt idx="3529">
                  <c:v>6.66782297094211</c:v>
                </c:pt>
                <c:pt idx="3530">
                  <c:v>6.6451379030949003</c:v>
                </c:pt>
                <c:pt idx="3531">
                  <c:v>6.6617441036024303</c:v>
                </c:pt>
                <c:pt idx="3532">
                  <c:v>6.6073063899166504</c:v>
                </c:pt>
                <c:pt idx="3533">
                  <c:v>6.6073063899166504</c:v>
                </c:pt>
                <c:pt idx="3534">
                  <c:v>6.6320226524347801</c:v>
                </c:pt>
                <c:pt idx="3535">
                  <c:v>6.6650411386322803</c:v>
                </c:pt>
                <c:pt idx="3536">
                  <c:v>6.6599267770840296</c:v>
                </c:pt>
                <c:pt idx="3537">
                  <c:v>6.7133062804439003</c:v>
                </c:pt>
                <c:pt idx="3538">
                  <c:v>6.7524070407979799</c:v>
                </c:pt>
                <c:pt idx="3539">
                  <c:v>6.7799410506925701</c:v>
                </c:pt>
                <c:pt idx="3540">
                  <c:v>6.8131349997238804</c:v>
                </c:pt>
                <c:pt idx="3541">
                  <c:v>6.8162847275351703</c:v>
                </c:pt>
                <c:pt idx="3542">
                  <c:v>6.8542509167279801</c:v>
                </c:pt>
                <c:pt idx="3543">
                  <c:v>6.8167380039009702</c:v>
                </c:pt>
                <c:pt idx="3544">
                  <c:v>6.8296142605032903</c:v>
                </c:pt>
                <c:pt idx="3545">
                  <c:v>6.8896216158370596</c:v>
                </c:pt>
                <c:pt idx="3546">
                  <c:v>7.0276138388849798</c:v>
                </c:pt>
                <c:pt idx="3547">
                  <c:v>7.0074879088597601</c:v>
                </c:pt>
                <c:pt idx="3548">
                  <c:v>7.0074879088597601</c:v>
                </c:pt>
                <c:pt idx="3549">
                  <c:v>6.93871417597886</c:v>
                </c:pt>
                <c:pt idx="3550">
                  <c:v>6.9356510080634601</c:v>
                </c:pt>
                <c:pt idx="3551">
                  <c:v>6.9684532081199801</c:v>
                </c:pt>
                <c:pt idx="3552">
                  <c:v>6.9620915901561</c:v>
                </c:pt>
                <c:pt idx="3553">
                  <c:v>6.9620915901561</c:v>
                </c:pt>
                <c:pt idx="3554">
                  <c:v>7.0121566776358204</c:v>
                </c:pt>
                <c:pt idx="3555">
                  <c:v>7.0143180728325403</c:v>
                </c:pt>
                <c:pt idx="3556">
                  <c:v>6.9424721703432404</c:v>
                </c:pt>
                <c:pt idx="3557">
                  <c:v>6.8793260033708403</c:v>
                </c:pt>
                <c:pt idx="3558">
                  <c:v>6.9283579512559896</c:v>
                </c:pt>
                <c:pt idx="3559">
                  <c:v>6.8663062777992296</c:v>
                </c:pt>
                <c:pt idx="3560">
                  <c:v>6.8731628969392498</c:v>
                </c:pt>
                <c:pt idx="3561">
                  <c:v>6.8581120210522402</c:v>
                </c:pt>
                <c:pt idx="3562">
                  <c:v>6.851566282327</c:v>
                </c:pt>
                <c:pt idx="3563">
                  <c:v>6.53870295466628</c:v>
                </c:pt>
                <c:pt idx="3564">
                  <c:v>6.7941112630035896</c:v>
                </c:pt>
                <c:pt idx="3565">
                  <c:v>6.7701451239414796</c:v>
                </c:pt>
                <c:pt idx="3566">
                  <c:v>6.6938108859998904</c:v>
                </c:pt>
                <c:pt idx="3567">
                  <c:v>6.7033771655698198</c:v>
                </c:pt>
                <c:pt idx="3568">
                  <c:v>6.74521365030078</c:v>
                </c:pt>
                <c:pt idx="3569">
                  <c:v>6.7409185721085398</c:v>
                </c:pt>
                <c:pt idx="3570">
                  <c:v>6.7377294220685204</c:v>
                </c:pt>
                <c:pt idx="3571">
                  <c:v>6.7840470760362104</c:v>
                </c:pt>
                <c:pt idx="3572">
                  <c:v>6.7840470760362104</c:v>
                </c:pt>
                <c:pt idx="3573">
                  <c:v>6.8358699221407697</c:v>
                </c:pt>
                <c:pt idx="3574">
                  <c:v>6.9373723562428902</c:v>
                </c:pt>
                <c:pt idx="3575">
                  <c:v>6.88665087198157</c:v>
                </c:pt>
                <c:pt idx="3576">
                  <c:v>6.7872563830876897</c:v>
                </c:pt>
                <c:pt idx="3577">
                  <c:v>6.7258818841477703</c:v>
                </c:pt>
                <c:pt idx="3578">
                  <c:v>6.6408461814864301</c:v>
                </c:pt>
                <c:pt idx="3579">
                  <c:v>6.6671795592960299</c:v>
                </c:pt>
                <c:pt idx="3580">
                  <c:v>6.69896986468392</c:v>
                </c:pt>
                <c:pt idx="3581">
                  <c:v>6.7517981584883504</c:v>
                </c:pt>
                <c:pt idx="3582">
                  <c:v>6.7900512336528998</c:v>
                </c:pt>
                <c:pt idx="3583">
                  <c:v>6.7900512336528998</c:v>
                </c:pt>
                <c:pt idx="3584">
                  <c:v>6.7671784819763499</c:v>
                </c:pt>
                <c:pt idx="3585">
                  <c:v>6.7404256342249997</c:v>
                </c:pt>
                <c:pt idx="3586">
                  <c:v>6.7356189737247103</c:v>
                </c:pt>
                <c:pt idx="3587">
                  <c:v>6.7356189737247103</c:v>
                </c:pt>
                <c:pt idx="3588">
                  <c:v>6.7356189737247103</c:v>
                </c:pt>
                <c:pt idx="3589">
                  <c:v>6.7138028376249297</c:v>
                </c:pt>
                <c:pt idx="3590">
                  <c:v>6.6618354163737097</c:v>
                </c:pt>
                <c:pt idx="3591">
                  <c:v>6.6520049485149304</c:v>
                </c:pt>
                <c:pt idx="3592">
                  <c:v>6.6317992015880103</c:v>
                </c:pt>
                <c:pt idx="3593">
                  <c:v>6.6317992015880103</c:v>
                </c:pt>
                <c:pt idx="3594">
                  <c:v>6.62022147893226</c:v>
                </c:pt>
                <c:pt idx="3595">
                  <c:v>6.6435965114242999</c:v>
                </c:pt>
                <c:pt idx="3596">
                  <c:v>6.6133970459362397</c:v>
                </c:pt>
                <c:pt idx="3597">
                  <c:v>6.6296560250757697</c:v>
                </c:pt>
                <c:pt idx="3598">
                  <c:v>6.6823008969441702</c:v>
                </c:pt>
                <c:pt idx="3599">
                  <c:v>6.7270333389428698</c:v>
                </c:pt>
                <c:pt idx="3600">
                  <c:v>6.7212916108299199</c:v>
                </c:pt>
                <c:pt idx="3601">
                  <c:v>6.7727076926674901</c:v>
                </c:pt>
                <c:pt idx="3602">
                  <c:v>6.7971892826542604</c:v>
                </c:pt>
                <c:pt idx="3603">
                  <c:v>6.7925098563250303</c:v>
                </c:pt>
                <c:pt idx="3604">
                  <c:v>6.7753503403668303</c:v>
                </c:pt>
                <c:pt idx="3605">
                  <c:v>6.7310981005674604</c:v>
                </c:pt>
                <c:pt idx="3606">
                  <c:v>6.6850808800676704</c:v>
                </c:pt>
                <c:pt idx="3607">
                  <c:v>6.7076668894510796</c:v>
                </c:pt>
                <c:pt idx="3608">
                  <c:v>6.7162401847477398</c:v>
                </c:pt>
                <c:pt idx="3609">
                  <c:v>6.7361573762529101</c:v>
                </c:pt>
                <c:pt idx="3610">
                  <c:v>6.6863126441612399</c:v>
                </c:pt>
                <c:pt idx="3611">
                  <c:v>6.6603348128567497</c:v>
                </c:pt>
                <c:pt idx="3612">
                  <c:v>6.6810715049080898</c:v>
                </c:pt>
                <c:pt idx="3613">
                  <c:v>6.7791848072978604</c:v>
                </c:pt>
                <c:pt idx="3614">
                  <c:v>6.8029901812814897</c:v>
                </c:pt>
                <c:pt idx="3615">
                  <c:v>6.7838559708818096</c:v>
                </c:pt>
                <c:pt idx="3616">
                  <c:v>6.8543365636903699</c:v>
                </c:pt>
                <c:pt idx="3617">
                  <c:v>6.8539707414342299</c:v>
                </c:pt>
                <c:pt idx="3618">
                  <c:v>6.84001167247445</c:v>
                </c:pt>
                <c:pt idx="3619">
                  <c:v>6.8540739946370701</c:v>
                </c:pt>
                <c:pt idx="3620">
                  <c:v>6.8885149685065903</c:v>
                </c:pt>
                <c:pt idx="3621">
                  <c:v>6.9225714567038903</c:v>
                </c:pt>
                <c:pt idx="3622">
                  <c:v>6.89929926835487</c:v>
                </c:pt>
                <c:pt idx="3623">
                  <c:v>6.9162624128784103</c:v>
                </c:pt>
                <c:pt idx="3624">
                  <c:v>6.94681523574212</c:v>
                </c:pt>
                <c:pt idx="3625">
                  <c:v>6.9565186185558003</c:v>
                </c:pt>
                <c:pt idx="3626">
                  <c:v>6.9223633790144197</c:v>
                </c:pt>
                <c:pt idx="3627">
                  <c:v>6.8883199077139601</c:v>
                </c:pt>
                <c:pt idx="3628">
                  <c:v>6.8705606949732996</c:v>
                </c:pt>
                <c:pt idx="3629">
                  <c:v>6.8791595797683804</c:v>
                </c:pt>
                <c:pt idx="3630">
                  <c:v>6.9414318273200397</c:v>
                </c:pt>
                <c:pt idx="3631">
                  <c:v>7.0543185474404497</c:v>
                </c:pt>
                <c:pt idx="3632">
                  <c:v>7.0893111695140698</c:v>
                </c:pt>
                <c:pt idx="3633">
                  <c:v>7.10299832154793</c:v>
                </c:pt>
                <c:pt idx="3634">
                  <c:v>7.0579502977665003</c:v>
                </c:pt>
                <c:pt idx="3635">
                  <c:v>7.0880957349901204</c:v>
                </c:pt>
                <c:pt idx="3636">
                  <c:v>7.0777531322544096</c:v>
                </c:pt>
                <c:pt idx="3637">
                  <c:v>7.0542477545225397</c:v>
                </c:pt>
                <c:pt idx="3638">
                  <c:v>6.9749280139966601</c:v>
                </c:pt>
                <c:pt idx="3639">
                  <c:v>6.9333475933472704</c:v>
                </c:pt>
                <c:pt idx="3640">
                  <c:v>6.9356477875896996</c:v>
                </c:pt>
                <c:pt idx="3641">
                  <c:v>6.9211169867234599</c:v>
                </c:pt>
                <c:pt idx="3642">
                  <c:v>6.9040586213265298</c:v>
                </c:pt>
                <c:pt idx="3643">
                  <c:v>6.9040586213265298</c:v>
                </c:pt>
                <c:pt idx="3644">
                  <c:v>6.9040586213265298</c:v>
                </c:pt>
                <c:pt idx="3645">
                  <c:v>6.8962192932344903</c:v>
                </c:pt>
                <c:pt idx="3646">
                  <c:v>6.8976646583194299</c:v>
                </c:pt>
                <c:pt idx="3647">
                  <c:v>6.9154134935029399</c:v>
                </c:pt>
                <c:pt idx="3648">
                  <c:v>6.8916871439930896</c:v>
                </c:pt>
                <c:pt idx="3649">
                  <c:v>6.80182496560088</c:v>
                </c:pt>
                <c:pt idx="3650">
                  <c:v>6.7300095002986096</c:v>
                </c:pt>
                <c:pt idx="3651">
                  <c:v>6.7300095002986096</c:v>
                </c:pt>
                <c:pt idx="3652">
                  <c:v>6.7300095002986096</c:v>
                </c:pt>
                <c:pt idx="3653">
                  <c:v>6.7445940549209897</c:v>
                </c:pt>
                <c:pt idx="3654">
                  <c:v>6.7461688720574404</c:v>
                </c:pt>
                <c:pt idx="3655">
                  <c:v>6.7599689643757204</c:v>
                </c:pt>
                <c:pt idx="3656">
                  <c:v>6.72487078866574</c:v>
                </c:pt>
                <c:pt idx="3657">
                  <c:v>6.6677318947058097</c:v>
                </c:pt>
                <c:pt idx="3658">
                  <c:v>6.6931046895262201</c:v>
                </c:pt>
                <c:pt idx="3659">
                  <c:v>6.6319853416653398</c:v>
                </c:pt>
                <c:pt idx="3660">
                  <c:v>6.6048256952642603</c:v>
                </c:pt>
                <c:pt idx="3661">
                  <c:v>6.6614396272000898</c:v>
                </c:pt>
                <c:pt idx="3662">
                  <c:v>6.6657954847893599</c:v>
                </c:pt>
                <c:pt idx="3663">
                  <c:v>6.6461120820029498</c:v>
                </c:pt>
                <c:pt idx="3664">
                  <c:v>6.5937066112755298</c:v>
                </c:pt>
                <c:pt idx="3665">
                  <c:v>6.5909296663746897</c:v>
                </c:pt>
                <c:pt idx="3666">
                  <c:v>6.6307502234112397</c:v>
                </c:pt>
                <c:pt idx="3667">
                  <c:v>6.6257286172164598</c:v>
                </c:pt>
                <c:pt idx="3668">
                  <c:v>6.6555261611255299</c:v>
                </c:pt>
                <c:pt idx="3669">
                  <c:v>6.6565170828840996</c:v>
                </c:pt>
                <c:pt idx="3670">
                  <c:v>6.6985766162775198</c:v>
                </c:pt>
                <c:pt idx="3671">
                  <c:v>6.6741850595426104</c:v>
                </c:pt>
                <c:pt idx="3672">
                  <c:v>6.6587242091238901</c:v>
                </c:pt>
                <c:pt idx="3673">
                  <c:v>6.6532813515602003</c:v>
                </c:pt>
                <c:pt idx="3674">
                  <c:v>6.6532813515602003</c:v>
                </c:pt>
                <c:pt idx="3675">
                  <c:v>6.6345620172656004</c:v>
                </c:pt>
                <c:pt idx="3676">
                  <c:v>6.6943800401667799</c:v>
                </c:pt>
                <c:pt idx="3677">
                  <c:v>6.7084450164669303</c:v>
                </c:pt>
                <c:pt idx="3678">
                  <c:v>6.7143045613224803</c:v>
                </c:pt>
                <c:pt idx="3679">
                  <c:v>6.7852854384561097</c:v>
                </c:pt>
                <c:pt idx="3680">
                  <c:v>6.8242808252395397</c:v>
                </c:pt>
                <c:pt idx="3681">
                  <c:v>6.7663316340861703</c:v>
                </c:pt>
                <c:pt idx="3682">
                  <c:v>6.7619324753474501</c:v>
                </c:pt>
                <c:pt idx="3683">
                  <c:v>6.7619324753474501</c:v>
                </c:pt>
                <c:pt idx="3684">
                  <c:v>6.8233044126453803</c:v>
                </c:pt>
                <c:pt idx="3685">
                  <c:v>6.83066976279681</c:v>
                </c:pt>
                <c:pt idx="3686">
                  <c:v>6.8887557272361102</c:v>
                </c:pt>
                <c:pt idx="3687">
                  <c:v>6.9642159494360003</c:v>
                </c:pt>
                <c:pt idx="3688">
                  <c:v>6.9289299556493003</c:v>
                </c:pt>
                <c:pt idx="3689">
                  <c:v>6.8864797097102901</c:v>
                </c:pt>
                <c:pt idx="3690">
                  <c:v>6.8626641946667899</c:v>
                </c:pt>
                <c:pt idx="3691">
                  <c:v>6.8349739417517101</c:v>
                </c:pt>
                <c:pt idx="3692">
                  <c:v>6.8661197144258699</c:v>
                </c:pt>
                <c:pt idx="3693">
                  <c:v>6.8485953132271797</c:v>
                </c:pt>
                <c:pt idx="3694">
                  <c:v>6.8618302205074704</c:v>
                </c:pt>
                <c:pt idx="3695">
                  <c:v>6.8777628399525703</c:v>
                </c:pt>
                <c:pt idx="3696">
                  <c:v>6.8917649597642301</c:v>
                </c:pt>
                <c:pt idx="3697">
                  <c:v>6.8794050567221801</c:v>
                </c:pt>
                <c:pt idx="3698">
                  <c:v>6.8794050567221801</c:v>
                </c:pt>
                <c:pt idx="3699">
                  <c:v>6.8718598260022699</c:v>
                </c:pt>
                <c:pt idx="3700">
                  <c:v>6.8072141547318497</c:v>
                </c:pt>
                <c:pt idx="3701">
                  <c:v>6.8232470599463602</c:v>
                </c:pt>
                <c:pt idx="3702">
                  <c:v>6.8848783902852704</c:v>
                </c:pt>
                <c:pt idx="3703">
                  <c:v>6.8848783902852704</c:v>
                </c:pt>
                <c:pt idx="3704">
                  <c:v>6.8914281527514403</c:v>
                </c:pt>
                <c:pt idx="3705">
                  <c:v>6.9065021697881601</c:v>
                </c:pt>
                <c:pt idx="3706">
                  <c:v>6.8845536904852098</c:v>
                </c:pt>
                <c:pt idx="3707">
                  <c:v>6.9464832886036296</c:v>
                </c:pt>
                <c:pt idx="3708">
                  <c:v>6.9416323732599698</c:v>
                </c:pt>
                <c:pt idx="3709">
                  <c:v>6.93600519765688</c:v>
                </c:pt>
                <c:pt idx="3710">
                  <c:v>6.8930658653156103</c:v>
                </c:pt>
                <c:pt idx="3711">
                  <c:v>6.9422490543340203</c:v>
                </c:pt>
                <c:pt idx="3712">
                  <c:v>6.9178473223921202</c:v>
                </c:pt>
                <c:pt idx="3713">
                  <c:v>6.9077321603738602</c:v>
                </c:pt>
                <c:pt idx="3714">
                  <c:v>6.9003415747348598</c:v>
                </c:pt>
                <c:pt idx="3715">
                  <c:v>6.9225474924865997</c:v>
                </c:pt>
                <c:pt idx="3716">
                  <c:v>6.9301922802498703</c:v>
                </c:pt>
                <c:pt idx="3717">
                  <c:v>6.9354612694188003</c:v>
                </c:pt>
                <c:pt idx="3718">
                  <c:v>6.9354612694188003</c:v>
                </c:pt>
                <c:pt idx="3719">
                  <c:v>6.8724684394732796</c:v>
                </c:pt>
                <c:pt idx="3720">
                  <c:v>6.8748240481674303</c:v>
                </c:pt>
                <c:pt idx="3721">
                  <c:v>6.8662576474191797</c:v>
                </c:pt>
                <c:pt idx="3722">
                  <c:v>6.8722408628281899</c:v>
                </c:pt>
                <c:pt idx="3723">
                  <c:v>6.8661652242447104</c:v>
                </c:pt>
                <c:pt idx="3724">
                  <c:v>6.89170594185323</c:v>
                </c:pt>
                <c:pt idx="3725">
                  <c:v>6.8977569721788496</c:v>
                </c:pt>
                <c:pt idx="3726">
                  <c:v>6.9159610911247302</c:v>
                </c:pt>
                <c:pt idx="3727">
                  <c:v>6.9445560892015399</c:v>
                </c:pt>
                <c:pt idx="3728">
                  <c:v>6.9614409597132498</c:v>
                </c:pt>
                <c:pt idx="3729">
                  <c:v>6.9925036711872197</c:v>
                </c:pt>
                <c:pt idx="3730">
                  <c:v>6.9857156871014903</c:v>
                </c:pt>
                <c:pt idx="3731">
                  <c:v>6.9758376064396499</c:v>
                </c:pt>
                <c:pt idx="3732">
                  <c:v>6.9758376064396499</c:v>
                </c:pt>
                <c:pt idx="3733">
                  <c:v>6.9891040359326997</c:v>
                </c:pt>
                <c:pt idx="3734">
                  <c:v>7.0106503205184501</c:v>
                </c:pt>
                <c:pt idx="3735">
                  <c:v>7.0563434421252396</c:v>
                </c:pt>
                <c:pt idx="3736">
                  <c:v>7.0627467925803504</c:v>
                </c:pt>
                <c:pt idx="3737">
                  <c:v>7.0729187188397402</c:v>
                </c:pt>
                <c:pt idx="3738">
                  <c:v>7.0845317346975296</c:v>
                </c:pt>
                <c:pt idx="3739">
                  <c:v>7.1196470794583302</c:v>
                </c:pt>
                <c:pt idx="3740">
                  <c:v>7.1461173138022698</c:v>
                </c:pt>
                <c:pt idx="3741">
                  <c:v>7.1590488685790197</c:v>
                </c:pt>
                <c:pt idx="3742">
                  <c:v>7.1337762903839099</c:v>
                </c:pt>
                <c:pt idx="3743">
                  <c:v>7.1367163493286796</c:v>
                </c:pt>
                <c:pt idx="3744">
                  <c:v>7.1367163493286796</c:v>
                </c:pt>
                <c:pt idx="3745">
                  <c:v>7.1387557461987603</c:v>
                </c:pt>
                <c:pt idx="3746">
                  <c:v>7.0904436096679397</c:v>
                </c:pt>
                <c:pt idx="3747">
                  <c:v>7.0971500221059101</c:v>
                </c:pt>
                <c:pt idx="3748">
                  <c:v>7.1339625247371199</c:v>
                </c:pt>
                <c:pt idx="3749">
                  <c:v>7.1288719239324498</c:v>
                </c:pt>
                <c:pt idx="3750">
                  <c:v>7.1263891670362902</c:v>
                </c:pt>
                <c:pt idx="3751">
                  <c:v>7.1032358828244897</c:v>
                </c:pt>
                <c:pt idx="3752">
                  <c:v>7.1169204763621199</c:v>
                </c:pt>
                <c:pt idx="3753">
                  <c:v>7.1169204763621199</c:v>
                </c:pt>
                <c:pt idx="3754">
                  <c:v>7.1007403967186304</c:v>
                </c:pt>
                <c:pt idx="3755">
                  <c:v>7.0775258037190296</c:v>
                </c:pt>
                <c:pt idx="3756">
                  <c:v>7.0527661914420996</c:v>
                </c:pt>
                <c:pt idx="3757">
                  <c:v>7.0496251361629803</c:v>
                </c:pt>
                <c:pt idx="3758">
                  <c:v>7.0409135753843701</c:v>
                </c:pt>
                <c:pt idx="3759">
                  <c:v>7.0547905096568204</c:v>
                </c:pt>
                <c:pt idx="3760">
                  <c:v>7.0926338792667396</c:v>
                </c:pt>
                <c:pt idx="3761">
                  <c:v>7.1060767806147904</c:v>
                </c:pt>
                <c:pt idx="3762">
                  <c:v>7.0909719886997902</c:v>
                </c:pt>
                <c:pt idx="3763">
                  <c:v>7.0789750041964297</c:v>
                </c:pt>
                <c:pt idx="3764">
                  <c:v>7.10362290349748</c:v>
                </c:pt>
                <c:pt idx="3765">
                  <c:v>7.0988342071438302</c:v>
                </c:pt>
                <c:pt idx="3766">
                  <c:v>7.1148678394509597</c:v>
                </c:pt>
                <c:pt idx="3767">
                  <c:v>7.1751745964904696</c:v>
                </c:pt>
                <c:pt idx="3768">
                  <c:v>7.2250765342603804</c:v>
                </c:pt>
                <c:pt idx="3769">
                  <c:v>7.2199824344990402</c:v>
                </c:pt>
                <c:pt idx="3770">
                  <c:v>7.1860407563492403</c:v>
                </c:pt>
                <c:pt idx="3771">
                  <c:v>7.1480587837732603</c:v>
                </c:pt>
                <c:pt idx="3772">
                  <c:v>7.1574233507869698</c:v>
                </c:pt>
                <c:pt idx="3773">
                  <c:v>7.1513468501586503</c:v>
                </c:pt>
                <c:pt idx="3774">
                  <c:v>7.1398475262610601</c:v>
                </c:pt>
                <c:pt idx="3775">
                  <c:v>7.1699811331752201</c:v>
                </c:pt>
                <c:pt idx="3776">
                  <c:v>7.1739301754073299</c:v>
                </c:pt>
                <c:pt idx="3777">
                  <c:v>7.1635434334172103</c:v>
                </c:pt>
                <c:pt idx="3778">
                  <c:v>7.1618142521095498</c:v>
                </c:pt>
                <c:pt idx="3779">
                  <c:v>7.1762342138571098</c:v>
                </c:pt>
                <c:pt idx="3780">
                  <c:v>7.1883354741323897</c:v>
                </c:pt>
                <c:pt idx="3781">
                  <c:v>7.1624062251010603</c:v>
                </c:pt>
                <c:pt idx="3782">
                  <c:v>7.1485380522477504</c:v>
                </c:pt>
                <c:pt idx="3783">
                  <c:v>7.1698218987364104</c:v>
                </c:pt>
                <c:pt idx="3784">
                  <c:v>7.1729850574971197</c:v>
                </c:pt>
                <c:pt idx="3785">
                  <c:v>7.1835290313846096</c:v>
                </c:pt>
                <c:pt idx="3786">
                  <c:v>7.2331738854464396</c:v>
                </c:pt>
                <c:pt idx="3787">
                  <c:v>7.2526597817795304</c:v>
                </c:pt>
                <c:pt idx="3788">
                  <c:v>7.2380512578572702</c:v>
                </c:pt>
                <c:pt idx="3789">
                  <c:v>7.2169214689133598</c:v>
                </c:pt>
                <c:pt idx="3790">
                  <c:v>7.2282883894357104</c:v>
                </c:pt>
                <c:pt idx="3791">
                  <c:v>7.2962670431801504</c:v>
                </c:pt>
                <c:pt idx="3792">
                  <c:v>7.3299223085116303</c:v>
                </c:pt>
                <c:pt idx="3793">
                  <c:v>7.3299223085116303</c:v>
                </c:pt>
                <c:pt idx="3794">
                  <c:v>7.3193519723709199</c:v>
                </c:pt>
                <c:pt idx="3795">
                  <c:v>7.2792276046688498</c:v>
                </c:pt>
                <c:pt idx="3796">
                  <c:v>7.3162134350059604</c:v>
                </c:pt>
                <c:pt idx="3797">
                  <c:v>7.3013123303328697</c:v>
                </c:pt>
                <c:pt idx="3798">
                  <c:v>7.3159534051861801</c:v>
                </c:pt>
                <c:pt idx="3799">
                  <c:v>7.3444781530234602</c:v>
                </c:pt>
                <c:pt idx="3800">
                  <c:v>7.3823136337525304</c:v>
                </c:pt>
                <c:pt idx="3801">
                  <c:v>7.4166086498761299</c:v>
                </c:pt>
                <c:pt idx="3802">
                  <c:v>7.4545634968885599</c:v>
                </c:pt>
                <c:pt idx="3803">
                  <c:v>7.4617142146847701</c:v>
                </c:pt>
                <c:pt idx="3804">
                  <c:v>7.48869219231063</c:v>
                </c:pt>
                <c:pt idx="3805">
                  <c:v>7.4593722722408202</c:v>
                </c:pt>
                <c:pt idx="3806">
                  <c:v>7.4201327063861902</c:v>
                </c:pt>
                <c:pt idx="3807">
                  <c:v>7.46061278148178</c:v>
                </c:pt>
                <c:pt idx="3808">
                  <c:v>7.46061278148178</c:v>
                </c:pt>
                <c:pt idx="3809">
                  <c:v>7.4192850283001102</c:v>
                </c:pt>
                <c:pt idx="3810">
                  <c:v>7.3308588241149</c:v>
                </c:pt>
                <c:pt idx="3811">
                  <c:v>7.3185012670095304</c:v>
                </c:pt>
                <c:pt idx="3812">
                  <c:v>7.3516019089134099</c:v>
                </c:pt>
                <c:pt idx="3813">
                  <c:v>7.3516019089134099</c:v>
                </c:pt>
                <c:pt idx="3814">
                  <c:v>7.3569937195046302</c:v>
                </c:pt>
                <c:pt idx="3815">
                  <c:v>7.3590520906781496</c:v>
                </c:pt>
                <c:pt idx="3816">
                  <c:v>7.3512867748431097</c:v>
                </c:pt>
                <c:pt idx="3817">
                  <c:v>7.3059857124017702</c:v>
                </c:pt>
                <c:pt idx="3818">
                  <c:v>7.31493583311088</c:v>
                </c:pt>
                <c:pt idx="3819">
                  <c:v>7.3316378705800398</c:v>
                </c:pt>
                <c:pt idx="3820">
                  <c:v>7.3593497703063697</c:v>
                </c:pt>
                <c:pt idx="3821">
                  <c:v>7.2764700352015002</c:v>
                </c:pt>
                <c:pt idx="3822">
                  <c:v>7.3263558564876003</c:v>
                </c:pt>
                <c:pt idx="3823">
                  <c:v>7.3436159302978599</c:v>
                </c:pt>
                <c:pt idx="3824">
                  <c:v>7.34363699723695</c:v>
                </c:pt>
                <c:pt idx="3825">
                  <c:v>7.4104923249627097</c:v>
                </c:pt>
                <c:pt idx="3826">
                  <c:v>7.3107690412860498</c:v>
                </c:pt>
                <c:pt idx="3827">
                  <c:v>7.2710072991986197</c:v>
                </c:pt>
                <c:pt idx="3828">
                  <c:v>7.2285952357517704</c:v>
                </c:pt>
                <c:pt idx="3829">
                  <c:v>7.2153418083297902</c:v>
                </c:pt>
                <c:pt idx="3830">
                  <c:v>7.2174790768844401</c:v>
                </c:pt>
                <c:pt idx="3831">
                  <c:v>7.2437203936255701</c:v>
                </c:pt>
                <c:pt idx="3832">
                  <c:v>7.1726432442665997</c:v>
                </c:pt>
                <c:pt idx="3833">
                  <c:v>7.1802842255024997</c:v>
                </c:pt>
                <c:pt idx="3834">
                  <c:v>7.1607494420770603</c:v>
                </c:pt>
                <c:pt idx="3835">
                  <c:v>7.1730586107062599</c:v>
                </c:pt>
                <c:pt idx="3836">
                  <c:v>7.1537424972109704</c:v>
                </c:pt>
                <c:pt idx="3837">
                  <c:v>7.15746024784091</c:v>
                </c:pt>
                <c:pt idx="3838">
                  <c:v>7.1548295267042397</c:v>
                </c:pt>
                <c:pt idx="3839">
                  <c:v>7.1699016997222502</c:v>
                </c:pt>
                <c:pt idx="3840">
                  <c:v>7.1364133056152603</c:v>
                </c:pt>
                <c:pt idx="3841">
                  <c:v>7.0645048133909398</c:v>
                </c:pt>
                <c:pt idx="3842">
                  <c:v>7.0320782263740202</c:v>
                </c:pt>
                <c:pt idx="3843">
                  <c:v>6.9951163442255604</c:v>
                </c:pt>
                <c:pt idx="3844">
                  <c:v>6.9951163442255604</c:v>
                </c:pt>
                <c:pt idx="3845">
                  <c:v>7.0007516605981204</c:v>
                </c:pt>
                <c:pt idx="3846">
                  <c:v>7.0574066714542001</c:v>
                </c:pt>
                <c:pt idx="3847">
                  <c:v>7.0150233293737303</c:v>
                </c:pt>
                <c:pt idx="3848">
                  <c:v>7.0150233293737303</c:v>
                </c:pt>
                <c:pt idx="3849">
                  <c:v>7.0150233293737303</c:v>
                </c:pt>
                <c:pt idx="3850">
                  <c:v>7.0446897517061302</c:v>
                </c:pt>
                <c:pt idx="3851">
                  <c:v>7.0701002299418398</c:v>
                </c:pt>
                <c:pt idx="3852">
                  <c:v>7.09920739645439</c:v>
                </c:pt>
                <c:pt idx="3853">
                  <c:v>7.09920739645439</c:v>
                </c:pt>
                <c:pt idx="3854">
                  <c:v>7.0268782834755301</c:v>
                </c:pt>
                <c:pt idx="3855">
                  <c:v>6.9832551621541299</c:v>
                </c:pt>
                <c:pt idx="3856">
                  <c:v>7.0216960856374602</c:v>
                </c:pt>
                <c:pt idx="3857">
                  <c:v>7.0251005251852998</c:v>
                </c:pt>
                <c:pt idx="3858">
                  <c:v>7.0125973211428798</c:v>
                </c:pt>
                <c:pt idx="3859">
                  <c:v>7.0333940891455704</c:v>
                </c:pt>
                <c:pt idx="3860">
                  <c:v>7.0545537619388599</c:v>
                </c:pt>
                <c:pt idx="3861">
                  <c:v>7.0986612213109099</c:v>
                </c:pt>
                <c:pt idx="3862">
                  <c:v>7.0781305465868103</c:v>
                </c:pt>
                <c:pt idx="3863">
                  <c:v>7.0921359656254097</c:v>
                </c:pt>
                <c:pt idx="3864">
                  <c:v>7.0906991141140301</c:v>
                </c:pt>
                <c:pt idx="3865">
                  <c:v>7.1142281534976499</c:v>
                </c:pt>
                <c:pt idx="3866">
                  <c:v>7.1118764545765298</c:v>
                </c:pt>
                <c:pt idx="3867">
                  <c:v>7.1243599368795802</c:v>
                </c:pt>
                <c:pt idx="3868">
                  <c:v>7.12997623055041</c:v>
                </c:pt>
                <c:pt idx="3869">
                  <c:v>7.0985123699925099</c:v>
                </c:pt>
                <c:pt idx="3870">
                  <c:v>7.0732686352970804</c:v>
                </c:pt>
                <c:pt idx="3871">
                  <c:v>6.9898727179543796</c:v>
                </c:pt>
                <c:pt idx="3872">
                  <c:v>6.9806349952297397</c:v>
                </c:pt>
                <c:pt idx="3873">
                  <c:v>6.9281225607023798</c:v>
                </c:pt>
                <c:pt idx="3874">
                  <c:v>6.9629545525618903</c:v>
                </c:pt>
                <c:pt idx="3875">
                  <c:v>6.9092707261636299</c:v>
                </c:pt>
                <c:pt idx="3876">
                  <c:v>6.9629991789590298</c:v>
                </c:pt>
                <c:pt idx="3877">
                  <c:v>6.9693827840914597</c:v>
                </c:pt>
                <c:pt idx="3878">
                  <c:v>7.0109976461719299</c:v>
                </c:pt>
                <c:pt idx="3879">
                  <c:v>7.0157235370979896</c:v>
                </c:pt>
                <c:pt idx="3880">
                  <c:v>7.0083044269422103</c:v>
                </c:pt>
                <c:pt idx="3881">
                  <c:v>7.0205509879163301</c:v>
                </c:pt>
                <c:pt idx="3882">
                  <c:v>6.9776760105467499</c:v>
                </c:pt>
                <c:pt idx="3883">
                  <c:v>6.9907790573810002</c:v>
                </c:pt>
                <c:pt idx="3884">
                  <c:v>6.9863738390445</c:v>
                </c:pt>
                <c:pt idx="3885">
                  <c:v>6.9755505506732902</c:v>
                </c:pt>
                <c:pt idx="3886">
                  <c:v>6.9982812126401397</c:v>
                </c:pt>
                <c:pt idx="3887">
                  <c:v>6.9840105509920702</c:v>
                </c:pt>
                <c:pt idx="3888">
                  <c:v>6.9523016857625599</c:v>
                </c:pt>
                <c:pt idx="3889">
                  <c:v>6.9513563192910697</c:v>
                </c:pt>
                <c:pt idx="3890">
                  <c:v>6.95288753252549</c:v>
                </c:pt>
                <c:pt idx="3891">
                  <c:v>6.9798807614265197</c:v>
                </c:pt>
                <c:pt idx="3892">
                  <c:v>7.0127230651348302</c:v>
                </c:pt>
                <c:pt idx="3893">
                  <c:v>7.0167126220927596</c:v>
                </c:pt>
                <c:pt idx="3894">
                  <c:v>6.9992779002300196</c:v>
                </c:pt>
                <c:pt idx="3895">
                  <c:v>6.9756665377509597</c:v>
                </c:pt>
                <c:pt idx="3896">
                  <c:v>6.98611059038286</c:v>
                </c:pt>
                <c:pt idx="3897">
                  <c:v>6.9372268131110504</c:v>
                </c:pt>
                <c:pt idx="3898">
                  <c:v>6.8946953621784104</c:v>
                </c:pt>
                <c:pt idx="3899">
                  <c:v>6.8752537489772001</c:v>
                </c:pt>
                <c:pt idx="3900">
                  <c:v>6.87369178249185</c:v>
                </c:pt>
                <c:pt idx="3901">
                  <c:v>6.8617342489667204</c:v>
                </c:pt>
                <c:pt idx="3902">
                  <c:v>6.8057449127972696</c:v>
                </c:pt>
                <c:pt idx="3903">
                  <c:v>6.8191506637545301</c:v>
                </c:pt>
                <c:pt idx="3904">
                  <c:v>6.7976377946404298</c:v>
                </c:pt>
                <c:pt idx="3905">
                  <c:v>6.7503407990067901</c:v>
                </c:pt>
                <c:pt idx="3906">
                  <c:v>6.6393839129718604</c:v>
                </c:pt>
                <c:pt idx="3907">
                  <c:v>6.6180888514058296</c:v>
                </c:pt>
                <c:pt idx="3908">
                  <c:v>6.6180888514058296</c:v>
                </c:pt>
                <c:pt idx="3909">
                  <c:v>6.6517765806929496</c:v>
                </c:pt>
                <c:pt idx="3910">
                  <c:v>6.7486822424700703</c:v>
                </c:pt>
                <c:pt idx="3911">
                  <c:v>6.7166956734001397</c:v>
                </c:pt>
                <c:pt idx="3912">
                  <c:v>6.7137910844608202</c:v>
                </c:pt>
                <c:pt idx="3913">
                  <c:v>6.6948012089417599</c:v>
                </c:pt>
                <c:pt idx="3914">
                  <c:v>6.75402849065539</c:v>
                </c:pt>
                <c:pt idx="3915">
                  <c:v>6.7388235046863096</c:v>
                </c:pt>
                <c:pt idx="3916">
                  <c:v>6.7538332903923601</c:v>
                </c:pt>
                <c:pt idx="3917">
                  <c:v>6.7505899524809303</c:v>
                </c:pt>
                <c:pt idx="3918">
                  <c:v>6.7140832716474996</c:v>
                </c:pt>
                <c:pt idx="3919">
                  <c:v>6.6582712554025401</c:v>
                </c:pt>
                <c:pt idx="3920">
                  <c:v>6.6519794809246404</c:v>
                </c:pt>
                <c:pt idx="3921">
                  <c:v>6.6617502372213604</c:v>
                </c:pt>
                <c:pt idx="3922">
                  <c:v>6.6742764648934898</c:v>
                </c:pt>
                <c:pt idx="3923">
                  <c:v>6.6963042767226604</c:v>
                </c:pt>
                <c:pt idx="3924">
                  <c:v>6.7600358699977203</c:v>
                </c:pt>
                <c:pt idx="3925">
                  <c:v>6.7317934124006804</c:v>
                </c:pt>
                <c:pt idx="3926">
                  <c:v>6.7317934124006804</c:v>
                </c:pt>
                <c:pt idx="3927">
                  <c:v>6.7317934124006804</c:v>
                </c:pt>
                <c:pt idx="3928">
                  <c:v>6.7237698626596698</c:v>
                </c:pt>
                <c:pt idx="3929">
                  <c:v>6.7526132415076896</c:v>
                </c:pt>
                <c:pt idx="3930">
                  <c:v>6.8196836972061998</c:v>
                </c:pt>
                <c:pt idx="3931">
                  <c:v>6.8623958633363502</c:v>
                </c:pt>
                <c:pt idx="3932">
                  <c:v>6.9067046193487398</c:v>
                </c:pt>
                <c:pt idx="3933">
                  <c:v>6.9401582669974697</c:v>
                </c:pt>
                <c:pt idx="3934">
                  <c:v>6.9350175736921598</c:v>
                </c:pt>
                <c:pt idx="3935">
                  <c:v>6.9350175736921598</c:v>
                </c:pt>
                <c:pt idx="3936">
                  <c:v>7.0045849337963499</c:v>
                </c:pt>
                <c:pt idx="3937">
                  <c:v>6.9491420192864997</c:v>
                </c:pt>
                <c:pt idx="3938">
                  <c:v>6.9626259130750103</c:v>
                </c:pt>
                <c:pt idx="3939">
                  <c:v>6.9616088389362396</c:v>
                </c:pt>
                <c:pt idx="3940">
                  <c:v>6.8993491861623104</c:v>
                </c:pt>
                <c:pt idx="3941">
                  <c:v>6.85121511217858</c:v>
                </c:pt>
                <c:pt idx="3942">
                  <c:v>6.7791716236714903</c:v>
                </c:pt>
                <c:pt idx="3943">
                  <c:v>6.8467302596400801</c:v>
                </c:pt>
                <c:pt idx="3944">
                  <c:v>6.8492377375580302</c:v>
                </c:pt>
                <c:pt idx="3945">
                  <c:v>6.8879482535004</c:v>
                </c:pt>
                <c:pt idx="3946">
                  <c:v>6.8825858213602098</c:v>
                </c:pt>
                <c:pt idx="3947">
                  <c:v>6.9145531799436002</c:v>
                </c:pt>
                <c:pt idx="3948">
                  <c:v>6.90641805698586</c:v>
                </c:pt>
                <c:pt idx="3949">
                  <c:v>6.9010968825406804</c:v>
                </c:pt>
                <c:pt idx="3950">
                  <c:v>6.8972004416930597</c:v>
                </c:pt>
                <c:pt idx="3951">
                  <c:v>6.9382831685558202</c:v>
                </c:pt>
                <c:pt idx="3952">
                  <c:v>6.8810441158495603</c:v>
                </c:pt>
                <c:pt idx="3953">
                  <c:v>6.8729275708565503</c:v>
                </c:pt>
                <c:pt idx="3954">
                  <c:v>6.8392950280118603</c:v>
                </c:pt>
                <c:pt idx="3955">
                  <c:v>6.8355341375341796</c:v>
                </c:pt>
                <c:pt idx="3956">
                  <c:v>6.77220352222258</c:v>
                </c:pt>
                <c:pt idx="3957">
                  <c:v>6.7577442393157403</c:v>
                </c:pt>
                <c:pt idx="3958">
                  <c:v>6.7577442393157403</c:v>
                </c:pt>
                <c:pt idx="3959">
                  <c:v>6.69023647092635</c:v>
                </c:pt>
                <c:pt idx="3960">
                  <c:v>6.6261140793657098</c:v>
                </c:pt>
                <c:pt idx="3961">
                  <c:v>6.5925715125697799</c:v>
                </c:pt>
                <c:pt idx="3962">
                  <c:v>6.5565876460955099</c:v>
                </c:pt>
                <c:pt idx="3963">
                  <c:v>6.4933693764642699</c:v>
                </c:pt>
                <c:pt idx="3964">
                  <c:v>6.4373612699805696</c:v>
                </c:pt>
                <c:pt idx="3965">
                  <c:v>6.4441753597922498</c:v>
                </c:pt>
                <c:pt idx="3966">
                  <c:v>6.3412585390155396</c:v>
                </c:pt>
                <c:pt idx="3967">
                  <c:v>6.3045030853451296</c:v>
                </c:pt>
                <c:pt idx="3968">
                  <c:v>6.41129029288882</c:v>
                </c:pt>
                <c:pt idx="3969">
                  <c:v>6.4131335916749199</c:v>
                </c:pt>
                <c:pt idx="3970">
                  <c:v>6.4091562024684601</c:v>
                </c:pt>
                <c:pt idx="3971">
                  <c:v>6.2638182135748801</c:v>
                </c:pt>
                <c:pt idx="3972">
                  <c:v>6.2458001192145103</c:v>
                </c:pt>
                <c:pt idx="3973">
                  <c:v>6.2458001192145103</c:v>
                </c:pt>
                <c:pt idx="3974">
                  <c:v>6.27839774532805</c:v>
                </c:pt>
                <c:pt idx="3975">
                  <c:v>6.2574374573955502</c:v>
                </c:pt>
                <c:pt idx="3976">
                  <c:v>6.2797204529286397</c:v>
                </c:pt>
                <c:pt idx="3977">
                  <c:v>6.2162082539080696</c:v>
                </c:pt>
                <c:pt idx="3978">
                  <c:v>6.2162082539080696</c:v>
                </c:pt>
                <c:pt idx="3979">
                  <c:v>6.1007994367819798</c:v>
                </c:pt>
                <c:pt idx="3980">
                  <c:v>5.9599527926418299</c:v>
                </c:pt>
                <c:pt idx="3981">
                  <c:v>5.9358483717549699</c:v>
                </c:pt>
                <c:pt idx="3982">
                  <c:v>6.0638879380988104</c:v>
                </c:pt>
                <c:pt idx="3983">
                  <c:v>6.0693481314086997</c:v>
                </c:pt>
                <c:pt idx="3984">
                  <c:v>6.1037926423414701</c:v>
                </c:pt>
                <c:pt idx="3985">
                  <c:v>6.0587629071305402</c:v>
                </c:pt>
                <c:pt idx="3986">
                  <c:v>6.1145662285057396</c:v>
                </c:pt>
                <c:pt idx="3987">
                  <c:v>6.1544992554390099</c:v>
                </c:pt>
                <c:pt idx="3988">
                  <c:v>6.1077912825658602</c:v>
                </c:pt>
                <c:pt idx="3989">
                  <c:v>6.1412286850350499</c:v>
                </c:pt>
                <c:pt idx="3990">
                  <c:v>6.09446065669019</c:v>
                </c:pt>
                <c:pt idx="3991">
                  <c:v>6.13098150666724</c:v>
                </c:pt>
                <c:pt idx="3992">
                  <c:v>6.0514826185564097</c:v>
                </c:pt>
                <c:pt idx="3993">
                  <c:v>6.0156261341341599</c:v>
                </c:pt>
                <c:pt idx="3994">
                  <c:v>6.01362286735068</c:v>
                </c:pt>
                <c:pt idx="3995">
                  <c:v>5.9716922692168097</c:v>
                </c:pt>
                <c:pt idx="3996">
                  <c:v>6.0070747373191802</c:v>
                </c:pt>
                <c:pt idx="3997">
                  <c:v>5.9871383977858601</c:v>
                </c:pt>
                <c:pt idx="3998">
                  <c:v>6.0482881750577198</c:v>
                </c:pt>
                <c:pt idx="3999">
                  <c:v>6.1034811287514801</c:v>
                </c:pt>
                <c:pt idx="4000">
                  <c:v>6.0854793078434097</c:v>
                </c:pt>
                <c:pt idx="4001">
                  <c:v>6.0946668809841897</c:v>
                </c:pt>
                <c:pt idx="4002">
                  <c:v>6.03091537231857</c:v>
                </c:pt>
                <c:pt idx="4003">
                  <c:v>6.11492165803761</c:v>
                </c:pt>
                <c:pt idx="4004">
                  <c:v>6.1365772218868999</c:v>
                </c:pt>
                <c:pt idx="4005">
                  <c:v>6.1365772218868999</c:v>
                </c:pt>
                <c:pt idx="4006">
                  <c:v>6.1096839486611803</c:v>
                </c:pt>
                <c:pt idx="4007">
                  <c:v>6.0938551378387498</c:v>
                </c:pt>
                <c:pt idx="4008">
                  <c:v>6.1366001900425298</c:v>
                </c:pt>
                <c:pt idx="4009">
                  <c:v>6.0771252671522502</c:v>
                </c:pt>
                <c:pt idx="4010">
                  <c:v>6.0507329629931297</c:v>
                </c:pt>
                <c:pt idx="4011">
                  <c:v>6.0135844144464299</c:v>
                </c:pt>
                <c:pt idx="4012">
                  <c:v>5.9791914296759998</c:v>
                </c:pt>
                <c:pt idx="4013">
                  <c:v>5.9791914296759998</c:v>
                </c:pt>
                <c:pt idx="4014">
                  <c:v>5.9824510316163604</c:v>
                </c:pt>
                <c:pt idx="4015">
                  <c:v>5.9859010648457698</c:v>
                </c:pt>
                <c:pt idx="4016">
                  <c:v>6.0579336277117104</c:v>
                </c:pt>
                <c:pt idx="4017">
                  <c:v>6.0835978902005401</c:v>
                </c:pt>
                <c:pt idx="4018">
                  <c:v>6.0556618478798701</c:v>
                </c:pt>
                <c:pt idx="4019">
                  <c:v>6.1089190247614402</c:v>
                </c:pt>
                <c:pt idx="4020">
                  <c:v>6.1571634272324101</c:v>
                </c:pt>
                <c:pt idx="4021">
                  <c:v>6.1937237754132797</c:v>
                </c:pt>
                <c:pt idx="4022">
                  <c:v>6.11031204835301</c:v>
                </c:pt>
                <c:pt idx="4023">
                  <c:v>6.1641528802595902</c:v>
                </c:pt>
                <c:pt idx="4024">
                  <c:v>6.1691089656362799</c:v>
                </c:pt>
                <c:pt idx="4025">
                  <c:v>6.1143848959989002</c:v>
                </c:pt>
                <c:pt idx="4026">
                  <c:v>6.1005087488259502</c:v>
                </c:pt>
                <c:pt idx="4027">
                  <c:v>6.0754289565816997</c:v>
                </c:pt>
                <c:pt idx="4028">
                  <c:v>6.1230124680715701</c:v>
                </c:pt>
                <c:pt idx="4029">
                  <c:v>6.1786083523192001</c:v>
                </c:pt>
                <c:pt idx="4030">
                  <c:v>6.1654136266313699</c:v>
                </c:pt>
                <c:pt idx="4031">
                  <c:v>6.1182540165707398</c:v>
                </c:pt>
                <c:pt idx="4032">
                  <c:v>6.14113454331103</c:v>
                </c:pt>
                <c:pt idx="4033">
                  <c:v>6.1389104233747496</c:v>
                </c:pt>
                <c:pt idx="4034">
                  <c:v>6.0993073374688898</c:v>
                </c:pt>
                <c:pt idx="4035">
                  <c:v>6.0927064888738096</c:v>
                </c:pt>
                <c:pt idx="4036">
                  <c:v>6.0954476272891096</c:v>
                </c:pt>
                <c:pt idx="4037">
                  <c:v>6.0712955039167902</c:v>
                </c:pt>
                <c:pt idx="4038">
                  <c:v>6.0414757976489604</c:v>
                </c:pt>
                <c:pt idx="4039">
                  <c:v>6.0192634834346403</c:v>
                </c:pt>
                <c:pt idx="4040">
                  <c:v>6.0486778995884398</c:v>
                </c:pt>
                <c:pt idx="4041">
                  <c:v>6.0233540401784396</c:v>
                </c:pt>
                <c:pt idx="4042">
                  <c:v>6.0531954955658902</c:v>
                </c:pt>
                <c:pt idx="4043">
                  <c:v>6.0716550465325003</c:v>
                </c:pt>
                <c:pt idx="4044">
                  <c:v>6.0586499575376802</c:v>
                </c:pt>
                <c:pt idx="4045">
                  <c:v>6.0730922195436801</c:v>
                </c:pt>
                <c:pt idx="4046">
                  <c:v>6.0469204436803103</c:v>
                </c:pt>
                <c:pt idx="4047">
                  <c:v>6.0217155261793103</c:v>
                </c:pt>
                <c:pt idx="4048">
                  <c:v>6.0595257261955604</c:v>
                </c:pt>
                <c:pt idx="4049">
                  <c:v>6.0397731558328802</c:v>
                </c:pt>
                <c:pt idx="4050">
                  <c:v>6.0408812927619904</c:v>
                </c:pt>
                <c:pt idx="4051">
                  <c:v>6.0824808516074498</c:v>
                </c:pt>
                <c:pt idx="4052">
                  <c:v>6.0981525454855303</c:v>
                </c:pt>
                <c:pt idx="4053">
                  <c:v>6.0981525454855303</c:v>
                </c:pt>
                <c:pt idx="4054">
                  <c:v>6.1376843254266502</c:v>
                </c:pt>
                <c:pt idx="4055">
                  <c:v>6.1815295657430802</c:v>
                </c:pt>
                <c:pt idx="4056">
                  <c:v>6.1659669146510501</c:v>
                </c:pt>
                <c:pt idx="4057">
                  <c:v>6.1273275895749002</c:v>
                </c:pt>
                <c:pt idx="4058">
                  <c:v>6.1638878513313102</c:v>
                </c:pt>
                <c:pt idx="4059">
                  <c:v>6.1923009641276199</c:v>
                </c:pt>
                <c:pt idx="4060">
                  <c:v>6.1629597423487699</c:v>
                </c:pt>
                <c:pt idx="4061">
                  <c:v>6.1027383391642598</c:v>
                </c:pt>
                <c:pt idx="4062">
                  <c:v>6.0654132142049404</c:v>
                </c:pt>
                <c:pt idx="4063">
                  <c:v>6.1080082375676703</c:v>
                </c:pt>
                <c:pt idx="4064">
                  <c:v>6.0898505977149604</c:v>
                </c:pt>
                <c:pt idx="4065">
                  <c:v>6.1664175904879297</c:v>
                </c:pt>
                <c:pt idx="4066">
                  <c:v>6.1006368233131898</c:v>
                </c:pt>
                <c:pt idx="4067">
                  <c:v>6.0793270255542602</c:v>
                </c:pt>
                <c:pt idx="4068">
                  <c:v>6.0793270255542602</c:v>
                </c:pt>
                <c:pt idx="4069">
                  <c:v>6.1515775235228398</c:v>
                </c:pt>
                <c:pt idx="4070">
                  <c:v>6.1649875177381501</c:v>
                </c:pt>
                <c:pt idx="4071">
                  <c:v>6.2208405608979804</c:v>
                </c:pt>
                <c:pt idx="4072">
                  <c:v>6.2719771973828902</c:v>
                </c:pt>
                <c:pt idx="4073">
                  <c:v>6.2719771973828902</c:v>
                </c:pt>
                <c:pt idx="4074">
                  <c:v>6.3493083047305099</c:v>
                </c:pt>
                <c:pt idx="4075">
                  <c:v>6.4556062773422402</c:v>
                </c:pt>
                <c:pt idx="4076">
                  <c:v>6.3935452821071399</c:v>
                </c:pt>
                <c:pt idx="4077">
                  <c:v>6.3706024830838004</c:v>
                </c:pt>
                <c:pt idx="4078">
                  <c:v>6.4224794979956998</c:v>
                </c:pt>
                <c:pt idx="4079">
                  <c:v>6.4273075151267003</c:v>
                </c:pt>
                <c:pt idx="4080">
                  <c:v>6.43127450016258</c:v>
                </c:pt>
                <c:pt idx="4081">
                  <c:v>6.3857040385703199</c:v>
                </c:pt>
                <c:pt idx="4082">
                  <c:v>6.3910084349137302</c:v>
                </c:pt>
                <c:pt idx="4083">
                  <c:v>6.5968447867081599</c:v>
                </c:pt>
                <c:pt idx="4084">
                  <c:v>6.7394077035157096</c:v>
                </c:pt>
                <c:pt idx="4085">
                  <c:v>6.6862895287270101</c:v>
                </c:pt>
                <c:pt idx="4086">
                  <c:v>6.5938619976596096</c:v>
                </c:pt>
                <c:pt idx="4087">
                  <c:v>6.5826958031794804</c:v>
                </c:pt>
                <c:pt idx="4088">
                  <c:v>6.6029474257708802</c:v>
                </c:pt>
                <c:pt idx="4089">
                  <c:v>6.5186173967708196</c:v>
                </c:pt>
                <c:pt idx="4090">
                  <c:v>6.4582256486274296</c:v>
                </c:pt>
                <c:pt idx="4091">
                  <c:v>6.3955674656338104</c:v>
                </c:pt>
                <c:pt idx="4092">
                  <c:v>6.3254159850471101</c:v>
                </c:pt>
                <c:pt idx="4093">
                  <c:v>6.3730495216645604</c:v>
                </c:pt>
                <c:pt idx="4094">
                  <c:v>6.3894578277799301</c:v>
                </c:pt>
                <c:pt idx="4095">
                  <c:v>6.3250014186498502</c:v>
                </c:pt>
                <c:pt idx="4096">
                  <c:v>6.3173819632089501</c:v>
                </c:pt>
                <c:pt idx="4097">
                  <c:v>6.3576697157746898</c:v>
                </c:pt>
                <c:pt idx="4098">
                  <c:v>6.39605181262041</c:v>
                </c:pt>
                <c:pt idx="4099">
                  <c:v>6.3920281796516196</c:v>
                </c:pt>
                <c:pt idx="4100">
                  <c:v>6.3833285302520704</c:v>
                </c:pt>
                <c:pt idx="4101">
                  <c:v>6.4342234751236997</c:v>
                </c:pt>
                <c:pt idx="4102">
                  <c:v>6.4329957157499402</c:v>
                </c:pt>
                <c:pt idx="4103">
                  <c:v>6.4012207640801604</c:v>
                </c:pt>
                <c:pt idx="4104">
                  <c:v>6.4221827493576704</c:v>
                </c:pt>
                <c:pt idx="4105">
                  <c:v>6.4221827493576704</c:v>
                </c:pt>
                <c:pt idx="4106">
                  <c:v>6.43013636527074</c:v>
                </c:pt>
                <c:pt idx="4107">
                  <c:v>6.4116319592098296</c:v>
                </c:pt>
                <c:pt idx="4108">
                  <c:v>6.4211677925199799</c:v>
                </c:pt>
                <c:pt idx="4109">
                  <c:v>6.4211677925199799</c:v>
                </c:pt>
                <c:pt idx="4110">
                  <c:v>6.4211677925199799</c:v>
                </c:pt>
                <c:pt idx="4111">
                  <c:v>6.4530715214622703</c:v>
                </c:pt>
                <c:pt idx="4112">
                  <c:v>6.4821081420027102</c:v>
                </c:pt>
                <c:pt idx="4113">
                  <c:v>6.4821081420027102</c:v>
                </c:pt>
                <c:pt idx="4114">
                  <c:v>6.4423078878040503</c:v>
                </c:pt>
                <c:pt idx="4115">
                  <c:v>6.37152322767977</c:v>
                </c:pt>
                <c:pt idx="4116">
                  <c:v>6.2871463390180597</c:v>
                </c:pt>
                <c:pt idx="4117">
                  <c:v>6.2125795401845103</c:v>
                </c:pt>
                <c:pt idx="4118">
                  <c:v>6.2244719841883898</c:v>
                </c:pt>
                <c:pt idx="4119">
                  <c:v>6.2468089922126797</c:v>
                </c:pt>
                <c:pt idx="4120">
                  <c:v>6.1938204423280201</c:v>
                </c:pt>
                <c:pt idx="4121">
                  <c:v>6.1783190976603599</c:v>
                </c:pt>
                <c:pt idx="4122">
                  <c:v>6.1475245849080897</c:v>
                </c:pt>
                <c:pt idx="4123">
                  <c:v>6.18265037987842</c:v>
                </c:pt>
                <c:pt idx="4124">
                  <c:v>6.1839893664592198</c:v>
                </c:pt>
                <c:pt idx="4125">
                  <c:v>6.1205483285259898</c:v>
                </c:pt>
                <c:pt idx="4126">
                  <c:v>6.0885548899378303</c:v>
                </c:pt>
                <c:pt idx="4127">
                  <c:v>6.0649472690046604</c:v>
                </c:pt>
                <c:pt idx="4128">
                  <c:v>6.0838434577551999</c:v>
                </c:pt>
                <c:pt idx="4129">
                  <c:v>6.0956544502914802</c:v>
                </c:pt>
                <c:pt idx="4130">
                  <c:v>6.06855994696138</c:v>
                </c:pt>
                <c:pt idx="4131">
                  <c:v>6.0725557800897496</c:v>
                </c:pt>
                <c:pt idx="4132">
                  <c:v>6.0206158183398202</c:v>
                </c:pt>
                <c:pt idx="4133">
                  <c:v>5.9684422144072098</c:v>
                </c:pt>
                <c:pt idx="4134">
                  <c:v>6.0578000364043803</c:v>
                </c:pt>
                <c:pt idx="4135">
                  <c:v>6.0416694166875597</c:v>
                </c:pt>
                <c:pt idx="4136">
                  <c:v>5.9547275176737804</c:v>
                </c:pt>
                <c:pt idx="4137">
                  <c:v>5.9830798899579198</c:v>
                </c:pt>
                <c:pt idx="4138">
                  <c:v>5.9677983438699798</c:v>
                </c:pt>
                <c:pt idx="4139">
                  <c:v>5.9367594368559002</c:v>
                </c:pt>
                <c:pt idx="4140">
                  <c:v>5.8893432373232901</c:v>
                </c:pt>
                <c:pt idx="4141">
                  <c:v>5.9261475241428601</c:v>
                </c:pt>
                <c:pt idx="4142">
                  <c:v>5.9168672657358403</c:v>
                </c:pt>
                <c:pt idx="4143">
                  <c:v>5.8741560738656098</c:v>
                </c:pt>
                <c:pt idx="4144">
                  <c:v>5.8971395501585802</c:v>
                </c:pt>
                <c:pt idx="4145">
                  <c:v>5.9351764399643301</c:v>
                </c:pt>
                <c:pt idx="4146">
                  <c:v>5.9551984819994104</c:v>
                </c:pt>
                <c:pt idx="4147">
                  <c:v>5.9250582115203096</c:v>
                </c:pt>
                <c:pt idx="4148">
                  <c:v>5.8809129834412497</c:v>
                </c:pt>
                <c:pt idx="4149">
                  <c:v>5.8853949653139903</c:v>
                </c:pt>
                <c:pt idx="4150">
                  <c:v>5.90733914105164</c:v>
                </c:pt>
                <c:pt idx="4151">
                  <c:v>6.0431232642872503</c:v>
                </c:pt>
                <c:pt idx="4152">
                  <c:v>6.2223569871840203</c:v>
                </c:pt>
                <c:pt idx="4153">
                  <c:v>6.1288562154738804</c:v>
                </c:pt>
                <c:pt idx="4154">
                  <c:v>6.0427238501301002</c:v>
                </c:pt>
                <c:pt idx="4155">
                  <c:v>5.8954519219703201</c:v>
                </c:pt>
                <c:pt idx="4156">
                  <c:v>5.9186589321947798</c:v>
                </c:pt>
                <c:pt idx="4157">
                  <c:v>6.0313644739344898</c:v>
                </c:pt>
                <c:pt idx="4158">
                  <c:v>6.6838302212349996</c:v>
                </c:pt>
                <c:pt idx="4159">
                  <c:v>6.8088068058266202</c:v>
                </c:pt>
                <c:pt idx="4160">
                  <c:v>7.2808012111129301</c:v>
                </c:pt>
                <c:pt idx="4161">
                  <c:v>8.2526622430319101</c:v>
                </c:pt>
                <c:pt idx="4162">
                  <c:v>8.3628634989741606</c:v>
                </c:pt>
                <c:pt idx="4163">
                  <c:v>9.4257687687096308</c:v>
                </c:pt>
                <c:pt idx="4164">
                  <c:v>8.6115685448061399</c:v>
                </c:pt>
                <c:pt idx="4165">
                  <c:v>9.0822572759355094</c:v>
                </c:pt>
                <c:pt idx="4166">
                  <c:v>9.3935314335217193</c:v>
                </c:pt>
                <c:pt idx="4167">
                  <c:v>9.4527440684905297</c:v>
                </c:pt>
                <c:pt idx="4168">
                  <c:v>9.4527440684905297</c:v>
                </c:pt>
                <c:pt idx="4169">
                  <c:v>9.0972008380636407</c:v>
                </c:pt>
                <c:pt idx="4170">
                  <c:v>8.0903492942114603</c:v>
                </c:pt>
                <c:pt idx="4171">
                  <c:v>7.2538659752084502</c:v>
                </c:pt>
                <c:pt idx="4172">
                  <c:v>7.2552679396518203</c:v>
                </c:pt>
                <c:pt idx="4173">
                  <c:v>7.3460618726213003</c:v>
                </c:pt>
                <c:pt idx="4174">
                  <c:v>7.2575040556160397</c:v>
                </c:pt>
                <c:pt idx="4175">
                  <c:v>7.7862354761825596</c:v>
                </c:pt>
                <c:pt idx="4176">
                  <c:v>7.9035658177139396</c:v>
                </c:pt>
                <c:pt idx="4177">
                  <c:v>8.0956858717437008</c:v>
                </c:pt>
                <c:pt idx="4178">
                  <c:v>8.1721390027834495</c:v>
                </c:pt>
                <c:pt idx="4179">
                  <c:v>8.0676136130887492</c:v>
                </c:pt>
                <c:pt idx="4180">
                  <c:v>7.9821306544762702</c:v>
                </c:pt>
                <c:pt idx="4181">
                  <c:v>7.9821306544762702</c:v>
                </c:pt>
                <c:pt idx="4182">
                  <c:v>7.9821306544762702</c:v>
                </c:pt>
                <c:pt idx="4183">
                  <c:v>7.8846104003586701</c:v>
                </c:pt>
                <c:pt idx="4184">
                  <c:v>7.5609003766945202</c:v>
                </c:pt>
                <c:pt idx="4185">
                  <c:v>7.2544045966189401</c:v>
                </c:pt>
                <c:pt idx="4186">
                  <c:v>6.9411234602753904</c:v>
                </c:pt>
                <c:pt idx="4187">
                  <c:v>7.0038837644168597</c:v>
                </c:pt>
                <c:pt idx="4188">
                  <c:v>7.2298344886106198</c:v>
                </c:pt>
                <c:pt idx="4189">
                  <c:v>7.2948535215124899</c:v>
                </c:pt>
                <c:pt idx="4190">
                  <c:v>7.3345120252471796</c:v>
                </c:pt>
                <c:pt idx="4191">
                  <c:v>7.2528123697286002</c:v>
                </c:pt>
                <c:pt idx="4192">
                  <c:v>7.3216190392546103</c:v>
                </c:pt>
                <c:pt idx="4193">
                  <c:v>7.3136230953465198</c:v>
                </c:pt>
                <c:pt idx="4194">
                  <c:v>7.2702955369759703</c:v>
                </c:pt>
                <c:pt idx="4195">
                  <c:v>7.2345058006300196</c:v>
                </c:pt>
                <c:pt idx="4196">
                  <c:v>7.2034827414815998</c:v>
                </c:pt>
                <c:pt idx="4197">
                  <c:v>7.2034827414815998</c:v>
                </c:pt>
                <c:pt idx="4198">
                  <c:v>7.1110945357076396</c:v>
                </c:pt>
                <c:pt idx="4199">
                  <c:v>6.7665921503310802</c:v>
                </c:pt>
                <c:pt idx="4200">
                  <c:v>6.7233222624715303</c:v>
                </c:pt>
                <c:pt idx="4201">
                  <c:v>6.62603930107257</c:v>
                </c:pt>
                <c:pt idx="4202">
                  <c:v>6.4648783542412804</c:v>
                </c:pt>
                <c:pt idx="4203">
                  <c:v>6.4561754224215804</c:v>
                </c:pt>
                <c:pt idx="4204">
                  <c:v>6.4039484650709202</c:v>
                </c:pt>
                <c:pt idx="4205">
                  <c:v>6.3576423568296097</c:v>
                </c:pt>
                <c:pt idx="4206">
                  <c:v>6.3553910186605798</c:v>
                </c:pt>
                <c:pt idx="4207">
                  <c:v>6.42868220808682</c:v>
                </c:pt>
                <c:pt idx="4208">
                  <c:v>6.3323523998910902</c:v>
                </c:pt>
                <c:pt idx="4209">
                  <c:v>6.3485060285012596</c:v>
                </c:pt>
                <c:pt idx="4210">
                  <c:v>6.1987466865001704</c:v>
                </c:pt>
                <c:pt idx="4211">
                  <c:v>6.2001961959348497</c:v>
                </c:pt>
                <c:pt idx="4212">
                  <c:v>6.19753300144738</c:v>
                </c:pt>
                <c:pt idx="4213">
                  <c:v>6.19753300144738</c:v>
                </c:pt>
                <c:pt idx="4214">
                  <c:v>6.0772668492523403</c:v>
                </c:pt>
                <c:pt idx="4215">
                  <c:v>5.9858018666738397</c:v>
                </c:pt>
                <c:pt idx="4216">
                  <c:v>6.0754737105429903</c:v>
                </c:pt>
                <c:pt idx="4217">
                  <c:v>6.2540548893272296</c:v>
                </c:pt>
                <c:pt idx="4218">
                  <c:v>6.2144772017865302</c:v>
                </c:pt>
                <c:pt idx="4219">
                  <c:v>6.1490256449471596</c:v>
                </c:pt>
                <c:pt idx="4220">
                  <c:v>6.2101158860030896</c:v>
                </c:pt>
                <c:pt idx="4221">
                  <c:v>6.3405192338680401</c:v>
                </c:pt>
                <c:pt idx="4222">
                  <c:v>6.2954457935033004</c:v>
                </c:pt>
                <c:pt idx="4223">
                  <c:v>6.2133249658768896</c:v>
                </c:pt>
                <c:pt idx="4224">
                  <c:v>6.24591213322147</c:v>
                </c:pt>
                <c:pt idx="4225">
                  <c:v>6.3765912532996403</c:v>
                </c:pt>
                <c:pt idx="4226">
                  <c:v>6.7453601503199696</c:v>
                </c:pt>
                <c:pt idx="4227">
                  <c:v>6.6759576241507297</c:v>
                </c:pt>
                <c:pt idx="4228">
                  <c:v>6.6759576241507297</c:v>
                </c:pt>
                <c:pt idx="4229">
                  <c:v>6.7688170159143297</c:v>
                </c:pt>
                <c:pt idx="4230">
                  <c:v>6.7683322106723303</c:v>
                </c:pt>
                <c:pt idx="4231">
                  <c:v>6.6425323289757401</c:v>
                </c:pt>
                <c:pt idx="4232">
                  <c:v>6.5993637240910603</c:v>
                </c:pt>
                <c:pt idx="4233">
                  <c:v>6.5993637240910603</c:v>
                </c:pt>
                <c:pt idx="4234">
                  <c:v>6.5626844366478103</c:v>
                </c:pt>
                <c:pt idx="4235">
                  <c:v>6.7065043604445904</c:v>
                </c:pt>
                <c:pt idx="4236">
                  <c:v>6.7743384106980997</c:v>
                </c:pt>
                <c:pt idx="4237">
                  <c:v>6.7508502911152197</c:v>
                </c:pt>
                <c:pt idx="4238">
                  <c:v>6.7508502911152197</c:v>
                </c:pt>
                <c:pt idx="4239">
                  <c:v>6.6490161539984198</c:v>
                </c:pt>
                <c:pt idx="4240">
                  <c:v>6.5925791466430503</c:v>
                </c:pt>
                <c:pt idx="4241">
                  <c:v>6.5410151578087801</c:v>
                </c:pt>
                <c:pt idx="4242">
                  <c:v>6.4207447266499296</c:v>
                </c:pt>
                <c:pt idx="4243">
                  <c:v>6.3637689860098101</c:v>
                </c:pt>
                <c:pt idx="4244">
                  <c:v>6.4519806064502498</c:v>
                </c:pt>
                <c:pt idx="4245">
                  <c:v>6.4595218563069396</c:v>
                </c:pt>
                <c:pt idx="4246">
                  <c:v>6.4162939719493899</c:v>
                </c:pt>
                <c:pt idx="4247">
                  <c:v>6.3627326312591004</c:v>
                </c:pt>
                <c:pt idx="4248">
                  <c:v>6.3530666341816797</c:v>
                </c:pt>
                <c:pt idx="4249">
                  <c:v>6.3840705812976299</c:v>
                </c:pt>
                <c:pt idx="4250">
                  <c:v>6.36744236597539</c:v>
                </c:pt>
                <c:pt idx="4251">
                  <c:v>6.36742798122875</c:v>
                </c:pt>
                <c:pt idx="4252">
                  <c:v>6.3882865588442801</c:v>
                </c:pt>
                <c:pt idx="4253">
                  <c:v>6.3882865588442801</c:v>
                </c:pt>
                <c:pt idx="4254">
                  <c:v>6.3508836201404701</c:v>
                </c:pt>
                <c:pt idx="4255">
                  <c:v>6.3589559562967999</c:v>
                </c:pt>
                <c:pt idx="4256">
                  <c:v>6.37577258083562</c:v>
                </c:pt>
                <c:pt idx="4257">
                  <c:v>6.3978325053805696</c:v>
                </c:pt>
                <c:pt idx="4258">
                  <c:v>6.34270126446639</c:v>
                </c:pt>
                <c:pt idx="4259">
                  <c:v>6.3152534565144798</c:v>
                </c:pt>
                <c:pt idx="4260">
                  <c:v>6.31867924292363</c:v>
                </c:pt>
                <c:pt idx="4261">
                  <c:v>6.3429531180184702</c:v>
                </c:pt>
                <c:pt idx="4262">
                  <c:v>6.3094447860347698</c:v>
                </c:pt>
                <c:pt idx="4263">
                  <c:v>6.2276063609289896</c:v>
                </c:pt>
                <c:pt idx="4264">
                  <c:v>6.18422869999449</c:v>
                </c:pt>
                <c:pt idx="4265">
                  <c:v>6.1155563764653396</c:v>
                </c:pt>
                <c:pt idx="4266">
                  <c:v>6.0595139805524898</c:v>
                </c:pt>
                <c:pt idx="4267">
                  <c:v>6.0595139805524898</c:v>
                </c:pt>
                <c:pt idx="4268">
                  <c:v>5.9678908402824504</c:v>
                </c:pt>
                <c:pt idx="4269">
                  <c:v>6.0449766275429404</c:v>
                </c:pt>
                <c:pt idx="4270">
                  <c:v>6.2299338337191301</c:v>
                </c:pt>
                <c:pt idx="4271">
                  <c:v>6.2057585879295099</c:v>
                </c:pt>
                <c:pt idx="4272">
                  <c:v>6.2297778184459798</c:v>
                </c:pt>
                <c:pt idx="4273">
                  <c:v>6.2297778184459798</c:v>
                </c:pt>
                <c:pt idx="4274">
                  <c:v>6.2109934942918796</c:v>
                </c:pt>
                <c:pt idx="4275">
                  <c:v>6.1508349945308698</c:v>
                </c:pt>
                <c:pt idx="4276">
                  <c:v>6.1343792158719896</c:v>
                </c:pt>
                <c:pt idx="4277">
                  <c:v>6.2058166356878299</c:v>
                </c:pt>
                <c:pt idx="4278">
                  <c:v>6.2379655145235198</c:v>
                </c:pt>
                <c:pt idx="4279">
                  <c:v>6.2935974792420604</c:v>
                </c:pt>
                <c:pt idx="4280">
                  <c:v>6.3319298174848297</c:v>
                </c:pt>
                <c:pt idx="4281">
                  <c:v>6.3075382243717701</c:v>
                </c:pt>
                <c:pt idx="4282">
                  <c:v>6.2692749758937296</c:v>
                </c:pt>
                <c:pt idx="4283">
                  <c:v>6.2067571657353602</c:v>
                </c:pt>
                <c:pt idx="4284">
                  <c:v>6.0236827444581698</c:v>
                </c:pt>
                <c:pt idx="4285">
                  <c:v>5.8158138876425998</c:v>
                </c:pt>
                <c:pt idx="4286">
                  <c:v>5.8675409188954299</c:v>
                </c:pt>
                <c:pt idx="4287">
                  <c:v>5.9016609426063003</c:v>
                </c:pt>
                <c:pt idx="4288">
                  <c:v>5.8500147291659097</c:v>
                </c:pt>
                <c:pt idx="4289">
                  <c:v>5.9358672826461802</c:v>
                </c:pt>
                <c:pt idx="4290">
                  <c:v>5.8556169186806599</c:v>
                </c:pt>
                <c:pt idx="4291">
                  <c:v>5.90455094522782</c:v>
                </c:pt>
                <c:pt idx="4292">
                  <c:v>5.8875291849777396</c:v>
                </c:pt>
                <c:pt idx="4293">
                  <c:v>5.8409395006432101</c:v>
                </c:pt>
                <c:pt idx="4294">
                  <c:v>5.7677725039386898</c:v>
                </c:pt>
                <c:pt idx="4295">
                  <c:v>5.7970220132940797</c:v>
                </c:pt>
                <c:pt idx="4296">
                  <c:v>5.8096097067005301</c:v>
                </c:pt>
                <c:pt idx="4297">
                  <c:v>5.80190203978312</c:v>
                </c:pt>
                <c:pt idx="4298">
                  <c:v>6.0109829079564703</c:v>
                </c:pt>
                <c:pt idx="4299">
                  <c:v>6.00911123368813</c:v>
                </c:pt>
                <c:pt idx="4300">
                  <c:v>6.0423921025842402</c:v>
                </c:pt>
                <c:pt idx="4301">
                  <c:v>6.0188677998607201</c:v>
                </c:pt>
                <c:pt idx="4302">
                  <c:v>6.01405652159493</c:v>
                </c:pt>
                <c:pt idx="4303">
                  <c:v>5.9956130533663901</c:v>
                </c:pt>
                <c:pt idx="4304">
                  <c:v>6.0068933227094998</c:v>
                </c:pt>
                <c:pt idx="4305">
                  <c:v>5.98143498762352</c:v>
                </c:pt>
                <c:pt idx="4306">
                  <c:v>5.9825684856237702</c:v>
                </c:pt>
                <c:pt idx="4307">
                  <c:v>6.0816731235395602</c:v>
                </c:pt>
                <c:pt idx="4308">
                  <c:v>6.0476134656144902</c:v>
                </c:pt>
                <c:pt idx="4309">
                  <c:v>6.1434814165040201</c:v>
                </c:pt>
                <c:pt idx="4310">
                  <c:v>6.0626761251935104</c:v>
                </c:pt>
                <c:pt idx="4311">
                  <c:v>6.0227744923014601</c:v>
                </c:pt>
                <c:pt idx="4312">
                  <c:v>5.9482062241835001</c:v>
                </c:pt>
                <c:pt idx="4313">
                  <c:v>5.9482062241835001</c:v>
                </c:pt>
                <c:pt idx="4314">
                  <c:v>5.93341139729276</c:v>
                </c:pt>
                <c:pt idx="4315">
                  <c:v>5.9272641785780102</c:v>
                </c:pt>
                <c:pt idx="4316">
                  <c:v>5.9142573191110603</c:v>
                </c:pt>
                <c:pt idx="4317">
                  <c:v>5.9160814035194704</c:v>
                </c:pt>
                <c:pt idx="4318">
                  <c:v>5.9331458254259903</c:v>
                </c:pt>
                <c:pt idx="4319">
                  <c:v>5.96744419788629</c:v>
                </c:pt>
                <c:pt idx="4320">
                  <c:v>6.0041835842615798</c:v>
                </c:pt>
                <c:pt idx="4321">
                  <c:v>6.0623404312127001</c:v>
                </c:pt>
                <c:pt idx="4322">
                  <c:v>6.0423595813317803</c:v>
                </c:pt>
                <c:pt idx="4323">
                  <c:v>6.1466298561859203</c:v>
                </c:pt>
                <c:pt idx="4324">
                  <c:v>6.1412002236561296</c:v>
                </c:pt>
                <c:pt idx="4325">
                  <c:v>6.2168577166155599</c:v>
                </c:pt>
                <c:pt idx="4326">
                  <c:v>6.2233895835024704</c:v>
                </c:pt>
                <c:pt idx="4327">
                  <c:v>6.2115109131192403</c:v>
                </c:pt>
                <c:pt idx="4328">
                  <c:v>6.2115109131192403</c:v>
                </c:pt>
                <c:pt idx="4329">
                  <c:v>6.2113320862684702</c:v>
                </c:pt>
                <c:pt idx="4330">
                  <c:v>6.1819179305465202</c:v>
                </c:pt>
                <c:pt idx="4331">
                  <c:v>6.0542591458613897</c:v>
                </c:pt>
                <c:pt idx="4332">
                  <c:v>5.9936303148456398</c:v>
                </c:pt>
                <c:pt idx="4333">
                  <c:v>5.8981258262441099</c:v>
                </c:pt>
                <c:pt idx="4334">
                  <c:v>6.0040926225099804</c:v>
                </c:pt>
                <c:pt idx="4335">
                  <c:v>6.0334290829682997</c:v>
                </c:pt>
                <c:pt idx="4336">
                  <c:v>5.9866846595726804</c:v>
                </c:pt>
                <c:pt idx="4337">
                  <c:v>5.9911073812922799</c:v>
                </c:pt>
                <c:pt idx="4338">
                  <c:v>5.9911073812922799</c:v>
                </c:pt>
                <c:pt idx="4339">
                  <c:v>6.0179972101037498</c:v>
                </c:pt>
                <c:pt idx="4340">
                  <c:v>5.9592201897888399</c:v>
                </c:pt>
                <c:pt idx="4341">
                  <c:v>5.9583182813222901</c:v>
                </c:pt>
                <c:pt idx="4342">
                  <c:v>5.9287791553013998</c:v>
                </c:pt>
                <c:pt idx="4343">
                  <c:v>5.9521907990829996</c:v>
                </c:pt>
                <c:pt idx="4344">
                  <c:v>5.9015352886394101</c:v>
                </c:pt>
                <c:pt idx="4345">
                  <c:v>5.9143612063239797</c:v>
                </c:pt>
                <c:pt idx="4346">
                  <c:v>5.9312512336307597</c:v>
                </c:pt>
                <c:pt idx="4347">
                  <c:v>5.9264905368772096</c:v>
                </c:pt>
                <c:pt idx="4348">
                  <c:v>5.9285671974194596</c:v>
                </c:pt>
                <c:pt idx="4349">
                  <c:v>5.8937455473891998</c:v>
                </c:pt>
                <c:pt idx="4350">
                  <c:v>5.9769644725167499</c:v>
                </c:pt>
                <c:pt idx="4351">
                  <c:v>5.9238202100064203</c:v>
                </c:pt>
                <c:pt idx="4352">
                  <c:v>5.9048950911071403</c:v>
                </c:pt>
                <c:pt idx="4353">
                  <c:v>5.9103761035530402</c:v>
                </c:pt>
                <c:pt idx="4354">
                  <c:v>5.9103761035530402</c:v>
                </c:pt>
                <c:pt idx="4355">
                  <c:v>5.9293913674493304</c:v>
                </c:pt>
                <c:pt idx="4356">
                  <c:v>5.9554397996250703</c:v>
                </c:pt>
                <c:pt idx="4357">
                  <c:v>5.9240460359759499</c:v>
                </c:pt>
                <c:pt idx="4358">
                  <c:v>5.8966525241769903</c:v>
                </c:pt>
                <c:pt idx="4359">
                  <c:v>5.9141718975226603</c:v>
                </c:pt>
                <c:pt idx="4360">
                  <c:v>5.9327429752836496</c:v>
                </c:pt>
                <c:pt idx="4361">
                  <c:v>5.8768982565031296</c:v>
                </c:pt>
                <c:pt idx="4362">
                  <c:v>5.8351841114721603</c:v>
                </c:pt>
                <c:pt idx="4363">
                  <c:v>5.8408098447823997</c:v>
                </c:pt>
                <c:pt idx="4364">
                  <c:v>5.8104044552221197</c:v>
                </c:pt>
                <c:pt idx="4365">
                  <c:v>5.80696543472403</c:v>
                </c:pt>
                <c:pt idx="4366">
                  <c:v>5.80696543472403</c:v>
                </c:pt>
                <c:pt idx="4367">
                  <c:v>5.80696543472403</c:v>
                </c:pt>
                <c:pt idx="4368">
                  <c:v>5.8272070755470002</c:v>
                </c:pt>
                <c:pt idx="4369">
                  <c:v>5.8065046175203197</c:v>
                </c:pt>
                <c:pt idx="4370">
                  <c:v>5.7606427436237899</c:v>
                </c:pt>
                <c:pt idx="4371">
                  <c:v>5.7606427436237899</c:v>
                </c:pt>
                <c:pt idx="4372">
                  <c:v>5.7606427436237899</c:v>
                </c:pt>
                <c:pt idx="4373">
                  <c:v>5.7172181434575098</c:v>
                </c:pt>
                <c:pt idx="4374">
                  <c:v>5.7180532284530097</c:v>
                </c:pt>
                <c:pt idx="4375">
                  <c:v>5.7337008818822799</c:v>
                </c:pt>
                <c:pt idx="4376">
                  <c:v>5.7805389271799701</c:v>
                </c:pt>
                <c:pt idx="4377">
                  <c:v>5.7747190839393596</c:v>
                </c:pt>
                <c:pt idx="4378">
                  <c:v>5.7747190839393596</c:v>
                </c:pt>
                <c:pt idx="4379">
                  <c:v>5.8842657726652901</c:v>
                </c:pt>
                <c:pt idx="4380">
                  <c:v>5.83841722572922</c:v>
                </c:pt>
                <c:pt idx="4381">
                  <c:v>5.8365471199499996</c:v>
                </c:pt>
                <c:pt idx="4382">
                  <c:v>5.8249883787913896</c:v>
                </c:pt>
                <c:pt idx="4383">
                  <c:v>5.8272218842235697</c:v>
                </c:pt>
                <c:pt idx="4384">
                  <c:v>5.8612225510321396</c:v>
                </c:pt>
                <c:pt idx="4385">
                  <c:v>5.7895231642549199</c:v>
                </c:pt>
                <c:pt idx="4386">
                  <c:v>5.8244223460241198</c:v>
                </c:pt>
                <c:pt idx="4387">
                  <c:v>5.8523186165048697</c:v>
                </c:pt>
                <c:pt idx="4388">
                  <c:v>5.8883679349546698</c:v>
                </c:pt>
                <c:pt idx="4389">
                  <c:v>5.9117222116500399</c:v>
                </c:pt>
                <c:pt idx="4390">
                  <c:v>5.9539290285297097</c:v>
                </c:pt>
                <c:pt idx="4391">
                  <c:v>5.9322137909474399</c:v>
                </c:pt>
                <c:pt idx="4392">
                  <c:v>5.89962950972689</c:v>
                </c:pt>
                <c:pt idx="4393">
                  <c:v>5.9027686568575701</c:v>
                </c:pt>
                <c:pt idx="4394">
                  <c:v>5.9396306767464404</c:v>
                </c:pt>
                <c:pt idx="4395">
                  <c:v>5.8806438711473099</c:v>
                </c:pt>
                <c:pt idx="4396">
                  <c:v>5.9010682536522898</c:v>
                </c:pt>
                <c:pt idx="4397">
                  <c:v>5.9058822323793896</c:v>
                </c:pt>
                <c:pt idx="4398">
                  <c:v>5.9505033040438997</c:v>
                </c:pt>
                <c:pt idx="4399">
                  <c:v>5.95683307004896</c:v>
                </c:pt>
                <c:pt idx="4400">
                  <c:v>5.9173748899132503</c:v>
                </c:pt>
                <c:pt idx="4401">
                  <c:v>5.8916852173201404</c:v>
                </c:pt>
                <c:pt idx="4402">
                  <c:v>5.9064158761005299</c:v>
                </c:pt>
                <c:pt idx="4403">
                  <c:v>5.9037952552828097</c:v>
                </c:pt>
                <c:pt idx="4404">
                  <c:v>5.9730530578082304</c:v>
                </c:pt>
                <c:pt idx="4405">
                  <c:v>6.0108680197630902</c:v>
                </c:pt>
                <c:pt idx="4406">
                  <c:v>6.0056097903838701</c:v>
                </c:pt>
                <c:pt idx="4407">
                  <c:v>6.0424108741572704</c:v>
                </c:pt>
                <c:pt idx="4408">
                  <c:v>6.1716042081495104</c:v>
                </c:pt>
                <c:pt idx="4409">
                  <c:v>6.2420333089224602</c:v>
                </c:pt>
                <c:pt idx="4410">
                  <c:v>6.2848099992445103</c:v>
                </c:pt>
                <c:pt idx="4411">
                  <c:v>6.4037444016452696</c:v>
                </c:pt>
                <c:pt idx="4412">
                  <c:v>6.4367299741576396</c:v>
                </c:pt>
                <c:pt idx="4413">
                  <c:v>6.3422509372068898</c:v>
                </c:pt>
                <c:pt idx="4414">
                  <c:v>6.4382057910809198</c:v>
                </c:pt>
                <c:pt idx="4415">
                  <c:v>6.6196215777059004</c:v>
                </c:pt>
                <c:pt idx="4416">
                  <c:v>6.6749608257130699</c:v>
                </c:pt>
                <c:pt idx="4417">
                  <c:v>7.44090151481858</c:v>
                </c:pt>
                <c:pt idx="4418">
                  <c:v>6.9215738857372902</c:v>
                </c:pt>
                <c:pt idx="4419">
                  <c:v>6.8902935823089004</c:v>
                </c:pt>
                <c:pt idx="4420">
                  <c:v>6.78851143746631</c:v>
                </c:pt>
                <c:pt idx="4421">
                  <c:v>6.6704003451116201</c:v>
                </c:pt>
                <c:pt idx="4422">
                  <c:v>6.7911875335430603</c:v>
                </c:pt>
                <c:pt idx="4423">
                  <c:v>6.7951398353083503</c:v>
                </c:pt>
                <c:pt idx="4424">
                  <c:v>6.8044688055341904</c:v>
                </c:pt>
                <c:pt idx="4425">
                  <c:v>6.9369084733278301</c:v>
                </c:pt>
                <c:pt idx="4426">
                  <c:v>7.0190006060921402</c:v>
                </c:pt>
                <c:pt idx="4427">
                  <c:v>7.0891103134683897</c:v>
                </c:pt>
                <c:pt idx="4428">
                  <c:v>7.0891103134683897</c:v>
                </c:pt>
                <c:pt idx="4429">
                  <c:v>7.2036822538938896</c:v>
                </c:pt>
                <c:pt idx="4430">
                  <c:v>7.4076357510569997</c:v>
                </c:pt>
                <c:pt idx="4431">
                  <c:v>7.3843624315313399</c:v>
                </c:pt>
                <c:pt idx="4432">
                  <c:v>7.3769733096785899</c:v>
                </c:pt>
                <c:pt idx="4433">
                  <c:v>7.4124288761807398</c:v>
                </c:pt>
                <c:pt idx="4434">
                  <c:v>7.6046078556121497</c:v>
                </c:pt>
                <c:pt idx="4435">
                  <c:v>7.4547846241510101</c:v>
                </c:pt>
                <c:pt idx="4436">
                  <c:v>7.4547846241510101</c:v>
                </c:pt>
                <c:pt idx="4437">
                  <c:v>7.4547846241510101</c:v>
                </c:pt>
                <c:pt idx="4438">
                  <c:v>7.3788022782023299</c:v>
                </c:pt>
                <c:pt idx="4439">
                  <c:v>7.2470700855069596</c:v>
                </c:pt>
                <c:pt idx="4440">
                  <c:v>7.0869861445550102</c:v>
                </c:pt>
                <c:pt idx="4441">
                  <c:v>7.0190899103657003</c:v>
                </c:pt>
                <c:pt idx="4442">
                  <c:v>7.0096500297537201</c:v>
                </c:pt>
                <c:pt idx="4443">
                  <c:v>7.1559900081700301</c:v>
                </c:pt>
                <c:pt idx="4444">
                  <c:v>7.1465447632458403</c:v>
                </c:pt>
                <c:pt idx="4445">
                  <c:v>7.1710622363701599</c:v>
                </c:pt>
                <c:pt idx="4446">
                  <c:v>7.0232081503672097</c:v>
                </c:pt>
                <c:pt idx="4447">
                  <c:v>7.0497481885756104</c:v>
                </c:pt>
                <c:pt idx="4448">
                  <c:v>7.0351981570258797</c:v>
                </c:pt>
                <c:pt idx="4449">
                  <c:v>7.0641760132265503</c:v>
                </c:pt>
                <c:pt idx="4450">
                  <c:v>7.1088778132045096</c:v>
                </c:pt>
                <c:pt idx="4451">
                  <c:v>7.1180384738262701</c:v>
                </c:pt>
                <c:pt idx="4452">
                  <c:v>7.1659947054507898</c:v>
                </c:pt>
                <c:pt idx="4453">
                  <c:v>7.2644778336689297</c:v>
                </c:pt>
                <c:pt idx="4454">
                  <c:v>7.4044017669188698</c:v>
                </c:pt>
                <c:pt idx="4455">
                  <c:v>7.4371532933447204</c:v>
                </c:pt>
                <c:pt idx="4456">
                  <c:v>7.5268510794498802</c:v>
                </c:pt>
                <c:pt idx="4457">
                  <c:v>7.4631836977494803</c:v>
                </c:pt>
                <c:pt idx="4458">
                  <c:v>7.7446961022421696</c:v>
                </c:pt>
                <c:pt idx="4459">
                  <c:v>7.87434043195318</c:v>
                </c:pt>
                <c:pt idx="4460">
                  <c:v>8.1184752337391703</c:v>
                </c:pt>
                <c:pt idx="4461">
                  <c:v>7.6136749534208699</c:v>
                </c:pt>
                <c:pt idx="4462">
                  <c:v>7.6857413602028304</c:v>
                </c:pt>
                <c:pt idx="4463">
                  <c:v>7.8718582427646098</c:v>
                </c:pt>
                <c:pt idx="4464">
                  <c:v>7.9839312952066397</c:v>
                </c:pt>
                <c:pt idx="4465">
                  <c:v>7.9999314942712498</c:v>
                </c:pt>
                <c:pt idx="4466">
                  <c:v>7.8259772655412396</c:v>
                </c:pt>
                <c:pt idx="4467">
                  <c:v>7.7558859185259204</c:v>
                </c:pt>
                <c:pt idx="4468">
                  <c:v>7.7558859185259204</c:v>
                </c:pt>
                <c:pt idx="4469">
                  <c:v>7.7266358918020304</c:v>
                </c:pt>
                <c:pt idx="4470">
                  <c:v>7.7906203788052402</c:v>
                </c:pt>
                <c:pt idx="4471">
                  <c:v>7.8460852291281196</c:v>
                </c:pt>
                <c:pt idx="4472">
                  <c:v>7.9002265778027896</c:v>
                </c:pt>
                <c:pt idx="4473">
                  <c:v>7.95568301737553</c:v>
                </c:pt>
                <c:pt idx="4474">
                  <c:v>7.8979076203511003</c:v>
                </c:pt>
                <c:pt idx="4475">
                  <c:v>7.8789753284016699</c:v>
                </c:pt>
                <c:pt idx="4476">
                  <c:v>7.8066950657574603</c:v>
                </c:pt>
                <c:pt idx="4477">
                  <c:v>7.7696117691539301</c:v>
                </c:pt>
                <c:pt idx="4478">
                  <c:v>7.7524794495963603</c:v>
                </c:pt>
                <c:pt idx="4479">
                  <c:v>7.7149608240696796</c:v>
                </c:pt>
                <c:pt idx="4480">
                  <c:v>7.5909968285654097</c:v>
                </c:pt>
                <c:pt idx="4481">
                  <c:v>7.6104841067271902</c:v>
                </c:pt>
                <c:pt idx="4482">
                  <c:v>7.4466966991222199</c:v>
                </c:pt>
                <c:pt idx="4483">
                  <c:v>7.4466966991222199</c:v>
                </c:pt>
                <c:pt idx="4484">
                  <c:v>7.3658928680472799</c:v>
                </c:pt>
                <c:pt idx="4485">
                  <c:v>7.2576574806452996</c:v>
                </c:pt>
                <c:pt idx="4486">
                  <c:v>7.3536337861967098</c:v>
                </c:pt>
                <c:pt idx="4487">
                  <c:v>7.49441479195713</c:v>
                </c:pt>
                <c:pt idx="4488">
                  <c:v>7.49441479195713</c:v>
                </c:pt>
                <c:pt idx="4489">
                  <c:v>7.5828277800707404</c:v>
                </c:pt>
                <c:pt idx="4490">
                  <c:v>7.5201741388345598</c:v>
                </c:pt>
                <c:pt idx="4491">
                  <c:v>7.4672382531757302</c:v>
                </c:pt>
                <c:pt idx="4492">
                  <c:v>7.48301404198273</c:v>
                </c:pt>
                <c:pt idx="4493">
                  <c:v>7.5770611881371899</c:v>
                </c:pt>
                <c:pt idx="4494">
                  <c:v>7.55303629132671</c:v>
                </c:pt>
                <c:pt idx="4495">
                  <c:v>7.5126903443110304</c:v>
                </c:pt>
                <c:pt idx="4496">
                  <c:v>7.5980908340072002</c:v>
                </c:pt>
                <c:pt idx="4497">
                  <c:v>7.6586271771598202</c:v>
                </c:pt>
                <c:pt idx="4498">
                  <c:v>7.6661812378950804</c:v>
                </c:pt>
                <c:pt idx="4499">
                  <c:v>7.5339619178037296</c:v>
                </c:pt>
                <c:pt idx="4500">
                  <c:v>7.58361401850423</c:v>
                </c:pt>
                <c:pt idx="4501">
                  <c:v>7.5890265556075702</c:v>
                </c:pt>
                <c:pt idx="4502">
                  <c:v>7.5789738133084104</c:v>
                </c:pt>
                <c:pt idx="4503">
                  <c:v>7.5789738133084104</c:v>
                </c:pt>
                <c:pt idx="4504">
                  <c:v>7.52438475577212</c:v>
                </c:pt>
                <c:pt idx="4505">
                  <c:v>7.5639003664501399</c:v>
                </c:pt>
                <c:pt idx="4506">
                  <c:v>7.5512700859312201</c:v>
                </c:pt>
                <c:pt idx="4507">
                  <c:v>7.4301276313395404</c:v>
                </c:pt>
                <c:pt idx="4508">
                  <c:v>7.4529344048002697</c:v>
                </c:pt>
                <c:pt idx="4509">
                  <c:v>7.4895618278772096</c:v>
                </c:pt>
                <c:pt idx="4510">
                  <c:v>7.51684228840071</c:v>
                </c:pt>
                <c:pt idx="4511">
                  <c:v>7.4783953887340404</c:v>
                </c:pt>
                <c:pt idx="4512">
                  <c:v>7.5020618994574102</c:v>
                </c:pt>
                <c:pt idx="4513">
                  <c:v>7.4949501715441098</c:v>
                </c:pt>
                <c:pt idx="4514">
                  <c:v>7.4949501715441098</c:v>
                </c:pt>
                <c:pt idx="4515">
                  <c:v>7.4958928938556602</c:v>
                </c:pt>
                <c:pt idx="4516">
                  <c:v>7.4906970036337199</c:v>
                </c:pt>
                <c:pt idx="4517">
                  <c:v>7.4938262730290504</c:v>
                </c:pt>
                <c:pt idx="4518">
                  <c:v>7.5861464854109997</c:v>
                </c:pt>
                <c:pt idx="4519">
                  <c:v>7.6431557599928404</c:v>
                </c:pt>
                <c:pt idx="4520">
                  <c:v>7.6744225109537698</c:v>
                </c:pt>
                <c:pt idx="4521">
                  <c:v>7.6279503430386697</c:v>
                </c:pt>
                <c:pt idx="4522">
                  <c:v>7.6008927857906396</c:v>
                </c:pt>
                <c:pt idx="4523">
                  <c:v>7.5867965437420297</c:v>
                </c:pt>
                <c:pt idx="4524">
                  <c:v>7.5882040198782601</c:v>
                </c:pt>
                <c:pt idx="4525">
                  <c:v>7.5822977157028797</c:v>
                </c:pt>
                <c:pt idx="4526">
                  <c:v>7.6161677963376002</c:v>
                </c:pt>
                <c:pt idx="4527">
                  <c:v>7.6804175793449998</c:v>
                </c:pt>
                <c:pt idx="4528">
                  <c:v>7.7867250061311699</c:v>
                </c:pt>
                <c:pt idx="4529">
                  <c:v>7.8028292333254701</c:v>
                </c:pt>
                <c:pt idx="4530">
                  <c:v>7.7784895776594798</c:v>
                </c:pt>
                <c:pt idx="4531">
                  <c:v>7.7611823336165102</c:v>
                </c:pt>
                <c:pt idx="4532">
                  <c:v>7.6968577075073901</c:v>
                </c:pt>
                <c:pt idx="4533">
                  <c:v>7.6968577075073901</c:v>
                </c:pt>
                <c:pt idx="4534">
                  <c:v>7.6693518171204298</c:v>
                </c:pt>
                <c:pt idx="4535">
                  <c:v>7.71990986587753</c:v>
                </c:pt>
                <c:pt idx="4536">
                  <c:v>7.7466711651143099</c:v>
                </c:pt>
                <c:pt idx="4537">
                  <c:v>7.7561597909718296</c:v>
                </c:pt>
                <c:pt idx="4538">
                  <c:v>7.7451928962916901</c:v>
                </c:pt>
                <c:pt idx="4539">
                  <c:v>7.7228238422912403</c:v>
                </c:pt>
                <c:pt idx="4540">
                  <c:v>7.7218462685414204</c:v>
                </c:pt>
                <c:pt idx="4541">
                  <c:v>7.7265322581552098</c:v>
                </c:pt>
                <c:pt idx="4542">
                  <c:v>7.6743749104548504</c:v>
                </c:pt>
                <c:pt idx="4543">
                  <c:v>7.6475749812474003</c:v>
                </c:pt>
                <c:pt idx="4544">
                  <c:v>7.6018542955288604</c:v>
                </c:pt>
                <c:pt idx="4545">
                  <c:v>7.5699469787471596</c:v>
                </c:pt>
                <c:pt idx="4546">
                  <c:v>7.6152695047511001</c:v>
                </c:pt>
                <c:pt idx="4547">
                  <c:v>7.61788475586222</c:v>
                </c:pt>
                <c:pt idx="4548">
                  <c:v>7.6411775716881802</c:v>
                </c:pt>
                <c:pt idx="4549">
                  <c:v>7.7072576108556401</c:v>
                </c:pt>
                <c:pt idx="4550">
                  <c:v>7.6750688247828496</c:v>
                </c:pt>
                <c:pt idx="4551">
                  <c:v>7.7332141749049601</c:v>
                </c:pt>
                <c:pt idx="4552">
                  <c:v>7.7436051963417301</c:v>
                </c:pt>
                <c:pt idx="4553">
                  <c:v>7.7720983148253904</c:v>
                </c:pt>
                <c:pt idx="4554">
                  <c:v>7.8161149503368801</c:v>
                </c:pt>
                <c:pt idx="4555">
                  <c:v>7.8011721643907199</c:v>
                </c:pt>
                <c:pt idx="4556">
                  <c:v>7.94307760469892</c:v>
                </c:pt>
                <c:pt idx="4557">
                  <c:v>7.9790312850232299</c:v>
                </c:pt>
                <c:pt idx="4558">
                  <c:v>8.0932784861834701</c:v>
                </c:pt>
                <c:pt idx="4559">
                  <c:v>8.0756599697845903</c:v>
                </c:pt>
                <c:pt idx="4560">
                  <c:v>8.0656957712610495</c:v>
                </c:pt>
                <c:pt idx="4561">
                  <c:v>8.1434785913711494</c:v>
                </c:pt>
                <c:pt idx="4562">
                  <c:v>8.1843509802126402</c:v>
                </c:pt>
                <c:pt idx="4563">
                  <c:v>8.1686680782927308</c:v>
                </c:pt>
                <c:pt idx="4564">
                  <c:v>8.1489452469320192</c:v>
                </c:pt>
                <c:pt idx="4565">
                  <c:v>8.0650746301703506</c:v>
                </c:pt>
                <c:pt idx="4566">
                  <c:v>8.0532484299378595</c:v>
                </c:pt>
                <c:pt idx="4567">
                  <c:v>8.0241332090626205</c:v>
                </c:pt>
                <c:pt idx="4568">
                  <c:v>8.0953040775563903</c:v>
                </c:pt>
                <c:pt idx="4569">
                  <c:v>8.1401951312706995</c:v>
                </c:pt>
                <c:pt idx="4570">
                  <c:v>8.0775817176245699</c:v>
                </c:pt>
                <c:pt idx="4571">
                  <c:v>8.0283426100433797</c:v>
                </c:pt>
                <c:pt idx="4572">
                  <c:v>8.0744829997835197</c:v>
                </c:pt>
                <c:pt idx="4573">
                  <c:v>8.0908514196883399</c:v>
                </c:pt>
                <c:pt idx="4574">
                  <c:v>8.0538654538428691</c:v>
                </c:pt>
                <c:pt idx="4575">
                  <c:v>8.0511017291015303</c:v>
                </c:pt>
                <c:pt idx="4576">
                  <c:v>8.0570164272633598</c:v>
                </c:pt>
                <c:pt idx="4577">
                  <c:v>8.0936970182379397</c:v>
                </c:pt>
                <c:pt idx="4578">
                  <c:v>8.0936970182379397</c:v>
                </c:pt>
                <c:pt idx="4579">
                  <c:v>8.1372391019708399</c:v>
                </c:pt>
                <c:pt idx="4580">
                  <c:v>8.1378048966980607</c:v>
                </c:pt>
                <c:pt idx="4581">
                  <c:v>8.1581231284259506</c:v>
                </c:pt>
                <c:pt idx="4582">
                  <c:v>8.2863580500378706</c:v>
                </c:pt>
                <c:pt idx="4583">
                  <c:v>8.2792526497950991</c:v>
                </c:pt>
                <c:pt idx="4584">
                  <c:v>8.3332466072894409</c:v>
                </c:pt>
                <c:pt idx="4585">
                  <c:v>8.4006116713574102</c:v>
                </c:pt>
                <c:pt idx="4586">
                  <c:v>8.4450591599347309</c:v>
                </c:pt>
                <c:pt idx="4587">
                  <c:v>8.4044294466708092</c:v>
                </c:pt>
                <c:pt idx="4588">
                  <c:v>8.4044294466708092</c:v>
                </c:pt>
                <c:pt idx="4589">
                  <c:v>8.2433934128173103</c:v>
                </c:pt>
                <c:pt idx="4590">
                  <c:v>8.2776506111247308</c:v>
                </c:pt>
                <c:pt idx="4591">
                  <c:v>8.3472208336402201</c:v>
                </c:pt>
                <c:pt idx="4592">
                  <c:v>8.3373351946003496</c:v>
                </c:pt>
                <c:pt idx="4593">
                  <c:v>8.2790588780976897</c:v>
                </c:pt>
                <c:pt idx="4594">
                  <c:v>8.3084087438272007</c:v>
                </c:pt>
                <c:pt idx="4595">
                  <c:v>8.2719450130460395</c:v>
                </c:pt>
                <c:pt idx="4596">
                  <c:v>8.2807378620618799</c:v>
                </c:pt>
                <c:pt idx="4597">
                  <c:v>8.4266289963366194</c:v>
                </c:pt>
                <c:pt idx="4598">
                  <c:v>8.4266289963366194</c:v>
                </c:pt>
                <c:pt idx="4599">
                  <c:v>8.5940501279283801</c:v>
                </c:pt>
                <c:pt idx="4600">
                  <c:v>8.5679490940129899</c:v>
                </c:pt>
                <c:pt idx="4601">
                  <c:v>8.4456375675881308</c:v>
                </c:pt>
                <c:pt idx="4602">
                  <c:v>8.4398425040203193</c:v>
                </c:pt>
                <c:pt idx="4603">
                  <c:v>8.6082110807588297</c:v>
                </c:pt>
                <c:pt idx="4604">
                  <c:v>8.7647371678537205</c:v>
                </c:pt>
                <c:pt idx="4605">
                  <c:v>8.9104762953516108</c:v>
                </c:pt>
                <c:pt idx="4606">
                  <c:v>8.8946627811906094</c:v>
                </c:pt>
                <c:pt idx="4607">
                  <c:v>8.8776061406210491</c:v>
                </c:pt>
                <c:pt idx="4608">
                  <c:v>8.8916844633825107</c:v>
                </c:pt>
                <c:pt idx="4609">
                  <c:v>8.8025551288575201</c:v>
                </c:pt>
                <c:pt idx="4610">
                  <c:v>8.6944285485727999</c:v>
                </c:pt>
                <c:pt idx="4611">
                  <c:v>8.5559245804981501</c:v>
                </c:pt>
                <c:pt idx="4612">
                  <c:v>8.5475870262634803</c:v>
                </c:pt>
                <c:pt idx="4613">
                  <c:v>8.5263301885768108</c:v>
                </c:pt>
                <c:pt idx="4614">
                  <c:v>8.4790903862565408</c:v>
                </c:pt>
                <c:pt idx="4615">
                  <c:v>8.4790903862565408</c:v>
                </c:pt>
                <c:pt idx="4616">
                  <c:v>8.3579724123849903</c:v>
                </c:pt>
                <c:pt idx="4617">
                  <c:v>8.3154552729593902</c:v>
                </c:pt>
                <c:pt idx="4618">
                  <c:v>8.4475058039830806</c:v>
                </c:pt>
                <c:pt idx="4619">
                  <c:v>8.5336388567646502</c:v>
                </c:pt>
                <c:pt idx="4620">
                  <c:v>8.5654958287952105</c:v>
                </c:pt>
                <c:pt idx="4621">
                  <c:v>8.4952653055231906</c:v>
                </c:pt>
                <c:pt idx="4622">
                  <c:v>8.3444199590873591</c:v>
                </c:pt>
                <c:pt idx="4623">
                  <c:v>8.3261499107996908</c:v>
                </c:pt>
                <c:pt idx="4624">
                  <c:v>8.3901937409497105</c:v>
                </c:pt>
                <c:pt idx="4625">
                  <c:v>8.4114144081328508</c:v>
                </c:pt>
                <c:pt idx="4626">
                  <c:v>8.4709475119013398</c:v>
                </c:pt>
                <c:pt idx="4627">
                  <c:v>8.4709475119013398</c:v>
                </c:pt>
                <c:pt idx="4628">
                  <c:v>8.3883528856533101</c:v>
                </c:pt>
                <c:pt idx="4629">
                  <c:v>8.4462802542878297</c:v>
                </c:pt>
                <c:pt idx="4630">
                  <c:v>8.5202635655311294</c:v>
                </c:pt>
                <c:pt idx="4631">
                  <c:v>8.4612896193349307</c:v>
                </c:pt>
                <c:pt idx="4632">
                  <c:v>8.4612896193349307</c:v>
                </c:pt>
                <c:pt idx="4633">
                  <c:v>8.6300696940387294</c:v>
                </c:pt>
                <c:pt idx="4634">
                  <c:v>8.7221817212843593</c:v>
                </c:pt>
                <c:pt idx="4635">
                  <c:v>8.7533058576965992</c:v>
                </c:pt>
                <c:pt idx="4636">
                  <c:v>8.9498109867508209</c:v>
                </c:pt>
                <c:pt idx="4637">
                  <c:v>9.0988565135678794</c:v>
                </c:pt>
                <c:pt idx="4638">
                  <c:v>9.0988565135678794</c:v>
                </c:pt>
                <c:pt idx="4639">
                  <c:v>9.2525231455144592</c:v>
                </c:pt>
                <c:pt idx="4640">
                  <c:v>9.20683463702475</c:v>
                </c:pt>
                <c:pt idx="4641">
                  <c:v>9.2746189049704206</c:v>
                </c:pt>
                <c:pt idx="4642">
                  <c:v>9.2720723137345296</c:v>
                </c:pt>
                <c:pt idx="4643">
                  <c:v>9.4000696644916104</c:v>
                </c:pt>
                <c:pt idx="4644">
                  <c:v>9.5773430530805808</c:v>
                </c:pt>
                <c:pt idx="4645">
                  <c:v>9.58030427149553</c:v>
                </c:pt>
                <c:pt idx="4646">
                  <c:v>9.4595352323286406</c:v>
                </c:pt>
                <c:pt idx="4647">
                  <c:v>9.32465729330249</c:v>
                </c:pt>
                <c:pt idx="4648">
                  <c:v>9.4371860969501906</c:v>
                </c:pt>
                <c:pt idx="4649">
                  <c:v>9.4479697791718404</c:v>
                </c:pt>
                <c:pt idx="4650">
                  <c:v>9.3744779769422895</c:v>
                </c:pt>
                <c:pt idx="4651">
                  <c:v>9.4485908421104607</c:v>
                </c:pt>
                <c:pt idx="4652">
                  <c:v>9.4659862525132201</c:v>
                </c:pt>
                <c:pt idx="4653">
                  <c:v>9.4272194290879892</c:v>
                </c:pt>
                <c:pt idx="4654">
                  <c:v>9.2572965274956704</c:v>
                </c:pt>
                <c:pt idx="4655">
                  <c:v>9.1703556798102905</c:v>
                </c:pt>
                <c:pt idx="4656">
                  <c:v>9.2510921951898695</c:v>
                </c:pt>
                <c:pt idx="4657">
                  <c:v>9.1577559718831907</c:v>
                </c:pt>
                <c:pt idx="4658">
                  <c:v>9.1201593292959693</c:v>
                </c:pt>
                <c:pt idx="4659">
                  <c:v>9.2580051063370199</c:v>
                </c:pt>
                <c:pt idx="4660">
                  <c:v>9.3146188869309903</c:v>
                </c:pt>
                <c:pt idx="4661">
                  <c:v>9.3697849943180405</c:v>
                </c:pt>
                <c:pt idx="4662">
                  <c:v>9.3433839490518302</c:v>
                </c:pt>
                <c:pt idx="4663">
                  <c:v>9.4893127357530798</c:v>
                </c:pt>
                <c:pt idx="4664">
                  <c:v>9.4322799575507208</c:v>
                </c:pt>
                <c:pt idx="4665">
                  <c:v>9.3519831372286202</c:v>
                </c:pt>
                <c:pt idx="4666">
                  <c:v>9.30762304674289</c:v>
                </c:pt>
                <c:pt idx="4667">
                  <c:v>9.2649687168393697</c:v>
                </c:pt>
                <c:pt idx="4668">
                  <c:v>9.3149009413651296</c:v>
                </c:pt>
                <c:pt idx="4669">
                  <c:v>9.3797432844619095</c:v>
                </c:pt>
                <c:pt idx="4670">
                  <c:v>9.4534259861627508</c:v>
                </c:pt>
                <c:pt idx="4671">
                  <c:v>9.7212655137820203</c:v>
                </c:pt>
                <c:pt idx="4672">
                  <c:v>9.6530189532135608</c:v>
                </c:pt>
                <c:pt idx="4673">
                  <c:v>9.7359204269369801</c:v>
                </c:pt>
                <c:pt idx="4674">
                  <c:v>9.6447388084043499</c:v>
                </c:pt>
                <c:pt idx="4675">
                  <c:v>9.6034125932800798</c:v>
                </c:pt>
                <c:pt idx="4676">
                  <c:v>9.5206560810464396</c:v>
                </c:pt>
                <c:pt idx="4677">
                  <c:v>9.5589227784521</c:v>
                </c:pt>
                <c:pt idx="4678">
                  <c:v>9.8199728482163309</c:v>
                </c:pt>
                <c:pt idx="4679">
                  <c:v>9.9011188546863096</c:v>
                </c:pt>
                <c:pt idx="4680">
                  <c:v>9.8886356295339102</c:v>
                </c:pt>
                <c:pt idx="4681">
                  <c:v>9.8979488524489998</c:v>
                </c:pt>
                <c:pt idx="4682">
                  <c:v>9.9359093703762102</c:v>
                </c:pt>
                <c:pt idx="4683">
                  <c:v>9.9677252457608105</c:v>
                </c:pt>
                <c:pt idx="4684">
                  <c:v>9.9392044699510897</c:v>
                </c:pt>
                <c:pt idx="4685">
                  <c:v>9.9322564465224996</c:v>
                </c:pt>
                <c:pt idx="4686">
                  <c:v>9.9050422124990192</c:v>
                </c:pt>
                <c:pt idx="4687">
                  <c:v>9.9398483240607796</c:v>
                </c:pt>
                <c:pt idx="4688">
                  <c:v>9.9398483240607796</c:v>
                </c:pt>
                <c:pt idx="4689">
                  <c:v>10.036343628578599</c:v>
                </c:pt>
                <c:pt idx="4690">
                  <c:v>10.081476273188199</c:v>
                </c:pt>
                <c:pt idx="4691">
                  <c:v>10.2802006825201</c:v>
                </c:pt>
                <c:pt idx="4692">
                  <c:v>10.4107283339684</c:v>
                </c:pt>
                <c:pt idx="4693">
                  <c:v>10.392636426187</c:v>
                </c:pt>
                <c:pt idx="4694">
                  <c:v>10.0959402466841</c:v>
                </c:pt>
                <c:pt idx="4695">
                  <c:v>9.95046004797533</c:v>
                </c:pt>
                <c:pt idx="4696">
                  <c:v>9.9743333749991994</c:v>
                </c:pt>
                <c:pt idx="4697">
                  <c:v>9.8174551018972291</c:v>
                </c:pt>
                <c:pt idx="4698">
                  <c:v>9.6939975152796301</c:v>
                </c:pt>
                <c:pt idx="4699">
                  <c:v>9.5777124780335505</c:v>
                </c:pt>
                <c:pt idx="4700">
                  <c:v>9.6192745392304602</c:v>
                </c:pt>
                <c:pt idx="4701">
                  <c:v>9.5563142799332201</c:v>
                </c:pt>
                <c:pt idx="4702">
                  <c:v>9.8259647742607203</c:v>
                </c:pt>
                <c:pt idx="4703">
                  <c:v>10.0332635393438</c:v>
                </c:pt>
                <c:pt idx="4704">
                  <c:v>9.7721944480116694</c:v>
                </c:pt>
                <c:pt idx="4705">
                  <c:v>9.7958462539461593</c:v>
                </c:pt>
                <c:pt idx="4706">
                  <c:v>9.7958462539461593</c:v>
                </c:pt>
                <c:pt idx="4707">
                  <c:v>9.7958462539461593</c:v>
                </c:pt>
                <c:pt idx="4708">
                  <c:v>9.9818942777658997</c:v>
                </c:pt>
                <c:pt idx="4709">
                  <c:v>9.9934195597934998</c:v>
                </c:pt>
                <c:pt idx="4710">
                  <c:v>10.023716394604101</c:v>
                </c:pt>
                <c:pt idx="4711">
                  <c:v>10.0438704061728</c:v>
                </c:pt>
                <c:pt idx="4712">
                  <c:v>10.0721404555514</c:v>
                </c:pt>
                <c:pt idx="4713">
                  <c:v>10.2212529618127</c:v>
                </c:pt>
                <c:pt idx="4714">
                  <c:v>10.276103606025799</c:v>
                </c:pt>
                <c:pt idx="4715">
                  <c:v>10.3592191427299</c:v>
                </c:pt>
                <c:pt idx="4716">
                  <c:v>10.4158983021981</c:v>
                </c:pt>
                <c:pt idx="4717">
                  <c:v>10.5363261440756</c:v>
                </c:pt>
                <c:pt idx="4718">
                  <c:v>10.7746525133742</c:v>
                </c:pt>
                <c:pt idx="4719">
                  <c:v>10.6391311447903</c:v>
                </c:pt>
                <c:pt idx="4720">
                  <c:v>10.635593178889399</c:v>
                </c:pt>
                <c:pt idx="4721">
                  <c:v>10.8055202139266</c:v>
                </c:pt>
                <c:pt idx="4722">
                  <c:v>11.058845827591201</c:v>
                </c:pt>
                <c:pt idx="4723">
                  <c:v>11.223402339336101</c:v>
                </c:pt>
                <c:pt idx="4724">
                  <c:v>11.2046385807991</c:v>
                </c:pt>
                <c:pt idx="4725">
                  <c:v>11.337628473501301</c:v>
                </c:pt>
                <c:pt idx="4726">
                  <c:v>11.442251461993401</c:v>
                </c:pt>
                <c:pt idx="4727">
                  <c:v>11.542610852168901</c:v>
                </c:pt>
                <c:pt idx="4728">
                  <c:v>11.7999254259702</c:v>
                </c:pt>
                <c:pt idx="4729">
                  <c:v>12.021564697863599</c:v>
                </c:pt>
                <c:pt idx="4730">
                  <c:v>12.090659704945701</c:v>
                </c:pt>
                <c:pt idx="4731">
                  <c:v>11.749134287231501</c:v>
                </c:pt>
                <c:pt idx="4732">
                  <c:v>11.7699667549123</c:v>
                </c:pt>
                <c:pt idx="4733">
                  <c:v>11.5679341365877</c:v>
                </c:pt>
                <c:pt idx="4734">
                  <c:v>11.703354031417099</c:v>
                </c:pt>
                <c:pt idx="4735">
                  <c:v>11.411902229288</c:v>
                </c:pt>
                <c:pt idx="4736">
                  <c:v>11.2140093637516</c:v>
                </c:pt>
                <c:pt idx="4737">
                  <c:v>11.1731833225437</c:v>
                </c:pt>
                <c:pt idx="4738">
                  <c:v>11.1731833225437</c:v>
                </c:pt>
                <c:pt idx="4739">
                  <c:v>10.780426554990401</c:v>
                </c:pt>
                <c:pt idx="4740">
                  <c:v>10.9423304547438</c:v>
                </c:pt>
                <c:pt idx="4741">
                  <c:v>10.859225932130199</c:v>
                </c:pt>
                <c:pt idx="4742">
                  <c:v>10.6906283214603</c:v>
                </c:pt>
                <c:pt idx="4743">
                  <c:v>10.9252394284805</c:v>
                </c:pt>
                <c:pt idx="4744">
                  <c:v>11.380802485037</c:v>
                </c:pt>
                <c:pt idx="4745">
                  <c:v>11.633219437925201</c:v>
                </c:pt>
                <c:pt idx="4746">
                  <c:v>11.6183559307372</c:v>
                </c:pt>
                <c:pt idx="4747">
                  <c:v>11.5646592455373</c:v>
                </c:pt>
                <c:pt idx="4748">
                  <c:v>11.751353575010199</c:v>
                </c:pt>
                <c:pt idx="4749">
                  <c:v>11.8808576051636</c:v>
                </c:pt>
                <c:pt idx="4750">
                  <c:v>11.6364536849525</c:v>
                </c:pt>
                <c:pt idx="4751">
                  <c:v>11.697000068778101</c:v>
                </c:pt>
                <c:pt idx="4752">
                  <c:v>11.5859541185041</c:v>
                </c:pt>
                <c:pt idx="4753">
                  <c:v>11.5859541185041</c:v>
                </c:pt>
                <c:pt idx="4754">
                  <c:v>12.200467539523901</c:v>
                </c:pt>
                <c:pt idx="4755">
                  <c:v>12.1572704112679</c:v>
                </c:pt>
                <c:pt idx="4756">
                  <c:v>11.926092680717399</c:v>
                </c:pt>
                <c:pt idx="4757">
                  <c:v>11.925828469769201</c:v>
                </c:pt>
                <c:pt idx="4758">
                  <c:v>11.925828469769201</c:v>
                </c:pt>
                <c:pt idx="4759">
                  <c:v>11.745984127377699</c:v>
                </c:pt>
                <c:pt idx="4760">
                  <c:v>11.6338162843082</c:v>
                </c:pt>
                <c:pt idx="4761">
                  <c:v>11.6059943321882</c:v>
                </c:pt>
                <c:pt idx="4762">
                  <c:v>11.637244959619499</c:v>
                </c:pt>
                <c:pt idx="4763">
                  <c:v>11.4017593518575</c:v>
                </c:pt>
                <c:pt idx="4764">
                  <c:v>11.585052349881201</c:v>
                </c:pt>
                <c:pt idx="4765">
                  <c:v>11.6361792643972</c:v>
                </c:pt>
                <c:pt idx="4766">
                  <c:v>11.814495869667599</c:v>
                </c:pt>
                <c:pt idx="4767">
                  <c:v>12.2669054951837</c:v>
                </c:pt>
                <c:pt idx="4768">
                  <c:v>12.698623945999501</c:v>
                </c:pt>
                <c:pt idx="4769">
                  <c:v>12.725865342253099</c:v>
                </c:pt>
                <c:pt idx="4770">
                  <c:v>13.3195827591992</c:v>
                </c:pt>
                <c:pt idx="4771">
                  <c:v>13.473421476246701</c:v>
                </c:pt>
                <c:pt idx="4772">
                  <c:v>13.2488318525173</c:v>
                </c:pt>
                <c:pt idx="4773">
                  <c:v>13.139179903975799</c:v>
                </c:pt>
                <c:pt idx="4774">
                  <c:v>13.139179903975799</c:v>
                </c:pt>
                <c:pt idx="4775">
                  <c:v>13.3215136403029</c:v>
                </c:pt>
                <c:pt idx="4776">
                  <c:v>13.121531517143399</c:v>
                </c:pt>
                <c:pt idx="4777">
                  <c:v>13.0405378929843</c:v>
                </c:pt>
                <c:pt idx="4778">
                  <c:v>13.150612025098299</c:v>
                </c:pt>
                <c:pt idx="4779">
                  <c:v>13.0076305358913</c:v>
                </c:pt>
                <c:pt idx="4780">
                  <c:v>12.817679278751401</c:v>
                </c:pt>
                <c:pt idx="4781">
                  <c:v>12.6156052406378</c:v>
                </c:pt>
                <c:pt idx="4782">
                  <c:v>12.0934525796808</c:v>
                </c:pt>
                <c:pt idx="4783">
                  <c:v>11.966523194988699</c:v>
                </c:pt>
                <c:pt idx="4784">
                  <c:v>11.9266563830443</c:v>
                </c:pt>
                <c:pt idx="4785">
                  <c:v>11.7462824220001</c:v>
                </c:pt>
                <c:pt idx="4786">
                  <c:v>12.1841577484485</c:v>
                </c:pt>
                <c:pt idx="4787">
                  <c:v>12.321958249495401</c:v>
                </c:pt>
                <c:pt idx="4788">
                  <c:v>12.4233828495559</c:v>
                </c:pt>
                <c:pt idx="4789">
                  <c:v>11.9290684414295</c:v>
                </c:pt>
                <c:pt idx="4790">
                  <c:v>11.6971202470008</c:v>
                </c:pt>
                <c:pt idx="4791">
                  <c:v>11.9264550567695</c:v>
                </c:pt>
                <c:pt idx="4792">
                  <c:v>11.9264550567695</c:v>
                </c:pt>
                <c:pt idx="4793">
                  <c:v>11.949084819452001</c:v>
                </c:pt>
                <c:pt idx="4794">
                  <c:v>11.8880111753019</c:v>
                </c:pt>
                <c:pt idx="4795">
                  <c:v>11.9834147443877</c:v>
                </c:pt>
                <c:pt idx="4796">
                  <c:v>12.115576670575599</c:v>
                </c:pt>
                <c:pt idx="4797">
                  <c:v>12.3570677238174</c:v>
                </c:pt>
                <c:pt idx="4798">
                  <c:v>12.2715324351022</c:v>
                </c:pt>
                <c:pt idx="4799">
                  <c:v>12.350933403676301</c:v>
                </c:pt>
                <c:pt idx="4800">
                  <c:v>12.193905476955599</c:v>
                </c:pt>
                <c:pt idx="4801">
                  <c:v>12.082196508369901</c:v>
                </c:pt>
                <c:pt idx="4802">
                  <c:v>12.222117154417401</c:v>
                </c:pt>
                <c:pt idx="4803">
                  <c:v>12.206823645654801</c:v>
                </c:pt>
                <c:pt idx="4804">
                  <c:v>12.207217924416099</c:v>
                </c:pt>
                <c:pt idx="4805">
                  <c:v>12.377596993443399</c:v>
                </c:pt>
                <c:pt idx="4806">
                  <c:v>12.289551911234</c:v>
                </c:pt>
                <c:pt idx="4807">
                  <c:v>12.4555598626219</c:v>
                </c:pt>
                <c:pt idx="4808">
                  <c:v>12.4588814091831</c:v>
                </c:pt>
                <c:pt idx="4809">
                  <c:v>12.424754921041901</c:v>
                </c:pt>
                <c:pt idx="4810">
                  <c:v>12.3407875102296</c:v>
                </c:pt>
                <c:pt idx="4811">
                  <c:v>12.3886706443524</c:v>
                </c:pt>
                <c:pt idx="4812">
                  <c:v>12.6246993994103</c:v>
                </c:pt>
                <c:pt idx="4813">
                  <c:v>12.7135885206729</c:v>
                </c:pt>
                <c:pt idx="4814">
                  <c:v>12.751740093416601</c:v>
                </c:pt>
                <c:pt idx="4815">
                  <c:v>12.6415786013541</c:v>
                </c:pt>
                <c:pt idx="4816">
                  <c:v>12.585248751370701</c:v>
                </c:pt>
                <c:pt idx="4817">
                  <c:v>12.473471528615301</c:v>
                </c:pt>
                <c:pt idx="4818">
                  <c:v>12.541194789933799</c:v>
                </c:pt>
                <c:pt idx="4819">
                  <c:v>12.5600951727954</c:v>
                </c:pt>
                <c:pt idx="4820">
                  <c:v>12.6088340258966</c:v>
                </c:pt>
                <c:pt idx="4821">
                  <c:v>12.671761686904</c:v>
                </c:pt>
                <c:pt idx="4822">
                  <c:v>12.8408411090283</c:v>
                </c:pt>
                <c:pt idx="4823">
                  <c:v>12.9092154907796</c:v>
                </c:pt>
                <c:pt idx="4824">
                  <c:v>12.8585549479413</c:v>
                </c:pt>
                <c:pt idx="4825">
                  <c:v>12.941247603000701</c:v>
                </c:pt>
                <c:pt idx="4826">
                  <c:v>12.9176846637301</c:v>
                </c:pt>
                <c:pt idx="4827">
                  <c:v>12.8628560356201</c:v>
                </c:pt>
                <c:pt idx="4828">
                  <c:v>12.759507143670101</c:v>
                </c:pt>
                <c:pt idx="4829">
                  <c:v>12.9208355842367</c:v>
                </c:pt>
                <c:pt idx="4830">
                  <c:v>13.325308687502099</c:v>
                </c:pt>
                <c:pt idx="4831">
                  <c:v>13.3347865762086</c:v>
                </c:pt>
                <c:pt idx="4832">
                  <c:v>13.456325968854101</c:v>
                </c:pt>
                <c:pt idx="4833">
                  <c:v>13.5587452634476</c:v>
                </c:pt>
                <c:pt idx="4834">
                  <c:v>13.862269232564801</c:v>
                </c:pt>
                <c:pt idx="4835">
                  <c:v>13.878804006515301</c:v>
                </c:pt>
                <c:pt idx="4836">
                  <c:v>14.106308274301799</c:v>
                </c:pt>
                <c:pt idx="4837">
                  <c:v>14.106308274301799</c:v>
                </c:pt>
                <c:pt idx="4838">
                  <c:v>14.2646812446926</c:v>
                </c:pt>
                <c:pt idx="4839">
                  <c:v>14.617441041683399</c:v>
                </c:pt>
                <c:pt idx="4840">
                  <c:v>15.1428687353856</c:v>
                </c:pt>
                <c:pt idx="4841">
                  <c:v>15.432916920912</c:v>
                </c:pt>
                <c:pt idx="4842">
                  <c:v>15.0884342601393</c:v>
                </c:pt>
                <c:pt idx="4843">
                  <c:v>14.492329337132601</c:v>
                </c:pt>
                <c:pt idx="4844">
                  <c:v>13.8302988185799</c:v>
                </c:pt>
                <c:pt idx="4845">
                  <c:v>13.8817236534016</c:v>
                </c:pt>
                <c:pt idx="4846">
                  <c:v>13.8451195647856</c:v>
                </c:pt>
                <c:pt idx="4847">
                  <c:v>13.925938426594</c:v>
                </c:pt>
                <c:pt idx="4848">
                  <c:v>14.068721339487199</c:v>
                </c:pt>
                <c:pt idx="4849">
                  <c:v>14.449287753554801</c:v>
                </c:pt>
                <c:pt idx="4850">
                  <c:v>14.5288577721902</c:v>
                </c:pt>
                <c:pt idx="4851">
                  <c:v>14.405910095331</c:v>
                </c:pt>
                <c:pt idx="4852">
                  <c:v>14.405910095331</c:v>
                </c:pt>
                <c:pt idx="4853">
                  <c:v>14.2669440991244</c:v>
                </c:pt>
                <c:pt idx="4854">
                  <c:v>14.0613161504823</c:v>
                </c:pt>
                <c:pt idx="4855">
                  <c:v>13.565995191491</c:v>
                </c:pt>
                <c:pt idx="4856">
                  <c:v>13.5104317040038</c:v>
                </c:pt>
                <c:pt idx="4857">
                  <c:v>13.5104317040038</c:v>
                </c:pt>
                <c:pt idx="4858">
                  <c:v>13.3406592879185</c:v>
                </c:pt>
                <c:pt idx="4859">
                  <c:v>13.4649443514258</c:v>
                </c:pt>
                <c:pt idx="4860">
                  <c:v>13.7967489062979</c:v>
                </c:pt>
                <c:pt idx="4861">
                  <c:v>13.5176448799808</c:v>
                </c:pt>
                <c:pt idx="4862">
                  <c:v>13.6011589699817</c:v>
                </c:pt>
                <c:pt idx="4863">
                  <c:v>13.4602651096234</c:v>
                </c:pt>
                <c:pt idx="4864">
                  <c:v>13.198898497389401</c:v>
                </c:pt>
                <c:pt idx="4865">
                  <c:v>13.1725618631906</c:v>
                </c:pt>
                <c:pt idx="4866">
                  <c:v>13.4491171637567</c:v>
                </c:pt>
                <c:pt idx="4867">
                  <c:v>13.4806691285618</c:v>
                </c:pt>
                <c:pt idx="4868">
                  <c:v>13.330013702265701</c:v>
                </c:pt>
                <c:pt idx="4869">
                  <c:v>13.230910501011399</c:v>
                </c:pt>
                <c:pt idx="4870">
                  <c:v>12.857970066740901</c:v>
                </c:pt>
                <c:pt idx="4871">
                  <c:v>12.280739000792799</c:v>
                </c:pt>
                <c:pt idx="4872">
                  <c:v>12.4627767190561</c:v>
                </c:pt>
                <c:pt idx="4873">
                  <c:v>12.477073152696899</c:v>
                </c:pt>
                <c:pt idx="4874">
                  <c:v>12.728052311302299</c:v>
                </c:pt>
                <c:pt idx="4875">
                  <c:v>12.728052311302299</c:v>
                </c:pt>
                <c:pt idx="4876">
                  <c:v>12.9598893641797</c:v>
                </c:pt>
                <c:pt idx="4877">
                  <c:v>13.435748322859</c:v>
                </c:pt>
                <c:pt idx="4878">
                  <c:v>13.0884595628422</c:v>
                </c:pt>
                <c:pt idx="4879">
                  <c:v>13.235155949208799</c:v>
                </c:pt>
                <c:pt idx="4880">
                  <c:v>13.1034375273649</c:v>
                </c:pt>
                <c:pt idx="4881">
                  <c:v>13.050487781050199</c:v>
                </c:pt>
                <c:pt idx="4882">
                  <c:v>13.160623780993101</c:v>
                </c:pt>
                <c:pt idx="4883">
                  <c:v>13.1629616972081</c:v>
                </c:pt>
                <c:pt idx="4884">
                  <c:v>12.9627153391632</c:v>
                </c:pt>
                <c:pt idx="4885">
                  <c:v>12.9923314505861</c:v>
                </c:pt>
                <c:pt idx="4886">
                  <c:v>12.875772154829701</c:v>
                </c:pt>
                <c:pt idx="4887">
                  <c:v>12.9807610774845</c:v>
                </c:pt>
                <c:pt idx="4888">
                  <c:v>13.1704110305868</c:v>
                </c:pt>
                <c:pt idx="4889">
                  <c:v>13.150430143199699</c:v>
                </c:pt>
                <c:pt idx="4890">
                  <c:v>13.225161385584499</c:v>
                </c:pt>
                <c:pt idx="4891">
                  <c:v>13.225161385584499</c:v>
                </c:pt>
                <c:pt idx="4892">
                  <c:v>13.3631575136755</c:v>
                </c:pt>
                <c:pt idx="4893">
                  <c:v>13.387046027478901</c:v>
                </c:pt>
                <c:pt idx="4894">
                  <c:v>13.545718997025901</c:v>
                </c:pt>
                <c:pt idx="4895">
                  <c:v>13.692304569177701</c:v>
                </c:pt>
                <c:pt idx="4896">
                  <c:v>13.4824710322527</c:v>
                </c:pt>
                <c:pt idx="4897">
                  <c:v>13.4824710322527</c:v>
                </c:pt>
                <c:pt idx="4898">
                  <c:v>13.3366285671033</c:v>
                </c:pt>
                <c:pt idx="4899">
                  <c:v>13.017001145949299</c:v>
                </c:pt>
                <c:pt idx="4900">
                  <c:v>12.506442499582</c:v>
                </c:pt>
                <c:pt idx="4901">
                  <c:v>12.1426777256852</c:v>
                </c:pt>
                <c:pt idx="4902">
                  <c:v>12.152454378326</c:v>
                </c:pt>
                <c:pt idx="4903">
                  <c:v>12.088121082498001</c:v>
                </c:pt>
                <c:pt idx="4904">
                  <c:v>12.3061703180632</c:v>
                </c:pt>
                <c:pt idx="4905">
                  <c:v>12.4753667501511</c:v>
                </c:pt>
                <c:pt idx="4906">
                  <c:v>12.4143080622594</c:v>
                </c:pt>
                <c:pt idx="4907">
                  <c:v>12.540868477515399</c:v>
                </c:pt>
                <c:pt idx="4908">
                  <c:v>12.4970135065407</c:v>
                </c:pt>
                <c:pt idx="4909">
                  <c:v>12.0004967388798</c:v>
                </c:pt>
                <c:pt idx="4910">
                  <c:v>12.071377764562</c:v>
                </c:pt>
                <c:pt idx="4911">
                  <c:v>12.2250351213864</c:v>
                </c:pt>
                <c:pt idx="4912">
                  <c:v>12.2756859284715</c:v>
                </c:pt>
                <c:pt idx="4913">
                  <c:v>12.259834888918199</c:v>
                </c:pt>
                <c:pt idx="4914">
                  <c:v>12.052762287036</c:v>
                </c:pt>
                <c:pt idx="4915">
                  <c:v>11.7572060906082</c:v>
                </c:pt>
                <c:pt idx="4916">
                  <c:v>11.842655651134001</c:v>
                </c:pt>
                <c:pt idx="4917">
                  <c:v>11.8776639104127</c:v>
                </c:pt>
                <c:pt idx="4918">
                  <c:v>11.797256474734599</c:v>
                </c:pt>
                <c:pt idx="4919">
                  <c:v>11.8425353370191</c:v>
                </c:pt>
                <c:pt idx="4920">
                  <c:v>11.9553728307176</c:v>
                </c:pt>
                <c:pt idx="4921">
                  <c:v>12.1526381386404</c:v>
                </c:pt>
                <c:pt idx="4922">
                  <c:v>12.300042385197999</c:v>
                </c:pt>
                <c:pt idx="4923">
                  <c:v>12.2838399047422</c:v>
                </c:pt>
                <c:pt idx="4924">
                  <c:v>12.4990695847375</c:v>
                </c:pt>
                <c:pt idx="4925">
                  <c:v>12.782486090890201</c:v>
                </c:pt>
                <c:pt idx="4926">
                  <c:v>13.0128877961094</c:v>
                </c:pt>
                <c:pt idx="4927">
                  <c:v>13.4847636599083</c:v>
                </c:pt>
                <c:pt idx="4928">
                  <c:v>13.552992951525701</c:v>
                </c:pt>
                <c:pt idx="4929">
                  <c:v>13.3885248182417</c:v>
                </c:pt>
                <c:pt idx="4930">
                  <c:v>13.133991358179401</c:v>
                </c:pt>
                <c:pt idx="4931">
                  <c:v>13.2160666017912</c:v>
                </c:pt>
                <c:pt idx="4932">
                  <c:v>13.249566517779501</c:v>
                </c:pt>
                <c:pt idx="4933">
                  <c:v>13.4333755727954</c:v>
                </c:pt>
                <c:pt idx="4934">
                  <c:v>13.3799102014792</c:v>
                </c:pt>
                <c:pt idx="4935">
                  <c:v>13.398834835020301</c:v>
                </c:pt>
                <c:pt idx="4936">
                  <c:v>13.0506701877572</c:v>
                </c:pt>
                <c:pt idx="4937">
                  <c:v>12.4427213317263</c:v>
                </c:pt>
                <c:pt idx="4938">
                  <c:v>12.585105037282601</c:v>
                </c:pt>
                <c:pt idx="4939">
                  <c:v>12.574286005628601</c:v>
                </c:pt>
                <c:pt idx="4940">
                  <c:v>12.7278189582632</c:v>
                </c:pt>
                <c:pt idx="4941">
                  <c:v>12.439942666676901</c:v>
                </c:pt>
                <c:pt idx="4942">
                  <c:v>12.4659640547153</c:v>
                </c:pt>
                <c:pt idx="4943">
                  <c:v>12.731231042063101</c:v>
                </c:pt>
                <c:pt idx="4944">
                  <c:v>12.736164879635</c:v>
                </c:pt>
                <c:pt idx="4945">
                  <c:v>12.7715947509268</c:v>
                </c:pt>
                <c:pt idx="4946">
                  <c:v>12.559082926779899</c:v>
                </c:pt>
                <c:pt idx="4947">
                  <c:v>12.559082926779899</c:v>
                </c:pt>
                <c:pt idx="4948">
                  <c:v>12.4814489399945</c:v>
                </c:pt>
                <c:pt idx="4949">
                  <c:v>12.4797419892466</c:v>
                </c:pt>
                <c:pt idx="4950">
                  <c:v>12.1862288645933</c:v>
                </c:pt>
                <c:pt idx="4951">
                  <c:v>12.1776252068323</c:v>
                </c:pt>
                <c:pt idx="4952">
                  <c:v>12.1067900060275</c:v>
                </c:pt>
                <c:pt idx="4953">
                  <c:v>12.1660293507154</c:v>
                </c:pt>
                <c:pt idx="4954">
                  <c:v>12.0725350008554</c:v>
                </c:pt>
                <c:pt idx="4955">
                  <c:v>12.057833502805</c:v>
                </c:pt>
                <c:pt idx="4956">
                  <c:v>11.948172297397299</c:v>
                </c:pt>
                <c:pt idx="4957">
                  <c:v>11.619619611773601</c:v>
                </c:pt>
                <c:pt idx="4958">
                  <c:v>11.5132163033452</c:v>
                </c:pt>
                <c:pt idx="4959">
                  <c:v>11.5144020464865</c:v>
                </c:pt>
                <c:pt idx="4960">
                  <c:v>11.5144020464865</c:v>
                </c:pt>
                <c:pt idx="4961">
                  <c:v>11.5144020464865</c:v>
                </c:pt>
                <c:pt idx="4962">
                  <c:v>11.892780672214201</c:v>
                </c:pt>
                <c:pt idx="4963">
                  <c:v>11.857371631221501</c:v>
                </c:pt>
                <c:pt idx="4964">
                  <c:v>11.6898117353016</c:v>
                </c:pt>
                <c:pt idx="4965">
                  <c:v>11.539743930217901</c:v>
                </c:pt>
                <c:pt idx="4966">
                  <c:v>11.5031277290167</c:v>
                </c:pt>
                <c:pt idx="4967">
                  <c:v>11.6140416788735</c:v>
                </c:pt>
                <c:pt idx="4968">
                  <c:v>11.5652900562025</c:v>
                </c:pt>
                <c:pt idx="4969">
                  <c:v>11.605283069542599</c:v>
                </c:pt>
                <c:pt idx="4970">
                  <c:v>11.5701964845522</c:v>
                </c:pt>
                <c:pt idx="4971">
                  <c:v>11.543390570656801</c:v>
                </c:pt>
                <c:pt idx="4972">
                  <c:v>11.4779882296056</c:v>
                </c:pt>
                <c:pt idx="4973">
                  <c:v>11.315654591935401</c:v>
                </c:pt>
                <c:pt idx="4974">
                  <c:v>11.5622550005439</c:v>
                </c:pt>
                <c:pt idx="4975">
                  <c:v>11.9160703394507</c:v>
                </c:pt>
                <c:pt idx="4976">
                  <c:v>11.890927453501501</c:v>
                </c:pt>
                <c:pt idx="4977">
                  <c:v>11.890927453501501</c:v>
                </c:pt>
                <c:pt idx="4978">
                  <c:v>12.0864131956929</c:v>
                </c:pt>
                <c:pt idx="4979">
                  <c:v>11.8357009254701</c:v>
                </c:pt>
                <c:pt idx="4980">
                  <c:v>11.752732206536701</c:v>
                </c:pt>
                <c:pt idx="4981">
                  <c:v>11.515990476789201</c:v>
                </c:pt>
                <c:pt idx="4982">
                  <c:v>11.3823325078507</c:v>
                </c:pt>
                <c:pt idx="4983">
                  <c:v>11.3994206474456</c:v>
                </c:pt>
                <c:pt idx="4984">
                  <c:v>11.395347325346799</c:v>
                </c:pt>
                <c:pt idx="4985">
                  <c:v>11.3604937429968</c:v>
                </c:pt>
                <c:pt idx="4986">
                  <c:v>11.3156734716149</c:v>
                </c:pt>
                <c:pt idx="4987">
                  <c:v>11.1017338196172</c:v>
                </c:pt>
                <c:pt idx="4988">
                  <c:v>11.0531025204755</c:v>
                </c:pt>
                <c:pt idx="4989">
                  <c:v>10.9895579827137</c:v>
                </c:pt>
                <c:pt idx="4990">
                  <c:v>11.1549393409865</c:v>
                </c:pt>
                <c:pt idx="4991">
                  <c:v>11.281486966503801</c:v>
                </c:pt>
                <c:pt idx="4992">
                  <c:v>11.281486966503801</c:v>
                </c:pt>
                <c:pt idx="4993">
                  <c:v>11.399166144229</c:v>
                </c:pt>
                <c:pt idx="4994">
                  <c:v>11.3612599076503</c:v>
                </c:pt>
                <c:pt idx="4995">
                  <c:v>11.422275862165</c:v>
                </c:pt>
                <c:pt idx="4996">
                  <c:v>11.465366939565399</c:v>
                </c:pt>
                <c:pt idx="4997">
                  <c:v>11.245173025749899</c:v>
                </c:pt>
                <c:pt idx="4998">
                  <c:v>11.140832414568001</c:v>
                </c:pt>
                <c:pt idx="4999">
                  <c:v>11.1129753217157</c:v>
                </c:pt>
                <c:pt idx="5000">
                  <c:v>11.166951863892301</c:v>
                </c:pt>
                <c:pt idx="5001">
                  <c:v>11.171195985287101</c:v>
                </c:pt>
                <c:pt idx="5002">
                  <c:v>11.0024754771998</c:v>
                </c:pt>
                <c:pt idx="5003">
                  <c:v>10.9590791764427</c:v>
                </c:pt>
                <c:pt idx="5004">
                  <c:v>10.911204676140599</c:v>
                </c:pt>
                <c:pt idx="5005">
                  <c:v>10.675379535822399</c:v>
                </c:pt>
                <c:pt idx="5006">
                  <c:v>10.575447331017401</c:v>
                </c:pt>
                <c:pt idx="5007">
                  <c:v>10.575447331017401</c:v>
                </c:pt>
                <c:pt idx="5008">
                  <c:v>10.528198063183901</c:v>
                </c:pt>
                <c:pt idx="5009">
                  <c:v>10.6214701103435</c:v>
                </c:pt>
                <c:pt idx="5010">
                  <c:v>10.7549711638997</c:v>
                </c:pt>
                <c:pt idx="5011">
                  <c:v>10.6303608959592</c:v>
                </c:pt>
                <c:pt idx="5012">
                  <c:v>10.6303608959592</c:v>
                </c:pt>
                <c:pt idx="5013">
                  <c:v>10.4404157354325</c:v>
                </c:pt>
                <c:pt idx="5014">
                  <c:v>10.4172898659411</c:v>
                </c:pt>
                <c:pt idx="5015">
                  <c:v>10.374347558016501</c:v>
                </c:pt>
                <c:pt idx="5016">
                  <c:v>10.481240887222199</c:v>
                </c:pt>
                <c:pt idx="5017">
                  <c:v>10.3745456170541</c:v>
                </c:pt>
                <c:pt idx="5018">
                  <c:v>10.354036267902201</c:v>
                </c:pt>
                <c:pt idx="5019">
                  <c:v>10.2000498080223</c:v>
                </c:pt>
                <c:pt idx="5020">
                  <c:v>10.269137192060899</c:v>
                </c:pt>
                <c:pt idx="5021">
                  <c:v>10.1529015137026</c:v>
                </c:pt>
                <c:pt idx="5022">
                  <c:v>10.1529015137026</c:v>
                </c:pt>
                <c:pt idx="5023">
                  <c:v>10.049747479831201</c:v>
                </c:pt>
                <c:pt idx="5024">
                  <c:v>10.063445201532</c:v>
                </c:pt>
                <c:pt idx="5025">
                  <c:v>10.3046831963734</c:v>
                </c:pt>
                <c:pt idx="5026">
                  <c:v>10.244748471468901</c:v>
                </c:pt>
                <c:pt idx="5027">
                  <c:v>10.1315090400459</c:v>
                </c:pt>
                <c:pt idx="5028">
                  <c:v>9.9524125089820306</c:v>
                </c:pt>
                <c:pt idx="5029">
                  <c:v>9.8038956077065897</c:v>
                </c:pt>
                <c:pt idx="5030">
                  <c:v>9.8427917221994008</c:v>
                </c:pt>
                <c:pt idx="5031">
                  <c:v>9.8907586943958101</c:v>
                </c:pt>
                <c:pt idx="5032">
                  <c:v>10.036719349921899</c:v>
                </c:pt>
                <c:pt idx="5033">
                  <c:v>9.9760429143833704</c:v>
                </c:pt>
                <c:pt idx="5034">
                  <c:v>10.0880929071872</c:v>
                </c:pt>
                <c:pt idx="5035">
                  <c:v>10.0880929071872</c:v>
                </c:pt>
                <c:pt idx="5036">
                  <c:v>10.112616698166701</c:v>
                </c:pt>
                <c:pt idx="5037">
                  <c:v>10.2405036085564</c:v>
                </c:pt>
                <c:pt idx="5038">
                  <c:v>10.435713186154601</c:v>
                </c:pt>
                <c:pt idx="5039">
                  <c:v>10.3504160105647</c:v>
                </c:pt>
                <c:pt idx="5040">
                  <c:v>10.3774378449745</c:v>
                </c:pt>
                <c:pt idx="5041">
                  <c:v>10.3540415592432</c:v>
                </c:pt>
                <c:pt idx="5042">
                  <c:v>10.223505611346599</c:v>
                </c:pt>
                <c:pt idx="5043">
                  <c:v>10.314766870146199</c:v>
                </c:pt>
                <c:pt idx="5044">
                  <c:v>10.465057637492</c:v>
                </c:pt>
                <c:pt idx="5045">
                  <c:v>10.6466488474376</c:v>
                </c:pt>
                <c:pt idx="5046">
                  <c:v>10.450054329276099</c:v>
                </c:pt>
                <c:pt idx="5047">
                  <c:v>10.450054329276099</c:v>
                </c:pt>
                <c:pt idx="5048">
                  <c:v>10.3165126749549</c:v>
                </c:pt>
                <c:pt idx="5049">
                  <c:v>10.4131809971392</c:v>
                </c:pt>
                <c:pt idx="5050">
                  <c:v>10.3068238887937</c:v>
                </c:pt>
                <c:pt idx="5051">
                  <c:v>10.4147682838944</c:v>
                </c:pt>
                <c:pt idx="5052">
                  <c:v>10.574898695489701</c:v>
                </c:pt>
                <c:pt idx="5053">
                  <c:v>10.610860673214701</c:v>
                </c:pt>
                <c:pt idx="5054">
                  <c:v>10.6753264550112</c:v>
                </c:pt>
                <c:pt idx="5055">
                  <c:v>10.9514634792235</c:v>
                </c:pt>
                <c:pt idx="5056">
                  <c:v>10.989087553043101</c:v>
                </c:pt>
                <c:pt idx="5057">
                  <c:v>10.989087553043101</c:v>
                </c:pt>
                <c:pt idx="5058">
                  <c:v>11.046060469221199</c:v>
                </c:pt>
                <c:pt idx="5059">
                  <c:v>10.8742132891112</c:v>
                </c:pt>
                <c:pt idx="5060">
                  <c:v>10.800280175957299</c:v>
                </c:pt>
                <c:pt idx="5061">
                  <c:v>10.789156826844</c:v>
                </c:pt>
                <c:pt idx="5062">
                  <c:v>10.714492500888401</c:v>
                </c:pt>
                <c:pt idx="5063">
                  <c:v>10.6139258721425</c:v>
                </c:pt>
                <c:pt idx="5064">
                  <c:v>10.5975322593371</c:v>
                </c:pt>
                <c:pt idx="5065">
                  <c:v>10.696751585070301</c:v>
                </c:pt>
                <c:pt idx="5066">
                  <c:v>10.734398932862</c:v>
                </c:pt>
                <c:pt idx="5067">
                  <c:v>10.8098611645178</c:v>
                </c:pt>
                <c:pt idx="5068">
                  <c:v>10.9044479418686</c:v>
                </c:pt>
                <c:pt idx="5069">
                  <c:v>11.0372523671646</c:v>
                </c:pt>
                <c:pt idx="5070">
                  <c:v>10.918930363827201</c:v>
                </c:pt>
                <c:pt idx="5071">
                  <c:v>10.8698478914588</c:v>
                </c:pt>
                <c:pt idx="5072">
                  <c:v>10.9666384215238</c:v>
                </c:pt>
                <c:pt idx="5073">
                  <c:v>10.957332836968501</c:v>
                </c:pt>
                <c:pt idx="5074">
                  <c:v>10.852039366166499</c:v>
                </c:pt>
                <c:pt idx="5075">
                  <c:v>10.799308334119599</c:v>
                </c:pt>
                <c:pt idx="5076">
                  <c:v>10.9099071362318</c:v>
                </c:pt>
                <c:pt idx="5077">
                  <c:v>10.8459866759747</c:v>
                </c:pt>
                <c:pt idx="5078">
                  <c:v>10.9690989172441</c:v>
                </c:pt>
                <c:pt idx="5079">
                  <c:v>11.0376738363271</c:v>
                </c:pt>
                <c:pt idx="5080">
                  <c:v>11.3071529266258</c:v>
                </c:pt>
                <c:pt idx="5081">
                  <c:v>11.301015631218799</c:v>
                </c:pt>
                <c:pt idx="5082">
                  <c:v>11.6688349304306</c:v>
                </c:pt>
                <c:pt idx="5083">
                  <c:v>11.830762854477101</c:v>
                </c:pt>
                <c:pt idx="5084">
                  <c:v>12.240917777466599</c:v>
                </c:pt>
                <c:pt idx="5085">
                  <c:v>12.2414913560206</c:v>
                </c:pt>
                <c:pt idx="5086">
                  <c:v>11.8653059006396</c:v>
                </c:pt>
                <c:pt idx="5087">
                  <c:v>11.906694118988099</c:v>
                </c:pt>
                <c:pt idx="5088">
                  <c:v>12.1514908582514</c:v>
                </c:pt>
                <c:pt idx="5089">
                  <c:v>12.015879696504999</c:v>
                </c:pt>
                <c:pt idx="5090">
                  <c:v>11.988034086350901</c:v>
                </c:pt>
                <c:pt idx="5091">
                  <c:v>12.352685932031701</c:v>
                </c:pt>
                <c:pt idx="5092">
                  <c:v>12.257177898026899</c:v>
                </c:pt>
                <c:pt idx="5093">
                  <c:v>12.0657962074389</c:v>
                </c:pt>
                <c:pt idx="5094">
                  <c:v>11.7625273317432</c:v>
                </c:pt>
                <c:pt idx="5095">
                  <c:v>11.604904683755301</c:v>
                </c:pt>
                <c:pt idx="5096">
                  <c:v>11.658471831490999</c:v>
                </c:pt>
                <c:pt idx="5097">
                  <c:v>11.658471831490999</c:v>
                </c:pt>
                <c:pt idx="5098">
                  <c:v>11.848697265062</c:v>
                </c:pt>
                <c:pt idx="5099">
                  <c:v>11.853460490314401</c:v>
                </c:pt>
                <c:pt idx="5100">
                  <c:v>11.7916865749762</c:v>
                </c:pt>
                <c:pt idx="5101">
                  <c:v>11.705415278865599</c:v>
                </c:pt>
                <c:pt idx="5102">
                  <c:v>11.8643410014755</c:v>
                </c:pt>
                <c:pt idx="5103">
                  <c:v>12.0337418171782</c:v>
                </c:pt>
                <c:pt idx="5104">
                  <c:v>12.0248428954372</c:v>
                </c:pt>
                <c:pt idx="5105">
                  <c:v>11.964318000188699</c:v>
                </c:pt>
                <c:pt idx="5106">
                  <c:v>11.841981953157299</c:v>
                </c:pt>
                <c:pt idx="5107">
                  <c:v>11.8218347645594</c:v>
                </c:pt>
                <c:pt idx="5108">
                  <c:v>11.805708959191101</c:v>
                </c:pt>
                <c:pt idx="5109">
                  <c:v>11.573411677224501</c:v>
                </c:pt>
                <c:pt idx="5110">
                  <c:v>11.221138287134201</c:v>
                </c:pt>
                <c:pt idx="5111">
                  <c:v>11.013891659665999</c:v>
                </c:pt>
                <c:pt idx="5112">
                  <c:v>11.013891659665999</c:v>
                </c:pt>
                <c:pt idx="5113">
                  <c:v>11.0822471922876</c:v>
                </c:pt>
                <c:pt idx="5114">
                  <c:v>10.9123167887857</c:v>
                </c:pt>
                <c:pt idx="5115">
                  <c:v>10.86257796962</c:v>
                </c:pt>
                <c:pt idx="5116">
                  <c:v>11.090006935938</c:v>
                </c:pt>
                <c:pt idx="5117">
                  <c:v>11.090006935938</c:v>
                </c:pt>
                <c:pt idx="5118">
                  <c:v>10.830709963219199</c:v>
                </c:pt>
                <c:pt idx="5119">
                  <c:v>10.753557220126501</c:v>
                </c:pt>
                <c:pt idx="5120">
                  <c:v>10.6730903766707</c:v>
                </c:pt>
                <c:pt idx="5121">
                  <c:v>10.7884409440366</c:v>
                </c:pt>
                <c:pt idx="5122">
                  <c:v>10.7649050204364</c:v>
                </c:pt>
                <c:pt idx="5123">
                  <c:v>10.5653706367887</c:v>
                </c:pt>
                <c:pt idx="5124">
                  <c:v>10.5618606135136</c:v>
                </c:pt>
                <c:pt idx="5125">
                  <c:v>10.711400325927601</c:v>
                </c:pt>
                <c:pt idx="5126">
                  <c:v>10.8052063832587</c:v>
                </c:pt>
                <c:pt idx="5127">
                  <c:v>10.693091357520499</c:v>
                </c:pt>
                <c:pt idx="5128">
                  <c:v>10.7030600333953</c:v>
                </c:pt>
                <c:pt idx="5129">
                  <c:v>10.584478410989099</c:v>
                </c:pt>
                <c:pt idx="5130">
                  <c:v>10.7445856033862</c:v>
                </c:pt>
                <c:pt idx="5131">
                  <c:v>10.7466533853783</c:v>
                </c:pt>
                <c:pt idx="5132">
                  <c:v>10.734808066611199</c:v>
                </c:pt>
                <c:pt idx="5133">
                  <c:v>10.724965967529201</c:v>
                </c:pt>
                <c:pt idx="5134">
                  <c:v>10.6539651073222</c:v>
                </c:pt>
                <c:pt idx="5135">
                  <c:v>10.7135933262308</c:v>
                </c:pt>
                <c:pt idx="5136">
                  <c:v>10.7135933262308</c:v>
                </c:pt>
                <c:pt idx="5137">
                  <c:v>10.8524862225674</c:v>
                </c:pt>
                <c:pt idx="5138">
                  <c:v>10.8844562935901</c:v>
                </c:pt>
                <c:pt idx="5139">
                  <c:v>10.7254078852107</c:v>
                </c:pt>
                <c:pt idx="5140">
                  <c:v>10.3679893630057</c:v>
                </c:pt>
                <c:pt idx="5141">
                  <c:v>10.371942860780401</c:v>
                </c:pt>
                <c:pt idx="5142">
                  <c:v>10.321369219997001</c:v>
                </c:pt>
                <c:pt idx="5143">
                  <c:v>10.1403625799907</c:v>
                </c:pt>
                <c:pt idx="5144">
                  <c:v>10.000679830533301</c:v>
                </c:pt>
                <c:pt idx="5145">
                  <c:v>10.067208532017199</c:v>
                </c:pt>
                <c:pt idx="5146">
                  <c:v>9.9374820463355</c:v>
                </c:pt>
                <c:pt idx="5147">
                  <c:v>9.9374820463355</c:v>
                </c:pt>
                <c:pt idx="5148">
                  <c:v>10.037610278297</c:v>
                </c:pt>
                <c:pt idx="5149">
                  <c:v>9.9183838136132305</c:v>
                </c:pt>
                <c:pt idx="5150">
                  <c:v>9.9433886373104006</c:v>
                </c:pt>
                <c:pt idx="5151">
                  <c:v>9.9433886373104006</c:v>
                </c:pt>
                <c:pt idx="5152">
                  <c:v>9.9433886373104006</c:v>
                </c:pt>
                <c:pt idx="5153">
                  <c:v>10.0817993919947</c:v>
                </c:pt>
                <c:pt idx="5154">
                  <c:v>10.1610552219238</c:v>
                </c:pt>
                <c:pt idx="5155">
                  <c:v>10.2103293753455</c:v>
                </c:pt>
                <c:pt idx="5156">
                  <c:v>10.1328592296829</c:v>
                </c:pt>
                <c:pt idx="5157">
                  <c:v>10.1328592296829</c:v>
                </c:pt>
                <c:pt idx="5158">
                  <c:v>10.0590377265651</c:v>
                </c:pt>
                <c:pt idx="5159">
                  <c:v>9.8670592215899102</c:v>
                </c:pt>
                <c:pt idx="5160">
                  <c:v>9.7410562777545699</c:v>
                </c:pt>
                <c:pt idx="5161">
                  <c:v>9.6467796469860101</c:v>
                </c:pt>
                <c:pt idx="5162">
                  <c:v>9.6128974705823502</c:v>
                </c:pt>
                <c:pt idx="5163">
                  <c:v>9.6216025733268697</c:v>
                </c:pt>
                <c:pt idx="5164">
                  <c:v>9.7443617132769909</c:v>
                </c:pt>
                <c:pt idx="5165">
                  <c:v>9.7219055115211095</c:v>
                </c:pt>
                <c:pt idx="5166">
                  <c:v>9.8274448278850599</c:v>
                </c:pt>
                <c:pt idx="5167">
                  <c:v>9.7341399236959596</c:v>
                </c:pt>
                <c:pt idx="5168">
                  <c:v>9.7632382482512394</c:v>
                </c:pt>
                <c:pt idx="5169">
                  <c:v>9.7243465146108701</c:v>
                </c:pt>
                <c:pt idx="5170">
                  <c:v>9.6994515193972397</c:v>
                </c:pt>
                <c:pt idx="5171">
                  <c:v>9.7327030972859898</c:v>
                </c:pt>
                <c:pt idx="5172">
                  <c:v>9.7345538847272302</c:v>
                </c:pt>
                <c:pt idx="5173">
                  <c:v>9.7205496575294905</c:v>
                </c:pt>
                <c:pt idx="5174">
                  <c:v>9.6155037879671994</c:v>
                </c:pt>
                <c:pt idx="5175">
                  <c:v>9.5403655776155691</c:v>
                </c:pt>
                <c:pt idx="5176">
                  <c:v>9.8476780074581107</c:v>
                </c:pt>
                <c:pt idx="5177">
                  <c:v>10.1431931089993</c:v>
                </c:pt>
                <c:pt idx="5178">
                  <c:v>9.9458183950450998</c:v>
                </c:pt>
                <c:pt idx="5179">
                  <c:v>9.8569685244750591</c:v>
                </c:pt>
                <c:pt idx="5180">
                  <c:v>9.9614441702170105</c:v>
                </c:pt>
                <c:pt idx="5181">
                  <c:v>9.7966229784169503</c:v>
                </c:pt>
                <c:pt idx="5182">
                  <c:v>9.8039367543031002</c:v>
                </c:pt>
                <c:pt idx="5183">
                  <c:v>9.92558830643401</c:v>
                </c:pt>
                <c:pt idx="5184">
                  <c:v>9.8670385526930406</c:v>
                </c:pt>
                <c:pt idx="5185">
                  <c:v>9.7828051839083798</c:v>
                </c:pt>
                <c:pt idx="5186">
                  <c:v>9.7897863459173102</c:v>
                </c:pt>
                <c:pt idx="5187">
                  <c:v>9.7902253879321997</c:v>
                </c:pt>
                <c:pt idx="5188">
                  <c:v>9.8240124290263999</c:v>
                </c:pt>
                <c:pt idx="5189">
                  <c:v>9.8957509309918805</c:v>
                </c:pt>
                <c:pt idx="5190">
                  <c:v>9.98765981946846</c:v>
                </c:pt>
                <c:pt idx="5191">
                  <c:v>10.0334842143064</c:v>
                </c:pt>
                <c:pt idx="5192">
                  <c:v>10.0531037792839</c:v>
                </c:pt>
                <c:pt idx="5193">
                  <c:v>10.101688257949499</c:v>
                </c:pt>
                <c:pt idx="5194">
                  <c:v>10.171270127156101</c:v>
                </c:pt>
                <c:pt idx="5195">
                  <c:v>10.066793298520199</c:v>
                </c:pt>
                <c:pt idx="5196">
                  <c:v>10.0452150255456</c:v>
                </c:pt>
                <c:pt idx="5197">
                  <c:v>10.046555984046799</c:v>
                </c:pt>
                <c:pt idx="5198">
                  <c:v>10.0309929541203</c:v>
                </c:pt>
                <c:pt idx="5199">
                  <c:v>10.106180726775699</c:v>
                </c:pt>
                <c:pt idx="5200">
                  <c:v>10.0432860203101</c:v>
                </c:pt>
                <c:pt idx="5201">
                  <c:v>10.059569776337099</c:v>
                </c:pt>
                <c:pt idx="5202">
                  <c:v>10.1278739755179</c:v>
                </c:pt>
                <c:pt idx="5203">
                  <c:v>10.237334825281</c:v>
                </c:pt>
                <c:pt idx="5204">
                  <c:v>10.232743809976199</c:v>
                </c:pt>
                <c:pt idx="5205">
                  <c:v>10.3195887368465</c:v>
                </c:pt>
                <c:pt idx="5206">
                  <c:v>10.315216915166999</c:v>
                </c:pt>
                <c:pt idx="5207">
                  <c:v>10.4059619056865</c:v>
                </c:pt>
                <c:pt idx="5208">
                  <c:v>10.3105766233968</c:v>
                </c:pt>
                <c:pt idx="5209">
                  <c:v>10.26959931991</c:v>
                </c:pt>
                <c:pt idx="5210">
                  <c:v>10.2512169131754</c:v>
                </c:pt>
                <c:pt idx="5211">
                  <c:v>10.2387796024735</c:v>
                </c:pt>
                <c:pt idx="5212">
                  <c:v>10.2387796024735</c:v>
                </c:pt>
                <c:pt idx="5213">
                  <c:v>10.349878652902101</c:v>
                </c:pt>
                <c:pt idx="5214">
                  <c:v>10.317733962355801</c:v>
                </c:pt>
                <c:pt idx="5215">
                  <c:v>10.317733962355801</c:v>
                </c:pt>
                <c:pt idx="5216">
                  <c:v>10.317733962355801</c:v>
                </c:pt>
                <c:pt idx="5217">
                  <c:v>10.4885172753047</c:v>
                </c:pt>
                <c:pt idx="5218">
                  <c:v>10.701599034057599</c:v>
                </c:pt>
                <c:pt idx="5219">
                  <c:v>10.6186399811135</c:v>
                </c:pt>
                <c:pt idx="5220">
                  <c:v>10.4095454909484</c:v>
                </c:pt>
                <c:pt idx="5221">
                  <c:v>10.381643380701</c:v>
                </c:pt>
                <c:pt idx="5222">
                  <c:v>10.612952265528801</c:v>
                </c:pt>
                <c:pt idx="5223">
                  <c:v>10.657444250548499</c:v>
                </c:pt>
                <c:pt idx="5224">
                  <c:v>10.9917774110164</c:v>
                </c:pt>
                <c:pt idx="5225">
                  <c:v>11.211767726420801</c:v>
                </c:pt>
                <c:pt idx="5226">
                  <c:v>11.0194632451723</c:v>
                </c:pt>
                <c:pt idx="5227">
                  <c:v>11.2285215826781</c:v>
                </c:pt>
                <c:pt idx="5228">
                  <c:v>11.462730343576601</c:v>
                </c:pt>
                <c:pt idx="5229">
                  <c:v>11.271258668323</c:v>
                </c:pt>
                <c:pt idx="5230">
                  <c:v>11.251915787226899</c:v>
                </c:pt>
                <c:pt idx="5231">
                  <c:v>10.956061896079399</c:v>
                </c:pt>
                <c:pt idx="5232">
                  <c:v>10.816775128417399</c:v>
                </c:pt>
                <c:pt idx="5233">
                  <c:v>10.7471117360259</c:v>
                </c:pt>
                <c:pt idx="5234">
                  <c:v>10.922396739207</c:v>
                </c:pt>
                <c:pt idx="5235">
                  <c:v>11.0746875564897</c:v>
                </c:pt>
                <c:pt idx="5236">
                  <c:v>10.982095512225399</c:v>
                </c:pt>
                <c:pt idx="5237">
                  <c:v>10.8107562796912</c:v>
                </c:pt>
                <c:pt idx="5238">
                  <c:v>10.807906586829899</c:v>
                </c:pt>
                <c:pt idx="5239">
                  <c:v>10.807906586829899</c:v>
                </c:pt>
                <c:pt idx="5240">
                  <c:v>10.756277421078</c:v>
                </c:pt>
                <c:pt idx="5241">
                  <c:v>10.7451716189763</c:v>
                </c:pt>
                <c:pt idx="5242">
                  <c:v>10.8272473474191</c:v>
                </c:pt>
                <c:pt idx="5243">
                  <c:v>10.7067193064065</c:v>
                </c:pt>
                <c:pt idx="5244">
                  <c:v>10.689931968256801</c:v>
                </c:pt>
                <c:pt idx="5245">
                  <c:v>10.8762656352998</c:v>
                </c:pt>
                <c:pt idx="5246">
                  <c:v>11.0889275091806</c:v>
                </c:pt>
                <c:pt idx="5247">
                  <c:v>11.0889275091806</c:v>
                </c:pt>
                <c:pt idx="5248">
                  <c:v>11.026457751407699</c:v>
                </c:pt>
                <c:pt idx="5249">
                  <c:v>10.832698171687699</c:v>
                </c:pt>
                <c:pt idx="5250">
                  <c:v>10.7011762484189</c:v>
                </c:pt>
                <c:pt idx="5251">
                  <c:v>10.7573048524126</c:v>
                </c:pt>
                <c:pt idx="5252">
                  <c:v>10.866341869933899</c:v>
                </c:pt>
                <c:pt idx="5253">
                  <c:v>10.921128780663301</c:v>
                </c:pt>
                <c:pt idx="5254">
                  <c:v>10.9654436539673</c:v>
                </c:pt>
                <c:pt idx="5255">
                  <c:v>11.0978822034968</c:v>
                </c:pt>
                <c:pt idx="5256">
                  <c:v>11.169461133229801</c:v>
                </c:pt>
                <c:pt idx="5257">
                  <c:v>11.248757083433601</c:v>
                </c:pt>
                <c:pt idx="5258">
                  <c:v>11.2379702537215</c:v>
                </c:pt>
                <c:pt idx="5259">
                  <c:v>11.2909836469714</c:v>
                </c:pt>
                <c:pt idx="5260">
                  <c:v>11.3366048733551</c:v>
                </c:pt>
                <c:pt idx="5261">
                  <c:v>11.1945209026259</c:v>
                </c:pt>
                <c:pt idx="5262">
                  <c:v>11.1945209026259</c:v>
                </c:pt>
                <c:pt idx="5263">
                  <c:v>11.1717352159041</c:v>
                </c:pt>
                <c:pt idx="5264">
                  <c:v>11.164605459432901</c:v>
                </c:pt>
                <c:pt idx="5265">
                  <c:v>11.141908336663301</c:v>
                </c:pt>
                <c:pt idx="5266">
                  <c:v>11.0927619012087</c:v>
                </c:pt>
                <c:pt idx="5267">
                  <c:v>11.0927619012087</c:v>
                </c:pt>
                <c:pt idx="5268">
                  <c:v>11.015887099343001</c:v>
                </c:pt>
                <c:pt idx="5269">
                  <c:v>11.1428401689586</c:v>
                </c:pt>
                <c:pt idx="5270">
                  <c:v>11.3742642552162</c:v>
                </c:pt>
                <c:pt idx="5271">
                  <c:v>11.348748226097401</c:v>
                </c:pt>
                <c:pt idx="5272">
                  <c:v>11.254458077825801</c:v>
                </c:pt>
                <c:pt idx="5273">
                  <c:v>11.186502277656199</c:v>
                </c:pt>
                <c:pt idx="5274">
                  <c:v>11.245968732861799</c:v>
                </c:pt>
                <c:pt idx="5275">
                  <c:v>11.2934084704832</c:v>
                </c:pt>
                <c:pt idx="5276">
                  <c:v>11.251613827901</c:v>
                </c:pt>
                <c:pt idx="5277">
                  <c:v>11.163765283078501</c:v>
                </c:pt>
                <c:pt idx="5278">
                  <c:v>11.121541463886199</c:v>
                </c:pt>
                <c:pt idx="5279">
                  <c:v>11.184119701774801</c:v>
                </c:pt>
                <c:pt idx="5280">
                  <c:v>11.137595584276999</c:v>
                </c:pt>
                <c:pt idx="5281">
                  <c:v>11.121410463037501</c:v>
                </c:pt>
                <c:pt idx="5282">
                  <c:v>11.121410463037501</c:v>
                </c:pt>
                <c:pt idx="5283">
                  <c:v>11.164702197596901</c:v>
                </c:pt>
                <c:pt idx="5284">
                  <c:v>11.109503472602899</c:v>
                </c:pt>
                <c:pt idx="5285">
                  <c:v>11.101183642462299</c:v>
                </c:pt>
                <c:pt idx="5286">
                  <c:v>11.1298636450461</c:v>
                </c:pt>
                <c:pt idx="5287">
                  <c:v>11.088429738206001</c:v>
                </c:pt>
                <c:pt idx="5288">
                  <c:v>11.119529899257</c:v>
                </c:pt>
                <c:pt idx="5289">
                  <c:v>11.1785479568579</c:v>
                </c:pt>
                <c:pt idx="5290">
                  <c:v>11.145372243544401</c:v>
                </c:pt>
                <c:pt idx="5291">
                  <c:v>11.089829563226299</c:v>
                </c:pt>
                <c:pt idx="5292">
                  <c:v>11.0263125095092</c:v>
                </c:pt>
                <c:pt idx="5293">
                  <c:v>10.9831242112115</c:v>
                </c:pt>
                <c:pt idx="5294">
                  <c:v>10.9666872592601</c:v>
                </c:pt>
                <c:pt idx="5295">
                  <c:v>11.054407238226901</c:v>
                </c:pt>
                <c:pt idx="5296">
                  <c:v>11.1416729493017</c:v>
                </c:pt>
                <c:pt idx="5297">
                  <c:v>11.1398574230286</c:v>
                </c:pt>
                <c:pt idx="5298">
                  <c:v>11.1347207145814</c:v>
                </c:pt>
                <c:pt idx="5299">
                  <c:v>11.2098691061042</c:v>
                </c:pt>
                <c:pt idx="5300">
                  <c:v>11.166808634607101</c:v>
                </c:pt>
                <c:pt idx="5301">
                  <c:v>11.153319696509399</c:v>
                </c:pt>
                <c:pt idx="5302">
                  <c:v>11.3390304476181</c:v>
                </c:pt>
                <c:pt idx="5303">
                  <c:v>11.3194222948981</c:v>
                </c:pt>
                <c:pt idx="5304">
                  <c:v>11.114034862045701</c:v>
                </c:pt>
                <c:pt idx="5305">
                  <c:v>10.9544648114172</c:v>
                </c:pt>
                <c:pt idx="5306">
                  <c:v>10.853129592903899</c:v>
                </c:pt>
                <c:pt idx="5307">
                  <c:v>10.90521614136</c:v>
                </c:pt>
                <c:pt idx="5308">
                  <c:v>10.9454778305146</c:v>
                </c:pt>
                <c:pt idx="5309">
                  <c:v>10.9454778305146</c:v>
                </c:pt>
                <c:pt idx="5310">
                  <c:v>11.0152826582455</c:v>
                </c:pt>
                <c:pt idx="5311">
                  <c:v>10.8272303506482</c:v>
                </c:pt>
                <c:pt idx="5312">
                  <c:v>10.805988517404201</c:v>
                </c:pt>
                <c:pt idx="5313">
                  <c:v>10.6739824596588</c:v>
                </c:pt>
                <c:pt idx="5314">
                  <c:v>10.586144873493099</c:v>
                </c:pt>
                <c:pt idx="5315">
                  <c:v>10.604665394573701</c:v>
                </c:pt>
                <c:pt idx="5316">
                  <c:v>10.648754310449601</c:v>
                </c:pt>
                <c:pt idx="5317">
                  <c:v>10.648754310449601</c:v>
                </c:pt>
                <c:pt idx="5318">
                  <c:v>10.564106535248101</c:v>
                </c:pt>
                <c:pt idx="5319">
                  <c:v>10.582254378315</c:v>
                </c:pt>
                <c:pt idx="5320">
                  <c:v>10.6595634942644</c:v>
                </c:pt>
                <c:pt idx="5321">
                  <c:v>10.626743171191601</c:v>
                </c:pt>
                <c:pt idx="5322">
                  <c:v>10.569452606232799</c:v>
                </c:pt>
                <c:pt idx="5323">
                  <c:v>10.522550569581901</c:v>
                </c:pt>
                <c:pt idx="5324">
                  <c:v>10.558237650069501</c:v>
                </c:pt>
                <c:pt idx="5325">
                  <c:v>10.5559557952961</c:v>
                </c:pt>
                <c:pt idx="5326">
                  <c:v>10.532815832394</c:v>
                </c:pt>
                <c:pt idx="5327">
                  <c:v>10.5698755063414</c:v>
                </c:pt>
                <c:pt idx="5328">
                  <c:v>10.4717322130473</c:v>
                </c:pt>
                <c:pt idx="5329">
                  <c:v>10.568425292606401</c:v>
                </c:pt>
                <c:pt idx="5330">
                  <c:v>10.5328490779597</c:v>
                </c:pt>
                <c:pt idx="5331">
                  <c:v>10.5465312794226</c:v>
                </c:pt>
                <c:pt idx="5332">
                  <c:v>10.3755733149404</c:v>
                </c:pt>
                <c:pt idx="5333">
                  <c:v>10.4059815589699</c:v>
                </c:pt>
                <c:pt idx="5334">
                  <c:v>10.324900341704399</c:v>
                </c:pt>
                <c:pt idx="5335">
                  <c:v>10.3343829475753</c:v>
                </c:pt>
                <c:pt idx="5336">
                  <c:v>10.303700674782</c:v>
                </c:pt>
                <c:pt idx="5337">
                  <c:v>10.2567842411671</c:v>
                </c:pt>
                <c:pt idx="5338">
                  <c:v>10.2806884307247</c:v>
                </c:pt>
                <c:pt idx="5339">
                  <c:v>10.2762834481581</c:v>
                </c:pt>
                <c:pt idx="5340">
                  <c:v>10.272330358505201</c:v>
                </c:pt>
                <c:pt idx="5341">
                  <c:v>10.322659570610501</c:v>
                </c:pt>
                <c:pt idx="5342">
                  <c:v>10.4158357475935</c:v>
                </c:pt>
                <c:pt idx="5343">
                  <c:v>10.401995889159901</c:v>
                </c:pt>
                <c:pt idx="5344">
                  <c:v>10.3548154989618</c:v>
                </c:pt>
                <c:pt idx="5345">
                  <c:v>10.5389656921034</c:v>
                </c:pt>
                <c:pt idx="5346">
                  <c:v>10.454944250579601</c:v>
                </c:pt>
                <c:pt idx="5347">
                  <c:v>10.4596124368496</c:v>
                </c:pt>
                <c:pt idx="5348">
                  <c:v>10.4742260268773</c:v>
                </c:pt>
                <c:pt idx="5349">
                  <c:v>10.4265255737704</c:v>
                </c:pt>
                <c:pt idx="5350">
                  <c:v>10.474342013562801</c:v>
                </c:pt>
                <c:pt idx="5351">
                  <c:v>10.579061793737599</c:v>
                </c:pt>
                <c:pt idx="5352">
                  <c:v>10.673901729571</c:v>
                </c:pt>
                <c:pt idx="5353">
                  <c:v>10.5943790930988</c:v>
                </c:pt>
                <c:pt idx="5354">
                  <c:v>10.6805942435654</c:v>
                </c:pt>
                <c:pt idx="5355">
                  <c:v>10.769197801102299</c:v>
                </c:pt>
                <c:pt idx="5356">
                  <c:v>10.7463350316199</c:v>
                </c:pt>
                <c:pt idx="5357">
                  <c:v>10.7463350316199</c:v>
                </c:pt>
                <c:pt idx="5358">
                  <c:v>10.725863127883899</c:v>
                </c:pt>
                <c:pt idx="5359">
                  <c:v>10.7468530984419</c:v>
                </c:pt>
                <c:pt idx="5360">
                  <c:v>10.8563920630955</c:v>
                </c:pt>
                <c:pt idx="5361">
                  <c:v>10.8723235208546</c:v>
                </c:pt>
                <c:pt idx="5362">
                  <c:v>11.108846999780599</c:v>
                </c:pt>
                <c:pt idx="5363">
                  <c:v>11.1311839112951</c:v>
                </c:pt>
                <c:pt idx="5364">
                  <c:v>11.280451960193099</c:v>
                </c:pt>
                <c:pt idx="5365">
                  <c:v>11.20289369268</c:v>
                </c:pt>
                <c:pt idx="5366">
                  <c:v>11.2944026791445</c:v>
                </c:pt>
                <c:pt idx="5367" formatCode="General">
                  <c:v>11.49</c:v>
                </c:pt>
                <c:pt idx="5368" formatCode="General">
                  <c:v>11.43</c:v>
                </c:pt>
                <c:pt idx="5369" formatCode="General">
                  <c:v>11.32</c:v>
                </c:pt>
                <c:pt idx="5370" formatCode="General">
                  <c:v>11.37</c:v>
                </c:pt>
                <c:pt idx="5371" formatCode="General">
                  <c:v>11.44</c:v>
                </c:pt>
                <c:pt idx="5372" formatCode="General">
                  <c:v>11.51</c:v>
                </c:pt>
                <c:pt idx="5373" formatCode="General">
                  <c:v>11.53</c:v>
                </c:pt>
                <c:pt idx="5374" formatCode="General">
                  <c:v>11.19</c:v>
                </c:pt>
                <c:pt idx="5375" formatCode="General">
                  <c:v>11</c:v>
                </c:pt>
                <c:pt idx="5376" formatCode="General">
                  <c:v>11.07</c:v>
                </c:pt>
                <c:pt idx="5377" formatCode="General">
                  <c:v>11.14</c:v>
                </c:pt>
                <c:pt idx="5378" formatCode="General">
                  <c:v>11.07</c:v>
                </c:pt>
                <c:pt idx="5379" formatCode="General">
                  <c:v>11.04</c:v>
                </c:pt>
                <c:pt idx="5380" formatCode="General">
                  <c:v>11.1</c:v>
                </c:pt>
                <c:pt idx="5381" formatCode="General">
                  <c:v>10.99</c:v>
                </c:pt>
                <c:pt idx="5382" formatCode="General">
                  <c:v>10.94</c:v>
                </c:pt>
                <c:pt idx="5383" formatCode="General">
                  <c:v>10.78</c:v>
                </c:pt>
                <c:pt idx="5384" formatCode="General">
                  <c:v>10.84</c:v>
                </c:pt>
                <c:pt idx="5385" formatCode="General">
                  <c:v>11.04</c:v>
                </c:pt>
                <c:pt idx="5386" formatCode="General">
                  <c:v>11.22</c:v>
                </c:pt>
                <c:pt idx="5387" formatCode="General">
                  <c:v>11.27</c:v>
                </c:pt>
                <c:pt idx="5388" formatCode="General">
                  <c:v>11.36</c:v>
                </c:pt>
                <c:pt idx="5389" formatCode="General">
                  <c:v>11.41</c:v>
                </c:pt>
                <c:pt idx="5390" formatCode="General">
                  <c:v>11.31</c:v>
                </c:pt>
                <c:pt idx="5391" formatCode="General">
                  <c:v>11.26</c:v>
                </c:pt>
                <c:pt idx="5392" formatCode="General">
                  <c:v>11.26</c:v>
                </c:pt>
                <c:pt idx="5393" formatCode="General">
                  <c:v>11.22</c:v>
                </c:pt>
                <c:pt idx="5394" formatCode="General">
                  <c:v>11.19</c:v>
                </c:pt>
                <c:pt idx="5395" formatCode="General">
                  <c:v>11.32</c:v>
                </c:pt>
                <c:pt idx="5396" formatCode="General">
                  <c:v>11.46</c:v>
                </c:pt>
                <c:pt idx="5397" formatCode="General">
                  <c:v>11.45</c:v>
                </c:pt>
                <c:pt idx="5398" formatCode="General">
                  <c:v>11.61</c:v>
                </c:pt>
                <c:pt idx="5399" formatCode="General">
                  <c:v>11.66</c:v>
                </c:pt>
                <c:pt idx="5400" formatCode="General">
                  <c:v>11.69</c:v>
                </c:pt>
                <c:pt idx="5401" formatCode="General">
                  <c:v>11.87</c:v>
                </c:pt>
                <c:pt idx="5402" formatCode="General">
                  <c:v>11.85</c:v>
                </c:pt>
                <c:pt idx="5403" formatCode="General">
                  <c:v>12.06</c:v>
                </c:pt>
                <c:pt idx="5404" formatCode="General">
                  <c:v>11.96</c:v>
                </c:pt>
                <c:pt idx="5405" formatCode="General">
                  <c:v>12.02</c:v>
                </c:pt>
                <c:pt idx="5406" formatCode="#,##0.00">
                  <c:v>12.07</c:v>
                </c:pt>
                <c:pt idx="5407" formatCode="#,##0.00">
                  <c:v>12.39</c:v>
                </c:pt>
                <c:pt idx="5408" formatCode="#,##0.00">
                  <c:v>12.39</c:v>
                </c:pt>
                <c:pt idx="5409" formatCode="#,##0.00">
                  <c:v>12.43</c:v>
                </c:pt>
                <c:pt idx="5410" formatCode="#,##0.00">
                  <c:v>12.38</c:v>
                </c:pt>
                <c:pt idx="5411" formatCode="#,##0.00">
                  <c:v>12.28</c:v>
                </c:pt>
                <c:pt idx="5412" formatCode="#,##0.00">
                  <c:v>12.28</c:v>
                </c:pt>
                <c:pt idx="5413" formatCode="#,##0.00">
                  <c:v>12.28</c:v>
                </c:pt>
                <c:pt idx="5414" formatCode="#,##0.00">
                  <c:v>12.24</c:v>
                </c:pt>
                <c:pt idx="5415" formatCode="#,##0.00">
                  <c:v>12.17</c:v>
                </c:pt>
                <c:pt idx="5416" formatCode="#,##0.00">
                  <c:v>12</c:v>
                </c:pt>
                <c:pt idx="5417" formatCode="#,##0.00">
                  <c:v>12.04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1B3-4C79-A6CD-8AA4F54CE6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63444016"/>
        <c:axId val="1763457936"/>
        <c:extLst>
          <c:ext xmlns:c15="http://schemas.microsoft.com/office/drawing/2012/chart" uri="{02D57815-91ED-43cb-92C2-25804820EDAC}">
            <c15:filteredLine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Hoja2!$C$2</c15:sqref>
                        </c15:formulaRef>
                      </c:ext>
                    </c:extLst>
                    <c:strCache>
                      <c:ptCount val="1"/>
                      <c:pt idx="0">
                        <c:v>TES 5 años</c:v>
                      </c:pt>
                    </c:strCache>
                  </c:strRef>
                </c:tx>
                <c:spPr>
                  <a:ln w="12700" cap="rnd">
                    <a:solidFill>
                      <a:srgbClr val="00B0F0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uri="{02D57815-91ED-43cb-92C2-25804820EDAC}">
                        <c15:formulaRef>
                          <c15:sqref>Hoja2!$B$316:$B$5735</c15:sqref>
                        </c15:formulaRef>
                      </c:ext>
                    </c:extLst>
                    <c:numCache>
                      <c:formatCode>m/d/yyyy</c:formatCode>
                      <c:ptCount val="5420"/>
                      <c:pt idx="0">
                        <c:v>38070</c:v>
                      </c:pt>
                      <c:pt idx="1">
                        <c:v>38071</c:v>
                      </c:pt>
                      <c:pt idx="2">
                        <c:v>38072</c:v>
                      </c:pt>
                      <c:pt idx="3">
                        <c:v>38075</c:v>
                      </c:pt>
                      <c:pt idx="4">
                        <c:v>38076</c:v>
                      </c:pt>
                      <c:pt idx="5">
                        <c:v>38077</c:v>
                      </c:pt>
                      <c:pt idx="6">
                        <c:v>38078</c:v>
                      </c:pt>
                      <c:pt idx="7">
                        <c:v>38079</c:v>
                      </c:pt>
                      <c:pt idx="8">
                        <c:v>38082</c:v>
                      </c:pt>
                      <c:pt idx="9">
                        <c:v>38083</c:v>
                      </c:pt>
                      <c:pt idx="10">
                        <c:v>38084</c:v>
                      </c:pt>
                      <c:pt idx="11">
                        <c:v>38085</c:v>
                      </c:pt>
                      <c:pt idx="12">
                        <c:v>38089</c:v>
                      </c:pt>
                      <c:pt idx="13">
                        <c:v>38090</c:v>
                      </c:pt>
                      <c:pt idx="14">
                        <c:v>38091</c:v>
                      </c:pt>
                      <c:pt idx="15">
                        <c:v>38092</c:v>
                      </c:pt>
                      <c:pt idx="16">
                        <c:v>38093</c:v>
                      </c:pt>
                      <c:pt idx="17">
                        <c:v>38096</c:v>
                      </c:pt>
                      <c:pt idx="18">
                        <c:v>38097</c:v>
                      </c:pt>
                      <c:pt idx="19">
                        <c:v>38098</c:v>
                      </c:pt>
                      <c:pt idx="20">
                        <c:v>38099</c:v>
                      </c:pt>
                      <c:pt idx="21">
                        <c:v>38100</c:v>
                      </c:pt>
                      <c:pt idx="22">
                        <c:v>38103</c:v>
                      </c:pt>
                      <c:pt idx="23">
                        <c:v>38104</c:v>
                      </c:pt>
                      <c:pt idx="24">
                        <c:v>38105</c:v>
                      </c:pt>
                      <c:pt idx="25">
                        <c:v>38106</c:v>
                      </c:pt>
                      <c:pt idx="26">
                        <c:v>38107</c:v>
                      </c:pt>
                      <c:pt idx="27">
                        <c:v>38110</c:v>
                      </c:pt>
                      <c:pt idx="28">
                        <c:v>38111</c:v>
                      </c:pt>
                      <c:pt idx="29">
                        <c:v>38112</c:v>
                      </c:pt>
                      <c:pt idx="30">
                        <c:v>38113</c:v>
                      </c:pt>
                      <c:pt idx="31">
                        <c:v>38114</c:v>
                      </c:pt>
                      <c:pt idx="32">
                        <c:v>38117</c:v>
                      </c:pt>
                      <c:pt idx="33">
                        <c:v>38118</c:v>
                      </c:pt>
                      <c:pt idx="34">
                        <c:v>38119</c:v>
                      </c:pt>
                      <c:pt idx="35">
                        <c:v>38120</c:v>
                      </c:pt>
                      <c:pt idx="36">
                        <c:v>38121</c:v>
                      </c:pt>
                      <c:pt idx="37">
                        <c:v>38124</c:v>
                      </c:pt>
                      <c:pt idx="38">
                        <c:v>38125</c:v>
                      </c:pt>
                      <c:pt idx="39">
                        <c:v>38126</c:v>
                      </c:pt>
                      <c:pt idx="40">
                        <c:v>38127</c:v>
                      </c:pt>
                      <c:pt idx="41">
                        <c:v>38128</c:v>
                      </c:pt>
                      <c:pt idx="42">
                        <c:v>38131</c:v>
                      </c:pt>
                      <c:pt idx="43">
                        <c:v>38132</c:v>
                      </c:pt>
                      <c:pt idx="44">
                        <c:v>38133</c:v>
                      </c:pt>
                      <c:pt idx="45">
                        <c:v>38134</c:v>
                      </c:pt>
                      <c:pt idx="46">
                        <c:v>38135</c:v>
                      </c:pt>
                      <c:pt idx="47">
                        <c:v>38138</c:v>
                      </c:pt>
                      <c:pt idx="48">
                        <c:v>38139</c:v>
                      </c:pt>
                      <c:pt idx="49">
                        <c:v>38140</c:v>
                      </c:pt>
                      <c:pt idx="50">
                        <c:v>38141</c:v>
                      </c:pt>
                      <c:pt idx="51">
                        <c:v>38142</c:v>
                      </c:pt>
                      <c:pt idx="52">
                        <c:v>38145</c:v>
                      </c:pt>
                      <c:pt idx="53">
                        <c:v>38146</c:v>
                      </c:pt>
                      <c:pt idx="54">
                        <c:v>38147</c:v>
                      </c:pt>
                      <c:pt idx="55">
                        <c:v>38148</c:v>
                      </c:pt>
                      <c:pt idx="56">
                        <c:v>38149</c:v>
                      </c:pt>
                      <c:pt idx="57">
                        <c:v>38152</c:v>
                      </c:pt>
                      <c:pt idx="58">
                        <c:v>38153</c:v>
                      </c:pt>
                      <c:pt idx="59">
                        <c:v>38154</c:v>
                      </c:pt>
                      <c:pt idx="60">
                        <c:v>38155</c:v>
                      </c:pt>
                      <c:pt idx="61">
                        <c:v>38156</c:v>
                      </c:pt>
                      <c:pt idx="62">
                        <c:v>38159</c:v>
                      </c:pt>
                      <c:pt idx="63">
                        <c:v>38160</c:v>
                      </c:pt>
                      <c:pt idx="64">
                        <c:v>38161</c:v>
                      </c:pt>
                      <c:pt idx="65">
                        <c:v>38162</c:v>
                      </c:pt>
                      <c:pt idx="66">
                        <c:v>38163</c:v>
                      </c:pt>
                      <c:pt idx="67">
                        <c:v>38166</c:v>
                      </c:pt>
                      <c:pt idx="68">
                        <c:v>38167</c:v>
                      </c:pt>
                      <c:pt idx="69">
                        <c:v>38168</c:v>
                      </c:pt>
                      <c:pt idx="70">
                        <c:v>38169</c:v>
                      </c:pt>
                      <c:pt idx="71">
                        <c:v>38170</c:v>
                      </c:pt>
                      <c:pt idx="72">
                        <c:v>38174</c:v>
                      </c:pt>
                      <c:pt idx="73">
                        <c:v>38175</c:v>
                      </c:pt>
                      <c:pt idx="74">
                        <c:v>38176</c:v>
                      </c:pt>
                      <c:pt idx="75">
                        <c:v>38177</c:v>
                      </c:pt>
                      <c:pt idx="76">
                        <c:v>38180</c:v>
                      </c:pt>
                      <c:pt idx="77">
                        <c:v>38181</c:v>
                      </c:pt>
                      <c:pt idx="78">
                        <c:v>38182</c:v>
                      </c:pt>
                      <c:pt idx="79">
                        <c:v>38183</c:v>
                      </c:pt>
                      <c:pt idx="80">
                        <c:v>38184</c:v>
                      </c:pt>
                      <c:pt idx="81">
                        <c:v>38187</c:v>
                      </c:pt>
                      <c:pt idx="82">
                        <c:v>38188</c:v>
                      </c:pt>
                      <c:pt idx="83">
                        <c:v>38189</c:v>
                      </c:pt>
                      <c:pt idx="84">
                        <c:v>38190</c:v>
                      </c:pt>
                      <c:pt idx="85">
                        <c:v>38191</c:v>
                      </c:pt>
                      <c:pt idx="86">
                        <c:v>38194</c:v>
                      </c:pt>
                      <c:pt idx="87">
                        <c:v>38195</c:v>
                      </c:pt>
                      <c:pt idx="88">
                        <c:v>38196</c:v>
                      </c:pt>
                      <c:pt idx="89">
                        <c:v>38197</c:v>
                      </c:pt>
                      <c:pt idx="90">
                        <c:v>38198</c:v>
                      </c:pt>
                      <c:pt idx="91">
                        <c:v>38201</c:v>
                      </c:pt>
                      <c:pt idx="92">
                        <c:v>38202</c:v>
                      </c:pt>
                      <c:pt idx="93">
                        <c:v>38203</c:v>
                      </c:pt>
                      <c:pt idx="94">
                        <c:v>38204</c:v>
                      </c:pt>
                      <c:pt idx="95">
                        <c:v>38205</c:v>
                      </c:pt>
                      <c:pt idx="96">
                        <c:v>38208</c:v>
                      </c:pt>
                      <c:pt idx="97">
                        <c:v>38209</c:v>
                      </c:pt>
                      <c:pt idx="98">
                        <c:v>38210</c:v>
                      </c:pt>
                      <c:pt idx="99">
                        <c:v>38211</c:v>
                      </c:pt>
                      <c:pt idx="100">
                        <c:v>38212</c:v>
                      </c:pt>
                      <c:pt idx="101">
                        <c:v>38215</c:v>
                      </c:pt>
                      <c:pt idx="102">
                        <c:v>38216</c:v>
                      </c:pt>
                      <c:pt idx="103">
                        <c:v>38217</c:v>
                      </c:pt>
                      <c:pt idx="104">
                        <c:v>38218</c:v>
                      </c:pt>
                      <c:pt idx="105">
                        <c:v>38219</c:v>
                      </c:pt>
                      <c:pt idx="106">
                        <c:v>38222</c:v>
                      </c:pt>
                      <c:pt idx="107">
                        <c:v>38223</c:v>
                      </c:pt>
                      <c:pt idx="108">
                        <c:v>38224</c:v>
                      </c:pt>
                      <c:pt idx="109">
                        <c:v>38225</c:v>
                      </c:pt>
                      <c:pt idx="110">
                        <c:v>38226</c:v>
                      </c:pt>
                      <c:pt idx="111">
                        <c:v>38229</c:v>
                      </c:pt>
                      <c:pt idx="112">
                        <c:v>38230</c:v>
                      </c:pt>
                      <c:pt idx="113">
                        <c:v>38231</c:v>
                      </c:pt>
                      <c:pt idx="114">
                        <c:v>38232</c:v>
                      </c:pt>
                      <c:pt idx="115">
                        <c:v>38233</c:v>
                      </c:pt>
                      <c:pt idx="116">
                        <c:v>38236</c:v>
                      </c:pt>
                      <c:pt idx="117">
                        <c:v>38237</c:v>
                      </c:pt>
                      <c:pt idx="118">
                        <c:v>38238</c:v>
                      </c:pt>
                      <c:pt idx="119">
                        <c:v>38239</c:v>
                      </c:pt>
                      <c:pt idx="120">
                        <c:v>38240</c:v>
                      </c:pt>
                      <c:pt idx="121">
                        <c:v>38243</c:v>
                      </c:pt>
                      <c:pt idx="122">
                        <c:v>38244</c:v>
                      </c:pt>
                      <c:pt idx="123">
                        <c:v>38245</c:v>
                      </c:pt>
                      <c:pt idx="124">
                        <c:v>38246</c:v>
                      </c:pt>
                      <c:pt idx="125">
                        <c:v>38247</c:v>
                      </c:pt>
                      <c:pt idx="126">
                        <c:v>38250</c:v>
                      </c:pt>
                      <c:pt idx="127">
                        <c:v>38251</c:v>
                      </c:pt>
                      <c:pt idx="128">
                        <c:v>38252</c:v>
                      </c:pt>
                      <c:pt idx="129">
                        <c:v>38253</c:v>
                      </c:pt>
                      <c:pt idx="130">
                        <c:v>38254</c:v>
                      </c:pt>
                      <c:pt idx="131">
                        <c:v>38257</c:v>
                      </c:pt>
                      <c:pt idx="132">
                        <c:v>38258</c:v>
                      </c:pt>
                      <c:pt idx="133">
                        <c:v>38259</c:v>
                      </c:pt>
                      <c:pt idx="134">
                        <c:v>38260</c:v>
                      </c:pt>
                      <c:pt idx="135">
                        <c:v>38261</c:v>
                      </c:pt>
                      <c:pt idx="136">
                        <c:v>38264</c:v>
                      </c:pt>
                      <c:pt idx="137">
                        <c:v>38265</c:v>
                      </c:pt>
                      <c:pt idx="138">
                        <c:v>38266</c:v>
                      </c:pt>
                      <c:pt idx="139">
                        <c:v>38267</c:v>
                      </c:pt>
                      <c:pt idx="140">
                        <c:v>38268</c:v>
                      </c:pt>
                      <c:pt idx="141">
                        <c:v>38271</c:v>
                      </c:pt>
                      <c:pt idx="142">
                        <c:v>38272</c:v>
                      </c:pt>
                      <c:pt idx="143">
                        <c:v>38273</c:v>
                      </c:pt>
                      <c:pt idx="144">
                        <c:v>38274</c:v>
                      </c:pt>
                      <c:pt idx="145">
                        <c:v>38275</c:v>
                      </c:pt>
                      <c:pt idx="146">
                        <c:v>38278</c:v>
                      </c:pt>
                      <c:pt idx="147">
                        <c:v>38279</c:v>
                      </c:pt>
                      <c:pt idx="148">
                        <c:v>38280</c:v>
                      </c:pt>
                      <c:pt idx="149">
                        <c:v>38281</c:v>
                      </c:pt>
                      <c:pt idx="150">
                        <c:v>38282</c:v>
                      </c:pt>
                      <c:pt idx="151">
                        <c:v>38285</c:v>
                      </c:pt>
                      <c:pt idx="152">
                        <c:v>38286</c:v>
                      </c:pt>
                      <c:pt idx="153">
                        <c:v>38287</c:v>
                      </c:pt>
                      <c:pt idx="154">
                        <c:v>38288</c:v>
                      </c:pt>
                      <c:pt idx="155">
                        <c:v>38289</c:v>
                      </c:pt>
                      <c:pt idx="156">
                        <c:v>38292</c:v>
                      </c:pt>
                      <c:pt idx="157">
                        <c:v>38293</c:v>
                      </c:pt>
                      <c:pt idx="158">
                        <c:v>38294</c:v>
                      </c:pt>
                      <c:pt idx="159">
                        <c:v>38295</c:v>
                      </c:pt>
                      <c:pt idx="160">
                        <c:v>38296</c:v>
                      </c:pt>
                      <c:pt idx="161">
                        <c:v>38299</c:v>
                      </c:pt>
                      <c:pt idx="162">
                        <c:v>38300</c:v>
                      </c:pt>
                      <c:pt idx="163">
                        <c:v>38301</c:v>
                      </c:pt>
                      <c:pt idx="164">
                        <c:v>38302</c:v>
                      </c:pt>
                      <c:pt idx="165">
                        <c:v>38303</c:v>
                      </c:pt>
                      <c:pt idx="166">
                        <c:v>38306</c:v>
                      </c:pt>
                      <c:pt idx="167">
                        <c:v>38307</c:v>
                      </c:pt>
                      <c:pt idx="168">
                        <c:v>38308</c:v>
                      </c:pt>
                      <c:pt idx="169">
                        <c:v>38309</c:v>
                      </c:pt>
                      <c:pt idx="170">
                        <c:v>38310</c:v>
                      </c:pt>
                      <c:pt idx="171">
                        <c:v>38313</c:v>
                      </c:pt>
                      <c:pt idx="172">
                        <c:v>38314</c:v>
                      </c:pt>
                      <c:pt idx="173">
                        <c:v>38315</c:v>
                      </c:pt>
                      <c:pt idx="174">
                        <c:v>38316</c:v>
                      </c:pt>
                      <c:pt idx="175">
                        <c:v>38317</c:v>
                      </c:pt>
                      <c:pt idx="176">
                        <c:v>38320</c:v>
                      </c:pt>
                      <c:pt idx="177">
                        <c:v>38321</c:v>
                      </c:pt>
                      <c:pt idx="178">
                        <c:v>38322</c:v>
                      </c:pt>
                      <c:pt idx="179">
                        <c:v>38323</c:v>
                      </c:pt>
                      <c:pt idx="180">
                        <c:v>38324</c:v>
                      </c:pt>
                      <c:pt idx="181">
                        <c:v>38327</c:v>
                      </c:pt>
                      <c:pt idx="182">
                        <c:v>38328</c:v>
                      </c:pt>
                      <c:pt idx="183">
                        <c:v>38329</c:v>
                      </c:pt>
                      <c:pt idx="184">
                        <c:v>38330</c:v>
                      </c:pt>
                      <c:pt idx="185">
                        <c:v>38331</c:v>
                      </c:pt>
                      <c:pt idx="186">
                        <c:v>38334</c:v>
                      </c:pt>
                      <c:pt idx="187">
                        <c:v>38335</c:v>
                      </c:pt>
                      <c:pt idx="188">
                        <c:v>38336</c:v>
                      </c:pt>
                      <c:pt idx="189">
                        <c:v>38337</c:v>
                      </c:pt>
                      <c:pt idx="190">
                        <c:v>38338</c:v>
                      </c:pt>
                      <c:pt idx="191">
                        <c:v>38341</c:v>
                      </c:pt>
                      <c:pt idx="192">
                        <c:v>38342</c:v>
                      </c:pt>
                      <c:pt idx="193">
                        <c:v>38343</c:v>
                      </c:pt>
                      <c:pt idx="194">
                        <c:v>38344</c:v>
                      </c:pt>
                      <c:pt idx="195">
                        <c:v>38345</c:v>
                      </c:pt>
                      <c:pt idx="196">
                        <c:v>38348</c:v>
                      </c:pt>
                      <c:pt idx="197">
                        <c:v>38349</c:v>
                      </c:pt>
                      <c:pt idx="198">
                        <c:v>38350</c:v>
                      </c:pt>
                      <c:pt idx="199">
                        <c:v>38351</c:v>
                      </c:pt>
                      <c:pt idx="200">
                        <c:v>38352</c:v>
                      </c:pt>
                      <c:pt idx="201">
                        <c:v>38355</c:v>
                      </c:pt>
                      <c:pt idx="202">
                        <c:v>38356</c:v>
                      </c:pt>
                      <c:pt idx="203">
                        <c:v>38357</c:v>
                      </c:pt>
                      <c:pt idx="204">
                        <c:v>38358</c:v>
                      </c:pt>
                      <c:pt idx="205">
                        <c:v>38359</c:v>
                      </c:pt>
                      <c:pt idx="206">
                        <c:v>38362</c:v>
                      </c:pt>
                      <c:pt idx="207">
                        <c:v>38363</c:v>
                      </c:pt>
                      <c:pt idx="208">
                        <c:v>38364</c:v>
                      </c:pt>
                      <c:pt idx="209">
                        <c:v>38365</c:v>
                      </c:pt>
                      <c:pt idx="210">
                        <c:v>38366</c:v>
                      </c:pt>
                      <c:pt idx="211">
                        <c:v>38369</c:v>
                      </c:pt>
                      <c:pt idx="212">
                        <c:v>38370</c:v>
                      </c:pt>
                      <c:pt idx="213">
                        <c:v>38371</c:v>
                      </c:pt>
                      <c:pt idx="214">
                        <c:v>38372</c:v>
                      </c:pt>
                      <c:pt idx="215">
                        <c:v>38373</c:v>
                      </c:pt>
                      <c:pt idx="216">
                        <c:v>38376</c:v>
                      </c:pt>
                      <c:pt idx="217">
                        <c:v>38377</c:v>
                      </c:pt>
                      <c:pt idx="218">
                        <c:v>38378</c:v>
                      </c:pt>
                      <c:pt idx="219">
                        <c:v>38379</c:v>
                      </c:pt>
                      <c:pt idx="220">
                        <c:v>38380</c:v>
                      </c:pt>
                      <c:pt idx="221">
                        <c:v>38383</c:v>
                      </c:pt>
                      <c:pt idx="222">
                        <c:v>38384</c:v>
                      </c:pt>
                      <c:pt idx="223">
                        <c:v>38385</c:v>
                      </c:pt>
                      <c:pt idx="224">
                        <c:v>38386</c:v>
                      </c:pt>
                      <c:pt idx="225">
                        <c:v>38387</c:v>
                      </c:pt>
                      <c:pt idx="226">
                        <c:v>38390</c:v>
                      </c:pt>
                      <c:pt idx="227">
                        <c:v>38391</c:v>
                      </c:pt>
                      <c:pt idx="228">
                        <c:v>38392</c:v>
                      </c:pt>
                      <c:pt idx="229">
                        <c:v>38393</c:v>
                      </c:pt>
                      <c:pt idx="230">
                        <c:v>38394</c:v>
                      </c:pt>
                      <c:pt idx="231">
                        <c:v>38397</c:v>
                      </c:pt>
                      <c:pt idx="232">
                        <c:v>38398</c:v>
                      </c:pt>
                      <c:pt idx="233">
                        <c:v>38399</c:v>
                      </c:pt>
                      <c:pt idx="234">
                        <c:v>38400</c:v>
                      </c:pt>
                      <c:pt idx="235">
                        <c:v>38401</c:v>
                      </c:pt>
                      <c:pt idx="236">
                        <c:v>38404</c:v>
                      </c:pt>
                      <c:pt idx="237">
                        <c:v>38405</c:v>
                      </c:pt>
                      <c:pt idx="238">
                        <c:v>38406</c:v>
                      </c:pt>
                      <c:pt idx="239">
                        <c:v>38407</c:v>
                      </c:pt>
                      <c:pt idx="240">
                        <c:v>38408</c:v>
                      </c:pt>
                      <c:pt idx="241">
                        <c:v>38411</c:v>
                      </c:pt>
                      <c:pt idx="242">
                        <c:v>38412</c:v>
                      </c:pt>
                      <c:pt idx="243">
                        <c:v>38413</c:v>
                      </c:pt>
                      <c:pt idx="244">
                        <c:v>38414</c:v>
                      </c:pt>
                      <c:pt idx="245">
                        <c:v>38415</c:v>
                      </c:pt>
                      <c:pt idx="246">
                        <c:v>38418</c:v>
                      </c:pt>
                      <c:pt idx="247">
                        <c:v>38419</c:v>
                      </c:pt>
                      <c:pt idx="248">
                        <c:v>38420</c:v>
                      </c:pt>
                      <c:pt idx="249">
                        <c:v>38421</c:v>
                      </c:pt>
                      <c:pt idx="250">
                        <c:v>38422</c:v>
                      </c:pt>
                      <c:pt idx="251">
                        <c:v>38425</c:v>
                      </c:pt>
                      <c:pt idx="252">
                        <c:v>38426</c:v>
                      </c:pt>
                      <c:pt idx="253">
                        <c:v>38427</c:v>
                      </c:pt>
                      <c:pt idx="254">
                        <c:v>38428</c:v>
                      </c:pt>
                      <c:pt idx="255">
                        <c:v>38429</c:v>
                      </c:pt>
                      <c:pt idx="256">
                        <c:v>38432</c:v>
                      </c:pt>
                      <c:pt idx="257">
                        <c:v>38433</c:v>
                      </c:pt>
                      <c:pt idx="258">
                        <c:v>38434</c:v>
                      </c:pt>
                      <c:pt idx="259">
                        <c:v>38435</c:v>
                      </c:pt>
                      <c:pt idx="260">
                        <c:v>38436</c:v>
                      </c:pt>
                      <c:pt idx="261">
                        <c:v>38439</c:v>
                      </c:pt>
                      <c:pt idx="262">
                        <c:v>38440</c:v>
                      </c:pt>
                      <c:pt idx="263">
                        <c:v>38441</c:v>
                      </c:pt>
                      <c:pt idx="264">
                        <c:v>38442</c:v>
                      </c:pt>
                      <c:pt idx="265">
                        <c:v>38443</c:v>
                      </c:pt>
                      <c:pt idx="266">
                        <c:v>38446</c:v>
                      </c:pt>
                      <c:pt idx="267">
                        <c:v>38447</c:v>
                      </c:pt>
                      <c:pt idx="268">
                        <c:v>38448</c:v>
                      </c:pt>
                      <c:pt idx="269">
                        <c:v>38449</c:v>
                      </c:pt>
                      <c:pt idx="270">
                        <c:v>38450</c:v>
                      </c:pt>
                      <c:pt idx="271">
                        <c:v>38453</c:v>
                      </c:pt>
                      <c:pt idx="272">
                        <c:v>38454</c:v>
                      </c:pt>
                      <c:pt idx="273">
                        <c:v>38455</c:v>
                      </c:pt>
                      <c:pt idx="274">
                        <c:v>38456</c:v>
                      </c:pt>
                      <c:pt idx="275">
                        <c:v>38457</c:v>
                      </c:pt>
                      <c:pt idx="276">
                        <c:v>38460</c:v>
                      </c:pt>
                      <c:pt idx="277">
                        <c:v>38461</c:v>
                      </c:pt>
                      <c:pt idx="278">
                        <c:v>38462</c:v>
                      </c:pt>
                      <c:pt idx="279">
                        <c:v>38463</c:v>
                      </c:pt>
                      <c:pt idx="280">
                        <c:v>38464</c:v>
                      </c:pt>
                      <c:pt idx="281">
                        <c:v>38467</c:v>
                      </c:pt>
                      <c:pt idx="282">
                        <c:v>38468</c:v>
                      </c:pt>
                      <c:pt idx="283">
                        <c:v>38469</c:v>
                      </c:pt>
                      <c:pt idx="284">
                        <c:v>38470</c:v>
                      </c:pt>
                      <c:pt idx="285">
                        <c:v>38471</c:v>
                      </c:pt>
                      <c:pt idx="286">
                        <c:v>38474</c:v>
                      </c:pt>
                      <c:pt idx="287">
                        <c:v>38475</c:v>
                      </c:pt>
                      <c:pt idx="288">
                        <c:v>38476</c:v>
                      </c:pt>
                      <c:pt idx="289">
                        <c:v>38477</c:v>
                      </c:pt>
                      <c:pt idx="290">
                        <c:v>38478</c:v>
                      </c:pt>
                      <c:pt idx="291">
                        <c:v>38481</c:v>
                      </c:pt>
                      <c:pt idx="292">
                        <c:v>38482</c:v>
                      </c:pt>
                      <c:pt idx="293">
                        <c:v>38483</c:v>
                      </c:pt>
                      <c:pt idx="294">
                        <c:v>38484</c:v>
                      </c:pt>
                      <c:pt idx="295">
                        <c:v>38485</c:v>
                      </c:pt>
                      <c:pt idx="296">
                        <c:v>38488</c:v>
                      </c:pt>
                      <c:pt idx="297">
                        <c:v>38489</c:v>
                      </c:pt>
                      <c:pt idx="298">
                        <c:v>38490</c:v>
                      </c:pt>
                      <c:pt idx="299">
                        <c:v>38491</c:v>
                      </c:pt>
                      <c:pt idx="300">
                        <c:v>38492</c:v>
                      </c:pt>
                      <c:pt idx="301">
                        <c:v>38495</c:v>
                      </c:pt>
                      <c:pt idx="302">
                        <c:v>38496</c:v>
                      </c:pt>
                      <c:pt idx="303">
                        <c:v>38497</c:v>
                      </c:pt>
                      <c:pt idx="304">
                        <c:v>38498</c:v>
                      </c:pt>
                      <c:pt idx="305">
                        <c:v>38499</c:v>
                      </c:pt>
                      <c:pt idx="306">
                        <c:v>38503</c:v>
                      </c:pt>
                      <c:pt idx="307">
                        <c:v>38504</c:v>
                      </c:pt>
                      <c:pt idx="308">
                        <c:v>38505</c:v>
                      </c:pt>
                      <c:pt idx="309">
                        <c:v>38506</c:v>
                      </c:pt>
                      <c:pt idx="310">
                        <c:v>38509</c:v>
                      </c:pt>
                      <c:pt idx="311">
                        <c:v>38510</c:v>
                      </c:pt>
                      <c:pt idx="312">
                        <c:v>38511</c:v>
                      </c:pt>
                      <c:pt idx="313">
                        <c:v>38512</c:v>
                      </c:pt>
                      <c:pt idx="314">
                        <c:v>38513</c:v>
                      </c:pt>
                      <c:pt idx="315">
                        <c:v>38516</c:v>
                      </c:pt>
                      <c:pt idx="316">
                        <c:v>38517</c:v>
                      </c:pt>
                      <c:pt idx="317">
                        <c:v>38518</c:v>
                      </c:pt>
                      <c:pt idx="318">
                        <c:v>38519</c:v>
                      </c:pt>
                      <c:pt idx="319">
                        <c:v>38520</c:v>
                      </c:pt>
                      <c:pt idx="320">
                        <c:v>38523</c:v>
                      </c:pt>
                      <c:pt idx="321">
                        <c:v>38524</c:v>
                      </c:pt>
                      <c:pt idx="322">
                        <c:v>38525</c:v>
                      </c:pt>
                      <c:pt idx="323">
                        <c:v>38526</c:v>
                      </c:pt>
                      <c:pt idx="324">
                        <c:v>38527</c:v>
                      </c:pt>
                      <c:pt idx="325">
                        <c:v>38530</c:v>
                      </c:pt>
                      <c:pt idx="326">
                        <c:v>38531</c:v>
                      </c:pt>
                      <c:pt idx="327">
                        <c:v>38532</c:v>
                      </c:pt>
                      <c:pt idx="328">
                        <c:v>38533</c:v>
                      </c:pt>
                      <c:pt idx="329">
                        <c:v>38534</c:v>
                      </c:pt>
                      <c:pt idx="330">
                        <c:v>38537</c:v>
                      </c:pt>
                      <c:pt idx="331">
                        <c:v>38538</c:v>
                      </c:pt>
                      <c:pt idx="332">
                        <c:v>38539</c:v>
                      </c:pt>
                      <c:pt idx="333">
                        <c:v>38540</c:v>
                      </c:pt>
                      <c:pt idx="334">
                        <c:v>38541</c:v>
                      </c:pt>
                      <c:pt idx="335">
                        <c:v>38544</c:v>
                      </c:pt>
                      <c:pt idx="336">
                        <c:v>38545</c:v>
                      </c:pt>
                      <c:pt idx="337">
                        <c:v>38546</c:v>
                      </c:pt>
                      <c:pt idx="338">
                        <c:v>38547</c:v>
                      </c:pt>
                      <c:pt idx="339">
                        <c:v>38548</c:v>
                      </c:pt>
                      <c:pt idx="340">
                        <c:v>38551</c:v>
                      </c:pt>
                      <c:pt idx="341">
                        <c:v>38552</c:v>
                      </c:pt>
                      <c:pt idx="342">
                        <c:v>38553</c:v>
                      </c:pt>
                      <c:pt idx="343">
                        <c:v>38554</c:v>
                      </c:pt>
                      <c:pt idx="344">
                        <c:v>38555</c:v>
                      </c:pt>
                      <c:pt idx="345">
                        <c:v>38558</c:v>
                      </c:pt>
                      <c:pt idx="346">
                        <c:v>38559</c:v>
                      </c:pt>
                      <c:pt idx="347">
                        <c:v>38560</c:v>
                      </c:pt>
                      <c:pt idx="348">
                        <c:v>38561</c:v>
                      </c:pt>
                      <c:pt idx="349">
                        <c:v>38562</c:v>
                      </c:pt>
                      <c:pt idx="350">
                        <c:v>38565</c:v>
                      </c:pt>
                      <c:pt idx="351">
                        <c:v>38566</c:v>
                      </c:pt>
                      <c:pt idx="352">
                        <c:v>38567</c:v>
                      </c:pt>
                      <c:pt idx="353">
                        <c:v>38568</c:v>
                      </c:pt>
                      <c:pt idx="354">
                        <c:v>38569</c:v>
                      </c:pt>
                      <c:pt idx="355">
                        <c:v>38572</c:v>
                      </c:pt>
                      <c:pt idx="356">
                        <c:v>38573</c:v>
                      </c:pt>
                      <c:pt idx="357">
                        <c:v>38574</c:v>
                      </c:pt>
                      <c:pt idx="358">
                        <c:v>38575</c:v>
                      </c:pt>
                      <c:pt idx="359">
                        <c:v>38576</c:v>
                      </c:pt>
                      <c:pt idx="360">
                        <c:v>38579</c:v>
                      </c:pt>
                      <c:pt idx="361">
                        <c:v>38580</c:v>
                      </c:pt>
                      <c:pt idx="362">
                        <c:v>38581</c:v>
                      </c:pt>
                      <c:pt idx="363">
                        <c:v>38582</c:v>
                      </c:pt>
                      <c:pt idx="364">
                        <c:v>38583</c:v>
                      </c:pt>
                      <c:pt idx="365">
                        <c:v>38586</c:v>
                      </c:pt>
                      <c:pt idx="366">
                        <c:v>38587</c:v>
                      </c:pt>
                      <c:pt idx="367">
                        <c:v>38588</c:v>
                      </c:pt>
                      <c:pt idx="368">
                        <c:v>38589</c:v>
                      </c:pt>
                      <c:pt idx="369">
                        <c:v>38590</c:v>
                      </c:pt>
                      <c:pt idx="370">
                        <c:v>38593</c:v>
                      </c:pt>
                      <c:pt idx="371">
                        <c:v>38594</c:v>
                      </c:pt>
                      <c:pt idx="372">
                        <c:v>38595</c:v>
                      </c:pt>
                      <c:pt idx="373">
                        <c:v>38596</c:v>
                      </c:pt>
                      <c:pt idx="374">
                        <c:v>38597</c:v>
                      </c:pt>
                      <c:pt idx="375">
                        <c:v>38600</c:v>
                      </c:pt>
                      <c:pt idx="376">
                        <c:v>38601</c:v>
                      </c:pt>
                      <c:pt idx="377">
                        <c:v>38602</c:v>
                      </c:pt>
                      <c:pt idx="378">
                        <c:v>38603</c:v>
                      </c:pt>
                      <c:pt idx="379">
                        <c:v>38604</c:v>
                      </c:pt>
                      <c:pt idx="380">
                        <c:v>38607</c:v>
                      </c:pt>
                      <c:pt idx="381">
                        <c:v>38608</c:v>
                      </c:pt>
                      <c:pt idx="382">
                        <c:v>38609</c:v>
                      </c:pt>
                      <c:pt idx="383">
                        <c:v>38610</c:v>
                      </c:pt>
                      <c:pt idx="384">
                        <c:v>38611</c:v>
                      </c:pt>
                      <c:pt idx="385">
                        <c:v>38614</c:v>
                      </c:pt>
                      <c:pt idx="386">
                        <c:v>38615</c:v>
                      </c:pt>
                      <c:pt idx="387">
                        <c:v>38616</c:v>
                      </c:pt>
                      <c:pt idx="388">
                        <c:v>38617</c:v>
                      </c:pt>
                      <c:pt idx="389">
                        <c:v>38618</c:v>
                      </c:pt>
                      <c:pt idx="390">
                        <c:v>38621</c:v>
                      </c:pt>
                      <c:pt idx="391">
                        <c:v>38622</c:v>
                      </c:pt>
                      <c:pt idx="392">
                        <c:v>38623</c:v>
                      </c:pt>
                      <c:pt idx="393">
                        <c:v>38624</c:v>
                      </c:pt>
                      <c:pt idx="394">
                        <c:v>38625</c:v>
                      </c:pt>
                      <c:pt idx="395">
                        <c:v>38628</c:v>
                      </c:pt>
                      <c:pt idx="396">
                        <c:v>38629</c:v>
                      </c:pt>
                      <c:pt idx="397">
                        <c:v>38630</c:v>
                      </c:pt>
                      <c:pt idx="398">
                        <c:v>38631</c:v>
                      </c:pt>
                      <c:pt idx="399">
                        <c:v>38632</c:v>
                      </c:pt>
                      <c:pt idx="400">
                        <c:v>38635</c:v>
                      </c:pt>
                      <c:pt idx="401">
                        <c:v>38636</c:v>
                      </c:pt>
                      <c:pt idx="402">
                        <c:v>38637</c:v>
                      </c:pt>
                      <c:pt idx="403">
                        <c:v>38638</c:v>
                      </c:pt>
                      <c:pt idx="404">
                        <c:v>38639</c:v>
                      </c:pt>
                      <c:pt idx="405">
                        <c:v>38642</c:v>
                      </c:pt>
                      <c:pt idx="406">
                        <c:v>38643</c:v>
                      </c:pt>
                      <c:pt idx="407">
                        <c:v>38644</c:v>
                      </c:pt>
                      <c:pt idx="408">
                        <c:v>38645</c:v>
                      </c:pt>
                      <c:pt idx="409">
                        <c:v>38646</c:v>
                      </c:pt>
                      <c:pt idx="410">
                        <c:v>38649</c:v>
                      </c:pt>
                      <c:pt idx="411">
                        <c:v>38650</c:v>
                      </c:pt>
                      <c:pt idx="412">
                        <c:v>38651</c:v>
                      </c:pt>
                      <c:pt idx="413">
                        <c:v>38652</c:v>
                      </c:pt>
                      <c:pt idx="414">
                        <c:v>38653</c:v>
                      </c:pt>
                      <c:pt idx="415">
                        <c:v>38656</c:v>
                      </c:pt>
                      <c:pt idx="416">
                        <c:v>38657</c:v>
                      </c:pt>
                      <c:pt idx="417">
                        <c:v>38658</c:v>
                      </c:pt>
                      <c:pt idx="418">
                        <c:v>38659</c:v>
                      </c:pt>
                      <c:pt idx="419">
                        <c:v>38660</c:v>
                      </c:pt>
                      <c:pt idx="420">
                        <c:v>38663</c:v>
                      </c:pt>
                      <c:pt idx="421">
                        <c:v>38664</c:v>
                      </c:pt>
                      <c:pt idx="422">
                        <c:v>38665</c:v>
                      </c:pt>
                      <c:pt idx="423">
                        <c:v>38666</c:v>
                      </c:pt>
                      <c:pt idx="424">
                        <c:v>38667</c:v>
                      </c:pt>
                      <c:pt idx="425">
                        <c:v>38670</c:v>
                      </c:pt>
                      <c:pt idx="426">
                        <c:v>38671</c:v>
                      </c:pt>
                      <c:pt idx="427">
                        <c:v>38672</c:v>
                      </c:pt>
                      <c:pt idx="428">
                        <c:v>38673</c:v>
                      </c:pt>
                      <c:pt idx="429">
                        <c:v>38674</c:v>
                      </c:pt>
                      <c:pt idx="430">
                        <c:v>38677</c:v>
                      </c:pt>
                      <c:pt idx="431">
                        <c:v>38678</c:v>
                      </c:pt>
                      <c:pt idx="432">
                        <c:v>38679</c:v>
                      </c:pt>
                      <c:pt idx="433">
                        <c:v>38680</c:v>
                      </c:pt>
                      <c:pt idx="434">
                        <c:v>38681</c:v>
                      </c:pt>
                      <c:pt idx="435">
                        <c:v>38684</c:v>
                      </c:pt>
                      <c:pt idx="436">
                        <c:v>38685</c:v>
                      </c:pt>
                      <c:pt idx="437">
                        <c:v>38686</c:v>
                      </c:pt>
                      <c:pt idx="438">
                        <c:v>38687</c:v>
                      </c:pt>
                      <c:pt idx="439">
                        <c:v>38688</c:v>
                      </c:pt>
                      <c:pt idx="440">
                        <c:v>38691</c:v>
                      </c:pt>
                      <c:pt idx="441">
                        <c:v>38692</c:v>
                      </c:pt>
                      <c:pt idx="442">
                        <c:v>38693</c:v>
                      </c:pt>
                      <c:pt idx="443">
                        <c:v>38694</c:v>
                      </c:pt>
                      <c:pt idx="444">
                        <c:v>38695</c:v>
                      </c:pt>
                      <c:pt idx="445">
                        <c:v>38698</c:v>
                      </c:pt>
                      <c:pt idx="446">
                        <c:v>38699</c:v>
                      </c:pt>
                      <c:pt idx="447">
                        <c:v>38700</c:v>
                      </c:pt>
                      <c:pt idx="448">
                        <c:v>38701</c:v>
                      </c:pt>
                      <c:pt idx="449">
                        <c:v>38702</c:v>
                      </c:pt>
                      <c:pt idx="450">
                        <c:v>38705</c:v>
                      </c:pt>
                      <c:pt idx="451">
                        <c:v>38706</c:v>
                      </c:pt>
                      <c:pt idx="452">
                        <c:v>38707</c:v>
                      </c:pt>
                      <c:pt idx="453">
                        <c:v>38708</c:v>
                      </c:pt>
                      <c:pt idx="454">
                        <c:v>38709</c:v>
                      </c:pt>
                      <c:pt idx="455">
                        <c:v>38712</c:v>
                      </c:pt>
                      <c:pt idx="456">
                        <c:v>38713</c:v>
                      </c:pt>
                      <c:pt idx="457">
                        <c:v>38714</c:v>
                      </c:pt>
                      <c:pt idx="458">
                        <c:v>38715</c:v>
                      </c:pt>
                      <c:pt idx="459">
                        <c:v>38716</c:v>
                      </c:pt>
                      <c:pt idx="460">
                        <c:v>38719</c:v>
                      </c:pt>
                      <c:pt idx="461">
                        <c:v>38720</c:v>
                      </c:pt>
                      <c:pt idx="462">
                        <c:v>38721</c:v>
                      </c:pt>
                      <c:pt idx="463">
                        <c:v>38722</c:v>
                      </c:pt>
                      <c:pt idx="464">
                        <c:v>38723</c:v>
                      </c:pt>
                      <c:pt idx="465">
                        <c:v>38726</c:v>
                      </c:pt>
                      <c:pt idx="466">
                        <c:v>38727</c:v>
                      </c:pt>
                      <c:pt idx="467">
                        <c:v>38728</c:v>
                      </c:pt>
                      <c:pt idx="468">
                        <c:v>38729</c:v>
                      </c:pt>
                      <c:pt idx="469">
                        <c:v>38730</c:v>
                      </c:pt>
                      <c:pt idx="470">
                        <c:v>38733</c:v>
                      </c:pt>
                      <c:pt idx="471">
                        <c:v>38734</c:v>
                      </c:pt>
                      <c:pt idx="472">
                        <c:v>38735</c:v>
                      </c:pt>
                      <c:pt idx="473">
                        <c:v>38736</c:v>
                      </c:pt>
                      <c:pt idx="474">
                        <c:v>38737</c:v>
                      </c:pt>
                      <c:pt idx="475">
                        <c:v>38740</c:v>
                      </c:pt>
                      <c:pt idx="476">
                        <c:v>38741</c:v>
                      </c:pt>
                      <c:pt idx="477">
                        <c:v>38742</c:v>
                      </c:pt>
                      <c:pt idx="478">
                        <c:v>38743</c:v>
                      </c:pt>
                      <c:pt idx="479">
                        <c:v>38744</c:v>
                      </c:pt>
                      <c:pt idx="480">
                        <c:v>38747</c:v>
                      </c:pt>
                      <c:pt idx="481">
                        <c:v>38748</c:v>
                      </c:pt>
                      <c:pt idx="482">
                        <c:v>38749</c:v>
                      </c:pt>
                      <c:pt idx="483">
                        <c:v>38750</c:v>
                      </c:pt>
                      <c:pt idx="484">
                        <c:v>38751</c:v>
                      </c:pt>
                      <c:pt idx="485">
                        <c:v>38754</c:v>
                      </c:pt>
                      <c:pt idx="486">
                        <c:v>38755</c:v>
                      </c:pt>
                      <c:pt idx="487">
                        <c:v>38756</c:v>
                      </c:pt>
                      <c:pt idx="488">
                        <c:v>38757</c:v>
                      </c:pt>
                      <c:pt idx="489">
                        <c:v>38758</c:v>
                      </c:pt>
                      <c:pt idx="490">
                        <c:v>38761</c:v>
                      </c:pt>
                      <c:pt idx="491">
                        <c:v>38762</c:v>
                      </c:pt>
                      <c:pt idx="492">
                        <c:v>38763</c:v>
                      </c:pt>
                      <c:pt idx="493">
                        <c:v>38764</c:v>
                      </c:pt>
                      <c:pt idx="494">
                        <c:v>38765</c:v>
                      </c:pt>
                      <c:pt idx="495">
                        <c:v>38768</c:v>
                      </c:pt>
                      <c:pt idx="496">
                        <c:v>38769</c:v>
                      </c:pt>
                      <c:pt idx="497">
                        <c:v>38770</c:v>
                      </c:pt>
                      <c:pt idx="498">
                        <c:v>38771</c:v>
                      </c:pt>
                      <c:pt idx="499">
                        <c:v>38772</c:v>
                      </c:pt>
                      <c:pt idx="500">
                        <c:v>38775</c:v>
                      </c:pt>
                      <c:pt idx="501">
                        <c:v>38776</c:v>
                      </c:pt>
                      <c:pt idx="502">
                        <c:v>38777</c:v>
                      </c:pt>
                      <c:pt idx="503">
                        <c:v>38778</c:v>
                      </c:pt>
                      <c:pt idx="504">
                        <c:v>38779</c:v>
                      </c:pt>
                      <c:pt idx="505">
                        <c:v>38782</c:v>
                      </c:pt>
                      <c:pt idx="506">
                        <c:v>38783</c:v>
                      </c:pt>
                      <c:pt idx="507">
                        <c:v>38784</c:v>
                      </c:pt>
                      <c:pt idx="508">
                        <c:v>38785</c:v>
                      </c:pt>
                      <c:pt idx="509">
                        <c:v>38786</c:v>
                      </c:pt>
                      <c:pt idx="510">
                        <c:v>38789</c:v>
                      </c:pt>
                      <c:pt idx="511">
                        <c:v>38790</c:v>
                      </c:pt>
                      <c:pt idx="512">
                        <c:v>38791</c:v>
                      </c:pt>
                      <c:pt idx="513">
                        <c:v>38792</c:v>
                      </c:pt>
                      <c:pt idx="514">
                        <c:v>38793</c:v>
                      </c:pt>
                      <c:pt idx="515">
                        <c:v>38796</c:v>
                      </c:pt>
                      <c:pt idx="516">
                        <c:v>38797</c:v>
                      </c:pt>
                      <c:pt idx="517">
                        <c:v>38798</c:v>
                      </c:pt>
                      <c:pt idx="518">
                        <c:v>38799</c:v>
                      </c:pt>
                      <c:pt idx="519">
                        <c:v>38800</c:v>
                      </c:pt>
                      <c:pt idx="520">
                        <c:v>38803</c:v>
                      </c:pt>
                      <c:pt idx="521">
                        <c:v>38804</c:v>
                      </c:pt>
                      <c:pt idx="522">
                        <c:v>38805</c:v>
                      </c:pt>
                      <c:pt idx="523">
                        <c:v>38806</c:v>
                      </c:pt>
                      <c:pt idx="524">
                        <c:v>38807</c:v>
                      </c:pt>
                      <c:pt idx="525">
                        <c:v>38810</c:v>
                      </c:pt>
                      <c:pt idx="526">
                        <c:v>38811</c:v>
                      </c:pt>
                      <c:pt idx="527">
                        <c:v>38812</c:v>
                      </c:pt>
                      <c:pt idx="528">
                        <c:v>38813</c:v>
                      </c:pt>
                      <c:pt idx="529">
                        <c:v>38814</c:v>
                      </c:pt>
                      <c:pt idx="530">
                        <c:v>38817</c:v>
                      </c:pt>
                      <c:pt idx="531">
                        <c:v>38818</c:v>
                      </c:pt>
                      <c:pt idx="532">
                        <c:v>38819</c:v>
                      </c:pt>
                      <c:pt idx="533">
                        <c:v>38820</c:v>
                      </c:pt>
                      <c:pt idx="534">
                        <c:v>38821</c:v>
                      </c:pt>
                      <c:pt idx="535">
                        <c:v>38824</c:v>
                      </c:pt>
                      <c:pt idx="536">
                        <c:v>38825</c:v>
                      </c:pt>
                      <c:pt idx="537">
                        <c:v>38826</c:v>
                      </c:pt>
                      <c:pt idx="538">
                        <c:v>38827</c:v>
                      </c:pt>
                      <c:pt idx="539">
                        <c:v>38828</c:v>
                      </c:pt>
                      <c:pt idx="540">
                        <c:v>38831</c:v>
                      </c:pt>
                      <c:pt idx="541">
                        <c:v>38832</c:v>
                      </c:pt>
                      <c:pt idx="542">
                        <c:v>38833</c:v>
                      </c:pt>
                      <c:pt idx="543">
                        <c:v>38834</c:v>
                      </c:pt>
                      <c:pt idx="544">
                        <c:v>38835</c:v>
                      </c:pt>
                      <c:pt idx="545">
                        <c:v>38838</c:v>
                      </c:pt>
                      <c:pt idx="546">
                        <c:v>38839</c:v>
                      </c:pt>
                      <c:pt idx="547">
                        <c:v>38840</c:v>
                      </c:pt>
                      <c:pt idx="548">
                        <c:v>38841</c:v>
                      </c:pt>
                      <c:pt idx="549">
                        <c:v>38842</c:v>
                      </c:pt>
                      <c:pt idx="550">
                        <c:v>38845</c:v>
                      </c:pt>
                      <c:pt idx="551">
                        <c:v>38846</c:v>
                      </c:pt>
                      <c:pt idx="552">
                        <c:v>38847</c:v>
                      </c:pt>
                      <c:pt idx="553">
                        <c:v>38848</c:v>
                      </c:pt>
                      <c:pt idx="554">
                        <c:v>38849</c:v>
                      </c:pt>
                      <c:pt idx="555">
                        <c:v>38852</c:v>
                      </c:pt>
                      <c:pt idx="556">
                        <c:v>38853</c:v>
                      </c:pt>
                      <c:pt idx="557">
                        <c:v>38854</c:v>
                      </c:pt>
                      <c:pt idx="558">
                        <c:v>38855</c:v>
                      </c:pt>
                      <c:pt idx="559">
                        <c:v>38856</c:v>
                      </c:pt>
                      <c:pt idx="560">
                        <c:v>38859</c:v>
                      </c:pt>
                      <c:pt idx="561">
                        <c:v>38860</c:v>
                      </c:pt>
                      <c:pt idx="562">
                        <c:v>38861</c:v>
                      </c:pt>
                      <c:pt idx="563">
                        <c:v>38862</c:v>
                      </c:pt>
                      <c:pt idx="564">
                        <c:v>38863</c:v>
                      </c:pt>
                      <c:pt idx="565">
                        <c:v>38866</c:v>
                      </c:pt>
                      <c:pt idx="566">
                        <c:v>38867</c:v>
                      </c:pt>
                      <c:pt idx="567">
                        <c:v>38868</c:v>
                      </c:pt>
                      <c:pt idx="568">
                        <c:v>38869</c:v>
                      </c:pt>
                      <c:pt idx="569">
                        <c:v>38870</c:v>
                      </c:pt>
                      <c:pt idx="570">
                        <c:v>38873</c:v>
                      </c:pt>
                      <c:pt idx="571">
                        <c:v>38874</c:v>
                      </c:pt>
                      <c:pt idx="572">
                        <c:v>38875</c:v>
                      </c:pt>
                      <c:pt idx="573">
                        <c:v>38876</c:v>
                      </c:pt>
                      <c:pt idx="574">
                        <c:v>38877</c:v>
                      </c:pt>
                      <c:pt idx="575">
                        <c:v>38880</c:v>
                      </c:pt>
                      <c:pt idx="576">
                        <c:v>38881</c:v>
                      </c:pt>
                      <c:pt idx="577">
                        <c:v>38882</c:v>
                      </c:pt>
                      <c:pt idx="578">
                        <c:v>38883</c:v>
                      </c:pt>
                      <c:pt idx="579">
                        <c:v>38884</c:v>
                      </c:pt>
                      <c:pt idx="580">
                        <c:v>38887</c:v>
                      </c:pt>
                      <c:pt idx="581">
                        <c:v>38888</c:v>
                      </c:pt>
                      <c:pt idx="582">
                        <c:v>38889</c:v>
                      </c:pt>
                      <c:pt idx="583">
                        <c:v>38890</c:v>
                      </c:pt>
                      <c:pt idx="584">
                        <c:v>38891</c:v>
                      </c:pt>
                      <c:pt idx="585">
                        <c:v>38894</c:v>
                      </c:pt>
                      <c:pt idx="586">
                        <c:v>38895</c:v>
                      </c:pt>
                      <c:pt idx="587">
                        <c:v>38896</c:v>
                      </c:pt>
                      <c:pt idx="588">
                        <c:v>38897</c:v>
                      </c:pt>
                      <c:pt idx="589">
                        <c:v>38898</c:v>
                      </c:pt>
                      <c:pt idx="590">
                        <c:v>38901</c:v>
                      </c:pt>
                      <c:pt idx="591">
                        <c:v>38902</c:v>
                      </c:pt>
                      <c:pt idx="592">
                        <c:v>38903</c:v>
                      </c:pt>
                      <c:pt idx="593">
                        <c:v>38904</c:v>
                      </c:pt>
                      <c:pt idx="594">
                        <c:v>38905</c:v>
                      </c:pt>
                      <c:pt idx="595">
                        <c:v>38908</c:v>
                      </c:pt>
                      <c:pt idx="596">
                        <c:v>38909</c:v>
                      </c:pt>
                      <c:pt idx="597">
                        <c:v>38910</c:v>
                      </c:pt>
                      <c:pt idx="598">
                        <c:v>38911</c:v>
                      </c:pt>
                      <c:pt idx="599">
                        <c:v>38912</c:v>
                      </c:pt>
                      <c:pt idx="600">
                        <c:v>38915</c:v>
                      </c:pt>
                      <c:pt idx="601">
                        <c:v>38916</c:v>
                      </c:pt>
                      <c:pt idx="602">
                        <c:v>38917</c:v>
                      </c:pt>
                      <c:pt idx="603">
                        <c:v>38918</c:v>
                      </c:pt>
                      <c:pt idx="604">
                        <c:v>38919</c:v>
                      </c:pt>
                      <c:pt idx="605">
                        <c:v>38922</c:v>
                      </c:pt>
                      <c:pt idx="606">
                        <c:v>38923</c:v>
                      </c:pt>
                      <c:pt idx="607">
                        <c:v>38924</c:v>
                      </c:pt>
                      <c:pt idx="608">
                        <c:v>38925</c:v>
                      </c:pt>
                      <c:pt idx="609">
                        <c:v>38926</c:v>
                      </c:pt>
                      <c:pt idx="610">
                        <c:v>38929</c:v>
                      </c:pt>
                      <c:pt idx="611">
                        <c:v>38930</c:v>
                      </c:pt>
                      <c:pt idx="612">
                        <c:v>38931</c:v>
                      </c:pt>
                      <c:pt idx="613">
                        <c:v>38932</c:v>
                      </c:pt>
                      <c:pt idx="614">
                        <c:v>38933</c:v>
                      </c:pt>
                      <c:pt idx="615">
                        <c:v>38936</c:v>
                      </c:pt>
                      <c:pt idx="616">
                        <c:v>38937</c:v>
                      </c:pt>
                      <c:pt idx="617">
                        <c:v>38938</c:v>
                      </c:pt>
                      <c:pt idx="618">
                        <c:v>38939</c:v>
                      </c:pt>
                      <c:pt idx="619">
                        <c:v>38940</c:v>
                      </c:pt>
                      <c:pt idx="620">
                        <c:v>38943</c:v>
                      </c:pt>
                      <c:pt idx="621">
                        <c:v>38944</c:v>
                      </c:pt>
                      <c:pt idx="622">
                        <c:v>38945</c:v>
                      </c:pt>
                      <c:pt idx="623">
                        <c:v>38946</c:v>
                      </c:pt>
                      <c:pt idx="624">
                        <c:v>38947</c:v>
                      </c:pt>
                      <c:pt idx="625">
                        <c:v>38950</c:v>
                      </c:pt>
                      <c:pt idx="626">
                        <c:v>38951</c:v>
                      </c:pt>
                      <c:pt idx="627">
                        <c:v>38952</c:v>
                      </c:pt>
                      <c:pt idx="628">
                        <c:v>38953</c:v>
                      </c:pt>
                      <c:pt idx="629">
                        <c:v>38954</c:v>
                      </c:pt>
                      <c:pt idx="630">
                        <c:v>38957</c:v>
                      </c:pt>
                      <c:pt idx="631">
                        <c:v>38958</c:v>
                      </c:pt>
                      <c:pt idx="632">
                        <c:v>38959</c:v>
                      </c:pt>
                      <c:pt idx="633">
                        <c:v>38960</c:v>
                      </c:pt>
                      <c:pt idx="634">
                        <c:v>38961</c:v>
                      </c:pt>
                      <c:pt idx="635">
                        <c:v>38964</c:v>
                      </c:pt>
                      <c:pt idx="636">
                        <c:v>38965</c:v>
                      </c:pt>
                      <c:pt idx="637">
                        <c:v>38966</c:v>
                      </c:pt>
                      <c:pt idx="638">
                        <c:v>38967</c:v>
                      </c:pt>
                      <c:pt idx="639">
                        <c:v>38968</c:v>
                      </c:pt>
                      <c:pt idx="640">
                        <c:v>38971</c:v>
                      </c:pt>
                      <c:pt idx="641">
                        <c:v>38972</c:v>
                      </c:pt>
                      <c:pt idx="642">
                        <c:v>38973</c:v>
                      </c:pt>
                      <c:pt idx="643">
                        <c:v>38974</c:v>
                      </c:pt>
                      <c:pt idx="644">
                        <c:v>38975</c:v>
                      </c:pt>
                      <c:pt idx="645">
                        <c:v>38978</c:v>
                      </c:pt>
                      <c:pt idx="646">
                        <c:v>38979</c:v>
                      </c:pt>
                      <c:pt idx="647">
                        <c:v>38980</c:v>
                      </c:pt>
                      <c:pt idx="648">
                        <c:v>38981</c:v>
                      </c:pt>
                      <c:pt idx="649">
                        <c:v>38982</c:v>
                      </c:pt>
                      <c:pt idx="650">
                        <c:v>38985</c:v>
                      </c:pt>
                      <c:pt idx="651">
                        <c:v>38986</c:v>
                      </c:pt>
                      <c:pt idx="652">
                        <c:v>38987</c:v>
                      </c:pt>
                      <c:pt idx="653">
                        <c:v>38988</c:v>
                      </c:pt>
                      <c:pt idx="654">
                        <c:v>38989</c:v>
                      </c:pt>
                      <c:pt idx="655">
                        <c:v>38992</c:v>
                      </c:pt>
                      <c:pt idx="656">
                        <c:v>38993</c:v>
                      </c:pt>
                      <c:pt idx="657">
                        <c:v>38994</c:v>
                      </c:pt>
                      <c:pt idx="658">
                        <c:v>38995</c:v>
                      </c:pt>
                      <c:pt idx="659">
                        <c:v>38996</c:v>
                      </c:pt>
                      <c:pt idx="660">
                        <c:v>38999</c:v>
                      </c:pt>
                      <c:pt idx="661">
                        <c:v>39000</c:v>
                      </c:pt>
                      <c:pt idx="662">
                        <c:v>39001</c:v>
                      </c:pt>
                      <c:pt idx="663">
                        <c:v>39002</c:v>
                      </c:pt>
                      <c:pt idx="664">
                        <c:v>39003</c:v>
                      </c:pt>
                      <c:pt idx="665">
                        <c:v>39006</c:v>
                      </c:pt>
                      <c:pt idx="666">
                        <c:v>39007</c:v>
                      </c:pt>
                      <c:pt idx="667">
                        <c:v>39008</c:v>
                      </c:pt>
                      <c:pt idx="668">
                        <c:v>39009</c:v>
                      </c:pt>
                      <c:pt idx="669">
                        <c:v>39010</c:v>
                      </c:pt>
                      <c:pt idx="670">
                        <c:v>39013</c:v>
                      </c:pt>
                      <c:pt idx="671">
                        <c:v>39014</c:v>
                      </c:pt>
                      <c:pt idx="672">
                        <c:v>39015</c:v>
                      </c:pt>
                      <c:pt idx="673">
                        <c:v>39016</c:v>
                      </c:pt>
                      <c:pt idx="674">
                        <c:v>39017</c:v>
                      </c:pt>
                      <c:pt idx="675">
                        <c:v>39020</c:v>
                      </c:pt>
                      <c:pt idx="676">
                        <c:v>39021</c:v>
                      </c:pt>
                      <c:pt idx="677">
                        <c:v>39022</c:v>
                      </c:pt>
                      <c:pt idx="678">
                        <c:v>39023</c:v>
                      </c:pt>
                      <c:pt idx="679">
                        <c:v>39024</c:v>
                      </c:pt>
                      <c:pt idx="680">
                        <c:v>39027</c:v>
                      </c:pt>
                      <c:pt idx="681">
                        <c:v>39028</c:v>
                      </c:pt>
                      <c:pt idx="682">
                        <c:v>39029</c:v>
                      </c:pt>
                      <c:pt idx="683">
                        <c:v>39030</c:v>
                      </c:pt>
                      <c:pt idx="684">
                        <c:v>39031</c:v>
                      </c:pt>
                      <c:pt idx="685">
                        <c:v>39034</c:v>
                      </c:pt>
                      <c:pt idx="686">
                        <c:v>39035</c:v>
                      </c:pt>
                      <c:pt idx="687">
                        <c:v>39036</c:v>
                      </c:pt>
                      <c:pt idx="688">
                        <c:v>39037</c:v>
                      </c:pt>
                      <c:pt idx="689">
                        <c:v>39038</c:v>
                      </c:pt>
                      <c:pt idx="690">
                        <c:v>39041</c:v>
                      </c:pt>
                      <c:pt idx="691">
                        <c:v>39042</c:v>
                      </c:pt>
                      <c:pt idx="692">
                        <c:v>39043</c:v>
                      </c:pt>
                      <c:pt idx="693">
                        <c:v>39044</c:v>
                      </c:pt>
                      <c:pt idx="694">
                        <c:v>39045</c:v>
                      </c:pt>
                      <c:pt idx="695">
                        <c:v>39048</c:v>
                      </c:pt>
                      <c:pt idx="696">
                        <c:v>39049</c:v>
                      </c:pt>
                      <c:pt idx="697">
                        <c:v>39050</c:v>
                      </c:pt>
                      <c:pt idx="698">
                        <c:v>39051</c:v>
                      </c:pt>
                      <c:pt idx="699">
                        <c:v>39052</c:v>
                      </c:pt>
                      <c:pt idx="700">
                        <c:v>39055</c:v>
                      </c:pt>
                      <c:pt idx="701">
                        <c:v>39056</c:v>
                      </c:pt>
                      <c:pt idx="702">
                        <c:v>39057</c:v>
                      </c:pt>
                      <c:pt idx="703">
                        <c:v>39058</c:v>
                      </c:pt>
                      <c:pt idx="704">
                        <c:v>39059</c:v>
                      </c:pt>
                      <c:pt idx="705">
                        <c:v>39062</c:v>
                      </c:pt>
                      <c:pt idx="706">
                        <c:v>39063</c:v>
                      </c:pt>
                      <c:pt idx="707">
                        <c:v>39064</c:v>
                      </c:pt>
                      <c:pt idx="708">
                        <c:v>39065</c:v>
                      </c:pt>
                      <c:pt idx="709">
                        <c:v>39066</c:v>
                      </c:pt>
                      <c:pt idx="710">
                        <c:v>39069</c:v>
                      </c:pt>
                      <c:pt idx="711">
                        <c:v>39070</c:v>
                      </c:pt>
                      <c:pt idx="712">
                        <c:v>39071</c:v>
                      </c:pt>
                      <c:pt idx="713">
                        <c:v>39072</c:v>
                      </c:pt>
                      <c:pt idx="714">
                        <c:v>39073</c:v>
                      </c:pt>
                      <c:pt idx="715">
                        <c:v>39077</c:v>
                      </c:pt>
                      <c:pt idx="716">
                        <c:v>39078</c:v>
                      </c:pt>
                      <c:pt idx="717">
                        <c:v>39079</c:v>
                      </c:pt>
                      <c:pt idx="718">
                        <c:v>39080</c:v>
                      </c:pt>
                      <c:pt idx="719">
                        <c:v>39083</c:v>
                      </c:pt>
                      <c:pt idx="720">
                        <c:v>39084</c:v>
                      </c:pt>
                      <c:pt idx="721">
                        <c:v>39085</c:v>
                      </c:pt>
                      <c:pt idx="722">
                        <c:v>39086</c:v>
                      </c:pt>
                      <c:pt idx="723">
                        <c:v>39087</c:v>
                      </c:pt>
                      <c:pt idx="724">
                        <c:v>39090</c:v>
                      </c:pt>
                      <c:pt idx="725">
                        <c:v>39091</c:v>
                      </c:pt>
                      <c:pt idx="726">
                        <c:v>39092</c:v>
                      </c:pt>
                      <c:pt idx="727">
                        <c:v>39093</c:v>
                      </c:pt>
                      <c:pt idx="728">
                        <c:v>39094</c:v>
                      </c:pt>
                      <c:pt idx="729">
                        <c:v>39097</c:v>
                      </c:pt>
                      <c:pt idx="730">
                        <c:v>39098</c:v>
                      </c:pt>
                      <c:pt idx="731">
                        <c:v>39099</c:v>
                      </c:pt>
                      <c:pt idx="732">
                        <c:v>39100</c:v>
                      </c:pt>
                      <c:pt idx="733">
                        <c:v>39101</c:v>
                      </c:pt>
                      <c:pt idx="734">
                        <c:v>39104</c:v>
                      </c:pt>
                      <c:pt idx="735">
                        <c:v>39105</c:v>
                      </c:pt>
                      <c:pt idx="736">
                        <c:v>39106</c:v>
                      </c:pt>
                      <c:pt idx="737">
                        <c:v>39107</c:v>
                      </c:pt>
                      <c:pt idx="738">
                        <c:v>39108</c:v>
                      </c:pt>
                      <c:pt idx="739">
                        <c:v>39111</c:v>
                      </c:pt>
                      <c:pt idx="740">
                        <c:v>39112</c:v>
                      </c:pt>
                      <c:pt idx="741">
                        <c:v>39113</c:v>
                      </c:pt>
                      <c:pt idx="742">
                        <c:v>39114</c:v>
                      </c:pt>
                      <c:pt idx="743">
                        <c:v>39115</c:v>
                      </c:pt>
                      <c:pt idx="744">
                        <c:v>39118</c:v>
                      </c:pt>
                      <c:pt idx="745">
                        <c:v>39119</c:v>
                      </c:pt>
                      <c:pt idx="746">
                        <c:v>39120</c:v>
                      </c:pt>
                      <c:pt idx="747">
                        <c:v>39121</c:v>
                      </c:pt>
                      <c:pt idx="748">
                        <c:v>39122</c:v>
                      </c:pt>
                      <c:pt idx="749">
                        <c:v>39125</c:v>
                      </c:pt>
                      <c:pt idx="750">
                        <c:v>39126</c:v>
                      </c:pt>
                      <c:pt idx="751">
                        <c:v>39127</c:v>
                      </c:pt>
                      <c:pt idx="752">
                        <c:v>39128</c:v>
                      </c:pt>
                      <c:pt idx="753">
                        <c:v>39129</c:v>
                      </c:pt>
                      <c:pt idx="754">
                        <c:v>39132</c:v>
                      </c:pt>
                      <c:pt idx="755">
                        <c:v>39133</c:v>
                      </c:pt>
                      <c:pt idx="756">
                        <c:v>39134</c:v>
                      </c:pt>
                      <c:pt idx="757">
                        <c:v>39135</c:v>
                      </c:pt>
                      <c:pt idx="758">
                        <c:v>39136</c:v>
                      </c:pt>
                      <c:pt idx="759">
                        <c:v>39139</c:v>
                      </c:pt>
                      <c:pt idx="760">
                        <c:v>39140</c:v>
                      </c:pt>
                      <c:pt idx="761">
                        <c:v>39141</c:v>
                      </c:pt>
                      <c:pt idx="762">
                        <c:v>39142</c:v>
                      </c:pt>
                      <c:pt idx="763">
                        <c:v>39143</c:v>
                      </c:pt>
                      <c:pt idx="764">
                        <c:v>39146</c:v>
                      </c:pt>
                      <c:pt idx="765">
                        <c:v>39147</c:v>
                      </c:pt>
                      <c:pt idx="766">
                        <c:v>39148</c:v>
                      </c:pt>
                      <c:pt idx="767">
                        <c:v>39149</c:v>
                      </c:pt>
                      <c:pt idx="768">
                        <c:v>39150</c:v>
                      </c:pt>
                      <c:pt idx="769">
                        <c:v>39153</c:v>
                      </c:pt>
                      <c:pt idx="770">
                        <c:v>39154</c:v>
                      </c:pt>
                      <c:pt idx="771">
                        <c:v>39155</c:v>
                      </c:pt>
                      <c:pt idx="772">
                        <c:v>39156</c:v>
                      </c:pt>
                      <c:pt idx="773">
                        <c:v>39157</c:v>
                      </c:pt>
                      <c:pt idx="774">
                        <c:v>39160</c:v>
                      </c:pt>
                      <c:pt idx="775">
                        <c:v>39161</c:v>
                      </c:pt>
                      <c:pt idx="776">
                        <c:v>39162</c:v>
                      </c:pt>
                      <c:pt idx="777">
                        <c:v>39163</c:v>
                      </c:pt>
                      <c:pt idx="778">
                        <c:v>39164</c:v>
                      </c:pt>
                      <c:pt idx="779">
                        <c:v>39167</c:v>
                      </c:pt>
                      <c:pt idx="780">
                        <c:v>39168</c:v>
                      </c:pt>
                      <c:pt idx="781">
                        <c:v>39169</c:v>
                      </c:pt>
                      <c:pt idx="782">
                        <c:v>39170</c:v>
                      </c:pt>
                      <c:pt idx="783">
                        <c:v>39171</c:v>
                      </c:pt>
                      <c:pt idx="784">
                        <c:v>39174</c:v>
                      </c:pt>
                      <c:pt idx="785">
                        <c:v>39175</c:v>
                      </c:pt>
                      <c:pt idx="786">
                        <c:v>39176</c:v>
                      </c:pt>
                      <c:pt idx="787">
                        <c:v>39177</c:v>
                      </c:pt>
                      <c:pt idx="788">
                        <c:v>39178</c:v>
                      </c:pt>
                      <c:pt idx="789">
                        <c:v>39181</c:v>
                      </c:pt>
                      <c:pt idx="790">
                        <c:v>39182</c:v>
                      </c:pt>
                      <c:pt idx="791">
                        <c:v>39183</c:v>
                      </c:pt>
                      <c:pt idx="792">
                        <c:v>39184</c:v>
                      </c:pt>
                      <c:pt idx="793">
                        <c:v>39185</c:v>
                      </c:pt>
                      <c:pt idx="794">
                        <c:v>39188</c:v>
                      </c:pt>
                      <c:pt idx="795">
                        <c:v>39189</c:v>
                      </c:pt>
                      <c:pt idx="796">
                        <c:v>39190</c:v>
                      </c:pt>
                      <c:pt idx="797">
                        <c:v>39191</c:v>
                      </c:pt>
                      <c:pt idx="798">
                        <c:v>39192</c:v>
                      </c:pt>
                      <c:pt idx="799">
                        <c:v>39195</c:v>
                      </c:pt>
                      <c:pt idx="800">
                        <c:v>39196</c:v>
                      </c:pt>
                      <c:pt idx="801">
                        <c:v>39197</c:v>
                      </c:pt>
                      <c:pt idx="802">
                        <c:v>39198</c:v>
                      </c:pt>
                      <c:pt idx="803">
                        <c:v>39199</c:v>
                      </c:pt>
                      <c:pt idx="804">
                        <c:v>39202</c:v>
                      </c:pt>
                      <c:pt idx="805">
                        <c:v>39203</c:v>
                      </c:pt>
                      <c:pt idx="806">
                        <c:v>39204</c:v>
                      </c:pt>
                      <c:pt idx="807">
                        <c:v>39205</c:v>
                      </c:pt>
                      <c:pt idx="808">
                        <c:v>39206</c:v>
                      </c:pt>
                      <c:pt idx="809">
                        <c:v>39209</c:v>
                      </c:pt>
                      <c:pt idx="810">
                        <c:v>39210</c:v>
                      </c:pt>
                      <c:pt idx="811">
                        <c:v>39211</c:v>
                      </c:pt>
                      <c:pt idx="812">
                        <c:v>39212</c:v>
                      </c:pt>
                      <c:pt idx="813">
                        <c:v>39213</c:v>
                      </c:pt>
                      <c:pt idx="814">
                        <c:v>39216</c:v>
                      </c:pt>
                      <c:pt idx="815">
                        <c:v>39217</c:v>
                      </c:pt>
                      <c:pt idx="816">
                        <c:v>39218</c:v>
                      </c:pt>
                      <c:pt idx="817">
                        <c:v>39219</c:v>
                      </c:pt>
                      <c:pt idx="818">
                        <c:v>39220</c:v>
                      </c:pt>
                      <c:pt idx="819">
                        <c:v>39223</c:v>
                      </c:pt>
                      <c:pt idx="820">
                        <c:v>39224</c:v>
                      </c:pt>
                      <c:pt idx="821">
                        <c:v>39225</c:v>
                      </c:pt>
                      <c:pt idx="822">
                        <c:v>39226</c:v>
                      </c:pt>
                      <c:pt idx="823">
                        <c:v>39227</c:v>
                      </c:pt>
                      <c:pt idx="824">
                        <c:v>39230</c:v>
                      </c:pt>
                      <c:pt idx="825">
                        <c:v>39231</c:v>
                      </c:pt>
                      <c:pt idx="826">
                        <c:v>39232</c:v>
                      </c:pt>
                      <c:pt idx="827">
                        <c:v>39233</c:v>
                      </c:pt>
                      <c:pt idx="828">
                        <c:v>39234</c:v>
                      </c:pt>
                      <c:pt idx="829">
                        <c:v>39237</c:v>
                      </c:pt>
                      <c:pt idx="830">
                        <c:v>39238</c:v>
                      </c:pt>
                      <c:pt idx="831">
                        <c:v>39239</c:v>
                      </c:pt>
                      <c:pt idx="832">
                        <c:v>39240</c:v>
                      </c:pt>
                      <c:pt idx="833">
                        <c:v>39241</c:v>
                      </c:pt>
                      <c:pt idx="834">
                        <c:v>39244</c:v>
                      </c:pt>
                      <c:pt idx="835">
                        <c:v>39245</c:v>
                      </c:pt>
                      <c:pt idx="836">
                        <c:v>39246</c:v>
                      </c:pt>
                      <c:pt idx="837">
                        <c:v>39247</c:v>
                      </c:pt>
                      <c:pt idx="838">
                        <c:v>39248</c:v>
                      </c:pt>
                      <c:pt idx="839">
                        <c:v>39251</c:v>
                      </c:pt>
                      <c:pt idx="840">
                        <c:v>39252</c:v>
                      </c:pt>
                      <c:pt idx="841">
                        <c:v>39253</c:v>
                      </c:pt>
                      <c:pt idx="842">
                        <c:v>39254</c:v>
                      </c:pt>
                      <c:pt idx="843">
                        <c:v>39255</c:v>
                      </c:pt>
                      <c:pt idx="844">
                        <c:v>39258</c:v>
                      </c:pt>
                      <c:pt idx="845">
                        <c:v>39259</c:v>
                      </c:pt>
                      <c:pt idx="846">
                        <c:v>39260</c:v>
                      </c:pt>
                      <c:pt idx="847">
                        <c:v>39261</c:v>
                      </c:pt>
                      <c:pt idx="848">
                        <c:v>39262</c:v>
                      </c:pt>
                      <c:pt idx="849">
                        <c:v>39265</c:v>
                      </c:pt>
                      <c:pt idx="850">
                        <c:v>39266</c:v>
                      </c:pt>
                      <c:pt idx="851">
                        <c:v>39267</c:v>
                      </c:pt>
                      <c:pt idx="852">
                        <c:v>39268</c:v>
                      </c:pt>
                      <c:pt idx="853">
                        <c:v>39269</c:v>
                      </c:pt>
                      <c:pt idx="854">
                        <c:v>39272</c:v>
                      </c:pt>
                      <c:pt idx="855">
                        <c:v>39273</c:v>
                      </c:pt>
                      <c:pt idx="856">
                        <c:v>39274</c:v>
                      </c:pt>
                      <c:pt idx="857">
                        <c:v>39275</c:v>
                      </c:pt>
                      <c:pt idx="858">
                        <c:v>39276</c:v>
                      </c:pt>
                      <c:pt idx="859">
                        <c:v>39279</c:v>
                      </c:pt>
                      <c:pt idx="860">
                        <c:v>39280</c:v>
                      </c:pt>
                      <c:pt idx="861">
                        <c:v>39281</c:v>
                      </c:pt>
                      <c:pt idx="862">
                        <c:v>39282</c:v>
                      </c:pt>
                      <c:pt idx="863">
                        <c:v>39283</c:v>
                      </c:pt>
                      <c:pt idx="864">
                        <c:v>39286</c:v>
                      </c:pt>
                      <c:pt idx="865">
                        <c:v>39287</c:v>
                      </c:pt>
                      <c:pt idx="866">
                        <c:v>39288</c:v>
                      </c:pt>
                      <c:pt idx="867">
                        <c:v>39289</c:v>
                      </c:pt>
                      <c:pt idx="868">
                        <c:v>39290</c:v>
                      </c:pt>
                      <c:pt idx="869">
                        <c:v>39293</c:v>
                      </c:pt>
                      <c:pt idx="870">
                        <c:v>39294</c:v>
                      </c:pt>
                      <c:pt idx="871">
                        <c:v>39295</c:v>
                      </c:pt>
                      <c:pt idx="872">
                        <c:v>39296</c:v>
                      </c:pt>
                      <c:pt idx="873">
                        <c:v>39297</c:v>
                      </c:pt>
                      <c:pt idx="874">
                        <c:v>39300</c:v>
                      </c:pt>
                      <c:pt idx="875">
                        <c:v>39301</c:v>
                      </c:pt>
                      <c:pt idx="876">
                        <c:v>39302</c:v>
                      </c:pt>
                      <c:pt idx="877">
                        <c:v>39303</c:v>
                      </c:pt>
                      <c:pt idx="878">
                        <c:v>39304</c:v>
                      </c:pt>
                      <c:pt idx="879">
                        <c:v>39307</c:v>
                      </c:pt>
                      <c:pt idx="880">
                        <c:v>39308</c:v>
                      </c:pt>
                      <c:pt idx="881">
                        <c:v>39309</c:v>
                      </c:pt>
                      <c:pt idx="882">
                        <c:v>39310</c:v>
                      </c:pt>
                      <c:pt idx="883">
                        <c:v>39311</c:v>
                      </c:pt>
                      <c:pt idx="884">
                        <c:v>39314</c:v>
                      </c:pt>
                      <c:pt idx="885">
                        <c:v>39315</c:v>
                      </c:pt>
                      <c:pt idx="886">
                        <c:v>39316</c:v>
                      </c:pt>
                      <c:pt idx="887">
                        <c:v>39317</c:v>
                      </c:pt>
                      <c:pt idx="888">
                        <c:v>39318</c:v>
                      </c:pt>
                      <c:pt idx="889">
                        <c:v>39321</c:v>
                      </c:pt>
                      <c:pt idx="890">
                        <c:v>39322</c:v>
                      </c:pt>
                      <c:pt idx="891">
                        <c:v>39323</c:v>
                      </c:pt>
                      <c:pt idx="892">
                        <c:v>39324</c:v>
                      </c:pt>
                      <c:pt idx="893">
                        <c:v>39325</c:v>
                      </c:pt>
                      <c:pt idx="894">
                        <c:v>39328</c:v>
                      </c:pt>
                      <c:pt idx="895">
                        <c:v>39329</c:v>
                      </c:pt>
                      <c:pt idx="896">
                        <c:v>39330</c:v>
                      </c:pt>
                      <c:pt idx="897">
                        <c:v>39331</c:v>
                      </c:pt>
                      <c:pt idx="898">
                        <c:v>39332</c:v>
                      </c:pt>
                      <c:pt idx="899">
                        <c:v>39335</c:v>
                      </c:pt>
                      <c:pt idx="900">
                        <c:v>39336</c:v>
                      </c:pt>
                      <c:pt idx="901">
                        <c:v>39337</c:v>
                      </c:pt>
                      <c:pt idx="902">
                        <c:v>39338</c:v>
                      </c:pt>
                      <c:pt idx="903">
                        <c:v>39339</c:v>
                      </c:pt>
                      <c:pt idx="904">
                        <c:v>39342</c:v>
                      </c:pt>
                      <c:pt idx="905">
                        <c:v>39343</c:v>
                      </c:pt>
                      <c:pt idx="906">
                        <c:v>39344</c:v>
                      </c:pt>
                      <c:pt idx="907">
                        <c:v>39345</c:v>
                      </c:pt>
                      <c:pt idx="908">
                        <c:v>39346</c:v>
                      </c:pt>
                      <c:pt idx="909">
                        <c:v>39349</c:v>
                      </c:pt>
                      <c:pt idx="910">
                        <c:v>39350</c:v>
                      </c:pt>
                      <c:pt idx="911">
                        <c:v>39351</c:v>
                      </c:pt>
                      <c:pt idx="912">
                        <c:v>39352</c:v>
                      </c:pt>
                      <c:pt idx="913">
                        <c:v>39353</c:v>
                      </c:pt>
                      <c:pt idx="914">
                        <c:v>39356</c:v>
                      </c:pt>
                      <c:pt idx="915">
                        <c:v>39357</c:v>
                      </c:pt>
                      <c:pt idx="916">
                        <c:v>39358</c:v>
                      </c:pt>
                      <c:pt idx="917">
                        <c:v>39359</c:v>
                      </c:pt>
                      <c:pt idx="918">
                        <c:v>39360</c:v>
                      </c:pt>
                      <c:pt idx="919">
                        <c:v>39363</c:v>
                      </c:pt>
                      <c:pt idx="920">
                        <c:v>39364</c:v>
                      </c:pt>
                      <c:pt idx="921">
                        <c:v>39365</c:v>
                      </c:pt>
                      <c:pt idx="922">
                        <c:v>39366</c:v>
                      </c:pt>
                      <c:pt idx="923">
                        <c:v>39367</c:v>
                      </c:pt>
                      <c:pt idx="924">
                        <c:v>39370</c:v>
                      </c:pt>
                      <c:pt idx="925">
                        <c:v>39371</c:v>
                      </c:pt>
                      <c:pt idx="926">
                        <c:v>39372</c:v>
                      </c:pt>
                      <c:pt idx="927">
                        <c:v>39373</c:v>
                      </c:pt>
                      <c:pt idx="928">
                        <c:v>39374</c:v>
                      </c:pt>
                      <c:pt idx="929">
                        <c:v>39377</c:v>
                      </c:pt>
                      <c:pt idx="930">
                        <c:v>39378</c:v>
                      </c:pt>
                      <c:pt idx="931">
                        <c:v>39379</c:v>
                      </c:pt>
                      <c:pt idx="932">
                        <c:v>39380</c:v>
                      </c:pt>
                      <c:pt idx="933">
                        <c:v>39381</c:v>
                      </c:pt>
                      <c:pt idx="934">
                        <c:v>39384</c:v>
                      </c:pt>
                      <c:pt idx="935">
                        <c:v>39385</c:v>
                      </c:pt>
                      <c:pt idx="936">
                        <c:v>39386</c:v>
                      </c:pt>
                      <c:pt idx="937">
                        <c:v>39387</c:v>
                      </c:pt>
                      <c:pt idx="938">
                        <c:v>39388</c:v>
                      </c:pt>
                      <c:pt idx="939">
                        <c:v>39391</c:v>
                      </c:pt>
                      <c:pt idx="940">
                        <c:v>39392</c:v>
                      </c:pt>
                      <c:pt idx="941">
                        <c:v>39393</c:v>
                      </c:pt>
                      <c:pt idx="942">
                        <c:v>39394</c:v>
                      </c:pt>
                      <c:pt idx="943">
                        <c:v>39395</c:v>
                      </c:pt>
                      <c:pt idx="944">
                        <c:v>39398</c:v>
                      </c:pt>
                      <c:pt idx="945">
                        <c:v>39399</c:v>
                      </c:pt>
                      <c:pt idx="946">
                        <c:v>39400</c:v>
                      </c:pt>
                      <c:pt idx="947">
                        <c:v>39401</c:v>
                      </c:pt>
                      <c:pt idx="948">
                        <c:v>39402</c:v>
                      </c:pt>
                      <c:pt idx="949">
                        <c:v>39405</c:v>
                      </c:pt>
                      <c:pt idx="950">
                        <c:v>39406</c:v>
                      </c:pt>
                      <c:pt idx="951">
                        <c:v>39407</c:v>
                      </c:pt>
                      <c:pt idx="952">
                        <c:v>39408</c:v>
                      </c:pt>
                      <c:pt idx="953">
                        <c:v>39409</c:v>
                      </c:pt>
                      <c:pt idx="954">
                        <c:v>39412</c:v>
                      </c:pt>
                      <c:pt idx="955">
                        <c:v>39413</c:v>
                      </c:pt>
                      <c:pt idx="956">
                        <c:v>39414</c:v>
                      </c:pt>
                      <c:pt idx="957">
                        <c:v>39415</c:v>
                      </c:pt>
                      <c:pt idx="958">
                        <c:v>39416</c:v>
                      </c:pt>
                      <c:pt idx="959">
                        <c:v>39419</c:v>
                      </c:pt>
                      <c:pt idx="960">
                        <c:v>39420</c:v>
                      </c:pt>
                      <c:pt idx="961">
                        <c:v>39421</c:v>
                      </c:pt>
                      <c:pt idx="962">
                        <c:v>39422</c:v>
                      </c:pt>
                      <c:pt idx="963">
                        <c:v>39423</c:v>
                      </c:pt>
                      <c:pt idx="964">
                        <c:v>39426</c:v>
                      </c:pt>
                      <c:pt idx="965">
                        <c:v>39427</c:v>
                      </c:pt>
                      <c:pt idx="966">
                        <c:v>39428</c:v>
                      </c:pt>
                      <c:pt idx="967">
                        <c:v>39429</c:v>
                      </c:pt>
                      <c:pt idx="968">
                        <c:v>39430</c:v>
                      </c:pt>
                      <c:pt idx="969">
                        <c:v>39433</c:v>
                      </c:pt>
                      <c:pt idx="970">
                        <c:v>39434</c:v>
                      </c:pt>
                      <c:pt idx="971">
                        <c:v>39435</c:v>
                      </c:pt>
                      <c:pt idx="972">
                        <c:v>39436</c:v>
                      </c:pt>
                      <c:pt idx="973">
                        <c:v>39437</c:v>
                      </c:pt>
                      <c:pt idx="974">
                        <c:v>39440</c:v>
                      </c:pt>
                      <c:pt idx="975">
                        <c:v>39441</c:v>
                      </c:pt>
                      <c:pt idx="976">
                        <c:v>39442</c:v>
                      </c:pt>
                      <c:pt idx="977">
                        <c:v>39443</c:v>
                      </c:pt>
                      <c:pt idx="978">
                        <c:v>39444</c:v>
                      </c:pt>
                      <c:pt idx="979">
                        <c:v>39447</c:v>
                      </c:pt>
                      <c:pt idx="980">
                        <c:v>39448</c:v>
                      </c:pt>
                      <c:pt idx="981">
                        <c:v>39449</c:v>
                      </c:pt>
                      <c:pt idx="982">
                        <c:v>39450</c:v>
                      </c:pt>
                      <c:pt idx="983">
                        <c:v>39451</c:v>
                      </c:pt>
                      <c:pt idx="984">
                        <c:v>39454</c:v>
                      </c:pt>
                      <c:pt idx="985">
                        <c:v>39455</c:v>
                      </c:pt>
                      <c:pt idx="986">
                        <c:v>39456</c:v>
                      </c:pt>
                      <c:pt idx="987">
                        <c:v>39457</c:v>
                      </c:pt>
                      <c:pt idx="988">
                        <c:v>39458</c:v>
                      </c:pt>
                      <c:pt idx="989">
                        <c:v>39461</c:v>
                      </c:pt>
                      <c:pt idx="990">
                        <c:v>39462</c:v>
                      </c:pt>
                      <c:pt idx="991">
                        <c:v>39463</c:v>
                      </c:pt>
                      <c:pt idx="992">
                        <c:v>39464</c:v>
                      </c:pt>
                      <c:pt idx="993">
                        <c:v>39465</c:v>
                      </c:pt>
                      <c:pt idx="994">
                        <c:v>39468</c:v>
                      </c:pt>
                      <c:pt idx="995">
                        <c:v>39469</c:v>
                      </c:pt>
                      <c:pt idx="996">
                        <c:v>39470</c:v>
                      </c:pt>
                      <c:pt idx="997">
                        <c:v>39471</c:v>
                      </c:pt>
                      <c:pt idx="998">
                        <c:v>39472</c:v>
                      </c:pt>
                      <c:pt idx="999">
                        <c:v>39475</c:v>
                      </c:pt>
                      <c:pt idx="1000">
                        <c:v>39476</c:v>
                      </c:pt>
                      <c:pt idx="1001">
                        <c:v>39477</c:v>
                      </c:pt>
                      <c:pt idx="1002">
                        <c:v>39478</c:v>
                      </c:pt>
                      <c:pt idx="1003">
                        <c:v>39479</c:v>
                      </c:pt>
                      <c:pt idx="1004">
                        <c:v>39482</c:v>
                      </c:pt>
                      <c:pt idx="1005">
                        <c:v>39483</c:v>
                      </c:pt>
                      <c:pt idx="1006">
                        <c:v>39484</c:v>
                      </c:pt>
                      <c:pt idx="1007">
                        <c:v>39485</c:v>
                      </c:pt>
                      <c:pt idx="1008">
                        <c:v>39486</c:v>
                      </c:pt>
                      <c:pt idx="1009">
                        <c:v>39489</c:v>
                      </c:pt>
                      <c:pt idx="1010">
                        <c:v>39490</c:v>
                      </c:pt>
                      <c:pt idx="1011">
                        <c:v>39491</c:v>
                      </c:pt>
                      <c:pt idx="1012">
                        <c:v>39492</c:v>
                      </c:pt>
                      <c:pt idx="1013">
                        <c:v>39493</c:v>
                      </c:pt>
                      <c:pt idx="1014">
                        <c:v>39496</c:v>
                      </c:pt>
                      <c:pt idx="1015">
                        <c:v>39497</c:v>
                      </c:pt>
                      <c:pt idx="1016">
                        <c:v>39498</c:v>
                      </c:pt>
                      <c:pt idx="1017">
                        <c:v>39499</c:v>
                      </c:pt>
                      <c:pt idx="1018">
                        <c:v>39500</c:v>
                      </c:pt>
                      <c:pt idx="1019">
                        <c:v>39503</c:v>
                      </c:pt>
                      <c:pt idx="1020">
                        <c:v>39504</c:v>
                      </c:pt>
                      <c:pt idx="1021">
                        <c:v>39505</c:v>
                      </c:pt>
                      <c:pt idx="1022">
                        <c:v>39506</c:v>
                      </c:pt>
                      <c:pt idx="1023">
                        <c:v>39507</c:v>
                      </c:pt>
                      <c:pt idx="1024">
                        <c:v>39510</c:v>
                      </c:pt>
                      <c:pt idx="1025">
                        <c:v>39511</c:v>
                      </c:pt>
                      <c:pt idx="1026">
                        <c:v>39512</c:v>
                      </c:pt>
                      <c:pt idx="1027">
                        <c:v>39513</c:v>
                      </c:pt>
                      <c:pt idx="1028">
                        <c:v>39514</c:v>
                      </c:pt>
                      <c:pt idx="1029">
                        <c:v>39517</c:v>
                      </c:pt>
                      <c:pt idx="1030">
                        <c:v>39518</c:v>
                      </c:pt>
                      <c:pt idx="1031">
                        <c:v>39519</c:v>
                      </c:pt>
                      <c:pt idx="1032">
                        <c:v>39520</c:v>
                      </c:pt>
                      <c:pt idx="1033">
                        <c:v>39521</c:v>
                      </c:pt>
                      <c:pt idx="1034">
                        <c:v>39524</c:v>
                      </c:pt>
                      <c:pt idx="1035">
                        <c:v>39525</c:v>
                      </c:pt>
                      <c:pt idx="1036">
                        <c:v>39526</c:v>
                      </c:pt>
                      <c:pt idx="1037">
                        <c:v>39527</c:v>
                      </c:pt>
                      <c:pt idx="1038">
                        <c:v>39528</c:v>
                      </c:pt>
                      <c:pt idx="1039">
                        <c:v>39531</c:v>
                      </c:pt>
                      <c:pt idx="1040">
                        <c:v>39532</c:v>
                      </c:pt>
                      <c:pt idx="1041">
                        <c:v>39533</c:v>
                      </c:pt>
                      <c:pt idx="1042">
                        <c:v>39534</c:v>
                      </c:pt>
                      <c:pt idx="1043">
                        <c:v>39535</c:v>
                      </c:pt>
                      <c:pt idx="1044">
                        <c:v>39538</c:v>
                      </c:pt>
                      <c:pt idx="1045">
                        <c:v>39539</c:v>
                      </c:pt>
                      <c:pt idx="1046">
                        <c:v>39540</c:v>
                      </c:pt>
                      <c:pt idx="1047">
                        <c:v>39541</c:v>
                      </c:pt>
                      <c:pt idx="1048">
                        <c:v>39542</c:v>
                      </c:pt>
                      <c:pt idx="1049">
                        <c:v>39545</c:v>
                      </c:pt>
                      <c:pt idx="1050">
                        <c:v>39546</c:v>
                      </c:pt>
                      <c:pt idx="1051">
                        <c:v>39547</c:v>
                      </c:pt>
                      <c:pt idx="1052">
                        <c:v>39548</c:v>
                      </c:pt>
                      <c:pt idx="1053">
                        <c:v>39549</c:v>
                      </c:pt>
                      <c:pt idx="1054">
                        <c:v>39552</c:v>
                      </c:pt>
                      <c:pt idx="1055">
                        <c:v>39553</c:v>
                      </c:pt>
                      <c:pt idx="1056">
                        <c:v>39554</c:v>
                      </c:pt>
                      <c:pt idx="1057">
                        <c:v>39555</c:v>
                      </c:pt>
                      <c:pt idx="1058">
                        <c:v>39556</c:v>
                      </c:pt>
                      <c:pt idx="1059">
                        <c:v>39559</c:v>
                      </c:pt>
                      <c:pt idx="1060">
                        <c:v>39560</c:v>
                      </c:pt>
                      <c:pt idx="1061">
                        <c:v>39561</c:v>
                      </c:pt>
                      <c:pt idx="1062">
                        <c:v>39562</c:v>
                      </c:pt>
                      <c:pt idx="1063">
                        <c:v>39563</c:v>
                      </c:pt>
                      <c:pt idx="1064">
                        <c:v>39566</c:v>
                      </c:pt>
                      <c:pt idx="1065">
                        <c:v>39567</c:v>
                      </c:pt>
                      <c:pt idx="1066">
                        <c:v>39568</c:v>
                      </c:pt>
                      <c:pt idx="1067">
                        <c:v>39569</c:v>
                      </c:pt>
                      <c:pt idx="1068">
                        <c:v>39570</c:v>
                      </c:pt>
                      <c:pt idx="1069">
                        <c:v>39573</c:v>
                      </c:pt>
                      <c:pt idx="1070">
                        <c:v>39574</c:v>
                      </c:pt>
                      <c:pt idx="1071">
                        <c:v>39575</c:v>
                      </c:pt>
                      <c:pt idx="1072">
                        <c:v>39576</c:v>
                      </c:pt>
                      <c:pt idx="1073">
                        <c:v>39577</c:v>
                      </c:pt>
                      <c:pt idx="1074">
                        <c:v>39580</c:v>
                      </c:pt>
                      <c:pt idx="1075">
                        <c:v>39581</c:v>
                      </c:pt>
                      <c:pt idx="1076">
                        <c:v>39582</c:v>
                      </c:pt>
                      <c:pt idx="1077">
                        <c:v>39583</c:v>
                      </c:pt>
                      <c:pt idx="1078">
                        <c:v>39584</c:v>
                      </c:pt>
                      <c:pt idx="1079">
                        <c:v>39587</c:v>
                      </c:pt>
                      <c:pt idx="1080">
                        <c:v>39588</c:v>
                      </c:pt>
                      <c:pt idx="1081">
                        <c:v>39589</c:v>
                      </c:pt>
                      <c:pt idx="1082">
                        <c:v>39590</c:v>
                      </c:pt>
                      <c:pt idx="1083">
                        <c:v>39591</c:v>
                      </c:pt>
                      <c:pt idx="1084">
                        <c:v>39594</c:v>
                      </c:pt>
                      <c:pt idx="1085">
                        <c:v>39595</c:v>
                      </c:pt>
                      <c:pt idx="1086">
                        <c:v>39596</c:v>
                      </c:pt>
                      <c:pt idx="1087">
                        <c:v>39597</c:v>
                      </c:pt>
                      <c:pt idx="1088">
                        <c:v>39598</c:v>
                      </c:pt>
                      <c:pt idx="1089">
                        <c:v>39601</c:v>
                      </c:pt>
                      <c:pt idx="1090">
                        <c:v>39602</c:v>
                      </c:pt>
                      <c:pt idx="1091">
                        <c:v>39603</c:v>
                      </c:pt>
                      <c:pt idx="1092">
                        <c:v>39604</c:v>
                      </c:pt>
                      <c:pt idx="1093">
                        <c:v>39605</c:v>
                      </c:pt>
                      <c:pt idx="1094">
                        <c:v>39608</c:v>
                      </c:pt>
                      <c:pt idx="1095">
                        <c:v>39609</c:v>
                      </c:pt>
                      <c:pt idx="1096">
                        <c:v>39610</c:v>
                      </c:pt>
                      <c:pt idx="1097">
                        <c:v>39611</c:v>
                      </c:pt>
                      <c:pt idx="1098">
                        <c:v>39612</c:v>
                      </c:pt>
                      <c:pt idx="1099">
                        <c:v>39615</c:v>
                      </c:pt>
                      <c:pt idx="1100">
                        <c:v>39616</c:v>
                      </c:pt>
                      <c:pt idx="1101">
                        <c:v>39617</c:v>
                      </c:pt>
                      <c:pt idx="1102">
                        <c:v>39618</c:v>
                      </c:pt>
                      <c:pt idx="1103">
                        <c:v>39619</c:v>
                      </c:pt>
                      <c:pt idx="1104">
                        <c:v>39622</c:v>
                      </c:pt>
                      <c:pt idx="1105">
                        <c:v>39623</c:v>
                      </c:pt>
                      <c:pt idx="1106">
                        <c:v>39624</c:v>
                      </c:pt>
                      <c:pt idx="1107">
                        <c:v>39625</c:v>
                      </c:pt>
                      <c:pt idx="1108">
                        <c:v>39626</c:v>
                      </c:pt>
                      <c:pt idx="1109">
                        <c:v>39629</c:v>
                      </c:pt>
                      <c:pt idx="1110">
                        <c:v>39630</c:v>
                      </c:pt>
                      <c:pt idx="1111">
                        <c:v>39631</c:v>
                      </c:pt>
                      <c:pt idx="1112">
                        <c:v>39632</c:v>
                      </c:pt>
                      <c:pt idx="1113">
                        <c:v>39633</c:v>
                      </c:pt>
                      <c:pt idx="1114">
                        <c:v>39636</c:v>
                      </c:pt>
                      <c:pt idx="1115">
                        <c:v>39637</c:v>
                      </c:pt>
                      <c:pt idx="1116">
                        <c:v>39638</c:v>
                      </c:pt>
                      <c:pt idx="1117">
                        <c:v>39639</c:v>
                      </c:pt>
                      <c:pt idx="1118">
                        <c:v>39640</c:v>
                      </c:pt>
                      <c:pt idx="1119">
                        <c:v>39643</c:v>
                      </c:pt>
                      <c:pt idx="1120">
                        <c:v>39644</c:v>
                      </c:pt>
                      <c:pt idx="1121">
                        <c:v>39645</c:v>
                      </c:pt>
                      <c:pt idx="1122">
                        <c:v>39646</c:v>
                      </c:pt>
                      <c:pt idx="1123">
                        <c:v>39647</c:v>
                      </c:pt>
                      <c:pt idx="1124">
                        <c:v>39650</c:v>
                      </c:pt>
                      <c:pt idx="1125">
                        <c:v>39651</c:v>
                      </c:pt>
                      <c:pt idx="1126">
                        <c:v>39652</c:v>
                      </c:pt>
                      <c:pt idx="1127">
                        <c:v>39653</c:v>
                      </c:pt>
                      <c:pt idx="1128">
                        <c:v>39654</c:v>
                      </c:pt>
                      <c:pt idx="1129">
                        <c:v>39657</c:v>
                      </c:pt>
                      <c:pt idx="1130">
                        <c:v>39658</c:v>
                      </c:pt>
                      <c:pt idx="1131">
                        <c:v>39659</c:v>
                      </c:pt>
                      <c:pt idx="1132">
                        <c:v>39660</c:v>
                      </c:pt>
                      <c:pt idx="1133">
                        <c:v>39661</c:v>
                      </c:pt>
                      <c:pt idx="1134">
                        <c:v>39664</c:v>
                      </c:pt>
                      <c:pt idx="1135">
                        <c:v>39665</c:v>
                      </c:pt>
                      <c:pt idx="1136">
                        <c:v>39666</c:v>
                      </c:pt>
                      <c:pt idx="1137">
                        <c:v>39667</c:v>
                      </c:pt>
                      <c:pt idx="1138">
                        <c:v>39668</c:v>
                      </c:pt>
                      <c:pt idx="1139">
                        <c:v>39671</c:v>
                      </c:pt>
                      <c:pt idx="1140">
                        <c:v>39672</c:v>
                      </c:pt>
                      <c:pt idx="1141">
                        <c:v>39673</c:v>
                      </c:pt>
                      <c:pt idx="1142">
                        <c:v>39674</c:v>
                      </c:pt>
                      <c:pt idx="1143">
                        <c:v>39675</c:v>
                      </c:pt>
                      <c:pt idx="1144">
                        <c:v>39678</c:v>
                      </c:pt>
                      <c:pt idx="1145">
                        <c:v>39679</c:v>
                      </c:pt>
                      <c:pt idx="1146">
                        <c:v>39680</c:v>
                      </c:pt>
                      <c:pt idx="1147">
                        <c:v>39681</c:v>
                      </c:pt>
                      <c:pt idx="1148">
                        <c:v>39682</c:v>
                      </c:pt>
                      <c:pt idx="1149">
                        <c:v>39685</c:v>
                      </c:pt>
                      <c:pt idx="1150">
                        <c:v>39686</c:v>
                      </c:pt>
                      <c:pt idx="1151">
                        <c:v>39687</c:v>
                      </c:pt>
                      <c:pt idx="1152">
                        <c:v>39688</c:v>
                      </c:pt>
                      <c:pt idx="1153">
                        <c:v>39689</c:v>
                      </c:pt>
                      <c:pt idx="1154">
                        <c:v>39692</c:v>
                      </c:pt>
                      <c:pt idx="1155">
                        <c:v>39693</c:v>
                      </c:pt>
                      <c:pt idx="1156">
                        <c:v>39694</c:v>
                      </c:pt>
                      <c:pt idx="1157">
                        <c:v>39695</c:v>
                      </c:pt>
                      <c:pt idx="1158">
                        <c:v>39696</c:v>
                      </c:pt>
                      <c:pt idx="1159">
                        <c:v>39699</c:v>
                      </c:pt>
                      <c:pt idx="1160">
                        <c:v>39700</c:v>
                      </c:pt>
                      <c:pt idx="1161">
                        <c:v>39701</c:v>
                      </c:pt>
                      <c:pt idx="1162">
                        <c:v>39702</c:v>
                      </c:pt>
                      <c:pt idx="1163">
                        <c:v>39703</c:v>
                      </c:pt>
                      <c:pt idx="1164">
                        <c:v>39706</c:v>
                      </c:pt>
                      <c:pt idx="1165">
                        <c:v>39707</c:v>
                      </c:pt>
                      <c:pt idx="1166">
                        <c:v>39708</c:v>
                      </c:pt>
                      <c:pt idx="1167">
                        <c:v>39709</c:v>
                      </c:pt>
                      <c:pt idx="1168">
                        <c:v>39710</c:v>
                      </c:pt>
                      <c:pt idx="1169">
                        <c:v>39713</c:v>
                      </c:pt>
                      <c:pt idx="1170">
                        <c:v>39714</c:v>
                      </c:pt>
                      <c:pt idx="1171">
                        <c:v>39715</c:v>
                      </c:pt>
                      <c:pt idx="1172">
                        <c:v>39716</c:v>
                      </c:pt>
                      <c:pt idx="1173">
                        <c:v>39717</c:v>
                      </c:pt>
                      <c:pt idx="1174">
                        <c:v>39720</c:v>
                      </c:pt>
                      <c:pt idx="1175">
                        <c:v>39721</c:v>
                      </c:pt>
                      <c:pt idx="1176">
                        <c:v>39722</c:v>
                      </c:pt>
                      <c:pt idx="1177">
                        <c:v>39723</c:v>
                      </c:pt>
                      <c:pt idx="1178">
                        <c:v>39724</c:v>
                      </c:pt>
                      <c:pt idx="1179">
                        <c:v>39727</c:v>
                      </c:pt>
                      <c:pt idx="1180">
                        <c:v>39728</c:v>
                      </c:pt>
                      <c:pt idx="1181">
                        <c:v>39729</c:v>
                      </c:pt>
                      <c:pt idx="1182">
                        <c:v>39730</c:v>
                      </c:pt>
                      <c:pt idx="1183">
                        <c:v>39731</c:v>
                      </c:pt>
                      <c:pt idx="1184">
                        <c:v>39734</c:v>
                      </c:pt>
                      <c:pt idx="1185">
                        <c:v>39735</c:v>
                      </c:pt>
                      <c:pt idx="1186">
                        <c:v>39736</c:v>
                      </c:pt>
                      <c:pt idx="1187">
                        <c:v>39737</c:v>
                      </c:pt>
                      <c:pt idx="1188">
                        <c:v>39738</c:v>
                      </c:pt>
                      <c:pt idx="1189">
                        <c:v>39741</c:v>
                      </c:pt>
                      <c:pt idx="1190">
                        <c:v>39742</c:v>
                      </c:pt>
                      <c:pt idx="1191">
                        <c:v>39743</c:v>
                      </c:pt>
                      <c:pt idx="1192">
                        <c:v>39744</c:v>
                      </c:pt>
                      <c:pt idx="1193">
                        <c:v>39745</c:v>
                      </c:pt>
                      <c:pt idx="1194">
                        <c:v>39748</c:v>
                      </c:pt>
                      <c:pt idx="1195">
                        <c:v>39749</c:v>
                      </c:pt>
                      <c:pt idx="1196">
                        <c:v>39750</c:v>
                      </c:pt>
                      <c:pt idx="1197">
                        <c:v>39751</c:v>
                      </c:pt>
                      <c:pt idx="1198">
                        <c:v>39752</c:v>
                      </c:pt>
                      <c:pt idx="1199">
                        <c:v>39755</c:v>
                      </c:pt>
                      <c:pt idx="1200">
                        <c:v>39756</c:v>
                      </c:pt>
                      <c:pt idx="1201">
                        <c:v>39757</c:v>
                      </c:pt>
                      <c:pt idx="1202">
                        <c:v>39758</c:v>
                      </c:pt>
                      <c:pt idx="1203">
                        <c:v>39759</c:v>
                      </c:pt>
                      <c:pt idx="1204">
                        <c:v>39762</c:v>
                      </c:pt>
                      <c:pt idx="1205">
                        <c:v>39763</c:v>
                      </c:pt>
                      <c:pt idx="1206">
                        <c:v>39764</c:v>
                      </c:pt>
                      <c:pt idx="1207">
                        <c:v>39765</c:v>
                      </c:pt>
                      <c:pt idx="1208">
                        <c:v>39766</c:v>
                      </c:pt>
                      <c:pt idx="1209">
                        <c:v>39769</c:v>
                      </c:pt>
                      <c:pt idx="1210">
                        <c:v>39770</c:v>
                      </c:pt>
                      <c:pt idx="1211">
                        <c:v>39771</c:v>
                      </c:pt>
                      <c:pt idx="1212">
                        <c:v>39772</c:v>
                      </c:pt>
                      <c:pt idx="1213">
                        <c:v>39773</c:v>
                      </c:pt>
                      <c:pt idx="1214">
                        <c:v>39776</c:v>
                      </c:pt>
                      <c:pt idx="1215">
                        <c:v>39777</c:v>
                      </c:pt>
                      <c:pt idx="1216">
                        <c:v>39778</c:v>
                      </c:pt>
                      <c:pt idx="1217">
                        <c:v>39779</c:v>
                      </c:pt>
                      <c:pt idx="1218">
                        <c:v>39780</c:v>
                      </c:pt>
                      <c:pt idx="1219">
                        <c:v>39783</c:v>
                      </c:pt>
                      <c:pt idx="1220">
                        <c:v>39784</c:v>
                      </c:pt>
                      <c:pt idx="1221">
                        <c:v>39785</c:v>
                      </c:pt>
                      <c:pt idx="1222">
                        <c:v>39786</c:v>
                      </c:pt>
                      <c:pt idx="1223">
                        <c:v>39787</c:v>
                      </c:pt>
                      <c:pt idx="1224">
                        <c:v>39790</c:v>
                      </c:pt>
                      <c:pt idx="1225">
                        <c:v>39791</c:v>
                      </c:pt>
                      <c:pt idx="1226">
                        <c:v>39792</c:v>
                      </c:pt>
                      <c:pt idx="1227">
                        <c:v>39793</c:v>
                      </c:pt>
                      <c:pt idx="1228">
                        <c:v>39794</c:v>
                      </c:pt>
                      <c:pt idx="1229">
                        <c:v>39797</c:v>
                      </c:pt>
                      <c:pt idx="1230">
                        <c:v>39798</c:v>
                      </c:pt>
                      <c:pt idx="1231">
                        <c:v>39799</c:v>
                      </c:pt>
                      <c:pt idx="1232">
                        <c:v>39800</c:v>
                      </c:pt>
                      <c:pt idx="1233">
                        <c:v>39801</c:v>
                      </c:pt>
                      <c:pt idx="1234">
                        <c:v>39804</c:v>
                      </c:pt>
                      <c:pt idx="1235">
                        <c:v>39805</c:v>
                      </c:pt>
                      <c:pt idx="1236">
                        <c:v>39806</c:v>
                      </c:pt>
                      <c:pt idx="1237">
                        <c:v>39808</c:v>
                      </c:pt>
                      <c:pt idx="1238">
                        <c:v>39811</c:v>
                      </c:pt>
                      <c:pt idx="1239">
                        <c:v>39812</c:v>
                      </c:pt>
                      <c:pt idx="1240">
                        <c:v>39813</c:v>
                      </c:pt>
                      <c:pt idx="1241">
                        <c:v>39814</c:v>
                      </c:pt>
                      <c:pt idx="1242">
                        <c:v>39815</c:v>
                      </c:pt>
                      <c:pt idx="1243">
                        <c:v>39818</c:v>
                      </c:pt>
                      <c:pt idx="1244">
                        <c:v>39819</c:v>
                      </c:pt>
                      <c:pt idx="1245">
                        <c:v>39820</c:v>
                      </c:pt>
                      <c:pt idx="1246">
                        <c:v>39821</c:v>
                      </c:pt>
                      <c:pt idx="1247">
                        <c:v>39822</c:v>
                      </c:pt>
                      <c:pt idx="1248">
                        <c:v>39825</c:v>
                      </c:pt>
                      <c:pt idx="1249">
                        <c:v>39826</c:v>
                      </c:pt>
                      <c:pt idx="1250">
                        <c:v>39827</c:v>
                      </c:pt>
                      <c:pt idx="1251">
                        <c:v>39828</c:v>
                      </c:pt>
                      <c:pt idx="1252">
                        <c:v>39829</c:v>
                      </c:pt>
                      <c:pt idx="1253">
                        <c:v>39832</c:v>
                      </c:pt>
                      <c:pt idx="1254">
                        <c:v>39833</c:v>
                      </c:pt>
                      <c:pt idx="1255">
                        <c:v>39834</c:v>
                      </c:pt>
                      <c:pt idx="1256">
                        <c:v>39835</c:v>
                      </c:pt>
                      <c:pt idx="1257">
                        <c:v>39836</c:v>
                      </c:pt>
                      <c:pt idx="1258">
                        <c:v>39839</c:v>
                      </c:pt>
                      <c:pt idx="1259">
                        <c:v>39840</c:v>
                      </c:pt>
                      <c:pt idx="1260">
                        <c:v>39841</c:v>
                      </c:pt>
                      <c:pt idx="1261">
                        <c:v>39842</c:v>
                      </c:pt>
                      <c:pt idx="1262">
                        <c:v>39843</c:v>
                      </c:pt>
                      <c:pt idx="1263">
                        <c:v>39846</c:v>
                      </c:pt>
                      <c:pt idx="1264">
                        <c:v>39847</c:v>
                      </c:pt>
                      <c:pt idx="1265">
                        <c:v>39848</c:v>
                      </c:pt>
                      <c:pt idx="1266">
                        <c:v>39849</c:v>
                      </c:pt>
                      <c:pt idx="1267">
                        <c:v>39850</c:v>
                      </c:pt>
                      <c:pt idx="1268">
                        <c:v>39853</c:v>
                      </c:pt>
                      <c:pt idx="1269">
                        <c:v>39854</c:v>
                      </c:pt>
                      <c:pt idx="1270">
                        <c:v>39855</c:v>
                      </c:pt>
                      <c:pt idx="1271">
                        <c:v>39856</c:v>
                      </c:pt>
                      <c:pt idx="1272">
                        <c:v>39857</c:v>
                      </c:pt>
                      <c:pt idx="1273">
                        <c:v>39860</c:v>
                      </c:pt>
                      <c:pt idx="1274">
                        <c:v>39861</c:v>
                      </c:pt>
                      <c:pt idx="1275">
                        <c:v>39862</c:v>
                      </c:pt>
                      <c:pt idx="1276">
                        <c:v>39863</c:v>
                      </c:pt>
                      <c:pt idx="1277">
                        <c:v>39864</c:v>
                      </c:pt>
                      <c:pt idx="1278">
                        <c:v>39867</c:v>
                      </c:pt>
                      <c:pt idx="1279">
                        <c:v>39868</c:v>
                      </c:pt>
                      <c:pt idx="1280">
                        <c:v>39869</c:v>
                      </c:pt>
                      <c:pt idx="1281">
                        <c:v>39870</c:v>
                      </c:pt>
                      <c:pt idx="1282">
                        <c:v>39871</c:v>
                      </c:pt>
                      <c:pt idx="1283">
                        <c:v>39874</c:v>
                      </c:pt>
                      <c:pt idx="1284">
                        <c:v>39875</c:v>
                      </c:pt>
                      <c:pt idx="1285">
                        <c:v>39876</c:v>
                      </c:pt>
                      <c:pt idx="1286">
                        <c:v>39877</c:v>
                      </c:pt>
                      <c:pt idx="1287">
                        <c:v>39878</c:v>
                      </c:pt>
                      <c:pt idx="1288">
                        <c:v>39881</c:v>
                      </c:pt>
                      <c:pt idx="1289">
                        <c:v>39882</c:v>
                      </c:pt>
                      <c:pt idx="1290">
                        <c:v>39883</c:v>
                      </c:pt>
                      <c:pt idx="1291">
                        <c:v>39884</c:v>
                      </c:pt>
                      <c:pt idx="1292">
                        <c:v>39885</c:v>
                      </c:pt>
                      <c:pt idx="1293">
                        <c:v>39888</c:v>
                      </c:pt>
                      <c:pt idx="1294">
                        <c:v>39889</c:v>
                      </c:pt>
                      <c:pt idx="1295">
                        <c:v>39890</c:v>
                      </c:pt>
                      <c:pt idx="1296">
                        <c:v>39891</c:v>
                      </c:pt>
                      <c:pt idx="1297">
                        <c:v>39892</c:v>
                      </c:pt>
                      <c:pt idx="1298">
                        <c:v>39895</c:v>
                      </c:pt>
                      <c:pt idx="1299">
                        <c:v>39896</c:v>
                      </c:pt>
                      <c:pt idx="1300">
                        <c:v>39897</c:v>
                      </c:pt>
                      <c:pt idx="1301">
                        <c:v>39898</c:v>
                      </c:pt>
                      <c:pt idx="1302">
                        <c:v>39899</c:v>
                      </c:pt>
                      <c:pt idx="1303">
                        <c:v>39902</c:v>
                      </c:pt>
                      <c:pt idx="1304">
                        <c:v>39903</c:v>
                      </c:pt>
                      <c:pt idx="1305">
                        <c:v>39904</c:v>
                      </c:pt>
                      <c:pt idx="1306">
                        <c:v>39905</c:v>
                      </c:pt>
                      <c:pt idx="1307">
                        <c:v>39906</c:v>
                      </c:pt>
                      <c:pt idx="1308">
                        <c:v>39909</c:v>
                      </c:pt>
                      <c:pt idx="1309">
                        <c:v>39910</c:v>
                      </c:pt>
                      <c:pt idx="1310">
                        <c:v>39911</c:v>
                      </c:pt>
                      <c:pt idx="1311">
                        <c:v>39912</c:v>
                      </c:pt>
                      <c:pt idx="1312">
                        <c:v>39913</c:v>
                      </c:pt>
                      <c:pt idx="1313">
                        <c:v>39916</c:v>
                      </c:pt>
                      <c:pt idx="1314">
                        <c:v>39917</c:v>
                      </c:pt>
                      <c:pt idx="1315">
                        <c:v>39918</c:v>
                      </c:pt>
                      <c:pt idx="1316">
                        <c:v>39919</c:v>
                      </c:pt>
                      <c:pt idx="1317">
                        <c:v>39920</c:v>
                      </c:pt>
                      <c:pt idx="1318">
                        <c:v>39923</c:v>
                      </c:pt>
                      <c:pt idx="1319">
                        <c:v>39924</c:v>
                      </c:pt>
                      <c:pt idx="1320">
                        <c:v>39925</c:v>
                      </c:pt>
                      <c:pt idx="1321">
                        <c:v>39926</c:v>
                      </c:pt>
                      <c:pt idx="1322">
                        <c:v>39927</c:v>
                      </c:pt>
                      <c:pt idx="1323">
                        <c:v>39930</c:v>
                      </c:pt>
                      <c:pt idx="1324">
                        <c:v>39931</c:v>
                      </c:pt>
                      <c:pt idx="1325">
                        <c:v>39932</c:v>
                      </c:pt>
                      <c:pt idx="1326">
                        <c:v>39933</c:v>
                      </c:pt>
                      <c:pt idx="1327">
                        <c:v>39934</c:v>
                      </c:pt>
                      <c:pt idx="1328">
                        <c:v>39937</c:v>
                      </c:pt>
                      <c:pt idx="1329">
                        <c:v>39938</c:v>
                      </c:pt>
                      <c:pt idx="1330">
                        <c:v>39939</c:v>
                      </c:pt>
                      <c:pt idx="1331">
                        <c:v>39940</c:v>
                      </c:pt>
                      <c:pt idx="1332">
                        <c:v>39941</c:v>
                      </c:pt>
                      <c:pt idx="1333">
                        <c:v>39944</c:v>
                      </c:pt>
                      <c:pt idx="1334">
                        <c:v>39945</c:v>
                      </c:pt>
                      <c:pt idx="1335">
                        <c:v>39946</c:v>
                      </c:pt>
                      <c:pt idx="1336">
                        <c:v>39947</c:v>
                      </c:pt>
                      <c:pt idx="1337">
                        <c:v>39948</c:v>
                      </c:pt>
                      <c:pt idx="1338">
                        <c:v>39951</c:v>
                      </c:pt>
                      <c:pt idx="1339">
                        <c:v>39952</c:v>
                      </c:pt>
                      <c:pt idx="1340">
                        <c:v>39953</c:v>
                      </c:pt>
                      <c:pt idx="1341">
                        <c:v>39954</c:v>
                      </c:pt>
                      <c:pt idx="1342">
                        <c:v>39955</c:v>
                      </c:pt>
                      <c:pt idx="1343">
                        <c:v>39958</c:v>
                      </c:pt>
                      <c:pt idx="1344">
                        <c:v>39959</c:v>
                      </c:pt>
                      <c:pt idx="1345">
                        <c:v>39960</c:v>
                      </c:pt>
                      <c:pt idx="1346">
                        <c:v>39961</c:v>
                      </c:pt>
                      <c:pt idx="1347">
                        <c:v>39962</c:v>
                      </c:pt>
                      <c:pt idx="1348">
                        <c:v>39965</c:v>
                      </c:pt>
                      <c:pt idx="1349">
                        <c:v>39966</c:v>
                      </c:pt>
                      <c:pt idx="1350">
                        <c:v>39967</c:v>
                      </c:pt>
                      <c:pt idx="1351">
                        <c:v>39968</c:v>
                      </c:pt>
                      <c:pt idx="1352">
                        <c:v>39969</c:v>
                      </c:pt>
                      <c:pt idx="1353">
                        <c:v>39972</c:v>
                      </c:pt>
                      <c:pt idx="1354">
                        <c:v>39973</c:v>
                      </c:pt>
                      <c:pt idx="1355">
                        <c:v>39974</c:v>
                      </c:pt>
                      <c:pt idx="1356">
                        <c:v>39975</c:v>
                      </c:pt>
                      <c:pt idx="1357">
                        <c:v>39976</c:v>
                      </c:pt>
                      <c:pt idx="1358">
                        <c:v>39979</c:v>
                      </c:pt>
                      <c:pt idx="1359">
                        <c:v>39980</c:v>
                      </c:pt>
                      <c:pt idx="1360">
                        <c:v>39981</c:v>
                      </c:pt>
                      <c:pt idx="1361">
                        <c:v>39982</c:v>
                      </c:pt>
                      <c:pt idx="1362">
                        <c:v>39983</c:v>
                      </c:pt>
                      <c:pt idx="1363">
                        <c:v>39986</c:v>
                      </c:pt>
                      <c:pt idx="1364">
                        <c:v>39987</c:v>
                      </c:pt>
                      <c:pt idx="1365">
                        <c:v>39988</c:v>
                      </c:pt>
                      <c:pt idx="1366">
                        <c:v>39989</c:v>
                      </c:pt>
                      <c:pt idx="1367">
                        <c:v>39990</c:v>
                      </c:pt>
                      <c:pt idx="1368">
                        <c:v>39993</c:v>
                      </c:pt>
                      <c:pt idx="1369">
                        <c:v>39994</c:v>
                      </c:pt>
                      <c:pt idx="1370">
                        <c:v>39995</c:v>
                      </c:pt>
                      <c:pt idx="1371">
                        <c:v>39996</c:v>
                      </c:pt>
                      <c:pt idx="1372">
                        <c:v>39997</c:v>
                      </c:pt>
                      <c:pt idx="1373">
                        <c:v>40000</c:v>
                      </c:pt>
                      <c:pt idx="1374">
                        <c:v>40001</c:v>
                      </c:pt>
                      <c:pt idx="1375">
                        <c:v>40002</c:v>
                      </c:pt>
                      <c:pt idx="1376">
                        <c:v>40003</c:v>
                      </c:pt>
                      <c:pt idx="1377">
                        <c:v>40004</c:v>
                      </c:pt>
                      <c:pt idx="1378">
                        <c:v>40007</c:v>
                      </c:pt>
                      <c:pt idx="1379">
                        <c:v>40008</c:v>
                      </c:pt>
                      <c:pt idx="1380">
                        <c:v>40009</c:v>
                      </c:pt>
                      <c:pt idx="1381">
                        <c:v>40010</c:v>
                      </c:pt>
                      <c:pt idx="1382">
                        <c:v>40011</c:v>
                      </c:pt>
                      <c:pt idx="1383">
                        <c:v>40014</c:v>
                      </c:pt>
                      <c:pt idx="1384">
                        <c:v>40015</c:v>
                      </c:pt>
                      <c:pt idx="1385">
                        <c:v>40016</c:v>
                      </c:pt>
                      <c:pt idx="1386">
                        <c:v>40017</c:v>
                      </c:pt>
                      <c:pt idx="1387">
                        <c:v>40018</c:v>
                      </c:pt>
                      <c:pt idx="1388">
                        <c:v>40021</c:v>
                      </c:pt>
                      <c:pt idx="1389">
                        <c:v>40022</c:v>
                      </c:pt>
                      <c:pt idx="1390">
                        <c:v>40023</c:v>
                      </c:pt>
                      <c:pt idx="1391">
                        <c:v>40024</c:v>
                      </c:pt>
                      <c:pt idx="1392">
                        <c:v>40025</c:v>
                      </c:pt>
                      <c:pt idx="1393">
                        <c:v>40028</c:v>
                      </c:pt>
                      <c:pt idx="1394">
                        <c:v>40029</c:v>
                      </c:pt>
                      <c:pt idx="1395">
                        <c:v>40030</c:v>
                      </c:pt>
                      <c:pt idx="1396">
                        <c:v>40031</c:v>
                      </c:pt>
                      <c:pt idx="1397">
                        <c:v>40032</c:v>
                      </c:pt>
                      <c:pt idx="1398">
                        <c:v>40035</c:v>
                      </c:pt>
                      <c:pt idx="1399">
                        <c:v>40036</c:v>
                      </c:pt>
                      <c:pt idx="1400">
                        <c:v>40037</c:v>
                      </c:pt>
                      <c:pt idx="1401">
                        <c:v>40038</c:v>
                      </c:pt>
                      <c:pt idx="1402">
                        <c:v>40039</c:v>
                      </c:pt>
                      <c:pt idx="1403">
                        <c:v>40042</c:v>
                      </c:pt>
                      <c:pt idx="1404">
                        <c:v>40043</c:v>
                      </c:pt>
                      <c:pt idx="1405">
                        <c:v>40044</c:v>
                      </c:pt>
                      <c:pt idx="1406">
                        <c:v>40045</c:v>
                      </c:pt>
                      <c:pt idx="1407">
                        <c:v>40046</c:v>
                      </c:pt>
                      <c:pt idx="1408">
                        <c:v>40049</c:v>
                      </c:pt>
                      <c:pt idx="1409">
                        <c:v>40050</c:v>
                      </c:pt>
                      <c:pt idx="1410">
                        <c:v>40051</c:v>
                      </c:pt>
                      <c:pt idx="1411">
                        <c:v>40052</c:v>
                      </c:pt>
                      <c:pt idx="1412">
                        <c:v>40053</c:v>
                      </c:pt>
                      <c:pt idx="1413">
                        <c:v>40056</c:v>
                      </c:pt>
                      <c:pt idx="1414">
                        <c:v>40057</c:v>
                      </c:pt>
                      <c:pt idx="1415">
                        <c:v>40058</c:v>
                      </c:pt>
                      <c:pt idx="1416">
                        <c:v>40059</c:v>
                      </c:pt>
                      <c:pt idx="1417">
                        <c:v>40060</c:v>
                      </c:pt>
                      <c:pt idx="1418">
                        <c:v>40063</c:v>
                      </c:pt>
                      <c:pt idx="1419">
                        <c:v>40064</c:v>
                      </c:pt>
                      <c:pt idx="1420">
                        <c:v>40065</c:v>
                      </c:pt>
                      <c:pt idx="1421">
                        <c:v>40066</c:v>
                      </c:pt>
                      <c:pt idx="1422">
                        <c:v>40067</c:v>
                      </c:pt>
                      <c:pt idx="1423">
                        <c:v>40070</c:v>
                      </c:pt>
                      <c:pt idx="1424">
                        <c:v>40071</c:v>
                      </c:pt>
                      <c:pt idx="1425">
                        <c:v>40072</c:v>
                      </c:pt>
                      <c:pt idx="1426">
                        <c:v>40073</c:v>
                      </c:pt>
                      <c:pt idx="1427">
                        <c:v>40074</c:v>
                      </c:pt>
                      <c:pt idx="1428">
                        <c:v>40077</c:v>
                      </c:pt>
                      <c:pt idx="1429">
                        <c:v>40078</c:v>
                      </c:pt>
                      <c:pt idx="1430">
                        <c:v>40079</c:v>
                      </c:pt>
                      <c:pt idx="1431">
                        <c:v>40080</c:v>
                      </c:pt>
                      <c:pt idx="1432">
                        <c:v>40081</c:v>
                      </c:pt>
                      <c:pt idx="1433">
                        <c:v>40084</c:v>
                      </c:pt>
                      <c:pt idx="1434">
                        <c:v>40085</c:v>
                      </c:pt>
                      <c:pt idx="1435">
                        <c:v>40086</c:v>
                      </c:pt>
                      <c:pt idx="1436">
                        <c:v>40087</c:v>
                      </c:pt>
                      <c:pt idx="1437">
                        <c:v>40088</c:v>
                      </c:pt>
                      <c:pt idx="1438">
                        <c:v>40091</c:v>
                      </c:pt>
                      <c:pt idx="1439">
                        <c:v>40092</c:v>
                      </c:pt>
                      <c:pt idx="1440">
                        <c:v>40093</c:v>
                      </c:pt>
                      <c:pt idx="1441">
                        <c:v>40094</c:v>
                      </c:pt>
                      <c:pt idx="1442">
                        <c:v>40095</c:v>
                      </c:pt>
                      <c:pt idx="1443">
                        <c:v>40098</c:v>
                      </c:pt>
                      <c:pt idx="1444">
                        <c:v>40099</c:v>
                      </c:pt>
                      <c:pt idx="1445">
                        <c:v>40100</c:v>
                      </c:pt>
                      <c:pt idx="1446">
                        <c:v>40101</c:v>
                      </c:pt>
                      <c:pt idx="1447">
                        <c:v>40102</c:v>
                      </c:pt>
                      <c:pt idx="1448">
                        <c:v>40105</c:v>
                      </c:pt>
                      <c:pt idx="1449">
                        <c:v>40106</c:v>
                      </c:pt>
                      <c:pt idx="1450">
                        <c:v>40107</c:v>
                      </c:pt>
                      <c:pt idx="1451">
                        <c:v>40108</c:v>
                      </c:pt>
                      <c:pt idx="1452">
                        <c:v>40109</c:v>
                      </c:pt>
                      <c:pt idx="1453">
                        <c:v>40112</c:v>
                      </c:pt>
                      <c:pt idx="1454">
                        <c:v>40113</c:v>
                      </c:pt>
                      <c:pt idx="1455">
                        <c:v>40114</c:v>
                      </c:pt>
                      <c:pt idx="1456">
                        <c:v>40115</c:v>
                      </c:pt>
                      <c:pt idx="1457">
                        <c:v>40116</c:v>
                      </c:pt>
                      <c:pt idx="1458">
                        <c:v>40119</c:v>
                      </c:pt>
                      <c:pt idx="1459">
                        <c:v>40120</c:v>
                      </c:pt>
                      <c:pt idx="1460">
                        <c:v>40121</c:v>
                      </c:pt>
                      <c:pt idx="1461">
                        <c:v>40122</c:v>
                      </c:pt>
                      <c:pt idx="1462">
                        <c:v>40123</c:v>
                      </c:pt>
                      <c:pt idx="1463">
                        <c:v>40126</c:v>
                      </c:pt>
                      <c:pt idx="1464">
                        <c:v>40127</c:v>
                      </c:pt>
                      <c:pt idx="1465">
                        <c:v>40128</c:v>
                      </c:pt>
                      <c:pt idx="1466">
                        <c:v>40129</c:v>
                      </c:pt>
                      <c:pt idx="1467">
                        <c:v>40130</c:v>
                      </c:pt>
                      <c:pt idx="1468">
                        <c:v>40133</c:v>
                      </c:pt>
                      <c:pt idx="1469">
                        <c:v>40134</c:v>
                      </c:pt>
                      <c:pt idx="1470">
                        <c:v>40135</c:v>
                      </c:pt>
                      <c:pt idx="1471">
                        <c:v>40136</c:v>
                      </c:pt>
                      <c:pt idx="1472">
                        <c:v>40137</c:v>
                      </c:pt>
                      <c:pt idx="1473">
                        <c:v>40140</c:v>
                      </c:pt>
                      <c:pt idx="1474">
                        <c:v>40141</c:v>
                      </c:pt>
                      <c:pt idx="1475">
                        <c:v>40142</c:v>
                      </c:pt>
                      <c:pt idx="1476">
                        <c:v>40143</c:v>
                      </c:pt>
                      <c:pt idx="1477">
                        <c:v>40144</c:v>
                      </c:pt>
                      <c:pt idx="1478">
                        <c:v>40147</c:v>
                      </c:pt>
                      <c:pt idx="1479">
                        <c:v>40148</c:v>
                      </c:pt>
                      <c:pt idx="1480">
                        <c:v>40149</c:v>
                      </c:pt>
                      <c:pt idx="1481">
                        <c:v>40150</c:v>
                      </c:pt>
                      <c:pt idx="1482">
                        <c:v>40151</c:v>
                      </c:pt>
                      <c:pt idx="1483">
                        <c:v>40154</c:v>
                      </c:pt>
                      <c:pt idx="1484">
                        <c:v>40155</c:v>
                      </c:pt>
                      <c:pt idx="1485">
                        <c:v>40156</c:v>
                      </c:pt>
                      <c:pt idx="1486">
                        <c:v>40157</c:v>
                      </c:pt>
                      <c:pt idx="1487">
                        <c:v>40158</c:v>
                      </c:pt>
                      <c:pt idx="1488">
                        <c:v>40161</c:v>
                      </c:pt>
                      <c:pt idx="1489">
                        <c:v>40162</c:v>
                      </c:pt>
                      <c:pt idx="1490">
                        <c:v>40163</c:v>
                      </c:pt>
                      <c:pt idx="1491">
                        <c:v>40164</c:v>
                      </c:pt>
                      <c:pt idx="1492">
                        <c:v>40165</c:v>
                      </c:pt>
                      <c:pt idx="1493">
                        <c:v>40168</c:v>
                      </c:pt>
                      <c:pt idx="1494">
                        <c:v>40169</c:v>
                      </c:pt>
                      <c:pt idx="1495">
                        <c:v>40170</c:v>
                      </c:pt>
                      <c:pt idx="1496">
                        <c:v>40171</c:v>
                      </c:pt>
                      <c:pt idx="1497">
                        <c:v>40172</c:v>
                      </c:pt>
                      <c:pt idx="1498">
                        <c:v>40175</c:v>
                      </c:pt>
                      <c:pt idx="1499">
                        <c:v>40176</c:v>
                      </c:pt>
                      <c:pt idx="1500">
                        <c:v>40177</c:v>
                      </c:pt>
                      <c:pt idx="1501">
                        <c:v>40178</c:v>
                      </c:pt>
                      <c:pt idx="1502">
                        <c:v>40179</c:v>
                      </c:pt>
                      <c:pt idx="1503">
                        <c:v>40182</c:v>
                      </c:pt>
                      <c:pt idx="1504">
                        <c:v>40183</c:v>
                      </c:pt>
                      <c:pt idx="1505">
                        <c:v>40184</c:v>
                      </c:pt>
                      <c:pt idx="1506">
                        <c:v>40185</c:v>
                      </c:pt>
                      <c:pt idx="1507">
                        <c:v>40186</c:v>
                      </c:pt>
                      <c:pt idx="1508">
                        <c:v>40189</c:v>
                      </c:pt>
                      <c:pt idx="1509">
                        <c:v>40190</c:v>
                      </c:pt>
                      <c:pt idx="1510">
                        <c:v>40191</c:v>
                      </c:pt>
                      <c:pt idx="1511">
                        <c:v>40192</c:v>
                      </c:pt>
                      <c:pt idx="1512">
                        <c:v>40193</c:v>
                      </c:pt>
                      <c:pt idx="1513">
                        <c:v>40196</c:v>
                      </c:pt>
                      <c:pt idx="1514">
                        <c:v>40197</c:v>
                      </c:pt>
                      <c:pt idx="1515">
                        <c:v>40198</c:v>
                      </c:pt>
                      <c:pt idx="1516">
                        <c:v>40199</c:v>
                      </c:pt>
                      <c:pt idx="1517">
                        <c:v>40200</c:v>
                      </c:pt>
                      <c:pt idx="1518">
                        <c:v>40203</c:v>
                      </c:pt>
                      <c:pt idx="1519">
                        <c:v>40204</c:v>
                      </c:pt>
                      <c:pt idx="1520">
                        <c:v>40205</c:v>
                      </c:pt>
                      <c:pt idx="1521">
                        <c:v>40206</c:v>
                      </c:pt>
                      <c:pt idx="1522">
                        <c:v>40207</c:v>
                      </c:pt>
                      <c:pt idx="1523">
                        <c:v>40210</c:v>
                      </c:pt>
                      <c:pt idx="1524">
                        <c:v>40211</c:v>
                      </c:pt>
                      <c:pt idx="1525">
                        <c:v>40212</c:v>
                      </c:pt>
                      <c:pt idx="1526">
                        <c:v>40213</c:v>
                      </c:pt>
                      <c:pt idx="1527">
                        <c:v>40214</c:v>
                      </c:pt>
                      <c:pt idx="1528">
                        <c:v>40217</c:v>
                      </c:pt>
                      <c:pt idx="1529">
                        <c:v>40218</c:v>
                      </c:pt>
                      <c:pt idx="1530">
                        <c:v>40219</c:v>
                      </c:pt>
                      <c:pt idx="1531">
                        <c:v>40220</c:v>
                      </c:pt>
                      <c:pt idx="1532">
                        <c:v>40221</c:v>
                      </c:pt>
                      <c:pt idx="1533">
                        <c:v>40224</c:v>
                      </c:pt>
                      <c:pt idx="1534">
                        <c:v>40225</c:v>
                      </c:pt>
                      <c:pt idx="1535">
                        <c:v>40226</c:v>
                      </c:pt>
                      <c:pt idx="1536">
                        <c:v>40227</c:v>
                      </c:pt>
                      <c:pt idx="1537">
                        <c:v>40228</c:v>
                      </c:pt>
                      <c:pt idx="1538">
                        <c:v>40231</c:v>
                      </c:pt>
                      <c:pt idx="1539">
                        <c:v>40232</c:v>
                      </c:pt>
                      <c:pt idx="1540">
                        <c:v>40233</c:v>
                      </c:pt>
                      <c:pt idx="1541">
                        <c:v>40234</c:v>
                      </c:pt>
                      <c:pt idx="1542">
                        <c:v>40235</c:v>
                      </c:pt>
                      <c:pt idx="1543">
                        <c:v>40238</c:v>
                      </c:pt>
                      <c:pt idx="1544">
                        <c:v>40239</c:v>
                      </c:pt>
                      <c:pt idx="1545">
                        <c:v>40240</c:v>
                      </c:pt>
                      <c:pt idx="1546">
                        <c:v>40241</c:v>
                      </c:pt>
                      <c:pt idx="1547">
                        <c:v>40242</c:v>
                      </c:pt>
                      <c:pt idx="1548">
                        <c:v>40245</c:v>
                      </c:pt>
                      <c:pt idx="1549">
                        <c:v>40246</c:v>
                      </c:pt>
                      <c:pt idx="1550">
                        <c:v>40247</c:v>
                      </c:pt>
                      <c:pt idx="1551">
                        <c:v>40248</c:v>
                      </c:pt>
                      <c:pt idx="1552">
                        <c:v>40249</c:v>
                      </c:pt>
                      <c:pt idx="1553">
                        <c:v>40252</c:v>
                      </c:pt>
                      <c:pt idx="1554">
                        <c:v>40253</c:v>
                      </c:pt>
                      <c:pt idx="1555">
                        <c:v>40254</c:v>
                      </c:pt>
                      <c:pt idx="1556">
                        <c:v>40255</c:v>
                      </c:pt>
                      <c:pt idx="1557">
                        <c:v>40256</c:v>
                      </c:pt>
                      <c:pt idx="1558">
                        <c:v>40259</c:v>
                      </c:pt>
                      <c:pt idx="1559">
                        <c:v>40260</c:v>
                      </c:pt>
                      <c:pt idx="1560">
                        <c:v>40261</c:v>
                      </c:pt>
                      <c:pt idx="1561">
                        <c:v>40262</c:v>
                      </c:pt>
                      <c:pt idx="1562">
                        <c:v>40263</c:v>
                      </c:pt>
                      <c:pt idx="1563">
                        <c:v>40266</c:v>
                      </c:pt>
                      <c:pt idx="1564">
                        <c:v>40267</c:v>
                      </c:pt>
                      <c:pt idx="1565">
                        <c:v>40268</c:v>
                      </c:pt>
                      <c:pt idx="1566">
                        <c:v>40269</c:v>
                      </c:pt>
                      <c:pt idx="1567">
                        <c:v>40270</c:v>
                      </c:pt>
                      <c:pt idx="1568">
                        <c:v>40273</c:v>
                      </c:pt>
                      <c:pt idx="1569">
                        <c:v>40274</c:v>
                      </c:pt>
                      <c:pt idx="1570">
                        <c:v>40275</c:v>
                      </c:pt>
                      <c:pt idx="1571">
                        <c:v>40276</c:v>
                      </c:pt>
                      <c:pt idx="1572">
                        <c:v>40277</c:v>
                      </c:pt>
                      <c:pt idx="1573">
                        <c:v>40280</c:v>
                      </c:pt>
                      <c:pt idx="1574">
                        <c:v>40281</c:v>
                      </c:pt>
                      <c:pt idx="1575">
                        <c:v>40282</c:v>
                      </c:pt>
                      <c:pt idx="1576">
                        <c:v>40283</c:v>
                      </c:pt>
                      <c:pt idx="1577">
                        <c:v>40284</c:v>
                      </c:pt>
                      <c:pt idx="1578">
                        <c:v>40287</c:v>
                      </c:pt>
                      <c:pt idx="1579">
                        <c:v>40288</c:v>
                      </c:pt>
                      <c:pt idx="1580">
                        <c:v>40289</c:v>
                      </c:pt>
                      <c:pt idx="1581">
                        <c:v>40290</c:v>
                      </c:pt>
                      <c:pt idx="1582">
                        <c:v>40291</c:v>
                      </c:pt>
                      <c:pt idx="1583">
                        <c:v>40294</c:v>
                      </c:pt>
                      <c:pt idx="1584">
                        <c:v>40295</c:v>
                      </c:pt>
                      <c:pt idx="1585">
                        <c:v>40296</c:v>
                      </c:pt>
                      <c:pt idx="1586">
                        <c:v>40297</c:v>
                      </c:pt>
                      <c:pt idx="1587">
                        <c:v>40298</c:v>
                      </c:pt>
                      <c:pt idx="1588">
                        <c:v>40301</c:v>
                      </c:pt>
                      <c:pt idx="1589">
                        <c:v>40302</c:v>
                      </c:pt>
                      <c:pt idx="1590">
                        <c:v>40303</c:v>
                      </c:pt>
                      <c:pt idx="1591">
                        <c:v>40304</c:v>
                      </c:pt>
                      <c:pt idx="1592">
                        <c:v>40305</c:v>
                      </c:pt>
                      <c:pt idx="1593">
                        <c:v>40308</c:v>
                      </c:pt>
                      <c:pt idx="1594">
                        <c:v>40309</c:v>
                      </c:pt>
                      <c:pt idx="1595">
                        <c:v>40310</c:v>
                      </c:pt>
                      <c:pt idx="1596">
                        <c:v>40311</c:v>
                      </c:pt>
                      <c:pt idx="1597">
                        <c:v>40312</c:v>
                      </c:pt>
                      <c:pt idx="1598">
                        <c:v>40315</c:v>
                      </c:pt>
                      <c:pt idx="1599">
                        <c:v>40316</c:v>
                      </c:pt>
                      <c:pt idx="1600">
                        <c:v>40317</c:v>
                      </c:pt>
                      <c:pt idx="1601">
                        <c:v>40318</c:v>
                      </c:pt>
                      <c:pt idx="1602">
                        <c:v>40319</c:v>
                      </c:pt>
                      <c:pt idx="1603">
                        <c:v>40322</c:v>
                      </c:pt>
                      <c:pt idx="1604">
                        <c:v>40323</c:v>
                      </c:pt>
                      <c:pt idx="1605">
                        <c:v>40324</c:v>
                      </c:pt>
                      <c:pt idx="1606">
                        <c:v>40325</c:v>
                      </c:pt>
                      <c:pt idx="1607">
                        <c:v>40326</c:v>
                      </c:pt>
                      <c:pt idx="1608">
                        <c:v>40329</c:v>
                      </c:pt>
                      <c:pt idx="1609">
                        <c:v>40330</c:v>
                      </c:pt>
                      <c:pt idx="1610">
                        <c:v>40331</c:v>
                      </c:pt>
                      <c:pt idx="1611">
                        <c:v>40332</c:v>
                      </c:pt>
                      <c:pt idx="1612">
                        <c:v>40333</c:v>
                      </c:pt>
                      <c:pt idx="1613">
                        <c:v>40336</c:v>
                      </c:pt>
                      <c:pt idx="1614">
                        <c:v>40337</c:v>
                      </c:pt>
                      <c:pt idx="1615">
                        <c:v>40338</c:v>
                      </c:pt>
                      <c:pt idx="1616">
                        <c:v>40339</c:v>
                      </c:pt>
                      <c:pt idx="1617">
                        <c:v>40340</c:v>
                      </c:pt>
                      <c:pt idx="1618">
                        <c:v>40343</c:v>
                      </c:pt>
                      <c:pt idx="1619">
                        <c:v>40344</c:v>
                      </c:pt>
                      <c:pt idx="1620">
                        <c:v>40345</c:v>
                      </c:pt>
                      <c:pt idx="1621">
                        <c:v>40346</c:v>
                      </c:pt>
                      <c:pt idx="1622">
                        <c:v>40347</c:v>
                      </c:pt>
                      <c:pt idx="1623">
                        <c:v>40350</c:v>
                      </c:pt>
                      <c:pt idx="1624">
                        <c:v>40351</c:v>
                      </c:pt>
                      <c:pt idx="1625">
                        <c:v>40352</c:v>
                      </c:pt>
                      <c:pt idx="1626">
                        <c:v>40353</c:v>
                      </c:pt>
                      <c:pt idx="1627">
                        <c:v>40354</c:v>
                      </c:pt>
                      <c:pt idx="1628">
                        <c:v>40357</c:v>
                      </c:pt>
                      <c:pt idx="1629">
                        <c:v>40358</c:v>
                      </c:pt>
                      <c:pt idx="1630">
                        <c:v>40359</c:v>
                      </c:pt>
                      <c:pt idx="1631">
                        <c:v>40360</c:v>
                      </c:pt>
                      <c:pt idx="1632">
                        <c:v>40361</c:v>
                      </c:pt>
                      <c:pt idx="1633">
                        <c:v>40364</c:v>
                      </c:pt>
                      <c:pt idx="1634">
                        <c:v>40365</c:v>
                      </c:pt>
                      <c:pt idx="1635">
                        <c:v>40366</c:v>
                      </c:pt>
                      <c:pt idx="1636">
                        <c:v>40367</c:v>
                      </c:pt>
                      <c:pt idx="1637">
                        <c:v>40368</c:v>
                      </c:pt>
                      <c:pt idx="1638">
                        <c:v>40371</c:v>
                      </c:pt>
                      <c:pt idx="1639">
                        <c:v>40372</c:v>
                      </c:pt>
                      <c:pt idx="1640">
                        <c:v>40373</c:v>
                      </c:pt>
                      <c:pt idx="1641">
                        <c:v>40374</c:v>
                      </c:pt>
                      <c:pt idx="1642">
                        <c:v>40375</c:v>
                      </c:pt>
                      <c:pt idx="1643">
                        <c:v>40378</c:v>
                      </c:pt>
                      <c:pt idx="1644">
                        <c:v>40379</c:v>
                      </c:pt>
                      <c:pt idx="1645">
                        <c:v>40380</c:v>
                      </c:pt>
                      <c:pt idx="1646">
                        <c:v>40381</c:v>
                      </c:pt>
                      <c:pt idx="1647">
                        <c:v>40382</c:v>
                      </c:pt>
                      <c:pt idx="1648">
                        <c:v>40385</c:v>
                      </c:pt>
                      <c:pt idx="1649">
                        <c:v>40386</c:v>
                      </c:pt>
                      <c:pt idx="1650">
                        <c:v>40387</c:v>
                      </c:pt>
                      <c:pt idx="1651">
                        <c:v>40388</c:v>
                      </c:pt>
                      <c:pt idx="1652">
                        <c:v>40389</c:v>
                      </c:pt>
                      <c:pt idx="1653">
                        <c:v>40392</c:v>
                      </c:pt>
                      <c:pt idx="1654">
                        <c:v>40393</c:v>
                      </c:pt>
                      <c:pt idx="1655">
                        <c:v>40394</c:v>
                      </c:pt>
                      <c:pt idx="1656">
                        <c:v>40395</c:v>
                      </c:pt>
                      <c:pt idx="1657">
                        <c:v>40396</c:v>
                      </c:pt>
                      <c:pt idx="1658">
                        <c:v>40399</c:v>
                      </c:pt>
                      <c:pt idx="1659">
                        <c:v>40400</c:v>
                      </c:pt>
                      <c:pt idx="1660">
                        <c:v>40401</c:v>
                      </c:pt>
                      <c:pt idx="1661">
                        <c:v>40402</c:v>
                      </c:pt>
                      <c:pt idx="1662">
                        <c:v>40403</c:v>
                      </c:pt>
                      <c:pt idx="1663">
                        <c:v>40406</c:v>
                      </c:pt>
                      <c:pt idx="1664">
                        <c:v>40407</c:v>
                      </c:pt>
                      <c:pt idx="1665">
                        <c:v>40408</c:v>
                      </c:pt>
                      <c:pt idx="1666">
                        <c:v>40409</c:v>
                      </c:pt>
                      <c:pt idx="1667">
                        <c:v>40410</c:v>
                      </c:pt>
                      <c:pt idx="1668">
                        <c:v>40413</c:v>
                      </c:pt>
                      <c:pt idx="1669">
                        <c:v>40414</c:v>
                      </c:pt>
                      <c:pt idx="1670">
                        <c:v>40415</c:v>
                      </c:pt>
                      <c:pt idx="1671">
                        <c:v>40416</c:v>
                      </c:pt>
                      <c:pt idx="1672">
                        <c:v>40417</c:v>
                      </c:pt>
                      <c:pt idx="1673">
                        <c:v>40420</c:v>
                      </c:pt>
                      <c:pt idx="1674">
                        <c:v>40421</c:v>
                      </c:pt>
                      <c:pt idx="1675">
                        <c:v>40422</c:v>
                      </c:pt>
                      <c:pt idx="1676">
                        <c:v>40423</c:v>
                      </c:pt>
                      <c:pt idx="1677">
                        <c:v>40424</c:v>
                      </c:pt>
                      <c:pt idx="1678">
                        <c:v>40427</c:v>
                      </c:pt>
                      <c:pt idx="1679">
                        <c:v>40428</c:v>
                      </c:pt>
                      <c:pt idx="1680">
                        <c:v>40429</c:v>
                      </c:pt>
                      <c:pt idx="1681">
                        <c:v>40430</c:v>
                      </c:pt>
                      <c:pt idx="1682">
                        <c:v>40431</c:v>
                      </c:pt>
                      <c:pt idx="1683">
                        <c:v>40434</c:v>
                      </c:pt>
                      <c:pt idx="1684">
                        <c:v>40435</c:v>
                      </c:pt>
                      <c:pt idx="1685">
                        <c:v>40436</c:v>
                      </c:pt>
                      <c:pt idx="1686">
                        <c:v>40437</c:v>
                      </c:pt>
                      <c:pt idx="1687">
                        <c:v>40438</c:v>
                      </c:pt>
                      <c:pt idx="1688">
                        <c:v>40441</c:v>
                      </c:pt>
                      <c:pt idx="1689">
                        <c:v>40442</c:v>
                      </c:pt>
                      <c:pt idx="1690">
                        <c:v>40443</c:v>
                      </c:pt>
                      <c:pt idx="1691">
                        <c:v>40444</c:v>
                      </c:pt>
                      <c:pt idx="1692">
                        <c:v>40445</c:v>
                      </c:pt>
                      <c:pt idx="1693">
                        <c:v>40448</c:v>
                      </c:pt>
                      <c:pt idx="1694">
                        <c:v>40449</c:v>
                      </c:pt>
                      <c:pt idx="1695">
                        <c:v>40450</c:v>
                      </c:pt>
                      <c:pt idx="1696">
                        <c:v>40451</c:v>
                      </c:pt>
                      <c:pt idx="1697">
                        <c:v>40452</c:v>
                      </c:pt>
                      <c:pt idx="1698">
                        <c:v>40455</c:v>
                      </c:pt>
                      <c:pt idx="1699">
                        <c:v>40456</c:v>
                      </c:pt>
                      <c:pt idx="1700">
                        <c:v>40457</c:v>
                      </c:pt>
                      <c:pt idx="1701">
                        <c:v>40458</c:v>
                      </c:pt>
                      <c:pt idx="1702">
                        <c:v>40459</c:v>
                      </c:pt>
                      <c:pt idx="1703">
                        <c:v>40462</c:v>
                      </c:pt>
                      <c:pt idx="1704">
                        <c:v>40463</c:v>
                      </c:pt>
                      <c:pt idx="1705">
                        <c:v>40464</c:v>
                      </c:pt>
                      <c:pt idx="1706">
                        <c:v>40465</c:v>
                      </c:pt>
                      <c:pt idx="1707">
                        <c:v>40466</c:v>
                      </c:pt>
                      <c:pt idx="1708">
                        <c:v>40469</c:v>
                      </c:pt>
                      <c:pt idx="1709">
                        <c:v>40470</c:v>
                      </c:pt>
                      <c:pt idx="1710">
                        <c:v>40471</c:v>
                      </c:pt>
                      <c:pt idx="1711">
                        <c:v>40472</c:v>
                      </c:pt>
                      <c:pt idx="1712">
                        <c:v>40473</c:v>
                      </c:pt>
                      <c:pt idx="1713">
                        <c:v>40476</c:v>
                      </c:pt>
                      <c:pt idx="1714">
                        <c:v>40477</c:v>
                      </c:pt>
                      <c:pt idx="1715">
                        <c:v>40478</c:v>
                      </c:pt>
                      <c:pt idx="1716">
                        <c:v>40479</c:v>
                      </c:pt>
                      <c:pt idx="1717">
                        <c:v>40480</c:v>
                      </c:pt>
                      <c:pt idx="1718">
                        <c:v>40483</c:v>
                      </c:pt>
                      <c:pt idx="1719">
                        <c:v>40484</c:v>
                      </c:pt>
                      <c:pt idx="1720">
                        <c:v>40485</c:v>
                      </c:pt>
                      <c:pt idx="1721">
                        <c:v>40486</c:v>
                      </c:pt>
                      <c:pt idx="1722">
                        <c:v>40487</c:v>
                      </c:pt>
                      <c:pt idx="1723">
                        <c:v>40490</c:v>
                      </c:pt>
                      <c:pt idx="1724">
                        <c:v>40491</c:v>
                      </c:pt>
                      <c:pt idx="1725">
                        <c:v>40492</c:v>
                      </c:pt>
                      <c:pt idx="1726">
                        <c:v>40493</c:v>
                      </c:pt>
                      <c:pt idx="1727">
                        <c:v>40494</c:v>
                      </c:pt>
                      <c:pt idx="1728">
                        <c:v>40497</c:v>
                      </c:pt>
                      <c:pt idx="1729">
                        <c:v>40498</c:v>
                      </c:pt>
                      <c:pt idx="1730">
                        <c:v>40499</c:v>
                      </c:pt>
                      <c:pt idx="1731">
                        <c:v>40500</c:v>
                      </c:pt>
                      <c:pt idx="1732">
                        <c:v>40501</c:v>
                      </c:pt>
                      <c:pt idx="1733">
                        <c:v>40504</c:v>
                      </c:pt>
                      <c:pt idx="1734">
                        <c:v>40505</c:v>
                      </c:pt>
                      <c:pt idx="1735">
                        <c:v>40506</c:v>
                      </c:pt>
                      <c:pt idx="1736">
                        <c:v>40507</c:v>
                      </c:pt>
                      <c:pt idx="1737">
                        <c:v>40508</c:v>
                      </c:pt>
                      <c:pt idx="1738">
                        <c:v>40511</c:v>
                      </c:pt>
                      <c:pt idx="1739">
                        <c:v>40512</c:v>
                      </c:pt>
                      <c:pt idx="1740">
                        <c:v>40513</c:v>
                      </c:pt>
                      <c:pt idx="1741">
                        <c:v>40514</c:v>
                      </c:pt>
                      <c:pt idx="1742">
                        <c:v>40515</c:v>
                      </c:pt>
                      <c:pt idx="1743">
                        <c:v>40518</c:v>
                      </c:pt>
                      <c:pt idx="1744">
                        <c:v>40519</c:v>
                      </c:pt>
                      <c:pt idx="1745">
                        <c:v>40520</c:v>
                      </c:pt>
                      <c:pt idx="1746">
                        <c:v>40521</c:v>
                      </c:pt>
                      <c:pt idx="1747">
                        <c:v>40522</c:v>
                      </c:pt>
                      <c:pt idx="1748">
                        <c:v>40525</c:v>
                      </c:pt>
                      <c:pt idx="1749">
                        <c:v>40526</c:v>
                      </c:pt>
                      <c:pt idx="1750">
                        <c:v>40527</c:v>
                      </c:pt>
                      <c:pt idx="1751">
                        <c:v>40528</c:v>
                      </c:pt>
                      <c:pt idx="1752">
                        <c:v>40529</c:v>
                      </c:pt>
                      <c:pt idx="1753">
                        <c:v>40532</c:v>
                      </c:pt>
                      <c:pt idx="1754">
                        <c:v>40533</c:v>
                      </c:pt>
                      <c:pt idx="1755">
                        <c:v>40534</c:v>
                      </c:pt>
                      <c:pt idx="1756">
                        <c:v>40535</c:v>
                      </c:pt>
                      <c:pt idx="1757">
                        <c:v>40536</c:v>
                      </c:pt>
                      <c:pt idx="1758">
                        <c:v>40539</c:v>
                      </c:pt>
                      <c:pt idx="1759">
                        <c:v>40540</c:v>
                      </c:pt>
                      <c:pt idx="1760">
                        <c:v>40541</c:v>
                      </c:pt>
                      <c:pt idx="1761">
                        <c:v>40542</c:v>
                      </c:pt>
                      <c:pt idx="1762">
                        <c:v>40543</c:v>
                      </c:pt>
                      <c:pt idx="1763">
                        <c:v>40546</c:v>
                      </c:pt>
                      <c:pt idx="1764">
                        <c:v>40547</c:v>
                      </c:pt>
                      <c:pt idx="1765">
                        <c:v>40548</c:v>
                      </c:pt>
                      <c:pt idx="1766">
                        <c:v>40549</c:v>
                      </c:pt>
                      <c:pt idx="1767">
                        <c:v>40550</c:v>
                      </c:pt>
                      <c:pt idx="1768">
                        <c:v>40553</c:v>
                      </c:pt>
                      <c:pt idx="1769">
                        <c:v>40554</c:v>
                      </c:pt>
                      <c:pt idx="1770">
                        <c:v>40555</c:v>
                      </c:pt>
                      <c:pt idx="1771">
                        <c:v>40556</c:v>
                      </c:pt>
                      <c:pt idx="1772">
                        <c:v>40557</c:v>
                      </c:pt>
                      <c:pt idx="1773">
                        <c:v>40560</c:v>
                      </c:pt>
                      <c:pt idx="1774">
                        <c:v>40561</c:v>
                      </c:pt>
                      <c:pt idx="1775">
                        <c:v>40562</c:v>
                      </c:pt>
                      <c:pt idx="1776">
                        <c:v>40563</c:v>
                      </c:pt>
                      <c:pt idx="1777">
                        <c:v>40564</c:v>
                      </c:pt>
                      <c:pt idx="1778">
                        <c:v>40567</c:v>
                      </c:pt>
                      <c:pt idx="1779">
                        <c:v>40568</c:v>
                      </c:pt>
                      <c:pt idx="1780">
                        <c:v>40569</c:v>
                      </c:pt>
                      <c:pt idx="1781">
                        <c:v>40570</c:v>
                      </c:pt>
                      <c:pt idx="1782">
                        <c:v>40571</c:v>
                      </c:pt>
                      <c:pt idx="1783">
                        <c:v>40574</c:v>
                      </c:pt>
                      <c:pt idx="1784">
                        <c:v>40575</c:v>
                      </c:pt>
                      <c:pt idx="1785">
                        <c:v>40576</c:v>
                      </c:pt>
                      <c:pt idx="1786">
                        <c:v>40577</c:v>
                      </c:pt>
                      <c:pt idx="1787">
                        <c:v>40578</c:v>
                      </c:pt>
                      <c:pt idx="1788">
                        <c:v>40581</c:v>
                      </c:pt>
                      <c:pt idx="1789">
                        <c:v>40582</c:v>
                      </c:pt>
                      <c:pt idx="1790">
                        <c:v>40583</c:v>
                      </c:pt>
                      <c:pt idx="1791">
                        <c:v>40584</c:v>
                      </c:pt>
                      <c:pt idx="1792">
                        <c:v>40585</c:v>
                      </c:pt>
                      <c:pt idx="1793">
                        <c:v>40588</c:v>
                      </c:pt>
                      <c:pt idx="1794">
                        <c:v>40589</c:v>
                      </c:pt>
                      <c:pt idx="1795">
                        <c:v>40590</c:v>
                      </c:pt>
                      <c:pt idx="1796">
                        <c:v>40591</c:v>
                      </c:pt>
                      <c:pt idx="1797">
                        <c:v>40592</c:v>
                      </c:pt>
                      <c:pt idx="1798">
                        <c:v>40595</c:v>
                      </c:pt>
                      <c:pt idx="1799">
                        <c:v>40596</c:v>
                      </c:pt>
                      <c:pt idx="1800">
                        <c:v>40597</c:v>
                      </c:pt>
                      <c:pt idx="1801">
                        <c:v>40598</c:v>
                      </c:pt>
                      <c:pt idx="1802">
                        <c:v>40599</c:v>
                      </c:pt>
                      <c:pt idx="1803">
                        <c:v>40602</c:v>
                      </c:pt>
                      <c:pt idx="1804">
                        <c:v>40603</c:v>
                      </c:pt>
                      <c:pt idx="1805">
                        <c:v>40604</c:v>
                      </c:pt>
                      <c:pt idx="1806">
                        <c:v>40605</c:v>
                      </c:pt>
                      <c:pt idx="1807">
                        <c:v>40606</c:v>
                      </c:pt>
                      <c:pt idx="1808">
                        <c:v>40609</c:v>
                      </c:pt>
                      <c:pt idx="1809">
                        <c:v>40610</c:v>
                      </c:pt>
                      <c:pt idx="1810">
                        <c:v>40611</c:v>
                      </c:pt>
                      <c:pt idx="1811">
                        <c:v>40612</c:v>
                      </c:pt>
                      <c:pt idx="1812">
                        <c:v>40613</c:v>
                      </c:pt>
                      <c:pt idx="1813">
                        <c:v>40616</c:v>
                      </c:pt>
                      <c:pt idx="1814">
                        <c:v>40617</c:v>
                      </c:pt>
                      <c:pt idx="1815">
                        <c:v>40618</c:v>
                      </c:pt>
                      <c:pt idx="1816">
                        <c:v>40619</c:v>
                      </c:pt>
                      <c:pt idx="1817">
                        <c:v>40620</c:v>
                      </c:pt>
                      <c:pt idx="1818">
                        <c:v>40623</c:v>
                      </c:pt>
                      <c:pt idx="1819">
                        <c:v>40624</c:v>
                      </c:pt>
                      <c:pt idx="1820">
                        <c:v>40625</c:v>
                      </c:pt>
                      <c:pt idx="1821">
                        <c:v>40626</c:v>
                      </c:pt>
                      <c:pt idx="1822">
                        <c:v>40627</c:v>
                      </c:pt>
                      <c:pt idx="1823">
                        <c:v>40630</c:v>
                      </c:pt>
                      <c:pt idx="1824">
                        <c:v>40631</c:v>
                      </c:pt>
                      <c:pt idx="1825">
                        <c:v>40632</c:v>
                      </c:pt>
                      <c:pt idx="1826">
                        <c:v>40633</c:v>
                      </c:pt>
                      <c:pt idx="1827">
                        <c:v>40634</c:v>
                      </c:pt>
                      <c:pt idx="1828">
                        <c:v>40637</c:v>
                      </c:pt>
                      <c:pt idx="1829">
                        <c:v>40638</c:v>
                      </c:pt>
                      <c:pt idx="1830">
                        <c:v>40639</c:v>
                      </c:pt>
                      <c:pt idx="1831">
                        <c:v>40640</c:v>
                      </c:pt>
                      <c:pt idx="1832">
                        <c:v>40641</c:v>
                      </c:pt>
                      <c:pt idx="1833">
                        <c:v>40644</c:v>
                      </c:pt>
                      <c:pt idx="1834">
                        <c:v>40645</c:v>
                      </c:pt>
                      <c:pt idx="1835">
                        <c:v>40646</c:v>
                      </c:pt>
                      <c:pt idx="1836">
                        <c:v>40647</c:v>
                      </c:pt>
                      <c:pt idx="1837">
                        <c:v>40648</c:v>
                      </c:pt>
                      <c:pt idx="1838">
                        <c:v>40651</c:v>
                      </c:pt>
                      <c:pt idx="1839">
                        <c:v>40652</c:v>
                      </c:pt>
                      <c:pt idx="1840">
                        <c:v>40653</c:v>
                      </c:pt>
                      <c:pt idx="1841">
                        <c:v>40654</c:v>
                      </c:pt>
                      <c:pt idx="1842">
                        <c:v>40655</c:v>
                      </c:pt>
                      <c:pt idx="1843">
                        <c:v>40658</c:v>
                      </c:pt>
                      <c:pt idx="1844">
                        <c:v>40659</c:v>
                      </c:pt>
                      <c:pt idx="1845">
                        <c:v>40660</c:v>
                      </c:pt>
                      <c:pt idx="1846">
                        <c:v>40661</c:v>
                      </c:pt>
                      <c:pt idx="1847">
                        <c:v>40662</c:v>
                      </c:pt>
                      <c:pt idx="1848">
                        <c:v>40665</c:v>
                      </c:pt>
                      <c:pt idx="1849">
                        <c:v>40666</c:v>
                      </c:pt>
                      <c:pt idx="1850">
                        <c:v>40667</c:v>
                      </c:pt>
                      <c:pt idx="1851">
                        <c:v>40668</c:v>
                      </c:pt>
                      <c:pt idx="1852">
                        <c:v>40669</c:v>
                      </c:pt>
                      <c:pt idx="1853">
                        <c:v>40672</c:v>
                      </c:pt>
                      <c:pt idx="1854">
                        <c:v>40673</c:v>
                      </c:pt>
                      <c:pt idx="1855">
                        <c:v>40674</c:v>
                      </c:pt>
                      <c:pt idx="1856">
                        <c:v>40675</c:v>
                      </c:pt>
                      <c:pt idx="1857">
                        <c:v>40676</c:v>
                      </c:pt>
                      <c:pt idx="1858">
                        <c:v>40679</c:v>
                      </c:pt>
                      <c:pt idx="1859">
                        <c:v>40680</c:v>
                      </c:pt>
                      <c:pt idx="1860">
                        <c:v>40681</c:v>
                      </c:pt>
                      <c:pt idx="1861">
                        <c:v>40682</c:v>
                      </c:pt>
                      <c:pt idx="1862">
                        <c:v>40683</c:v>
                      </c:pt>
                      <c:pt idx="1863">
                        <c:v>40686</c:v>
                      </c:pt>
                      <c:pt idx="1864">
                        <c:v>40687</c:v>
                      </c:pt>
                      <c:pt idx="1865">
                        <c:v>40688</c:v>
                      </c:pt>
                      <c:pt idx="1866">
                        <c:v>40689</c:v>
                      </c:pt>
                      <c:pt idx="1867">
                        <c:v>40690</c:v>
                      </c:pt>
                      <c:pt idx="1868">
                        <c:v>40693</c:v>
                      </c:pt>
                      <c:pt idx="1869">
                        <c:v>40694</c:v>
                      </c:pt>
                      <c:pt idx="1870">
                        <c:v>40695</c:v>
                      </c:pt>
                      <c:pt idx="1871">
                        <c:v>40696</c:v>
                      </c:pt>
                      <c:pt idx="1872">
                        <c:v>40697</c:v>
                      </c:pt>
                      <c:pt idx="1873">
                        <c:v>40700</c:v>
                      </c:pt>
                      <c:pt idx="1874">
                        <c:v>40701</c:v>
                      </c:pt>
                      <c:pt idx="1875">
                        <c:v>40702</c:v>
                      </c:pt>
                      <c:pt idx="1876">
                        <c:v>40703</c:v>
                      </c:pt>
                      <c:pt idx="1877">
                        <c:v>40704</c:v>
                      </c:pt>
                      <c:pt idx="1878">
                        <c:v>40707</c:v>
                      </c:pt>
                      <c:pt idx="1879">
                        <c:v>40708</c:v>
                      </c:pt>
                      <c:pt idx="1880">
                        <c:v>40709</c:v>
                      </c:pt>
                      <c:pt idx="1881">
                        <c:v>40710</c:v>
                      </c:pt>
                      <c:pt idx="1882">
                        <c:v>40711</c:v>
                      </c:pt>
                      <c:pt idx="1883">
                        <c:v>40714</c:v>
                      </c:pt>
                      <c:pt idx="1884">
                        <c:v>40715</c:v>
                      </c:pt>
                      <c:pt idx="1885">
                        <c:v>40716</c:v>
                      </c:pt>
                      <c:pt idx="1886">
                        <c:v>40717</c:v>
                      </c:pt>
                      <c:pt idx="1887">
                        <c:v>40718</c:v>
                      </c:pt>
                      <c:pt idx="1888">
                        <c:v>40721</c:v>
                      </c:pt>
                      <c:pt idx="1889">
                        <c:v>40722</c:v>
                      </c:pt>
                      <c:pt idx="1890">
                        <c:v>40723</c:v>
                      </c:pt>
                      <c:pt idx="1891">
                        <c:v>40724</c:v>
                      </c:pt>
                      <c:pt idx="1892">
                        <c:v>40725</c:v>
                      </c:pt>
                      <c:pt idx="1893">
                        <c:v>40728</c:v>
                      </c:pt>
                      <c:pt idx="1894">
                        <c:v>40729</c:v>
                      </c:pt>
                      <c:pt idx="1895">
                        <c:v>40730</c:v>
                      </c:pt>
                      <c:pt idx="1896">
                        <c:v>40731</c:v>
                      </c:pt>
                      <c:pt idx="1897">
                        <c:v>40732</c:v>
                      </c:pt>
                      <c:pt idx="1898">
                        <c:v>40735</c:v>
                      </c:pt>
                      <c:pt idx="1899">
                        <c:v>40736</c:v>
                      </c:pt>
                      <c:pt idx="1900">
                        <c:v>40737</c:v>
                      </c:pt>
                      <c:pt idx="1901">
                        <c:v>40738</c:v>
                      </c:pt>
                      <c:pt idx="1902">
                        <c:v>40739</c:v>
                      </c:pt>
                      <c:pt idx="1903">
                        <c:v>40742</c:v>
                      </c:pt>
                      <c:pt idx="1904">
                        <c:v>40743</c:v>
                      </c:pt>
                      <c:pt idx="1905">
                        <c:v>40744</c:v>
                      </c:pt>
                      <c:pt idx="1906">
                        <c:v>40745</c:v>
                      </c:pt>
                      <c:pt idx="1907">
                        <c:v>40746</c:v>
                      </c:pt>
                      <c:pt idx="1908">
                        <c:v>40749</c:v>
                      </c:pt>
                      <c:pt idx="1909">
                        <c:v>40750</c:v>
                      </c:pt>
                      <c:pt idx="1910">
                        <c:v>40751</c:v>
                      </c:pt>
                      <c:pt idx="1911">
                        <c:v>40752</c:v>
                      </c:pt>
                      <c:pt idx="1912">
                        <c:v>40753</c:v>
                      </c:pt>
                      <c:pt idx="1913">
                        <c:v>40756</c:v>
                      </c:pt>
                      <c:pt idx="1914">
                        <c:v>40757</c:v>
                      </c:pt>
                      <c:pt idx="1915">
                        <c:v>40758</c:v>
                      </c:pt>
                      <c:pt idx="1916">
                        <c:v>40759</c:v>
                      </c:pt>
                      <c:pt idx="1917">
                        <c:v>40760</c:v>
                      </c:pt>
                      <c:pt idx="1918">
                        <c:v>40763</c:v>
                      </c:pt>
                      <c:pt idx="1919">
                        <c:v>40764</c:v>
                      </c:pt>
                      <c:pt idx="1920">
                        <c:v>40765</c:v>
                      </c:pt>
                      <c:pt idx="1921">
                        <c:v>40766</c:v>
                      </c:pt>
                      <c:pt idx="1922">
                        <c:v>40767</c:v>
                      </c:pt>
                      <c:pt idx="1923">
                        <c:v>40770</c:v>
                      </c:pt>
                      <c:pt idx="1924">
                        <c:v>40771</c:v>
                      </c:pt>
                      <c:pt idx="1925">
                        <c:v>40772</c:v>
                      </c:pt>
                      <c:pt idx="1926">
                        <c:v>40773</c:v>
                      </c:pt>
                      <c:pt idx="1927">
                        <c:v>40774</c:v>
                      </c:pt>
                      <c:pt idx="1928">
                        <c:v>40777</c:v>
                      </c:pt>
                      <c:pt idx="1929">
                        <c:v>40778</c:v>
                      </c:pt>
                      <c:pt idx="1930">
                        <c:v>40779</c:v>
                      </c:pt>
                      <c:pt idx="1931">
                        <c:v>40780</c:v>
                      </c:pt>
                      <c:pt idx="1932">
                        <c:v>40781</c:v>
                      </c:pt>
                      <c:pt idx="1933">
                        <c:v>40784</c:v>
                      </c:pt>
                      <c:pt idx="1934">
                        <c:v>40785</c:v>
                      </c:pt>
                      <c:pt idx="1935">
                        <c:v>40786</c:v>
                      </c:pt>
                      <c:pt idx="1936">
                        <c:v>40787</c:v>
                      </c:pt>
                      <c:pt idx="1937">
                        <c:v>40788</c:v>
                      </c:pt>
                      <c:pt idx="1938">
                        <c:v>40791</c:v>
                      </c:pt>
                      <c:pt idx="1939">
                        <c:v>40792</c:v>
                      </c:pt>
                      <c:pt idx="1940">
                        <c:v>40793</c:v>
                      </c:pt>
                      <c:pt idx="1941">
                        <c:v>40794</c:v>
                      </c:pt>
                      <c:pt idx="1942">
                        <c:v>40795</c:v>
                      </c:pt>
                      <c:pt idx="1943">
                        <c:v>40798</c:v>
                      </c:pt>
                      <c:pt idx="1944">
                        <c:v>40799</c:v>
                      </c:pt>
                      <c:pt idx="1945">
                        <c:v>40800</c:v>
                      </c:pt>
                      <c:pt idx="1946">
                        <c:v>40801</c:v>
                      </c:pt>
                      <c:pt idx="1947">
                        <c:v>40802</c:v>
                      </c:pt>
                      <c:pt idx="1948">
                        <c:v>40805</c:v>
                      </c:pt>
                      <c:pt idx="1949">
                        <c:v>40806</c:v>
                      </c:pt>
                      <c:pt idx="1950">
                        <c:v>40807</c:v>
                      </c:pt>
                      <c:pt idx="1951">
                        <c:v>40808</c:v>
                      </c:pt>
                      <c:pt idx="1952">
                        <c:v>40809</c:v>
                      </c:pt>
                      <c:pt idx="1953">
                        <c:v>40812</c:v>
                      </c:pt>
                      <c:pt idx="1954">
                        <c:v>40813</c:v>
                      </c:pt>
                      <c:pt idx="1955">
                        <c:v>40814</c:v>
                      </c:pt>
                      <c:pt idx="1956">
                        <c:v>40815</c:v>
                      </c:pt>
                      <c:pt idx="1957">
                        <c:v>40816</c:v>
                      </c:pt>
                      <c:pt idx="1958">
                        <c:v>40819</c:v>
                      </c:pt>
                      <c:pt idx="1959">
                        <c:v>40820</c:v>
                      </c:pt>
                      <c:pt idx="1960">
                        <c:v>40821</c:v>
                      </c:pt>
                      <c:pt idx="1961">
                        <c:v>40822</c:v>
                      </c:pt>
                      <c:pt idx="1962">
                        <c:v>40823</c:v>
                      </c:pt>
                      <c:pt idx="1963">
                        <c:v>40826</c:v>
                      </c:pt>
                      <c:pt idx="1964">
                        <c:v>40827</c:v>
                      </c:pt>
                      <c:pt idx="1965">
                        <c:v>40828</c:v>
                      </c:pt>
                      <c:pt idx="1966">
                        <c:v>40829</c:v>
                      </c:pt>
                      <c:pt idx="1967">
                        <c:v>40830</c:v>
                      </c:pt>
                      <c:pt idx="1968">
                        <c:v>40833</c:v>
                      </c:pt>
                      <c:pt idx="1969">
                        <c:v>40834</c:v>
                      </c:pt>
                      <c:pt idx="1970">
                        <c:v>40835</c:v>
                      </c:pt>
                      <c:pt idx="1971">
                        <c:v>40836</c:v>
                      </c:pt>
                      <c:pt idx="1972">
                        <c:v>40837</c:v>
                      </c:pt>
                      <c:pt idx="1973">
                        <c:v>40840</c:v>
                      </c:pt>
                      <c:pt idx="1974">
                        <c:v>40841</c:v>
                      </c:pt>
                      <c:pt idx="1975">
                        <c:v>40842</c:v>
                      </c:pt>
                      <c:pt idx="1976">
                        <c:v>40843</c:v>
                      </c:pt>
                      <c:pt idx="1977">
                        <c:v>40844</c:v>
                      </c:pt>
                      <c:pt idx="1978">
                        <c:v>40847</c:v>
                      </c:pt>
                      <c:pt idx="1979">
                        <c:v>40848</c:v>
                      </c:pt>
                      <c:pt idx="1980">
                        <c:v>40849</c:v>
                      </c:pt>
                      <c:pt idx="1981">
                        <c:v>40850</c:v>
                      </c:pt>
                      <c:pt idx="1982">
                        <c:v>40851</c:v>
                      </c:pt>
                      <c:pt idx="1983">
                        <c:v>40854</c:v>
                      </c:pt>
                      <c:pt idx="1984">
                        <c:v>40855</c:v>
                      </c:pt>
                      <c:pt idx="1985">
                        <c:v>40856</c:v>
                      </c:pt>
                      <c:pt idx="1986">
                        <c:v>40857</c:v>
                      </c:pt>
                      <c:pt idx="1987">
                        <c:v>40858</c:v>
                      </c:pt>
                      <c:pt idx="1988">
                        <c:v>40861</c:v>
                      </c:pt>
                      <c:pt idx="1989">
                        <c:v>40862</c:v>
                      </c:pt>
                      <c:pt idx="1990">
                        <c:v>40863</c:v>
                      </c:pt>
                      <c:pt idx="1991">
                        <c:v>40864</c:v>
                      </c:pt>
                      <c:pt idx="1992">
                        <c:v>40865</c:v>
                      </c:pt>
                      <c:pt idx="1993">
                        <c:v>40868</c:v>
                      </c:pt>
                      <c:pt idx="1994">
                        <c:v>40869</c:v>
                      </c:pt>
                      <c:pt idx="1995">
                        <c:v>40870</c:v>
                      </c:pt>
                      <c:pt idx="1996">
                        <c:v>40871</c:v>
                      </c:pt>
                      <c:pt idx="1997">
                        <c:v>40872</c:v>
                      </c:pt>
                      <c:pt idx="1998">
                        <c:v>40875</c:v>
                      </c:pt>
                      <c:pt idx="1999">
                        <c:v>40876</c:v>
                      </c:pt>
                      <c:pt idx="2000">
                        <c:v>40877</c:v>
                      </c:pt>
                      <c:pt idx="2001">
                        <c:v>40878</c:v>
                      </c:pt>
                      <c:pt idx="2002">
                        <c:v>40879</c:v>
                      </c:pt>
                      <c:pt idx="2003">
                        <c:v>40882</c:v>
                      </c:pt>
                      <c:pt idx="2004">
                        <c:v>40883</c:v>
                      </c:pt>
                      <c:pt idx="2005">
                        <c:v>40884</c:v>
                      </c:pt>
                      <c:pt idx="2006">
                        <c:v>40885</c:v>
                      </c:pt>
                      <c:pt idx="2007">
                        <c:v>40886</c:v>
                      </c:pt>
                      <c:pt idx="2008">
                        <c:v>40889</c:v>
                      </c:pt>
                      <c:pt idx="2009">
                        <c:v>40890</c:v>
                      </c:pt>
                      <c:pt idx="2010">
                        <c:v>40891</c:v>
                      </c:pt>
                      <c:pt idx="2011">
                        <c:v>40892</c:v>
                      </c:pt>
                      <c:pt idx="2012">
                        <c:v>40893</c:v>
                      </c:pt>
                      <c:pt idx="2013">
                        <c:v>40896</c:v>
                      </c:pt>
                      <c:pt idx="2014">
                        <c:v>40897</c:v>
                      </c:pt>
                      <c:pt idx="2015">
                        <c:v>40898</c:v>
                      </c:pt>
                      <c:pt idx="2016">
                        <c:v>40899</c:v>
                      </c:pt>
                      <c:pt idx="2017">
                        <c:v>40900</c:v>
                      </c:pt>
                      <c:pt idx="2018">
                        <c:v>40903</c:v>
                      </c:pt>
                      <c:pt idx="2019">
                        <c:v>40904</c:v>
                      </c:pt>
                      <c:pt idx="2020">
                        <c:v>40905</c:v>
                      </c:pt>
                      <c:pt idx="2021">
                        <c:v>40906</c:v>
                      </c:pt>
                      <c:pt idx="2022">
                        <c:v>40907</c:v>
                      </c:pt>
                      <c:pt idx="2023">
                        <c:v>40910</c:v>
                      </c:pt>
                      <c:pt idx="2024">
                        <c:v>40911</c:v>
                      </c:pt>
                      <c:pt idx="2025">
                        <c:v>40912</c:v>
                      </c:pt>
                      <c:pt idx="2026">
                        <c:v>40913</c:v>
                      </c:pt>
                      <c:pt idx="2027">
                        <c:v>40914</c:v>
                      </c:pt>
                      <c:pt idx="2028">
                        <c:v>40917</c:v>
                      </c:pt>
                      <c:pt idx="2029">
                        <c:v>40918</c:v>
                      </c:pt>
                      <c:pt idx="2030">
                        <c:v>40919</c:v>
                      </c:pt>
                      <c:pt idx="2031">
                        <c:v>40920</c:v>
                      </c:pt>
                      <c:pt idx="2032">
                        <c:v>40921</c:v>
                      </c:pt>
                      <c:pt idx="2033">
                        <c:v>40924</c:v>
                      </c:pt>
                      <c:pt idx="2034">
                        <c:v>40925</c:v>
                      </c:pt>
                      <c:pt idx="2035">
                        <c:v>40926</c:v>
                      </c:pt>
                      <c:pt idx="2036">
                        <c:v>40927</c:v>
                      </c:pt>
                      <c:pt idx="2037">
                        <c:v>40928</c:v>
                      </c:pt>
                      <c:pt idx="2038">
                        <c:v>40931</c:v>
                      </c:pt>
                      <c:pt idx="2039">
                        <c:v>40932</c:v>
                      </c:pt>
                      <c:pt idx="2040">
                        <c:v>40933</c:v>
                      </c:pt>
                      <c:pt idx="2041">
                        <c:v>40934</c:v>
                      </c:pt>
                      <c:pt idx="2042">
                        <c:v>40935</c:v>
                      </c:pt>
                      <c:pt idx="2043">
                        <c:v>40938</c:v>
                      </c:pt>
                      <c:pt idx="2044">
                        <c:v>40939</c:v>
                      </c:pt>
                      <c:pt idx="2045">
                        <c:v>40940</c:v>
                      </c:pt>
                      <c:pt idx="2046">
                        <c:v>40941</c:v>
                      </c:pt>
                      <c:pt idx="2047">
                        <c:v>40942</c:v>
                      </c:pt>
                      <c:pt idx="2048">
                        <c:v>40945</c:v>
                      </c:pt>
                      <c:pt idx="2049">
                        <c:v>40946</c:v>
                      </c:pt>
                      <c:pt idx="2050">
                        <c:v>40947</c:v>
                      </c:pt>
                      <c:pt idx="2051">
                        <c:v>40948</c:v>
                      </c:pt>
                      <c:pt idx="2052">
                        <c:v>40949</c:v>
                      </c:pt>
                      <c:pt idx="2053">
                        <c:v>40952</c:v>
                      </c:pt>
                      <c:pt idx="2054">
                        <c:v>40953</c:v>
                      </c:pt>
                      <c:pt idx="2055">
                        <c:v>40954</c:v>
                      </c:pt>
                      <c:pt idx="2056">
                        <c:v>40955</c:v>
                      </c:pt>
                      <c:pt idx="2057">
                        <c:v>40956</c:v>
                      </c:pt>
                      <c:pt idx="2058">
                        <c:v>40959</c:v>
                      </c:pt>
                      <c:pt idx="2059">
                        <c:v>40960</c:v>
                      </c:pt>
                      <c:pt idx="2060">
                        <c:v>40961</c:v>
                      </c:pt>
                      <c:pt idx="2061">
                        <c:v>40962</c:v>
                      </c:pt>
                      <c:pt idx="2062">
                        <c:v>40963</c:v>
                      </c:pt>
                      <c:pt idx="2063">
                        <c:v>40966</c:v>
                      </c:pt>
                      <c:pt idx="2064">
                        <c:v>40967</c:v>
                      </c:pt>
                      <c:pt idx="2065">
                        <c:v>40968</c:v>
                      </c:pt>
                      <c:pt idx="2066">
                        <c:v>40969</c:v>
                      </c:pt>
                      <c:pt idx="2067">
                        <c:v>40970</c:v>
                      </c:pt>
                      <c:pt idx="2068">
                        <c:v>40973</c:v>
                      </c:pt>
                      <c:pt idx="2069">
                        <c:v>40974</c:v>
                      </c:pt>
                      <c:pt idx="2070">
                        <c:v>40975</c:v>
                      </c:pt>
                      <c:pt idx="2071">
                        <c:v>40976</c:v>
                      </c:pt>
                      <c:pt idx="2072">
                        <c:v>40977</c:v>
                      </c:pt>
                      <c:pt idx="2073">
                        <c:v>40980</c:v>
                      </c:pt>
                      <c:pt idx="2074">
                        <c:v>40981</c:v>
                      </c:pt>
                      <c:pt idx="2075">
                        <c:v>40982</c:v>
                      </c:pt>
                      <c:pt idx="2076">
                        <c:v>40983</c:v>
                      </c:pt>
                      <c:pt idx="2077">
                        <c:v>40984</c:v>
                      </c:pt>
                      <c:pt idx="2078">
                        <c:v>40987</c:v>
                      </c:pt>
                      <c:pt idx="2079">
                        <c:v>40988</c:v>
                      </c:pt>
                      <c:pt idx="2080">
                        <c:v>40989</c:v>
                      </c:pt>
                      <c:pt idx="2081">
                        <c:v>40990</c:v>
                      </c:pt>
                      <c:pt idx="2082">
                        <c:v>40991</c:v>
                      </c:pt>
                      <c:pt idx="2083">
                        <c:v>40994</c:v>
                      </c:pt>
                      <c:pt idx="2084">
                        <c:v>40995</c:v>
                      </c:pt>
                      <c:pt idx="2085">
                        <c:v>40996</c:v>
                      </c:pt>
                      <c:pt idx="2086">
                        <c:v>40997</c:v>
                      </c:pt>
                      <c:pt idx="2087">
                        <c:v>40998</c:v>
                      </c:pt>
                      <c:pt idx="2088">
                        <c:v>41001</c:v>
                      </c:pt>
                      <c:pt idx="2089">
                        <c:v>41002</c:v>
                      </c:pt>
                      <c:pt idx="2090">
                        <c:v>41003</c:v>
                      </c:pt>
                      <c:pt idx="2091">
                        <c:v>41004</c:v>
                      </c:pt>
                      <c:pt idx="2092">
                        <c:v>41005</c:v>
                      </c:pt>
                      <c:pt idx="2093">
                        <c:v>41008</c:v>
                      </c:pt>
                      <c:pt idx="2094">
                        <c:v>41009</c:v>
                      </c:pt>
                      <c:pt idx="2095">
                        <c:v>41010</c:v>
                      </c:pt>
                      <c:pt idx="2096">
                        <c:v>41011</c:v>
                      </c:pt>
                      <c:pt idx="2097">
                        <c:v>41012</c:v>
                      </c:pt>
                      <c:pt idx="2098">
                        <c:v>41015</c:v>
                      </c:pt>
                      <c:pt idx="2099">
                        <c:v>41016</c:v>
                      </c:pt>
                      <c:pt idx="2100">
                        <c:v>41017</c:v>
                      </c:pt>
                      <c:pt idx="2101">
                        <c:v>41018</c:v>
                      </c:pt>
                      <c:pt idx="2102">
                        <c:v>41019</c:v>
                      </c:pt>
                      <c:pt idx="2103">
                        <c:v>41022</c:v>
                      </c:pt>
                      <c:pt idx="2104">
                        <c:v>41023</c:v>
                      </c:pt>
                      <c:pt idx="2105">
                        <c:v>41024</c:v>
                      </c:pt>
                      <c:pt idx="2106">
                        <c:v>41025</c:v>
                      </c:pt>
                      <c:pt idx="2107">
                        <c:v>41026</c:v>
                      </c:pt>
                      <c:pt idx="2108">
                        <c:v>41029</c:v>
                      </c:pt>
                      <c:pt idx="2109">
                        <c:v>41030</c:v>
                      </c:pt>
                      <c:pt idx="2110">
                        <c:v>41031</c:v>
                      </c:pt>
                      <c:pt idx="2111">
                        <c:v>41032</c:v>
                      </c:pt>
                      <c:pt idx="2112">
                        <c:v>41033</c:v>
                      </c:pt>
                      <c:pt idx="2113">
                        <c:v>41036</c:v>
                      </c:pt>
                      <c:pt idx="2114">
                        <c:v>41037</c:v>
                      </c:pt>
                      <c:pt idx="2115">
                        <c:v>41038</c:v>
                      </c:pt>
                      <c:pt idx="2116">
                        <c:v>41039</c:v>
                      </c:pt>
                      <c:pt idx="2117">
                        <c:v>41040</c:v>
                      </c:pt>
                      <c:pt idx="2118">
                        <c:v>41043</c:v>
                      </c:pt>
                      <c:pt idx="2119">
                        <c:v>41044</c:v>
                      </c:pt>
                      <c:pt idx="2120">
                        <c:v>41045</c:v>
                      </c:pt>
                      <c:pt idx="2121">
                        <c:v>41046</c:v>
                      </c:pt>
                      <c:pt idx="2122">
                        <c:v>41047</c:v>
                      </c:pt>
                      <c:pt idx="2123">
                        <c:v>41050</c:v>
                      </c:pt>
                      <c:pt idx="2124">
                        <c:v>41051</c:v>
                      </c:pt>
                      <c:pt idx="2125">
                        <c:v>41052</c:v>
                      </c:pt>
                      <c:pt idx="2126">
                        <c:v>41053</c:v>
                      </c:pt>
                      <c:pt idx="2127">
                        <c:v>41054</c:v>
                      </c:pt>
                      <c:pt idx="2128">
                        <c:v>41057</c:v>
                      </c:pt>
                      <c:pt idx="2129">
                        <c:v>41058</c:v>
                      </c:pt>
                      <c:pt idx="2130">
                        <c:v>41059</c:v>
                      </c:pt>
                      <c:pt idx="2131">
                        <c:v>41060</c:v>
                      </c:pt>
                      <c:pt idx="2132">
                        <c:v>41061</c:v>
                      </c:pt>
                      <c:pt idx="2133">
                        <c:v>41064</c:v>
                      </c:pt>
                      <c:pt idx="2134">
                        <c:v>41065</c:v>
                      </c:pt>
                      <c:pt idx="2135">
                        <c:v>41066</c:v>
                      </c:pt>
                      <c:pt idx="2136">
                        <c:v>41067</c:v>
                      </c:pt>
                      <c:pt idx="2137">
                        <c:v>41068</c:v>
                      </c:pt>
                      <c:pt idx="2138">
                        <c:v>41071</c:v>
                      </c:pt>
                      <c:pt idx="2139">
                        <c:v>41072</c:v>
                      </c:pt>
                      <c:pt idx="2140">
                        <c:v>41073</c:v>
                      </c:pt>
                      <c:pt idx="2141">
                        <c:v>41074</c:v>
                      </c:pt>
                      <c:pt idx="2142">
                        <c:v>41075</c:v>
                      </c:pt>
                      <c:pt idx="2143">
                        <c:v>41078</c:v>
                      </c:pt>
                      <c:pt idx="2144">
                        <c:v>41079</c:v>
                      </c:pt>
                      <c:pt idx="2145">
                        <c:v>41080</c:v>
                      </c:pt>
                      <c:pt idx="2146">
                        <c:v>41081</c:v>
                      </c:pt>
                      <c:pt idx="2147">
                        <c:v>41082</c:v>
                      </c:pt>
                      <c:pt idx="2148">
                        <c:v>41085</c:v>
                      </c:pt>
                      <c:pt idx="2149">
                        <c:v>41086</c:v>
                      </c:pt>
                      <c:pt idx="2150">
                        <c:v>41087</c:v>
                      </c:pt>
                      <c:pt idx="2151">
                        <c:v>41088</c:v>
                      </c:pt>
                      <c:pt idx="2152">
                        <c:v>41089</c:v>
                      </c:pt>
                      <c:pt idx="2153">
                        <c:v>41092</c:v>
                      </c:pt>
                      <c:pt idx="2154">
                        <c:v>41093</c:v>
                      </c:pt>
                      <c:pt idx="2155">
                        <c:v>41094</c:v>
                      </c:pt>
                      <c:pt idx="2156">
                        <c:v>41095</c:v>
                      </c:pt>
                      <c:pt idx="2157">
                        <c:v>41096</c:v>
                      </c:pt>
                      <c:pt idx="2158">
                        <c:v>41099</c:v>
                      </c:pt>
                      <c:pt idx="2159">
                        <c:v>41100</c:v>
                      </c:pt>
                      <c:pt idx="2160">
                        <c:v>41101</c:v>
                      </c:pt>
                      <c:pt idx="2161">
                        <c:v>41102</c:v>
                      </c:pt>
                      <c:pt idx="2162">
                        <c:v>41103</c:v>
                      </c:pt>
                      <c:pt idx="2163">
                        <c:v>41106</c:v>
                      </c:pt>
                      <c:pt idx="2164">
                        <c:v>41107</c:v>
                      </c:pt>
                      <c:pt idx="2165">
                        <c:v>41108</c:v>
                      </c:pt>
                      <c:pt idx="2166">
                        <c:v>41109</c:v>
                      </c:pt>
                      <c:pt idx="2167">
                        <c:v>41110</c:v>
                      </c:pt>
                      <c:pt idx="2168">
                        <c:v>41113</c:v>
                      </c:pt>
                      <c:pt idx="2169">
                        <c:v>41114</c:v>
                      </c:pt>
                      <c:pt idx="2170">
                        <c:v>41115</c:v>
                      </c:pt>
                      <c:pt idx="2171">
                        <c:v>41116</c:v>
                      </c:pt>
                      <c:pt idx="2172">
                        <c:v>41117</c:v>
                      </c:pt>
                      <c:pt idx="2173">
                        <c:v>41120</c:v>
                      </c:pt>
                      <c:pt idx="2174">
                        <c:v>41121</c:v>
                      </c:pt>
                      <c:pt idx="2175">
                        <c:v>41122</c:v>
                      </c:pt>
                      <c:pt idx="2176">
                        <c:v>41123</c:v>
                      </c:pt>
                      <c:pt idx="2177">
                        <c:v>41124</c:v>
                      </c:pt>
                      <c:pt idx="2178">
                        <c:v>41127</c:v>
                      </c:pt>
                      <c:pt idx="2179">
                        <c:v>41128</c:v>
                      </c:pt>
                      <c:pt idx="2180">
                        <c:v>41129</c:v>
                      </c:pt>
                      <c:pt idx="2181">
                        <c:v>41130</c:v>
                      </c:pt>
                      <c:pt idx="2182">
                        <c:v>41131</c:v>
                      </c:pt>
                      <c:pt idx="2183">
                        <c:v>41134</c:v>
                      </c:pt>
                      <c:pt idx="2184">
                        <c:v>41135</c:v>
                      </c:pt>
                      <c:pt idx="2185">
                        <c:v>41136</c:v>
                      </c:pt>
                      <c:pt idx="2186">
                        <c:v>41137</c:v>
                      </c:pt>
                      <c:pt idx="2187">
                        <c:v>41138</c:v>
                      </c:pt>
                      <c:pt idx="2188">
                        <c:v>41141</c:v>
                      </c:pt>
                      <c:pt idx="2189">
                        <c:v>41142</c:v>
                      </c:pt>
                      <c:pt idx="2190">
                        <c:v>41143</c:v>
                      </c:pt>
                      <c:pt idx="2191">
                        <c:v>41144</c:v>
                      </c:pt>
                      <c:pt idx="2192">
                        <c:v>41145</c:v>
                      </c:pt>
                      <c:pt idx="2193">
                        <c:v>41148</c:v>
                      </c:pt>
                      <c:pt idx="2194">
                        <c:v>41149</c:v>
                      </c:pt>
                      <c:pt idx="2195">
                        <c:v>41150</c:v>
                      </c:pt>
                      <c:pt idx="2196">
                        <c:v>41151</c:v>
                      </c:pt>
                      <c:pt idx="2197">
                        <c:v>41152</c:v>
                      </c:pt>
                      <c:pt idx="2198">
                        <c:v>41155</c:v>
                      </c:pt>
                      <c:pt idx="2199">
                        <c:v>41156</c:v>
                      </c:pt>
                      <c:pt idx="2200">
                        <c:v>41157</c:v>
                      </c:pt>
                      <c:pt idx="2201">
                        <c:v>41158</c:v>
                      </c:pt>
                      <c:pt idx="2202">
                        <c:v>41159</c:v>
                      </c:pt>
                      <c:pt idx="2203">
                        <c:v>41162</c:v>
                      </c:pt>
                      <c:pt idx="2204">
                        <c:v>41163</c:v>
                      </c:pt>
                      <c:pt idx="2205">
                        <c:v>41164</c:v>
                      </c:pt>
                      <c:pt idx="2206">
                        <c:v>41165</c:v>
                      </c:pt>
                      <c:pt idx="2207">
                        <c:v>41166</c:v>
                      </c:pt>
                      <c:pt idx="2208">
                        <c:v>41169</c:v>
                      </c:pt>
                      <c:pt idx="2209">
                        <c:v>41170</c:v>
                      </c:pt>
                      <c:pt idx="2210">
                        <c:v>41171</c:v>
                      </c:pt>
                      <c:pt idx="2211">
                        <c:v>41172</c:v>
                      </c:pt>
                      <c:pt idx="2212">
                        <c:v>41173</c:v>
                      </c:pt>
                      <c:pt idx="2213">
                        <c:v>41176</c:v>
                      </c:pt>
                      <c:pt idx="2214">
                        <c:v>41177</c:v>
                      </c:pt>
                      <c:pt idx="2215">
                        <c:v>41178</c:v>
                      </c:pt>
                      <c:pt idx="2216">
                        <c:v>41179</c:v>
                      </c:pt>
                      <c:pt idx="2217">
                        <c:v>41180</c:v>
                      </c:pt>
                      <c:pt idx="2218">
                        <c:v>41183</c:v>
                      </c:pt>
                      <c:pt idx="2219">
                        <c:v>41184</c:v>
                      </c:pt>
                      <c:pt idx="2220">
                        <c:v>41185</c:v>
                      </c:pt>
                      <c:pt idx="2221">
                        <c:v>41186</c:v>
                      </c:pt>
                      <c:pt idx="2222">
                        <c:v>41187</c:v>
                      </c:pt>
                      <c:pt idx="2223">
                        <c:v>41190</c:v>
                      </c:pt>
                      <c:pt idx="2224">
                        <c:v>41191</c:v>
                      </c:pt>
                      <c:pt idx="2225">
                        <c:v>41192</c:v>
                      </c:pt>
                      <c:pt idx="2226">
                        <c:v>41193</c:v>
                      </c:pt>
                      <c:pt idx="2227">
                        <c:v>41194</c:v>
                      </c:pt>
                      <c:pt idx="2228">
                        <c:v>41197</c:v>
                      </c:pt>
                      <c:pt idx="2229">
                        <c:v>41198</c:v>
                      </c:pt>
                      <c:pt idx="2230">
                        <c:v>41199</c:v>
                      </c:pt>
                      <c:pt idx="2231">
                        <c:v>41200</c:v>
                      </c:pt>
                      <c:pt idx="2232">
                        <c:v>41201</c:v>
                      </c:pt>
                      <c:pt idx="2233">
                        <c:v>41204</c:v>
                      </c:pt>
                      <c:pt idx="2234">
                        <c:v>41205</c:v>
                      </c:pt>
                      <c:pt idx="2235">
                        <c:v>41206</c:v>
                      </c:pt>
                      <c:pt idx="2236">
                        <c:v>41207</c:v>
                      </c:pt>
                      <c:pt idx="2237">
                        <c:v>41208</c:v>
                      </c:pt>
                      <c:pt idx="2238">
                        <c:v>41211</c:v>
                      </c:pt>
                      <c:pt idx="2239">
                        <c:v>41212</c:v>
                      </c:pt>
                      <c:pt idx="2240">
                        <c:v>41213</c:v>
                      </c:pt>
                      <c:pt idx="2241">
                        <c:v>41214</c:v>
                      </c:pt>
                      <c:pt idx="2242">
                        <c:v>41215</c:v>
                      </c:pt>
                      <c:pt idx="2243">
                        <c:v>41218</c:v>
                      </c:pt>
                      <c:pt idx="2244">
                        <c:v>41219</c:v>
                      </c:pt>
                      <c:pt idx="2245">
                        <c:v>41220</c:v>
                      </c:pt>
                      <c:pt idx="2246">
                        <c:v>41221</c:v>
                      </c:pt>
                      <c:pt idx="2247">
                        <c:v>41222</c:v>
                      </c:pt>
                      <c:pt idx="2248">
                        <c:v>41225</c:v>
                      </c:pt>
                      <c:pt idx="2249">
                        <c:v>41226</c:v>
                      </c:pt>
                      <c:pt idx="2250">
                        <c:v>41227</c:v>
                      </c:pt>
                      <c:pt idx="2251">
                        <c:v>41228</c:v>
                      </c:pt>
                      <c:pt idx="2252">
                        <c:v>41229</c:v>
                      </c:pt>
                      <c:pt idx="2253">
                        <c:v>41232</c:v>
                      </c:pt>
                      <c:pt idx="2254">
                        <c:v>41233</c:v>
                      </c:pt>
                      <c:pt idx="2255">
                        <c:v>41234</c:v>
                      </c:pt>
                      <c:pt idx="2256">
                        <c:v>41235</c:v>
                      </c:pt>
                      <c:pt idx="2257">
                        <c:v>41236</c:v>
                      </c:pt>
                      <c:pt idx="2258">
                        <c:v>41239</c:v>
                      </c:pt>
                      <c:pt idx="2259">
                        <c:v>41240</c:v>
                      </c:pt>
                      <c:pt idx="2260">
                        <c:v>41241</c:v>
                      </c:pt>
                      <c:pt idx="2261">
                        <c:v>41242</c:v>
                      </c:pt>
                      <c:pt idx="2262">
                        <c:v>41243</c:v>
                      </c:pt>
                      <c:pt idx="2263">
                        <c:v>41246</c:v>
                      </c:pt>
                      <c:pt idx="2264">
                        <c:v>41247</c:v>
                      </c:pt>
                      <c:pt idx="2265">
                        <c:v>41248</c:v>
                      </c:pt>
                      <c:pt idx="2266">
                        <c:v>41249</c:v>
                      </c:pt>
                      <c:pt idx="2267">
                        <c:v>41250</c:v>
                      </c:pt>
                      <c:pt idx="2268">
                        <c:v>41253</c:v>
                      </c:pt>
                      <c:pt idx="2269">
                        <c:v>41254</c:v>
                      </c:pt>
                      <c:pt idx="2270">
                        <c:v>41255</c:v>
                      </c:pt>
                      <c:pt idx="2271">
                        <c:v>41256</c:v>
                      </c:pt>
                      <c:pt idx="2272">
                        <c:v>41257</c:v>
                      </c:pt>
                      <c:pt idx="2273">
                        <c:v>41260</c:v>
                      </c:pt>
                      <c:pt idx="2274">
                        <c:v>41261</c:v>
                      </c:pt>
                      <c:pt idx="2275">
                        <c:v>41262</c:v>
                      </c:pt>
                      <c:pt idx="2276">
                        <c:v>41263</c:v>
                      </c:pt>
                      <c:pt idx="2277">
                        <c:v>41264</c:v>
                      </c:pt>
                      <c:pt idx="2278">
                        <c:v>41267</c:v>
                      </c:pt>
                      <c:pt idx="2279">
                        <c:v>41268</c:v>
                      </c:pt>
                      <c:pt idx="2280">
                        <c:v>41269</c:v>
                      </c:pt>
                      <c:pt idx="2281">
                        <c:v>41270</c:v>
                      </c:pt>
                      <c:pt idx="2282">
                        <c:v>41271</c:v>
                      </c:pt>
                      <c:pt idx="2283">
                        <c:v>41274</c:v>
                      </c:pt>
                      <c:pt idx="2284">
                        <c:v>41275</c:v>
                      </c:pt>
                      <c:pt idx="2285">
                        <c:v>41276</c:v>
                      </c:pt>
                      <c:pt idx="2286">
                        <c:v>41277</c:v>
                      </c:pt>
                      <c:pt idx="2287">
                        <c:v>41278</c:v>
                      </c:pt>
                      <c:pt idx="2288">
                        <c:v>41281</c:v>
                      </c:pt>
                      <c:pt idx="2289">
                        <c:v>41282</c:v>
                      </c:pt>
                      <c:pt idx="2290">
                        <c:v>41283</c:v>
                      </c:pt>
                      <c:pt idx="2291">
                        <c:v>41284</c:v>
                      </c:pt>
                      <c:pt idx="2292">
                        <c:v>41285</c:v>
                      </c:pt>
                      <c:pt idx="2293">
                        <c:v>41288</c:v>
                      </c:pt>
                      <c:pt idx="2294">
                        <c:v>41289</c:v>
                      </c:pt>
                      <c:pt idx="2295">
                        <c:v>41290</c:v>
                      </c:pt>
                      <c:pt idx="2296">
                        <c:v>41291</c:v>
                      </c:pt>
                      <c:pt idx="2297">
                        <c:v>41292</c:v>
                      </c:pt>
                      <c:pt idx="2298">
                        <c:v>41295</c:v>
                      </c:pt>
                      <c:pt idx="2299">
                        <c:v>41296</c:v>
                      </c:pt>
                      <c:pt idx="2300">
                        <c:v>41297</c:v>
                      </c:pt>
                      <c:pt idx="2301">
                        <c:v>41298</c:v>
                      </c:pt>
                      <c:pt idx="2302">
                        <c:v>41299</c:v>
                      </c:pt>
                      <c:pt idx="2303">
                        <c:v>41302</c:v>
                      </c:pt>
                      <c:pt idx="2304">
                        <c:v>41303</c:v>
                      </c:pt>
                      <c:pt idx="2305">
                        <c:v>41304</c:v>
                      </c:pt>
                      <c:pt idx="2306">
                        <c:v>41305</c:v>
                      </c:pt>
                      <c:pt idx="2307">
                        <c:v>41306</c:v>
                      </c:pt>
                      <c:pt idx="2308">
                        <c:v>41309</c:v>
                      </c:pt>
                      <c:pt idx="2309">
                        <c:v>41310</c:v>
                      </c:pt>
                      <c:pt idx="2310">
                        <c:v>41311</c:v>
                      </c:pt>
                      <c:pt idx="2311">
                        <c:v>41312</c:v>
                      </c:pt>
                      <c:pt idx="2312">
                        <c:v>41313</c:v>
                      </c:pt>
                      <c:pt idx="2313">
                        <c:v>41316</c:v>
                      </c:pt>
                      <c:pt idx="2314">
                        <c:v>41317</c:v>
                      </c:pt>
                      <c:pt idx="2315">
                        <c:v>41318</c:v>
                      </c:pt>
                      <c:pt idx="2316">
                        <c:v>41319</c:v>
                      </c:pt>
                      <c:pt idx="2317">
                        <c:v>41320</c:v>
                      </c:pt>
                      <c:pt idx="2318">
                        <c:v>41323</c:v>
                      </c:pt>
                      <c:pt idx="2319">
                        <c:v>41324</c:v>
                      </c:pt>
                      <c:pt idx="2320">
                        <c:v>41325</c:v>
                      </c:pt>
                      <c:pt idx="2321">
                        <c:v>41326</c:v>
                      </c:pt>
                      <c:pt idx="2322">
                        <c:v>41327</c:v>
                      </c:pt>
                      <c:pt idx="2323">
                        <c:v>41330</c:v>
                      </c:pt>
                      <c:pt idx="2324">
                        <c:v>41331</c:v>
                      </c:pt>
                      <c:pt idx="2325">
                        <c:v>41332</c:v>
                      </c:pt>
                      <c:pt idx="2326">
                        <c:v>41333</c:v>
                      </c:pt>
                      <c:pt idx="2327">
                        <c:v>41334</c:v>
                      </c:pt>
                      <c:pt idx="2328">
                        <c:v>41337</c:v>
                      </c:pt>
                      <c:pt idx="2329">
                        <c:v>41338</c:v>
                      </c:pt>
                      <c:pt idx="2330">
                        <c:v>41339</c:v>
                      </c:pt>
                      <c:pt idx="2331">
                        <c:v>41340</c:v>
                      </c:pt>
                      <c:pt idx="2332">
                        <c:v>41341</c:v>
                      </c:pt>
                      <c:pt idx="2333">
                        <c:v>41344</c:v>
                      </c:pt>
                      <c:pt idx="2334">
                        <c:v>41345</c:v>
                      </c:pt>
                      <c:pt idx="2335">
                        <c:v>41346</c:v>
                      </c:pt>
                      <c:pt idx="2336">
                        <c:v>41347</c:v>
                      </c:pt>
                      <c:pt idx="2337">
                        <c:v>41348</c:v>
                      </c:pt>
                      <c:pt idx="2338">
                        <c:v>41351</c:v>
                      </c:pt>
                      <c:pt idx="2339">
                        <c:v>41352</c:v>
                      </c:pt>
                      <c:pt idx="2340">
                        <c:v>41353</c:v>
                      </c:pt>
                      <c:pt idx="2341">
                        <c:v>41354</c:v>
                      </c:pt>
                      <c:pt idx="2342">
                        <c:v>41355</c:v>
                      </c:pt>
                      <c:pt idx="2343">
                        <c:v>41358</c:v>
                      </c:pt>
                      <c:pt idx="2344">
                        <c:v>41359</c:v>
                      </c:pt>
                      <c:pt idx="2345">
                        <c:v>41360</c:v>
                      </c:pt>
                      <c:pt idx="2346">
                        <c:v>41361</c:v>
                      </c:pt>
                      <c:pt idx="2347">
                        <c:v>41362</c:v>
                      </c:pt>
                      <c:pt idx="2348">
                        <c:v>41365</c:v>
                      </c:pt>
                      <c:pt idx="2349">
                        <c:v>41366</c:v>
                      </c:pt>
                      <c:pt idx="2350">
                        <c:v>41367</c:v>
                      </c:pt>
                      <c:pt idx="2351">
                        <c:v>41368</c:v>
                      </c:pt>
                      <c:pt idx="2352">
                        <c:v>41369</c:v>
                      </c:pt>
                      <c:pt idx="2353">
                        <c:v>41372</c:v>
                      </c:pt>
                      <c:pt idx="2354">
                        <c:v>41373</c:v>
                      </c:pt>
                      <c:pt idx="2355">
                        <c:v>41374</c:v>
                      </c:pt>
                      <c:pt idx="2356">
                        <c:v>41375</c:v>
                      </c:pt>
                      <c:pt idx="2357">
                        <c:v>41376</c:v>
                      </c:pt>
                      <c:pt idx="2358">
                        <c:v>41379</c:v>
                      </c:pt>
                      <c:pt idx="2359">
                        <c:v>41380</c:v>
                      </c:pt>
                      <c:pt idx="2360">
                        <c:v>41381</c:v>
                      </c:pt>
                      <c:pt idx="2361">
                        <c:v>41382</c:v>
                      </c:pt>
                      <c:pt idx="2362">
                        <c:v>41383</c:v>
                      </c:pt>
                      <c:pt idx="2363">
                        <c:v>41386</c:v>
                      </c:pt>
                      <c:pt idx="2364">
                        <c:v>41387</c:v>
                      </c:pt>
                      <c:pt idx="2365">
                        <c:v>41388</c:v>
                      </c:pt>
                      <c:pt idx="2366">
                        <c:v>41389</c:v>
                      </c:pt>
                      <c:pt idx="2367">
                        <c:v>41390</c:v>
                      </c:pt>
                      <c:pt idx="2368">
                        <c:v>41393</c:v>
                      </c:pt>
                      <c:pt idx="2369">
                        <c:v>41394</c:v>
                      </c:pt>
                      <c:pt idx="2370">
                        <c:v>41395</c:v>
                      </c:pt>
                      <c:pt idx="2371">
                        <c:v>41396</c:v>
                      </c:pt>
                      <c:pt idx="2372">
                        <c:v>41397</c:v>
                      </c:pt>
                      <c:pt idx="2373">
                        <c:v>41400</c:v>
                      </c:pt>
                      <c:pt idx="2374">
                        <c:v>41401</c:v>
                      </c:pt>
                      <c:pt idx="2375">
                        <c:v>41402</c:v>
                      </c:pt>
                      <c:pt idx="2376">
                        <c:v>41403</c:v>
                      </c:pt>
                      <c:pt idx="2377">
                        <c:v>41404</c:v>
                      </c:pt>
                      <c:pt idx="2378">
                        <c:v>41407</c:v>
                      </c:pt>
                      <c:pt idx="2379">
                        <c:v>41408</c:v>
                      </c:pt>
                      <c:pt idx="2380">
                        <c:v>41409</c:v>
                      </c:pt>
                      <c:pt idx="2381">
                        <c:v>41410</c:v>
                      </c:pt>
                      <c:pt idx="2382">
                        <c:v>41411</c:v>
                      </c:pt>
                      <c:pt idx="2383">
                        <c:v>41414</c:v>
                      </c:pt>
                      <c:pt idx="2384">
                        <c:v>41415</c:v>
                      </c:pt>
                      <c:pt idx="2385">
                        <c:v>41416</c:v>
                      </c:pt>
                      <c:pt idx="2386">
                        <c:v>41417</c:v>
                      </c:pt>
                      <c:pt idx="2387">
                        <c:v>41418</c:v>
                      </c:pt>
                      <c:pt idx="2388">
                        <c:v>41421</c:v>
                      </c:pt>
                      <c:pt idx="2389">
                        <c:v>41422</c:v>
                      </c:pt>
                      <c:pt idx="2390">
                        <c:v>41423</c:v>
                      </c:pt>
                      <c:pt idx="2391">
                        <c:v>41424</c:v>
                      </c:pt>
                      <c:pt idx="2392">
                        <c:v>41425</c:v>
                      </c:pt>
                      <c:pt idx="2393">
                        <c:v>41428</c:v>
                      </c:pt>
                      <c:pt idx="2394">
                        <c:v>41429</c:v>
                      </c:pt>
                      <c:pt idx="2395">
                        <c:v>41430</c:v>
                      </c:pt>
                      <c:pt idx="2396">
                        <c:v>41431</c:v>
                      </c:pt>
                      <c:pt idx="2397">
                        <c:v>41432</c:v>
                      </c:pt>
                      <c:pt idx="2398">
                        <c:v>41435</c:v>
                      </c:pt>
                      <c:pt idx="2399">
                        <c:v>41436</c:v>
                      </c:pt>
                      <c:pt idx="2400">
                        <c:v>41437</c:v>
                      </c:pt>
                      <c:pt idx="2401">
                        <c:v>41438</c:v>
                      </c:pt>
                      <c:pt idx="2402">
                        <c:v>41439</c:v>
                      </c:pt>
                      <c:pt idx="2403">
                        <c:v>41442</c:v>
                      </c:pt>
                      <c:pt idx="2404">
                        <c:v>41443</c:v>
                      </c:pt>
                      <c:pt idx="2405">
                        <c:v>41444</c:v>
                      </c:pt>
                      <c:pt idx="2406">
                        <c:v>41445</c:v>
                      </c:pt>
                      <c:pt idx="2407">
                        <c:v>41446</c:v>
                      </c:pt>
                      <c:pt idx="2408">
                        <c:v>41449</c:v>
                      </c:pt>
                      <c:pt idx="2409">
                        <c:v>41450</c:v>
                      </c:pt>
                      <c:pt idx="2410">
                        <c:v>41451</c:v>
                      </c:pt>
                      <c:pt idx="2411">
                        <c:v>41452</c:v>
                      </c:pt>
                      <c:pt idx="2412">
                        <c:v>41453</c:v>
                      </c:pt>
                      <c:pt idx="2413">
                        <c:v>41456</c:v>
                      </c:pt>
                      <c:pt idx="2414">
                        <c:v>41457</c:v>
                      </c:pt>
                      <c:pt idx="2415">
                        <c:v>41458</c:v>
                      </c:pt>
                      <c:pt idx="2416">
                        <c:v>41459</c:v>
                      </c:pt>
                      <c:pt idx="2417">
                        <c:v>41460</c:v>
                      </c:pt>
                      <c:pt idx="2418">
                        <c:v>41463</c:v>
                      </c:pt>
                      <c:pt idx="2419">
                        <c:v>41464</c:v>
                      </c:pt>
                      <c:pt idx="2420">
                        <c:v>41465</c:v>
                      </c:pt>
                      <c:pt idx="2421">
                        <c:v>41466</c:v>
                      </c:pt>
                      <c:pt idx="2422">
                        <c:v>41467</c:v>
                      </c:pt>
                      <c:pt idx="2423">
                        <c:v>41470</c:v>
                      </c:pt>
                      <c:pt idx="2424">
                        <c:v>41471</c:v>
                      </c:pt>
                      <c:pt idx="2425">
                        <c:v>41472</c:v>
                      </c:pt>
                      <c:pt idx="2426">
                        <c:v>41473</c:v>
                      </c:pt>
                      <c:pt idx="2427">
                        <c:v>41474</c:v>
                      </c:pt>
                      <c:pt idx="2428">
                        <c:v>41477</c:v>
                      </c:pt>
                      <c:pt idx="2429">
                        <c:v>41478</c:v>
                      </c:pt>
                      <c:pt idx="2430">
                        <c:v>41479</c:v>
                      </c:pt>
                      <c:pt idx="2431">
                        <c:v>41480</c:v>
                      </c:pt>
                      <c:pt idx="2432">
                        <c:v>41481</c:v>
                      </c:pt>
                      <c:pt idx="2433">
                        <c:v>41484</c:v>
                      </c:pt>
                      <c:pt idx="2434">
                        <c:v>41485</c:v>
                      </c:pt>
                      <c:pt idx="2435">
                        <c:v>41486</c:v>
                      </c:pt>
                      <c:pt idx="2436">
                        <c:v>41487</c:v>
                      </c:pt>
                      <c:pt idx="2437">
                        <c:v>41488</c:v>
                      </c:pt>
                      <c:pt idx="2438">
                        <c:v>41491</c:v>
                      </c:pt>
                      <c:pt idx="2439">
                        <c:v>41492</c:v>
                      </c:pt>
                      <c:pt idx="2440">
                        <c:v>41493</c:v>
                      </c:pt>
                      <c:pt idx="2441">
                        <c:v>41494</c:v>
                      </c:pt>
                      <c:pt idx="2442">
                        <c:v>41495</c:v>
                      </c:pt>
                      <c:pt idx="2443">
                        <c:v>41498</c:v>
                      </c:pt>
                      <c:pt idx="2444">
                        <c:v>41499</c:v>
                      </c:pt>
                      <c:pt idx="2445">
                        <c:v>41500</c:v>
                      </c:pt>
                      <c:pt idx="2446">
                        <c:v>41501</c:v>
                      </c:pt>
                      <c:pt idx="2447">
                        <c:v>41502</c:v>
                      </c:pt>
                      <c:pt idx="2448">
                        <c:v>41505</c:v>
                      </c:pt>
                      <c:pt idx="2449">
                        <c:v>41506</c:v>
                      </c:pt>
                      <c:pt idx="2450">
                        <c:v>41507</c:v>
                      </c:pt>
                      <c:pt idx="2451">
                        <c:v>41508</c:v>
                      </c:pt>
                      <c:pt idx="2452">
                        <c:v>41509</c:v>
                      </c:pt>
                      <c:pt idx="2453">
                        <c:v>41512</c:v>
                      </c:pt>
                      <c:pt idx="2454">
                        <c:v>41513</c:v>
                      </c:pt>
                      <c:pt idx="2455">
                        <c:v>41514</c:v>
                      </c:pt>
                      <c:pt idx="2456">
                        <c:v>41515</c:v>
                      </c:pt>
                      <c:pt idx="2457">
                        <c:v>41516</c:v>
                      </c:pt>
                      <c:pt idx="2458">
                        <c:v>41519</c:v>
                      </c:pt>
                      <c:pt idx="2459">
                        <c:v>41520</c:v>
                      </c:pt>
                      <c:pt idx="2460">
                        <c:v>41521</c:v>
                      </c:pt>
                      <c:pt idx="2461">
                        <c:v>41522</c:v>
                      </c:pt>
                      <c:pt idx="2462">
                        <c:v>41523</c:v>
                      </c:pt>
                      <c:pt idx="2463">
                        <c:v>41526</c:v>
                      </c:pt>
                      <c:pt idx="2464">
                        <c:v>41527</c:v>
                      </c:pt>
                      <c:pt idx="2465">
                        <c:v>41528</c:v>
                      </c:pt>
                      <c:pt idx="2466">
                        <c:v>41529</c:v>
                      </c:pt>
                      <c:pt idx="2467">
                        <c:v>41530</c:v>
                      </c:pt>
                      <c:pt idx="2468">
                        <c:v>41533</c:v>
                      </c:pt>
                      <c:pt idx="2469">
                        <c:v>41534</c:v>
                      </c:pt>
                      <c:pt idx="2470">
                        <c:v>41535</c:v>
                      </c:pt>
                      <c:pt idx="2471">
                        <c:v>41536</c:v>
                      </c:pt>
                      <c:pt idx="2472">
                        <c:v>41537</c:v>
                      </c:pt>
                      <c:pt idx="2473">
                        <c:v>41540</c:v>
                      </c:pt>
                      <c:pt idx="2474">
                        <c:v>41541</c:v>
                      </c:pt>
                      <c:pt idx="2475">
                        <c:v>41542</c:v>
                      </c:pt>
                      <c:pt idx="2476">
                        <c:v>41543</c:v>
                      </c:pt>
                      <c:pt idx="2477">
                        <c:v>41544</c:v>
                      </c:pt>
                      <c:pt idx="2478">
                        <c:v>41547</c:v>
                      </c:pt>
                      <c:pt idx="2479">
                        <c:v>41548</c:v>
                      </c:pt>
                      <c:pt idx="2480">
                        <c:v>41549</c:v>
                      </c:pt>
                      <c:pt idx="2481">
                        <c:v>41550</c:v>
                      </c:pt>
                      <c:pt idx="2482">
                        <c:v>41551</c:v>
                      </c:pt>
                      <c:pt idx="2483">
                        <c:v>41554</c:v>
                      </c:pt>
                      <c:pt idx="2484">
                        <c:v>41555</c:v>
                      </c:pt>
                      <c:pt idx="2485">
                        <c:v>41556</c:v>
                      </c:pt>
                      <c:pt idx="2486">
                        <c:v>41557</c:v>
                      </c:pt>
                      <c:pt idx="2487">
                        <c:v>41558</c:v>
                      </c:pt>
                      <c:pt idx="2488">
                        <c:v>41561</c:v>
                      </c:pt>
                      <c:pt idx="2489">
                        <c:v>41562</c:v>
                      </c:pt>
                      <c:pt idx="2490">
                        <c:v>41563</c:v>
                      </c:pt>
                      <c:pt idx="2491">
                        <c:v>41564</c:v>
                      </c:pt>
                      <c:pt idx="2492">
                        <c:v>41565</c:v>
                      </c:pt>
                      <c:pt idx="2493">
                        <c:v>41568</c:v>
                      </c:pt>
                      <c:pt idx="2494">
                        <c:v>41569</c:v>
                      </c:pt>
                      <c:pt idx="2495">
                        <c:v>41570</c:v>
                      </c:pt>
                      <c:pt idx="2496">
                        <c:v>41571</c:v>
                      </c:pt>
                      <c:pt idx="2497">
                        <c:v>41572</c:v>
                      </c:pt>
                      <c:pt idx="2498">
                        <c:v>41575</c:v>
                      </c:pt>
                      <c:pt idx="2499">
                        <c:v>41576</c:v>
                      </c:pt>
                      <c:pt idx="2500">
                        <c:v>41577</c:v>
                      </c:pt>
                      <c:pt idx="2501">
                        <c:v>41578</c:v>
                      </c:pt>
                      <c:pt idx="2502">
                        <c:v>41579</c:v>
                      </c:pt>
                      <c:pt idx="2503">
                        <c:v>41582</c:v>
                      </c:pt>
                      <c:pt idx="2504">
                        <c:v>41583</c:v>
                      </c:pt>
                      <c:pt idx="2505">
                        <c:v>41584</c:v>
                      </c:pt>
                      <c:pt idx="2506">
                        <c:v>41585</c:v>
                      </c:pt>
                      <c:pt idx="2507">
                        <c:v>41586</c:v>
                      </c:pt>
                      <c:pt idx="2508">
                        <c:v>41589</c:v>
                      </c:pt>
                      <c:pt idx="2509">
                        <c:v>41590</c:v>
                      </c:pt>
                      <c:pt idx="2510">
                        <c:v>41591</c:v>
                      </c:pt>
                      <c:pt idx="2511">
                        <c:v>41592</c:v>
                      </c:pt>
                      <c:pt idx="2512">
                        <c:v>41593</c:v>
                      </c:pt>
                      <c:pt idx="2513">
                        <c:v>41596</c:v>
                      </c:pt>
                      <c:pt idx="2514">
                        <c:v>41597</c:v>
                      </c:pt>
                      <c:pt idx="2515">
                        <c:v>41598</c:v>
                      </c:pt>
                      <c:pt idx="2516">
                        <c:v>41599</c:v>
                      </c:pt>
                      <c:pt idx="2517">
                        <c:v>41600</c:v>
                      </c:pt>
                      <c:pt idx="2518">
                        <c:v>41603</c:v>
                      </c:pt>
                      <c:pt idx="2519">
                        <c:v>41604</c:v>
                      </c:pt>
                      <c:pt idx="2520">
                        <c:v>41605</c:v>
                      </c:pt>
                      <c:pt idx="2521">
                        <c:v>41606</c:v>
                      </c:pt>
                      <c:pt idx="2522">
                        <c:v>41607</c:v>
                      </c:pt>
                      <c:pt idx="2523">
                        <c:v>41610</c:v>
                      </c:pt>
                      <c:pt idx="2524">
                        <c:v>41611</c:v>
                      </c:pt>
                      <c:pt idx="2525">
                        <c:v>41612</c:v>
                      </c:pt>
                      <c:pt idx="2526">
                        <c:v>41613</c:v>
                      </c:pt>
                      <c:pt idx="2527">
                        <c:v>41614</c:v>
                      </c:pt>
                      <c:pt idx="2528">
                        <c:v>41617</c:v>
                      </c:pt>
                      <c:pt idx="2529">
                        <c:v>41618</c:v>
                      </c:pt>
                      <c:pt idx="2530">
                        <c:v>41619</c:v>
                      </c:pt>
                      <c:pt idx="2531">
                        <c:v>41620</c:v>
                      </c:pt>
                      <c:pt idx="2532">
                        <c:v>41621</c:v>
                      </c:pt>
                      <c:pt idx="2533">
                        <c:v>41624</c:v>
                      </c:pt>
                      <c:pt idx="2534">
                        <c:v>41625</c:v>
                      </c:pt>
                      <c:pt idx="2535">
                        <c:v>41626</c:v>
                      </c:pt>
                      <c:pt idx="2536">
                        <c:v>41627</c:v>
                      </c:pt>
                      <c:pt idx="2537">
                        <c:v>41628</c:v>
                      </c:pt>
                      <c:pt idx="2538">
                        <c:v>41631</c:v>
                      </c:pt>
                      <c:pt idx="2539">
                        <c:v>41632</c:v>
                      </c:pt>
                      <c:pt idx="2540">
                        <c:v>41633</c:v>
                      </c:pt>
                      <c:pt idx="2541">
                        <c:v>41634</c:v>
                      </c:pt>
                      <c:pt idx="2542">
                        <c:v>41635</c:v>
                      </c:pt>
                      <c:pt idx="2543">
                        <c:v>41638</c:v>
                      </c:pt>
                      <c:pt idx="2544">
                        <c:v>41639</c:v>
                      </c:pt>
                      <c:pt idx="2545">
                        <c:v>41640</c:v>
                      </c:pt>
                      <c:pt idx="2546">
                        <c:v>41641</c:v>
                      </c:pt>
                      <c:pt idx="2547">
                        <c:v>41642</c:v>
                      </c:pt>
                      <c:pt idx="2548">
                        <c:v>41645</c:v>
                      </c:pt>
                      <c:pt idx="2549">
                        <c:v>41646</c:v>
                      </c:pt>
                      <c:pt idx="2550">
                        <c:v>41647</c:v>
                      </c:pt>
                      <c:pt idx="2551">
                        <c:v>41648</c:v>
                      </c:pt>
                      <c:pt idx="2552">
                        <c:v>41649</c:v>
                      </c:pt>
                      <c:pt idx="2553">
                        <c:v>41652</c:v>
                      </c:pt>
                      <c:pt idx="2554">
                        <c:v>41653</c:v>
                      </c:pt>
                      <c:pt idx="2555">
                        <c:v>41654</c:v>
                      </c:pt>
                      <c:pt idx="2556">
                        <c:v>41655</c:v>
                      </c:pt>
                      <c:pt idx="2557">
                        <c:v>41656</c:v>
                      </c:pt>
                      <c:pt idx="2558">
                        <c:v>41659</c:v>
                      </c:pt>
                      <c:pt idx="2559">
                        <c:v>41660</c:v>
                      </c:pt>
                      <c:pt idx="2560">
                        <c:v>41661</c:v>
                      </c:pt>
                      <c:pt idx="2561">
                        <c:v>41662</c:v>
                      </c:pt>
                      <c:pt idx="2562">
                        <c:v>41663</c:v>
                      </c:pt>
                      <c:pt idx="2563">
                        <c:v>41666</c:v>
                      </c:pt>
                      <c:pt idx="2564">
                        <c:v>41667</c:v>
                      </c:pt>
                      <c:pt idx="2565">
                        <c:v>41668</c:v>
                      </c:pt>
                      <c:pt idx="2566">
                        <c:v>41669</c:v>
                      </c:pt>
                      <c:pt idx="2567">
                        <c:v>41670</c:v>
                      </c:pt>
                      <c:pt idx="2568">
                        <c:v>41673</c:v>
                      </c:pt>
                      <c:pt idx="2569">
                        <c:v>41674</c:v>
                      </c:pt>
                      <c:pt idx="2570">
                        <c:v>41675</c:v>
                      </c:pt>
                      <c:pt idx="2571">
                        <c:v>41676</c:v>
                      </c:pt>
                      <c:pt idx="2572">
                        <c:v>41677</c:v>
                      </c:pt>
                      <c:pt idx="2573">
                        <c:v>41680</c:v>
                      </c:pt>
                      <c:pt idx="2574">
                        <c:v>41681</c:v>
                      </c:pt>
                      <c:pt idx="2575">
                        <c:v>41682</c:v>
                      </c:pt>
                      <c:pt idx="2576">
                        <c:v>41683</c:v>
                      </c:pt>
                      <c:pt idx="2577">
                        <c:v>41684</c:v>
                      </c:pt>
                      <c:pt idx="2578">
                        <c:v>41687</c:v>
                      </c:pt>
                      <c:pt idx="2579">
                        <c:v>41688</c:v>
                      </c:pt>
                      <c:pt idx="2580">
                        <c:v>41689</c:v>
                      </c:pt>
                      <c:pt idx="2581">
                        <c:v>41690</c:v>
                      </c:pt>
                      <c:pt idx="2582">
                        <c:v>41691</c:v>
                      </c:pt>
                      <c:pt idx="2583">
                        <c:v>41694</c:v>
                      </c:pt>
                      <c:pt idx="2584">
                        <c:v>41695</c:v>
                      </c:pt>
                      <c:pt idx="2585">
                        <c:v>41696</c:v>
                      </c:pt>
                      <c:pt idx="2586">
                        <c:v>41697</c:v>
                      </c:pt>
                      <c:pt idx="2587">
                        <c:v>41698</c:v>
                      </c:pt>
                      <c:pt idx="2588">
                        <c:v>41701</c:v>
                      </c:pt>
                      <c:pt idx="2589">
                        <c:v>41702</c:v>
                      </c:pt>
                      <c:pt idx="2590">
                        <c:v>41703</c:v>
                      </c:pt>
                      <c:pt idx="2591">
                        <c:v>41704</c:v>
                      </c:pt>
                      <c:pt idx="2592">
                        <c:v>41705</c:v>
                      </c:pt>
                      <c:pt idx="2593">
                        <c:v>41708</c:v>
                      </c:pt>
                      <c:pt idx="2594">
                        <c:v>41709</c:v>
                      </c:pt>
                      <c:pt idx="2595">
                        <c:v>41710</c:v>
                      </c:pt>
                      <c:pt idx="2596">
                        <c:v>41711</c:v>
                      </c:pt>
                      <c:pt idx="2597">
                        <c:v>41712</c:v>
                      </c:pt>
                      <c:pt idx="2598">
                        <c:v>41715</c:v>
                      </c:pt>
                      <c:pt idx="2599">
                        <c:v>41716</c:v>
                      </c:pt>
                      <c:pt idx="2600">
                        <c:v>41717</c:v>
                      </c:pt>
                      <c:pt idx="2601">
                        <c:v>41718</c:v>
                      </c:pt>
                      <c:pt idx="2602">
                        <c:v>41719</c:v>
                      </c:pt>
                      <c:pt idx="2603">
                        <c:v>41722</c:v>
                      </c:pt>
                      <c:pt idx="2604">
                        <c:v>41723</c:v>
                      </c:pt>
                      <c:pt idx="2605">
                        <c:v>41724</c:v>
                      </c:pt>
                      <c:pt idx="2606">
                        <c:v>41725</c:v>
                      </c:pt>
                      <c:pt idx="2607">
                        <c:v>41726</c:v>
                      </c:pt>
                      <c:pt idx="2608">
                        <c:v>41729</c:v>
                      </c:pt>
                      <c:pt idx="2609">
                        <c:v>41730</c:v>
                      </c:pt>
                      <c:pt idx="2610">
                        <c:v>41731</c:v>
                      </c:pt>
                      <c:pt idx="2611">
                        <c:v>41732</c:v>
                      </c:pt>
                      <c:pt idx="2612">
                        <c:v>41733</c:v>
                      </c:pt>
                      <c:pt idx="2613">
                        <c:v>41736</c:v>
                      </c:pt>
                      <c:pt idx="2614">
                        <c:v>41737</c:v>
                      </c:pt>
                      <c:pt idx="2615">
                        <c:v>41738</c:v>
                      </c:pt>
                      <c:pt idx="2616">
                        <c:v>41739</c:v>
                      </c:pt>
                      <c:pt idx="2617">
                        <c:v>41740</c:v>
                      </c:pt>
                      <c:pt idx="2618">
                        <c:v>41743</c:v>
                      </c:pt>
                      <c:pt idx="2619">
                        <c:v>41744</c:v>
                      </c:pt>
                      <c:pt idx="2620">
                        <c:v>41745</c:v>
                      </c:pt>
                      <c:pt idx="2621">
                        <c:v>41746</c:v>
                      </c:pt>
                      <c:pt idx="2622">
                        <c:v>41747</c:v>
                      </c:pt>
                      <c:pt idx="2623">
                        <c:v>41750</c:v>
                      </c:pt>
                      <c:pt idx="2624">
                        <c:v>41751</c:v>
                      </c:pt>
                      <c:pt idx="2625">
                        <c:v>41752</c:v>
                      </c:pt>
                      <c:pt idx="2626">
                        <c:v>41753</c:v>
                      </c:pt>
                      <c:pt idx="2627">
                        <c:v>41754</c:v>
                      </c:pt>
                      <c:pt idx="2628">
                        <c:v>41757</c:v>
                      </c:pt>
                      <c:pt idx="2629">
                        <c:v>41758</c:v>
                      </c:pt>
                      <c:pt idx="2630">
                        <c:v>41759</c:v>
                      </c:pt>
                      <c:pt idx="2631">
                        <c:v>41760</c:v>
                      </c:pt>
                      <c:pt idx="2632">
                        <c:v>41761</c:v>
                      </c:pt>
                      <c:pt idx="2633">
                        <c:v>41764</c:v>
                      </c:pt>
                      <c:pt idx="2634">
                        <c:v>41765</c:v>
                      </c:pt>
                      <c:pt idx="2635">
                        <c:v>41766</c:v>
                      </c:pt>
                      <c:pt idx="2636">
                        <c:v>41767</c:v>
                      </c:pt>
                      <c:pt idx="2637">
                        <c:v>41768</c:v>
                      </c:pt>
                      <c:pt idx="2638">
                        <c:v>41771</c:v>
                      </c:pt>
                      <c:pt idx="2639">
                        <c:v>41772</c:v>
                      </c:pt>
                      <c:pt idx="2640">
                        <c:v>41773</c:v>
                      </c:pt>
                      <c:pt idx="2641">
                        <c:v>41774</c:v>
                      </c:pt>
                      <c:pt idx="2642">
                        <c:v>41775</c:v>
                      </c:pt>
                      <c:pt idx="2643">
                        <c:v>41778</c:v>
                      </c:pt>
                      <c:pt idx="2644">
                        <c:v>41779</c:v>
                      </c:pt>
                      <c:pt idx="2645">
                        <c:v>41780</c:v>
                      </c:pt>
                      <c:pt idx="2646">
                        <c:v>41781</c:v>
                      </c:pt>
                      <c:pt idx="2647">
                        <c:v>41782</c:v>
                      </c:pt>
                      <c:pt idx="2648">
                        <c:v>41785</c:v>
                      </c:pt>
                      <c:pt idx="2649">
                        <c:v>41786</c:v>
                      </c:pt>
                      <c:pt idx="2650">
                        <c:v>41787</c:v>
                      </c:pt>
                      <c:pt idx="2651">
                        <c:v>41788</c:v>
                      </c:pt>
                      <c:pt idx="2652">
                        <c:v>41789</c:v>
                      </c:pt>
                      <c:pt idx="2653">
                        <c:v>41792</c:v>
                      </c:pt>
                      <c:pt idx="2654">
                        <c:v>41793</c:v>
                      </c:pt>
                      <c:pt idx="2655">
                        <c:v>41794</c:v>
                      </c:pt>
                      <c:pt idx="2656">
                        <c:v>41795</c:v>
                      </c:pt>
                      <c:pt idx="2657">
                        <c:v>41796</c:v>
                      </c:pt>
                      <c:pt idx="2658">
                        <c:v>41799</c:v>
                      </c:pt>
                      <c:pt idx="2659">
                        <c:v>41800</c:v>
                      </c:pt>
                      <c:pt idx="2660">
                        <c:v>41801</c:v>
                      </c:pt>
                      <c:pt idx="2661">
                        <c:v>41802</c:v>
                      </c:pt>
                      <c:pt idx="2662">
                        <c:v>41803</c:v>
                      </c:pt>
                      <c:pt idx="2663">
                        <c:v>41806</c:v>
                      </c:pt>
                      <c:pt idx="2664">
                        <c:v>41807</c:v>
                      </c:pt>
                      <c:pt idx="2665">
                        <c:v>41808</c:v>
                      </c:pt>
                      <c:pt idx="2666">
                        <c:v>41809</c:v>
                      </c:pt>
                      <c:pt idx="2667">
                        <c:v>41810</c:v>
                      </c:pt>
                      <c:pt idx="2668">
                        <c:v>41813</c:v>
                      </c:pt>
                      <c:pt idx="2669">
                        <c:v>41814</c:v>
                      </c:pt>
                      <c:pt idx="2670">
                        <c:v>41815</c:v>
                      </c:pt>
                      <c:pt idx="2671">
                        <c:v>41816</c:v>
                      </c:pt>
                      <c:pt idx="2672">
                        <c:v>41817</c:v>
                      </c:pt>
                      <c:pt idx="2673">
                        <c:v>41820</c:v>
                      </c:pt>
                      <c:pt idx="2674">
                        <c:v>41821</c:v>
                      </c:pt>
                      <c:pt idx="2675">
                        <c:v>41822</c:v>
                      </c:pt>
                      <c:pt idx="2676">
                        <c:v>41823</c:v>
                      </c:pt>
                      <c:pt idx="2677">
                        <c:v>41824</c:v>
                      </c:pt>
                      <c:pt idx="2678">
                        <c:v>41827</c:v>
                      </c:pt>
                      <c:pt idx="2679">
                        <c:v>41828</c:v>
                      </c:pt>
                      <c:pt idx="2680">
                        <c:v>41829</c:v>
                      </c:pt>
                      <c:pt idx="2681">
                        <c:v>41830</c:v>
                      </c:pt>
                      <c:pt idx="2682">
                        <c:v>41831</c:v>
                      </c:pt>
                      <c:pt idx="2683">
                        <c:v>41834</c:v>
                      </c:pt>
                      <c:pt idx="2684">
                        <c:v>41835</c:v>
                      </c:pt>
                      <c:pt idx="2685">
                        <c:v>41836</c:v>
                      </c:pt>
                      <c:pt idx="2686">
                        <c:v>41837</c:v>
                      </c:pt>
                      <c:pt idx="2687">
                        <c:v>41838</c:v>
                      </c:pt>
                      <c:pt idx="2688">
                        <c:v>41841</c:v>
                      </c:pt>
                      <c:pt idx="2689">
                        <c:v>41842</c:v>
                      </c:pt>
                      <c:pt idx="2690">
                        <c:v>41843</c:v>
                      </c:pt>
                      <c:pt idx="2691">
                        <c:v>41844</c:v>
                      </c:pt>
                      <c:pt idx="2692">
                        <c:v>41845</c:v>
                      </c:pt>
                      <c:pt idx="2693">
                        <c:v>41848</c:v>
                      </c:pt>
                      <c:pt idx="2694">
                        <c:v>41849</c:v>
                      </c:pt>
                      <c:pt idx="2695">
                        <c:v>41850</c:v>
                      </c:pt>
                      <c:pt idx="2696">
                        <c:v>41851</c:v>
                      </c:pt>
                      <c:pt idx="2697">
                        <c:v>41852</c:v>
                      </c:pt>
                      <c:pt idx="2698">
                        <c:v>41855</c:v>
                      </c:pt>
                      <c:pt idx="2699">
                        <c:v>41856</c:v>
                      </c:pt>
                      <c:pt idx="2700">
                        <c:v>41857</c:v>
                      </c:pt>
                      <c:pt idx="2701">
                        <c:v>41858</c:v>
                      </c:pt>
                      <c:pt idx="2702">
                        <c:v>41859</c:v>
                      </c:pt>
                      <c:pt idx="2703">
                        <c:v>41862</c:v>
                      </c:pt>
                      <c:pt idx="2704">
                        <c:v>41863</c:v>
                      </c:pt>
                      <c:pt idx="2705">
                        <c:v>41864</c:v>
                      </c:pt>
                      <c:pt idx="2706">
                        <c:v>41865</c:v>
                      </c:pt>
                      <c:pt idx="2707">
                        <c:v>41866</c:v>
                      </c:pt>
                      <c:pt idx="2708">
                        <c:v>41869</c:v>
                      </c:pt>
                      <c:pt idx="2709">
                        <c:v>41870</c:v>
                      </c:pt>
                      <c:pt idx="2710">
                        <c:v>41871</c:v>
                      </c:pt>
                      <c:pt idx="2711">
                        <c:v>41872</c:v>
                      </c:pt>
                      <c:pt idx="2712">
                        <c:v>41873</c:v>
                      </c:pt>
                      <c:pt idx="2713">
                        <c:v>41876</c:v>
                      </c:pt>
                      <c:pt idx="2714">
                        <c:v>41877</c:v>
                      </c:pt>
                      <c:pt idx="2715">
                        <c:v>41878</c:v>
                      </c:pt>
                      <c:pt idx="2716">
                        <c:v>41879</c:v>
                      </c:pt>
                      <c:pt idx="2717">
                        <c:v>41880</c:v>
                      </c:pt>
                      <c:pt idx="2718">
                        <c:v>41883</c:v>
                      </c:pt>
                      <c:pt idx="2719">
                        <c:v>41884</c:v>
                      </c:pt>
                      <c:pt idx="2720">
                        <c:v>41885</c:v>
                      </c:pt>
                      <c:pt idx="2721">
                        <c:v>41886</c:v>
                      </c:pt>
                      <c:pt idx="2722">
                        <c:v>41887</c:v>
                      </c:pt>
                      <c:pt idx="2723">
                        <c:v>41890</c:v>
                      </c:pt>
                      <c:pt idx="2724">
                        <c:v>41891</c:v>
                      </c:pt>
                      <c:pt idx="2725">
                        <c:v>41892</c:v>
                      </c:pt>
                      <c:pt idx="2726">
                        <c:v>41893</c:v>
                      </c:pt>
                      <c:pt idx="2727">
                        <c:v>41894</c:v>
                      </c:pt>
                      <c:pt idx="2728">
                        <c:v>41897</c:v>
                      </c:pt>
                      <c:pt idx="2729">
                        <c:v>41898</c:v>
                      </c:pt>
                      <c:pt idx="2730">
                        <c:v>41899</c:v>
                      </c:pt>
                      <c:pt idx="2731">
                        <c:v>41900</c:v>
                      </c:pt>
                      <c:pt idx="2732">
                        <c:v>41901</c:v>
                      </c:pt>
                      <c:pt idx="2733">
                        <c:v>41904</c:v>
                      </c:pt>
                      <c:pt idx="2734">
                        <c:v>41905</c:v>
                      </c:pt>
                      <c:pt idx="2735">
                        <c:v>41906</c:v>
                      </c:pt>
                      <c:pt idx="2736">
                        <c:v>41907</c:v>
                      </c:pt>
                      <c:pt idx="2737">
                        <c:v>41908</c:v>
                      </c:pt>
                      <c:pt idx="2738">
                        <c:v>41911</c:v>
                      </c:pt>
                      <c:pt idx="2739">
                        <c:v>41912</c:v>
                      </c:pt>
                      <c:pt idx="2740">
                        <c:v>41913</c:v>
                      </c:pt>
                      <c:pt idx="2741">
                        <c:v>41914</c:v>
                      </c:pt>
                      <c:pt idx="2742">
                        <c:v>41915</c:v>
                      </c:pt>
                      <c:pt idx="2743">
                        <c:v>41918</c:v>
                      </c:pt>
                      <c:pt idx="2744">
                        <c:v>41919</c:v>
                      </c:pt>
                      <c:pt idx="2745">
                        <c:v>41920</c:v>
                      </c:pt>
                      <c:pt idx="2746">
                        <c:v>41921</c:v>
                      </c:pt>
                      <c:pt idx="2747">
                        <c:v>41922</c:v>
                      </c:pt>
                      <c:pt idx="2748">
                        <c:v>41925</c:v>
                      </c:pt>
                      <c:pt idx="2749">
                        <c:v>41926</c:v>
                      </c:pt>
                      <c:pt idx="2750">
                        <c:v>41927</c:v>
                      </c:pt>
                      <c:pt idx="2751">
                        <c:v>41928</c:v>
                      </c:pt>
                      <c:pt idx="2752">
                        <c:v>41929</c:v>
                      </c:pt>
                      <c:pt idx="2753">
                        <c:v>41932</c:v>
                      </c:pt>
                      <c:pt idx="2754">
                        <c:v>41933</c:v>
                      </c:pt>
                      <c:pt idx="2755">
                        <c:v>41934</c:v>
                      </c:pt>
                      <c:pt idx="2756">
                        <c:v>41935</c:v>
                      </c:pt>
                      <c:pt idx="2757">
                        <c:v>41936</c:v>
                      </c:pt>
                      <c:pt idx="2758">
                        <c:v>41939</c:v>
                      </c:pt>
                      <c:pt idx="2759">
                        <c:v>41940</c:v>
                      </c:pt>
                      <c:pt idx="2760">
                        <c:v>41941</c:v>
                      </c:pt>
                      <c:pt idx="2761">
                        <c:v>41942</c:v>
                      </c:pt>
                      <c:pt idx="2762">
                        <c:v>41943</c:v>
                      </c:pt>
                      <c:pt idx="2763">
                        <c:v>41946</c:v>
                      </c:pt>
                      <c:pt idx="2764">
                        <c:v>41947</c:v>
                      </c:pt>
                      <c:pt idx="2765">
                        <c:v>41948</c:v>
                      </c:pt>
                      <c:pt idx="2766">
                        <c:v>41949</c:v>
                      </c:pt>
                      <c:pt idx="2767">
                        <c:v>41950</c:v>
                      </c:pt>
                      <c:pt idx="2768">
                        <c:v>41953</c:v>
                      </c:pt>
                      <c:pt idx="2769">
                        <c:v>41954</c:v>
                      </c:pt>
                      <c:pt idx="2770">
                        <c:v>41955</c:v>
                      </c:pt>
                      <c:pt idx="2771">
                        <c:v>41956</c:v>
                      </c:pt>
                      <c:pt idx="2772">
                        <c:v>41957</c:v>
                      </c:pt>
                      <c:pt idx="2773">
                        <c:v>41960</c:v>
                      </c:pt>
                      <c:pt idx="2774">
                        <c:v>41961</c:v>
                      </c:pt>
                      <c:pt idx="2775">
                        <c:v>41962</c:v>
                      </c:pt>
                      <c:pt idx="2776">
                        <c:v>41963</c:v>
                      </c:pt>
                      <c:pt idx="2777">
                        <c:v>41964</c:v>
                      </c:pt>
                      <c:pt idx="2778">
                        <c:v>41967</c:v>
                      </c:pt>
                      <c:pt idx="2779">
                        <c:v>41968</c:v>
                      </c:pt>
                      <c:pt idx="2780">
                        <c:v>41969</c:v>
                      </c:pt>
                      <c:pt idx="2781">
                        <c:v>41970</c:v>
                      </c:pt>
                      <c:pt idx="2782">
                        <c:v>41971</c:v>
                      </c:pt>
                      <c:pt idx="2783">
                        <c:v>41974</c:v>
                      </c:pt>
                      <c:pt idx="2784">
                        <c:v>41975</c:v>
                      </c:pt>
                      <c:pt idx="2785">
                        <c:v>41976</c:v>
                      </c:pt>
                      <c:pt idx="2786">
                        <c:v>41977</c:v>
                      </c:pt>
                      <c:pt idx="2787">
                        <c:v>41978</c:v>
                      </c:pt>
                      <c:pt idx="2788">
                        <c:v>41981</c:v>
                      </c:pt>
                      <c:pt idx="2789">
                        <c:v>41982</c:v>
                      </c:pt>
                      <c:pt idx="2790">
                        <c:v>41983</c:v>
                      </c:pt>
                      <c:pt idx="2791">
                        <c:v>41984</c:v>
                      </c:pt>
                      <c:pt idx="2792">
                        <c:v>41985</c:v>
                      </c:pt>
                      <c:pt idx="2793">
                        <c:v>41988</c:v>
                      </c:pt>
                      <c:pt idx="2794">
                        <c:v>41989</c:v>
                      </c:pt>
                      <c:pt idx="2795">
                        <c:v>41990</c:v>
                      </c:pt>
                      <c:pt idx="2796">
                        <c:v>41991</c:v>
                      </c:pt>
                      <c:pt idx="2797">
                        <c:v>41992</c:v>
                      </c:pt>
                      <c:pt idx="2798">
                        <c:v>41995</c:v>
                      </c:pt>
                      <c:pt idx="2799">
                        <c:v>41996</c:v>
                      </c:pt>
                      <c:pt idx="2800">
                        <c:v>41997</c:v>
                      </c:pt>
                      <c:pt idx="2801">
                        <c:v>41998</c:v>
                      </c:pt>
                      <c:pt idx="2802">
                        <c:v>41999</c:v>
                      </c:pt>
                      <c:pt idx="2803">
                        <c:v>42002</c:v>
                      </c:pt>
                      <c:pt idx="2804">
                        <c:v>42003</c:v>
                      </c:pt>
                      <c:pt idx="2805">
                        <c:v>42004</c:v>
                      </c:pt>
                      <c:pt idx="2806">
                        <c:v>42005</c:v>
                      </c:pt>
                      <c:pt idx="2807">
                        <c:v>42006</c:v>
                      </c:pt>
                      <c:pt idx="2808">
                        <c:v>42009</c:v>
                      </c:pt>
                      <c:pt idx="2809">
                        <c:v>42010</c:v>
                      </c:pt>
                      <c:pt idx="2810">
                        <c:v>42011</c:v>
                      </c:pt>
                      <c:pt idx="2811">
                        <c:v>42012</c:v>
                      </c:pt>
                      <c:pt idx="2812">
                        <c:v>42013</c:v>
                      </c:pt>
                      <c:pt idx="2813">
                        <c:v>42016</c:v>
                      </c:pt>
                      <c:pt idx="2814">
                        <c:v>42017</c:v>
                      </c:pt>
                      <c:pt idx="2815">
                        <c:v>42018</c:v>
                      </c:pt>
                      <c:pt idx="2816">
                        <c:v>42019</c:v>
                      </c:pt>
                      <c:pt idx="2817">
                        <c:v>42020</c:v>
                      </c:pt>
                      <c:pt idx="2818">
                        <c:v>42023</c:v>
                      </c:pt>
                      <c:pt idx="2819">
                        <c:v>42024</c:v>
                      </c:pt>
                      <c:pt idx="2820">
                        <c:v>42025</c:v>
                      </c:pt>
                      <c:pt idx="2821">
                        <c:v>42026</c:v>
                      </c:pt>
                      <c:pt idx="2822">
                        <c:v>42027</c:v>
                      </c:pt>
                      <c:pt idx="2823">
                        <c:v>42030</c:v>
                      </c:pt>
                      <c:pt idx="2824">
                        <c:v>42031</c:v>
                      </c:pt>
                      <c:pt idx="2825">
                        <c:v>42032</c:v>
                      </c:pt>
                      <c:pt idx="2826">
                        <c:v>42033</c:v>
                      </c:pt>
                      <c:pt idx="2827">
                        <c:v>42034</c:v>
                      </c:pt>
                      <c:pt idx="2828">
                        <c:v>42037</c:v>
                      </c:pt>
                      <c:pt idx="2829">
                        <c:v>42038</c:v>
                      </c:pt>
                      <c:pt idx="2830">
                        <c:v>42039</c:v>
                      </c:pt>
                      <c:pt idx="2831">
                        <c:v>42040</c:v>
                      </c:pt>
                      <c:pt idx="2832">
                        <c:v>42041</c:v>
                      </c:pt>
                      <c:pt idx="2833">
                        <c:v>42044</c:v>
                      </c:pt>
                      <c:pt idx="2834">
                        <c:v>42045</c:v>
                      </c:pt>
                      <c:pt idx="2835">
                        <c:v>42046</c:v>
                      </c:pt>
                      <c:pt idx="2836">
                        <c:v>42047</c:v>
                      </c:pt>
                      <c:pt idx="2837">
                        <c:v>42048</c:v>
                      </c:pt>
                      <c:pt idx="2838">
                        <c:v>42051</c:v>
                      </c:pt>
                      <c:pt idx="2839">
                        <c:v>42052</c:v>
                      </c:pt>
                      <c:pt idx="2840">
                        <c:v>42053</c:v>
                      </c:pt>
                      <c:pt idx="2841">
                        <c:v>42054</c:v>
                      </c:pt>
                      <c:pt idx="2842">
                        <c:v>42055</c:v>
                      </c:pt>
                      <c:pt idx="2843">
                        <c:v>42058</c:v>
                      </c:pt>
                      <c:pt idx="2844">
                        <c:v>42059</c:v>
                      </c:pt>
                      <c:pt idx="2845">
                        <c:v>42060</c:v>
                      </c:pt>
                      <c:pt idx="2846">
                        <c:v>42061</c:v>
                      </c:pt>
                      <c:pt idx="2847">
                        <c:v>42062</c:v>
                      </c:pt>
                      <c:pt idx="2848">
                        <c:v>42065</c:v>
                      </c:pt>
                      <c:pt idx="2849">
                        <c:v>42066</c:v>
                      </c:pt>
                      <c:pt idx="2850">
                        <c:v>42067</c:v>
                      </c:pt>
                      <c:pt idx="2851">
                        <c:v>42068</c:v>
                      </c:pt>
                      <c:pt idx="2852">
                        <c:v>42069</c:v>
                      </c:pt>
                      <c:pt idx="2853">
                        <c:v>42072</c:v>
                      </c:pt>
                      <c:pt idx="2854">
                        <c:v>42073</c:v>
                      </c:pt>
                      <c:pt idx="2855">
                        <c:v>42074</c:v>
                      </c:pt>
                      <c:pt idx="2856">
                        <c:v>42075</c:v>
                      </c:pt>
                      <c:pt idx="2857">
                        <c:v>42076</c:v>
                      </c:pt>
                      <c:pt idx="2858">
                        <c:v>42079</c:v>
                      </c:pt>
                      <c:pt idx="2859">
                        <c:v>42080</c:v>
                      </c:pt>
                      <c:pt idx="2860">
                        <c:v>42081</c:v>
                      </c:pt>
                      <c:pt idx="2861">
                        <c:v>42082</c:v>
                      </c:pt>
                      <c:pt idx="2862">
                        <c:v>42083</c:v>
                      </c:pt>
                      <c:pt idx="2863">
                        <c:v>42086</c:v>
                      </c:pt>
                      <c:pt idx="2864">
                        <c:v>42087</c:v>
                      </c:pt>
                      <c:pt idx="2865">
                        <c:v>42088</c:v>
                      </c:pt>
                      <c:pt idx="2866">
                        <c:v>42089</c:v>
                      </c:pt>
                      <c:pt idx="2867">
                        <c:v>42090</c:v>
                      </c:pt>
                      <c:pt idx="2868">
                        <c:v>42093</c:v>
                      </c:pt>
                      <c:pt idx="2869">
                        <c:v>42094</c:v>
                      </c:pt>
                      <c:pt idx="2870">
                        <c:v>42095</c:v>
                      </c:pt>
                      <c:pt idx="2871">
                        <c:v>42096</c:v>
                      </c:pt>
                      <c:pt idx="2872">
                        <c:v>42097</c:v>
                      </c:pt>
                      <c:pt idx="2873">
                        <c:v>42100</c:v>
                      </c:pt>
                      <c:pt idx="2874">
                        <c:v>42101</c:v>
                      </c:pt>
                      <c:pt idx="2875">
                        <c:v>42102</c:v>
                      </c:pt>
                      <c:pt idx="2876">
                        <c:v>42103</c:v>
                      </c:pt>
                      <c:pt idx="2877">
                        <c:v>42104</c:v>
                      </c:pt>
                      <c:pt idx="2878">
                        <c:v>42107</c:v>
                      </c:pt>
                      <c:pt idx="2879">
                        <c:v>42108</c:v>
                      </c:pt>
                      <c:pt idx="2880">
                        <c:v>42109</c:v>
                      </c:pt>
                      <c:pt idx="2881">
                        <c:v>42110</c:v>
                      </c:pt>
                      <c:pt idx="2882">
                        <c:v>42111</c:v>
                      </c:pt>
                      <c:pt idx="2883">
                        <c:v>42114</c:v>
                      </c:pt>
                      <c:pt idx="2884">
                        <c:v>42115</c:v>
                      </c:pt>
                      <c:pt idx="2885">
                        <c:v>42116</c:v>
                      </c:pt>
                      <c:pt idx="2886">
                        <c:v>42117</c:v>
                      </c:pt>
                      <c:pt idx="2887">
                        <c:v>42118</c:v>
                      </c:pt>
                      <c:pt idx="2888">
                        <c:v>42121</c:v>
                      </c:pt>
                      <c:pt idx="2889">
                        <c:v>42122</c:v>
                      </c:pt>
                      <c:pt idx="2890">
                        <c:v>42123</c:v>
                      </c:pt>
                      <c:pt idx="2891">
                        <c:v>42124</c:v>
                      </c:pt>
                      <c:pt idx="2892">
                        <c:v>42125</c:v>
                      </c:pt>
                      <c:pt idx="2893">
                        <c:v>42128</c:v>
                      </c:pt>
                      <c:pt idx="2894">
                        <c:v>42129</c:v>
                      </c:pt>
                      <c:pt idx="2895">
                        <c:v>42130</c:v>
                      </c:pt>
                      <c:pt idx="2896">
                        <c:v>42131</c:v>
                      </c:pt>
                      <c:pt idx="2897">
                        <c:v>42132</c:v>
                      </c:pt>
                      <c:pt idx="2898">
                        <c:v>42135</c:v>
                      </c:pt>
                      <c:pt idx="2899">
                        <c:v>42136</c:v>
                      </c:pt>
                      <c:pt idx="2900">
                        <c:v>42137</c:v>
                      </c:pt>
                      <c:pt idx="2901">
                        <c:v>42138</c:v>
                      </c:pt>
                      <c:pt idx="2902">
                        <c:v>42139</c:v>
                      </c:pt>
                      <c:pt idx="2903">
                        <c:v>42142</c:v>
                      </c:pt>
                      <c:pt idx="2904">
                        <c:v>42143</c:v>
                      </c:pt>
                      <c:pt idx="2905">
                        <c:v>42144</c:v>
                      </c:pt>
                      <c:pt idx="2906">
                        <c:v>42145</c:v>
                      </c:pt>
                      <c:pt idx="2907">
                        <c:v>42146</c:v>
                      </c:pt>
                      <c:pt idx="2908">
                        <c:v>42149</c:v>
                      </c:pt>
                      <c:pt idx="2909">
                        <c:v>42150</c:v>
                      </c:pt>
                      <c:pt idx="2910">
                        <c:v>42151</c:v>
                      </c:pt>
                      <c:pt idx="2911">
                        <c:v>42152</c:v>
                      </c:pt>
                      <c:pt idx="2912">
                        <c:v>42153</c:v>
                      </c:pt>
                      <c:pt idx="2913">
                        <c:v>42156</c:v>
                      </c:pt>
                      <c:pt idx="2914">
                        <c:v>42157</c:v>
                      </c:pt>
                      <c:pt idx="2915">
                        <c:v>42158</c:v>
                      </c:pt>
                      <c:pt idx="2916">
                        <c:v>42159</c:v>
                      </c:pt>
                      <c:pt idx="2917">
                        <c:v>42160</c:v>
                      </c:pt>
                      <c:pt idx="2918">
                        <c:v>42163</c:v>
                      </c:pt>
                      <c:pt idx="2919">
                        <c:v>42164</c:v>
                      </c:pt>
                      <c:pt idx="2920">
                        <c:v>42165</c:v>
                      </c:pt>
                      <c:pt idx="2921">
                        <c:v>42166</c:v>
                      </c:pt>
                      <c:pt idx="2922">
                        <c:v>42167</c:v>
                      </c:pt>
                      <c:pt idx="2923">
                        <c:v>42170</c:v>
                      </c:pt>
                      <c:pt idx="2924">
                        <c:v>42171</c:v>
                      </c:pt>
                      <c:pt idx="2925">
                        <c:v>42172</c:v>
                      </c:pt>
                      <c:pt idx="2926">
                        <c:v>42173</c:v>
                      </c:pt>
                      <c:pt idx="2927">
                        <c:v>42174</c:v>
                      </c:pt>
                      <c:pt idx="2928">
                        <c:v>42177</c:v>
                      </c:pt>
                      <c:pt idx="2929">
                        <c:v>42178</c:v>
                      </c:pt>
                      <c:pt idx="2930">
                        <c:v>42179</c:v>
                      </c:pt>
                      <c:pt idx="2931">
                        <c:v>42180</c:v>
                      </c:pt>
                      <c:pt idx="2932">
                        <c:v>42181</c:v>
                      </c:pt>
                      <c:pt idx="2933">
                        <c:v>42184</c:v>
                      </c:pt>
                      <c:pt idx="2934">
                        <c:v>42185</c:v>
                      </c:pt>
                      <c:pt idx="2935">
                        <c:v>42186</c:v>
                      </c:pt>
                      <c:pt idx="2936">
                        <c:v>42187</c:v>
                      </c:pt>
                      <c:pt idx="2937">
                        <c:v>42188</c:v>
                      </c:pt>
                      <c:pt idx="2938">
                        <c:v>42191</c:v>
                      </c:pt>
                      <c:pt idx="2939">
                        <c:v>42192</c:v>
                      </c:pt>
                      <c:pt idx="2940">
                        <c:v>42193</c:v>
                      </c:pt>
                      <c:pt idx="2941">
                        <c:v>42194</c:v>
                      </c:pt>
                      <c:pt idx="2942">
                        <c:v>42195</c:v>
                      </c:pt>
                      <c:pt idx="2943">
                        <c:v>42198</c:v>
                      </c:pt>
                      <c:pt idx="2944">
                        <c:v>42199</c:v>
                      </c:pt>
                      <c:pt idx="2945">
                        <c:v>42200</c:v>
                      </c:pt>
                      <c:pt idx="2946">
                        <c:v>42201</c:v>
                      </c:pt>
                      <c:pt idx="2947">
                        <c:v>42202</c:v>
                      </c:pt>
                      <c:pt idx="2948">
                        <c:v>42205</c:v>
                      </c:pt>
                      <c:pt idx="2949">
                        <c:v>42206</c:v>
                      </c:pt>
                      <c:pt idx="2950">
                        <c:v>42207</c:v>
                      </c:pt>
                      <c:pt idx="2951">
                        <c:v>42208</c:v>
                      </c:pt>
                      <c:pt idx="2952">
                        <c:v>42209</c:v>
                      </c:pt>
                      <c:pt idx="2953">
                        <c:v>42212</c:v>
                      </c:pt>
                      <c:pt idx="2954">
                        <c:v>42213</c:v>
                      </c:pt>
                      <c:pt idx="2955">
                        <c:v>42214</c:v>
                      </c:pt>
                      <c:pt idx="2956">
                        <c:v>42215</c:v>
                      </c:pt>
                      <c:pt idx="2957">
                        <c:v>42216</c:v>
                      </c:pt>
                      <c:pt idx="2958">
                        <c:v>42219</c:v>
                      </c:pt>
                      <c:pt idx="2959">
                        <c:v>42220</c:v>
                      </c:pt>
                      <c:pt idx="2960">
                        <c:v>42221</c:v>
                      </c:pt>
                      <c:pt idx="2961">
                        <c:v>42222</c:v>
                      </c:pt>
                      <c:pt idx="2962">
                        <c:v>42223</c:v>
                      </c:pt>
                      <c:pt idx="2963">
                        <c:v>42226</c:v>
                      </c:pt>
                      <c:pt idx="2964">
                        <c:v>42227</c:v>
                      </c:pt>
                      <c:pt idx="2965">
                        <c:v>42228</c:v>
                      </c:pt>
                      <c:pt idx="2966">
                        <c:v>42229</c:v>
                      </c:pt>
                      <c:pt idx="2967">
                        <c:v>42230</c:v>
                      </c:pt>
                      <c:pt idx="2968">
                        <c:v>42233</c:v>
                      </c:pt>
                      <c:pt idx="2969">
                        <c:v>42234</c:v>
                      </c:pt>
                      <c:pt idx="2970">
                        <c:v>42235</c:v>
                      </c:pt>
                      <c:pt idx="2971">
                        <c:v>42236</c:v>
                      </c:pt>
                      <c:pt idx="2972">
                        <c:v>42237</c:v>
                      </c:pt>
                      <c:pt idx="2973">
                        <c:v>42240</c:v>
                      </c:pt>
                      <c:pt idx="2974">
                        <c:v>42241</c:v>
                      </c:pt>
                      <c:pt idx="2975">
                        <c:v>42242</c:v>
                      </c:pt>
                      <c:pt idx="2976">
                        <c:v>42243</c:v>
                      </c:pt>
                      <c:pt idx="2977">
                        <c:v>42244</c:v>
                      </c:pt>
                      <c:pt idx="2978">
                        <c:v>42247</c:v>
                      </c:pt>
                      <c:pt idx="2979">
                        <c:v>42248</c:v>
                      </c:pt>
                      <c:pt idx="2980">
                        <c:v>42249</c:v>
                      </c:pt>
                      <c:pt idx="2981">
                        <c:v>42250</c:v>
                      </c:pt>
                      <c:pt idx="2982">
                        <c:v>42251</c:v>
                      </c:pt>
                      <c:pt idx="2983">
                        <c:v>42254</c:v>
                      </c:pt>
                      <c:pt idx="2984">
                        <c:v>42255</c:v>
                      </c:pt>
                      <c:pt idx="2985">
                        <c:v>42256</c:v>
                      </c:pt>
                      <c:pt idx="2986">
                        <c:v>42257</c:v>
                      </c:pt>
                      <c:pt idx="2987">
                        <c:v>42258</c:v>
                      </c:pt>
                      <c:pt idx="2988">
                        <c:v>42261</c:v>
                      </c:pt>
                      <c:pt idx="2989">
                        <c:v>42262</c:v>
                      </c:pt>
                      <c:pt idx="2990">
                        <c:v>42263</c:v>
                      </c:pt>
                      <c:pt idx="2991">
                        <c:v>42264</c:v>
                      </c:pt>
                      <c:pt idx="2992">
                        <c:v>42265</c:v>
                      </c:pt>
                      <c:pt idx="2993">
                        <c:v>42268</c:v>
                      </c:pt>
                      <c:pt idx="2994">
                        <c:v>42269</c:v>
                      </c:pt>
                      <c:pt idx="2995">
                        <c:v>42270</c:v>
                      </c:pt>
                      <c:pt idx="2996">
                        <c:v>42271</c:v>
                      </c:pt>
                      <c:pt idx="2997">
                        <c:v>42272</c:v>
                      </c:pt>
                      <c:pt idx="2998">
                        <c:v>42275</c:v>
                      </c:pt>
                      <c:pt idx="2999">
                        <c:v>42276</c:v>
                      </c:pt>
                      <c:pt idx="3000">
                        <c:v>42277</c:v>
                      </c:pt>
                      <c:pt idx="3001">
                        <c:v>42278</c:v>
                      </c:pt>
                      <c:pt idx="3002">
                        <c:v>42279</c:v>
                      </c:pt>
                      <c:pt idx="3003">
                        <c:v>42282</c:v>
                      </c:pt>
                      <c:pt idx="3004">
                        <c:v>42283</c:v>
                      </c:pt>
                      <c:pt idx="3005">
                        <c:v>42284</c:v>
                      </c:pt>
                      <c:pt idx="3006">
                        <c:v>42285</c:v>
                      </c:pt>
                      <c:pt idx="3007">
                        <c:v>42286</c:v>
                      </c:pt>
                      <c:pt idx="3008">
                        <c:v>42289</c:v>
                      </c:pt>
                      <c:pt idx="3009">
                        <c:v>42290</c:v>
                      </c:pt>
                      <c:pt idx="3010">
                        <c:v>42291</c:v>
                      </c:pt>
                      <c:pt idx="3011">
                        <c:v>42292</c:v>
                      </c:pt>
                      <c:pt idx="3012">
                        <c:v>42293</c:v>
                      </c:pt>
                      <c:pt idx="3013">
                        <c:v>42296</c:v>
                      </c:pt>
                      <c:pt idx="3014">
                        <c:v>42297</c:v>
                      </c:pt>
                      <c:pt idx="3015">
                        <c:v>42298</c:v>
                      </c:pt>
                      <c:pt idx="3016">
                        <c:v>42299</c:v>
                      </c:pt>
                      <c:pt idx="3017">
                        <c:v>42300</c:v>
                      </c:pt>
                      <c:pt idx="3018">
                        <c:v>42303</c:v>
                      </c:pt>
                      <c:pt idx="3019">
                        <c:v>42304</c:v>
                      </c:pt>
                      <c:pt idx="3020">
                        <c:v>42305</c:v>
                      </c:pt>
                      <c:pt idx="3021">
                        <c:v>42306</c:v>
                      </c:pt>
                      <c:pt idx="3022">
                        <c:v>42307</c:v>
                      </c:pt>
                      <c:pt idx="3023">
                        <c:v>42310</c:v>
                      </c:pt>
                      <c:pt idx="3024">
                        <c:v>42311</c:v>
                      </c:pt>
                      <c:pt idx="3025">
                        <c:v>42312</c:v>
                      </c:pt>
                      <c:pt idx="3026">
                        <c:v>42313</c:v>
                      </c:pt>
                      <c:pt idx="3027">
                        <c:v>42314</c:v>
                      </c:pt>
                      <c:pt idx="3028">
                        <c:v>42317</c:v>
                      </c:pt>
                      <c:pt idx="3029">
                        <c:v>42318</c:v>
                      </c:pt>
                      <c:pt idx="3030">
                        <c:v>42319</c:v>
                      </c:pt>
                      <c:pt idx="3031">
                        <c:v>42320</c:v>
                      </c:pt>
                      <c:pt idx="3032">
                        <c:v>42321</c:v>
                      </c:pt>
                      <c:pt idx="3033">
                        <c:v>42324</c:v>
                      </c:pt>
                      <c:pt idx="3034">
                        <c:v>42325</c:v>
                      </c:pt>
                      <c:pt idx="3035">
                        <c:v>42326</c:v>
                      </c:pt>
                      <c:pt idx="3036">
                        <c:v>42327</c:v>
                      </c:pt>
                      <c:pt idx="3037">
                        <c:v>42328</c:v>
                      </c:pt>
                      <c:pt idx="3038">
                        <c:v>42331</c:v>
                      </c:pt>
                      <c:pt idx="3039">
                        <c:v>42332</c:v>
                      </c:pt>
                      <c:pt idx="3040">
                        <c:v>42333</c:v>
                      </c:pt>
                      <c:pt idx="3041">
                        <c:v>42334</c:v>
                      </c:pt>
                      <c:pt idx="3042">
                        <c:v>42335</c:v>
                      </c:pt>
                      <c:pt idx="3043">
                        <c:v>42338</c:v>
                      </c:pt>
                      <c:pt idx="3044">
                        <c:v>42339</c:v>
                      </c:pt>
                      <c:pt idx="3045">
                        <c:v>42340</c:v>
                      </c:pt>
                      <c:pt idx="3046">
                        <c:v>42341</c:v>
                      </c:pt>
                      <c:pt idx="3047">
                        <c:v>42342</c:v>
                      </c:pt>
                      <c:pt idx="3048">
                        <c:v>42345</c:v>
                      </c:pt>
                      <c:pt idx="3049">
                        <c:v>42346</c:v>
                      </c:pt>
                      <c:pt idx="3050">
                        <c:v>42347</c:v>
                      </c:pt>
                      <c:pt idx="3051">
                        <c:v>42348</c:v>
                      </c:pt>
                      <c:pt idx="3052">
                        <c:v>42349</c:v>
                      </c:pt>
                      <c:pt idx="3053">
                        <c:v>42352</c:v>
                      </c:pt>
                      <c:pt idx="3054">
                        <c:v>42353</c:v>
                      </c:pt>
                      <c:pt idx="3055">
                        <c:v>42354</c:v>
                      </c:pt>
                      <c:pt idx="3056">
                        <c:v>42355</c:v>
                      </c:pt>
                      <c:pt idx="3057">
                        <c:v>42356</c:v>
                      </c:pt>
                      <c:pt idx="3058">
                        <c:v>42359</c:v>
                      </c:pt>
                      <c:pt idx="3059">
                        <c:v>42360</c:v>
                      </c:pt>
                      <c:pt idx="3060">
                        <c:v>42361</c:v>
                      </c:pt>
                      <c:pt idx="3061">
                        <c:v>42362</c:v>
                      </c:pt>
                      <c:pt idx="3062">
                        <c:v>42363</c:v>
                      </c:pt>
                      <c:pt idx="3063">
                        <c:v>42366</c:v>
                      </c:pt>
                      <c:pt idx="3064">
                        <c:v>42367</c:v>
                      </c:pt>
                      <c:pt idx="3065">
                        <c:v>42368</c:v>
                      </c:pt>
                      <c:pt idx="3066">
                        <c:v>42369</c:v>
                      </c:pt>
                      <c:pt idx="3067">
                        <c:v>42370</c:v>
                      </c:pt>
                      <c:pt idx="3068">
                        <c:v>42373</c:v>
                      </c:pt>
                      <c:pt idx="3069">
                        <c:v>42374</c:v>
                      </c:pt>
                      <c:pt idx="3070">
                        <c:v>42375</c:v>
                      </c:pt>
                      <c:pt idx="3071">
                        <c:v>42376</c:v>
                      </c:pt>
                      <c:pt idx="3072">
                        <c:v>42377</c:v>
                      </c:pt>
                      <c:pt idx="3073">
                        <c:v>42380</c:v>
                      </c:pt>
                      <c:pt idx="3074">
                        <c:v>42381</c:v>
                      </c:pt>
                      <c:pt idx="3075">
                        <c:v>42382</c:v>
                      </c:pt>
                      <c:pt idx="3076">
                        <c:v>42383</c:v>
                      </c:pt>
                      <c:pt idx="3077">
                        <c:v>42384</c:v>
                      </c:pt>
                      <c:pt idx="3078">
                        <c:v>42387</c:v>
                      </c:pt>
                      <c:pt idx="3079">
                        <c:v>42388</c:v>
                      </c:pt>
                      <c:pt idx="3080">
                        <c:v>42389</c:v>
                      </c:pt>
                      <c:pt idx="3081">
                        <c:v>42390</c:v>
                      </c:pt>
                      <c:pt idx="3082">
                        <c:v>42391</c:v>
                      </c:pt>
                      <c:pt idx="3083">
                        <c:v>42394</c:v>
                      </c:pt>
                      <c:pt idx="3084">
                        <c:v>42395</c:v>
                      </c:pt>
                      <c:pt idx="3085">
                        <c:v>42396</c:v>
                      </c:pt>
                      <c:pt idx="3086">
                        <c:v>42397</c:v>
                      </c:pt>
                      <c:pt idx="3087">
                        <c:v>42398</c:v>
                      </c:pt>
                      <c:pt idx="3088">
                        <c:v>42401</c:v>
                      </c:pt>
                      <c:pt idx="3089">
                        <c:v>42402</c:v>
                      </c:pt>
                      <c:pt idx="3090">
                        <c:v>42403</c:v>
                      </c:pt>
                      <c:pt idx="3091">
                        <c:v>42404</c:v>
                      </c:pt>
                      <c:pt idx="3092">
                        <c:v>42405</c:v>
                      </c:pt>
                      <c:pt idx="3093">
                        <c:v>42408</c:v>
                      </c:pt>
                      <c:pt idx="3094">
                        <c:v>42409</c:v>
                      </c:pt>
                      <c:pt idx="3095">
                        <c:v>42410</c:v>
                      </c:pt>
                      <c:pt idx="3096">
                        <c:v>42411</c:v>
                      </c:pt>
                      <c:pt idx="3097">
                        <c:v>42412</c:v>
                      </c:pt>
                      <c:pt idx="3098">
                        <c:v>42415</c:v>
                      </c:pt>
                      <c:pt idx="3099">
                        <c:v>42416</c:v>
                      </c:pt>
                      <c:pt idx="3100">
                        <c:v>42417</c:v>
                      </c:pt>
                      <c:pt idx="3101">
                        <c:v>42418</c:v>
                      </c:pt>
                      <c:pt idx="3102">
                        <c:v>42419</c:v>
                      </c:pt>
                      <c:pt idx="3103">
                        <c:v>42422</c:v>
                      </c:pt>
                      <c:pt idx="3104">
                        <c:v>42423</c:v>
                      </c:pt>
                      <c:pt idx="3105">
                        <c:v>42424</c:v>
                      </c:pt>
                      <c:pt idx="3106">
                        <c:v>42425</c:v>
                      </c:pt>
                      <c:pt idx="3107">
                        <c:v>42426</c:v>
                      </c:pt>
                      <c:pt idx="3108">
                        <c:v>42429</c:v>
                      </c:pt>
                      <c:pt idx="3109">
                        <c:v>42430</c:v>
                      </c:pt>
                      <c:pt idx="3110">
                        <c:v>42431</c:v>
                      </c:pt>
                      <c:pt idx="3111">
                        <c:v>42432</c:v>
                      </c:pt>
                      <c:pt idx="3112">
                        <c:v>42433</c:v>
                      </c:pt>
                      <c:pt idx="3113">
                        <c:v>42436</c:v>
                      </c:pt>
                      <c:pt idx="3114">
                        <c:v>42437</c:v>
                      </c:pt>
                      <c:pt idx="3115">
                        <c:v>42438</c:v>
                      </c:pt>
                      <c:pt idx="3116">
                        <c:v>42439</c:v>
                      </c:pt>
                      <c:pt idx="3117">
                        <c:v>42440</c:v>
                      </c:pt>
                      <c:pt idx="3118">
                        <c:v>42443</c:v>
                      </c:pt>
                      <c:pt idx="3119">
                        <c:v>42444</c:v>
                      </c:pt>
                      <c:pt idx="3120">
                        <c:v>42445</c:v>
                      </c:pt>
                      <c:pt idx="3121">
                        <c:v>42446</c:v>
                      </c:pt>
                      <c:pt idx="3122">
                        <c:v>42447</c:v>
                      </c:pt>
                      <c:pt idx="3123">
                        <c:v>42450</c:v>
                      </c:pt>
                      <c:pt idx="3124">
                        <c:v>42451</c:v>
                      </c:pt>
                      <c:pt idx="3125">
                        <c:v>42452</c:v>
                      </c:pt>
                      <c:pt idx="3126">
                        <c:v>42453</c:v>
                      </c:pt>
                      <c:pt idx="3127">
                        <c:v>42454</c:v>
                      </c:pt>
                      <c:pt idx="3128">
                        <c:v>42457</c:v>
                      </c:pt>
                      <c:pt idx="3129">
                        <c:v>42458</c:v>
                      </c:pt>
                      <c:pt idx="3130">
                        <c:v>42459</c:v>
                      </c:pt>
                      <c:pt idx="3131">
                        <c:v>42460</c:v>
                      </c:pt>
                      <c:pt idx="3132">
                        <c:v>42461</c:v>
                      </c:pt>
                      <c:pt idx="3133">
                        <c:v>42464</c:v>
                      </c:pt>
                      <c:pt idx="3134">
                        <c:v>42465</c:v>
                      </c:pt>
                      <c:pt idx="3135">
                        <c:v>42466</c:v>
                      </c:pt>
                      <c:pt idx="3136">
                        <c:v>42467</c:v>
                      </c:pt>
                      <c:pt idx="3137">
                        <c:v>42468</c:v>
                      </c:pt>
                      <c:pt idx="3138">
                        <c:v>42471</c:v>
                      </c:pt>
                      <c:pt idx="3139">
                        <c:v>42472</c:v>
                      </c:pt>
                      <c:pt idx="3140">
                        <c:v>42473</c:v>
                      </c:pt>
                      <c:pt idx="3141">
                        <c:v>42474</c:v>
                      </c:pt>
                      <c:pt idx="3142">
                        <c:v>42475</c:v>
                      </c:pt>
                      <c:pt idx="3143">
                        <c:v>42478</c:v>
                      </c:pt>
                      <c:pt idx="3144">
                        <c:v>42479</c:v>
                      </c:pt>
                      <c:pt idx="3145">
                        <c:v>42480</c:v>
                      </c:pt>
                      <c:pt idx="3146">
                        <c:v>42481</c:v>
                      </c:pt>
                      <c:pt idx="3147">
                        <c:v>42482</c:v>
                      </c:pt>
                      <c:pt idx="3148">
                        <c:v>42485</c:v>
                      </c:pt>
                      <c:pt idx="3149">
                        <c:v>42486</c:v>
                      </c:pt>
                      <c:pt idx="3150">
                        <c:v>42487</c:v>
                      </c:pt>
                      <c:pt idx="3151">
                        <c:v>42488</c:v>
                      </c:pt>
                      <c:pt idx="3152">
                        <c:v>42489</c:v>
                      </c:pt>
                      <c:pt idx="3153">
                        <c:v>42492</c:v>
                      </c:pt>
                      <c:pt idx="3154">
                        <c:v>42493</c:v>
                      </c:pt>
                      <c:pt idx="3155">
                        <c:v>42494</c:v>
                      </c:pt>
                      <c:pt idx="3156">
                        <c:v>42495</c:v>
                      </c:pt>
                      <c:pt idx="3157">
                        <c:v>42496</c:v>
                      </c:pt>
                      <c:pt idx="3158">
                        <c:v>42499</c:v>
                      </c:pt>
                      <c:pt idx="3159">
                        <c:v>42500</c:v>
                      </c:pt>
                      <c:pt idx="3160">
                        <c:v>42501</c:v>
                      </c:pt>
                      <c:pt idx="3161">
                        <c:v>42502</c:v>
                      </c:pt>
                      <c:pt idx="3162">
                        <c:v>42503</c:v>
                      </c:pt>
                      <c:pt idx="3163">
                        <c:v>42506</c:v>
                      </c:pt>
                      <c:pt idx="3164">
                        <c:v>42507</c:v>
                      </c:pt>
                      <c:pt idx="3165">
                        <c:v>42508</c:v>
                      </c:pt>
                      <c:pt idx="3166">
                        <c:v>42509</c:v>
                      </c:pt>
                      <c:pt idx="3167">
                        <c:v>42510</c:v>
                      </c:pt>
                      <c:pt idx="3168">
                        <c:v>42513</c:v>
                      </c:pt>
                      <c:pt idx="3169">
                        <c:v>42514</c:v>
                      </c:pt>
                      <c:pt idx="3170">
                        <c:v>42515</c:v>
                      </c:pt>
                      <c:pt idx="3171">
                        <c:v>42516</c:v>
                      </c:pt>
                      <c:pt idx="3172">
                        <c:v>42517</c:v>
                      </c:pt>
                      <c:pt idx="3173">
                        <c:v>42520</c:v>
                      </c:pt>
                      <c:pt idx="3174">
                        <c:v>42521</c:v>
                      </c:pt>
                      <c:pt idx="3175">
                        <c:v>42522</c:v>
                      </c:pt>
                      <c:pt idx="3176">
                        <c:v>42523</c:v>
                      </c:pt>
                      <c:pt idx="3177">
                        <c:v>42524</c:v>
                      </c:pt>
                      <c:pt idx="3178">
                        <c:v>42527</c:v>
                      </c:pt>
                      <c:pt idx="3179">
                        <c:v>42528</c:v>
                      </c:pt>
                      <c:pt idx="3180">
                        <c:v>42529</c:v>
                      </c:pt>
                      <c:pt idx="3181">
                        <c:v>42530</c:v>
                      </c:pt>
                      <c:pt idx="3182">
                        <c:v>42531</c:v>
                      </c:pt>
                      <c:pt idx="3183">
                        <c:v>42534</c:v>
                      </c:pt>
                      <c:pt idx="3184">
                        <c:v>42535</c:v>
                      </c:pt>
                      <c:pt idx="3185">
                        <c:v>42536</c:v>
                      </c:pt>
                      <c:pt idx="3186">
                        <c:v>42537</c:v>
                      </c:pt>
                      <c:pt idx="3187">
                        <c:v>42538</c:v>
                      </c:pt>
                      <c:pt idx="3188">
                        <c:v>42541</c:v>
                      </c:pt>
                      <c:pt idx="3189">
                        <c:v>42542</c:v>
                      </c:pt>
                      <c:pt idx="3190">
                        <c:v>42543</c:v>
                      </c:pt>
                      <c:pt idx="3191">
                        <c:v>42544</c:v>
                      </c:pt>
                      <c:pt idx="3192">
                        <c:v>42545</c:v>
                      </c:pt>
                      <c:pt idx="3193">
                        <c:v>42548</c:v>
                      </c:pt>
                      <c:pt idx="3194">
                        <c:v>42549</c:v>
                      </c:pt>
                      <c:pt idx="3195">
                        <c:v>42550</c:v>
                      </c:pt>
                      <c:pt idx="3196">
                        <c:v>42551</c:v>
                      </c:pt>
                      <c:pt idx="3197">
                        <c:v>42552</c:v>
                      </c:pt>
                      <c:pt idx="3198">
                        <c:v>42555</c:v>
                      </c:pt>
                      <c:pt idx="3199">
                        <c:v>42556</c:v>
                      </c:pt>
                      <c:pt idx="3200">
                        <c:v>42557</c:v>
                      </c:pt>
                      <c:pt idx="3201">
                        <c:v>42558</c:v>
                      </c:pt>
                      <c:pt idx="3202">
                        <c:v>42559</c:v>
                      </c:pt>
                      <c:pt idx="3203">
                        <c:v>42562</c:v>
                      </c:pt>
                      <c:pt idx="3204">
                        <c:v>42563</c:v>
                      </c:pt>
                      <c:pt idx="3205">
                        <c:v>42564</c:v>
                      </c:pt>
                      <c:pt idx="3206">
                        <c:v>42565</c:v>
                      </c:pt>
                      <c:pt idx="3207">
                        <c:v>42566</c:v>
                      </c:pt>
                      <c:pt idx="3208">
                        <c:v>42569</c:v>
                      </c:pt>
                      <c:pt idx="3209">
                        <c:v>42570</c:v>
                      </c:pt>
                      <c:pt idx="3210">
                        <c:v>42571</c:v>
                      </c:pt>
                      <c:pt idx="3211">
                        <c:v>42572</c:v>
                      </c:pt>
                      <c:pt idx="3212">
                        <c:v>42573</c:v>
                      </c:pt>
                      <c:pt idx="3213">
                        <c:v>42576</c:v>
                      </c:pt>
                      <c:pt idx="3214">
                        <c:v>42577</c:v>
                      </c:pt>
                      <c:pt idx="3215">
                        <c:v>42578</c:v>
                      </c:pt>
                      <c:pt idx="3216">
                        <c:v>42579</c:v>
                      </c:pt>
                      <c:pt idx="3217">
                        <c:v>42580</c:v>
                      </c:pt>
                      <c:pt idx="3218">
                        <c:v>42583</c:v>
                      </c:pt>
                      <c:pt idx="3219">
                        <c:v>42584</c:v>
                      </c:pt>
                      <c:pt idx="3220">
                        <c:v>42585</c:v>
                      </c:pt>
                      <c:pt idx="3221">
                        <c:v>42586</c:v>
                      </c:pt>
                      <c:pt idx="3222">
                        <c:v>42587</c:v>
                      </c:pt>
                      <c:pt idx="3223">
                        <c:v>42590</c:v>
                      </c:pt>
                      <c:pt idx="3224">
                        <c:v>42591</c:v>
                      </c:pt>
                      <c:pt idx="3225">
                        <c:v>42592</c:v>
                      </c:pt>
                      <c:pt idx="3226">
                        <c:v>42593</c:v>
                      </c:pt>
                      <c:pt idx="3227">
                        <c:v>42594</c:v>
                      </c:pt>
                      <c:pt idx="3228">
                        <c:v>42597</c:v>
                      </c:pt>
                      <c:pt idx="3229">
                        <c:v>42598</c:v>
                      </c:pt>
                      <c:pt idx="3230">
                        <c:v>42599</c:v>
                      </c:pt>
                      <c:pt idx="3231">
                        <c:v>42600</c:v>
                      </c:pt>
                      <c:pt idx="3232">
                        <c:v>42601</c:v>
                      </c:pt>
                      <c:pt idx="3233">
                        <c:v>42604</c:v>
                      </c:pt>
                      <c:pt idx="3234">
                        <c:v>42605</c:v>
                      </c:pt>
                      <c:pt idx="3235">
                        <c:v>42606</c:v>
                      </c:pt>
                      <c:pt idx="3236">
                        <c:v>42607</c:v>
                      </c:pt>
                      <c:pt idx="3237">
                        <c:v>42608</c:v>
                      </c:pt>
                      <c:pt idx="3238">
                        <c:v>42611</c:v>
                      </c:pt>
                      <c:pt idx="3239">
                        <c:v>42612</c:v>
                      </c:pt>
                      <c:pt idx="3240">
                        <c:v>42613</c:v>
                      </c:pt>
                      <c:pt idx="3241">
                        <c:v>42614</c:v>
                      </c:pt>
                      <c:pt idx="3242">
                        <c:v>42615</c:v>
                      </c:pt>
                      <c:pt idx="3243">
                        <c:v>42618</c:v>
                      </c:pt>
                      <c:pt idx="3244">
                        <c:v>42619</c:v>
                      </c:pt>
                      <c:pt idx="3245">
                        <c:v>42620</c:v>
                      </c:pt>
                      <c:pt idx="3246">
                        <c:v>42621</c:v>
                      </c:pt>
                      <c:pt idx="3247">
                        <c:v>42622</c:v>
                      </c:pt>
                      <c:pt idx="3248">
                        <c:v>42625</c:v>
                      </c:pt>
                      <c:pt idx="3249">
                        <c:v>42626</c:v>
                      </c:pt>
                      <c:pt idx="3250">
                        <c:v>42627</c:v>
                      </c:pt>
                      <c:pt idx="3251">
                        <c:v>42628</c:v>
                      </c:pt>
                      <c:pt idx="3252">
                        <c:v>42629</c:v>
                      </c:pt>
                      <c:pt idx="3253">
                        <c:v>42632</c:v>
                      </c:pt>
                      <c:pt idx="3254">
                        <c:v>42633</c:v>
                      </c:pt>
                      <c:pt idx="3255">
                        <c:v>42634</c:v>
                      </c:pt>
                      <c:pt idx="3256">
                        <c:v>42635</c:v>
                      </c:pt>
                      <c:pt idx="3257">
                        <c:v>42636</c:v>
                      </c:pt>
                      <c:pt idx="3258">
                        <c:v>42639</c:v>
                      </c:pt>
                      <c:pt idx="3259">
                        <c:v>42640</c:v>
                      </c:pt>
                      <c:pt idx="3260">
                        <c:v>42641</c:v>
                      </c:pt>
                      <c:pt idx="3261">
                        <c:v>42642</c:v>
                      </c:pt>
                      <c:pt idx="3262">
                        <c:v>42643</c:v>
                      </c:pt>
                      <c:pt idx="3263">
                        <c:v>42646</c:v>
                      </c:pt>
                      <c:pt idx="3264">
                        <c:v>42647</c:v>
                      </c:pt>
                      <c:pt idx="3265">
                        <c:v>42648</c:v>
                      </c:pt>
                      <c:pt idx="3266">
                        <c:v>42649</c:v>
                      </c:pt>
                      <c:pt idx="3267">
                        <c:v>42650</c:v>
                      </c:pt>
                      <c:pt idx="3268">
                        <c:v>42653</c:v>
                      </c:pt>
                      <c:pt idx="3269">
                        <c:v>42654</c:v>
                      </c:pt>
                      <c:pt idx="3270">
                        <c:v>42655</c:v>
                      </c:pt>
                      <c:pt idx="3271">
                        <c:v>42656</c:v>
                      </c:pt>
                      <c:pt idx="3272">
                        <c:v>42657</c:v>
                      </c:pt>
                      <c:pt idx="3273">
                        <c:v>42660</c:v>
                      </c:pt>
                      <c:pt idx="3274">
                        <c:v>42661</c:v>
                      </c:pt>
                      <c:pt idx="3275">
                        <c:v>42662</c:v>
                      </c:pt>
                      <c:pt idx="3276">
                        <c:v>42663</c:v>
                      </c:pt>
                      <c:pt idx="3277">
                        <c:v>42664</c:v>
                      </c:pt>
                      <c:pt idx="3278">
                        <c:v>42667</c:v>
                      </c:pt>
                      <c:pt idx="3279">
                        <c:v>42668</c:v>
                      </c:pt>
                      <c:pt idx="3280">
                        <c:v>42669</c:v>
                      </c:pt>
                      <c:pt idx="3281">
                        <c:v>42670</c:v>
                      </c:pt>
                      <c:pt idx="3282">
                        <c:v>42671</c:v>
                      </c:pt>
                      <c:pt idx="3283">
                        <c:v>42674</c:v>
                      </c:pt>
                      <c:pt idx="3284">
                        <c:v>42675</c:v>
                      </c:pt>
                      <c:pt idx="3285">
                        <c:v>42676</c:v>
                      </c:pt>
                      <c:pt idx="3286">
                        <c:v>42677</c:v>
                      </c:pt>
                      <c:pt idx="3287">
                        <c:v>42678</c:v>
                      </c:pt>
                      <c:pt idx="3288">
                        <c:v>42681</c:v>
                      </c:pt>
                      <c:pt idx="3289">
                        <c:v>42682</c:v>
                      </c:pt>
                      <c:pt idx="3290">
                        <c:v>42683</c:v>
                      </c:pt>
                      <c:pt idx="3291">
                        <c:v>42684</c:v>
                      </c:pt>
                      <c:pt idx="3292">
                        <c:v>42685</c:v>
                      </c:pt>
                      <c:pt idx="3293">
                        <c:v>42688</c:v>
                      </c:pt>
                      <c:pt idx="3294">
                        <c:v>42689</c:v>
                      </c:pt>
                      <c:pt idx="3295">
                        <c:v>42690</c:v>
                      </c:pt>
                      <c:pt idx="3296">
                        <c:v>42691</c:v>
                      </c:pt>
                      <c:pt idx="3297">
                        <c:v>42692</c:v>
                      </c:pt>
                      <c:pt idx="3298">
                        <c:v>42695</c:v>
                      </c:pt>
                      <c:pt idx="3299">
                        <c:v>42696</c:v>
                      </c:pt>
                      <c:pt idx="3300">
                        <c:v>42697</c:v>
                      </c:pt>
                      <c:pt idx="3301">
                        <c:v>42698</c:v>
                      </c:pt>
                      <c:pt idx="3302">
                        <c:v>42699</c:v>
                      </c:pt>
                      <c:pt idx="3303">
                        <c:v>42702</c:v>
                      </c:pt>
                      <c:pt idx="3304">
                        <c:v>42703</c:v>
                      </c:pt>
                      <c:pt idx="3305">
                        <c:v>42704</c:v>
                      </c:pt>
                      <c:pt idx="3306">
                        <c:v>42705</c:v>
                      </c:pt>
                      <c:pt idx="3307">
                        <c:v>42706</c:v>
                      </c:pt>
                      <c:pt idx="3308">
                        <c:v>42709</c:v>
                      </c:pt>
                      <c:pt idx="3309">
                        <c:v>42710</c:v>
                      </c:pt>
                      <c:pt idx="3310">
                        <c:v>42711</c:v>
                      </c:pt>
                      <c:pt idx="3311">
                        <c:v>42712</c:v>
                      </c:pt>
                      <c:pt idx="3312">
                        <c:v>42713</c:v>
                      </c:pt>
                      <c:pt idx="3313">
                        <c:v>42716</c:v>
                      </c:pt>
                      <c:pt idx="3314">
                        <c:v>42717</c:v>
                      </c:pt>
                      <c:pt idx="3315">
                        <c:v>42718</c:v>
                      </c:pt>
                      <c:pt idx="3316">
                        <c:v>42719</c:v>
                      </c:pt>
                      <c:pt idx="3317">
                        <c:v>42720</c:v>
                      </c:pt>
                      <c:pt idx="3318">
                        <c:v>42723</c:v>
                      </c:pt>
                      <c:pt idx="3319">
                        <c:v>42724</c:v>
                      </c:pt>
                      <c:pt idx="3320">
                        <c:v>42725</c:v>
                      </c:pt>
                      <c:pt idx="3321">
                        <c:v>42726</c:v>
                      </c:pt>
                      <c:pt idx="3322">
                        <c:v>42727</c:v>
                      </c:pt>
                      <c:pt idx="3323">
                        <c:v>42730</c:v>
                      </c:pt>
                      <c:pt idx="3324">
                        <c:v>42731</c:v>
                      </c:pt>
                      <c:pt idx="3325">
                        <c:v>42732</c:v>
                      </c:pt>
                      <c:pt idx="3326">
                        <c:v>42733</c:v>
                      </c:pt>
                      <c:pt idx="3327">
                        <c:v>42734</c:v>
                      </c:pt>
                      <c:pt idx="3328">
                        <c:v>42737</c:v>
                      </c:pt>
                      <c:pt idx="3329">
                        <c:v>42738</c:v>
                      </c:pt>
                      <c:pt idx="3330">
                        <c:v>42739</c:v>
                      </c:pt>
                      <c:pt idx="3331">
                        <c:v>42740</c:v>
                      </c:pt>
                      <c:pt idx="3332">
                        <c:v>42741</c:v>
                      </c:pt>
                      <c:pt idx="3333">
                        <c:v>42744</c:v>
                      </c:pt>
                      <c:pt idx="3334">
                        <c:v>42745</c:v>
                      </c:pt>
                      <c:pt idx="3335">
                        <c:v>42746</c:v>
                      </c:pt>
                      <c:pt idx="3336">
                        <c:v>42747</c:v>
                      </c:pt>
                      <c:pt idx="3337">
                        <c:v>42748</c:v>
                      </c:pt>
                      <c:pt idx="3338">
                        <c:v>42751</c:v>
                      </c:pt>
                      <c:pt idx="3339">
                        <c:v>42752</c:v>
                      </c:pt>
                      <c:pt idx="3340">
                        <c:v>42753</c:v>
                      </c:pt>
                      <c:pt idx="3341">
                        <c:v>42754</c:v>
                      </c:pt>
                      <c:pt idx="3342">
                        <c:v>42755</c:v>
                      </c:pt>
                      <c:pt idx="3343">
                        <c:v>42758</c:v>
                      </c:pt>
                      <c:pt idx="3344">
                        <c:v>42759</c:v>
                      </c:pt>
                      <c:pt idx="3345">
                        <c:v>42760</c:v>
                      </c:pt>
                      <c:pt idx="3346">
                        <c:v>42761</c:v>
                      </c:pt>
                      <c:pt idx="3347">
                        <c:v>42762</c:v>
                      </c:pt>
                      <c:pt idx="3348">
                        <c:v>42765</c:v>
                      </c:pt>
                      <c:pt idx="3349">
                        <c:v>42766</c:v>
                      </c:pt>
                      <c:pt idx="3350">
                        <c:v>42767</c:v>
                      </c:pt>
                      <c:pt idx="3351">
                        <c:v>42768</c:v>
                      </c:pt>
                      <c:pt idx="3352">
                        <c:v>42769</c:v>
                      </c:pt>
                      <c:pt idx="3353">
                        <c:v>42772</c:v>
                      </c:pt>
                      <c:pt idx="3354">
                        <c:v>42773</c:v>
                      </c:pt>
                      <c:pt idx="3355">
                        <c:v>42774</c:v>
                      </c:pt>
                      <c:pt idx="3356">
                        <c:v>42775</c:v>
                      </c:pt>
                      <c:pt idx="3357">
                        <c:v>42776</c:v>
                      </c:pt>
                      <c:pt idx="3358">
                        <c:v>42779</c:v>
                      </c:pt>
                      <c:pt idx="3359">
                        <c:v>42780</c:v>
                      </c:pt>
                      <c:pt idx="3360">
                        <c:v>42781</c:v>
                      </c:pt>
                      <c:pt idx="3361">
                        <c:v>42782</c:v>
                      </c:pt>
                      <c:pt idx="3362">
                        <c:v>42783</c:v>
                      </c:pt>
                      <c:pt idx="3363">
                        <c:v>42786</c:v>
                      </c:pt>
                      <c:pt idx="3364">
                        <c:v>42787</c:v>
                      </c:pt>
                      <c:pt idx="3365">
                        <c:v>42788</c:v>
                      </c:pt>
                      <c:pt idx="3366">
                        <c:v>42789</c:v>
                      </c:pt>
                      <c:pt idx="3367">
                        <c:v>42790</c:v>
                      </c:pt>
                      <c:pt idx="3368">
                        <c:v>42793</c:v>
                      </c:pt>
                      <c:pt idx="3369">
                        <c:v>42794</c:v>
                      </c:pt>
                      <c:pt idx="3370">
                        <c:v>42795</c:v>
                      </c:pt>
                      <c:pt idx="3371">
                        <c:v>42796</c:v>
                      </c:pt>
                      <c:pt idx="3372">
                        <c:v>42797</c:v>
                      </c:pt>
                      <c:pt idx="3373">
                        <c:v>42800</c:v>
                      </c:pt>
                      <c:pt idx="3374">
                        <c:v>42801</c:v>
                      </c:pt>
                      <c:pt idx="3375">
                        <c:v>42802</c:v>
                      </c:pt>
                      <c:pt idx="3376">
                        <c:v>42803</c:v>
                      </c:pt>
                      <c:pt idx="3377">
                        <c:v>42804</c:v>
                      </c:pt>
                      <c:pt idx="3378">
                        <c:v>42807</c:v>
                      </c:pt>
                      <c:pt idx="3379">
                        <c:v>42808</c:v>
                      </c:pt>
                      <c:pt idx="3380">
                        <c:v>42809</c:v>
                      </c:pt>
                      <c:pt idx="3381">
                        <c:v>42810</c:v>
                      </c:pt>
                      <c:pt idx="3382">
                        <c:v>42811</c:v>
                      </c:pt>
                      <c:pt idx="3383">
                        <c:v>42814</c:v>
                      </c:pt>
                      <c:pt idx="3384">
                        <c:v>42815</c:v>
                      </c:pt>
                      <c:pt idx="3385">
                        <c:v>42816</c:v>
                      </c:pt>
                      <c:pt idx="3386">
                        <c:v>42817</c:v>
                      </c:pt>
                      <c:pt idx="3387">
                        <c:v>42818</c:v>
                      </c:pt>
                      <c:pt idx="3388">
                        <c:v>42821</c:v>
                      </c:pt>
                      <c:pt idx="3389">
                        <c:v>42822</c:v>
                      </c:pt>
                      <c:pt idx="3390">
                        <c:v>42823</c:v>
                      </c:pt>
                      <c:pt idx="3391">
                        <c:v>42824</c:v>
                      </c:pt>
                      <c:pt idx="3392">
                        <c:v>42825</c:v>
                      </c:pt>
                      <c:pt idx="3393">
                        <c:v>42828</c:v>
                      </c:pt>
                      <c:pt idx="3394">
                        <c:v>42829</c:v>
                      </c:pt>
                      <c:pt idx="3395">
                        <c:v>42830</c:v>
                      </c:pt>
                      <c:pt idx="3396">
                        <c:v>42831</c:v>
                      </c:pt>
                      <c:pt idx="3397">
                        <c:v>42832</c:v>
                      </c:pt>
                      <c:pt idx="3398">
                        <c:v>42835</c:v>
                      </c:pt>
                      <c:pt idx="3399">
                        <c:v>42836</c:v>
                      </c:pt>
                      <c:pt idx="3400">
                        <c:v>42837</c:v>
                      </c:pt>
                      <c:pt idx="3401">
                        <c:v>42838</c:v>
                      </c:pt>
                      <c:pt idx="3402">
                        <c:v>42839</c:v>
                      </c:pt>
                      <c:pt idx="3403">
                        <c:v>42842</c:v>
                      </c:pt>
                      <c:pt idx="3404">
                        <c:v>42843</c:v>
                      </c:pt>
                      <c:pt idx="3405">
                        <c:v>42844</c:v>
                      </c:pt>
                      <c:pt idx="3406">
                        <c:v>42845</c:v>
                      </c:pt>
                      <c:pt idx="3407">
                        <c:v>42846</c:v>
                      </c:pt>
                      <c:pt idx="3408">
                        <c:v>42849</c:v>
                      </c:pt>
                      <c:pt idx="3409">
                        <c:v>42850</c:v>
                      </c:pt>
                      <c:pt idx="3410">
                        <c:v>42851</c:v>
                      </c:pt>
                      <c:pt idx="3411">
                        <c:v>42852</c:v>
                      </c:pt>
                      <c:pt idx="3412">
                        <c:v>42853</c:v>
                      </c:pt>
                      <c:pt idx="3413">
                        <c:v>42856</c:v>
                      </c:pt>
                      <c:pt idx="3414">
                        <c:v>42857</c:v>
                      </c:pt>
                      <c:pt idx="3415">
                        <c:v>42858</c:v>
                      </c:pt>
                      <c:pt idx="3416">
                        <c:v>42859</c:v>
                      </c:pt>
                      <c:pt idx="3417">
                        <c:v>42860</c:v>
                      </c:pt>
                      <c:pt idx="3418">
                        <c:v>42863</c:v>
                      </c:pt>
                      <c:pt idx="3419">
                        <c:v>42864</c:v>
                      </c:pt>
                      <c:pt idx="3420">
                        <c:v>42865</c:v>
                      </c:pt>
                      <c:pt idx="3421">
                        <c:v>42866</c:v>
                      </c:pt>
                      <c:pt idx="3422">
                        <c:v>42867</c:v>
                      </c:pt>
                      <c:pt idx="3423">
                        <c:v>42870</c:v>
                      </c:pt>
                      <c:pt idx="3424">
                        <c:v>42871</c:v>
                      </c:pt>
                      <c:pt idx="3425">
                        <c:v>42872</c:v>
                      </c:pt>
                      <c:pt idx="3426">
                        <c:v>42873</c:v>
                      </c:pt>
                      <c:pt idx="3427">
                        <c:v>42874</c:v>
                      </c:pt>
                      <c:pt idx="3428">
                        <c:v>42877</c:v>
                      </c:pt>
                      <c:pt idx="3429">
                        <c:v>42878</c:v>
                      </c:pt>
                      <c:pt idx="3430">
                        <c:v>42879</c:v>
                      </c:pt>
                      <c:pt idx="3431">
                        <c:v>42880</c:v>
                      </c:pt>
                      <c:pt idx="3432">
                        <c:v>42881</c:v>
                      </c:pt>
                      <c:pt idx="3433">
                        <c:v>42884</c:v>
                      </c:pt>
                      <c:pt idx="3434">
                        <c:v>42885</c:v>
                      </c:pt>
                      <c:pt idx="3435">
                        <c:v>42886</c:v>
                      </c:pt>
                      <c:pt idx="3436">
                        <c:v>42887</c:v>
                      </c:pt>
                      <c:pt idx="3437">
                        <c:v>42888</c:v>
                      </c:pt>
                      <c:pt idx="3438">
                        <c:v>42891</c:v>
                      </c:pt>
                      <c:pt idx="3439">
                        <c:v>42892</c:v>
                      </c:pt>
                      <c:pt idx="3440">
                        <c:v>42893</c:v>
                      </c:pt>
                      <c:pt idx="3441">
                        <c:v>42894</c:v>
                      </c:pt>
                      <c:pt idx="3442">
                        <c:v>42895</c:v>
                      </c:pt>
                      <c:pt idx="3443">
                        <c:v>42898</c:v>
                      </c:pt>
                      <c:pt idx="3444">
                        <c:v>42899</c:v>
                      </c:pt>
                      <c:pt idx="3445">
                        <c:v>42900</c:v>
                      </c:pt>
                      <c:pt idx="3446">
                        <c:v>42901</c:v>
                      </c:pt>
                      <c:pt idx="3447">
                        <c:v>42902</c:v>
                      </c:pt>
                      <c:pt idx="3448">
                        <c:v>42905</c:v>
                      </c:pt>
                      <c:pt idx="3449">
                        <c:v>42906</c:v>
                      </c:pt>
                      <c:pt idx="3450">
                        <c:v>42907</c:v>
                      </c:pt>
                      <c:pt idx="3451">
                        <c:v>42908</c:v>
                      </c:pt>
                      <c:pt idx="3452">
                        <c:v>42909</c:v>
                      </c:pt>
                      <c:pt idx="3453">
                        <c:v>42912</c:v>
                      </c:pt>
                      <c:pt idx="3454">
                        <c:v>42913</c:v>
                      </c:pt>
                      <c:pt idx="3455">
                        <c:v>42914</c:v>
                      </c:pt>
                      <c:pt idx="3456">
                        <c:v>42915</c:v>
                      </c:pt>
                      <c:pt idx="3457">
                        <c:v>42916</c:v>
                      </c:pt>
                      <c:pt idx="3458">
                        <c:v>42919</c:v>
                      </c:pt>
                      <c:pt idx="3459">
                        <c:v>42920</c:v>
                      </c:pt>
                      <c:pt idx="3460">
                        <c:v>42921</c:v>
                      </c:pt>
                      <c:pt idx="3461">
                        <c:v>42922</c:v>
                      </c:pt>
                      <c:pt idx="3462">
                        <c:v>42923</c:v>
                      </c:pt>
                      <c:pt idx="3463">
                        <c:v>42926</c:v>
                      </c:pt>
                      <c:pt idx="3464">
                        <c:v>42927</c:v>
                      </c:pt>
                      <c:pt idx="3465">
                        <c:v>42928</c:v>
                      </c:pt>
                      <c:pt idx="3466">
                        <c:v>42929</c:v>
                      </c:pt>
                      <c:pt idx="3467">
                        <c:v>42930</c:v>
                      </c:pt>
                      <c:pt idx="3468">
                        <c:v>42933</c:v>
                      </c:pt>
                      <c:pt idx="3469">
                        <c:v>42934</c:v>
                      </c:pt>
                      <c:pt idx="3470">
                        <c:v>42935</c:v>
                      </c:pt>
                      <c:pt idx="3471">
                        <c:v>42936</c:v>
                      </c:pt>
                      <c:pt idx="3472">
                        <c:v>42937</c:v>
                      </c:pt>
                      <c:pt idx="3473">
                        <c:v>42940</c:v>
                      </c:pt>
                      <c:pt idx="3474">
                        <c:v>42941</c:v>
                      </c:pt>
                      <c:pt idx="3475">
                        <c:v>42942</c:v>
                      </c:pt>
                      <c:pt idx="3476">
                        <c:v>42943</c:v>
                      </c:pt>
                      <c:pt idx="3477">
                        <c:v>42944</c:v>
                      </c:pt>
                      <c:pt idx="3478">
                        <c:v>42947</c:v>
                      </c:pt>
                      <c:pt idx="3479">
                        <c:v>42948</c:v>
                      </c:pt>
                      <c:pt idx="3480">
                        <c:v>42949</c:v>
                      </c:pt>
                      <c:pt idx="3481">
                        <c:v>42950</c:v>
                      </c:pt>
                      <c:pt idx="3482">
                        <c:v>42951</c:v>
                      </c:pt>
                      <c:pt idx="3483">
                        <c:v>42954</c:v>
                      </c:pt>
                      <c:pt idx="3484">
                        <c:v>42955</c:v>
                      </c:pt>
                      <c:pt idx="3485">
                        <c:v>42956</c:v>
                      </c:pt>
                      <c:pt idx="3486">
                        <c:v>42957</c:v>
                      </c:pt>
                      <c:pt idx="3487">
                        <c:v>42958</c:v>
                      </c:pt>
                      <c:pt idx="3488">
                        <c:v>42961</c:v>
                      </c:pt>
                      <c:pt idx="3489">
                        <c:v>42962</c:v>
                      </c:pt>
                      <c:pt idx="3490">
                        <c:v>42963</c:v>
                      </c:pt>
                      <c:pt idx="3491">
                        <c:v>42964</c:v>
                      </c:pt>
                      <c:pt idx="3492">
                        <c:v>42965</c:v>
                      </c:pt>
                      <c:pt idx="3493">
                        <c:v>42968</c:v>
                      </c:pt>
                      <c:pt idx="3494">
                        <c:v>42969</c:v>
                      </c:pt>
                      <c:pt idx="3495">
                        <c:v>42970</c:v>
                      </c:pt>
                      <c:pt idx="3496">
                        <c:v>42971</c:v>
                      </c:pt>
                      <c:pt idx="3497">
                        <c:v>42972</c:v>
                      </c:pt>
                      <c:pt idx="3498">
                        <c:v>42975</c:v>
                      </c:pt>
                      <c:pt idx="3499">
                        <c:v>42976</c:v>
                      </c:pt>
                      <c:pt idx="3500">
                        <c:v>42977</c:v>
                      </c:pt>
                      <c:pt idx="3501">
                        <c:v>42978</c:v>
                      </c:pt>
                      <c:pt idx="3502">
                        <c:v>42979</c:v>
                      </c:pt>
                      <c:pt idx="3503">
                        <c:v>42982</c:v>
                      </c:pt>
                      <c:pt idx="3504">
                        <c:v>42983</c:v>
                      </c:pt>
                      <c:pt idx="3505">
                        <c:v>42984</c:v>
                      </c:pt>
                      <c:pt idx="3506">
                        <c:v>42985</c:v>
                      </c:pt>
                      <c:pt idx="3507">
                        <c:v>42986</c:v>
                      </c:pt>
                      <c:pt idx="3508">
                        <c:v>42989</c:v>
                      </c:pt>
                      <c:pt idx="3509">
                        <c:v>42990</c:v>
                      </c:pt>
                      <c:pt idx="3510">
                        <c:v>42991</c:v>
                      </c:pt>
                      <c:pt idx="3511">
                        <c:v>42992</c:v>
                      </c:pt>
                      <c:pt idx="3512">
                        <c:v>42993</c:v>
                      </c:pt>
                      <c:pt idx="3513">
                        <c:v>42996</c:v>
                      </c:pt>
                      <c:pt idx="3514">
                        <c:v>42997</c:v>
                      </c:pt>
                      <c:pt idx="3515">
                        <c:v>42998</c:v>
                      </c:pt>
                      <c:pt idx="3516">
                        <c:v>42999</c:v>
                      </c:pt>
                      <c:pt idx="3517">
                        <c:v>43000</c:v>
                      </c:pt>
                      <c:pt idx="3518">
                        <c:v>43003</c:v>
                      </c:pt>
                      <c:pt idx="3519">
                        <c:v>43004</c:v>
                      </c:pt>
                      <c:pt idx="3520">
                        <c:v>43005</c:v>
                      </c:pt>
                      <c:pt idx="3521">
                        <c:v>43006</c:v>
                      </c:pt>
                      <c:pt idx="3522">
                        <c:v>43007</c:v>
                      </c:pt>
                      <c:pt idx="3523">
                        <c:v>43010</c:v>
                      </c:pt>
                      <c:pt idx="3524">
                        <c:v>43011</c:v>
                      </c:pt>
                      <c:pt idx="3525">
                        <c:v>43012</c:v>
                      </c:pt>
                      <c:pt idx="3526">
                        <c:v>43013</c:v>
                      </c:pt>
                      <c:pt idx="3527">
                        <c:v>43014</c:v>
                      </c:pt>
                      <c:pt idx="3528">
                        <c:v>43017</c:v>
                      </c:pt>
                      <c:pt idx="3529">
                        <c:v>43018</c:v>
                      </c:pt>
                      <c:pt idx="3530">
                        <c:v>43019</c:v>
                      </c:pt>
                      <c:pt idx="3531">
                        <c:v>43020</c:v>
                      </c:pt>
                      <c:pt idx="3532">
                        <c:v>43021</c:v>
                      </c:pt>
                      <c:pt idx="3533">
                        <c:v>43024</c:v>
                      </c:pt>
                      <c:pt idx="3534">
                        <c:v>43025</c:v>
                      </c:pt>
                      <c:pt idx="3535">
                        <c:v>43026</c:v>
                      </c:pt>
                      <c:pt idx="3536">
                        <c:v>43027</c:v>
                      </c:pt>
                      <c:pt idx="3537">
                        <c:v>43028</c:v>
                      </c:pt>
                      <c:pt idx="3538">
                        <c:v>43031</c:v>
                      </c:pt>
                      <c:pt idx="3539">
                        <c:v>43032</c:v>
                      </c:pt>
                      <c:pt idx="3540">
                        <c:v>43033</c:v>
                      </c:pt>
                      <c:pt idx="3541">
                        <c:v>43034</c:v>
                      </c:pt>
                      <c:pt idx="3542">
                        <c:v>43035</c:v>
                      </c:pt>
                      <c:pt idx="3543">
                        <c:v>43038</c:v>
                      </c:pt>
                      <c:pt idx="3544">
                        <c:v>43039</c:v>
                      </c:pt>
                      <c:pt idx="3545">
                        <c:v>43040</c:v>
                      </c:pt>
                      <c:pt idx="3546">
                        <c:v>43041</c:v>
                      </c:pt>
                      <c:pt idx="3547">
                        <c:v>43042</c:v>
                      </c:pt>
                      <c:pt idx="3548">
                        <c:v>43045</c:v>
                      </c:pt>
                      <c:pt idx="3549">
                        <c:v>43046</c:v>
                      </c:pt>
                      <c:pt idx="3550">
                        <c:v>43047</c:v>
                      </c:pt>
                      <c:pt idx="3551">
                        <c:v>43048</c:v>
                      </c:pt>
                      <c:pt idx="3552">
                        <c:v>43049</c:v>
                      </c:pt>
                      <c:pt idx="3553">
                        <c:v>43052</c:v>
                      </c:pt>
                      <c:pt idx="3554">
                        <c:v>43053</c:v>
                      </c:pt>
                      <c:pt idx="3555">
                        <c:v>43054</c:v>
                      </c:pt>
                      <c:pt idx="3556">
                        <c:v>43055</c:v>
                      </c:pt>
                      <c:pt idx="3557">
                        <c:v>43056</c:v>
                      </c:pt>
                      <c:pt idx="3558">
                        <c:v>43059</c:v>
                      </c:pt>
                      <c:pt idx="3559">
                        <c:v>43060</c:v>
                      </c:pt>
                      <c:pt idx="3560">
                        <c:v>43061</c:v>
                      </c:pt>
                      <c:pt idx="3561">
                        <c:v>43062</c:v>
                      </c:pt>
                      <c:pt idx="3562">
                        <c:v>43063</c:v>
                      </c:pt>
                      <c:pt idx="3563">
                        <c:v>43066</c:v>
                      </c:pt>
                      <c:pt idx="3564">
                        <c:v>43067</c:v>
                      </c:pt>
                      <c:pt idx="3565">
                        <c:v>43068</c:v>
                      </c:pt>
                      <c:pt idx="3566">
                        <c:v>43069</c:v>
                      </c:pt>
                      <c:pt idx="3567">
                        <c:v>43070</c:v>
                      </c:pt>
                      <c:pt idx="3568">
                        <c:v>43073</c:v>
                      </c:pt>
                      <c:pt idx="3569">
                        <c:v>43074</c:v>
                      </c:pt>
                      <c:pt idx="3570">
                        <c:v>43075</c:v>
                      </c:pt>
                      <c:pt idx="3571">
                        <c:v>43076</c:v>
                      </c:pt>
                      <c:pt idx="3572">
                        <c:v>43077</c:v>
                      </c:pt>
                      <c:pt idx="3573">
                        <c:v>43080</c:v>
                      </c:pt>
                      <c:pt idx="3574">
                        <c:v>43081</c:v>
                      </c:pt>
                      <c:pt idx="3575">
                        <c:v>43082</c:v>
                      </c:pt>
                      <c:pt idx="3576">
                        <c:v>43083</c:v>
                      </c:pt>
                      <c:pt idx="3577">
                        <c:v>43084</c:v>
                      </c:pt>
                      <c:pt idx="3578">
                        <c:v>43087</c:v>
                      </c:pt>
                      <c:pt idx="3579">
                        <c:v>43088</c:v>
                      </c:pt>
                      <c:pt idx="3580">
                        <c:v>43089</c:v>
                      </c:pt>
                      <c:pt idx="3581">
                        <c:v>43090</c:v>
                      </c:pt>
                      <c:pt idx="3582">
                        <c:v>43091</c:v>
                      </c:pt>
                      <c:pt idx="3583">
                        <c:v>43094</c:v>
                      </c:pt>
                      <c:pt idx="3584">
                        <c:v>43095</c:v>
                      </c:pt>
                      <c:pt idx="3585">
                        <c:v>43096</c:v>
                      </c:pt>
                      <c:pt idx="3586">
                        <c:v>43097</c:v>
                      </c:pt>
                      <c:pt idx="3587">
                        <c:v>43098</c:v>
                      </c:pt>
                      <c:pt idx="3588">
                        <c:v>43101</c:v>
                      </c:pt>
                      <c:pt idx="3589">
                        <c:v>43102</c:v>
                      </c:pt>
                      <c:pt idx="3590">
                        <c:v>43103</c:v>
                      </c:pt>
                      <c:pt idx="3591">
                        <c:v>43104</c:v>
                      </c:pt>
                      <c:pt idx="3592">
                        <c:v>43105</c:v>
                      </c:pt>
                      <c:pt idx="3593">
                        <c:v>43108</c:v>
                      </c:pt>
                      <c:pt idx="3594">
                        <c:v>43109</c:v>
                      </c:pt>
                      <c:pt idx="3595">
                        <c:v>43110</c:v>
                      </c:pt>
                      <c:pt idx="3596">
                        <c:v>43111</c:v>
                      </c:pt>
                      <c:pt idx="3597">
                        <c:v>43112</c:v>
                      </c:pt>
                      <c:pt idx="3598">
                        <c:v>43115</c:v>
                      </c:pt>
                      <c:pt idx="3599">
                        <c:v>43116</c:v>
                      </c:pt>
                      <c:pt idx="3600">
                        <c:v>43117</c:v>
                      </c:pt>
                      <c:pt idx="3601">
                        <c:v>43118</c:v>
                      </c:pt>
                      <c:pt idx="3602">
                        <c:v>43119</c:v>
                      </c:pt>
                      <c:pt idx="3603">
                        <c:v>43122</c:v>
                      </c:pt>
                      <c:pt idx="3604">
                        <c:v>43123</c:v>
                      </c:pt>
                      <c:pt idx="3605">
                        <c:v>43124</c:v>
                      </c:pt>
                      <c:pt idx="3606">
                        <c:v>43125</c:v>
                      </c:pt>
                      <c:pt idx="3607">
                        <c:v>43126</c:v>
                      </c:pt>
                      <c:pt idx="3608">
                        <c:v>43129</c:v>
                      </c:pt>
                      <c:pt idx="3609">
                        <c:v>43130</c:v>
                      </c:pt>
                      <c:pt idx="3610">
                        <c:v>43131</c:v>
                      </c:pt>
                      <c:pt idx="3611">
                        <c:v>43132</c:v>
                      </c:pt>
                      <c:pt idx="3612">
                        <c:v>43133</c:v>
                      </c:pt>
                      <c:pt idx="3613">
                        <c:v>43136</c:v>
                      </c:pt>
                      <c:pt idx="3614">
                        <c:v>43137</c:v>
                      </c:pt>
                      <c:pt idx="3615">
                        <c:v>43138</c:v>
                      </c:pt>
                      <c:pt idx="3616">
                        <c:v>43139</c:v>
                      </c:pt>
                      <c:pt idx="3617">
                        <c:v>43140</c:v>
                      </c:pt>
                      <c:pt idx="3618">
                        <c:v>43143</c:v>
                      </c:pt>
                      <c:pt idx="3619">
                        <c:v>43144</c:v>
                      </c:pt>
                      <c:pt idx="3620">
                        <c:v>43145</c:v>
                      </c:pt>
                      <c:pt idx="3621">
                        <c:v>43146</c:v>
                      </c:pt>
                      <c:pt idx="3622">
                        <c:v>43147</c:v>
                      </c:pt>
                      <c:pt idx="3623">
                        <c:v>43150</c:v>
                      </c:pt>
                      <c:pt idx="3624">
                        <c:v>43151</c:v>
                      </c:pt>
                      <c:pt idx="3625">
                        <c:v>43152</c:v>
                      </c:pt>
                      <c:pt idx="3626">
                        <c:v>43153</c:v>
                      </c:pt>
                      <c:pt idx="3627">
                        <c:v>43154</c:v>
                      </c:pt>
                      <c:pt idx="3628">
                        <c:v>43157</c:v>
                      </c:pt>
                      <c:pt idx="3629">
                        <c:v>43158</c:v>
                      </c:pt>
                      <c:pt idx="3630">
                        <c:v>43159</c:v>
                      </c:pt>
                      <c:pt idx="3631">
                        <c:v>43160</c:v>
                      </c:pt>
                      <c:pt idx="3632">
                        <c:v>43161</c:v>
                      </c:pt>
                      <c:pt idx="3633">
                        <c:v>43164</c:v>
                      </c:pt>
                      <c:pt idx="3634">
                        <c:v>43165</c:v>
                      </c:pt>
                      <c:pt idx="3635">
                        <c:v>43166</c:v>
                      </c:pt>
                      <c:pt idx="3636">
                        <c:v>43167</c:v>
                      </c:pt>
                      <c:pt idx="3637">
                        <c:v>43168</c:v>
                      </c:pt>
                      <c:pt idx="3638">
                        <c:v>43171</c:v>
                      </c:pt>
                      <c:pt idx="3639">
                        <c:v>43172</c:v>
                      </c:pt>
                      <c:pt idx="3640">
                        <c:v>43173</c:v>
                      </c:pt>
                      <c:pt idx="3641">
                        <c:v>43174</c:v>
                      </c:pt>
                      <c:pt idx="3642">
                        <c:v>43175</c:v>
                      </c:pt>
                      <c:pt idx="3643">
                        <c:v>43178</c:v>
                      </c:pt>
                      <c:pt idx="3644">
                        <c:v>43179</c:v>
                      </c:pt>
                      <c:pt idx="3645">
                        <c:v>43180</c:v>
                      </c:pt>
                      <c:pt idx="3646">
                        <c:v>43181</c:v>
                      </c:pt>
                      <c:pt idx="3647">
                        <c:v>43182</c:v>
                      </c:pt>
                      <c:pt idx="3648">
                        <c:v>43185</c:v>
                      </c:pt>
                      <c:pt idx="3649">
                        <c:v>43186</c:v>
                      </c:pt>
                      <c:pt idx="3650">
                        <c:v>43187</c:v>
                      </c:pt>
                      <c:pt idx="3651">
                        <c:v>43188</c:v>
                      </c:pt>
                      <c:pt idx="3652">
                        <c:v>43189</c:v>
                      </c:pt>
                      <c:pt idx="3653">
                        <c:v>43192</c:v>
                      </c:pt>
                      <c:pt idx="3654">
                        <c:v>43193</c:v>
                      </c:pt>
                      <c:pt idx="3655">
                        <c:v>43194</c:v>
                      </c:pt>
                      <c:pt idx="3656">
                        <c:v>43195</c:v>
                      </c:pt>
                      <c:pt idx="3657">
                        <c:v>43196</c:v>
                      </c:pt>
                      <c:pt idx="3658">
                        <c:v>43199</c:v>
                      </c:pt>
                      <c:pt idx="3659">
                        <c:v>43200</c:v>
                      </c:pt>
                      <c:pt idx="3660">
                        <c:v>43201</c:v>
                      </c:pt>
                      <c:pt idx="3661">
                        <c:v>43202</c:v>
                      </c:pt>
                      <c:pt idx="3662">
                        <c:v>43203</c:v>
                      </c:pt>
                      <c:pt idx="3663">
                        <c:v>43206</c:v>
                      </c:pt>
                      <c:pt idx="3664">
                        <c:v>43207</c:v>
                      </c:pt>
                      <c:pt idx="3665">
                        <c:v>43208</c:v>
                      </c:pt>
                      <c:pt idx="3666">
                        <c:v>43209</c:v>
                      </c:pt>
                      <c:pt idx="3667">
                        <c:v>43210</c:v>
                      </c:pt>
                      <c:pt idx="3668">
                        <c:v>43213</c:v>
                      </c:pt>
                      <c:pt idx="3669">
                        <c:v>43214</c:v>
                      </c:pt>
                      <c:pt idx="3670">
                        <c:v>43215</c:v>
                      </c:pt>
                      <c:pt idx="3671">
                        <c:v>43216</c:v>
                      </c:pt>
                      <c:pt idx="3672">
                        <c:v>43217</c:v>
                      </c:pt>
                      <c:pt idx="3673">
                        <c:v>43220</c:v>
                      </c:pt>
                      <c:pt idx="3674">
                        <c:v>43221</c:v>
                      </c:pt>
                      <c:pt idx="3675">
                        <c:v>43222</c:v>
                      </c:pt>
                      <c:pt idx="3676">
                        <c:v>43223</c:v>
                      </c:pt>
                      <c:pt idx="3677">
                        <c:v>43224</c:v>
                      </c:pt>
                      <c:pt idx="3678">
                        <c:v>43227</c:v>
                      </c:pt>
                      <c:pt idx="3679">
                        <c:v>43228</c:v>
                      </c:pt>
                      <c:pt idx="3680">
                        <c:v>43229</c:v>
                      </c:pt>
                      <c:pt idx="3681">
                        <c:v>43230</c:v>
                      </c:pt>
                      <c:pt idx="3682">
                        <c:v>43231</c:v>
                      </c:pt>
                      <c:pt idx="3683">
                        <c:v>43234</c:v>
                      </c:pt>
                      <c:pt idx="3684">
                        <c:v>43235</c:v>
                      </c:pt>
                      <c:pt idx="3685">
                        <c:v>43236</c:v>
                      </c:pt>
                      <c:pt idx="3686">
                        <c:v>43237</c:v>
                      </c:pt>
                      <c:pt idx="3687">
                        <c:v>43238</c:v>
                      </c:pt>
                      <c:pt idx="3688">
                        <c:v>43241</c:v>
                      </c:pt>
                      <c:pt idx="3689">
                        <c:v>43242</c:v>
                      </c:pt>
                      <c:pt idx="3690">
                        <c:v>43243</c:v>
                      </c:pt>
                      <c:pt idx="3691">
                        <c:v>43244</c:v>
                      </c:pt>
                      <c:pt idx="3692">
                        <c:v>43245</c:v>
                      </c:pt>
                      <c:pt idx="3693">
                        <c:v>43248</c:v>
                      </c:pt>
                      <c:pt idx="3694">
                        <c:v>43249</c:v>
                      </c:pt>
                      <c:pt idx="3695">
                        <c:v>43250</c:v>
                      </c:pt>
                      <c:pt idx="3696">
                        <c:v>43251</c:v>
                      </c:pt>
                      <c:pt idx="3697">
                        <c:v>43252</c:v>
                      </c:pt>
                      <c:pt idx="3698">
                        <c:v>43255</c:v>
                      </c:pt>
                      <c:pt idx="3699">
                        <c:v>43256</c:v>
                      </c:pt>
                      <c:pt idx="3700">
                        <c:v>43257</c:v>
                      </c:pt>
                      <c:pt idx="3701">
                        <c:v>43258</c:v>
                      </c:pt>
                      <c:pt idx="3702">
                        <c:v>43259</c:v>
                      </c:pt>
                      <c:pt idx="3703">
                        <c:v>43262</c:v>
                      </c:pt>
                      <c:pt idx="3704">
                        <c:v>43263</c:v>
                      </c:pt>
                      <c:pt idx="3705">
                        <c:v>43264</c:v>
                      </c:pt>
                      <c:pt idx="3706">
                        <c:v>43265</c:v>
                      </c:pt>
                      <c:pt idx="3707">
                        <c:v>43266</c:v>
                      </c:pt>
                      <c:pt idx="3708">
                        <c:v>43269</c:v>
                      </c:pt>
                      <c:pt idx="3709">
                        <c:v>43270</c:v>
                      </c:pt>
                      <c:pt idx="3710">
                        <c:v>43271</c:v>
                      </c:pt>
                      <c:pt idx="3711">
                        <c:v>43272</c:v>
                      </c:pt>
                      <c:pt idx="3712">
                        <c:v>43273</c:v>
                      </c:pt>
                      <c:pt idx="3713">
                        <c:v>43276</c:v>
                      </c:pt>
                      <c:pt idx="3714">
                        <c:v>43277</c:v>
                      </c:pt>
                      <c:pt idx="3715">
                        <c:v>43278</c:v>
                      </c:pt>
                      <c:pt idx="3716">
                        <c:v>43279</c:v>
                      </c:pt>
                      <c:pt idx="3717">
                        <c:v>43280</c:v>
                      </c:pt>
                      <c:pt idx="3718">
                        <c:v>43283</c:v>
                      </c:pt>
                      <c:pt idx="3719">
                        <c:v>43284</c:v>
                      </c:pt>
                      <c:pt idx="3720">
                        <c:v>43285</c:v>
                      </c:pt>
                      <c:pt idx="3721">
                        <c:v>43286</c:v>
                      </c:pt>
                      <c:pt idx="3722">
                        <c:v>43287</c:v>
                      </c:pt>
                      <c:pt idx="3723">
                        <c:v>43290</c:v>
                      </c:pt>
                      <c:pt idx="3724">
                        <c:v>43291</c:v>
                      </c:pt>
                      <c:pt idx="3725">
                        <c:v>43292</c:v>
                      </c:pt>
                      <c:pt idx="3726">
                        <c:v>43293</c:v>
                      </c:pt>
                      <c:pt idx="3727">
                        <c:v>43294</c:v>
                      </c:pt>
                      <c:pt idx="3728">
                        <c:v>43297</c:v>
                      </c:pt>
                      <c:pt idx="3729">
                        <c:v>43298</c:v>
                      </c:pt>
                      <c:pt idx="3730">
                        <c:v>43299</c:v>
                      </c:pt>
                      <c:pt idx="3731">
                        <c:v>43300</c:v>
                      </c:pt>
                      <c:pt idx="3732">
                        <c:v>43301</c:v>
                      </c:pt>
                      <c:pt idx="3733">
                        <c:v>43304</c:v>
                      </c:pt>
                      <c:pt idx="3734">
                        <c:v>43305</c:v>
                      </c:pt>
                      <c:pt idx="3735">
                        <c:v>43306</c:v>
                      </c:pt>
                      <c:pt idx="3736">
                        <c:v>43307</c:v>
                      </c:pt>
                      <c:pt idx="3737">
                        <c:v>43308</c:v>
                      </c:pt>
                      <c:pt idx="3738">
                        <c:v>43311</c:v>
                      </c:pt>
                      <c:pt idx="3739">
                        <c:v>43312</c:v>
                      </c:pt>
                      <c:pt idx="3740">
                        <c:v>43313</c:v>
                      </c:pt>
                      <c:pt idx="3741">
                        <c:v>43314</c:v>
                      </c:pt>
                      <c:pt idx="3742">
                        <c:v>43315</c:v>
                      </c:pt>
                      <c:pt idx="3743">
                        <c:v>43318</c:v>
                      </c:pt>
                      <c:pt idx="3744">
                        <c:v>43319</c:v>
                      </c:pt>
                      <c:pt idx="3745">
                        <c:v>43320</c:v>
                      </c:pt>
                      <c:pt idx="3746">
                        <c:v>43321</c:v>
                      </c:pt>
                      <c:pt idx="3747">
                        <c:v>43322</c:v>
                      </c:pt>
                      <c:pt idx="3748">
                        <c:v>43325</c:v>
                      </c:pt>
                      <c:pt idx="3749">
                        <c:v>43326</c:v>
                      </c:pt>
                      <c:pt idx="3750">
                        <c:v>43327</c:v>
                      </c:pt>
                      <c:pt idx="3751">
                        <c:v>43328</c:v>
                      </c:pt>
                      <c:pt idx="3752">
                        <c:v>43329</c:v>
                      </c:pt>
                      <c:pt idx="3753">
                        <c:v>43332</c:v>
                      </c:pt>
                      <c:pt idx="3754">
                        <c:v>43333</c:v>
                      </c:pt>
                      <c:pt idx="3755">
                        <c:v>43334</c:v>
                      </c:pt>
                      <c:pt idx="3756">
                        <c:v>43335</c:v>
                      </c:pt>
                      <c:pt idx="3757">
                        <c:v>43336</c:v>
                      </c:pt>
                      <c:pt idx="3758">
                        <c:v>43339</c:v>
                      </c:pt>
                      <c:pt idx="3759">
                        <c:v>43340</c:v>
                      </c:pt>
                      <c:pt idx="3760">
                        <c:v>43341</c:v>
                      </c:pt>
                      <c:pt idx="3761">
                        <c:v>43342</c:v>
                      </c:pt>
                      <c:pt idx="3762">
                        <c:v>43343</c:v>
                      </c:pt>
                      <c:pt idx="3763">
                        <c:v>43346</c:v>
                      </c:pt>
                      <c:pt idx="3764">
                        <c:v>43347</c:v>
                      </c:pt>
                      <c:pt idx="3765">
                        <c:v>43348</c:v>
                      </c:pt>
                      <c:pt idx="3766">
                        <c:v>43349</c:v>
                      </c:pt>
                      <c:pt idx="3767">
                        <c:v>43350</c:v>
                      </c:pt>
                      <c:pt idx="3768">
                        <c:v>43353</c:v>
                      </c:pt>
                      <c:pt idx="3769">
                        <c:v>43354</c:v>
                      </c:pt>
                      <c:pt idx="3770">
                        <c:v>43355</c:v>
                      </c:pt>
                      <c:pt idx="3771">
                        <c:v>43356</c:v>
                      </c:pt>
                      <c:pt idx="3772">
                        <c:v>43357</c:v>
                      </c:pt>
                      <c:pt idx="3773">
                        <c:v>43360</c:v>
                      </c:pt>
                      <c:pt idx="3774">
                        <c:v>43361</c:v>
                      </c:pt>
                      <c:pt idx="3775">
                        <c:v>43362</c:v>
                      </c:pt>
                      <c:pt idx="3776">
                        <c:v>43363</c:v>
                      </c:pt>
                      <c:pt idx="3777">
                        <c:v>43364</c:v>
                      </c:pt>
                      <c:pt idx="3778">
                        <c:v>43367</c:v>
                      </c:pt>
                      <c:pt idx="3779">
                        <c:v>43368</c:v>
                      </c:pt>
                      <c:pt idx="3780">
                        <c:v>43369</c:v>
                      </c:pt>
                      <c:pt idx="3781">
                        <c:v>43370</c:v>
                      </c:pt>
                      <c:pt idx="3782">
                        <c:v>43371</c:v>
                      </c:pt>
                      <c:pt idx="3783">
                        <c:v>43374</c:v>
                      </c:pt>
                      <c:pt idx="3784">
                        <c:v>43375</c:v>
                      </c:pt>
                      <c:pt idx="3785">
                        <c:v>43376</c:v>
                      </c:pt>
                      <c:pt idx="3786">
                        <c:v>43377</c:v>
                      </c:pt>
                      <c:pt idx="3787">
                        <c:v>43378</c:v>
                      </c:pt>
                      <c:pt idx="3788">
                        <c:v>43381</c:v>
                      </c:pt>
                      <c:pt idx="3789">
                        <c:v>43382</c:v>
                      </c:pt>
                      <c:pt idx="3790">
                        <c:v>43383</c:v>
                      </c:pt>
                      <c:pt idx="3791">
                        <c:v>43384</c:v>
                      </c:pt>
                      <c:pt idx="3792">
                        <c:v>43385</c:v>
                      </c:pt>
                      <c:pt idx="3793">
                        <c:v>43388</c:v>
                      </c:pt>
                      <c:pt idx="3794">
                        <c:v>43389</c:v>
                      </c:pt>
                      <c:pt idx="3795">
                        <c:v>43390</c:v>
                      </c:pt>
                      <c:pt idx="3796">
                        <c:v>43391</c:v>
                      </c:pt>
                      <c:pt idx="3797">
                        <c:v>43392</c:v>
                      </c:pt>
                      <c:pt idx="3798">
                        <c:v>43395</c:v>
                      </c:pt>
                      <c:pt idx="3799">
                        <c:v>43396</c:v>
                      </c:pt>
                      <c:pt idx="3800">
                        <c:v>43397</c:v>
                      </c:pt>
                      <c:pt idx="3801">
                        <c:v>43398</c:v>
                      </c:pt>
                      <c:pt idx="3802">
                        <c:v>43399</c:v>
                      </c:pt>
                      <c:pt idx="3803">
                        <c:v>43402</c:v>
                      </c:pt>
                      <c:pt idx="3804">
                        <c:v>43403</c:v>
                      </c:pt>
                      <c:pt idx="3805">
                        <c:v>43404</c:v>
                      </c:pt>
                      <c:pt idx="3806">
                        <c:v>43405</c:v>
                      </c:pt>
                      <c:pt idx="3807">
                        <c:v>43406</c:v>
                      </c:pt>
                      <c:pt idx="3808">
                        <c:v>43409</c:v>
                      </c:pt>
                      <c:pt idx="3809">
                        <c:v>43410</c:v>
                      </c:pt>
                      <c:pt idx="3810">
                        <c:v>43411</c:v>
                      </c:pt>
                      <c:pt idx="3811">
                        <c:v>43412</c:v>
                      </c:pt>
                      <c:pt idx="3812">
                        <c:v>43413</c:v>
                      </c:pt>
                      <c:pt idx="3813">
                        <c:v>43416</c:v>
                      </c:pt>
                      <c:pt idx="3814">
                        <c:v>43417</c:v>
                      </c:pt>
                      <c:pt idx="3815">
                        <c:v>43418</c:v>
                      </c:pt>
                      <c:pt idx="3816">
                        <c:v>43419</c:v>
                      </c:pt>
                      <c:pt idx="3817">
                        <c:v>43420</c:v>
                      </c:pt>
                      <c:pt idx="3818">
                        <c:v>43423</c:v>
                      </c:pt>
                      <c:pt idx="3819">
                        <c:v>43424</c:v>
                      </c:pt>
                      <c:pt idx="3820">
                        <c:v>43425</c:v>
                      </c:pt>
                      <c:pt idx="3821">
                        <c:v>43426</c:v>
                      </c:pt>
                      <c:pt idx="3822">
                        <c:v>43427</c:v>
                      </c:pt>
                      <c:pt idx="3823">
                        <c:v>43430</c:v>
                      </c:pt>
                      <c:pt idx="3824">
                        <c:v>43431</c:v>
                      </c:pt>
                      <c:pt idx="3825">
                        <c:v>43432</c:v>
                      </c:pt>
                      <c:pt idx="3826">
                        <c:v>43433</c:v>
                      </c:pt>
                      <c:pt idx="3827">
                        <c:v>43434</c:v>
                      </c:pt>
                      <c:pt idx="3828">
                        <c:v>43437</c:v>
                      </c:pt>
                      <c:pt idx="3829">
                        <c:v>43438</c:v>
                      </c:pt>
                      <c:pt idx="3830">
                        <c:v>43439</c:v>
                      </c:pt>
                      <c:pt idx="3831">
                        <c:v>43440</c:v>
                      </c:pt>
                      <c:pt idx="3832">
                        <c:v>43441</c:v>
                      </c:pt>
                      <c:pt idx="3833">
                        <c:v>43444</c:v>
                      </c:pt>
                      <c:pt idx="3834">
                        <c:v>43445</c:v>
                      </c:pt>
                      <c:pt idx="3835">
                        <c:v>43446</c:v>
                      </c:pt>
                      <c:pt idx="3836">
                        <c:v>43447</c:v>
                      </c:pt>
                      <c:pt idx="3837">
                        <c:v>43448</c:v>
                      </c:pt>
                      <c:pt idx="3838">
                        <c:v>43451</c:v>
                      </c:pt>
                      <c:pt idx="3839">
                        <c:v>43452</c:v>
                      </c:pt>
                      <c:pt idx="3840">
                        <c:v>43453</c:v>
                      </c:pt>
                      <c:pt idx="3841">
                        <c:v>43454</c:v>
                      </c:pt>
                      <c:pt idx="3842">
                        <c:v>43455</c:v>
                      </c:pt>
                      <c:pt idx="3843">
                        <c:v>43458</c:v>
                      </c:pt>
                      <c:pt idx="3844">
                        <c:v>43459</c:v>
                      </c:pt>
                      <c:pt idx="3845">
                        <c:v>43460</c:v>
                      </c:pt>
                      <c:pt idx="3846">
                        <c:v>43461</c:v>
                      </c:pt>
                      <c:pt idx="3847">
                        <c:v>43462</c:v>
                      </c:pt>
                      <c:pt idx="3848">
                        <c:v>43465</c:v>
                      </c:pt>
                      <c:pt idx="3849">
                        <c:v>43466</c:v>
                      </c:pt>
                      <c:pt idx="3850">
                        <c:v>43467</c:v>
                      </c:pt>
                      <c:pt idx="3851">
                        <c:v>43468</c:v>
                      </c:pt>
                      <c:pt idx="3852">
                        <c:v>43469</c:v>
                      </c:pt>
                      <c:pt idx="3853">
                        <c:v>43472</c:v>
                      </c:pt>
                      <c:pt idx="3854">
                        <c:v>43473</c:v>
                      </c:pt>
                      <c:pt idx="3855">
                        <c:v>43474</c:v>
                      </c:pt>
                      <c:pt idx="3856">
                        <c:v>43475</c:v>
                      </c:pt>
                      <c:pt idx="3857">
                        <c:v>43476</c:v>
                      </c:pt>
                      <c:pt idx="3858">
                        <c:v>43479</c:v>
                      </c:pt>
                      <c:pt idx="3859">
                        <c:v>43480</c:v>
                      </c:pt>
                      <c:pt idx="3860">
                        <c:v>43481</c:v>
                      </c:pt>
                      <c:pt idx="3861">
                        <c:v>43482</c:v>
                      </c:pt>
                      <c:pt idx="3862">
                        <c:v>43483</c:v>
                      </c:pt>
                      <c:pt idx="3863">
                        <c:v>43486</c:v>
                      </c:pt>
                      <c:pt idx="3864">
                        <c:v>43487</c:v>
                      </c:pt>
                      <c:pt idx="3865">
                        <c:v>43488</c:v>
                      </c:pt>
                      <c:pt idx="3866">
                        <c:v>43489</c:v>
                      </c:pt>
                      <c:pt idx="3867">
                        <c:v>43490</c:v>
                      </c:pt>
                      <c:pt idx="3868">
                        <c:v>43493</c:v>
                      </c:pt>
                      <c:pt idx="3869">
                        <c:v>43494</c:v>
                      </c:pt>
                      <c:pt idx="3870">
                        <c:v>43495</c:v>
                      </c:pt>
                      <c:pt idx="3871">
                        <c:v>43496</c:v>
                      </c:pt>
                      <c:pt idx="3872">
                        <c:v>43497</c:v>
                      </c:pt>
                      <c:pt idx="3873">
                        <c:v>43500</c:v>
                      </c:pt>
                      <c:pt idx="3874">
                        <c:v>43501</c:v>
                      </c:pt>
                      <c:pt idx="3875">
                        <c:v>43502</c:v>
                      </c:pt>
                      <c:pt idx="3876">
                        <c:v>43503</c:v>
                      </c:pt>
                      <c:pt idx="3877">
                        <c:v>43504</c:v>
                      </c:pt>
                      <c:pt idx="3878">
                        <c:v>43507</c:v>
                      </c:pt>
                      <c:pt idx="3879">
                        <c:v>43508</c:v>
                      </c:pt>
                      <c:pt idx="3880">
                        <c:v>43509</c:v>
                      </c:pt>
                      <c:pt idx="3881">
                        <c:v>43510</c:v>
                      </c:pt>
                      <c:pt idx="3882">
                        <c:v>43511</c:v>
                      </c:pt>
                      <c:pt idx="3883">
                        <c:v>43514</c:v>
                      </c:pt>
                      <c:pt idx="3884">
                        <c:v>43515</c:v>
                      </c:pt>
                      <c:pt idx="3885">
                        <c:v>43516</c:v>
                      </c:pt>
                      <c:pt idx="3886">
                        <c:v>43517</c:v>
                      </c:pt>
                      <c:pt idx="3887">
                        <c:v>43518</c:v>
                      </c:pt>
                      <c:pt idx="3888">
                        <c:v>43521</c:v>
                      </c:pt>
                      <c:pt idx="3889">
                        <c:v>43522</c:v>
                      </c:pt>
                      <c:pt idx="3890">
                        <c:v>43523</c:v>
                      </c:pt>
                      <c:pt idx="3891">
                        <c:v>43524</c:v>
                      </c:pt>
                      <c:pt idx="3892">
                        <c:v>43525</c:v>
                      </c:pt>
                      <c:pt idx="3893">
                        <c:v>43528</c:v>
                      </c:pt>
                      <c:pt idx="3894">
                        <c:v>43529</c:v>
                      </c:pt>
                      <c:pt idx="3895">
                        <c:v>43530</c:v>
                      </c:pt>
                      <c:pt idx="3896">
                        <c:v>43531</c:v>
                      </c:pt>
                      <c:pt idx="3897">
                        <c:v>43532</c:v>
                      </c:pt>
                      <c:pt idx="3898">
                        <c:v>43535</c:v>
                      </c:pt>
                      <c:pt idx="3899">
                        <c:v>43536</c:v>
                      </c:pt>
                      <c:pt idx="3900">
                        <c:v>43537</c:v>
                      </c:pt>
                      <c:pt idx="3901">
                        <c:v>43538</c:v>
                      </c:pt>
                      <c:pt idx="3902">
                        <c:v>43539</c:v>
                      </c:pt>
                      <c:pt idx="3903">
                        <c:v>43542</c:v>
                      </c:pt>
                      <c:pt idx="3904">
                        <c:v>43543</c:v>
                      </c:pt>
                      <c:pt idx="3905">
                        <c:v>43544</c:v>
                      </c:pt>
                      <c:pt idx="3906">
                        <c:v>43545</c:v>
                      </c:pt>
                      <c:pt idx="3907">
                        <c:v>43546</c:v>
                      </c:pt>
                      <c:pt idx="3908">
                        <c:v>43549</c:v>
                      </c:pt>
                      <c:pt idx="3909">
                        <c:v>43550</c:v>
                      </c:pt>
                      <c:pt idx="3910">
                        <c:v>43551</c:v>
                      </c:pt>
                      <c:pt idx="3911">
                        <c:v>43552</c:v>
                      </c:pt>
                      <c:pt idx="3912">
                        <c:v>43553</c:v>
                      </c:pt>
                      <c:pt idx="3913">
                        <c:v>43556</c:v>
                      </c:pt>
                      <c:pt idx="3914">
                        <c:v>43557</c:v>
                      </c:pt>
                      <c:pt idx="3915">
                        <c:v>43558</c:v>
                      </c:pt>
                      <c:pt idx="3916">
                        <c:v>43559</c:v>
                      </c:pt>
                      <c:pt idx="3917">
                        <c:v>43560</c:v>
                      </c:pt>
                      <c:pt idx="3918">
                        <c:v>43563</c:v>
                      </c:pt>
                      <c:pt idx="3919">
                        <c:v>43564</c:v>
                      </c:pt>
                      <c:pt idx="3920">
                        <c:v>43565</c:v>
                      </c:pt>
                      <c:pt idx="3921">
                        <c:v>43566</c:v>
                      </c:pt>
                      <c:pt idx="3922">
                        <c:v>43567</c:v>
                      </c:pt>
                      <c:pt idx="3923">
                        <c:v>43570</c:v>
                      </c:pt>
                      <c:pt idx="3924">
                        <c:v>43571</c:v>
                      </c:pt>
                      <c:pt idx="3925">
                        <c:v>43572</c:v>
                      </c:pt>
                      <c:pt idx="3926">
                        <c:v>43573</c:v>
                      </c:pt>
                      <c:pt idx="3927">
                        <c:v>43574</c:v>
                      </c:pt>
                      <c:pt idx="3928">
                        <c:v>43577</c:v>
                      </c:pt>
                      <c:pt idx="3929">
                        <c:v>43578</c:v>
                      </c:pt>
                      <c:pt idx="3930">
                        <c:v>43579</c:v>
                      </c:pt>
                      <c:pt idx="3931">
                        <c:v>43580</c:v>
                      </c:pt>
                      <c:pt idx="3932">
                        <c:v>43581</c:v>
                      </c:pt>
                      <c:pt idx="3933">
                        <c:v>43584</c:v>
                      </c:pt>
                      <c:pt idx="3934">
                        <c:v>43585</c:v>
                      </c:pt>
                      <c:pt idx="3935">
                        <c:v>43586</c:v>
                      </c:pt>
                      <c:pt idx="3936">
                        <c:v>43587</c:v>
                      </c:pt>
                      <c:pt idx="3937">
                        <c:v>43588</c:v>
                      </c:pt>
                      <c:pt idx="3938">
                        <c:v>43591</c:v>
                      </c:pt>
                      <c:pt idx="3939">
                        <c:v>43592</c:v>
                      </c:pt>
                      <c:pt idx="3940">
                        <c:v>43593</c:v>
                      </c:pt>
                      <c:pt idx="3941">
                        <c:v>43594</c:v>
                      </c:pt>
                      <c:pt idx="3942">
                        <c:v>43595</c:v>
                      </c:pt>
                      <c:pt idx="3943">
                        <c:v>43598</c:v>
                      </c:pt>
                      <c:pt idx="3944">
                        <c:v>43599</c:v>
                      </c:pt>
                      <c:pt idx="3945">
                        <c:v>43600</c:v>
                      </c:pt>
                      <c:pt idx="3946">
                        <c:v>43601</c:v>
                      </c:pt>
                      <c:pt idx="3947">
                        <c:v>43602</c:v>
                      </c:pt>
                      <c:pt idx="3948">
                        <c:v>43605</c:v>
                      </c:pt>
                      <c:pt idx="3949">
                        <c:v>43606</c:v>
                      </c:pt>
                      <c:pt idx="3950">
                        <c:v>43607</c:v>
                      </c:pt>
                      <c:pt idx="3951">
                        <c:v>43608</c:v>
                      </c:pt>
                      <c:pt idx="3952">
                        <c:v>43609</c:v>
                      </c:pt>
                      <c:pt idx="3953">
                        <c:v>43612</c:v>
                      </c:pt>
                      <c:pt idx="3954">
                        <c:v>43613</c:v>
                      </c:pt>
                      <c:pt idx="3955">
                        <c:v>43614</c:v>
                      </c:pt>
                      <c:pt idx="3956">
                        <c:v>43615</c:v>
                      </c:pt>
                      <c:pt idx="3957">
                        <c:v>43616</c:v>
                      </c:pt>
                      <c:pt idx="3958">
                        <c:v>43619</c:v>
                      </c:pt>
                      <c:pt idx="3959">
                        <c:v>43620</c:v>
                      </c:pt>
                      <c:pt idx="3960">
                        <c:v>43621</c:v>
                      </c:pt>
                      <c:pt idx="3961">
                        <c:v>43622</c:v>
                      </c:pt>
                      <c:pt idx="3962">
                        <c:v>43623</c:v>
                      </c:pt>
                      <c:pt idx="3963">
                        <c:v>43626</c:v>
                      </c:pt>
                      <c:pt idx="3964">
                        <c:v>43627</c:v>
                      </c:pt>
                      <c:pt idx="3965">
                        <c:v>43628</c:v>
                      </c:pt>
                      <c:pt idx="3966">
                        <c:v>43629</c:v>
                      </c:pt>
                      <c:pt idx="3967">
                        <c:v>43630</c:v>
                      </c:pt>
                      <c:pt idx="3968">
                        <c:v>43633</c:v>
                      </c:pt>
                      <c:pt idx="3969">
                        <c:v>43634</c:v>
                      </c:pt>
                      <c:pt idx="3970">
                        <c:v>43635</c:v>
                      </c:pt>
                      <c:pt idx="3971">
                        <c:v>43636</c:v>
                      </c:pt>
                      <c:pt idx="3972">
                        <c:v>43637</c:v>
                      </c:pt>
                      <c:pt idx="3973">
                        <c:v>43640</c:v>
                      </c:pt>
                      <c:pt idx="3974">
                        <c:v>43641</c:v>
                      </c:pt>
                      <c:pt idx="3975">
                        <c:v>43642</c:v>
                      </c:pt>
                      <c:pt idx="3976">
                        <c:v>43643</c:v>
                      </c:pt>
                      <c:pt idx="3977">
                        <c:v>43644</c:v>
                      </c:pt>
                      <c:pt idx="3978">
                        <c:v>43647</c:v>
                      </c:pt>
                      <c:pt idx="3979">
                        <c:v>43648</c:v>
                      </c:pt>
                      <c:pt idx="3980">
                        <c:v>43649</c:v>
                      </c:pt>
                      <c:pt idx="3981">
                        <c:v>43650</c:v>
                      </c:pt>
                      <c:pt idx="3982">
                        <c:v>43651</c:v>
                      </c:pt>
                      <c:pt idx="3983">
                        <c:v>43654</c:v>
                      </c:pt>
                      <c:pt idx="3984">
                        <c:v>43655</c:v>
                      </c:pt>
                      <c:pt idx="3985">
                        <c:v>43656</c:v>
                      </c:pt>
                      <c:pt idx="3986">
                        <c:v>43657</c:v>
                      </c:pt>
                      <c:pt idx="3987">
                        <c:v>43658</c:v>
                      </c:pt>
                      <c:pt idx="3988">
                        <c:v>43661</c:v>
                      </c:pt>
                      <c:pt idx="3989">
                        <c:v>43662</c:v>
                      </c:pt>
                      <c:pt idx="3990">
                        <c:v>43663</c:v>
                      </c:pt>
                      <c:pt idx="3991">
                        <c:v>43664</c:v>
                      </c:pt>
                      <c:pt idx="3992">
                        <c:v>43665</c:v>
                      </c:pt>
                      <c:pt idx="3993">
                        <c:v>43668</c:v>
                      </c:pt>
                      <c:pt idx="3994">
                        <c:v>43669</c:v>
                      </c:pt>
                      <c:pt idx="3995">
                        <c:v>43670</c:v>
                      </c:pt>
                      <c:pt idx="3996">
                        <c:v>43671</c:v>
                      </c:pt>
                      <c:pt idx="3997">
                        <c:v>43672</c:v>
                      </c:pt>
                      <c:pt idx="3998">
                        <c:v>43675</c:v>
                      </c:pt>
                      <c:pt idx="3999">
                        <c:v>43676</c:v>
                      </c:pt>
                      <c:pt idx="4000">
                        <c:v>43677</c:v>
                      </c:pt>
                      <c:pt idx="4001">
                        <c:v>43678</c:v>
                      </c:pt>
                      <c:pt idx="4002">
                        <c:v>43679</c:v>
                      </c:pt>
                      <c:pt idx="4003">
                        <c:v>43682</c:v>
                      </c:pt>
                      <c:pt idx="4004">
                        <c:v>43683</c:v>
                      </c:pt>
                      <c:pt idx="4005">
                        <c:v>43684</c:v>
                      </c:pt>
                      <c:pt idx="4006">
                        <c:v>43685</c:v>
                      </c:pt>
                      <c:pt idx="4007">
                        <c:v>43686</c:v>
                      </c:pt>
                      <c:pt idx="4008">
                        <c:v>43689</c:v>
                      </c:pt>
                      <c:pt idx="4009">
                        <c:v>43690</c:v>
                      </c:pt>
                      <c:pt idx="4010">
                        <c:v>43691</c:v>
                      </c:pt>
                      <c:pt idx="4011">
                        <c:v>43692</c:v>
                      </c:pt>
                      <c:pt idx="4012">
                        <c:v>43693</c:v>
                      </c:pt>
                      <c:pt idx="4013">
                        <c:v>43696</c:v>
                      </c:pt>
                      <c:pt idx="4014">
                        <c:v>43697</c:v>
                      </c:pt>
                      <c:pt idx="4015">
                        <c:v>43698</c:v>
                      </c:pt>
                      <c:pt idx="4016">
                        <c:v>43699</c:v>
                      </c:pt>
                      <c:pt idx="4017">
                        <c:v>43700</c:v>
                      </c:pt>
                      <c:pt idx="4018">
                        <c:v>43703</c:v>
                      </c:pt>
                      <c:pt idx="4019">
                        <c:v>43704</c:v>
                      </c:pt>
                      <c:pt idx="4020">
                        <c:v>43705</c:v>
                      </c:pt>
                      <c:pt idx="4021">
                        <c:v>43706</c:v>
                      </c:pt>
                      <c:pt idx="4022">
                        <c:v>43707</c:v>
                      </c:pt>
                      <c:pt idx="4023">
                        <c:v>43710</c:v>
                      </c:pt>
                      <c:pt idx="4024">
                        <c:v>43711</c:v>
                      </c:pt>
                      <c:pt idx="4025">
                        <c:v>43712</c:v>
                      </c:pt>
                      <c:pt idx="4026">
                        <c:v>43713</c:v>
                      </c:pt>
                      <c:pt idx="4027">
                        <c:v>43714</c:v>
                      </c:pt>
                      <c:pt idx="4028">
                        <c:v>43717</c:v>
                      </c:pt>
                      <c:pt idx="4029">
                        <c:v>43718</c:v>
                      </c:pt>
                      <c:pt idx="4030">
                        <c:v>43719</c:v>
                      </c:pt>
                      <c:pt idx="4031">
                        <c:v>43720</c:v>
                      </c:pt>
                      <c:pt idx="4032">
                        <c:v>43721</c:v>
                      </c:pt>
                      <c:pt idx="4033">
                        <c:v>43724</c:v>
                      </c:pt>
                      <c:pt idx="4034">
                        <c:v>43725</c:v>
                      </c:pt>
                      <c:pt idx="4035">
                        <c:v>43726</c:v>
                      </c:pt>
                      <c:pt idx="4036">
                        <c:v>43727</c:v>
                      </c:pt>
                      <c:pt idx="4037">
                        <c:v>43728</c:v>
                      </c:pt>
                      <c:pt idx="4038">
                        <c:v>43731</c:v>
                      </c:pt>
                      <c:pt idx="4039">
                        <c:v>43732</c:v>
                      </c:pt>
                      <c:pt idx="4040">
                        <c:v>43733</c:v>
                      </c:pt>
                      <c:pt idx="4041">
                        <c:v>43734</c:v>
                      </c:pt>
                      <c:pt idx="4042">
                        <c:v>43735</c:v>
                      </c:pt>
                      <c:pt idx="4043">
                        <c:v>43738</c:v>
                      </c:pt>
                      <c:pt idx="4044">
                        <c:v>43739</c:v>
                      </c:pt>
                      <c:pt idx="4045">
                        <c:v>43740</c:v>
                      </c:pt>
                      <c:pt idx="4046">
                        <c:v>43741</c:v>
                      </c:pt>
                      <c:pt idx="4047">
                        <c:v>43742</c:v>
                      </c:pt>
                      <c:pt idx="4048">
                        <c:v>43745</c:v>
                      </c:pt>
                      <c:pt idx="4049">
                        <c:v>43746</c:v>
                      </c:pt>
                      <c:pt idx="4050">
                        <c:v>43747</c:v>
                      </c:pt>
                      <c:pt idx="4051">
                        <c:v>43748</c:v>
                      </c:pt>
                      <c:pt idx="4052">
                        <c:v>43749</c:v>
                      </c:pt>
                      <c:pt idx="4053">
                        <c:v>43752</c:v>
                      </c:pt>
                      <c:pt idx="4054">
                        <c:v>43753</c:v>
                      </c:pt>
                      <c:pt idx="4055">
                        <c:v>43754</c:v>
                      </c:pt>
                      <c:pt idx="4056">
                        <c:v>43755</c:v>
                      </c:pt>
                      <c:pt idx="4057">
                        <c:v>43756</c:v>
                      </c:pt>
                      <c:pt idx="4058">
                        <c:v>43759</c:v>
                      </c:pt>
                      <c:pt idx="4059">
                        <c:v>43760</c:v>
                      </c:pt>
                      <c:pt idx="4060">
                        <c:v>43761</c:v>
                      </c:pt>
                      <c:pt idx="4061">
                        <c:v>43762</c:v>
                      </c:pt>
                      <c:pt idx="4062">
                        <c:v>43763</c:v>
                      </c:pt>
                      <c:pt idx="4063">
                        <c:v>43766</c:v>
                      </c:pt>
                      <c:pt idx="4064">
                        <c:v>43767</c:v>
                      </c:pt>
                      <c:pt idx="4065">
                        <c:v>43768</c:v>
                      </c:pt>
                      <c:pt idx="4066">
                        <c:v>43769</c:v>
                      </c:pt>
                      <c:pt idx="4067">
                        <c:v>43770</c:v>
                      </c:pt>
                      <c:pt idx="4068">
                        <c:v>43773</c:v>
                      </c:pt>
                      <c:pt idx="4069">
                        <c:v>43774</c:v>
                      </c:pt>
                      <c:pt idx="4070">
                        <c:v>43775</c:v>
                      </c:pt>
                      <c:pt idx="4071">
                        <c:v>43776</c:v>
                      </c:pt>
                      <c:pt idx="4072">
                        <c:v>43777</c:v>
                      </c:pt>
                      <c:pt idx="4073">
                        <c:v>43780</c:v>
                      </c:pt>
                      <c:pt idx="4074">
                        <c:v>43781</c:v>
                      </c:pt>
                      <c:pt idx="4075">
                        <c:v>43782</c:v>
                      </c:pt>
                      <c:pt idx="4076">
                        <c:v>43783</c:v>
                      </c:pt>
                      <c:pt idx="4077">
                        <c:v>43784</c:v>
                      </c:pt>
                      <c:pt idx="4078">
                        <c:v>43787</c:v>
                      </c:pt>
                      <c:pt idx="4079">
                        <c:v>43788</c:v>
                      </c:pt>
                      <c:pt idx="4080">
                        <c:v>43789</c:v>
                      </c:pt>
                      <c:pt idx="4081">
                        <c:v>43790</c:v>
                      </c:pt>
                      <c:pt idx="4082">
                        <c:v>43791</c:v>
                      </c:pt>
                      <c:pt idx="4083">
                        <c:v>43794</c:v>
                      </c:pt>
                      <c:pt idx="4084">
                        <c:v>43795</c:v>
                      </c:pt>
                      <c:pt idx="4085">
                        <c:v>43796</c:v>
                      </c:pt>
                      <c:pt idx="4086">
                        <c:v>43797</c:v>
                      </c:pt>
                      <c:pt idx="4087">
                        <c:v>43798</c:v>
                      </c:pt>
                      <c:pt idx="4088">
                        <c:v>43801</c:v>
                      </c:pt>
                      <c:pt idx="4089">
                        <c:v>43802</c:v>
                      </c:pt>
                      <c:pt idx="4090">
                        <c:v>43803</c:v>
                      </c:pt>
                      <c:pt idx="4091">
                        <c:v>43804</c:v>
                      </c:pt>
                      <c:pt idx="4092">
                        <c:v>43805</c:v>
                      </c:pt>
                      <c:pt idx="4093">
                        <c:v>43808</c:v>
                      </c:pt>
                      <c:pt idx="4094">
                        <c:v>43809</c:v>
                      </c:pt>
                      <c:pt idx="4095">
                        <c:v>43810</c:v>
                      </c:pt>
                      <c:pt idx="4096">
                        <c:v>43811</c:v>
                      </c:pt>
                      <c:pt idx="4097">
                        <c:v>43812</c:v>
                      </c:pt>
                      <c:pt idx="4098">
                        <c:v>43815</c:v>
                      </c:pt>
                      <c:pt idx="4099">
                        <c:v>43816</c:v>
                      </c:pt>
                      <c:pt idx="4100">
                        <c:v>43817</c:v>
                      </c:pt>
                      <c:pt idx="4101">
                        <c:v>43818</c:v>
                      </c:pt>
                      <c:pt idx="4102">
                        <c:v>43819</c:v>
                      </c:pt>
                      <c:pt idx="4103">
                        <c:v>43822</c:v>
                      </c:pt>
                      <c:pt idx="4104">
                        <c:v>43823</c:v>
                      </c:pt>
                      <c:pt idx="4105">
                        <c:v>43824</c:v>
                      </c:pt>
                      <c:pt idx="4106">
                        <c:v>43825</c:v>
                      </c:pt>
                      <c:pt idx="4107">
                        <c:v>43826</c:v>
                      </c:pt>
                      <c:pt idx="4108">
                        <c:v>43829</c:v>
                      </c:pt>
                      <c:pt idx="4109">
                        <c:v>43830</c:v>
                      </c:pt>
                      <c:pt idx="4110">
                        <c:v>43831</c:v>
                      </c:pt>
                      <c:pt idx="4111">
                        <c:v>43832</c:v>
                      </c:pt>
                      <c:pt idx="4112">
                        <c:v>43833</c:v>
                      </c:pt>
                      <c:pt idx="4113">
                        <c:v>43836</c:v>
                      </c:pt>
                      <c:pt idx="4114">
                        <c:v>43837</c:v>
                      </c:pt>
                      <c:pt idx="4115">
                        <c:v>43838</c:v>
                      </c:pt>
                      <c:pt idx="4116">
                        <c:v>43839</c:v>
                      </c:pt>
                      <c:pt idx="4117">
                        <c:v>43840</c:v>
                      </c:pt>
                      <c:pt idx="4118">
                        <c:v>43843</c:v>
                      </c:pt>
                      <c:pt idx="4119">
                        <c:v>43844</c:v>
                      </c:pt>
                      <c:pt idx="4120">
                        <c:v>43845</c:v>
                      </c:pt>
                      <c:pt idx="4121">
                        <c:v>43846</c:v>
                      </c:pt>
                      <c:pt idx="4122">
                        <c:v>43847</c:v>
                      </c:pt>
                      <c:pt idx="4123">
                        <c:v>43850</c:v>
                      </c:pt>
                      <c:pt idx="4124">
                        <c:v>43851</c:v>
                      </c:pt>
                      <c:pt idx="4125">
                        <c:v>43852</c:v>
                      </c:pt>
                      <c:pt idx="4126">
                        <c:v>43853</c:v>
                      </c:pt>
                      <c:pt idx="4127">
                        <c:v>43854</c:v>
                      </c:pt>
                      <c:pt idx="4128">
                        <c:v>43857</c:v>
                      </c:pt>
                      <c:pt idx="4129">
                        <c:v>43858</c:v>
                      </c:pt>
                      <c:pt idx="4130">
                        <c:v>43859</c:v>
                      </c:pt>
                      <c:pt idx="4131">
                        <c:v>43860</c:v>
                      </c:pt>
                      <c:pt idx="4132">
                        <c:v>43861</c:v>
                      </c:pt>
                      <c:pt idx="4133">
                        <c:v>43864</c:v>
                      </c:pt>
                      <c:pt idx="4134">
                        <c:v>43865</c:v>
                      </c:pt>
                      <c:pt idx="4135">
                        <c:v>43866</c:v>
                      </c:pt>
                      <c:pt idx="4136">
                        <c:v>43867</c:v>
                      </c:pt>
                      <c:pt idx="4137">
                        <c:v>43868</c:v>
                      </c:pt>
                      <c:pt idx="4138">
                        <c:v>43871</c:v>
                      </c:pt>
                      <c:pt idx="4139">
                        <c:v>43872</c:v>
                      </c:pt>
                      <c:pt idx="4140">
                        <c:v>43873</c:v>
                      </c:pt>
                      <c:pt idx="4141">
                        <c:v>43874</c:v>
                      </c:pt>
                      <c:pt idx="4142">
                        <c:v>43875</c:v>
                      </c:pt>
                      <c:pt idx="4143">
                        <c:v>43878</c:v>
                      </c:pt>
                      <c:pt idx="4144">
                        <c:v>43879</c:v>
                      </c:pt>
                      <c:pt idx="4145">
                        <c:v>43880</c:v>
                      </c:pt>
                      <c:pt idx="4146">
                        <c:v>43881</c:v>
                      </c:pt>
                      <c:pt idx="4147">
                        <c:v>43882</c:v>
                      </c:pt>
                      <c:pt idx="4148">
                        <c:v>43885</c:v>
                      </c:pt>
                      <c:pt idx="4149">
                        <c:v>43886</c:v>
                      </c:pt>
                      <c:pt idx="4150">
                        <c:v>43887</c:v>
                      </c:pt>
                      <c:pt idx="4151">
                        <c:v>43888</c:v>
                      </c:pt>
                      <c:pt idx="4152">
                        <c:v>43889</c:v>
                      </c:pt>
                      <c:pt idx="4153">
                        <c:v>43892</c:v>
                      </c:pt>
                      <c:pt idx="4154">
                        <c:v>43893</c:v>
                      </c:pt>
                      <c:pt idx="4155">
                        <c:v>43894</c:v>
                      </c:pt>
                      <c:pt idx="4156">
                        <c:v>43895</c:v>
                      </c:pt>
                      <c:pt idx="4157">
                        <c:v>43896</c:v>
                      </c:pt>
                      <c:pt idx="4158">
                        <c:v>43899</c:v>
                      </c:pt>
                      <c:pt idx="4159">
                        <c:v>43900</c:v>
                      </c:pt>
                      <c:pt idx="4160">
                        <c:v>43901</c:v>
                      </c:pt>
                      <c:pt idx="4161">
                        <c:v>43902</c:v>
                      </c:pt>
                      <c:pt idx="4162">
                        <c:v>43903</c:v>
                      </c:pt>
                      <c:pt idx="4163">
                        <c:v>43906</c:v>
                      </c:pt>
                      <c:pt idx="4164">
                        <c:v>43907</c:v>
                      </c:pt>
                      <c:pt idx="4165">
                        <c:v>43908</c:v>
                      </c:pt>
                      <c:pt idx="4166">
                        <c:v>43909</c:v>
                      </c:pt>
                      <c:pt idx="4167">
                        <c:v>43910</c:v>
                      </c:pt>
                      <c:pt idx="4168">
                        <c:v>43913</c:v>
                      </c:pt>
                      <c:pt idx="4169">
                        <c:v>43914</c:v>
                      </c:pt>
                      <c:pt idx="4170">
                        <c:v>43915</c:v>
                      </c:pt>
                      <c:pt idx="4171">
                        <c:v>43916</c:v>
                      </c:pt>
                      <c:pt idx="4172">
                        <c:v>43917</c:v>
                      </c:pt>
                      <c:pt idx="4173">
                        <c:v>43920</c:v>
                      </c:pt>
                      <c:pt idx="4174">
                        <c:v>43921</c:v>
                      </c:pt>
                      <c:pt idx="4175">
                        <c:v>43922</c:v>
                      </c:pt>
                      <c:pt idx="4176">
                        <c:v>43923</c:v>
                      </c:pt>
                      <c:pt idx="4177">
                        <c:v>43924</c:v>
                      </c:pt>
                      <c:pt idx="4178">
                        <c:v>43927</c:v>
                      </c:pt>
                      <c:pt idx="4179">
                        <c:v>43928</c:v>
                      </c:pt>
                      <c:pt idx="4180">
                        <c:v>43929</c:v>
                      </c:pt>
                      <c:pt idx="4181">
                        <c:v>43930</c:v>
                      </c:pt>
                      <c:pt idx="4182">
                        <c:v>43931</c:v>
                      </c:pt>
                      <c:pt idx="4183">
                        <c:v>43934</c:v>
                      </c:pt>
                      <c:pt idx="4184">
                        <c:v>43935</c:v>
                      </c:pt>
                      <c:pt idx="4185">
                        <c:v>43936</c:v>
                      </c:pt>
                      <c:pt idx="4186">
                        <c:v>43937</c:v>
                      </c:pt>
                      <c:pt idx="4187">
                        <c:v>43938</c:v>
                      </c:pt>
                      <c:pt idx="4188">
                        <c:v>43941</c:v>
                      </c:pt>
                      <c:pt idx="4189">
                        <c:v>43942</c:v>
                      </c:pt>
                      <c:pt idx="4190">
                        <c:v>43943</c:v>
                      </c:pt>
                      <c:pt idx="4191">
                        <c:v>43944</c:v>
                      </c:pt>
                      <c:pt idx="4192">
                        <c:v>43945</c:v>
                      </c:pt>
                      <c:pt idx="4193">
                        <c:v>43948</c:v>
                      </c:pt>
                      <c:pt idx="4194">
                        <c:v>43949</c:v>
                      </c:pt>
                      <c:pt idx="4195">
                        <c:v>43950</c:v>
                      </c:pt>
                      <c:pt idx="4196">
                        <c:v>43951</c:v>
                      </c:pt>
                      <c:pt idx="4197">
                        <c:v>43952</c:v>
                      </c:pt>
                      <c:pt idx="4198">
                        <c:v>43955</c:v>
                      </c:pt>
                      <c:pt idx="4199">
                        <c:v>43956</c:v>
                      </c:pt>
                      <c:pt idx="4200">
                        <c:v>43957</c:v>
                      </c:pt>
                      <c:pt idx="4201">
                        <c:v>43958</c:v>
                      </c:pt>
                      <c:pt idx="4202">
                        <c:v>43959</c:v>
                      </c:pt>
                      <c:pt idx="4203">
                        <c:v>43962</c:v>
                      </c:pt>
                      <c:pt idx="4204">
                        <c:v>43963</c:v>
                      </c:pt>
                      <c:pt idx="4205">
                        <c:v>43964</c:v>
                      </c:pt>
                      <c:pt idx="4206">
                        <c:v>43965</c:v>
                      </c:pt>
                      <c:pt idx="4207">
                        <c:v>43966</c:v>
                      </c:pt>
                      <c:pt idx="4208">
                        <c:v>43969</c:v>
                      </c:pt>
                      <c:pt idx="4209">
                        <c:v>43970</c:v>
                      </c:pt>
                      <c:pt idx="4210">
                        <c:v>43971</c:v>
                      </c:pt>
                      <c:pt idx="4211">
                        <c:v>43972</c:v>
                      </c:pt>
                      <c:pt idx="4212">
                        <c:v>43973</c:v>
                      </c:pt>
                      <c:pt idx="4213">
                        <c:v>43976</c:v>
                      </c:pt>
                      <c:pt idx="4214">
                        <c:v>43977</c:v>
                      </c:pt>
                      <c:pt idx="4215">
                        <c:v>43978</c:v>
                      </c:pt>
                      <c:pt idx="4216">
                        <c:v>43979</c:v>
                      </c:pt>
                      <c:pt idx="4217">
                        <c:v>43980</c:v>
                      </c:pt>
                      <c:pt idx="4218">
                        <c:v>43983</c:v>
                      </c:pt>
                      <c:pt idx="4219">
                        <c:v>43984</c:v>
                      </c:pt>
                      <c:pt idx="4220">
                        <c:v>43985</c:v>
                      </c:pt>
                      <c:pt idx="4221">
                        <c:v>43986</c:v>
                      </c:pt>
                      <c:pt idx="4222">
                        <c:v>43987</c:v>
                      </c:pt>
                      <c:pt idx="4223">
                        <c:v>43990</c:v>
                      </c:pt>
                      <c:pt idx="4224">
                        <c:v>43991</c:v>
                      </c:pt>
                      <c:pt idx="4225">
                        <c:v>43992</c:v>
                      </c:pt>
                      <c:pt idx="4226">
                        <c:v>43993</c:v>
                      </c:pt>
                      <c:pt idx="4227">
                        <c:v>43994</c:v>
                      </c:pt>
                      <c:pt idx="4228">
                        <c:v>43997</c:v>
                      </c:pt>
                      <c:pt idx="4229">
                        <c:v>43998</c:v>
                      </c:pt>
                      <c:pt idx="4230">
                        <c:v>43999</c:v>
                      </c:pt>
                      <c:pt idx="4231">
                        <c:v>44000</c:v>
                      </c:pt>
                      <c:pt idx="4232">
                        <c:v>44001</c:v>
                      </c:pt>
                      <c:pt idx="4233">
                        <c:v>44004</c:v>
                      </c:pt>
                      <c:pt idx="4234">
                        <c:v>44005</c:v>
                      </c:pt>
                      <c:pt idx="4235">
                        <c:v>44006</c:v>
                      </c:pt>
                      <c:pt idx="4236">
                        <c:v>44007</c:v>
                      </c:pt>
                      <c:pt idx="4237">
                        <c:v>44008</c:v>
                      </c:pt>
                      <c:pt idx="4238">
                        <c:v>44011</c:v>
                      </c:pt>
                      <c:pt idx="4239">
                        <c:v>44012</c:v>
                      </c:pt>
                      <c:pt idx="4240">
                        <c:v>44013</c:v>
                      </c:pt>
                      <c:pt idx="4241">
                        <c:v>44014</c:v>
                      </c:pt>
                      <c:pt idx="4242">
                        <c:v>44015</c:v>
                      </c:pt>
                      <c:pt idx="4243">
                        <c:v>44018</c:v>
                      </c:pt>
                      <c:pt idx="4244">
                        <c:v>44019</c:v>
                      </c:pt>
                      <c:pt idx="4245">
                        <c:v>44020</c:v>
                      </c:pt>
                      <c:pt idx="4246">
                        <c:v>44021</c:v>
                      </c:pt>
                      <c:pt idx="4247">
                        <c:v>44022</c:v>
                      </c:pt>
                      <c:pt idx="4248">
                        <c:v>44025</c:v>
                      </c:pt>
                      <c:pt idx="4249">
                        <c:v>44026</c:v>
                      </c:pt>
                      <c:pt idx="4250">
                        <c:v>44027</c:v>
                      </c:pt>
                      <c:pt idx="4251">
                        <c:v>44028</c:v>
                      </c:pt>
                      <c:pt idx="4252">
                        <c:v>44029</c:v>
                      </c:pt>
                      <c:pt idx="4253">
                        <c:v>44032</c:v>
                      </c:pt>
                      <c:pt idx="4254">
                        <c:v>44033</c:v>
                      </c:pt>
                      <c:pt idx="4255">
                        <c:v>44034</c:v>
                      </c:pt>
                      <c:pt idx="4256">
                        <c:v>44035</c:v>
                      </c:pt>
                      <c:pt idx="4257">
                        <c:v>44036</c:v>
                      </c:pt>
                      <c:pt idx="4258">
                        <c:v>44039</c:v>
                      </c:pt>
                      <c:pt idx="4259">
                        <c:v>44040</c:v>
                      </c:pt>
                      <c:pt idx="4260">
                        <c:v>44041</c:v>
                      </c:pt>
                      <c:pt idx="4261">
                        <c:v>44042</c:v>
                      </c:pt>
                      <c:pt idx="4262">
                        <c:v>44043</c:v>
                      </c:pt>
                      <c:pt idx="4263">
                        <c:v>44046</c:v>
                      </c:pt>
                      <c:pt idx="4264">
                        <c:v>44047</c:v>
                      </c:pt>
                      <c:pt idx="4265">
                        <c:v>44048</c:v>
                      </c:pt>
                      <c:pt idx="4266">
                        <c:v>44049</c:v>
                      </c:pt>
                      <c:pt idx="4267">
                        <c:v>44050</c:v>
                      </c:pt>
                      <c:pt idx="4268">
                        <c:v>44053</c:v>
                      </c:pt>
                      <c:pt idx="4269">
                        <c:v>44054</c:v>
                      </c:pt>
                      <c:pt idx="4270">
                        <c:v>44055</c:v>
                      </c:pt>
                      <c:pt idx="4271">
                        <c:v>44056</c:v>
                      </c:pt>
                      <c:pt idx="4272">
                        <c:v>44057</c:v>
                      </c:pt>
                      <c:pt idx="4273">
                        <c:v>44060</c:v>
                      </c:pt>
                      <c:pt idx="4274">
                        <c:v>44061</c:v>
                      </c:pt>
                      <c:pt idx="4275">
                        <c:v>44062</c:v>
                      </c:pt>
                      <c:pt idx="4276">
                        <c:v>44063</c:v>
                      </c:pt>
                      <c:pt idx="4277">
                        <c:v>44064</c:v>
                      </c:pt>
                      <c:pt idx="4278">
                        <c:v>44067</c:v>
                      </c:pt>
                      <c:pt idx="4279">
                        <c:v>44068</c:v>
                      </c:pt>
                      <c:pt idx="4280">
                        <c:v>44069</c:v>
                      </c:pt>
                      <c:pt idx="4281">
                        <c:v>44070</c:v>
                      </c:pt>
                      <c:pt idx="4282">
                        <c:v>44071</c:v>
                      </c:pt>
                      <c:pt idx="4283">
                        <c:v>44074</c:v>
                      </c:pt>
                      <c:pt idx="4284">
                        <c:v>44075</c:v>
                      </c:pt>
                      <c:pt idx="4285">
                        <c:v>44076</c:v>
                      </c:pt>
                      <c:pt idx="4286">
                        <c:v>44077</c:v>
                      </c:pt>
                      <c:pt idx="4287">
                        <c:v>44078</c:v>
                      </c:pt>
                      <c:pt idx="4288">
                        <c:v>44081</c:v>
                      </c:pt>
                      <c:pt idx="4289">
                        <c:v>44082</c:v>
                      </c:pt>
                      <c:pt idx="4290">
                        <c:v>44083</c:v>
                      </c:pt>
                      <c:pt idx="4291">
                        <c:v>44084</c:v>
                      </c:pt>
                      <c:pt idx="4292">
                        <c:v>44085</c:v>
                      </c:pt>
                      <c:pt idx="4293">
                        <c:v>44088</c:v>
                      </c:pt>
                      <c:pt idx="4294">
                        <c:v>44089</c:v>
                      </c:pt>
                      <c:pt idx="4295">
                        <c:v>44090</c:v>
                      </c:pt>
                      <c:pt idx="4296">
                        <c:v>44091</c:v>
                      </c:pt>
                      <c:pt idx="4297">
                        <c:v>44092</c:v>
                      </c:pt>
                      <c:pt idx="4298">
                        <c:v>44095</c:v>
                      </c:pt>
                      <c:pt idx="4299">
                        <c:v>44096</c:v>
                      </c:pt>
                      <c:pt idx="4300">
                        <c:v>44097</c:v>
                      </c:pt>
                      <c:pt idx="4301">
                        <c:v>44098</c:v>
                      </c:pt>
                      <c:pt idx="4302">
                        <c:v>44099</c:v>
                      </c:pt>
                      <c:pt idx="4303">
                        <c:v>44102</c:v>
                      </c:pt>
                      <c:pt idx="4304">
                        <c:v>44103</c:v>
                      </c:pt>
                      <c:pt idx="4305">
                        <c:v>44104</c:v>
                      </c:pt>
                      <c:pt idx="4306">
                        <c:v>44105</c:v>
                      </c:pt>
                      <c:pt idx="4307">
                        <c:v>44106</c:v>
                      </c:pt>
                      <c:pt idx="4308">
                        <c:v>44109</c:v>
                      </c:pt>
                      <c:pt idx="4309">
                        <c:v>44110</c:v>
                      </c:pt>
                      <c:pt idx="4310">
                        <c:v>44111</c:v>
                      </c:pt>
                      <c:pt idx="4311">
                        <c:v>44112</c:v>
                      </c:pt>
                      <c:pt idx="4312">
                        <c:v>44113</c:v>
                      </c:pt>
                      <c:pt idx="4313">
                        <c:v>44116</c:v>
                      </c:pt>
                      <c:pt idx="4314">
                        <c:v>44117</c:v>
                      </c:pt>
                      <c:pt idx="4315">
                        <c:v>44118</c:v>
                      </c:pt>
                      <c:pt idx="4316">
                        <c:v>44119</c:v>
                      </c:pt>
                      <c:pt idx="4317">
                        <c:v>44120</c:v>
                      </c:pt>
                      <c:pt idx="4318">
                        <c:v>44123</c:v>
                      </c:pt>
                      <c:pt idx="4319">
                        <c:v>44124</c:v>
                      </c:pt>
                      <c:pt idx="4320">
                        <c:v>44125</c:v>
                      </c:pt>
                      <c:pt idx="4321">
                        <c:v>44126</c:v>
                      </c:pt>
                      <c:pt idx="4322">
                        <c:v>44127</c:v>
                      </c:pt>
                      <c:pt idx="4323">
                        <c:v>44130</c:v>
                      </c:pt>
                      <c:pt idx="4324">
                        <c:v>44131</c:v>
                      </c:pt>
                      <c:pt idx="4325">
                        <c:v>44132</c:v>
                      </c:pt>
                      <c:pt idx="4326">
                        <c:v>44133</c:v>
                      </c:pt>
                      <c:pt idx="4327">
                        <c:v>44134</c:v>
                      </c:pt>
                      <c:pt idx="4328">
                        <c:v>44137</c:v>
                      </c:pt>
                      <c:pt idx="4329">
                        <c:v>44138</c:v>
                      </c:pt>
                      <c:pt idx="4330">
                        <c:v>44139</c:v>
                      </c:pt>
                      <c:pt idx="4331">
                        <c:v>44140</c:v>
                      </c:pt>
                      <c:pt idx="4332">
                        <c:v>44141</c:v>
                      </c:pt>
                      <c:pt idx="4333">
                        <c:v>44144</c:v>
                      </c:pt>
                      <c:pt idx="4334">
                        <c:v>44145</c:v>
                      </c:pt>
                      <c:pt idx="4335">
                        <c:v>44146</c:v>
                      </c:pt>
                      <c:pt idx="4336">
                        <c:v>44147</c:v>
                      </c:pt>
                      <c:pt idx="4337">
                        <c:v>44148</c:v>
                      </c:pt>
                      <c:pt idx="4338">
                        <c:v>44151</c:v>
                      </c:pt>
                      <c:pt idx="4339">
                        <c:v>44152</c:v>
                      </c:pt>
                      <c:pt idx="4340">
                        <c:v>44153</c:v>
                      </c:pt>
                      <c:pt idx="4341">
                        <c:v>44154</c:v>
                      </c:pt>
                      <c:pt idx="4342">
                        <c:v>44155</c:v>
                      </c:pt>
                      <c:pt idx="4343">
                        <c:v>44158</c:v>
                      </c:pt>
                      <c:pt idx="4344">
                        <c:v>44159</c:v>
                      </c:pt>
                      <c:pt idx="4345">
                        <c:v>44160</c:v>
                      </c:pt>
                      <c:pt idx="4346">
                        <c:v>44161</c:v>
                      </c:pt>
                      <c:pt idx="4347">
                        <c:v>44162</c:v>
                      </c:pt>
                      <c:pt idx="4348">
                        <c:v>44165</c:v>
                      </c:pt>
                      <c:pt idx="4349">
                        <c:v>44166</c:v>
                      </c:pt>
                      <c:pt idx="4350">
                        <c:v>44167</c:v>
                      </c:pt>
                      <c:pt idx="4351">
                        <c:v>44168</c:v>
                      </c:pt>
                      <c:pt idx="4352">
                        <c:v>44169</c:v>
                      </c:pt>
                      <c:pt idx="4353">
                        <c:v>44172</c:v>
                      </c:pt>
                      <c:pt idx="4354">
                        <c:v>44173</c:v>
                      </c:pt>
                      <c:pt idx="4355">
                        <c:v>44174</c:v>
                      </c:pt>
                      <c:pt idx="4356">
                        <c:v>44175</c:v>
                      </c:pt>
                      <c:pt idx="4357">
                        <c:v>44176</c:v>
                      </c:pt>
                      <c:pt idx="4358">
                        <c:v>44179</c:v>
                      </c:pt>
                      <c:pt idx="4359">
                        <c:v>44180</c:v>
                      </c:pt>
                      <c:pt idx="4360">
                        <c:v>44181</c:v>
                      </c:pt>
                      <c:pt idx="4361">
                        <c:v>44182</c:v>
                      </c:pt>
                      <c:pt idx="4362">
                        <c:v>44183</c:v>
                      </c:pt>
                      <c:pt idx="4363">
                        <c:v>44186</c:v>
                      </c:pt>
                      <c:pt idx="4364">
                        <c:v>44187</c:v>
                      </c:pt>
                      <c:pt idx="4365">
                        <c:v>44188</c:v>
                      </c:pt>
                      <c:pt idx="4366">
                        <c:v>44189</c:v>
                      </c:pt>
                      <c:pt idx="4367">
                        <c:v>44190</c:v>
                      </c:pt>
                      <c:pt idx="4368">
                        <c:v>44193</c:v>
                      </c:pt>
                      <c:pt idx="4369">
                        <c:v>44194</c:v>
                      </c:pt>
                      <c:pt idx="4370">
                        <c:v>44195</c:v>
                      </c:pt>
                      <c:pt idx="4371">
                        <c:v>44196</c:v>
                      </c:pt>
                      <c:pt idx="4372">
                        <c:v>44197</c:v>
                      </c:pt>
                      <c:pt idx="4373">
                        <c:v>44200</c:v>
                      </c:pt>
                      <c:pt idx="4374">
                        <c:v>44201</c:v>
                      </c:pt>
                      <c:pt idx="4375">
                        <c:v>44202</c:v>
                      </c:pt>
                      <c:pt idx="4376">
                        <c:v>44203</c:v>
                      </c:pt>
                      <c:pt idx="4377">
                        <c:v>44204</c:v>
                      </c:pt>
                      <c:pt idx="4378">
                        <c:v>44207</c:v>
                      </c:pt>
                      <c:pt idx="4379">
                        <c:v>44208</c:v>
                      </c:pt>
                      <c:pt idx="4380">
                        <c:v>44209</c:v>
                      </c:pt>
                      <c:pt idx="4381">
                        <c:v>44210</c:v>
                      </c:pt>
                      <c:pt idx="4382">
                        <c:v>44211</c:v>
                      </c:pt>
                      <c:pt idx="4383">
                        <c:v>44214</c:v>
                      </c:pt>
                      <c:pt idx="4384">
                        <c:v>44215</c:v>
                      </c:pt>
                      <c:pt idx="4385">
                        <c:v>44216</c:v>
                      </c:pt>
                      <c:pt idx="4386">
                        <c:v>44217</c:v>
                      </c:pt>
                      <c:pt idx="4387">
                        <c:v>44218</c:v>
                      </c:pt>
                      <c:pt idx="4388">
                        <c:v>44221</c:v>
                      </c:pt>
                      <c:pt idx="4389">
                        <c:v>44222</c:v>
                      </c:pt>
                      <c:pt idx="4390">
                        <c:v>44223</c:v>
                      </c:pt>
                      <c:pt idx="4391">
                        <c:v>44224</c:v>
                      </c:pt>
                      <c:pt idx="4392">
                        <c:v>44225</c:v>
                      </c:pt>
                      <c:pt idx="4393">
                        <c:v>44228</c:v>
                      </c:pt>
                      <c:pt idx="4394">
                        <c:v>44229</c:v>
                      </c:pt>
                      <c:pt idx="4395">
                        <c:v>44230</c:v>
                      </c:pt>
                      <c:pt idx="4396">
                        <c:v>44231</c:v>
                      </c:pt>
                      <c:pt idx="4397">
                        <c:v>44232</c:v>
                      </c:pt>
                      <c:pt idx="4398">
                        <c:v>44235</c:v>
                      </c:pt>
                      <c:pt idx="4399">
                        <c:v>44236</c:v>
                      </c:pt>
                      <c:pt idx="4400">
                        <c:v>44237</c:v>
                      </c:pt>
                      <c:pt idx="4401">
                        <c:v>44238</c:v>
                      </c:pt>
                      <c:pt idx="4402">
                        <c:v>44239</c:v>
                      </c:pt>
                      <c:pt idx="4403">
                        <c:v>44242</c:v>
                      </c:pt>
                      <c:pt idx="4404">
                        <c:v>44243</c:v>
                      </c:pt>
                      <c:pt idx="4405">
                        <c:v>44244</c:v>
                      </c:pt>
                      <c:pt idx="4406">
                        <c:v>44245</c:v>
                      </c:pt>
                      <c:pt idx="4407">
                        <c:v>44246</c:v>
                      </c:pt>
                      <c:pt idx="4408">
                        <c:v>44249</c:v>
                      </c:pt>
                      <c:pt idx="4409">
                        <c:v>44250</c:v>
                      </c:pt>
                      <c:pt idx="4410">
                        <c:v>44251</c:v>
                      </c:pt>
                      <c:pt idx="4411">
                        <c:v>44252</c:v>
                      </c:pt>
                      <c:pt idx="4412">
                        <c:v>44253</c:v>
                      </c:pt>
                      <c:pt idx="4413">
                        <c:v>44256</c:v>
                      </c:pt>
                      <c:pt idx="4414">
                        <c:v>44257</c:v>
                      </c:pt>
                      <c:pt idx="4415">
                        <c:v>44258</c:v>
                      </c:pt>
                      <c:pt idx="4416">
                        <c:v>44259</c:v>
                      </c:pt>
                      <c:pt idx="4417">
                        <c:v>44260</c:v>
                      </c:pt>
                      <c:pt idx="4418">
                        <c:v>44263</c:v>
                      </c:pt>
                      <c:pt idx="4419">
                        <c:v>44264</c:v>
                      </c:pt>
                      <c:pt idx="4420">
                        <c:v>44265</c:v>
                      </c:pt>
                      <c:pt idx="4421">
                        <c:v>44266</c:v>
                      </c:pt>
                      <c:pt idx="4422">
                        <c:v>44267</c:v>
                      </c:pt>
                      <c:pt idx="4423">
                        <c:v>44270</c:v>
                      </c:pt>
                      <c:pt idx="4424">
                        <c:v>44271</c:v>
                      </c:pt>
                      <c:pt idx="4425">
                        <c:v>44272</c:v>
                      </c:pt>
                      <c:pt idx="4426">
                        <c:v>44273</c:v>
                      </c:pt>
                      <c:pt idx="4427">
                        <c:v>44274</c:v>
                      </c:pt>
                      <c:pt idx="4428">
                        <c:v>44277</c:v>
                      </c:pt>
                      <c:pt idx="4429">
                        <c:v>44278</c:v>
                      </c:pt>
                      <c:pt idx="4430">
                        <c:v>44279</c:v>
                      </c:pt>
                      <c:pt idx="4431">
                        <c:v>44280</c:v>
                      </c:pt>
                      <c:pt idx="4432">
                        <c:v>44281</c:v>
                      </c:pt>
                      <c:pt idx="4433">
                        <c:v>44284</c:v>
                      </c:pt>
                      <c:pt idx="4434">
                        <c:v>44285</c:v>
                      </c:pt>
                      <c:pt idx="4435">
                        <c:v>44286</c:v>
                      </c:pt>
                      <c:pt idx="4436">
                        <c:v>44287</c:v>
                      </c:pt>
                      <c:pt idx="4437">
                        <c:v>44288</c:v>
                      </c:pt>
                      <c:pt idx="4438">
                        <c:v>44291</c:v>
                      </c:pt>
                      <c:pt idx="4439">
                        <c:v>44292</c:v>
                      </c:pt>
                      <c:pt idx="4440">
                        <c:v>44293</c:v>
                      </c:pt>
                      <c:pt idx="4441">
                        <c:v>44294</c:v>
                      </c:pt>
                      <c:pt idx="4442">
                        <c:v>44295</c:v>
                      </c:pt>
                      <c:pt idx="4443">
                        <c:v>44298</c:v>
                      </c:pt>
                      <c:pt idx="4444">
                        <c:v>44299</c:v>
                      </c:pt>
                      <c:pt idx="4445">
                        <c:v>44300</c:v>
                      </c:pt>
                      <c:pt idx="4446">
                        <c:v>44301</c:v>
                      </c:pt>
                      <c:pt idx="4447">
                        <c:v>44302</c:v>
                      </c:pt>
                      <c:pt idx="4448">
                        <c:v>44305</c:v>
                      </c:pt>
                      <c:pt idx="4449">
                        <c:v>44306</c:v>
                      </c:pt>
                      <c:pt idx="4450">
                        <c:v>44307</c:v>
                      </c:pt>
                      <c:pt idx="4451">
                        <c:v>44308</c:v>
                      </c:pt>
                      <c:pt idx="4452">
                        <c:v>44309</c:v>
                      </c:pt>
                      <c:pt idx="4453">
                        <c:v>44312</c:v>
                      </c:pt>
                      <c:pt idx="4454">
                        <c:v>44313</c:v>
                      </c:pt>
                      <c:pt idx="4455">
                        <c:v>44314</c:v>
                      </c:pt>
                      <c:pt idx="4456">
                        <c:v>44315</c:v>
                      </c:pt>
                      <c:pt idx="4457">
                        <c:v>44316</c:v>
                      </c:pt>
                      <c:pt idx="4458">
                        <c:v>44319</c:v>
                      </c:pt>
                      <c:pt idx="4459">
                        <c:v>44320</c:v>
                      </c:pt>
                      <c:pt idx="4460">
                        <c:v>44321</c:v>
                      </c:pt>
                      <c:pt idx="4461">
                        <c:v>44322</c:v>
                      </c:pt>
                      <c:pt idx="4462">
                        <c:v>44323</c:v>
                      </c:pt>
                      <c:pt idx="4463">
                        <c:v>44326</c:v>
                      </c:pt>
                      <c:pt idx="4464">
                        <c:v>44327</c:v>
                      </c:pt>
                      <c:pt idx="4465">
                        <c:v>44328</c:v>
                      </c:pt>
                      <c:pt idx="4466">
                        <c:v>44329</c:v>
                      </c:pt>
                      <c:pt idx="4467">
                        <c:v>44330</c:v>
                      </c:pt>
                      <c:pt idx="4468">
                        <c:v>44333</c:v>
                      </c:pt>
                      <c:pt idx="4469">
                        <c:v>44334</c:v>
                      </c:pt>
                      <c:pt idx="4470">
                        <c:v>44335</c:v>
                      </c:pt>
                      <c:pt idx="4471">
                        <c:v>44336</c:v>
                      </c:pt>
                      <c:pt idx="4472">
                        <c:v>44337</c:v>
                      </c:pt>
                      <c:pt idx="4473">
                        <c:v>44340</c:v>
                      </c:pt>
                      <c:pt idx="4474">
                        <c:v>44341</c:v>
                      </c:pt>
                      <c:pt idx="4475">
                        <c:v>44342</c:v>
                      </c:pt>
                      <c:pt idx="4476">
                        <c:v>44343</c:v>
                      </c:pt>
                      <c:pt idx="4477">
                        <c:v>44344</c:v>
                      </c:pt>
                      <c:pt idx="4478">
                        <c:v>44347</c:v>
                      </c:pt>
                      <c:pt idx="4479">
                        <c:v>44348</c:v>
                      </c:pt>
                      <c:pt idx="4480">
                        <c:v>44349</c:v>
                      </c:pt>
                      <c:pt idx="4481">
                        <c:v>44350</c:v>
                      </c:pt>
                      <c:pt idx="4482">
                        <c:v>44351</c:v>
                      </c:pt>
                      <c:pt idx="4483">
                        <c:v>44354</c:v>
                      </c:pt>
                      <c:pt idx="4484">
                        <c:v>44355</c:v>
                      </c:pt>
                      <c:pt idx="4485">
                        <c:v>44356</c:v>
                      </c:pt>
                      <c:pt idx="4486">
                        <c:v>44357</c:v>
                      </c:pt>
                      <c:pt idx="4487">
                        <c:v>44358</c:v>
                      </c:pt>
                      <c:pt idx="4488">
                        <c:v>44361</c:v>
                      </c:pt>
                      <c:pt idx="4489">
                        <c:v>44362</c:v>
                      </c:pt>
                      <c:pt idx="4490">
                        <c:v>44363</c:v>
                      </c:pt>
                      <c:pt idx="4491">
                        <c:v>44364</c:v>
                      </c:pt>
                      <c:pt idx="4492">
                        <c:v>44365</c:v>
                      </c:pt>
                      <c:pt idx="4493">
                        <c:v>44368</c:v>
                      </c:pt>
                      <c:pt idx="4494">
                        <c:v>44369</c:v>
                      </c:pt>
                      <c:pt idx="4495">
                        <c:v>44370</c:v>
                      </c:pt>
                      <c:pt idx="4496">
                        <c:v>44371</c:v>
                      </c:pt>
                      <c:pt idx="4497">
                        <c:v>44372</c:v>
                      </c:pt>
                      <c:pt idx="4498">
                        <c:v>44375</c:v>
                      </c:pt>
                      <c:pt idx="4499">
                        <c:v>44376</c:v>
                      </c:pt>
                      <c:pt idx="4500">
                        <c:v>44377</c:v>
                      </c:pt>
                      <c:pt idx="4501">
                        <c:v>44378</c:v>
                      </c:pt>
                      <c:pt idx="4502">
                        <c:v>44379</c:v>
                      </c:pt>
                      <c:pt idx="4503">
                        <c:v>44382</c:v>
                      </c:pt>
                      <c:pt idx="4504">
                        <c:v>44383</c:v>
                      </c:pt>
                      <c:pt idx="4505">
                        <c:v>44384</c:v>
                      </c:pt>
                      <c:pt idx="4506">
                        <c:v>44385</c:v>
                      </c:pt>
                      <c:pt idx="4507">
                        <c:v>44386</c:v>
                      </c:pt>
                      <c:pt idx="4508">
                        <c:v>44389</c:v>
                      </c:pt>
                      <c:pt idx="4509">
                        <c:v>44390</c:v>
                      </c:pt>
                      <c:pt idx="4510">
                        <c:v>44391</c:v>
                      </c:pt>
                      <c:pt idx="4511">
                        <c:v>44392</c:v>
                      </c:pt>
                      <c:pt idx="4512">
                        <c:v>44393</c:v>
                      </c:pt>
                      <c:pt idx="4513">
                        <c:v>44396</c:v>
                      </c:pt>
                      <c:pt idx="4514">
                        <c:v>44397</c:v>
                      </c:pt>
                      <c:pt idx="4515">
                        <c:v>44398</c:v>
                      </c:pt>
                      <c:pt idx="4516">
                        <c:v>44399</c:v>
                      </c:pt>
                      <c:pt idx="4517">
                        <c:v>44400</c:v>
                      </c:pt>
                      <c:pt idx="4518">
                        <c:v>44403</c:v>
                      </c:pt>
                      <c:pt idx="4519">
                        <c:v>44404</c:v>
                      </c:pt>
                      <c:pt idx="4520">
                        <c:v>44405</c:v>
                      </c:pt>
                      <c:pt idx="4521">
                        <c:v>44406</c:v>
                      </c:pt>
                      <c:pt idx="4522">
                        <c:v>44407</c:v>
                      </c:pt>
                      <c:pt idx="4523">
                        <c:v>44410</c:v>
                      </c:pt>
                      <c:pt idx="4524">
                        <c:v>44411</c:v>
                      </c:pt>
                      <c:pt idx="4525">
                        <c:v>44412</c:v>
                      </c:pt>
                      <c:pt idx="4526">
                        <c:v>44413</c:v>
                      </c:pt>
                      <c:pt idx="4527">
                        <c:v>44414</c:v>
                      </c:pt>
                      <c:pt idx="4528">
                        <c:v>44417</c:v>
                      </c:pt>
                      <c:pt idx="4529">
                        <c:v>44418</c:v>
                      </c:pt>
                      <c:pt idx="4530">
                        <c:v>44419</c:v>
                      </c:pt>
                      <c:pt idx="4531">
                        <c:v>44420</c:v>
                      </c:pt>
                      <c:pt idx="4532">
                        <c:v>44421</c:v>
                      </c:pt>
                      <c:pt idx="4533">
                        <c:v>44424</c:v>
                      </c:pt>
                      <c:pt idx="4534">
                        <c:v>44425</c:v>
                      </c:pt>
                      <c:pt idx="4535">
                        <c:v>44426</c:v>
                      </c:pt>
                      <c:pt idx="4536">
                        <c:v>44427</c:v>
                      </c:pt>
                      <c:pt idx="4537">
                        <c:v>44428</c:v>
                      </c:pt>
                      <c:pt idx="4538">
                        <c:v>44431</c:v>
                      </c:pt>
                      <c:pt idx="4539">
                        <c:v>44432</c:v>
                      </c:pt>
                      <c:pt idx="4540">
                        <c:v>44433</c:v>
                      </c:pt>
                      <c:pt idx="4541">
                        <c:v>44434</c:v>
                      </c:pt>
                      <c:pt idx="4542">
                        <c:v>44435</c:v>
                      </c:pt>
                      <c:pt idx="4543">
                        <c:v>44438</c:v>
                      </c:pt>
                      <c:pt idx="4544">
                        <c:v>44439</c:v>
                      </c:pt>
                      <c:pt idx="4545">
                        <c:v>44440</c:v>
                      </c:pt>
                      <c:pt idx="4546">
                        <c:v>44441</c:v>
                      </c:pt>
                      <c:pt idx="4547">
                        <c:v>44442</c:v>
                      </c:pt>
                      <c:pt idx="4548">
                        <c:v>44445</c:v>
                      </c:pt>
                      <c:pt idx="4549">
                        <c:v>44446</c:v>
                      </c:pt>
                      <c:pt idx="4550">
                        <c:v>44447</c:v>
                      </c:pt>
                      <c:pt idx="4551">
                        <c:v>44448</c:v>
                      </c:pt>
                      <c:pt idx="4552">
                        <c:v>44449</c:v>
                      </c:pt>
                      <c:pt idx="4553">
                        <c:v>44452</c:v>
                      </c:pt>
                      <c:pt idx="4554">
                        <c:v>44453</c:v>
                      </c:pt>
                      <c:pt idx="4555">
                        <c:v>44454</c:v>
                      </c:pt>
                      <c:pt idx="4556">
                        <c:v>44455</c:v>
                      </c:pt>
                      <c:pt idx="4557">
                        <c:v>44456</c:v>
                      </c:pt>
                      <c:pt idx="4558">
                        <c:v>44459</c:v>
                      </c:pt>
                      <c:pt idx="4559">
                        <c:v>44460</c:v>
                      </c:pt>
                      <c:pt idx="4560">
                        <c:v>44461</c:v>
                      </c:pt>
                      <c:pt idx="4561">
                        <c:v>44462</c:v>
                      </c:pt>
                      <c:pt idx="4562">
                        <c:v>44463</c:v>
                      </c:pt>
                      <c:pt idx="4563">
                        <c:v>44466</c:v>
                      </c:pt>
                      <c:pt idx="4564">
                        <c:v>44467</c:v>
                      </c:pt>
                      <c:pt idx="4565">
                        <c:v>44468</c:v>
                      </c:pt>
                      <c:pt idx="4566">
                        <c:v>44469</c:v>
                      </c:pt>
                      <c:pt idx="4567">
                        <c:v>44470</c:v>
                      </c:pt>
                      <c:pt idx="4568">
                        <c:v>44473</c:v>
                      </c:pt>
                      <c:pt idx="4569">
                        <c:v>44474</c:v>
                      </c:pt>
                      <c:pt idx="4570">
                        <c:v>44475</c:v>
                      </c:pt>
                      <c:pt idx="4571">
                        <c:v>44476</c:v>
                      </c:pt>
                      <c:pt idx="4572">
                        <c:v>44477</c:v>
                      </c:pt>
                      <c:pt idx="4573">
                        <c:v>44480</c:v>
                      </c:pt>
                      <c:pt idx="4574">
                        <c:v>44481</c:v>
                      </c:pt>
                      <c:pt idx="4575">
                        <c:v>44482</c:v>
                      </c:pt>
                      <c:pt idx="4576">
                        <c:v>44483</c:v>
                      </c:pt>
                      <c:pt idx="4577">
                        <c:v>44484</c:v>
                      </c:pt>
                      <c:pt idx="4578">
                        <c:v>44487</c:v>
                      </c:pt>
                      <c:pt idx="4579">
                        <c:v>44488</c:v>
                      </c:pt>
                      <c:pt idx="4580">
                        <c:v>44489</c:v>
                      </c:pt>
                      <c:pt idx="4581">
                        <c:v>44490</c:v>
                      </c:pt>
                      <c:pt idx="4582">
                        <c:v>44491</c:v>
                      </c:pt>
                      <c:pt idx="4583">
                        <c:v>44494</c:v>
                      </c:pt>
                      <c:pt idx="4584">
                        <c:v>44495</c:v>
                      </c:pt>
                      <c:pt idx="4585">
                        <c:v>44496</c:v>
                      </c:pt>
                      <c:pt idx="4586">
                        <c:v>44497</c:v>
                      </c:pt>
                      <c:pt idx="4587">
                        <c:v>44498</c:v>
                      </c:pt>
                      <c:pt idx="4588">
                        <c:v>44501</c:v>
                      </c:pt>
                      <c:pt idx="4589">
                        <c:v>44502</c:v>
                      </c:pt>
                      <c:pt idx="4590">
                        <c:v>44503</c:v>
                      </c:pt>
                      <c:pt idx="4591">
                        <c:v>44504</c:v>
                      </c:pt>
                      <c:pt idx="4592">
                        <c:v>44505</c:v>
                      </c:pt>
                      <c:pt idx="4593">
                        <c:v>44508</c:v>
                      </c:pt>
                      <c:pt idx="4594">
                        <c:v>44509</c:v>
                      </c:pt>
                      <c:pt idx="4595">
                        <c:v>44510</c:v>
                      </c:pt>
                      <c:pt idx="4596">
                        <c:v>44511</c:v>
                      </c:pt>
                      <c:pt idx="4597">
                        <c:v>44512</c:v>
                      </c:pt>
                      <c:pt idx="4598">
                        <c:v>44515</c:v>
                      </c:pt>
                      <c:pt idx="4599">
                        <c:v>44516</c:v>
                      </c:pt>
                      <c:pt idx="4600">
                        <c:v>44517</c:v>
                      </c:pt>
                      <c:pt idx="4601">
                        <c:v>44518</c:v>
                      </c:pt>
                      <c:pt idx="4602">
                        <c:v>44519</c:v>
                      </c:pt>
                      <c:pt idx="4603">
                        <c:v>44522</c:v>
                      </c:pt>
                      <c:pt idx="4604">
                        <c:v>44523</c:v>
                      </c:pt>
                      <c:pt idx="4605">
                        <c:v>44524</c:v>
                      </c:pt>
                      <c:pt idx="4606">
                        <c:v>44525</c:v>
                      </c:pt>
                      <c:pt idx="4607">
                        <c:v>44526</c:v>
                      </c:pt>
                      <c:pt idx="4608">
                        <c:v>44529</c:v>
                      </c:pt>
                      <c:pt idx="4609">
                        <c:v>44530</c:v>
                      </c:pt>
                      <c:pt idx="4610">
                        <c:v>44531</c:v>
                      </c:pt>
                      <c:pt idx="4611">
                        <c:v>44532</c:v>
                      </c:pt>
                      <c:pt idx="4612">
                        <c:v>44533</c:v>
                      </c:pt>
                      <c:pt idx="4613">
                        <c:v>44536</c:v>
                      </c:pt>
                      <c:pt idx="4614">
                        <c:v>44537</c:v>
                      </c:pt>
                      <c:pt idx="4615">
                        <c:v>44538</c:v>
                      </c:pt>
                      <c:pt idx="4616">
                        <c:v>44539</c:v>
                      </c:pt>
                      <c:pt idx="4617">
                        <c:v>44540</c:v>
                      </c:pt>
                      <c:pt idx="4618">
                        <c:v>44543</c:v>
                      </c:pt>
                      <c:pt idx="4619">
                        <c:v>44544</c:v>
                      </c:pt>
                      <c:pt idx="4620">
                        <c:v>44545</c:v>
                      </c:pt>
                      <c:pt idx="4621">
                        <c:v>44546</c:v>
                      </c:pt>
                      <c:pt idx="4622">
                        <c:v>44547</c:v>
                      </c:pt>
                      <c:pt idx="4623">
                        <c:v>44550</c:v>
                      </c:pt>
                      <c:pt idx="4624">
                        <c:v>44551</c:v>
                      </c:pt>
                      <c:pt idx="4625">
                        <c:v>44552</c:v>
                      </c:pt>
                      <c:pt idx="4626">
                        <c:v>44553</c:v>
                      </c:pt>
                      <c:pt idx="4627">
                        <c:v>44554</c:v>
                      </c:pt>
                      <c:pt idx="4628">
                        <c:v>44557</c:v>
                      </c:pt>
                      <c:pt idx="4629">
                        <c:v>44558</c:v>
                      </c:pt>
                      <c:pt idx="4630">
                        <c:v>44559</c:v>
                      </c:pt>
                      <c:pt idx="4631">
                        <c:v>44560</c:v>
                      </c:pt>
                      <c:pt idx="4632">
                        <c:v>44561</c:v>
                      </c:pt>
                      <c:pt idx="4633">
                        <c:v>44564</c:v>
                      </c:pt>
                      <c:pt idx="4634">
                        <c:v>44565</c:v>
                      </c:pt>
                      <c:pt idx="4635">
                        <c:v>44566</c:v>
                      </c:pt>
                      <c:pt idx="4636">
                        <c:v>44567</c:v>
                      </c:pt>
                      <c:pt idx="4637">
                        <c:v>44568</c:v>
                      </c:pt>
                      <c:pt idx="4638">
                        <c:v>44571</c:v>
                      </c:pt>
                      <c:pt idx="4639">
                        <c:v>44572</c:v>
                      </c:pt>
                      <c:pt idx="4640">
                        <c:v>44573</c:v>
                      </c:pt>
                      <c:pt idx="4641">
                        <c:v>44574</c:v>
                      </c:pt>
                      <c:pt idx="4642">
                        <c:v>44575</c:v>
                      </c:pt>
                      <c:pt idx="4643">
                        <c:v>44578</c:v>
                      </c:pt>
                      <c:pt idx="4644">
                        <c:v>44579</c:v>
                      </c:pt>
                      <c:pt idx="4645">
                        <c:v>44580</c:v>
                      </c:pt>
                      <c:pt idx="4646">
                        <c:v>44581</c:v>
                      </c:pt>
                      <c:pt idx="4647">
                        <c:v>44582</c:v>
                      </c:pt>
                      <c:pt idx="4648">
                        <c:v>44585</c:v>
                      </c:pt>
                      <c:pt idx="4649">
                        <c:v>44586</c:v>
                      </c:pt>
                      <c:pt idx="4650">
                        <c:v>44587</c:v>
                      </c:pt>
                      <c:pt idx="4651">
                        <c:v>44588</c:v>
                      </c:pt>
                      <c:pt idx="4652">
                        <c:v>44589</c:v>
                      </c:pt>
                      <c:pt idx="4653">
                        <c:v>44592</c:v>
                      </c:pt>
                      <c:pt idx="4654">
                        <c:v>44593</c:v>
                      </c:pt>
                      <c:pt idx="4655">
                        <c:v>44594</c:v>
                      </c:pt>
                      <c:pt idx="4656">
                        <c:v>44595</c:v>
                      </c:pt>
                      <c:pt idx="4657">
                        <c:v>44596</c:v>
                      </c:pt>
                      <c:pt idx="4658">
                        <c:v>44599</c:v>
                      </c:pt>
                      <c:pt idx="4659">
                        <c:v>44600</c:v>
                      </c:pt>
                      <c:pt idx="4660">
                        <c:v>44601</c:v>
                      </c:pt>
                      <c:pt idx="4661">
                        <c:v>44602</c:v>
                      </c:pt>
                      <c:pt idx="4662">
                        <c:v>44603</c:v>
                      </c:pt>
                      <c:pt idx="4663">
                        <c:v>44606</c:v>
                      </c:pt>
                      <c:pt idx="4664">
                        <c:v>44607</c:v>
                      </c:pt>
                      <c:pt idx="4665">
                        <c:v>44608</c:v>
                      </c:pt>
                      <c:pt idx="4666">
                        <c:v>44609</c:v>
                      </c:pt>
                      <c:pt idx="4667">
                        <c:v>44610</c:v>
                      </c:pt>
                      <c:pt idx="4668">
                        <c:v>44613</c:v>
                      </c:pt>
                      <c:pt idx="4669">
                        <c:v>44614</c:v>
                      </c:pt>
                      <c:pt idx="4670">
                        <c:v>44615</c:v>
                      </c:pt>
                      <c:pt idx="4671">
                        <c:v>44616</c:v>
                      </c:pt>
                      <c:pt idx="4672">
                        <c:v>44617</c:v>
                      </c:pt>
                      <c:pt idx="4673">
                        <c:v>44620</c:v>
                      </c:pt>
                      <c:pt idx="4674">
                        <c:v>44621</c:v>
                      </c:pt>
                      <c:pt idx="4675">
                        <c:v>44622</c:v>
                      </c:pt>
                      <c:pt idx="4676">
                        <c:v>44623</c:v>
                      </c:pt>
                      <c:pt idx="4677">
                        <c:v>44624</c:v>
                      </c:pt>
                      <c:pt idx="4678">
                        <c:v>44627</c:v>
                      </c:pt>
                      <c:pt idx="4679">
                        <c:v>44628</c:v>
                      </c:pt>
                      <c:pt idx="4680">
                        <c:v>44629</c:v>
                      </c:pt>
                      <c:pt idx="4681">
                        <c:v>44630</c:v>
                      </c:pt>
                      <c:pt idx="4682">
                        <c:v>44631</c:v>
                      </c:pt>
                      <c:pt idx="4683">
                        <c:v>44634</c:v>
                      </c:pt>
                      <c:pt idx="4684">
                        <c:v>44635</c:v>
                      </c:pt>
                      <c:pt idx="4685">
                        <c:v>44636</c:v>
                      </c:pt>
                      <c:pt idx="4686">
                        <c:v>44637</c:v>
                      </c:pt>
                      <c:pt idx="4687">
                        <c:v>44638</c:v>
                      </c:pt>
                      <c:pt idx="4688">
                        <c:v>44641</c:v>
                      </c:pt>
                      <c:pt idx="4689">
                        <c:v>44642</c:v>
                      </c:pt>
                      <c:pt idx="4690">
                        <c:v>44643</c:v>
                      </c:pt>
                      <c:pt idx="4691">
                        <c:v>44644</c:v>
                      </c:pt>
                      <c:pt idx="4692">
                        <c:v>44645</c:v>
                      </c:pt>
                      <c:pt idx="4693">
                        <c:v>44648</c:v>
                      </c:pt>
                      <c:pt idx="4694">
                        <c:v>44649</c:v>
                      </c:pt>
                      <c:pt idx="4695">
                        <c:v>44650</c:v>
                      </c:pt>
                      <c:pt idx="4696">
                        <c:v>44651</c:v>
                      </c:pt>
                      <c:pt idx="4697">
                        <c:v>44652</c:v>
                      </c:pt>
                      <c:pt idx="4698">
                        <c:v>44655</c:v>
                      </c:pt>
                      <c:pt idx="4699">
                        <c:v>44656</c:v>
                      </c:pt>
                      <c:pt idx="4700">
                        <c:v>44657</c:v>
                      </c:pt>
                      <c:pt idx="4701">
                        <c:v>44658</c:v>
                      </c:pt>
                      <c:pt idx="4702">
                        <c:v>44659</c:v>
                      </c:pt>
                      <c:pt idx="4703">
                        <c:v>44662</c:v>
                      </c:pt>
                      <c:pt idx="4704">
                        <c:v>44663</c:v>
                      </c:pt>
                      <c:pt idx="4705">
                        <c:v>44664</c:v>
                      </c:pt>
                      <c:pt idx="4706">
                        <c:v>44665</c:v>
                      </c:pt>
                      <c:pt idx="4707">
                        <c:v>44666</c:v>
                      </c:pt>
                      <c:pt idx="4708">
                        <c:v>44669</c:v>
                      </c:pt>
                      <c:pt idx="4709">
                        <c:v>44670</c:v>
                      </c:pt>
                      <c:pt idx="4710">
                        <c:v>44671</c:v>
                      </c:pt>
                      <c:pt idx="4711">
                        <c:v>44672</c:v>
                      </c:pt>
                      <c:pt idx="4712">
                        <c:v>44673</c:v>
                      </c:pt>
                      <c:pt idx="4713">
                        <c:v>44676</c:v>
                      </c:pt>
                      <c:pt idx="4714">
                        <c:v>44677</c:v>
                      </c:pt>
                      <c:pt idx="4715">
                        <c:v>44678</c:v>
                      </c:pt>
                      <c:pt idx="4716">
                        <c:v>44679</c:v>
                      </c:pt>
                      <c:pt idx="4717">
                        <c:v>44680</c:v>
                      </c:pt>
                      <c:pt idx="4718">
                        <c:v>44683</c:v>
                      </c:pt>
                      <c:pt idx="4719">
                        <c:v>44684</c:v>
                      </c:pt>
                      <c:pt idx="4720">
                        <c:v>44685</c:v>
                      </c:pt>
                      <c:pt idx="4721">
                        <c:v>44686</c:v>
                      </c:pt>
                      <c:pt idx="4722">
                        <c:v>44687</c:v>
                      </c:pt>
                      <c:pt idx="4723">
                        <c:v>44690</c:v>
                      </c:pt>
                      <c:pt idx="4724">
                        <c:v>44691</c:v>
                      </c:pt>
                      <c:pt idx="4725">
                        <c:v>44692</c:v>
                      </c:pt>
                      <c:pt idx="4726">
                        <c:v>44693</c:v>
                      </c:pt>
                      <c:pt idx="4727">
                        <c:v>44694</c:v>
                      </c:pt>
                      <c:pt idx="4728">
                        <c:v>44697</c:v>
                      </c:pt>
                      <c:pt idx="4729">
                        <c:v>44698</c:v>
                      </c:pt>
                      <c:pt idx="4730">
                        <c:v>44699</c:v>
                      </c:pt>
                      <c:pt idx="4731">
                        <c:v>44700</c:v>
                      </c:pt>
                      <c:pt idx="4732">
                        <c:v>44701</c:v>
                      </c:pt>
                      <c:pt idx="4733">
                        <c:v>44704</c:v>
                      </c:pt>
                      <c:pt idx="4734">
                        <c:v>44705</c:v>
                      </c:pt>
                      <c:pt idx="4735">
                        <c:v>44706</c:v>
                      </c:pt>
                      <c:pt idx="4736">
                        <c:v>44707</c:v>
                      </c:pt>
                      <c:pt idx="4737">
                        <c:v>44708</c:v>
                      </c:pt>
                      <c:pt idx="4738">
                        <c:v>44711</c:v>
                      </c:pt>
                      <c:pt idx="4739">
                        <c:v>44712</c:v>
                      </c:pt>
                      <c:pt idx="4740">
                        <c:v>44713</c:v>
                      </c:pt>
                      <c:pt idx="4741">
                        <c:v>44714</c:v>
                      </c:pt>
                      <c:pt idx="4742">
                        <c:v>44715</c:v>
                      </c:pt>
                      <c:pt idx="4743">
                        <c:v>44718</c:v>
                      </c:pt>
                      <c:pt idx="4744">
                        <c:v>44719</c:v>
                      </c:pt>
                      <c:pt idx="4745">
                        <c:v>44720</c:v>
                      </c:pt>
                      <c:pt idx="4746">
                        <c:v>44721</c:v>
                      </c:pt>
                      <c:pt idx="4747">
                        <c:v>44722</c:v>
                      </c:pt>
                      <c:pt idx="4748">
                        <c:v>44725</c:v>
                      </c:pt>
                      <c:pt idx="4749">
                        <c:v>44726</c:v>
                      </c:pt>
                      <c:pt idx="4750">
                        <c:v>44727</c:v>
                      </c:pt>
                      <c:pt idx="4751">
                        <c:v>44728</c:v>
                      </c:pt>
                      <c:pt idx="4752">
                        <c:v>44729</c:v>
                      </c:pt>
                      <c:pt idx="4753">
                        <c:v>44732</c:v>
                      </c:pt>
                      <c:pt idx="4754">
                        <c:v>44733</c:v>
                      </c:pt>
                      <c:pt idx="4755">
                        <c:v>44734</c:v>
                      </c:pt>
                      <c:pt idx="4756">
                        <c:v>44735</c:v>
                      </c:pt>
                      <c:pt idx="4757">
                        <c:v>44736</c:v>
                      </c:pt>
                      <c:pt idx="4758">
                        <c:v>44739</c:v>
                      </c:pt>
                      <c:pt idx="4759">
                        <c:v>44740</c:v>
                      </c:pt>
                      <c:pt idx="4760">
                        <c:v>44741</c:v>
                      </c:pt>
                      <c:pt idx="4761">
                        <c:v>44742</c:v>
                      </c:pt>
                      <c:pt idx="4762">
                        <c:v>44743</c:v>
                      </c:pt>
                      <c:pt idx="4763">
                        <c:v>44747</c:v>
                      </c:pt>
                      <c:pt idx="4764">
                        <c:v>44748</c:v>
                      </c:pt>
                      <c:pt idx="4765">
                        <c:v>44749</c:v>
                      </c:pt>
                      <c:pt idx="4766">
                        <c:v>44750</c:v>
                      </c:pt>
                      <c:pt idx="4767">
                        <c:v>44753</c:v>
                      </c:pt>
                      <c:pt idx="4768">
                        <c:v>44754</c:v>
                      </c:pt>
                      <c:pt idx="4769">
                        <c:v>44755</c:v>
                      </c:pt>
                      <c:pt idx="4770">
                        <c:v>44756</c:v>
                      </c:pt>
                      <c:pt idx="4771">
                        <c:v>44757</c:v>
                      </c:pt>
                      <c:pt idx="4772">
                        <c:v>44760</c:v>
                      </c:pt>
                      <c:pt idx="4773">
                        <c:v>44761</c:v>
                      </c:pt>
                      <c:pt idx="4774">
                        <c:v>44762</c:v>
                      </c:pt>
                      <c:pt idx="4775">
                        <c:v>44763</c:v>
                      </c:pt>
                      <c:pt idx="4776">
                        <c:v>44764</c:v>
                      </c:pt>
                      <c:pt idx="4777">
                        <c:v>44767</c:v>
                      </c:pt>
                      <c:pt idx="4778">
                        <c:v>44768</c:v>
                      </c:pt>
                      <c:pt idx="4779">
                        <c:v>44769</c:v>
                      </c:pt>
                      <c:pt idx="4780">
                        <c:v>44770</c:v>
                      </c:pt>
                      <c:pt idx="4781">
                        <c:v>44771</c:v>
                      </c:pt>
                      <c:pt idx="4782">
                        <c:v>44774</c:v>
                      </c:pt>
                      <c:pt idx="4783">
                        <c:v>44775</c:v>
                      </c:pt>
                      <c:pt idx="4784">
                        <c:v>44776</c:v>
                      </c:pt>
                      <c:pt idx="4785">
                        <c:v>44777</c:v>
                      </c:pt>
                      <c:pt idx="4786">
                        <c:v>44778</c:v>
                      </c:pt>
                      <c:pt idx="4787">
                        <c:v>44781</c:v>
                      </c:pt>
                      <c:pt idx="4788">
                        <c:v>44782</c:v>
                      </c:pt>
                      <c:pt idx="4789">
                        <c:v>44783</c:v>
                      </c:pt>
                      <c:pt idx="4790">
                        <c:v>44784</c:v>
                      </c:pt>
                      <c:pt idx="4791">
                        <c:v>44785</c:v>
                      </c:pt>
                      <c:pt idx="4792">
                        <c:v>44788</c:v>
                      </c:pt>
                      <c:pt idx="4793">
                        <c:v>44789</c:v>
                      </c:pt>
                      <c:pt idx="4794">
                        <c:v>44790</c:v>
                      </c:pt>
                      <c:pt idx="4795">
                        <c:v>44791</c:v>
                      </c:pt>
                      <c:pt idx="4796">
                        <c:v>44792</c:v>
                      </c:pt>
                      <c:pt idx="4797">
                        <c:v>44795</c:v>
                      </c:pt>
                      <c:pt idx="4798">
                        <c:v>44796</c:v>
                      </c:pt>
                      <c:pt idx="4799">
                        <c:v>44797</c:v>
                      </c:pt>
                      <c:pt idx="4800">
                        <c:v>44798</c:v>
                      </c:pt>
                      <c:pt idx="4801">
                        <c:v>44799</c:v>
                      </c:pt>
                      <c:pt idx="4802">
                        <c:v>44802</c:v>
                      </c:pt>
                      <c:pt idx="4803">
                        <c:v>44803</c:v>
                      </c:pt>
                      <c:pt idx="4804">
                        <c:v>44804</c:v>
                      </c:pt>
                      <c:pt idx="4805">
                        <c:v>44805</c:v>
                      </c:pt>
                      <c:pt idx="4806">
                        <c:v>44806</c:v>
                      </c:pt>
                      <c:pt idx="4807">
                        <c:v>44809</c:v>
                      </c:pt>
                      <c:pt idx="4808">
                        <c:v>44810</c:v>
                      </c:pt>
                      <c:pt idx="4809">
                        <c:v>44811</c:v>
                      </c:pt>
                      <c:pt idx="4810">
                        <c:v>44812</c:v>
                      </c:pt>
                      <c:pt idx="4811">
                        <c:v>44813</c:v>
                      </c:pt>
                      <c:pt idx="4812">
                        <c:v>44816</c:v>
                      </c:pt>
                      <c:pt idx="4813">
                        <c:v>44817</c:v>
                      </c:pt>
                      <c:pt idx="4814">
                        <c:v>44818</c:v>
                      </c:pt>
                      <c:pt idx="4815">
                        <c:v>44819</c:v>
                      </c:pt>
                      <c:pt idx="4816">
                        <c:v>44820</c:v>
                      </c:pt>
                      <c:pt idx="4817">
                        <c:v>44823</c:v>
                      </c:pt>
                      <c:pt idx="4818">
                        <c:v>44824</c:v>
                      </c:pt>
                      <c:pt idx="4819">
                        <c:v>44825</c:v>
                      </c:pt>
                      <c:pt idx="4820">
                        <c:v>44826</c:v>
                      </c:pt>
                      <c:pt idx="4821">
                        <c:v>44827</c:v>
                      </c:pt>
                      <c:pt idx="4822">
                        <c:v>44830</c:v>
                      </c:pt>
                      <c:pt idx="4823">
                        <c:v>44831</c:v>
                      </c:pt>
                      <c:pt idx="4824">
                        <c:v>44832</c:v>
                      </c:pt>
                      <c:pt idx="4825">
                        <c:v>44833</c:v>
                      </c:pt>
                      <c:pt idx="4826">
                        <c:v>44834</c:v>
                      </c:pt>
                      <c:pt idx="4827">
                        <c:v>44837</c:v>
                      </c:pt>
                      <c:pt idx="4828">
                        <c:v>44838</c:v>
                      </c:pt>
                      <c:pt idx="4829">
                        <c:v>44839</c:v>
                      </c:pt>
                      <c:pt idx="4830">
                        <c:v>44840</c:v>
                      </c:pt>
                      <c:pt idx="4831">
                        <c:v>44841</c:v>
                      </c:pt>
                      <c:pt idx="4832">
                        <c:v>44844</c:v>
                      </c:pt>
                      <c:pt idx="4833">
                        <c:v>44845</c:v>
                      </c:pt>
                      <c:pt idx="4834">
                        <c:v>44846</c:v>
                      </c:pt>
                      <c:pt idx="4835">
                        <c:v>44847</c:v>
                      </c:pt>
                      <c:pt idx="4836">
                        <c:v>44848</c:v>
                      </c:pt>
                      <c:pt idx="4837">
                        <c:v>44851</c:v>
                      </c:pt>
                      <c:pt idx="4838">
                        <c:v>44852</c:v>
                      </c:pt>
                      <c:pt idx="4839">
                        <c:v>44853</c:v>
                      </c:pt>
                      <c:pt idx="4840">
                        <c:v>44854</c:v>
                      </c:pt>
                      <c:pt idx="4841">
                        <c:v>44855</c:v>
                      </c:pt>
                      <c:pt idx="4842">
                        <c:v>44858</c:v>
                      </c:pt>
                      <c:pt idx="4843">
                        <c:v>44859</c:v>
                      </c:pt>
                      <c:pt idx="4844">
                        <c:v>44860</c:v>
                      </c:pt>
                      <c:pt idx="4845">
                        <c:v>44861</c:v>
                      </c:pt>
                      <c:pt idx="4846">
                        <c:v>44862</c:v>
                      </c:pt>
                      <c:pt idx="4847">
                        <c:v>44865</c:v>
                      </c:pt>
                      <c:pt idx="4848">
                        <c:v>44866</c:v>
                      </c:pt>
                      <c:pt idx="4849">
                        <c:v>44867</c:v>
                      </c:pt>
                      <c:pt idx="4850">
                        <c:v>44868</c:v>
                      </c:pt>
                      <c:pt idx="4851">
                        <c:v>44869</c:v>
                      </c:pt>
                      <c:pt idx="4852">
                        <c:v>44872</c:v>
                      </c:pt>
                      <c:pt idx="4853">
                        <c:v>44873</c:v>
                      </c:pt>
                      <c:pt idx="4854">
                        <c:v>44874</c:v>
                      </c:pt>
                      <c:pt idx="4855">
                        <c:v>44875</c:v>
                      </c:pt>
                      <c:pt idx="4856">
                        <c:v>44876</c:v>
                      </c:pt>
                      <c:pt idx="4857">
                        <c:v>44879</c:v>
                      </c:pt>
                      <c:pt idx="4858">
                        <c:v>44880</c:v>
                      </c:pt>
                      <c:pt idx="4859">
                        <c:v>44881</c:v>
                      </c:pt>
                      <c:pt idx="4860">
                        <c:v>44882</c:v>
                      </c:pt>
                      <c:pt idx="4861">
                        <c:v>44883</c:v>
                      </c:pt>
                      <c:pt idx="4862">
                        <c:v>44886</c:v>
                      </c:pt>
                      <c:pt idx="4863">
                        <c:v>44887</c:v>
                      </c:pt>
                      <c:pt idx="4864">
                        <c:v>44888</c:v>
                      </c:pt>
                      <c:pt idx="4865">
                        <c:v>44889</c:v>
                      </c:pt>
                      <c:pt idx="4866">
                        <c:v>44890</c:v>
                      </c:pt>
                      <c:pt idx="4867">
                        <c:v>44893</c:v>
                      </c:pt>
                      <c:pt idx="4868">
                        <c:v>44894</c:v>
                      </c:pt>
                      <c:pt idx="4869">
                        <c:v>44895</c:v>
                      </c:pt>
                      <c:pt idx="4870">
                        <c:v>44896</c:v>
                      </c:pt>
                      <c:pt idx="4871">
                        <c:v>44897</c:v>
                      </c:pt>
                      <c:pt idx="4872">
                        <c:v>44900</c:v>
                      </c:pt>
                      <c:pt idx="4873">
                        <c:v>44901</c:v>
                      </c:pt>
                      <c:pt idx="4874">
                        <c:v>44902</c:v>
                      </c:pt>
                      <c:pt idx="4875">
                        <c:v>44903</c:v>
                      </c:pt>
                      <c:pt idx="4876">
                        <c:v>44904</c:v>
                      </c:pt>
                      <c:pt idx="4877">
                        <c:v>44907</c:v>
                      </c:pt>
                      <c:pt idx="4878">
                        <c:v>44908</c:v>
                      </c:pt>
                      <c:pt idx="4879">
                        <c:v>44909</c:v>
                      </c:pt>
                      <c:pt idx="4880">
                        <c:v>44910</c:v>
                      </c:pt>
                      <c:pt idx="4881">
                        <c:v>44911</c:v>
                      </c:pt>
                      <c:pt idx="4882">
                        <c:v>44914</c:v>
                      </c:pt>
                      <c:pt idx="4883">
                        <c:v>44915</c:v>
                      </c:pt>
                      <c:pt idx="4884">
                        <c:v>44916</c:v>
                      </c:pt>
                      <c:pt idx="4885">
                        <c:v>44917</c:v>
                      </c:pt>
                      <c:pt idx="4886">
                        <c:v>44918</c:v>
                      </c:pt>
                      <c:pt idx="4887">
                        <c:v>44921</c:v>
                      </c:pt>
                      <c:pt idx="4888">
                        <c:v>44922</c:v>
                      </c:pt>
                      <c:pt idx="4889">
                        <c:v>44923</c:v>
                      </c:pt>
                      <c:pt idx="4890">
                        <c:v>44924</c:v>
                      </c:pt>
                      <c:pt idx="4891">
                        <c:v>44925</c:v>
                      </c:pt>
                      <c:pt idx="4892">
                        <c:v>44928</c:v>
                      </c:pt>
                      <c:pt idx="4893">
                        <c:v>44929</c:v>
                      </c:pt>
                      <c:pt idx="4894">
                        <c:v>44930</c:v>
                      </c:pt>
                      <c:pt idx="4895">
                        <c:v>44931</c:v>
                      </c:pt>
                      <c:pt idx="4896">
                        <c:v>44932</c:v>
                      </c:pt>
                      <c:pt idx="4897">
                        <c:v>44935</c:v>
                      </c:pt>
                      <c:pt idx="4898">
                        <c:v>44936</c:v>
                      </c:pt>
                      <c:pt idx="4899">
                        <c:v>44937</c:v>
                      </c:pt>
                      <c:pt idx="4900">
                        <c:v>44938</c:v>
                      </c:pt>
                      <c:pt idx="4901">
                        <c:v>44939</c:v>
                      </c:pt>
                      <c:pt idx="4902">
                        <c:v>44942</c:v>
                      </c:pt>
                      <c:pt idx="4903">
                        <c:v>44943</c:v>
                      </c:pt>
                      <c:pt idx="4904">
                        <c:v>44944</c:v>
                      </c:pt>
                      <c:pt idx="4905">
                        <c:v>44945</c:v>
                      </c:pt>
                      <c:pt idx="4906">
                        <c:v>44946</c:v>
                      </c:pt>
                      <c:pt idx="4907">
                        <c:v>44949</c:v>
                      </c:pt>
                      <c:pt idx="4908">
                        <c:v>44950</c:v>
                      </c:pt>
                      <c:pt idx="4909">
                        <c:v>44951</c:v>
                      </c:pt>
                      <c:pt idx="4910">
                        <c:v>44952</c:v>
                      </c:pt>
                      <c:pt idx="4911">
                        <c:v>44953</c:v>
                      </c:pt>
                      <c:pt idx="4912">
                        <c:v>44956</c:v>
                      </c:pt>
                      <c:pt idx="4913">
                        <c:v>44957</c:v>
                      </c:pt>
                      <c:pt idx="4914">
                        <c:v>44958</c:v>
                      </c:pt>
                      <c:pt idx="4915">
                        <c:v>44959</c:v>
                      </c:pt>
                      <c:pt idx="4916">
                        <c:v>44960</c:v>
                      </c:pt>
                      <c:pt idx="4917">
                        <c:v>44963</c:v>
                      </c:pt>
                      <c:pt idx="4918">
                        <c:v>44964</c:v>
                      </c:pt>
                      <c:pt idx="4919">
                        <c:v>44965</c:v>
                      </c:pt>
                      <c:pt idx="4920">
                        <c:v>44966</c:v>
                      </c:pt>
                      <c:pt idx="4921">
                        <c:v>44967</c:v>
                      </c:pt>
                      <c:pt idx="4922">
                        <c:v>44970</c:v>
                      </c:pt>
                      <c:pt idx="4923">
                        <c:v>44971</c:v>
                      </c:pt>
                      <c:pt idx="4924">
                        <c:v>44972</c:v>
                      </c:pt>
                      <c:pt idx="4925">
                        <c:v>44973</c:v>
                      </c:pt>
                      <c:pt idx="4926">
                        <c:v>44974</c:v>
                      </c:pt>
                      <c:pt idx="4927">
                        <c:v>44977</c:v>
                      </c:pt>
                      <c:pt idx="4928">
                        <c:v>44978</c:v>
                      </c:pt>
                      <c:pt idx="4929">
                        <c:v>44979</c:v>
                      </c:pt>
                      <c:pt idx="4930">
                        <c:v>44980</c:v>
                      </c:pt>
                      <c:pt idx="4931">
                        <c:v>44981</c:v>
                      </c:pt>
                      <c:pt idx="4932">
                        <c:v>44984</c:v>
                      </c:pt>
                      <c:pt idx="4933">
                        <c:v>44985</c:v>
                      </c:pt>
                      <c:pt idx="4934">
                        <c:v>44986</c:v>
                      </c:pt>
                      <c:pt idx="4935">
                        <c:v>44987</c:v>
                      </c:pt>
                      <c:pt idx="4936">
                        <c:v>44988</c:v>
                      </c:pt>
                      <c:pt idx="4937">
                        <c:v>44991</c:v>
                      </c:pt>
                      <c:pt idx="4938">
                        <c:v>44992</c:v>
                      </c:pt>
                      <c:pt idx="4939">
                        <c:v>44993</c:v>
                      </c:pt>
                      <c:pt idx="4940">
                        <c:v>44994</c:v>
                      </c:pt>
                      <c:pt idx="4941">
                        <c:v>44995</c:v>
                      </c:pt>
                      <c:pt idx="4942">
                        <c:v>44998</c:v>
                      </c:pt>
                      <c:pt idx="4943">
                        <c:v>44999</c:v>
                      </c:pt>
                      <c:pt idx="4944">
                        <c:v>45000</c:v>
                      </c:pt>
                      <c:pt idx="4945">
                        <c:v>45001</c:v>
                      </c:pt>
                      <c:pt idx="4946">
                        <c:v>45002</c:v>
                      </c:pt>
                      <c:pt idx="4947">
                        <c:v>45005</c:v>
                      </c:pt>
                      <c:pt idx="4948">
                        <c:v>45006</c:v>
                      </c:pt>
                      <c:pt idx="4949">
                        <c:v>45007</c:v>
                      </c:pt>
                      <c:pt idx="4950">
                        <c:v>45008</c:v>
                      </c:pt>
                      <c:pt idx="4951">
                        <c:v>45009</c:v>
                      </c:pt>
                      <c:pt idx="4952">
                        <c:v>45012</c:v>
                      </c:pt>
                      <c:pt idx="4953">
                        <c:v>45013</c:v>
                      </c:pt>
                      <c:pt idx="4954">
                        <c:v>45014</c:v>
                      </c:pt>
                      <c:pt idx="4955">
                        <c:v>45015</c:v>
                      </c:pt>
                      <c:pt idx="4956">
                        <c:v>45016</c:v>
                      </c:pt>
                      <c:pt idx="4957">
                        <c:v>45019</c:v>
                      </c:pt>
                      <c:pt idx="4958">
                        <c:v>45020</c:v>
                      </c:pt>
                      <c:pt idx="4959">
                        <c:v>45021</c:v>
                      </c:pt>
                      <c:pt idx="4960">
                        <c:v>45022</c:v>
                      </c:pt>
                      <c:pt idx="4961">
                        <c:v>45023</c:v>
                      </c:pt>
                      <c:pt idx="4962">
                        <c:v>45026</c:v>
                      </c:pt>
                      <c:pt idx="4963">
                        <c:v>45027</c:v>
                      </c:pt>
                      <c:pt idx="4964">
                        <c:v>45028</c:v>
                      </c:pt>
                      <c:pt idx="4965">
                        <c:v>45029</c:v>
                      </c:pt>
                      <c:pt idx="4966">
                        <c:v>45030</c:v>
                      </c:pt>
                      <c:pt idx="4967">
                        <c:v>45033</c:v>
                      </c:pt>
                      <c:pt idx="4968">
                        <c:v>45034</c:v>
                      </c:pt>
                      <c:pt idx="4969">
                        <c:v>45035</c:v>
                      </c:pt>
                      <c:pt idx="4970">
                        <c:v>45036</c:v>
                      </c:pt>
                      <c:pt idx="4971">
                        <c:v>45037</c:v>
                      </c:pt>
                      <c:pt idx="4972">
                        <c:v>45040</c:v>
                      </c:pt>
                      <c:pt idx="4973">
                        <c:v>45041</c:v>
                      </c:pt>
                      <c:pt idx="4974">
                        <c:v>45042</c:v>
                      </c:pt>
                      <c:pt idx="4975">
                        <c:v>45043</c:v>
                      </c:pt>
                      <c:pt idx="4976">
                        <c:v>45044</c:v>
                      </c:pt>
                      <c:pt idx="4977">
                        <c:v>45047</c:v>
                      </c:pt>
                      <c:pt idx="4978">
                        <c:v>45048</c:v>
                      </c:pt>
                      <c:pt idx="4979">
                        <c:v>45049</c:v>
                      </c:pt>
                      <c:pt idx="4980">
                        <c:v>45050</c:v>
                      </c:pt>
                      <c:pt idx="4981">
                        <c:v>45051</c:v>
                      </c:pt>
                      <c:pt idx="4982">
                        <c:v>45054</c:v>
                      </c:pt>
                      <c:pt idx="4983">
                        <c:v>45055</c:v>
                      </c:pt>
                      <c:pt idx="4984">
                        <c:v>45056</c:v>
                      </c:pt>
                      <c:pt idx="4985">
                        <c:v>45057</c:v>
                      </c:pt>
                      <c:pt idx="4986">
                        <c:v>45058</c:v>
                      </c:pt>
                      <c:pt idx="4987">
                        <c:v>45061</c:v>
                      </c:pt>
                      <c:pt idx="4988">
                        <c:v>45062</c:v>
                      </c:pt>
                      <c:pt idx="4989">
                        <c:v>45063</c:v>
                      </c:pt>
                      <c:pt idx="4990">
                        <c:v>45064</c:v>
                      </c:pt>
                      <c:pt idx="4991">
                        <c:v>45065</c:v>
                      </c:pt>
                      <c:pt idx="4992">
                        <c:v>45068</c:v>
                      </c:pt>
                      <c:pt idx="4993">
                        <c:v>45069</c:v>
                      </c:pt>
                      <c:pt idx="4994">
                        <c:v>45070</c:v>
                      </c:pt>
                      <c:pt idx="4995">
                        <c:v>45071</c:v>
                      </c:pt>
                      <c:pt idx="4996">
                        <c:v>45072</c:v>
                      </c:pt>
                      <c:pt idx="4997">
                        <c:v>45075</c:v>
                      </c:pt>
                      <c:pt idx="4998">
                        <c:v>45076</c:v>
                      </c:pt>
                      <c:pt idx="4999">
                        <c:v>45077</c:v>
                      </c:pt>
                      <c:pt idx="5000">
                        <c:v>45078</c:v>
                      </c:pt>
                      <c:pt idx="5001">
                        <c:v>45079</c:v>
                      </c:pt>
                      <c:pt idx="5002">
                        <c:v>45082</c:v>
                      </c:pt>
                      <c:pt idx="5003">
                        <c:v>45083</c:v>
                      </c:pt>
                      <c:pt idx="5004">
                        <c:v>45084</c:v>
                      </c:pt>
                      <c:pt idx="5005">
                        <c:v>45085</c:v>
                      </c:pt>
                      <c:pt idx="5006">
                        <c:v>45086</c:v>
                      </c:pt>
                      <c:pt idx="5007">
                        <c:v>45089</c:v>
                      </c:pt>
                      <c:pt idx="5008">
                        <c:v>45090</c:v>
                      </c:pt>
                      <c:pt idx="5009">
                        <c:v>45091</c:v>
                      </c:pt>
                      <c:pt idx="5010">
                        <c:v>45092</c:v>
                      </c:pt>
                      <c:pt idx="5011">
                        <c:v>45093</c:v>
                      </c:pt>
                      <c:pt idx="5012">
                        <c:v>45096</c:v>
                      </c:pt>
                      <c:pt idx="5013">
                        <c:v>45097</c:v>
                      </c:pt>
                      <c:pt idx="5014">
                        <c:v>45098</c:v>
                      </c:pt>
                      <c:pt idx="5015">
                        <c:v>45099</c:v>
                      </c:pt>
                      <c:pt idx="5016">
                        <c:v>45100</c:v>
                      </c:pt>
                      <c:pt idx="5017">
                        <c:v>45103</c:v>
                      </c:pt>
                      <c:pt idx="5018">
                        <c:v>45104</c:v>
                      </c:pt>
                      <c:pt idx="5019">
                        <c:v>45105</c:v>
                      </c:pt>
                      <c:pt idx="5020">
                        <c:v>45106</c:v>
                      </c:pt>
                      <c:pt idx="5021">
                        <c:v>45107</c:v>
                      </c:pt>
                      <c:pt idx="5022">
                        <c:v>45110</c:v>
                      </c:pt>
                      <c:pt idx="5023">
                        <c:v>45111</c:v>
                      </c:pt>
                      <c:pt idx="5024">
                        <c:v>45112</c:v>
                      </c:pt>
                      <c:pt idx="5025">
                        <c:v>45113</c:v>
                      </c:pt>
                      <c:pt idx="5026">
                        <c:v>45114</c:v>
                      </c:pt>
                      <c:pt idx="5027">
                        <c:v>45117</c:v>
                      </c:pt>
                      <c:pt idx="5028">
                        <c:v>45118</c:v>
                      </c:pt>
                      <c:pt idx="5029">
                        <c:v>45119</c:v>
                      </c:pt>
                      <c:pt idx="5030">
                        <c:v>45120</c:v>
                      </c:pt>
                      <c:pt idx="5031">
                        <c:v>45121</c:v>
                      </c:pt>
                      <c:pt idx="5032">
                        <c:v>45124</c:v>
                      </c:pt>
                      <c:pt idx="5033">
                        <c:v>45125</c:v>
                      </c:pt>
                      <c:pt idx="5034">
                        <c:v>45126</c:v>
                      </c:pt>
                      <c:pt idx="5035">
                        <c:v>45127</c:v>
                      </c:pt>
                      <c:pt idx="5036">
                        <c:v>45128</c:v>
                      </c:pt>
                      <c:pt idx="5037">
                        <c:v>45131</c:v>
                      </c:pt>
                      <c:pt idx="5038">
                        <c:v>45132</c:v>
                      </c:pt>
                      <c:pt idx="5039">
                        <c:v>45133</c:v>
                      </c:pt>
                      <c:pt idx="5040">
                        <c:v>45134</c:v>
                      </c:pt>
                      <c:pt idx="5041">
                        <c:v>45135</c:v>
                      </c:pt>
                      <c:pt idx="5042">
                        <c:v>45138</c:v>
                      </c:pt>
                      <c:pt idx="5043">
                        <c:v>45139</c:v>
                      </c:pt>
                      <c:pt idx="5044">
                        <c:v>45140</c:v>
                      </c:pt>
                      <c:pt idx="5045">
                        <c:v>45141</c:v>
                      </c:pt>
                      <c:pt idx="5046">
                        <c:v>45142</c:v>
                      </c:pt>
                      <c:pt idx="5047">
                        <c:v>45145</c:v>
                      </c:pt>
                      <c:pt idx="5048">
                        <c:v>45146</c:v>
                      </c:pt>
                      <c:pt idx="5049">
                        <c:v>45147</c:v>
                      </c:pt>
                      <c:pt idx="5050">
                        <c:v>45148</c:v>
                      </c:pt>
                      <c:pt idx="5051">
                        <c:v>45149</c:v>
                      </c:pt>
                      <c:pt idx="5052">
                        <c:v>45152</c:v>
                      </c:pt>
                      <c:pt idx="5053">
                        <c:v>45153</c:v>
                      </c:pt>
                      <c:pt idx="5054">
                        <c:v>45154</c:v>
                      </c:pt>
                      <c:pt idx="5055">
                        <c:v>45155</c:v>
                      </c:pt>
                      <c:pt idx="5056">
                        <c:v>45156</c:v>
                      </c:pt>
                      <c:pt idx="5057">
                        <c:v>45159</c:v>
                      </c:pt>
                      <c:pt idx="5058">
                        <c:v>45160</c:v>
                      </c:pt>
                      <c:pt idx="5059">
                        <c:v>45161</c:v>
                      </c:pt>
                      <c:pt idx="5060">
                        <c:v>45162</c:v>
                      </c:pt>
                      <c:pt idx="5061">
                        <c:v>45163</c:v>
                      </c:pt>
                      <c:pt idx="5062">
                        <c:v>45166</c:v>
                      </c:pt>
                      <c:pt idx="5063">
                        <c:v>45167</c:v>
                      </c:pt>
                      <c:pt idx="5064">
                        <c:v>45168</c:v>
                      </c:pt>
                      <c:pt idx="5065">
                        <c:v>45169</c:v>
                      </c:pt>
                      <c:pt idx="5066">
                        <c:v>45170</c:v>
                      </c:pt>
                      <c:pt idx="5067">
                        <c:v>45173</c:v>
                      </c:pt>
                      <c:pt idx="5068">
                        <c:v>45174</c:v>
                      </c:pt>
                      <c:pt idx="5069">
                        <c:v>45175</c:v>
                      </c:pt>
                      <c:pt idx="5070">
                        <c:v>45176</c:v>
                      </c:pt>
                      <c:pt idx="5071">
                        <c:v>45177</c:v>
                      </c:pt>
                      <c:pt idx="5072">
                        <c:v>45180</c:v>
                      </c:pt>
                      <c:pt idx="5073">
                        <c:v>45181</c:v>
                      </c:pt>
                      <c:pt idx="5074">
                        <c:v>45182</c:v>
                      </c:pt>
                      <c:pt idx="5075">
                        <c:v>45183</c:v>
                      </c:pt>
                      <c:pt idx="5076">
                        <c:v>45184</c:v>
                      </c:pt>
                      <c:pt idx="5077">
                        <c:v>45187</c:v>
                      </c:pt>
                      <c:pt idx="5078">
                        <c:v>45188</c:v>
                      </c:pt>
                      <c:pt idx="5079">
                        <c:v>45189</c:v>
                      </c:pt>
                      <c:pt idx="5080">
                        <c:v>45190</c:v>
                      </c:pt>
                      <c:pt idx="5081">
                        <c:v>45191</c:v>
                      </c:pt>
                      <c:pt idx="5082">
                        <c:v>45194</c:v>
                      </c:pt>
                      <c:pt idx="5083">
                        <c:v>45195</c:v>
                      </c:pt>
                      <c:pt idx="5084">
                        <c:v>45196</c:v>
                      </c:pt>
                      <c:pt idx="5085">
                        <c:v>45197</c:v>
                      </c:pt>
                      <c:pt idx="5086">
                        <c:v>45198</c:v>
                      </c:pt>
                      <c:pt idx="5087">
                        <c:v>45201</c:v>
                      </c:pt>
                      <c:pt idx="5088">
                        <c:v>45202</c:v>
                      </c:pt>
                      <c:pt idx="5089">
                        <c:v>45203</c:v>
                      </c:pt>
                      <c:pt idx="5090">
                        <c:v>45204</c:v>
                      </c:pt>
                      <c:pt idx="5091">
                        <c:v>45205</c:v>
                      </c:pt>
                      <c:pt idx="5092">
                        <c:v>45208</c:v>
                      </c:pt>
                      <c:pt idx="5093">
                        <c:v>45209</c:v>
                      </c:pt>
                      <c:pt idx="5094">
                        <c:v>45210</c:v>
                      </c:pt>
                      <c:pt idx="5095">
                        <c:v>45211</c:v>
                      </c:pt>
                      <c:pt idx="5096">
                        <c:v>45212</c:v>
                      </c:pt>
                      <c:pt idx="5097">
                        <c:v>45215</c:v>
                      </c:pt>
                      <c:pt idx="5098">
                        <c:v>45216</c:v>
                      </c:pt>
                      <c:pt idx="5099">
                        <c:v>45217</c:v>
                      </c:pt>
                      <c:pt idx="5100">
                        <c:v>45218</c:v>
                      </c:pt>
                      <c:pt idx="5101">
                        <c:v>45219</c:v>
                      </c:pt>
                      <c:pt idx="5102">
                        <c:v>45222</c:v>
                      </c:pt>
                      <c:pt idx="5103">
                        <c:v>45223</c:v>
                      </c:pt>
                      <c:pt idx="5104">
                        <c:v>45224</c:v>
                      </c:pt>
                      <c:pt idx="5105">
                        <c:v>45225</c:v>
                      </c:pt>
                      <c:pt idx="5106">
                        <c:v>45226</c:v>
                      </c:pt>
                      <c:pt idx="5107">
                        <c:v>45229</c:v>
                      </c:pt>
                      <c:pt idx="5108">
                        <c:v>45230</c:v>
                      </c:pt>
                      <c:pt idx="5109">
                        <c:v>45231</c:v>
                      </c:pt>
                      <c:pt idx="5110">
                        <c:v>45232</c:v>
                      </c:pt>
                      <c:pt idx="5111">
                        <c:v>45233</c:v>
                      </c:pt>
                      <c:pt idx="5112">
                        <c:v>45236</c:v>
                      </c:pt>
                      <c:pt idx="5113">
                        <c:v>45237</c:v>
                      </c:pt>
                      <c:pt idx="5114">
                        <c:v>45238</c:v>
                      </c:pt>
                      <c:pt idx="5115">
                        <c:v>45239</c:v>
                      </c:pt>
                      <c:pt idx="5116">
                        <c:v>45240</c:v>
                      </c:pt>
                      <c:pt idx="5117">
                        <c:v>45243</c:v>
                      </c:pt>
                      <c:pt idx="5118">
                        <c:v>45244</c:v>
                      </c:pt>
                      <c:pt idx="5119">
                        <c:v>45245</c:v>
                      </c:pt>
                      <c:pt idx="5120">
                        <c:v>45246</c:v>
                      </c:pt>
                      <c:pt idx="5121">
                        <c:v>45247</c:v>
                      </c:pt>
                      <c:pt idx="5122">
                        <c:v>45250</c:v>
                      </c:pt>
                      <c:pt idx="5123">
                        <c:v>45251</c:v>
                      </c:pt>
                      <c:pt idx="5124">
                        <c:v>45252</c:v>
                      </c:pt>
                      <c:pt idx="5125">
                        <c:v>45253</c:v>
                      </c:pt>
                      <c:pt idx="5126">
                        <c:v>45254</c:v>
                      </c:pt>
                      <c:pt idx="5127">
                        <c:v>45257</c:v>
                      </c:pt>
                      <c:pt idx="5128">
                        <c:v>45258</c:v>
                      </c:pt>
                      <c:pt idx="5129">
                        <c:v>45259</c:v>
                      </c:pt>
                      <c:pt idx="5130">
                        <c:v>45260</c:v>
                      </c:pt>
                      <c:pt idx="5131">
                        <c:v>45261</c:v>
                      </c:pt>
                      <c:pt idx="5132">
                        <c:v>45264</c:v>
                      </c:pt>
                      <c:pt idx="5133">
                        <c:v>45265</c:v>
                      </c:pt>
                      <c:pt idx="5134">
                        <c:v>45266</c:v>
                      </c:pt>
                      <c:pt idx="5135">
                        <c:v>45267</c:v>
                      </c:pt>
                      <c:pt idx="5136">
                        <c:v>45268</c:v>
                      </c:pt>
                      <c:pt idx="5137">
                        <c:v>45271</c:v>
                      </c:pt>
                      <c:pt idx="5138">
                        <c:v>45272</c:v>
                      </c:pt>
                      <c:pt idx="5139">
                        <c:v>45273</c:v>
                      </c:pt>
                      <c:pt idx="5140">
                        <c:v>45274</c:v>
                      </c:pt>
                      <c:pt idx="5141">
                        <c:v>45275</c:v>
                      </c:pt>
                      <c:pt idx="5142">
                        <c:v>45278</c:v>
                      </c:pt>
                      <c:pt idx="5143">
                        <c:v>45279</c:v>
                      </c:pt>
                      <c:pt idx="5144">
                        <c:v>45280</c:v>
                      </c:pt>
                      <c:pt idx="5145">
                        <c:v>45281</c:v>
                      </c:pt>
                      <c:pt idx="5146">
                        <c:v>45282</c:v>
                      </c:pt>
                      <c:pt idx="5147">
                        <c:v>45285</c:v>
                      </c:pt>
                      <c:pt idx="5148">
                        <c:v>45286</c:v>
                      </c:pt>
                      <c:pt idx="5149">
                        <c:v>45287</c:v>
                      </c:pt>
                      <c:pt idx="5150">
                        <c:v>45288</c:v>
                      </c:pt>
                      <c:pt idx="5151">
                        <c:v>45289</c:v>
                      </c:pt>
                      <c:pt idx="5152">
                        <c:v>45292</c:v>
                      </c:pt>
                      <c:pt idx="5153">
                        <c:v>45293</c:v>
                      </c:pt>
                      <c:pt idx="5154">
                        <c:v>45294</c:v>
                      </c:pt>
                      <c:pt idx="5155">
                        <c:v>45295</c:v>
                      </c:pt>
                      <c:pt idx="5156">
                        <c:v>45296</c:v>
                      </c:pt>
                      <c:pt idx="5157">
                        <c:v>45299</c:v>
                      </c:pt>
                      <c:pt idx="5158">
                        <c:v>45300</c:v>
                      </c:pt>
                      <c:pt idx="5159">
                        <c:v>45301</c:v>
                      </c:pt>
                      <c:pt idx="5160">
                        <c:v>45302</c:v>
                      </c:pt>
                      <c:pt idx="5161">
                        <c:v>45303</c:v>
                      </c:pt>
                      <c:pt idx="5162">
                        <c:v>45306</c:v>
                      </c:pt>
                      <c:pt idx="5163">
                        <c:v>45307</c:v>
                      </c:pt>
                      <c:pt idx="5164">
                        <c:v>45308</c:v>
                      </c:pt>
                      <c:pt idx="5165">
                        <c:v>45309</c:v>
                      </c:pt>
                      <c:pt idx="5166">
                        <c:v>45310</c:v>
                      </c:pt>
                      <c:pt idx="5167">
                        <c:v>45313</c:v>
                      </c:pt>
                      <c:pt idx="5168">
                        <c:v>45314</c:v>
                      </c:pt>
                      <c:pt idx="5169">
                        <c:v>45315</c:v>
                      </c:pt>
                      <c:pt idx="5170">
                        <c:v>45316</c:v>
                      </c:pt>
                      <c:pt idx="5171">
                        <c:v>45317</c:v>
                      </c:pt>
                      <c:pt idx="5172">
                        <c:v>45320</c:v>
                      </c:pt>
                      <c:pt idx="5173">
                        <c:v>45321</c:v>
                      </c:pt>
                      <c:pt idx="5174">
                        <c:v>45322</c:v>
                      </c:pt>
                      <c:pt idx="5175">
                        <c:v>45323</c:v>
                      </c:pt>
                      <c:pt idx="5176">
                        <c:v>45324</c:v>
                      </c:pt>
                      <c:pt idx="5177">
                        <c:v>45327</c:v>
                      </c:pt>
                      <c:pt idx="5178">
                        <c:v>45328</c:v>
                      </c:pt>
                      <c:pt idx="5179">
                        <c:v>45329</c:v>
                      </c:pt>
                      <c:pt idx="5180">
                        <c:v>45330</c:v>
                      </c:pt>
                      <c:pt idx="5181">
                        <c:v>45331</c:v>
                      </c:pt>
                      <c:pt idx="5182">
                        <c:v>45334</c:v>
                      </c:pt>
                      <c:pt idx="5183">
                        <c:v>45335</c:v>
                      </c:pt>
                      <c:pt idx="5184">
                        <c:v>45336</c:v>
                      </c:pt>
                      <c:pt idx="5185">
                        <c:v>45337</c:v>
                      </c:pt>
                      <c:pt idx="5186">
                        <c:v>45338</c:v>
                      </c:pt>
                      <c:pt idx="5187">
                        <c:v>45341</c:v>
                      </c:pt>
                      <c:pt idx="5188">
                        <c:v>45342</c:v>
                      </c:pt>
                      <c:pt idx="5189">
                        <c:v>45343</c:v>
                      </c:pt>
                      <c:pt idx="5190">
                        <c:v>45344</c:v>
                      </c:pt>
                      <c:pt idx="5191">
                        <c:v>45345</c:v>
                      </c:pt>
                      <c:pt idx="5192">
                        <c:v>45348</c:v>
                      </c:pt>
                      <c:pt idx="5193">
                        <c:v>45349</c:v>
                      </c:pt>
                      <c:pt idx="5194">
                        <c:v>45350</c:v>
                      </c:pt>
                      <c:pt idx="5195">
                        <c:v>45351</c:v>
                      </c:pt>
                      <c:pt idx="5196">
                        <c:v>45352</c:v>
                      </c:pt>
                      <c:pt idx="5197">
                        <c:v>45355</c:v>
                      </c:pt>
                      <c:pt idx="5198">
                        <c:v>45356</c:v>
                      </c:pt>
                      <c:pt idx="5199">
                        <c:v>45357</c:v>
                      </c:pt>
                      <c:pt idx="5200">
                        <c:v>45358</c:v>
                      </c:pt>
                      <c:pt idx="5201">
                        <c:v>45359</c:v>
                      </c:pt>
                      <c:pt idx="5202">
                        <c:v>45362</c:v>
                      </c:pt>
                      <c:pt idx="5203">
                        <c:v>45363</c:v>
                      </c:pt>
                      <c:pt idx="5204">
                        <c:v>45364</c:v>
                      </c:pt>
                      <c:pt idx="5205">
                        <c:v>45365</c:v>
                      </c:pt>
                      <c:pt idx="5206">
                        <c:v>45366</c:v>
                      </c:pt>
                      <c:pt idx="5207">
                        <c:v>45369</c:v>
                      </c:pt>
                      <c:pt idx="5208">
                        <c:v>45370</c:v>
                      </c:pt>
                      <c:pt idx="5209">
                        <c:v>45371</c:v>
                      </c:pt>
                      <c:pt idx="5210">
                        <c:v>45372</c:v>
                      </c:pt>
                      <c:pt idx="5211">
                        <c:v>45373</c:v>
                      </c:pt>
                      <c:pt idx="5212">
                        <c:v>45376</c:v>
                      </c:pt>
                      <c:pt idx="5213">
                        <c:v>45377</c:v>
                      </c:pt>
                      <c:pt idx="5214">
                        <c:v>45378</c:v>
                      </c:pt>
                      <c:pt idx="5215">
                        <c:v>45379</c:v>
                      </c:pt>
                      <c:pt idx="5216">
                        <c:v>45380</c:v>
                      </c:pt>
                      <c:pt idx="5217">
                        <c:v>45383</c:v>
                      </c:pt>
                      <c:pt idx="5218">
                        <c:v>45384</c:v>
                      </c:pt>
                      <c:pt idx="5219">
                        <c:v>45385</c:v>
                      </c:pt>
                      <c:pt idx="5220">
                        <c:v>45386</c:v>
                      </c:pt>
                      <c:pt idx="5221">
                        <c:v>45387</c:v>
                      </c:pt>
                      <c:pt idx="5222">
                        <c:v>45390</c:v>
                      </c:pt>
                      <c:pt idx="5223">
                        <c:v>45391</c:v>
                      </c:pt>
                      <c:pt idx="5224">
                        <c:v>45392</c:v>
                      </c:pt>
                      <c:pt idx="5225">
                        <c:v>45393</c:v>
                      </c:pt>
                      <c:pt idx="5226">
                        <c:v>45394</c:v>
                      </c:pt>
                      <c:pt idx="5227">
                        <c:v>45397</c:v>
                      </c:pt>
                      <c:pt idx="5228">
                        <c:v>45398</c:v>
                      </c:pt>
                      <c:pt idx="5229">
                        <c:v>45399</c:v>
                      </c:pt>
                      <c:pt idx="5230">
                        <c:v>45400</c:v>
                      </c:pt>
                      <c:pt idx="5231">
                        <c:v>45401</c:v>
                      </c:pt>
                      <c:pt idx="5232">
                        <c:v>45404</c:v>
                      </c:pt>
                      <c:pt idx="5233">
                        <c:v>45405</c:v>
                      </c:pt>
                      <c:pt idx="5234">
                        <c:v>45406</c:v>
                      </c:pt>
                      <c:pt idx="5235">
                        <c:v>45407</c:v>
                      </c:pt>
                      <c:pt idx="5236">
                        <c:v>45408</c:v>
                      </c:pt>
                      <c:pt idx="5237">
                        <c:v>45411</c:v>
                      </c:pt>
                      <c:pt idx="5238">
                        <c:v>45412</c:v>
                      </c:pt>
                      <c:pt idx="5239">
                        <c:v>45413</c:v>
                      </c:pt>
                      <c:pt idx="5240">
                        <c:v>45414</c:v>
                      </c:pt>
                      <c:pt idx="5241">
                        <c:v>45415</c:v>
                      </c:pt>
                      <c:pt idx="5242">
                        <c:v>45418</c:v>
                      </c:pt>
                      <c:pt idx="5243">
                        <c:v>45419</c:v>
                      </c:pt>
                      <c:pt idx="5244">
                        <c:v>45420</c:v>
                      </c:pt>
                      <c:pt idx="5245">
                        <c:v>45421</c:v>
                      </c:pt>
                      <c:pt idx="5246">
                        <c:v>45422</c:v>
                      </c:pt>
                      <c:pt idx="5247">
                        <c:v>45425</c:v>
                      </c:pt>
                      <c:pt idx="5248">
                        <c:v>45426</c:v>
                      </c:pt>
                      <c:pt idx="5249">
                        <c:v>45427</c:v>
                      </c:pt>
                      <c:pt idx="5250">
                        <c:v>45428</c:v>
                      </c:pt>
                      <c:pt idx="5251">
                        <c:v>45429</c:v>
                      </c:pt>
                      <c:pt idx="5252">
                        <c:v>45432</c:v>
                      </c:pt>
                      <c:pt idx="5253">
                        <c:v>45433</c:v>
                      </c:pt>
                      <c:pt idx="5254">
                        <c:v>45434</c:v>
                      </c:pt>
                      <c:pt idx="5255">
                        <c:v>45435</c:v>
                      </c:pt>
                      <c:pt idx="5256">
                        <c:v>45436</c:v>
                      </c:pt>
                      <c:pt idx="5257">
                        <c:v>45439</c:v>
                      </c:pt>
                      <c:pt idx="5258">
                        <c:v>45440</c:v>
                      </c:pt>
                      <c:pt idx="5259">
                        <c:v>45441</c:v>
                      </c:pt>
                      <c:pt idx="5260">
                        <c:v>45442</c:v>
                      </c:pt>
                      <c:pt idx="5261">
                        <c:v>45443</c:v>
                      </c:pt>
                      <c:pt idx="5262">
                        <c:v>45446</c:v>
                      </c:pt>
                      <c:pt idx="5263">
                        <c:v>45447</c:v>
                      </c:pt>
                      <c:pt idx="5264">
                        <c:v>45448</c:v>
                      </c:pt>
                      <c:pt idx="5265">
                        <c:v>45449</c:v>
                      </c:pt>
                      <c:pt idx="5266">
                        <c:v>45450</c:v>
                      </c:pt>
                      <c:pt idx="5267">
                        <c:v>45453</c:v>
                      </c:pt>
                      <c:pt idx="5268">
                        <c:v>45454</c:v>
                      </c:pt>
                      <c:pt idx="5269">
                        <c:v>45455</c:v>
                      </c:pt>
                      <c:pt idx="5270">
                        <c:v>45456</c:v>
                      </c:pt>
                      <c:pt idx="5271">
                        <c:v>45457</c:v>
                      </c:pt>
                      <c:pt idx="5272">
                        <c:v>45460</c:v>
                      </c:pt>
                      <c:pt idx="5273">
                        <c:v>45461</c:v>
                      </c:pt>
                      <c:pt idx="5274">
                        <c:v>45462</c:v>
                      </c:pt>
                      <c:pt idx="5275">
                        <c:v>45463</c:v>
                      </c:pt>
                      <c:pt idx="5276">
                        <c:v>45464</c:v>
                      </c:pt>
                      <c:pt idx="5277">
                        <c:v>45467</c:v>
                      </c:pt>
                      <c:pt idx="5278">
                        <c:v>45468</c:v>
                      </c:pt>
                      <c:pt idx="5279">
                        <c:v>45469</c:v>
                      </c:pt>
                      <c:pt idx="5280">
                        <c:v>45470</c:v>
                      </c:pt>
                      <c:pt idx="5281">
                        <c:v>45471</c:v>
                      </c:pt>
                      <c:pt idx="5282">
                        <c:v>45474</c:v>
                      </c:pt>
                      <c:pt idx="5283">
                        <c:v>45475</c:v>
                      </c:pt>
                      <c:pt idx="5284">
                        <c:v>45476</c:v>
                      </c:pt>
                      <c:pt idx="5285">
                        <c:v>45477</c:v>
                      </c:pt>
                      <c:pt idx="5286">
                        <c:v>45478</c:v>
                      </c:pt>
                      <c:pt idx="5287">
                        <c:v>45481</c:v>
                      </c:pt>
                      <c:pt idx="5288">
                        <c:v>45482</c:v>
                      </c:pt>
                      <c:pt idx="5289">
                        <c:v>45483</c:v>
                      </c:pt>
                      <c:pt idx="5290">
                        <c:v>45484</c:v>
                      </c:pt>
                      <c:pt idx="5291">
                        <c:v>45485</c:v>
                      </c:pt>
                      <c:pt idx="5292">
                        <c:v>45488</c:v>
                      </c:pt>
                      <c:pt idx="5293">
                        <c:v>45489</c:v>
                      </c:pt>
                      <c:pt idx="5294">
                        <c:v>45490</c:v>
                      </c:pt>
                      <c:pt idx="5295">
                        <c:v>45491</c:v>
                      </c:pt>
                      <c:pt idx="5296">
                        <c:v>45492</c:v>
                      </c:pt>
                      <c:pt idx="5297">
                        <c:v>45495</c:v>
                      </c:pt>
                      <c:pt idx="5298">
                        <c:v>45496</c:v>
                      </c:pt>
                      <c:pt idx="5299">
                        <c:v>45497</c:v>
                      </c:pt>
                      <c:pt idx="5300">
                        <c:v>45498</c:v>
                      </c:pt>
                      <c:pt idx="5301">
                        <c:v>45499</c:v>
                      </c:pt>
                      <c:pt idx="5302">
                        <c:v>45502</c:v>
                      </c:pt>
                      <c:pt idx="5303">
                        <c:v>45503</c:v>
                      </c:pt>
                      <c:pt idx="5304">
                        <c:v>45504</c:v>
                      </c:pt>
                      <c:pt idx="5305">
                        <c:v>45505</c:v>
                      </c:pt>
                      <c:pt idx="5306">
                        <c:v>45506</c:v>
                      </c:pt>
                      <c:pt idx="5307">
                        <c:v>45509</c:v>
                      </c:pt>
                      <c:pt idx="5308">
                        <c:v>45510</c:v>
                      </c:pt>
                      <c:pt idx="5309">
                        <c:v>45511</c:v>
                      </c:pt>
                      <c:pt idx="5310">
                        <c:v>45512</c:v>
                      </c:pt>
                      <c:pt idx="5311">
                        <c:v>45513</c:v>
                      </c:pt>
                      <c:pt idx="5312">
                        <c:v>45516</c:v>
                      </c:pt>
                      <c:pt idx="5313">
                        <c:v>45517</c:v>
                      </c:pt>
                      <c:pt idx="5314">
                        <c:v>45518</c:v>
                      </c:pt>
                      <c:pt idx="5315">
                        <c:v>45519</c:v>
                      </c:pt>
                      <c:pt idx="5316">
                        <c:v>45520</c:v>
                      </c:pt>
                      <c:pt idx="5317">
                        <c:v>45523</c:v>
                      </c:pt>
                      <c:pt idx="5318">
                        <c:v>45524</c:v>
                      </c:pt>
                      <c:pt idx="5319">
                        <c:v>45525</c:v>
                      </c:pt>
                      <c:pt idx="5320">
                        <c:v>45526</c:v>
                      </c:pt>
                      <c:pt idx="5321">
                        <c:v>45527</c:v>
                      </c:pt>
                      <c:pt idx="5322">
                        <c:v>45530</c:v>
                      </c:pt>
                      <c:pt idx="5323">
                        <c:v>45531</c:v>
                      </c:pt>
                      <c:pt idx="5324">
                        <c:v>45532</c:v>
                      </c:pt>
                      <c:pt idx="5325">
                        <c:v>45533</c:v>
                      </c:pt>
                      <c:pt idx="5326">
                        <c:v>45534</c:v>
                      </c:pt>
                      <c:pt idx="5327">
                        <c:v>45537</c:v>
                      </c:pt>
                      <c:pt idx="5328">
                        <c:v>45538</c:v>
                      </c:pt>
                      <c:pt idx="5329">
                        <c:v>45539</c:v>
                      </c:pt>
                      <c:pt idx="5330">
                        <c:v>45540</c:v>
                      </c:pt>
                      <c:pt idx="5331">
                        <c:v>45541</c:v>
                      </c:pt>
                      <c:pt idx="5332">
                        <c:v>45544</c:v>
                      </c:pt>
                      <c:pt idx="5333">
                        <c:v>45545</c:v>
                      </c:pt>
                      <c:pt idx="5334">
                        <c:v>45546</c:v>
                      </c:pt>
                      <c:pt idx="5335">
                        <c:v>45547</c:v>
                      </c:pt>
                      <c:pt idx="5336">
                        <c:v>45548</c:v>
                      </c:pt>
                      <c:pt idx="5337">
                        <c:v>45551</c:v>
                      </c:pt>
                      <c:pt idx="5338">
                        <c:v>45552</c:v>
                      </c:pt>
                      <c:pt idx="5339">
                        <c:v>45553</c:v>
                      </c:pt>
                      <c:pt idx="5340">
                        <c:v>45554</c:v>
                      </c:pt>
                      <c:pt idx="5341">
                        <c:v>45555</c:v>
                      </c:pt>
                      <c:pt idx="5342">
                        <c:v>45558</c:v>
                      </c:pt>
                      <c:pt idx="5343">
                        <c:v>45559</c:v>
                      </c:pt>
                      <c:pt idx="5344">
                        <c:v>45560</c:v>
                      </c:pt>
                      <c:pt idx="5345">
                        <c:v>45561</c:v>
                      </c:pt>
                      <c:pt idx="5346">
                        <c:v>45562</c:v>
                      </c:pt>
                      <c:pt idx="5347">
                        <c:v>45565</c:v>
                      </c:pt>
                      <c:pt idx="5348">
                        <c:v>45566</c:v>
                      </c:pt>
                      <c:pt idx="5349">
                        <c:v>45567</c:v>
                      </c:pt>
                      <c:pt idx="5350">
                        <c:v>45568</c:v>
                      </c:pt>
                      <c:pt idx="5351">
                        <c:v>45569</c:v>
                      </c:pt>
                      <c:pt idx="5352">
                        <c:v>45572</c:v>
                      </c:pt>
                      <c:pt idx="5353">
                        <c:v>45573</c:v>
                      </c:pt>
                      <c:pt idx="5354">
                        <c:v>45574</c:v>
                      </c:pt>
                      <c:pt idx="5355">
                        <c:v>45575</c:v>
                      </c:pt>
                      <c:pt idx="5356">
                        <c:v>45576</c:v>
                      </c:pt>
                      <c:pt idx="5357">
                        <c:v>45579</c:v>
                      </c:pt>
                      <c:pt idx="5358">
                        <c:v>45580</c:v>
                      </c:pt>
                      <c:pt idx="5359">
                        <c:v>45581</c:v>
                      </c:pt>
                      <c:pt idx="5360">
                        <c:v>45582</c:v>
                      </c:pt>
                      <c:pt idx="5361">
                        <c:v>45583</c:v>
                      </c:pt>
                      <c:pt idx="5362">
                        <c:v>45586</c:v>
                      </c:pt>
                      <c:pt idx="5363">
                        <c:v>45587</c:v>
                      </c:pt>
                      <c:pt idx="5364">
                        <c:v>45588</c:v>
                      </c:pt>
                      <c:pt idx="5365">
                        <c:v>45589</c:v>
                      </c:pt>
                      <c:pt idx="5366">
                        <c:v>45590</c:v>
                      </c:pt>
                      <c:pt idx="5367">
                        <c:v>45593</c:v>
                      </c:pt>
                      <c:pt idx="5368">
                        <c:v>45594</c:v>
                      </c:pt>
                      <c:pt idx="5369">
                        <c:v>45595</c:v>
                      </c:pt>
                      <c:pt idx="5370">
                        <c:v>45596</c:v>
                      </c:pt>
                      <c:pt idx="5371">
                        <c:v>45597</c:v>
                      </c:pt>
                      <c:pt idx="5372">
                        <c:v>45601</c:v>
                      </c:pt>
                      <c:pt idx="5373">
                        <c:v>45602</c:v>
                      </c:pt>
                      <c:pt idx="5374">
                        <c:v>45603</c:v>
                      </c:pt>
                      <c:pt idx="5375">
                        <c:v>45604</c:v>
                      </c:pt>
                      <c:pt idx="5376">
                        <c:v>45608</c:v>
                      </c:pt>
                      <c:pt idx="5377">
                        <c:v>45609</c:v>
                      </c:pt>
                      <c:pt idx="5378">
                        <c:v>45610</c:v>
                      </c:pt>
                      <c:pt idx="5379">
                        <c:v>45611</c:v>
                      </c:pt>
                      <c:pt idx="5380">
                        <c:v>45614</c:v>
                      </c:pt>
                      <c:pt idx="5381">
                        <c:v>45615</c:v>
                      </c:pt>
                      <c:pt idx="5382">
                        <c:v>45616</c:v>
                      </c:pt>
                      <c:pt idx="5383">
                        <c:v>45617</c:v>
                      </c:pt>
                      <c:pt idx="5384">
                        <c:v>45618</c:v>
                      </c:pt>
                      <c:pt idx="5385">
                        <c:v>45621</c:v>
                      </c:pt>
                      <c:pt idx="5386">
                        <c:v>45622</c:v>
                      </c:pt>
                      <c:pt idx="5387">
                        <c:v>45623</c:v>
                      </c:pt>
                      <c:pt idx="5388">
                        <c:v>45624</c:v>
                      </c:pt>
                      <c:pt idx="5389">
                        <c:v>45625</c:v>
                      </c:pt>
                      <c:pt idx="5390">
                        <c:v>45628</c:v>
                      </c:pt>
                      <c:pt idx="5391">
                        <c:v>45629</c:v>
                      </c:pt>
                      <c:pt idx="5392">
                        <c:v>45630</c:v>
                      </c:pt>
                      <c:pt idx="5393">
                        <c:v>45631</c:v>
                      </c:pt>
                      <c:pt idx="5394">
                        <c:v>45632</c:v>
                      </c:pt>
                      <c:pt idx="5395">
                        <c:v>45635</c:v>
                      </c:pt>
                      <c:pt idx="5396">
                        <c:v>45636</c:v>
                      </c:pt>
                      <c:pt idx="5397">
                        <c:v>45637</c:v>
                      </c:pt>
                      <c:pt idx="5398">
                        <c:v>45638</c:v>
                      </c:pt>
                      <c:pt idx="5399">
                        <c:v>45639</c:v>
                      </c:pt>
                      <c:pt idx="5400">
                        <c:v>45642</c:v>
                      </c:pt>
                      <c:pt idx="5401">
                        <c:v>45643</c:v>
                      </c:pt>
                      <c:pt idx="5402">
                        <c:v>45644</c:v>
                      </c:pt>
                      <c:pt idx="5403">
                        <c:v>45645</c:v>
                      </c:pt>
                      <c:pt idx="5404">
                        <c:v>45646</c:v>
                      </c:pt>
                      <c:pt idx="5405">
                        <c:v>45649</c:v>
                      </c:pt>
                      <c:pt idx="5406">
                        <c:v>45650</c:v>
                      </c:pt>
                      <c:pt idx="5407">
                        <c:v>45652</c:v>
                      </c:pt>
                      <c:pt idx="5408">
                        <c:v>45653</c:v>
                      </c:pt>
                      <c:pt idx="5409">
                        <c:v>45656</c:v>
                      </c:pt>
                      <c:pt idx="5410">
                        <c:v>45657</c:v>
                      </c:pt>
                      <c:pt idx="5411">
                        <c:v>45659</c:v>
                      </c:pt>
                      <c:pt idx="5412">
                        <c:v>45660</c:v>
                      </c:pt>
                      <c:pt idx="5413">
                        <c:v>45663</c:v>
                      </c:pt>
                      <c:pt idx="5414">
                        <c:v>45664</c:v>
                      </c:pt>
                      <c:pt idx="5415">
                        <c:v>45665</c:v>
                      </c:pt>
                      <c:pt idx="5416">
                        <c:v>45666</c:v>
                      </c:pt>
                      <c:pt idx="5417">
                        <c:v>45667</c:v>
                      </c:pt>
                      <c:pt idx="5418">
                        <c:v>45670</c:v>
                      </c:pt>
                      <c:pt idx="5419">
                        <c:v>45671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Hoja2!$C$316:$C$5735</c15:sqref>
                        </c15:formulaRef>
                      </c:ext>
                    </c:extLst>
                    <c:numCache>
                      <c:formatCode>0.00</c:formatCode>
                      <c:ptCount val="5420"/>
                      <c:pt idx="0">
                        <c:v>11.798475036810499</c:v>
                      </c:pt>
                      <c:pt idx="1">
                        <c:v>11.766912961388901</c:v>
                      </c:pt>
                      <c:pt idx="2">
                        <c:v>11.704147094906601</c:v>
                      </c:pt>
                      <c:pt idx="3">
                        <c:v>11.7460493218608</c:v>
                      </c:pt>
                      <c:pt idx="4">
                        <c:v>11.7973210039642</c:v>
                      </c:pt>
                      <c:pt idx="5">
                        <c:v>11.7541239810043</c:v>
                      </c:pt>
                      <c:pt idx="6">
                        <c:v>11.6485744374886</c:v>
                      </c:pt>
                      <c:pt idx="7">
                        <c:v>11.525273587796001</c:v>
                      </c:pt>
                      <c:pt idx="8">
                        <c:v>11.5829372175501</c:v>
                      </c:pt>
                      <c:pt idx="9">
                        <c:v>11.382291512871101</c:v>
                      </c:pt>
                      <c:pt idx="10">
                        <c:v>11.2839871689338</c:v>
                      </c:pt>
                      <c:pt idx="11">
                        <c:v>11.2839871689338</c:v>
                      </c:pt>
                      <c:pt idx="12">
                        <c:v>11.277413615991</c:v>
                      </c:pt>
                      <c:pt idx="13">
                        <c:v>11.178426789160399</c:v>
                      </c:pt>
                      <c:pt idx="14">
                        <c:v>11.2171875509828</c:v>
                      </c:pt>
                      <c:pt idx="15">
                        <c:v>11.367890420688701</c:v>
                      </c:pt>
                      <c:pt idx="16">
                        <c:v>11.6556894894543</c:v>
                      </c:pt>
                      <c:pt idx="17">
                        <c:v>11.703272335721101</c:v>
                      </c:pt>
                      <c:pt idx="18">
                        <c:v>12.314008511574499</c:v>
                      </c:pt>
                      <c:pt idx="19">
                        <c:v>12.558525507218</c:v>
                      </c:pt>
                      <c:pt idx="20">
                        <c:v>12.287837605863</c:v>
                      </c:pt>
                      <c:pt idx="21">
                        <c:v>12.280052935972099</c:v>
                      </c:pt>
                      <c:pt idx="22">
                        <c:v>11.908066480065701</c:v>
                      </c:pt>
                      <c:pt idx="23">
                        <c:v>12.002146614126699</c:v>
                      </c:pt>
                      <c:pt idx="24">
                        <c:v>12.3576036927436</c:v>
                      </c:pt>
                      <c:pt idx="25">
                        <c:v>12.7237751761096</c:v>
                      </c:pt>
                      <c:pt idx="26">
                        <c:v>13.049822170891</c:v>
                      </c:pt>
                      <c:pt idx="27">
                        <c:v>13.1741168184806</c:v>
                      </c:pt>
                      <c:pt idx="28">
                        <c:v>13.203639011420099</c:v>
                      </c:pt>
                      <c:pt idx="29">
                        <c:v>13.1891150419232</c:v>
                      </c:pt>
                      <c:pt idx="30">
                        <c:v>14.030146276274101</c:v>
                      </c:pt>
                      <c:pt idx="31">
                        <c:v>14.3117329068091</c:v>
                      </c:pt>
                      <c:pt idx="32">
                        <c:v>14.4614775044656</c:v>
                      </c:pt>
                      <c:pt idx="33">
                        <c:v>14.1784088403745</c:v>
                      </c:pt>
                      <c:pt idx="34">
                        <c:v>14.150539143964499</c:v>
                      </c:pt>
                      <c:pt idx="35">
                        <c:v>14.4121336861757</c:v>
                      </c:pt>
                      <c:pt idx="36">
                        <c:v>13.879938594518499</c:v>
                      </c:pt>
                      <c:pt idx="37">
                        <c:v>13.7411955234406</c:v>
                      </c:pt>
                      <c:pt idx="38">
                        <c:v>13.765925589578901</c:v>
                      </c:pt>
                      <c:pt idx="39">
                        <c:v>14.062741684477</c:v>
                      </c:pt>
                      <c:pt idx="40">
                        <c:v>14.052647545302101</c:v>
                      </c:pt>
                      <c:pt idx="41">
                        <c:v>14.3892946938062</c:v>
                      </c:pt>
                      <c:pt idx="42">
                        <c:v>14.3892946938062</c:v>
                      </c:pt>
                      <c:pt idx="43">
                        <c:v>14.032845584019601</c:v>
                      </c:pt>
                      <c:pt idx="44">
                        <c:v>14.284452656025801</c:v>
                      </c:pt>
                      <c:pt idx="45">
                        <c:v>13.8338642604466</c:v>
                      </c:pt>
                      <c:pt idx="46">
                        <c:v>13.926876124726</c:v>
                      </c:pt>
                      <c:pt idx="47">
                        <c:v>13.8927611233756</c:v>
                      </c:pt>
                      <c:pt idx="48">
                        <c:v>14.0730589050637</c:v>
                      </c:pt>
                      <c:pt idx="49">
                        <c:v>14.0135169512518</c:v>
                      </c:pt>
                      <c:pt idx="50">
                        <c:v>13.9317557520737</c:v>
                      </c:pt>
                      <c:pt idx="51">
                        <c:v>13.7689155081096</c:v>
                      </c:pt>
                      <c:pt idx="52">
                        <c:v>13.672889213363099</c:v>
                      </c:pt>
                      <c:pt idx="53">
                        <c:v>13.781443678769399</c:v>
                      </c:pt>
                      <c:pt idx="54">
                        <c:v>14.129212580727</c:v>
                      </c:pt>
                      <c:pt idx="55">
                        <c:v>14.299474541852099</c:v>
                      </c:pt>
                      <c:pt idx="56">
                        <c:v>14.393011727338299</c:v>
                      </c:pt>
                      <c:pt idx="57">
                        <c:v>14.393011727338299</c:v>
                      </c:pt>
                      <c:pt idx="58">
                        <c:v>14.344733089038099</c:v>
                      </c:pt>
                      <c:pt idx="59">
                        <c:v>14.1427396207451</c:v>
                      </c:pt>
                      <c:pt idx="60">
                        <c:v>14.146835662137899</c:v>
                      </c:pt>
                      <c:pt idx="61">
                        <c:v>14.1277676396743</c:v>
                      </c:pt>
                      <c:pt idx="62">
                        <c:v>14.1277676396743</c:v>
                      </c:pt>
                      <c:pt idx="63">
                        <c:v>13.9703629336001</c:v>
                      </c:pt>
                      <c:pt idx="64">
                        <c:v>13.971417689146699</c:v>
                      </c:pt>
                      <c:pt idx="65">
                        <c:v>13.895906352208</c:v>
                      </c:pt>
                      <c:pt idx="66">
                        <c:v>13.9524167974006</c:v>
                      </c:pt>
                      <c:pt idx="67">
                        <c:v>14.244588185479</c:v>
                      </c:pt>
                      <c:pt idx="68">
                        <c:v>14.013486636428199</c:v>
                      </c:pt>
                      <c:pt idx="69">
                        <c:v>13.7725754101901</c:v>
                      </c:pt>
                      <c:pt idx="70">
                        <c:v>14.0326348688906</c:v>
                      </c:pt>
                      <c:pt idx="71">
                        <c:v>13.977693308176599</c:v>
                      </c:pt>
                      <c:pt idx="72">
                        <c:v>14.0730597631712</c:v>
                      </c:pt>
                      <c:pt idx="73">
                        <c:v>13.9534331013369</c:v>
                      </c:pt>
                      <c:pt idx="74">
                        <c:v>13.9226114370279</c:v>
                      </c:pt>
                      <c:pt idx="75">
                        <c:v>13.8730830180672</c:v>
                      </c:pt>
                      <c:pt idx="76">
                        <c:v>13.922024819286101</c:v>
                      </c:pt>
                      <c:pt idx="77">
                        <c:v>14.129396625462601</c:v>
                      </c:pt>
                      <c:pt idx="78">
                        <c:v>13.9389657814615</c:v>
                      </c:pt>
                      <c:pt idx="79">
                        <c:v>13.7822161780038</c:v>
                      </c:pt>
                      <c:pt idx="80">
                        <c:v>13.940140828571099</c:v>
                      </c:pt>
                      <c:pt idx="81">
                        <c:v>13.945539420897701</c:v>
                      </c:pt>
                      <c:pt idx="82">
                        <c:v>13.945539420897701</c:v>
                      </c:pt>
                      <c:pt idx="83">
                        <c:v>13.9844872229644</c:v>
                      </c:pt>
                      <c:pt idx="84">
                        <c:v>14.0265480437871</c:v>
                      </c:pt>
                      <c:pt idx="85">
                        <c:v>14.1213880702685</c:v>
                      </c:pt>
                      <c:pt idx="86">
                        <c:v>14.0320756133211</c:v>
                      </c:pt>
                      <c:pt idx="87">
                        <c:v>14.353949862410699</c:v>
                      </c:pt>
                      <c:pt idx="88">
                        <c:v>14.0629202154834</c:v>
                      </c:pt>
                      <c:pt idx="89">
                        <c:v>14.0277237821265</c:v>
                      </c:pt>
                      <c:pt idx="90">
                        <c:v>14.0503861766905</c:v>
                      </c:pt>
                      <c:pt idx="91">
                        <c:v>14.059099360425501</c:v>
                      </c:pt>
                      <c:pt idx="92">
                        <c:v>14.091386302136399</c:v>
                      </c:pt>
                      <c:pt idx="93">
                        <c:v>14.0817088095021</c:v>
                      </c:pt>
                      <c:pt idx="94">
                        <c:v>14.046084908190499</c:v>
                      </c:pt>
                      <c:pt idx="95">
                        <c:v>14.044142509166001</c:v>
                      </c:pt>
                      <c:pt idx="96">
                        <c:v>14.1993535930881</c:v>
                      </c:pt>
                      <c:pt idx="97">
                        <c:v>14.165372744243699</c:v>
                      </c:pt>
                      <c:pt idx="98">
                        <c:v>13.9499654231384</c:v>
                      </c:pt>
                      <c:pt idx="99">
                        <c:v>13.9994212333833</c:v>
                      </c:pt>
                      <c:pt idx="100">
                        <c:v>13.956267318422301</c:v>
                      </c:pt>
                      <c:pt idx="101">
                        <c:v>13.956267318422301</c:v>
                      </c:pt>
                      <c:pt idx="102">
                        <c:v>13.8742259674459</c:v>
                      </c:pt>
                      <c:pt idx="103">
                        <c:v>13.8397438001682</c:v>
                      </c:pt>
                      <c:pt idx="104">
                        <c:v>13.7801145160663</c:v>
                      </c:pt>
                      <c:pt idx="105">
                        <c:v>13.761580153188801</c:v>
                      </c:pt>
                      <c:pt idx="106">
                        <c:v>13.622302118687299</c:v>
                      </c:pt>
                      <c:pt idx="107">
                        <c:v>13.4543629191637</c:v>
                      </c:pt>
                      <c:pt idx="108">
                        <c:v>13.3531006739112</c:v>
                      </c:pt>
                      <c:pt idx="109">
                        <c:v>13.3105303477096</c:v>
                      </c:pt>
                      <c:pt idx="110">
                        <c:v>13.4282274648696</c:v>
                      </c:pt>
                      <c:pt idx="111">
                        <c:v>13.3149240586612</c:v>
                      </c:pt>
                      <c:pt idx="112">
                        <c:v>13.270134534571699</c:v>
                      </c:pt>
                      <c:pt idx="113">
                        <c:v>13.2616231547805</c:v>
                      </c:pt>
                      <c:pt idx="114">
                        <c:v>13.407487545553</c:v>
                      </c:pt>
                      <c:pt idx="115">
                        <c:v>13.3904434614377</c:v>
                      </c:pt>
                      <c:pt idx="116">
                        <c:v>13.421858276942601</c:v>
                      </c:pt>
                      <c:pt idx="117">
                        <c:v>13.3483696805744</c:v>
                      </c:pt>
                      <c:pt idx="118">
                        <c:v>13.2385112533595</c:v>
                      </c:pt>
                      <c:pt idx="119">
                        <c:v>13.022732141095901</c:v>
                      </c:pt>
                      <c:pt idx="120">
                        <c:v>13.0967013671424</c:v>
                      </c:pt>
                      <c:pt idx="121">
                        <c:v>12.9209822748658</c:v>
                      </c:pt>
                      <c:pt idx="122">
                        <c:v>12.8800676028753</c:v>
                      </c:pt>
                      <c:pt idx="123">
                        <c:v>13.1798315517321</c:v>
                      </c:pt>
                      <c:pt idx="124">
                        <c:v>13.0153465556497</c:v>
                      </c:pt>
                      <c:pt idx="125">
                        <c:v>12.930757614400401</c:v>
                      </c:pt>
                      <c:pt idx="126">
                        <c:v>13.0621855012098</c:v>
                      </c:pt>
                      <c:pt idx="127">
                        <c:v>13.287592208053599</c:v>
                      </c:pt>
                      <c:pt idx="128">
                        <c:v>13.204533709258699</c:v>
                      </c:pt>
                      <c:pt idx="129">
                        <c:v>13.1147552042206</c:v>
                      </c:pt>
                      <c:pt idx="130">
                        <c:v>13.2830067276301</c:v>
                      </c:pt>
                      <c:pt idx="131">
                        <c:v>13.2849340340626</c:v>
                      </c:pt>
                      <c:pt idx="132">
                        <c:v>13.095722201762801</c:v>
                      </c:pt>
                      <c:pt idx="133">
                        <c:v>13.1282367680524</c:v>
                      </c:pt>
                      <c:pt idx="134">
                        <c:v>13.058257777770899</c:v>
                      </c:pt>
                      <c:pt idx="135">
                        <c:v>13.1145294530331</c:v>
                      </c:pt>
                      <c:pt idx="136">
                        <c:v>13.2542463859851</c:v>
                      </c:pt>
                      <c:pt idx="137">
                        <c:v>13.0782652525073</c:v>
                      </c:pt>
                      <c:pt idx="138">
                        <c:v>12.9842432391789</c:v>
                      </c:pt>
                      <c:pt idx="139">
                        <c:v>13.0281148272287</c:v>
                      </c:pt>
                      <c:pt idx="140">
                        <c:v>12.950541250216601</c:v>
                      </c:pt>
                      <c:pt idx="141">
                        <c:v>12.856018503814299</c:v>
                      </c:pt>
                      <c:pt idx="142">
                        <c:v>12.880519606924601</c:v>
                      </c:pt>
                      <c:pt idx="143">
                        <c:v>12.8320837717998</c:v>
                      </c:pt>
                      <c:pt idx="144">
                        <c:v>12.7768456025864</c:v>
                      </c:pt>
                      <c:pt idx="145">
                        <c:v>12.7996964775627</c:v>
                      </c:pt>
                      <c:pt idx="146">
                        <c:v>12.7996964775627</c:v>
                      </c:pt>
                      <c:pt idx="147">
                        <c:v>12.832424821318099</c:v>
                      </c:pt>
                      <c:pt idx="148">
                        <c:v>12.828760160804</c:v>
                      </c:pt>
                      <c:pt idx="149">
                        <c:v>12.7883947486611</c:v>
                      </c:pt>
                      <c:pt idx="150">
                        <c:v>12.7316734360222</c:v>
                      </c:pt>
                      <c:pt idx="151">
                        <c:v>12.736263938673501</c:v>
                      </c:pt>
                      <c:pt idx="152">
                        <c:v>12.769449935371799</c:v>
                      </c:pt>
                      <c:pt idx="153">
                        <c:v>12.731142969494799</c:v>
                      </c:pt>
                      <c:pt idx="154">
                        <c:v>12.8264313986024</c:v>
                      </c:pt>
                      <c:pt idx="155">
                        <c:v>12.835958777959901</c:v>
                      </c:pt>
                      <c:pt idx="156">
                        <c:v>12.835958777959901</c:v>
                      </c:pt>
                      <c:pt idx="157">
                        <c:v>12.7615690202149</c:v>
                      </c:pt>
                      <c:pt idx="158">
                        <c:v>12.730933795387401</c:v>
                      </c:pt>
                      <c:pt idx="159">
                        <c:v>12.677359441289299</c:v>
                      </c:pt>
                      <c:pt idx="160">
                        <c:v>12.7512561083725</c:v>
                      </c:pt>
                      <c:pt idx="161">
                        <c:v>12.735447275174799</c:v>
                      </c:pt>
                      <c:pt idx="162">
                        <c:v>12.629132320511401</c:v>
                      </c:pt>
                      <c:pt idx="163">
                        <c:v>12.6007781706288</c:v>
                      </c:pt>
                      <c:pt idx="164">
                        <c:v>12.5996115130676</c:v>
                      </c:pt>
                      <c:pt idx="165">
                        <c:v>12.5126658314837</c:v>
                      </c:pt>
                      <c:pt idx="166">
                        <c:v>12.5126658314837</c:v>
                      </c:pt>
                      <c:pt idx="167">
                        <c:v>12.5351227919514</c:v>
                      </c:pt>
                      <c:pt idx="168">
                        <c:v>12.429823717642201</c:v>
                      </c:pt>
                      <c:pt idx="169">
                        <c:v>12.3476940768979</c:v>
                      </c:pt>
                      <c:pt idx="170">
                        <c:v>12.4308806119364</c:v>
                      </c:pt>
                      <c:pt idx="171">
                        <c:v>12.5110701994619</c:v>
                      </c:pt>
                      <c:pt idx="172">
                        <c:v>12.3627556185158</c:v>
                      </c:pt>
                      <c:pt idx="173">
                        <c:v>12.3229113247175</c:v>
                      </c:pt>
                      <c:pt idx="174">
                        <c:v>12.2420097586227</c:v>
                      </c:pt>
                      <c:pt idx="175">
                        <c:v>12.1208931343452</c:v>
                      </c:pt>
                      <c:pt idx="176">
                        <c:v>12.262959878370999</c:v>
                      </c:pt>
                      <c:pt idx="177">
                        <c:v>12.3642873912578</c:v>
                      </c:pt>
                      <c:pt idx="178">
                        <c:v>12.3673979234195</c:v>
                      </c:pt>
                      <c:pt idx="179">
                        <c:v>12.582855215187299</c:v>
                      </c:pt>
                      <c:pt idx="180">
                        <c:v>12.492859364748</c:v>
                      </c:pt>
                      <c:pt idx="181">
                        <c:v>12.5047643968716</c:v>
                      </c:pt>
                      <c:pt idx="182">
                        <c:v>12.6165863009007</c:v>
                      </c:pt>
                      <c:pt idx="183">
                        <c:v>12.6165863009007</c:v>
                      </c:pt>
                      <c:pt idx="184">
                        <c:v>12.703718138374599</c:v>
                      </c:pt>
                      <c:pt idx="185">
                        <c:v>12.5284581924817</c:v>
                      </c:pt>
                      <c:pt idx="186">
                        <c:v>12.4448322093124</c:v>
                      </c:pt>
                      <c:pt idx="187">
                        <c:v>12.4328718495796</c:v>
                      </c:pt>
                      <c:pt idx="188">
                        <c:v>12.453058579387401</c:v>
                      </c:pt>
                      <c:pt idx="189">
                        <c:v>12.3605046873297</c:v>
                      </c:pt>
                      <c:pt idx="190">
                        <c:v>12.2849905200562</c:v>
                      </c:pt>
                      <c:pt idx="191">
                        <c:v>12.094932518616099</c:v>
                      </c:pt>
                      <c:pt idx="192">
                        <c:v>12.0919898989185</c:v>
                      </c:pt>
                      <c:pt idx="193">
                        <c:v>12.026211201448801</c:v>
                      </c:pt>
                      <c:pt idx="194">
                        <c:v>12.0824392594435</c:v>
                      </c:pt>
                      <c:pt idx="195">
                        <c:v>9.0201969306783703</c:v>
                      </c:pt>
                      <c:pt idx="196">
                        <c:v>11.9762372103126</c:v>
                      </c:pt>
                      <c:pt idx="197">
                        <c:v>11.9180910093155</c:v>
                      </c:pt>
                      <c:pt idx="198">
                        <c:v>11.7906489094444</c:v>
                      </c:pt>
                      <c:pt idx="199">
                        <c:v>11.836120898616199</c:v>
                      </c:pt>
                      <c:pt idx="200">
                        <c:v>11.836120898616199</c:v>
                      </c:pt>
                      <c:pt idx="201">
                        <c:v>11.568487202410401</c:v>
                      </c:pt>
                      <c:pt idx="202">
                        <c:v>11.365516742374</c:v>
                      </c:pt>
                      <c:pt idx="203">
                        <c:v>11.507513595828399</c:v>
                      </c:pt>
                      <c:pt idx="204">
                        <c:v>11.5696723118458</c:v>
                      </c:pt>
                      <c:pt idx="205">
                        <c:v>11.577856304489</c:v>
                      </c:pt>
                      <c:pt idx="206">
                        <c:v>11.577856304489</c:v>
                      </c:pt>
                      <c:pt idx="207">
                        <c:v>11.821964668248</c:v>
                      </c:pt>
                      <c:pt idx="208">
                        <c:v>11.604447201083399</c:v>
                      </c:pt>
                      <c:pt idx="209">
                        <c:v>11.553680019191599</c:v>
                      </c:pt>
                      <c:pt idx="210">
                        <c:v>11.6447217484942</c:v>
                      </c:pt>
                      <c:pt idx="211">
                        <c:v>11.8887018702991</c:v>
                      </c:pt>
                      <c:pt idx="212">
                        <c:v>11.763198029500399</c:v>
                      </c:pt>
                      <c:pt idx="213">
                        <c:v>11.704149396906701</c:v>
                      </c:pt>
                      <c:pt idx="214">
                        <c:v>11.9108059344063</c:v>
                      </c:pt>
                      <c:pt idx="215">
                        <c:v>11.7564643770051</c:v>
                      </c:pt>
                      <c:pt idx="216">
                        <c:v>11.9610381540479</c:v>
                      </c:pt>
                      <c:pt idx="217">
                        <c:v>11.7185644657533</c:v>
                      </c:pt>
                      <c:pt idx="218">
                        <c:v>11.712100859583501</c:v>
                      </c:pt>
                      <c:pt idx="219">
                        <c:v>11.7193174577439</c:v>
                      </c:pt>
                      <c:pt idx="220">
                        <c:v>11.673267207286401</c:v>
                      </c:pt>
                      <c:pt idx="221">
                        <c:v>11.6209340985806</c:v>
                      </c:pt>
                      <c:pt idx="222">
                        <c:v>11.6133249853011</c:v>
                      </c:pt>
                      <c:pt idx="223">
                        <c:v>11.444029060544599</c:v>
                      </c:pt>
                      <c:pt idx="224">
                        <c:v>11.625443617211401</c:v>
                      </c:pt>
                      <c:pt idx="225">
                        <c:v>11.5814053965896</c:v>
                      </c:pt>
                      <c:pt idx="226">
                        <c:v>11.590101505496101</c:v>
                      </c:pt>
                      <c:pt idx="227">
                        <c:v>11.584132237990801</c:v>
                      </c:pt>
                      <c:pt idx="228">
                        <c:v>11.524384365298699</c:v>
                      </c:pt>
                      <c:pt idx="229">
                        <c:v>11.4228693066978</c:v>
                      </c:pt>
                      <c:pt idx="230">
                        <c:v>11.4230734809368</c:v>
                      </c:pt>
                      <c:pt idx="231">
                        <c:v>11.3583879900567</c:v>
                      </c:pt>
                      <c:pt idx="232">
                        <c:v>11.3284864689816</c:v>
                      </c:pt>
                      <c:pt idx="233">
                        <c:v>11.327944796580301</c:v>
                      </c:pt>
                      <c:pt idx="234">
                        <c:v>11.27848809312</c:v>
                      </c:pt>
                      <c:pt idx="235">
                        <c:v>11.274892874224999</c:v>
                      </c:pt>
                      <c:pt idx="236">
                        <c:v>11.3296982272901</c:v>
                      </c:pt>
                      <c:pt idx="237">
                        <c:v>11.316516938667</c:v>
                      </c:pt>
                      <c:pt idx="238">
                        <c:v>11.352346201773001</c:v>
                      </c:pt>
                      <c:pt idx="239">
                        <c:v>11.378582046487301</c:v>
                      </c:pt>
                      <c:pt idx="240">
                        <c:v>11.4594256164679</c:v>
                      </c:pt>
                      <c:pt idx="241">
                        <c:v>11.4254943817838</c:v>
                      </c:pt>
                      <c:pt idx="242">
                        <c:v>11.4417270213062</c:v>
                      </c:pt>
                      <c:pt idx="243">
                        <c:v>11.552508597493899</c:v>
                      </c:pt>
                      <c:pt idx="244">
                        <c:v>11.5609082746669</c:v>
                      </c:pt>
                      <c:pt idx="245">
                        <c:v>11.5529994617672</c:v>
                      </c:pt>
                      <c:pt idx="246">
                        <c:v>11.4952706515909</c:v>
                      </c:pt>
                      <c:pt idx="247">
                        <c:v>11.5769123609101</c:v>
                      </c:pt>
                      <c:pt idx="248">
                        <c:v>11.5583564725566</c:v>
                      </c:pt>
                      <c:pt idx="249">
                        <c:v>11.5635291603067</c:v>
                      </c:pt>
                      <c:pt idx="250">
                        <c:v>11.5896776554564</c:v>
                      </c:pt>
                      <c:pt idx="251">
                        <c:v>11.785522480704801</c:v>
                      </c:pt>
                      <c:pt idx="252">
                        <c:v>11.8653319480345</c:v>
                      </c:pt>
                      <c:pt idx="253">
                        <c:v>12.0665422851302</c:v>
                      </c:pt>
                      <c:pt idx="254">
                        <c:v>11.9792021039685</c:v>
                      </c:pt>
                      <c:pt idx="255">
                        <c:v>12.039285662396701</c:v>
                      </c:pt>
                      <c:pt idx="256">
                        <c:v>12.039285662396701</c:v>
                      </c:pt>
                      <c:pt idx="257">
                        <c:v>11.973562509321599</c:v>
                      </c:pt>
                      <c:pt idx="258">
                        <c:v>12.2826320513353</c:v>
                      </c:pt>
                      <c:pt idx="259">
                        <c:v>12.2826320513353</c:v>
                      </c:pt>
                      <c:pt idx="260">
                        <c:v>12.2826320513353</c:v>
                      </c:pt>
                      <c:pt idx="261">
                        <c:v>12.5862245336091</c:v>
                      </c:pt>
                      <c:pt idx="262">
                        <c:v>12.5775288817884</c:v>
                      </c:pt>
                      <c:pt idx="263">
                        <c:v>12.3711337489225</c:v>
                      </c:pt>
                      <c:pt idx="264">
                        <c:v>12.2577088089075</c:v>
                      </c:pt>
                      <c:pt idx="265">
                        <c:v>12.188938150476201</c:v>
                      </c:pt>
                      <c:pt idx="266">
                        <c:v>12.172247631143</c:v>
                      </c:pt>
                      <c:pt idx="267">
                        <c:v>12.141407965865699</c:v>
                      </c:pt>
                      <c:pt idx="268">
                        <c:v>12.1474336449697</c:v>
                      </c:pt>
                      <c:pt idx="269">
                        <c:v>12.0764211001622</c:v>
                      </c:pt>
                      <c:pt idx="270">
                        <c:v>12.126575738472299</c:v>
                      </c:pt>
                      <c:pt idx="271">
                        <c:v>12.056881699008001</c:v>
                      </c:pt>
                      <c:pt idx="272">
                        <c:v>12.085765431629</c:v>
                      </c:pt>
                      <c:pt idx="273">
                        <c:v>11.975413941662699</c:v>
                      </c:pt>
                      <c:pt idx="274">
                        <c:v>11.967897110201299</c:v>
                      </c:pt>
                      <c:pt idx="275">
                        <c:v>11.8729031646827</c:v>
                      </c:pt>
                      <c:pt idx="276">
                        <c:v>11.9098775809508</c:v>
                      </c:pt>
                      <c:pt idx="277">
                        <c:v>11.827760922284501</c:v>
                      </c:pt>
                      <c:pt idx="278">
                        <c:v>11.7834471735036</c:v>
                      </c:pt>
                      <c:pt idx="279">
                        <c:v>11.813790373886601</c:v>
                      </c:pt>
                      <c:pt idx="280">
                        <c:v>11.762889704701299</c:v>
                      </c:pt>
                      <c:pt idx="281">
                        <c:v>11.7374239241487</c:v>
                      </c:pt>
                      <c:pt idx="282">
                        <c:v>11.609286533790501</c:v>
                      </c:pt>
                      <c:pt idx="283">
                        <c:v>11.490202321063901</c:v>
                      </c:pt>
                      <c:pt idx="284">
                        <c:v>11.4425056144102</c:v>
                      </c:pt>
                      <c:pt idx="285">
                        <c:v>11.427901427951101</c:v>
                      </c:pt>
                      <c:pt idx="286">
                        <c:v>11.4342544419563</c:v>
                      </c:pt>
                      <c:pt idx="287">
                        <c:v>11.344195945272499</c:v>
                      </c:pt>
                      <c:pt idx="288">
                        <c:v>11.2954951885259</c:v>
                      </c:pt>
                      <c:pt idx="289">
                        <c:v>11.309372257726899</c:v>
                      </c:pt>
                      <c:pt idx="290">
                        <c:v>11.3227117059457</c:v>
                      </c:pt>
                      <c:pt idx="291">
                        <c:v>11.3227117059457</c:v>
                      </c:pt>
                      <c:pt idx="292">
                        <c:v>11.306825135957</c:v>
                      </c:pt>
                      <c:pt idx="293">
                        <c:v>11.3536060374302</c:v>
                      </c:pt>
                      <c:pt idx="294">
                        <c:v>11.317886526893</c:v>
                      </c:pt>
                      <c:pt idx="295">
                        <c:v>11.3202992935525</c:v>
                      </c:pt>
                      <c:pt idx="296">
                        <c:v>11.266429220441101</c:v>
                      </c:pt>
                      <c:pt idx="297">
                        <c:v>11.214834164609201</c:v>
                      </c:pt>
                      <c:pt idx="298">
                        <c:v>11.152248649995499</c:v>
                      </c:pt>
                      <c:pt idx="299">
                        <c:v>11.087813951478999</c:v>
                      </c:pt>
                      <c:pt idx="300">
                        <c:v>11.051804579742701</c:v>
                      </c:pt>
                      <c:pt idx="301">
                        <c:v>11.0097710287789</c:v>
                      </c:pt>
                      <c:pt idx="302">
                        <c:v>11.021655221071899</c:v>
                      </c:pt>
                      <c:pt idx="303">
                        <c:v>10.9791577630624</c:v>
                      </c:pt>
                      <c:pt idx="304">
                        <c:v>10.9814094929205</c:v>
                      </c:pt>
                      <c:pt idx="305">
                        <c:v>10.9746978898301</c:v>
                      </c:pt>
                      <c:pt idx="306">
                        <c:v>10.9085270504817</c:v>
                      </c:pt>
                      <c:pt idx="307">
                        <c:v>10.8465413722968</c:v>
                      </c:pt>
                      <c:pt idx="308">
                        <c:v>10.775276042418399</c:v>
                      </c:pt>
                      <c:pt idx="309">
                        <c:v>10.557390448583201</c:v>
                      </c:pt>
                      <c:pt idx="310">
                        <c:v>10.557390448583201</c:v>
                      </c:pt>
                      <c:pt idx="311">
                        <c:v>10.5645645466219</c:v>
                      </c:pt>
                      <c:pt idx="312">
                        <c:v>10.659580655463699</c:v>
                      </c:pt>
                      <c:pt idx="313">
                        <c:v>10.666907839738901</c:v>
                      </c:pt>
                      <c:pt idx="314">
                        <c:v>10.5146963025655</c:v>
                      </c:pt>
                      <c:pt idx="315">
                        <c:v>10.528075097185701</c:v>
                      </c:pt>
                      <c:pt idx="316">
                        <c:v>10.3050287785073</c:v>
                      </c:pt>
                      <c:pt idx="317">
                        <c:v>10.3261967965654</c:v>
                      </c:pt>
                      <c:pt idx="318">
                        <c:v>10.378242916739699</c:v>
                      </c:pt>
                      <c:pt idx="319">
                        <c:v>10.2853211654852</c:v>
                      </c:pt>
                      <c:pt idx="320">
                        <c:v>10.259230032584799</c:v>
                      </c:pt>
                      <c:pt idx="321">
                        <c:v>10.1451540936574</c:v>
                      </c:pt>
                      <c:pt idx="322">
                        <c:v>10.106427139594899</c:v>
                      </c:pt>
                      <c:pt idx="323">
                        <c:v>10.071829496450601</c:v>
                      </c:pt>
                      <c:pt idx="324">
                        <c:v>10.0156425699141</c:v>
                      </c:pt>
                      <c:pt idx="325">
                        <c:v>9.9874551838604599</c:v>
                      </c:pt>
                      <c:pt idx="326">
                        <c:v>10.0061614214021</c:v>
                      </c:pt>
                      <c:pt idx="327">
                        <c:v>10.0256072635124</c:v>
                      </c:pt>
                      <c:pt idx="328">
                        <c:v>9.8895802962276704</c:v>
                      </c:pt>
                      <c:pt idx="329">
                        <c:v>9.8817341559363392</c:v>
                      </c:pt>
                      <c:pt idx="330">
                        <c:v>9.8817341559363392</c:v>
                      </c:pt>
                      <c:pt idx="331">
                        <c:v>9.9238273895376494</c:v>
                      </c:pt>
                      <c:pt idx="332">
                        <c:v>9.8899080490541298</c:v>
                      </c:pt>
                      <c:pt idx="333">
                        <c:v>9.6874873436147499</c:v>
                      </c:pt>
                      <c:pt idx="334">
                        <c:v>9.5937456627700808</c:v>
                      </c:pt>
                      <c:pt idx="335">
                        <c:v>9.3755074241733602</c:v>
                      </c:pt>
                      <c:pt idx="336">
                        <c:v>9.1847491217275508</c:v>
                      </c:pt>
                      <c:pt idx="337">
                        <c:v>9.3182230012989606</c:v>
                      </c:pt>
                      <c:pt idx="338">
                        <c:v>9.3682503576574003</c:v>
                      </c:pt>
                      <c:pt idx="339">
                        <c:v>9.6541422436026902</c:v>
                      </c:pt>
                      <c:pt idx="340">
                        <c:v>9.5982656091809595</c:v>
                      </c:pt>
                      <c:pt idx="341">
                        <c:v>9.6960665011327798</c:v>
                      </c:pt>
                      <c:pt idx="342">
                        <c:v>9.6960665011327798</c:v>
                      </c:pt>
                      <c:pt idx="343">
                        <c:v>9.7278492974289605</c:v>
                      </c:pt>
                      <c:pt idx="344">
                        <c:v>9.7662009791452995</c:v>
                      </c:pt>
                      <c:pt idx="345">
                        <c:v>9.7290185594544596</c:v>
                      </c:pt>
                      <c:pt idx="346">
                        <c:v>9.7116845621106407</c:v>
                      </c:pt>
                      <c:pt idx="347">
                        <c:v>9.6202862738497501</c:v>
                      </c:pt>
                      <c:pt idx="348">
                        <c:v>9.5622285435806003</c:v>
                      </c:pt>
                      <c:pt idx="349">
                        <c:v>9.5098652465748206</c:v>
                      </c:pt>
                      <c:pt idx="350">
                        <c:v>9.6023998677262608</c:v>
                      </c:pt>
                      <c:pt idx="351">
                        <c:v>9.4637230041521292</c:v>
                      </c:pt>
                      <c:pt idx="352">
                        <c:v>9.3155560688079202</c:v>
                      </c:pt>
                      <c:pt idx="353">
                        <c:v>9.3404944359565807</c:v>
                      </c:pt>
                      <c:pt idx="354">
                        <c:v>9.3950168465463104</c:v>
                      </c:pt>
                      <c:pt idx="355">
                        <c:v>9.4882859039684</c:v>
                      </c:pt>
                      <c:pt idx="356">
                        <c:v>9.4862742431768403</c:v>
                      </c:pt>
                      <c:pt idx="357">
                        <c:v>9.3967343616729799</c:v>
                      </c:pt>
                      <c:pt idx="358">
                        <c:v>9.3998394811838697</c:v>
                      </c:pt>
                      <c:pt idx="359">
                        <c:v>9.4478933944021808</c:v>
                      </c:pt>
                      <c:pt idx="360">
                        <c:v>9.4478933944021808</c:v>
                      </c:pt>
                      <c:pt idx="361">
                        <c:v>9.5940605188913093</c:v>
                      </c:pt>
                      <c:pt idx="362">
                        <c:v>9.5995748281165802</c:v>
                      </c:pt>
                      <c:pt idx="363">
                        <c:v>9.5152550077500297</c:v>
                      </c:pt>
                      <c:pt idx="364">
                        <c:v>9.6145646199889399</c:v>
                      </c:pt>
                      <c:pt idx="365">
                        <c:v>9.5807843919986997</c:v>
                      </c:pt>
                      <c:pt idx="366">
                        <c:v>9.5392774582529896</c:v>
                      </c:pt>
                      <c:pt idx="367">
                        <c:v>9.5630172621237204</c:v>
                      </c:pt>
                      <c:pt idx="368">
                        <c:v>9.5290047549667491</c:v>
                      </c:pt>
                      <c:pt idx="369">
                        <c:v>9.5020591803833803</c:v>
                      </c:pt>
                      <c:pt idx="370">
                        <c:v>9.4213612762797698</c:v>
                      </c:pt>
                      <c:pt idx="371">
                        <c:v>9.3914837908214892</c:v>
                      </c:pt>
                      <c:pt idx="372">
                        <c:v>9.3435705105134197</c:v>
                      </c:pt>
                      <c:pt idx="373">
                        <c:v>9.35768695000103</c:v>
                      </c:pt>
                      <c:pt idx="374">
                        <c:v>9.2447828075896297</c:v>
                      </c:pt>
                      <c:pt idx="375">
                        <c:v>9.1725951543640605</c:v>
                      </c:pt>
                      <c:pt idx="376">
                        <c:v>9.0587094368655201</c:v>
                      </c:pt>
                      <c:pt idx="377">
                        <c:v>8.9506752598899908</c:v>
                      </c:pt>
                      <c:pt idx="378">
                        <c:v>8.9532925377362798</c:v>
                      </c:pt>
                      <c:pt idx="379">
                        <c:v>9.0111152061674602</c:v>
                      </c:pt>
                      <c:pt idx="380">
                        <c:v>9.0253027008630706</c:v>
                      </c:pt>
                      <c:pt idx="381">
                        <c:v>8.8719430752364108</c:v>
                      </c:pt>
                      <c:pt idx="382">
                        <c:v>8.7674038891624804</c:v>
                      </c:pt>
                      <c:pt idx="383">
                        <c:v>8.8288846656085607</c:v>
                      </c:pt>
                      <c:pt idx="384">
                        <c:v>8.9195758104352691</c:v>
                      </c:pt>
                      <c:pt idx="385">
                        <c:v>8.5138773320126706</c:v>
                      </c:pt>
                      <c:pt idx="386">
                        <c:v>8.5566896973372994</c:v>
                      </c:pt>
                      <c:pt idx="387">
                        <c:v>8.3892276724579204</c:v>
                      </c:pt>
                      <c:pt idx="388">
                        <c:v>8.3344627051153601</c:v>
                      </c:pt>
                      <c:pt idx="389">
                        <c:v>8.2302925371455604</c:v>
                      </c:pt>
                      <c:pt idx="390">
                        <c:v>8.0983163082178606</c:v>
                      </c:pt>
                      <c:pt idx="391">
                        <c:v>8.0291768728327195</c:v>
                      </c:pt>
                      <c:pt idx="392">
                        <c:v>7.9875026851820703</c:v>
                      </c:pt>
                      <c:pt idx="393">
                        <c:v>7.8045874717411596</c:v>
                      </c:pt>
                      <c:pt idx="394">
                        <c:v>7.63769107342765</c:v>
                      </c:pt>
                      <c:pt idx="395">
                        <c:v>7.6340443684154202</c:v>
                      </c:pt>
                      <c:pt idx="396">
                        <c:v>7.53259997014327</c:v>
                      </c:pt>
                      <c:pt idx="397">
                        <c:v>7.7034038198468604</c:v>
                      </c:pt>
                      <c:pt idx="398">
                        <c:v>8.0159326444182604</c:v>
                      </c:pt>
                      <c:pt idx="399">
                        <c:v>8.2612862297236695</c:v>
                      </c:pt>
                      <c:pt idx="400">
                        <c:v>8.3585824664310895</c:v>
                      </c:pt>
                      <c:pt idx="401">
                        <c:v>8.6567990208627901</c:v>
                      </c:pt>
                      <c:pt idx="402">
                        <c:v>8.7116775141809093</c:v>
                      </c:pt>
                      <c:pt idx="403">
                        <c:v>8.6825873087967906</c:v>
                      </c:pt>
                      <c:pt idx="404">
                        <c:v>8.6065515459918398</c:v>
                      </c:pt>
                      <c:pt idx="405">
                        <c:v>8.6065515459918398</c:v>
                      </c:pt>
                      <c:pt idx="406">
                        <c:v>8.4793627902115105</c:v>
                      </c:pt>
                      <c:pt idx="407">
                        <c:v>8.2169423347374106</c:v>
                      </c:pt>
                      <c:pt idx="408">
                        <c:v>8.0508524270969399</c:v>
                      </c:pt>
                      <c:pt idx="409">
                        <c:v>8.3183870241193798</c:v>
                      </c:pt>
                      <c:pt idx="410">
                        <c:v>8.2152660290897597</c:v>
                      </c:pt>
                      <c:pt idx="411">
                        <c:v>8.2629790251241406</c:v>
                      </c:pt>
                      <c:pt idx="412">
                        <c:v>8.3988064529674595</c:v>
                      </c:pt>
                      <c:pt idx="413">
                        <c:v>8.5239219649035505</c:v>
                      </c:pt>
                      <c:pt idx="414">
                        <c:v>8.6446164592306598</c:v>
                      </c:pt>
                      <c:pt idx="415">
                        <c:v>8.6669801029740796</c:v>
                      </c:pt>
                      <c:pt idx="416">
                        <c:v>8.6309120453955703</c:v>
                      </c:pt>
                      <c:pt idx="417">
                        <c:v>8.66463566038483</c:v>
                      </c:pt>
                      <c:pt idx="418">
                        <c:v>8.6487799939909298</c:v>
                      </c:pt>
                      <c:pt idx="419">
                        <c:v>8.7008435785801694</c:v>
                      </c:pt>
                      <c:pt idx="420">
                        <c:v>8.7008435785801694</c:v>
                      </c:pt>
                      <c:pt idx="421">
                        <c:v>8.7717257199751497</c:v>
                      </c:pt>
                      <c:pt idx="422">
                        <c:v>8.6847532411469395</c:v>
                      </c:pt>
                      <c:pt idx="423">
                        <c:v>8.6741309331645695</c:v>
                      </c:pt>
                      <c:pt idx="424">
                        <c:v>8.6705092345536592</c:v>
                      </c:pt>
                      <c:pt idx="425">
                        <c:v>8.6705092345536592</c:v>
                      </c:pt>
                      <c:pt idx="426">
                        <c:v>8.7054142164956296</c:v>
                      </c:pt>
                      <c:pt idx="427">
                        <c:v>8.6298449487686</c:v>
                      </c:pt>
                      <c:pt idx="428">
                        <c:v>8.5939691285086202</c:v>
                      </c:pt>
                      <c:pt idx="429">
                        <c:v>8.5678722304002992</c:v>
                      </c:pt>
                      <c:pt idx="430">
                        <c:v>8.4895883589825996</c:v>
                      </c:pt>
                      <c:pt idx="431">
                        <c:v>8.4201706044307691</c:v>
                      </c:pt>
                      <c:pt idx="432">
                        <c:v>8.24850812736363</c:v>
                      </c:pt>
                      <c:pt idx="433">
                        <c:v>8.1583120200549306</c:v>
                      </c:pt>
                      <c:pt idx="434">
                        <c:v>8.2007423600170597</c:v>
                      </c:pt>
                      <c:pt idx="435">
                        <c:v>8.0947844201897308</c:v>
                      </c:pt>
                      <c:pt idx="436">
                        <c:v>8.3086139914090005</c:v>
                      </c:pt>
                      <c:pt idx="437">
                        <c:v>8.3951102089819702</c:v>
                      </c:pt>
                      <c:pt idx="438">
                        <c:v>8.26692524617118</c:v>
                      </c:pt>
                      <c:pt idx="439">
                        <c:v>8.3342467041916706</c:v>
                      </c:pt>
                      <c:pt idx="440">
                        <c:v>8.4449047352242008</c:v>
                      </c:pt>
                      <c:pt idx="441">
                        <c:v>8.3565530864884394</c:v>
                      </c:pt>
                      <c:pt idx="442">
                        <c:v>8.2764639534904596</c:v>
                      </c:pt>
                      <c:pt idx="443">
                        <c:v>8.2764639534904596</c:v>
                      </c:pt>
                      <c:pt idx="444">
                        <c:v>8.3283581263604596</c:v>
                      </c:pt>
                      <c:pt idx="445">
                        <c:v>8.2600058280492998</c:v>
                      </c:pt>
                      <c:pt idx="446">
                        <c:v>8.2269680936718608</c:v>
                      </c:pt>
                      <c:pt idx="447">
                        <c:v>8.1782638115407096</c:v>
                      </c:pt>
                      <c:pt idx="448">
                        <c:v>8.1700197976863809</c:v>
                      </c:pt>
                      <c:pt idx="449">
                        <c:v>8.1680267014948793</c:v>
                      </c:pt>
                      <c:pt idx="450">
                        <c:v>8.2809512367952305</c:v>
                      </c:pt>
                      <c:pt idx="451">
                        <c:v>8.2821995272227493</c:v>
                      </c:pt>
                      <c:pt idx="452">
                        <c:v>8.2293392944167802</c:v>
                      </c:pt>
                      <c:pt idx="453">
                        <c:v>8.1936638221032698</c:v>
                      </c:pt>
                      <c:pt idx="454">
                        <c:v>8.1679968459023407</c:v>
                      </c:pt>
                      <c:pt idx="455">
                        <c:v>8.12953734248023</c:v>
                      </c:pt>
                      <c:pt idx="456">
                        <c:v>8.1143164878939409</c:v>
                      </c:pt>
                      <c:pt idx="457">
                        <c:v>8.1443232981338305</c:v>
                      </c:pt>
                      <c:pt idx="458">
                        <c:v>8.0080883294585501</c:v>
                      </c:pt>
                      <c:pt idx="459">
                        <c:v>8.0080883294585501</c:v>
                      </c:pt>
                      <c:pt idx="460">
                        <c:v>8.0350059558829194</c:v>
                      </c:pt>
                      <c:pt idx="461">
                        <c:v>8.0286392490347307</c:v>
                      </c:pt>
                      <c:pt idx="462">
                        <c:v>8.0386805306360198</c:v>
                      </c:pt>
                      <c:pt idx="463">
                        <c:v>7.9987809174413202</c:v>
                      </c:pt>
                      <c:pt idx="464">
                        <c:v>7.9517176999018702</c:v>
                      </c:pt>
                      <c:pt idx="465">
                        <c:v>7.9517176999018702</c:v>
                      </c:pt>
                      <c:pt idx="466">
                        <c:v>7.9025846483058997</c:v>
                      </c:pt>
                      <c:pt idx="467">
                        <c:v>7.8319012384320796</c:v>
                      </c:pt>
                      <c:pt idx="468">
                        <c:v>7.7615682396344399</c:v>
                      </c:pt>
                      <c:pt idx="469">
                        <c:v>7.6733800935487499</c:v>
                      </c:pt>
                      <c:pt idx="470">
                        <c:v>7.6595308572935403</c:v>
                      </c:pt>
                      <c:pt idx="471">
                        <c:v>7.6543460129173697</c:v>
                      </c:pt>
                      <c:pt idx="472">
                        <c:v>7.6382099519450399</c:v>
                      </c:pt>
                      <c:pt idx="473">
                        <c:v>7.6586156942999297</c:v>
                      </c:pt>
                      <c:pt idx="474">
                        <c:v>7.5610236557941803</c:v>
                      </c:pt>
                      <c:pt idx="475">
                        <c:v>7.5390364300163499</c:v>
                      </c:pt>
                      <c:pt idx="476">
                        <c:v>7.4813585653957997</c:v>
                      </c:pt>
                      <c:pt idx="477">
                        <c:v>7.5068506242670603</c:v>
                      </c:pt>
                      <c:pt idx="478">
                        <c:v>7.5728854986461398</c:v>
                      </c:pt>
                      <c:pt idx="479">
                        <c:v>7.4439802494836398</c:v>
                      </c:pt>
                      <c:pt idx="480">
                        <c:v>7.4910067085938801</c:v>
                      </c:pt>
                      <c:pt idx="481">
                        <c:v>7.4989369005297801</c:v>
                      </c:pt>
                      <c:pt idx="482">
                        <c:v>7.50454226754362</c:v>
                      </c:pt>
                      <c:pt idx="483">
                        <c:v>7.4008273678089003</c:v>
                      </c:pt>
                      <c:pt idx="484">
                        <c:v>7.4008273678089003</c:v>
                      </c:pt>
                      <c:pt idx="485">
                        <c:v>7.3787535934048796</c:v>
                      </c:pt>
                      <c:pt idx="486">
                        <c:v>7.3137932655916797</c:v>
                      </c:pt>
                      <c:pt idx="487">
                        <c:v>7.3196926648706997</c:v>
                      </c:pt>
                      <c:pt idx="488">
                        <c:v>7.2382263464310697</c:v>
                      </c:pt>
                      <c:pt idx="489">
                        <c:v>7.2137496851799199</c:v>
                      </c:pt>
                      <c:pt idx="490">
                        <c:v>7.1451973782255704</c:v>
                      </c:pt>
                      <c:pt idx="491">
                        <c:v>7.1085632266171404</c:v>
                      </c:pt>
                      <c:pt idx="492">
                        <c:v>7.1171891918619599</c:v>
                      </c:pt>
                      <c:pt idx="493">
                        <c:v>7.0898595797370501</c:v>
                      </c:pt>
                      <c:pt idx="494">
                        <c:v>6.9996657310913202</c:v>
                      </c:pt>
                      <c:pt idx="495">
                        <c:v>6.9714824713380796</c:v>
                      </c:pt>
                      <c:pt idx="496">
                        <c:v>6.9517024647062797</c:v>
                      </c:pt>
                      <c:pt idx="497">
                        <c:v>6.9286682055755104</c:v>
                      </c:pt>
                      <c:pt idx="498">
                        <c:v>6.80229036139212</c:v>
                      </c:pt>
                      <c:pt idx="499">
                        <c:v>6.7804595017212099</c:v>
                      </c:pt>
                      <c:pt idx="500">
                        <c:v>6.8034406131270204</c:v>
                      </c:pt>
                      <c:pt idx="501">
                        <c:v>6.7978418939352103</c:v>
                      </c:pt>
                      <c:pt idx="502">
                        <c:v>6.82350610623946</c:v>
                      </c:pt>
                      <c:pt idx="503">
                        <c:v>6.8882317980869701</c:v>
                      </c:pt>
                      <c:pt idx="504">
                        <c:v>7.0246440027560197</c:v>
                      </c:pt>
                      <c:pt idx="505">
                        <c:v>7.1354998539094199</c:v>
                      </c:pt>
                      <c:pt idx="506">
                        <c:v>7.2308811697249604</c:v>
                      </c:pt>
                      <c:pt idx="507">
                        <c:v>7.1760895799856499</c:v>
                      </c:pt>
                      <c:pt idx="508">
                        <c:v>7.1572057164159899</c:v>
                      </c:pt>
                      <c:pt idx="509">
                        <c:v>7.2893890270304196</c:v>
                      </c:pt>
                      <c:pt idx="510">
                        <c:v>7.36626374190491</c:v>
                      </c:pt>
                      <c:pt idx="511">
                        <c:v>7.2390352951407904</c:v>
                      </c:pt>
                      <c:pt idx="512">
                        <c:v>7.1611003978445504</c:v>
                      </c:pt>
                      <c:pt idx="513">
                        <c:v>7.06123715426284</c:v>
                      </c:pt>
                      <c:pt idx="514">
                        <c:v>7.0694757593217803</c:v>
                      </c:pt>
                      <c:pt idx="515">
                        <c:v>7.0694757593217803</c:v>
                      </c:pt>
                      <c:pt idx="516">
                        <c:v>7.1340477458702596</c:v>
                      </c:pt>
                      <c:pt idx="517">
                        <c:v>7.2405084348931998</c:v>
                      </c:pt>
                      <c:pt idx="518">
                        <c:v>7.25842496790463</c:v>
                      </c:pt>
                      <c:pt idx="519">
                        <c:v>7.27280709967531</c:v>
                      </c:pt>
                      <c:pt idx="520">
                        <c:v>7.2948928183484201</c:v>
                      </c:pt>
                      <c:pt idx="521">
                        <c:v>7.2946845985119904</c:v>
                      </c:pt>
                      <c:pt idx="522">
                        <c:v>7.33267423593598</c:v>
                      </c:pt>
                      <c:pt idx="523">
                        <c:v>7.35863488578629</c:v>
                      </c:pt>
                      <c:pt idx="524">
                        <c:v>7.3262477129735597</c:v>
                      </c:pt>
                      <c:pt idx="525">
                        <c:v>7.3590978669909903</c:v>
                      </c:pt>
                      <c:pt idx="526">
                        <c:v>7.3796956860415497</c:v>
                      </c:pt>
                      <c:pt idx="527">
                        <c:v>7.4403267382270597</c:v>
                      </c:pt>
                      <c:pt idx="528">
                        <c:v>7.5013762692642896</c:v>
                      </c:pt>
                      <c:pt idx="529">
                        <c:v>7.7588185113922004</c:v>
                      </c:pt>
                      <c:pt idx="530">
                        <c:v>7.9470116170716096</c:v>
                      </c:pt>
                      <c:pt idx="531">
                        <c:v>7.9366168476219103</c:v>
                      </c:pt>
                      <c:pt idx="532">
                        <c:v>7.9848825755695403</c:v>
                      </c:pt>
                      <c:pt idx="533">
                        <c:v>7.9848825755695403</c:v>
                      </c:pt>
                      <c:pt idx="534">
                        <c:v>7.9848825755695403</c:v>
                      </c:pt>
                      <c:pt idx="535">
                        <c:v>8.3830372986462205</c:v>
                      </c:pt>
                      <c:pt idx="536">
                        <c:v>8.3578298368585404</c:v>
                      </c:pt>
                      <c:pt idx="537">
                        <c:v>8.2372469842221996</c:v>
                      </c:pt>
                      <c:pt idx="538">
                        <c:v>8.2372469842221996</c:v>
                      </c:pt>
                      <c:pt idx="539">
                        <c:v>8.1122180142619094</c:v>
                      </c:pt>
                      <c:pt idx="540">
                        <c:v>8.0263979830071008</c:v>
                      </c:pt>
                      <c:pt idx="541">
                        <c:v>8.3385764670274707</c:v>
                      </c:pt>
                      <c:pt idx="542">
                        <c:v>8.52376846832734</c:v>
                      </c:pt>
                      <c:pt idx="543">
                        <c:v>8.4715814182447104</c:v>
                      </c:pt>
                      <c:pt idx="544">
                        <c:v>8.5288517787732108</c:v>
                      </c:pt>
                      <c:pt idx="545">
                        <c:v>8.5288517787732108</c:v>
                      </c:pt>
                      <c:pt idx="546">
                        <c:v>8.8785711152998701</c:v>
                      </c:pt>
                      <c:pt idx="547">
                        <c:v>8.9270434126577296</c:v>
                      </c:pt>
                      <c:pt idx="548">
                        <c:v>9.0081664624822899</c:v>
                      </c:pt>
                      <c:pt idx="549">
                        <c:v>8.9109040549770402</c:v>
                      </c:pt>
                      <c:pt idx="550">
                        <c:v>8.6870629358318006</c:v>
                      </c:pt>
                      <c:pt idx="551">
                        <c:v>8.8301525489096093</c:v>
                      </c:pt>
                      <c:pt idx="552">
                        <c:v>8.6145649519433896</c:v>
                      </c:pt>
                      <c:pt idx="553">
                        <c:v>8.8052948414642103</c:v>
                      </c:pt>
                      <c:pt idx="554">
                        <c:v>8.9309852841818707</c:v>
                      </c:pt>
                      <c:pt idx="555">
                        <c:v>9.1167578632932305</c:v>
                      </c:pt>
                      <c:pt idx="556">
                        <c:v>9.0002157460651908</c:v>
                      </c:pt>
                      <c:pt idx="557">
                        <c:v>9.2204188163737992</c:v>
                      </c:pt>
                      <c:pt idx="558">
                        <c:v>9.3445403685702804</c:v>
                      </c:pt>
                      <c:pt idx="559">
                        <c:v>9.31806539064711</c:v>
                      </c:pt>
                      <c:pt idx="560">
                        <c:v>9.5578756836027203</c:v>
                      </c:pt>
                      <c:pt idx="561">
                        <c:v>9.5116546989103199</c:v>
                      </c:pt>
                      <c:pt idx="562">
                        <c:v>9.87111936266529</c:v>
                      </c:pt>
                      <c:pt idx="563">
                        <c:v>9.82185105318149</c:v>
                      </c:pt>
                      <c:pt idx="564">
                        <c:v>9.4037059780145498</c:v>
                      </c:pt>
                      <c:pt idx="565">
                        <c:v>9.4037059780145498</c:v>
                      </c:pt>
                      <c:pt idx="566">
                        <c:v>9.5675178163528507</c:v>
                      </c:pt>
                      <c:pt idx="567">
                        <c:v>9.8073350942855999</c:v>
                      </c:pt>
                      <c:pt idx="568">
                        <c:v>9.7201698449318403</c:v>
                      </c:pt>
                      <c:pt idx="569">
                        <c:v>9.6029226108536694</c:v>
                      </c:pt>
                      <c:pt idx="570">
                        <c:v>9.5616276992131901</c:v>
                      </c:pt>
                      <c:pt idx="571">
                        <c:v>9.7889632934729303</c:v>
                      </c:pt>
                      <c:pt idx="572">
                        <c:v>9.7889632934729303</c:v>
                      </c:pt>
                      <c:pt idx="573">
                        <c:v>9.7889632934729303</c:v>
                      </c:pt>
                      <c:pt idx="574">
                        <c:v>9.9624925312753803</c:v>
                      </c:pt>
                      <c:pt idx="575">
                        <c:v>10.0246374079841</c:v>
                      </c:pt>
                      <c:pt idx="576">
                        <c:v>10.265611265303299</c:v>
                      </c:pt>
                      <c:pt idx="577">
                        <c:v>10.2653985706034</c:v>
                      </c:pt>
                      <c:pt idx="578">
                        <c:v>10.295007155680899</c:v>
                      </c:pt>
                      <c:pt idx="579">
                        <c:v>10.3639372283203</c:v>
                      </c:pt>
                      <c:pt idx="580">
                        <c:v>10.3639372283203</c:v>
                      </c:pt>
                      <c:pt idx="581">
                        <c:v>10.3490925717322</c:v>
                      </c:pt>
                      <c:pt idx="582">
                        <c:v>10.4039306758596</c:v>
                      </c:pt>
                      <c:pt idx="583">
                        <c:v>10.6245499261547</c:v>
                      </c:pt>
                      <c:pt idx="584">
                        <c:v>10.8388877696325</c:v>
                      </c:pt>
                      <c:pt idx="585">
                        <c:v>10.8388877696325</c:v>
                      </c:pt>
                      <c:pt idx="586">
                        <c:v>11.388715759622199</c:v>
                      </c:pt>
                      <c:pt idx="587">
                        <c:v>12.097735029702701</c:v>
                      </c:pt>
                      <c:pt idx="588">
                        <c:v>11.853310882225101</c:v>
                      </c:pt>
                      <c:pt idx="589">
                        <c:v>10.927295469846699</c:v>
                      </c:pt>
                      <c:pt idx="590">
                        <c:v>10.927295469846699</c:v>
                      </c:pt>
                      <c:pt idx="591">
                        <c:v>10.728183168370601</c:v>
                      </c:pt>
                      <c:pt idx="592">
                        <c:v>11.1084310119438</c:v>
                      </c:pt>
                      <c:pt idx="593">
                        <c:v>10.783446471383501</c:v>
                      </c:pt>
                      <c:pt idx="594">
                        <c:v>10.6094368741326</c:v>
                      </c:pt>
                      <c:pt idx="595">
                        <c:v>10.147926691088999</c:v>
                      </c:pt>
                      <c:pt idx="596">
                        <c:v>10.156881050997701</c:v>
                      </c:pt>
                      <c:pt idx="597">
                        <c:v>10.4479663611757</c:v>
                      </c:pt>
                      <c:pt idx="598">
                        <c:v>10.814229512647399</c:v>
                      </c:pt>
                      <c:pt idx="599">
                        <c:v>10.9368321381908</c:v>
                      </c:pt>
                      <c:pt idx="600">
                        <c:v>10.9515333671528</c:v>
                      </c:pt>
                      <c:pt idx="601">
                        <c:v>10.836064381135801</c:v>
                      </c:pt>
                      <c:pt idx="602">
                        <c:v>10.706127473754901</c:v>
                      </c:pt>
                      <c:pt idx="603">
                        <c:v>10.706127473754901</c:v>
                      </c:pt>
                      <c:pt idx="604">
                        <c:v>10.2844622004983</c:v>
                      </c:pt>
                      <c:pt idx="605">
                        <c:v>10.0008263498831</c:v>
                      </c:pt>
                      <c:pt idx="606">
                        <c:v>10.079672082016501</c:v>
                      </c:pt>
                      <c:pt idx="607">
                        <c:v>10.0810734765815</c:v>
                      </c:pt>
                      <c:pt idx="608">
                        <c:v>9.9475840660500197</c:v>
                      </c:pt>
                      <c:pt idx="609">
                        <c:v>9.9475840660500197</c:v>
                      </c:pt>
                      <c:pt idx="610">
                        <c:v>9.7119097145287405</c:v>
                      </c:pt>
                      <c:pt idx="611">
                        <c:v>9.6911453435065802</c:v>
                      </c:pt>
                      <c:pt idx="612">
                        <c:v>9.84203200064246</c:v>
                      </c:pt>
                      <c:pt idx="613">
                        <c:v>9.8042179533132394</c:v>
                      </c:pt>
                      <c:pt idx="614">
                        <c:v>9.5870950764531404</c:v>
                      </c:pt>
                      <c:pt idx="615">
                        <c:v>9.5870950764531404</c:v>
                      </c:pt>
                      <c:pt idx="616">
                        <c:v>9.5718705626139595</c:v>
                      </c:pt>
                      <c:pt idx="617">
                        <c:v>9.4448419871536498</c:v>
                      </c:pt>
                      <c:pt idx="618">
                        <c:v>9.4134305132141005</c:v>
                      </c:pt>
                      <c:pt idx="619">
                        <c:v>9.5322979872630498</c:v>
                      </c:pt>
                      <c:pt idx="620">
                        <c:v>9.6721878816047795</c:v>
                      </c:pt>
                      <c:pt idx="621">
                        <c:v>9.5452071554057198</c:v>
                      </c:pt>
                      <c:pt idx="622">
                        <c:v>9.3988953015163403</c:v>
                      </c:pt>
                      <c:pt idx="623">
                        <c:v>9.3755643150491306</c:v>
                      </c:pt>
                      <c:pt idx="624">
                        <c:v>9.3759426886153694</c:v>
                      </c:pt>
                      <c:pt idx="625">
                        <c:v>9.3759426886153694</c:v>
                      </c:pt>
                      <c:pt idx="626">
                        <c:v>9.3169254716951695</c:v>
                      </c:pt>
                      <c:pt idx="627">
                        <c:v>9.4994420123440495</c:v>
                      </c:pt>
                      <c:pt idx="628">
                        <c:v>9.6024223403271591</c:v>
                      </c:pt>
                      <c:pt idx="629">
                        <c:v>9.68244131690229</c:v>
                      </c:pt>
                      <c:pt idx="630">
                        <c:v>9.5835241197361505</c:v>
                      </c:pt>
                      <c:pt idx="631">
                        <c:v>9.4720508123273799</c:v>
                      </c:pt>
                      <c:pt idx="632">
                        <c:v>9.4882768191025093</c:v>
                      </c:pt>
                      <c:pt idx="633">
                        <c:v>9.4275177435267299</c:v>
                      </c:pt>
                      <c:pt idx="634">
                        <c:v>9.4646944837276408</c:v>
                      </c:pt>
                      <c:pt idx="635">
                        <c:v>9.4540734555167294</c:v>
                      </c:pt>
                      <c:pt idx="636">
                        <c:v>9.4830347588371406</c:v>
                      </c:pt>
                      <c:pt idx="637">
                        <c:v>9.6130498780983107</c:v>
                      </c:pt>
                      <c:pt idx="638">
                        <c:v>9.5528830609960593</c:v>
                      </c:pt>
                      <c:pt idx="639">
                        <c:v>9.4290954573797094</c:v>
                      </c:pt>
                      <c:pt idx="640">
                        <c:v>10.1256418419082</c:v>
                      </c:pt>
                      <c:pt idx="641">
                        <c:v>9.5186140419883305</c:v>
                      </c:pt>
                      <c:pt idx="642">
                        <c:v>9.5413572157946493</c:v>
                      </c:pt>
                      <c:pt idx="643">
                        <c:v>9.4714618003994193</c:v>
                      </c:pt>
                      <c:pt idx="644">
                        <c:v>9.4961007104275001</c:v>
                      </c:pt>
                      <c:pt idx="645">
                        <c:v>9.5443732229155795</c:v>
                      </c:pt>
                      <c:pt idx="646">
                        <c:v>9.5081591390203606</c:v>
                      </c:pt>
                      <c:pt idx="647">
                        <c:v>9.5010596076478997</c:v>
                      </c:pt>
                      <c:pt idx="648">
                        <c:v>9.6126614832698802</c:v>
                      </c:pt>
                      <c:pt idx="649">
                        <c:v>9.7790029536012408</c:v>
                      </c:pt>
                      <c:pt idx="650">
                        <c:v>9.8204762787986102</c:v>
                      </c:pt>
                      <c:pt idx="651">
                        <c:v>9.7923484823243303</c:v>
                      </c:pt>
                      <c:pt idx="652">
                        <c:v>9.7547657181080503</c:v>
                      </c:pt>
                      <c:pt idx="653">
                        <c:v>9.6689852778013705</c:v>
                      </c:pt>
                      <c:pt idx="654">
                        <c:v>9.5393848828826808</c:v>
                      </c:pt>
                      <c:pt idx="655">
                        <c:v>9.6147926148133607</c:v>
                      </c:pt>
                      <c:pt idx="656">
                        <c:v>9.61313232121047</c:v>
                      </c:pt>
                      <c:pt idx="657">
                        <c:v>9.6559259880157899</c:v>
                      </c:pt>
                      <c:pt idx="658">
                        <c:v>9.5898127483017799</c:v>
                      </c:pt>
                      <c:pt idx="659">
                        <c:v>9.5498228226772692</c:v>
                      </c:pt>
                      <c:pt idx="660">
                        <c:v>9.5039363028810193</c:v>
                      </c:pt>
                      <c:pt idx="661">
                        <c:v>9.4902268947176207</c:v>
                      </c:pt>
                      <c:pt idx="662">
                        <c:v>9.5055384250610704</c:v>
                      </c:pt>
                      <c:pt idx="663">
                        <c:v>9.5117068746752693</c:v>
                      </c:pt>
                      <c:pt idx="664">
                        <c:v>9.4752662828625294</c:v>
                      </c:pt>
                      <c:pt idx="665">
                        <c:v>9.4752662828625294</c:v>
                      </c:pt>
                      <c:pt idx="666">
                        <c:v>9.5398669415214101</c:v>
                      </c:pt>
                      <c:pt idx="667">
                        <c:v>9.4764284270333992</c:v>
                      </c:pt>
                      <c:pt idx="668">
                        <c:v>9.4511289075768392</c:v>
                      </c:pt>
                      <c:pt idx="669">
                        <c:v>9.4736474809435691</c:v>
                      </c:pt>
                      <c:pt idx="670">
                        <c:v>9.4618159591512505</c:v>
                      </c:pt>
                      <c:pt idx="671">
                        <c:v>9.6098551528597795</c:v>
                      </c:pt>
                      <c:pt idx="672">
                        <c:v>9.4653244126993599</c:v>
                      </c:pt>
                      <c:pt idx="673">
                        <c:v>9.6981354591466005</c:v>
                      </c:pt>
                      <c:pt idx="674">
                        <c:v>9.3044539297539401</c:v>
                      </c:pt>
                      <c:pt idx="675">
                        <c:v>9.2938773485428499</c:v>
                      </c:pt>
                      <c:pt idx="676">
                        <c:v>9.22235176864009</c:v>
                      </c:pt>
                      <c:pt idx="677">
                        <c:v>9.1695226111469896</c:v>
                      </c:pt>
                      <c:pt idx="678">
                        <c:v>9.1761064438023894</c:v>
                      </c:pt>
                      <c:pt idx="679">
                        <c:v>9.1734085478351304</c:v>
                      </c:pt>
                      <c:pt idx="680">
                        <c:v>9.1734085478351304</c:v>
                      </c:pt>
                      <c:pt idx="681">
                        <c:v>9.0933254967508095</c:v>
                      </c:pt>
                      <c:pt idx="682">
                        <c:v>9.0198288626670209</c:v>
                      </c:pt>
                      <c:pt idx="683">
                        <c:v>8.9852343266904899</c:v>
                      </c:pt>
                      <c:pt idx="684">
                        <c:v>9.0428273606021907</c:v>
                      </c:pt>
                      <c:pt idx="685">
                        <c:v>9.0428273606021907</c:v>
                      </c:pt>
                      <c:pt idx="686">
                        <c:v>8.9898478874119103</c:v>
                      </c:pt>
                      <c:pt idx="687">
                        <c:v>8.9464439951179706</c:v>
                      </c:pt>
                      <c:pt idx="688">
                        <c:v>9.0188048045200695</c:v>
                      </c:pt>
                      <c:pt idx="689">
                        <c:v>9.0337015558291807</c:v>
                      </c:pt>
                      <c:pt idx="690">
                        <c:v>9.0461832088865108</c:v>
                      </c:pt>
                      <c:pt idx="691">
                        <c:v>9.0361066174155908</c:v>
                      </c:pt>
                      <c:pt idx="692">
                        <c:v>9.0815838848890706</c:v>
                      </c:pt>
                      <c:pt idx="693">
                        <c:v>9.1255064690978998</c:v>
                      </c:pt>
                      <c:pt idx="694">
                        <c:v>9.1795039805444496</c:v>
                      </c:pt>
                      <c:pt idx="695">
                        <c:v>9.3992665488686296</c:v>
                      </c:pt>
                      <c:pt idx="696">
                        <c:v>9.4047754857184795</c:v>
                      </c:pt>
                      <c:pt idx="697">
                        <c:v>9.3523428990584208</c:v>
                      </c:pt>
                      <c:pt idx="698">
                        <c:v>9.3124529711879092</c:v>
                      </c:pt>
                      <c:pt idx="699">
                        <c:v>9.2855718068502693</c:v>
                      </c:pt>
                      <c:pt idx="700">
                        <c:v>9.2430955086710096</c:v>
                      </c:pt>
                      <c:pt idx="701">
                        <c:v>9.1397838955447792</c:v>
                      </c:pt>
                      <c:pt idx="702">
                        <c:v>9.1462136089695907</c:v>
                      </c:pt>
                      <c:pt idx="703">
                        <c:v>9.1789620323870107</c:v>
                      </c:pt>
                      <c:pt idx="704">
                        <c:v>9.1789620323870107</c:v>
                      </c:pt>
                      <c:pt idx="705">
                        <c:v>9.1400827227668202</c:v>
                      </c:pt>
                      <c:pt idx="706">
                        <c:v>9.1157468246824092</c:v>
                      </c:pt>
                      <c:pt idx="707">
                        <c:v>9.1030650353268694</c:v>
                      </c:pt>
                      <c:pt idx="708">
                        <c:v>9.1265476860265498</c:v>
                      </c:pt>
                      <c:pt idx="709">
                        <c:v>9.0386725287214098</c:v>
                      </c:pt>
                      <c:pt idx="710">
                        <c:v>8.97022449608499</c:v>
                      </c:pt>
                      <c:pt idx="711">
                        <c:v>8.9802457911263005</c:v>
                      </c:pt>
                      <c:pt idx="712">
                        <c:v>8.94854075419744</c:v>
                      </c:pt>
                      <c:pt idx="713">
                        <c:v>8.6976337099031493</c:v>
                      </c:pt>
                      <c:pt idx="714">
                        <c:v>8.9822320584979494</c:v>
                      </c:pt>
                      <c:pt idx="715">
                        <c:v>8.9468151366102493</c:v>
                      </c:pt>
                      <c:pt idx="716">
                        <c:v>8.7456824093240595</c:v>
                      </c:pt>
                      <c:pt idx="717">
                        <c:v>8.9819526558128704</c:v>
                      </c:pt>
                      <c:pt idx="718">
                        <c:v>8.9819526558128704</c:v>
                      </c:pt>
                      <c:pt idx="719">
                        <c:v>8.9819526558128704</c:v>
                      </c:pt>
                      <c:pt idx="720">
                        <c:v>8.9475691536505995</c:v>
                      </c:pt>
                      <c:pt idx="721">
                        <c:v>8.8868060358449199</c:v>
                      </c:pt>
                      <c:pt idx="722">
                        <c:v>8.9337802424531905</c:v>
                      </c:pt>
                      <c:pt idx="723">
                        <c:v>9.05279380374939</c:v>
                      </c:pt>
                      <c:pt idx="724">
                        <c:v>9.05279380374939</c:v>
                      </c:pt>
                      <c:pt idx="725">
                        <c:v>9.2306335097428303</c:v>
                      </c:pt>
                      <c:pt idx="726">
                        <c:v>9.5567814871276795</c:v>
                      </c:pt>
                      <c:pt idx="727">
                        <c:v>9.30961333932024</c:v>
                      </c:pt>
                      <c:pt idx="728">
                        <c:v>9.3032303711706206</c:v>
                      </c:pt>
                      <c:pt idx="729">
                        <c:v>9.1925722423708098</c:v>
                      </c:pt>
                      <c:pt idx="730">
                        <c:v>9.2129684944620305</c:v>
                      </c:pt>
                      <c:pt idx="731">
                        <c:v>9.1623246730180607</c:v>
                      </c:pt>
                      <c:pt idx="732">
                        <c:v>9.1311453709053598</c:v>
                      </c:pt>
                      <c:pt idx="733">
                        <c:v>9.1884511788234295</c:v>
                      </c:pt>
                      <c:pt idx="734">
                        <c:v>9.1942230512139407</c:v>
                      </c:pt>
                      <c:pt idx="735">
                        <c:v>9.3050650507818293</c:v>
                      </c:pt>
                      <c:pt idx="736">
                        <c:v>9.2849054436817493</c:v>
                      </c:pt>
                      <c:pt idx="737">
                        <c:v>9.2845692963125597</c:v>
                      </c:pt>
                      <c:pt idx="738">
                        <c:v>9.4759136226748701</c:v>
                      </c:pt>
                      <c:pt idx="739">
                        <c:v>9.4710006387109509</c:v>
                      </c:pt>
                      <c:pt idx="740">
                        <c:v>9.4709224421653193</c:v>
                      </c:pt>
                      <c:pt idx="741">
                        <c:v>9.4489573002313403</c:v>
                      </c:pt>
                      <c:pt idx="742">
                        <c:v>9.3954558921317997</c:v>
                      </c:pt>
                      <c:pt idx="743">
                        <c:v>9.4010200499979</c:v>
                      </c:pt>
                      <c:pt idx="744">
                        <c:v>9.3825875799215304</c:v>
                      </c:pt>
                      <c:pt idx="745">
                        <c:v>9.4203687135812793</c:v>
                      </c:pt>
                      <c:pt idx="746">
                        <c:v>9.5402350918149708</c:v>
                      </c:pt>
                      <c:pt idx="747">
                        <c:v>9.7735541560134092</c:v>
                      </c:pt>
                      <c:pt idx="748">
                        <c:v>9.6905880009415508</c:v>
                      </c:pt>
                      <c:pt idx="749">
                        <c:v>9.6211936866620604</c:v>
                      </c:pt>
                      <c:pt idx="750">
                        <c:v>9.5705862622214894</c:v>
                      </c:pt>
                      <c:pt idx="751">
                        <c:v>9.4651076464294395</c:v>
                      </c:pt>
                      <c:pt idx="752">
                        <c:v>9.4443802871269291</c:v>
                      </c:pt>
                      <c:pt idx="753">
                        <c:v>9.3474482850321596</c:v>
                      </c:pt>
                      <c:pt idx="754">
                        <c:v>9.5058446757169897</c:v>
                      </c:pt>
                      <c:pt idx="755">
                        <c:v>9.4416748221578093</c:v>
                      </c:pt>
                      <c:pt idx="756">
                        <c:v>9.5640988917102892</c:v>
                      </c:pt>
                      <c:pt idx="757">
                        <c:v>9.4637849064123696</c:v>
                      </c:pt>
                      <c:pt idx="758">
                        <c:v>9.4341279769544695</c:v>
                      </c:pt>
                      <c:pt idx="759">
                        <c:v>9.4588508901763593</c:v>
                      </c:pt>
                      <c:pt idx="760">
                        <c:v>9.6349227404691202</c:v>
                      </c:pt>
                      <c:pt idx="761">
                        <c:v>9.6875851072707704</c:v>
                      </c:pt>
                      <c:pt idx="762">
                        <c:v>9.9913138754796904</c:v>
                      </c:pt>
                      <c:pt idx="763">
                        <c:v>9.9664765713998094</c:v>
                      </c:pt>
                      <c:pt idx="764">
                        <c:v>10.0076842717313</c:v>
                      </c:pt>
                      <c:pt idx="765">
                        <c:v>9.8711457467519903</c:v>
                      </c:pt>
                      <c:pt idx="766">
                        <c:v>9.7729183462024807</c:v>
                      </c:pt>
                      <c:pt idx="767">
                        <c:v>9.8107482785892692</c:v>
                      </c:pt>
                      <c:pt idx="768">
                        <c:v>9.8009341116492994</c:v>
                      </c:pt>
                      <c:pt idx="769">
                        <c:v>9.8412540920786498</c:v>
                      </c:pt>
                      <c:pt idx="770">
                        <c:v>9.8726788094289404</c:v>
                      </c:pt>
                      <c:pt idx="771">
                        <c:v>9.9407738754187207</c:v>
                      </c:pt>
                      <c:pt idx="772">
                        <c:v>9.9146132403106595</c:v>
                      </c:pt>
                      <c:pt idx="773">
                        <c:v>9.9168132561041897</c:v>
                      </c:pt>
                      <c:pt idx="774">
                        <c:v>9.9168132561041897</c:v>
                      </c:pt>
                      <c:pt idx="775">
                        <c:v>9.9400806995984201</c:v>
                      </c:pt>
                      <c:pt idx="776">
                        <c:v>9.9032326908184594</c:v>
                      </c:pt>
                      <c:pt idx="777">
                        <c:v>9.9043395164484895</c:v>
                      </c:pt>
                      <c:pt idx="778">
                        <c:v>9.9282094777684193</c:v>
                      </c:pt>
                      <c:pt idx="779">
                        <c:v>9.9723962809870503</c:v>
                      </c:pt>
                      <c:pt idx="780">
                        <c:v>9.93427221932936</c:v>
                      </c:pt>
                      <c:pt idx="781">
                        <c:v>9.9412246918153109</c:v>
                      </c:pt>
                      <c:pt idx="782">
                        <c:v>9.9332818745271005</c:v>
                      </c:pt>
                      <c:pt idx="783">
                        <c:v>9.9808522771493209</c:v>
                      </c:pt>
                      <c:pt idx="784">
                        <c:v>10.184010370986799</c:v>
                      </c:pt>
                      <c:pt idx="785">
                        <c:v>10.0980281342284</c:v>
                      </c:pt>
                      <c:pt idx="786">
                        <c:v>10.077633891049601</c:v>
                      </c:pt>
                      <c:pt idx="787">
                        <c:v>10.077633891049601</c:v>
                      </c:pt>
                      <c:pt idx="788">
                        <c:v>10.077633891049601</c:v>
                      </c:pt>
                      <c:pt idx="789">
                        <c:v>10.0488083109458</c:v>
                      </c:pt>
                      <c:pt idx="790">
                        <c:v>10.049844738679401</c:v>
                      </c:pt>
                      <c:pt idx="791">
                        <c:v>10.1252427336648</c:v>
                      </c:pt>
                      <c:pt idx="792">
                        <c:v>10.1510444205499</c:v>
                      </c:pt>
                      <c:pt idx="793">
                        <c:v>10.0849676756684</c:v>
                      </c:pt>
                      <c:pt idx="794">
                        <c:v>10.099542358552499</c:v>
                      </c:pt>
                      <c:pt idx="795">
                        <c:v>10.2475855602474</c:v>
                      </c:pt>
                      <c:pt idx="796">
                        <c:v>10.19162250554</c:v>
                      </c:pt>
                      <c:pt idx="797">
                        <c:v>10.214381497257</c:v>
                      </c:pt>
                      <c:pt idx="798">
                        <c:v>10.1637708280385</c:v>
                      </c:pt>
                      <c:pt idx="799">
                        <c:v>10.163788018669999</c:v>
                      </c:pt>
                      <c:pt idx="800">
                        <c:v>10.253778058356099</c:v>
                      </c:pt>
                      <c:pt idx="801">
                        <c:v>10.142006638371701</c:v>
                      </c:pt>
                      <c:pt idx="802">
                        <c:v>10.190291109486701</c:v>
                      </c:pt>
                      <c:pt idx="803">
                        <c:v>10.169169665084899</c:v>
                      </c:pt>
                      <c:pt idx="804">
                        <c:v>10.1682996105309</c:v>
                      </c:pt>
                      <c:pt idx="805">
                        <c:v>10.1682996105309</c:v>
                      </c:pt>
                      <c:pt idx="806">
                        <c:v>10.291041030653499</c:v>
                      </c:pt>
                      <c:pt idx="807">
                        <c:v>10.2943628517602</c:v>
                      </c:pt>
                      <c:pt idx="808">
                        <c:v>10.353096916644599</c:v>
                      </c:pt>
                      <c:pt idx="809">
                        <c:v>10.3563112541561</c:v>
                      </c:pt>
                      <c:pt idx="810">
                        <c:v>10.3083217833116</c:v>
                      </c:pt>
                      <c:pt idx="811">
                        <c:v>10.2258513015868</c:v>
                      </c:pt>
                      <c:pt idx="812">
                        <c:v>9.9776748329588703</c:v>
                      </c:pt>
                      <c:pt idx="813">
                        <c:v>10.1962463546622</c:v>
                      </c:pt>
                      <c:pt idx="814">
                        <c:v>10.218628897232399</c:v>
                      </c:pt>
                      <c:pt idx="815">
                        <c:v>10.249356818688099</c:v>
                      </c:pt>
                      <c:pt idx="816">
                        <c:v>10.229710446845299</c:v>
                      </c:pt>
                      <c:pt idx="817">
                        <c:v>10.2174953464217</c:v>
                      </c:pt>
                      <c:pt idx="818">
                        <c:v>9.9372924559955909</c:v>
                      </c:pt>
                      <c:pt idx="819">
                        <c:v>9.9372924559955909</c:v>
                      </c:pt>
                      <c:pt idx="820">
                        <c:v>10.0953197951248</c:v>
                      </c:pt>
                      <c:pt idx="821">
                        <c:v>10.0952326181859</c:v>
                      </c:pt>
                      <c:pt idx="822">
                        <c:v>10.1368768075194</c:v>
                      </c:pt>
                      <c:pt idx="823">
                        <c:v>10.0737319500273</c:v>
                      </c:pt>
                      <c:pt idx="824">
                        <c:v>10.012910496264601</c:v>
                      </c:pt>
                      <c:pt idx="825">
                        <c:v>9.97913263853982</c:v>
                      </c:pt>
                      <c:pt idx="826">
                        <c:v>9.9485782517577501</c:v>
                      </c:pt>
                      <c:pt idx="827">
                        <c:v>9.9493010310952297</c:v>
                      </c:pt>
                      <c:pt idx="828">
                        <c:v>9.9500378712674902</c:v>
                      </c:pt>
                      <c:pt idx="829">
                        <c:v>9.8561796926060108</c:v>
                      </c:pt>
                      <c:pt idx="830">
                        <c:v>9.8595290898401995</c:v>
                      </c:pt>
                      <c:pt idx="831">
                        <c:v>9.8577581392264992</c:v>
                      </c:pt>
                      <c:pt idx="832">
                        <c:v>9.9667757770921899</c:v>
                      </c:pt>
                      <c:pt idx="833">
                        <c:v>9.9929750507508004</c:v>
                      </c:pt>
                      <c:pt idx="834">
                        <c:v>9.9929750507508004</c:v>
                      </c:pt>
                      <c:pt idx="835">
                        <c:v>9.9265935859075594</c:v>
                      </c:pt>
                      <c:pt idx="836">
                        <c:v>9.9072568722857799</c:v>
                      </c:pt>
                      <c:pt idx="837">
                        <c:v>9.8793763794880505</c:v>
                      </c:pt>
                      <c:pt idx="838">
                        <c:v>9.8164793718639096</c:v>
                      </c:pt>
                      <c:pt idx="839">
                        <c:v>9.8164793718639096</c:v>
                      </c:pt>
                      <c:pt idx="840">
                        <c:v>9.8539452888576697</c:v>
                      </c:pt>
                      <c:pt idx="841">
                        <c:v>9.8818947747839196</c:v>
                      </c:pt>
                      <c:pt idx="842">
                        <c:v>9.9743210046419293</c:v>
                      </c:pt>
                      <c:pt idx="843">
                        <c:v>10.0610940065788</c:v>
                      </c:pt>
                      <c:pt idx="844">
                        <c:v>10.0644659637489</c:v>
                      </c:pt>
                      <c:pt idx="845">
                        <c:v>10.0603383370466</c:v>
                      </c:pt>
                      <c:pt idx="846">
                        <c:v>10.049106682080501</c:v>
                      </c:pt>
                      <c:pt idx="847">
                        <c:v>9.9954865990566599</c:v>
                      </c:pt>
                      <c:pt idx="848">
                        <c:v>9.9096620435846603</c:v>
                      </c:pt>
                      <c:pt idx="849">
                        <c:v>9.9096620435846603</c:v>
                      </c:pt>
                      <c:pt idx="850">
                        <c:v>9.9736340735589</c:v>
                      </c:pt>
                      <c:pt idx="851">
                        <c:v>10.026225903759601</c:v>
                      </c:pt>
                      <c:pt idx="852">
                        <c:v>10.0369582259921</c:v>
                      </c:pt>
                      <c:pt idx="853">
                        <c:v>10.023300680017501</c:v>
                      </c:pt>
                      <c:pt idx="854">
                        <c:v>10.1677252983994</c:v>
                      </c:pt>
                      <c:pt idx="855">
                        <c:v>9.9847435184532092</c:v>
                      </c:pt>
                      <c:pt idx="856">
                        <c:v>10.0092544180734</c:v>
                      </c:pt>
                      <c:pt idx="857">
                        <c:v>9.9353319717791706</c:v>
                      </c:pt>
                      <c:pt idx="858">
                        <c:v>9.9446357172136999</c:v>
                      </c:pt>
                      <c:pt idx="859">
                        <c:v>9.9040879923394005</c:v>
                      </c:pt>
                      <c:pt idx="860">
                        <c:v>9.9861207248139507</c:v>
                      </c:pt>
                      <c:pt idx="861">
                        <c:v>10.006430745572599</c:v>
                      </c:pt>
                      <c:pt idx="862">
                        <c:v>9.9581152123435199</c:v>
                      </c:pt>
                      <c:pt idx="863">
                        <c:v>9.9581152123435199</c:v>
                      </c:pt>
                      <c:pt idx="864">
                        <c:v>9.9531009294060002</c:v>
                      </c:pt>
                      <c:pt idx="865">
                        <c:v>9.9862603821771501</c:v>
                      </c:pt>
                      <c:pt idx="866">
                        <c:v>10.000939364839001</c:v>
                      </c:pt>
                      <c:pt idx="867">
                        <c:v>10.0616367600059</c:v>
                      </c:pt>
                      <c:pt idx="868">
                        <c:v>10.0028796922309</c:v>
                      </c:pt>
                      <c:pt idx="869">
                        <c:v>10.054148421514</c:v>
                      </c:pt>
                      <c:pt idx="870">
                        <c:v>10.011443852621101</c:v>
                      </c:pt>
                      <c:pt idx="871">
                        <c:v>9.98975066016264</c:v>
                      </c:pt>
                      <c:pt idx="872">
                        <c:v>9.9886228608443908</c:v>
                      </c:pt>
                      <c:pt idx="873">
                        <c:v>10.0281675389658</c:v>
                      </c:pt>
                      <c:pt idx="874">
                        <c:v>9.9807656396102598</c:v>
                      </c:pt>
                      <c:pt idx="875">
                        <c:v>9.9807656396102598</c:v>
                      </c:pt>
                      <c:pt idx="876">
                        <c:v>10.0431446284272</c:v>
                      </c:pt>
                      <c:pt idx="877">
                        <c:v>10.201848881463601</c:v>
                      </c:pt>
                      <c:pt idx="878">
                        <c:v>10.203898577092</c:v>
                      </c:pt>
                      <c:pt idx="879">
                        <c:v>10.2668757945641</c:v>
                      </c:pt>
                      <c:pt idx="880">
                        <c:v>10.3118290116224</c:v>
                      </c:pt>
                      <c:pt idx="881">
                        <c:v>10.440874629010301</c:v>
                      </c:pt>
                      <c:pt idx="882">
                        <c:v>10.748938077279201</c:v>
                      </c:pt>
                      <c:pt idx="883">
                        <c:v>10.757617901874401</c:v>
                      </c:pt>
                      <c:pt idx="884">
                        <c:v>10.757617901874401</c:v>
                      </c:pt>
                      <c:pt idx="885">
                        <c:v>10.7743826623347</c:v>
                      </c:pt>
                      <c:pt idx="886">
                        <c:v>10.731270455818599</c:v>
                      </c:pt>
                      <c:pt idx="887">
                        <c:v>10.7033136736729</c:v>
                      </c:pt>
                      <c:pt idx="888">
                        <c:v>10.701840063572901</c:v>
                      </c:pt>
                      <c:pt idx="889">
                        <c:v>10.6032018172703</c:v>
                      </c:pt>
                      <c:pt idx="890">
                        <c:v>10.476962735860001</c:v>
                      </c:pt>
                      <c:pt idx="891">
                        <c:v>10.8143285279202</c:v>
                      </c:pt>
                      <c:pt idx="892">
                        <c:v>10.8809794486436</c:v>
                      </c:pt>
                      <c:pt idx="893">
                        <c:v>10.7583209840324</c:v>
                      </c:pt>
                      <c:pt idx="894">
                        <c:v>10.609985815722499</c:v>
                      </c:pt>
                      <c:pt idx="895">
                        <c:v>10.7229444427256</c:v>
                      </c:pt>
                      <c:pt idx="896">
                        <c:v>10.717277880638701</c:v>
                      </c:pt>
                      <c:pt idx="897">
                        <c:v>10.651707076628</c:v>
                      </c:pt>
                      <c:pt idx="898">
                        <c:v>10.826052812897601</c:v>
                      </c:pt>
                      <c:pt idx="899">
                        <c:v>11.281460857072499</c:v>
                      </c:pt>
                      <c:pt idx="900">
                        <c:v>11.2358118182913</c:v>
                      </c:pt>
                      <c:pt idx="901">
                        <c:v>10.815370908964599</c:v>
                      </c:pt>
                      <c:pt idx="902">
                        <c:v>10.739547994901899</c:v>
                      </c:pt>
                      <c:pt idx="903">
                        <c:v>10.634807353603099</c:v>
                      </c:pt>
                      <c:pt idx="904">
                        <c:v>10.5938958722565</c:v>
                      </c:pt>
                      <c:pt idx="905">
                        <c:v>10.543772561959299</c:v>
                      </c:pt>
                      <c:pt idx="906">
                        <c:v>10.3044018924881</c:v>
                      </c:pt>
                      <c:pt idx="907">
                        <c:v>10.4440576604879</c:v>
                      </c:pt>
                      <c:pt idx="908">
                        <c:v>10.374886761342101</c:v>
                      </c:pt>
                      <c:pt idx="909">
                        <c:v>10.5068219803325</c:v>
                      </c:pt>
                      <c:pt idx="910">
                        <c:v>10.4632668923892</c:v>
                      </c:pt>
                      <c:pt idx="911">
                        <c:v>10.367767502976401</c:v>
                      </c:pt>
                      <c:pt idx="912">
                        <c:v>10.4004948237296</c:v>
                      </c:pt>
                      <c:pt idx="913">
                        <c:v>10.360489023384799</c:v>
                      </c:pt>
                      <c:pt idx="914">
                        <c:v>10.3112960940091</c:v>
                      </c:pt>
                      <c:pt idx="915">
                        <c:v>10.293698489080301</c:v>
                      </c:pt>
                      <c:pt idx="916">
                        <c:v>10.28920767176</c:v>
                      </c:pt>
                      <c:pt idx="917">
                        <c:v>10.330383996888999</c:v>
                      </c:pt>
                      <c:pt idx="918">
                        <c:v>10.299321731240999</c:v>
                      </c:pt>
                      <c:pt idx="919">
                        <c:v>10.326195269471899</c:v>
                      </c:pt>
                      <c:pt idx="920">
                        <c:v>10.341009316584501</c:v>
                      </c:pt>
                      <c:pt idx="921">
                        <c:v>10.3406728373891</c:v>
                      </c:pt>
                      <c:pt idx="922">
                        <c:v>10.3293359383515</c:v>
                      </c:pt>
                      <c:pt idx="923">
                        <c:v>10.332853269159401</c:v>
                      </c:pt>
                      <c:pt idx="924">
                        <c:v>10.332853269159401</c:v>
                      </c:pt>
                      <c:pt idx="925">
                        <c:v>10.3913229020175</c:v>
                      </c:pt>
                      <c:pt idx="926">
                        <c:v>10.4430109587773</c:v>
                      </c:pt>
                      <c:pt idx="927">
                        <c:v>10.3630355927053</c:v>
                      </c:pt>
                      <c:pt idx="928">
                        <c:v>10.4019068841995</c:v>
                      </c:pt>
                      <c:pt idx="929">
                        <c:v>10.368242363910101</c:v>
                      </c:pt>
                      <c:pt idx="930">
                        <c:v>10.376010850640901</c:v>
                      </c:pt>
                      <c:pt idx="931">
                        <c:v>10.3809299128907</c:v>
                      </c:pt>
                      <c:pt idx="932">
                        <c:v>10.4669883830451</c:v>
                      </c:pt>
                      <c:pt idx="933">
                        <c:v>10.392135874243699</c:v>
                      </c:pt>
                      <c:pt idx="934">
                        <c:v>10.3880533561251</c:v>
                      </c:pt>
                      <c:pt idx="935">
                        <c:v>10.400593854182</c:v>
                      </c:pt>
                      <c:pt idx="936">
                        <c:v>10.351583543724599</c:v>
                      </c:pt>
                      <c:pt idx="937">
                        <c:v>10.156130753045501</c:v>
                      </c:pt>
                      <c:pt idx="938">
                        <c:v>10.2159157647909</c:v>
                      </c:pt>
                      <c:pt idx="939">
                        <c:v>10.2159157647909</c:v>
                      </c:pt>
                      <c:pt idx="940">
                        <c:v>10.2849745152997</c:v>
                      </c:pt>
                      <c:pt idx="941">
                        <c:v>10.352490957368699</c:v>
                      </c:pt>
                      <c:pt idx="942">
                        <c:v>10.229881171477899</c:v>
                      </c:pt>
                      <c:pt idx="943">
                        <c:v>10.3206049208839</c:v>
                      </c:pt>
                      <c:pt idx="944">
                        <c:v>10.3206049208839</c:v>
                      </c:pt>
                      <c:pt idx="945">
                        <c:v>10.2919056657614</c:v>
                      </c:pt>
                      <c:pt idx="946">
                        <c:v>10.2576897929459</c:v>
                      </c:pt>
                      <c:pt idx="947">
                        <c:v>10.3146183784269</c:v>
                      </c:pt>
                      <c:pt idx="948">
                        <c:v>10.2395770506253</c:v>
                      </c:pt>
                      <c:pt idx="949">
                        <c:v>10.218705708187899</c:v>
                      </c:pt>
                      <c:pt idx="950">
                        <c:v>10.2508031154796</c:v>
                      </c:pt>
                      <c:pt idx="951">
                        <c:v>10.27211262692</c:v>
                      </c:pt>
                      <c:pt idx="952">
                        <c:v>10.283599575000601</c:v>
                      </c:pt>
                      <c:pt idx="953">
                        <c:v>10.289284738994001</c:v>
                      </c:pt>
                      <c:pt idx="954">
                        <c:v>10.2916726561694</c:v>
                      </c:pt>
                      <c:pt idx="955">
                        <c:v>10.3321745308508</c:v>
                      </c:pt>
                      <c:pt idx="956">
                        <c:v>10.286738559001</c:v>
                      </c:pt>
                      <c:pt idx="957">
                        <c:v>10.2573423683725</c:v>
                      </c:pt>
                      <c:pt idx="958">
                        <c:v>10.231115766800301</c:v>
                      </c:pt>
                      <c:pt idx="959">
                        <c:v>10.2600391354826</c:v>
                      </c:pt>
                      <c:pt idx="960">
                        <c:v>10.2686215674332</c:v>
                      </c:pt>
                      <c:pt idx="961">
                        <c:v>10.251235038427501</c:v>
                      </c:pt>
                      <c:pt idx="962">
                        <c:v>10.234374020689</c:v>
                      </c:pt>
                      <c:pt idx="963">
                        <c:v>10.2499828033472</c:v>
                      </c:pt>
                      <c:pt idx="964">
                        <c:v>10.281476499377099</c:v>
                      </c:pt>
                      <c:pt idx="965">
                        <c:v>10.199518829364401</c:v>
                      </c:pt>
                      <c:pt idx="966">
                        <c:v>10.2216747601852</c:v>
                      </c:pt>
                      <c:pt idx="967">
                        <c:v>10.2216747601852</c:v>
                      </c:pt>
                      <c:pt idx="968">
                        <c:v>10.272397593123101</c:v>
                      </c:pt>
                      <c:pt idx="969">
                        <c:v>10.234082919818</c:v>
                      </c:pt>
                      <c:pt idx="970">
                        <c:v>10.3484352474259</c:v>
                      </c:pt>
                      <c:pt idx="971">
                        <c:v>10.3274472155554</c:v>
                      </c:pt>
                      <c:pt idx="972">
                        <c:v>10.2838234133983</c:v>
                      </c:pt>
                      <c:pt idx="973">
                        <c:v>10.345249861820699</c:v>
                      </c:pt>
                      <c:pt idx="974">
                        <c:v>9.2255954071890098</c:v>
                      </c:pt>
                      <c:pt idx="975">
                        <c:v>9.2255954071890098</c:v>
                      </c:pt>
                      <c:pt idx="976">
                        <c:v>10.3584110692493</c:v>
                      </c:pt>
                      <c:pt idx="977">
                        <c:v>10.339886529967799</c:v>
                      </c:pt>
                      <c:pt idx="978">
                        <c:v>10.3073594554102</c:v>
                      </c:pt>
                      <c:pt idx="979">
                        <c:v>10.3073594554102</c:v>
                      </c:pt>
                      <c:pt idx="980">
                        <c:v>10.3073594554102</c:v>
                      </c:pt>
                      <c:pt idx="981">
                        <c:v>10.3001980157141</c:v>
                      </c:pt>
                      <c:pt idx="982">
                        <c:v>10.466254417043</c:v>
                      </c:pt>
                      <c:pt idx="983">
                        <c:v>10.4755251324071</c:v>
                      </c:pt>
                      <c:pt idx="984">
                        <c:v>10.4755251324071</c:v>
                      </c:pt>
                      <c:pt idx="985">
                        <c:v>10.4159329057756</c:v>
                      </c:pt>
                      <c:pt idx="986">
                        <c:v>10.492285099958</c:v>
                      </c:pt>
                      <c:pt idx="987">
                        <c:v>10.5029326522065</c:v>
                      </c:pt>
                      <c:pt idx="988">
                        <c:v>10.474544244184999</c:v>
                      </c:pt>
                      <c:pt idx="989">
                        <c:v>10.451414193465499</c:v>
                      </c:pt>
                      <c:pt idx="990">
                        <c:v>10.496501509865301</c:v>
                      </c:pt>
                      <c:pt idx="991">
                        <c:v>10.592053423344799</c:v>
                      </c:pt>
                      <c:pt idx="992">
                        <c:v>10.5896840645413</c:v>
                      </c:pt>
                      <c:pt idx="993">
                        <c:v>10.6943001409531</c:v>
                      </c:pt>
                      <c:pt idx="994">
                        <c:v>11.143058263649101</c:v>
                      </c:pt>
                      <c:pt idx="995">
                        <c:v>11.200989048353501</c:v>
                      </c:pt>
                      <c:pt idx="996">
                        <c:v>11.2045983756667</c:v>
                      </c:pt>
                      <c:pt idx="997">
                        <c:v>11.138119728107201</c:v>
                      </c:pt>
                      <c:pt idx="998">
                        <c:v>10.980610151559601</c:v>
                      </c:pt>
                      <c:pt idx="999">
                        <c:v>11.194206218748899</c:v>
                      </c:pt>
                      <c:pt idx="1000">
                        <c:v>11.0630260140447</c:v>
                      </c:pt>
                      <c:pt idx="1001">
                        <c:v>11.136573285001701</c:v>
                      </c:pt>
                      <c:pt idx="1002">
                        <c:v>11.0843746640611</c:v>
                      </c:pt>
                      <c:pt idx="1003">
                        <c:v>11.131717031165101</c:v>
                      </c:pt>
                      <c:pt idx="1004">
                        <c:v>11.1213781368411</c:v>
                      </c:pt>
                      <c:pt idx="1005">
                        <c:v>11.2832443147874</c:v>
                      </c:pt>
                      <c:pt idx="1006">
                        <c:v>11.231244789415801</c:v>
                      </c:pt>
                      <c:pt idx="1007">
                        <c:v>12.614368401457901</c:v>
                      </c:pt>
                      <c:pt idx="1008">
                        <c:v>11.2106222578581</c:v>
                      </c:pt>
                      <c:pt idx="1009">
                        <c:v>11.190141074387499</c:v>
                      </c:pt>
                      <c:pt idx="1010">
                        <c:v>11.1985818416937</c:v>
                      </c:pt>
                      <c:pt idx="1011">
                        <c:v>11.147202744812899</c:v>
                      </c:pt>
                      <c:pt idx="1012">
                        <c:v>11.1498128503984</c:v>
                      </c:pt>
                      <c:pt idx="1013">
                        <c:v>11.2396798568076</c:v>
                      </c:pt>
                      <c:pt idx="1014">
                        <c:v>11.1336002209024</c:v>
                      </c:pt>
                      <c:pt idx="1015">
                        <c:v>11.2543739675378</c:v>
                      </c:pt>
                      <c:pt idx="1016">
                        <c:v>11.2830576782543</c:v>
                      </c:pt>
                      <c:pt idx="1017">
                        <c:v>11.221688250782901</c:v>
                      </c:pt>
                      <c:pt idx="1018">
                        <c:v>11.268658702846601</c:v>
                      </c:pt>
                      <c:pt idx="1019">
                        <c:v>11.3668833924062</c:v>
                      </c:pt>
                      <c:pt idx="1020">
                        <c:v>11.275858723478599</c:v>
                      </c:pt>
                      <c:pt idx="1021">
                        <c:v>11.3537255154554</c:v>
                      </c:pt>
                      <c:pt idx="1022">
                        <c:v>11.3677936156553</c:v>
                      </c:pt>
                      <c:pt idx="1023">
                        <c:v>11.4814473693562</c:v>
                      </c:pt>
                      <c:pt idx="1024">
                        <c:v>11.6114076825273</c:v>
                      </c:pt>
                      <c:pt idx="1025">
                        <c:v>11.650610961660901</c:v>
                      </c:pt>
                      <c:pt idx="1026">
                        <c:v>11.6219699745245</c:v>
                      </c:pt>
                      <c:pt idx="1027">
                        <c:v>11.7218686692388</c:v>
                      </c:pt>
                      <c:pt idx="1028">
                        <c:v>11.635160910672001</c:v>
                      </c:pt>
                      <c:pt idx="1029">
                        <c:v>11.5796196190418</c:v>
                      </c:pt>
                      <c:pt idx="1030">
                        <c:v>11.5649470457495</c:v>
                      </c:pt>
                      <c:pt idx="1031">
                        <c:v>11.5728400428982</c:v>
                      </c:pt>
                      <c:pt idx="1032">
                        <c:v>11.6318270683803</c:v>
                      </c:pt>
                      <c:pt idx="1033">
                        <c:v>11.652740325240901</c:v>
                      </c:pt>
                      <c:pt idx="1034">
                        <c:v>11.647346051832599</c:v>
                      </c:pt>
                      <c:pt idx="1035">
                        <c:v>11.622890346149299</c:v>
                      </c:pt>
                      <c:pt idx="1036">
                        <c:v>11.852456452498</c:v>
                      </c:pt>
                      <c:pt idx="1037">
                        <c:v>11.852456452498</c:v>
                      </c:pt>
                      <c:pt idx="1038">
                        <c:v>11.852456452498</c:v>
                      </c:pt>
                      <c:pt idx="1039">
                        <c:v>11.852456452498</c:v>
                      </c:pt>
                      <c:pt idx="1040">
                        <c:v>11.658291748282201</c:v>
                      </c:pt>
                      <c:pt idx="1041">
                        <c:v>11.6236340926758</c:v>
                      </c:pt>
                      <c:pt idx="1042">
                        <c:v>11.5995005956732</c:v>
                      </c:pt>
                      <c:pt idx="1043">
                        <c:v>11.553984672712801</c:v>
                      </c:pt>
                      <c:pt idx="1044">
                        <c:v>11.5730132740795</c:v>
                      </c:pt>
                      <c:pt idx="1045">
                        <c:v>11.5410333159817</c:v>
                      </c:pt>
                      <c:pt idx="1046">
                        <c:v>11.483487825176001</c:v>
                      </c:pt>
                      <c:pt idx="1047">
                        <c:v>11.4724451891777</c:v>
                      </c:pt>
                      <c:pt idx="1048">
                        <c:v>11.4318224451189</c:v>
                      </c:pt>
                      <c:pt idx="1049">
                        <c:v>11.3765735526691</c:v>
                      </c:pt>
                      <c:pt idx="1050">
                        <c:v>11.3680854450759</c:v>
                      </c:pt>
                      <c:pt idx="1051">
                        <c:v>11.3245670242547</c:v>
                      </c:pt>
                      <c:pt idx="1052">
                        <c:v>11.3133570547181</c:v>
                      </c:pt>
                      <c:pt idx="1053">
                        <c:v>11.338610849848401</c:v>
                      </c:pt>
                      <c:pt idx="1054">
                        <c:v>11.2932245215256</c:v>
                      </c:pt>
                      <c:pt idx="1055">
                        <c:v>11.2987802387561</c:v>
                      </c:pt>
                      <c:pt idx="1056">
                        <c:v>11.2418923137869</c:v>
                      </c:pt>
                      <c:pt idx="1057">
                        <c:v>11.205968128709801</c:v>
                      </c:pt>
                      <c:pt idx="1058">
                        <c:v>11.241006757408</c:v>
                      </c:pt>
                      <c:pt idx="1059">
                        <c:v>11.2169181636341</c:v>
                      </c:pt>
                      <c:pt idx="1060">
                        <c:v>11.2676378346905</c:v>
                      </c:pt>
                      <c:pt idx="1061">
                        <c:v>11.2273170343283</c:v>
                      </c:pt>
                      <c:pt idx="1062">
                        <c:v>11.195753011391099</c:v>
                      </c:pt>
                      <c:pt idx="1063">
                        <c:v>11.1862013940168</c:v>
                      </c:pt>
                      <c:pt idx="1064">
                        <c:v>11.1488989777908</c:v>
                      </c:pt>
                      <c:pt idx="1065">
                        <c:v>11.122075019551501</c:v>
                      </c:pt>
                      <c:pt idx="1066">
                        <c:v>11.006166817482001</c:v>
                      </c:pt>
                      <c:pt idx="1067">
                        <c:v>11.006166817482001</c:v>
                      </c:pt>
                      <c:pt idx="1068">
                        <c:v>11.065869688110601</c:v>
                      </c:pt>
                      <c:pt idx="1069">
                        <c:v>11.065869688110601</c:v>
                      </c:pt>
                      <c:pt idx="1070">
                        <c:v>11.0932442601378</c:v>
                      </c:pt>
                      <c:pt idx="1071">
                        <c:v>11.1333250933644</c:v>
                      </c:pt>
                      <c:pt idx="1072">
                        <c:v>11.1534466914605</c:v>
                      </c:pt>
                      <c:pt idx="1073">
                        <c:v>11.2449759628606</c:v>
                      </c:pt>
                      <c:pt idx="1074">
                        <c:v>11.271570860885401</c:v>
                      </c:pt>
                      <c:pt idx="1075">
                        <c:v>11.2264197680466</c:v>
                      </c:pt>
                      <c:pt idx="1076">
                        <c:v>11.268414562581199</c:v>
                      </c:pt>
                      <c:pt idx="1077">
                        <c:v>11.429745247564099</c:v>
                      </c:pt>
                      <c:pt idx="1078">
                        <c:v>11.4147300275579</c:v>
                      </c:pt>
                      <c:pt idx="1079">
                        <c:v>11.4335845769728</c:v>
                      </c:pt>
                      <c:pt idx="1080">
                        <c:v>11.393621405420401</c:v>
                      </c:pt>
                      <c:pt idx="1081">
                        <c:v>11.4533083135134</c:v>
                      </c:pt>
                      <c:pt idx="1082">
                        <c:v>11.514413295488</c:v>
                      </c:pt>
                      <c:pt idx="1083">
                        <c:v>11.449581664841</c:v>
                      </c:pt>
                      <c:pt idx="1084">
                        <c:v>11.449581664841</c:v>
                      </c:pt>
                      <c:pt idx="1085">
                        <c:v>11.471640377113699</c:v>
                      </c:pt>
                      <c:pt idx="1086">
                        <c:v>11.502868304474401</c:v>
                      </c:pt>
                      <c:pt idx="1087">
                        <c:v>11.590340422445299</c:v>
                      </c:pt>
                      <c:pt idx="1088">
                        <c:v>11.5738408341302</c:v>
                      </c:pt>
                      <c:pt idx="1089">
                        <c:v>11.5738408341302</c:v>
                      </c:pt>
                      <c:pt idx="1090">
                        <c:v>11.6986004425976</c:v>
                      </c:pt>
                      <c:pt idx="1091">
                        <c:v>11.9459862065401</c:v>
                      </c:pt>
                      <c:pt idx="1092">
                        <c:v>11.9646804405906</c:v>
                      </c:pt>
                      <c:pt idx="1093">
                        <c:v>12.036223236848899</c:v>
                      </c:pt>
                      <c:pt idx="1094">
                        <c:v>11.975633441065099</c:v>
                      </c:pt>
                      <c:pt idx="1095">
                        <c:v>11.975197173828899</c:v>
                      </c:pt>
                      <c:pt idx="1096">
                        <c:v>12.0109199018559</c:v>
                      </c:pt>
                      <c:pt idx="1097">
                        <c:v>12.240199379903601</c:v>
                      </c:pt>
                      <c:pt idx="1098">
                        <c:v>12.1460290984246</c:v>
                      </c:pt>
                      <c:pt idx="1099">
                        <c:v>12.165425342820299</c:v>
                      </c:pt>
                      <c:pt idx="1100">
                        <c:v>12.1555901822077</c:v>
                      </c:pt>
                      <c:pt idx="1101">
                        <c:v>12.262888680823</c:v>
                      </c:pt>
                      <c:pt idx="1102">
                        <c:v>12.4337086559221</c:v>
                      </c:pt>
                      <c:pt idx="1103">
                        <c:v>12.3141472112308</c:v>
                      </c:pt>
                      <c:pt idx="1104">
                        <c:v>12.263657123551299</c:v>
                      </c:pt>
                      <c:pt idx="1105">
                        <c:v>12.295857484754899</c:v>
                      </c:pt>
                      <c:pt idx="1106">
                        <c:v>12.3810330819814</c:v>
                      </c:pt>
                      <c:pt idx="1107">
                        <c:v>12.498935976484301</c:v>
                      </c:pt>
                      <c:pt idx="1108">
                        <c:v>12.8058769039965</c:v>
                      </c:pt>
                      <c:pt idx="1109">
                        <c:v>12.8058769039965</c:v>
                      </c:pt>
                      <c:pt idx="1110">
                        <c:v>12.906270852447699</c:v>
                      </c:pt>
                      <c:pt idx="1111">
                        <c:v>13.1608357680396</c:v>
                      </c:pt>
                      <c:pt idx="1112">
                        <c:v>12.965885953808201</c:v>
                      </c:pt>
                      <c:pt idx="1113">
                        <c:v>13.0218892153087</c:v>
                      </c:pt>
                      <c:pt idx="1114">
                        <c:v>12.6920222330104</c:v>
                      </c:pt>
                      <c:pt idx="1115">
                        <c:v>13.1413510247194</c:v>
                      </c:pt>
                      <c:pt idx="1116">
                        <c:v>13.210693877295</c:v>
                      </c:pt>
                      <c:pt idx="1117">
                        <c:v>13.3217524341462</c:v>
                      </c:pt>
                      <c:pt idx="1118">
                        <c:v>13.3406852010185</c:v>
                      </c:pt>
                      <c:pt idx="1119">
                        <c:v>13.307069513490299</c:v>
                      </c:pt>
                      <c:pt idx="1120">
                        <c:v>13.299581333880299</c:v>
                      </c:pt>
                      <c:pt idx="1121">
                        <c:v>13.1938056613347</c:v>
                      </c:pt>
                      <c:pt idx="1122">
                        <c:v>13.0681700052453</c:v>
                      </c:pt>
                      <c:pt idx="1123">
                        <c:v>13.085468273747599</c:v>
                      </c:pt>
                      <c:pt idx="1124">
                        <c:v>13.020292934945401</c:v>
                      </c:pt>
                      <c:pt idx="1125">
                        <c:v>13.168986134401401</c:v>
                      </c:pt>
                      <c:pt idx="1126">
                        <c:v>13.126472225893499</c:v>
                      </c:pt>
                      <c:pt idx="1127">
                        <c:v>13.0573393228482</c:v>
                      </c:pt>
                      <c:pt idx="1128">
                        <c:v>13.0429148757708</c:v>
                      </c:pt>
                      <c:pt idx="1129">
                        <c:v>13.0213201900507</c:v>
                      </c:pt>
                      <c:pt idx="1130">
                        <c:v>13.041531074290299</c:v>
                      </c:pt>
                      <c:pt idx="1131">
                        <c:v>12.848430067616601</c:v>
                      </c:pt>
                      <c:pt idx="1132">
                        <c:v>12.761011203686801</c:v>
                      </c:pt>
                      <c:pt idx="1133">
                        <c:v>12.719360039793999</c:v>
                      </c:pt>
                      <c:pt idx="1134">
                        <c:v>12.428839240182199</c:v>
                      </c:pt>
                      <c:pt idx="1135">
                        <c:v>12.3189403593177</c:v>
                      </c:pt>
                      <c:pt idx="1136">
                        <c:v>12.272813173880699</c:v>
                      </c:pt>
                      <c:pt idx="1137">
                        <c:v>12.272813173880699</c:v>
                      </c:pt>
                      <c:pt idx="1138">
                        <c:v>12.219863837201199</c:v>
                      </c:pt>
                      <c:pt idx="1139">
                        <c:v>12.2279540653119</c:v>
                      </c:pt>
                      <c:pt idx="1140">
                        <c:v>12.286670872232399</c:v>
                      </c:pt>
                      <c:pt idx="1141">
                        <c:v>12.2298275999648</c:v>
                      </c:pt>
                      <c:pt idx="1142">
                        <c:v>12.111457468772199</c:v>
                      </c:pt>
                      <c:pt idx="1143">
                        <c:v>12.0797369829431</c:v>
                      </c:pt>
                      <c:pt idx="1144">
                        <c:v>12.0797369829431</c:v>
                      </c:pt>
                      <c:pt idx="1145">
                        <c:v>11.901996660252401</c:v>
                      </c:pt>
                      <c:pt idx="1146">
                        <c:v>11.8574154052847</c:v>
                      </c:pt>
                      <c:pt idx="1147">
                        <c:v>11.8614783740846</c:v>
                      </c:pt>
                      <c:pt idx="1148">
                        <c:v>11.801795076644</c:v>
                      </c:pt>
                      <c:pt idx="1149">
                        <c:v>11.7194246848677</c:v>
                      </c:pt>
                      <c:pt idx="1150">
                        <c:v>11.6924069269191</c:v>
                      </c:pt>
                      <c:pt idx="1151">
                        <c:v>11.533434763902401</c:v>
                      </c:pt>
                      <c:pt idx="1152">
                        <c:v>11.5316326363822</c:v>
                      </c:pt>
                      <c:pt idx="1153">
                        <c:v>11.501950796305501</c:v>
                      </c:pt>
                      <c:pt idx="1154">
                        <c:v>11.4665192048433</c:v>
                      </c:pt>
                      <c:pt idx="1155">
                        <c:v>11.5917674893143</c:v>
                      </c:pt>
                      <c:pt idx="1156">
                        <c:v>11.6615118495062</c:v>
                      </c:pt>
                      <c:pt idx="1157">
                        <c:v>11.6235623859956</c:v>
                      </c:pt>
                      <c:pt idx="1158">
                        <c:v>11.7708788024763</c:v>
                      </c:pt>
                      <c:pt idx="1159">
                        <c:v>11.7482477000597</c:v>
                      </c:pt>
                      <c:pt idx="1160">
                        <c:v>11.859812399189799</c:v>
                      </c:pt>
                      <c:pt idx="1161">
                        <c:v>11.8183736515037</c:v>
                      </c:pt>
                      <c:pt idx="1162">
                        <c:v>11.758706800313499</c:v>
                      </c:pt>
                      <c:pt idx="1163">
                        <c:v>11.6976100596751</c:v>
                      </c:pt>
                      <c:pt idx="1164">
                        <c:v>11.835254331556699</c:v>
                      </c:pt>
                      <c:pt idx="1165">
                        <c:v>11.9721249629069</c:v>
                      </c:pt>
                      <c:pt idx="1166">
                        <c:v>12.129099204393601</c:v>
                      </c:pt>
                      <c:pt idx="1167">
                        <c:v>12.565253099948499</c:v>
                      </c:pt>
                      <c:pt idx="1168">
                        <c:v>12.118548354729301</c:v>
                      </c:pt>
                      <c:pt idx="1169">
                        <c:v>11.955921535790599</c:v>
                      </c:pt>
                      <c:pt idx="1170">
                        <c:v>12.2940410375243</c:v>
                      </c:pt>
                      <c:pt idx="1171">
                        <c:v>12.286319585716299</c:v>
                      </c:pt>
                      <c:pt idx="1172">
                        <c:v>12.119375828685399</c:v>
                      </c:pt>
                      <c:pt idx="1173">
                        <c:v>12.070474133744</c:v>
                      </c:pt>
                      <c:pt idx="1174">
                        <c:v>12.100105047069899</c:v>
                      </c:pt>
                      <c:pt idx="1175">
                        <c:v>12.1463590512206</c:v>
                      </c:pt>
                      <c:pt idx="1176">
                        <c:v>12.0222950317641</c:v>
                      </c:pt>
                      <c:pt idx="1177">
                        <c:v>12.0107625196316</c:v>
                      </c:pt>
                      <c:pt idx="1178">
                        <c:v>11.7828572035422</c:v>
                      </c:pt>
                      <c:pt idx="1179">
                        <c:v>12.058171296632199</c:v>
                      </c:pt>
                      <c:pt idx="1180">
                        <c:v>12.0729998410071</c:v>
                      </c:pt>
                      <c:pt idx="1181">
                        <c:v>12.4573935374525</c:v>
                      </c:pt>
                      <c:pt idx="1182">
                        <c:v>12.297012121310299</c:v>
                      </c:pt>
                      <c:pt idx="1183">
                        <c:v>12.788916511244899</c:v>
                      </c:pt>
                      <c:pt idx="1184">
                        <c:v>12.788916511244899</c:v>
                      </c:pt>
                      <c:pt idx="1185">
                        <c:v>12.6922529366819</c:v>
                      </c:pt>
                      <c:pt idx="1186">
                        <c:v>12.855172165190799</c:v>
                      </c:pt>
                      <c:pt idx="1187">
                        <c:v>13.167635650525</c:v>
                      </c:pt>
                      <c:pt idx="1188">
                        <c:v>12.797906023832899</c:v>
                      </c:pt>
                      <c:pt idx="1189">
                        <c:v>12.8596429203808</c:v>
                      </c:pt>
                      <c:pt idx="1190">
                        <c:v>12.707414596140101</c:v>
                      </c:pt>
                      <c:pt idx="1191">
                        <c:v>12.711640680797901</c:v>
                      </c:pt>
                      <c:pt idx="1192">
                        <c:v>13.118760912354899</c:v>
                      </c:pt>
                      <c:pt idx="1193">
                        <c:v>13.233589063175</c:v>
                      </c:pt>
                      <c:pt idx="1194">
                        <c:v>13.0818725315281</c:v>
                      </c:pt>
                      <c:pt idx="1195">
                        <c:v>13.2435524575857</c:v>
                      </c:pt>
                      <c:pt idx="1196">
                        <c:v>12.9191664533432</c:v>
                      </c:pt>
                      <c:pt idx="1197">
                        <c:v>12.8291785186606</c:v>
                      </c:pt>
                      <c:pt idx="1198">
                        <c:v>12.7756013471293</c:v>
                      </c:pt>
                      <c:pt idx="1199">
                        <c:v>12.7756013471293</c:v>
                      </c:pt>
                      <c:pt idx="1200">
                        <c:v>12.8145763621798</c:v>
                      </c:pt>
                      <c:pt idx="1201">
                        <c:v>12.8145763621798</c:v>
                      </c:pt>
                      <c:pt idx="1202">
                        <c:v>12.6924694329419</c:v>
                      </c:pt>
                      <c:pt idx="1203">
                        <c:v>12.542215130088501</c:v>
                      </c:pt>
                      <c:pt idx="1204">
                        <c:v>12.476698954588599</c:v>
                      </c:pt>
                      <c:pt idx="1205">
                        <c:v>12.435242793349101</c:v>
                      </c:pt>
                      <c:pt idx="1206">
                        <c:v>12.4084927154722</c:v>
                      </c:pt>
                      <c:pt idx="1207">
                        <c:v>12.2951127938243</c:v>
                      </c:pt>
                      <c:pt idx="1208">
                        <c:v>12.256836791828</c:v>
                      </c:pt>
                      <c:pt idx="1209">
                        <c:v>12.256836791828</c:v>
                      </c:pt>
                      <c:pt idx="1210">
                        <c:v>12.4956814845259</c:v>
                      </c:pt>
                      <c:pt idx="1211">
                        <c:v>12.2033218160422</c:v>
                      </c:pt>
                      <c:pt idx="1212">
                        <c:v>12.2033218160422</c:v>
                      </c:pt>
                      <c:pt idx="1213">
                        <c:v>12.2755060166884</c:v>
                      </c:pt>
                      <c:pt idx="1214">
                        <c:v>12.4349190976109</c:v>
                      </c:pt>
                      <c:pt idx="1215">
                        <c:v>12.0710397683278</c:v>
                      </c:pt>
                      <c:pt idx="1216">
                        <c:v>11.931073805666999</c:v>
                      </c:pt>
                      <c:pt idx="1217">
                        <c:v>11.5686408335328</c:v>
                      </c:pt>
                      <c:pt idx="1218">
                        <c:v>11.5299755622144</c:v>
                      </c:pt>
                      <c:pt idx="1219">
                        <c:v>11.6020790409212</c:v>
                      </c:pt>
                      <c:pt idx="1220">
                        <c:v>11.7276923372717</c:v>
                      </c:pt>
                      <c:pt idx="1221">
                        <c:v>11.590175547193001</c:v>
                      </c:pt>
                      <c:pt idx="1222">
                        <c:v>11.496674309168499</c:v>
                      </c:pt>
                      <c:pt idx="1223">
                        <c:v>11.557208587341799</c:v>
                      </c:pt>
                      <c:pt idx="1224">
                        <c:v>11.557208587341799</c:v>
                      </c:pt>
                      <c:pt idx="1225">
                        <c:v>11.283860232662899</c:v>
                      </c:pt>
                      <c:pt idx="1226">
                        <c:v>11.326609196498501</c:v>
                      </c:pt>
                      <c:pt idx="1227">
                        <c:v>11.0153473526497</c:v>
                      </c:pt>
                      <c:pt idx="1228">
                        <c:v>11.0421337094431</c:v>
                      </c:pt>
                      <c:pt idx="1229">
                        <c:v>10.8054311719632</c:v>
                      </c:pt>
                      <c:pt idx="1230">
                        <c:v>10.805109840835801</c:v>
                      </c:pt>
                      <c:pt idx="1231">
                        <c:v>10.6726663703746</c:v>
                      </c:pt>
                      <c:pt idx="1232">
                        <c:v>10.4659313956278</c:v>
                      </c:pt>
                      <c:pt idx="1233">
                        <c:v>10.475401736956901</c:v>
                      </c:pt>
                      <c:pt idx="1234">
                        <c:v>10.2797392826907</c:v>
                      </c:pt>
                      <c:pt idx="1235">
                        <c:v>10.204544578603301</c:v>
                      </c:pt>
                      <c:pt idx="1236">
                        <c:v>10.077695296963499</c:v>
                      </c:pt>
                      <c:pt idx="1237">
                        <c:v>9.9005322062371999</c:v>
                      </c:pt>
                      <c:pt idx="1238">
                        <c:v>10.1873584150882</c:v>
                      </c:pt>
                      <c:pt idx="1239">
                        <c:v>10.2982961190745</c:v>
                      </c:pt>
                      <c:pt idx="1240">
                        <c:v>10.2982961190745</c:v>
                      </c:pt>
                      <c:pt idx="1241">
                        <c:v>10.2982961190745</c:v>
                      </c:pt>
                      <c:pt idx="1242">
                        <c:v>10.133945684588801</c:v>
                      </c:pt>
                      <c:pt idx="1243">
                        <c:v>9.8929656585549601</c:v>
                      </c:pt>
                      <c:pt idx="1244">
                        <c:v>10.1213016607571</c:v>
                      </c:pt>
                      <c:pt idx="1245">
                        <c:v>10.1805389437421</c:v>
                      </c:pt>
                      <c:pt idx="1246">
                        <c:v>10.0312042342116</c:v>
                      </c:pt>
                      <c:pt idx="1247">
                        <c:v>9.9470520472324999</c:v>
                      </c:pt>
                      <c:pt idx="1248">
                        <c:v>9.9470520472324999</c:v>
                      </c:pt>
                      <c:pt idx="1249">
                        <c:v>9.9154920999357898</c:v>
                      </c:pt>
                      <c:pt idx="1250">
                        <c:v>9.8170236324517592</c:v>
                      </c:pt>
                      <c:pt idx="1251">
                        <c:v>9.8612414313526902</c:v>
                      </c:pt>
                      <c:pt idx="1252">
                        <c:v>9.8383442413983104</c:v>
                      </c:pt>
                      <c:pt idx="1253">
                        <c:v>9.8192983707891699</c:v>
                      </c:pt>
                      <c:pt idx="1254">
                        <c:v>9.9905032557225404</c:v>
                      </c:pt>
                      <c:pt idx="1255">
                        <c:v>9.9463821750395702</c:v>
                      </c:pt>
                      <c:pt idx="1256">
                        <c:v>9.6707070359376708</c:v>
                      </c:pt>
                      <c:pt idx="1257">
                        <c:v>9.75783686890966</c:v>
                      </c:pt>
                      <c:pt idx="1258">
                        <c:v>9.7212197292388094</c:v>
                      </c:pt>
                      <c:pt idx="1259">
                        <c:v>9.7402715305533007</c:v>
                      </c:pt>
                      <c:pt idx="1260">
                        <c:v>9.7168139023113707</c:v>
                      </c:pt>
                      <c:pt idx="1261">
                        <c:v>9.7259878396728503</c:v>
                      </c:pt>
                      <c:pt idx="1262">
                        <c:v>9.5887157539162597</c:v>
                      </c:pt>
                      <c:pt idx="1263">
                        <c:v>9.5819544244415091</c:v>
                      </c:pt>
                      <c:pt idx="1264">
                        <c:v>9.6393820775653296</c:v>
                      </c:pt>
                      <c:pt idx="1265">
                        <c:v>9.60238819436168</c:v>
                      </c:pt>
                      <c:pt idx="1266">
                        <c:v>9.5843834088657793</c:v>
                      </c:pt>
                      <c:pt idx="1267">
                        <c:v>9.5329861799522799</c:v>
                      </c:pt>
                      <c:pt idx="1268">
                        <c:v>9.4998578373791993</c:v>
                      </c:pt>
                      <c:pt idx="1269">
                        <c:v>9.7552162436574594</c:v>
                      </c:pt>
                      <c:pt idx="1270">
                        <c:v>9.8515605157885595</c:v>
                      </c:pt>
                      <c:pt idx="1271">
                        <c:v>9.7783271174001491</c:v>
                      </c:pt>
                      <c:pt idx="1272">
                        <c:v>9.6841937027427107</c:v>
                      </c:pt>
                      <c:pt idx="1273">
                        <c:v>9.6909564925248208</c:v>
                      </c:pt>
                      <c:pt idx="1274">
                        <c:v>9.7448140950736803</c:v>
                      </c:pt>
                      <c:pt idx="1275">
                        <c:v>9.6995725390851408</c:v>
                      </c:pt>
                      <c:pt idx="1276">
                        <c:v>9.6658516189818897</c:v>
                      </c:pt>
                      <c:pt idx="1277">
                        <c:v>9.70008798106476</c:v>
                      </c:pt>
                      <c:pt idx="1278">
                        <c:v>9.6665923855822307</c:v>
                      </c:pt>
                      <c:pt idx="1279">
                        <c:v>9.6665923855822307</c:v>
                      </c:pt>
                      <c:pt idx="1280">
                        <c:v>9.6665923855822307</c:v>
                      </c:pt>
                      <c:pt idx="1281">
                        <c:v>9.4756277546603798</c:v>
                      </c:pt>
                      <c:pt idx="1282">
                        <c:v>9.4509798443139399</c:v>
                      </c:pt>
                      <c:pt idx="1283">
                        <c:v>9.2652603784517407</c:v>
                      </c:pt>
                      <c:pt idx="1284">
                        <c:v>9.1962856145577803</c:v>
                      </c:pt>
                      <c:pt idx="1285">
                        <c:v>9.1191408825568807</c:v>
                      </c:pt>
                      <c:pt idx="1286">
                        <c:v>9.0820257733822398</c:v>
                      </c:pt>
                      <c:pt idx="1287">
                        <c:v>9.0987776230472601</c:v>
                      </c:pt>
                      <c:pt idx="1288">
                        <c:v>9.1517328318313993</c:v>
                      </c:pt>
                      <c:pt idx="1289">
                        <c:v>9.1010639592520608</c:v>
                      </c:pt>
                      <c:pt idx="1290">
                        <c:v>9.1261146301108909</c:v>
                      </c:pt>
                      <c:pt idx="1291">
                        <c:v>9.0939119083837099</c:v>
                      </c:pt>
                      <c:pt idx="1292">
                        <c:v>9.0304138134096306</c:v>
                      </c:pt>
                      <c:pt idx="1293">
                        <c:v>8.9493861785286306</c:v>
                      </c:pt>
                      <c:pt idx="1294">
                        <c:v>8.8401018358461005</c:v>
                      </c:pt>
                      <c:pt idx="1295">
                        <c:v>8.8339100380333804</c:v>
                      </c:pt>
                      <c:pt idx="1296">
                        <c:v>8.7956798251104598</c:v>
                      </c:pt>
                      <c:pt idx="1297">
                        <c:v>8.7765750724585807</c:v>
                      </c:pt>
                      <c:pt idx="1298">
                        <c:v>8.7765750724585807</c:v>
                      </c:pt>
                      <c:pt idx="1299">
                        <c:v>8.77201242262473</c:v>
                      </c:pt>
                      <c:pt idx="1300">
                        <c:v>8.8857425262265508</c:v>
                      </c:pt>
                      <c:pt idx="1301">
                        <c:v>8.9355145925693797</c:v>
                      </c:pt>
                      <c:pt idx="1302">
                        <c:v>8.9519407435278193</c:v>
                      </c:pt>
                      <c:pt idx="1303">
                        <c:v>9.0611179230990508</c:v>
                      </c:pt>
                      <c:pt idx="1304">
                        <c:v>8.9879008418889104</c:v>
                      </c:pt>
                      <c:pt idx="1305">
                        <c:v>8.9273673755530893</c:v>
                      </c:pt>
                      <c:pt idx="1306">
                        <c:v>8.8389638895455995</c:v>
                      </c:pt>
                      <c:pt idx="1307">
                        <c:v>8.8354568525001298</c:v>
                      </c:pt>
                      <c:pt idx="1308">
                        <c:v>8.7224342884215602</c:v>
                      </c:pt>
                      <c:pt idx="1309">
                        <c:v>8.7364340060314802</c:v>
                      </c:pt>
                      <c:pt idx="1310">
                        <c:v>8.5443367998080006</c:v>
                      </c:pt>
                      <c:pt idx="1311">
                        <c:v>8.5443367998080006</c:v>
                      </c:pt>
                      <c:pt idx="1312">
                        <c:v>8.5443367998080006</c:v>
                      </c:pt>
                      <c:pt idx="1313">
                        <c:v>8.5693528819349094</c:v>
                      </c:pt>
                      <c:pt idx="1314">
                        <c:v>8.5452107184487307</c:v>
                      </c:pt>
                      <c:pt idx="1315">
                        <c:v>8.4092341959683505</c:v>
                      </c:pt>
                      <c:pt idx="1316">
                        <c:v>8.3919418210276202</c:v>
                      </c:pt>
                      <c:pt idx="1317">
                        <c:v>8.4037204178768494</c:v>
                      </c:pt>
                      <c:pt idx="1318">
                        <c:v>8.3912127111841901</c:v>
                      </c:pt>
                      <c:pt idx="1319">
                        <c:v>8.2385746111338403</c:v>
                      </c:pt>
                      <c:pt idx="1320">
                        <c:v>8.1335430601687708</c:v>
                      </c:pt>
                      <c:pt idx="1321">
                        <c:v>8.1441274589727399</c:v>
                      </c:pt>
                      <c:pt idx="1322">
                        <c:v>8.08828592477151</c:v>
                      </c:pt>
                      <c:pt idx="1323">
                        <c:v>8.1808263620776405</c:v>
                      </c:pt>
                      <c:pt idx="1324">
                        <c:v>8.1778266331392704</c:v>
                      </c:pt>
                      <c:pt idx="1325">
                        <c:v>8.0222957619798105</c:v>
                      </c:pt>
                      <c:pt idx="1326">
                        <c:v>7.95143795855987</c:v>
                      </c:pt>
                      <c:pt idx="1327">
                        <c:v>7.95143795855987</c:v>
                      </c:pt>
                      <c:pt idx="1328">
                        <c:v>7.9414835104684096</c:v>
                      </c:pt>
                      <c:pt idx="1329">
                        <c:v>7.9865344024106601</c:v>
                      </c:pt>
                      <c:pt idx="1330">
                        <c:v>7.9858357718457098</c:v>
                      </c:pt>
                      <c:pt idx="1331">
                        <c:v>7.9750225215468902</c:v>
                      </c:pt>
                      <c:pt idx="1332">
                        <c:v>7.9330878200146104</c:v>
                      </c:pt>
                      <c:pt idx="1333">
                        <c:v>7.9744542615672298</c:v>
                      </c:pt>
                      <c:pt idx="1334">
                        <c:v>7.9096328574851302</c:v>
                      </c:pt>
                      <c:pt idx="1335">
                        <c:v>7.8960762071612596</c:v>
                      </c:pt>
                      <c:pt idx="1336">
                        <c:v>7.8098488308225997</c:v>
                      </c:pt>
                      <c:pt idx="1337">
                        <c:v>7.8526920012650097</c:v>
                      </c:pt>
                      <c:pt idx="1338">
                        <c:v>7.82622103680115</c:v>
                      </c:pt>
                      <c:pt idx="1339">
                        <c:v>7.7279792787395403</c:v>
                      </c:pt>
                      <c:pt idx="1340">
                        <c:v>7.6830160418618103</c:v>
                      </c:pt>
                      <c:pt idx="1341">
                        <c:v>7.8567406316274297</c:v>
                      </c:pt>
                      <c:pt idx="1342">
                        <c:v>8.0744713673013493</c:v>
                      </c:pt>
                      <c:pt idx="1343">
                        <c:v>8.0744713673013493</c:v>
                      </c:pt>
                      <c:pt idx="1344">
                        <c:v>8.1382139116732599</c:v>
                      </c:pt>
                      <c:pt idx="1345">
                        <c:v>8.0137007497926298</c:v>
                      </c:pt>
                      <c:pt idx="1346">
                        <c:v>8.1426171478413707</c:v>
                      </c:pt>
                      <c:pt idx="1347">
                        <c:v>8.1278390899780302</c:v>
                      </c:pt>
                      <c:pt idx="1348">
                        <c:v>8.1190247179409099</c:v>
                      </c:pt>
                      <c:pt idx="1349">
                        <c:v>8.4460156743432506</c:v>
                      </c:pt>
                      <c:pt idx="1350">
                        <c:v>8.4460156743432506</c:v>
                      </c:pt>
                      <c:pt idx="1351">
                        <c:v>8.4460156743432506</c:v>
                      </c:pt>
                      <c:pt idx="1352">
                        <c:v>8.6599510563592599</c:v>
                      </c:pt>
                      <c:pt idx="1353">
                        <c:v>8.9624074057997394</c:v>
                      </c:pt>
                      <c:pt idx="1354">
                        <c:v>8.9011037091398393</c:v>
                      </c:pt>
                      <c:pt idx="1355">
                        <c:v>8.9279192164365995</c:v>
                      </c:pt>
                      <c:pt idx="1356">
                        <c:v>8.8075638053172405</c:v>
                      </c:pt>
                      <c:pt idx="1357">
                        <c:v>8.7833639676829698</c:v>
                      </c:pt>
                      <c:pt idx="1358">
                        <c:v>8.7833639676829698</c:v>
                      </c:pt>
                      <c:pt idx="1359">
                        <c:v>9.0008841728573294</c:v>
                      </c:pt>
                      <c:pt idx="1360">
                        <c:v>8.8824575054764594</c:v>
                      </c:pt>
                      <c:pt idx="1361">
                        <c:v>9.0024615841921207</c:v>
                      </c:pt>
                      <c:pt idx="1362">
                        <c:v>8.9798805825488603</c:v>
                      </c:pt>
                      <c:pt idx="1363">
                        <c:v>8.9798805825488603</c:v>
                      </c:pt>
                      <c:pt idx="1364">
                        <c:v>9.9392347357043498</c:v>
                      </c:pt>
                      <c:pt idx="1365">
                        <c:v>9.0922598325484891</c:v>
                      </c:pt>
                      <c:pt idx="1366">
                        <c:v>9.0171734126802008</c:v>
                      </c:pt>
                      <c:pt idx="1367">
                        <c:v>8.9360513496364593</c:v>
                      </c:pt>
                      <c:pt idx="1368">
                        <c:v>8.9360513496364593</c:v>
                      </c:pt>
                      <c:pt idx="1369">
                        <c:v>8.8596378392477604</c:v>
                      </c:pt>
                      <c:pt idx="1370">
                        <c:v>8.8056967807228403</c:v>
                      </c:pt>
                      <c:pt idx="1371">
                        <c:v>8.8367061950384205</c:v>
                      </c:pt>
                      <c:pt idx="1372">
                        <c:v>8.7553570533074208</c:v>
                      </c:pt>
                      <c:pt idx="1373">
                        <c:v>8.6124785356814293</c:v>
                      </c:pt>
                      <c:pt idx="1374">
                        <c:v>8.4405301018411993</c:v>
                      </c:pt>
                      <c:pt idx="1375">
                        <c:v>8.50319901804788</c:v>
                      </c:pt>
                      <c:pt idx="1376">
                        <c:v>8.4597660855220305</c:v>
                      </c:pt>
                      <c:pt idx="1377">
                        <c:v>8.8389558574110296</c:v>
                      </c:pt>
                      <c:pt idx="1378">
                        <c:v>8.9408418339703299</c:v>
                      </c:pt>
                      <c:pt idx="1379">
                        <c:v>8.9524309882696897</c:v>
                      </c:pt>
                      <c:pt idx="1380">
                        <c:v>8.83834996410733</c:v>
                      </c:pt>
                      <c:pt idx="1381">
                        <c:v>8.7942066385428301</c:v>
                      </c:pt>
                      <c:pt idx="1382">
                        <c:v>8.7476441270613403</c:v>
                      </c:pt>
                      <c:pt idx="1383">
                        <c:v>8.7476441270613403</c:v>
                      </c:pt>
                      <c:pt idx="1384">
                        <c:v>8.6948598330753697</c:v>
                      </c:pt>
                      <c:pt idx="1385">
                        <c:v>8.6914712453218499</c:v>
                      </c:pt>
                      <c:pt idx="1386">
                        <c:v>8.6671058164060994</c:v>
                      </c:pt>
                      <c:pt idx="1387">
                        <c:v>8.6004099825277596</c:v>
                      </c:pt>
                      <c:pt idx="1388">
                        <c:v>8.5668677785384801</c:v>
                      </c:pt>
                      <c:pt idx="1389">
                        <c:v>8.6319665513311499</c:v>
                      </c:pt>
                      <c:pt idx="1390">
                        <c:v>8.8104038543865997</c:v>
                      </c:pt>
                      <c:pt idx="1391">
                        <c:v>8.8363498914572993</c:v>
                      </c:pt>
                      <c:pt idx="1392">
                        <c:v>8.8004549769058702</c:v>
                      </c:pt>
                      <c:pt idx="1393">
                        <c:v>8.6721374926521992</c:v>
                      </c:pt>
                      <c:pt idx="1394">
                        <c:v>8.7120994643798593</c:v>
                      </c:pt>
                      <c:pt idx="1395">
                        <c:v>8.7750020379329197</c:v>
                      </c:pt>
                      <c:pt idx="1396">
                        <c:v>8.72759091842134</c:v>
                      </c:pt>
                      <c:pt idx="1397">
                        <c:v>8.72759091842134</c:v>
                      </c:pt>
                      <c:pt idx="1398">
                        <c:v>8.8751449002813594</c:v>
                      </c:pt>
                      <c:pt idx="1399">
                        <c:v>8.8453330912679995</c:v>
                      </c:pt>
                      <c:pt idx="1400">
                        <c:v>8.8256889197893003</c:v>
                      </c:pt>
                      <c:pt idx="1401">
                        <c:v>8.8114799218281892</c:v>
                      </c:pt>
                      <c:pt idx="1402">
                        <c:v>8.77067788555647</c:v>
                      </c:pt>
                      <c:pt idx="1403">
                        <c:v>8.77067788555647</c:v>
                      </c:pt>
                      <c:pt idx="1404">
                        <c:v>8.8408693821133895</c:v>
                      </c:pt>
                      <c:pt idx="1405">
                        <c:v>8.9925595278866304</c:v>
                      </c:pt>
                      <c:pt idx="1406">
                        <c:v>8.9093936620584397</c:v>
                      </c:pt>
                      <c:pt idx="1407">
                        <c:v>9.0165088743603601</c:v>
                      </c:pt>
                      <c:pt idx="1408">
                        <c:v>8.9021850649284495</c:v>
                      </c:pt>
                      <c:pt idx="1409">
                        <c:v>9.0384351845954392</c:v>
                      </c:pt>
                      <c:pt idx="1410">
                        <c:v>8.9914594186913508</c:v>
                      </c:pt>
                      <c:pt idx="1411">
                        <c:v>8.9529535032354897</c:v>
                      </c:pt>
                      <c:pt idx="1412">
                        <c:v>9.0005621198461903</c:v>
                      </c:pt>
                      <c:pt idx="1413">
                        <c:v>9.01718121333578</c:v>
                      </c:pt>
                      <c:pt idx="1414">
                        <c:v>9.0257003392970692</c:v>
                      </c:pt>
                      <c:pt idx="1415">
                        <c:v>9.0257003392970692</c:v>
                      </c:pt>
                      <c:pt idx="1416">
                        <c:v>8.9743853866251104</c:v>
                      </c:pt>
                      <c:pt idx="1417">
                        <c:v>8.8671908571954905</c:v>
                      </c:pt>
                      <c:pt idx="1418">
                        <c:v>8.8292283825511593</c:v>
                      </c:pt>
                      <c:pt idx="1419">
                        <c:v>8.9462315756634805</c:v>
                      </c:pt>
                      <c:pt idx="1420">
                        <c:v>8.9574696002101692</c:v>
                      </c:pt>
                      <c:pt idx="1421">
                        <c:v>9.0126250664541594</c:v>
                      </c:pt>
                      <c:pt idx="1422">
                        <c:v>9.0622234476730501</c:v>
                      </c:pt>
                      <c:pt idx="1423">
                        <c:v>8.9459378991167</c:v>
                      </c:pt>
                      <c:pt idx="1424">
                        <c:v>9.0039706989493897</c:v>
                      </c:pt>
                      <c:pt idx="1425">
                        <c:v>9.0491412539689993</c:v>
                      </c:pt>
                      <c:pt idx="1426">
                        <c:v>9.0878837344131806</c:v>
                      </c:pt>
                      <c:pt idx="1427">
                        <c:v>8.9467592602763695</c:v>
                      </c:pt>
                      <c:pt idx="1428">
                        <c:v>8.9517666981452404</c:v>
                      </c:pt>
                      <c:pt idx="1429">
                        <c:v>8.9021936359567402</c:v>
                      </c:pt>
                      <c:pt idx="1430">
                        <c:v>8.93153560608026</c:v>
                      </c:pt>
                      <c:pt idx="1431">
                        <c:v>8.8742030861826695</c:v>
                      </c:pt>
                      <c:pt idx="1432">
                        <c:v>8.85914957682912</c:v>
                      </c:pt>
                      <c:pt idx="1433">
                        <c:v>8.7057402368600201</c:v>
                      </c:pt>
                      <c:pt idx="1434">
                        <c:v>8.6451461777956897</c:v>
                      </c:pt>
                      <c:pt idx="1435">
                        <c:v>8.6420556365505306</c:v>
                      </c:pt>
                      <c:pt idx="1436">
                        <c:v>8.5326769769323807</c:v>
                      </c:pt>
                      <c:pt idx="1437">
                        <c:v>8.5709962327781604</c:v>
                      </c:pt>
                      <c:pt idx="1438">
                        <c:v>8.5642406770213704</c:v>
                      </c:pt>
                      <c:pt idx="1439">
                        <c:v>8.4021279208943902</c:v>
                      </c:pt>
                      <c:pt idx="1440">
                        <c:v>8.4598926569846196</c:v>
                      </c:pt>
                      <c:pt idx="1441">
                        <c:v>8.4824968538544194</c:v>
                      </c:pt>
                      <c:pt idx="1442">
                        <c:v>8.47411378904172</c:v>
                      </c:pt>
                      <c:pt idx="1443">
                        <c:v>8.47411378904172</c:v>
                      </c:pt>
                      <c:pt idx="1444">
                        <c:v>8.4927608018359599</c:v>
                      </c:pt>
                      <c:pt idx="1445">
                        <c:v>8.4331508205772998</c:v>
                      </c:pt>
                      <c:pt idx="1446">
                        <c:v>8.3966996912370107</c:v>
                      </c:pt>
                      <c:pt idx="1447">
                        <c:v>8.4043881069377893</c:v>
                      </c:pt>
                      <c:pt idx="1448">
                        <c:v>8.23216186111339</c:v>
                      </c:pt>
                      <c:pt idx="1449">
                        <c:v>8.3716374028824205</c:v>
                      </c:pt>
                      <c:pt idx="1450">
                        <c:v>8.4191128281295704</c:v>
                      </c:pt>
                      <c:pt idx="1451">
                        <c:v>8.29274307315392</c:v>
                      </c:pt>
                      <c:pt idx="1452">
                        <c:v>8.2954714326202001</c:v>
                      </c:pt>
                      <c:pt idx="1453">
                        <c:v>8.0650467799016194</c:v>
                      </c:pt>
                      <c:pt idx="1454">
                        <c:v>7.9575251328479899</c:v>
                      </c:pt>
                      <c:pt idx="1455">
                        <c:v>7.9675154642674997</c:v>
                      </c:pt>
                      <c:pt idx="1456">
                        <c:v>7.8680748216263101</c:v>
                      </c:pt>
                      <c:pt idx="1457">
                        <c:v>7.7946309756950098</c:v>
                      </c:pt>
                      <c:pt idx="1458">
                        <c:v>7.7946309756950098</c:v>
                      </c:pt>
                      <c:pt idx="1459">
                        <c:v>7.78820387381327</c:v>
                      </c:pt>
                      <c:pt idx="1460">
                        <c:v>7.6304174828513203</c:v>
                      </c:pt>
                      <c:pt idx="1461">
                        <c:v>7.7542653306731504</c:v>
                      </c:pt>
                      <c:pt idx="1462">
                        <c:v>7.4534684702668796</c:v>
                      </c:pt>
                      <c:pt idx="1463">
                        <c:v>7.4899578055972196</c:v>
                      </c:pt>
                      <c:pt idx="1464">
                        <c:v>7.3989014933537103</c:v>
                      </c:pt>
                      <c:pt idx="1465">
                        <c:v>7.2842069673188599</c:v>
                      </c:pt>
                      <c:pt idx="1466">
                        <c:v>7.1854517407635097</c:v>
                      </c:pt>
                      <c:pt idx="1467">
                        <c:v>7.0950314254020297</c:v>
                      </c:pt>
                      <c:pt idx="1468">
                        <c:v>7.0950314254020297</c:v>
                      </c:pt>
                      <c:pt idx="1469">
                        <c:v>7.3267762538959698</c:v>
                      </c:pt>
                      <c:pt idx="1470">
                        <c:v>7.3369091864665998</c:v>
                      </c:pt>
                      <c:pt idx="1471">
                        <c:v>7.32439150481183</c:v>
                      </c:pt>
                      <c:pt idx="1472">
                        <c:v>7.2039519980800497</c:v>
                      </c:pt>
                      <c:pt idx="1473">
                        <c:v>7.3278147487831298</c:v>
                      </c:pt>
                      <c:pt idx="1474">
                        <c:v>7.1105467334355401</c:v>
                      </c:pt>
                      <c:pt idx="1475">
                        <c:v>7.0408252121336599</c:v>
                      </c:pt>
                      <c:pt idx="1476">
                        <c:v>6.79699979441064</c:v>
                      </c:pt>
                      <c:pt idx="1477">
                        <c:v>7.10474231961435</c:v>
                      </c:pt>
                      <c:pt idx="1478">
                        <c:v>6.93240397590949</c:v>
                      </c:pt>
                      <c:pt idx="1479">
                        <c:v>6.8295803869371499</c:v>
                      </c:pt>
                      <c:pt idx="1480">
                        <c:v>6.8481794034593699</c:v>
                      </c:pt>
                      <c:pt idx="1481">
                        <c:v>6.8925377184874499</c:v>
                      </c:pt>
                      <c:pt idx="1482">
                        <c:v>7.1823875846822798</c:v>
                      </c:pt>
                      <c:pt idx="1483">
                        <c:v>7.0870676023505599</c:v>
                      </c:pt>
                      <c:pt idx="1484">
                        <c:v>7.0870676023505599</c:v>
                      </c:pt>
                      <c:pt idx="1485">
                        <c:v>7.2767681111308802</c:v>
                      </c:pt>
                      <c:pt idx="1486">
                        <c:v>7.03421082066256</c:v>
                      </c:pt>
                      <c:pt idx="1487">
                        <c:v>7.1833684007605001</c:v>
                      </c:pt>
                      <c:pt idx="1488">
                        <c:v>7.14478602806998</c:v>
                      </c:pt>
                      <c:pt idx="1489">
                        <c:v>7.12832231152428</c:v>
                      </c:pt>
                      <c:pt idx="1490">
                        <c:v>7.1092594998049998</c:v>
                      </c:pt>
                      <c:pt idx="1491">
                        <c:v>7.1561256533163</c:v>
                      </c:pt>
                      <c:pt idx="1492">
                        <c:v>7.1927404070560996</c:v>
                      </c:pt>
                      <c:pt idx="1493">
                        <c:v>7.4058182473498402</c:v>
                      </c:pt>
                      <c:pt idx="1494">
                        <c:v>7.2439593456372098</c:v>
                      </c:pt>
                      <c:pt idx="1495">
                        <c:v>7.3192425031105701</c:v>
                      </c:pt>
                      <c:pt idx="1496">
                        <c:v>7.1806008213210601</c:v>
                      </c:pt>
                      <c:pt idx="1497">
                        <c:v>7.1806008213210601</c:v>
                      </c:pt>
                      <c:pt idx="1498">
                        <c:v>7.2479852936523903</c:v>
                      </c:pt>
                      <c:pt idx="1499">
                        <c:v>7.2618248645493102</c:v>
                      </c:pt>
                      <c:pt idx="1500">
                        <c:v>7.3250263310887203</c:v>
                      </c:pt>
                      <c:pt idx="1501">
                        <c:v>7.3250263310887203</c:v>
                      </c:pt>
                      <c:pt idx="1502">
                        <c:v>7.3250263310887203</c:v>
                      </c:pt>
                      <c:pt idx="1503">
                        <c:v>7.3654929034863299</c:v>
                      </c:pt>
                      <c:pt idx="1504">
                        <c:v>7.3851151679122697</c:v>
                      </c:pt>
                      <c:pt idx="1505">
                        <c:v>7.3777121889367896</c:v>
                      </c:pt>
                      <c:pt idx="1506">
                        <c:v>7.6715181299837996</c:v>
                      </c:pt>
                      <c:pt idx="1507">
                        <c:v>7.5965673598309502</c:v>
                      </c:pt>
                      <c:pt idx="1508">
                        <c:v>7.5965673598309502</c:v>
                      </c:pt>
                      <c:pt idx="1509">
                        <c:v>7.7413009531719101</c:v>
                      </c:pt>
                      <c:pt idx="1510">
                        <c:v>7.9790428506194404</c:v>
                      </c:pt>
                      <c:pt idx="1511">
                        <c:v>8.0885338249213898</c:v>
                      </c:pt>
                      <c:pt idx="1512">
                        <c:v>8.2288221575459506</c:v>
                      </c:pt>
                      <c:pt idx="1513">
                        <c:v>8.0743282029891095</c:v>
                      </c:pt>
                      <c:pt idx="1514">
                        <c:v>8.0057458092051395</c:v>
                      </c:pt>
                      <c:pt idx="1515">
                        <c:v>8.0746872587470104</c:v>
                      </c:pt>
                      <c:pt idx="1516">
                        <c:v>8.0697871008797808</c:v>
                      </c:pt>
                      <c:pt idx="1517">
                        <c:v>7.9876105263155601</c:v>
                      </c:pt>
                      <c:pt idx="1518">
                        <c:v>7.9602242838076798</c:v>
                      </c:pt>
                      <c:pt idx="1519">
                        <c:v>7.9776632307803803</c:v>
                      </c:pt>
                      <c:pt idx="1520">
                        <c:v>8.13715977305419</c:v>
                      </c:pt>
                      <c:pt idx="1521">
                        <c:v>8.2246518679315805</c:v>
                      </c:pt>
                      <c:pt idx="1522">
                        <c:v>8.2370666316908405</c:v>
                      </c:pt>
                      <c:pt idx="1523">
                        <c:v>8.3280072498486994</c:v>
                      </c:pt>
                      <c:pt idx="1524">
                        <c:v>8.4524982479854192</c:v>
                      </c:pt>
                      <c:pt idx="1525">
                        <c:v>8.3106492287924798</c:v>
                      </c:pt>
                      <c:pt idx="1526">
                        <c:v>8.5010054533680304</c:v>
                      </c:pt>
                      <c:pt idx="1527">
                        <c:v>8.4906714795027103</c:v>
                      </c:pt>
                      <c:pt idx="1528">
                        <c:v>8.3222249801957702</c:v>
                      </c:pt>
                      <c:pt idx="1529">
                        <c:v>8.3416418834626107</c:v>
                      </c:pt>
                      <c:pt idx="1530">
                        <c:v>8.3639518392466101</c:v>
                      </c:pt>
                      <c:pt idx="1531">
                        <c:v>8.3659076504454895</c:v>
                      </c:pt>
                      <c:pt idx="1532">
                        <c:v>8.3112736827437708</c:v>
                      </c:pt>
                      <c:pt idx="1533">
                        <c:v>8.3555399180189696</c:v>
                      </c:pt>
                      <c:pt idx="1534">
                        <c:v>8.5682078750715203</c:v>
                      </c:pt>
                      <c:pt idx="1535">
                        <c:v>8.4353802639550803</c:v>
                      </c:pt>
                      <c:pt idx="1536">
                        <c:v>8.4707384596232291</c:v>
                      </c:pt>
                      <c:pt idx="1537">
                        <c:v>8.5187548680281608</c:v>
                      </c:pt>
                      <c:pt idx="1538">
                        <c:v>8.5119139877957899</c:v>
                      </c:pt>
                      <c:pt idx="1539">
                        <c:v>8.5709726124480596</c:v>
                      </c:pt>
                      <c:pt idx="1540">
                        <c:v>8.5201138794678997</c:v>
                      </c:pt>
                      <c:pt idx="1541">
                        <c:v>8.5604983987667698</c:v>
                      </c:pt>
                      <c:pt idx="1542">
                        <c:v>8.5693960865055008</c:v>
                      </c:pt>
                      <c:pt idx="1543">
                        <c:v>8.4956168804504806</c:v>
                      </c:pt>
                      <c:pt idx="1544">
                        <c:v>8.4738181777672104</c:v>
                      </c:pt>
                      <c:pt idx="1545">
                        <c:v>8.50135430143383</c:v>
                      </c:pt>
                      <c:pt idx="1546">
                        <c:v>8.5267081398880507</c:v>
                      </c:pt>
                      <c:pt idx="1547">
                        <c:v>8.4280627640654195</c:v>
                      </c:pt>
                      <c:pt idx="1548">
                        <c:v>8.4014586546352206</c:v>
                      </c:pt>
                      <c:pt idx="1549">
                        <c:v>8.4972804328777798</c:v>
                      </c:pt>
                      <c:pt idx="1550">
                        <c:v>8.5176023735979207</c:v>
                      </c:pt>
                      <c:pt idx="1551">
                        <c:v>8.5000023739367698</c:v>
                      </c:pt>
                      <c:pt idx="1552">
                        <c:v>8.4577300620239395</c:v>
                      </c:pt>
                      <c:pt idx="1553">
                        <c:v>8.4702913708930101</c:v>
                      </c:pt>
                      <c:pt idx="1554">
                        <c:v>8.3443371296104392</c:v>
                      </c:pt>
                      <c:pt idx="1555">
                        <c:v>8.3093218003323397</c:v>
                      </c:pt>
                      <c:pt idx="1556">
                        <c:v>8.4049303741995498</c:v>
                      </c:pt>
                      <c:pt idx="1557">
                        <c:v>8.4090187275641703</c:v>
                      </c:pt>
                      <c:pt idx="1558">
                        <c:v>8.4090187275641703</c:v>
                      </c:pt>
                      <c:pt idx="1559">
                        <c:v>8.38327832485888</c:v>
                      </c:pt>
                      <c:pt idx="1560">
                        <c:v>8.3830095442481394</c:v>
                      </c:pt>
                      <c:pt idx="1561">
                        <c:v>8.3996348944826895</c:v>
                      </c:pt>
                      <c:pt idx="1562">
                        <c:v>8.4562141362925693</c:v>
                      </c:pt>
                      <c:pt idx="1563">
                        <c:v>8.4042175947865907</c:v>
                      </c:pt>
                      <c:pt idx="1564">
                        <c:v>8.38942737626164</c:v>
                      </c:pt>
                      <c:pt idx="1565">
                        <c:v>8.4271116885773605</c:v>
                      </c:pt>
                      <c:pt idx="1566">
                        <c:v>8.4271116885773605</c:v>
                      </c:pt>
                      <c:pt idx="1567">
                        <c:v>8.4271116885773605</c:v>
                      </c:pt>
                      <c:pt idx="1568">
                        <c:v>8.3862790450749802</c:v>
                      </c:pt>
                      <c:pt idx="1569">
                        <c:v>8.2605917749511608</c:v>
                      </c:pt>
                      <c:pt idx="1570">
                        <c:v>8.1112483417992305</c:v>
                      </c:pt>
                      <c:pt idx="1571">
                        <c:v>8.1536387640617605</c:v>
                      </c:pt>
                      <c:pt idx="1572">
                        <c:v>8.0489842275689991</c:v>
                      </c:pt>
                      <c:pt idx="1573">
                        <c:v>7.9628166533821503</c:v>
                      </c:pt>
                      <c:pt idx="1574">
                        <c:v>8.0628260683679596</c:v>
                      </c:pt>
                      <c:pt idx="1575">
                        <c:v>8.0745523146296598</c:v>
                      </c:pt>
                      <c:pt idx="1576">
                        <c:v>8.0238251163088705</c:v>
                      </c:pt>
                      <c:pt idx="1577">
                        <c:v>8.0248605595131099</c:v>
                      </c:pt>
                      <c:pt idx="1578">
                        <c:v>8.0382263449716493</c:v>
                      </c:pt>
                      <c:pt idx="1579">
                        <c:v>7.9386738325291697</c:v>
                      </c:pt>
                      <c:pt idx="1580">
                        <c:v>7.9717558553476202</c:v>
                      </c:pt>
                      <c:pt idx="1581">
                        <c:v>7.9762211889387098</c:v>
                      </c:pt>
                      <c:pt idx="1582">
                        <c:v>8.0365108651362807</c:v>
                      </c:pt>
                      <c:pt idx="1583">
                        <c:v>8.0138251061299393</c:v>
                      </c:pt>
                      <c:pt idx="1584">
                        <c:v>8.09988875753419</c:v>
                      </c:pt>
                      <c:pt idx="1585">
                        <c:v>8.0887904305210903</c:v>
                      </c:pt>
                      <c:pt idx="1586">
                        <c:v>8.0535345423105102</c:v>
                      </c:pt>
                      <c:pt idx="1587">
                        <c:v>8.0906939132150804</c:v>
                      </c:pt>
                      <c:pt idx="1588">
                        <c:v>7.7637415624690904</c:v>
                      </c:pt>
                      <c:pt idx="1589">
                        <c:v>7.7369457021286099</c:v>
                      </c:pt>
                      <c:pt idx="1590">
                        <c:v>7.8028262003216602</c:v>
                      </c:pt>
                      <c:pt idx="1591">
                        <c:v>7.7114115150650901</c:v>
                      </c:pt>
                      <c:pt idx="1592">
                        <c:v>7.9119015395276699</c:v>
                      </c:pt>
                      <c:pt idx="1593">
                        <c:v>7.8506229872029598</c:v>
                      </c:pt>
                      <c:pt idx="1594">
                        <c:v>7.82705732296807</c:v>
                      </c:pt>
                      <c:pt idx="1595">
                        <c:v>7.7954436193837902</c:v>
                      </c:pt>
                      <c:pt idx="1596">
                        <c:v>7.8199162547113596</c:v>
                      </c:pt>
                      <c:pt idx="1597">
                        <c:v>7.9503765604303798</c:v>
                      </c:pt>
                      <c:pt idx="1598">
                        <c:v>7.9503765604303798</c:v>
                      </c:pt>
                      <c:pt idx="1599">
                        <c:v>7.9860121212130304</c:v>
                      </c:pt>
                      <c:pt idx="1600">
                        <c:v>8.0143667855119407</c:v>
                      </c:pt>
                      <c:pt idx="1601">
                        <c:v>8.0061701772280998</c:v>
                      </c:pt>
                      <c:pt idx="1602">
                        <c:v>7.9431017688177104</c:v>
                      </c:pt>
                      <c:pt idx="1603">
                        <c:v>7.8531012196893002</c:v>
                      </c:pt>
                      <c:pt idx="1604">
                        <c:v>7.8870912862375899</c:v>
                      </c:pt>
                      <c:pt idx="1605">
                        <c:v>7.8225636172137696</c:v>
                      </c:pt>
                      <c:pt idx="1606">
                        <c:v>7.8045698057105897</c:v>
                      </c:pt>
                      <c:pt idx="1607">
                        <c:v>7.8611819450208298</c:v>
                      </c:pt>
                      <c:pt idx="1608">
                        <c:v>7.8503434941667596</c:v>
                      </c:pt>
                      <c:pt idx="1609">
                        <c:v>7.8184535194517402</c:v>
                      </c:pt>
                      <c:pt idx="1610">
                        <c:v>7.7647252712767001</c:v>
                      </c:pt>
                      <c:pt idx="1611">
                        <c:v>7.7334760041110799</c:v>
                      </c:pt>
                      <c:pt idx="1612">
                        <c:v>7.7426219599569404</c:v>
                      </c:pt>
                      <c:pt idx="1613">
                        <c:v>7.7426219599569404</c:v>
                      </c:pt>
                      <c:pt idx="1614">
                        <c:v>7.4217880602800497</c:v>
                      </c:pt>
                      <c:pt idx="1615">
                        <c:v>7.4928590579475003</c:v>
                      </c:pt>
                      <c:pt idx="1616">
                        <c:v>7.4556750937907204</c:v>
                      </c:pt>
                      <c:pt idx="1617">
                        <c:v>7.4598466151642899</c:v>
                      </c:pt>
                      <c:pt idx="1618">
                        <c:v>7.4598466151642899</c:v>
                      </c:pt>
                      <c:pt idx="1619">
                        <c:v>7.5001237903251203</c:v>
                      </c:pt>
                      <c:pt idx="1620">
                        <c:v>7.6173704149703001</c:v>
                      </c:pt>
                      <c:pt idx="1621">
                        <c:v>7.6290221094956898</c:v>
                      </c:pt>
                      <c:pt idx="1622">
                        <c:v>7.5322711460328202</c:v>
                      </c:pt>
                      <c:pt idx="1623">
                        <c:v>7.6789869806828399</c:v>
                      </c:pt>
                      <c:pt idx="1624">
                        <c:v>7.6826229102413404</c:v>
                      </c:pt>
                      <c:pt idx="1625">
                        <c:v>7.6980904274893902</c:v>
                      </c:pt>
                      <c:pt idx="1626">
                        <c:v>7.6515537120705597</c:v>
                      </c:pt>
                      <c:pt idx="1627">
                        <c:v>7.6247318351048996</c:v>
                      </c:pt>
                      <c:pt idx="1628">
                        <c:v>7.59400065249008</c:v>
                      </c:pt>
                      <c:pt idx="1629">
                        <c:v>7.5501120881274497</c:v>
                      </c:pt>
                      <c:pt idx="1630">
                        <c:v>7.5214152005666</c:v>
                      </c:pt>
                      <c:pt idx="1631">
                        <c:v>7.3171470623140902</c:v>
                      </c:pt>
                      <c:pt idx="1632">
                        <c:v>7.2929420067325497</c:v>
                      </c:pt>
                      <c:pt idx="1633">
                        <c:v>7.2929420067325497</c:v>
                      </c:pt>
                      <c:pt idx="1634">
                        <c:v>7.2749796236163498</c:v>
                      </c:pt>
                      <c:pt idx="1635">
                        <c:v>7.3639678325102</c:v>
                      </c:pt>
                      <c:pt idx="1636">
                        <c:v>7.2511504185785602</c:v>
                      </c:pt>
                      <c:pt idx="1637">
                        <c:v>7.2924674022024201</c:v>
                      </c:pt>
                      <c:pt idx="1638">
                        <c:v>7.23079184160986</c:v>
                      </c:pt>
                      <c:pt idx="1639">
                        <c:v>7.3186556129920897</c:v>
                      </c:pt>
                      <c:pt idx="1640">
                        <c:v>7.2090222134617097</c:v>
                      </c:pt>
                      <c:pt idx="1641">
                        <c:v>7.1639824853110596</c:v>
                      </c:pt>
                      <c:pt idx="1642">
                        <c:v>7.1818968908992904</c:v>
                      </c:pt>
                      <c:pt idx="1643">
                        <c:v>6.9508312787547402</c:v>
                      </c:pt>
                      <c:pt idx="1644">
                        <c:v>6.9508312787547402</c:v>
                      </c:pt>
                      <c:pt idx="1645">
                        <c:v>7.0050743358989003</c:v>
                      </c:pt>
                      <c:pt idx="1646">
                        <c:v>7.2021169640699503</c:v>
                      </c:pt>
                      <c:pt idx="1647">
                        <c:v>7.2618888872881504</c:v>
                      </c:pt>
                      <c:pt idx="1648">
                        <c:v>7.2823669787503302</c:v>
                      </c:pt>
                      <c:pt idx="1649">
                        <c:v>7.2817845836464903</c:v>
                      </c:pt>
                      <c:pt idx="1650">
                        <c:v>7.31218407446445</c:v>
                      </c:pt>
                      <c:pt idx="1651">
                        <c:v>7.2430533264466099</c:v>
                      </c:pt>
                      <c:pt idx="1652">
                        <c:v>7.1691156729811496</c:v>
                      </c:pt>
                      <c:pt idx="1653">
                        <c:v>7.1051374710508197</c:v>
                      </c:pt>
                      <c:pt idx="1654">
                        <c:v>7.2213252281912101</c:v>
                      </c:pt>
                      <c:pt idx="1655">
                        <c:v>7.1026042778393803</c:v>
                      </c:pt>
                      <c:pt idx="1656">
                        <c:v>7.0940371346601196</c:v>
                      </c:pt>
                      <c:pt idx="1657">
                        <c:v>6.9647311910162504</c:v>
                      </c:pt>
                      <c:pt idx="1658">
                        <c:v>6.7400422966419598</c:v>
                      </c:pt>
                      <c:pt idx="1659">
                        <c:v>6.9237331738967303</c:v>
                      </c:pt>
                      <c:pt idx="1660">
                        <c:v>6.9118951698927003</c:v>
                      </c:pt>
                      <c:pt idx="1661">
                        <c:v>7.1050629349058498</c:v>
                      </c:pt>
                      <c:pt idx="1662">
                        <c:v>6.9950790481345004</c:v>
                      </c:pt>
                      <c:pt idx="1663">
                        <c:v>6.9950790481345004</c:v>
                      </c:pt>
                      <c:pt idx="1664">
                        <c:v>6.9702261747366903</c:v>
                      </c:pt>
                      <c:pt idx="1665">
                        <c:v>6.90692201581974</c:v>
                      </c:pt>
                      <c:pt idx="1666">
                        <c:v>6.85894335724511</c:v>
                      </c:pt>
                      <c:pt idx="1667">
                        <c:v>6.8540233016412504</c:v>
                      </c:pt>
                      <c:pt idx="1668">
                        <c:v>6.7428428292408897</c:v>
                      </c:pt>
                      <c:pt idx="1669">
                        <c:v>6.8683263695450201</c:v>
                      </c:pt>
                      <c:pt idx="1670">
                        <c:v>6.8475349810257704</c:v>
                      </c:pt>
                      <c:pt idx="1671">
                        <c:v>6.8018291663013102</c:v>
                      </c:pt>
                      <c:pt idx="1672">
                        <c:v>6.8182545224102196</c:v>
                      </c:pt>
                      <c:pt idx="1673">
                        <c:v>6.7173778140457596</c:v>
                      </c:pt>
                      <c:pt idx="1674">
                        <c:v>6.8148541268873304</c:v>
                      </c:pt>
                      <c:pt idx="1675">
                        <c:v>6.7048072460790902</c:v>
                      </c:pt>
                      <c:pt idx="1676">
                        <c:v>6.7247678569006304</c:v>
                      </c:pt>
                      <c:pt idx="1677">
                        <c:v>6.7157558175628402</c:v>
                      </c:pt>
                      <c:pt idx="1678">
                        <c:v>6.5573467707473601</c:v>
                      </c:pt>
                      <c:pt idx="1679">
                        <c:v>6.65477417106736</c:v>
                      </c:pt>
                      <c:pt idx="1680">
                        <c:v>6.6730647281865698</c:v>
                      </c:pt>
                      <c:pt idx="1681">
                        <c:v>6.9045446464345002</c:v>
                      </c:pt>
                      <c:pt idx="1682">
                        <c:v>6.82556020516025</c:v>
                      </c:pt>
                      <c:pt idx="1683">
                        <c:v>6.9866789007952699</c:v>
                      </c:pt>
                      <c:pt idx="1684">
                        <c:v>6.9069853778176196</c:v>
                      </c:pt>
                      <c:pt idx="1685">
                        <c:v>6.8355742980376197</c:v>
                      </c:pt>
                      <c:pt idx="1686">
                        <c:v>6.8229434870419201</c:v>
                      </c:pt>
                      <c:pt idx="1687">
                        <c:v>6.6513072554183603</c:v>
                      </c:pt>
                      <c:pt idx="1688">
                        <c:v>6.65951552531725</c:v>
                      </c:pt>
                      <c:pt idx="1689">
                        <c:v>6.7480917783138903</c:v>
                      </c:pt>
                      <c:pt idx="1690">
                        <c:v>6.8077962029424999</c:v>
                      </c:pt>
                      <c:pt idx="1691">
                        <c:v>6.7113843814556704</c:v>
                      </c:pt>
                      <c:pt idx="1692">
                        <c:v>6.7878859351494203</c:v>
                      </c:pt>
                      <c:pt idx="1693">
                        <c:v>6.7427565482681802</c:v>
                      </c:pt>
                      <c:pt idx="1694">
                        <c:v>6.6209036256250702</c:v>
                      </c:pt>
                      <c:pt idx="1695">
                        <c:v>6.6208280867551599</c:v>
                      </c:pt>
                      <c:pt idx="1696">
                        <c:v>6.7213837639110903</c:v>
                      </c:pt>
                      <c:pt idx="1697">
                        <c:v>6.6869474998126597</c:v>
                      </c:pt>
                      <c:pt idx="1698">
                        <c:v>6.7337953520568101</c:v>
                      </c:pt>
                      <c:pt idx="1699">
                        <c:v>6.73900988710189</c:v>
                      </c:pt>
                      <c:pt idx="1700">
                        <c:v>6.7425381845052001</c:v>
                      </c:pt>
                      <c:pt idx="1701">
                        <c:v>6.6373224649531899</c:v>
                      </c:pt>
                      <c:pt idx="1702">
                        <c:v>6.5793578053934096</c:v>
                      </c:pt>
                      <c:pt idx="1703">
                        <c:v>6.5408457350282596</c:v>
                      </c:pt>
                      <c:pt idx="1704">
                        <c:v>6.5617531678255903</c:v>
                      </c:pt>
                      <c:pt idx="1705">
                        <c:v>6.5748612772640298</c:v>
                      </c:pt>
                      <c:pt idx="1706">
                        <c:v>6.54088844017474</c:v>
                      </c:pt>
                      <c:pt idx="1707">
                        <c:v>6.5473664642097802</c:v>
                      </c:pt>
                      <c:pt idx="1708">
                        <c:v>6.5473664642097802</c:v>
                      </c:pt>
                      <c:pt idx="1709">
                        <c:v>6.6311146381267898</c:v>
                      </c:pt>
                      <c:pt idx="1710">
                        <c:v>6.5633459208044496</c:v>
                      </c:pt>
                      <c:pt idx="1711">
                        <c:v>6.5212340323447204</c:v>
                      </c:pt>
                      <c:pt idx="1712">
                        <c:v>6.4822889972008797</c:v>
                      </c:pt>
                      <c:pt idx="1713">
                        <c:v>6.4323261402066798</c:v>
                      </c:pt>
                      <c:pt idx="1714">
                        <c:v>6.4738752178439603</c:v>
                      </c:pt>
                      <c:pt idx="1715">
                        <c:v>6.4391963172635798</c:v>
                      </c:pt>
                      <c:pt idx="1716">
                        <c:v>6.3820660646549197</c:v>
                      </c:pt>
                      <c:pt idx="1717">
                        <c:v>6.4153604234917498</c:v>
                      </c:pt>
                      <c:pt idx="1718">
                        <c:v>6.4153604234917498</c:v>
                      </c:pt>
                      <c:pt idx="1719">
                        <c:v>6.4470614820577996</c:v>
                      </c:pt>
                      <c:pt idx="1720">
                        <c:v>6.5321603117316096</c:v>
                      </c:pt>
                      <c:pt idx="1721">
                        <c:v>6.4814040736541401</c:v>
                      </c:pt>
                      <c:pt idx="1722">
                        <c:v>6.4645768349675201</c:v>
                      </c:pt>
                      <c:pt idx="1723">
                        <c:v>6.44505171303953</c:v>
                      </c:pt>
                      <c:pt idx="1724">
                        <c:v>6.4110849795566001</c:v>
                      </c:pt>
                      <c:pt idx="1725">
                        <c:v>6.4163681065086804</c:v>
                      </c:pt>
                      <c:pt idx="1726">
                        <c:v>6.5203556960295801</c:v>
                      </c:pt>
                      <c:pt idx="1727">
                        <c:v>6.6649406545344103</c:v>
                      </c:pt>
                      <c:pt idx="1728">
                        <c:v>6.6649406545344103</c:v>
                      </c:pt>
                      <c:pt idx="1729">
                        <c:v>6.9025448603286303</c:v>
                      </c:pt>
                      <c:pt idx="1730">
                        <c:v>6.7576476992181602</c:v>
                      </c:pt>
                      <c:pt idx="1731">
                        <c:v>6.7166100945653904</c:v>
                      </c:pt>
                      <c:pt idx="1732">
                        <c:v>6.6415213910280899</c:v>
                      </c:pt>
                      <c:pt idx="1733">
                        <c:v>6.7347165731451799</c:v>
                      </c:pt>
                      <c:pt idx="1734">
                        <c:v>6.8760021439310002</c:v>
                      </c:pt>
                      <c:pt idx="1735">
                        <c:v>6.7594015688584097</c:v>
                      </c:pt>
                      <c:pt idx="1736">
                        <c:v>6.8266950844059604</c:v>
                      </c:pt>
                      <c:pt idx="1737">
                        <c:v>6.8858454803204099</c:v>
                      </c:pt>
                      <c:pt idx="1738">
                        <c:v>6.8950953854629802</c:v>
                      </c:pt>
                      <c:pt idx="1739">
                        <c:v>6.9135819211514704</c:v>
                      </c:pt>
                      <c:pt idx="1740">
                        <c:v>6.8197857755614404</c:v>
                      </c:pt>
                      <c:pt idx="1741">
                        <c:v>6.8988704994722196</c:v>
                      </c:pt>
                      <c:pt idx="1742">
                        <c:v>6.8406125423967303</c:v>
                      </c:pt>
                      <c:pt idx="1743">
                        <c:v>6.8133649295977197</c:v>
                      </c:pt>
                      <c:pt idx="1744">
                        <c:v>6.8614859381898201</c:v>
                      </c:pt>
                      <c:pt idx="1745">
                        <c:v>6.8614859381898201</c:v>
                      </c:pt>
                      <c:pt idx="1746">
                        <c:v>6.92667630906183</c:v>
                      </c:pt>
                      <c:pt idx="1747">
                        <c:v>7.1251871754384801</c:v>
                      </c:pt>
                      <c:pt idx="1748">
                        <c:v>7.29512973161758</c:v>
                      </c:pt>
                      <c:pt idx="1749">
                        <c:v>7.2686369372538397</c:v>
                      </c:pt>
                      <c:pt idx="1750">
                        <c:v>7.2766994515665102</c:v>
                      </c:pt>
                      <c:pt idx="1751">
                        <c:v>7.2740873046984902</c:v>
                      </c:pt>
                      <c:pt idx="1752">
                        <c:v>7.1960821671833903</c:v>
                      </c:pt>
                      <c:pt idx="1753">
                        <c:v>7.33286725354683</c:v>
                      </c:pt>
                      <c:pt idx="1754">
                        <c:v>7.2975947046973104</c:v>
                      </c:pt>
                      <c:pt idx="1755">
                        <c:v>7.2783752804529804</c:v>
                      </c:pt>
                      <c:pt idx="1756">
                        <c:v>7.2593277854262599</c:v>
                      </c:pt>
                      <c:pt idx="1757">
                        <c:v>7.19242010319679</c:v>
                      </c:pt>
                      <c:pt idx="1758">
                        <c:v>7.2589164986343997</c:v>
                      </c:pt>
                      <c:pt idx="1759">
                        <c:v>7.2465482612913199</c:v>
                      </c:pt>
                      <c:pt idx="1760">
                        <c:v>7.2761316359858004</c:v>
                      </c:pt>
                      <c:pt idx="1761">
                        <c:v>7.3206496035267996</c:v>
                      </c:pt>
                      <c:pt idx="1762">
                        <c:v>7.3206496035267996</c:v>
                      </c:pt>
                      <c:pt idx="1763">
                        <c:v>7.2627368062316799</c:v>
                      </c:pt>
                      <c:pt idx="1764">
                        <c:v>7.5296200284115997</c:v>
                      </c:pt>
                      <c:pt idx="1765">
                        <c:v>7.5674496182004498</c:v>
                      </c:pt>
                      <c:pt idx="1766">
                        <c:v>7.6791834672983201</c:v>
                      </c:pt>
                      <c:pt idx="1767">
                        <c:v>7.5495500398750899</c:v>
                      </c:pt>
                      <c:pt idx="1768">
                        <c:v>7.5495500398750899</c:v>
                      </c:pt>
                      <c:pt idx="1769">
                        <c:v>7.5194669247207404</c:v>
                      </c:pt>
                      <c:pt idx="1770">
                        <c:v>7.3879945957478697</c:v>
                      </c:pt>
                      <c:pt idx="1771">
                        <c:v>7.4111240383827903</c:v>
                      </c:pt>
                      <c:pt idx="1772">
                        <c:v>7.4469345349059601</c:v>
                      </c:pt>
                      <c:pt idx="1773">
                        <c:v>7.5438154660665502</c:v>
                      </c:pt>
                      <c:pt idx="1774">
                        <c:v>7.5988569640739998</c:v>
                      </c:pt>
                      <c:pt idx="1775">
                        <c:v>7.5852914400496996</c:v>
                      </c:pt>
                      <c:pt idx="1776">
                        <c:v>7.5391465400072102</c:v>
                      </c:pt>
                      <c:pt idx="1777">
                        <c:v>7.61343080662256</c:v>
                      </c:pt>
                      <c:pt idx="1778">
                        <c:v>7.6302853423155304</c:v>
                      </c:pt>
                      <c:pt idx="1779">
                        <c:v>7.6587919979908303</c:v>
                      </c:pt>
                      <c:pt idx="1780">
                        <c:v>7.6288821953097097</c:v>
                      </c:pt>
                      <c:pt idx="1781">
                        <c:v>7.6511840171830396</c:v>
                      </c:pt>
                      <c:pt idx="1782">
                        <c:v>7.6803258589063699</c:v>
                      </c:pt>
                      <c:pt idx="1783">
                        <c:v>7.6456401732372301</c:v>
                      </c:pt>
                      <c:pt idx="1784">
                        <c:v>7.7475983101986801</c:v>
                      </c:pt>
                      <c:pt idx="1785">
                        <c:v>7.7813464504563097</c:v>
                      </c:pt>
                      <c:pt idx="1786">
                        <c:v>7.7871781234454298</c:v>
                      </c:pt>
                      <c:pt idx="1787">
                        <c:v>7.8173183695319199</c:v>
                      </c:pt>
                      <c:pt idx="1788">
                        <c:v>7.8285660016696701</c:v>
                      </c:pt>
                      <c:pt idx="1789">
                        <c:v>7.9923856244551397</c:v>
                      </c:pt>
                      <c:pt idx="1790">
                        <c:v>7.9509972171565204</c:v>
                      </c:pt>
                      <c:pt idx="1791">
                        <c:v>7.9265290244032398</c:v>
                      </c:pt>
                      <c:pt idx="1792">
                        <c:v>7.8470450318933498</c:v>
                      </c:pt>
                      <c:pt idx="1793">
                        <c:v>7.92099548186685</c:v>
                      </c:pt>
                      <c:pt idx="1794">
                        <c:v>7.9193199772547498</c:v>
                      </c:pt>
                      <c:pt idx="1795">
                        <c:v>7.8465640200644602</c:v>
                      </c:pt>
                      <c:pt idx="1796">
                        <c:v>7.9801294670090801</c:v>
                      </c:pt>
                      <c:pt idx="1797">
                        <c:v>7.9605443401443701</c:v>
                      </c:pt>
                      <c:pt idx="1798">
                        <c:v>8.0387425198044493</c:v>
                      </c:pt>
                      <c:pt idx="1799">
                        <c:v>7.9150873562407202</c:v>
                      </c:pt>
                      <c:pt idx="1800">
                        <c:v>8.0238101285080692</c:v>
                      </c:pt>
                      <c:pt idx="1801">
                        <c:v>8.1007249434413602</c:v>
                      </c:pt>
                      <c:pt idx="1802">
                        <c:v>8.1220236275101403</c:v>
                      </c:pt>
                      <c:pt idx="1803">
                        <c:v>8.0911618017498004</c:v>
                      </c:pt>
                      <c:pt idx="1804">
                        <c:v>8.1036408061955196</c:v>
                      </c:pt>
                      <c:pt idx="1805">
                        <c:v>8.2205477207074509</c:v>
                      </c:pt>
                      <c:pt idx="1806">
                        <c:v>8.2090277242824605</c:v>
                      </c:pt>
                      <c:pt idx="1807">
                        <c:v>8.1417534920551908</c:v>
                      </c:pt>
                      <c:pt idx="1808">
                        <c:v>7.9979815800094203</c:v>
                      </c:pt>
                      <c:pt idx="1809">
                        <c:v>7.9432523260303798</c:v>
                      </c:pt>
                      <c:pt idx="1810">
                        <c:v>7.9561180516879801</c:v>
                      </c:pt>
                      <c:pt idx="1811">
                        <c:v>7.5941829838278903</c:v>
                      </c:pt>
                      <c:pt idx="1812">
                        <c:v>7.9343870802983796</c:v>
                      </c:pt>
                      <c:pt idx="1813">
                        <c:v>7.9348700966515802</c:v>
                      </c:pt>
                      <c:pt idx="1814">
                        <c:v>7.9683789249147496</c:v>
                      </c:pt>
                      <c:pt idx="1815">
                        <c:v>7.99391979319459</c:v>
                      </c:pt>
                      <c:pt idx="1816">
                        <c:v>7.8660930918335099</c:v>
                      </c:pt>
                      <c:pt idx="1817">
                        <c:v>7.8941585972780501</c:v>
                      </c:pt>
                      <c:pt idx="1818">
                        <c:v>7.8941585972780501</c:v>
                      </c:pt>
                      <c:pt idx="1819">
                        <c:v>7.8645252249189204</c:v>
                      </c:pt>
                      <c:pt idx="1820">
                        <c:v>7.8235978124330003</c:v>
                      </c:pt>
                      <c:pt idx="1821">
                        <c:v>8.00430653306727</c:v>
                      </c:pt>
                      <c:pt idx="1822">
                        <c:v>8.0829336757459593</c:v>
                      </c:pt>
                      <c:pt idx="1823">
                        <c:v>8.0834943379002997</c:v>
                      </c:pt>
                      <c:pt idx="1824">
                        <c:v>8.0702148572965093</c:v>
                      </c:pt>
                      <c:pt idx="1825">
                        <c:v>8.0677906909378301</c:v>
                      </c:pt>
                      <c:pt idx="1826">
                        <c:v>8.0325320272589007</c:v>
                      </c:pt>
                      <c:pt idx="1827">
                        <c:v>7.9637510684182997</c:v>
                      </c:pt>
                      <c:pt idx="1828">
                        <c:v>7.88949387522206</c:v>
                      </c:pt>
                      <c:pt idx="1829">
                        <c:v>7.8515589304053996</c:v>
                      </c:pt>
                      <c:pt idx="1830">
                        <c:v>7.86004118561259</c:v>
                      </c:pt>
                      <c:pt idx="1831">
                        <c:v>7.8605520316487301</c:v>
                      </c:pt>
                      <c:pt idx="1832">
                        <c:v>7.8214852352467901</c:v>
                      </c:pt>
                      <c:pt idx="1833">
                        <c:v>7.7519101126756498</c:v>
                      </c:pt>
                      <c:pt idx="1834">
                        <c:v>7.7464254781867199</c:v>
                      </c:pt>
                      <c:pt idx="1835">
                        <c:v>7.7290188441860401</c:v>
                      </c:pt>
                      <c:pt idx="1836">
                        <c:v>7.6761516982301998</c:v>
                      </c:pt>
                      <c:pt idx="1837">
                        <c:v>7.6927353783488801</c:v>
                      </c:pt>
                      <c:pt idx="1838">
                        <c:v>7.7551838599156904</c:v>
                      </c:pt>
                      <c:pt idx="1839">
                        <c:v>7.7321767095845697</c:v>
                      </c:pt>
                      <c:pt idx="1840">
                        <c:v>7.6801447158507701</c:v>
                      </c:pt>
                      <c:pt idx="1841">
                        <c:v>7.6801447158507701</c:v>
                      </c:pt>
                      <c:pt idx="1842">
                        <c:v>7.6801447158507701</c:v>
                      </c:pt>
                      <c:pt idx="1843">
                        <c:v>7.7771149295930098</c:v>
                      </c:pt>
                      <c:pt idx="1844">
                        <c:v>7.8574285442388501</c:v>
                      </c:pt>
                      <c:pt idx="1845">
                        <c:v>7.8347032872364997</c:v>
                      </c:pt>
                      <c:pt idx="1846">
                        <c:v>7.8369737166102</c:v>
                      </c:pt>
                      <c:pt idx="1847">
                        <c:v>7.7775976208883497</c:v>
                      </c:pt>
                      <c:pt idx="1848">
                        <c:v>7.7882003099920203</c:v>
                      </c:pt>
                      <c:pt idx="1849">
                        <c:v>7.7196760961223596</c:v>
                      </c:pt>
                      <c:pt idx="1850">
                        <c:v>7.6878191978058004</c:v>
                      </c:pt>
                      <c:pt idx="1851">
                        <c:v>7.6742366983866397</c:v>
                      </c:pt>
                      <c:pt idx="1852">
                        <c:v>7.6389187452601304</c:v>
                      </c:pt>
                      <c:pt idx="1853">
                        <c:v>7.6537882320129</c:v>
                      </c:pt>
                      <c:pt idx="1854">
                        <c:v>7.5742898189366796</c:v>
                      </c:pt>
                      <c:pt idx="1855">
                        <c:v>7.6378587266472504</c:v>
                      </c:pt>
                      <c:pt idx="1856">
                        <c:v>7.6546425851139901</c:v>
                      </c:pt>
                      <c:pt idx="1857">
                        <c:v>7.65095802515477</c:v>
                      </c:pt>
                      <c:pt idx="1858">
                        <c:v>7.70208220224991</c:v>
                      </c:pt>
                      <c:pt idx="1859">
                        <c:v>7.6627604594093199</c:v>
                      </c:pt>
                      <c:pt idx="1860">
                        <c:v>7.5877366563297404</c:v>
                      </c:pt>
                      <c:pt idx="1861">
                        <c:v>7.61040860691618</c:v>
                      </c:pt>
                      <c:pt idx="1862">
                        <c:v>7.5969507137945502</c:v>
                      </c:pt>
                      <c:pt idx="1863">
                        <c:v>7.66229840561512</c:v>
                      </c:pt>
                      <c:pt idx="1864">
                        <c:v>7.605467533243</c:v>
                      </c:pt>
                      <c:pt idx="1865">
                        <c:v>7.6186736510075903</c:v>
                      </c:pt>
                      <c:pt idx="1866">
                        <c:v>7.6066280136610098</c:v>
                      </c:pt>
                      <c:pt idx="1867">
                        <c:v>7.6137171399120698</c:v>
                      </c:pt>
                      <c:pt idx="1868">
                        <c:v>7.5568147805393497</c:v>
                      </c:pt>
                      <c:pt idx="1869">
                        <c:v>7.4868982259005197</c:v>
                      </c:pt>
                      <c:pt idx="1870">
                        <c:v>7.3963327793577696</c:v>
                      </c:pt>
                      <c:pt idx="1871">
                        <c:v>7.3852713352359496</c:v>
                      </c:pt>
                      <c:pt idx="1872">
                        <c:v>7.4333926730554998</c:v>
                      </c:pt>
                      <c:pt idx="1873">
                        <c:v>7.4333926730554998</c:v>
                      </c:pt>
                      <c:pt idx="1874">
                        <c:v>7.3338523663912296</c:v>
                      </c:pt>
                      <c:pt idx="1875">
                        <c:v>7.2487146391162502</c:v>
                      </c:pt>
                      <c:pt idx="1876">
                        <c:v>7.2477182398165896</c:v>
                      </c:pt>
                      <c:pt idx="1877">
                        <c:v>7.2475639244587002</c:v>
                      </c:pt>
                      <c:pt idx="1878">
                        <c:v>7.26081959321019</c:v>
                      </c:pt>
                      <c:pt idx="1879">
                        <c:v>7.2242432668218202</c:v>
                      </c:pt>
                      <c:pt idx="1880">
                        <c:v>7.1667919757862801</c:v>
                      </c:pt>
                      <c:pt idx="1881">
                        <c:v>7.1580027223578897</c:v>
                      </c:pt>
                      <c:pt idx="1882">
                        <c:v>7.1450648843902904</c:v>
                      </c:pt>
                      <c:pt idx="1883">
                        <c:v>7.1206010862130302</c:v>
                      </c:pt>
                      <c:pt idx="1884">
                        <c:v>7.0873487585925599</c:v>
                      </c:pt>
                      <c:pt idx="1885">
                        <c:v>7.1386309155690997</c:v>
                      </c:pt>
                      <c:pt idx="1886">
                        <c:v>7.1144431747947197</c:v>
                      </c:pt>
                      <c:pt idx="1887">
                        <c:v>7.0856854863552403</c:v>
                      </c:pt>
                      <c:pt idx="1888">
                        <c:v>7.0856854863552403</c:v>
                      </c:pt>
                      <c:pt idx="1889">
                        <c:v>7.0714419094533403</c:v>
                      </c:pt>
                      <c:pt idx="1890">
                        <c:v>7.0632567087457998</c:v>
                      </c:pt>
                      <c:pt idx="1891">
                        <c:v>7.0651230563456204</c:v>
                      </c:pt>
                      <c:pt idx="1892">
                        <c:v>7.0715504879023596</c:v>
                      </c:pt>
                      <c:pt idx="1893">
                        <c:v>7.0715504879023596</c:v>
                      </c:pt>
                      <c:pt idx="1894">
                        <c:v>7.1193913043923196</c:v>
                      </c:pt>
                      <c:pt idx="1895">
                        <c:v>7.1239765224435496</c:v>
                      </c:pt>
                      <c:pt idx="1896">
                        <c:v>7.0846846256135203</c:v>
                      </c:pt>
                      <c:pt idx="1897">
                        <c:v>7.0448706531357699</c:v>
                      </c:pt>
                      <c:pt idx="1898">
                        <c:v>7.0843833928655604</c:v>
                      </c:pt>
                      <c:pt idx="1899">
                        <c:v>7.0926186526917796</c:v>
                      </c:pt>
                      <c:pt idx="1900">
                        <c:v>7.1040444039058199</c:v>
                      </c:pt>
                      <c:pt idx="1901">
                        <c:v>7.0960748643180498</c:v>
                      </c:pt>
                      <c:pt idx="1902">
                        <c:v>7.0811455865846504</c:v>
                      </c:pt>
                      <c:pt idx="1903">
                        <c:v>7.1293807995861904</c:v>
                      </c:pt>
                      <c:pt idx="1904">
                        <c:v>7.1663849380376599</c:v>
                      </c:pt>
                      <c:pt idx="1905">
                        <c:v>7.1663849380376599</c:v>
                      </c:pt>
                      <c:pt idx="1906">
                        <c:v>7.1272732962646597</c:v>
                      </c:pt>
                      <c:pt idx="1907">
                        <c:v>7.0984913105122596</c:v>
                      </c:pt>
                      <c:pt idx="1908">
                        <c:v>7.0802333237414903</c:v>
                      </c:pt>
                      <c:pt idx="1909">
                        <c:v>7.0294299715903703</c:v>
                      </c:pt>
                      <c:pt idx="1910">
                        <c:v>7.01111544911958</c:v>
                      </c:pt>
                      <c:pt idx="1911">
                        <c:v>6.9840917215201603</c:v>
                      </c:pt>
                      <c:pt idx="1912">
                        <c:v>6.9311524384702503</c:v>
                      </c:pt>
                      <c:pt idx="1913">
                        <c:v>6.9188757841173896</c:v>
                      </c:pt>
                      <c:pt idx="1914">
                        <c:v>6.9044244929140097</c:v>
                      </c:pt>
                      <c:pt idx="1915">
                        <c:v>6.9158387190544</c:v>
                      </c:pt>
                      <c:pt idx="1916">
                        <c:v>6.9207622153408996</c:v>
                      </c:pt>
                      <c:pt idx="1917">
                        <c:v>7.0120786870821501</c:v>
                      </c:pt>
                      <c:pt idx="1918">
                        <c:v>6.9810048617376799</c:v>
                      </c:pt>
                      <c:pt idx="1919">
                        <c:v>6.9665267915126901</c:v>
                      </c:pt>
                      <c:pt idx="1920">
                        <c:v>6.8342075177280499</c:v>
                      </c:pt>
                      <c:pt idx="1921">
                        <c:v>6.8025920940442797</c:v>
                      </c:pt>
                      <c:pt idx="1922">
                        <c:v>6.7543569611214398</c:v>
                      </c:pt>
                      <c:pt idx="1923">
                        <c:v>6.7543569611214398</c:v>
                      </c:pt>
                      <c:pt idx="1924">
                        <c:v>6.72783626670443</c:v>
                      </c:pt>
                      <c:pt idx="1925">
                        <c:v>6.7452755576460701</c:v>
                      </c:pt>
                      <c:pt idx="1926">
                        <c:v>6.7104884458015999</c:v>
                      </c:pt>
                      <c:pt idx="1927">
                        <c:v>6.6845023721515204</c:v>
                      </c:pt>
                      <c:pt idx="1928">
                        <c:v>6.5782738534521803</c:v>
                      </c:pt>
                      <c:pt idx="1929">
                        <c:v>6.5788527497153604</c:v>
                      </c:pt>
                      <c:pt idx="1930">
                        <c:v>6.5681596584388098</c:v>
                      </c:pt>
                      <c:pt idx="1931">
                        <c:v>6.6359319701103896</c:v>
                      </c:pt>
                      <c:pt idx="1932">
                        <c:v>6.6549867996702998</c:v>
                      </c:pt>
                      <c:pt idx="1933">
                        <c:v>6.6479289920774498</c:v>
                      </c:pt>
                      <c:pt idx="1934">
                        <c:v>6.6264523440593797</c:v>
                      </c:pt>
                      <c:pt idx="1935">
                        <c:v>6.6205410650876004</c:v>
                      </c:pt>
                      <c:pt idx="1936">
                        <c:v>6.5907990360855599</c:v>
                      </c:pt>
                      <c:pt idx="1937">
                        <c:v>6.5232591210535498</c:v>
                      </c:pt>
                      <c:pt idx="1938">
                        <c:v>6.4700291930884397</c:v>
                      </c:pt>
                      <c:pt idx="1939">
                        <c:v>6.4119434309115402</c:v>
                      </c:pt>
                      <c:pt idx="1940">
                        <c:v>6.43070547172153</c:v>
                      </c:pt>
                      <c:pt idx="1941">
                        <c:v>6.3278459418535498</c:v>
                      </c:pt>
                      <c:pt idx="1942">
                        <c:v>6.3139114839363302</c:v>
                      </c:pt>
                      <c:pt idx="1943">
                        <c:v>6.37872446430847</c:v>
                      </c:pt>
                      <c:pt idx="1944">
                        <c:v>6.4110228313549902</c:v>
                      </c:pt>
                      <c:pt idx="1945">
                        <c:v>6.4410765714123004</c:v>
                      </c:pt>
                      <c:pt idx="1946">
                        <c:v>6.4212183017071496</c:v>
                      </c:pt>
                      <c:pt idx="1947">
                        <c:v>6.4621897598796902</c:v>
                      </c:pt>
                      <c:pt idx="1948">
                        <c:v>6.4631486705012602</c:v>
                      </c:pt>
                      <c:pt idx="1949">
                        <c:v>6.4599664068061102</c:v>
                      </c:pt>
                      <c:pt idx="1950">
                        <c:v>6.5695244446153804</c:v>
                      </c:pt>
                      <c:pt idx="1951">
                        <c:v>6.7547521244310804</c:v>
                      </c:pt>
                      <c:pt idx="1952">
                        <c:v>6.8603672708800802</c:v>
                      </c:pt>
                      <c:pt idx="1953">
                        <c:v>6.81216944621299</c:v>
                      </c:pt>
                      <c:pt idx="1954">
                        <c:v>6.7754077569348601</c:v>
                      </c:pt>
                      <c:pt idx="1955">
                        <c:v>6.7332947660967797</c:v>
                      </c:pt>
                      <c:pt idx="1956">
                        <c:v>6.7444339726279896</c:v>
                      </c:pt>
                      <c:pt idx="1957">
                        <c:v>6.7859270707815202</c:v>
                      </c:pt>
                      <c:pt idx="1958">
                        <c:v>6.9462484116443104</c:v>
                      </c:pt>
                      <c:pt idx="1959">
                        <c:v>6.9883373204636596</c:v>
                      </c:pt>
                      <c:pt idx="1960">
                        <c:v>6.8979171563825696</c:v>
                      </c:pt>
                      <c:pt idx="1961">
                        <c:v>6.9532308356086903</c:v>
                      </c:pt>
                      <c:pt idx="1962">
                        <c:v>6.8800520606797999</c:v>
                      </c:pt>
                      <c:pt idx="1963">
                        <c:v>6.7955723357242999</c:v>
                      </c:pt>
                      <c:pt idx="1964">
                        <c:v>6.7974494177756997</c:v>
                      </c:pt>
                      <c:pt idx="1965">
                        <c:v>6.79545489020723</c:v>
                      </c:pt>
                      <c:pt idx="1966">
                        <c:v>6.8799066731803</c:v>
                      </c:pt>
                      <c:pt idx="1967">
                        <c:v>6.7863084381493302</c:v>
                      </c:pt>
                      <c:pt idx="1968">
                        <c:v>6.7863084381493302</c:v>
                      </c:pt>
                      <c:pt idx="1969">
                        <c:v>6.8076596345768001</c:v>
                      </c:pt>
                      <c:pt idx="1970">
                        <c:v>6.8119216370508502</c:v>
                      </c:pt>
                      <c:pt idx="1971">
                        <c:v>6.9271417173238197</c:v>
                      </c:pt>
                      <c:pt idx="1972">
                        <c:v>6.9766161832885798</c:v>
                      </c:pt>
                      <c:pt idx="1973">
                        <c:v>6.9096727281337103</c:v>
                      </c:pt>
                      <c:pt idx="1974">
                        <c:v>6.9210152151870199</c:v>
                      </c:pt>
                      <c:pt idx="1975">
                        <c:v>6.93483016676928</c:v>
                      </c:pt>
                      <c:pt idx="1976">
                        <c:v>6.8770142964832601</c:v>
                      </c:pt>
                      <c:pt idx="1977">
                        <c:v>6.9645446785066003</c:v>
                      </c:pt>
                      <c:pt idx="1978">
                        <c:v>6.9477769341356099</c:v>
                      </c:pt>
                      <c:pt idx="1979">
                        <c:v>6.9489824931102397</c:v>
                      </c:pt>
                      <c:pt idx="1980">
                        <c:v>6.9498595342849097</c:v>
                      </c:pt>
                      <c:pt idx="1981">
                        <c:v>6.95347518437588</c:v>
                      </c:pt>
                      <c:pt idx="1982">
                        <c:v>6.99372161644773</c:v>
                      </c:pt>
                      <c:pt idx="1983">
                        <c:v>6.99372161644773</c:v>
                      </c:pt>
                      <c:pt idx="1984">
                        <c:v>6.9657513945506304</c:v>
                      </c:pt>
                      <c:pt idx="1985">
                        <c:v>6.9882670636211603</c:v>
                      </c:pt>
                      <c:pt idx="1986">
                        <c:v>7.0097797529406902</c:v>
                      </c:pt>
                      <c:pt idx="1987">
                        <c:v>7.0131687356933998</c:v>
                      </c:pt>
                      <c:pt idx="1988">
                        <c:v>7.0131687356933998</c:v>
                      </c:pt>
                      <c:pt idx="1989">
                        <c:v>7.0354162161835996</c:v>
                      </c:pt>
                      <c:pt idx="1990">
                        <c:v>7.0834941984941402</c:v>
                      </c:pt>
                      <c:pt idx="1991">
                        <c:v>7.0823290881628402</c:v>
                      </c:pt>
                      <c:pt idx="1992">
                        <c:v>7.0786911073784502</c:v>
                      </c:pt>
                      <c:pt idx="1993">
                        <c:v>7.0920305292783103</c:v>
                      </c:pt>
                      <c:pt idx="1994">
                        <c:v>7.1134806584400101</c:v>
                      </c:pt>
                      <c:pt idx="1995">
                        <c:v>7.1257435345771603</c:v>
                      </c:pt>
                      <c:pt idx="1996">
                        <c:v>7.1390006824998897</c:v>
                      </c:pt>
                      <c:pt idx="1997">
                        <c:v>7.0946875741945696</c:v>
                      </c:pt>
                      <c:pt idx="1998">
                        <c:v>7.11855940331096</c:v>
                      </c:pt>
                      <c:pt idx="1999">
                        <c:v>7.1106470756132598</c:v>
                      </c:pt>
                      <c:pt idx="2000">
                        <c:v>7.0964993278936497</c:v>
                      </c:pt>
                      <c:pt idx="2001">
                        <c:v>7.0589995618427297</c:v>
                      </c:pt>
                      <c:pt idx="2002">
                        <c:v>7.03523443510145</c:v>
                      </c:pt>
                      <c:pt idx="2003">
                        <c:v>7.0128904295311498</c:v>
                      </c:pt>
                      <c:pt idx="2004">
                        <c:v>7.0492757119253699</c:v>
                      </c:pt>
                      <c:pt idx="2005">
                        <c:v>7.1240335168220001</c:v>
                      </c:pt>
                      <c:pt idx="2006">
                        <c:v>7.1240335168220001</c:v>
                      </c:pt>
                      <c:pt idx="2007">
                        <c:v>7.0192126795581098</c:v>
                      </c:pt>
                      <c:pt idx="2008">
                        <c:v>7.0862125157037301</c:v>
                      </c:pt>
                      <c:pt idx="2009">
                        <c:v>7.0937908916025503</c:v>
                      </c:pt>
                      <c:pt idx="2010">
                        <c:v>7.0938671072737298</c:v>
                      </c:pt>
                      <c:pt idx="2011">
                        <c:v>7.0611910520006598</c:v>
                      </c:pt>
                      <c:pt idx="2012">
                        <c:v>6.98703129490384</c:v>
                      </c:pt>
                      <c:pt idx="2013">
                        <c:v>7.1266723710658502</c:v>
                      </c:pt>
                      <c:pt idx="2014">
                        <c:v>7.1198273327860004</c:v>
                      </c:pt>
                      <c:pt idx="2015">
                        <c:v>7.1175721223319499</c:v>
                      </c:pt>
                      <c:pt idx="2016">
                        <c:v>7.1476459188661297</c:v>
                      </c:pt>
                      <c:pt idx="2017">
                        <c:v>7.0507119573802903</c:v>
                      </c:pt>
                      <c:pt idx="2018">
                        <c:v>7.1921071863701904</c:v>
                      </c:pt>
                      <c:pt idx="2019">
                        <c:v>7.1417623566276296</c:v>
                      </c:pt>
                      <c:pt idx="2020">
                        <c:v>7.1512161809188504</c:v>
                      </c:pt>
                      <c:pt idx="2021">
                        <c:v>7.1445070044156997</c:v>
                      </c:pt>
                      <c:pt idx="2022">
                        <c:v>7.1445070044156997</c:v>
                      </c:pt>
                      <c:pt idx="2023">
                        <c:v>7.1743425421096996</c:v>
                      </c:pt>
                      <c:pt idx="2024">
                        <c:v>7.1758507525952799</c:v>
                      </c:pt>
                      <c:pt idx="2025">
                        <c:v>7.1097656255833996</c:v>
                      </c:pt>
                      <c:pt idx="2026">
                        <c:v>7.0787728964727101</c:v>
                      </c:pt>
                      <c:pt idx="2027">
                        <c:v>7.0697125934529099</c:v>
                      </c:pt>
                      <c:pt idx="2028">
                        <c:v>7.0697125934529099</c:v>
                      </c:pt>
                      <c:pt idx="2029">
                        <c:v>7.0441454984483798</c:v>
                      </c:pt>
                      <c:pt idx="2030">
                        <c:v>7.0237901998733197</c:v>
                      </c:pt>
                      <c:pt idx="2031">
                        <c:v>6.9646659813974496</c:v>
                      </c:pt>
                      <c:pt idx="2032">
                        <c:v>6.9300445158301702</c:v>
                      </c:pt>
                      <c:pt idx="2033">
                        <c:v>6.9389623464813699</c:v>
                      </c:pt>
                      <c:pt idx="2034">
                        <c:v>6.9115169150638298</c:v>
                      </c:pt>
                      <c:pt idx="2035">
                        <c:v>6.9339192021709701</c:v>
                      </c:pt>
                      <c:pt idx="2036">
                        <c:v>6.9122696560737404</c:v>
                      </c:pt>
                      <c:pt idx="2037">
                        <c:v>6.9341831644151801</c:v>
                      </c:pt>
                      <c:pt idx="2038">
                        <c:v>6.9065916641323604</c:v>
                      </c:pt>
                      <c:pt idx="2039">
                        <c:v>6.9022179255926499</c:v>
                      </c:pt>
                      <c:pt idx="2040">
                        <c:v>6.8308507540193597</c:v>
                      </c:pt>
                      <c:pt idx="2041">
                        <c:v>6.77469979436583</c:v>
                      </c:pt>
                      <c:pt idx="2042">
                        <c:v>6.81731389031465</c:v>
                      </c:pt>
                      <c:pt idx="2043">
                        <c:v>6.8564443560573096</c:v>
                      </c:pt>
                      <c:pt idx="2044">
                        <c:v>6.9533434798039098</c:v>
                      </c:pt>
                      <c:pt idx="2045">
                        <c:v>6.8913667274285997</c:v>
                      </c:pt>
                      <c:pt idx="2046">
                        <c:v>6.8924552593090302</c:v>
                      </c:pt>
                      <c:pt idx="2047">
                        <c:v>6.8597705233526503</c:v>
                      </c:pt>
                      <c:pt idx="2048">
                        <c:v>6.8806415059302397</c:v>
                      </c:pt>
                      <c:pt idx="2049">
                        <c:v>6.9207704362037701</c:v>
                      </c:pt>
                      <c:pt idx="2050">
                        <c:v>6.9467791269153603</c:v>
                      </c:pt>
                      <c:pt idx="2051">
                        <c:v>6.9431069214894103</c:v>
                      </c:pt>
                      <c:pt idx="2052">
                        <c:v>6.9558463903236296</c:v>
                      </c:pt>
                      <c:pt idx="2053">
                        <c:v>7.0239987049328203</c:v>
                      </c:pt>
                      <c:pt idx="2054">
                        <c:v>7.0226648698356096</c:v>
                      </c:pt>
                      <c:pt idx="2055">
                        <c:v>7.0456412618963098</c:v>
                      </c:pt>
                      <c:pt idx="2056">
                        <c:v>6.99465519711827</c:v>
                      </c:pt>
                      <c:pt idx="2057">
                        <c:v>6.9519609175139703</c:v>
                      </c:pt>
                      <c:pt idx="2058">
                        <c:v>6.9742731608534596</c:v>
                      </c:pt>
                      <c:pt idx="2059">
                        <c:v>7.0155996131012301</c:v>
                      </c:pt>
                      <c:pt idx="2060">
                        <c:v>7.0173599219469702</c:v>
                      </c:pt>
                      <c:pt idx="2061">
                        <c:v>7.0349908291117602</c:v>
                      </c:pt>
                      <c:pt idx="2062">
                        <c:v>7.0399358889634298</c:v>
                      </c:pt>
                      <c:pt idx="2063">
                        <c:v>6.9873414153045399</c:v>
                      </c:pt>
                      <c:pt idx="2064">
                        <c:v>6.9770107983754599</c:v>
                      </c:pt>
                      <c:pt idx="2065">
                        <c:v>6.95462930046717</c:v>
                      </c:pt>
                      <c:pt idx="2066">
                        <c:v>6.9586591059653502</c:v>
                      </c:pt>
                      <c:pt idx="2067">
                        <c:v>6.9017932573707697</c:v>
                      </c:pt>
                      <c:pt idx="2068">
                        <c:v>6.8321123344556698</c:v>
                      </c:pt>
                      <c:pt idx="2069">
                        <c:v>6.7833697306060596</c:v>
                      </c:pt>
                      <c:pt idx="2070">
                        <c:v>6.7797836897858597</c:v>
                      </c:pt>
                      <c:pt idx="2071">
                        <c:v>6.7464907468530599</c:v>
                      </c:pt>
                      <c:pt idx="2072">
                        <c:v>6.7864112467165398</c:v>
                      </c:pt>
                      <c:pt idx="2073">
                        <c:v>6.7470309372248503</c:v>
                      </c:pt>
                      <c:pt idx="2074">
                        <c:v>6.7436644361704001</c:v>
                      </c:pt>
                      <c:pt idx="2075">
                        <c:v>6.7996266245120003</c:v>
                      </c:pt>
                      <c:pt idx="2076">
                        <c:v>6.8224113804834197</c:v>
                      </c:pt>
                      <c:pt idx="2077">
                        <c:v>6.8025117839976996</c:v>
                      </c:pt>
                      <c:pt idx="2078">
                        <c:v>6.8025117839976996</c:v>
                      </c:pt>
                      <c:pt idx="2079">
                        <c:v>6.8286066683269304</c:v>
                      </c:pt>
                      <c:pt idx="2080">
                        <c:v>6.8147164917904597</c:v>
                      </c:pt>
                      <c:pt idx="2081">
                        <c:v>6.7910295090791202</c:v>
                      </c:pt>
                      <c:pt idx="2082">
                        <c:v>6.7764490098291299</c:v>
                      </c:pt>
                      <c:pt idx="2083">
                        <c:v>6.7695967802980102</c:v>
                      </c:pt>
                      <c:pt idx="2084">
                        <c:v>6.72709899223329</c:v>
                      </c:pt>
                      <c:pt idx="2085">
                        <c:v>6.7057327370522302</c:v>
                      </c:pt>
                      <c:pt idx="2086">
                        <c:v>6.7225658803411701</c:v>
                      </c:pt>
                      <c:pt idx="2087">
                        <c:v>6.7126817701540098</c:v>
                      </c:pt>
                      <c:pt idx="2088">
                        <c:v>6.7000970151362802</c:v>
                      </c:pt>
                      <c:pt idx="2089">
                        <c:v>6.6578049861187401</c:v>
                      </c:pt>
                      <c:pt idx="2090">
                        <c:v>6.6576575217045297</c:v>
                      </c:pt>
                      <c:pt idx="2091">
                        <c:v>6.6576575217045297</c:v>
                      </c:pt>
                      <c:pt idx="2092">
                        <c:v>6.6576575217045297</c:v>
                      </c:pt>
                      <c:pt idx="2093">
                        <c:v>6.5892411704953</c:v>
                      </c:pt>
                      <c:pt idx="2094">
                        <c:v>6.6013007080017596</c:v>
                      </c:pt>
                      <c:pt idx="2095">
                        <c:v>6.6176604994629598</c:v>
                      </c:pt>
                      <c:pt idx="2096">
                        <c:v>6.5966812361131604</c:v>
                      </c:pt>
                      <c:pt idx="2097">
                        <c:v>6.5700945289561901</c:v>
                      </c:pt>
                      <c:pt idx="2098">
                        <c:v>6.54162994337947</c:v>
                      </c:pt>
                      <c:pt idx="2099">
                        <c:v>6.54899303108001</c:v>
                      </c:pt>
                      <c:pt idx="2100">
                        <c:v>6.5532735562137301</c:v>
                      </c:pt>
                      <c:pt idx="2101">
                        <c:v>6.55933554904456</c:v>
                      </c:pt>
                      <c:pt idx="2102">
                        <c:v>6.5553663191242402</c:v>
                      </c:pt>
                      <c:pt idx="2103">
                        <c:v>6.57839019086326</c:v>
                      </c:pt>
                      <c:pt idx="2104">
                        <c:v>6.6075190020012302</c:v>
                      </c:pt>
                      <c:pt idx="2105">
                        <c:v>6.60028529244991</c:v>
                      </c:pt>
                      <c:pt idx="2106">
                        <c:v>6.5730361656959797</c:v>
                      </c:pt>
                      <c:pt idx="2107">
                        <c:v>6.56093793591576</c:v>
                      </c:pt>
                      <c:pt idx="2108">
                        <c:v>6.5754548340991104</c:v>
                      </c:pt>
                      <c:pt idx="2109">
                        <c:v>6.5754548340991104</c:v>
                      </c:pt>
                      <c:pt idx="2110">
                        <c:v>6.58649707513612</c:v>
                      </c:pt>
                      <c:pt idx="2111">
                        <c:v>6.5475170913321001</c:v>
                      </c:pt>
                      <c:pt idx="2112">
                        <c:v>6.5444040893483004</c:v>
                      </c:pt>
                      <c:pt idx="2113">
                        <c:v>6.5436470737757499</c:v>
                      </c:pt>
                      <c:pt idx="2114">
                        <c:v>6.5348117465339302</c:v>
                      </c:pt>
                      <c:pt idx="2115">
                        <c:v>6.6067837321082203</c:v>
                      </c:pt>
                      <c:pt idx="2116">
                        <c:v>6.5848663288522999</c:v>
                      </c:pt>
                      <c:pt idx="2117">
                        <c:v>6.6030049843927898</c:v>
                      </c:pt>
                      <c:pt idx="2118">
                        <c:v>6.6499769079069901</c:v>
                      </c:pt>
                      <c:pt idx="2119">
                        <c:v>6.7005285730113604</c:v>
                      </c:pt>
                      <c:pt idx="2120">
                        <c:v>6.6931461628988496</c:v>
                      </c:pt>
                      <c:pt idx="2121">
                        <c:v>6.7097776543367802</c:v>
                      </c:pt>
                      <c:pt idx="2122">
                        <c:v>6.6698533406321499</c:v>
                      </c:pt>
                      <c:pt idx="2123">
                        <c:v>6.6698533406321499</c:v>
                      </c:pt>
                      <c:pt idx="2124">
                        <c:v>6.6515348632548896</c:v>
                      </c:pt>
                      <c:pt idx="2125">
                        <c:v>6.7204514344017596</c:v>
                      </c:pt>
                      <c:pt idx="2126">
                        <c:v>6.7147052695230798</c:v>
                      </c:pt>
                      <c:pt idx="2127">
                        <c:v>6.7193006769231101</c:v>
                      </c:pt>
                      <c:pt idx="2128">
                        <c:v>6.6891391865800198</c:v>
                      </c:pt>
                      <c:pt idx="2129">
                        <c:v>6.69874906568828</c:v>
                      </c:pt>
                      <c:pt idx="2130">
                        <c:v>6.6831519837559199</c:v>
                      </c:pt>
                      <c:pt idx="2131">
                        <c:v>6.6677067741901599</c:v>
                      </c:pt>
                      <c:pt idx="2132">
                        <c:v>6.6378716551830799</c:v>
                      </c:pt>
                      <c:pt idx="2133">
                        <c:v>6.5901679067655898</c:v>
                      </c:pt>
                      <c:pt idx="2134">
                        <c:v>6.5565289212041504</c:v>
                      </c:pt>
                      <c:pt idx="2135">
                        <c:v>6.5878337539708296</c:v>
                      </c:pt>
                      <c:pt idx="2136">
                        <c:v>6.5526508673311099</c:v>
                      </c:pt>
                      <c:pt idx="2137">
                        <c:v>6.5485112443745699</c:v>
                      </c:pt>
                      <c:pt idx="2138">
                        <c:v>6.5485112443745699</c:v>
                      </c:pt>
                      <c:pt idx="2139">
                        <c:v>6.5435327015085498</c:v>
                      </c:pt>
                      <c:pt idx="2140">
                        <c:v>6.5178780015978202</c:v>
                      </c:pt>
                      <c:pt idx="2141">
                        <c:v>6.5589674527481501</c:v>
                      </c:pt>
                      <c:pt idx="2142">
                        <c:v>6.5413775208239402</c:v>
                      </c:pt>
                      <c:pt idx="2143">
                        <c:v>6.5413775208239402</c:v>
                      </c:pt>
                      <c:pt idx="2144">
                        <c:v>6.5210684177073199</c:v>
                      </c:pt>
                      <c:pt idx="2145">
                        <c:v>6.52642871480748</c:v>
                      </c:pt>
                      <c:pt idx="2146">
                        <c:v>6.44733917459493</c:v>
                      </c:pt>
                      <c:pt idx="2147">
                        <c:v>6.4367381154987999</c:v>
                      </c:pt>
                      <c:pt idx="2148">
                        <c:v>6.4188450950918901</c:v>
                      </c:pt>
                      <c:pt idx="2149">
                        <c:v>6.3900815257678696</c:v>
                      </c:pt>
                      <c:pt idx="2150">
                        <c:v>6.3872879641270801</c:v>
                      </c:pt>
                      <c:pt idx="2151">
                        <c:v>6.41261184088106</c:v>
                      </c:pt>
                      <c:pt idx="2152">
                        <c:v>6.3992081024653498</c:v>
                      </c:pt>
                      <c:pt idx="2153">
                        <c:v>6.3992081024653498</c:v>
                      </c:pt>
                      <c:pt idx="2154">
                        <c:v>6.4177166744908503</c:v>
                      </c:pt>
                      <c:pt idx="2155">
                        <c:v>6.3950547555565196</c:v>
                      </c:pt>
                      <c:pt idx="2156">
                        <c:v>6.3865020455063801</c:v>
                      </c:pt>
                      <c:pt idx="2157">
                        <c:v>6.3596753214320803</c:v>
                      </c:pt>
                      <c:pt idx="2158">
                        <c:v>6.3850602127827196</c:v>
                      </c:pt>
                      <c:pt idx="2159">
                        <c:v>6.34482787067925</c:v>
                      </c:pt>
                      <c:pt idx="2160">
                        <c:v>6.2852378601225496</c:v>
                      </c:pt>
                      <c:pt idx="2161">
                        <c:v>6.2593581095556896</c:v>
                      </c:pt>
                      <c:pt idx="2162">
                        <c:v>6.1876074142301496</c:v>
                      </c:pt>
                      <c:pt idx="2163">
                        <c:v>6.16722836578339</c:v>
                      </c:pt>
                      <c:pt idx="2164">
                        <c:v>6.1844353720712997</c:v>
                      </c:pt>
                      <c:pt idx="2165">
                        <c:v>6.1997098316014698</c:v>
                      </c:pt>
                      <c:pt idx="2166">
                        <c:v>6.1901972700650596</c:v>
                      </c:pt>
                      <c:pt idx="2167">
                        <c:v>6.1901972700650596</c:v>
                      </c:pt>
                      <c:pt idx="2168">
                        <c:v>6.1562254243374097</c:v>
                      </c:pt>
                      <c:pt idx="2169">
                        <c:v>6.1211371107553498</c:v>
                      </c:pt>
                      <c:pt idx="2170">
                        <c:v>6.1414961549981104</c:v>
                      </c:pt>
                      <c:pt idx="2171">
                        <c:v>6.10476742238468</c:v>
                      </c:pt>
                      <c:pt idx="2172">
                        <c:v>6.12888494926412</c:v>
                      </c:pt>
                      <c:pt idx="2173">
                        <c:v>6.0357813441271899</c:v>
                      </c:pt>
                      <c:pt idx="2174">
                        <c:v>5.98880925407357</c:v>
                      </c:pt>
                      <c:pt idx="2175">
                        <c:v>5.9642439214889302</c:v>
                      </c:pt>
                      <c:pt idx="2176">
                        <c:v>5.9544301447399501</c:v>
                      </c:pt>
                      <c:pt idx="2177">
                        <c:v>5.9331551595979501</c:v>
                      </c:pt>
                      <c:pt idx="2178">
                        <c:v>5.8961577059513504</c:v>
                      </c:pt>
                      <c:pt idx="2179">
                        <c:v>5.8961577059513504</c:v>
                      </c:pt>
                      <c:pt idx="2180">
                        <c:v>5.8868769500863198</c:v>
                      </c:pt>
                      <c:pt idx="2181">
                        <c:v>5.9164829777323602</c:v>
                      </c:pt>
                      <c:pt idx="2182">
                        <c:v>5.89931556807921</c:v>
                      </c:pt>
                      <c:pt idx="2183">
                        <c:v>5.8555258271451498</c:v>
                      </c:pt>
                      <c:pt idx="2184">
                        <c:v>5.8541709512887197</c:v>
                      </c:pt>
                      <c:pt idx="2185">
                        <c:v>5.8470189809975803</c:v>
                      </c:pt>
                      <c:pt idx="2186">
                        <c:v>5.8011605902327199</c:v>
                      </c:pt>
                      <c:pt idx="2187">
                        <c:v>5.8087414356671196</c:v>
                      </c:pt>
                      <c:pt idx="2188">
                        <c:v>5.8087414356671196</c:v>
                      </c:pt>
                      <c:pt idx="2189">
                        <c:v>5.7977182116505404</c:v>
                      </c:pt>
                      <c:pt idx="2190">
                        <c:v>5.8187739196988604</c:v>
                      </c:pt>
                      <c:pt idx="2191">
                        <c:v>5.8690702081935999</c:v>
                      </c:pt>
                      <c:pt idx="2192">
                        <c:v>5.86468846720601</c:v>
                      </c:pt>
                      <c:pt idx="2193">
                        <c:v>5.8476723474158598</c:v>
                      </c:pt>
                      <c:pt idx="2194">
                        <c:v>5.8438058999000804</c:v>
                      </c:pt>
                      <c:pt idx="2195">
                        <c:v>5.8729269606905001</c:v>
                      </c:pt>
                      <c:pt idx="2196">
                        <c:v>5.8882143998230001</c:v>
                      </c:pt>
                      <c:pt idx="2197">
                        <c:v>5.88743027930665</c:v>
                      </c:pt>
                      <c:pt idx="2198">
                        <c:v>5.8520571264539099</c:v>
                      </c:pt>
                      <c:pt idx="2199">
                        <c:v>5.8650873558224097</c:v>
                      </c:pt>
                      <c:pt idx="2200">
                        <c:v>5.86995345069296</c:v>
                      </c:pt>
                      <c:pt idx="2201">
                        <c:v>5.8302240859194496</c:v>
                      </c:pt>
                      <c:pt idx="2202">
                        <c:v>5.7756804157515402</c:v>
                      </c:pt>
                      <c:pt idx="2203">
                        <c:v>5.7483473095395601</c:v>
                      </c:pt>
                      <c:pt idx="2204">
                        <c:v>5.7673651236387897</c:v>
                      </c:pt>
                      <c:pt idx="2205">
                        <c:v>5.8032243897948499</c:v>
                      </c:pt>
                      <c:pt idx="2206">
                        <c:v>5.7718468582629798</c:v>
                      </c:pt>
                      <c:pt idx="2207">
                        <c:v>5.8262490210303</c:v>
                      </c:pt>
                      <c:pt idx="2208">
                        <c:v>5.8182633875273497</c:v>
                      </c:pt>
                      <c:pt idx="2209">
                        <c:v>5.8420896931613999</c:v>
                      </c:pt>
                      <c:pt idx="2210">
                        <c:v>5.8530617137625196</c:v>
                      </c:pt>
                      <c:pt idx="2211">
                        <c:v>5.79877171835897</c:v>
                      </c:pt>
                      <c:pt idx="2212">
                        <c:v>5.80954134666261</c:v>
                      </c:pt>
                      <c:pt idx="2213">
                        <c:v>5.7821475608630601</c:v>
                      </c:pt>
                      <c:pt idx="2214">
                        <c:v>5.7636463665868396</c:v>
                      </c:pt>
                      <c:pt idx="2215">
                        <c:v>5.7293889917510299</c:v>
                      </c:pt>
                      <c:pt idx="2216">
                        <c:v>5.72643920759353</c:v>
                      </c:pt>
                      <c:pt idx="2217">
                        <c:v>5.70102964354591</c:v>
                      </c:pt>
                      <c:pt idx="2218">
                        <c:v>5.7448863897760303</c:v>
                      </c:pt>
                      <c:pt idx="2219">
                        <c:v>5.6970753676811796</c:v>
                      </c:pt>
                      <c:pt idx="2220">
                        <c:v>5.6881938738890998</c:v>
                      </c:pt>
                      <c:pt idx="2221">
                        <c:v>5.6924853885770101</c:v>
                      </c:pt>
                      <c:pt idx="2222">
                        <c:v>5.6375409169629203</c:v>
                      </c:pt>
                      <c:pt idx="2223">
                        <c:v>5.6078592406741699</c:v>
                      </c:pt>
                      <c:pt idx="2224">
                        <c:v>5.5952411471669103</c:v>
                      </c:pt>
                      <c:pt idx="2225">
                        <c:v>5.6103819256707999</c:v>
                      </c:pt>
                      <c:pt idx="2226">
                        <c:v>5.5690646763449596</c:v>
                      </c:pt>
                      <c:pt idx="2227">
                        <c:v>5.4849065614976196</c:v>
                      </c:pt>
                      <c:pt idx="2228">
                        <c:v>5.4849065614976196</c:v>
                      </c:pt>
                      <c:pt idx="2229">
                        <c:v>5.4673022374392497</c:v>
                      </c:pt>
                      <c:pt idx="2230">
                        <c:v>5.51193365942569</c:v>
                      </c:pt>
                      <c:pt idx="2231">
                        <c:v>5.5579604298484799</c:v>
                      </c:pt>
                      <c:pt idx="2232">
                        <c:v>5.4695536856899896</c:v>
                      </c:pt>
                      <c:pt idx="2233">
                        <c:v>5.4580521379660798</c:v>
                      </c:pt>
                      <c:pt idx="2234">
                        <c:v>5.4781812074454601</c:v>
                      </c:pt>
                      <c:pt idx="2235">
                        <c:v>5.48931065172453</c:v>
                      </c:pt>
                      <c:pt idx="2236">
                        <c:v>5.4938020690591598</c:v>
                      </c:pt>
                      <c:pt idx="2237">
                        <c:v>5.4675684692065003</c:v>
                      </c:pt>
                      <c:pt idx="2238">
                        <c:v>5.5071274223628404</c:v>
                      </c:pt>
                      <c:pt idx="2239">
                        <c:v>5.5502836047769399</c:v>
                      </c:pt>
                      <c:pt idx="2240">
                        <c:v>5.57740776475912</c:v>
                      </c:pt>
                      <c:pt idx="2241">
                        <c:v>5.5807514421627102</c:v>
                      </c:pt>
                      <c:pt idx="2242">
                        <c:v>5.60770682968574</c:v>
                      </c:pt>
                      <c:pt idx="2243">
                        <c:v>5.60770682968574</c:v>
                      </c:pt>
                      <c:pt idx="2244">
                        <c:v>5.5820560323733996</c:v>
                      </c:pt>
                      <c:pt idx="2245">
                        <c:v>5.54863911166587</c:v>
                      </c:pt>
                      <c:pt idx="2246">
                        <c:v>5.5441106594525298</c:v>
                      </c:pt>
                      <c:pt idx="2247">
                        <c:v>5.5980624631007396</c:v>
                      </c:pt>
                      <c:pt idx="2248">
                        <c:v>5.5980624631007396</c:v>
                      </c:pt>
                      <c:pt idx="2249">
                        <c:v>5.6220672636412701</c:v>
                      </c:pt>
                      <c:pt idx="2250">
                        <c:v>5.7049902916606596</c:v>
                      </c:pt>
                      <c:pt idx="2251">
                        <c:v>5.7328101664614302</c:v>
                      </c:pt>
                      <c:pt idx="2252">
                        <c:v>5.7267756439853104</c:v>
                      </c:pt>
                      <c:pt idx="2253">
                        <c:v>5.6706632275208504</c:v>
                      </c:pt>
                      <c:pt idx="2254">
                        <c:v>5.6663784822824699</c:v>
                      </c:pt>
                      <c:pt idx="2255">
                        <c:v>5.6439209851772896</c:v>
                      </c:pt>
                      <c:pt idx="2256">
                        <c:v>5.7107178606840696</c:v>
                      </c:pt>
                      <c:pt idx="2257">
                        <c:v>5.6391471028175504</c:v>
                      </c:pt>
                      <c:pt idx="2258">
                        <c:v>5.5024912232632204</c:v>
                      </c:pt>
                      <c:pt idx="2259">
                        <c:v>5.4720864260846902</c:v>
                      </c:pt>
                      <c:pt idx="2260">
                        <c:v>5.4673769709063098</c:v>
                      </c:pt>
                      <c:pt idx="2261">
                        <c:v>5.5061609445680597</c:v>
                      </c:pt>
                      <c:pt idx="2262">
                        <c:v>5.4402249204866298</c:v>
                      </c:pt>
                      <c:pt idx="2263">
                        <c:v>5.4280849608150801</c:v>
                      </c:pt>
                      <c:pt idx="2264">
                        <c:v>5.4214340438860003</c:v>
                      </c:pt>
                      <c:pt idx="2265">
                        <c:v>5.4205201490328401</c:v>
                      </c:pt>
                      <c:pt idx="2266">
                        <c:v>5.29981737085724</c:v>
                      </c:pt>
                      <c:pt idx="2267">
                        <c:v>5.3154672058208501</c:v>
                      </c:pt>
                      <c:pt idx="2268">
                        <c:v>5.2917078923716598</c:v>
                      </c:pt>
                      <c:pt idx="2269">
                        <c:v>5.4023671729149001</c:v>
                      </c:pt>
                      <c:pt idx="2270">
                        <c:v>5.4295405625803097</c:v>
                      </c:pt>
                      <c:pt idx="2271">
                        <c:v>5.4329124283801304</c:v>
                      </c:pt>
                      <c:pt idx="2272">
                        <c:v>5.3457050033453797</c:v>
                      </c:pt>
                      <c:pt idx="2273">
                        <c:v>5.4050122101565501</c:v>
                      </c:pt>
                      <c:pt idx="2274">
                        <c:v>5.37047529762234</c:v>
                      </c:pt>
                      <c:pt idx="2275">
                        <c:v>5.3814507641745903</c:v>
                      </c:pt>
                      <c:pt idx="2276">
                        <c:v>5.3663730037561503</c:v>
                      </c:pt>
                      <c:pt idx="2277">
                        <c:v>5.2413981996864596</c:v>
                      </c:pt>
                      <c:pt idx="2278">
                        <c:v>5.1183060113154601</c:v>
                      </c:pt>
                      <c:pt idx="2279">
                        <c:v>5.1183060113154601</c:v>
                      </c:pt>
                      <c:pt idx="2280">
                        <c:v>5.1509233393101601</c:v>
                      </c:pt>
                      <c:pt idx="2281">
                        <c:v>5.1910673870529997</c:v>
                      </c:pt>
                      <c:pt idx="2282">
                        <c:v>5.1606724501525498</c:v>
                      </c:pt>
                      <c:pt idx="2283">
                        <c:v>5.1606724501525498</c:v>
                      </c:pt>
                      <c:pt idx="2284">
                        <c:v>5.1606724501525498</c:v>
                      </c:pt>
                      <c:pt idx="2285">
                        <c:v>5.1678687893705799</c:v>
                      </c:pt>
                      <c:pt idx="2286">
                        <c:v>5.1509193162986602</c:v>
                      </c:pt>
                      <c:pt idx="2287">
                        <c:v>5.1744082351503602</c:v>
                      </c:pt>
                      <c:pt idx="2288">
                        <c:v>5.1744082351503602</c:v>
                      </c:pt>
                      <c:pt idx="2289">
                        <c:v>5.0654927605254496</c:v>
                      </c:pt>
                      <c:pt idx="2290">
                        <c:v>5.0505013107686603</c:v>
                      </c:pt>
                      <c:pt idx="2291">
                        <c:v>4.9666494519253002</c:v>
                      </c:pt>
                      <c:pt idx="2292">
                        <c:v>4.9599307736805196</c:v>
                      </c:pt>
                      <c:pt idx="2293">
                        <c:v>4.9048946810805596</c:v>
                      </c:pt>
                      <c:pt idx="2294">
                        <c:v>4.8832430864471297</c:v>
                      </c:pt>
                      <c:pt idx="2295">
                        <c:v>4.8718737499923597</c:v>
                      </c:pt>
                      <c:pt idx="2296">
                        <c:v>4.8071656051450598</c:v>
                      </c:pt>
                      <c:pt idx="2297">
                        <c:v>4.8007565078018297</c:v>
                      </c:pt>
                      <c:pt idx="2298">
                        <c:v>4.7407708668331798</c:v>
                      </c:pt>
                      <c:pt idx="2299">
                        <c:v>4.7587344516496799</c:v>
                      </c:pt>
                      <c:pt idx="2300">
                        <c:v>4.6997418040728398</c:v>
                      </c:pt>
                      <c:pt idx="2301">
                        <c:v>4.7243673635386303</c:v>
                      </c:pt>
                      <c:pt idx="2302">
                        <c:v>4.7411695232683702</c:v>
                      </c:pt>
                      <c:pt idx="2303">
                        <c:v>4.7502169991801004</c:v>
                      </c:pt>
                      <c:pt idx="2304">
                        <c:v>4.7472222886516899</c:v>
                      </c:pt>
                      <c:pt idx="2305">
                        <c:v>4.7634375170264303</c:v>
                      </c:pt>
                      <c:pt idx="2306">
                        <c:v>4.75173837443963</c:v>
                      </c:pt>
                      <c:pt idx="2307">
                        <c:v>4.7313992288015498</c:v>
                      </c:pt>
                      <c:pt idx="2308">
                        <c:v>4.74341302419991</c:v>
                      </c:pt>
                      <c:pt idx="2309">
                        <c:v>4.7448179616895096</c:v>
                      </c:pt>
                      <c:pt idx="2310">
                        <c:v>4.6324531910751396</c:v>
                      </c:pt>
                      <c:pt idx="2311">
                        <c:v>4.6038024616899396</c:v>
                      </c:pt>
                      <c:pt idx="2312">
                        <c:v>4.6040817239136196</c:v>
                      </c:pt>
                      <c:pt idx="2313">
                        <c:v>4.6303464977868902</c:v>
                      </c:pt>
                      <c:pt idx="2314">
                        <c:v>4.6236628122656702</c:v>
                      </c:pt>
                      <c:pt idx="2315">
                        <c:v>4.5881339390570197</c:v>
                      </c:pt>
                      <c:pt idx="2316">
                        <c:v>4.57353199552833</c:v>
                      </c:pt>
                      <c:pt idx="2317">
                        <c:v>4.5502430643117702</c:v>
                      </c:pt>
                      <c:pt idx="2318">
                        <c:v>4.55008577660894</c:v>
                      </c:pt>
                      <c:pt idx="2319">
                        <c:v>4.5545556774837301</c:v>
                      </c:pt>
                      <c:pt idx="2320">
                        <c:v>4.5467138806890404</c:v>
                      </c:pt>
                      <c:pt idx="2321">
                        <c:v>4.51459233810405</c:v>
                      </c:pt>
                      <c:pt idx="2322">
                        <c:v>4.4895867029565597</c:v>
                      </c:pt>
                      <c:pt idx="2323">
                        <c:v>4.5241172053793202</c:v>
                      </c:pt>
                      <c:pt idx="2324">
                        <c:v>4.5346416957907802</c:v>
                      </c:pt>
                      <c:pt idx="2325">
                        <c:v>4.5334305949677596</c:v>
                      </c:pt>
                      <c:pt idx="2326">
                        <c:v>4.51188624606496</c:v>
                      </c:pt>
                      <c:pt idx="2327">
                        <c:v>4.4944004163394098</c:v>
                      </c:pt>
                      <c:pt idx="2328">
                        <c:v>4.4957872168553203</c:v>
                      </c:pt>
                      <c:pt idx="2329">
                        <c:v>4.4702834410824304</c:v>
                      </c:pt>
                      <c:pt idx="2330">
                        <c:v>4.4481927482435504</c:v>
                      </c:pt>
                      <c:pt idx="2331">
                        <c:v>4.38979730203173</c:v>
                      </c:pt>
                      <c:pt idx="2332">
                        <c:v>4.4235584854537002</c:v>
                      </c:pt>
                      <c:pt idx="2333">
                        <c:v>4.4683372764053297</c:v>
                      </c:pt>
                      <c:pt idx="2334">
                        <c:v>4.4800793390939697</c:v>
                      </c:pt>
                      <c:pt idx="2335">
                        <c:v>4.4639357561931901</c:v>
                      </c:pt>
                      <c:pt idx="2336">
                        <c:v>4.4721754378385299</c:v>
                      </c:pt>
                      <c:pt idx="2337">
                        <c:v>4.4633354967566197</c:v>
                      </c:pt>
                      <c:pt idx="2338">
                        <c:v>4.4641104845571897</c:v>
                      </c:pt>
                      <c:pt idx="2339">
                        <c:v>4.46629293164417</c:v>
                      </c:pt>
                      <c:pt idx="2340">
                        <c:v>4.49015585714863</c:v>
                      </c:pt>
                      <c:pt idx="2341">
                        <c:v>4.59497169388057</c:v>
                      </c:pt>
                      <c:pt idx="2342">
                        <c:v>4.6385034299022596</c:v>
                      </c:pt>
                      <c:pt idx="2343">
                        <c:v>4.6385034299022596</c:v>
                      </c:pt>
                      <c:pt idx="2344">
                        <c:v>4.3927731722746897</c:v>
                      </c:pt>
                      <c:pt idx="2345">
                        <c:v>4.43752459788195</c:v>
                      </c:pt>
                      <c:pt idx="2346">
                        <c:v>4.43752459788195</c:v>
                      </c:pt>
                      <c:pt idx="2347">
                        <c:v>4.43752459788195</c:v>
                      </c:pt>
                      <c:pt idx="2348">
                        <c:v>4.5217536893078396</c:v>
                      </c:pt>
                      <c:pt idx="2349">
                        <c:v>4.5276075419309203</c:v>
                      </c:pt>
                      <c:pt idx="2350">
                        <c:v>4.5518612350251004</c:v>
                      </c:pt>
                      <c:pt idx="2351">
                        <c:v>4.5884322901233299</c:v>
                      </c:pt>
                      <c:pt idx="2352">
                        <c:v>4.5188380155468204</c:v>
                      </c:pt>
                      <c:pt idx="2353">
                        <c:v>4.4881114595973104</c:v>
                      </c:pt>
                      <c:pt idx="2354">
                        <c:v>4.5179808716265697</c:v>
                      </c:pt>
                      <c:pt idx="2355">
                        <c:v>4.5250581957827096</c:v>
                      </c:pt>
                      <c:pt idx="2356">
                        <c:v>4.4694606191978901</c:v>
                      </c:pt>
                      <c:pt idx="2357">
                        <c:v>4.4565968244476899</c:v>
                      </c:pt>
                      <c:pt idx="2358">
                        <c:v>4.4966409450758702</c:v>
                      </c:pt>
                      <c:pt idx="2359">
                        <c:v>4.47593381824682</c:v>
                      </c:pt>
                      <c:pt idx="2360">
                        <c:v>4.4946076035024696</c:v>
                      </c:pt>
                      <c:pt idx="2361">
                        <c:v>4.47581899685877</c:v>
                      </c:pt>
                      <c:pt idx="2362">
                        <c:v>4.45051281937518</c:v>
                      </c:pt>
                      <c:pt idx="2363">
                        <c:v>4.4430031748199896</c:v>
                      </c:pt>
                      <c:pt idx="2364">
                        <c:v>4.4517750791610897</c:v>
                      </c:pt>
                      <c:pt idx="2365">
                        <c:v>4.4538411292028597</c:v>
                      </c:pt>
                      <c:pt idx="2366">
                        <c:v>4.4517631684122403</c:v>
                      </c:pt>
                      <c:pt idx="2367">
                        <c:v>4.4529584594919003</c:v>
                      </c:pt>
                      <c:pt idx="2368">
                        <c:v>4.4917843754095301</c:v>
                      </c:pt>
                      <c:pt idx="2369">
                        <c:v>4.4936646153065203</c:v>
                      </c:pt>
                      <c:pt idx="2370">
                        <c:v>4.4936646153065203</c:v>
                      </c:pt>
                      <c:pt idx="2371">
                        <c:v>4.5026502448827301</c:v>
                      </c:pt>
                      <c:pt idx="2372">
                        <c:v>4.5178975624033901</c:v>
                      </c:pt>
                      <c:pt idx="2373">
                        <c:v>4.61144751071157</c:v>
                      </c:pt>
                      <c:pt idx="2374">
                        <c:v>4.6819584984302196</c:v>
                      </c:pt>
                      <c:pt idx="2375">
                        <c:v>4.63474785704308</c:v>
                      </c:pt>
                      <c:pt idx="2376">
                        <c:v>4.6155798069684799</c:v>
                      </c:pt>
                      <c:pt idx="2377">
                        <c:v>4.6347566829734399</c:v>
                      </c:pt>
                      <c:pt idx="2378">
                        <c:v>4.6347566829734399</c:v>
                      </c:pt>
                      <c:pt idx="2379">
                        <c:v>4.6098840984635503</c:v>
                      </c:pt>
                      <c:pt idx="2380">
                        <c:v>4.6139948166691198</c:v>
                      </c:pt>
                      <c:pt idx="2381">
                        <c:v>4.6956772213036304</c:v>
                      </c:pt>
                      <c:pt idx="2382">
                        <c:v>4.7335313689057203</c:v>
                      </c:pt>
                      <c:pt idx="2383">
                        <c:v>4.6586827562431203</c:v>
                      </c:pt>
                      <c:pt idx="2384">
                        <c:v>4.7669968604447996</c:v>
                      </c:pt>
                      <c:pt idx="2385">
                        <c:v>4.7664096274357597</c:v>
                      </c:pt>
                      <c:pt idx="2386">
                        <c:v>4.8387812431557302</c:v>
                      </c:pt>
                      <c:pt idx="2387">
                        <c:v>4.8683680845541204</c:v>
                      </c:pt>
                      <c:pt idx="2388">
                        <c:v>4.9164492542363103</c:v>
                      </c:pt>
                      <c:pt idx="2389">
                        <c:v>5.0560270132729803</c:v>
                      </c:pt>
                      <c:pt idx="2390">
                        <c:v>5.0747964070158504</c:v>
                      </c:pt>
                      <c:pt idx="2391">
                        <c:v>5.3628388800800302</c:v>
                      </c:pt>
                      <c:pt idx="2392">
                        <c:v>5.3115715666184498</c:v>
                      </c:pt>
                      <c:pt idx="2393">
                        <c:v>5.3115715666184498</c:v>
                      </c:pt>
                      <c:pt idx="2394">
                        <c:v>5.5258069820290299</c:v>
                      </c:pt>
                      <c:pt idx="2395">
                        <c:v>5.8359010079752496</c:v>
                      </c:pt>
                      <c:pt idx="2396">
                        <c:v>6.0680319251733597</c:v>
                      </c:pt>
                      <c:pt idx="2397">
                        <c:v>5.9092814834710001</c:v>
                      </c:pt>
                      <c:pt idx="2398">
                        <c:v>5.9092814834710001</c:v>
                      </c:pt>
                      <c:pt idx="2399">
                        <c:v>6.0915831042248501</c:v>
                      </c:pt>
                      <c:pt idx="2400">
                        <c:v>6.2156457838687702</c:v>
                      </c:pt>
                      <c:pt idx="2401">
                        <c:v>6.1280909950580202</c:v>
                      </c:pt>
                      <c:pt idx="2402">
                        <c:v>5.9665311889196504</c:v>
                      </c:pt>
                      <c:pt idx="2403">
                        <c:v>6.0102322752989403</c:v>
                      </c:pt>
                      <c:pt idx="2404">
                        <c:v>6.0720833262312501</c:v>
                      </c:pt>
                      <c:pt idx="2405">
                        <c:v>6.1334290399156304</c:v>
                      </c:pt>
                      <c:pt idx="2406">
                        <c:v>6.5027098545483097</c:v>
                      </c:pt>
                      <c:pt idx="2407">
                        <c:v>6.6257838612001496</c:v>
                      </c:pt>
                      <c:pt idx="2408">
                        <c:v>7.04699944908874</c:v>
                      </c:pt>
                      <c:pt idx="2409">
                        <c:v>6.9329058760980997</c:v>
                      </c:pt>
                      <c:pt idx="2410">
                        <c:v>6.6905688029020602</c:v>
                      </c:pt>
                      <c:pt idx="2411">
                        <c:v>6.4611437556861198</c:v>
                      </c:pt>
                      <c:pt idx="2412">
                        <c:v>6.3902930013965999</c:v>
                      </c:pt>
                      <c:pt idx="2413">
                        <c:v>6.3902930013965999</c:v>
                      </c:pt>
                      <c:pt idx="2414">
                        <c:v>6.4052231373645503</c:v>
                      </c:pt>
                      <c:pt idx="2415">
                        <c:v>6.4434496848107203</c:v>
                      </c:pt>
                      <c:pt idx="2416">
                        <c:v>6.4245199225603002</c:v>
                      </c:pt>
                      <c:pt idx="2417">
                        <c:v>6.5325228654805798</c:v>
                      </c:pt>
                      <c:pt idx="2418">
                        <c:v>6.5319341356506397</c:v>
                      </c:pt>
                      <c:pt idx="2419">
                        <c:v>6.38613346652979</c:v>
                      </c:pt>
                      <c:pt idx="2420">
                        <c:v>6.3704967500315401</c:v>
                      </c:pt>
                      <c:pt idx="2421">
                        <c:v>6.1613522291655602</c:v>
                      </c:pt>
                      <c:pt idx="2422">
                        <c:v>6.1559418707855</c:v>
                      </c:pt>
                      <c:pt idx="2423">
                        <c:v>6.0897989017303802</c:v>
                      </c:pt>
                      <c:pt idx="2424">
                        <c:v>6.1755343197806196</c:v>
                      </c:pt>
                      <c:pt idx="2425">
                        <c:v>6.0985654675697898</c:v>
                      </c:pt>
                      <c:pt idx="2426">
                        <c:v>6.1853926284919698</c:v>
                      </c:pt>
                      <c:pt idx="2427">
                        <c:v>6.3922337374485902</c:v>
                      </c:pt>
                      <c:pt idx="2428">
                        <c:v>6.06615158236374</c:v>
                      </c:pt>
                      <c:pt idx="2429">
                        <c:v>6.1399416379520799</c:v>
                      </c:pt>
                      <c:pt idx="2430">
                        <c:v>6.3849285240112597</c:v>
                      </c:pt>
                      <c:pt idx="2431">
                        <c:v>6.4059804605272497</c:v>
                      </c:pt>
                      <c:pt idx="2432">
                        <c:v>6.3854278096865302</c:v>
                      </c:pt>
                      <c:pt idx="2433">
                        <c:v>6.4219691470860996</c:v>
                      </c:pt>
                      <c:pt idx="2434">
                        <c:v>6.4331728848392098</c:v>
                      </c:pt>
                      <c:pt idx="2435">
                        <c:v>6.5110432829356801</c:v>
                      </c:pt>
                      <c:pt idx="2436">
                        <c:v>6.4474816524077099</c:v>
                      </c:pt>
                      <c:pt idx="2437">
                        <c:v>6.3900753577963201</c:v>
                      </c:pt>
                      <c:pt idx="2438">
                        <c:v>6.2426901189448696</c:v>
                      </c:pt>
                      <c:pt idx="2439">
                        <c:v>6.3468976809698097</c:v>
                      </c:pt>
                      <c:pt idx="2440">
                        <c:v>6.3468976809698097</c:v>
                      </c:pt>
                      <c:pt idx="2441">
                        <c:v>6.2146899874623998</c:v>
                      </c:pt>
                      <c:pt idx="2442">
                        <c:v>6.1507998135685398</c:v>
                      </c:pt>
                      <c:pt idx="2443">
                        <c:v>6.2215258023566502</c:v>
                      </c:pt>
                      <c:pt idx="2444">
                        <c:v>6.4604891753495899</c:v>
                      </c:pt>
                      <c:pt idx="2445">
                        <c:v>6.4630381072396901</c:v>
                      </c:pt>
                      <c:pt idx="2446">
                        <c:v>6.5127569003029802</c:v>
                      </c:pt>
                      <c:pt idx="2447">
                        <c:v>6.61862963839509</c:v>
                      </c:pt>
                      <c:pt idx="2448">
                        <c:v>6.61862963839509</c:v>
                      </c:pt>
                      <c:pt idx="2449">
                        <c:v>6.64496577073926</c:v>
                      </c:pt>
                      <c:pt idx="2450">
                        <c:v>6.7057324698903598</c:v>
                      </c:pt>
                      <c:pt idx="2451">
                        <c:v>6.6768581209629296</c:v>
                      </c:pt>
                      <c:pt idx="2452">
                        <c:v>6.6502376554756797</c:v>
                      </c:pt>
                      <c:pt idx="2453">
                        <c:v>6.6430540861095499</c:v>
                      </c:pt>
                      <c:pt idx="2454">
                        <c:v>6.8171037291068997</c:v>
                      </c:pt>
                      <c:pt idx="2455">
                        <c:v>6.7627231060630599</c:v>
                      </c:pt>
                      <c:pt idx="2456">
                        <c:v>6.7655543605715396</c:v>
                      </c:pt>
                      <c:pt idx="2457">
                        <c:v>6.7955667026061004</c:v>
                      </c:pt>
                      <c:pt idx="2458">
                        <c:v>6.7428962357878302</c:v>
                      </c:pt>
                      <c:pt idx="2459">
                        <c:v>6.8098845924269797</c:v>
                      </c:pt>
                      <c:pt idx="2460">
                        <c:v>6.82386436067587</c:v>
                      </c:pt>
                      <c:pt idx="2461">
                        <c:v>6.7932282515289604</c:v>
                      </c:pt>
                      <c:pt idx="2462">
                        <c:v>6.68630276314199</c:v>
                      </c:pt>
                      <c:pt idx="2463">
                        <c:v>6.7247170881868099</c:v>
                      </c:pt>
                      <c:pt idx="2464">
                        <c:v>6.6157048873963804</c:v>
                      </c:pt>
                      <c:pt idx="2465">
                        <c:v>6.5279737795952997</c:v>
                      </c:pt>
                      <c:pt idx="2466">
                        <c:v>6.4622344594161598</c:v>
                      </c:pt>
                      <c:pt idx="2467">
                        <c:v>6.3953361091727201</c:v>
                      </c:pt>
                      <c:pt idx="2468">
                        <c:v>6.3223057876737299</c:v>
                      </c:pt>
                      <c:pt idx="2469">
                        <c:v>6.54949902491839</c:v>
                      </c:pt>
                      <c:pt idx="2470">
                        <c:v>6.5471630592195798</c:v>
                      </c:pt>
                      <c:pt idx="2471">
                        <c:v>6.44825998768113</c:v>
                      </c:pt>
                      <c:pt idx="2472">
                        <c:v>6.3771292935049297</c:v>
                      </c:pt>
                      <c:pt idx="2473">
                        <c:v>6.3804356734939898</c:v>
                      </c:pt>
                      <c:pt idx="2474">
                        <c:v>6.4208761533005401</c:v>
                      </c:pt>
                      <c:pt idx="2475">
                        <c:v>6.3966702324412896</c:v>
                      </c:pt>
                      <c:pt idx="2476">
                        <c:v>6.3853742001446303</c:v>
                      </c:pt>
                      <c:pt idx="2477">
                        <c:v>6.1273796928782396</c:v>
                      </c:pt>
                      <c:pt idx="2478">
                        <c:v>6.4307963295202999</c:v>
                      </c:pt>
                      <c:pt idx="2479">
                        <c:v>6.4987710678241601</c:v>
                      </c:pt>
                      <c:pt idx="2480">
                        <c:v>6.46829010914891</c:v>
                      </c:pt>
                      <c:pt idx="2481">
                        <c:v>6.4998276791045599</c:v>
                      </c:pt>
                      <c:pt idx="2482">
                        <c:v>6.44019409147809</c:v>
                      </c:pt>
                      <c:pt idx="2483">
                        <c:v>6.3681915293931697</c:v>
                      </c:pt>
                      <c:pt idx="2484">
                        <c:v>6.39039630995011</c:v>
                      </c:pt>
                      <c:pt idx="2485">
                        <c:v>6.47071993210223</c:v>
                      </c:pt>
                      <c:pt idx="2486">
                        <c:v>6.4133582512247704</c:v>
                      </c:pt>
                      <c:pt idx="2487">
                        <c:v>6.38441190681674</c:v>
                      </c:pt>
                      <c:pt idx="2488">
                        <c:v>6.38441190681674</c:v>
                      </c:pt>
                      <c:pt idx="2489">
                        <c:v>6.3199268341799897</c:v>
                      </c:pt>
                      <c:pt idx="2490">
                        <c:v>6.4149251733570702</c:v>
                      </c:pt>
                      <c:pt idx="2491">
                        <c:v>6.2941594704948098</c:v>
                      </c:pt>
                      <c:pt idx="2492">
                        <c:v>6.2576606266202797</c:v>
                      </c:pt>
                      <c:pt idx="2493">
                        <c:v>6.2402192294737198</c:v>
                      </c:pt>
                      <c:pt idx="2494">
                        <c:v>6.3488475082872702</c:v>
                      </c:pt>
                      <c:pt idx="2495">
                        <c:v>6.0623778578476797</c:v>
                      </c:pt>
                      <c:pt idx="2496">
                        <c:v>5.9336377091117098</c:v>
                      </c:pt>
                      <c:pt idx="2497">
                        <c:v>5.94820416854198</c:v>
                      </c:pt>
                      <c:pt idx="2498">
                        <c:v>6.1193608819540604</c:v>
                      </c:pt>
                      <c:pt idx="2499">
                        <c:v>6.1223024320913</c:v>
                      </c:pt>
                      <c:pt idx="2500">
                        <c:v>6.0680887184763801</c:v>
                      </c:pt>
                      <c:pt idx="2501">
                        <c:v>6.1528723265234397</c:v>
                      </c:pt>
                      <c:pt idx="2502">
                        <c:v>6.3364902093833901</c:v>
                      </c:pt>
                      <c:pt idx="2503">
                        <c:v>6.3364902093833901</c:v>
                      </c:pt>
                      <c:pt idx="2504">
                        <c:v>6.4124771343414597</c:v>
                      </c:pt>
                      <c:pt idx="2505">
                        <c:v>6.33332277717453</c:v>
                      </c:pt>
                      <c:pt idx="2506">
                        <c:v>6.3178742424037999</c:v>
                      </c:pt>
                      <c:pt idx="2507">
                        <c:v>6.5309604844972098</c:v>
                      </c:pt>
                      <c:pt idx="2508">
                        <c:v>6.5309604844972098</c:v>
                      </c:pt>
                      <c:pt idx="2509">
                        <c:v>6.5975344504395004</c:v>
                      </c:pt>
                      <c:pt idx="2510">
                        <c:v>6.5100117996033804</c:v>
                      </c:pt>
                      <c:pt idx="2511">
                        <c:v>6.4922679175554396</c:v>
                      </c:pt>
                      <c:pt idx="2512">
                        <c:v>6.4125825559479397</c:v>
                      </c:pt>
                      <c:pt idx="2513">
                        <c:v>6.3535333917505596</c:v>
                      </c:pt>
                      <c:pt idx="2514">
                        <c:v>6.3212172781028304</c:v>
                      </c:pt>
                      <c:pt idx="2515">
                        <c:v>6.3138538698170299</c:v>
                      </c:pt>
                      <c:pt idx="2516">
                        <c:v>6.4231952655676503</c:v>
                      </c:pt>
                      <c:pt idx="2517">
                        <c:v>6.2761940153242604</c:v>
                      </c:pt>
                      <c:pt idx="2518">
                        <c:v>6.3085878292614597</c:v>
                      </c:pt>
                      <c:pt idx="2519">
                        <c:v>6.2916144362988202</c:v>
                      </c:pt>
                      <c:pt idx="2520">
                        <c:v>6.3045861942359398</c:v>
                      </c:pt>
                      <c:pt idx="2521">
                        <c:v>6.3094910089180596</c:v>
                      </c:pt>
                      <c:pt idx="2522">
                        <c:v>6.3175195127276096</c:v>
                      </c:pt>
                      <c:pt idx="2523">
                        <c:v>6.3595823902543502</c:v>
                      </c:pt>
                      <c:pt idx="2524">
                        <c:v>6.3820102085510797</c:v>
                      </c:pt>
                      <c:pt idx="2525">
                        <c:v>6.4474072062855203</c:v>
                      </c:pt>
                      <c:pt idx="2526">
                        <c:v>6.4502314846512299</c:v>
                      </c:pt>
                      <c:pt idx="2527">
                        <c:v>6.2987670842875101</c:v>
                      </c:pt>
                      <c:pt idx="2528">
                        <c:v>6.2177527046096399</c:v>
                      </c:pt>
                      <c:pt idx="2529">
                        <c:v>6.2174627424578102</c:v>
                      </c:pt>
                      <c:pt idx="2530">
                        <c:v>6.2279412693426899</c:v>
                      </c:pt>
                      <c:pt idx="2531">
                        <c:v>6.3195215519424304</c:v>
                      </c:pt>
                      <c:pt idx="2532">
                        <c:v>6.3114717835134702</c:v>
                      </c:pt>
                      <c:pt idx="2533">
                        <c:v>6.2757127549554301</c:v>
                      </c:pt>
                      <c:pt idx="2534">
                        <c:v>6.2868767584479404</c:v>
                      </c:pt>
                      <c:pt idx="2535">
                        <c:v>6.28445285259368</c:v>
                      </c:pt>
                      <c:pt idx="2536">
                        <c:v>6.3150073325512297</c:v>
                      </c:pt>
                      <c:pt idx="2537">
                        <c:v>6.2542718775371204</c:v>
                      </c:pt>
                      <c:pt idx="2538">
                        <c:v>6.1696616438880101</c:v>
                      </c:pt>
                      <c:pt idx="2539">
                        <c:v>6.1559041596884301</c:v>
                      </c:pt>
                      <c:pt idx="2540">
                        <c:v>6.1559041596884301</c:v>
                      </c:pt>
                      <c:pt idx="2541">
                        <c:v>6.0610387769227998</c:v>
                      </c:pt>
                      <c:pt idx="2542">
                        <c:v>6.1293008209488402</c:v>
                      </c:pt>
                      <c:pt idx="2543">
                        <c:v>6.2703278018269302</c:v>
                      </c:pt>
                      <c:pt idx="2544">
                        <c:v>6.2703278018269302</c:v>
                      </c:pt>
                      <c:pt idx="2545">
                        <c:v>6.2703278018269302</c:v>
                      </c:pt>
                      <c:pt idx="2546">
                        <c:v>6.2993383962175704</c:v>
                      </c:pt>
                      <c:pt idx="2547">
                        <c:v>6.2257987734953204</c:v>
                      </c:pt>
                      <c:pt idx="2548">
                        <c:v>6.2257987734953204</c:v>
                      </c:pt>
                      <c:pt idx="2549">
                        <c:v>6.2919150846716096</c:v>
                      </c:pt>
                      <c:pt idx="2550">
                        <c:v>6.2744236025990698</c:v>
                      </c:pt>
                      <c:pt idx="2551">
                        <c:v>6.2499833053582501</c:v>
                      </c:pt>
                      <c:pt idx="2552">
                        <c:v>6.2150359723529798</c:v>
                      </c:pt>
                      <c:pt idx="2553">
                        <c:v>6.1973099080301202</c:v>
                      </c:pt>
                      <c:pt idx="2554">
                        <c:v>6.1887669902726401</c:v>
                      </c:pt>
                      <c:pt idx="2555">
                        <c:v>6.1649426231954401</c:v>
                      </c:pt>
                      <c:pt idx="2556">
                        <c:v>6.1534627588886499</c:v>
                      </c:pt>
                      <c:pt idx="2557">
                        <c:v>6.1912335727536298</c:v>
                      </c:pt>
                      <c:pt idx="2558">
                        <c:v>6.2071132539888199</c:v>
                      </c:pt>
                      <c:pt idx="2559">
                        <c:v>6.2230932318422099</c:v>
                      </c:pt>
                      <c:pt idx="2560">
                        <c:v>6.1964048922217003</c:v>
                      </c:pt>
                      <c:pt idx="2561">
                        <c:v>6.2015822540451602</c:v>
                      </c:pt>
                      <c:pt idx="2562">
                        <c:v>6.2722033149177996</c:v>
                      </c:pt>
                      <c:pt idx="2563">
                        <c:v>6.1888305418869303</c:v>
                      </c:pt>
                      <c:pt idx="2564">
                        <c:v>6.2697605498901297</c:v>
                      </c:pt>
                      <c:pt idx="2565">
                        <c:v>6.3838628976320502</c:v>
                      </c:pt>
                      <c:pt idx="2566">
                        <c:v>6.4237225676681904</c:v>
                      </c:pt>
                      <c:pt idx="2567">
                        <c:v>6.6251996369439796</c:v>
                      </c:pt>
                      <c:pt idx="2568">
                        <c:v>6.65207491046288</c:v>
                      </c:pt>
                      <c:pt idx="2569">
                        <c:v>6.6506766809866802</c:v>
                      </c:pt>
                      <c:pt idx="2570">
                        <c:v>6.6268587526174896</c:v>
                      </c:pt>
                      <c:pt idx="2571">
                        <c:v>6.5960906743030598</c:v>
                      </c:pt>
                      <c:pt idx="2572">
                        <c:v>6.5806190492611503</c:v>
                      </c:pt>
                      <c:pt idx="2573">
                        <c:v>6.5531585013929901</c:v>
                      </c:pt>
                      <c:pt idx="2574">
                        <c:v>6.5214630846422299</c:v>
                      </c:pt>
                      <c:pt idx="2575">
                        <c:v>6.4998185724781097</c:v>
                      </c:pt>
                      <c:pt idx="2576">
                        <c:v>6.5462357020605602</c:v>
                      </c:pt>
                      <c:pt idx="2577">
                        <c:v>6.5300225958749198</c:v>
                      </c:pt>
                      <c:pt idx="2578">
                        <c:v>6.5171422658751199</c:v>
                      </c:pt>
                      <c:pt idx="2579">
                        <c:v>6.5402518354529802</c:v>
                      </c:pt>
                      <c:pt idx="2580">
                        <c:v>6.5953253099994003</c:v>
                      </c:pt>
                      <c:pt idx="2581">
                        <c:v>6.6801142787783698</c:v>
                      </c:pt>
                      <c:pt idx="2582">
                        <c:v>6.6226781088262801</c:v>
                      </c:pt>
                      <c:pt idx="2583">
                        <c:v>6.6423634805960701</c:v>
                      </c:pt>
                      <c:pt idx="2584">
                        <c:v>6.6369629227667302</c:v>
                      </c:pt>
                      <c:pt idx="2585">
                        <c:v>6.6383193364936401</c:v>
                      </c:pt>
                      <c:pt idx="2586">
                        <c:v>6.6407510655819504</c:v>
                      </c:pt>
                      <c:pt idx="2587">
                        <c:v>6.6157119113838698</c:v>
                      </c:pt>
                      <c:pt idx="2588">
                        <c:v>6.6104874670058704</c:v>
                      </c:pt>
                      <c:pt idx="2589">
                        <c:v>6.5846776438045902</c:v>
                      </c:pt>
                      <c:pt idx="2590">
                        <c:v>6.5715385517295104</c:v>
                      </c:pt>
                      <c:pt idx="2591">
                        <c:v>6.5071030012813003</c:v>
                      </c:pt>
                      <c:pt idx="2592">
                        <c:v>6.5237470490050598</c:v>
                      </c:pt>
                      <c:pt idx="2593">
                        <c:v>6.5394015253499704</c:v>
                      </c:pt>
                      <c:pt idx="2594">
                        <c:v>6.5245426427870896</c:v>
                      </c:pt>
                      <c:pt idx="2595">
                        <c:v>6.5141448232490902</c:v>
                      </c:pt>
                      <c:pt idx="2596">
                        <c:v>6.5002676010751799</c:v>
                      </c:pt>
                      <c:pt idx="2597">
                        <c:v>6.5024825123979904</c:v>
                      </c:pt>
                      <c:pt idx="2598">
                        <c:v>6.4694703300696101</c:v>
                      </c:pt>
                      <c:pt idx="2599">
                        <c:v>6.5089923913324403</c:v>
                      </c:pt>
                      <c:pt idx="2600">
                        <c:v>6.3834714505762697</c:v>
                      </c:pt>
                      <c:pt idx="2601">
                        <c:v>6.1719092869011201</c:v>
                      </c:pt>
                      <c:pt idx="2602">
                        <c:v>6.1556903084248802</c:v>
                      </c:pt>
                      <c:pt idx="2603">
                        <c:v>6.1556903084248802</c:v>
                      </c:pt>
                      <c:pt idx="2604">
                        <c:v>6.1452307777964297</c:v>
                      </c:pt>
                      <c:pt idx="2605">
                        <c:v>5.9740938187258399</c:v>
                      </c:pt>
                      <c:pt idx="2606">
                        <c:v>5.9168445112234602</c:v>
                      </c:pt>
                      <c:pt idx="2607">
                        <c:v>5.9311326895552998</c:v>
                      </c:pt>
                      <c:pt idx="2608">
                        <c:v>5.9285424641831996</c:v>
                      </c:pt>
                      <c:pt idx="2609">
                        <c:v>5.8828361713116903</c:v>
                      </c:pt>
                      <c:pt idx="2610">
                        <c:v>5.9070064886098903</c:v>
                      </c:pt>
                      <c:pt idx="2611">
                        <c:v>5.8978330196161899</c:v>
                      </c:pt>
                      <c:pt idx="2612">
                        <c:v>5.8631286158531202</c:v>
                      </c:pt>
                      <c:pt idx="2613">
                        <c:v>5.8176155750535301</c:v>
                      </c:pt>
                      <c:pt idx="2614">
                        <c:v>5.7040559668792401</c:v>
                      </c:pt>
                      <c:pt idx="2615">
                        <c:v>5.7039099970517304</c:v>
                      </c:pt>
                      <c:pt idx="2616">
                        <c:v>5.7204189393582796</c:v>
                      </c:pt>
                      <c:pt idx="2617">
                        <c:v>5.7158466403243198</c:v>
                      </c:pt>
                      <c:pt idx="2618">
                        <c:v>5.7115459430543902</c:v>
                      </c:pt>
                      <c:pt idx="2619">
                        <c:v>5.7363674463093304</c:v>
                      </c:pt>
                      <c:pt idx="2620">
                        <c:v>5.7543367169154598</c:v>
                      </c:pt>
                      <c:pt idx="2621">
                        <c:v>5.7543367169154598</c:v>
                      </c:pt>
                      <c:pt idx="2622">
                        <c:v>5.7543367169154598</c:v>
                      </c:pt>
                      <c:pt idx="2623">
                        <c:v>5.7346752973587796</c:v>
                      </c:pt>
                      <c:pt idx="2624">
                        <c:v>5.7633008670955999</c:v>
                      </c:pt>
                      <c:pt idx="2625">
                        <c:v>5.8289185241820203</c:v>
                      </c:pt>
                      <c:pt idx="2626">
                        <c:v>5.9031813863050697</c:v>
                      </c:pt>
                      <c:pt idx="2627">
                        <c:v>5.8842636896901501</c:v>
                      </c:pt>
                      <c:pt idx="2628">
                        <c:v>6.0635213279729197</c:v>
                      </c:pt>
                      <c:pt idx="2629">
                        <c:v>6.0388677002735296</c:v>
                      </c:pt>
                      <c:pt idx="2630">
                        <c:v>6.0264714569280597</c:v>
                      </c:pt>
                      <c:pt idx="2631">
                        <c:v>6.0264714569280597</c:v>
                      </c:pt>
                      <c:pt idx="2632">
                        <c:v>6.0460126560961198</c:v>
                      </c:pt>
                      <c:pt idx="2633">
                        <c:v>6.0434589821152596</c:v>
                      </c:pt>
                      <c:pt idx="2634">
                        <c:v>6.0783508328417897</c:v>
                      </c:pt>
                      <c:pt idx="2635">
                        <c:v>6.04086138943783</c:v>
                      </c:pt>
                      <c:pt idx="2636">
                        <c:v>5.9776909907504097</c:v>
                      </c:pt>
                      <c:pt idx="2637">
                        <c:v>5.9991624594801802</c:v>
                      </c:pt>
                      <c:pt idx="2638">
                        <c:v>6.0129584654246804</c:v>
                      </c:pt>
                      <c:pt idx="2639">
                        <c:v>6.0561768314272397</c:v>
                      </c:pt>
                      <c:pt idx="2640">
                        <c:v>6.0847529075532103</c:v>
                      </c:pt>
                      <c:pt idx="2641">
                        <c:v>6.1503712057603801</c:v>
                      </c:pt>
                      <c:pt idx="2642">
                        <c:v>6.0990110406172402</c:v>
                      </c:pt>
                      <c:pt idx="2643">
                        <c:v>6.1438450225091499</c:v>
                      </c:pt>
                      <c:pt idx="2644">
                        <c:v>6.0773912034071804</c:v>
                      </c:pt>
                      <c:pt idx="2645">
                        <c:v>6.07875692900339</c:v>
                      </c:pt>
                      <c:pt idx="2646">
                        <c:v>6.0263815190405197</c:v>
                      </c:pt>
                      <c:pt idx="2647">
                        <c:v>6.0135098765957498</c:v>
                      </c:pt>
                      <c:pt idx="2648">
                        <c:v>6.0365921811373298</c:v>
                      </c:pt>
                      <c:pt idx="2649">
                        <c:v>6.0756865999313696</c:v>
                      </c:pt>
                      <c:pt idx="2650">
                        <c:v>6.0244040072099203</c:v>
                      </c:pt>
                      <c:pt idx="2651">
                        <c:v>6.0654259275509697</c:v>
                      </c:pt>
                      <c:pt idx="2652">
                        <c:v>6.0517307007965497</c:v>
                      </c:pt>
                      <c:pt idx="2653">
                        <c:v>6.0517307007965497</c:v>
                      </c:pt>
                      <c:pt idx="2654">
                        <c:v>6.0401707915871201</c:v>
                      </c:pt>
                      <c:pt idx="2655">
                        <c:v>6.0749937768876396</c:v>
                      </c:pt>
                      <c:pt idx="2656">
                        <c:v>6.0378547657313097</c:v>
                      </c:pt>
                      <c:pt idx="2657">
                        <c:v>6.0011980355618402</c:v>
                      </c:pt>
                      <c:pt idx="2658">
                        <c:v>6.01534852436198</c:v>
                      </c:pt>
                      <c:pt idx="2659">
                        <c:v>6.0286020797310602</c:v>
                      </c:pt>
                      <c:pt idx="2660">
                        <c:v>6.00842751309421</c:v>
                      </c:pt>
                      <c:pt idx="2661">
                        <c:v>6.0330923167090598</c:v>
                      </c:pt>
                      <c:pt idx="2662">
                        <c:v>6.0319887487172901</c:v>
                      </c:pt>
                      <c:pt idx="2663">
                        <c:v>6.0894029273078099</c:v>
                      </c:pt>
                      <c:pt idx="2664">
                        <c:v>6.2628276813620101</c:v>
                      </c:pt>
                      <c:pt idx="2665">
                        <c:v>6.2782543514721798</c:v>
                      </c:pt>
                      <c:pt idx="2666">
                        <c:v>6.2345498878002896</c:v>
                      </c:pt>
                      <c:pt idx="2667">
                        <c:v>6.2408750343103501</c:v>
                      </c:pt>
                      <c:pt idx="2668">
                        <c:v>6.2408750343103501</c:v>
                      </c:pt>
                      <c:pt idx="2669">
                        <c:v>6.2135510869571604</c:v>
                      </c:pt>
                      <c:pt idx="2670">
                        <c:v>6.2540881023704298</c:v>
                      </c:pt>
                      <c:pt idx="2671">
                        <c:v>6.25922052564019</c:v>
                      </c:pt>
                      <c:pt idx="2672">
                        <c:v>6.24222622946023</c:v>
                      </c:pt>
                      <c:pt idx="2673">
                        <c:v>6.24222622946023</c:v>
                      </c:pt>
                      <c:pt idx="2674">
                        <c:v>6.25712646874649</c:v>
                      </c:pt>
                      <c:pt idx="2675">
                        <c:v>6.28343531501974</c:v>
                      </c:pt>
                      <c:pt idx="2676">
                        <c:v>6.36103976313529</c:v>
                      </c:pt>
                      <c:pt idx="2677">
                        <c:v>6.2845643838210901</c:v>
                      </c:pt>
                      <c:pt idx="2678">
                        <c:v>6.2559187345972997</c:v>
                      </c:pt>
                      <c:pt idx="2679">
                        <c:v>6.2452017910168802</c:v>
                      </c:pt>
                      <c:pt idx="2680">
                        <c:v>6.2900853361045899</c:v>
                      </c:pt>
                      <c:pt idx="2681">
                        <c:v>6.2814977074999598</c:v>
                      </c:pt>
                      <c:pt idx="2682">
                        <c:v>6.2704726081322404</c:v>
                      </c:pt>
                      <c:pt idx="2683">
                        <c:v>6.23719470017436</c:v>
                      </c:pt>
                      <c:pt idx="2684">
                        <c:v>6.2643189417075602</c:v>
                      </c:pt>
                      <c:pt idx="2685">
                        <c:v>6.2565101900098501</c:v>
                      </c:pt>
                      <c:pt idx="2686">
                        <c:v>6.2080727464282504</c:v>
                      </c:pt>
                      <c:pt idx="2687">
                        <c:v>6.2496643054613497</c:v>
                      </c:pt>
                      <c:pt idx="2688">
                        <c:v>6.2791036054862097</c:v>
                      </c:pt>
                      <c:pt idx="2689">
                        <c:v>6.1804716441602796</c:v>
                      </c:pt>
                      <c:pt idx="2690">
                        <c:v>6.1862672365587397</c:v>
                      </c:pt>
                      <c:pt idx="2691">
                        <c:v>6.14661088397144</c:v>
                      </c:pt>
                      <c:pt idx="2692">
                        <c:v>6.1512094613179302</c:v>
                      </c:pt>
                      <c:pt idx="2693">
                        <c:v>6.0967344304896196</c:v>
                      </c:pt>
                      <c:pt idx="2694">
                        <c:v>6.1165826166470403</c:v>
                      </c:pt>
                      <c:pt idx="2695">
                        <c:v>6.1997152073895503</c:v>
                      </c:pt>
                      <c:pt idx="2696">
                        <c:v>6.25674953766028</c:v>
                      </c:pt>
                      <c:pt idx="2697">
                        <c:v>6.1879380186449104</c:v>
                      </c:pt>
                      <c:pt idx="2698">
                        <c:v>6.2268375204718698</c:v>
                      </c:pt>
                      <c:pt idx="2699">
                        <c:v>6.24663528968932</c:v>
                      </c:pt>
                      <c:pt idx="2700">
                        <c:v>6.2121546802643302</c:v>
                      </c:pt>
                      <c:pt idx="2701">
                        <c:v>6.2121546802643302</c:v>
                      </c:pt>
                      <c:pt idx="2702">
                        <c:v>6.2398333606565002</c:v>
                      </c:pt>
                      <c:pt idx="2703">
                        <c:v>6.2310853074483799</c:v>
                      </c:pt>
                      <c:pt idx="2704">
                        <c:v>6.2215087797334698</c:v>
                      </c:pt>
                      <c:pt idx="2705">
                        <c:v>6.2039609023109303</c:v>
                      </c:pt>
                      <c:pt idx="2706">
                        <c:v>6.2069011101741101</c:v>
                      </c:pt>
                      <c:pt idx="2707">
                        <c:v>6.1139757644323698</c:v>
                      </c:pt>
                      <c:pt idx="2708">
                        <c:v>6.1139757644323698</c:v>
                      </c:pt>
                      <c:pt idx="2709">
                        <c:v>6.11966858135676</c:v>
                      </c:pt>
                      <c:pt idx="2710">
                        <c:v>6.11123779053883</c:v>
                      </c:pt>
                      <c:pt idx="2711">
                        <c:v>6.1225174513792604</c:v>
                      </c:pt>
                      <c:pt idx="2712">
                        <c:v>6.1338174539756602</c:v>
                      </c:pt>
                      <c:pt idx="2713">
                        <c:v>6.1322807898971696</c:v>
                      </c:pt>
                      <c:pt idx="2714">
                        <c:v>6.0826992852812296</c:v>
                      </c:pt>
                      <c:pt idx="2715">
                        <c:v>6.0593865425714801</c:v>
                      </c:pt>
                      <c:pt idx="2716">
                        <c:v>6.0306684006526803</c:v>
                      </c:pt>
                      <c:pt idx="2717">
                        <c:v>5.9916975495057496</c:v>
                      </c:pt>
                      <c:pt idx="2718">
                        <c:v>5.9491026795397204</c:v>
                      </c:pt>
                      <c:pt idx="2719">
                        <c:v>6.0030108624564402</c:v>
                      </c:pt>
                      <c:pt idx="2720">
                        <c:v>5.9998670917474204</c:v>
                      </c:pt>
                      <c:pt idx="2721">
                        <c:v>5.9885264173843398</c:v>
                      </c:pt>
                      <c:pt idx="2722">
                        <c:v>5.9708116458705804</c:v>
                      </c:pt>
                      <c:pt idx="2723">
                        <c:v>5.9728058430364497</c:v>
                      </c:pt>
                      <c:pt idx="2724">
                        <c:v>6.0356678471623404</c:v>
                      </c:pt>
                      <c:pt idx="2725">
                        <c:v>6.0584131385769702</c:v>
                      </c:pt>
                      <c:pt idx="2726">
                        <c:v>6.0535133495912898</c:v>
                      </c:pt>
                      <c:pt idx="2727">
                        <c:v>6.087700621642</c:v>
                      </c:pt>
                      <c:pt idx="2728">
                        <c:v>6.0840117803227098</c:v>
                      </c:pt>
                      <c:pt idx="2729">
                        <c:v>6.0645073519731998</c:v>
                      </c:pt>
                      <c:pt idx="2730">
                        <c:v>6.0157186660015496</c:v>
                      </c:pt>
                      <c:pt idx="2731">
                        <c:v>6.0274522618158199</c:v>
                      </c:pt>
                      <c:pt idx="2732">
                        <c:v>6.0146917437533398</c:v>
                      </c:pt>
                      <c:pt idx="2733">
                        <c:v>6.0155124127715096</c:v>
                      </c:pt>
                      <c:pt idx="2734">
                        <c:v>6.0370301483667799</c:v>
                      </c:pt>
                      <c:pt idx="2735">
                        <c:v>6.0656196807102898</c:v>
                      </c:pt>
                      <c:pt idx="2736">
                        <c:v>6.0794954166548898</c:v>
                      </c:pt>
                      <c:pt idx="2737">
                        <c:v>6.1056071248954602</c:v>
                      </c:pt>
                      <c:pt idx="2738">
                        <c:v>6.1809863537824796</c:v>
                      </c:pt>
                      <c:pt idx="2739">
                        <c:v>6.2190635365500704</c:v>
                      </c:pt>
                      <c:pt idx="2740">
                        <c:v>6.1599273333042204</c:v>
                      </c:pt>
                      <c:pt idx="2741">
                        <c:v>6.1662601944532698</c:v>
                      </c:pt>
                      <c:pt idx="2742">
                        <c:v>6.1602774012646604</c:v>
                      </c:pt>
                      <c:pt idx="2743">
                        <c:v>6.1339995292467799</c:v>
                      </c:pt>
                      <c:pt idx="2744">
                        <c:v>6.1295857893166099</c:v>
                      </c:pt>
                      <c:pt idx="2745">
                        <c:v>6.1407731115457898</c:v>
                      </c:pt>
                      <c:pt idx="2746">
                        <c:v>6.1047780447431297</c:v>
                      </c:pt>
                      <c:pt idx="2747">
                        <c:v>6.14406837342377</c:v>
                      </c:pt>
                      <c:pt idx="2748">
                        <c:v>6.14406837342377</c:v>
                      </c:pt>
                      <c:pt idx="2749">
                        <c:v>6.0904522394922704</c:v>
                      </c:pt>
                      <c:pt idx="2750">
                        <c:v>6.0444681875920701</c:v>
                      </c:pt>
                      <c:pt idx="2751">
                        <c:v>6.0881373436805104</c:v>
                      </c:pt>
                      <c:pt idx="2752">
                        <c:v>6.03695645796798</c:v>
                      </c:pt>
                      <c:pt idx="2753">
                        <c:v>6.0319569210552704</c:v>
                      </c:pt>
                      <c:pt idx="2754">
                        <c:v>6.0112779399426204</c:v>
                      </c:pt>
                      <c:pt idx="2755">
                        <c:v>6.01784944615037</c:v>
                      </c:pt>
                      <c:pt idx="2756">
                        <c:v>6.0155014622257701</c:v>
                      </c:pt>
                      <c:pt idx="2757">
                        <c:v>6.0108748912032404</c:v>
                      </c:pt>
                      <c:pt idx="2758">
                        <c:v>6.0231373122478304</c:v>
                      </c:pt>
                      <c:pt idx="2759">
                        <c:v>5.9752099431274903</c:v>
                      </c:pt>
                      <c:pt idx="2760">
                        <c:v>5.9288357418314996</c:v>
                      </c:pt>
                      <c:pt idx="2761">
                        <c:v>5.9168757056447099</c:v>
                      </c:pt>
                      <c:pt idx="2762">
                        <c:v>5.90082271510515</c:v>
                      </c:pt>
                      <c:pt idx="2763">
                        <c:v>5.90082271510515</c:v>
                      </c:pt>
                      <c:pt idx="2764">
                        <c:v>5.88125308232864</c:v>
                      </c:pt>
                      <c:pt idx="2765">
                        <c:v>5.8150595198401502</c:v>
                      </c:pt>
                      <c:pt idx="2766">
                        <c:v>5.8122212240783604</c:v>
                      </c:pt>
                      <c:pt idx="2767">
                        <c:v>5.79099862092108</c:v>
                      </c:pt>
                      <c:pt idx="2768">
                        <c:v>5.7634683861796097</c:v>
                      </c:pt>
                      <c:pt idx="2769">
                        <c:v>5.7814102857048102</c:v>
                      </c:pt>
                      <c:pt idx="2770">
                        <c:v>5.7282830739557999</c:v>
                      </c:pt>
                      <c:pt idx="2771">
                        <c:v>5.7273718002856304</c:v>
                      </c:pt>
                      <c:pt idx="2772">
                        <c:v>5.7729501585945302</c:v>
                      </c:pt>
                      <c:pt idx="2773">
                        <c:v>5.7729501585945302</c:v>
                      </c:pt>
                      <c:pt idx="2774">
                        <c:v>5.7439482342172701</c:v>
                      </c:pt>
                      <c:pt idx="2775">
                        <c:v>5.7409156056485697</c:v>
                      </c:pt>
                      <c:pt idx="2776">
                        <c:v>5.6745429468791801</c:v>
                      </c:pt>
                      <c:pt idx="2777">
                        <c:v>5.65402335992004</c:v>
                      </c:pt>
                      <c:pt idx="2778">
                        <c:v>5.6577901615469699</c:v>
                      </c:pt>
                      <c:pt idx="2779">
                        <c:v>5.6547613937059804</c:v>
                      </c:pt>
                      <c:pt idx="2780">
                        <c:v>5.6708266415346298</c:v>
                      </c:pt>
                      <c:pt idx="2781">
                        <c:v>5.7126231112785799</c:v>
                      </c:pt>
                      <c:pt idx="2782">
                        <c:v>5.68863503562938</c:v>
                      </c:pt>
                      <c:pt idx="2783">
                        <c:v>5.6813886253466803</c:v>
                      </c:pt>
                      <c:pt idx="2784">
                        <c:v>5.7071026237450697</c:v>
                      </c:pt>
                      <c:pt idx="2785">
                        <c:v>5.6939266690140196</c:v>
                      </c:pt>
                      <c:pt idx="2786">
                        <c:v>5.7381744056653998</c:v>
                      </c:pt>
                      <c:pt idx="2787">
                        <c:v>5.8090711511284399</c:v>
                      </c:pt>
                      <c:pt idx="2788">
                        <c:v>5.8090711511284399</c:v>
                      </c:pt>
                      <c:pt idx="2789">
                        <c:v>5.9216812708459097</c:v>
                      </c:pt>
                      <c:pt idx="2790">
                        <c:v>6.1356039424797704</c:v>
                      </c:pt>
                      <c:pt idx="2791">
                        <c:v>6.1552136860011899</c:v>
                      </c:pt>
                      <c:pt idx="2792">
                        <c:v>6.1233022078132997</c:v>
                      </c:pt>
                      <c:pt idx="2793">
                        <c:v>6.2046334785350403</c:v>
                      </c:pt>
                      <c:pt idx="2794">
                        <c:v>6.3494078104793203</c:v>
                      </c:pt>
                      <c:pt idx="2795">
                        <c:v>6.3083552932592699</c:v>
                      </c:pt>
                      <c:pt idx="2796">
                        <c:v>6.2401802674259299</c:v>
                      </c:pt>
                      <c:pt idx="2797">
                        <c:v>6.2757489326744702</c:v>
                      </c:pt>
                      <c:pt idx="2798">
                        <c:v>6.3118896894494103</c:v>
                      </c:pt>
                      <c:pt idx="2799">
                        <c:v>6.3695051153761399</c:v>
                      </c:pt>
                      <c:pt idx="2800">
                        <c:v>6.3154854366845701</c:v>
                      </c:pt>
                      <c:pt idx="2801">
                        <c:v>6.3154854366845701</c:v>
                      </c:pt>
                      <c:pt idx="2802">
                        <c:v>6.2743121097963899</c:v>
                      </c:pt>
                      <c:pt idx="2803">
                        <c:v>6.3138402390701804</c:v>
                      </c:pt>
                      <c:pt idx="2804">
                        <c:v>6.3125411700596903</c:v>
                      </c:pt>
                      <c:pt idx="2805">
                        <c:v>6.3125411700596903</c:v>
                      </c:pt>
                      <c:pt idx="2806">
                        <c:v>6.3125411700596903</c:v>
                      </c:pt>
                      <c:pt idx="2807">
                        <c:v>6.2443996427584096</c:v>
                      </c:pt>
                      <c:pt idx="2808">
                        <c:v>6.2724391442482998</c:v>
                      </c:pt>
                      <c:pt idx="2809">
                        <c:v>6.3187117556881196</c:v>
                      </c:pt>
                      <c:pt idx="2810">
                        <c:v>6.2465150216352603</c:v>
                      </c:pt>
                      <c:pt idx="2811">
                        <c:v>6.0974275390586596</c:v>
                      </c:pt>
                      <c:pt idx="2812">
                        <c:v>6.1210111762675101</c:v>
                      </c:pt>
                      <c:pt idx="2813">
                        <c:v>6.1210111762675101</c:v>
                      </c:pt>
                      <c:pt idx="2814">
                        <c:v>6.1517764945546096</c:v>
                      </c:pt>
                      <c:pt idx="2815">
                        <c:v>6.0940905890847796</c:v>
                      </c:pt>
                      <c:pt idx="2816">
                        <c:v>5.9589897596895796</c:v>
                      </c:pt>
                      <c:pt idx="2817">
                        <c:v>5.8913046537960803</c:v>
                      </c:pt>
                      <c:pt idx="2818">
                        <c:v>5.8548523249675002</c:v>
                      </c:pt>
                      <c:pt idx="2819">
                        <c:v>5.8515901869743097</c:v>
                      </c:pt>
                      <c:pt idx="2820">
                        <c:v>5.8212196026636196</c:v>
                      </c:pt>
                      <c:pt idx="2821">
                        <c:v>5.6761951071476</c:v>
                      </c:pt>
                      <c:pt idx="2822">
                        <c:v>5.6148453497501301</c:v>
                      </c:pt>
                      <c:pt idx="2823">
                        <c:v>5.5891388681199299</c:v>
                      </c:pt>
                      <c:pt idx="2824">
                        <c:v>5.53854243896411</c:v>
                      </c:pt>
                      <c:pt idx="2825">
                        <c:v>5.5345547022338204</c:v>
                      </c:pt>
                      <c:pt idx="2826">
                        <c:v>5.5022269929786702</c:v>
                      </c:pt>
                      <c:pt idx="2827">
                        <c:v>5.6178206720874</c:v>
                      </c:pt>
                      <c:pt idx="2828">
                        <c:v>5.5059036567598501</c:v>
                      </c:pt>
                      <c:pt idx="2829">
                        <c:v>5.5336311121452901</c:v>
                      </c:pt>
                      <c:pt idx="2830">
                        <c:v>5.60684755434258</c:v>
                      </c:pt>
                      <c:pt idx="2831">
                        <c:v>5.6269068330417804</c:v>
                      </c:pt>
                      <c:pt idx="2832">
                        <c:v>5.7064915592218801</c:v>
                      </c:pt>
                      <c:pt idx="2833">
                        <c:v>5.7545462463246304</c:v>
                      </c:pt>
                      <c:pt idx="2834">
                        <c:v>5.8150543520633704</c:v>
                      </c:pt>
                      <c:pt idx="2835">
                        <c:v>5.8083475886513698</c:v>
                      </c:pt>
                      <c:pt idx="2836">
                        <c:v>5.6834747966367001</c:v>
                      </c:pt>
                      <c:pt idx="2837">
                        <c:v>5.6317764128958201</c:v>
                      </c:pt>
                      <c:pt idx="2838">
                        <c:v>5.6214027604093397</c:v>
                      </c:pt>
                      <c:pt idx="2839">
                        <c:v>5.6463870596588697</c:v>
                      </c:pt>
                      <c:pt idx="2840">
                        <c:v>5.6197733899965803</c:v>
                      </c:pt>
                      <c:pt idx="2841">
                        <c:v>5.5878407110064696</c:v>
                      </c:pt>
                      <c:pt idx="2842">
                        <c:v>5.6066015440226797</c:v>
                      </c:pt>
                      <c:pt idx="2843">
                        <c:v>5.5660014912501401</c:v>
                      </c:pt>
                      <c:pt idx="2844">
                        <c:v>5.5744822710935003</c:v>
                      </c:pt>
                      <c:pt idx="2845">
                        <c:v>5.52447955859689</c:v>
                      </c:pt>
                      <c:pt idx="2846">
                        <c:v>5.51999933507145</c:v>
                      </c:pt>
                      <c:pt idx="2847">
                        <c:v>5.5439352511727602</c:v>
                      </c:pt>
                      <c:pt idx="2848">
                        <c:v>5.5727180728755501</c:v>
                      </c:pt>
                      <c:pt idx="2849">
                        <c:v>5.6199307504393996</c:v>
                      </c:pt>
                      <c:pt idx="2850">
                        <c:v>5.65884969384516</c:v>
                      </c:pt>
                      <c:pt idx="2851">
                        <c:v>5.6679232424238402</c:v>
                      </c:pt>
                      <c:pt idx="2852">
                        <c:v>5.9034295950166804</c:v>
                      </c:pt>
                      <c:pt idx="2853">
                        <c:v>5.9607247231187301</c:v>
                      </c:pt>
                      <c:pt idx="2854">
                        <c:v>6.0761141324492502</c:v>
                      </c:pt>
                      <c:pt idx="2855">
                        <c:v>6.0554162458944099</c:v>
                      </c:pt>
                      <c:pt idx="2856">
                        <c:v>6.0120159267673596</c:v>
                      </c:pt>
                      <c:pt idx="2857">
                        <c:v>6.1763251344158796</c:v>
                      </c:pt>
                      <c:pt idx="2858">
                        <c:v>6.23667516322155</c:v>
                      </c:pt>
                      <c:pt idx="2859">
                        <c:v>6.1695132411806703</c:v>
                      </c:pt>
                      <c:pt idx="2860">
                        <c:v>6.0832195214796698</c:v>
                      </c:pt>
                      <c:pt idx="2861">
                        <c:v>5.9870560862819602</c:v>
                      </c:pt>
                      <c:pt idx="2862">
                        <c:v>5.94795367578421</c:v>
                      </c:pt>
                      <c:pt idx="2863">
                        <c:v>5.94795367578421</c:v>
                      </c:pt>
                      <c:pt idx="2864">
                        <c:v>5.8966962052701497</c:v>
                      </c:pt>
                      <c:pt idx="2865">
                        <c:v>5.9608423458538704</c:v>
                      </c:pt>
                      <c:pt idx="2866">
                        <c:v>6.0200357772066804</c:v>
                      </c:pt>
                      <c:pt idx="2867">
                        <c:v>6.0664300791308996</c:v>
                      </c:pt>
                      <c:pt idx="2868">
                        <c:v>6.1022356986258801</c:v>
                      </c:pt>
                      <c:pt idx="2869">
                        <c:v>6.1258120964963396</c:v>
                      </c:pt>
                      <c:pt idx="2870">
                        <c:v>6.0844529072556703</c:v>
                      </c:pt>
                      <c:pt idx="2871">
                        <c:v>6.0844529072556703</c:v>
                      </c:pt>
                      <c:pt idx="2872">
                        <c:v>6.0844529072556703</c:v>
                      </c:pt>
                      <c:pt idx="2873">
                        <c:v>5.9691808076772599</c:v>
                      </c:pt>
                      <c:pt idx="2874">
                        <c:v>5.9717294715133002</c:v>
                      </c:pt>
                      <c:pt idx="2875">
                        <c:v>5.8767249542439099</c:v>
                      </c:pt>
                      <c:pt idx="2876">
                        <c:v>5.9458483032676304</c:v>
                      </c:pt>
                      <c:pt idx="2877">
                        <c:v>5.9489836573074397</c:v>
                      </c:pt>
                      <c:pt idx="2878">
                        <c:v>5.8600468886877097</c:v>
                      </c:pt>
                      <c:pt idx="2879">
                        <c:v>5.8902121130605396</c:v>
                      </c:pt>
                      <c:pt idx="2880">
                        <c:v>5.8666326222315996</c:v>
                      </c:pt>
                      <c:pt idx="2881">
                        <c:v>5.8565679601414402</c:v>
                      </c:pt>
                      <c:pt idx="2882">
                        <c:v>5.8581083933552804</c:v>
                      </c:pt>
                      <c:pt idx="2883">
                        <c:v>5.8581741563100298</c:v>
                      </c:pt>
                      <c:pt idx="2884">
                        <c:v>5.8355515671526703</c:v>
                      </c:pt>
                      <c:pt idx="2885">
                        <c:v>5.8326732607394103</c:v>
                      </c:pt>
                      <c:pt idx="2886">
                        <c:v>5.8453751970458301</c:v>
                      </c:pt>
                      <c:pt idx="2887">
                        <c:v>5.81522613288936</c:v>
                      </c:pt>
                      <c:pt idx="2888">
                        <c:v>5.8230689390562702</c:v>
                      </c:pt>
                      <c:pt idx="2889">
                        <c:v>5.8490697496592103</c:v>
                      </c:pt>
                      <c:pt idx="2890">
                        <c:v>5.8411368717054799</c:v>
                      </c:pt>
                      <c:pt idx="2891">
                        <c:v>5.8870275135200698</c:v>
                      </c:pt>
                      <c:pt idx="2892">
                        <c:v>5.8870275135200698</c:v>
                      </c:pt>
                      <c:pt idx="2893">
                        <c:v>5.9084239117785398</c:v>
                      </c:pt>
                      <c:pt idx="2894">
                        <c:v>5.9389378361382397</c:v>
                      </c:pt>
                      <c:pt idx="2895">
                        <c:v>5.9953013220383102</c:v>
                      </c:pt>
                      <c:pt idx="2896">
                        <c:v>5.9708232016252198</c:v>
                      </c:pt>
                      <c:pt idx="2897">
                        <c:v>5.9321996394910697</c:v>
                      </c:pt>
                      <c:pt idx="2898">
                        <c:v>5.9762064829356802</c:v>
                      </c:pt>
                      <c:pt idx="2899">
                        <c:v>6.0243828604215102</c:v>
                      </c:pt>
                      <c:pt idx="2900">
                        <c:v>5.9704505524243903</c:v>
                      </c:pt>
                      <c:pt idx="2901">
                        <c:v>5.9773881731969896</c:v>
                      </c:pt>
                      <c:pt idx="2902">
                        <c:v>5.9760313485251499</c:v>
                      </c:pt>
                      <c:pt idx="2903">
                        <c:v>5.9760313485251499</c:v>
                      </c:pt>
                      <c:pt idx="2904">
                        <c:v>6.0094197059287104</c:v>
                      </c:pt>
                      <c:pt idx="2905">
                        <c:v>6.0248180124906199</c:v>
                      </c:pt>
                      <c:pt idx="2906">
                        <c:v>5.9869593076912304</c:v>
                      </c:pt>
                      <c:pt idx="2907">
                        <c:v>6.0168895961745896</c:v>
                      </c:pt>
                      <c:pt idx="2908">
                        <c:v>6.0155933801343497</c:v>
                      </c:pt>
                      <c:pt idx="2909">
                        <c:v>6.0178583744554999</c:v>
                      </c:pt>
                      <c:pt idx="2910">
                        <c:v>6.0343971931054901</c:v>
                      </c:pt>
                      <c:pt idx="2911">
                        <c:v>6.0133652880358497</c:v>
                      </c:pt>
                      <c:pt idx="2912">
                        <c:v>5.9863778151028804</c:v>
                      </c:pt>
                      <c:pt idx="2913">
                        <c:v>6.0277997207990497</c:v>
                      </c:pt>
                      <c:pt idx="2914">
                        <c:v>6.0754420394920299</c:v>
                      </c:pt>
                      <c:pt idx="2915">
                        <c:v>6.1155384102714496</c:v>
                      </c:pt>
                      <c:pt idx="2916">
                        <c:v>6.1364687082773104</c:v>
                      </c:pt>
                      <c:pt idx="2917">
                        <c:v>6.1714805145661904</c:v>
                      </c:pt>
                      <c:pt idx="2918">
                        <c:v>6.1714805145661904</c:v>
                      </c:pt>
                      <c:pt idx="2919">
                        <c:v>6.1569892432115303</c:v>
                      </c:pt>
                      <c:pt idx="2920">
                        <c:v>6.1467823678441098</c:v>
                      </c:pt>
                      <c:pt idx="2921">
                        <c:v>6.1656918350449397</c:v>
                      </c:pt>
                      <c:pt idx="2922">
                        <c:v>6.1523977998384902</c:v>
                      </c:pt>
                      <c:pt idx="2923">
                        <c:v>6.1523977998384902</c:v>
                      </c:pt>
                      <c:pt idx="2924">
                        <c:v>6.1659031760569203</c:v>
                      </c:pt>
                      <c:pt idx="2925">
                        <c:v>6.2434836583357001</c:v>
                      </c:pt>
                      <c:pt idx="2926">
                        <c:v>6.2366282565160702</c:v>
                      </c:pt>
                      <c:pt idx="2927">
                        <c:v>6.2050176481544801</c:v>
                      </c:pt>
                      <c:pt idx="2928">
                        <c:v>6.2321459463339304</c:v>
                      </c:pt>
                      <c:pt idx="2929">
                        <c:v>6.2305597627290803</c:v>
                      </c:pt>
                      <c:pt idx="2930">
                        <c:v>6.2552859602509301</c:v>
                      </c:pt>
                      <c:pt idx="2931">
                        <c:v>6.2925622218061896</c:v>
                      </c:pt>
                      <c:pt idx="2932">
                        <c:v>6.3618067446520996</c:v>
                      </c:pt>
                      <c:pt idx="2933">
                        <c:v>6.3618067446520996</c:v>
                      </c:pt>
                      <c:pt idx="2934">
                        <c:v>6.3229009101764397</c:v>
                      </c:pt>
                      <c:pt idx="2935">
                        <c:v>6.3615211868813697</c:v>
                      </c:pt>
                      <c:pt idx="2936">
                        <c:v>6.3911384574025698</c:v>
                      </c:pt>
                      <c:pt idx="2937">
                        <c:v>6.3991204670534101</c:v>
                      </c:pt>
                      <c:pt idx="2938">
                        <c:v>6.4300735684233796</c:v>
                      </c:pt>
                      <c:pt idx="2939">
                        <c:v>6.4268053910358303</c:v>
                      </c:pt>
                      <c:pt idx="2940">
                        <c:v>6.4143253666185496</c:v>
                      </c:pt>
                      <c:pt idx="2941">
                        <c:v>6.3790959606035598</c:v>
                      </c:pt>
                      <c:pt idx="2942">
                        <c:v>6.3732774923258404</c:v>
                      </c:pt>
                      <c:pt idx="2943">
                        <c:v>6.3690390142597497</c:v>
                      </c:pt>
                      <c:pt idx="2944">
                        <c:v>6.36479944369301</c:v>
                      </c:pt>
                      <c:pt idx="2945">
                        <c:v>6.3758009186848303</c:v>
                      </c:pt>
                      <c:pt idx="2946">
                        <c:v>6.34236452358242</c:v>
                      </c:pt>
                      <c:pt idx="2947">
                        <c:v>6.3398491612553398</c:v>
                      </c:pt>
                      <c:pt idx="2948">
                        <c:v>6.3398491612553398</c:v>
                      </c:pt>
                      <c:pt idx="2949">
                        <c:v>6.3463450005798698</c:v>
                      </c:pt>
                      <c:pt idx="2950">
                        <c:v>6.3200801706060901</c:v>
                      </c:pt>
                      <c:pt idx="2951">
                        <c:v>6.2649886603769298</c:v>
                      </c:pt>
                      <c:pt idx="2952">
                        <c:v>6.3106626721011798</c:v>
                      </c:pt>
                      <c:pt idx="2953">
                        <c:v>6.3072942686951201</c:v>
                      </c:pt>
                      <c:pt idx="2954">
                        <c:v>6.33009627062407</c:v>
                      </c:pt>
                      <c:pt idx="2955">
                        <c:v>6.3127151864305304</c:v>
                      </c:pt>
                      <c:pt idx="2956">
                        <c:v>6.3038631308626698</c:v>
                      </c:pt>
                      <c:pt idx="2957">
                        <c:v>6.2964240690201603</c:v>
                      </c:pt>
                      <c:pt idx="2958">
                        <c:v>6.4115662124678598</c:v>
                      </c:pt>
                      <c:pt idx="2959">
                        <c:v>6.4291013694476797</c:v>
                      </c:pt>
                      <c:pt idx="2960">
                        <c:v>6.5089276173621498</c:v>
                      </c:pt>
                      <c:pt idx="2961">
                        <c:v>6.5984598824899603</c:v>
                      </c:pt>
                      <c:pt idx="2962">
                        <c:v>6.5984598824899603</c:v>
                      </c:pt>
                      <c:pt idx="2963">
                        <c:v>6.6031103854480699</c:v>
                      </c:pt>
                      <c:pt idx="2964">
                        <c:v>6.5753432269021301</c:v>
                      </c:pt>
                      <c:pt idx="2965">
                        <c:v>6.4983593571832596</c:v>
                      </c:pt>
                      <c:pt idx="2966">
                        <c:v>6.5719377003603903</c:v>
                      </c:pt>
                      <c:pt idx="2967">
                        <c:v>6.5712790690881002</c:v>
                      </c:pt>
                      <c:pt idx="2968">
                        <c:v>6.5712790690881002</c:v>
                      </c:pt>
                      <c:pt idx="2969">
                        <c:v>6.6187965785428</c:v>
                      </c:pt>
                      <c:pt idx="2970">
                        <c:v>6.6193352797376104</c:v>
                      </c:pt>
                      <c:pt idx="2971">
                        <c:v>6.6124858643346602</c:v>
                      </c:pt>
                      <c:pt idx="2972">
                        <c:v>6.7736452320901996</c:v>
                      </c:pt>
                      <c:pt idx="2973">
                        <c:v>6.9055246295483101</c:v>
                      </c:pt>
                      <c:pt idx="2974">
                        <c:v>6.8619344509184197</c:v>
                      </c:pt>
                      <c:pt idx="2975">
                        <c:v>6.9901377497357</c:v>
                      </c:pt>
                      <c:pt idx="2976">
                        <c:v>6.94350923276071</c:v>
                      </c:pt>
                      <c:pt idx="2977">
                        <c:v>6.9116445332188396</c:v>
                      </c:pt>
                      <c:pt idx="2978">
                        <c:v>6.88495431075658</c:v>
                      </c:pt>
                      <c:pt idx="2979">
                        <c:v>6.9128286816329698</c:v>
                      </c:pt>
                      <c:pt idx="2980">
                        <c:v>7.01961149297781</c:v>
                      </c:pt>
                      <c:pt idx="2981">
                        <c:v>7.0602454640987</c:v>
                      </c:pt>
                      <c:pt idx="2982">
                        <c:v>7.0810088128772097</c:v>
                      </c:pt>
                      <c:pt idx="2983">
                        <c:v>7.2880200753989399</c:v>
                      </c:pt>
                      <c:pt idx="2984">
                        <c:v>7.37583380009203</c:v>
                      </c:pt>
                      <c:pt idx="2985">
                        <c:v>7.3513888584950502</c:v>
                      </c:pt>
                      <c:pt idx="2986">
                        <c:v>7.2997355967453901</c:v>
                      </c:pt>
                      <c:pt idx="2987">
                        <c:v>7.2525029191803299</c:v>
                      </c:pt>
                      <c:pt idx="2988">
                        <c:v>7.2332104040758001</c:v>
                      </c:pt>
                      <c:pt idx="2989">
                        <c:v>7.3273595058974603</c:v>
                      </c:pt>
                      <c:pt idx="2990">
                        <c:v>7.2975168918915703</c:v>
                      </c:pt>
                      <c:pt idx="2991">
                        <c:v>7.1722557678132901</c:v>
                      </c:pt>
                      <c:pt idx="2992">
                        <c:v>7.0695714039255497</c:v>
                      </c:pt>
                      <c:pt idx="2993">
                        <c:v>6.9821847518657698</c:v>
                      </c:pt>
                      <c:pt idx="2994">
                        <c:v>7.1141232431237897</c:v>
                      </c:pt>
                      <c:pt idx="2995">
                        <c:v>7.1287705804243799</c:v>
                      </c:pt>
                      <c:pt idx="2996">
                        <c:v>7.2268572049554898</c:v>
                      </c:pt>
                      <c:pt idx="2997">
                        <c:v>7.1137430174957599</c:v>
                      </c:pt>
                      <c:pt idx="2998">
                        <c:v>7.3875690183623401</c:v>
                      </c:pt>
                      <c:pt idx="2999">
                        <c:v>7.5201889541351301</c:v>
                      </c:pt>
                      <c:pt idx="3000">
                        <c:v>7.49808269446876</c:v>
                      </c:pt>
                      <c:pt idx="3001">
                        <c:v>7.44999607270812</c:v>
                      </c:pt>
                      <c:pt idx="3002">
                        <c:v>7.3386385699843197</c:v>
                      </c:pt>
                      <c:pt idx="3003">
                        <c:v>7.2516035431130401</c:v>
                      </c:pt>
                      <c:pt idx="3004">
                        <c:v>7.3508605679500798</c:v>
                      </c:pt>
                      <c:pt idx="3005">
                        <c:v>7.2380823329890598</c:v>
                      </c:pt>
                      <c:pt idx="3006">
                        <c:v>7.2796050240471999</c:v>
                      </c:pt>
                      <c:pt idx="3007">
                        <c:v>7.2276549530647998</c:v>
                      </c:pt>
                      <c:pt idx="3008">
                        <c:v>7.2276549530647998</c:v>
                      </c:pt>
                      <c:pt idx="3009">
                        <c:v>7.2828942634335103</c:v>
                      </c:pt>
                      <c:pt idx="3010">
                        <c:v>7.2523886374234099</c:v>
                      </c:pt>
                      <c:pt idx="3011">
                        <c:v>7.1920972321242198</c:v>
                      </c:pt>
                      <c:pt idx="3012">
                        <c:v>7.1648519535053001</c:v>
                      </c:pt>
                      <c:pt idx="3013">
                        <c:v>7.3029497406140198</c:v>
                      </c:pt>
                      <c:pt idx="3014">
                        <c:v>7.4531271264108998</c:v>
                      </c:pt>
                      <c:pt idx="3015">
                        <c:v>7.3560815764644998</c:v>
                      </c:pt>
                      <c:pt idx="3016">
                        <c:v>7.3709996078496003</c:v>
                      </c:pt>
                      <c:pt idx="3017">
                        <c:v>7.24942769575848</c:v>
                      </c:pt>
                      <c:pt idx="3018">
                        <c:v>7.3309042136104301</c:v>
                      </c:pt>
                      <c:pt idx="3019">
                        <c:v>7.3352876102560698</c:v>
                      </c:pt>
                      <c:pt idx="3020">
                        <c:v>7.3061296745855202</c:v>
                      </c:pt>
                      <c:pt idx="3021">
                        <c:v>7.3526376910825197</c:v>
                      </c:pt>
                      <c:pt idx="3022">
                        <c:v>7.3645117816847403</c:v>
                      </c:pt>
                      <c:pt idx="3023">
                        <c:v>7.3645117816847403</c:v>
                      </c:pt>
                      <c:pt idx="3024">
                        <c:v>7.4136833024863202</c:v>
                      </c:pt>
                      <c:pt idx="3025">
                        <c:v>7.41537642762479</c:v>
                      </c:pt>
                      <c:pt idx="3026">
                        <c:v>7.4906759768980598</c:v>
                      </c:pt>
                      <c:pt idx="3027">
                        <c:v>7.5068481748708997</c:v>
                      </c:pt>
                      <c:pt idx="3028">
                        <c:v>7.4798511996214803</c:v>
                      </c:pt>
                      <c:pt idx="3029">
                        <c:v>7.36385496139905</c:v>
                      </c:pt>
                      <c:pt idx="3030">
                        <c:v>7.4536589593559501</c:v>
                      </c:pt>
                      <c:pt idx="3031">
                        <c:v>7.4986891924837797</c:v>
                      </c:pt>
                      <c:pt idx="3032">
                        <c:v>7.5249884793016903</c:v>
                      </c:pt>
                      <c:pt idx="3033">
                        <c:v>7.5249884793016903</c:v>
                      </c:pt>
                      <c:pt idx="3034">
                        <c:v>7.5073935792454796</c:v>
                      </c:pt>
                      <c:pt idx="3035">
                        <c:v>7.6174402392417697</c:v>
                      </c:pt>
                      <c:pt idx="3036">
                        <c:v>7.5633416341582</c:v>
                      </c:pt>
                      <c:pt idx="3037">
                        <c:v>7.5941642005321404</c:v>
                      </c:pt>
                      <c:pt idx="3038">
                        <c:v>7.6981065194654796</c:v>
                      </c:pt>
                      <c:pt idx="3039">
                        <c:v>7.6986171265661696</c:v>
                      </c:pt>
                      <c:pt idx="3040">
                        <c:v>7.6624927416173696</c:v>
                      </c:pt>
                      <c:pt idx="3041">
                        <c:v>7.7066496891087004</c:v>
                      </c:pt>
                      <c:pt idx="3042">
                        <c:v>7.7981471863688796</c:v>
                      </c:pt>
                      <c:pt idx="3043">
                        <c:v>7.6807002498254704</c:v>
                      </c:pt>
                      <c:pt idx="3044">
                        <c:v>7.6360846737991404</c:v>
                      </c:pt>
                      <c:pt idx="3045">
                        <c:v>7.6093807179856396</c:v>
                      </c:pt>
                      <c:pt idx="3046">
                        <c:v>7.6986689863269699</c:v>
                      </c:pt>
                      <c:pt idx="3047">
                        <c:v>7.7206237696876299</c:v>
                      </c:pt>
                      <c:pt idx="3048">
                        <c:v>7.8128921658771704</c:v>
                      </c:pt>
                      <c:pt idx="3049">
                        <c:v>7.8128921658771704</c:v>
                      </c:pt>
                      <c:pt idx="3050">
                        <c:v>7.7855085019130801</c:v>
                      </c:pt>
                      <c:pt idx="3051">
                        <c:v>7.78181866419812</c:v>
                      </c:pt>
                      <c:pt idx="3052">
                        <c:v>7.9459259459325899</c:v>
                      </c:pt>
                      <c:pt idx="3053">
                        <c:v>8.1620808563626799</c:v>
                      </c:pt>
                      <c:pt idx="3054">
                        <c:v>8.0644192032744701</c:v>
                      </c:pt>
                      <c:pt idx="3055">
                        <c:v>8.0446870498237892</c:v>
                      </c:pt>
                      <c:pt idx="3056">
                        <c:v>8.0256692481185006</c:v>
                      </c:pt>
                      <c:pt idx="3057">
                        <c:v>8.0374216094106803</c:v>
                      </c:pt>
                      <c:pt idx="3058">
                        <c:v>8.0599408321921295</c:v>
                      </c:pt>
                      <c:pt idx="3059">
                        <c:v>7.8621156567719499</c:v>
                      </c:pt>
                      <c:pt idx="3060">
                        <c:v>7.8922360909785203</c:v>
                      </c:pt>
                      <c:pt idx="3061">
                        <c:v>7.8454074340449003</c:v>
                      </c:pt>
                      <c:pt idx="3062">
                        <c:v>7.8454074340449003</c:v>
                      </c:pt>
                      <c:pt idx="3063">
                        <c:v>7.9001994411095504</c:v>
                      </c:pt>
                      <c:pt idx="3064">
                        <c:v>7.9166800334629999</c:v>
                      </c:pt>
                      <c:pt idx="3065">
                        <c:v>7.9405544473150602</c:v>
                      </c:pt>
                      <c:pt idx="3066">
                        <c:v>7.9405544473150602</c:v>
                      </c:pt>
                      <c:pt idx="3067">
                        <c:v>7.9405544473150602</c:v>
                      </c:pt>
                      <c:pt idx="3068">
                        <c:v>8.0289300839416704</c:v>
                      </c:pt>
                      <c:pt idx="3069">
                        <c:v>8.1844398559862306</c:v>
                      </c:pt>
                      <c:pt idx="3070">
                        <c:v>8.1784409293753306</c:v>
                      </c:pt>
                      <c:pt idx="3071">
                        <c:v>8.2004276812771604</c:v>
                      </c:pt>
                      <c:pt idx="3072">
                        <c:v>8.1795927751895405</c:v>
                      </c:pt>
                      <c:pt idx="3073">
                        <c:v>8.1795927751895405</c:v>
                      </c:pt>
                      <c:pt idx="3074">
                        <c:v>8.2298959302104109</c:v>
                      </c:pt>
                      <c:pt idx="3075">
                        <c:v>8.1890778325165794</c:v>
                      </c:pt>
                      <c:pt idx="3076">
                        <c:v>8.1451195805132492</c:v>
                      </c:pt>
                      <c:pt idx="3077">
                        <c:v>8.12893652383943</c:v>
                      </c:pt>
                      <c:pt idx="3078">
                        <c:v>8.1792254750776596</c:v>
                      </c:pt>
                      <c:pt idx="3079">
                        <c:v>8.2016887142733097</c:v>
                      </c:pt>
                      <c:pt idx="3080">
                        <c:v>8.2755748604144692</c:v>
                      </c:pt>
                      <c:pt idx="3081">
                        <c:v>8.3087330552293697</c:v>
                      </c:pt>
                      <c:pt idx="3082">
                        <c:v>8.2235393774323295</c:v>
                      </c:pt>
                      <c:pt idx="3083">
                        <c:v>8.3200352055206501</c:v>
                      </c:pt>
                      <c:pt idx="3084">
                        <c:v>8.3625150537599797</c:v>
                      </c:pt>
                      <c:pt idx="3085">
                        <c:v>8.3504743968270994</c:v>
                      </c:pt>
                      <c:pt idx="3086">
                        <c:v>8.2842565615298795</c:v>
                      </c:pt>
                      <c:pt idx="3087">
                        <c:v>8.2559356929697891</c:v>
                      </c:pt>
                      <c:pt idx="3088">
                        <c:v>8.2884674763883393</c:v>
                      </c:pt>
                      <c:pt idx="3089">
                        <c:v>8.2902228557861104</c:v>
                      </c:pt>
                      <c:pt idx="3090">
                        <c:v>8.2929632927954895</c:v>
                      </c:pt>
                      <c:pt idx="3091">
                        <c:v>8.2618038303625294</c:v>
                      </c:pt>
                      <c:pt idx="3092">
                        <c:v>8.2480103218196508</c:v>
                      </c:pt>
                      <c:pt idx="3093">
                        <c:v>8.3951662595183603</c:v>
                      </c:pt>
                      <c:pt idx="3094">
                        <c:v>8.4464778811352605</c:v>
                      </c:pt>
                      <c:pt idx="3095">
                        <c:v>8.5262718701976006</c:v>
                      </c:pt>
                      <c:pt idx="3096">
                        <c:v>8.8001333440661202</c:v>
                      </c:pt>
                      <c:pt idx="3097">
                        <c:v>8.7397210097508005</c:v>
                      </c:pt>
                      <c:pt idx="3098">
                        <c:v>8.6841119738964903</c:v>
                      </c:pt>
                      <c:pt idx="3099">
                        <c:v>8.7197732284403902</c:v>
                      </c:pt>
                      <c:pt idx="3100">
                        <c:v>8.7173266474709603</c:v>
                      </c:pt>
                      <c:pt idx="3101">
                        <c:v>8.6778653830077594</c:v>
                      </c:pt>
                      <c:pt idx="3102">
                        <c:v>8.6947735129784292</c:v>
                      </c:pt>
                      <c:pt idx="3103">
                        <c:v>8.5676000695036603</c:v>
                      </c:pt>
                      <c:pt idx="3104">
                        <c:v>8.5364162602805305</c:v>
                      </c:pt>
                      <c:pt idx="3105">
                        <c:v>8.5408476799587394</c:v>
                      </c:pt>
                      <c:pt idx="3106">
                        <c:v>8.4487108059237794</c:v>
                      </c:pt>
                      <c:pt idx="3107">
                        <c:v>8.4704081193592398</c:v>
                      </c:pt>
                      <c:pt idx="3108">
                        <c:v>8.4231709325143598</c:v>
                      </c:pt>
                      <c:pt idx="3109">
                        <c:v>8.3507988438787599</c:v>
                      </c:pt>
                      <c:pt idx="3110">
                        <c:v>8.2927376850997394</c:v>
                      </c:pt>
                      <c:pt idx="3111">
                        <c:v>8.2644587430640293</c:v>
                      </c:pt>
                      <c:pt idx="3112">
                        <c:v>8.2645610846108006</c:v>
                      </c:pt>
                      <c:pt idx="3113">
                        <c:v>8.0610262727732298</c:v>
                      </c:pt>
                      <c:pt idx="3114">
                        <c:v>8.0194018649673406</c:v>
                      </c:pt>
                      <c:pt idx="3115">
                        <c:v>8.0268253566575201</c:v>
                      </c:pt>
                      <c:pt idx="3116">
                        <c:v>7.9175005967001999</c:v>
                      </c:pt>
                      <c:pt idx="3117">
                        <c:v>7.8276537135887398</c:v>
                      </c:pt>
                      <c:pt idx="3118">
                        <c:v>7.9575918286282796</c:v>
                      </c:pt>
                      <c:pt idx="3119">
                        <c:v>8.0068826283422503</c:v>
                      </c:pt>
                      <c:pt idx="3120">
                        <c:v>7.92587259758354</c:v>
                      </c:pt>
                      <c:pt idx="3121">
                        <c:v>7.7640520449680901</c:v>
                      </c:pt>
                      <c:pt idx="3122">
                        <c:v>7.6876528759373803</c:v>
                      </c:pt>
                      <c:pt idx="3123">
                        <c:v>7.6876528759373803</c:v>
                      </c:pt>
                      <c:pt idx="3124">
                        <c:v>7.7508712336465502</c:v>
                      </c:pt>
                      <c:pt idx="3125">
                        <c:v>7.76043680737651</c:v>
                      </c:pt>
                      <c:pt idx="3126">
                        <c:v>7.76043680737651</c:v>
                      </c:pt>
                      <c:pt idx="3127">
                        <c:v>7.76043680737651</c:v>
                      </c:pt>
                      <c:pt idx="3128">
                        <c:v>7.8048093850828897</c:v>
                      </c:pt>
                      <c:pt idx="3129">
                        <c:v>7.7641257028441499</c:v>
                      </c:pt>
                      <c:pt idx="3130">
                        <c:v>7.7109041826631701</c:v>
                      </c:pt>
                      <c:pt idx="3131">
                        <c:v>7.6647460592000902</c:v>
                      </c:pt>
                      <c:pt idx="3132">
                        <c:v>7.6432100930616897</c:v>
                      </c:pt>
                      <c:pt idx="3133">
                        <c:v>7.6415991368913598</c:v>
                      </c:pt>
                      <c:pt idx="3134">
                        <c:v>7.6154348904306701</c:v>
                      </c:pt>
                      <c:pt idx="3135">
                        <c:v>7.6864085971498701</c:v>
                      </c:pt>
                      <c:pt idx="3136">
                        <c:v>7.8051139272291703</c:v>
                      </c:pt>
                      <c:pt idx="3137">
                        <c:v>7.8120476545646902</c:v>
                      </c:pt>
                      <c:pt idx="3138">
                        <c:v>7.8214385725625704</c:v>
                      </c:pt>
                      <c:pt idx="3139">
                        <c:v>7.7979837268732801</c:v>
                      </c:pt>
                      <c:pt idx="3140">
                        <c:v>7.7435312503247102</c:v>
                      </c:pt>
                      <c:pt idx="3141">
                        <c:v>7.7474158655702299</c:v>
                      </c:pt>
                      <c:pt idx="3142">
                        <c:v>7.7636337301287801</c:v>
                      </c:pt>
                      <c:pt idx="3143">
                        <c:v>7.7878888811829796</c:v>
                      </c:pt>
                      <c:pt idx="3144">
                        <c:v>7.6505278520880902</c:v>
                      </c:pt>
                      <c:pt idx="3145">
                        <c:v>7.6812898268035203</c:v>
                      </c:pt>
                      <c:pt idx="3146">
                        <c:v>7.7434161813167597</c:v>
                      </c:pt>
                      <c:pt idx="3147">
                        <c:v>7.7319196507920003</c:v>
                      </c:pt>
                      <c:pt idx="3148">
                        <c:v>7.7518535794614003</c:v>
                      </c:pt>
                      <c:pt idx="3149">
                        <c:v>7.7577170160016502</c:v>
                      </c:pt>
                      <c:pt idx="3150">
                        <c:v>7.73395852298819</c:v>
                      </c:pt>
                      <c:pt idx="3151">
                        <c:v>7.6347492383241597</c:v>
                      </c:pt>
                      <c:pt idx="3152">
                        <c:v>7.6487408621289799</c:v>
                      </c:pt>
                      <c:pt idx="3153">
                        <c:v>7.7147074147150603</c:v>
                      </c:pt>
                      <c:pt idx="3154">
                        <c:v>7.7544685370412996</c:v>
                      </c:pt>
                      <c:pt idx="3155">
                        <c:v>7.7224979447388504</c:v>
                      </c:pt>
                      <c:pt idx="3156">
                        <c:v>7.7460547764877496</c:v>
                      </c:pt>
                      <c:pt idx="3157">
                        <c:v>7.6250754293114102</c:v>
                      </c:pt>
                      <c:pt idx="3158">
                        <c:v>7.6250754293114102</c:v>
                      </c:pt>
                      <c:pt idx="3159">
                        <c:v>7.5807043440203596</c:v>
                      </c:pt>
                      <c:pt idx="3160">
                        <c:v>7.4913084332137103</c:v>
                      </c:pt>
                      <c:pt idx="3161">
                        <c:v>7.50508762539015</c:v>
                      </c:pt>
                      <c:pt idx="3162">
                        <c:v>7.4897177445020198</c:v>
                      </c:pt>
                      <c:pt idx="3163">
                        <c:v>7.5457994013464003</c:v>
                      </c:pt>
                      <c:pt idx="3164">
                        <c:v>7.5258198971048698</c:v>
                      </c:pt>
                      <c:pt idx="3165">
                        <c:v>7.5377804402653803</c:v>
                      </c:pt>
                      <c:pt idx="3166">
                        <c:v>7.6123964099986603</c:v>
                      </c:pt>
                      <c:pt idx="3167">
                        <c:v>7.6189548768292497</c:v>
                      </c:pt>
                      <c:pt idx="3168">
                        <c:v>7.66747615061864</c:v>
                      </c:pt>
                      <c:pt idx="3169">
                        <c:v>7.6800659986728297</c:v>
                      </c:pt>
                      <c:pt idx="3170">
                        <c:v>7.6348842332663898</c:v>
                      </c:pt>
                      <c:pt idx="3171">
                        <c:v>7.6240646189134296</c:v>
                      </c:pt>
                      <c:pt idx="3172">
                        <c:v>7.6539439627322698</c:v>
                      </c:pt>
                      <c:pt idx="3173">
                        <c:v>7.6539439627322698</c:v>
                      </c:pt>
                      <c:pt idx="3174">
                        <c:v>7.6203684895619404</c:v>
                      </c:pt>
                      <c:pt idx="3175">
                        <c:v>7.5682504507640402</c:v>
                      </c:pt>
                      <c:pt idx="3176">
                        <c:v>7.5022253498478699</c:v>
                      </c:pt>
                      <c:pt idx="3177">
                        <c:v>7.43340810922074</c:v>
                      </c:pt>
                      <c:pt idx="3178">
                        <c:v>7.43340810922074</c:v>
                      </c:pt>
                      <c:pt idx="3179">
                        <c:v>7.4672468116319397</c:v>
                      </c:pt>
                      <c:pt idx="3180">
                        <c:v>7.4257932193134701</c:v>
                      </c:pt>
                      <c:pt idx="3181">
                        <c:v>7.4502062413024097</c:v>
                      </c:pt>
                      <c:pt idx="3182">
                        <c:v>7.6130340988099503</c:v>
                      </c:pt>
                      <c:pt idx="3183">
                        <c:v>7.5229106576427904</c:v>
                      </c:pt>
                      <c:pt idx="3184">
                        <c:v>7.4741666865209497</c:v>
                      </c:pt>
                      <c:pt idx="3185">
                        <c:v>7.4556623634085302</c:v>
                      </c:pt>
                      <c:pt idx="3186">
                        <c:v>7.4462799384522</c:v>
                      </c:pt>
                      <c:pt idx="3187">
                        <c:v>7.4795933187234001</c:v>
                      </c:pt>
                      <c:pt idx="3188">
                        <c:v>7.4704508390355402</c:v>
                      </c:pt>
                      <c:pt idx="3189">
                        <c:v>7.5207930050972296</c:v>
                      </c:pt>
                      <c:pt idx="3190">
                        <c:v>7.5589665044233803</c:v>
                      </c:pt>
                      <c:pt idx="3191">
                        <c:v>7.5223442268858998</c:v>
                      </c:pt>
                      <c:pt idx="3192">
                        <c:v>7.4990152191049102</c:v>
                      </c:pt>
                      <c:pt idx="3193">
                        <c:v>7.3454288193042201</c:v>
                      </c:pt>
                      <c:pt idx="3194">
                        <c:v>7.2434046766607798</c:v>
                      </c:pt>
                      <c:pt idx="3195">
                        <c:v>6.9695737744051396</c:v>
                      </c:pt>
                      <c:pt idx="3196">
                        <c:v>6.9832196617185396</c:v>
                      </c:pt>
                      <c:pt idx="3197">
                        <c:v>6.9627281185477896</c:v>
                      </c:pt>
                      <c:pt idx="3198">
                        <c:v>6.9627281185477896</c:v>
                      </c:pt>
                      <c:pt idx="3199">
                        <c:v>6.9797686635701597</c:v>
                      </c:pt>
                      <c:pt idx="3200">
                        <c:v>6.9884973775704102</c:v>
                      </c:pt>
                      <c:pt idx="3201">
                        <c:v>7.02125379293261</c:v>
                      </c:pt>
                      <c:pt idx="3202">
                        <c:v>6.9906122326052502</c:v>
                      </c:pt>
                      <c:pt idx="3203">
                        <c:v>6.9921836218084596</c:v>
                      </c:pt>
                      <c:pt idx="3204">
                        <c:v>7.03501824985441</c:v>
                      </c:pt>
                      <c:pt idx="3205">
                        <c:v>7.0636567079800097</c:v>
                      </c:pt>
                      <c:pt idx="3206">
                        <c:v>7.0859126304832998</c:v>
                      </c:pt>
                      <c:pt idx="3207">
                        <c:v>7.1397148247919402</c:v>
                      </c:pt>
                      <c:pt idx="3208">
                        <c:v>7.2056677341419197</c:v>
                      </c:pt>
                      <c:pt idx="3209">
                        <c:v>7.1903185496853599</c:v>
                      </c:pt>
                      <c:pt idx="3210">
                        <c:v>7.1903185496853599</c:v>
                      </c:pt>
                      <c:pt idx="3211">
                        <c:v>7.2211466525754604</c:v>
                      </c:pt>
                      <c:pt idx="3212">
                        <c:v>6.9810088641296497</c:v>
                      </c:pt>
                      <c:pt idx="3213">
                        <c:v>7.0511227162008199</c:v>
                      </c:pt>
                      <c:pt idx="3214">
                        <c:v>7.11737836050757</c:v>
                      </c:pt>
                      <c:pt idx="3215">
                        <c:v>7.0867949031356297</c:v>
                      </c:pt>
                      <c:pt idx="3216">
                        <c:v>7.18899010278788</c:v>
                      </c:pt>
                      <c:pt idx="3217">
                        <c:v>7.2424987475827098</c:v>
                      </c:pt>
                      <c:pt idx="3218">
                        <c:v>7.34710257184173</c:v>
                      </c:pt>
                      <c:pt idx="3219">
                        <c:v>7.3631245568154604</c:v>
                      </c:pt>
                      <c:pt idx="3220">
                        <c:v>7.3766011568522698</c:v>
                      </c:pt>
                      <c:pt idx="3221">
                        <c:v>7.3335362854709301</c:v>
                      </c:pt>
                      <c:pt idx="3222">
                        <c:v>7.3072222534609903</c:v>
                      </c:pt>
                      <c:pt idx="3223">
                        <c:v>7.2362401726794996</c:v>
                      </c:pt>
                      <c:pt idx="3224">
                        <c:v>7.2294448718283304</c:v>
                      </c:pt>
                      <c:pt idx="3225">
                        <c:v>7.2686053143655203</c:v>
                      </c:pt>
                      <c:pt idx="3226">
                        <c:v>7.2605605369865298</c:v>
                      </c:pt>
                      <c:pt idx="3227">
                        <c:v>7.2670643357911704</c:v>
                      </c:pt>
                      <c:pt idx="3228">
                        <c:v>7.2670643357911704</c:v>
                      </c:pt>
                      <c:pt idx="3229">
                        <c:v>7.24315776817041</c:v>
                      </c:pt>
                      <c:pt idx="3230">
                        <c:v>7.1766888083904696</c:v>
                      </c:pt>
                      <c:pt idx="3231">
                        <c:v>7.0746863995423697</c:v>
                      </c:pt>
                      <c:pt idx="3232">
                        <c:v>7.0321154806234203</c:v>
                      </c:pt>
                      <c:pt idx="3233">
                        <c:v>7.0342542592271302</c:v>
                      </c:pt>
                      <c:pt idx="3234">
                        <c:v>7.0539685665814602</c:v>
                      </c:pt>
                      <c:pt idx="3235">
                        <c:v>6.98392734347438</c:v>
                      </c:pt>
                      <c:pt idx="3236">
                        <c:v>6.94573060196414</c:v>
                      </c:pt>
                      <c:pt idx="3237">
                        <c:v>6.9615734283096602</c:v>
                      </c:pt>
                      <c:pt idx="3238">
                        <c:v>7.0725503897033901</c:v>
                      </c:pt>
                      <c:pt idx="3239">
                        <c:v>7.0999527793378299</c:v>
                      </c:pt>
                      <c:pt idx="3240">
                        <c:v>7.0964719445698599</c:v>
                      </c:pt>
                      <c:pt idx="3241">
                        <c:v>7.02169347724021</c:v>
                      </c:pt>
                      <c:pt idx="3242">
                        <c:v>6.9633817976635504</c:v>
                      </c:pt>
                      <c:pt idx="3243">
                        <c:v>6.8722068670288303</c:v>
                      </c:pt>
                      <c:pt idx="3244">
                        <c:v>6.6914279873447402</c:v>
                      </c:pt>
                      <c:pt idx="3245">
                        <c:v>6.6203828546322097</c:v>
                      </c:pt>
                      <c:pt idx="3246">
                        <c:v>6.6200686447007904</c:v>
                      </c:pt>
                      <c:pt idx="3247">
                        <c:v>6.7601860767871598</c:v>
                      </c:pt>
                      <c:pt idx="3248">
                        <c:v>6.7661699831141</c:v>
                      </c:pt>
                      <c:pt idx="3249">
                        <c:v>6.7818061445270699</c:v>
                      </c:pt>
                      <c:pt idx="3250">
                        <c:v>6.7674701028386997</c:v>
                      </c:pt>
                      <c:pt idx="3251">
                        <c:v>6.7387038625068802</c:v>
                      </c:pt>
                      <c:pt idx="3252">
                        <c:v>6.72846324508469</c:v>
                      </c:pt>
                      <c:pt idx="3253">
                        <c:v>6.7960018081274098</c:v>
                      </c:pt>
                      <c:pt idx="3254">
                        <c:v>6.7494506522992497</c:v>
                      </c:pt>
                      <c:pt idx="3255">
                        <c:v>6.7175409288995196</c:v>
                      </c:pt>
                      <c:pt idx="3256">
                        <c:v>6.6298337320293097</c:v>
                      </c:pt>
                      <c:pt idx="3257">
                        <c:v>6.63091130609949</c:v>
                      </c:pt>
                      <c:pt idx="3258">
                        <c:v>6.6529132621564004</c:v>
                      </c:pt>
                      <c:pt idx="3259">
                        <c:v>6.6422049010336304</c:v>
                      </c:pt>
                      <c:pt idx="3260">
                        <c:v>6.5770723171842302</c:v>
                      </c:pt>
                      <c:pt idx="3261">
                        <c:v>6.5745726188159903</c:v>
                      </c:pt>
                      <c:pt idx="3262">
                        <c:v>6.55735009485708</c:v>
                      </c:pt>
                      <c:pt idx="3263">
                        <c:v>6.7211189039188</c:v>
                      </c:pt>
                      <c:pt idx="3264">
                        <c:v>6.8050328882938498</c:v>
                      </c:pt>
                      <c:pt idx="3265">
                        <c:v>6.8402287584875401</c:v>
                      </c:pt>
                      <c:pt idx="3266">
                        <c:v>6.7311441312061797</c:v>
                      </c:pt>
                      <c:pt idx="3267">
                        <c:v>6.7110372171230503</c:v>
                      </c:pt>
                      <c:pt idx="3268">
                        <c:v>6.6447466586955803</c:v>
                      </c:pt>
                      <c:pt idx="3269">
                        <c:v>6.6085624686348696</c:v>
                      </c:pt>
                      <c:pt idx="3270">
                        <c:v>6.6130970019124602</c:v>
                      </c:pt>
                      <c:pt idx="3271">
                        <c:v>6.62550996439934</c:v>
                      </c:pt>
                      <c:pt idx="3272">
                        <c:v>6.6380904235436802</c:v>
                      </c:pt>
                      <c:pt idx="3273">
                        <c:v>6.6380904235436802</c:v>
                      </c:pt>
                      <c:pt idx="3274">
                        <c:v>6.6385936938103596</c:v>
                      </c:pt>
                      <c:pt idx="3275">
                        <c:v>6.69786692697852</c:v>
                      </c:pt>
                      <c:pt idx="3276">
                        <c:v>6.63844752107424</c:v>
                      </c:pt>
                      <c:pt idx="3277">
                        <c:v>6.6583626522869297</c:v>
                      </c:pt>
                      <c:pt idx="3278">
                        <c:v>6.6859446435205196</c:v>
                      </c:pt>
                      <c:pt idx="3279">
                        <c:v>6.7325694541074999</c:v>
                      </c:pt>
                      <c:pt idx="3280">
                        <c:v>6.70322320687466</c:v>
                      </c:pt>
                      <c:pt idx="3281">
                        <c:v>6.6863045793217104</c:v>
                      </c:pt>
                      <c:pt idx="3282">
                        <c:v>6.7036821961298303</c:v>
                      </c:pt>
                      <c:pt idx="3283">
                        <c:v>6.7508165139578296</c:v>
                      </c:pt>
                      <c:pt idx="3284">
                        <c:v>6.7885604718048</c:v>
                      </c:pt>
                      <c:pt idx="3285">
                        <c:v>6.8223691390758097</c:v>
                      </c:pt>
                      <c:pt idx="3286">
                        <c:v>6.7880207908591697</c:v>
                      </c:pt>
                      <c:pt idx="3287">
                        <c:v>6.8078316063518098</c:v>
                      </c:pt>
                      <c:pt idx="3288">
                        <c:v>6.8078316063518098</c:v>
                      </c:pt>
                      <c:pt idx="3289">
                        <c:v>6.7018025888521198</c:v>
                      </c:pt>
                      <c:pt idx="3290">
                        <c:v>6.7381805073652101</c:v>
                      </c:pt>
                      <c:pt idx="3291">
                        <c:v>6.9876086143691802</c:v>
                      </c:pt>
                      <c:pt idx="3292">
                        <c:v>7.18017085509649</c:v>
                      </c:pt>
                      <c:pt idx="3293">
                        <c:v>7.18017085509649</c:v>
                      </c:pt>
                      <c:pt idx="3294">
                        <c:v>7.0556954436448702</c:v>
                      </c:pt>
                      <c:pt idx="3295">
                        <c:v>7.0563966336332697</c:v>
                      </c:pt>
                      <c:pt idx="3296">
                        <c:v>7.04854831035333</c:v>
                      </c:pt>
                      <c:pt idx="3297">
                        <c:v>7.1388968805623199</c:v>
                      </c:pt>
                      <c:pt idx="3298">
                        <c:v>7.1837302787302901</c:v>
                      </c:pt>
                      <c:pt idx="3299">
                        <c:v>7.12636428695762</c:v>
                      </c:pt>
                      <c:pt idx="3300">
                        <c:v>7.115221926956</c:v>
                      </c:pt>
                      <c:pt idx="3301">
                        <c:v>7.0264662510490297</c:v>
                      </c:pt>
                      <c:pt idx="3302">
                        <c:v>6.9847407743022698</c:v>
                      </c:pt>
                      <c:pt idx="3303">
                        <c:v>6.8479709556408803</c:v>
                      </c:pt>
                      <c:pt idx="3304">
                        <c:v>6.8145550226678697</c:v>
                      </c:pt>
                      <c:pt idx="3305">
                        <c:v>6.7701378039031104</c:v>
                      </c:pt>
                      <c:pt idx="3306">
                        <c:v>6.9173813953763199</c:v>
                      </c:pt>
                      <c:pt idx="3307">
                        <c:v>6.9348688688246103</c:v>
                      </c:pt>
                      <c:pt idx="3308">
                        <c:v>6.8961236077407504</c:v>
                      </c:pt>
                      <c:pt idx="3309">
                        <c:v>6.8687161179536398</c:v>
                      </c:pt>
                      <c:pt idx="3310">
                        <c:v>6.8140037355065903</c:v>
                      </c:pt>
                      <c:pt idx="3311">
                        <c:v>6.8140037355065903</c:v>
                      </c:pt>
                      <c:pt idx="3312">
                        <c:v>6.8691381456385097</c:v>
                      </c:pt>
                      <c:pt idx="3313">
                        <c:v>6.8942514187492696</c:v>
                      </c:pt>
                      <c:pt idx="3314">
                        <c:v>6.8319940497795004</c:v>
                      </c:pt>
                      <c:pt idx="3315">
                        <c:v>6.8686233926819602</c:v>
                      </c:pt>
                      <c:pt idx="3316">
                        <c:v>6.9406673285334897</c:v>
                      </c:pt>
                      <c:pt idx="3317">
                        <c:v>6.92205020736544</c:v>
                      </c:pt>
                      <c:pt idx="3318">
                        <c:v>6.7573527790215797</c:v>
                      </c:pt>
                      <c:pt idx="3319">
                        <c:v>6.6955131504427099</c:v>
                      </c:pt>
                      <c:pt idx="3320">
                        <c:v>6.6465917287373202</c:v>
                      </c:pt>
                      <c:pt idx="3321">
                        <c:v>6.6227051150855001</c:v>
                      </c:pt>
                      <c:pt idx="3322">
                        <c:v>6.6227051150855001</c:v>
                      </c:pt>
                      <c:pt idx="3323">
                        <c:v>6.6101486436035701</c:v>
                      </c:pt>
                      <c:pt idx="3324">
                        <c:v>6.6102412546810001</c:v>
                      </c:pt>
                      <c:pt idx="3325">
                        <c:v>6.6390283513278101</c:v>
                      </c:pt>
                      <c:pt idx="3326">
                        <c:v>6.6204175435911896</c:v>
                      </c:pt>
                      <c:pt idx="3327">
                        <c:v>6.6204175435911896</c:v>
                      </c:pt>
                      <c:pt idx="3328">
                        <c:v>6.6229949194691304</c:v>
                      </c:pt>
                      <c:pt idx="3329">
                        <c:v>6.6369250050258097</c:v>
                      </c:pt>
                      <c:pt idx="3330">
                        <c:v>6.5690384349872</c:v>
                      </c:pt>
                      <c:pt idx="3331">
                        <c:v>6.4661256707885997</c:v>
                      </c:pt>
                      <c:pt idx="3332">
                        <c:v>6.3591863521421903</c:v>
                      </c:pt>
                      <c:pt idx="3333">
                        <c:v>6.3591863521421903</c:v>
                      </c:pt>
                      <c:pt idx="3334">
                        <c:v>6.3872251551986503</c:v>
                      </c:pt>
                      <c:pt idx="3335">
                        <c:v>6.4067880084504498</c:v>
                      </c:pt>
                      <c:pt idx="3336">
                        <c:v>6.3485945531499297</c:v>
                      </c:pt>
                      <c:pt idx="3337">
                        <c:v>6.4224345171623698</c:v>
                      </c:pt>
                      <c:pt idx="3338">
                        <c:v>6.49456931383647</c:v>
                      </c:pt>
                      <c:pt idx="3339">
                        <c:v>6.4799096753189298</c:v>
                      </c:pt>
                      <c:pt idx="3340">
                        <c:v>6.5367826462513703</c:v>
                      </c:pt>
                      <c:pt idx="3341">
                        <c:v>6.5634910494435799</c:v>
                      </c:pt>
                      <c:pt idx="3342">
                        <c:v>6.5755458908727</c:v>
                      </c:pt>
                      <c:pt idx="3343">
                        <c:v>6.5045716837169998</c:v>
                      </c:pt>
                      <c:pt idx="3344">
                        <c:v>6.5031312923640403</c:v>
                      </c:pt>
                      <c:pt idx="3345">
                        <c:v>6.4568049268811896</c:v>
                      </c:pt>
                      <c:pt idx="3346">
                        <c:v>6.4022126876223098</c:v>
                      </c:pt>
                      <c:pt idx="3347">
                        <c:v>6.3725667628593596</c:v>
                      </c:pt>
                      <c:pt idx="3348">
                        <c:v>6.5019727154522098</c:v>
                      </c:pt>
                      <c:pt idx="3349">
                        <c:v>6.5371440763520701</c:v>
                      </c:pt>
                      <c:pt idx="3350">
                        <c:v>6.5200055318505203</c:v>
                      </c:pt>
                      <c:pt idx="3351">
                        <c:v>6.4881471327584297</c:v>
                      </c:pt>
                      <c:pt idx="3352">
                        <c:v>6.4657467844904097</c:v>
                      </c:pt>
                      <c:pt idx="3353">
                        <c:v>6.5092023806018497</c:v>
                      </c:pt>
                      <c:pt idx="3354">
                        <c:v>6.4786431092834498</c:v>
                      </c:pt>
                      <c:pt idx="3355">
                        <c:v>6.4413724880025098</c:v>
                      </c:pt>
                      <c:pt idx="3356">
                        <c:v>6.45961042107084</c:v>
                      </c:pt>
                      <c:pt idx="3357">
                        <c:v>6.4801703731340004</c:v>
                      </c:pt>
                      <c:pt idx="3358">
                        <c:v>6.4808577872483903</c:v>
                      </c:pt>
                      <c:pt idx="3359">
                        <c:v>6.5146865432796099</c:v>
                      </c:pt>
                      <c:pt idx="3360">
                        <c:v>6.6091246971070898</c:v>
                      </c:pt>
                      <c:pt idx="3361">
                        <c:v>6.6158319607377498</c:v>
                      </c:pt>
                      <c:pt idx="3362">
                        <c:v>6.7325695599250004</c:v>
                      </c:pt>
                      <c:pt idx="3363">
                        <c:v>6.6985217191953401</c:v>
                      </c:pt>
                      <c:pt idx="3364">
                        <c:v>6.67541592213035</c:v>
                      </c:pt>
                      <c:pt idx="3365">
                        <c:v>6.5884579025239596</c:v>
                      </c:pt>
                      <c:pt idx="3366">
                        <c:v>6.5293993250379803</c:v>
                      </c:pt>
                      <c:pt idx="3367">
                        <c:v>6.5335901608998697</c:v>
                      </c:pt>
                      <c:pt idx="3368">
                        <c:v>6.4337782133682699</c:v>
                      </c:pt>
                      <c:pt idx="3369">
                        <c:v>6.5162966943820999</c:v>
                      </c:pt>
                      <c:pt idx="3370">
                        <c:v>6.5878495446848797</c:v>
                      </c:pt>
                      <c:pt idx="3371">
                        <c:v>6.6117164584362502</c:v>
                      </c:pt>
                      <c:pt idx="3372">
                        <c:v>6.58139178277884</c:v>
                      </c:pt>
                      <c:pt idx="3373">
                        <c:v>6.5644912824546298</c:v>
                      </c:pt>
                      <c:pt idx="3374">
                        <c:v>6.6406107193901303</c:v>
                      </c:pt>
                      <c:pt idx="3375">
                        <c:v>6.69026588707204</c:v>
                      </c:pt>
                      <c:pt idx="3376">
                        <c:v>6.6850040713734504</c:v>
                      </c:pt>
                      <c:pt idx="3377">
                        <c:v>6.6480539322562002</c:v>
                      </c:pt>
                      <c:pt idx="3378">
                        <c:v>6.6320110428502499</c:v>
                      </c:pt>
                      <c:pt idx="3379">
                        <c:v>6.56638128386271</c:v>
                      </c:pt>
                      <c:pt idx="3380">
                        <c:v>6.4842905139832299</c:v>
                      </c:pt>
                      <c:pt idx="3381">
                        <c:v>6.4358766036682296</c:v>
                      </c:pt>
                      <c:pt idx="3382">
                        <c:v>6.3923753993069301</c:v>
                      </c:pt>
                      <c:pt idx="3383">
                        <c:v>6.3923753993069301</c:v>
                      </c:pt>
                      <c:pt idx="3384">
                        <c:v>6.3529527301126798</c:v>
                      </c:pt>
                      <c:pt idx="3385">
                        <c:v>6.3424334973901599</c:v>
                      </c:pt>
                      <c:pt idx="3386">
                        <c:v>6.2549953830550704</c:v>
                      </c:pt>
                      <c:pt idx="3387">
                        <c:v>6.2708311482473498</c:v>
                      </c:pt>
                      <c:pt idx="3388">
                        <c:v>6.3191223948187902</c:v>
                      </c:pt>
                      <c:pt idx="3389">
                        <c:v>6.2755808808496498</c:v>
                      </c:pt>
                      <c:pt idx="3390">
                        <c:v>6.25708497123422</c:v>
                      </c:pt>
                      <c:pt idx="3391">
                        <c:v>6.2205443163542196</c:v>
                      </c:pt>
                      <c:pt idx="3392">
                        <c:v>6.23108957921393</c:v>
                      </c:pt>
                      <c:pt idx="3393">
                        <c:v>6.1844710258513196</c:v>
                      </c:pt>
                      <c:pt idx="3394">
                        <c:v>6.1457005145753101</c:v>
                      </c:pt>
                      <c:pt idx="3395">
                        <c:v>6.1248501171238399</c:v>
                      </c:pt>
                      <c:pt idx="3396">
                        <c:v>6.1389570346022397</c:v>
                      </c:pt>
                      <c:pt idx="3397">
                        <c:v>6.17342873076697</c:v>
                      </c:pt>
                      <c:pt idx="3398">
                        <c:v>6.1787377548470204</c:v>
                      </c:pt>
                      <c:pt idx="3399">
                        <c:v>6.2089060319604101</c:v>
                      </c:pt>
                      <c:pt idx="3400">
                        <c:v>6.2468277642700203</c:v>
                      </c:pt>
                      <c:pt idx="3401">
                        <c:v>6.2468277642700203</c:v>
                      </c:pt>
                      <c:pt idx="3402">
                        <c:v>6.2468277642700203</c:v>
                      </c:pt>
                      <c:pt idx="3403">
                        <c:v>6.2166497794329203</c:v>
                      </c:pt>
                      <c:pt idx="3404">
                        <c:v>6.1052892037951398</c:v>
                      </c:pt>
                      <c:pt idx="3405">
                        <c:v>6.0321189162687601</c:v>
                      </c:pt>
                      <c:pt idx="3406">
                        <c:v>6.0113846310731702</c:v>
                      </c:pt>
                      <c:pt idx="3407">
                        <c:v>5.9558718305504099</c:v>
                      </c:pt>
                      <c:pt idx="3408">
                        <c:v>5.9895369229184103</c:v>
                      </c:pt>
                      <c:pt idx="3409">
                        <c:v>5.9995798647935201</c:v>
                      </c:pt>
                      <c:pt idx="3410">
                        <c:v>5.9712519024574204</c:v>
                      </c:pt>
                      <c:pt idx="3411">
                        <c:v>5.90109659239004</c:v>
                      </c:pt>
                      <c:pt idx="3412">
                        <c:v>5.8357293150152802</c:v>
                      </c:pt>
                      <c:pt idx="3413">
                        <c:v>5.8357293150152802</c:v>
                      </c:pt>
                      <c:pt idx="3414">
                        <c:v>5.8763064792852804</c:v>
                      </c:pt>
                      <c:pt idx="3415">
                        <c:v>5.8261482210926099</c:v>
                      </c:pt>
                      <c:pt idx="3416">
                        <c:v>5.8847724894652398</c:v>
                      </c:pt>
                      <c:pt idx="3417">
                        <c:v>5.8548181515543396</c:v>
                      </c:pt>
                      <c:pt idx="3418">
                        <c:v>5.9183141233095098</c:v>
                      </c:pt>
                      <c:pt idx="3419">
                        <c:v>5.9223309741399204</c:v>
                      </c:pt>
                      <c:pt idx="3420">
                        <c:v>5.9997816653091398</c:v>
                      </c:pt>
                      <c:pt idx="3421">
                        <c:v>5.9828515618669602</c:v>
                      </c:pt>
                      <c:pt idx="3422">
                        <c:v>5.9610984615968103</c:v>
                      </c:pt>
                      <c:pt idx="3423">
                        <c:v>5.9666401319834499</c:v>
                      </c:pt>
                      <c:pt idx="3424">
                        <c:v>6.0313842893741398</c:v>
                      </c:pt>
                      <c:pt idx="3425">
                        <c:v>5.9577818530146702</c:v>
                      </c:pt>
                      <c:pt idx="3426">
                        <c:v>5.9407344641111202</c:v>
                      </c:pt>
                      <c:pt idx="3427">
                        <c:v>5.84917998406205</c:v>
                      </c:pt>
                      <c:pt idx="3428">
                        <c:v>5.8499874291241802</c:v>
                      </c:pt>
                      <c:pt idx="3429">
                        <c:v>5.8472151199873501</c:v>
                      </c:pt>
                      <c:pt idx="3430">
                        <c:v>5.8847146835936197</c:v>
                      </c:pt>
                      <c:pt idx="3431">
                        <c:v>5.8914244043083697</c:v>
                      </c:pt>
                      <c:pt idx="3432">
                        <c:v>5.8607964534149497</c:v>
                      </c:pt>
                      <c:pt idx="3433">
                        <c:v>5.8607964534149497</c:v>
                      </c:pt>
                      <c:pt idx="3434">
                        <c:v>5.8488378132537999</c:v>
                      </c:pt>
                      <c:pt idx="3435">
                        <c:v>5.77866377556823</c:v>
                      </c:pt>
                      <c:pt idx="3436">
                        <c:v>5.8174660961863598</c:v>
                      </c:pt>
                      <c:pt idx="3437">
                        <c:v>5.7452965544860302</c:v>
                      </c:pt>
                      <c:pt idx="3438">
                        <c:v>5.7181077343931603</c:v>
                      </c:pt>
                      <c:pt idx="3439">
                        <c:v>5.6187449792985404</c:v>
                      </c:pt>
                      <c:pt idx="3440">
                        <c:v>5.6743823904130801</c:v>
                      </c:pt>
                      <c:pt idx="3441">
                        <c:v>5.77788767938193</c:v>
                      </c:pt>
                      <c:pt idx="3442">
                        <c:v>5.8234097818921704</c:v>
                      </c:pt>
                      <c:pt idx="3443">
                        <c:v>5.7852426909562196</c:v>
                      </c:pt>
                      <c:pt idx="3444">
                        <c:v>5.7811602906913704</c:v>
                      </c:pt>
                      <c:pt idx="3445">
                        <c:v>5.7330992644689598</c:v>
                      </c:pt>
                      <c:pt idx="3446">
                        <c:v>5.8365114881627802</c:v>
                      </c:pt>
                      <c:pt idx="3447">
                        <c:v>5.8751747239722096</c:v>
                      </c:pt>
                      <c:pt idx="3448">
                        <c:v>5.8751747239722096</c:v>
                      </c:pt>
                      <c:pt idx="3449">
                        <c:v>6.0080926115878901</c:v>
                      </c:pt>
                      <c:pt idx="3450">
                        <c:v>6.0619420673636597</c:v>
                      </c:pt>
                      <c:pt idx="3451">
                        <c:v>5.9856383441194803</c:v>
                      </c:pt>
                      <c:pt idx="3452">
                        <c:v>5.9600346228368997</c:v>
                      </c:pt>
                      <c:pt idx="3453">
                        <c:v>5.9600346228368997</c:v>
                      </c:pt>
                      <c:pt idx="3454">
                        <c:v>5.9135676116923497</c:v>
                      </c:pt>
                      <c:pt idx="3455">
                        <c:v>5.9127033642224998</c:v>
                      </c:pt>
                      <c:pt idx="3456">
                        <c:v>6.0035639025037097</c:v>
                      </c:pt>
                      <c:pt idx="3457">
                        <c:v>5.9458130865822598</c:v>
                      </c:pt>
                      <c:pt idx="3458">
                        <c:v>5.9458130865822598</c:v>
                      </c:pt>
                      <c:pt idx="3459">
                        <c:v>5.9534152461837504</c:v>
                      </c:pt>
                      <c:pt idx="3460">
                        <c:v>6.1072106881761501</c:v>
                      </c:pt>
                      <c:pt idx="3461">
                        <c:v>6.2085373720637698</c:v>
                      </c:pt>
                      <c:pt idx="3462">
                        <c:v>6.2895662732463302</c:v>
                      </c:pt>
                      <c:pt idx="3463">
                        <c:v>6.23398844270341</c:v>
                      </c:pt>
                      <c:pt idx="3464">
                        <c:v>6.1898733361348999</c:v>
                      </c:pt>
                      <c:pt idx="3465">
                        <c:v>6.2033590051415102</c:v>
                      </c:pt>
                      <c:pt idx="3466">
                        <c:v>6.1496968663640104</c:v>
                      </c:pt>
                      <c:pt idx="3467">
                        <c:v>6.1500743419258104</c:v>
                      </c:pt>
                      <c:pt idx="3468">
                        <c:v>6.0824117929837298</c:v>
                      </c:pt>
                      <c:pt idx="3469">
                        <c:v>6.1742609751827802</c:v>
                      </c:pt>
                      <c:pt idx="3470">
                        <c:v>6.1450982113447097</c:v>
                      </c:pt>
                      <c:pt idx="3471">
                        <c:v>6.1450982113447097</c:v>
                      </c:pt>
                      <c:pt idx="3472">
                        <c:v>6.2161336375737104</c:v>
                      </c:pt>
                      <c:pt idx="3473">
                        <c:v>6.2346079654425699</c:v>
                      </c:pt>
                      <c:pt idx="3474">
                        <c:v>6.2191712534629398</c:v>
                      </c:pt>
                      <c:pt idx="3475">
                        <c:v>6.3086550195840703</c:v>
                      </c:pt>
                      <c:pt idx="3476">
                        <c:v>6.2470288026283303</c:v>
                      </c:pt>
                      <c:pt idx="3477">
                        <c:v>6.3150440752949297</c:v>
                      </c:pt>
                      <c:pt idx="3478">
                        <c:v>6.2160091212889101</c:v>
                      </c:pt>
                      <c:pt idx="3479">
                        <c:v>6.30719800162003</c:v>
                      </c:pt>
                      <c:pt idx="3480">
                        <c:v>6.3596066459480198</c:v>
                      </c:pt>
                      <c:pt idx="3481">
                        <c:v>6.39064199245112</c:v>
                      </c:pt>
                      <c:pt idx="3482">
                        <c:v>6.3764290216182404</c:v>
                      </c:pt>
                      <c:pt idx="3483">
                        <c:v>6.3764290216182404</c:v>
                      </c:pt>
                      <c:pt idx="3484">
                        <c:v>6.3298963466912799</c:v>
                      </c:pt>
                      <c:pt idx="3485">
                        <c:v>6.3337926601072496</c:v>
                      </c:pt>
                      <c:pt idx="3486">
                        <c:v>6.2957811526563496</c:v>
                      </c:pt>
                      <c:pt idx="3487">
                        <c:v>6.3025607352060504</c:v>
                      </c:pt>
                      <c:pt idx="3488">
                        <c:v>6.3033897142900299</c:v>
                      </c:pt>
                      <c:pt idx="3489">
                        <c:v>6.2757129350154699</c:v>
                      </c:pt>
                      <c:pt idx="3490">
                        <c:v>6.2408852126075001</c:v>
                      </c:pt>
                      <c:pt idx="3491">
                        <c:v>6.2157086490145801</c:v>
                      </c:pt>
                      <c:pt idx="3492">
                        <c:v>6.2683413085986199</c:v>
                      </c:pt>
                      <c:pt idx="3493">
                        <c:v>6.2683413085986199</c:v>
                      </c:pt>
                      <c:pt idx="3494">
                        <c:v>6.2454065176647298</c:v>
                      </c:pt>
                      <c:pt idx="3495">
                        <c:v>6.2618207685154799</c:v>
                      </c:pt>
                      <c:pt idx="3496">
                        <c:v>6.2340335603346704</c:v>
                      </c:pt>
                      <c:pt idx="3497">
                        <c:v>6.1844307162694303</c:v>
                      </c:pt>
                      <c:pt idx="3498">
                        <c:v>6.2142373302834999</c:v>
                      </c:pt>
                      <c:pt idx="3499">
                        <c:v>6.2341155424242096</c:v>
                      </c:pt>
                      <c:pt idx="3500">
                        <c:v>6.2261815411826902</c:v>
                      </c:pt>
                      <c:pt idx="3501">
                        <c:v>6.17427228848263</c:v>
                      </c:pt>
                      <c:pt idx="3502">
                        <c:v>6.1652693416218201</c:v>
                      </c:pt>
                      <c:pt idx="3503">
                        <c:v>6.2341747134078496</c:v>
                      </c:pt>
                      <c:pt idx="3504">
                        <c:v>6.2190559152462797</c:v>
                      </c:pt>
                      <c:pt idx="3505">
                        <c:v>6.1831486687184798</c:v>
                      </c:pt>
                      <c:pt idx="3506">
                        <c:v>6.14554737833621</c:v>
                      </c:pt>
                      <c:pt idx="3507">
                        <c:v>6.0954602613510502</c:v>
                      </c:pt>
                      <c:pt idx="3508">
                        <c:v>6.0666694717588401</c:v>
                      </c:pt>
                      <c:pt idx="3509">
                        <c:v>6.0754072974484004</c:v>
                      </c:pt>
                      <c:pt idx="3510">
                        <c:v>6.0472927412429502</c:v>
                      </c:pt>
                      <c:pt idx="3511">
                        <c:v>6.0610235314465299</c:v>
                      </c:pt>
                      <c:pt idx="3512">
                        <c:v>6.0380310205208296</c:v>
                      </c:pt>
                      <c:pt idx="3513">
                        <c:v>6.0437788394086098</c:v>
                      </c:pt>
                      <c:pt idx="3514">
                        <c:v>6.0540007538924199</c:v>
                      </c:pt>
                      <c:pt idx="3515">
                        <c:v>6.0535237726566304</c:v>
                      </c:pt>
                      <c:pt idx="3516">
                        <c:v>6.0740529477295198</c:v>
                      </c:pt>
                      <c:pt idx="3517">
                        <c:v>6.0681495536204801</c:v>
                      </c:pt>
                      <c:pt idx="3518">
                        <c:v>6.0648886306830301</c:v>
                      </c:pt>
                      <c:pt idx="3519">
                        <c:v>6.1079937099954797</c:v>
                      </c:pt>
                      <c:pt idx="3520">
                        <c:v>6.0601365100337201</c:v>
                      </c:pt>
                      <c:pt idx="3521">
                        <c:v>6.0992417540748498</c:v>
                      </c:pt>
                      <c:pt idx="3522">
                        <c:v>6.0445303930640897</c:v>
                      </c:pt>
                      <c:pt idx="3523">
                        <c:v>6.0859489570415102</c:v>
                      </c:pt>
                      <c:pt idx="3524">
                        <c:v>6.0674674202366301</c:v>
                      </c:pt>
                      <c:pt idx="3525">
                        <c:v>6.0118580357675304</c:v>
                      </c:pt>
                      <c:pt idx="3526">
                        <c:v>6.1213367208627503</c:v>
                      </c:pt>
                      <c:pt idx="3527">
                        <c:v>6.1334202096000903</c:v>
                      </c:pt>
                      <c:pt idx="3528">
                        <c:v>5.9721069006171996</c:v>
                      </c:pt>
                      <c:pt idx="3529">
                        <c:v>6.03648746192916</c:v>
                      </c:pt>
                      <c:pt idx="3530">
                        <c:v>6.0337308385825903</c:v>
                      </c:pt>
                      <c:pt idx="3531">
                        <c:v>5.9210985292968701</c:v>
                      </c:pt>
                      <c:pt idx="3532">
                        <c:v>5.8769747859243804</c:v>
                      </c:pt>
                      <c:pt idx="3533">
                        <c:v>5.8769747859243804</c:v>
                      </c:pt>
                      <c:pt idx="3534">
                        <c:v>5.9271863174530299</c:v>
                      </c:pt>
                      <c:pt idx="3535">
                        <c:v>5.9268853820514904</c:v>
                      </c:pt>
                      <c:pt idx="3536">
                        <c:v>5.9646298089780796</c:v>
                      </c:pt>
                      <c:pt idx="3537">
                        <c:v>6.1074641451803204</c:v>
                      </c:pt>
                      <c:pt idx="3538">
                        <c:v>6.1222976236145197</c:v>
                      </c:pt>
                      <c:pt idx="3539">
                        <c:v>6.04368804834772</c:v>
                      </c:pt>
                      <c:pt idx="3540">
                        <c:v>6.0879240739920197</c:v>
                      </c:pt>
                      <c:pt idx="3541">
                        <c:v>6.0834620730524902</c:v>
                      </c:pt>
                      <c:pt idx="3542">
                        <c:v>6.1664392310159304</c:v>
                      </c:pt>
                      <c:pt idx="3543">
                        <c:v>6.0984465296767301</c:v>
                      </c:pt>
                      <c:pt idx="3544">
                        <c:v>6.1282109330792096</c:v>
                      </c:pt>
                      <c:pt idx="3545">
                        <c:v>6.2045680567856198</c:v>
                      </c:pt>
                      <c:pt idx="3546">
                        <c:v>6.2915953689342796</c:v>
                      </c:pt>
                      <c:pt idx="3547">
                        <c:v>6.2607679964291902</c:v>
                      </c:pt>
                      <c:pt idx="3548">
                        <c:v>6.2607679964291902</c:v>
                      </c:pt>
                      <c:pt idx="3549">
                        <c:v>6.2014009477606002</c:v>
                      </c:pt>
                      <c:pt idx="3550">
                        <c:v>6.1530278320992604</c:v>
                      </c:pt>
                      <c:pt idx="3551">
                        <c:v>6.1641583084031799</c:v>
                      </c:pt>
                      <c:pt idx="3552">
                        <c:v>6.1722193389443802</c:v>
                      </c:pt>
                      <c:pt idx="3553">
                        <c:v>6.1722193389443802</c:v>
                      </c:pt>
                      <c:pt idx="3554">
                        <c:v>6.2260182940940503</c:v>
                      </c:pt>
                      <c:pt idx="3555">
                        <c:v>6.22582810277137</c:v>
                      </c:pt>
                      <c:pt idx="3556">
                        <c:v>6.1835428930074103</c:v>
                      </c:pt>
                      <c:pt idx="3557">
                        <c:v>6.1270426637725999</c:v>
                      </c:pt>
                      <c:pt idx="3558">
                        <c:v>6.1448716403802504</c:v>
                      </c:pt>
                      <c:pt idx="3559">
                        <c:v>6.0801696061002399</c:v>
                      </c:pt>
                      <c:pt idx="3560">
                        <c:v>6.0626547595941602</c:v>
                      </c:pt>
                      <c:pt idx="3561">
                        <c:v>6.0134629517545202</c:v>
                      </c:pt>
                      <c:pt idx="3562">
                        <c:v>6.0088919570348596</c:v>
                      </c:pt>
                      <c:pt idx="3563">
                        <c:v>5.7206900060192298</c:v>
                      </c:pt>
                      <c:pt idx="3564">
                        <c:v>5.9507075757619097</c:v>
                      </c:pt>
                      <c:pt idx="3565">
                        <c:v>5.9221447568500096</c:v>
                      </c:pt>
                      <c:pt idx="3566">
                        <c:v>5.8461608627701303</c:v>
                      </c:pt>
                      <c:pt idx="3567">
                        <c:v>5.8776553985517204</c:v>
                      </c:pt>
                      <c:pt idx="3568">
                        <c:v>5.8974164367066502</c:v>
                      </c:pt>
                      <c:pt idx="3569">
                        <c:v>5.88106623364237</c:v>
                      </c:pt>
                      <c:pt idx="3570">
                        <c:v>5.8858193466095603</c:v>
                      </c:pt>
                      <c:pt idx="3571">
                        <c:v>5.9232961174424696</c:v>
                      </c:pt>
                      <c:pt idx="3572">
                        <c:v>5.9232961174424696</c:v>
                      </c:pt>
                      <c:pt idx="3573">
                        <c:v>6.00487007086556</c:v>
                      </c:pt>
                      <c:pt idx="3574">
                        <c:v>6.0661646137342196</c:v>
                      </c:pt>
                      <c:pt idx="3575">
                        <c:v>5.9937035784289199</c:v>
                      </c:pt>
                      <c:pt idx="3576">
                        <c:v>5.9091546791171998</c:v>
                      </c:pt>
                      <c:pt idx="3577">
                        <c:v>5.8718774511158296</c:v>
                      </c:pt>
                      <c:pt idx="3578">
                        <c:v>5.77496628546045</c:v>
                      </c:pt>
                      <c:pt idx="3579">
                        <c:v>5.8256129019109597</c:v>
                      </c:pt>
                      <c:pt idx="3580">
                        <c:v>5.8758743107415903</c:v>
                      </c:pt>
                      <c:pt idx="3581">
                        <c:v>5.8822762430969497</c:v>
                      </c:pt>
                      <c:pt idx="3582">
                        <c:v>5.9337613587404601</c:v>
                      </c:pt>
                      <c:pt idx="3583">
                        <c:v>5.9337613587404601</c:v>
                      </c:pt>
                      <c:pt idx="3584">
                        <c:v>5.9385621940165603</c:v>
                      </c:pt>
                      <c:pt idx="3585">
                        <c:v>5.93477752335553</c:v>
                      </c:pt>
                      <c:pt idx="3586">
                        <c:v>5.9361988111477499</c:v>
                      </c:pt>
                      <c:pt idx="3587">
                        <c:v>5.9361988111477499</c:v>
                      </c:pt>
                      <c:pt idx="3588">
                        <c:v>5.9361988111477499</c:v>
                      </c:pt>
                      <c:pt idx="3589">
                        <c:v>5.90145021607883</c:v>
                      </c:pt>
                      <c:pt idx="3590">
                        <c:v>5.8435901844585603</c:v>
                      </c:pt>
                      <c:pt idx="3591">
                        <c:v>5.8328331091474901</c:v>
                      </c:pt>
                      <c:pt idx="3592">
                        <c:v>5.7791144249741304</c:v>
                      </c:pt>
                      <c:pt idx="3593">
                        <c:v>5.7791144249741304</c:v>
                      </c:pt>
                      <c:pt idx="3594">
                        <c:v>5.7928095778324602</c:v>
                      </c:pt>
                      <c:pt idx="3595">
                        <c:v>5.8115490703883204</c:v>
                      </c:pt>
                      <c:pt idx="3596">
                        <c:v>5.7807336725522704</c:v>
                      </c:pt>
                      <c:pt idx="3597">
                        <c:v>5.8006376867316103</c:v>
                      </c:pt>
                      <c:pt idx="3598">
                        <c:v>5.8334229264285096</c:v>
                      </c:pt>
                      <c:pt idx="3599">
                        <c:v>5.8866551152065396</c:v>
                      </c:pt>
                      <c:pt idx="3600">
                        <c:v>5.8626159818744101</c:v>
                      </c:pt>
                      <c:pt idx="3601">
                        <c:v>5.8786072527037003</c:v>
                      </c:pt>
                      <c:pt idx="3602">
                        <c:v>5.8929171258047299</c:v>
                      </c:pt>
                      <c:pt idx="3603">
                        <c:v>5.9176188963306702</c:v>
                      </c:pt>
                      <c:pt idx="3604">
                        <c:v>5.8646292578280397</c:v>
                      </c:pt>
                      <c:pt idx="3605">
                        <c:v>5.8722681996784702</c:v>
                      </c:pt>
                      <c:pt idx="3606">
                        <c:v>5.8339731960782197</c:v>
                      </c:pt>
                      <c:pt idx="3607">
                        <c:v>5.8601581662801498</c:v>
                      </c:pt>
                      <c:pt idx="3608">
                        <c:v>5.8646427523214797</c:v>
                      </c:pt>
                      <c:pt idx="3609">
                        <c:v>5.8997449305920799</c:v>
                      </c:pt>
                      <c:pt idx="3610">
                        <c:v>5.8977506909911899</c:v>
                      </c:pt>
                      <c:pt idx="3611">
                        <c:v>5.89504145128143</c:v>
                      </c:pt>
                      <c:pt idx="3612">
                        <c:v>5.9157615163406696</c:v>
                      </c:pt>
                      <c:pt idx="3613">
                        <c:v>5.9950329016653097</c:v>
                      </c:pt>
                      <c:pt idx="3614">
                        <c:v>6.0017610003656898</c:v>
                      </c:pt>
                      <c:pt idx="3615">
                        <c:v>5.9811312099785798</c:v>
                      </c:pt>
                      <c:pt idx="3616">
                        <c:v>6.0192845229305201</c:v>
                      </c:pt>
                      <c:pt idx="3617">
                        <c:v>6.0460096442696303</c:v>
                      </c:pt>
                      <c:pt idx="3618">
                        <c:v>6.0289084439520604</c:v>
                      </c:pt>
                      <c:pt idx="3619">
                        <c:v>6.04817963284043</c:v>
                      </c:pt>
                      <c:pt idx="3620">
                        <c:v>6.0618718761470403</c:v>
                      </c:pt>
                      <c:pt idx="3621">
                        <c:v>6.0602492648880002</c:v>
                      </c:pt>
                      <c:pt idx="3622">
                        <c:v>6.02486221347863</c:v>
                      </c:pt>
                      <c:pt idx="3623">
                        <c:v>6.0364226632456903</c:v>
                      </c:pt>
                      <c:pt idx="3624">
                        <c:v>6.0467788019490101</c:v>
                      </c:pt>
                      <c:pt idx="3625">
                        <c:v>6.0335451605294503</c:v>
                      </c:pt>
                      <c:pt idx="3626">
                        <c:v>6.0100214526376696</c:v>
                      </c:pt>
                      <c:pt idx="3627">
                        <c:v>6.00054056987618</c:v>
                      </c:pt>
                      <c:pt idx="3628">
                        <c:v>5.9787031051691404</c:v>
                      </c:pt>
                      <c:pt idx="3629">
                        <c:v>6.0111884591112101</c:v>
                      </c:pt>
                      <c:pt idx="3630">
                        <c:v>6.0507005157416698</c:v>
                      </c:pt>
                      <c:pt idx="3631">
                        <c:v>6.1482675750556703</c:v>
                      </c:pt>
                      <c:pt idx="3632">
                        <c:v>6.1781399493254199</c:v>
                      </c:pt>
                      <c:pt idx="3633">
                        <c:v>6.1663035749894002</c:v>
                      </c:pt>
                      <c:pt idx="3634">
                        <c:v>6.1158761154340002</c:v>
                      </c:pt>
                      <c:pt idx="3635">
                        <c:v>6.1490316847831803</c:v>
                      </c:pt>
                      <c:pt idx="3636">
                        <c:v>6.14667478937384</c:v>
                      </c:pt>
                      <c:pt idx="3637">
                        <c:v>6.1181567633616796</c:v>
                      </c:pt>
                      <c:pt idx="3638">
                        <c:v>6.0669402485178701</c:v>
                      </c:pt>
                      <c:pt idx="3639">
                        <c:v>6.0388352406069101</c:v>
                      </c:pt>
                      <c:pt idx="3640">
                        <c:v>6.0539520959009803</c:v>
                      </c:pt>
                      <c:pt idx="3641">
                        <c:v>6.0281605566832797</c:v>
                      </c:pt>
                      <c:pt idx="3642">
                        <c:v>5.9881645914331401</c:v>
                      </c:pt>
                      <c:pt idx="3643">
                        <c:v>5.9881645914331401</c:v>
                      </c:pt>
                      <c:pt idx="3644">
                        <c:v>5.9881645914331401</c:v>
                      </c:pt>
                      <c:pt idx="3645">
                        <c:v>5.9913789020158603</c:v>
                      </c:pt>
                      <c:pt idx="3646">
                        <c:v>6.0021208146577898</c:v>
                      </c:pt>
                      <c:pt idx="3647">
                        <c:v>6.0240567718124698</c:v>
                      </c:pt>
                      <c:pt idx="3648">
                        <c:v>5.98136343341156</c:v>
                      </c:pt>
                      <c:pt idx="3649">
                        <c:v>5.9076438215723801</c:v>
                      </c:pt>
                      <c:pt idx="3650">
                        <c:v>5.8820567771755599</c:v>
                      </c:pt>
                      <c:pt idx="3651">
                        <c:v>5.8820567771755599</c:v>
                      </c:pt>
                      <c:pt idx="3652">
                        <c:v>5.8820567771755599</c:v>
                      </c:pt>
                      <c:pt idx="3653">
                        <c:v>5.8965488001758803</c:v>
                      </c:pt>
                      <c:pt idx="3654">
                        <c:v>5.8986883832574701</c:v>
                      </c:pt>
                      <c:pt idx="3655">
                        <c:v>5.9126188005328304</c:v>
                      </c:pt>
                      <c:pt idx="3656">
                        <c:v>5.8832917367162301</c:v>
                      </c:pt>
                      <c:pt idx="3657">
                        <c:v>5.8201868283981897</c:v>
                      </c:pt>
                      <c:pt idx="3658">
                        <c:v>5.8246595654217197</c:v>
                      </c:pt>
                      <c:pt idx="3659">
                        <c:v>5.7606998089560602</c:v>
                      </c:pt>
                      <c:pt idx="3660">
                        <c:v>5.7183804658550796</c:v>
                      </c:pt>
                      <c:pt idx="3661">
                        <c:v>5.75991555549012</c:v>
                      </c:pt>
                      <c:pt idx="3662">
                        <c:v>5.7234521863545602</c:v>
                      </c:pt>
                      <c:pt idx="3663">
                        <c:v>5.7021539301270403</c:v>
                      </c:pt>
                      <c:pt idx="3664">
                        <c:v>5.6813271726249299</c:v>
                      </c:pt>
                      <c:pt idx="3665">
                        <c:v>5.6777486018892498</c:v>
                      </c:pt>
                      <c:pt idx="3666">
                        <c:v>5.7397231104749302</c:v>
                      </c:pt>
                      <c:pt idx="3667">
                        <c:v>5.7400577505252501</c:v>
                      </c:pt>
                      <c:pt idx="3668">
                        <c:v>5.7380186801832203</c:v>
                      </c:pt>
                      <c:pt idx="3669">
                        <c:v>5.7414278699992396</c:v>
                      </c:pt>
                      <c:pt idx="3670">
                        <c:v>5.77438103108629</c:v>
                      </c:pt>
                      <c:pt idx="3671">
                        <c:v>5.7714988691105802</c:v>
                      </c:pt>
                      <c:pt idx="3672">
                        <c:v>5.7180321561580598</c:v>
                      </c:pt>
                      <c:pt idx="3673">
                        <c:v>5.7836192802448103</c:v>
                      </c:pt>
                      <c:pt idx="3674">
                        <c:v>5.7836192802448103</c:v>
                      </c:pt>
                      <c:pt idx="3675">
                        <c:v>5.7681894385908299</c:v>
                      </c:pt>
                      <c:pt idx="3676">
                        <c:v>5.7609564561059896</c:v>
                      </c:pt>
                      <c:pt idx="3677">
                        <c:v>5.7681882799525299</c:v>
                      </c:pt>
                      <c:pt idx="3678">
                        <c:v>5.8002075023414097</c:v>
                      </c:pt>
                      <c:pt idx="3679">
                        <c:v>5.8690667785915496</c:v>
                      </c:pt>
                      <c:pt idx="3680">
                        <c:v>5.8870335135707297</c:v>
                      </c:pt>
                      <c:pt idx="3681">
                        <c:v>5.8350497904285197</c:v>
                      </c:pt>
                      <c:pt idx="3682">
                        <c:v>5.8352479224569898</c:v>
                      </c:pt>
                      <c:pt idx="3683">
                        <c:v>5.8352479224569898</c:v>
                      </c:pt>
                      <c:pt idx="3684">
                        <c:v>5.8883357519625497</c:v>
                      </c:pt>
                      <c:pt idx="3685">
                        <c:v>5.9050607655601004</c:v>
                      </c:pt>
                      <c:pt idx="3686">
                        <c:v>5.95261531401915</c:v>
                      </c:pt>
                      <c:pt idx="3687">
                        <c:v>6.0560169202911096</c:v>
                      </c:pt>
                      <c:pt idx="3688">
                        <c:v>6.0384549786169099</c:v>
                      </c:pt>
                      <c:pt idx="3689">
                        <c:v>5.9921572288910099</c:v>
                      </c:pt>
                      <c:pt idx="3690">
                        <c:v>5.9781236505376496</c:v>
                      </c:pt>
                      <c:pt idx="3691">
                        <c:v>5.9530655955909397</c:v>
                      </c:pt>
                      <c:pt idx="3692">
                        <c:v>5.9631402918978598</c:v>
                      </c:pt>
                      <c:pt idx="3693">
                        <c:v>5.9487826887619102</c:v>
                      </c:pt>
                      <c:pt idx="3694">
                        <c:v>5.9731838056516402</c:v>
                      </c:pt>
                      <c:pt idx="3695">
                        <c:v>6.0017979784081898</c:v>
                      </c:pt>
                      <c:pt idx="3696">
                        <c:v>6.0090350130813404</c:v>
                      </c:pt>
                      <c:pt idx="3697">
                        <c:v>5.9663236294611304</c:v>
                      </c:pt>
                      <c:pt idx="3698">
                        <c:v>5.9663236294611304</c:v>
                      </c:pt>
                      <c:pt idx="3699">
                        <c:v>5.9677689507708296</c:v>
                      </c:pt>
                      <c:pt idx="3700">
                        <c:v>5.9122080811271296</c:v>
                      </c:pt>
                      <c:pt idx="3701">
                        <c:v>5.9330973337152102</c:v>
                      </c:pt>
                      <c:pt idx="3702">
                        <c:v>5.98472858140883</c:v>
                      </c:pt>
                      <c:pt idx="3703">
                        <c:v>5.98472858140883</c:v>
                      </c:pt>
                      <c:pt idx="3704">
                        <c:v>6.0335979325559403</c:v>
                      </c:pt>
                      <c:pt idx="3705">
                        <c:v>6.0627116081191996</c:v>
                      </c:pt>
                      <c:pt idx="3706">
                        <c:v>6.0532938605233104</c:v>
                      </c:pt>
                      <c:pt idx="3707">
                        <c:v>6.1333153795415196</c:v>
                      </c:pt>
                      <c:pt idx="3708">
                        <c:v>6.1296246818123397</c:v>
                      </c:pt>
                      <c:pt idx="3709">
                        <c:v>6.1279922307469104</c:v>
                      </c:pt>
                      <c:pt idx="3710">
                        <c:v>6.1061001096505896</c:v>
                      </c:pt>
                      <c:pt idx="3711">
                        <c:v>6.1513881172135196</c:v>
                      </c:pt>
                      <c:pt idx="3712">
                        <c:v>6.1185219160786204</c:v>
                      </c:pt>
                      <c:pt idx="3713">
                        <c:v>6.1239424194678502</c:v>
                      </c:pt>
                      <c:pt idx="3714">
                        <c:v>6.1377667493549399</c:v>
                      </c:pt>
                      <c:pt idx="3715">
                        <c:v>6.1167057314516704</c:v>
                      </c:pt>
                      <c:pt idx="3716">
                        <c:v>6.1458060498134799</c:v>
                      </c:pt>
                      <c:pt idx="3717">
                        <c:v>6.14489212280969</c:v>
                      </c:pt>
                      <c:pt idx="3718">
                        <c:v>6.14489212280969</c:v>
                      </c:pt>
                      <c:pt idx="3719">
                        <c:v>6.1202976165466003</c:v>
                      </c:pt>
                      <c:pt idx="3720">
                        <c:v>6.0898858092371997</c:v>
                      </c:pt>
                      <c:pt idx="3721">
                        <c:v>6.1014053536663804</c:v>
                      </c:pt>
                      <c:pt idx="3722">
                        <c:v>6.1030625045520601</c:v>
                      </c:pt>
                      <c:pt idx="3723">
                        <c:v>6.1591350298488896</c:v>
                      </c:pt>
                      <c:pt idx="3724">
                        <c:v>6.1055703176454301</c:v>
                      </c:pt>
                      <c:pt idx="3725">
                        <c:v>6.1308097530992196</c:v>
                      </c:pt>
                      <c:pt idx="3726">
                        <c:v>6.1409794446798696</c:v>
                      </c:pt>
                      <c:pt idx="3727">
                        <c:v>6.1378413702343302</c:v>
                      </c:pt>
                      <c:pt idx="3728">
                        <c:v>6.1396452963404702</c:v>
                      </c:pt>
                      <c:pt idx="3729">
                        <c:v>6.1498478186767302</c:v>
                      </c:pt>
                      <c:pt idx="3730">
                        <c:v>6.1230916285233699</c:v>
                      </c:pt>
                      <c:pt idx="3731">
                        <c:v>6.0894518199666798</c:v>
                      </c:pt>
                      <c:pt idx="3732">
                        <c:v>6.0894518199666798</c:v>
                      </c:pt>
                      <c:pt idx="3733">
                        <c:v>6.0946778720488402</c:v>
                      </c:pt>
                      <c:pt idx="3734">
                        <c:v>6.1343553207335804</c:v>
                      </c:pt>
                      <c:pt idx="3735">
                        <c:v>6.1452378141822104</c:v>
                      </c:pt>
                      <c:pt idx="3736">
                        <c:v>6.1158036513746001</c:v>
                      </c:pt>
                      <c:pt idx="3737">
                        <c:v>6.1090943852594597</c:v>
                      </c:pt>
                      <c:pt idx="3738">
                        <c:v>6.1575260485696699</c:v>
                      </c:pt>
                      <c:pt idx="3739">
                        <c:v>6.20771306952863</c:v>
                      </c:pt>
                      <c:pt idx="3740">
                        <c:v>6.2061591115273202</c:v>
                      </c:pt>
                      <c:pt idx="3741">
                        <c:v>6.2072748010910299</c:v>
                      </c:pt>
                      <c:pt idx="3742">
                        <c:v>6.2116384417821404</c:v>
                      </c:pt>
                      <c:pt idx="3743">
                        <c:v>6.1703152238258001</c:v>
                      </c:pt>
                      <c:pt idx="3744">
                        <c:v>6.1703152238258001</c:v>
                      </c:pt>
                      <c:pt idx="3745">
                        <c:v>6.1561428248481</c:v>
                      </c:pt>
                      <c:pt idx="3746">
                        <c:v>6.1448674469819897</c:v>
                      </c:pt>
                      <c:pt idx="3747">
                        <c:v>6.1366738895286597</c:v>
                      </c:pt>
                      <c:pt idx="3748">
                        <c:v>6.1901620951186098</c:v>
                      </c:pt>
                      <c:pt idx="3749">
                        <c:v>6.1994782270732802</c:v>
                      </c:pt>
                      <c:pt idx="3750">
                        <c:v>6.2002830279045504</c:v>
                      </c:pt>
                      <c:pt idx="3751">
                        <c:v>6.1718530209846199</c:v>
                      </c:pt>
                      <c:pt idx="3752">
                        <c:v>6.1927015449465497</c:v>
                      </c:pt>
                      <c:pt idx="3753">
                        <c:v>6.1927015449465497</c:v>
                      </c:pt>
                      <c:pt idx="3754">
                        <c:v>6.1703869131623801</c:v>
                      </c:pt>
                      <c:pt idx="3755">
                        <c:v>6.1557644179963198</c:v>
                      </c:pt>
                      <c:pt idx="3756">
                        <c:v>6.1228948922592501</c:v>
                      </c:pt>
                      <c:pt idx="3757">
                        <c:v>6.1216116581427604</c:v>
                      </c:pt>
                      <c:pt idx="3758">
                        <c:v>6.0996612362799398</c:v>
                      </c:pt>
                      <c:pt idx="3759">
                        <c:v>6.1214544726418403</c:v>
                      </c:pt>
                      <c:pt idx="3760">
                        <c:v>6.1560360029226304</c:v>
                      </c:pt>
                      <c:pt idx="3761">
                        <c:v>6.1723738226673204</c:v>
                      </c:pt>
                      <c:pt idx="3762">
                        <c:v>6.1836044231136302</c:v>
                      </c:pt>
                      <c:pt idx="3763">
                        <c:v>6.17897051052626</c:v>
                      </c:pt>
                      <c:pt idx="3764">
                        <c:v>6.2014091733410703</c:v>
                      </c:pt>
                      <c:pt idx="3765">
                        <c:v>6.2047507914551998</c:v>
                      </c:pt>
                      <c:pt idx="3766">
                        <c:v>6.2122248260921298</c:v>
                      </c:pt>
                      <c:pt idx="3767">
                        <c:v>6.2593618254112</c:v>
                      </c:pt>
                      <c:pt idx="3768">
                        <c:v>6.2867004267462798</c:v>
                      </c:pt>
                      <c:pt idx="3769">
                        <c:v>6.2891430218884397</c:v>
                      </c:pt>
                      <c:pt idx="3770">
                        <c:v>6.2841053257220096</c:v>
                      </c:pt>
                      <c:pt idx="3771">
                        <c:v>6.2431551017216904</c:v>
                      </c:pt>
                      <c:pt idx="3772">
                        <c:v>6.2600197074193904</c:v>
                      </c:pt>
                      <c:pt idx="3773">
                        <c:v>6.2659588120983898</c:v>
                      </c:pt>
                      <c:pt idx="3774">
                        <c:v>6.2724484916459096</c:v>
                      </c:pt>
                      <c:pt idx="3775">
                        <c:v>6.3033481367541304</c:v>
                      </c:pt>
                      <c:pt idx="3776">
                        <c:v>6.28443520793373</c:v>
                      </c:pt>
                      <c:pt idx="3777">
                        <c:v>6.2458011565997298</c:v>
                      </c:pt>
                      <c:pt idx="3778">
                        <c:v>6.2588431127405499</c:v>
                      </c:pt>
                      <c:pt idx="3779">
                        <c:v>6.2726940895613801</c:v>
                      </c:pt>
                      <c:pt idx="3780">
                        <c:v>6.2440140011633396</c:v>
                      </c:pt>
                      <c:pt idx="3781">
                        <c:v>6.22680687809759</c:v>
                      </c:pt>
                      <c:pt idx="3782">
                        <c:v>6.2108354796121104</c:v>
                      </c:pt>
                      <c:pt idx="3783">
                        <c:v>6.2101846657840101</c:v>
                      </c:pt>
                      <c:pt idx="3784">
                        <c:v>6.2169836870548396</c:v>
                      </c:pt>
                      <c:pt idx="3785">
                        <c:v>6.2164443249339598</c:v>
                      </c:pt>
                      <c:pt idx="3786">
                        <c:v>6.28928814841092</c:v>
                      </c:pt>
                      <c:pt idx="3787">
                        <c:v>6.3126468444690698</c:v>
                      </c:pt>
                      <c:pt idx="3788">
                        <c:v>6.27398127363342</c:v>
                      </c:pt>
                      <c:pt idx="3789">
                        <c:v>6.2799006393756498</c:v>
                      </c:pt>
                      <c:pt idx="3790">
                        <c:v>6.30134869855286</c:v>
                      </c:pt>
                      <c:pt idx="3791">
                        <c:v>6.3522501587574798</c:v>
                      </c:pt>
                      <c:pt idx="3792">
                        <c:v>6.3998624449497701</c:v>
                      </c:pt>
                      <c:pt idx="3793">
                        <c:v>6.3998624449497701</c:v>
                      </c:pt>
                      <c:pt idx="3794">
                        <c:v>6.3599878373637999</c:v>
                      </c:pt>
                      <c:pt idx="3795">
                        <c:v>6.3289672319436097</c:v>
                      </c:pt>
                      <c:pt idx="3796">
                        <c:v>6.3557507111550002</c:v>
                      </c:pt>
                      <c:pt idx="3797">
                        <c:v>6.34199616982505</c:v>
                      </c:pt>
                      <c:pt idx="3798">
                        <c:v>6.33583578250611</c:v>
                      </c:pt>
                      <c:pt idx="3799">
                        <c:v>6.39156851047073</c:v>
                      </c:pt>
                      <c:pt idx="3800">
                        <c:v>6.3939057652772702</c:v>
                      </c:pt>
                      <c:pt idx="3801">
                        <c:v>6.4292741419183201</c:v>
                      </c:pt>
                      <c:pt idx="3802">
                        <c:v>6.46983808425676</c:v>
                      </c:pt>
                      <c:pt idx="3803">
                        <c:v>6.4735436907847896</c:v>
                      </c:pt>
                      <c:pt idx="3804">
                        <c:v>6.4937845240496497</c:v>
                      </c:pt>
                      <c:pt idx="3805">
                        <c:v>6.4588654997371497</c:v>
                      </c:pt>
                      <c:pt idx="3806">
                        <c:v>6.4412361142111898</c:v>
                      </c:pt>
                      <c:pt idx="3807">
                        <c:v>6.5083725095098801</c:v>
                      </c:pt>
                      <c:pt idx="3808">
                        <c:v>6.5083725095098801</c:v>
                      </c:pt>
                      <c:pt idx="3809">
                        <c:v>6.5310493126057203</c:v>
                      </c:pt>
                      <c:pt idx="3810">
                        <c:v>6.4618321312614198</c:v>
                      </c:pt>
                      <c:pt idx="3811">
                        <c:v>6.4634562892550198</c:v>
                      </c:pt>
                      <c:pt idx="3812">
                        <c:v>6.5125507999723604</c:v>
                      </c:pt>
                      <c:pt idx="3813">
                        <c:v>6.5125507999723604</c:v>
                      </c:pt>
                      <c:pt idx="3814">
                        <c:v>6.5320812411020501</c:v>
                      </c:pt>
                      <c:pt idx="3815">
                        <c:v>6.5358198197634199</c:v>
                      </c:pt>
                      <c:pt idx="3816">
                        <c:v>6.5086045109091302</c:v>
                      </c:pt>
                      <c:pt idx="3817">
                        <c:v>6.4438656567853698</c:v>
                      </c:pt>
                      <c:pt idx="3818">
                        <c:v>6.4372752988056696</c:v>
                      </c:pt>
                      <c:pt idx="3819">
                        <c:v>6.5209925245759202</c:v>
                      </c:pt>
                      <c:pt idx="3820">
                        <c:v>6.4019148725663602</c:v>
                      </c:pt>
                      <c:pt idx="3821">
                        <c:v>6.3706812079383797</c:v>
                      </c:pt>
                      <c:pt idx="3822">
                        <c:v>6.3611895394255003</c:v>
                      </c:pt>
                      <c:pt idx="3823">
                        <c:v>6.3896127064762602</c:v>
                      </c:pt>
                      <c:pt idx="3824">
                        <c:v>6.3920818368622498</c:v>
                      </c:pt>
                      <c:pt idx="3825">
                        <c:v>6.4558255566801304</c:v>
                      </c:pt>
                      <c:pt idx="3826">
                        <c:v>6.3493246062910904</c:v>
                      </c:pt>
                      <c:pt idx="3827">
                        <c:v>6.3297013783332403</c:v>
                      </c:pt>
                      <c:pt idx="3828">
                        <c:v>6.2959108472073098</c:v>
                      </c:pt>
                      <c:pt idx="3829">
                        <c:v>6.2864433339882799</c:v>
                      </c:pt>
                      <c:pt idx="3830">
                        <c:v>6.3058961350895197</c:v>
                      </c:pt>
                      <c:pt idx="3831">
                        <c:v>6.3100461197712896</c:v>
                      </c:pt>
                      <c:pt idx="3832">
                        <c:v>6.2584617220082199</c:v>
                      </c:pt>
                      <c:pt idx="3833">
                        <c:v>6.2654234917666596</c:v>
                      </c:pt>
                      <c:pt idx="3834">
                        <c:v>6.2347539753854804</c:v>
                      </c:pt>
                      <c:pt idx="3835">
                        <c:v>6.2478065797705904</c:v>
                      </c:pt>
                      <c:pt idx="3836">
                        <c:v>6.2130180301845597</c:v>
                      </c:pt>
                      <c:pt idx="3837">
                        <c:v>6.2120419502237203</c:v>
                      </c:pt>
                      <c:pt idx="3838">
                        <c:v>6.2086786683712996</c:v>
                      </c:pt>
                      <c:pt idx="3839">
                        <c:v>6.2113965768432102</c:v>
                      </c:pt>
                      <c:pt idx="3840">
                        <c:v>6.1941196152050804</c:v>
                      </c:pt>
                      <c:pt idx="3841">
                        <c:v>6.1439520968666699</c:v>
                      </c:pt>
                      <c:pt idx="3842">
                        <c:v>6.12816131061457</c:v>
                      </c:pt>
                      <c:pt idx="3843">
                        <c:v>6.1408445915054202</c:v>
                      </c:pt>
                      <c:pt idx="3844">
                        <c:v>6.1408445915054202</c:v>
                      </c:pt>
                      <c:pt idx="3845">
                        <c:v>6.1724867406436896</c:v>
                      </c:pt>
                      <c:pt idx="3846">
                        <c:v>6.1605799863951196</c:v>
                      </c:pt>
                      <c:pt idx="3847">
                        <c:v>6.1362574640221403</c:v>
                      </c:pt>
                      <c:pt idx="3848">
                        <c:v>6.1362574640221403</c:v>
                      </c:pt>
                      <c:pt idx="3849">
                        <c:v>6.1362574640221403</c:v>
                      </c:pt>
                      <c:pt idx="3850">
                        <c:v>6.1600520052388896</c:v>
                      </c:pt>
                      <c:pt idx="3851">
                        <c:v>6.1730322125616901</c:v>
                      </c:pt>
                      <c:pt idx="3852">
                        <c:v>6.1846536158156198</c:v>
                      </c:pt>
                      <c:pt idx="3853">
                        <c:v>6.1846536158156198</c:v>
                      </c:pt>
                      <c:pt idx="3854">
                        <c:v>6.1085635434481498</c:v>
                      </c:pt>
                      <c:pt idx="3855">
                        <c:v>6.0733463678521602</c:v>
                      </c:pt>
                      <c:pt idx="3856">
                        <c:v>6.1306704645268404</c:v>
                      </c:pt>
                      <c:pt idx="3857">
                        <c:v>6.1298057363514804</c:v>
                      </c:pt>
                      <c:pt idx="3858">
                        <c:v>6.11370059184675</c:v>
                      </c:pt>
                      <c:pt idx="3859">
                        <c:v>6.1433550787356399</c:v>
                      </c:pt>
                      <c:pt idx="3860">
                        <c:v>6.16444473541371</c:v>
                      </c:pt>
                      <c:pt idx="3861">
                        <c:v>6.1844341169778403</c:v>
                      </c:pt>
                      <c:pt idx="3862">
                        <c:v>6.1753937360075399</c:v>
                      </c:pt>
                      <c:pt idx="3863">
                        <c:v>6.1706111617701698</c:v>
                      </c:pt>
                      <c:pt idx="3864">
                        <c:v>6.1923260451425399</c:v>
                      </c:pt>
                      <c:pt idx="3865">
                        <c:v>6.2026260030813702</c:v>
                      </c:pt>
                      <c:pt idx="3866">
                        <c:v>6.2011133037150197</c:v>
                      </c:pt>
                      <c:pt idx="3867">
                        <c:v>6.1943801166872197</c:v>
                      </c:pt>
                      <c:pt idx="3868">
                        <c:v>6.1827495648219299</c:v>
                      </c:pt>
                      <c:pt idx="3869">
                        <c:v>6.1471976638416699</c:v>
                      </c:pt>
                      <c:pt idx="3870">
                        <c:v>6.1169778793593101</c:v>
                      </c:pt>
                      <c:pt idx="3871">
                        <c:v>6.0481250481337803</c:v>
                      </c:pt>
                      <c:pt idx="3872">
                        <c:v>6.0312825150581197</c:v>
                      </c:pt>
                      <c:pt idx="3873">
                        <c:v>6.0185548044159196</c:v>
                      </c:pt>
                      <c:pt idx="3874">
                        <c:v>6.0468364191086499</c:v>
                      </c:pt>
                      <c:pt idx="3875">
                        <c:v>5.9777195289207601</c:v>
                      </c:pt>
                      <c:pt idx="3876">
                        <c:v>6.0131101431420397</c:v>
                      </c:pt>
                      <c:pt idx="3877">
                        <c:v>6.0199807935018503</c:v>
                      </c:pt>
                      <c:pt idx="3878">
                        <c:v>6.0478929289309402</c:v>
                      </c:pt>
                      <c:pt idx="3879">
                        <c:v>6.0480410487228902</c:v>
                      </c:pt>
                      <c:pt idx="3880">
                        <c:v>6.0387967892772396</c:v>
                      </c:pt>
                      <c:pt idx="3881">
                        <c:v>6.0334828199138899</c:v>
                      </c:pt>
                      <c:pt idx="3882">
                        <c:v>6.0006952084698399</c:v>
                      </c:pt>
                      <c:pt idx="3883">
                        <c:v>6.0015995236008299</c:v>
                      </c:pt>
                      <c:pt idx="3884">
                        <c:v>5.9932822511866704</c:v>
                      </c:pt>
                      <c:pt idx="3885">
                        <c:v>5.9833905620936001</c:v>
                      </c:pt>
                      <c:pt idx="3886">
                        <c:v>6.0101436403298001</c:v>
                      </c:pt>
                      <c:pt idx="3887">
                        <c:v>5.9964555988206998</c:v>
                      </c:pt>
                      <c:pt idx="3888">
                        <c:v>5.9732353750735303</c:v>
                      </c:pt>
                      <c:pt idx="3889">
                        <c:v>5.97786697494747</c:v>
                      </c:pt>
                      <c:pt idx="3890">
                        <c:v>5.9796086591581501</c:v>
                      </c:pt>
                      <c:pt idx="3891">
                        <c:v>5.9882530124095403</c:v>
                      </c:pt>
                      <c:pt idx="3892">
                        <c:v>6.0231993544885398</c:v>
                      </c:pt>
                      <c:pt idx="3893">
                        <c:v>6.0380617598756299</c:v>
                      </c:pt>
                      <c:pt idx="3894">
                        <c:v>6.0201445706096903</c:v>
                      </c:pt>
                      <c:pt idx="3895">
                        <c:v>5.9549980096122104</c:v>
                      </c:pt>
                      <c:pt idx="3896">
                        <c:v>5.95092292265781</c:v>
                      </c:pt>
                      <c:pt idx="3897">
                        <c:v>5.9012609369329398</c:v>
                      </c:pt>
                      <c:pt idx="3898">
                        <c:v>5.8530645297658399</c:v>
                      </c:pt>
                      <c:pt idx="3899">
                        <c:v>5.8534324416928003</c:v>
                      </c:pt>
                      <c:pt idx="3900">
                        <c:v>5.8539735133263999</c:v>
                      </c:pt>
                      <c:pt idx="3901">
                        <c:v>5.8367379534948096</c:v>
                      </c:pt>
                      <c:pt idx="3902">
                        <c:v>5.7983894985346804</c:v>
                      </c:pt>
                      <c:pt idx="3903">
                        <c:v>5.8192561304324197</c:v>
                      </c:pt>
                      <c:pt idx="3904">
                        <c:v>5.80519341518609</c:v>
                      </c:pt>
                      <c:pt idx="3905">
                        <c:v>5.7632299546401704</c:v>
                      </c:pt>
                      <c:pt idx="3906">
                        <c:v>5.6980801001626302</c:v>
                      </c:pt>
                      <c:pt idx="3907">
                        <c:v>5.7103875381320703</c:v>
                      </c:pt>
                      <c:pt idx="3908">
                        <c:v>5.7103875381320703</c:v>
                      </c:pt>
                      <c:pt idx="3909">
                        <c:v>5.7224025718778702</c:v>
                      </c:pt>
                      <c:pt idx="3910">
                        <c:v>5.7742242368681502</c:v>
                      </c:pt>
                      <c:pt idx="3911">
                        <c:v>5.7508149683828904</c:v>
                      </c:pt>
                      <c:pt idx="3912">
                        <c:v>5.7505270870059499</c:v>
                      </c:pt>
                      <c:pt idx="3913">
                        <c:v>5.7500111376482899</c:v>
                      </c:pt>
                      <c:pt idx="3914">
                        <c:v>5.8137421613907998</c:v>
                      </c:pt>
                      <c:pt idx="3915">
                        <c:v>5.8060254269955598</c:v>
                      </c:pt>
                      <c:pt idx="3916">
                        <c:v>5.8148870518225504</c:v>
                      </c:pt>
                      <c:pt idx="3917">
                        <c:v>5.8018346860554502</c:v>
                      </c:pt>
                      <c:pt idx="3918">
                        <c:v>5.7696606375955799</c:v>
                      </c:pt>
                      <c:pt idx="3919">
                        <c:v>5.7231999675561802</c:v>
                      </c:pt>
                      <c:pt idx="3920">
                        <c:v>5.7169880507405697</c:v>
                      </c:pt>
                      <c:pt idx="3921">
                        <c:v>5.7174218410826203</c:v>
                      </c:pt>
                      <c:pt idx="3922">
                        <c:v>5.7364840775045902</c:v>
                      </c:pt>
                      <c:pt idx="3923">
                        <c:v>5.7584664593080799</c:v>
                      </c:pt>
                      <c:pt idx="3924">
                        <c:v>5.8161961538211999</c:v>
                      </c:pt>
                      <c:pt idx="3925">
                        <c:v>5.7727953919388701</c:v>
                      </c:pt>
                      <c:pt idx="3926">
                        <c:v>5.7727953919388701</c:v>
                      </c:pt>
                      <c:pt idx="3927">
                        <c:v>5.7727953919388701</c:v>
                      </c:pt>
                      <c:pt idx="3928">
                        <c:v>5.7687541980440002</c:v>
                      </c:pt>
                      <c:pt idx="3929">
                        <c:v>5.7858928081956398</c:v>
                      </c:pt>
                      <c:pt idx="3930">
                        <c:v>5.8321501869872199</c:v>
                      </c:pt>
                      <c:pt idx="3931">
                        <c:v>5.8692978502100104</c:v>
                      </c:pt>
                      <c:pt idx="3932">
                        <c:v>5.9030332961081298</c:v>
                      </c:pt>
                      <c:pt idx="3933">
                        <c:v>5.9287917787408997</c:v>
                      </c:pt>
                      <c:pt idx="3934">
                        <c:v>5.9355988129747699</c:v>
                      </c:pt>
                      <c:pt idx="3935">
                        <c:v>5.9355988129747699</c:v>
                      </c:pt>
                      <c:pt idx="3936">
                        <c:v>6.0446758804960998</c:v>
                      </c:pt>
                      <c:pt idx="3937">
                        <c:v>5.9606677976972096</c:v>
                      </c:pt>
                      <c:pt idx="3938">
                        <c:v>5.9846578527016598</c:v>
                      </c:pt>
                      <c:pt idx="3939">
                        <c:v>5.9787484722199498</c:v>
                      </c:pt>
                      <c:pt idx="3940">
                        <c:v>5.9192271040178399</c:v>
                      </c:pt>
                      <c:pt idx="3941">
                        <c:v>5.8901333500697399</c:v>
                      </c:pt>
                      <c:pt idx="3942">
                        <c:v>5.8352473567329604</c:v>
                      </c:pt>
                      <c:pt idx="3943">
                        <c:v>5.8778027442252796</c:v>
                      </c:pt>
                      <c:pt idx="3944">
                        <c:v>5.8756093256326798</c:v>
                      </c:pt>
                      <c:pt idx="3945">
                        <c:v>5.89385721828722</c:v>
                      </c:pt>
                      <c:pt idx="3946">
                        <c:v>5.8801873207476403</c:v>
                      </c:pt>
                      <c:pt idx="3947">
                        <c:v>5.8939754772059203</c:v>
                      </c:pt>
                      <c:pt idx="3948">
                        <c:v>5.88910550072245</c:v>
                      </c:pt>
                      <c:pt idx="3949">
                        <c:v>5.8837010476014804</c:v>
                      </c:pt>
                      <c:pt idx="3950">
                        <c:v>5.8866852950270303</c:v>
                      </c:pt>
                      <c:pt idx="3951">
                        <c:v>5.9096829454607196</c:v>
                      </c:pt>
                      <c:pt idx="3952">
                        <c:v>5.8606336559941798</c:v>
                      </c:pt>
                      <c:pt idx="3953">
                        <c:v>5.8580109043781698</c:v>
                      </c:pt>
                      <c:pt idx="3954">
                        <c:v>5.8299649499559703</c:v>
                      </c:pt>
                      <c:pt idx="3955">
                        <c:v>5.8206993455587899</c:v>
                      </c:pt>
                      <c:pt idx="3956">
                        <c:v>5.7748218884264997</c:v>
                      </c:pt>
                      <c:pt idx="3957">
                        <c:v>5.7607523952331396</c:v>
                      </c:pt>
                      <c:pt idx="3958">
                        <c:v>5.7607523952331396</c:v>
                      </c:pt>
                      <c:pt idx="3959">
                        <c:v>5.7052940750246499</c:v>
                      </c:pt>
                      <c:pt idx="3960">
                        <c:v>5.6374265685279497</c:v>
                      </c:pt>
                      <c:pt idx="3961">
                        <c:v>5.60638925391053</c:v>
                      </c:pt>
                      <c:pt idx="3962">
                        <c:v>5.5864161385599997</c:v>
                      </c:pt>
                      <c:pt idx="3963">
                        <c:v>5.5349084897292098</c:v>
                      </c:pt>
                      <c:pt idx="3964">
                        <c:v>5.4871421093376904</c:v>
                      </c:pt>
                      <c:pt idx="3965">
                        <c:v>5.4709333477034097</c:v>
                      </c:pt>
                      <c:pt idx="3966">
                        <c:v>5.3871004087865</c:v>
                      </c:pt>
                      <c:pt idx="3967">
                        <c:v>5.3998968258776001</c:v>
                      </c:pt>
                      <c:pt idx="3968">
                        <c:v>5.4881736632367701</c:v>
                      </c:pt>
                      <c:pt idx="3969">
                        <c:v>5.4621275626982104</c:v>
                      </c:pt>
                      <c:pt idx="3970">
                        <c:v>5.4561241316280098</c:v>
                      </c:pt>
                      <c:pt idx="3971">
                        <c:v>5.3287093999251303</c:v>
                      </c:pt>
                      <c:pt idx="3972">
                        <c:v>5.2879761197080004</c:v>
                      </c:pt>
                      <c:pt idx="3973">
                        <c:v>5.2879761197080004</c:v>
                      </c:pt>
                      <c:pt idx="3974">
                        <c:v>5.3312519446359898</c:v>
                      </c:pt>
                      <c:pt idx="3975">
                        <c:v>5.3319970100228096</c:v>
                      </c:pt>
                      <c:pt idx="3976">
                        <c:v>5.3664493011939003</c:v>
                      </c:pt>
                      <c:pt idx="3977">
                        <c:v>5.3120711726707599</c:v>
                      </c:pt>
                      <c:pt idx="3978">
                        <c:v>5.3120711726707599</c:v>
                      </c:pt>
                      <c:pt idx="3979">
                        <c:v>5.22602922380407</c:v>
                      </c:pt>
                      <c:pt idx="3980">
                        <c:v>5.1628632672802803</c:v>
                      </c:pt>
                      <c:pt idx="3981">
                        <c:v>5.1364814227830404</c:v>
                      </c:pt>
                      <c:pt idx="3982">
                        <c:v>5.2174814925732802</c:v>
                      </c:pt>
                      <c:pt idx="3983">
                        <c:v>5.2453429402641403</c:v>
                      </c:pt>
                      <c:pt idx="3984">
                        <c:v>5.2730307323167001</c:v>
                      </c:pt>
                      <c:pt idx="3985">
                        <c:v>5.2265365266088297</c:v>
                      </c:pt>
                      <c:pt idx="3986">
                        <c:v>5.2746809468090499</c:v>
                      </c:pt>
                      <c:pt idx="3987">
                        <c:v>5.3018695703946399</c:v>
                      </c:pt>
                      <c:pt idx="3988">
                        <c:v>5.2564831434426704</c:v>
                      </c:pt>
                      <c:pt idx="3989">
                        <c:v>5.2769805562895096</c:v>
                      </c:pt>
                      <c:pt idx="3990">
                        <c:v>5.2356867262011599</c:v>
                      </c:pt>
                      <c:pt idx="3991">
                        <c:v>5.2468968167902101</c:v>
                      </c:pt>
                      <c:pt idx="3992">
                        <c:v>5.1866639966586296</c:v>
                      </c:pt>
                      <c:pt idx="3993">
                        <c:v>5.1631486617897604</c:v>
                      </c:pt>
                      <c:pt idx="3994">
                        <c:v>5.17691225213387</c:v>
                      </c:pt>
                      <c:pt idx="3995">
                        <c:v>5.1458412010854104</c:v>
                      </c:pt>
                      <c:pt idx="3996">
                        <c:v>5.1715211132495602</c:v>
                      </c:pt>
                      <c:pt idx="3997">
                        <c:v>5.1585774529607402</c:v>
                      </c:pt>
                      <c:pt idx="3998">
                        <c:v>5.2251754859950497</c:v>
                      </c:pt>
                      <c:pt idx="3999">
                        <c:v>5.2833720815689196</c:v>
                      </c:pt>
                      <c:pt idx="4000">
                        <c:v>5.2851533572029297</c:v>
                      </c:pt>
                      <c:pt idx="4001">
                        <c:v>5.3254259992876696</c:v>
                      </c:pt>
                      <c:pt idx="4002">
                        <c:v>5.2900973558323097</c:v>
                      </c:pt>
                      <c:pt idx="4003">
                        <c:v>5.3632181605065403</c:v>
                      </c:pt>
                      <c:pt idx="4004">
                        <c:v>5.3689581173429399</c:v>
                      </c:pt>
                      <c:pt idx="4005">
                        <c:v>5.3689581173429399</c:v>
                      </c:pt>
                      <c:pt idx="4006">
                        <c:v>5.3351768541228202</c:v>
                      </c:pt>
                      <c:pt idx="4007">
                        <c:v>5.3010557421929398</c:v>
                      </c:pt>
                      <c:pt idx="4008">
                        <c:v>5.3219817040908097</c:v>
                      </c:pt>
                      <c:pt idx="4009">
                        <c:v>5.2620442348848</c:v>
                      </c:pt>
                      <c:pt idx="4010">
                        <c:v>5.23970401490313</c:v>
                      </c:pt>
                      <c:pt idx="4011">
                        <c:v>5.20296838127725</c:v>
                      </c:pt>
                      <c:pt idx="4012">
                        <c:v>5.1904529012781904</c:v>
                      </c:pt>
                      <c:pt idx="4013">
                        <c:v>5.1904529012781904</c:v>
                      </c:pt>
                      <c:pt idx="4014">
                        <c:v>5.2115734484362299</c:v>
                      </c:pt>
                      <c:pt idx="4015">
                        <c:v>5.21902957705628</c:v>
                      </c:pt>
                      <c:pt idx="4016">
                        <c:v>5.2726990839122099</c:v>
                      </c:pt>
                      <c:pt idx="4017">
                        <c:v>5.3233025679208001</c:v>
                      </c:pt>
                      <c:pt idx="4018">
                        <c:v>5.3006368420553303</c:v>
                      </c:pt>
                      <c:pt idx="4019">
                        <c:v>5.3411936113849796</c:v>
                      </c:pt>
                      <c:pt idx="4020">
                        <c:v>5.3586360036301297</c:v>
                      </c:pt>
                      <c:pt idx="4021">
                        <c:v>5.3834830316210196</c:v>
                      </c:pt>
                      <c:pt idx="4022">
                        <c:v>5.3368346536375304</c:v>
                      </c:pt>
                      <c:pt idx="4023">
                        <c:v>5.3652986260114996</c:v>
                      </c:pt>
                      <c:pt idx="4024">
                        <c:v>5.3644040387157297</c:v>
                      </c:pt>
                      <c:pt idx="4025">
                        <c:v>5.3267585773348198</c:v>
                      </c:pt>
                      <c:pt idx="4026">
                        <c:v>5.3083885928132997</c:v>
                      </c:pt>
                      <c:pt idx="4027">
                        <c:v>5.25708680702542</c:v>
                      </c:pt>
                      <c:pt idx="4028">
                        <c:v>5.2897397830388702</c:v>
                      </c:pt>
                      <c:pt idx="4029">
                        <c:v>5.3268290228197497</c:v>
                      </c:pt>
                      <c:pt idx="4030">
                        <c:v>5.3173036331318002</c:v>
                      </c:pt>
                      <c:pt idx="4031">
                        <c:v>5.2812251035095796</c:v>
                      </c:pt>
                      <c:pt idx="4032">
                        <c:v>5.30571080271186</c:v>
                      </c:pt>
                      <c:pt idx="4033">
                        <c:v>5.2972820925299198</c:v>
                      </c:pt>
                      <c:pt idx="4034">
                        <c:v>5.2740581797155199</c:v>
                      </c:pt>
                      <c:pt idx="4035">
                        <c:v>5.2711904363152602</c:v>
                      </c:pt>
                      <c:pt idx="4036">
                        <c:v>5.2595427323015098</c:v>
                      </c:pt>
                      <c:pt idx="4037">
                        <c:v>5.22050053678604</c:v>
                      </c:pt>
                      <c:pt idx="4038">
                        <c:v>5.1868510276940398</c:v>
                      </c:pt>
                      <c:pt idx="4039">
                        <c:v>5.1906147953968604</c:v>
                      </c:pt>
                      <c:pt idx="4040">
                        <c:v>5.2195862908366104</c:v>
                      </c:pt>
                      <c:pt idx="4041">
                        <c:v>5.1875384287727799</c:v>
                      </c:pt>
                      <c:pt idx="4042">
                        <c:v>5.2279249769448102</c:v>
                      </c:pt>
                      <c:pt idx="4043">
                        <c:v>5.2471042245384698</c:v>
                      </c:pt>
                      <c:pt idx="4044">
                        <c:v>5.2478176141716002</c:v>
                      </c:pt>
                      <c:pt idx="4045">
                        <c:v>5.2522696003685398</c:v>
                      </c:pt>
                      <c:pt idx="4046">
                        <c:v>5.2110295041359098</c:v>
                      </c:pt>
                      <c:pt idx="4047">
                        <c:v>5.1879169088355903</c:v>
                      </c:pt>
                      <c:pt idx="4048">
                        <c:v>5.2284583085410503</c:v>
                      </c:pt>
                      <c:pt idx="4049">
                        <c:v>5.2153325408822999</c:v>
                      </c:pt>
                      <c:pt idx="4050">
                        <c:v>5.2154322427631099</c:v>
                      </c:pt>
                      <c:pt idx="4051">
                        <c:v>5.2526781951840897</c:v>
                      </c:pt>
                      <c:pt idx="4052">
                        <c:v>5.2844940215276504</c:v>
                      </c:pt>
                      <c:pt idx="4053">
                        <c:v>5.2844940215276504</c:v>
                      </c:pt>
                      <c:pt idx="4054">
                        <c:v>5.3311457140890397</c:v>
                      </c:pt>
                      <c:pt idx="4055">
                        <c:v>5.3682984796733297</c:v>
                      </c:pt>
                      <c:pt idx="4056">
                        <c:v>5.3787255422274303</c:v>
                      </c:pt>
                      <c:pt idx="4057">
                        <c:v>5.3357199202315604</c:v>
                      </c:pt>
                      <c:pt idx="4058">
                        <c:v>5.38463494607252</c:v>
                      </c:pt>
                      <c:pt idx="4059">
                        <c:v>5.4124420004693397</c:v>
                      </c:pt>
                      <c:pt idx="4060">
                        <c:v>5.38566074125134</c:v>
                      </c:pt>
                      <c:pt idx="4061">
                        <c:v>5.3413843647465997</c:v>
                      </c:pt>
                      <c:pt idx="4062">
                        <c:v>5.3258692300617199</c:v>
                      </c:pt>
                      <c:pt idx="4063">
                        <c:v>5.3790218642543302</c:v>
                      </c:pt>
                      <c:pt idx="4064">
                        <c:v>5.3734226479902096</c:v>
                      </c:pt>
                      <c:pt idx="4065">
                        <c:v>5.4200016447447004</c:v>
                      </c:pt>
                      <c:pt idx="4066">
                        <c:v>5.3507675752447597</c:v>
                      </c:pt>
                      <c:pt idx="4067">
                        <c:v>5.3231416523008104</c:v>
                      </c:pt>
                      <c:pt idx="4068">
                        <c:v>5.3231416523008104</c:v>
                      </c:pt>
                      <c:pt idx="4069">
                        <c:v>5.3916591013447501</c:v>
                      </c:pt>
                      <c:pt idx="4070">
                        <c:v>5.3985053163350898</c:v>
                      </c:pt>
                      <c:pt idx="4071">
                        <c:v>5.4352054524621902</c:v>
                      </c:pt>
                      <c:pt idx="4072">
                        <c:v>5.4749231065610902</c:v>
                      </c:pt>
                      <c:pt idx="4073">
                        <c:v>5.4749231065610902</c:v>
                      </c:pt>
                      <c:pt idx="4074">
                        <c:v>5.5576633176445096</c:v>
                      </c:pt>
                      <c:pt idx="4075">
                        <c:v>5.6387736603181997</c:v>
                      </c:pt>
                      <c:pt idx="4076">
                        <c:v>5.5935394004086296</c:v>
                      </c:pt>
                      <c:pt idx="4077">
                        <c:v>5.5787001836865802</c:v>
                      </c:pt>
                      <c:pt idx="4078">
                        <c:v>5.6292328621906504</c:v>
                      </c:pt>
                      <c:pt idx="4079">
                        <c:v>5.6345887981704497</c:v>
                      </c:pt>
                      <c:pt idx="4080">
                        <c:v>5.6437219281292901</c:v>
                      </c:pt>
                      <c:pt idx="4081">
                        <c:v>5.5903266117295898</c:v>
                      </c:pt>
                      <c:pt idx="4082">
                        <c:v>5.5871246160180803</c:v>
                      </c:pt>
                      <c:pt idx="4083">
                        <c:v>5.7626470950178899</c:v>
                      </c:pt>
                      <c:pt idx="4084">
                        <c:v>5.8697408679291501</c:v>
                      </c:pt>
                      <c:pt idx="4085">
                        <c:v>5.8277500878827002</c:v>
                      </c:pt>
                      <c:pt idx="4086">
                        <c:v>5.77001481555933</c:v>
                      </c:pt>
                      <c:pt idx="4087">
                        <c:v>5.7569163177512399</c:v>
                      </c:pt>
                      <c:pt idx="4088">
                        <c:v>5.7698207017007803</c:v>
                      </c:pt>
                      <c:pt idx="4089">
                        <c:v>5.6996825702693403</c:v>
                      </c:pt>
                      <c:pt idx="4090">
                        <c:v>5.6715790861011603</c:v>
                      </c:pt>
                      <c:pt idx="4091">
                        <c:v>5.5989077467788499</c:v>
                      </c:pt>
                      <c:pt idx="4092">
                        <c:v>5.5294944724289401</c:v>
                      </c:pt>
                      <c:pt idx="4093">
                        <c:v>5.55661840566429</c:v>
                      </c:pt>
                      <c:pt idx="4094">
                        <c:v>5.58617949107553</c:v>
                      </c:pt>
                      <c:pt idx="4095">
                        <c:v>5.5318522591413597</c:v>
                      </c:pt>
                      <c:pt idx="4096">
                        <c:v>5.5216060064444097</c:v>
                      </c:pt>
                      <c:pt idx="4097">
                        <c:v>5.5319058703909301</c:v>
                      </c:pt>
                      <c:pt idx="4098">
                        <c:v>5.5612504397396796</c:v>
                      </c:pt>
                      <c:pt idx="4099">
                        <c:v>5.5499718768882396</c:v>
                      </c:pt>
                      <c:pt idx="4100">
                        <c:v>5.5326713131835001</c:v>
                      </c:pt>
                      <c:pt idx="4101">
                        <c:v>5.56022650512827</c:v>
                      </c:pt>
                      <c:pt idx="4102">
                        <c:v>5.5700960848997401</c:v>
                      </c:pt>
                      <c:pt idx="4103">
                        <c:v>5.56455988347538</c:v>
                      </c:pt>
                      <c:pt idx="4104">
                        <c:v>5.6513532159406097</c:v>
                      </c:pt>
                      <c:pt idx="4105">
                        <c:v>5.6513532159406097</c:v>
                      </c:pt>
                      <c:pt idx="4106">
                        <c:v>5.5748137552838299</c:v>
                      </c:pt>
                      <c:pt idx="4107">
                        <c:v>5.5515092645459099</c:v>
                      </c:pt>
                      <c:pt idx="4108">
                        <c:v>5.5629762485676499</c:v>
                      </c:pt>
                      <c:pt idx="4109">
                        <c:v>5.5629762485676499</c:v>
                      </c:pt>
                      <c:pt idx="4110">
                        <c:v>5.5629762485676499</c:v>
                      </c:pt>
                      <c:pt idx="4111">
                        <c:v>5.5811367449898004</c:v>
                      </c:pt>
                      <c:pt idx="4112">
                        <c:v>5.6100090023533298</c:v>
                      </c:pt>
                      <c:pt idx="4113">
                        <c:v>5.6100090023533298</c:v>
                      </c:pt>
                      <c:pt idx="4114">
                        <c:v>5.5628725450140903</c:v>
                      </c:pt>
                      <c:pt idx="4115">
                        <c:v>5.48175346658926</c:v>
                      </c:pt>
                      <c:pt idx="4116">
                        <c:v>5.4332541620474704</c:v>
                      </c:pt>
                      <c:pt idx="4117">
                        <c:v>5.3885737735534702</c:v>
                      </c:pt>
                      <c:pt idx="4118">
                        <c:v>5.4232726578316797</c:v>
                      </c:pt>
                      <c:pt idx="4119">
                        <c:v>5.4248862497793198</c:v>
                      </c:pt>
                      <c:pt idx="4120">
                        <c:v>5.3623384980404403</c:v>
                      </c:pt>
                      <c:pt idx="4121">
                        <c:v>5.3386166886582904</c:v>
                      </c:pt>
                      <c:pt idx="4122">
                        <c:v>5.3319753966385504</c:v>
                      </c:pt>
                      <c:pt idx="4123">
                        <c:v>5.3692101394367899</c:v>
                      </c:pt>
                      <c:pt idx="4124">
                        <c:v>5.37326603406897</c:v>
                      </c:pt>
                      <c:pt idx="4125">
                        <c:v>5.3293386031146204</c:v>
                      </c:pt>
                      <c:pt idx="4126">
                        <c:v>5.3227678717749303</c:v>
                      </c:pt>
                      <c:pt idx="4127">
                        <c:v>5.3113340839619596</c:v>
                      </c:pt>
                      <c:pt idx="4128">
                        <c:v>5.3382000547682704</c:v>
                      </c:pt>
                      <c:pt idx="4129">
                        <c:v>5.3466911538459003</c:v>
                      </c:pt>
                      <c:pt idx="4130">
                        <c:v>5.3278075457586596</c:v>
                      </c:pt>
                      <c:pt idx="4131">
                        <c:v>5.32807174802638</c:v>
                      </c:pt>
                      <c:pt idx="4132">
                        <c:v>5.2737814404877703</c:v>
                      </c:pt>
                      <c:pt idx="4133">
                        <c:v>5.2494915019938402</c:v>
                      </c:pt>
                      <c:pt idx="4134">
                        <c:v>5.3054908771746403</c:v>
                      </c:pt>
                      <c:pt idx="4135">
                        <c:v>5.2692991111412804</c:v>
                      </c:pt>
                      <c:pt idx="4136">
                        <c:v>5.2229081732241402</c:v>
                      </c:pt>
                      <c:pt idx="4137">
                        <c:v>5.2437258096403196</c:v>
                      </c:pt>
                      <c:pt idx="4138">
                        <c:v>5.2232563382490298</c:v>
                      </c:pt>
                      <c:pt idx="4139">
                        <c:v>5.2027431899399801</c:v>
                      </c:pt>
                      <c:pt idx="4140">
                        <c:v>5.1674275051669598</c:v>
                      </c:pt>
                      <c:pt idx="4141">
                        <c:v>5.2013411349951699</c:v>
                      </c:pt>
                      <c:pt idx="4142">
                        <c:v>5.1956924770441599</c:v>
                      </c:pt>
                      <c:pt idx="4143">
                        <c:v>5.1500945306661201</c:v>
                      </c:pt>
                      <c:pt idx="4144">
                        <c:v>5.1481312126168799</c:v>
                      </c:pt>
                      <c:pt idx="4145">
                        <c:v>5.1660071141927499</c:v>
                      </c:pt>
                      <c:pt idx="4146">
                        <c:v>5.1779942624514304</c:v>
                      </c:pt>
                      <c:pt idx="4147">
                        <c:v>5.1484797156192297</c:v>
                      </c:pt>
                      <c:pt idx="4148">
                        <c:v>5.1147931116712204</c:v>
                      </c:pt>
                      <c:pt idx="4149">
                        <c:v>5.1159610925391199</c:v>
                      </c:pt>
                      <c:pt idx="4150">
                        <c:v>5.1156068962208199</c:v>
                      </c:pt>
                      <c:pt idx="4151">
                        <c:v>5.2053119378378598</c:v>
                      </c:pt>
                      <c:pt idx="4152">
                        <c:v>5.3594412259712803</c:v>
                      </c:pt>
                      <c:pt idx="4153">
                        <c:v>5.2599723110559502</c:v>
                      </c:pt>
                      <c:pt idx="4154">
                        <c:v>5.1860751595680297</c:v>
                      </c:pt>
                      <c:pt idx="4155">
                        <c:v>5.0234086239984403</c:v>
                      </c:pt>
                      <c:pt idx="4156">
                        <c:v>5.0642847807525904</c:v>
                      </c:pt>
                      <c:pt idx="4157">
                        <c:v>5.1714863763179402</c:v>
                      </c:pt>
                      <c:pt idx="4158">
                        <c:v>5.7091469935822401</c:v>
                      </c:pt>
                      <c:pt idx="4159">
                        <c:v>5.8084744456590904</c:v>
                      </c:pt>
                      <c:pt idx="4160">
                        <c:v>6.3301573214510798</c:v>
                      </c:pt>
                      <c:pt idx="4161">
                        <c:v>7.5885063429983202</c:v>
                      </c:pt>
                      <c:pt idx="4162">
                        <c:v>7.6576555176872603</c:v>
                      </c:pt>
                      <c:pt idx="4163">
                        <c:v>8.7716140959486708</c:v>
                      </c:pt>
                      <c:pt idx="4164">
                        <c:v>7.9897133290279703</c:v>
                      </c:pt>
                      <c:pt idx="4165">
                        <c:v>8.3277998751233504</c:v>
                      </c:pt>
                      <c:pt idx="4166">
                        <c:v>8.3778933686594605</c:v>
                      </c:pt>
                      <c:pt idx="4167">
                        <c:v>8.2363830030230005</c:v>
                      </c:pt>
                      <c:pt idx="4168">
                        <c:v>8.2363830030230005</c:v>
                      </c:pt>
                      <c:pt idx="4169">
                        <c:v>7.2711831883378402</c:v>
                      </c:pt>
                      <c:pt idx="4170">
                        <c:v>6.9146545956288499</c:v>
                      </c:pt>
                      <c:pt idx="4171">
                        <c:v>6.1220800286008501</c:v>
                      </c:pt>
                      <c:pt idx="4172">
                        <c:v>6.34565953437688</c:v>
                      </c:pt>
                      <c:pt idx="4173">
                        <c:v>6.4069034419316901</c:v>
                      </c:pt>
                      <c:pt idx="4174">
                        <c:v>6.4616042915744103</c:v>
                      </c:pt>
                      <c:pt idx="4175">
                        <c:v>6.9780131228336097</c:v>
                      </c:pt>
                      <c:pt idx="4176">
                        <c:v>6.9980874398233102</c:v>
                      </c:pt>
                      <c:pt idx="4177">
                        <c:v>6.9965842527389697</c:v>
                      </c:pt>
                      <c:pt idx="4178">
                        <c:v>7.0773750438689804</c:v>
                      </c:pt>
                      <c:pt idx="4179">
                        <c:v>6.7945818334337602</c:v>
                      </c:pt>
                      <c:pt idx="4180">
                        <c:v>6.7347298236785003</c:v>
                      </c:pt>
                      <c:pt idx="4181">
                        <c:v>6.7347298236785003</c:v>
                      </c:pt>
                      <c:pt idx="4182">
                        <c:v>6.7347298236785003</c:v>
                      </c:pt>
                      <c:pt idx="4183">
                        <c:v>6.5383670378730203</c:v>
                      </c:pt>
                      <c:pt idx="4184">
                        <c:v>6.2844008614069704</c:v>
                      </c:pt>
                      <c:pt idx="4185">
                        <c:v>6.0142585819303598</c:v>
                      </c:pt>
                      <c:pt idx="4186">
                        <c:v>5.7393965389955497</c:v>
                      </c:pt>
                      <c:pt idx="4187">
                        <c:v>5.7954243217209402</c:v>
                      </c:pt>
                      <c:pt idx="4188">
                        <c:v>5.9949753614377199</c:v>
                      </c:pt>
                      <c:pt idx="4189">
                        <c:v>6.1135675299791599</c:v>
                      </c:pt>
                      <c:pt idx="4190">
                        <c:v>5.9821747208055998</c:v>
                      </c:pt>
                      <c:pt idx="4191">
                        <c:v>5.8766404866300697</c:v>
                      </c:pt>
                      <c:pt idx="4192">
                        <c:v>5.8495908819605003</c:v>
                      </c:pt>
                      <c:pt idx="4193">
                        <c:v>5.8867298398289396</c:v>
                      </c:pt>
                      <c:pt idx="4194">
                        <c:v>5.8810793817881502</c:v>
                      </c:pt>
                      <c:pt idx="4195">
                        <c:v>5.8604508432353004</c:v>
                      </c:pt>
                      <c:pt idx="4196">
                        <c:v>5.8164897352257201</c:v>
                      </c:pt>
                      <c:pt idx="4197">
                        <c:v>5.8164897352257201</c:v>
                      </c:pt>
                      <c:pt idx="4198">
                        <c:v>5.7359109743368499</c:v>
                      </c:pt>
                      <c:pt idx="4199">
                        <c:v>5.56631258623334</c:v>
                      </c:pt>
                      <c:pt idx="4200">
                        <c:v>5.4473885909044499</c:v>
                      </c:pt>
                      <c:pt idx="4201">
                        <c:v>5.3523424517600597</c:v>
                      </c:pt>
                      <c:pt idx="4202">
                        <c:v>5.2006948502219501</c:v>
                      </c:pt>
                      <c:pt idx="4203">
                        <c:v>5.1642097706676404</c:v>
                      </c:pt>
                      <c:pt idx="4204">
                        <c:v>5.13071346495353</c:v>
                      </c:pt>
                      <c:pt idx="4205">
                        <c:v>5.1088016423871396</c:v>
                      </c:pt>
                      <c:pt idx="4206">
                        <c:v>5.0082792748252603</c:v>
                      </c:pt>
                      <c:pt idx="4207">
                        <c:v>4.99644612328155</c:v>
                      </c:pt>
                      <c:pt idx="4208">
                        <c:v>4.8942789579374004</c:v>
                      </c:pt>
                      <c:pt idx="4209">
                        <c:v>4.8288758883303204</c:v>
                      </c:pt>
                      <c:pt idx="4210">
                        <c:v>4.66636653569571</c:v>
                      </c:pt>
                      <c:pt idx="4211">
                        <c:v>4.5971329792296602</c:v>
                      </c:pt>
                      <c:pt idx="4212">
                        <c:v>4.5449788268812101</c:v>
                      </c:pt>
                      <c:pt idx="4213">
                        <c:v>4.5449788268812101</c:v>
                      </c:pt>
                      <c:pt idx="4214">
                        <c:v>4.40859162358056</c:v>
                      </c:pt>
                      <c:pt idx="4215">
                        <c:v>4.3826730461665404</c:v>
                      </c:pt>
                      <c:pt idx="4216">
                        <c:v>4.4602967898399202</c:v>
                      </c:pt>
                      <c:pt idx="4217">
                        <c:v>4.5422933796039802</c:v>
                      </c:pt>
                      <c:pt idx="4218">
                        <c:v>4.5986576098069003</c:v>
                      </c:pt>
                      <c:pt idx="4219">
                        <c:v>4.5068069549324301</c:v>
                      </c:pt>
                      <c:pt idx="4220">
                        <c:v>4.5613078050209399</c:v>
                      </c:pt>
                      <c:pt idx="4221">
                        <c:v>4.6688389687136098</c:v>
                      </c:pt>
                      <c:pt idx="4222">
                        <c:v>4.6280788539526601</c:v>
                      </c:pt>
                      <c:pt idx="4223">
                        <c:v>4.57088400288887</c:v>
                      </c:pt>
                      <c:pt idx="4224">
                        <c:v>4.6080708640829</c:v>
                      </c:pt>
                      <c:pt idx="4225">
                        <c:v>4.7554842961702404</c:v>
                      </c:pt>
                      <c:pt idx="4226">
                        <c:v>5.1213362658900099</c:v>
                      </c:pt>
                      <c:pt idx="4227">
                        <c:v>4.9935866737694097</c:v>
                      </c:pt>
                      <c:pt idx="4228">
                        <c:v>4.9935866737694097</c:v>
                      </c:pt>
                      <c:pt idx="4229">
                        <c:v>5.0324040772816403</c:v>
                      </c:pt>
                      <c:pt idx="4230">
                        <c:v>4.9765307074202303</c:v>
                      </c:pt>
                      <c:pt idx="4231">
                        <c:v>4.8243489066604299</c:v>
                      </c:pt>
                      <c:pt idx="4232">
                        <c:v>4.6763628335575902</c:v>
                      </c:pt>
                      <c:pt idx="4233">
                        <c:v>4.6763628335575902</c:v>
                      </c:pt>
                      <c:pt idx="4234">
                        <c:v>4.6294871323248499</c:v>
                      </c:pt>
                      <c:pt idx="4235">
                        <c:v>4.6577044577065596</c:v>
                      </c:pt>
                      <c:pt idx="4236">
                        <c:v>4.6716293178172696</c:v>
                      </c:pt>
                      <c:pt idx="4237">
                        <c:v>4.6598323399070303</c:v>
                      </c:pt>
                      <c:pt idx="4238">
                        <c:v>4.6598323399070303</c:v>
                      </c:pt>
                      <c:pt idx="4239">
                        <c:v>4.5693983539129102</c:v>
                      </c:pt>
                      <c:pt idx="4240">
                        <c:v>4.5369229031418801</c:v>
                      </c:pt>
                      <c:pt idx="4241">
                        <c:v>4.4426859375440397</c:v>
                      </c:pt>
                      <c:pt idx="4242">
                        <c:v>4.3421761501936302</c:v>
                      </c:pt>
                      <c:pt idx="4243">
                        <c:v>4.2442436390945302</c:v>
                      </c:pt>
                      <c:pt idx="4244">
                        <c:v>4.2929119514522798</c:v>
                      </c:pt>
                      <c:pt idx="4245">
                        <c:v>4.2367187029622704</c:v>
                      </c:pt>
                      <c:pt idx="4246">
                        <c:v>4.2201551564325497</c:v>
                      </c:pt>
                      <c:pt idx="4247">
                        <c:v>4.2116806179790398</c:v>
                      </c:pt>
                      <c:pt idx="4248">
                        <c:v>4.2115849228037403</c:v>
                      </c:pt>
                      <c:pt idx="4249">
                        <c:v>4.2330721842949899</c:v>
                      </c:pt>
                      <c:pt idx="4250">
                        <c:v>4.2147740244862399</c:v>
                      </c:pt>
                      <c:pt idx="4251">
                        <c:v>4.2123357768893204</c:v>
                      </c:pt>
                      <c:pt idx="4252">
                        <c:v>4.2063947171978002</c:v>
                      </c:pt>
                      <c:pt idx="4253">
                        <c:v>4.2063947171978002</c:v>
                      </c:pt>
                      <c:pt idx="4254">
                        <c:v>4.1744734917746102</c:v>
                      </c:pt>
                      <c:pt idx="4255">
                        <c:v>4.1981960137277303</c:v>
                      </c:pt>
                      <c:pt idx="4256">
                        <c:v>4.1733773713413198</c:v>
                      </c:pt>
                      <c:pt idx="4257">
                        <c:v>4.2125107398628998</c:v>
                      </c:pt>
                      <c:pt idx="4258">
                        <c:v>4.1642567435518201</c:v>
                      </c:pt>
                      <c:pt idx="4259">
                        <c:v>4.1614396633689896</c:v>
                      </c:pt>
                      <c:pt idx="4260">
                        <c:v>4.1561329450110298</c:v>
                      </c:pt>
                      <c:pt idx="4261">
                        <c:v>4.1919951573750698</c:v>
                      </c:pt>
                      <c:pt idx="4262">
                        <c:v>4.1522219311981097</c:v>
                      </c:pt>
                      <c:pt idx="4263">
                        <c:v>4.1055309589524596</c:v>
                      </c:pt>
                      <c:pt idx="4264">
                        <c:v>4.0792304888110396</c:v>
                      </c:pt>
                      <c:pt idx="4265">
                        <c:v>4.0445819322757899</c:v>
                      </c:pt>
                      <c:pt idx="4266">
                        <c:v>4.0907113743052701</c:v>
                      </c:pt>
                      <c:pt idx="4267">
                        <c:v>4.0907113743052701</c:v>
                      </c:pt>
                      <c:pt idx="4268">
                        <c:v>4.0478245614648101</c:v>
                      </c:pt>
                      <c:pt idx="4269">
                        <c:v>4.1388169863289397</c:v>
                      </c:pt>
                      <c:pt idx="4270">
                        <c:v>4.3558178082982897</c:v>
                      </c:pt>
                      <c:pt idx="4271">
                        <c:v>4.3009791866196396</c:v>
                      </c:pt>
                      <c:pt idx="4272">
                        <c:v>4.3152552876927404</c:v>
                      </c:pt>
                      <c:pt idx="4273">
                        <c:v>4.3152552876927404</c:v>
                      </c:pt>
                      <c:pt idx="4274">
                        <c:v>4.3277197756625103</c:v>
                      </c:pt>
                      <c:pt idx="4275">
                        <c:v>4.2937601339671998</c:v>
                      </c:pt>
                      <c:pt idx="4276">
                        <c:v>4.2779455630833496</c:v>
                      </c:pt>
                      <c:pt idx="4277">
                        <c:v>4.3159807018027099</c:v>
                      </c:pt>
                      <c:pt idx="4278">
                        <c:v>4.3562532008780197</c:v>
                      </c:pt>
                      <c:pt idx="4279">
                        <c:v>4.4088575745732204</c:v>
                      </c:pt>
                      <c:pt idx="4280">
                        <c:v>4.4616118537014202</c:v>
                      </c:pt>
                      <c:pt idx="4281">
                        <c:v>4.45220229984875</c:v>
                      </c:pt>
                      <c:pt idx="4282">
                        <c:v>4.4078597944867699</c:v>
                      </c:pt>
                      <c:pt idx="4283">
                        <c:v>4.3843078519294902</c:v>
                      </c:pt>
                      <c:pt idx="4284">
                        <c:v>4.2503701090695198</c:v>
                      </c:pt>
                      <c:pt idx="4285">
                        <c:v>4.1096969953065603</c:v>
                      </c:pt>
                      <c:pt idx="4286">
                        <c:v>4.1549227499082804</c:v>
                      </c:pt>
                      <c:pt idx="4287">
                        <c:v>4.1660736063794301</c:v>
                      </c:pt>
                      <c:pt idx="4288">
                        <c:v>4.1027677641742804</c:v>
                      </c:pt>
                      <c:pt idx="4289">
                        <c:v>4.1824253928541397</c:v>
                      </c:pt>
                      <c:pt idx="4290">
                        <c:v>4.1283290091690903</c:v>
                      </c:pt>
                      <c:pt idx="4291">
                        <c:v>4.1203826518168603</c:v>
                      </c:pt>
                      <c:pt idx="4292">
                        <c:v>4.0885677822310402</c:v>
                      </c:pt>
                      <c:pt idx="4293">
                        <c:v>4.1941416509801197</c:v>
                      </c:pt>
                      <c:pt idx="4294">
                        <c:v>4.1622775516475903</c:v>
                      </c:pt>
                      <c:pt idx="4295">
                        <c:v>4.1825901708750797</c:v>
                      </c:pt>
                      <c:pt idx="4296">
                        <c:v>4.1894835357100497</c:v>
                      </c:pt>
                      <c:pt idx="4297">
                        <c:v>4.2223333831948198</c:v>
                      </c:pt>
                      <c:pt idx="4298">
                        <c:v>4.3955307091061799</c:v>
                      </c:pt>
                      <c:pt idx="4299">
                        <c:v>4.3830084720615501</c:v>
                      </c:pt>
                      <c:pt idx="4300">
                        <c:v>4.4001554214116201</c:v>
                      </c:pt>
                      <c:pt idx="4301">
                        <c:v>4.3907993590636698</c:v>
                      </c:pt>
                      <c:pt idx="4302">
                        <c:v>4.4204755916899101</c:v>
                      </c:pt>
                      <c:pt idx="4303">
                        <c:v>4.3716243235747401</c:v>
                      </c:pt>
                      <c:pt idx="4304">
                        <c:v>4.3755264512764702</c:v>
                      </c:pt>
                      <c:pt idx="4305">
                        <c:v>4.3600970203191398</c:v>
                      </c:pt>
                      <c:pt idx="4306">
                        <c:v>4.3639537629049396</c:v>
                      </c:pt>
                      <c:pt idx="4307">
                        <c:v>4.4679857434804502</c:v>
                      </c:pt>
                      <c:pt idx="4308">
                        <c:v>4.4272484379120796</c:v>
                      </c:pt>
                      <c:pt idx="4309">
                        <c:v>4.5392390994596798</c:v>
                      </c:pt>
                      <c:pt idx="4310">
                        <c:v>4.45021237857764</c:v>
                      </c:pt>
                      <c:pt idx="4311">
                        <c:v>4.4281020107279199</c:v>
                      </c:pt>
                      <c:pt idx="4312">
                        <c:v>4.3827388365073396</c:v>
                      </c:pt>
                      <c:pt idx="4313">
                        <c:v>4.3827388365073396</c:v>
                      </c:pt>
                      <c:pt idx="4314">
                        <c:v>4.38215313605928</c:v>
                      </c:pt>
                      <c:pt idx="4315">
                        <c:v>4.3573659117911996</c:v>
                      </c:pt>
                      <c:pt idx="4316">
                        <c:v>4.3338970688948004</c:v>
                      </c:pt>
                      <c:pt idx="4317">
                        <c:v>4.3271782969048704</c:v>
                      </c:pt>
                      <c:pt idx="4318">
                        <c:v>4.3523388319966996</c:v>
                      </c:pt>
                      <c:pt idx="4319">
                        <c:v>4.3843144457886103</c:v>
                      </c:pt>
                      <c:pt idx="4320">
                        <c:v>4.4157882024144497</c:v>
                      </c:pt>
                      <c:pt idx="4321">
                        <c:v>4.44009138289276</c:v>
                      </c:pt>
                      <c:pt idx="4322">
                        <c:v>4.4219345111403499</c:v>
                      </c:pt>
                      <c:pt idx="4323">
                        <c:v>4.5300136095983197</c:v>
                      </c:pt>
                      <c:pt idx="4324">
                        <c:v>4.5254830560224502</c:v>
                      </c:pt>
                      <c:pt idx="4325">
                        <c:v>4.5551276242896002</c:v>
                      </c:pt>
                      <c:pt idx="4326">
                        <c:v>4.5828063660190104</c:v>
                      </c:pt>
                      <c:pt idx="4327">
                        <c:v>4.57147842128294</c:v>
                      </c:pt>
                      <c:pt idx="4328">
                        <c:v>4.57147842128294</c:v>
                      </c:pt>
                      <c:pt idx="4329">
                        <c:v>4.57781045882043</c:v>
                      </c:pt>
                      <c:pt idx="4330">
                        <c:v>4.55050309830267</c:v>
                      </c:pt>
                      <c:pt idx="4331">
                        <c:v>4.45989236652452</c:v>
                      </c:pt>
                      <c:pt idx="4332">
                        <c:v>4.3849143200402398</c:v>
                      </c:pt>
                      <c:pt idx="4333">
                        <c:v>4.3442745101257003</c:v>
                      </c:pt>
                      <c:pt idx="4334">
                        <c:v>4.4376114688066197</c:v>
                      </c:pt>
                      <c:pt idx="4335">
                        <c:v>4.4509253609493502</c:v>
                      </c:pt>
                      <c:pt idx="4336">
                        <c:v>4.4046637836385596</c:v>
                      </c:pt>
                      <c:pt idx="4337">
                        <c:v>4.4095985375473603</c:v>
                      </c:pt>
                      <c:pt idx="4338">
                        <c:v>4.4095985375473603</c:v>
                      </c:pt>
                      <c:pt idx="4339">
                        <c:v>4.4207249985931796</c:v>
                      </c:pt>
                      <c:pt idx="4340">
                        <c:v>4.3574666854044501</c:v>
                      </c:pt>
                      <c:pt idx="4341">
                        <c:v>4.3464820913215396</c:v>
                      </c:pt>
                      <c:pt idx="4342">
                        <c:v>4.3145049112703502</c:v>
                      </c:pt>
                      <c:pt idx="4343">
                        <c:v>4.4203117207051097</c:v>
                      </c:pt>
                      <c:pt idx="4344">
                        <c:v>4.3197733377628298</c:v>
                      </c:pt>
                      <c:pt idx="4345">
                        <c:v>4.3285839943426803</c:v>
                      </c:pt>
                      <c:pt idx="4346">
                        <c:v>4.3375106184580101</c:v>
                      </c:pt>
                      <c:pt idx="4347">
                        <c:v>4.3456650868097597</c:v>
                      </c:pt>
                      <c:pt idx="4348">
                        <c:v>4.3589011052570399</c:v>
                      </c:pt>
                      <c:pt idx="4349">
                        <c:v>4.3083731768931903</c:v>
                      </c:pt>
                      <c:pt idx="4350">
                        <c:v>4.3899886610322501</c:v>
                      </c:pt>
                      <c:pt idx="4351">
                        <c:v>4.3793817902391199</c:v>
                      </c:pt>
                      <c:pt idx="4352">
                        <c:v>4.3597770206691404</c:v>
                      </c:pt>
                      <c:pt idx="4353">
                        <c:v>4.3487533752951304</c:v>
                      </c:pt>
                      <c:pt idx="4354">
                        <c:v>4.3487533752951304</c:v>
                      </c:pt>
                      <c:pt idx="4355">
                        <c:v>4.3801267569237599</c:v>
                      </c:pt>
                      <c:pt idx="4356">
                        <c:v>4.4052689500607096</c:v>
                      </c:pt>
                      <c:pt idx="4357">
                        <c:v>4.3627782035192997</c:v>
                      </c:pt>
                      <c:pt idx="4358">
                        <c:v>4.35590144899348</c:v>
                      </c:pt>
                      <c:pt idx="4359">
                        <c:v>4.3694701586409703</c:v>
                      </c:pt>
                      <c:pt idx="4360">
                        <c:v>4.3946775580900104</c:v>
                      </c:pt>
                      <c:pt idx="4361">
                        <c:v>4.3574575893301501</c:v>
                      </c:pt>
                      <c:pt idx="4362">
                        <c:v>4.3111845891618001</c:v>
                      </c:pt>
                      <c:pt idx="4363">
                        <c:v>4.2956946351918797</c:v>
                      </c:pt>
                      <c:pt idx="4364">
                        <c:v>4.2700758379693404</c:v>
                      </c:pt>
                      <c:pt idx="4365">
                        <c:v>4.2894499255258198</c:v>
                      </c:pt>
                      <c:pt idx="4366">
                        <c:v>4.2894499255258198</c:v>
                      </c:pt>
                      <c:pt idx="4367">
                        <c:v>4.2894499255258198</c:v>
                      </c:pt>
                      <c:pt idx="4368">
                        <c:v>4.3101995604662102</c:v>
                      </c:pt>
                      <c:pt idx="4369">
                        <c:v>4.2983760291952402</c:v>
                      </c:pt>
                      <c:pt idx="4370">
                        <c:v>4.2721252251441397</c:v>
                      </c:pt>
                      <c:pt idx="4371">
                        <c:v>4.2721252251441397</c:v>
                      </c:pt>
                      <c:pt idx="4372">
                        <c:v>4.2721252251441397</c:v>
                      </c:pt>
                      <c:pt idx="4373">
                        <c:v>4.2362874668317696</c:v>
                      </c:pt>
                      <c:pt idx="4374">
                        <c:v>4.2182845194548699</c:v>
                      </c:pt>
                      <c:pt idx="4375">
                        <c:v>4.2465990203181203</c:v>
                      </c:pt>
                      <c:pt idx="4376">
                        <c:v>4.2651905526286802</c:v>
                      </c:pt>
                      <c:pt idx="4377">
                        <c:v>4.2409746335876601</c:v>
                      </c:pt>
                      <c:pt idx="4378">
                        <c:v>4.2409746335876601</c:v>
                      </c:pt>
                      <c:pt idx="4379">
                        <c:v>4.3125737260900801</c:v>
                      </c:pt>
                      <c:pt idx="4380">
                        <c:v>4.2841971378598496</c:v>
                      </c:pt>
                      <c:pt idx="4381">
                        <c:v>4.2567775012380498</c:v>
                      </c:pt>
                      <c:pt idx="4382">
                        <c:v>4.2349463493629802</c:v>
                      </c:pt>
                      <c:pt idx="4383">
                        <c:v>4.2526466669939298</c:v>
                      </c:pt>
                      <c:pt idx="4384">
                        <c:v>4.2561002250524798</c:v>
                      </c:pt>
                      <c:pt idx="4385">
                        <c:v>4.1913935543326604</c:v>
                      </c:pt>
                      <c:pt idx="4386">
                        <c:v>4.2139570223255598</c:v>
                      </c:pt>
                      <c:pt idx="4387">
                        <c:v>4.2336616980424902</c:v>
                      </c:pt>
                      <c:pt idx="4388">
                        <c:v>4.2571079532713201</c:v>
                      </c:pt>
                      <c:pt idx="4389">
                        <c:v>4.2641287040490896</c:v>
                      </c:pt>
                      <c:pt idx="4390">
                        <c:v>4.2771711822134399</c:v>
                      </c:pt>
                      <c:pt idx="4391">
                        <c:v>4.2586857610222797</c:v>
                      </c:pt>
                      <c:pt idx="4392">
                        <c:v>4.2126355026503299</c:v>
                      </c:pt>
                      <c:pt idx="4393">
                        <c:v>4.2164369718988599</c:v>
                      </c:pt>
                      <c:pt idx="4394">
                        <c:v>4.2457150835333399</c:v>
                      </c:pt>
                      <c:pt idx="4395">
                        <c:v>4.1899764667103501</c:v>
                      </c:pt>
                      <c:pt idx="4396">
                        <c:v>4.2093938532413002</c:v>
                      </c:pt>
                      <c:pt idx="4397">
                        <c:v>4.2229801660378401</c:v>
                      </c:pt>
                      <c:pt idx="4398">
                        <c:v>4.2516300819137296</c:v>
                      </c:pt>
                      <c:pt idx="4399">
                        <c:v>4.2487100434006901</c:v>
                      </c:pt>
                      <c:pt idx="4400">
                        <c:v>4.2142140731619504</c:v>
                      </c:pt>
                      <c:pt idx="4401">
                        <c:v>4.20347557255882</c:v>
                      </c:pt>
                      <c:pt idx="4402">
                        <c:v>4.2126587863270899</c:v>
                      </c:pt>
                      <c:pt idx="4403">
                        <c:v>4.2208410440109603</c:v>
                      </c:pt>
                      <c:pt idx="4404">
                        <c:v>4.2944847734924396</c:v>
                      </c:pt>
                      <c:pt idx="4405">
                        <c:v>4.3341457122317699</c:v>
                      </c:pt>
                      <c:pt idx="4406">
                        <c:v>4.3337801497174704</c:v>
                      </c:pt>
                      <c:pt idx="4407">
                        <c:v>4.3743370102528303</c:v>
                      </c:pt>
                      <c:pt idx="4408">
                        <c:v>4.4678058857996801</c:v>
                      </c:pt>
                      <c:pt idx="4409">
                        <c:v>4.53148960974299</c:v>
                      </c:pt>
                      <c:pt idx="4410">
                        <c:v>4.5820801279392196</c:v>
                      </c:pt>
                      <c:pt idx="4411">
                        <c:v>4.6834623445703203</c:v>
                      </c:pt>
                      <c:pt idx="4412">
                        <c:v>4.7695071749523201</c:v>
                      </c:pt>
                      <c:pt idx="4413">
                        <c:v>4.7064801255393096</c:v>
                      </c:pt>
                      <c:pt idx="4414">
                        <c:v>4.8058131602264602</c:v>
                      </c:pt>
                      <c:pt idx="4415">
                        <c:v>5.0003580555623204</c:v>
                      </c:pt>
                      <c:pt idx="4416">
                        <c:v>4.9989099147988298</c:v>
                      </c:pt>
                      <c:pt idx="4417">
                        <c:v>5.6846065926621598</c:v>
                      </c:pt>
                      <c:pt idx="4418">
                        <c:v>5.1654100927865798</c:v>
                      </c:pt>
                      <c:pt idx="4419">
                        <c:v>5.1237717532592404</c:v>
                      </c:pt>
                      <c:pt idx="4420">
                        <c:v>5.0524864133890697</c:v>
                      </c:pt>
                      <c:pt idx="4421">
                        <c:v>4.9731236198625304</c:v>
                      </c:pt>
                      <c:pt idx="4422">
                        <c:v>5.0545051841159996</c:v>
                      </c:pt>
                      <c:pt idx="4423">
                        <c:v>5.0672387633066398</c:v>
                      </c:pt>
                      <c:pt idx="4424">
                        <c:v>5.0800276500973798</c:v>
                      </c:pt>
                      <c:pt idx="4425">
                        <c:v>5.2109307128670697</c:v>
                      </c:pt>
                      <c:pt idx="4426">
                        <c:v>5.3049618406302397</c:v>
                      </c:pt>
                      <c:pt idx="4427">
                        <c:v>5.36439000020534</c:v>
                      </c:pt>
                      <c:pt idx="4428">
                        <c:v>5.36439000020534</c:v>
                      </c:pt>
                      <c:pt idx="4429">
                        <c:v>5.4534569864312203</c:v>
                      </c:pt>
                      <c:pt idx="4430">
                        <c:v>5.6161231391842996</c:v>
                      </c:pt>
                      <c:pt idx="4431">
                        <c:v>5.6139482690769302</c:v>
                      </c:pt>
                      <c:pt idx="4432">
                        <c:v>5.6018204300921104</c:v>
                      </c:pt>
                      <c:pt idx="4433">
                        <c:v>5.6417040497273101</c:v>
                      </c:pt>
                      <c:pt idx="4434">
                        <c:v>5.8122977908259399</c:v>
                      </c:pt>
                      <c:pt idx="4435">
                        <c:v>5.7106709556475099</c:v>
                      </c:pt>
                      <c:pt idx="4436">
                        <c:v>5.7106709556475099</c:v>
                      </c:pt>
                      <c:pt idx="4437">
                        <c:v>5.7106709556475099</c:v>
                      </c:pt>
                      <c:pt idx="4438">
                        <c:v>5.6802498948167104</c:v>
                      </c:pt>
                      <c:pt idx="4439">
                        <c:v>5.5275812006513902</c:v>
                      </c:pt>
                      <c:pt idx="4440">
                        <c:v>5.3905127375283604</c:v>
                      </c:pt>
                      <c:pt idx="4441">
                        <c:v>5.3240278579097504</c:v>
                      </c:pt>
                      <c:pt idx="4442">
                        <c:v>5.3375619093402999</c:v>
                      </c:pt>
                      <c:pt idx="4443">
                        <c:v>5.4745524037911899</c:v>
                      </c:pt>
                      <c:pt idx="4444">
                        <c:v>5.4486451727365797</c:v>
                      </c:pt>
                      <c:pt idx="4445">
                        <c:v>5.4598826575978903</c:v>
                      </c:pt>
                      <c:pt idx="4446">
                        <c:v>5.33736308834811</c:v>
                      </c:pt>
                      <c:pt idx="4447">
                        <c:v>5.3606148326356404</c:v>
                      </c:pt>
                      <c:pt idx="4448">
                        <c:v>5.3614818940565101</c:v>
                      </c:pt>
                      <c:pt idx="4449">
                        <c:v>5.3805383831217402</c:v>
                      </c:pt>
                      <c:pt idx="4450">
                        <c:v>5.4080936547176304</c:v>
                      </c:pt>
                      <c:pt idx="4451">
                        <c:v>5.4078077529658799</c:v>
                      </c:pt>
                      <c:pt idx="4452">
                        <c:v>5.4412866648604297</c:v>
                      </c:pt>
                      <c:pt idx="4453">
                        <c:v>5.5220551947350298</c:v>
                      </c:pt>
                      <c:pt idx="4454">
                        <c:v>5.6337988933874596</c:v>
                      </c:pt>
                      <c:pt idx="4455">
                        <c:v>5.65019166125228</c:v>
                      </c:pt>
                      <c:pt idx="4456">
                        <c:v>5.7611213023818397</c:v>
                      </c:pt>
                      <c:pt idx="4457">
                        <c:v>5.7065260790815104</c:v>
                      </c:pt>
                      <c:pt idx="4458">
                        <c:v>5.9751328535155404</c:v>
                      </c:pt>
                      <c:pt idx="4459">
                        <c:v>6.0631836328278501</c:v>
                      </c:pt>
                      <c:pt idx="4460">
                        <c:v>6.3453293677301703</c:v>
                      </c:pt>
                      <c:pt idx="4461">
                        <c:v>5.9263294999616196</c:v>
                      </c:pt>
                      <c:pt idx="4462">
                        <c:v>5.9765138916094998</c:v>
                      </c:pt>
                      <c:pt idx="4463">
                        <c:v>6.1029986550069504</c:v>
                      </c:pt>
                      <c:pt idx="4464">
                        <c:v>6.1737460284633903</c:v>
                      </c:pt>
                      <c:pt idx="4465">
                        <c:v>6.1812061708164903</c:v>
                      </c:pt>
                      <c:pt idx="4466">
                        <c:v>5.9802476183808499</c:v>
                      </c:pt>
                      <c:pt idx="4467">
                        <c:v>5.9293277805697597</c:v>
                      </c:pt>
                      <c:pt idx="4468">
                        <c:v>5.9293277805697597</c:v>
                      </c:pt>
                      <c:pt idx="4469">
                        <c:v>5.8761211662513704</c:v>
                      </c:pt>
                      <c:pt idx="4470">
                        <c:v>5.9195951303626604</c:v>
                      </c:pt>
                      <c:pt idx="4471">
                        <c:v>5.9681059609690497</c:v>
                      </c:pt>
                      <c:pt idx="4472">
                        <c:v>6.0555706265218001</c:v>
                      </c:pt>
                      <c:pt idx="4473">
                        <c:v>6.1157406835608299</c:v>
                      </c:pt>
                      <c:pt idx="4474">
                        <c:v>6.0704740613876504</c:v>
                      </c:pt>
                      <c:pt idx="4475">
                        <c:v>6.06187546661286</c:v>
                      </c:pt>
                      <c:pt idx="4476">
                        <c:v>6.0191391232337201</c:v>
                      </c:pt>
                      <c:pt idx="4477">
                        <c:v>5.9928337066261603</c:v>
                      </c:pt>
                      <c:pt idx="4478">
                        <c:v>5.9532877637885502</c:v>
                      </c:pt>
                      <c:pt idx="4479">
                        <c:v>5.9119171311050902</c:v>
                      </c:pt>
                      <c:pt idx="4480">
                        <c:v>5.83311962038076</c:v>
                      </c:pt>
                      <c:pt idx="4481">
                        <c:v>5.8721182005267201</c:v>
                      </c:pt>
                      <c:pt idx="4482">
                        <c:v>5.7566936791287304</c:v>
                      </c:pt>
                      <c:pt idx="4483">
                        <c:v>5.7566936791287304</c:v>
                      </c:pt>
                      <c:pt idx="4484">
                        <c:v>5.7500369355293497</c:v>
                      </c:pt>
                      <c:pt idx="4485">
                        <c:v>5.70725835631377</c:v>
                      </c:pt>
                      <c:pt idx="4486">
                        <c:v>5.8087354724195297</c:v>
                      </c:pt>
                      <c:pt idx="4487">
                        <c:v>5.9275005621736199</c:v>
                      </c:pt>
                      <c:pt idx="4488">
                        <c:v>5.9275005621736199</c:v>
                      </c:pt>
                      <c:pt idx="4489">
                        <c:v>5.9726649410204402</c:v>
                      </c:pt>
                      <c:pt idx="4490">
                        <c:v>5.8714799968403799</c:v>
                      </c:pt>
                      <c:pt idx="4491">
                        <c:v>5.84773141694816</c:v>
                      </c:pt>
                      <c:pt idx="4492">
                        <c:v>5.8819449013426599</c:v>
                      </c:pt>
                      <c:pt idx="4493">
                        <c:v>5.9774083541052097</c:v>
                      </c:pt>
                      <c:pt idx="4494">
                        <c:v>6.0059547941040901</c:v>
                      </c:pt>
                      <c:pt idx="4495">
                        <c:v>5.9906053745735699</c:v>
                      </c:pt>
                      <c:pt idx="4496">
                        <c:v>6.1074772948136298</c:v>
                      </c:pt>
                      <c:pt idx="4497">
                        <c:v>6.24706721061452</c:v>
                      </c:pt>
                      <c:pt idx="4498">
                        <c:v>6.2358928852973499</c:v>
                      </c:pt>
                      <c:pt idx="4499">
                        <c:v>6.1105643425609397</c:v>
                      </c:pt>
                      <c:pt idx="4500">
                        <c:v>6.1611871288388196</c:v>
                      </c:pt>
                      <c:pt idx="4501">
                        <c:v>6.1623077435093299</c:v>
                      </c:pt>
                      <c:pt idx="4502">
                        <c:v>6.1808091162916297</c:v>
                      </c:pt>
                      <c:pt idx="4503">
                        <c:v>6.1808091162916297</c:v>
                      </c:pt>
                      <c:pt idx="4504">
                        <c:v>6.1396967146526702</c:v>
                      </c:pt>
                      <c:pt idx="4505">
                        <c:v>6.1667960833557904</c:v>
                      </c:pt>
                      <c:pt idx="4506">
                        <c:v>6.1676771976708604</c:v>
                      </c:pt>
                      <c:pt idx="4507">
                        <c:v>6.0926388415161901</c:v>
                      </c:pt>
                      <c:pt idx="4508">
                        <c:v>6.09359736393949</c:v>
                      </c:pt>
                      <c:pt idx="4509">
                        <c:v>6.1370449518602701</c:v>
                      </c:pt>
                      <c:pt idx="4510">
                        <c:v>6.1476221527046997</c:v>
                      </c:pt>
                      <c:pt idx="4511">
                        <c:v>6.1106752194651603</c:v>
                      </c:pt>
                      <c:pt idx="4512">
                        <c:v>6.1229957843434404</c:v>
                      </c:pt>
                      <c:pt idx="4513">
                        <c:v>6.10672421837549</c:v>
                      </c:pt>
                      <c:pt idx="4514">
                        <c:v>6.10672421837549</c:v>
                      </c:pt>
                      <c:pt idx="4515">
                        <c:v>6.11298386207433</c:v>
                      </c:pt>
                      <c:pt idx="4516">
                        <c:v>6.0868937031674797</c:v>
                      </c:pt>
                      <c:pt idx="4517">
                        <c:v>6.0699044482069002</c:v>
                      </c:pt>
                      <c:pt idx="4518">
                        <c:v>6.1237009834500897</c:v>
                      </c:pt>
                      <c:pt idx="4519">
                        <c:v>6.1550969687504402</c:v>
                      </c:pt>
                      <c:pt idx="4520">
                        <c:v>6.1423848045596499</c:v>
                      </c:pt>
                      <c:pt idx="4521">
                        <c:v>6.1136080017119001</c:v>
                      </c:pt>
                      <c:pt idx="4522">
                        <c:v>6.1088534261601399</c:v>
                      </c:pt>
                      <c:pt idx="4523">
                        <c:v>6.1089147319174302</c:v>
                      </c:pt>
                      <c:pt idx="4524">
                        <c:v>6.1019621670146398</c:v>
                      </c:pt>
                      <c:pt idx="4525">
                        <c:v>6.113291085717</c:v>
                      </c:pt>
                      <c:pt idx="4526">
                        <c:v>6.1334436477199201</c:v>
                      </c:pt>
                      <c:pt idx="4527">
                        <c:v>6.1984421190969599</c:v>
                      </c:pt>
                      <c:pt idx="4528">
                        <c:v>6.2908409508643803</c:v>
                      </c:pt>
                      <c:pt idx="4529">
                        <c:v>6.3044585522921199</c:v>
                      </c:pt>
                      <c:pt idx="4530">
                        <c:v>6.27351595786803</c:v>
                      </c:pt>
                      <c:pt idx="4531">
                        <c:v>6.2539706370545796</c:v>
                      </c:pt>
                      <c:pt idx="4532">
                        <c:v>6.2098659130294296</c:v>
                      </c:pt>
                      <c:pt idx="4533">
                        <c:v>6.2098659130294296</c:v>
                      </c:pt>
                      <c:pt idx="4534">
                        <c:v>6.2081763079434298</c:v>
                      </c:pt>
                      <c:pt idx="4535">
                        <c:v>6.2411260693097104</c:v>
                      </c:pt>
                      <c:pt idx="4536">
                        <c:v>6.2566649359852597</c:v>
                      </c:pt>
                      <c:pt idx="4537">
                        <c:v>6.2579830999377002</c:v>
                      </c:pt>
                      <c:pt idx="4538">
                        <c:v>6.22643839002804</c:v>
                      </c:pt>
                      <c:pt idx="4539">
                        <c:v>6.2338910340989004</c:v>
                      </c:pt>
                      <c:pt idx="4540">
                        <c:v>6.2346138245033798</c:v>
                      </c:pt>
                      <c:pt idx="4541">
                        <c:v>6.2228082413530101</c:v>
                      </c:pt>
                      <c:pt idx="4542">
                        <c:v>6.1785853646248396</c:v>
                      </c:pt>
                      <c:pt idx="4543">
                        <c:v>6.1767573678023098</c:v>
                      </c:pt>
                      <c:pt idx="4544">
                        <c:v>6.1430315197710801</c:v>
                      </c:pt>
                      <c:pt idx="4545">
                        <c:v>6.1379131402796201</c:v>
                      </c:pt>
                      <c:pt idx="4546">
                        <c:v>6.1995849903696101</c:v>
                      </c:pt>
                      <c:pt idx="4547">
                        <c:v>6.2157022988639303</c:v>
                      </c:pt>
                      <c:pt idx="4548">
                        <c:v>6.2746623826759302</c:v>
                      </c:pt>
                      <c:pt idx="4549">
                        <c:v>6.3359322487801597</c:v>
                      </c:pt>
                      <c:pt idx="4550">
                        <c:v>6.3031276155669103</c:v>
                      </c:pt>
                      <c:pt idx="4551">
                        <c:v>6.3530775212158197</c:v>
                      </c:pt>
                      <c:pt idx="4552">
                        <c:v>6.3533396331016396</c:v>
                      </c:pt>
                      <c:pt idx="4553">
                        <c:v>6.3814217154478099</c:v>
                      </c:pt>
                      <c:pt idx="4554">
                        <c:v>6.4314532704116898</c:v>
                      </c:pt>
                      <c:pt idx="4555">
                        <c:v>6.4103466986681203</c:v>
                      </c:pt>
                      <c:pt idx="4556">
                        <c:v>6.48548136717692</c:v>
                      </c:pt>
                      <c:pt idx="4557">
                        <c:v>6.5650895749833698</c:v>
                      </c:pt>
                      <c:pt idx="4558">
                        <c:v>6.6559769480472699</c:v>
                      </c:pt>
                      <c:pt idx="4559">
                        <c:v>6.6491511633706999</c:v>
                      </c:pt>
                      <c:pt idx="4560">
                        <c:v>6.6300264297021503</c:v>
                      </c:pt>
                      <c:pt idx="4561">
                        <c:v>6.7314175858310801</c:v>
                      </c:pt>
                      <c:pt idx="4562">
                        <c:v>6.7896795014074796</c:v>
                      </c:pt>
                      <c:pt idx="4563">
                        <c:v>6.7787109569758304</c:v>
                      </c:pt>
                      <c:pt idx="4564">
                        <c:v>6.7757882122678001</c:v>
                      </c:pt>
                      <c:pt idx="4565">
                        <c:v>6.7046264129533197</c:v>
                      </c:pt>
                      <c:pt idx="4566">
                        <c:v>6.6943576550503803</c:v>
                      </c:pt>
                      <c:pt idx="4567">
                        <c:v>6.6475642892653299</c:v>
                      </c:pt>
                      <c:pt idx="4568">
                        <c:v>6.7190587321596098</c:v>
                      </c:pt>
                      <c:pt idx="4569">
                        <c:v>6.7641313784879102</c:v>
                      </c:pt>
                      <c:pt idx="4570">
                        <c:v>6.7216159523857302</c:v>
                      </c:pt>
                      <c:pt idx="4571">
                        <c:v>6.6742036374214297</c:v>
                      </c:pt>
                      <c:pt idx="4572">
                        <c:v>6.7224952679468597</c:v>
                      </c:pt>
                      <c:pt idx="4573">
                        <c:v>6.7333408156332304</c:v>
                      </c:pt>
                      <c:pt idx="4574">
                        <c:v>6.7222117126832002</c:v>
                      </c:pt>
                      <c:pt idx="4575">
                        <c:v>6.7268643874024496</c:v>
                      </c:pt>
                      <c:pt idx="4576">
                        <c:v>6.78839052488902</c:v>
                      </c:pt>
                      <c:pt idx="4577">
                        <c:v>6.83378738366339</c:v>
                      </c:pt>
                      <c:pt idx="4578">
                        <c:v>6.83378738366339</c:v>
                      </c:pt>
                      <c:pt idx="4579">
                        <c:v>6.8961238378588297</c:v>
                      </c:pt>
                      <c:pt idx="4580">
                        <c:v>6.9048914342931198</c:v>
                      </c:pt>
                      <c:pt idx="4581">
                        <c:v>6.9365312512647703</c:v>
                      </c:pt>
                      <c:pt idx="4582">
                        <c:v>7.0767425005824798</c:v>
                      </c:pt>
                      <c:pt idx="4583">
                        <c:v>7.1127434325048799</c:v>
                      </c:pt>
                      <c:pt idx="4584">
                        <c:v>7.17946307896809</c:v>
                      </c:pt>
                      <c:pt idx="4585">
                        <c:v>7.2412462850740802</c:v>
                      </c:pt>
                      <c:pt idx="4586">
                        <c:v>7.2940539554511803</c:v>
                      </c:pt>
                      <c:pt idx="4587">
                        <c:v>7.2925772373325604</c:v>
                      </c:pt>
                      <c:pt idx="4588">
                        <c:v>7.2925772373325604</c:v>
                      </c:pt>
                      <c:pt idx="4589">
                        <c:v>7.1801742659125303</c:v>
                      </c:pt>
                      <c:pt idx="4590">
                        <c:v>7.30016655581223</c:v>
                      </c:pt>
                      <c:pt idx="4591">
                        <c:v>7.4254677467579002</c:v>
                      </c:pt>
                      <c:pt idx="4592">
                        <c:v>7.4089248510036603</c:v>
                      </c:pt>
                      <c:pt idx="4593">
                        <c:v>7.3301962596492798</c:v>
                      </c:pt>
                      <c:pt idx="4594">
                        <c:v>7.3348646396761303</c:v>
                      </c:pt>
                      <c:pt idx="4595">
                        <c:v>7.2985789605661102</c:v>
                      </c:pt>
                      <c:pt idx="4596">
                        <c:v>7.3100177225139502</c:v>
                      </c:pt>
                      <c:pt idx="4597">
                        <c:v>7.44729980697086</c:v>
                      </c:pt>
                      <c:pt idx="4598">
                        <c:v>7.44729980697086</c:v>
                      </c:pt>
                      <c:pt idx="4599">
                        <c:v>7.6261822869346396</c:v>
                      </c:pt>
                      <c:pt idx="4600">
                        <c:v>7.6093817371585502</c:v>
                      </c:pt>
                      <c:pt idx="4601">
                        <c:v>7.4851035776385402</c:v>
                      </c:pt>
                      <c:pt idx="4602">
                        <c:v>7.4593478739848598</c:v>
                      </c:pt>
                      <c:pt idx="4603">
                        <c:v>7.5962152344537603</c:v>
                      </c:pt>
                      <c:pt idx="4604">
                        <c:v>7.6886057511755599</c:v>
                      </c:pt>
                      <c:pt idx="4605">
                        <c:v>7.8140408377878501</c:v>
                      </c:pt>
                      <c:pt idx="4606">
                        <c:v>7.78047279110171</c:v>
                      </c:pt>
                      <c:pt idx="4607">
                        <c:v>7.7460104977513398</c:v>
                      </c:pt>
                      <c:pt idx="4608">
                        <c:v>7.7590605274331601</c:v>
                      </c:pt>
                      <c:pt idx="4609">
                        <c:v>7.6721885091413498</c:v>
                      </c:pt>
                      <c:pt idx="4610">
                        <c:v>7.54667262665403</c:v>
                      </c:pt>
                      <c:pt idx="4611">
                        <c:v>7.4413822300566199</c:v>
                      </c:pt>
                      <c:pt idx="4612">
                        <c:v>7.4671721569895997</c:v>
                      </c:pt>
                      <c:pt idx="4613">
                        <c:v>7.5147341827442702</c:v>
                      </c:pt>
                      <c:pt idx="4614">
                        <c:v>7.5162887427318203</c:v>
                      </c:pt>
                      <c:pt idx="4615">
                        <c:v>7.5162887427318203</c:v>
                      </c:pt>
                      <c:pt idx="4616">
                        <c:v>7.3998139549260999</c:v>
                      </c:pt>
                      <c:pt idx="4617">
                        <c:v>7.37635600997758</c:v>
                      </c:pt>
                      <c:pt idx="4618">
                        <c:v>7.5311235967421801</c:v>
                      </c:pt>
                      <c:pt idx="4619">
                        <c:v>7.7266051768922299</c:v>
                      </c:pt>
                      <c:pt idx="4620">
                        <c:v>7.73629810669925</c:v>
                      </c:pt>
                      <c:pt idx="4621">
                        <c:v>7.6333669630438701</c:v>
                      </c:pt>
                      <c:pt idx="4622">
                        <c:v>7.5327947539106397</c:v>
                      </c:pt>
                      <c:pt idx="4623">
                        <c:v>7.5584078577004403</c:v>
                      </c:pt>
                      <c:pt idx="4624">
                        <c:v>7.6226951998009698</c:v>
                      </c:pt>
                      <c:pt idx="4625">
                        <c:v>7.64245405589398</c:v>
                      </c:pt>
                      <c:pt idx="4626">
                        <c:v>7.6923668486607104</c:v>
                      </c:pt>
                      <c:pt idx="4627">
                        <c:v>7.6923668486607104</c:v>
                      </c:pt>
                      <c:pt idx="4628">
                        <c:v>7.6080988063407702</c:v>
                      </c:pt>
                      <c:pt idx="4629">
                        <c:v>7.65505180844825</c:v>
                      </c:pt>
                      <c:pt idx="4630">
                        <c:v>7.7055272205599099</c:v>
                      </c:pt>
                      <c:pt idx="4631">
                        <c:v>7.7169560145123501</c:v>
                      </c:pt>
                      <c:pt idx="4632">
                        <c:v>7.7169560145123501</c:v>
                      </c:pt>
                      <c:pt idx="4633">
                        <c:v>7.8111502041738499</c:v>
                      </c:pt>
                      <c:pt idx="4634">
                        <c:v>7.9329995828624398</c:v>
                      </c:pt>
                      <c:pt idx="4635">
                        <c:v>7.9522802732361697</c:v>
                      </c:pt>
                      <c:pt idx="4636">
                        <c:v>8.1287541811153599</c:v>
                      </c:pt>
                      <c:pt idx="4637">
                        <c:v>8.2686794709319393</c:v>
                      </c:pt>
                      <c:pt idx="4638">
                        <c:v>8.2686794709319393</c:v>
                      </c:pt>
                      <c:pt idx="4639">
                        <c:v>8.4805777990464701</c:v>
                      </c:pt>
                      <c:pt idx="4640">
                        <c:v>8.4097669937867394</c:v>
                      </c:pt>
                      <c:pt idx="4641">
                        <c:v>8.3711333720966206</c:v>
                      </c:pt>
                      <c:pt idx="4642">
                        <c:v>8.3808263690909293</c:v>
                      </c:pt>
                      <c:pt idx="4643">
                        <c:v>8.4946497400002894</c:v>
                      </c:pt>
                      <c:pt idx="4644">
                        <c:v>8.6856267520064598</c:v>
                      </c:pt>
                      <c:pt idx="4645">
                        <c:v>8.6404070896930794</c:v>
                      </c:pt>
                      <c:pt idx="4646">
                        <c:v>8.5099552074787503</c:v>
                      </c:pt>
                      <c:pt idx="4647">
                        <c:v>8.3653218358486594</c:v>
                      </c:pt>
                      <c:pt idx="4648">
                        <c:v>8.4860866566086308</c:v>
                      </c:pt>
                      <c:pt idx="4649">
                        <c:v>8.48082268620227</c:v>
                      </c:pt>
                      <c:pt idx="4650">
                        <c:v>8.4207496780823696</c:v>
                      </c:pt>
                      <c:pt idx="4651">
                        <c:v>8.5160592977975202</c:v>
                      </c:pt>
                      <c:pt idx="4652">
                        <c:v>8.5597821428688601</c:v>
                      </c:pt>
                      <c:pt idx="4653">
                        <c:v>8.5595212155176394</c:v>
                      </c:pt>
                      <c:pt idx="4654">
                        <c:v>8.4277640214192804</c:v>
                      </c:pt>
                      <c:pt idx="4655">
                        <c:v>8.3577047320887203</c:v>
                      </c:pt>
                      <c:pt idx="4656">
                        <c:v>8.4300289376432804</c:v>
                      </c:pt>
                      <c:pt idx="4657">
                        <c:v>8.3869440532491808</c:v>
                      </c:pt>
                      <c:pt idx="4658">
                        <c:v>8.4065373510713695</c:v>
                      </c:pt>
                      <c:pt idx="4659">
                        <c:v>8.5688634705652902</c:v>
                      </c:pt>
                      <c:pt idx="4660">
                        <c:v>8.6630773137863404</c:v>
                      </c:pt>
                      <c:pt idx="4661">
                        <c:v>8.7656371090397798</c:v>
                      </c:pt>
                      <c:pt idx="4662">
                        <c:v>8.7521511144732091</c:v>
                      </c:pt>
                      <c:pt idx="4663">
                        <c:v>8.8981691656265909</c:v>
                      </c:pt>
                      <c:pt idx="4664">
                        <c:v>8.8642118076810501</c:v>
                      </c:pt>
                      <c:pt idx="4665">
                        <c:v>8.8252691394133596</c:v>
                      </c:pt>
                      <c:pt idx="4666">
                        <c:v>8.7881802130985207</c:v>
                      </c:pt>
                      <c:pt idx="4667">
                        <c:v>8.7455492119909302</c:v>
                      </c:pt>
                      <c:pt idx="4668">
                        <c:v>8.7980707587961309</c:v>
                      </c:pt>
                      <c:pt idx="4669">
                        <c:v>8.8759007905315492</c:v>
                      </c:pt>
                      <c:pt idx="4670">
                        <c:v>8.9391343042447104</c:v>
                      </c:pt>
                      <c:pt idx="4671">
                        <c:v>9.1810260223490996</c:v>
                      </c:pt>
                      <c:pt idx="4672">
                        <c:v>9.1368564485211596</c:v>
                      </c:pt>
                      <c:pt idx="4673">
                        <c:v>9.2176987048111805</c:v>
                      </c:pt>
                      <c:pt idx="4674">
                        <c:v>9.1075764822896002</c:v>
                      </c:pt>
                      <c:pt idx="4675">
                        <c:v>9.0440338440600705</c:v>
                      </c:pt>
                      <c:pt idx="4676">
                        <c:v>8.9944559510990398</c:v>
                      </c:pt>
                      <c:pt idx="4677">
                        <c:v>9.0228635485863702</c:v>
                      </c:pt>
                      <c:pt idx="4678">
                        <c:v>9.2668663125156794</c:v>
                      </c:pt>
                      <c:pt idx="4679">
                        <c:v>9.3794175743444494</c:v>
                      </c:pt>
                      <c:pt idx="4680">
                        <c:v>9.4107951777309609</c:v>
                      </c:pt>
                      <c:pt idx="4681">
                        <c:v>9.4280467924239399</c:v>
                      </c:pt>
                      <c:pt idx="4682">
                        <c:v>9.4553866882251096</c:v>
                      </c:pt>
                      <c:pt idx="4683">
                        <c:v>9.5092898186049606</c:v>
                      </c:pt>
                      <c:pt idx="4684">
                        <c:v>9.4636009332986593</c:v>
                      </c:pt>
                      <c:pt idx="4685">
                        <c:v>9.4469213762153199</c:v>
                      </c:pt>
                      <c:pt idx="4686">
                        <c:v>9.4189582214078396</c:v>
                      </c:pt>
                      <c:pt idx="4687">
                        <c:v>9.4413752827724693</c:v>
                      </c:pt>
                      <c:pt idx="4688">
                        <c:v>9.4413752827724693</c:v>
                      </c:pt>
                      <c:pt idx="4689">
                        <c:v>9.54566053735544</c:v>
                      </c:pt>
                      <c:pt idx="4690">
                        <c:v>9.6309679662127898</c:v>
                      </c:pt>
                      <c:pt idx="4691">
                        <c:v>9.8239708308996008</c:v>
                      </c:pt>
                      <c:pt idx="4692">
                        <c:v>9.9253128234262604</c:v>
                      </c:pt>
                      <c:pt idx="4693">
                        <c:v>9.9119889810034607</c:v>
                      </c:pt>
                      <c:pt idx="4694">
                        <c:v>9.6358496502851398</c:v>
                      </c:pt>
                      <c:pt idx="4695">
                        <c:v>9.4380181028618306</c:v>
                      </c:pt>
                      <c:pt idx="4696">
                        <c:v>9.4169325802561605</c:v>
                      </c:pt>
                      <c:pt idx="4697">
                        <c:v>9.2143554890367803</c:v>
                      </c:pt>
                      <c:pt idx="4698">
                        <c:v>9.0540005808486796</c:v>
                      </c:pt>
                      <c:pt idx="4699">
                        <c:v>9.0391684399647598</c:v>
                      </c:pt>
                      <c:pt idx="4700">
                        <c:v>9.0598277127501508</c:v>
                      </c:pt>
                      <c:pt idx="4701">
                        <c:v>9.0008876481163096</c:v>
                      </c:pt>
                      <c:pt idx="4702">
                        <c:v>9.2432623287495392</c:v>
                      </c:pt>
                      <c:pt idx="4703">
                        <c:v>9.4453765695383698</c:v>
                      </c:pt>
                      <c:pt idx="4704">
                        <c:v>9.3039995295331099</c:v>
                      </c:pt>
                      <c:pt idx="4705">
                        <c:v>9.3308360346783505</c:v>
                      </c:pt>
                      <c:pt idx="4706">
                        <c:v>9.3308360346783505</c:v>
                      </c:pt>
                      <c:pt idx="4707">
                        <c:v>9.3308360346783505</c:v>
                      </c:pt>
                      <c:pt idx="4708">
                        <c:v>9.5117962914175003</c:v>
                      </c:pt>
                      <c:pt idx="4709">
                        <c:v>9.5540691970387304</c:v>
                      </c:pt>
                      <c:pt idx="4710">
                        <c:v>9.5735786996199508</c:v>
                      </c:pt>
                      <c:pt idx="4711">
                        <c:v>9.5996090708327309</c:v>
                      </c:pt>
                      <c:pt idx="4712">
                        <c:v>9.6166250822397199</c:v>
                      </c:pt>
                      <c:pt idx="4713">
                        <c:v>9.7592010463865506</c:v>
                      </c:pt>
                      <c:pt idx="4714">
                        <c:v>9.8204393086193793</c:v>
                      </c:pt>
                      <c:pt idx="4715">
                        <c:v>9.8840040133062406</c:v>
                      </c:pt>
                      <c:pt idx="4716">
                        <c:v>9.9185632530547494</c:v>
                      </c:pt>
                      <c:pt idx="4717">
                        <c:v>10.0395086847561</c:v>
                      </c:pt>
                      <c:pt idx="4718">
                        <c:v>10.294892927138401</c:v>
                      </c:pt>
                      <c:pt idx="4719">
                        <c:v>10.1647883446953</c:v>
                      </c:pt>
                      <c:pt idx="4720">
                        <c:v>10.162977609479</c:v>
                      </c:pt>
                      <c:pt idx="4721">
                        <c:v>10.238471170698601</c:v>
                      </c:pt>
                      <c:pt idx="4722">
                        <c:v>10.4793720815544</c:v>
                      </c:pt>
                      <c:pt idx="4723">
                        <c:v>10.6286255178589</c:v>
                      </c:pt>
                      <c:pt idx="4724">
                        <c:v>10.6346929384283</c:v>
                      </c:pt>
                      <c:pt idx="4725">
                        <c:v>10.7212391862671</c:v>
                      </c:pt>
                      <c:pt idx="4726">
                        <c:v>10.787249343061401</c:v>
                      </c:pt>
                      <c:pt idx="4727">
                        <c:v>10.8646481223922</c:v>
                      </c:pt>
                      <c:pt idx="4728">
                        <c:v>10.9864303770328</c:v>
                      </c:pt>
                      <c:pt idx="4729">
                        <c:v>11.217934378453901</c:v>
                      </c:pt>
                      <c:pt idx="4730">
                        <c:v>11.2536472697421</c:v>
                      </c:pt>
                      <c:pt idx="4731">
                        <c:v>11.0095307402805</c:v>
                      </c:pt>
                      <c:pt idx="4732">
                        <c:v>11.009979912413501</c:v>
                      </c:pt>
                      <c:pt idx="4733">
                        <c:v>10.8806789722705</c:v>
                      </c:pt>
                      <c:pt idx="4734">
                        <c:v>10.991628631224801</c:v>
                      </c:pt>
                      <c:pt idx="4735">
                        <c:v>10.801130092509499</c:v>
                      </c:pt>
                      <c:pt idx="4736">
                        <c:v>10.6719939001533</c:v>
                      </c:pt>
                      <c:pt idx="4737">
                        <c:v>10.6581632406838</c:v>
                      </c:pt>
                      <c:pt idx="4738">
                        <c:v>10.6581632406838</c:v>
                      </c:pt>
                      <c:pt idx="4739">
                        <c:v>10.348176383478</c:v>
                      </c:pt>
                      <c:pt idx="4740">
                        <c:v>10.4538116995323</c:v>
                      </c:pt>
                      <c:pt idx="4741">
                        <c:v>10.378449824459</c:v>
                      </c:pt>
                      <c:pt idx="4742">
                        <c:v>10.238103039333399</c:v>
                      </c:pt>
                      <c:pt idx="4743">
                        <c:v>10.4684011366309</c:v>
                      </c:pt>
                      <c:pt idx="4744">
                        <c:v>10.8203016687174</c:v>
                      </c:pt>
                      <c:pt idx="4745">
                        <c:v>11.0006261812345</c:v>
                      </c:pt>
                      <c:pt idx="4746">
                        <c:v>10.9716388131143</c:v>
                      </c:pt>
                      <c:pt idx="4747">
                        <c:v>11.0192691115326</c:v>
                      </c:pt>
                      <c:pt idx="4748">
                        <c:v>11.1469437122188</c:v>
                      </c:pt>
                      <c:pt idx="4749">
                        <c:v>11.3247158820193</c:v>
                      </c:pt>
                      <c:pt idx="4750">
                        <c:v>11.137672398741101</c:v>
                      </c:pt>
                      <c:pt idx="4751">
                        <c:v>11.2300899860921</c:v>
                      </c:pt>
                      <c:pt idx="4752">
                        <c:v>11.126793682930799</c:v>
                      </c:pt>
                      <c:pt idx="4753">
                        <c:v>11.126793682930799</c:v>
                      </c:pt>
                      <c:pt idx="4754">
                        <c:v>11.6866261564225</c:v>
                      </c:pt>
                      <c:pt idx="4755">
                        <c:v>11.644813740489599</c:v>
                      </c:pt>
                      <c:pt idx="4756">
                        <c:v>11.422249677717</c:v>
                      </c:pt>
                      <c:pt idx="4757">
                        <c:v>11.421743304399101</c:v>
                      </c:pt>
                      <c:pt idx="4758">
                        <c:v>11.421743304399101</c:v>
                      </c:pt>
                      <c:pt idx="4759">
                        <c:v>11.283097277183201</c:v>
                      </c:pt>
                      <c:pt idx="4760">
                        <c:v>11.196977669758301</c:v>
                      </c:pt>
                      <c:pt idx="4761">
                        <c:v>11.1794334618231</c:v>
                      </c:pt>
                      <c:pt idx="4762">
                        <c:v>11.162126273836501</c:v>
                      </c:pt>
                      <c:pt idx="4763">
                        <c:v>10.8179960868296</c:v>
                      </c:pt>
                      <c:pt idx="4764">
                        <c:v>11.0909611670908</c:v>
                      </c:pt>
                      <c:pt idx="4765">
                        <c:v>11.2607620945079</c:v>
                      </c:pt>
                      <c:pt idx="4766">
                        <c:v>11.3820123994358</c:v>
                      </c:pt>
                      <c:pt idx="4767">
                        <c:v>11.7117283798193</c:v>
                      </c:pt>
                      <c:pt idx="4768">
                        <c:v>12.168815910328201</c:v>
                      </c:pt>
                      <c:pt idx="4769">
                        <c:v>12.1427143105381</c:v>
                      </c:pt>
                      <c:pt idx="4770">
                        <c:v>12.6383831393645</c:v>
                      </c:pt>
                      <c:pt idx="4771">
                        <c:v>12.7616627457944</c:v>
                      </c:pt>
                      <c:pt idx="4772">
                        <c:v>12.567838953805399</c:v>
                      </c:pt>
                      <c:pt idx="4773">
                        <c:v>12.5426576170077</c:v>
                      </c:pt>
                      <c:pt idx="4774">
                        <c:v>12.5426576170077</c:v>
                      </c:pt>
                      <c:pt idx="4775">
                        <c:v>12.730210959980701</c:v>
                      </c:pt>
                      <c:pt idx="4776">
                        <c:v>12.589320170399199</c:v>
                      </c:pt>
                      <c:pt idx="4777">
                        <c:v>12.613337195632001</c:v>
                      </c:pt>
                      <c:pt idx="4778">
                        <c:v>12.7074483579998</c:v>
                      </c:pt>
                      <c:pt idx="4779">
                        <c:v>12.570393726456899</c:v>
                      </c:pt>
                      <c:pt idx="4780">
                        <c:v>12.2955664406549</c:v>
                      </c:pt>
                      <c:pt idx="4781">
                        <c:v>11.982250246189199</c:v>
                      </c:pt>
                      <c:pt idx="4782">
                        <c:v>11.492336681191601</c:v>
                      </c:pt>
                      <c:pt idx="4783">
                        <c:v>11.5026577971629</c:v>
                      </c:pt>
                      <c:pt idx="4784">
                        <c:v>11.500200902318401</c:v>
                      </c:pt>
                      <c:pt idx="4785">
                        <c:v>11.305109691273</c:v>
                      </c:pt>
                      <c:pt idx="4786">
                        <c:v>11.7044502928679</c:v>
                      </c:pt>
                      <c:pt idx="4787">
                        <c:v>11.9489284756809</c:v>
                      </c:pt>
                      <c:pt idx="4788">
                        <c:v>11.9287782727876</c:v>
                      </c:pt>
                      <c:pt idx="4789">
                        <c:v>11.584093736198</c:v>
                      </c:pt>
                      <c:pt idx="4790">
                        <c:v>11.366601757617</c:v>
                      </c:pt>
                      <c:pt idx="4791">
                        <c:v>11.518703647452501</c:v>
                      </c:pt>
                      <c:pt idx="4792">
                        <c:v>11.518703647452501</c:v>
                      </c:pt>
                      <c:pt idx="4793">
                        <c:v>11.562910387180001</c:v>
                      </c:pt>
                      <c:pt idx="4794">
                        <c:v>11.548478822236801</c:v>
                      </c:pt>
                      <c:pt idx="4795">
                        <c:v>11.6135240158898</c:v>
                      </c:pt>
                      <c:pt idx="4796">
                        <c:v>11.7578369537841</c:v>
                      </c:pt>
                      <c:pt idx="4797">
                        <c:v>11.9144122067559</c:v>
                      </c:pt>
                      <c:pt idx="4798">
                        <c:v>11.8330891388773</c:v>
                      </c:pt>
                      <c:pt idx="4799">
                        <c:v>11.869638843144299</c:v>
                      </c:pt>
                      <c:pt idx="4800">
                        <c:v>11.719486443111601</c:v>
                      </c:pt>
                      <c:pt idx="4801">
                        <c:v>11.6389995454314</c:v>
                      </c:pt>
                      <c:pt idx="4802">
                        <c:v>11.7751578692374</c:v>
                      </c:pt>
                      <c:pt idx="4803">
                        <c:v>11.7814204816073</c:v>
                      </c:pt>
                      <c:pt idx="4804">
                        <c:v>11.8004305620872</c:v>
                      </c:pt>
                      <c:pt idx="4805">
                        <c:v>11.9541628819187</c:v>
                      </c:pt>
                      <c:pt idx="4806">
                        <c:v>11.8823018546834</c:v>
                      </c:pt>
                      <c:pt idx="4807">
                        <c:v>12.0952712807357</c:v>
                      </c:pt>
                      <c:pt idx="4808">
                        <c:v>12.2124437447166</c:v>
                      </c:pt>
                      <c:pt idx="4809">
                        <c:v>12.1492380840564</c:v>
                      </c:pt>
                      <c:pt idx="4810">
                        <c:v>12.0968562095437</c:v>
                      </c:pt>
                      <c:pt idx="4811">
                        <c:v>12.120630568071</c:v>
                      </c:pt>
                      <c:pt idx="4812">
                        <c:v>12.348676513792499</c:v>
                      </c:pt>
                      <c:pt idx="4813">
                        <c:v>12.479373401122499</c:v>
                      </c:pt>
                      <c:pt idx="4814">
                        <c:v>12.4926688044131</c:v>
                      </c:pt>
                      <c:pt idx="4815">
                        <c:v>12.379726627273699</c:v>
                      </c:pt>
                      <c:pt idx="4816">
                        <c:v>12.355765261556</c:v>
                      </c:pt>
                      <c:pt idx="4817">
                        <c:v>12.267929300098499</c:v>
                      </c:pt>
                      <c:pt idx="4818">
                        <c:v>12.338734568837101</c:v>
                      </c:pt>
                      <c:pt idx="4819">
                        <c:v>12.3510807038067</c:v>
                      </c:pt>
                      <c:pt idx="4820">
                        <c:v>12.3684971186686</c:v>
                      </c:pt>
                      <c:pt idx="4821">
                        <c:v>12.396126926781101</c:v>
                      </c:pt>
                      <c:pt idx="4822">
                        <c:v>12.533954860333001</c:v>
                      </c:pt>
                      <c:pt idx="4823">
                        <c:v>12.5911635946734</c:v>
                      </c:pt>
                      <c:pt idx="4824">
                        <c:v>12.4952692249148</c:v>
                      </c:pt>
                      <c:pt idx="4825">
                        <c:v>12.590513356424699</c:v>
                      </c:pt>
                      <c:pt idx="4826">
                        <c:v>12.508109795746501</c:v>
                      </c:pt>
                      <c:pt idx="4827">
                        <c:v>12.4612603719135</c:v>
                      </c:pt>
                      <c:pt idx="4828">
                        <c:v>12.392011323603301</c:v>
                      </c:pt>
                      <c:pt idx="4829">
                        <c:v>12.576763841809401</c:v>
                      </c:pt>
                      <c:pt idx="4830">
                        <c:v>12.9210532650344</c:v>
                      </c:pt>
                      <c:pt idx="4831">
                        <c:v>12.892142391336201</c:v>
                      </c:pt>
                      <c:pt idx="4832">
                        <c:v>13.0196527746998</c:v>
                      </c:pt>
                      <c:pt idx="4833">
                        <c:v>13.1552505255094</c:v>
                      </c:pt>
                      <c:pt idx="4834">
                        <c:v>13.315900636516</c:v>
                      </c:pt>
                      <c:pt idx="4835">
                        <c:v>13.344592156997001</c:v>
                      </c:pt>
                      <c:pt idx="4836">
                        <c:v>13.621750130083999</c:v>
                      </c:pt>
                      <c:pt idx="4837">
                        <c:v>13.621750130083999</c:v>
                      </c:pt>
                      <c:pt idx="4838">
                        <c:v>13.8880807302529</c:v>
                      </c:pt>
                      <c:pt idx="4839">
                        <c:v>14.269475310495199</c:v>
                      </c:pt>
                      <c:pt idx="4840">
                        <c:v>14.7021919186832</c:v>
                      </c:pt>
                      <c:pt idx="4841">
                        <c:v>14.924235062802</c:v>
                      </c:pt>
                      <c:pt idx="4842">
                        <c:v>14.683342294414301</c:v>
                      </c:pt>
                      <c:pt idx="4843">
                        <c:v>14.079730493388499</c:v>
                      </c:pt>
                      <c:pt idx="4844">
                        <c:v>13.499241578704</c:v>
                      </c:pt>
                      <c:pt idx="4845">
                        <c:v>13.4855313724635</c:v>
                      </c:pt>
                      <c:pt idx="4846">
                        <c:v>13.5096581553208</c:v>
                      </c:pt>
                      <c:pt idx="4847">
                        <c:v>13.5270354953874</c:v>
                      </c:pt>
                      <c:pt idx="4848">
                        <c:v>13.7490012837923</c:v>
                      </c:pt>
                      <c:pt idx="4849">
                        <c:v>14.0383077920006</c:v>
                      </c:pt>
                      <c:pt idx="4850">
                        <c:v>14.2091307679311</c:v>
                      </c:pt>
                      <c:pt idx="4851">
                        <c:v>14.1156153028153</c:v>
                      </c:pt>
                      <c:pt idx="4852">
                        <c:v>14.1156153028153</c:v>
                      </c:pt>
                      <c:pt idx="4853">
                        <c:v>13.954496906844399</c:v>
                      </c:pt>
                      <c:pt idx="4854">
                        <c:v>13.7691809340107</c:v>
                      </c:pt>
                      <c:pt idx="4855">
                        <c:v>13.3606826974339</c:v>
                      </c:pt>
                      <c:pt idx="4856">
                        <c:v>13.2876452484452</c:v>
                      </c:pt>
                      <c:pt idx="4857">
                        <c:v>13.2876452484452</c:v>
                      </c:pt>
                      <c:pt idx="4858">
                        <c:v>13.128051968657999</c:v>
                      </c:pt>
                      <c:pt idx="4859">
                        <c:v>13.090552210286299</c:v>
                      </c:pt>
                      <c:pt idx="4860">
                        <c:v>13.479906561653101</c:v>
                      </c:pt>
                      <c:pt idx="4861">
                        <c:v>13.179936049635399</c:v>
                      </c:pt>
                      <c:pt idx="4862">
                        <c:v>13.239025755999799</c:v>
                      </c:pt>
                      <c:pt idx="4863">
                        <c:v>13.093028459827901</c:v>
                      </c:pt>
                      <c:pt idx="4864">
                        <c:v>12.8905620895958</c:v>
                      </c:pt>
                      <c:pt idx="4865">
                        <c:v>12.8457862075315</c:v>
                      </c:pt>
                      <c:pt idx="4866">
                        <c:v>13.123402864384801</c:v>
                      </c:pt>
                      <c:pt idx="4867">
                        <c:v>13.1875217271333</c:v>
                      </c:pt>
                      <c:pt idx="4868">
                        <c:v>13.0706261549263</c:v>
                      </c:pt>
                      <c:pt idx="4869">
                        <c:v>12.995604037544499</c:v>
                      </c:pt>
                      <c:pt idx="4870">
                        <c:v>12.688929446298699</c:v>
                      </c:pt>
                      <c:pt idx="4871">
                        <c:v>12.1060639465008</c:v>
                      </c:pt>
                      <c:pt idx="4872">
                        <c:v>12.276396467792001</c:v>
                      </c:pt>
                      <c:pt idx="4873">
                        <c:v>12.3313570022165</c:v>
                      </c:pt>
                      <c:pt idx="4874">
                        <c:v>12.5672473083968</c:v>
                      </c:pt>
                      <c:pt idx="4875">
                        <c:v>12.5672473083968</c:v>
                      </c:pt>
                      <c:pt idx="4876">
                        <c:v>12.8043664018263</c:v>
                      </c:pt>
                      <c:pt idx="4877">
                        <c:v>13.0548650500529</c:v>
                      </c:pt>
                      <c:pt idx="4878">
                        <c:v>12.878175602707699</c:v>
                      </c:pt>
                      <c:pt idx="4879">
                        <c:v>12.978992904435399</c:v>
                      </c:pt>
                      <c:pt idx="4880">
                        <c:v>12.891947099824201</c:v>
                      </c:pt>
                      <c:pt idx="4881">
                        <c:v>12.825406857831901</c:v>
                      </c:pt>
                      <c:pt idx="4882">
                        <c:v>12.919787792909601</c:v>
                      </c:pt>
                      <c:pt idx="4883">
                        <c:v>12.8526219112047</c:v>
                      </c:pt>
                      <c:pt idx="4884">
                        <c:v>12.7815984293313</c:v>
                      </c:pt>
                      <c:pt idx="4885">
                        <c:v>12.809410970343301</c:v>
                      </c:pt>
                      <c:pt idx="4886">
                        <c:v>12.6786588846107</c:v>
                      </c:pt>
                      <c:pt idx="4887">
                        <c:v>12.6332701576471</c:v>
                      </c:pt>
                      <c:pt idx="4888">
                        <c:v>12.765605133108901</c:v>
                      </c:pt>
                      <c:pt idx="4889">
                        <c:v>12.761985532889399</c:v>
                      </c:pt>
                      <c:pt idx="4890">
                        <c:v>12.8263405002663</c:v>
                      </c:pt>
                      <c:pt idx="4891">
                        <c:v>12.8263405002663</c:v>
                      </c:pt>
                      <c:pt idx="4892">
                        <c:v>13.013335594825399</c:v>
                      </c:pt>
                      <c:pt idx="4893">
                        <c:v>12.9799801781655</c:v>
                      </c:pt>
                      <c:pt idx="4894">
                        <c:v>13.1004789195563</c:v>
                      </c:pt>
                      <c:pt idx="4895">
                        <c:v>13.3069693545681</c:v>
                      </c:pt>
                      <c:pt idx="4896">
                        <c:v>13.1322284701742</c:v>
                      </c:pt>
                      <c:pt idx="4897">
                        <c:v>13.1322284701742</c:v>
                      </c:pt>
                      <c:pt idx="4898">
                        <c:v>13.0180024730941</c:v>
                      </c:pt>
                      <c:pt idx="4899">
                        <c:v>12.736176013745901</c:v>
                      </c:pt>
                      <c:pt idx="4900">
                        <c:v>12.3460315359765</c:v>
                      </c:pt>
                      <c:pt idx="4901">
                        <c:v>12.0896070918715</c:v>
                      </c:pt>
                      <c:pt idx="4902">
                        <c:v>12.172598819940999</c:v>
                      </c:pt>
                      <c:pt idx="4903">
                        <c:v>12.109671042829699</c:v>
                      </c:pt>
                      <c:pt idx="4904">
                        <c:v>12.356385892496901</c:v>
                      </c:pt>
                      <c:pt idx="4905">
                        <c:v>12.334493692244701</c:v>
                      </c:pt>
                      <c:pt idx="4906">
                        <c:v>12.3799870265713</c:v>
                      </c:pt>
                      <c:pt idx="4907">
                        <c:v>12.4612260680803</c:v>
                      </c:pt>
                      <c:pt idx="4908">
                        <c:v>12.357552721075299</c:v>
                      </c:pt>
                      <c:pt idx="4909">
                        <c:v>11.9043943661462</c:v>
                      </c:pt>
                      <c:pt idx="4910">
                        <c:v>11.97380010304</c:v>
                      </c:pt>
                      <c:pt idx="4911">
                        <c:v>12.113474504299999</c:v>
                      </c:pt>
                      <c:pt idx="4912">
                        <c:v>12.148922872995</c:v>
                      </c:pt>
                      <c:pt idx="4913">
                        <c:v>12.062848105692099</c:v>
                      </c:pt>
                      <c:pt idx="4914">
                        <c:v>11.9168711198935</c:v>
                      </c:pt>
                      <c:pt idx="4915">
                        <c:v>11.6967024885675</c:v>
                      </c:pt>
                      <c:pt idx="4916">
                        <c:v>11.798445382108801</c:v>
                      </c:pt>
                      <c:pt idx="4917">
                        <c:v>11.787502840868299</c:v>
                      </c:pt>
                      <c:pt idx="4918">
                        <c:v>11.675649966463199</c:v>
                      </c:pt>
                      <c:pt idx="4919">
                        <c:v>11.689266240672501</c:v>
                      </c:pt>
                      <c:pt idx="4920">
                        <c:v>11.771205684261499</c:v>
                      </c:pt>
                      <c:pt idx="4921">
                        <c:v>11.9037495655363</c:v>
                      </c:pt>
                      <c:pt idx="4922">
                        <c:v>12.0067674136851</c:v>
                      </c:pt>
                      <c:pt idx="4923">
                        <c:v>12.0038368921431</c:v>
                      </c:pt>
                      <c:pt idx="4924">
                        <c:v>12.1888679002308</c:v>
                      </c:pt>
                      <c:pt idx="4925">
                        <c:v>12.4156177272004</c:v>
                      </c:pt>
                      <c:pt idx="4926">
                        <c:v>12.599706664766099</c:v>
                      </c:pt>
                      <c:pt idx="4927">
                        <c:v>13.019537618493599</c:v>
                      </c:pt>
                      <c:pt idx="4928">
                        <c:v>13.0795557465279</c:v>
                      </c:pt>
                      <c:pt idx="4929">
                        <c:v>12.8903989937352</c:v>
                      </c:pt>
                      <c:pt idx="4930">
                        <c:v>12.685250711435399</c:v>
                      </c:pt>
                      <c:pt idx="4931">
                        <c:v>12.7638430379754</c:v>
                      </c:pt>
                      <c:pt idx="4932">
                        <c:v>12.735025474711501</c:v>
                      </c:pt>
                      <c:pt idx="4933">
                        <c:v>12.8719272136958</c:v>
                      </c:pt>
                      <c:pt idx="4934">
                        <c:v>12.794211654311001</c:v>
                      </c:pt>
                      <c:pt idx="4935">
                        <c:v>12.8241130192357</c:v>
                      </c:pt>
                      <c:pt idx="4936">
                        <c:v>12.5136395590463</c:v>
                      </c:pt>
                      <c:pt idx="4937">
                        <c:v>12.182735034163301</c:v>
                      </c:pt>
                      <c:pt idx="4938">
                        <c:v>12.367604016890301</c:v>
                      </c:pt>
                      <c:pt idx="4939">
                        <c:v>12.3858400249821</c:v>
                      </c:pt>
                      <c:pt idx="4940">
                        <c:v>12.304248200162499</c:v>
                      </c:pt>
                      <c:pt idx="4941">
                        <c:v>12.1560365065891</c:v>
                      </c:pt>
                      <c:pt idx="4942">
                        <c:v>11.987395074129401</c:v>
                      </c:pt>
                      <c:pt idx="4943">
                        <c:v>12.227925702199199</c:v>
                      </c:pt>
                      <c:pt idx="4944">
                        <c:v>12.172140587917299</c:v>
                      </c:pt>
                      <c:pt idx="4945">
                        <c:v>12.175781936835101</c:v>
                      </c:pt>
                      <c:pt idx="4946">
                        <c:v>11.9326467093478</c:v>
                      </c:pt>
                      <c:pt idx="4947">
                        <c:v>11.9326467093478</c:v>
                      </c:pt>
                      <c:pt idx="4948">
                        <c:v>11.8295918711237</c:v>
                      </c:pt>
                      <c:pt idx="4949">
                        <c:v>11.816304576093801</c:v>
                      </c:pt>
                      <c:pt idx="4950">
                        <c:v>11.534523705707</c:v>
                      </c:pt>
                      <c:pt idx="4951">
                        <c:v>11.540176194650201</c:v>
                      </c:pt>
                      <c:pt idx="4952">
                        <c:v>11.529494564641301</c:v>
                      </c:pt>
                      <c:pt idx="4953">
                        <c:v>11.597408943306901</c:v>
                      </c:pt>
                      <c:pt idx="4954">
                        <c:v>11.5306958774823</c:v>
                      </c:pt>
                      <c:pt idx="4955">
                        <c:v>11.5113652705398</c:v>
                      </c:pt>
                      <c:pt idx="4956">
                        <c:v>11.4557338892432</c:v>
                      </c:pt>
                      <c:pt idx="4957">
                        <c:v>11.171158648932201</c:v>
                      </c:pt>
                      <c:pt idx="4958">
                        <c:v>11.0852038163102</c:v>
                      </c:pt>
                      <c:pt idx="4959">
                        <c:v>11.1362056647583</c:v>
                      </c:pt>
                      <c:pt idx="4960">
                        <c:v>11.1362056647583</c:v>
                      </c:pt>
                      <c:pt idx="4961">
                        <c:v>11.1362056647583</c:v>
                      </c:pt>
                      <c:pt idx="4962">
                        <c:v>11.4213780923453</c:v>
                      </c:pt>
                      <c:pt idx="4963">
                        <c:v>11.4333867337279</c:v>
                      </c:pt>
                      <c:pt idx="4964">
                        <c:v>11.283533735161599</c:v>
                      </c:pt>
                      <c:pt idx="4965">
                        <c:v>11.198407183106999</c:v>
                      </c:pt>
                      <c:pt idx="4966">
                        <c:v>11.196440522808301</c:v>
                      </c:pt>
                      <c:pt idx="4967">
                        <c:v>11.2959623864171</c:v>
                      </c:pt>
                      <c:pt idx="4968">
                        <c:v>11.2403458429184</c:v>
                      </c:pt>
                      <c:pt idx="4969">
                        <c:v>11.2678226523715</c:v>
                      </c:pt>
                      <c:pt idx="4970">
                        <c:v>11.2354553900496</c:v>
                      </c:pt>
                      <c:pt idx="4971">
                        <c:v>11.192026733068399</c:v>
                      </c:pt>
                      <c:pt idx="4972">
                        <c:v>11.1571334323529</c:v>
                      </c:pt>
                      <c:pt idx="4973">
                        <c:v>11.022463976394199</c:v>
                      </c:pt>
                      <c:pt idx="4974">
                        <c:v>11.1683846167642</c:v>
                      </c:pt>
                      <c:pt idx="4975">
                        <c:v>11.5193518802513</c:v>
                      </c:pt>
                      <c:pt idx="4976">
                        <c:v>11.46380170368</c:v>
                      </c:pt>
                      <c:pt idx="4977">
                        <c:v>11.46380170368</c:v>
                      </c:pt>
                      <c:pt idx="4978">
                        <c:v>11.678167046307401</c:v>
                      </c:pt>
                      <c:pt idx="4979">
                        <c:v>11.4648769784497</c:v>
                      </c:pt>
                      <c:pt idx="4980">
                        <c:v>11.383675823200401</c:v>
                      </c:pt>
                      <c:pt idx="4981">
                        <c:v>11.1480601307643</c:v>
                      </c:pt>
                      <c:pt idx="4982">
                        <c:v>11.053355275850301</c:v>
                      </c:pt>
                      <c:pt idx="4983">
                        <c:v>11.0812518439106</c:v>
                      </c:pt>
                      <c:pt idx="4984">
                        <c:v>11.0406035771021</c:v>
                      </c:pt>
                      <c:pt idx="4985">
                        <c:v>10.990232679696399</c:v>
                      </c:pt>
                      <c:pt idx="4986">
                        <c:v>10.957925750771601</c:v>
                      </c:pt>
                      <c:pt idx="4987">
                        <c:v>10.772199763434701</c:v>
                      </c:pt>
                      <c:pt idx="4988">
                        <c:v>10.740359400726099</c:v>
                      </c:pt>
                      <c:pt idx="4989">
                        <c:v>10.744573812197601</c:v>
                      </c:pt>
                      <c:pt idx="4990">
                        <c:v>10.8869227652226</c:v>
                      </c:pt>
                      <c:pt idx="4991">
                        <c:v>10.995058520858199</c:v>
                      </c:pt>
                      <c:pt idx="4992">
                        <c:v>10.995058520858199</c:v>
                      </c:pt>
                      <c:pt idx="4993">
                        <c:v>11.088106340463</c:v>
                      </c:pt>
                      <c:pt idx="4994">
                        <c:v>11.0748761542279</c:v>
                      </c:pt>
                      <c:pt idx="4995">
                        <c:v>11.123220322991401</c:v>
                      </c:pt>
                      <c:pt idx="4996">
                        <c:v>11.1447856689636</c:v>
                      </c:pt>
                      <c:pt idx="4997">
                        <c:v>10.9745527232896</c:v>
                      </c:pt>
                      <c:pt idx="4998">
                        <c:v>10.880118246672</c:v>
                      </c:pt>
                      <c:pt idx="4999">
                        <c:v>10.865971673959001</c:v>
                      </c:pt>
                      <c:pt idx="5000">
                        <c:v>10.921422272356301</c:v>
                      </c:pt>
                      <c:pt idx="5001">
                        <c:v>10.870665242756001</c:v>
                      </c:pt>
                      <c:pt idx="5002">
                        <c:v>10.7229596913982</c:v>
                      </c:pt>
                      <c:pt idx="5003">
                        <c:v>10.715388384575</c:v>
                      </c:pt>
                      <c:pt idx="5004">
                        <c:v>10.6675612409851</c:v>
                      </c:pt>
                      <c:pt idx="5005">
                        <c:v>10.407187638493699</c:v>
                      </c:pt>
                      <c:pt idx="5006">
                        <c:v>10.3322483925293</c:v>
                      </c:pt>
                      <c:pt idx="5007">
                        <c:v>10.3322483925293</c:v>
                      </c:pt>
                      <c:pt idx="5008">
                        <c:v>10.3111552679231</c:v>
                      </c:pt>
                      <c:pt idx="5009">
                        <c:v>10.368815466758299</c:v>
                      </c:pt>
                      <c:pt idx="5010">
                        <c:v>10.4314241775703</c:v>
                      </c:pt>
                      <c:pt idx="5011">
                        <c:v>10.3091269300063</c:v>
                      </c:pt>
                      <c:pt idx="5012">
                        <c:v>10.3091269300063</c:v>
                      </c:pt>
                      <c:pt idx="5013">
                        <c:v>10.092541814506999</c:v>
                      </c:pt>
                      <c:pt idx="5014">
                        <c:v>10.071226869828999</c:v>
                      </c:pt>
                      <c:pt idx="5015">
                        <c:v>10.063157184762099</c:v>
                      </c:pt>
                      <c:pt idx="5016">
                        <c:v>10.148964760418099</c:v>
                      </c:pt>
                      <c:pt idx="5017">
                        <c:v>10.0419447281577</c:v>
                      </c:pt>
                      <c:pt idx="5018">
                        <c:v>10.008220548866699</c:v>
                      </c:pt>
                      <c:pt idx="5019">
                        <c:v>9.9697707586256801</c:v>
                      </c:pt>
                      <c:pt idx="5020">
                        <c:v>10.077786246730801</c:v>
                      </c:pt>
                      <c:pt idx="5021">
                        <c:v>9.9647990979912908</c:v>
                      </c:pt>
                      <c:pt idx="5022">
                        <c:v>9.9647990979912908</c:v>
                      </c:pt>
                      <c:pt idx="5023">
                        <c:v>9.8898340256411199</c:v>
                      </c:pt>
                      <c:pt idx="5024">
                        <c:v>9.8870574672272902</c:v>
                      </c:pt>
                      <c:pt idx="5025">
                        <c:v>10.0817080216757</c:v>
                      </c:pt>
                      <c:pt idx="5026">
                        <c:v>10.0334853984034</c:v>
                      </c:pt>
                      <c:pt idx="5027">
                        <c:v>9.9180993044353905</c:v>
                      </c:pt>
                      <c:pt idx="5028">
                        <c:v>9.7854861333843903</c:v>
                      </c:pt>
                      <c:pt idx="5029">
                        <c:v>9.67643999693456</c:v>
                      </c:pt>
                      <c:pt idx="5030">
                        <c:v>9.6700121718058405</c:v>
                      </c:pt>
                      <c:pt idx="5031">
                        <c:v>9.6921614799158196</c:v>
                      </c:pt>
                      <c:pt idx="5032">
                        <c:v>9.8052139462740708</c:v>
                      </c:pt>
                      <c:pt idx="5033">
                        <c:v>9.7473360283737698</c:v>
                      </c:pt>
                      <c:pt idx="5034">
                        <c:v>9.8519577405325602</c:v>
                      </c:pt>
                      <c:pt idx="5035">
                        <c:v>9.8519577405325602</c:v>
                      </c:pt>
                      <c:pt idx="5036">
                        <c:v>9.8752142549170294</c:v>
                      </c:pt>
                      <c:pt idx="5037">
                        <c:v>9.9938998755431303</c:v>
                      </c:pt>
                      <c:pt idx="5038">
                        <c:v>10.2090347663418</c:v>
                      </c:pt>
                      <c:pt idx="5039">
                        <c:v>10.1454796110662</c:v>
                      </c:pt>
                      <c:pt idx="5040">
                        <c:v>10.168161420877601</c:v>
                      </c:pt>
                      <c:pt idx="5041">
                        <c:v>10.1898503868582</c:v>
                      </c:pt>
                      <c:pt idx="5042">
                        <c:v>10.021956807820199</c:v>
                      </c:pt>
                      <c:pt idx="5043">
                        <c:v>10.118054044669501</c:v>
                      </c:pt>
                      <c:pt idx="5044">
                        <c:v>10.2292805467044</c:v>
                      </c:pt>
                      <c:pt idx="5045">
                        <c:v>10.3574352420944</c:v>
                      </c:pt>
                      <c:pt idx="5046">
                        <c:v>10.1770994743481</c:v>
                      </c:pt>
                      <c:pt idx="5047">
                        <c:v>10.1770994743481</c:v>
                      </c:pt>
                      <c:pt idx="5048">
                        <c:v>10.0958783755508</c:v>
                      </c:pt>
                      <c:pt idx="5049">
                        <c:v>10.187392253192201</c:v>
                      </c:pt>
                      <c:pt idx="5050">
                        <c:v>10.0979920992751</c:v>
                      </c:pt>
                      <c:pt idx="5051">
                        <c:v>10.149519315223399</c:v>
                      </c:pt>
                      <c:pt idx="5052">
                        <c:v>10.253261249968</c:v>
                      </c:pt>
                      <c:pt idx="5053">
                        <c:v>10.272120790450399</c:v>
                      </c:pt>
                      <c:pt idx="5054">
                        <c:v>10.3302158420108</c:v>
                      </c:pt>
                      <c:pt idx="5055">
                        <c:v>10.515971273943199</c:v>
                      </c:pt>
                      <c:pt idx="5056">
                        <c:v>10.5400208259911</c:v>
                      </c:pt>
                      <c:pt idx="5057">
                        <c:v>10.5400208259911</c:v>
                      </c:pt>
                      <c:pt idx="5058">
                        <c:v>10.5760689887362</c:v>
                      </c:pt>
                      <c:pt idx="5059">
                        <c:v>10.417878193302901</c:v>
                      </c:pt>
                      <c:pt idx="5060">
                        <c:v>10.3784952501539</c:v>
                      </c:pt>
                      <c:pt idx="5061">
                        <c:v>10.2938139183792</c:v>
                      </c:pt>
                      <c:pt idx="5062">
                        <c:v>10.1890112134326</c:v>
                      </c:pt>
                      <c:pt idx="5063">
                        <c:v>10.1252693490153</c:v>
                      </c:pt>
                      <c:pt idx="5064">
                        <c:v>10.1052345625695</c:v>
                      </c:pt>
                      <c:pt idx="5065">
                        <c:v>10.194203203287</c:v>
                      </c:pt>
                      <c:pt idx="5066">
                        <c:v>10.2579169792989</c:v>
                      </c:pt>
                      <c:pt idx="5067">
                        <c:v>10.332180707839299</c:v>
                      </c:pt>
                      <c:pt idx="5068">
                        <c:v>10.4886293663426</c:v>
                      </c:pt>
                      <c:pt idx="5069">
                        <c:v>10.633226046543401</c:v>
                      </c:pt>
                      <c:pt idx="5070">
                        <c:v>10.4985315509361</c:v>
                      </c:pt>
                      <c:pt idx="5071">
                        <c:v>10.5235672372336</c:v>
                      </c:pt>
                      <c:pt idx="5072">
                        <c:v>10.665179447995699</c:v>
                      </c:pt>
                      <c:pt idx="5073">
                        <c:v>10.6895088389932</c:v>
                      </c:pt>
                      <c:pt idx="5074">
                        <c:v>10.5814299089323</c:v>
                      </c:pt>
                      <c:pt idx="5075">
                        <c:v>10.5363252407939</c:v>
                      </c:pt>
                      <c:pt idx="5076">
                        <c:v>10.611321551353599</c:v>
                      </c:pt>
                      <c:pt idx="5077">
                        <c:v>10.5251659790492</c:v>
                      </c:pt>
                      <c:pt idx="5078">
                        <c:v>10.6272525453942</c:v>
                      </c:pt>
                      <c:pt idx="5079">
                        <c:v>10.675325100575799</c:v>
                      </c:pt>
                      <c:pt idx="5080">
                        <c:v>10.894273568499001</c:v>
                      </c:pt>
                      <c:pt idx="5081">
                        <c:v>10.8964354905475</c:v>
                      </c:pt>
                      <c:pt idx="5082">
                        <c:v>11.215846357033501</c:v>
                      </c:pt>
                      <c:pt idx="5083">
                        <c:v>11.3679583425572</c:v>
                      </c:pt>
                      <c:pt idx="5084">
                        <c:v>11.697951542620601</c:v>
                      </c:pt>
                      <c:pt idx="5085">
                        <c:v>11.687038082427801</c:v>
                      </c:pt>
                      <c:pt idx="5086">
                        <c:v>11.3931852349873</c:v>
                      </c:pt>
                      <c:pt idx="5087">
                        <c:v>11.441305711584</c:v>
                      </c:pt>
                      <c:pt idx="5088">
                        <c:v>11.687301977528801</c:v>
                      </c:pt>
                      <c:pt idx="5089">
                        <c:v>11.557597093134399</c:v>
                      </c:pt>
                      <c:pt idx="5090">
                        <c:v>11.562618419902901</c:v>
                      </c:pt>
                      <c:pt idx="5091">
                        <c:v>11.814031900724199</c:v>
                      </c:pt>
                      <c:pt idx="5092">
                        <c:v>11.7102599532505</c:v>
                      </c:pt>
                      <c:pt idx="5093">
                        <c:v>11.6150333136664</c:v>
                      </c:pt>
                      <c:pt idx="5094">
                        <c:v>11.376539711305099</c:v>
                      </c:pt>
                      <c:pt idx="5095">
                        <c:v>11.2708622305435</c:v>
                      </c:pt>
                      <c:pt idx="5096">
                        <c:v>11.264297246366199</c:v>
                      </c:pt>
                      <c:pt idx="5097">
                        <c:v>11.264297246366199</c:v>
                      </c:pt>
                      <c:pt idx="5098">
                        <c:v>11.536613683917899</c:v>
                      </c:pt>
                      <c:pt idx="5099">
                        <c:v>11.533044867918299</c:v>
                      </c:pt>
                      <c:pt idx="5100">
                        <c:v>11.4444294811122</c:v>
                      </c:pt>
                      <c:pt idx="5101">
                        <c:v>11.325677903563101</c:v>
                      </c:pt>
                      <c:pt idx="5102">
                        <c:v>11.4382303423699</c:v>
                      </c:pt>
                      <c:pt idx="5103">
                        <c:v>11.657655906225999</c:v>
                      </c:pt>
                      <c:pt idx="5104">
                        <c:v>11.5813125084712</c:v>
                      </c:pt>
                      <c:pt idx="5105">
                        <c:v>11.573896792857401</c:v>
                      </c:pt>
                      <c:pt idx="5106">
                        <c:v>11.485002210575001</c:v>
                      </c:pt>
                      <c:pt idx="5107">
                        <c:v>11.434900759291301</c:v>
                      </c:pt>
                      <c:pt idx="5108">
                        <c:v>11.383742738752</c:v>
                      </c:pt>
                      <c:pt idx="5109">
                        <c:v>11.2152267160706</c:v>
                      </c:pt>
                      <c:pt idx="5110">
                        <c:v>10.91388184024</c:v>
                      </c:pt>
                      <c:pt idx="5111">
                        <c:v>10.7546892610239</c:v>
                      </c:pt>
                      <c:pt idx="5112">
                        <c:v>10.7546892610239</c:v>
                      </c:pt>
                      <c:pt idx="5113">
                        <c:v>10.7924237189672</c:v>
                      </c:pt>
                      <c:pt idx="5114">
                        <c:v>10.6395782939939</c:v>
                      </c:pt>
                      <c:pt idx="5115">
                        <c:v>10.570641891564399</c:v>
                      </c:pt>
                      <c:pt idx="5116">
                        <c:v>10.774003526241501</c:v>
                      </c:pt>
                      <c:pt idx="5117">
                        <c:v>10.774003526241501</c:v>
                      </c:pt>
                      <c:pt idx="5118">
                        <c:v>10.5410086751642</c:v>
                      </c:pt>
                      <c:pt idx="5119">
                        <c:v>10.4899511013208</c:v>
                      </c:pt>
                      <c:pt idx="5120">
                        <c:v>10.379618256532</c:v>
                      </c:pt>
                      <c:pt idx="5121">
                        <c:v>10.427229079987301</c:v>
                      </c:pt>
                      <c:pt idx="5122">
                        <c:v>10.3848811076014</c:v>
                      </c:pt>
                      <c:pt idx="5123">
                        <c:v>10.220606996900599</c:v>
                      </c:pt>
                      <c:pt idx="5124">
                        <c:v>10.2194458814927</c:v>
                      </c:pt>
                      <c:pt idx="5125">
                        <c:v>10.337755248055201</c:v>
                      </c:pt>
                      <c:pt idx="5126">
                        <c:v>10.405226523074599</c:v>
                      </c:pt>
                      <c:pt idx="5127">
                        <c:v>10.2698728223288</c:v>
                      </c:pt>
                      <c:pt idx="5128">
                        <c:v>10.2185570916074</c:v>
                      </c:pt>
                      <c:pt idx="5129">
                        <c:v>10.1642577654771</c:v>
                      </c:pt>
                      <c:pt idx="5130">
                        <c:v>10.314095279363601</c:v>
                      </c:pt>
                      <c:pt idx="5131">
                        <c:v>10.3391627443647</c:v>
                      </c:pt>
                      <c:pt idx="5132">
                        <c:v>10.378663387603501</c:v>
                      </c:pt>
                      <c:pt idx="5133">
                        <c:v>10.247998961906999</c:v>
                      </c:pt>
                      <c:pt idx="5134">
                        <c:v>10.176045462111</c:v>
                      </c:pt>
                      <c:pt idx="5135">
                        <c:v>10.2057334750775</c:v>
                      </c:pt>
                      <c:pt idx="5136">
                        <c:v>10.2057334750775</c:v>
                      </c:pt>
                      <c:pt idx="5137">
                        <c:v>10.321078304889999</c:v>
                      </c:pt>
                      <c:pt idx="5138">
                        <c:v>10.372245171964099</c:v>
                      </c:pt>
                      <c:pt idx="5139">
                        <c:v>10.238332602725499</c:v>
                      </c:pt>
                      <c:pt idx="5140">
                        <c:v>9.9500060001970798</c:v>
                      </c:pt>
                      <c:pt idx="5141">
                        <c:v>9.93417700761084</c:v>
                      </c:pt>
                      <c:pt idx="5142">
                        <c:v>9.8631308846847592</c:v>
                      </c:pt>
                      <c:pt idx="5143">
                        <c:v>9.7616268040642797</c:v>
                      </c:pt>
                      <c:pt idx="5144">
                        <c:v>9.6386607686070995</c:v>
                      </c:pt>
                      <c:pt idx="5145">
                        <c:v>9.6564002779842397</c:v>
                      </c:pt>
                      <c:pt idx="5146">
                        <c:v>9.5993068168476103</c:v>
                      </c:pt>
                      <c:pt idx="5147">
                        <c:v>9.5993068168476103</c:v>
                      </c:pt>
                      <c:pt idx="5148">
                        <c:v>9.6880085847473598</c:v>
                      </c:pt>
                      <c:pt idx="5149">
                        <c:v>9.5770058530996707</c:v>
                      </c:pt>
                      <c:pt idx="5150">
                        <c:v>9.5913968626744008</c:v>
                      </c:pt>
                      <c:pt idx="5151">
                        <c:v>9.5913968626744008</c:v>
                      </c:pt>
                      <c:pt idx="5152">
                        <c:v>9.5913968626744008</c:v>
                      </c:pt>
                      <c:pt idx="5153">
                        <c:v>9.6861199900015098</c:v>
                      </c:pt>
                      <c:pt idx="5154">
                        <c:v>9.7084093082858001</c:v>
                      </c:pt>
                      <c:pt idx="5155">
                        <c:v>9.7234490641685092</c:v>
                      </c:pt>
                      <c:pt idx="5156">
                        <c:v>9.6738900087049604</c:v>
                      </c:pt>
                      <c:pt idx="5157">
                        <c:v>9.6738900087049604</c:v>
                      </c:pt>
                      <c:pt idx="5158">
                        <c:v>9.5661031760892001</c:v>
                      </c:pt>
                      <c:pt idx="5159">
                        <c:v>9.3818933057741098</c:v>
                      </c:pt>
                      <c:pt idx="5160">
                        <c:v>9.2981051196289393</c:v>
                      </c:pt>
                      <c:pt idx="5161">
                        <c:v>9.2248573419317097</c:v>
                      </c:pt>
                      <c:pt idx="5162">
                        <c:v>9.1853611507493405</c:v>
                      </c:pt>
                      <c:pt idx="5163">
                        <c:v>9.2100457807399305</c:v>
                      </c:pt>
                      <c:pt idx="5164">
                        <c:v>9.2847660854951304</c:v>
                      </c:pt>
                      <c:pt idx="5165">
                        <c:v>9.2864720135757004</c:v>
                      </c:pt>
                      <c:pt idx="5166">
                        <c:v>9.3455474340467894</c:v>
                      </c:pt>
                      <c:pt idx="5167">
                        <c:v>9.2711152606458107</c:v>
                      </c:pt>
                      <c:pt idx="5168">
                        <c:v>9.2842605380758094</c:v>
                      </c:pt>
                      <c:pt idx="5169">
                        <c:v>9.2472908719909608</c:v>
                      </c:pt>
                      <c:pt idx="5170">
                        <c:v>9.2221076425702098</c:v>
                      </c:pt>
                      <c:pt idx="5171">
                        <c:v>9.2342332458557905</c:v>
                      </c:pt>
                      <c:pt idx="5172">
                        <c:v>9.2018974344414506</c:v>
                      </c:pt>
                      <c:pt idx="5173">
                        <c:v>9.1594654210547208</c:v>
                      </c:pt>
                      <c:pt idx="5174">
                        <c:v>9.0582266679421597</c:v>
                      </c:pt>
                      <c:pt idx="5175">
                        <c:v>8.9969978749303294</c:v>
                      </c:pt>
                      <c:pt idx="5176">
                        <c:v>9.2768130122176107</c:v>
                      </c:pt>
                      <c:pt idx="5177">
                        <c:v>9.4573500350198607</c:v>
                      </c:pt>
                      <c:pt idx="5178">
                        <c:v>9.3027996017155097</c:v>
                      </c:pt>
                      <c:pt idx="5179">
                        <c:v>9.2316422322371299</c:v>
                      </c:pt>
                      <c:pt idx="5180">
                        <c:v>9.2937025560484905</c:v>
                      </c:pt>
                      <c:pt idx="5181">
                        <c:v>9.1834634820287295</c:v>
                      </c:pt>
                      <c:pt idx="5182">
                        <c:v>9.2225888108148304</c:v>
                      </c:pt>
                      <c:pt idx="5183">
                        <c:v>9.3150250305267193</c:v>
                      </c:pt>
                      <c:pt idx="5184">
                        <c:v>9.2978758980354499</c:v>
                      </c:pt>
                      <c:pt idx="5185">
                        <c:v>9.1984547295254</c:v>
                      </c:pt>
                      <c:pt idx="5186">
                        <c:v>9.1727254404558796</c:v>
                      </c:pt>
                      <c:pt idx="5187">
                        <c:v>9.1677730612295196</c:v>
                      </c:pt>
                      <c:pt idx="5188">
                        <c:v>9.1814601881950892</c:v>
                      </c:pt>
                      <c:pt idx="5189">
                        <c:v>9.25125925824746</c:v>
                      </c:pt>
                      <c:pt idx="5190">
                        <c:v>9.3148727179624302</c:v>
                      </c:pt>
                      <c:pt idx="5191">
                        <c:v>9.3357439639582793</c:v>
                      </c:pt>
                      <c:pt idx="5192">
                        <c:v>9.3314129029389097</c:v>
                      </c:pt>
                      <c:pt idx="5193">
                        <c:v>9.3525502343256601</c:v>
                      </c:pt>
                      <c:pt idx="5194">
                        <c:v>9.3796720668289506</c:v>
                      </c:pt>
                      <c:pt idx="5195">
                        <c:v>9.4075637115249808</c:v>
                      </c:pt>
                      <c:pt idx="5196">
                        <c:v>9.3180533659014593</c:v>
                      </c:pt>
                      <c:pt idx="5197">
                        <c:v>9.3503411773093994</c:v>
                      </c:pt>
                      <c:pt idx="5198">
                        <c:v>9.3542643566607797</c:v>
                      </c:pt>
                      <c:pt idx="5199">
                        <c:v>9.4250867494529391</c:v>
                      </c:pt>
                      <c:pt idx="5200">
                        <c:v>9.3726816757984803</c:v>
                      </c:pt>
                      <c:pt idx="5201">
                        <c:v>9.3981465839832001</c:v>
                      </c:pt>
                      <c:pt idx="5202">
                        <c:v>9.4624145344875501</c:v>
                      </c:pt>
                      <c:pt idx="5203">
                        <c:v>9.5491178839985107</c:v>
                      </c:pt>
                      <c:pt idx="5204">
                        <c:v>9.5342386820401508</c:v>
                      </c:pt>
                      <c:pt idx="5205">
                        <c:v>9.6259867199451001</c:v>
                      </c:pt>
                      <c:pt idx="5206">
                        <c:v>9.6033185949866606</c:v>
                      </c:pt>
                      <c:pt idx="5207">
                        <c:v>9.6933391365507493</c:v>
                      </c:pt>
                      <c:pt idx="5208">
                        <c:v>9.6060081058781108</c:v>
                      </c:pt>
                      <c:pt idx="5209">
                        <c:v>9.5884183969218206</c:v>
                      </c:pt>
                      <c:pt idx="5210">
                        <c:v>9.5718438478168704</c:v>
                      </c:pt>
                      <c:pt idx="5211">
                        <c:v>9.5629668249129498</c:v>
                      </c:pt>
                      <c:pt idx="5212">
                        <c:v>9.5629668249129498</c:v>
                      </c:pt>
                      <c:pt idx="5213">
                        <c:v>9.6379864284487997</c:v>
                      </c:pt>
                      <c:pt idx="5214">
                        <c:v>9.6265201036155208</c:v>
                      </c:pt>
                      <c:pt idx="5215">
                        <c:v>9.6265201036155208</c:v>
                      </c:pt>
                      <c:pt idx="5216">
                        <c:v>9.6265201036155208</c:v>
                      </c:pt>
                      <c:pt idx="5217">
                        <c:v>9.7517553639030208</c:v>
                      </c:pt>
                      <c:pt idx="5218">
                        <c:v>9.9486366930055095</c:v>
                      </c:pt>
                      <c:pt idx="5219">
                        <c:v>9.9319990389552295</c:v>
                      </c:pt>
                      <c:pt idx="5220">
                        <c:v>9.8586595671232296</c:v>
                      </c:pt>
                      <c:pt idx="5221">
                        <c:v>9.8342859932200302</c:v>
                      </c:pt>
                      <c:pt idx="5222">
                        <c:v>10.058734612848401</c:v>
                      </c:pt>
                      <c:pt idx="5223">
                        <c:v>10.096376130350601</c:v>
                      </c:pt>
                      <c:pt idx="5224">
                        <c:v>10.420751588652699</c:v>
                      </c:pt>
                      <c:pt idx="5225">
                        <c:v>10.6455174963882</c:v>
                      </c:pt>
                      <c:pt idx="5226">
                        <c:v>10.3975651370985</c:v>
                      </c:pt>
                      <c:pt idx="5227">
                        <c:v>10.6248339659896</c:v>
                      </c:pt>
                      <c:pt idx="5228">
                        <c:v>10.820145775493501</c:v>
                      </c:pt>
                      <c:pt idx="5229">
                        <c:v>10.655123011299199</c:v>
                      </c:pt>
                      <c:pt idx="5230">
                        <c:v>10.6398484038844</c:v>
                      </c:pt>
                      <c:pt idx="5231">
                        <c:v>10.399909978074399</c:v>
                      </c:pt>
                      <c:pt idx="5232">
                        <c:v>10.2681788678151</c:v>
                      </c:pt>
                      <c:pt idx="5233">
                        <c:v>10.2103571025711</c:v>
                      </c:pt>
                      <c:pt idx="5234">
                        <c:v>10.3442049998334</c:v>
                      </c:pt>
                      <c:pt idx="5235">
                        <c:v>10.4939669693127</c:v>
                      </c:pt>
                      <c:pt idx="5236">
                        <c:v>10.412599152697499</c:v>
                      </c:pt>
                      <c:pt idx="5237">
                        <c:v>10.232535655136999</c:v>
                      </c:pt>
                      <c:pt idx="5238">
                        <c:v>10.218990696938301</c:v>
                      </c:pt>
                      <c:pt idx="5239">
                        <c:v>10.218990696938301</c:v>
                      </c:pt>
                      <c:pt idx="5240">
                        <c:v>10.1437454133009</c:v>
                      </c:pt>
                      <c:pt idx="5241">
                        <c:v>10.157000923227599</c:v>
                      </c:pt>
                      <c:pt idx="5242">
                        <c:v>10.194217339671599</c:v>
                      </c:pt>
                      <c:pt idx="5243">
                        <c:v>10.080120958045701</c:v>
                      </c:pt>
                      <c:pt idx="5244">
                        <c:v>10.0547638773961</c:v>
                      </c:pt>
                      <c:pt idx="5245">
                        <c:v>10.1526691049517</c:v>
                      </c:pt>
                      <c:pt idx="5246">
                        <c:v>10.317858627961099</c:v>
                      </c:pt>
                      <c:pt idx="5247">
                        <c:v>10.317858627961099</c:v>
                      </c:pt>
                      <c:pt idx="5248">
                        <c:v>10.2990838963128</c:v>
                      </c:pt>
                      <c:pt idx="5249">
                        <c:v>10.119309191275599</c:v>
                      </c:pt>
                      <c:pt idx="5250">
                        <c:v>9.9985140969837492</c:v>
                      </c:pt>
                      <c:pt idx="5251">
                        <c:v>10.0379631484704</c:v>
                      </c:pt>
                      <c:pt idx="5252">
                        <c:v>10.1471919213751</c:v>
                      </c:pt>
                      <c:pt idx="5253">
                        <c:v>10.1281374720863</c:v>
                      </c:pt>
                      <c:pt idx="5254">
                        <c:v>10.190306966163799</c:v>
                      </c:pt>
                      <c:pt idx="5255">
                        <c:v>10.293202587157801</c:v>
                      </c:pt>
                      <c:pt idx="5256">
                        <c:v>10.3528998743347</c:v>
                      </c:pt>
                      <c:pt idx="5257">
                        <c:v>10.399396928106899</c:v>
                      </c:pt>
                      <c:pt idx="5258">
                        <c:v>10.4672252579191</c:v>
                      </c:pt>
                      <c:pt idx="5259">
                        <c:v>10.524580779887099</c:v>
                      </c:pt>
                      <c:pt idx="5260">
                        <c:v>10.551487715072099</c:v>
                      </c:pt>
                      <c:pt idx="5261">
                        <c:v>10.5198809887381</c:v>
                      </c:pt>
                      <c:pt idx="5262">
                        <c:v>10.5198809887381</c:v>
                      </c:pt>
                      <c:pt idx="5263">
                        <c:v>10.2555288944046</c:v>
                      </c:pt>
                      <c:pt idx="5264">
                        <c:v>10.2534311272621</c:v>
                      </c:pt>
                      <c:pt idx="5265">
                        <c:v>10.1641500066708</c:v>
                      </c:pt>
                      <c:pt idx="5266">
                        <c:v>10.047859866391899</c:v>
                      </c:pt>
                      <c:pt idx="5267">
                        <c:v>10.047859866391899</c:v>
                      </c:pt>
                      <c:pt idx="5268">
                        <c:v>10.019520935094899</c:v>
                      </c:pt>
                      <c:pt idx="5269">
                        <c:v>10.0748022085</c:v>
                      </c:pt>
                      <c:pt idx="5270">
                        <c:v>10.351722861930901</c:v>
                      </c:pt>
                      <c:pt idx="5271">
                        <c:v>10.4000165130032</c:v>
                      </c:pt>
                      <c:pt idx="5272">
                        <c:v>10.4608419220343</c:v>
                      </c:pt>
                      <c:pt idx="5273">
                        <c:v>10.2610922365878</c:v>
                      </c:pt>
                      <c:pt idx="5274">
                        <c:v>10.342271972353499</c:v>
                      </c:pt>
                      <c:pt idx="5275">
                        <c:v>10.3794804039635</c:v>
                      </c:pt>
                      <c:pt idx="5276">
                        <c:v>10.364050512504299</c:v>
                      </c:pt>
                      <c:pt idx="5277">
                        <c:v>10.258909180139099</c:v>
                      </c:pt>
                      <c:pt idx="5278">
                        <c:v>10.401524048661599</c:v>
                      </c:pt>
                      <c:pt idx="5279">
                        <c:v>10.2612981307671</c:v>
                      </c:pt>
                      <c:pt idx="5280">
                        <c:v>10.194226035138</c:v>
                      </c:pt>
                      <c:pt idx="5281">
                        <c:v>10.166523601828199</c:v>
                      </c:pt>
                      <c:pt idx="5282">
                        <c:v>10.166523601828199</c:v>
                      </c:pt>
                      <c:pt idx="5283">
                        <c:v>10.2033730333719</c:v>
                      </c:pt>
                      <c:pt idx="5284">
                        <c:v>10.089029354754899</c:v>
                      </c:pt>
                      <c:pt idx="5285">
                        <c:v>10.2238692315681</c:v>
                      </c:pt>
                      <c:pt idx="5286">
                        <c:v>10.282265962480601</c:v>
                      </c:pt>
                      <c:pt idx="5287">
                        <c:v>10.290380747344701</c:v>
                      </c:pt>
                      <c:pt idx="5288">
                        <c:v>10.352197994771499</c:v>
                      </c:pt>
                      <c:pt idx="5289">
                        <c:v>10.344830429103901</c:v>
                      </c:pt>
                      <c:pt idx="5290">
                        <c:v>10.276777559404399</c:v>
                      </c:pt>
                      <c:pt idx="5291">
                        <c:v>10.1993821256305</c:v>
                      </c:pt>
                      <c:pt idx="5292">
                        <c:v>10.094781965521401</c:v>
                      </c:pt>
                      <c:pt idx="5293">
                        <c:v>10.034673370051999</c:v>
                      </c:pt>
                      <c:pt idx="5294">
                        <c:v>10.047221604339001</c:v>
                      </c:pt>
                      <c:pt idx="5295">
                        <c:v>10.120138274484701</c:v>
                      </c:pt>
                      <c:pt idx="5296">
                        <c:v>10.169845249149599</c:v>
                      </c:pt>
                      <c:pt idx="5297">
                        <c:v>10.209752422209601</c:v>
                      </c:pt>
                      <c:pt idx="5298">
                        <c:v>10.197915402508899</c:v>
                      </c:pt>
                      <c:pt idx="5299">
                        <c:v>10.191060348452799</c:v>
                      </c:pt>
                      <c:pt idx="5300">
                        <c:v>10.200912139784799</c:v>
                      </c:pt>
                      <c:pt idx="5301">
                        <c:v>10.162396059506101</c:v>
                      </c:pt>
                      <c:pt idx="5302">
                        <c:v>10.316538915167399</c:v>
                      </c:pt>
                      <c:pt idx="5303">
                        <c:v>10.260744398926001</c:v>
                      </c:pt>
                      <c:pt idx="5304">
                        <c:v>10.0856908950716</c:v>
                      </c:pt>
                      <c:pt idx="5305">
                        <c:v>9.8996241370281197</c:v>
                      </c:pt>
                      <c:pt idx="5306">
                        <c:v>9.7464855304365496</c:v>
                      </c:pt>
                      <c:pt idx="5307">
                        <c:v>9.7578723026507799</c:v>
                      </c:pt>
                      <c:pt idx="5308">
                        <c:v>9.7952456665057106</c:v>
                      </c:pt>
                      <c:pt idx="5309">
                        <c:v>9.7952456665057106</c:v>
                      </c:pt>
                      <c:pt idx="5310">
                        <c:v>9.8611680478294303</c:v>
                      </c:pt>
                      <c:pt idx="5311">
                        <c:v>9.6554826594522396</c:v>
                      </c:pt>
                      <c:pt idx="5312">
                        <c:v>9.6015971278073007</c:v>
                      </c:pt>
                      <c:pt idx="5313">
                        <c:v>9.4648265717664497</c:v>
                      </c:pt>
                      <c:pt idx="5314">
                        <c:v>9.4068535515045806</c:v>
                      </c:pt>
                      <c:pt idx="5315">
                        <c:v>9.4296669088988097</c:v>
                      </c:pt>
                      <c:pt idx="5316">
                        <c:v>9.4673970766352902</c:v>
                      </c:pt>
                      <c:pt idx="5317">
                        <c:v>9.4673970766352902</c:v>
                      </c:pt>
                      <c:pt idx="5318">
                        <c:v>9.4049279384448301</c:v>
                      </c:pt>
                      <c:pt idx="5319">
                        <c:v>9.4593441647293304</c:v>
                      </c:pt>
                      <c:pt idx="5320">
                        <c:v>9.5597266693342693</c:v>
                      </c:pt>
                      <c:pt idx="5321">
                        <c:v>9.52951694621499</c:v>
                      </c:pt>
                      <c:pt idx="5322">
                        <c:v>9.4810290045469507</c:v>
                      </c:pt>
                      <c:pt idx="5323">
                        <c:v>9.4623351230274402</c:v>
                      </c:pt>
                      <c:pt idx="5324">
                        <c:v>9.52428274432366</c:v>
                      </c:pt>
                      <c:pt idx="5325">
                        <c:v>9.5599139672584403</c:v>
                      </c:pt>
                      <c:pt idx="5326">
                        <c:v>9.5712418003210704</c:v>
                      </c:pt>
                      <c:pt idx="5327">
                        <c:v>9.5883976418138506</c:v>
                      </c:pt>
                      <c:pt idx="5328">
                        <c:v>9.19958088029572</c:v>
                      </c:pt>
                      <c:pt idx="5329">
                        <c:v>9.2908283636394309</c:v>
                      </c:pt>
                      <c:pt idx="5330">
                        <c:v>9.2647890672195601</c:v>
                      </c:pt>
                      <c:pt idx="5331">
                        <c:v>9.5746411600518098</c:v>
                      </c:pt>
                      <c:pt idx="5332">
                        <c:v>9.3696072052147308</c:v>
                      </c:pt>
                      <c:pt idx="5333">
                        <c:v>9.3995761504499793</c:v>
                      </c:pt>
                      <c:pt idx="5334">
                        <c:v>9.3328679956637295</c:v>
                      </c:pt>
                      <c:pt idx="5335">
                        <c:v>9.38213916685479</c:v>
                      </c:pt>
                      <c:pt idx="5336">
                        <c:v>9.3388703189638296</c:v>
                      </c:pt>
                      <c:pt idx="5337">
                        <c:v>9.3022365423891191</c:v>
                      </c:pt>
                      <c:pt idx="5338">
                        <c:v>9.3277537684747909</c:v>
                      </c:pt>
                      <c:pt idx="5339">
                        <c:v>9.2982358813288499</c:v>
                      </c:pt>
                      <c:pt idx="5340">
                        <c:v>9.2791247383504096</c:v>
                      </c:pt>
                      <c:pt idx="5341">
                        <c:v>9.3404086208631796</c:v>
                      </c:pt>
                      <c:pt idx="5342">
                        <c:v>9.4061156961925008</c:v>
                      </c:pt>
                      <c:pt idx="5343">
                        <c:v>9.4187519729419993</c:v>
                      </c:pt>
                      <c:pt idx="5344">
                        <c:v>9.0264771828971302</c:v>
                      </c:pt>
                      <c:pt idx="5345">
                        <c:v>9.5373967484728102</c:v>
                      </c:pt>
                      <c:pt idx="5346">
                        <c:v>9.4367355364228196</c:v>
                      </c:pt>
                      <c:pt idx="5347">
                        <c:v>9.4412625740212608</c:v>
                      </c:pt>
                      <c:pt idx="5348">
                        <c:v>9.4871943367064695</c:v>
                      </c:pt>
                      <c:pt idx="5349">
                        <c:v>9.1152079776828803</c:v>
                      </c:pt>
                      <c:pt idx="5350">
                        <c:v>9.2107825538439503</c:v>
                      </c:pt>
                      <c:pt idx="5351">
                        <c:v>9.3507635275898302</c:v>
                      </c:pt>
                      <c:pt idx="5352">
                        <c:v>9.4625106177629004</c:v>
                      </c:pt>
                      <c:pt idx="5353">
                        <c:v>9.3822580931668096</c:v>
                      </c:pt>
                      <c:pt idx="5354">
                        <c:v>9.4711150782763696</c:v>
                      </c:pt>
                      <c:pt idx="5355">
                        <c:v>9.5360255634502202</c:v>
                      </c:pt>
                      <c:pt idx="5356">
                        <c:v>9.5331367006309407</c:v>
                      </c:pt>
                      <c:pt idx="5357">
                        <c:v>9.5331367006309407</c:v>
                      </c:pt>
                      <c:pt idx="5358">
                        <c:v>9.5332854646296106</c:v>
                      </c:pt>
                      <c:pt idx="5359">
                        <c:v>9.5470580546636192</c:v>
                      </c:pt>
                      <c:pt idx="5360">
                        <c:v>9.6361613652354201</c:v>
                      </c:pt>
                      <c:pt idx="5361">
                        <c:v>9.6228590545221397</c:v>
                      </c:pt>
                      <c:pt idx="5362">
                        <c:v>9.8600277785167005</c:v>
                      </c:pt>
                      <c:pt idx="5363">
                        <c:v>9.9088589474827202</c:v>
                      </c:pt>
                      <c:pt idx="5364">
                        <c:v>10.0665328512677</c:v>
                      </c:pt>
                      <c:pt idx="5365">
                        <c:v>10.010462212529699</c:v>
                      </c:pt>
                      <c:pt idx="5366">
                        <c:v>10.1154361289259</c:v>
                      </c:pt>
                      <c:pt idx="5367" formatCode="General">
                        <c:v>10.37</c:v>
                      </c:pt>
                      <c:pt idx="5368" formatCode="General">
                        <c:v>10.27</c:v>
                      </c:pt>
                      <c:pt idx="5369" formatCode="General">
                        <c:v>10.15</c:v>
                      </c:pt>
                      <c:pt idx="5370" formatCode="General">
                        <c:v>10.18</c:v>
                      </c:pt>
                      <c:pt idx="5371" formatCode="General">
                        <c:v>10.199999999999999</c:v>
                      </c:pt>
                      <c:pt idx="5372" formatCode="General">
                        <c:v>10.4</c:v>
                      </c:pt>
                      <c:pt idx="5373" formatCode="General">
                        <c:v>10.26</c:v>
                      </c:pt>
                      <c:pt idx="5374" formatCode="General">
                        <c:v>10.06</c:v>
                      </c:pt>
                      <c:pt idx="5375" formatCode="General">
                        <c:v>10.01</c:v>
                      </c:pt>
                      <c:pt idx="5376" formatCode="General">
                        <c:v>10.08</c:v>
                      </c:pt>
                      <c:pt idx="5377" formatCode="General">
                        <c:v>10.15</c:v>
                      </c:pt>
                      <c:pt idx="5378" formatCode="General">
                        <c:v>10.11</c:v>
                      </c:pt>
                      <c:pt idx="5379" formatCode="General">
                        <c:v>9.85</c:v>
                      </c:pt>
                      <c:pt idx="5380" formatCode="General">
                        <c:v>10.130000000000001</c:v>
                      </c:pt>
                      <c:pt idx="5381" formatCode="General">
                        <c:v>9.7200000000000006</c:v>
                      </c:pt>
                      <c:pt idx="5382" formatCode="General">
                        <c:v>9.6199999999999992</c:v>
                      </c:pt>
                      <c:pt idx="5383" formatCode="General">
                        <c:v>9.44</c:v>
                      </c:pt>
                      <c:pt idx="5384" formatCode="General">
                        <c:v>9.51</c:v>
                      </c:pt>
                      <c:pt idx="5385" formatCode="General">
                        <c:v>10.029999999999999</c:v>
                      </c:pt>
                      <c:pt idx="5386" formatCode="General">
                        <c:v>10.14</c:v>
                      </c:pt>
                      <c:pt idx="5387" formatCode="General">
                        <c:v>10.18</c:v>
                      </c:pt>
                      <c:pt idx="5388" formatCode="General">
                        <c:v>10.25</c:v>
                      </c:pt>
                      <c:pt idx="5389" formatCode="General">
                        <c:v>10.28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0-C1B3-4C79-A6CD-8AA4F54CE65E}"/>
                  </c:ext>
                </c:extLst>
              </c15:ser>
            </c15:filteredLineSeries>
            <c15:filteredLineSeries>
              <c15:ser>
                <c:idx val="2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Hoja2!$E$2</c15:sqref>
                        </c15:formulaRef>
                      </c:ext>
                    </c:extLst>
                    <c:strCache>
                      <c:ptCount val="1"/>
                      <c:pt idx="0">
                        <c:v>CDS 5 años %</c:v>
                      </c:pt>
                    </c:strCache>
                  </c:strRef>
                </c:tx>
                <c:spPr>
                  <a:ln w="22225" cap="rnd">
                    <a:solidFill>
                      <a:srgbClr val="92D050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Hoja2!$B$316:$B$5735</c15:sqref>
                        </c15:formulaRef>
                      </c:ext>
                    </c:extLst>
                    <c:numCache>
                      <c:formatCode>m/d/yyyy</c:formatCode>
                      <c:ptCount val="5420"/>
                      <c:pt idx="0">
                        <c:v>38070</c:v>
                      </c:pt>
                      <c:pt idx="1">
                        <c:v>38071</c:v>
                      </c:pt>
                      <c:pt idx="2">
                        <c:v>38072</c:v>
                      </c:pt>
                      <c:pt idx="3">
                        <c:v>38075</c:v>
                      </c:pt>
                      <c:pt idx="4">
                        <c:v>38076</c:v>
                      </c:pt>
                      <c:pt idx="5">
                        <c:v>38077</c:v>
                      </c:pt>
                      <c:pt idx="6">
                        <c:v>38078</c:v>
                      </c:pt>
                      <c:pt idx="7">
                        <c:v>38079</c:v>
                      </c:pt>
                      <c:pt idx="8">
                        <c:v>38082</c:v>
                      </c:pt>
                      <c:pt idx="9">
                        <c:v>38083</c:v>
                      </c:pt>
                      <c:pt idx="10">
                        <c:v>38084</c:v>
                      </c:pt>
                      <c:pt idx="11">
                        <c:v>38085</c:v>
                      </c:pt>
                      <c:pt idx="12">
                        <c:v>38089</c:v>
                      </c:pt>
                      <c:pt idx="13">
                        <c:v>38090</c:v>
                      </c:pt>
                      <c:pt idx="14">
                        <c:v>38091</c:v>
                      </c:pt>
                      <c:pt idx="15">
                        <c:v>38092</c:v>
                      </c:pt>
                      <c:pt idx="16">
                        <c:v>38093</c:v>
                      </c:pt>
                      <c:pt idx="17">
                        <c:v>38096</c:v>
                      </c:pt>
                      <c:pt idx="18">
                        <c:v>38097</c:v>
                      </c:pt>
                      <c:pt idx="19">
                        <c:v>38098</c:v>
                      </c:pt>
                      <c:pt idx="20">
                        <c:v>38099</c:v>
                      </c:pt>
                      <c:pt idx="21">
                        <c:v>38100</c:v>
                      </c:pt>
                      <c:pt idx="22">
                        <c:v>38103</c:v>
                      </c:pt>
                      <c:pt idx="23">
                        <c:v>38104</c:v>
                      </c:pt>
                      <c:pt idx="24">
                        <c:v>38105</c:v>
                      </c:pt>
                      <c:pt idx="25">
                        <c:v>38106</c:v>
                      </c:pt>
                      <c:pt idx="26">
                        <c:v>38107</c:v>
                      </c:pt>
                      <c:pt idx="27">
                        <c:v>38110</c:v>
                      </c:pt>
                      <c:pt idx="28">
                        <c:v>38111</c:v>
                      </c:pt>
                      <c:pt idx="29">
                        <c:v>38112</c:v>
                      </c:pt>
                      <c:pt idx="30">
                        <c:v>38113</c:v>
                      </c:pt>
                      <c:pt idx="31">
                        <c:v>38114</c:v>
                      </c:pt>
                      <c:pt idx="32">
                        <c:v>38117</c:v>
                      </c:pt>
                      <c:pt idx="33">
                        <c:v>38118</c:v>
                      </c:pt>
                      <c:pt idx="34">
                        <c:v>38119</c:v>
                      </c:pt>
                      <c:pt idx="35">
                        <c:v>38120</c:v>
                      </c:pt>
                      <c:pt idx="36">
                        <c:v>38121</c:v>
                      </c:pt>
                      <c:pt idx="37">
                        <c:v>38124</c:v>
                      </c:pt>
                      <c:pt idx="38">
                        <c:v>38125</c:v>
                      </c:pt>
                      <c:pt idx="39">
                        <c:v>38126</c:v>
                      </c:pt>
                      <c:pt idx="40">
                        <c:v>38127</c:v>
                      </c:pt>
                      <c:pt idx="41">
                        <c:v>38128</c:v>
                      </c:pt>
                      <c:pt idx="42">
                        <c:v>38131</c:v>
                      </c:pt>
                      <c:pt idx="43">
                        <c:v>38132</c:v>
                      </c:pt>
                      <c:pt idx="44">
                        <c:v>38133</c:v>
                      </c:pt>
                      <c:pt idx="45">
                        <c:v>38134</c:v>
                      </c:pt>
                      <c:pt idx="46">
                        <c:v>38135</c:v>
                      </c:pt>
                      <c:pt idx="47">
                        <c:v>38138</c:v>
                      </c:pt>
                      <c:pt idx="48">
                        <c:v>38139</c:v>
                      </c:pt>
                      <c:pt idx="49">
                        <c:v>38140</c:v>
                      </c:pt>
                      <c:pt idx="50">
                        <c:v>38141</c:v>
                      </c:pt>
                      <c:pt idx="51">
                        <c:v>38142</c:v>
                      </c:pt>
                      <c:pt idx="52">
                        <c:v>38145</c:v>
                      </c:pt>
                      <c:pt idx="53">
                        <c:v>38146</c:v>
                      </c:pt>
                      <c:pt idx="54">
                        <c:v>38147</c:v>
                      </c:pt>
                      <c:pt idx="55">
                        <c:v>38148</c:v>
                      </c:pt>
                      <c:pt idx="56">
                        <c:v>38149</c:v>
                      </c:pt>
                      <c:pt idx="57">
                        <c:v>38152</c:v>
                      </c:pt>
                      <c:pt idx="58">
                        <c:v>38153</c:v>
                      </c:pt>
                      <c:pt idx="59">
                        <c:v>38154</c:v>
                      </c:pt>
                      <c:pt idx="60">
                        <c:v>38155</c:v>
                      </c:pt>
                      <c:pt idx="61">
                        <c:v>38156</c:v>
                      </c:pt>
                      <c:pt idx="62">
                        <c:v>38159</c:v>
                      </c:pt>
                      <c:pt idx="63">
                        <c:v>38160</c:v>
                      </c:pt>
                      <c:pt idx="64">
                        <c:v>38161</c:v>
                      </c:pt>
                      <c:pt idx="65">
                        <c:v>38162</c:v>
                      </c:pt>
                      <c:pt idx="66">
                        <c:v>38163</c:v>
                      </c:pt>
                      <c:pt idx="67">
                        <c:v>38166</c:v>
                      </c:pt>
                      <c:pt idx="68">
                        <c:v>38167</c:v>
                      </c:pt>
                      <c:pt idx="69">
                        <c:v>38168</c:v>
                      </c:pt>
                      <c:pt idx="70">
                        <c:v>38169</c:v>
                      </c:pt>
                      <c:pt idx="71">
                        <c:v>38170</c:v>
                      </c:pt>
                      <c:pt idx="72">
                        <c:v>38174</c:v>
                      </c:pt>
                      <c:pt idx="73">
                        <c:v>38175</c:v>
                      </c:pt>
                      <c:pt idx="74">
                        <c:v>38176</c:v>
                      </c:pt>
                      <c:pt idx="75">
                        <c:v>38177</c:v>
                      </c:pt>
                      <c:pt idx="76">
                        <c:v>38180</c:v>
                      </c:pt>
                      <c:pt idx="77">
                        <c:v>38181</c:v>
                      </c:pt>
                      <c:pt idx="78">
                        <c:v>38182</c:v>
                      </c:pt>
                      <c:pt idx="79">
                        <c:v>38183</c:v>
                      </c:pt>
                      <c:pt idx="80">
                        <c:v>38184</c:v>
                      </c:pt>
                      <c:pt idx="81">
                        <c:v>38187</c:v>
                      </c:pt>
                      <c:pt idx="82">
                        <c:v>38188</c:v>
                      </c:pt>
                      <c:pt idx="83">
                        <c:v>38189</c:v>
                      </c:pt>
                      <c:pt idx="84">
                        <c:v>38190</c:v>
                      </c:pt>
                      <c:pt idx="85">
                        <c:v>38191</c:v>
                      </c:pt>
                      <c:pt idx="86">
                        <c:v>38194</c:v>
                      </c:pt>
                      <c:pt idx="87">
                        <c:v>38195</c:v>
                      </c:pt>
                      <c:pt idx="88">
                        <c:v>38196</c:v>
                      </c:pt>
                      <c:pt idx="89">
                        <c:v>38197</c:v>
                      </c:pt>
                      <c:pt idx="90">
                        <c:v>38198</c:v>
                      </c:pt>
                      <c:pt idx="91">
                        <c:v>38201</c:v>
                      </c:pt>
                      <c:pt idx="92">
                        <c:v>38202</c:v>
                      </c:pt>
                      <c:pt idx="93">
                        <c:v>38203</c:v>
                      </c:pt>
                      <c:pt idx="94">
                        <c:v>38204</c:v>
                      </c:pt>
                      <c:pt idx="95">
                        <c:v>38205</c:v>
                      </c:pt>
                      <c:pt idx="96">
                        <c:v>38208</c:v>
                      </c:pt>
                      <c:pt idx="97">
                        <c:v>38209</c:v>
                      </c:pt>
                      <c:pt idx="98">
                        <c:v>38210</c:v>
                      </c:pt>
                      <c:pt idx="99">
                        <c:v>38211</c:v>
                      </c:pt>
                      <c:pt idx="100">
                        <c:v>38212</c:v>
                      </c:pt>
                      <c:pt idx="101">
                        <c:v>38215</c:v>
                      </c:pt>
                      <c:pt idx="102">
                        <c:v>38216</c:v>
                      </c:pt>
                      <c:pt idx="103">
                        <c:v>38217</c:v>
                      </c:pt>
                      <c:pt idx="104">
                        <c:v>38218</c:v>
                      </c:pt>
                      <c:pt idx="105">
                        <c:v>38219</c:v>
                      </c:pt>
                      <c:pt idx="106">
                        <c:v>38222</c:v>
                      </c:pt>
                      <c:pt idx="107">
                        <c:v>38223</c:v>
                      </c:pt>
                      <c:pt idx="108">
                        <c:v>38224</c:v>
                      </c:pt>
                      <c:pt idx="109">
                        <c:v>38225</c:v>
                      </c:pt>
                      <c:pt idx="110">
                        <c:v>38226</c:v>
                      </c:pt>
                      <c:pt idx="111">
                        <c:v>38229</c:v>
                      </c:pt>
                      <c:pt idx="112">
                        <c:v>38230</c:v>
                      </c:pt>
                      <c:pt idx="113">
                        <c:v>38231</c:v>
                      </c:pt>
                      <c:pt idx="114">
                        <c:v>38232</c:v>
                      </c:pt>
                      <c:pt idx="115">
                        <c:v>38233</c:v>
                      </c:pt>
                      <c:pt idx="116">
                        <c:v>38236</c:v>
                      </c:pt>
                      <c:pt idx="117">
                        <c:v>38237</c:v>
                      </c:pt>
                      <c:pt idx="118">
                        <c:v>38238</c:v>
                      </c:pt>
                      <c:pt idx="119">
                        <c:v>38239</c:v>
                      </c:pt>
                      <c:pt idx="120">
                        <c:v>38240</c:v>
                      </c:pt>
                      <c:pt idx="121">
                        <c:v>38243</c:v>
                      </c:pt>
                      <c:pt idx="122">
                        <c:v>38244</c:v>
                      </c:pt>
                      <c:pt idx="123">
                        <c:v>38245</c:v>
                      </c:pt>
                      <c:pt idx="124">
                        <c:v>38246</c:v>
                      </c:pt>
                      <c:pt idx="125">
                        <c:v>38247</c:v>
                      </c:pt>
                      <c:pt idx="126">
                        <c:v>38250</c:v>
                      </c:pt>
                      <c:pt idx="127">
                        <c:v>38251</c:v>
                      </c:pt>
                      <c:pt idx="128">
                        <c:v>38252</c:v>
                      </c:pt>
                      <c:pt idx="129">
                        <c:v>38253</c:v>
                      </c:pt>
                      <c:pt idx="130">
                        <c:v>38254</c:v>
                      </c:pt>
                      <c:pt idx="131">
                        <c:v>38257</c:v>
                      </c:pt>
                      <c:pt idx="132">
                        <c:v>38258</c:v>
                      </c:pt>
                      <c:pt idx="133">
                        <c:v>38259</c:v>
                      </c:pt>
                      <c:pt idx="134">
                        <c:v>38260</c:v>
                      </c:pt>
                      <c:pt idx="135">
                        <c:v>38261</c:v>
                      </c:pt>
                      <c:pt idx="136">
                        <c:v>38264</c:v>
                      </c:pt>
                      <c:pt idx="137">
                        <c:v>38265</c:v>
                      </c:pt>
                      <c:pt idx="138">
                        <c:v>38266</c:v>
                      </c:pt>
                      <c:pt idx="139">
                        <c:v>38267</c:v>
                      </c:pt>
                      <c:pt idx="140">
                        <c:v>38268</c:v>
                      </c:pt>
                      <c:pt idx="141">
                        <c:v>38271</c:v>
                      </c:pt>
                      <c:pt idx="142">
                        <c:v>38272</c:v>
                      </c:pt>
                      <c:pt idx="143">
                        <c:v>38273</c:v>
                      </c:pt>
                      <c:pt idx="144">
                        <c:v>38274</c:v>
                      </c:pt>
                      <c:pt idx="145">
                        <c:v>38275</c:v>
                      </c:pt>
                      <c:pt idx="146">
                        <c:v>38278</c:v>
                      </c:pt>
                      <c:pt idx="147">
                        <c:v>38279</c:v>
                      </c:pt>
                      <c:pt idx="148">
                        <c:v>38280</c:v>
                      </c:pt>
                      <c:pt idx="149">
                        <c:v>38281</c:v>
                      </c:pt>
                      <c:pt idx="150">
                        <c:v>38282</c:v>
                      </c:pt>
                      <c:pt idx="151">
                        <c:v>38285</c:v>
                      </c:pt>
                      <c:pt idx="152">
                        <c:v>38286</c:v>
                      </c:pt>
                      <c:pt idx="153">
                        <c:v>38287</c:v>
                      </c:pt>
                      <c:pt idx="154">
                        <c:v>38288</c:v>
                      </c:pt>
                      <c:pt idx="155">
                        <c:v>38289</c:v>
                      </c:pt>
                      <c:pt idx="156">
                        <c:v>38292</c:v>
                      </c:pt>
                      <c:pt idx="157">
                        <c:v>38293</c:v>
                      </c:pt>
                      <c:pt idx="158">
                        <c:v>38294</c:v>
                      </c:pt>
                      <c:pt idx="159">
                        <c:v>38295</c:v>
                      </c:pt>
                      <c:pt idx="160">
                        <c:v>38296</c:v>
                      </c:pt>
                      <c:pt idx="161">
                        <c:v>38299</c:v>
                      </c:pt>
                      <c:pt idx="162">
                        <c:v>38300</c:v>
                      </c:pt>
                      <c:pt idx="163">
                        <c:v>38301</c:v>
                      </c:pt>
                      <c:pt idx="164">
                        <c:v>38302</c:v>
                      </c:pt>
                      <c:pt idx="165">
                        <c:v>38303</c:v>
                      </c:pt>
                      <c:pt idx="166">
                        <c:v>38306</c:v>
                      </c:pt>
                      <c:pt idx="167">
                        <c:v>38307</c:v>
                      </c:pt>
                      <c:pt idx="168">
                        <c:v>38308</c:v>
                      </c:pt>
                      <c:pt idx="169">
                        <c:v>38309</c:v>
                      </c:pt>
                      <c:pt idx="170">
                        <c:v>38310</c:v>
                      </c:pt>
                      <c:pt idx="171">
                        <c:v>38313</c:v>
                      </c:pt>
                      <c:pt idx="172">
                        <c:v>38314</c:v>
                      </c:pt>
                      <c:pt idx="173">
                        <c:v>38315</c:v>
                      </c:pt>
                      <c:pt idx="174">
                        <c:v>38316</c:v>
                      </c:pt>
                      <c:pt idx="175">
                        <c:v>38317</c:v>
                      </c:pt>
                      <c:pt idx="176">
                        <c:v>38320</c:v>
                      </c:pt>
                      <c:pt idx="177">
                        <c:v>38321</c:v>
                      </c:pt>
                      <c:pt idx="178">
                        <c:v>38322</c:v>
                      </c:pt>
                      <c:pt idx="179">
                        <c:v>38323</c:v>
                      </c:pt>
                      <c:pt idx="180">
                        <c:v>38324</c:v>
                      </c:pt>
                      <c:pt idx="181">
                        <c:v>38327</c:v>
                      </c:pt>
                      <c:pt idx="182">
                        <c:v>38328</c:v>
                      </c:pt>
                      <c:pt idx="183">
                        <c:v>38329</c:v>
                      </c:pt>
                      <c:pt idx="184">
                        <c:v>38330</c:v>
                      </c:pt>
                      <c:pt idx="185">
                        <c:v>38331</c:v>
                      </c:pt>
                      <c:pt idx="186">
                        <c:v>38334</c:v>
                      </c:pt>
                      <c:pt idx="187">
                        <c:v>38335</c:v>
                      </c:pt>
                      <c:pt idx="188">
                        <c:v>38336</c:v>
                      </c:pt>
                      <c:pt idx="189">
                        <c:v>38337</c:v>
                      </c:pt>
                      <c:pt idx="190">
                        <c:v>38338</c:v>
                      </c:pt>
                      <c:pt idx="191">
                        <c:v>38341</c:v>
                      </c:pt>
                      <c:pt idx="192">
                        <c:v>38342</c:v>
                      </c:pt>
                      <c:pt idx="193">
                        <c:v>38343</c:v>
                      </c:pt>
                      <c:pt idx="194">
                        <c:v>38344</c:v>
                      </c:pt>
                      <c:pt idx="195">
                        <c:v>38345</c:v>
                      </c:pt>
                      <c:pt idx="196">
                        <c:v>38348</c:v>
                      </c:pt>
                      <c:pt idx="197">
                        <c:v>38349</c:v>
                      </c:pt>
                      <c:pt idx="198">
                        <c:v>38350</c:v>
                      </c:pt>
                      <c:pt idx="199">
                        <c:v>38351</c:v>
                      </c:pt>
                      <c:pt idx="200">
                        <c:v>38352</c:v>
                      </c:pt>
                      <c:pt idx="201">
                        <c:v>38355</c:v>
                      </c:pt>
                      <c:pt idx="202">
                        <c:v>38356</c:v>
                      </c:pt>
                      <c:pt idx="203">
                        <c:v>38357</c:v>
                      </c:pt>
                      <c:pt idx="204">
                        <c:v>38358</c:v>
                      </c:pt>
                      <c:pt idx="205">
                        <c:v>38359</c:v>
                      </c:pt>
                      <c:pt idx="206">
                        <c:v>38362</c:v>
                      </c:pt>
                      <c:pt idx="207">
                        <c:v>38363</c:v>
                      </c:pt>
                      <c:pt idx="208">
                        <c:v>38364</c:v>
                      </c:pt>
                      <c:pt idx="209">
                        <c:v>38365</c:v>
                      </c:pt>
                      <c:pt idx="210">
                        <c:v>38366</c:v>
                      </c:pt>
                      <c:pt idx="211">
                        <c:v>38369</c:v>
                      </c:pt>
                      <c:pt idx="212">
                        <c:v>38370</c:v>
                      </c:pt>
                      <c:pt idx="213">
                        <c:v>38371</c:v>
                      </c:pt>
                      <c:pt idx="214">
                        <c:v>38372</c:v>
                      </c:pt>
                      <c:pt idx="215">
                        <c:v>38373</c:v>
                      </c:pt>
                      <c:pt idx="216">
                        <c:v>38376</c:v>
                      </c:pt>
                      <c:pt idx="217">
                        <c:v>38377</c:v>
                      </c:pt>
                      <c:pt idx="218">
                        <c:v>38378</c:v>
                      </c:pt>
                      <c:pt idx="219">
                        <c:v>38379</c:v>
                      </c:pt>
                      <c:pt idx="220">
                        <c:v>38380</c:v>
                      </c:pt>
                      <c:pt idx="221">
                        <c:v>38383</c:v>
                      </c:pt>
                      <c:pt idx="222">
                        <c:v>38384</c:v>
                      </c:pt>
                      <c:pt idx="223">
                        <c:v>38385</c:v>
                      </c:pt>
                      <c:pt idx="224">
                        <c:v>38386</c:v>
                      </c:pt>
                      <c:pt idx="225">
                        <c:v>38387</c:v>
                      </c:pt>
                      <c:pt idx="226">
                        <c:v>38390</c:v>
                      </c:pt>
                      <c:pt idx="227">
                        <c:v>38391</c:v>
                      </c:pt>
                      <c:pt idx="228">
                        <c:v>38392</c:v>
                      </c:pt>
                      <c:pt idx="229">
                        <c:v>38393</c:v>
                      </c:pt>
                      <c:pt idx="230">
                        <c:v>38394</c:v>
                      </c:pt>
                      <c:pt idx="231">
                        <c:v>38397</c:v>
                      </c:pt>
                      <c:pt idx="232">
                        <c:v>38398</c:v>
                      </c:pt>
                      <c:pt idx="233">
                        <c:v>38399</c:v>
                      </c:pt>
                      <c:pt idx="234">
                        <c:v>38400</c:v>
                      </c:pt>
                      <c:pt idx="235">
                        <c:v>38401</c:v>
                      </c:pt>
                      <c:pt idx="236">
                        <c:v>38404</c:v>
                      </c:pt>
                      <c:pt idx="237">
                        <c:v>38405</c:v>
                      </c:pt>
                      <c:pt idx="238">
                        <c:v>38406</c:v>
                      </c:pt>
                      <c:pt idx="239">
                        <c:v>38407</c:v>
                      </c:pt>
                      <c:pt idx="240">
                        <c:v>38408</c:v>
                      </c:pt>
                      <c:pt idx="241">
                        <c:v>38411</c:v>
                      </c:pt>
                      <c:pt idx="242">
                        <c:v>38412</c:v>
                      </c:pt>
                      <c:pt idx="243">
                        <c:v>38413</c:v>
                      </c:pt>
                      <c:pt idx="244">
                        <c:v>38414</c:v>
                      </c:pt>
                      <c:pt idx="245">
                        <c:v>38415</c:v>
                      </c:pt>
                      <c:pt idx="246">
                        <c:v>38418</c:v>
                      </c:pt>
                      <c:pt idx="247">
                        <c:v>38419</c:v>
                      </c:pt>
                      <c:pt idx="248">
                        <c:v>38420</c:v>
                      </c:pt>
                      <c:pt idx="249">
                        <c:v>38421</c:v>
                      </c:pt>
                      <c:pt idx="250">
                        <c:v>38422</c:v>
                      </c:pt>
                      <c:pt idx="251">
                        <c:v>38425</c:v>
                      </c:pt>
                      <c:pt idx="252">
                        <c:v>38426</c:v>
                      </c:pt>
                      <c:pt idx="253">
                        <c:v>38427</c:v>
                      </c:pt>
                      <c:pt idx="254">
                        <c:v>38428</c:v>
                      </c:pt>
                      <c:pt idx="255">
                        <c:v>38429</c:v>
                      </c:pt>
                      <c:pt idx="256">
                        <c:v>38432</c:v>
                      </c:pt>
                      <c:pt idx="257">
                        <c:v>38433</c:v>
                      </c:pt>
                      <c:pt idx="258">
                        <c:v>38434</c:v>
                      </c:pt>
                      <c:pt idx="259">
                        <c:v>38435</c:v>
                      </c:pt>
                      <c:pt idx="260">
                        <c:v>38436</c:v>
                      </c:pt>
                      <c:pt idx="261">
                        <c:v>38439</c:v>
                      </c:pt>
                      <c:pt idx="262">
                        <c:v>38440</c:v>
                      </c:pt>
                      <c:pt idx="263">
                        <c:v>38441</c:v>
                      </c:pt>
                      <c:pt idx="264">
                        <c:v>38442</c:v>
                      </c:pt>
                      <c:pt idx="265">
                        <c:v>38443</c:v>
                      </c:pt>
                      <c:pt idx="266">
                        <c:v>38446</c:v>
                      </c:pt>
                      <c:pt idx="267">
                        <c:v>38447</c:v>
                      </c:pt>
                      <c:pt idx="268">
                        <c:v>38448</c:v>
                      </c:pt>
                      <c:pt idx="269">
                        <c:v>38449</c:v>
                      </c:pt>
                      <c:pt idx="270">
                        <c:v>38450</c:v>
                      </c:pt>
                      <c:pt idx="271">
                        <c:v>38453</c:v>
                      </c:pt>
                      <c:pt idx="272">
                        <c:v>38454</c:v>
                      </c:pt>
                      <c:pt idx="273">
                        <c:v>38455</c:v>
                      </c:pt>
                      <c:pt idx="274">
                        <c:v>38456</c:v>
                      </c:pt>
                      <c:pt idx="275">
                        <c:v>38457</c:v>
                      </c:pt>
                      <c:pt idx="276">
                        <c:v>38460</c:v>
                      </c:pt>
                      <c:pt idx="277">
                        <c:v>38461</c:v>
                      </c:pt>
                      <c:pt idx="278">
                        <c:v>38462</c:v>
                      </c:pt>
                      <c:pt idx="279">
                        <c:v>38463</c:v>
                      </c:pt>
                      <c:pt idx="280">
                        <c:v>38464</c:v>
                      </c:pt>
                      <c:pt idx="281">
                        <c:v>38467</c:v>
                      </c:pt>
                      <c:pt idx="282">
                        <c:v>38468</c:v>
                      </c:pt>
                      <c:pt idx="283">
                        <c:v>38469</c:v>
                      </c:pt>
                      <c:pt idx="284">
                        <c:v>38470</c:v>
                      </c:pt>
                      <c:pt idx="285">
                        <c:v>38471</c:v>
                      </c:pt>
                      <c:pt idx="286">
                        <c:v>38474</c:v>
                      </c:pt>
                      <c:pt idx="287">
                        <c:v>38475</c:v>
                      </c:pt>
                      <c:pt idx="288">
                        <c:v>38476</c:v>
                      </c:pt>
                      <c:pt idx="289">
                        <c:v>38477</c:v>
                      </c:pt>
                      <c:pt idx="290">
                        <c:v>38478</c:v>
                      </c:pt>
                      <c:pt idx="291">
                        <c:v>38481</c:v>
                      </c:pt>
                      <c:pt idx="292">
                        <c:v>38482</c:v>
                      </c:pt>
                      <c:pt idx="293">
                        <c:v>38483</c:v>
                      </c:pt>
                      <c:pt idx="294">
                        <c:v>38484</c:v>
                      </c:pt>
                      <c:pt idx="295">
                        <c:v>38485</c:v>
                      </c:pt>
                      <c:pt idx="296">
                        <c:v>38488</c:v>
                      </c:pt>
                      <c:pt idx="297">
                        <c:v>38489</c:v>
                      </c:pt>
                      <c:pt idx="298">
                        <c:v>38490</c:v>
                      </c:pt>
                      <c:pt idx="299">
                        <c:v>38491</c:v>
                      </c:pt>
                      <c:pt idx="300">
                        <c:v>38492</c:v>
                      </c:pt>
                      <c:pt idx="301">
                        <c:v>38495</c:v>
                      </c:pt>
                      <c:pt idx="302">
                        <c:v>38496</c:v>
                      </c:pt>
                      <c:pt idx="303">
                        <c:v>38497</c:v>
                      </c:pt>
                      <c:pt idx="304">
                        <c:v>38498</c:v>
                      </c:pt>
                      <c:pt idx="305">
                        <c:v>38499</c:v>
                      </c:pt>
                      <c:pt idx="306">
                        <c:v>38503</c:v>
                      </c:pt>
                      <c:pt idx="307">
                        <c:v>38504</c:v>
                      </c:pt>
                      <c:pt idx="308">
                        <c:v>38505</c:v>
                      </c:pt>
                      <c:pt idx="309">
                        <c:v>38506</c:v>
                      </c:pt>
                      <c:pt idx="310">
                        <c:v>38509</c:v>
                      </c:pt>
                      <c:pt idx="311">
                        <c:v>38510</c:v>
                      </c:pt>
                      <c:pt idx="312">
                        <c:v>38511</c:v>
                      </c:pt>
                      <c:pt idx="313">
                        <c:v>38512</c:v>
                      </c:pt>
                      <c:pt idx="314">
                        <c:v>38513</c:v>
                      </c:pt>
                      <c:pt idx="315">
                        <c:v>38516</c:v>
                      </c:pt>
                      <c:pt idx="316">
                        <c:v>38517</c:v>
                      </c:pt>
                      <c:pt idx="317">
                        <c:v>38518</c:v>
                      </c:pt>
                      <c:pt idx="318">
                        <c:v>38519</c:v>
                      </c:pt>
                      <c:pt idx="319">
                        <c:v>38520</c:v>
                      </c:pt>
                      <c:pt idx="320">
                        <c:v>38523</c:v>
                      </c:pt>
                      <c:pt idx="321">
                        <c:v>38524</c:v>
                      </c:pt>
                      <c:pt idx="322">
                        <c:v>38525</c:v>
                      </c:pt>
                      <c:pt idx="323">
                        <c:v>38526</c:v>
                      </c:pt>
                      <c:pt idx="324">
                        <c:v>38527</c:v>
                      </c:pt>
                      <c:pt idx="325">
                        <c:v>38530</c:v>
                      </c:pt>
                      <c:pt idx="326">
                        <c:v>38531</c:v>
                      </c:pt>
                      <c:pt idx="327">
                        <c:v>38532</c:v>
                      </c:pt>
                      <c:pt idx="328">
                        <c:v>38533</c:v>
                      </c:pt>
                      <c:pt idx="329">
                        <c:v>38534</c:v>
                      </c:pt>
                      <c:pt idx="330">
                        <c:v>38537</c:v>
                      </c:pt>
                      <c:pt idx="331">
                        <c:v>38538</c:v>
                      </c:pt>
                      <c:pt idx="332">
                        <c:v>38539</c:v>
                      </c:pt>
                      <c:pt idx="333">
                        <c:v>38540</c:v>
                      </c:pt>
                      <c:pt idx="334">
                        <c:v>38541</c:v>
                      </c:pt>
                      <c:pt idx="335">
                        <c:v>38544</c:v>
                      </c:pt>
                      <c:pt idx="336">
                        <c:v>38545</c:v>
                      </c:pt>
                      <c:pt idx="337">
                        <c:v>38546</c:v>
                      </c:pt>
                      <c:pt idx="338">
                        <c:v>38547</c:v>
                      </c:pt>
                      <c:pt idx="339">
                        <c:v>38548</c:v>
                      </c:pt>
                      <c:pt idx="340">
                        <c:v>38551</c:v>
                      </c:pt>
                      <c:pt idx="341">
                        <c:v>38552</c:v>
                      </c:pt>
                      <c:pt idx="342">
                        <c:v>38553</c:v>
                      </c:pt>
                      <c:pt idx="343">
                        <c:v>38554</c:v>
                      </c:pt>
                      <c:pt idx="344">
                        <c:v>38555</c:v>
                      </c:pt>
                      <c:pt idx="345">
                        <c:v>38558</c:v>
                      </c:pt>
                      <c:pt idx="346">
                        <c:v>38559</c:v>
                      </c:pt>
                      <c:pt idx="347">
                        <c:v>38560</c:v>
                      </c:pt>
                      <c:pt idx="348">
                        <c:v>38561</c:v>
                      </c:pt>
                      <c:pt idx="349">
                        <c:v>38562</c:v>
                      </c:pt>
                      <c:pt idx="350">
                        <c:v>38565</c:v>
                      </c:pt>
                      <c:pt idx="351">
                        <c:v>38566</c:v>
                      </c:pt>
                      <c:pt idx="352">
                        <c:v>38567</c:v>
                      </c:pt>
                      <c:pt idx="353">
                        <c:v>38568</c:v>
                      </c:pt>
                      <c:pt idx="354">
                        <c:v>38569</c:v>
                      </c:pt>
                      <c:pt idx="355">
                        <c:v>38572</c:v>
                      </c:pt>
                      <c:pt idx="356">
                        <c:v>38573</c:v>
                      </c:pt>
                      <c:pt idx="357">
                        <c:v>38574</c:v>
                      </c:pt>
                      <c:pt idx="358">
                        <c:v>38575</c:v>
                      </c:pt>
                      <c:pt idx="359">
                        <c:v>38576</c:v>
                      </c:pt>
                      <c:pt idx="360">
                        <c:v>38579</c:v>
                      </c:pt>
                      <c:pt idx="361">
                        <c:v>38580</c:v>
                      </c:pt>
                      <c:pt idx="362">
                        <c:v>38581</c:v>
                      </c:pt>
                      <c:pt idx="363">
                        <c:v>38582</c:v>
                      </c:pt>
                      <c:pt idx="364">
                        <c:v>38583</c:v>
                      </c:pt>
                      <c:pt idx="365">
                        <c:v>38586</c:v>
                      </c:pt>
                      <c:pt idx="366">
                        <c:v>38587</c:v>
                      </c:pt>
                      <c:pt idx="367">
                        <c:v>38588</c:v>
                      </c:pt>
                      <c:pt idx="368">
                        <c:v>38589</c:v>
                      </c:pt>
                      <c:pt idx="369">
                        <c:v>38590</c:v>
                      </c:pt>
                      <c:pt idx="370">
                        <c:v>38593</c:v>
                      </c:pt>
                      <c:pt idx="371">
                        <c:v>38594</c:v>
                      </c:pt>
                      <c:pt idx="372">
                        <c:v>38595</c:v>
                      </c:pt>
                      <c:pt idx="373">
                        <c:v>38596</c:v>
                      </c:pt>
                      <c:pt idx="374">
                        <c:v>38597</c:v>
                      </c:pt>
                      <c:pt idx="375">
                        <c:v>38600</c:v>
                      </c:pt>
                      <c:pt idx="376">
                        <c:v>38601</c:v>
                      </c:pt>
                      <c:pt idx="377">
                        <c:v>38602</c:v>
                      </c:pt>
                      <c:pt idx="378">
                        <c:v>38603</c:v>
                      </c:pt>
                      <c:pt idx="379">
                        <c:v>38604</c:v>
                      </c:pt>
                      <c:pt idx="380">
                        <c:v>38607</c:v>
                      </c:pt>
                      <c:pt idx="381">
                        <c:v>38608</c:v>
                      </c:pt>
                      <c:pt idx="382">
                        <c:v>38609</c:v>
                      </c:pt>
                      <c:pt idx="383">
                        <c:v>38610</c:v>
                      </c:pt>
                      <c:pt idx="384">
                        <c:v>38611</c:v>
                      </c:pt>
                      <c:pt idx="385">
                        <c:v>38614</c:v>
                      </c:pt>
                      <c:pt idx="386">
                        <c:v>38615</c:v>
                      </c:pt>
                      <c:pt idx="387">
                        <c:v>38616</c:v>
                      </c:pt>
                      <c:pt idx="388">
                        <c:v>38617</c:v>
                      </c:pt>
                      <c:pt idx="389">
                        <c:v>38618</c:v>
                      </c:pt>
                      <c:pt idx="390">
                        <c:v>38621</c:v>
                      </c:pt>
                      <c:pt idx="391">
                        <c:v>38622</c:v>
                      </c:pt>
                      <c:pt idx="392">
                        <c:v>38623</c:v>
                      </c:pt>
                      <c:pt idx="393">
                        <c:v>38624</c:v>
                      </c:pt>
                      <c:pt idx="394">
                        <c:v>38625</c:v>
                      </c:pt>
                      <c:pt idx="395">
                        <c:v>38628</c:v>
                      </c:pt>
                      <c:pt idx="396">
                        <c:v>38629</c:v>
                      </c:pt>
                      <c:pt idx="397">
                        <c:v>38630</c:v>
                      </c:pt>
                      <c:pt idx="398">
                        <c:v>38631</c:v>
                      </c:pt>
                      <c:pt idx="399">
                        <c:v>38632</c:v>
                      </c:pt>
                      <c:pt idx="400">
                        <c:v>38635</c:v>
                      </c:pt>
                      <c:pt idx="401">
                        <c:v>38636</c:v>
                      </c:pt>
                      <c:pt idx="402">
                        <c:v>38637</c:v>
                      </c:pt>
                      <c:pt idx="403">
                        <c:v>38638</c:v>
                      </c:pt>
                      <c:pt idx="404">
                        <c:v>38639</c:v>
                      </c:pt>
                      <c:pt idx="405">
                        <c:v>38642</c:v>
                      </c:pt>
                      <c:pt idx="406">
                        <c:v>38643</c:v>
                      </c:pt>
                      <c:pt idx="407">
                        <c:v>38644</c:v>
                      </c:pt>
                      <c:pt idx="408">
                        <c:v>38645</c:v>
                      </c:pt>
                      <c:pt idx="409">
                        <c:v>38646</c:v>
                      </c:pt>
                      <c:pt idx="410">
                        <c:v>38649</c:v>
                      </c:pt>
                      <c:pt idx="411">
                        <c:v>38650</c:v>
                      </c:pt>
                      <c:pt idx="412">
                        <c:v>38651</c:v>
                      </c:pt>
                      <c:pt idx="413">
                        <c:v>38652</c:v>
                      </c:pt>
                      <c:pt idx="414">
                        <c:v>38653</c:v>
                      </c:pt>
                      <c:pt idx="415">
                        <c:v>38656</c:v>
                      </c:pt>
                      <c:pt idx="416">
                        <c:v>38657</c:v>
                      </c:pt>
                      <c:pt idx="417">
                        <c:v>38658</c:v>
                      </c:pt>
                      <c:pt idx="418">
                        <c:v>38659</c:v>
                      </c:pt>
                      <c:pt idx="419">
                        <c:v>38660</c:v>
                      </c:pt>
                      <c:pt idx="420">
                        <c:v>38663</c:v>
                      </c:pt>
                      <c:pt idx="421">
                        <c:v>38664</c:v>
                      </c:pt>
                      <c:pt idx="422">
                        <c:v>38665</c:v>
                      </c:pt>
                      <c:pt idx="423">
                        <c:v>38666</c:v>
                      </c:pt>
                      <c:pt idx="424">
                        <c:v>38667</c:v>
                      </c:pt>
                      <c:pt idx="425">
                        <c:v>38670</c:v>
                      </c:pt>
                      <c:pt idx="426">
                        <c:v>38671</c:v>
                      </c:pt>
                      <c:pt idx="427">
                        <c:v>38672</c:v>
                      </c:pt>
                      <c:pt idx="428">
                        <c:v>38673</c:v>
                      </c:pt>
                      <c:pt idx="429">
                        <c:v>38674</c:v>
                      </c:pt>
                      <c:pt idx="430">
                        <c:v>38677</c:v>
                      </c:pt>
                      <c:pt idx="431">
                        <c:v>38678</c:v>
                      </c:pt>
                      <c:pt idx="432">
                        <c:v>38679</c:v>
                      </c:pt>
                      <c:pt idx="433">
                        <c:v>38680</c:v>
                      </c:pt>
                      <c:pt idx="434">
                        <c:v>38681</c:v>
                      </c:pt>
                      <c:pt idx="435">
                        <c:v>38684</c:v>
                      </c:pt>
                      <c:pt idx="436">
                        <c:v>38685</c:v>
                      </c:pt>
                      <c:pt idx="437">
                        <c:v>38686</c:v>
                      </c:pt>
                      <c:pt idx="438">
                        <c:v>38687</c:v>
                      </c:pt>
                      <c:pt idx="439">
                        <c:v>38688</c:v>
                      </c:pt>
                      <c:pt idx="440">
                        <c:v>38691</c:v>
                      </c:pt>
                      <c:pt idx="441">
                        <c:v>38692</c:v>
                      </c:pt>
                      <c:pt idx="442">
                        <c:v>38693</c:v>
                      </c:pt>
                      <c:pt idx="443">
                        <c:v>38694</c:v>
                      </c:pt>
                      <c:pt idx="444">
                        <c:v>38695</c:v>
                      </c:pt>
                      <c:pt idx="445">
                        <c:v>38698</c:v>
                      </c:pt>
                      <c:pt idx="446">
                        <c:v>38699</c:v>
                      </c:pt>
                      <c:pt idx="447">
                        <c:v>38700</c:v>
                      </c:pt>
                      <c:pt idx="448">
                        <c:v>38701</c:v>
                      </c:pt>
                      <c:pt idx="449">
                        <c:v>38702</c:v>
                      </c:pt>
                      <c:pt idx="450">
                        <c:v>38705</c:v>
                      </c:pt>
                      <c:pt idx="451">
                        <c:v>38706</c:v>
                      </c:pt>
                      <c:pt idx="452">
                        <c:v>38707</c:v>
                      </c:pt>
                      <c:pt idx="453">
                        <c:v>38708</c:v>
                      </c:pt>
                      <c:pt idx="454">
                        <c:v>38709</c:v>
                      </c:pt>
                      <c:pt idx="455">
                        <c:v>38712</c:v>
                      </c:pt>
                      <c:pt idx="456">
                        <c:v>38713</c:v>
                      </c:pt>
                      <c:pt idx="457">
                        <c:v>38714</c:v>
                      </c:pt>
                      <c:pt idx="458">
                        <c:v>38715</c:v>
                      </c:pt>
                      <c:pt idx="459">
                        <c:v>38716</c:v>
                      </c:pt>
                      <c:pt idx="460">
                        <c:v>38719</c:v>
                      </c:pt>
                      <c:pt idx="461">
                        <c:v>38720</c:v>
                      </c:pt>
                      <c:pt idx="462">
                        <c:v>38721</c:v>
                      </c:pt>
                      <c:pt idx="463">
                        <c:v>38722</c:v>
                      </c:pt>
                      <c:pt idx="464">
                        <c:v>38723</c:v>
                      </c:pt>
                      <c:pt idx="465">
                        <c:v>38726</c:v>
                      </c:pt>
                      <c:pt idx="466">
                        <c:v>38727</c:v>
                      </c:pt>
                      <c:pt idx="467">
                        <c:v>38728</c:v>
                      </c:pt>
                      <c:pt idx="468">
                        <c:v>38729</c:v>
                      </c:pt>
                      <c:pt idx="469">
                        <c:v>38730</c:v>
                      </c:pt>
                      <c:pt idx="470">
                        <c:v>38733</c:v>
                      </c:pt>
                      <c:pt idx="471">
                        <c:v>38734</c:v>
                      </c:pt>
                      <c:pt idx="472">
                        <c:v>38735</c:v>
                      </c:pt>
                      <c:pt idx="473">
                        <c:v>38736</c:v>
                      </c:pt>
                      <c:pt idx="474">
                        <c:v>38737</c:v>
                      </c:pt>
                      <c:pt idx="475">
                        <c:v>38740</c:v>
                      </c:pt>
                      <c:pt idx="476">
                        <c:v>38741</c:v>
                      </c:pt>
                      <c:pt idx="477">
                        <c:v>38742</c:v>
                      </c:pt>
                      <c:pt idx="478">
                        <c:v>38743</c:v>
                      </c:pt>
                      <c:pt idx="479">
                        <c:v>38744</c:v>
                      </c:pt>
                      <c:pt idx="480">
                        <c:v>38747</c:v>
                      </c:pt>
                      <c:pt idx="481">
                        <c:v>38748</c:v>
                      </c:pt>
                      <c:pt idx="482">
                        <c:v>38749</c:v>
                      </c:pt>
                      <c:pt idx="483">
                        <c:v>38750</c:v>
                      </c:pt>
                      <c:pt idx="484">
                        <c:v>38751</c:v>
                      </c:pt>
                      <c:pt idx="485">
                        <c:v>38754</c:v>
                      </c:pt>
                      <c:pt idx="486">
                        <c:v>38755</c:v>
                      </c:pt>
                      <c:pt idx="487">
                        <c:v>38756</c:v>
                      </c:pt>
                      <c:pt idx="488">
                        <c:v>38757</c:v>
                      </c:pt>
                      <c:pt idx="489">
                        <c:v>38758</c:v>
                      </c:pt>
                      <c:pt idx="490">
                        <c:v>38761</c:v>
                      </c:pt>
                      <c:pt idx="491">
                        <c:v>38762</c:v>
                      </c:pt>
                      <c:pt idx="492">
                        <c:v>38763</c:v>
                      </c:pt>
                      <c:pt idx="493">
                        <c:v>38764</c:v>
                      </c:pt>
                      <c:pt idx="494">
                        <c:v>38765</c:v>
                      </c:pt>
                      <c:pt idx="495">
                        <c:v>38768</c:v>
                      </c:pt>
                      <c:pt idx="496">
                        <c:v>38769</c:v>
                      </c:pt>
                      <c:pt idx="497">
                        <c:v>38770</c:v>
                      </c:pt>
                      <c:pt idx="498">
                        <c:v>38771</c:v>
                      </c:pt>
                      <c:pt idx="499">
                        <c:v>38772</c:v>
                      </c:pt>
                      <c:pt idx="500">
                        <c:v>38775</c:v>
                      </c:pt>
                      <c:pt idx="501">
                        <c:v>38776</c:v>
                      </c:pt>
                      <c:pt idx="502">
                        <c:v>38777</c:v>
                      </c:pt>
                      <c:pt idx="503">
                        <c:v>38778</c:v>
                      </c:pt>
                      <c:pt idx="504">
                        <c:v>38779</c:v>
                      </c:pt>
                      <c:pt idx="505">
                        <c:v>38782</c:v>
                      </c:pt>
                      <c:pt idx="506">
                        <c:v>38783</c:v>
                      </c:pt>
                      <c:pt idx="507">
                        <c:v>38784</c:v>
                      </c:pt>
                      <c:pt idx="508">
                        <c:v>38785</c:v>
                      </c:pt>
                      <c:pt idx="509">
                        <c:v>38786</c:v>
                      </c:pt>
                      <c:pt idx="510">
                        <c:v>38789</c:v>
                      </c:pt>
                      <c:pt idx="511">
                        <c:v>38790</c:v>
                      </c:pt>
                      <c:pt idx="512">
                        <c:v>38791</c:v>
                      </c:pt>
                      <c:pt idx="513">
                        <c:v>38792</c:v>
                      </c:pt>
                      <c:pt idx="514">
                        <c:v>38793</c:v>
                      </c:pt>
                      <c:pt idx="515">
                        <c:v>38796</c:v>
                      </c:pt>
                      <c:pt idx="516">
                        <c:v>38797</c:v>
                      </c:pt>
                      <c:pt idx="517">
                        <c:v>38798</c:v>
                      </c:pt>
                      <c:pt idx="518">
                        <c:v>38799</c:v>
                      </c:pt>
                      <c:pt idx="519">
                        <c:v>38800</c:v>
                      </c:pt>
                      <c:pt idx="520">
                        <c:v>38803</c:v>
                      </c:pt>
                      <c:pt idx="521">
                        <c:v>38804</c:v>
                      </c:pt>
                      <c:pt idx="522">
                        <c:v>38805</c:v>
                      </c:pt>
                      <c:pt idx="523">
                        <c:v>38806</c:v>
                      </c:pt>
                      <c:pt idx="524">
                        <c:v>38807</c:v>
                      </c:pt>
                      <c:pt idx="525">
                        <c:v>38810</c:v>
                      </c:pt>
                      <c:pt idx="526">
                        <c:v>38811</c:v>
                      </c:pt>
                      <c:pt idx="527">
                        <c:v>38812</c:v>
                      </c:pt>
                      <c:pt idx="528">
                        <c:v>38813</c:v>
                      </c:pt>
                      <c:pt idx="529">
                        <c:v>38814</c:v>
                      </c:pt>
                      <c:pt idx="530">
                        <c:v>38817</c:v>
                      </c:pt>
                      <c:pt idx="531">
                        <c:v>38818</c:v>
                      </c:pt>
                      <c:pt idx="532">
                        <c:v>38819</c:v>
                      </c:pt>
                      <c:pt idx="533">
                        <c:v>38820</c:v>
                      </c:pt>
                      <c:pt idx="534">
                        <c:v>38821</c:v>
                      </c:pt>
                      <c:pt idx="535">
                        <c:v>38824</c:v>
                      </c:pt>
                      <c:pt idx="536">
                        <c:v>38825</c:v>
                      </c:pt>
                      <c:pt idx="537">
                        <c:v>38826</c:v>
                      </c:pt>
                      <c:pt idx="538">
                        <c:v>38827</c:v>
                      </c:pt>
                      <c:pt idx="539">
                        <c:v>38828</c:v>
                      </c:pt>
                      <c:pt idx="540">
                        <c:v>38831</c:v>
                      </c:pt>
                      <c:pt idx="541">
                        <c:v>38832</c:v>
                      </c:pt>
                      <c:pt idx="542">
                        <c:v>38833</c:v>
                      </c:pt>
                      <c:pt idx="543">
                        <c:v>38834</c:v>
                      </c:pt>
                      <c:pt idx="544">
                        <c:v>38835</c:v>
                      </c:pt>
                      <c:pt idx="545">
                        <c:v>38838</c:v>
                      </c:pt>
                      <c:pt idx="546">
                        <c:v>38839</c:v>
                      </c:pt>
                      <c:pt idx="547">
                        <c:v>38840</c:v>
                      </c:pt>
                      <c:pt idx="548">
                        <c:v>38841</c:v>
                      </c:pt>
                      <c:pt idx="549">
                        <c:v>38842</c:v>
                      </c:pt>
                      <c:pt idx="550">
                        <c:v>38845</c:v>
                      </c:pt>
                      <c:pt idx="551">
                        <c:v>38846</c:v>
                      </c:pt>
                      <c:pt idx="552">
                        <c:v>38847</c:v>
                      </c:pt>
                      <c:pt idx="553">
                        <c:v>38848</c:v>
                      </c:pt>
                      <c:pt idx="554">
                        <c:v>38849</c:v>
                      </c:pt>
                      <c:pt idx="555">
                        <c:v>38852</c:v>
                      </c:pt>
                      <c:pt idx="556">
                        <c:v>38853</c:v>
                      </c:pt>
                      <c:pt idx="557">
                        <c:v>38854</c:v>
                      </c:pt>
                      <c:pt idx="558">
                        <c:v>38855</c:v>
                      </c:pt>
                      <c:pt idx="559">
                        <c:v>38856</c:v>
                      </c:pt>
                      <c:pt idx="560">
                        <c:v>38859</c:v>
                      </c:pt>
                      <c:pt idx="561">
                        <c:v>38860</c:v>
                      </c:pt>
                      <c:pt idx="562">
                        <c:v>38861</c:v>
                      </c:pt>
                      <c:pt idx="563">
                        <c:v>38862</c:v>
                      </c:pt>
                      <c:pt idx="564">
                        <c:v>38863</c:v>
                      </c:pt>
                      <c:pt idx="565">
                        <c:v>38866</c:v>
                      </c:pt>
                      <c:pt idx="566">
                        <c:v>38867</c:v>
                      </c:pt>
                      <c:pt idx="567">
                        <c:v>38868</c:v>
                      </c:pt>
                      <c:pt idx="568">
                        <c:v>38869</c:v>
                      </c:pt>
                      <c:pt idx="569">
                        <c:v>38870</c:v>
                      </c:pt>
                      <c:pt idx="570">
                        <c:v>38873</c:v>
                      </c:pt>
                      <c:pt idx="571">
                        <c:v>38874</c:v>
                      </c:pt>
                      <c:pt idx="572">
                        <c:v>38875</c:v>
                      </c:pt>
                      <c:pt idx="573">
                        <c:v>38876</c:v>
                      </c:pt>
                      <c:pt idx="574">
                        <c:v>38877</c:v>
                      </c:pt>
                      <c:pt idx="575">
                        <c:v>38880</c:v>
                      </c:pt>
                      <c:pt idx="576">
                        <c:v>38881</c:v>
                      </c:pt>
                      <c:pt idx="577">
                        <c:v>38882</c:v>
                      </c:pt>
                      <c:pt idx="578">
                        <c:v>38883</c:v>
                      </c:pt>
                      <c:pt idx="579">
                        <c:v>38884</c:v>
                      </c:pt>
                      <c:pt idx="580">
                        <c:v>38887</c:v>
                      </c:pt>
                      <c:pt idx="581">
                        <c:v>38888</c:v>
                      </c:pt>
                      <c:pt idx="582">
                        <c:v>38889</c:v>
                      </c:pt>
                      <c:pt idx="583">
                        <c:v>38890</c:v>
                      </c:pt>
                      <c:pt idx="584">
                        <c:v>38891</c:v>
                      </c:pt>
                      <c:pt idx="585">
                        <c:v>38894</c:v>
                      </c:pt>
                      <c:pt idx="586">
                        <c:v>38895</c:v>
                      </c:pt>
                      <c:pt idx="587">
                        <c:v>38896</c:v>
                      </c:pt>
                      <c:pt idx="588">
                        <c:v>38897</c:v>
                      </c:pt>
                      <c:pt idx="589">
                        <c:v>38898</c:v>
                      </c:pt>
                      <c:pt idx="590">
                        <c:v>38901</c:v>
                      </c:pt>
                      <c:pt idx="591">
                        <c:v>38902</c:v>
                      </c:pt>
                      <c:pt idx="592">
                        <c:v>38903</c:v>
                      </c:pt>
                      <c:pt idx="593">
                        <c:v>38904</c:v>
                      </c:pt>
                      <c:pt idx="594">
                        <c:v>38905</c:v>
                      </c:pt>
                      <c:pt idx="595">
                        <c:v>38908</c:v>
                      </c:pt>
                      <c:pt idx="596">
                        <c:v>38909</c:v>
                      </c:pt>
                      <c:pt idx="597">
                        <c:v>38910</c:v>
                      </c:pt>
                      <c:pt idx="598">
                        <c:v>38911</c:v>
                      </c:pt>
                      <c:pt idx="599">
                        <c:v>38912</c:v>
                      </c:pt>
                      <c:pt idx="600">
                        <c:v>38915</c:v>
                      </c:pt>
                      <c:pt idx="601">
                        <c:v>38916</c:v>
                      </c:pt>
                      <c:pt idx="602">
                        <c:v>38917</c:v>
                      </c:pt>
                      <c:pt idx="603">
                        <c:v>38918</c:v>
                      </c:pt>
                      <c:pt idx="604">
                        <c:v>38919</c:v>
                      </c:pt>
                      <c:pt idx="605">
                        <c:v>38922</c:v>
                      </c:pt>
                      <c:pt idx="606">
                        <c:v>38923</c:v>
                      </c:pt>
                      <c:pt idx="607">
                        <c:v>38924</c:v>
                      </c:pt>
                      <c:pt idx="608">
                        <c:v>38925</c:v>
                      </c:pt>
                      <c:pt idx="609">
                        <c:v>38926</c:v>
                      </c:pt>
                      <c:pt idx="610">
                        <c:v>38929</c:v>
                      </c:pt>
                      <c:pt idx="611">
                        <c:v>38930</c:v>
                      </c:pt>
                      <c:pt idx="612">
                        <c:v>38931</c:v>
                      </c:pt>
                      <c:pt idx="613">
                        <c:v>38932</c:v>
                      </c:pt>
                      <c:pt idx="614">
                        <c:v>38933</c:v>
                      </c:pt>
                      <c:pt idx="615">
                        <c:v>38936</c:v>
                      </c:pt>
                      <c:pt idx="616">
                        <c:v>38937</c:v>
                      </c:pt>
                      <c:pt idx="617">
                        <c:v>38938</c:v>
                      </c:pt>
                      <c:pt idx="618">
                        <c:v>38939</c:v>
                      </c:pt>
                      <c:pt idx="619">
                        <c:v>38940</c:v>
                      </c:pt>
                      <c:pt idx="620">
                        <c:v>38943</c:v>
                      </c:pt>
                      <c:pt idx="621">
                        <c:v>38944</c:v>
                      </c:pt>
                      <c:pt idx="622">
                        <c:v>38945</c:v>
                      </c:pt>
                      <c:pt idx="623">
                        <c:v>38946</c:v>
                      </c:pt>
                      <c:pt idx="624">
                        <c:v>38947</c:v>
                      </c:pt>
                      <c:pt idx="625">
                        <c:v>38950</c:v>
                      </c:pt>
                      <c:pt idx="626">
                        <c:v>38951</c:v>
                      </c:pt>
                      <c:pt idx="627">
                        <c:v>38952</c:v>
                      </c:pt>
                      <c:pt idx="628">
                        <c:v>38953</c:v>
                      </c:pt>
                      <c:pt idx="629">
                        <c:v>38954</c:v>
                      </c:pt>
                      <c:pt idx="630">
                        <c:v>38957</c:v>
                      </c:pt>
                      <c:pt idx="631">
                        <c:v>38958</c:v>
                      </c:pt>
                      <c:pt idx="632">
                        <c:v>38959</c:v>
                      </c:pt>
                      <c:pt idx="633">
                        <c:v>38960</c:v>
                      </c:pt>
                      <c:pt idx="634">
                        <c:v>38961</c:v>
                      </c:pt>
                      <c:pt idx="635">
                        <c:v>38964</c:v>
                      </c:pt>
                      <c:pt idx="636">
                        <c:v>38965</c:v>
                      </c:pt>
                      <c:pt idx="637">
                        <c:v>38966</c:v>
                      </c:pt>
                      <c:pt idx="638">
                        <c:v>38967</c:v>
                      </c:pt>
                      <c:pt idx="639">
                        <c:v>38968</c:v>
                      </c:pt>
                      <c:pt idx="640">
                        <c:v>38971</c:v>
                      </c:pt>
                      <c:pt idx="641">
                        <c:v>38972</c:v>
                      </c:pt>
                      <c:pt idx="642">
                        <c:v>38973</c:v>
                      </c:pt>
                      <c:pt idx="643">
                        <c:v>38974</c:v>
                      </c:pt>
                      <c:pt idx="644">
                        <c:v>38975</c:v>
                      </c:pt>
                      <c:pt idx="645">
                        <c:v>38978</c:v>
                      </c:pt>
                      <c:pt idx="646">
                        <c:v>38979</c:v>
                      </c:pt>
                      <c:pt idx="647">
                        <c:v>38980</c:v>
                      </c:pt>
                      <c:pt idx="648">
                        <c:v>38981</c:v>
                      </c:pt>
                      <c:pt idx="649">
                        <c:v>38982</c:v>
                      </c:pt>
                      <c:pt idx="650">
                        <c:v>38985</c:v>
                      </c:pt>
                      <c:pt idx="651">
                        <c:v>38986</c:v>
                      </c:pt>
                      <c:pt idx="652">
                        <c:v>38987</c:v>
                      </c:pt>
                      <c:pt idx="653">
                        <c:v>38988</c:v>
                      </c:pt>
                      <c:pt idx="654">
                        <c:v>38989</c:v>
                      </c:pt>
                      <c:pt idx="655">
                        <c:v>38992</c:v>
                      </c:pt>
                      <c:pt idx="656">
                        <c:v>38993</c:v>
                      </c:pt>
                      <c:pt idx="657">
                        <c:v>38994</c:v>
                      </c:pt>
                      <c:pt idx="658">
                        <c:v>38995</c:v>
                      </c:pt>
                      <c:pt idx="659">
                        <c:v>38996</c:v>
                      </c:pt>
                      <c:pt idx="660">
                        <c:v>38999</c:v>
                      </c:pt>
                      <c:pt idx="661">
                        <c:v>39000</c:v>
                      </c:pt>
                      <c:pt idx="662">
                        <c:v>39001</c:v>
                      </c:pt>
                      <c:pt idx="663">
                        <c:v>39002</c:v>
                      </c:pt>
                      <c:pt idx="664">
                        <c:v>39003</c:v>
                      </c:pt>
                      <c:pt idx="665">
                        <c:v>39006</c:v>
                      </c:pt>
                      <c:pt idx="666">
                        <c:v>39007</c:v>
                      </c:pt>
                      <c:pt idx="667">
                        <c:v>39008</c:v>
                      </c:pt>
                      <c:pt idx="668">
                        <c:v>39009</c:v>
                      </c:pt>
                      <c:pt idx="669">
                        <c:v>39010</c:v>
                      </c:pt>
                      <c:pt idx="670">
                        <c:v>39013</c:v>
                      </c:pt>
                      <c:pt idx="671">
                        <c:v>39014</c:v>
                      </c:pt>
                      <c:pt idx="672">
                        <c:v>39015</c:v>
                      </c:pt>
                      <c:pt idx="673">
                        <c:v>39016</c:v>
                      </c:pt>
                      <c:pt idx="674">
                        <c:v>39017</c:v>
                      </c:pt>
                      <c:pt idx="675">
                        <c:v>39020</c:v>
                      </c:pt>
                      <c:pt idx="676">
                        <c:v>39021</c:v>
                      </c:pt>
                      <c:pt idx="677">
                        <c:v>39022</c:v>
                      </c:pt>
                      <c:pt idx="678">
                        <c:v>39023</c:v>
                      </c:pt>
                      <c:pt idx="679">
                        <c:v>39024</c:v>
                      </c:pt>
                      <c:pt idx="680">
                        <c:v>39027</c:v>
                      </c:pt>
                      <c:pt idx="681">
                        <c:v>39028</c:v>
                      </c:pt>
                      <c:pt idx="682">
                        <c:v>39029</c:v>
                      </c:pt>
                      <c:pt idx="683">
                        <c:v>39030</c:v>
                      </c:pt>
                      <c:pt idx="684">
                        <c:v>39031</c:v>
                      </c:pt>
                      <c:pt idx="685">
                        <c:v>39034</c:v>
                      </c:pt>
                      <c:pt idx="686">
                        <c:v>39035</c:v>
                      </c:pt>
                      <c:pt idx="687">
                        <c:v>39036</c:v>
                      </c:pt>
                      <c:pt idx="688">
                        <c:v>39037</c:v>
                      </c:pt>
                      <c:pt idx="689">
                        <c:v>39038</c:v>
                      </c:pt>
                      <c:pt idx="690">
                        <c:v>39041</c:v>
                      </c:pt>
                      <c:pt idx="691">
                        <c:v>39042</c:v>
                      </c:pt>
                      <c:pt idx="692">
                        <c:v>39043</c:v>
                      </c:pt>
                      <c:pt idx="693">
                        <c:v>39044</c:v>
                      </c:pt>
                      <c:pt idx="694">
                        <c:v>39045</c:v>
                      </c:pt>
                      <c:pt idx="695">
                        <c:v>39048</c:v>
                      </c:pt>
                      <c:pt idx="696">
                        <c:v>39049</c:v>
                      </c:pt>
                      <c:pt idx="697">
                        <c:v>39050</c:v>
                      </c:pt>
                      <c:pt idx="698">
                        <c:v>39051</c:v>
                      </c:pt>
                      <c:pt idx="699">
                        <c:v>39052</c:v>
                      </c:pt>
                      <c:pt idx="700">
                        <c:v>39055</c:v>
                      </c:pt>
                      <c:pt idx="701">
                        <c:v>39056</c:v>
                      </c:pt>
                      <c:pt idx="702">
                        <c:v>39057</c:v>
                      </c:pt>
                      <c:pt idx="703">
                        <c:v>39058</c:v>
                      </c:pt>
                      <c:pt idx="704">
                        <c:v>39059</c:v>
                      </c:pt>
                      <c:pt idx="705">
                        <c:v>39062</c:v>
                      </c:pt>
                      <c:pt idx="706">
                        <c:v>39063</c:v>
                      </c:pt>
                      <c:pt idx="707">
                        <c:v>39064</c:v>
                      </c:pt>
                      <c:pt idx="708">
                        <c:v>39065</c:v>
                      </c:pt>
                      <c:pt idx="709">
                        <c:v>39066</c:v>
                      </c:pt>
                      <c:pt idx="710">
                        <c:v>39069</c:v>
                      </c:pt>
                      <c:pt idx="711">
                        <c:v>39070</c:v>
                      </c:pt>
                      <c:pt idx="712">
                        <c:v>39071</c:v>
                      </c:pt>
                      <c:pt idx="713">
                        <c:v>39072</c:v>
                      </c:pt>
                      <c:pt idx="714">
                        <c:v>39073</c:v>
                      </c:pt>
                      <c:pt idx="715">
                        <c:v>39077</c:v>
                      </c:pt>
                      <c:pt idx="716">
                        <c:v>39078</c:v>
                      </c:pt>
                      <c:pt idx="717">
                        <c:v>39079</c:v>
                      </c:pt>
                      <c:pt idx="718">
                        <c:v>39080</c:v>
                      </c:pt>
                      <c:pt idx="719">
                        <c:v>39083</c:v>
                      </c:pt>
                      <c:pt idx="720">
                        <c:v>39084</c:v>
                      </c:pt>
                      <c:pt idx="721">
                        <c:v>39085</c:v>
                      </c:pt>
                      <c:pt idx="722">
                        <c:v>39086</c:v>
                      </c:pt>
                      <c:pt idx="723">
                        <c:v>39087</c:v>
                      </c:pt>
                      <c:pt idx="724">
                        <c:v>39090</c:v>
                      </c:pt>
                      <c:pt idx="725">
                        <c:v>39091</c:v>
                      </c:pt>
                      <c:pt idx="726">
                        <c:v>39092</c:v>
                      </c:pt>
                      <c:pt idx="727">
                        <c:v>39093</c:v>
                      </c:pt>
                      <c:pt idx="728">
                        <c:v>39094</c:v>
                      </c:pt>
                      <c:pt idx="729">
                        <c:v>39097</c:v>
                      </c:pt>
                      <c:pt idx="730">
                        <c:v>39098</c:v>
                      </c:pt>
                      <c:pt idx="731">
                        <c:v>39099</c:v>
                      </c:pt>
                      <c:pt idx="732">
                        <c:v>39100</c:v>
                      </c:pt>
                      <c:pt idx="733">
                        <c:v>39101</c:v>
                      </c:pt>
                      <c:pt idx="734">
                        <c:v>39104</c:v>
                      </c:pt>
                      <c:pt idx="735">
                        <c:v>39105</c:v>
                      </c:pt>
                      <c:pt idx="736">
                        <c:v>39106</c:v>
                      </c:pt>
                      <c:pt idx="737">
                        <c:v>39107</c:v>
                      </c:pt>
                      <c:pt idx="738">
                        <c:v>39108</c:v>
                      </c:pt>
                      <c:pt idx="739">
                        <c:v>39111</c:v>
                      </c:pt>
                      <c:pt idx="740">
                        <c:v>39112</c:v>
                      </c:pt>
                      <c:pt idx="741">
                        <c:v>39113</c:v>
                      </c:pt>
                      <c:pt idx="742">
                        <c:v>39114</c:v>
                      </c:pt>
                      <c:pt idx="743">
                        <c:v>39115</c:v>
                      </c:pt>
                      <c:pt idx="744">
                        <c:v>39118</c:v>
                      </c:pt>
                      <c:pt idx="745">
                        <c:v>39119</c:v>
                      </c:pt>
                      <c:pt idx="746">
                        <c:v>39120</c:v>
                      </c:pt>
                      <c:pt idx="747">
                        <c:v>39121</c:v>
                      </c:pt>
                      <c:pt idx="748">
                        <c:v>39122</c:v>
                      </c:pt>
                      <c:pt idx="749">
                        <c:v>39125</c:v>
                      </c:pt>
                      <c:pt idx="750">
                        <c:v>39126</c:v>
                      </c:pt>
                      <c:pt idx="751">
                        <c:v>39127</c:v>
                      </c:pt>
                      <c:pt idx="752">
                        <c:v>39128</c:v>
                      </c:pt>
                      <c:pt idx="753">
                        <c:v>39129</c:v>
                      </c:pt>
                      <c:pt idx="754">
                        <c:v>39132</c:v>
                      </c:pt>
                      <c:pt idx="755">
                        <c:v>39133</c:v>
                      </c:pt>
                      <c:pt idx="756">
                        <c:v>39134</c:v>
                      </c:pt>
                      <c:pt idx="757">
                        <c:v>39135</c:v>
                      </c:pt>
                      <c:pt idx="758">
                        <c:v>39136</c:v>
                      </c:pt>
                      <c:pt idx="759">
                        <c:v>39139</c:v>
                      </c:pt>
                      <c:pt idx="760">
                        <c:v>39140</c:v>
                      </c:pt>
                      <c:pt idx="761">
                        <c:v>39141</c:v>
                      </c:pt>
                      <c:pt idx="762">
                        <c:v>39142</c:v>
                      </c:pt>
                      <c:pt idx="763">
                        <c:v>39143</c:v>
                      </c:pt>
                      <c:pt idx="764">
                        <c:v>39146</c:v>
                      </c:pt>
                      <c:pt idx="765">
                        <c:v>39147</c:v>
                      </c:pt>
                      <c:pt idx="766">
                        <c:v>39148</c:v>
                      </c:pt>
                      <c:pt idx="767">
                        <c:v>39149</c:v>
                      </c:pt>
                      <c:pt idx="768">
                        <c:v>39150</c:v>
                      </c:pt>
                      <c:pt idx="769">
                        <c:v>39153</c:v>
                      </c:pt>
                      <c:pt idx="770">
                        <c:v>39154</c:v>
                      </c:pt>
                      <c:pt idx="771">
                        <c:v>39155</c:v>
                      </c:pt>
                      <c:pt idx="772">
                        <c:v>39156</c:v>
                      </c:pt>
                      <c:pt idx="773">
                        <c:v>39157</c:v>
                      </c:pt>
                      <c:pt idx="774">
                        <c:v>39160</c:v>
                      </c:pt>
                      <c:pt idx="775">
                        <c:v>39161</c:v>
                      </c:pt>
                      <c:pt idx="776">
                        <c:v>39162</c:v>
                      </c:pt>
                      <c:pt idx="777">
                        <c:v>39163</c:v>
                      </c:pt>
                      <c:pt idx="778">
                        <c:v>39164</c:v>
                      </c:pt>
                      <c:pt idx="779">
                        <c:v>39167</c:v>
                      </c:pt>
                      <c:pt idx="780">
                        <c:v>39168</c:v>
                      </c:pt>
                      <c:pt idx="781">
                        <c:v>39169</c:v>
                      </c:pt>
                      <c:pt idx="782">
                        <c:v>39170</c:v>
                      </c:pt>
                      <c:pt idx="783">
                        <c:v>39171</c:v>
                      </c:pt>
                      <c:pt idx="784">
                        <c:v>39174</c:v>
                      </c:pt>
                      <c:pt idx="785">
                        <c:v>39175</c:v>
                      </c:pt>
                      <c:pt idx="786">
                        <c:v>39176</c:v>
                      </c:pt>
                      <c:pt idx="787">
                        <c:v>39177</c:v>
                      </c:pt>
                      <c:pt idx="788">
                        <c:v>39178</c:v>
                      </c:pt>
                      <c:pt idx="789">
                        <c:v>39181</c:v>
                      </c:pt>
                      <c:pt idx="790">
                        <c:v>39182</c:v>
                      </c:pt>
                      <c:pt idx="791">
                        <c:v>39183</c:v>
                      </c:pt>
                      <c:pt idx="792">
                        <c:v>39184</c:v>
                      </c:pt>
                      <c:pt idx="793">
                        <c:v>39185</c:v>
                      </c:pt>
                      <c:pt idx="794">
                        <c:v>39188</c:v>
                      </c:pt>
                      <c:pt idx="795">
                        <c:v>39189</c:v>
                      </c:pt>
                      <c:pt idx="796">
                        <c:v>39190</c:v>
                      </c:pt>
                      <c:pt idx="797">
                        <c:v>39191</c:v>
                      </c:pt>
                      <c:pt idx="798">
                        <c:v>39192</c:v>
                      </c:pt>
                      <c:pt idx="799">
                        <c:v>39195</c:v>
                      </c:pt>
                      <c:pt idx="800">
                        <c:v>39196</c:v>
                      </c:pt>
                      <c:pt idx="801">
                        <c:v>39197</c:v>
                      </c:pt>
                      <c:pt idx="802">
                        <c:v>39198</c:v>
                      </c:pt>
                      <c:pt idx="803">
                        <c:v>39199</c:v>
                      </c:pt>
                      <c:pt idx="804">
                        <c:v>39202</c:v>
                      </c:pt>
                      <c:pt idx="805">
                        <c:v>39203</c:v>
                      </c:pt>
                      <c:pt idx="806">
                        <c:v>39204</c:v>
                      </c:pt>
                      <c:pt idx="807">
                        <c:v>39205</c:v>
                      </c:pt>
                      <c:pt idx="808">
                        <c:v>39206</c:v>
                      </c:pt>
                      <c:pt idx="809">
                        <c:v>39209</c:v>
                      </c:pt>
                      <c:pt idx="810">
                        <c:v>39210</c:v>
                      </c:pt>
                      <c:pt idx="811">
                        <c:v>39211</c:v>
                      </c:pt>
                      <c:pt idx="812">
                        <c:v>39212</c:v>
                      </c:pt>
                      <c:pt idx="813">
                        <c:v>39213</c:v>
                      </c:pt>
                      <c:pt idx="814">
                        <c:v>39216</c:v>
                      </c:pt>
                      <c:pt idx="815">
                        <c:v>39217</c:v>
                      </c:pt>
                      <c:pt idx="816">
                        <c:v>39218</c:v>
                      </c:pt>
                      <c:pt idx="817">
                        <c:v>39219</c:v>
                      </c:pt>
                      <c:pt idx="818">
                        <c:v>39220</c:v>
                      </c:pt>
                      <c:pt idx="819">
                        <c:v>39223</c:v>
                      </c:pt>
                      <c:pt idx="820">
                        <c:v>39224</c:v>
                      </c:pt>
                      <c:pt idx="821">
                        <c:v>39225</c:v>
                      </c:pt>
                      <c:pt idx="822">
                        <c:v>39226</c:v>
                      </c:pt>
                      <c:pt idx="823">
                        <c:v>39227</c:v>
                      </c:pt>
                      <c:pt idx="824">
                        <c:v>39230</c:v>
                      </c:pt>
                      <c:pt idx="825">
                        <c:v>39231</c:v>
                      </c:pt>
                      <c:pt idx="826">
                        <c:v>39232</c:v>
                      </c:pt>
                      <c:pt idx="827">
                        <c:v>39233</c:v>
                      </c:pt>
                      <c:pt idx="828">
                        <c:v>39234</c:v>
                      </c:pt>
                      <c:pt idx="829">
                        <c:v>39237</c:v>
                      </c:pt>
                      <c:pt idx="830">
                        <c:v>39238</c:v>
                      </c:pt>
                      <c:pt idx="831">
                        <c:v>39239</c:v>
                      </c:pt>
                      <c:pt idx="832">
                        <c:v>39240</c:v>
                      </c:pt>
                      <c:pt idx="833">
                        <c:v>39241</c:v>
                      </c:pt>
                      <c:pt idx="834">
                        <c:v>39244</c:v>
                      </c:pt>
                      <c:pt idx="835">
                        <c:v>39245</c:v>
                      </c:pt>
                      <c:pt idx="836">
                        <c:v>39246</c:v>
                      </c:pt>
                      <c:pt idx="837">
                        <c:v>39247</c:v>
                      </c:pt>
                      <c:pt idx="838">
                        <c:v>39248</c:v>
                      </c:pt>
                      <c:pt idx="839">
                        <c:v>39251</c:v>
                      </c:pt>
                      <c:pt idx="840">
                        <c:v>39252</c:v>
                      </c:pt>
                      <c:pt idx="841">
                        <c:v>39253</c:v>
                      </c:pt>
                      <c:pt idx="842">
                        <c:v>39254</c:v>
                      </c:pt>
                      <c:pt idx="843">
                        <c:v>39255</c:v>
                      </c:pt>
                      <c:pt idx="844">
                        <c:v>39258</c:v>
                      </c:pt>
                      <c:pt idx="845">
                        <c:v>39259</c:v>
                      </c:pt>
                      <c:pt idx="846">
                        <c:v>39260</c:v>
                      </c:pt>
                      <c:pt idx="847">
                        <c:v>39261</c:v>
                      </c:pt>
                      <c:pt idx="848">
                        <c:v>39262</c:v>
                      </c:pt>
                      <c:pt idx="849">
                        <c:v>39265</c:v>
                      </c:pt>
                      <c:pt idx="850">
                        <c:v>39266</c:v>
                      </c:pt>
                      <c:pt idx="851">
                        <c:v>39267</c:v>
                      </c:pt>
                      <c:pt idx="852">
                        <c:v>39268</c:v>
                      </c:pt>
                      <c:pt idx="853">
                        <c:v>39269</c:v>
                      </c:pt>
                      <c:pt idx="854">
                        <c:v>39272</c:v>
                      </c:pt>
                      <c:pt idx="855">
                        <c:v>39273</c:v>
                      </c:pt>
                      <c:pt idx="856">
                        <c:v>39274</c:v>
                      </c:pt>
                      <c:pt idx="857">
                        <c:v>39275</c:v>
                      </c:pt>
                      <c:pt idx="858">
                        <c:v>39276</c:v>
                      </c:pt>
                      <c:pt idx="859">
                        <c:v>39279</c:v>
                      </c:pt>
                      <c:pt idx="860">
                        <c:v>39280</c:v>
                      </c:pt>
                      <c:pt idx="861">
                        <c:v>39281</c:v>
                      </c:pt>
                      <c:pt idx="862">
                        <c:v>39282</c:v>
                      </c:pt>
                      <c:pt idx="863">
                        <c:v>39283</c:v>
                      </c:pt>
                      <c:pt idx="864">
                        <c:v>39286</c:v>
                      </c:pt>
                      <c:pt idx="865">
                        <c:v>39287</c:v>
                      </c:pt>
                      <c:pt idx="866">
                        <c:v>39288</c:v>
                      </c:pt>
                      <c:pt idx="867">
                        <c:v>39289</c:v>
                      </c:pt>
                      <c:pt idx="868">
                        <c:v>39290</c:v>
                      </c:pt>
                      <c:pt idx="869">
                        <c:v>39293</c:v>
                      </c:pt>
                      <c:pt idx="870">
                        <c:v>39294</c:v>
                      </c:pt>
                      <c:pt idx="871">
                        <c:v>39295</c:v>
                      </c:pt>
                      <c:pt idx="872">
                        <c:v>39296</c:v>
                      </c:pt>
                      <c:pt idx="873">
                        <c:v>39297</c:v>
                      </c:pt>
                      <c:pt idx="874">
                        <c:v>39300</c:v>
                      </c:pt>
                      <c:pt idx="875">
                        <c:v>39301</c:v>
                      </c:pt>
                      <c:pt idx="876">
                        <c:v>39302</c:v>
                      </c:pt>
                      <c:pt idx="877">
                        <c:v>39303</c:v>
                      </c:pt>
                      <c:pt idx="878">
                        <c:v>39304</c:v>
                      </c:pt>
                      <c:pt idx="879">
                        <c:v>39307</c:v>
                      </c:pt>
                      <c:pt idx="880">
                        <c:v>39308</c:v>
                      </c:pt>
                      <c:pt idx="881">
                        <c:v>39309</c:v>
                      </c:pt>
                      <c:pt idx="882">
                        <c:v>39310</c:v>
                      </c:pt>
                      <c:pt idx="883">
                        <c:v>39311</c:v>
                      </c:pt>
                      <c:pt idx="884">
                        <c:v>39314</c:v>
                      </c:pt>
                      <c:pt idx="885">
                        <c:v>39315</c:v>
                      </c:pt>
                      <c:pt idx="886">
                        <c:v>39316</c:v>
                      </c:pt>
                      <c:pt idx="887">
                        <c:v>39317</c:v>
                      </c:pt>
                      <c:pt idx="888">
                        <c:v>39318</c:v>
                      </c:pt>
                      <c:pt idx="889">
                        <c:v>39321</c:v>
                      </c:pt>
                      <c:pt idx="890">
                        <c:v>39322</c:v>
                      </c:pt>
                      <c:pt idx="891">
                        <c:v>39323</c:v>
                      </c:pt>
                      <c:pt idx="892">
                        <c:v>39324</c:v>
                      </c:pt>
                      <c:pt idx="893">
                        <c:v>39325</c:v>
                      </c:pt>
                      <c:pt idx="894">
                        <c:v>39328</c:v>
                      </c:pt>
                      <c:pt idx="895">
                        <c:v>39329</c:v>
                      </c:pt>
                      <c:pt idx="896">
                        <c:v>39330</c:v>
                      </c:pt>
                      <c:pt idx="897">
                        <c:v>39331</c:v>
                      </c:pt>
                      <c:pt idx="898">
                        <c:v>39332</c:v>
                      </c:pt>
                      <c:pt idx="899">
                        <c:v>39335</c:v>
                      </c:pt>
                      <c:pt idx="900">
                        <c:v>39336</c:v>
                      </c:pt>
                      <c:pt idx="901">
                        <c:v>39337</c:v>
                      </c:pt>
                      <c:pt idx="902">
                        <c:v>39338</c:v>
                      </c:pt>
                      <c:pt idx="903">
                        <c:v>39339</c:v>
                      </c:pt>
                      <c:pt idx="904">
                        <c:v>39342</c:v>
                      </c:pt>
                      <c:pt idx="905">
                        <c:v>39343</c:v>
                      </c:pt>
                      <c:pt idx="906">
                        <c:v>39344</c:v>
                      </c:pt>
                      <c:pt idx="907">
                        <c:v>39345</c:v>
                      </c:pt>
                      <c:pt idx="908">
                        <c:v>39346</c:v>
                      </c:pt>
                      <c:pt idx="909">
                        <c:v>39349</c:v>
                      </c:pt>
                      <c:pt idx="910">
                        <c:v>39350</c:v>
                      </c:pt>
                      <c:pt idx="911">
                        <c:v>39351</c:v>
                      </c:pt>
                      <c:pt idx="912">
                        <c:v>39352</c:v>
                      </c:pt>
                      <c:pt idx="913">
                        <c:v>39353</c:v>
                      </c:pt>
                      <c:pt idx="914">
                        <c:v>39356</c:v>
                      </c:pt>
                      <c:pt idx="915">
                        <c:v>39357</c:v>
                      </c:pt>
                      <c:pt idx="916">
                        <c:v>39358</c:v>
                      </c:pt>
                      <c:pt idx="917">
                        <c:v>39359</c:v>
                      </c:pt>
                      <c:pt idx="918">
                        <c:v>39360</c:v>
                      </c:pt>
                      <c:pt idx="919">
                        <c:v>39363</c:v>
                      </c:pt>
                      <c:pt idx="920">
                        <c:v>39364</c:v>
                      </c:pt>
                      <c:pt idx="921">
                        <c:v>39365</c:v>
                      </c:pt>
                      <c:pt idx="922">
                        <c:v>39366</c:v>
                      </c:pt>
                      <c:pt idx="923">
                        <c:v>39367</c:v>
                      </c:pt>
                      <c:pt idx="924">
                        <c:v>39370</c:v>
                      </c:pt>
                      <c:pt idx="925">
                        <c:v>39371</c:v>
                      </c:pt>
                      <c:pt idx="926">
                        <c:v>39372</c:v>
                      </c:pt>
                      <c:pt idx="927">
                        <c:v>39373</c:v>
                      </c:pt>
                      <c:pt idx="928">
                        <c:v>39374</c:v>
                      </c:pt>
                      <c:pt idx="929">
                        <c:v>39377</c:v>
                      </c:pt>
                      <c:pt idx="930">
                        <c:v>39378</c:v>
                      </c:pt>
                      <c:pt idx="931">
                        <c:v>39379</c:v>
                      </c:pt>
                      <c:pt idx="932">
                        <c:v>39380</c:v>
                      </c:pt>
                      <c:pt idx="933">
                        <c:v>39381</c:v>
                      </c:pt>
                      <c:pt idx="934">
                        <c:v>39384</c:v>
                      </c:pt>
                      <c:pt idx="935">
                        <c:v>39385</c:v>
                      </c:pt>
                      <c:pt idx="936">
                        <c:v>39386</c:v>
                      </c:pt>
                      <c:pt idx="937">
                        <c:v>39387</c:v>
                      </c:pt>
                      <c:pt idx="938">
                        <c:v>39388</c:v>
                      </c:pt>
                      <c:pt idx="939">
                        <c:v>39391</c:v>
                      </c:pt>
                      <c:pt idx="940">
                        <c:v>39392</c:v>
                      </c:pt>
                      <c:pt idx="941">
                        <c:v>39393</c:v>
                      </c:pt>
                      <c:pt idx="942">
                        <c:v>39394</c:v>
                      </c:pt>
                      <c:pt idx="943">
                        <c:v>39395</c:v>
                      </c:pt>
                      <c:pt idx="944">
                        <c:v>39398</c:v>
                      </c:pt>
                      <c:pt idx="945">
                        <c:v>39399</c:v>
                      </c:pt>
                      <c:pt idx="946">
                        <c:v>39400</c:v>
                      </c:pt>
                      <c:pt idx="947">
                        <c:v>39401</c:v>
                      </c:pt>
                      <c:pt idx="948">
                        <c:v>39402</c:v>
                      </c:pt>
                      <c:pt idx="949">
                        <c:v>39405</c:v>
                      </c:pt>
                      <c:pt idx="950">
                        <c:v>39406</c:v>
                      </c:pt>
                      <c:pt idx="951">
                        <c:v>39407</c:v>
                      </c:pt>
                      <c:pt idx="952">
                        <c:v>39408</c:v>
                      </c:pt>
                      <c:pt idx="953">
                        <c:v>39409</c:v>
                      </c:pt>
                      <c:pt idx="954">
                        <c:v>39412</c:v>
                      </c:pt>
                      <c:pt idx="955">
                        <c:v>39413</c:v>
                      </c:pt>
                      <c:pt idx="956">
                        <c:v>39414</c:v>
                      </c:pt>
                      <c:pt idx="957">
                        <c:v>39415</c:v>
                      </c:pt>
                      <c:pt idx="958">
                        <c:v>39416</c:v>
                      </c:pt>
                      <c:pt idx="959">
                        <c:v>39419</c:v>
                      </c:pt>
                      <c:pt idx="960">
                        <c:v>39420</c:v>
                      </c:pt>
                      <c:pt idx="961">
                        <c:v>39421</c:v>
                      </c:pt>
                      <c:pt idx="962">
                        <c:v>39422</c:v>
                      </c:pt>
                      <c:pt idx="963">
                        <c:v>39423</c:v>
                      </c:pt>
                      <c:pt idx="964">
                        <c:v>39426</c:v>
                      </c:pt>
                      <c:pt idx="965">
                        <c:v>39427</c:v>
                      </c:pt>
                      <c:pt idx="966">
                        <c:v>39428</c:v>
                      </c:pt>
                      <c:pt idx="967">
                        <c:v>39429</c:v>
                      </c:pt>
                      <c:pt idx="968">
                        <c:v>39430</c:v>
                      </c:pt>
                      <c:pt idx="969">
                        <c:v>39433</c:v>
                      </c:pt>
                      <c:pt idx="970">
                        <c:v>39434</c:v>
                      </c:pt>
                      <c:pt idx="971">
                        <c:v>39435</c:v>
                      </c:pt>
                      <c:pt idx="972">
                        <c:v>39436</c:v>
                      </c:pt>
                      <c:pt idx="973">
                        <c:v>39437</c:v>
                      </c:pt>
                      <c:pt idx="974">
                        <c:v>39440</c:v>
                      </c:pt>
                      <c:pt idx="975">
                        <c:v>39441</c:v>
                      </c:pt>
                      <c:pt idx="976">
                        <c:v>39442</c:v>
                      </c:pt>
                      <c:pt idx="977">
                        <c:v>39443</c:v>
                      </c:pt>
                      <c:pt idx="978">
                        <c:v>39444</c:v>
                      </c:pt>
                      <c:pt idx="979">
                        <c:v>39447</c:v>
                      </c:pt>
                      <c:pt idx="980">
                        <c:v>39448</c:v>
                      </c:pt>
                      <c:pt idx="981">
                        <c:v>39449</c:v>
                      </c:pt>
                      <c:pt idx="982">
                        <c:v>39450</c:v>
                      </c:pt>
                      <c:pt idx="983">
                        <c:v>39451</c:v>
                      </c:pt>
                      <c:pt idx="984">
                        <c:v>39454</c:v>
                      </c:pt>
                      <c:pt idx="985">
                        <c:v>39455</c:v>
                      </c:pt>
                      <c:pt idx="986">
                        <c:v>39456</c:v>
                      </c:pt>
                      <c:pt idx="987">
                        <c:v>39457</c:v>
                      </c:pt>
                      <c:pt idx="988">
                        <c:v>39458</c:v>
                      </c:pt>
                      <c:pt idx="989">
                        <c:v>39461</c:v>
                      </c:pt>
                      <c:pt idx="990">
                        <c:v>39462</c:v>
                      </c:pt>
                      <c:pt idx="991">
                        <c:v>39463</c:v>
                      </c:pt>
                      <c:pt idx="992">
                        <c:v>39464</c:v>
                      </c:pt>
                      <c:pt idx="993">
                        <c:v>39465</c:v>
                      </c:pt>
                      <c:pt idx="994">
                        <c:v>39468</c:v>
                      </c:pt>
                      <c:pt idx="995">
                        <c:v>39469</c:v>
                      </c:pt>
                      <c:pt idx="996">
                        <c:v>39470</c:v>
                      </c:pt>
                      <c:pt idx="997">
                        <c:v>39471</c:v>
                      </c:pt>
                      <c:pt idx="998">
                        <c:v>39472</c:v>
                      </c:pt>
                      <c:pt idx="999">
                        <c:v>39475</c:v>
                      </c:pt>
                      <c:pt idx="1000">
                        <c:v>39476</c:v>
                      </c:pt>
                      <c:pt idx="1001">
                        <c:v>39477</c:v>
                      </c:pt>
                      <c:pt idx="1002">
                        <c:v>39478</c:v>
                      </c:pt>
                      <c:pt idx="1003">
                        <c:v>39479</c:v>
                      </c:pt>
                      <c:pt idx="1004">
                        <c:v>39482</c:v>
                      </c:pt>
                      <c:pt idx="1005">
                        <c:v>39483</c:v>
                      </c:pt>
                      <c:pt idx="1006">
                        <c:v>39484</c:v>
                      </c:pt>
                      <c:pt idx="1007">
                        <c:v>39485</c:v>
                      </c:pt>
                      <c:pt idx="1008">
                        <c:v>39486</c:v>
                      </c:pt>
                      <c:pt idx="1009">
                        <c:v>39489</c:v>
                      </c:pt>
                      <c:pt idx="1010">
                        <c:v>39490</c:v>
                      </c:pt>
                      <c:pt idx="1011">
                        <c:v>39491</c:v>
                      </c:pt>
                      <c:pt idx="1012">
                        <c:v>39492</c:v>
                      </c:pt>
                      <c:pt idx="1013">
                        <c:v>39493</c:v>
                      </c:pt>
                      <c:pt idx="1014">
                        <c:v>39496</c:v>
                      </c:pt>
                      <c:pt idx="1015">
                        <c:v>39497</c:v>
                      </c:pt>
                      <c:pt idx="1016">
                        <c:v>39498</c:v>
                      </c:pt>
                      <c:pt idx="1017">
                        <c:v>39499</c:v>
                      </c:pt>
                      <c:pt idx="1018">
                        <c:v>39500</c:v>
                      </c:pt>
                      <c:pt idx="1019">
                        <c:v>39503</c:v>
                      </c:pt>
                      <c:pt idx="1020">
                        <c:v>39504</c:v>
                      </c:pt>
                      <c:pt idx="1021">
                        <c:v>39505</c:v>
                      </c:pt>
                      <c:pt idx="1022">
                        <c:v>39506</c:v>
                      </c:pt>
                      <c:pt idx="1023">
                        <c:v>39507</c:v>
                      </c:pt>
                      <c:pt idx="1024">
                        <c:v>39510</c:v>
                      </c:pt>
                      <c:pt idx="1025">
                        <c:v>39511</c:v>
                      </c:pt>
                      <c:pt idx="1026">
                        <c:v>39512</c:v>
                      </c:pt>
                      <c:pt idx="1027">
                        <c:v>39513</c:v>
                      </c:pt>
                      <c:pt idx="1028">
                        <c:v>39514</c:v>
                      </c:pt>
                      <c:pt idx="1029">
                        <c:v>39517</c:v>
                      </c:pt>
                      <c:pt idx="1030">
                        <c:v>39518</c:v>
                      </c:pt>
                      <c:pt idx="1031">
                        <c:v>39519</c:v>
                      </c:pt>
                      <c:pt idx="1032">
                        <c:v>39520</c:v>
                      </c:pt>
                      <c:pt idx="1033">
                        <c:v>39521</c:v>
                      </c:pt>
                      <c:pt idx="1034">
                        <c:v>39524</c:v>
                      </c:pt>
                      <c:pt idx="1035">
                        <c:v>39525</c:v>
                      </c:pt>
                      <c:pt idx="1036">
                        <c:v>39526</c:v>
                      </c:pt>
                      <c:pt idx="1037">
                        <c:v>39527</c:v>
                      </c:pt>
                      <c:pt idx="1038">
                        <c:v>39528</c:v>
                      </c:pt>
                      <c:pt idx="1039">
                        <c:v>39531</c:v>
                      </c:pt>
                      <c:pt idx="1040">
                        <c:v>39532</c:v>
                      </c:pt>
                      <c:pt idx="1041">
                        <c:v>39533</c:v>
                      </c:pt>
                      <c:pt idx="1042">
                        <c:v>39534</c:v>
                      </c:pt>
                      <c:pt idx="1043">
                        <c:v>39535</c:v>
                      </c:pt>
                      <c:pt idx="1044">
                        <c:v>39538</c:v>
                      </c:pt>
                      <c:pt idx="1045">
                        <c:v>39539</c:v>
                      </c:pt>
                      <c:pt idx="1046">
                        <c:v>39540</c:v>
                      </c:pt>
                      <c:pt idx="1047">
                        <c:v>39541</c:v>
                      </c:pt>
                      <c:pt idx="1048">
                        <c:v>39542</c:v>
                      </c:pt>
                      <c:pt idx="1049">
                        <c:v>39545</c:v>
                      </c:pt>
                      <c:pt idx="1050">
                        <c:v>39546</c:v>
                      </c:pt>
                      <c:pt idx="1051">
                        <c:v>39547</c:v>
                      </c:pt>
                      <c:pt idx="1052">
                        <c:v>39548</c:v>
                      </c:pt>
                      <c:pt idx="1053">
                        <c:v>39549</c:v>
                      </c:pt>
                      <c:pt idx="1054">
                        <c:v>39552</c:v>
                      </c:pt>
                      <c:pt idx="1055">
                        <c:v>39553</c:v>
                      </c:pt>
                      <c:pt idx="1056">
                        <c:v>39554</c:v>
                      </c:pt>
                      <c:pt idx="1057">
                        <c:v>39555</c:v>
                      </c:pt>
                      <c:pt idx="1058">
                        <c:v>39556</c:v>
                      </c:pt>
                      <c:pt idx="1059">
                        <c:v>39559</c:v>
                      </c:pt>
                      <c:pt idx="1060">
                        <c:v>39560</c:v>
                      </c:pt>
                      <c:pt idx="1061">
                        <c:v>39561</c:v>
                      </c:pt>
                      <c:pt idx="1062">
                        <c:v>39562</c:v>
                      </c:pt>
                      <c:pt idx="1063">
                        <c:v>39563</c:v>
                      </c:pt>
                      <c:pt idx="1064">
                        <c:v>39566</c:v>
                      </c:pt>
                      <c:pt idx="1065">
                        <c:v>39567</c:v>
                      </c:pt>
                      <c:pt idx="1066">
                        <c:v>39568</c:v>
                      </c:pt>
                      <c:pt idx="1067">
                        <c:v>39569</c:v>
                      </c:pt>
                      <c:pt idx="1068">
                        <c:v>39570</c:v>
                      </c:pt>
                      <c:pt idx="1069">
                        <c:v>39573</c:v>
                      </c:pt>
                      <c:pt idx="1070">
                        <c:v>39574</c:v>
                      </c:pt>
                      <c:pt idx="1071">
                        <c:v>39575</c:v>
                      </c:pt>
                      <c:pt idx="1072">
                        <c:v>39576</c:v>
                      </c:pt>
                      <c:pt idx="1073">
                        <c:v>39577</c:v>
                      </c:pt>
                      <c:pt idx="1074">
                        <c:v>39580</c:v>
                      </c:pt>
                      <c:pt idx="1075">
                        <c:v>39581</c:v>
                      </c:pt>
                      <c:pt idx="1076">
                        <c:v>39582</c:v>
                      </c:pt>
                      <c:pt idx="1077">
                        <c:v>39583</c:v>
                      </c:pt>
                      <c:pt idx="1078">
                        <c:v>39584</c:v>
                      </c:pt>
                      <c:pt idx="1079">
                        <c:v>39587</c:v>
                      </c:pt>
                      <c:pt idx="1080">
                        <c:v>39588</c:v>
                      </c:pt>
                      <c:pt idx="1081">
                        <c:v>39589</c:v>
                      </c:pt>
                      <c:pt idx="1082">
                        <c:v>39590</c:v>
                      </c:pt>
                      <c:pt idx="1083">
                        <c:v>39591</c:v>
                      </c:pt>
                      <c:pt idx="1084">
                        <c:v>39594</c:v>
                      </c:pt>
                      <c:pt idx="1085">
                        <c:v>39595</c:v>
                      </c:pt>
                      <c:pt idx="1086">
                        <c:v>39596</c:v>
                      </c:pt>
                      <c:pt idx="1087">
                        <c:v>39597</c:v>
                      </c:pt>
                      <c:pt idx="1088">
                        <c:v>39598</c:v>
                      </c:pt>
                      <c:pt idx="1089">
                        <c:v>39601</c:v>
                      </c:pt>
                      <c:pt idx="1090">
                        <c:v>39602</c:v>
                      </c:pt>
                      <c:pt idx="1091">
                        <c:v>39603</c:v>
                      </c:pt>
                      <c:pt idx="1092">
                        <c:v>39604</c:v>
                      </c:pt>
                      <c:pt idx="1093">
                        <c:v>39605</c:v>
                      </c:pt>
                      <c:pt idx="1094">
                        <c:v>39608</c:v>
                      </c:pt>
                      <c:pt idx="1095">
                        <c:v>39609</c:v>
                      </c:pt>
                      <c:pt idx="1096">
                        <c:v>39610</c:v>
                      </c:pt>
                      <c:pt idx="1097">
                        <c:v>39611</c:v>
                      </c:pt>
                      <c:pt idx="1098">
                        <c:v>39612</c:v>
                      </c:pt>
                      <c:pt idx="1099">
                        <c:v>39615</c:v>
                      </c:pt>
                      <c:pt idx="1100">
                        <c:v>39616</c:v>
                      </c:pt>
                      <c:pt idx="1101">
                        <c:v>39617</c:v>
                      </c:pt>
                      <c:pt idx="1102">
                        <c:v>39618</c:v>
                      </c:pt>
                      <c:pt idx="1103">
                        <c:v>39619</c:v>
                      </c:pt>
                      <c:pt idx="1104">
                        <c:v>39622</c:v>
                      </c:pt>
                      <c:pt idx="1105">
                        <c:v>39623</c:v>
                      </c:pt>
                      <c:pt idx="1106">
                        <c:v>39624</c:v>
                      </c:pt>
                      <c:pt idx="1107">
                        <c:v>39625</c:v>
                      </c:pt>
                      <c:pt idx="1108">
                        <c:v>39626</c:v>
                      </c:pt>
                      <c:pt idx="1109">
                        <c:v>39629</c:v>
                      </c:pt>
                      <c:pt idx="1110">
                        <c:v>39630</c:v>
                      </c:pt>
                      <c:pt idx="1111">
                        <c:v>39631</c:v>
                      </c:pt>
                      <c:pt idx="1112">
                        <c:v>39632</c:v>
                      </c:pt>
                      <c:pt idx="1113">
                        <c:v>39633</c:v>
                      </c:pt>
                      <c:pt idx="1114">
                        <c:v>39636</c:v>
                      </c:pt>
                      <c:pt idx="1115">
                        <c:v>39637</c:v>
                      </c:pt>
                      <c:pt idx="1116">
                        <c:v>39638</c:v>
                      </c:pt>
                      <c:pt idx="1117">
                        <c:v>39639</c:v>
                      </c:pt>
                      <c:pt idx="1118">
                        <c:v>39640</c:v>
                      </c:pt>
                      <c:pt idx="1119">
                        <c:v>39643</c:v>
                      </c:pt>
                      <c:pt idx="1120">
                        <c:v>39644</c:v>
                      </c:pt>
                      <c:pt idx="1121">
                        <c:v>39645</c:v>
                      </c:pt>
                      <c:pt idx="1122">
                        <c:v>39646</c:v>
                      </c:pt>
                      <c:pt idx="1123">
                        <c:v>39647</c:v>
                      </c:pt>
                      <c:pt idx="1124">
                        <c:v>39650</c:v>
                      </c:pt>
                      <c:pt idx="1125">
                        <c:v>39651</c:v>
                      </c:pt>
                      <c:pt idx="1126">
                        <c:v>39652</c:v>
                      </c:pt>
                      <c:pt idx="1127">
                        <c:v>39653</c:v>
                      </c:pt>
                      <c:pt idx="1128">
                        <c:v>39654</c:v>
                      </c:pt>
                      <c:pt idx="1129">
                        <c:v>39657</c:v>
                      </c:pt>
                      <c:pt idx="1130">
                        <c:v>39658</c:v>
                      </c:pt>
                      <c:pt idx="1131">
                        <c:v>39659</c:v>
                      </c:pt>
                      <c:pt idx="1132">
                        <c:v>39660</c:v>
                      </c:pt>
                      <c:pt idx="1133">
                        <c:v>39661</c:v>
                      </c:pt>
                      <c:pt idx="1134">
                        <c:v>39664</c:v>
                      </c:pt>
                      <c:pt idx="1135">
                        <c:v>39665</c:v>
                      </c:pt>
                      <c:pt idx="1136">
                        <c:v>39666</c:v>
                      </c:pt>
                      <c:pt idx="1137">
                        <c:v>39667</c:v>
                      </c:pt>
                      <c:pt idx="1138">
                        <c:v>39668</c:v>
                      </c:pt>
                      <c:pt idx="1139">
                        <c:v>39671</c:v>
                      </c:pt>
                      <c:pt idx="1140">
                        <c:v>39672</c:v>
                      </c:pt>
                      <c:pt idx="1141">
                        <c:v>39673</c:v>
                      </c:pt>
                      <c:pt idx="1142">
                        <c:v>39674</c:v>
                      </c:pt>
                      <c:pt idx="1143">
                        <c:v>39675</c:v>
                      </c:pt>
                      <c:pt idx="1144">
                        <c:v>39678</c:v>
                      </c:pt>
                      <c:pt idx="1145">
                        <c:v>39679</c:v>
                      </c:pt>
                      <c:pt idx="1146">
                        <c:v>39680</c:v>
                      </c:pt>
                      <c:pt idx="1147">
                        <c:v>39681</c:v>
                      </c:pt>
                      <c:pt idx="1148">
                        <c:v>39682</c:v>
                      </c:pt>
                      <c:pt idx="1149">
                        <c:v>39685</c:v>
                      </c:pt>
                      <c:pt idx="1150">
                        <c:v>39686</c:v>
                      </c:pt>
                      <c:pt idx="1151">
                        <c:v>39687</c:v>
                      </c:pt>
                      <c:pt idx="1152">
                        <c:v>39688</c:v>
                      </c:pt>
                      <c:pt idx="1153">
                        <c:v>39689</c:v>
                      </c:pt>
                      <c:pt idx="1154">
                        <c:v>39692</c:v>
                      </c:pt>
                      <c:pt idx="1155">
                        <c:v>39693</c:v>
                      </c:pt>
                      <c:pt idx="1156">
                        <c:v>39694</c:v>
                      </c:pt>
                      <c:pt idx="1157">
                        <c:v>39695</c:v>
                      </c:pt>
                      <c:pt idx="1158">
                        <c:v>39696</c:v>
                      </c:pt>
                      <c:pt idx="1159">
                        <c:v>39699</c:v>
                      </c:pt>
                      <c:pt idx="1160">
                        <c:v>39700</c:v>
                      </c:pt>
                      <c:pt idx="1161">
                        <c:v>39701</c:v>
                      </c:pt>
                      <c:pt idx="1162">
                        <c:v>39702</c:v>
                      </c:pt>
                      <c:pt idx="1163">
                        <c:v>39703</c:v>
                      </c:pt>
                      <c:pt idx="1164">
                        <c:v>39706</c:v>
                      </c:pt>
                      <c:pt idx="1165">
                        <c:v>39707</c:v>
                      </c:pt>
                      <c:pt idx="1166">
                        <c:v>39708</c:v>
                      </c:pt>
                      <c:pt idx="1167">
                        <c:v>39709</c:v>
                      </c:pt>
                      <c:pt idx="1168">
                        <c:v>39710</c:v>
                      </c:pt>
                      <c:pt idx="1169">
                        <c:v>39713</c:v>
                      </c:pt>
                      <c:pt idx="1170">
                        <c:v>39714</c:v>
                      </c:pt>
                      <c:pt idx="1171">
                        <c:v>39715</c:v>
                      </c:pt>
                      <c:pt idx="1172">
                        <c:v>39716</c:v>
                      </c:pt>
                      <c:pt idx="1173">
                        <c:v>39717</c:v>
                      </c:pt>
                      <c:pt idx="1174">
                        <c:v>39720</c:v>
                      </c:pt>
                      <c:pt idx="1175">
                        <c:v>39721</c:v>
                      </c:pt>
                      <c:pt idx="1176">
                        <c:v>39722</c:v>
                      </c:pt>
                      <c:pt idx="1177">
                        <c:v>39723</c:v>
                      </c:pt>
                      <c:pt idx="1178">
                        <c:v>39724</c:v>
                      </c:pt>
                      <c:pt idx="1179">
                        <c:v>39727</c:v>
                      </c:pt>
                      <c:pt idx="1180">
                        <c:v>39728</c:v>
                      </c:pt>
                      <c:pt idx="1181">
                        <c:v>39729</c:v>
                      </c:pt>
                      <c:pt idx="1182">
                        <c:v>39730</c:v>
                      </c:pt>
                      <c:pt idx="1183">
                        <c:v>39731</c:v>
                      </c:pt>
                      <c:pt idx="1184">
                        <c:v>39734</c:v>
                      </c:pt>
                      <c:pt idx="1185">
                        <c:v>39735</c:v>
                      </c:pt>
                      <c:pt idx="1186">
                        <c:v>39736</c:v>
                      </c:pt>
                      <c:pt idx="1187">
                        <c:v>39737</c:v>
                      </c:pt>
                      <c:pt idx="1188">
                        <c:v>39738</c:v>
                      </c:pt>
                      <c:pt idx="1189">
                        <c:v>39741</c:v>
                      </c:pt>
                      <c:pt idx="1190">
                        <c:v>39742</c:v>
                      </c:pt>
                      <c:pt idx="1191">
                        <c:v>39743</c:v>
                      </c:pt>
                      <c:pt idx="1192">
                        <c:v>39744</c:v>
                      </c:pt>
                      <c:pt idx="1193">
                        <c:v>39745</c:v>
                      </c:pt>
                      <c:pt idx="1194">
                        <c:v>39748</c:v>
                      </c:pt>
                      <c:pt idx="1195">
                        <c:v>39749</c:v>
                      </c:pt>
                      <c:pt idx="1196">
                        <c:v>39750</c:v>
                      </c:pt>
                      <c:pt idx="1197">
                        <c:v>39751</c:v>
                      </c:pt>
                      <c:pt idx="1198">
                        <c:v>39752</c:v>
                      </c:pt>
                      <c:pt idx="1199">
                        <c:v>39755</c:v>
                      </c:pt>
                      <c:pt idx="1200">
                        <c:v>39756</c:v>
                      </c:pt>
                      <c:pt idx="1201">
                        <c:v>39757</c:v>
                      </c:pt>
                      <c:pt idx="1202">
                        <c:v>39758</c:v>
                      </c:pt>
                      <c:pt idx="1203">
                        <c:v>39759</c:v>
                      </c:pt>
                      <c:pt idx="1204">
                        <c:v>39762</c:v>
                      </c:pt>
                      <c:pt idx="1205">
                        <c:v>39763</c:v>
                      </c:pt>
                      <c:pt idx="1206">
                        <c:v>39764</c:v>
                      </c:pt>
                      <c:pt idx="1207">
                        <c:v>39765</c:v>
                      </c:pt>
                      <c:pt idx="1208">
                        <c:v>39766</c:v>
                      </c:pt>
                      <c:pt idx="1209">
                        <c:v>39769</c:v>
                      </c:pt>
                      <c:pt idx="1210">
                        <c:v>39770</c:v>
                      </c:pt>
                      <c:pt idx="1211">
                        <c:v>39771</c:v>
                      </c:pt>
                      <c:pt idx="1212">
                        <c:v>39772</c:v>
                      </c:pt>
                      <c:pt idx="1213">
                        <c:v>39773</c:v>
                      </c:pt>
                      <c:pt idx="1214">
                        <c:v>39776</c:v>
                      </c:pt>
                      <c:pt idx="1215">
                        <c:v>39777</c:v>
                      </c:pt>
                      <c:pt idx="1216">
                        <c:v>39778</c:v>
                      </c:pt>
                      <c:pt idx="1217">
                        <c:v>39779</c:v>
                      </c:pt>
                      <c:pt idx="1218">
                        <c:v>39780</c:v>
                      </c:pt>
                      <c:pt idx="1219">
                        <c:v>39783</c:v>
                      </c:pt>
                      <c:pt idx="1220">
                        <c:v>39784</c:v>
                      </c:pt>
                      <c:pt idx="1221">
                        <c:v>39785</c:v>
                      </c:pt>
                      <c:pt idx="1222">
                        <c:v>39786</c:v>
                      </c:pt>
                      <c:pt idx="1223">
                        <c:v>39787</c:v>
                      </c:pt>
                      <c:pt idx="1224">
                        <c:v>39790</c:v>
                      </c:pt>
                      <c:pt idx="1225">
                        <c:v>39791</c:v>
                      </c:pt>
                      <c:pt idx="1226">
                        <c:v>39792</c:v>
                      </c:pt>
                      <c:pt idx="1227">
                        <c:v>39793</c:v>
                      </c:pt>
                      <c:pt idx="1228">
                        <c:v>39794</c:v>
                      </c:pt>
                      <c:pt idx="1229">
                        <c:v>39797</c:v>
                      </c:pt>
                      <c:pt idx="1230">
                        <c:v>39798</c:v>
                      </c:pt>
                      <c:pt idx="1231">
                        <c:v>39799</c:v>
                      </c:pt>
                      <c:pt idx="1232">
                        <c:v>39800</c:v>
                      </c:pt>
                      <c:pt idx="1233">
                        <c:v>39801</c:v>
                      </c:pt>
                      <c:pt idx="1234">
                        <c:v>39804</c:v>
                      </c:pt>
                      <c:pt idx="1235">
                        <c:v>39805</c:v>
                      </c:pt>
                      <c:pt idx="1236">
                        <c:v>39806</c:v>
                      </c:pt>
                      <c:pt idx="1237">
                        <c:v>39808</c:v>
                      </c:pt>
                      <c:pt idx="1238">
                        <c:v>39811</c:v>
                      </c:pt>
                      <c:pt idx="1239">
                        <c:v>39812</c:v>
                      </c:pt>
                      <c:pt idx="1240">
                        <c:v>39813</c:v>
                      </c:pt>
                      <c:pt idx="1241">
                        <c:v>39814</c:v>
                      </c:pt>
                      <c:pt idx="1242">
                        <c:v>39815</c:v>
                      </c:pt>
                      <c:pt idx="1243">
                        <c:v>39818</c:v>
                      </c:pt>
                      <c:pt idx="1244">
                        <c:v>39819</c:v>
                      </c:pt>
                      <c:pt idx="1245">
                        <c:v>39820</c:v>
                      </c:pt>
                      <c:pt idx="1246">
                        <c:v>39821</c:v>
                      </c:pt>
                      <c:pt idx="1247">
                        <c:v>39822</c:v>
                      </c:pt>
                      <c:pt idx="1248">
                        <c:v>39825</c:v>
                      </c:pt>
                      <c:pt idx="1249">
                        <c:v>39826</c:v>
                      </c:pt>
                      <c:pt idx="1250">
                        <c:v>39827</c:v>
                      </c:pt>
                      <c:pt idx="1251">
                        <c:v>39828</c:v>
                      </c:pt>
                      <c:pt idx="1252">
                        <c:v>39829</c:v>
                      </c:pt>
                      <c:pt idx="1253">
                        <c:v>39832</c:v>
                      </c:pt>
                      <c:pt idx="1254">
                        <c:v>39833</c:v>
                      </c:pt>
                      <c:pt idx="1255">
                        <c:v>39834</c:v>
                      </c:pt>
                      <c:pt idx="1256">
                        <c:v>39835</c:v>
                      </c:pt>
                      <c:pt idx="1257">
                        <c:v>39836</c:v>
                      </c:pt>
                      <c:pt idx="1258">
                        <c:v>39839</c:v>
                      </c:pt>
                      <c:pt idx="1259">
                        <c:v>39840</c:v>
                      </c:pt>
                      <c:pt idx="1260">
                        <c:v>39841</c:v>
                      </c:pt>
                      <c:pt idx="1261">
                        <c:v>39842</c:v>
                      </c:pt>
                      <c:pt idx="1262">
                        <c:v>39843</c:v>
                      </c:pt>
                      <c:pt idx="1263">
                        <c:v>39846</c:v>
                      </c:pt>
                      <c:pt idx="1264">
                        <c:v>39847</c:v>
                      </c:pt>
                      <c:pt idx="1265">
                        <c:v>39848</c:v>
                      </c:pt>
                      <c:pt idx="1266">
                        <c:v>39849</c:v>
                      </c:pt>
                      <c:pt idx="1267">
                        <c:v>39850</c:v>
                      </c:pt>
                      <c:pt idx="1268">
                        <c:v>39853</c:v>
                      </c:pt>
                      <c:pt idx="1269">
                        <c:v>39854</c:v>
                      </c:pt>
                      <c:pt idx="1270">
                        <c:v>39855</c:v>
                      </c:pt>
                      <c:pt idx="1271">
                        <c:v>39856</c:v>
                      </c:pt>
                      <c:pt idx="1272">
                        <c:v>39857</c:v>
                      </c:pt>
                      <c:pt idx="1273">
                        <c:v>39860</c:v>
                      </c:pt>
                      <c:pt idx="1274">
                        <c:v>39861</c:v>
                      </c:pt>
                      <c:pt idx="1275">
                        <c:v>39862</c:v>
                      </c:pt>
                      <c:pt idx="1276">
                        <c:v>39863</c:v>
                      </c:pt>
                      <c:pt idx="1277">
                        <c:v>39864</c:v>
                      </c:pt>
                      <c:pt idx="1278">
                        <c:v>39867</c:v>
                      </c:pt>
                      <c:pt idx="1279">
                        <c:v>39868</c:v>
                      </c:pt>
                      <c:pt idx="1280">
                        <c:v>39869</c:v>
                      </c:pt>
                      <c:pt idx="1281">
                        <c:v>39870</c:v>
                      </c:pt>
                      <c:pt idx="1282">
                        <c:v>39871</c:v>
                      </c:pt>
                      <c:pt idx="1283">
                        <c:v>39874</c:v>
                      </c:pt>
                      <c:pt idx="1284">
                        <c:v>39875</c:v>
                      </c:pt>
                      <c:pt idx="1285">
                        <c:v>39876</c:v>
                      </c:pt>
                      <c:pt idx="1286">
                        <c:v>39877</c:v>
                      </c:pt>
                      <c:pt idx="1287">
                        <c:v>39878</c:v>
                      </c:pt>
                      <c:pt idx="1288">
                        <c:v>39881</c:v>
                      </c:pt>
                      <c:pt idx="1289">
                        <c:v>39882</c:v>
                      </c:pt>
                      <c:pt idx="1290">
                        <c:v>39883</c:v>
                      </c:pt>
                      <c:pt idx="1291">
                        <c:v>39884</c:v>
                      </c:pt>
                      <c:pt idx="1292">
                        <c:v>39885</c:v>
                      </c:pt>
                      <c:pt idx="1293">
                        <c:v>39888</c:v>
                      </c:pt>
                      <c:pt idx="1294">
                        <c:v>39889</c:v>
                      </c:pt>
                      <c:pt idx="1295">
                        <c:v>39890</c:v>
                      </c:pt>
                      <c:pt idx="1296">
                        <c:v>39891</c:v>
                      </c:pt>
                      <c:pt idx="1297">
                        <c:v>39892</c:v>
                      </c:pt>
                      <c:pt idx="1298">
                        <c:v>39895</c:v>
                      </c:pt>
                      <c:pt idx="1299">
                        <c:v>39896</c:v>
                      </c:pt>
                      <c:pt idx="1300">
                        <c:v>39897</c:v>
                      </c:pt>
                      <c:pt idx="1301">
                        <c:v>39898</c:v>
                      </c:pt>
                      <c:pt idx="1302">
                        <c:v>39899</c:v>
                      </c:pt>
                      <c:pt idx="1303">
                        <c:v>39902</c:v>
                      </c:pt>
                      <c:pt idx="1304">
                        <c:v>39903</c:v>
                      </c:pt>
                      <c:pt idx="1305">
                        <c:v>39904</c:v>
                      </c:pt>
                      <c:pt idx="1306">
                        <c:v>39905</c:v>
                      </c:pt>
                      <c:pt idx="1307">
                        <c:v>39906</c:v>
                      </c:pt>
                      <c:pt idx="1308">
                        <c:v>39909</c:v>
                      </c:pt>
                      <c:pt idx="1309">
                        <c:v>39910</c:v>
                      </c:pt>
                      <c:pt idx="1310">
                        <c:v>39911</c:v>
                      </c:pt>
                      <c:pt idx="1311">
                        <c:v>39912</c:v>
                      </c:pt>
                      <c:pt idx="1312">
                        <c:v>39913</c:v>
                      </c:pt>
                      <c:pt idx="1313">
                        <c:v>39916</c:v>
                      </c:pt>
                      <c:pt idx="1314">
                        <c:v>39917</c:v>
                      </c:pt>
                      <c:pt idx="1315">
                        <c:v>39918</c:v>
                      </c:pt>
                      <c:pt idx="1316">
                        <c:v>39919</c:v>
                      </c:pt>
                      <c:pt idx="1317">
                        <c:v>39920</c:v>
                      </c:pt>
                      <c:pt idx="1318">
                        <c:v>39923</c:v>
                      </c:pt>
                      <c:pt idx="1319">
                        <c:v>39924</c:v>
                      </c:pt>
                      <c:pt idx="1320">
                        <c:v>39925</c:v>
                      </c:pt>
                      <c:pt idx="1321">
                        <c:v>39926</c:v>
                      </c:pt>
                      <c:pt idx="1322">
                        <c:v>39927</c:v>
                      </c:pt>
                      <c:pt idx="1323">
                        <c:v>39930</c:v>
                      </c:pt>
                      <c:pt idx="1324">
                        <c:v>39931</c:v>
                      </c:pt>
                      <c:pt idx="1325">
                        <c:v>39932</c:v>
                      </c:pt>
                      <c:pt idx="1326">
                        <c:v>39933</c:v>
                      </c:pt>
                      <c:pt idx="1327">
                        <c:v>39934</c:v>
                      </c:pt>
                      <c:pt idx="1328">
                        <c:v>39937</c:v>
                      </c:pt>
                      <c:pt idx="1329">
                        <c:v>39938</c:v>
                      </c:pt>
                      <c:pt idx="1330">
                        <c:v>39939</c:v>
                      </c:pt>
                      <c:pt idx="1331">
                        <c:v>39940</c:v>
                      </c:pt>
                      <c:pt idx="1332">
                        <c:v>39941</c:v>
                      </c:pt>
                      <c:pt idx="1333">
                        <c:v>39944</c:v>
                      </c:pt>
                      <c:pt idx="1334">
                        <c:v>39945</c:v>
                      </c:pt>
                      <c:pt idx="1335">
                        <c:v>39946</c:v>
                      </c:pt>
                      <c:pt idx="1336">
                        <c:v>39947</c:v>
                      </c:pt>
                      <c:pt idx="1337">
                        <c:v>39948</c:v>
                      </c:pt>
                      <c:pt idx="1338">
                        <c:v>39951</c:v>
                      </c:pt>
                      <c:pt idx="1339">
                        <c:v>39952</c:v>
                      </c:pt>
                      <c:pt idx="1340">
                        <c:v>39953</c:v>
                      </c:pt>
                      <c:pt idx="1341">
                        <c:v>39954</c:v>
                      </c:pt>
                      <c:pt idx="1342">
                        <c:v>39955</c:v>
                      </c:pt>
                      <c:pt idx="1343">
                        <c:v>39958</c:v>
                      </c:pt>
                      <c:pt idx="1344">
                        <c:v>39959</c:v>
                      </c:pt>
                      <c:pt idx="1345">
                        <c:v>39960</c:v>
                      </c:pt>
                      <c:pt idx="1346">
                        <c:v>39961</c:v>
                      </c:pt>
                      <c:pt idx="1347">
                        <c:v>39962</c:v>
                      </c:pt>
                      <c:pt idx="1348">
                        <c:v>39965</c:v>
                      </c:pt>
                      <c:pt idx="1349">
                        <c:v>39966</c:v>
                      </c:pt>
                      <c:pt idx="1350">
                        <c:v>39967</c:v>
                      </c:pt>
                      <c:pt idx="1351">
                        <c:v>39968</c:v>
                      </c:pt>
                      <c:pt idx="1352">
                        <c:v>39969</c:v>
                      </c:pt>
                      <c:pt idx="1353">
                        <c:v>39972</c:v>
                      </c:pt>
                      <c:pt idx="1354">
                        <c:v>39973</c:v>
                      </c:pt>
                      <c:pt idx="1355">
                        <c:v>39974</c:v>
                      </c:pt>
                      <c:pt idx="1356">
                        <c:v>39975</c:v>
                      </c:pt>
                      <c:pt idx="1357">
                        <c:v>39976</c:v>
                      </c:pt>
                      <c:pt idx="1358">
                        <c:v>39979</c:v>
                      </c:pt>
                      <c:pt idx="1359">
                        <c:v>39980</c:v>
                      </c:pt>
                      <c:pt idx="1360">
                        <c:v>39981</c:v>
                      </c:pt>
                      <c:pt idx="1361">
                        <c:v>39982</c:v>
                      </c:pt>
                      <c:pt idx="1362">
                        <c:v>39983</c:v>
                      </c:pt>
                      <c:pt idx="1363">
                        <c:v>39986</c:v>
                      </c:pt>
                      <c:pt idx="1364">
                        <c:v>39987</c:v>
                      </c:pt>
                      <c:pt idx="1365">
                        <c:v>39988</c:v>
                      </c:pt>
                      <c:pt idx="1366">
                        <c:v>39989</c:v>
                      </c:pt>
                      <c:pt idx="1367">
                        <c:v>39990</c:v>
                      </c:pt>
                      <c:pt idx="1368">
                        <c:v>39993</c:v>
                      </c:pt>
                      <c:pt idx="1369">
                        <c:v>39994</c:v>
                      </c:pt>
                      <c:pt idx="1370">
                        <c:v>39995</c:v>
                      </c:pt>
                      <c:pt idx="1371">
                        <c:v>39996</c:v>
                      </c:pt>
                      <c:pt idx="1372">
                        <c:v>39997</c:v>
                      </c:pt>
                      <c:pt idx="1373">
                        <c:v>40000</c:v>
                      </c:pt>
                      <c:pt idx="1374">
                        <c:v>40001</c:v>
                      </c:pt>
                      <c:pt idx="1375">
                        <c:v>40002</c:v>
                      </c:pt>
                      <c:pt idx="1376">
                        <c:v>40003</c:v>
                      </c:pt>
                      <c:pt idx="1377">
                        <c:v>40004</c:v>
                      </c:pt>
                      <c:pt idx="1378">
                        <c:v>40007</c:v>
                      </c:pt>
                      <c:pt idx="1379">
                        <c:v>40008</c:v>
                      </c:pt>
                      <c:pt idx="1380">
                        <c:v>40009</c:v>
                      </c:pt>
                      <c:pt idx="1381">
                        <c:v>40010</c:v>
                      </c:pt>
                      <c:pt idx="1382">
                        <c:v>40011</c:v>
                      </c:pt>
                      <c:pt idx="1383">
                        <c:v>40014</c:v>
                      </c:pt>
                      <c:pt idx="1384">
                        <c:v>40015</c:v>
                      </c:pt>
                      <c:pt idx="1385">
                        <c:v>40016</c:v>
                      </c:pt>
                      <c:pt idx="1386">
                        <c:v>40017</c:v>
                      </c:pt>
                      <c:pt idx="1387">
                        <c:v>40018</c:v>
                      </c:pt>
                      <c:pt idx="1388">
                        <c:v>40021</c:v>
                      </c:pt>
                      <c:pt idx="1389">
                        <c:v>40022</c:v>
                      </c:pt>
                      <c:pt idx="1390">
                        <c:v>40023</c:v>
                      </c:pt>
                      <c:pt idx="1391">
                        <c:v>40024</c:v>
                      </c:pt>
                      <c:pt idx="1392">
                        <c:v>40025</c:v>
                      </c:pt>
                      <c:pt idx="1393">
                        <c:v>40028</c:v>
                      </c:pt>
                      <c:pt idx="1394">
                        <c:v>40029</c:v>
                      </c:pt>
                      <c:pt idx="1395">
                        <c:v>40030</c:v>
                      </c:pt>
                      <c:pt idx="1396">
                        <c:v>40031</c:v>
                      </c:pt>
                      <c:pt idx="1397">
                        <c:v>40032</c:v>
                      </c:pt>
                      <c:pt idx="1398">
                        <c:v>40035</c:v>
                      </c:pt>
                      <c:pt idx="1399">
                        <c:v>40036</c:v>
                      </c:pt>
                      <c:pt idx="1400">
                        <c:v>40037</c:v>
                      </c:pt>
                      <c:pt idx="1401">
                        <c:v>40038</c:v>
                      </c:pt>
                      <c:pt idx="1402">
                        <c:v>40039</c:v>
                      </c:pt>
                      <c:pt idx="1403">
                        <c:v>40042</c:v>
                      </c:pt>
                      <c:pt idx="1404">
                        <c:v>40043</c:v>
                      </c:pt>
                      <c:pt idx="1405">
                        <c:v>40044</c:v>
                      </c:pt>
                      <c:pt idx="1406">
                        <c:v>40045</c:v>
                      </c:pt>
                      <c:pt idx="1407">
                        <c:v>40046</c:v>
                      </c:pt>
                      <c:pt idx="1408">
                        <c:v>40049</c:v>
                      </c:pt>
                      <c:pt idx="1409">
                        <c:v>40050</c:v>
                      </c:pt>
                      <c:pt idx="1410">
                        <c:v>40051</c:v>
                      </c:pt>
                      <c:pt idx="1411">
                        <c:v>40052</c:v>
                      </c:pt>
                      <c:pt idx="1412">
                        <c:v>40053</c:v>
                      </c:pt>
                      <c:pt idx="1413">
                        <c:v>40056</c:v>
                      </c:pt>
                      <c:pt idx="1414">
                        <c:v>40057</c:v>
                      </c:pt>
                      <c:pt idx="1415">
                        <c:v>40058</c:v>
                      </c:pt>
                      <c:pt idx="1416">
                        <c:v>40059</c:v>
                      </c:pt>
                      <c:pt idx="1417">
                        <c:v>40060</c:v>
                      </c:pt>
                      <c:pt idx="1418">
                        <c:v>40063</c:v>
                      </c:pt>
                      <c:pt idx="1419">
                        <c:v>40064</c:v>
                      </c:pt>
                      <c:pt idx="1420">
                        <c:v>40065</c:v>
                      </c:pt>
                      <c:pt idx="1421">
                        <c:v>40066</c:v>
                      </c:pt>
                      <c:pt idx="1422">
                        <c:v>40067</c:v>
                      </c:pt>
                      <c:pt idx="1423">
                        <c:v>40070</c:v>
                      </c:pt>
                      <c:pt idx="1424">
                        <c:v>40071</c:v>
                      </c:pt>
                      <c:pt idx="1425">
                        <c:v>40072</c:v>
                      </c:pt>
                      <c:pt idx="1426">
                        <c:v>40073</c:v>
                      </c:pt>
                      <c:pt idx="1427">
                        <c:v>40074</c:v>
                      </c:pt>
                      <c:pt idx="1428">
                        <c:v>40077</c:v>
                      </c:pt>
                      <c:pt idx="1429">
                        <c:v>40078</c:v>
                      </c:pt>
                      <c:pt idx="1430">
                        <c:v>40079</c:v>
                      </c:pt>
                      <c:pt idx="1431">
                        <c:v>40080</c:v>
                      </c:pt>
                      <c:pt idx="1432">
                        <c:v>40081</c:v>
                      </c:pt>
                      <c:pt idx="1433">
                        <c:v>40084</c:v>
                      </c:pt>
                      <c:pt idx="1434">
                        <c:v>40085</c:v>
                      </c:pt>
                      <c:pt idx="1435">
                        <c:v>40086</c:v>
                      </c:pt>
                      <c:pt idx="1436">
                        <c:v>40087</c:v>
                      </c:pt>
                      <c:pt idx="1437">
                        <c:v>40088</c:v>
                      </c:pt>
                      <c:pt idx="1438">
                        <c:v>40091</c:v>
                      </c:pt>
                      <c:pt idx="1439">
                        <c:v>40092</c:v>
                      </c:pt>
                      <c:pt idx="1440">
                        <c:v>40093</c:v>
                      </c:pt>
                      <c:pt idx="1441">
                        <c:v>40094</c:v>
                      </c:pt>
                      <c:pt idx="1442">
                        <c:v>40095</c:v>
                      </c:pt>
                      <c:pt idx="1443">
                        <c:v>40098</c:v>
                      </c:pt>
                      <c:pt idx="1444">
                        <c:v>40099</c:v>
                      </c:pt>
                      <c:pt idx="1445">
                        <c:v>40100</c:v>
                      </c:pt>
                      <c:pt idx="1446">
                        <c:v>40101</c:v>
                      </c:pt>
                      <c:pt idx="1447">
                        <c:v>40102</c:v>
                      </c:pt>
                      <c:pt idx="1448">
                        <c:v>40105</c:v>
                      </c:pt>
                      <c:pt idx="1449">
                        <c:v>40106</c:v>
                      </c:pt>
                      <c:pt idx="1450">
                        <c:v>40107</c:v>
                      </c:pt>
                      <c:pt idx="1451">
                        <c:v>40108</c:v>
                      </c:pt>
                      <c:pt idx="1452">
                        <c:v>40109</c:v>
                      </c:pt>
                      <c:pt idx="1453">
                        <c:v>40112</c:v>
                      </c:pt>
                      <c:pt idx="1454">
                        <c:v>40113</c:v>
                      </c:pt>
                      <c:pt idx="1455">
                        <c:v>40114</c:v>
                      </c:pt>
                      <c:pt idx="1456">
                        <c:v>40115</c:v>
                      </c:pt>
                      <c:pt idx="1457">
                        <c:v>40116</c:v>
                      </c:pt>
                      <c:pt idx="1458">
                        <c:v>40119</c:v>
                      </c:pt>
                      <c:pt idx="1459">
                        <c:v>40120</c:v>
                      </c:pt>
                      <c:pt idx="1460">
                        <c:v>40121</c:v>
                      </c:pt>
                      <c:pt idx="1461">
                        <c:v>40122</c:v>
                      </c:pt>
                      <c:pt idx="1462">
                        <c:v>40123</c:v>
                      </c:pt>
                      <c:pt idx="1463">
                        <c:v>40126</c:v>
                      </c:pt>
                      <c:pt idx="1464">
                        <c:v>40127</c:v>
                      </c:pt>
                      <c:pt idx="1465">
                        <c:v>40128</c:v>
                      </c:pt>
                      <c:pt idx="1466">
                        <c:v>40129</c:v>
                      </c:pt>
                      <c:pt idx="1467">
                        <c:v>40130</c:v>
                      </c:pt>
                      <c:pt idx="1468">
                        <c:v>40133</c:v>
                      </c:pt>
                      <c:pt idx="1469">
                        <c:v>40134</c:v>
                      </c:pt>
                      <c:pt idx="1470">
                        <c:v>40135</c:v>
                      </c:pt>
                      <c:pt idx="1471">
                        <c:v>40136</c:v>
                      </c:pt>
                      <c:pt idx="1472">
                        <c:v>40137</c:v>
                      </c:pt>
                      <c:pt idx="1473">
                        <c:v>40140</c:v>
                      </c:pt>
                      <c:pt idx="1474">
                        <c:v>40141</c:v>
                      </c:pt>
                      <c:pt idx="1475">
                        <c:v>40142</c:v>
                      </c:pt>
                      <c:pt idx="1476">
                        <c:v>40143</c:v>
                      </c:pt>
                      <c:pt idx="1477">
                        <c:v>40144</c:v>
                      </c:pt>
                      <c:pt idx="1478">
                        <c:v>40147</c:v>
                      </c:pt>
                      <c:pt idx="1479">
                        <c:v>40148</c:v>
                      </c:pt>
                      <c:pt idx="1480">
                        <c:v>40149</c:v>
                      </c:pt>
                      <c:pt idx="1481">
                        <c:v>40150</c:v>
                      </c:pt>
                      <c:pt idx="1482">
                        <c:v>40151</c:v>
                      </c:pt>
                      <c:pt idx="1483">
                        <c:v>40154</c:v>
                      </c:pt>
                      <c:pt idx="1484">
                        <c:v>40155</c:v>
                      </c:pt>
                      <c:pt idx="1485">
                        <c:v>40156</c:v>
                      </c:pt>
                      <c:pt idx="1486">
                        <c:v>40157</c:v>
                      </c:pt>
                      <c:pt idx="1487">
                        <c:v>40158</c:v>
                      </c:pt>
                      <c:pt idx="1488">
                        <c:v>40161</c:v>
                      </c:pt>
                      <c:pt idx="1489">
                        <c:v>40162</c:v>
                      </c:pt>
                      <c:pt idx="1490">
                        <c:v>40163</c:v>
                      </c:pt>
                      <c:pt idx="1491">
                        <c:v>40164</c:v>
                      </c:pt>
                      <c:pt idx="1492">
                        <c:v>40165</c:v>
                      </c:pt>
                      <c:pt idx="1493">
                        <c:v>40168</c:v>
                      </c:pt>
                      <c:pt idx="1494">
                        <c:v>40169</c:v>
                      </c:pt>
                      <c:pt idx="1495">
                        <c:v>40170</c:v>
                      </c:pt>
                      <c:pt idx="1496">
                        <c:v>40171</c:v>
                      </c:pt>
                      <c:pt idx="1497">
                        <c:v>40172</c:v>
                      </c:pt>
                      <c:pt idx="1498">
                        <c:v>40175</c:v>
                      </c:pt>
                      <c:pt idx="1499">
                        <c:v>40176</c:v>
                      </c:pt>
                      <c:pt idx="1500">
                        <c:v>40177</c:v>
                      </c:pt>
                      <c:pt idx="1501">
                        <c:v>40178</c:v>
                      </c:pt>
                      <c:pt idx="1502">
                        <c:v>40179</c:v>
                      </c:pt>
                      <c:pt idx="1503">
                        <c:v>40182</c:v>
                      </c:pt>
                      <c:pt idx="1504">
                        <c:v>40183</c:v>
                      </c:pt>
                      <c:pt idx="1505">
                        <c:v>40184</c:v>
                      </c:pt>
                      <c:pt idx="1506">
                        <c:v>40185</c:v>
                      </c:pt>
                      <c:pt idx="1507">
                        <c:v>40186</c:v>
                      </c:pt>
                      <c:pt idx="1508">
                        <c:v>40189</c:v>
                      </c:pt>
                      <c:pt idx="1509">
                        <c:v>40190</c:v>
                      </c:pt>
                      <c:pt idx="1510">
                        <c:v>40191</c:v>
                      </c:pt>
                      <c:pt idx="1511">
                        <c:v>40192</c:v>
                      </c:pt>
                      <c:pt idx="1512">
                        <c:v>40193</c:v>
                      </c:pt>
                      <c:pt idx="1513">
                        <c:v>40196</c:v>
                      </c:pt>
                      <c:pt idx="1514">
                        <c:v>40197</c:v>
                      </c:pt>
                      <c:pt idx="1515">
                        <c:v>40198</c:v>
                      </c:pt>
                      <c:pt idx="1516">
                        <c:v>40199</c:v>
                      </c:pt>
                      <c:pt idx="1517">
                        <c:v>40200</c:v>
                      </c:pt>
                      <c:pt idx="1518">
                        <c:v>40203</c:v>
                      </c:pt>
                      <c:pt idx="1519">
                        <c:v>40204</c:v>
                      </c:pt>
                      <c:pt idx="1520">
                        <c:v>40205</c:v>
                      </c:pt>
                      <c:pt idx="1521">
                        <c:v>40206</c:v>
                      </c:pt>
                      <c:pt idx="1522">
                        <c:v>40207</c:v>
                      </c:pt>
                      <c:pt idx="1523">
                        <c:v>40210</c:v>
                      </c:pt>
                      <c:pt idx="1524">
                        <c:v>40211</c:v>
                      </c:pt>
                      <c:pt idx="1525">
                        <c:v>40212</c:v>
                      </c:pt>
                      <c:pt idx="1526">
                        <c:v>40213</c:v>
                      </c:pt>
                      <c:pt idx="1527">
                        <c:v>40214</c:v>
                      </c:pt>
                      <c:pt idx="1528">
                        <c:v>40217</c:v>
                      </c:pt>
                      <c:pt idx="1529">
                        <c:v>40218</c:v>
                      </c:pt>
                      <c:pt idx="1530">
                        <c:v>40219</c:v>
                      </c:pt>
                      <c:pt idx="1531">
                        <c:v>40220</c:v>
                      </c:pt>
                      <c:pt idx="1532">
                        <c:v>40221</c:v>
                      </c:pt>
                      <c:pt idx="1533">
                        <c:v>40224</c:v>
                      </c:pt>
                      <c:pt idx="1534">
                        <c:v>40225</c:v>
                      </c:pt>
                      <c:pt idx="1535">
                        <c:v>40226</c:v>
                      </c:pt>
                      <c:pt idx="1536">
                        <c:v>40227</c:v>
                      </c:pt>
                      <c:pt idx="1537">
                        <c:v>40228</c:v>
                      </c:pt>
                      <c:pt idx="1538">
                        <c:v>40231</c:v>
                      </c:pt>
                      <c:pt idx="1539">
                        <c:v>40232</c:v>
                      </c:pt>
                      <c:pt idx="1540">
                        <c:v>40233</c:v>
                      </c:pt>
                      <c:pt idx="1541">
                        <c:v>40234</c:v>
                      </c:pt>
                      <c:pt idx="1542">
                        <c:v>40235</c:v>
                      </c:pt>
                      <c:pt idx="1543">
                        <c:v>40238</c:v>
                      </c:pt>
                      <c:pt idx="1544">
                        <c:v>40239</c:v>
                      </c:pt>
                      <c:pt idx="1545">
                        <c:v>40240</c:v>
                      </c:pt>
                      <c:pt idx="1546">
                        <c:v>40241</c:v>
                      </c:pt>
                      <c:pt idx="1547">
                        <c:v>40242</c:v>
                      </c:pt>
                      <c:pt idx="1548">
                        <c:v>40245</c:v>
                      </c:pt>
                      <c:pt idx="1549">
                        <c:v>40246</c:v>
                      </c:pt>
                      <c:pt idx="1550">
                        <c:v>40247</c:v>
                      </c:pt>
                      <c:pt idx="1551">
                        <c:v>40248</c:v>
                      </c:pt>
                      <c:pt idx="1552">
                        <c:v>40249</c:v>
                      </c:pt>
                      <c:pt idx="1553">
                        <c:v>40252</c:v>
                      </c:pt>
                      <c:pt idx="1554">
                        <c:v>40253</c:v>
                      </c:pt>
                      <c:pt idx="1555">
                        <c:v>40254</c:v>
                      </c:pt>
                      <c:pt idx="1556">
                        <c:v>40255</c:v>
                      </c:pt>
                      <c:pt idx="1557">
                        <c:v>40256</c:v>
                      </c:pt>
                      <c:pt idx="1558">
                        <c:v>40259</c:v>
                      </c:pt>
                      <c:pt idx="1559">
                        <c:v>40260</c:v>
                      </c:pt>
                      <c:pt idx="1560">
                        <c:v>40261</c:v>
                      </c:pt>
                      <c:pt idx="1561">
                        <c:v>40262</c:v>
                      </c:pt>
                      <c:pt idx="1562">
                        <c:v>40263</c:v>
                      </c:pt>
                      <c:pt idx="1563">
                        <c:v>40266</c:v>
                      </c:pt>
                      <c:pt idx="1564">
                        <c:v>40267</c:v>
                      </c:pt>
                      <c:pt idx="1565">
                        <c:v>40268</c:v>
                      </c:pt>
                      <c:pt idx="1566">
                        <c:v>40269</c:v>
                      </c:pt>
                      <c:pt idx="1567">
                        <c:v>40270</c:v>
                      </c:pt>
                      <c:pt idx="1568">
                        <c:v>40273</c:v>
                      </c:pt>
                      <c:pt idx="1569">
                        <c:v>40274</c:v>
                      </c:pt>
                      <c:pt idx="1570">
                        <c:v>40275</c:v>
                      </c:pt>
                      <c:pt idx="1571">
                        <c:v>40276</c:v>
                      </c:pt>
                      <c:pt idx="1572">
                        <c:v>40277</c:v>
                      </c:pt>
                      <c:pt idx="1573">
                        <c:v>40280</c:v>
                      </c:pt>
                      <c:pt idx="1574">
                        <c:v>40281</c:v>
                      </c:pt>
                      <c:pt idx="1575">
                        <c:v>40282</c:v>
                      </c:pt>
                      <c:pt idx="1576">
                        <c:v>40283</c:v>
                      </c:pt>
                      <c:pt idx="1577">
                        <c:v>40284</c:v>
                      </c:pt>
                      <c:pt idx="1578">
                        <c:v>40287</c:v>
                      </c:pt>
                      <c:pt idx="1579">
                        <c:v>40288</c:v>
                      </c:pt>
                      <c:pt idx="1580">
                        <c:v>40289</c:v>
                      </c:pt>
                      <c:pt idx="1581">
                        <c:v>40290</c:v>
                      </c:pt>
                      <c:pt idx="1582">
                        <c:v>40291</c:v>
                      </c:pt>
                      <c:pt idx="1583">
                        <c:v>40294</c:v>
                      </c:pt>
                      <c:pt idx="1584">
                        <c:v>40295</c:v>
                      </c:pt>
                      <c:pt idx="1585">
                        <c:v>40296</c:v>
                      </c:pt>
                      <c:pt idx="1586">
                        <c:v>40297</c:v>
                      </c:pt>
                      <c:pt idx="1587">
                        <c:v>40298</c:v>
                      </c:pt>
                      <c:pt idx="1588">
                        <c:v>40301</c:v>
                      </c:pt>
                      <c:pt idx="1589">
                        <c:v>40302</c:v>
                      </c:pt>
                      <c:pt idx="1590">
                        <c:v>40303</c:v>
                      </c:pt>
                      <c:pt idx="1591">
                        <c:v>40304</c:v>
                      </c:pt>
                      <c:pt idx="1592">
                        <c:v>40305</c:v>
                      </c:pt>
                      <c:pt idx="1593">
                        <c:v>40308</c:v>
                      </c:pt>
                      <c:pt idx="1594">
                        <c:v>40309</c:v>
                      </c:pt>
                      <c:pt idx="1595">
                        <c:v>40310</c:v>
                      </c:pt>
                      <c:pt idx="1596">
                        <c:v>40311</c:v>
                      </c:pt>
                      <c:pt idx="1597">
                        <c:v>40312</c:v>
                      </c:pt>
                      <c:pt idx="1598">
                        <c:v>40315</c:v>
                      </c:pt>
                      <c:pt idx="1599">
                        <c:v>40316</c:v>
                      </c:pt>
                      <c:pt idx="1600">
                        <c:v>40317</c:v>
                      </c:pt>
                      <c:pt idx="1601">
                        <c:v>40318</c:v>
                      </c:pt>
                      <c:pt idx="1602">
                        <c:v>40319</c:v>
                      </c:pt>
                      <c:pt idx="1603">
                        <c:v>40322</c:v>
                      </c:pt>
                      <c:pt idx="1604">
                        <c:v>40323</c:v>
                      </c:pt>
                      <c:pt idx="1605">
                        <c:v>40324</c:v>
                      </c:pt>
                      <c:pt idx="1606">
                        <c:v>40325</c:v>
                      </c:pt>
                      <c:pt idx="1607">
                        <c:v>40326</c:v>
                      </c:pt>
                      <c:pt idx="1608">
                        <c:v>40329</c:v>
                      </c:pt>
                      <c:pt idx="1609">
                        <c:v>40330</c:v>
                      </c:pt>
                      <c:pt idx="1610">
                        <c:v>40331</c:v>
                      </c:pt>
                      <c:pt idx="1611">
                        <c:v>40332</c:v>
                      </c:pt>
                      <c:pt idx="1612">
                        <c:v>40333</c:v>
                      </c:pt>
                      <c:pt idx="1613">
                        <c:v>40336</c:v>
                      </c:pt>
                      <c:pt idx="1614">
                        <c:v>40337</c:v>
                      </c:pt>
                      <c:pt idx="1615">
                        <c:v>40338</c:v>
                      </c:pt>
                      <c:pt idx="1616">
                        <c:v>40339</c:v>
                      </c:pt>
                      <c:pt idx="1617">
                        <c:v>40340</c:v>
                      </c:pt>
                      <c:pt idx="1618">
                        <c:v>40343</c:v>
                      </c:pt>
                      <c:pt idx="1619">
                        <c:v>40344</c:v>
                      </c:pt>
                      <c:pt idx="1620">
                        <c:v>40345</c:v>
                      </c:pt>
                      <c:pt idx="1621">
                        <c:v>40346</c:v>
                      </c:pt>
                      <c:pt idx="1622">
                        <c:v>40347</c:v>
                      </c:pt>
                      <c:pt idx="1623">
                        <c:v>40350</c:v>
                      </c:pt>
                      <c:pt idx="1624">
                        <c:v>40351</c:v>
                      </c:pt>
                      <c:pt idx="1625">
                        <c:v>40352</c:v>
                      </c:pt>
                      <c:pt idx="1626">
                        <c:v>40353</c:v>
                      </c:pt>
                      <c:pt idx="1627">
                        <c:v>40354</c:v>
                      </c:pt>
                      <c:pt idx="1628">
                        <c:v>40357</c:v>
                      </c:pt>
                      <c:pt idx="1629">
                        <c:v>40358</c:v>
                      </c:pt>
                      <c:pt idx="1630">
                        <c:v>40359</c:v>
                      </c:pt>
                      <c:pt idx="1631">
                        <c:v>40360</c:v>
                      </c:pt>
                      <c:pt idx="1632">
                        <c:v>40361</c:v>
                      </c:pt>
                      <c:pt idx="1633">
                        <c:v>40364</c:v>
                      </c:pt>
                      <c:pt idx="1634">
                        <c:v>40365</c:v>
                      </c:pt>
                      <c:pt idx="1635">
                        <c:v>40366</c:v>
                      </c:pt>
                      <c:pt idx="1636">
                        <c:v>40367</c:v>
                      </c:pt>
                      <c:pt idx="1637">
                        <c:v>40368</c:v>
                      </c:pt>
                      <c:pt idx="1638">
                        <c:v>40371</c:v>
                      </c:pt>
                      <c:pt idx="1639">
                        <c:v>40372</c:v>
                      </c:pt>
                      <c:pt idx="1640">
                        <c:v>40373</c:v>
                      </c:pt>
                      <c:pt idx="1641">
                        <c:v>40374</c:v>
                      </c:pt>
                      <c:pt idx="1642">
                        <c:v>40375</c:v>
                      </c:pt>
                      <c:pt idx="1643">
                        <c:v>40378</c:v>
                      </c:pt>
                      <c:pt idx="1644">
                        <c:v>40379</c:v>
                      </c:pt>
                      <c:pt idx="1645">
                        <c:v>40380</c:v>
                      </c:pt>
                      <c:pt idx="1646">
                        <c:v>40381</c:v>
                      </c:pt>
                      <c:pt idx="1647">
                        <c:v>40382</c:v>
                      </c:pt>
                      <c:pt idx="1648">
                        <c:v>40385</c:v>
                      </c:pt>
                      <c:pt idx="1649">
                        <c:v>40386</c:v>
                      </c:pt>
                      <c:pt idx="1650">
                        <c:v>40387</c:v>
                      </c:pt>
                      <c:pt idx="1651">
                        <c:v>40388</c:v>
                      </c:pt>
                      <c:pt idx="1652">
                        <c:v>40389</c:v>
                      </c:pt>
                      <c:pt idx="1653">
                        <c:v>40392</c:v>
                      </c:pt>
                      <c:pt idx="1654">
                        <c:v>40393</c:v>
                      </c:pt>
                      <c:pt idx="1655">
                        <c:v>40394</c:v>
                      </c:pt>
                      <c:pt idx="1656">
                        <c:v>40395</c:v>
                      </c:pt>
                      <c:pt idx="1657">
                        <c:v>40396</c:v>
                      </c:pt>
                      <c:pt idx="1658">
                        <c:v>40399</c:v>
                      </c:pt>
                      <c:pt idx="1659">
                        <c:v>40400</c:v>
                      </c:pt>
                      <c:pt idx="1660">
                        <c:v>40401</c:v>
                      </c:pt>
                      <c:pt idx="1661">
                        <c:v>40402</c:v>
                      </c:pt>
                      <c:pt idx="1662">
                        <c:v>40403</c:v>
                      </c:pt>
                      <c:pt idx="1663">
                        <c:v>40406</c:v>
                      </c:pt>
                      <c:pt idx="1664">
                        <c:v>40407</c:v>
                      </c:pt>
                      <c:pt idx="1665">
                        <c:v>40408</c:v>
                      </c:pt>
                      <c:pt idx="1666">
                        <c:v>40409</c:v>
                      </c:pt>
                      <c:pt idx="1667">
                        <c:v>40410</c:v>
                      </c:pt>
                      <c:pt idx="1668">
                        <c:v>40413</c:v>
                      </c:pt>
                      <c:pt idx="1669">
                        <c:v>40414</c:v>
                      </c:pt>
                      <c:pt idx="1670">
                        <c:v>40415</c:v>
                      </c:pt>
                      <c:pt idx="1671">
                        <c:v>40416</c:v>
                      </c:pt>
                      <c:pt idx="1672">
                        <c:v>40417</c:v>
                      </c:pt>
                      <c:pt idx="1673">
                        <c:v>40420</c:v>
                      </c:pt>
                      <c:pt idx="1674">
                        <c:v>40421</c:v>
                      </c:pt>
                      <c:pt idx="1675">
                        <c:v>40422</c:v>
                      </c:pt>
                      <c:pt idx="1676">
                        <c:v>40423</c:v>
                      </c:pt>
                      <c:pt idx="1677">
                        <c:v>40424</c:v>
                      </c:pt>
                      <c:pt idx="1678">
                        <c:v>40427</c:v>
                      </c:pt>
                      <c:pt idx="1679">
                        <c:v>40428</c:v>
                      </c:pt>
                      <c:pt idx="1680">
                        <c:v>40429</c:v>
                      </c:pt>
                      <c:pt idx="1681">
                        <c:v>40430</c:v>
                      </c:pt>
                      <c:pt idx="1682">
                        <c:v>40431</c:v>
                      </c:pt>
                      <c:pt idx="1683">
                        <c:v>40434</c:v>
                      </c:pt>
                      <c:pt idx="1684">
                        <c:v>40435</c:v>
                      </c:pt>
                      <c:pt idx="1685">
                        <c:v>40436</c:v>
                      </c:pt>
                      <c:pt idx="1686">
                        <c:v>40437</c:v>
                      </c:pt>
                      <c:pt idx="1687">
                        <c:v>40438</c:v>
                      </c:pt>
                      <c:pt idx="1688">
                        <c:v>40441</c:v>
                      </c:pt>
                      <c:pt idx="1689">
                        <c:v>40442</c:v>
                      </c:pt>
                      <c:pt idx="1690">
                        <c:v>40443</c:v>
                      </c:pt>
                      <c:pt idx="1691">
                        <c:v>40444</c:v>
                      </c:pt>
                      <c:pt idx="1692">
                        <c:v>40445</c:v>
                      </c:pt>
                      <c:pt idx="1693">
                        <c:v>40448</c:v>
                      </c:pt>
                      <c:pt idx="1694">
                        <c:v>40449</c:v>
                      </c:pt>
                      <c:pt idx="1695">
                        <c:v>40450</c:v>
                      </c:pt>
                      <c:pt idx="1696">
                        <c:v>40451</c:v>
                      </c:pt>
                      <c:pt idx="1697">
                        <c:v>40452</c:v>
                      </c:pt>
                      <c:pt idx="1698">
                        <c:v>40455</c:v>
                      </c:pt>
                      <c:pt idx="1699">
                        <c:v>40456</c:v>
                      </c:pt>
                      <c:pt idx="1700">
                        <c:v>40457</c:v>
                      </c:pt>
                      <c:pt idx="1701">
                        <c:v>40458</c:v>
                      </c:pt>
                      <c:pt idx="1702">
                        <c:v>40459</c:v>
                      </c:pt>
                      <c:pt idx="1703">
                        <c:v>40462</c:v>
                      </c:pt>
                      <c:pt idx="1704">
                        <c:v>40463</c:v>
                      </c:pt>
                      <c:pt idx="1705">
                        <c:v>40464</c:v>
                      </c:pt>
                      <c:pt idx="1706">
                        <c:v>40465</c:v>
                      </c:pt>
                      <c:pt idx="1707">
                        <c:v>40466</c:v>
                      </c:pt>
                      <c:pt idx="1708">
                        <c:v>40469</c:v>
                      </c:pt>
                      <c:pt idx="1709">
                        <c:v>40470</c:v>
                      </c:pt>
                      <c:pt idx="1710">
                        <c:v>40471</c:v>
                      </c:pt>
                      <c:pt idx="1711">
                        <c:v>40472</c:v>
                      </c:pt>
                      <c:pt idx="1712">
                        <c:v>40473</c:v>
                      </c:pt>
                      <c:pt idx="1713">
                        <c:v>40476</c:v>
                      </c:pt>
                      <c:pt idx="1714">
                        <c:v>40477</c:v>
                      </c:pt>
                      <c:pt idx="1715">
                        <c:v>40478</c:v>
                      </c:pt>
                      <c:pt idx="1716">
                        <c:v>40479</c:v>
                      </c:pt>
                      <c:pt idx="1717">
                        <c:v>40480</c:v>
                      </c:pt>
                      <c:pt idx="1718">
                        <c:v>40483</c:v>
                      </c:pt>
                      <c:pt idx="1719">
                        <c:v>40484</c:v>
                      </c:pt>
                      <c:pt idx="1720">
                        <c:v>40485</c:v>
                      </c:pt>
                      <c:pt idx="1721">
                        <c:v>40486</c:v>
                      </c:pt>
                      <c:pt idx="1722">
                        <c:v>40487</c:v>
                      </c:pt>
                      <c:pt idx="1723">
                        <c:v>40490</c:v>
                      </c:pt>
                      <c:pt idx="1724">
                        <c:v>40491</c:v>
                      </c:pt>
                      <c:pt idx="1725">
                        <c:v>40492</c:v>
                      </c:pt>
                      <c:pt idx="1726">
                        <c:v>40493</c:v>
                      </c:pt>
                      <c:pt idx="1727">
                        <c:v>40494</c:v>
                      </c:pt>
                      <c:pt idx="1728">
                        <c:v>40497</c:v>
                      </c:pt>
                      <c:pt idx="1729">
                        <c:v>40498</c:v>
                      </c:pt>
                      <c:pt idx="1730">
                        <c:v>40499</c:v>
                      </c:pt>
                      <c:pt idx="1731">
                        <c:v>40500</c:v>
                      </c:pt>
                      <c:pt idx="1732">
                        <c:v>40501</c:v>
                      </c:pt>
                      <c:pt idx="1733">
                        <c:v>40504</c:v>
                      </c:pt>
                      <c:pt idx="1734">
                        <c:v>40505</c:v>
                      </c:pt>
                      <c:pt idx="1735">
                        <c:v>40506</c:v>
                      </c:pt>
                      <c:pt idx="1736">
                        <c:v>40507</c:v>
                      </c:pt>
                      <c:pt idx="1737">
                        <c:v>40508</c:v>
                      </c:pt>
                      <c:pt idx="1738">
                        <c:v>40511</c:v>
                      </c:pt>
                      <c:pt idx="1739">
                        <c:v>40512</c:v>
                      </c:pt>
                      <c:pt idx="1740">
                        <c:v>40513</c:v>
                      </c:pt>
                      <c:pt idx="1741">
                        <c:v>40514</c:v>
                      </c:pt>
                      <c:pt idx="1742">
                        <c:v>40515</c:v>
                      </c:pt>
                      <c:pt idx="1743">
                        <c:v>40518</c:v>
                      </c:pt>
                      <c:pt idx="1744">
                        <c:v>40519</c:v>
                      </c:pt>
                      <c:pt idx="1745">
                        <c:v>40520</c:v>
                      </c:pt>
                      <c:pt idx="1746">
                        <c:v>40521</c:v>
                      </c:pt>
                      <c:pt idx="1747">
                        <c:v>40522</c:v>
                      </c:pt>
                      <c:pt idx="1748">
                        <c:v>40525</c:v>
                      </c:pt>
                      <c:pt idx="1749">
                        <c:v>40526</c:v>
                      </c:pt>
                      <c:pt idx="1750">
                        <c:v>40527</c:v>
                      </c:pt>
                      <c:pt idx="1751">
                        <c:v>40528</c:v>
                      </c:pt>
                      <c:pt idx="1752">
                        <c:v>40529</c:v>
                      </c:pt>
                      <c:pt idx="1753">
                        <c:v>40532</c:v>
                      </c:pt>
                      <c:pt idx="1754">
                        <c:v>40533</c:v>
                      </c:pt>
                      <c:pt idx="1755">
                        <c:v>40534</c:v>
                      </c:pt>
                      <c:pt idx="1756">
                        <c:v>40535</c:v>
                      </c:pt>
                      <c:pt idx="1757">
                        <c:v>40536</c:v>
                      </c:pt>
                      <c:pt idx="1758">
                        <c:v>40539</c:v>
                      </c:pt>
                      <c:pt idx="1759">
                        <c:v>40540</c:v>
                      </c:pt>
                      <c:pt idx="1760">
                        <c:v>40541</c:v>
                      </c:pt>
                      <c:pt idx="1761">
                        <c:v>40542</c:v>
                      </c:pt>
                      <c:pt idx="1762">
                        <c:v>40543</c:v>
                      </c:pt>
                      <c:pt idx="1763">
                        <c:v>40546</c:v>
                      </c:pt>
                      <c:pt idx="1764">
                        <c:v>40547</c:v>
                      </c:pt>
                      <c:pt idx="1765">
                        <c:v>40548</c:v>
                      </c:pt>
                      <c:pt idx="1766">
                        <c:v>40549</c:v>
                      </c:pt>
                      <c:pt idx="1767">
                        <c:v>40550</c:v>
                      </c:pt>
                      <c:pt idx="1768">
                        <c:v>40553</c:v>
                      </c:pt>
                      <c:pt idx="1769">
                        <c:v>40554</c:v>
                      </c:pt>
                      <c:pt idx="1770">
                        <c:v>40555</c:v>
                      </c:pt>
                      <c:pt idx="1771">
                        <c:v>40556</c:v>
                      </c:pt>
                      <c:pt idx="1772">
                        <c:v>40557</c:v>
                      </c:pt>
                      <c:pt idx="1773">
                        <c:v>40560</c:v>
                      </c:pt>
                      <c:pt idx="1774">
                        <c:v>40561</c:v>
                      </c:pt>
                      <c:pt idx="1775">
                        <c:v>40562</c:v>
                      </c:pt>
                      <c:pt idx="1776">
                        <c:v>40563</c:v>
                      </c:pt>
                      <c:pt idx="1777">
                        <c:v>40564</c:v>
                      </c:pt>
                      <c:pt idx="1778">
                        <c:v>40567</c:v>
                      </c:pt>
                      <c:pt idx="1779">
                        <c:v>40568</c:v>
                      </c:pt>
                      <c:pt idx="1780">
                        <c:v>40569</c:v>
                      </c:pt>
                      <c:pt idx="1781">
                        <c:v>40570</c:v>
                      </c:pt>
                      <c:pt idx="1782">
                        <c:v>40571</c:v>
                      </c:pt>
                      <c:pt idx="1783">
                        <c:v>40574</c:v>
                      </c:pt>
                      <c:pt idx="1784">
                        <c:v>40575</c:v>
                      </c:pt>
                      <c:pt idx="1785">
                        <c:v>40576</c:v>
                      </c:pt>
                      <c:pt idx="1786">
                        <c:v>40577</c:v>
                      </c:pt>
                      <c:pt idx="1787">
                        <c:v>40578</c:v>
                      </c:pt>
                      <c:pt idx="1788">
                        <c:v>40581</c:v>
                      </c:pt>
                      <c:pt idx="1789">
                        <c:v>40582</c:v>
                      </c:pt>
                      <c:pt idx="1790">
                        <c:v>40583</c:v>
                      </c:pt>
                      <c:pt idx="1791">
                        <c:v>40584</c:v>
                      </c:pt>
                      <c:pt idx="1792">
                        <c:v>40585</c:v>
                      </c:pt>
                      <c:pt idx="1793">
                        <c:v>40588</c:v>
                      </c:pt>
                      <c:pt idx="1794">
                        <c:v>40589</c:v>
                      </c:pt>
                      <c:pt idx="1795">
                        <c:v>40590</c:v>
                      </c:pt>
                      <c:pt idx="1796">
                        <c:v>40591</c:v>
                      </c:pt>
                      <c:pt idx="1797">
                        <c:v>40592</c:v>
                      </c:pt>
                      <c:pt idx="1798">
                        <c:v>40595</c:v>
                      </c:pt>
                      <c:pt idx="1799">
                        <c:v>40596</c:v>
                      </c:pt>
                      <c:pt idx="1800">
                        <c:v>40597</c:v>
                      </c:pt>
                      <c:pt idx="1801">
                        <c:v>40598</c:v>
                      </c:pt>
                      <c:pt idx="1802">
                        <c:v>40599</c:v>
                      </c:pt>
                      <c:pt idx="1803">
                        <c:v>40602</c:v>
                      </c:pt>
                      <c:pt idx="1804">
                        <c:v>40603</c:v>
                      </c:pt>
                      <c:pt idx="1805">
                        <c:v>40604</c:v>
                      </c:pt>
                      <c:pt idx="1806">
                        <c:v>40605</c:v>
                      </c:pt>
                      <c:pt idx="1807">
                        <c:v>40606</c:v>
                      </c:pt>
                      <c:pt idx="1808">
                        <c:v>40609</c:v>
                      </c:pt>
                      <c:pt idx="1809">
                        <c:v>40610</c:v>
                      </c:pt>
                      <c:pt idx="1810">
                        <c:v>40611</c:v>
                      </c:pt>
                      <c:pt idx="1811">
                        <c:v>40612</c:v>
                      </c:pt>
                      <c:pt idx="1812">
                        <c:v>40613</c:v>
                      </c:pt>
                      <c:pt idx="1813">
                        <c:v>40616</c:v>
                      </c:pt>
                      <c:pt idx="1814">
                        <c:v>40617</c:v>
                      </c:pt>
                      <c:pt idx="1815">
                        <c:v>40618</c:v>
                      </c:pt>
                      <c:pt idx="1816">
                        <c:v>40619</c:v>
                      </c:pt>
                      <c:pt idx="1817">
                        <c:v>40620</c:v>
                      </c:pt>
                      <c:pt idx="1818">
                        <c:v>40623</c:v>
                      </c:pt>
                      <c:pt idx="1819">
                        <c:v>40624</c:v>
                      </c:pt>
                      <c:pt idx="1820">
                        <c:v>40625</c:v>
                      </c:pt>
                      <c:pt idx="1821">
                        <c:v>40626</c:v>
                      </c:pt>
                      <c:pt idx="1822">
                        <c:v>40627</c:v>
                      </c:pt>
                      <c:pt idx="1823">
                        <c:v>40630</c:v>
                      </c:pt>
                      <c:pt idx="1824">
                        <c:v>40631</c:v>
                      </c:pt>
                      <c:pt idx="1825">
                        <c:v>40632</c:v>
                      </c:pt>
                      <c:pt idx="1826">
                        <c:v>40633</c:v>
                      </c:pt>
                      <c:pt idx="1827">
                        <c:v>40634</c:v>
                      </c:pt>
                      <c:pt idx="1828">
                        <c:v>40637</c:v>
                      </c:pt>
                      <c:pt idx="1829">
                        <c:v>40638</c:v>
                      </c:pt>
                      <c:pt idx="1830">
                        <c:v>40639</c:v>
                      </c:pt>
                      <c:pt idx="1831">
                        <c:v>40640</c:v>
                      </c:pt>
                      <c:pt idx="1832">
                        <c:v>40641</c:v>
                      </c:pt>
                      <c:pt idx="1833">
                        <c:v>40644</c:v>
                      </c:pt>
                      <c:pt idx="1834">
                        <c:v>40645</c:v>
                      </c:pt>
                      <c:pt idx="1835">
                        <c:v>40646</c:v>
                      </c:pt>
                      <c:pt idx="1836">
                        <c:v>40647</c:v>
                      </c:pt>
                      <c:pt idx="1837">
                        <c:v>40648</c:v>
                      </c:pt>
                      <c:pt idx="1838">
                        <c:v>40651</c:v>
                      </c:pt>
                      <c:pt idx="1839">
                        <c:v>40652</c:v>
                      </c:pt>
                      <c:pt idx="1840">
                        <c:v>40653</c:v>
                      </c:pt>
                      <c:pt idx="1841">
                        <c:v>40654</c:v>
                      </c:pt>
                      <c:pt idx="1842">
                        <c:v>40655</c:v>
                      </c:pt>
                      <c:pt idx="1843">
                        <c:v>40658</c:v>
                      </c:pt>
                      <c:pt idx="1844">
                        <c:v>40659</c:v>
                      </c:pt>
                      <c:pt idx="1845">
                        <c:v>40660</c:v>
                      </c:pt>
                      <c:pt idx="1846">
                        <c:v>40661</c:v>
                      </c:pt>
                      <c:pt idx="1847">
                        <c:v>40662</c:v>
                      </c:pt>
                      <c:pt idx="1848">
                        <c:v>40665</c:v>
                      </c:pt>
                      <c:pt idx="1849">
                        <c:v>40666</c:v>
                      </c:pt>
                      <c:pt idx="1850">
                        <c:v>40667</c:v>
                      </c:pt>
                      <c:pt idx="1851">
                        <c:v>40668</c:v>
                      </c:pt>
                      <c:pt idx="1852">
                        <c:v>40669</c:v>
                      </c:pt>
                      <c:pt idx="1853">
                        <c:v>40672</c:v>
                      </c:pt>
                      <c:pt idx="1854">
                        <c:v>40673</c:v>
                      </c:pt>
                      <c:pt idx="1855">
                        <c:v>40674</c:v>
                      </c:pt>
                      <c:pt idx="1856">
                        <c:v>40675</c:v>
                      </c:pt>
                      <c:pt idx="1857">
                        <c:v>40676</c:v>
                      </c:pt>
                      <c:pt idx="1858">
                        <c:v>40679</c:v>
                      </c:pt>
                      <c:pt idx="1859">
                        <c:v>40680</c:v>
                      </c:pt>
                      <c:pt idx="1860">
                        <c:v>40681</c:v>
                      </c:pt>
                      <c:pt idx="1861">
                        <c:v>40682</c:v>
                      </c:pt>
                      <c:pt idx="1862">
                        <c:v>40683</c:v>
                      </c:pt>
                      <c:pt idx="1863">
                        <c:v>40686</c:v>
                      </c:pt>
                      <c:pt idx="1864">
                        <c:v>40687</c:v>
                      </c:pt>
                      <c:pt idx="1865">
                        <c:v>40688</c:v>
                      </c:pt>
                      <c:pt idx="1866">
                        <c:v>40689</c:v>
                      </c:pt>
                      <c:pt idx="1867">
                        <c:v>40690</c:v>
                      </c:pt>
                      <c:pt idx="1868">
                        <c:v>40693</c:v>
                      </c:pt>
                      <c:pt idx="1869">
                        <c:v>40694</c:v>
                      </c:pt>
                      <c:pt idx="1870">
                        <c:v>40695</c:v>
                      </c:pt>
                      <c:pt idx="1871">
                        <c:v>40696</c:v>
                      </c:pt>
                      <c:pt idx="1872">
                        <c:v>40697</c:v>
                      </c:pt>
                      <c:pt idx="1873">
                        <c:v>40700</c:v>
                      </c:pt>
                      <c:pt idx="1874">
                        <c:v>40701</c:v>
                      </c:pt>
                      <c:pt idx="1875">
                        <c:v>40702</c:v>
                      </c:pt>
                      <c:pt idx="1876">
                        <c:v>40703</c:v>
                      </c:pt>
                      <c:pt idx="1877">
                        <c:v>40704</c:v>
                      </c:pt>
                      <c:pt idx="1878">
                        <c:v>40707</c:v>
                      </c:pt>
                      <c:pt idx="1879">
                        <c:v>40708</c:v>
                      </c:pt>
                      <c:pt idx="1880">
                        <c:v>40709</c:v>
                      </c:pt>
                      <c:pt idx="1881">
                        <c:v>40710</c:v>
                      </c:pt>
                      <c:pt idx="1882">
                        <c:v>40711</c:v>
                      </c:pt>
                      <c:pt idx="1883">
                        <c:v>40714</c:v>
                      </c:pt>
                      <c:pt idx="1884">
                        <c:v>40715</c:v>
                      </c:pt>
                      <c:pt idx="1885">
                        <c:v>40716</c:v>
                      </c:pt>
                      <c:pt idx="1886">
                        <c:v>40717</c:v>
                      </c:pt>
                      <c:pt idx="1887">
                        <c:v>40718</c:v>
                      </c:pt>
                      <c:pt idx="1888">
                        <c:v>40721</c:v>
                      </c:pt>
                      <c:pt idx="1889">
                        <c:v>40722</c:v>
                      </c:pt>
                      <c:pt idx="1890">
                        <c:v>40723</c:v>
                      </c:pt>
                      <c:pt idx="1891">
                        <c:v>40724</c:v>
                      </c:pt>
                      <c:pt idx="1892">
                        <c:v>40725</c:v>
                      </c:pt>
                      <c:pt idx="1893">
                        <c:v>40728</c:v>
                      </c:pt>
                      <c:pt idx="1894">
                        <c:v>40729</c:v>
                      </c:pt>
                      <c:pt idx="1895">
                        <c:v>40730</c:v>
                      </c:pt>
                      <c:pt idx="1896">
                        <c:v>40731</c:v>
                      </c:pt>
                      <c:pt idx="1897">
                        <c:v>40732</c:v>
                      </c:pt>
                      <c:pt idx="1898">
                        <c:v>40735</c:v>
                      </c:pt>
                      <c:pt idx="1899">
                        <c:v>40736</c:v>
                      </c:pt>
                      <c:pt idx="1900">
                        <c:v>40737</c:v>
                      </c:pt>
                      <c:pt idx="1901">
                        <c:v>40738</c:v>
                      </c:pt>
                      <c:pt idx="1902">
                        <c:v>40739</c:v>
                      </c:pt>
                      <c:pt idx="1903">
                        <c:v>40742</c:v>
                      </c:pt>
                      <c:pt idx="1904">
                        <c:v>40743</c:v>
                      </c:pt>
                      <c:pt idx="1905">
                        <c:v>40744</c:v>
                      </c:pt>
                      <c:pt idx="1906">
                        <c:v>40745</c:v>
                      </c:pt>
                      <c:pt idx="1907">
                        <c:v>40746</c:v>
                      </c:pt>
                      <c:pt idx="1908">
                        <c:v>40749</c:v>
                      </c:pt>
                      <c:pt idx="1909">
                        <c:v>40750</c:v>
                      </c:pt>
                      <c:pt idx="1910">
                        <c:v>40751</c:v>
                      </c:pt>
                      <c:pt idx="1911">
                        <c:v>40752</c:v>
                      </c:pt>
                      <c:pt idx="1912">
                        <c:v>40753</c:v>
                      </c:pt>
                      <c:pt idx="1913">
                        <c:v>40756</c:v>
                      </c:pt>
                      <c:pt idx="1914">
                        <c:v>40757</c:v>
                      </c:pt>
                      <c:pt idx="1915">
                        <c:v>40758</c:v>
                      </c:pt>
                      <c:pt idx="1916">
                        <c:v>40759</c:v>
                      </c:pt>
                      <c:pt idx="1917">
                        <c:v>40760</c:v>
                      </c:pt>
                      <c:pt idx="1918">
                        <c:v>40763</c:v>
                      </c:pt>
                      <c:pt idx="1919">
                        <c:v>40764</c:v>
                      </c:pt>
                      <c:pt idx="1920">
                        <c:v>40765</c:v>
                      </c:pt>
                      <c:pt idx="1921">
                        <c:v>40766</c:v>
                      </c:pt>
                      <c:pt idx="1922">
                        <c:v>40767</c:v>
                      </c:pt>
                      <c:pt idx="1923">
                        <c:v>40770</c:v>
                      </c:pt>
                      <c:pt idx="1924">
                        <c:v>40771</c:v>
                      </c:pt>
                      <c:pt idx="1925">
                        <c:v>40772</c:v>
                      </c:pt>
                      <c:pt idx="1926">
                        <c:v>40773</c:v>
                      </c:pt>
                      <c:pt idx="1927">
                        <c:v>40774</c:v>
                      </c:pt>
                      <c:pt idx="1928">
                        <c:v>40777</c:v>
                      </c:pt>
                      <c:pt idx="1929">
                        <c:v>40778</c:v>
                      </c:pt>
                      <c:pt idx="1930">
                        <c:v>40779</c:v>
                      </c:pt>
                      <c:pt idx="1931">
                        <c:v>40780</c:v>
                      </c:pt>
                      <c:pt idx="1932">
                        <c:v>40781</c:v>
                      </c:pt>
                      <c:pt idx="1933">
                        <c:v>40784</c:v>
                      </c:pt>
                      <c:pt idx="1934">
                        <c:v>40785</c:v>
                      </c:pt>
                      <c:pt idx="1935">
                        <c:v>40786</c:v>
                      </c:pt>
                      <c:pt idx="1936">
                        <c:v>40787</c:v>
                      </c:pt>
                      <c:pt idx="1937">
                        <c:v>40788</c:v>
                      </c:pt>
                      <c:pt idx="1938">
                        <c:v>40791</c:v>
                      </c:pt>
                      <c:pt idx="1939">
                        <c:v>40792</c:v>
                      </c:pt>
                      <c:pt idx="1940">
                        <c:v>40793</c:v>
                      </c:pt>
                      <c:pt idx="1941">
                        <c:v>40794</c:v>
                      </c:pt>
                      <c:pt idx="1942">
                        <c:v>40795</c:v>
                      </c:pt>
                      <c:pt idx="1943">
                        <c:v>40798</c:v>
                      </c:pt>
                      <c:pt idx="1944">
                        <c:v>40799</c:v>
                      </c:pt>
                      <c:pt idx="1945">
                        <c:v>40800</c:v>
                      </c:pt>
                      <c:pt idx="1946">
                        <c:v>40801</c:v>
                      </c:pt>
                      <c:pt idx="1947">
                        <c:v>40802</c:v>
                      </c:pt>
                      <c:pt idx="1948">
                        <c:v>40805</c:v>
                      </c:pt>
                      <c:pt idx="1949">
                        <c:v>40806</c:v>
                      </c:pt>
                      <c:pt idx="1950">
                        <c:v>40807</c:v>
                      </c:pt>
                      <c:pt idx="1951">
                        <c:v>40808</c:v>
                      </c:pt>
                      <c:pt idx="1952">
                        <c:v>40809</c:v>
                      </c:pt>
                      <c:pt idx="1953">
                        <c:v>40812</c:v>
                      </c:pt>
                      <c:pt idx="1954">
                        <c:v>40813</c:v>
                      </c:pt>
                      <c:pt idx="1955">
                        <c:v>40814</c:v>
                      </c:pt>
                      <c:pt idx="1956">
                        <c:v>40815</c:v>
                      </c:pt>
                      <c:pt idx="1957">
                        <c:v>40816</c:v>
                      </c:pt>
                      <c:pt idx="1958">
                        <c:v>40819</c:v>
                      </c:pt>
                      <c:pt idx="1959">
                        <c:v>40820</c:v>
                      </c:pt>
                      <c:pt idx="1960">
                        <c:v>40821</c:v>
                      </c:pt>
                      <c:pt idx="1961">
                        <c:v>40822</c:v>
                      </c:pt>
                      <c:pt idx="1962">
                        <c:v>40823</c:v>
                      </c:pt>
                      <c:pt idx="1963">
                        <c:v>40826</c:v>
                      </c:pt>
                      <c:pt idx="1964">
                        <c:v>40827</c:v>
                      </c:pt>
                      <c:pt idx="1965">
                        <c:v>40828</c:v>
                      </c:pt>
                      <c:pt idx="1966">
                        <c:v>40829</c:v>
                      </c:pt>
                      <c:pt idx="1967">
                        <c:v>40830</c:v>
                      </c:pt>
                      <c:pt idx="1968">
                        <c:v>40833</c:v>
                      </c:pt>
                      <c:pt idx="1969">
                        <c:v>40834</c:v>
                      </c:pt>
                      <c:pt idx="1970">
                        <c:v>40835</c:v>
                      </c:pt>
                      <c:pt idx="1971">
                        <c:v>40836</c:v>
                      </c:pt>
                      <c:pt idx="1972">
                        <c:v>40837</c:v>
                      </c:pt>
                      <c:pt idx="1973">
                        <c:v>40840</c:v>
                      </c:pt>
                      <c:pt idx="1974">
                        <c:v>40841</c:v>
                      </c:pt>
                      <c:pt idx="1975">
                        <c:v>40842</c:v>
                      </c:pt>
                      <c:pt idx="1976">
                        <c:v>40843</c:v>
                      </c:pt>
                      <c:pt idx="1977">
                        <c:v>40844</c:v>
                      </c:pt>
                      <c:pt idx="1978">
                        <c:v>40847</c:v>
                      </c:pt>
                      <c:pt idx="1979">
                        <c:v>40848</c:v>
                      </c:pt>
                      <c:pt idx="1980">
                        <c:v>40849</c:v>
                      </c:pt>
                      <c:pt idx="1981">
                        <c:v>40850</c:v>
                      </c:pt>
                      <c:pt idx="1982">
                        <c:v>40851</c:v>
                      </c:pt>
                      <c:pt idx="1983">
                        <c:v>40854</c:v>
                      </c:pt>
                      <c:pt idx="1984">
                        <c:v>40855</c:v>
                      </c:pt>
                      <c:pt idx="1985">
                        <c:v>40856</c:v>
                      </c:pt>
                      <c:pt idx="1986">
                        <c:v>40857</c:v>
                      </c:pt>
                      <c:pt idx="1987">
                        <c:v>40858</c:v>
                      </c:pt>
                      <c:pt idx="1988">
                        <c:v>40861</c:v>
                      </c:pt>
                      <c:pt idx="1989">
                        <c:v>40862</c:v>
                      </c:pt>
                      <c:pt idx="1990">
                        <c:v>40863</c:v>
                      </c:pt>
                      <c:pt idx="1991">
                        <c:v>40864</c:v>
                      </c:pt>
                      <c:pt idx="1992">
                        <c:v>40865</c:v>
                      </c:pt>
                      <c:pt idx="1993">
                        <c:v>40868</c:v>
                      </c:pt>
                      <c:pt idx="1994">
                        <c:v>40869</c:v>
                      </c:pt>
                      <c:pt idx="1995">
                        <c:v>40870</c:v>
                      </c:pt>
                      <c:pt idx="1996">
                        <c:v>40871</c:v>
                      </c:pt>
                      <c:pt idx="1997">
                        <c:v>40872</c:v>
                      </c:pt>
                      <c:pt idx="1998">
                        <c:v>40875</c:v>
                      </c:pt>
                      <c:pt idx="1999">
                        <c:v>40876</c:v>
                      </c:pt>
                      <c:pt idx="2000">
                        <c:v>40877</c:v>
                      </c:pt>
                      <c:pt idx="2001">
                        <c:v>40878</c:v>
                      </c:pt>
                      <c:pt idx="2002">
                        <c:v>40879</c:v>
                      </c:pt>
                      <c:pt idx="2003">
                        <c:v>40882</c:v>
                      </c:pt>
                      <c:pt idx="2004">
                        <c:v>40883</c:v>
                      </c:pt>
                      <c:pt idx="2005">
                        <c:v>40884</c:v>
                      </c:pt>
                      <c:pt idx="2006">
                        <c:v>40885</c:v>
                      </c:pt>
                      <c:pt idx="2007">
                        <c:v>40886</c:v>
                      </c:pt>
                      <c:pt idx="2008">
                        <c:v>40889</c:v>
                      </c:pt>
                      <c:pt idx="2009">
                        <c:v>40890</c:v>
                      </c:pt>
                      <c:pt idx="2010">
                        <c:v>40891</c:v>
                      </c:pt>
                      <c:pt idx="2011">
                        <c:v>40892</c:v>
                      </c:pt>
                      <c:pt idx="2012">
                        <c:v>40893</c:v>
                      </c:pt>
                      <c:pt idx="2013">
                        <c:v>40896</c:v>
                      </c:pt>
                      <c:pt idx="2014">
                        <c:v>40897</c:v>
                      </c:pt>
                      <c:pt idx="2015">
                        <c:v>40898</c:v>
                      </c:pt>
                      <c:pt idx="2016">
                        <c:v>40899</c:v>
                      </c:pt>
                      <c:pt idx="2017">
                        <c:v>40900</c:v>
                      </c:pt>
                      <c:pt idx="2018">
                        <c:v>40903</c:v>
                      </c:pt>
                      <c:pt idx="2019">
                        <c:v>40904</c:v>
                      </c:pt>
                      <c:pt idx="2020">
                        <c:v>40905</c:v>
                      </c:pt>
                      <c:pt idx="2021">
                        <c:v>40906</c:v>
                      </c:pt>
                      <c:pt idx="2022">
                        <c:v>40907</c:v>
                      </c:pt>
                      <c:pt idx="2023">
                        <c:v>40910</c:v>
                      </c:pt>
                      <c:pt idx="2024">
                        <c:v>40911</c:v>
                      </c:pt>
                      <c:pt idx="2025">
                        <c:v>40912</c:v>
                      </c:pt>
                      <c:pt idx="2026">
                        <c:v>40913</c:v>
                      </c:pt>
                      <c:pt idx="2027">
                        <c:v>40914</c:v>
                      </c:pt>
                      <c:pt idx="2028">
                        <c:v>40917</c:v>
                      </c:pt>
                      <c:pt idx="2029">
                        <c:v>40918</c:v>
                      </c:pt>
                      <c:pt idx="2030">
                        <c:v>40919</c:v>
                      </c:pt>
                      <c:pt idx="2031">
                        <c:v>40920</c:v>
                      </c:pt>
                      <c:pt idx="2032">
                        <c:v>40921</c:v>
                      </c:pt>
                      <c:pt idx="2033">
                        <c:v>40924</c:v>
                      </c:pt>
                      <c:pt idx="2034">
                        <c:v>40925</c:v>
                      </c:pt>
                      <c:pt idx="2035">
                        <c:v>40926</c:v>
                      </c:pt>
                      <c:pt idx="2036">
                        <c:v>40927</c:v>
                      </c:pt>
                      <c:pt idx="2037">
                        <c:v>40928</c:v>
                      </c:pt>
                      <c:pt idx="2038">
                        <c:v>40931</c:v>
                      </c:pt>
                      <c:pt idx="2039">
                        <c:v>40932</c:v>
                      </c:pt>
                      <c:pt idx="2040">
                        <c:v>40933</c:v>
                      </c:pt>
                      <c:pt idx="2041">
                        <c:v>40934</c:v>
                      </c:pt>
                      <c:pt idx="2042">
                        <c:v>40935</c:v>
                      </c:pt>
                      <c:pt idx="2043">
                        <c:v>40938</c:v>
                      </c:pt>
                      <c:pt idx="2044">
                        <c:v>40939</c:v>
                      </c:pt>
                      <c:pt idx="2045">
                        <c:v>40940</c:v>
                      </c:pt>
                      <c:pt idx="2046">
                        <c:v>40941</c:v>
                      </c:pt>
                      <c:pt idx="2047">
                        <c:v>40942</c:v>
                      </c:pt>
                      <c:pt idx="2048">
                        <c:v>40945</c:v>
                      </c:pt>
                      <c:pt idx="2049">
                        <c:v>40946</c:v>
                      </c:pt>
                      <c:pt idx="2050">
                        <c:v>40947</c:v>
                      </c:pt>
                      <c:pt idx="2051">
                        <c:v>40948</c:v>
                      </c:pt>
                      <c:pt idx="2052">
                        <c:v>40949</c:v>
                      </c:pt>
                      <c:pt idx="2053">
                        <c:v>40952</c:v>
                      </c:pt>
                      <c:pt idx="2054">
                        <c:v>40953</c:v>
                      </c:pt>
                      <c:pt idx="2055">
                        <c:v>40954</c:v>
                      </c:pt>
                      <c:pt idx="2056">
                        <c:v>40955</c:v>
                      </c:pt>
                      <c:pt idx="2057">
                        <c:v>40956</c:v>
                      </c:pt>
                      <c:pt idx="2058">
                        <c:v>40959</c:v>
                      </c:pt>
                      <c:pt idx="2059">
                        <c:v>40960</c:v>
                      </c:pt>
                      <c:pt idx="2060">
                        <c:v>40961</c:v>
                      </c:pt>
                      <c:pt idx="2061">
                        <c:v>40962</c:v>
                      </c:pt>
                      <c:pt idx="2062">
                        <c:v>40963</c:v>
                      </c:pt>
                      <c:pt idx="2063">
                        <c:v>40966</c:v>
                      </c:pt>
                      <c:pt idx="2064">
                        <c:v>40967</c:v>
                      </c:pt>
                      <c:pt idx="2065">
                        <c:v>40968</c:v>
                      </c:pt>
                      <c:pt idx="2066">
                        <c:v>40969</c:v>
                      </c:pt>
                      <c:pt idx="2067">
                        <c:v>40970</c:v>
                      </c:pt>
                      <c:pt idx="2068">
                        <c:v>40973</c:v>
                      </c:pt>
                      <c:pt idx="2069">
                        <c:v>40974</c:v>
                      </c:pt>
                      <c:pt idx="2070">
                        <c:v>40975</c:v>
                      </c:pt>
                      <c:pt idx="2071">
                        <c:v>40976</c:v>
                      </c:pt>
                      <c:pt idx="2072">
                        <c:v>40977</c:v>
                      </c:pt>
                      <c:pt idx="2073">
                        <c:v>40980</c:v>
                      </c:pt>
                      <c:pt idx="2074">
                        <c:v>40981</c:v>
                      </c:pt>
                      <c:pt idx="2075">
                        <c:v>40982</c:v>
                      </c:pt>
                      <c:pt idx="2076">
                        <c:v>40983</c:v>
                      </c:pt>
                      <c:pt idx="2077">
                        <c:v>40984</c:v>
                      </c:pt>
                      <c:pt idx="2078">
                        <c:v>40987</c:v>
                      </c:pt>
                      <c:pt idx="2079">
                        <c:v>40988</c:v>
                      </c:pt>
                      <c:pt idx="2080">
                        <c:v>40989</c:v>
                      </c:pt>
                      <c:pt idx="2081">
                        <c:v>40990</c:v>
                      </c:pt>
                      <c:pt idx="2082">
                        <c:v>40991</c:v>
                      </c:pt>
                      <c:pt idx="2083">
                        <c:v>40994</c:v>
                      </c:pt>
                      <c:pt idx="2084">
                        <c:v>40995</c:v>
                      </c:pt>
                      <c:pt idx="2085">
                        <c:v>40996</c:v>
                      </c:pt>
                      <c:pt idx="2086">
                        <c:v>40997</c:v>
                      </c:pt>
                      <c:pt idx="2087">
                        <c:v>40998</c:v>
                      </c:pt>
                      <c:pt idx="2088">
                        <c:v>41001</c:v>
                      </c:pt>
                      <c:pt idx="2089">
                        <c:v>41002</c:v>
                      </c:pt>
                      <c:pt idx="2090">
                        <c:v>41003</c:v>
                      </c:pt>
                      <c:pt idx="2091">
                        <c:v>41004</c:v>
                      </c:pt>
                      <c:pt idx="2092">
                        <c:v>41005</c:v>
                      </c:pt>
                      <c:pt idx="2093">
                        <c:v>41008</c:v>
                      </c:pt>
                      <c:pt idx="2094">
                        <c:v>41009</c:v>
                      </c:pt>
                      <c:pt idx="2095">
                        <c:v>41010</c:v>
                      </c:pt>
                      <c:pt idx="2096">
                        <c:v>41011</c:v>
                      </c:pt>
                      <c:pt idx="2097">
                        <c:v>41012</c:v>
                      </c:pt>
                      <c:pt idx="2098">
                        <c:v>41015</c:v>
                      </c:pt>
                      <c:pt idx="2099">
                        <c:v>41016</c:v>
                      </c:pt>
                      <c:pt idx="2100">
                        <c:v>41017</c:v>
                      </c:pt>
                      <c:pt idx="2101">
                        <c:v>41018</c:v>
                      </c:pt>
                      <c:pt idx="2102">
                        <c:v>41019</c:v>
                      </c:pt>
                      <c:pt idx="2103">
                        <c:v>41022</c:v>
                      </c:pt>
                      <c:pt idx="2104">
                        <c:v>41023</c:v>
                      </c:pt>
                      <c:pt idx="2105">
                        <c:v>41024</c:v>
                      </c:pt>
                      <c:pt idx="2106">
                        <c:v>41025</c:v>
                      </c:pt>
                      <c:pt idx="2107">
                        <c:v>41026</c:v>
                      </c:pt>
                      <c:pt idx="2108">
                        <c:v>41029</c:v>
                      </c:pt>
                      <c:pt idx="2109">
                        <c:v>41030</c:v>
                      </c:pt>
                      <c:pt idx="2110">
                        <c:v>41031</c:v>
                      </c:pt>
                      <c:pt idx="2111">
                        <c:v>41032</c:v>
                      </c:pt>
                      <c:pt idx="2112">
                        <c:v>41033</c:v>
                      </c:pt>
                      <c:pt idx="2113">
                        <c:v>41036</c:v>
                      </c:pt>
                      <c:pt idx="2114">
                        <c:v>41037</c:v>
                      </c:pt>
                      <c:pt idx="2115">
                        <c:v>41038</c:v>
                      </c:pt>
                      <c:pt idx="2116">
                        <c:v>41039</c:v>
                      </c:pt>
                      <c:pt idx="2117">
                        <c:v>41040</c:v>
                      </c:pt>
                      <c:pt idx="2118">
                        <c:v>41043</c:v>
                      </c:pt>
                      <c:pt idx="2119">
                        <c:v>41044</c:v>
                      </c:pt>
                      <c:pt idx="2120">
                        <c:v>41045</c:v>
                      </c:pt>
                      <c:pt idx="2121">
                        <c:v>41046</c:v>
                      </c:pt>
                      <c:pt idx="2122">
                        <c:v>41047</c:v>
                      </c:pt>
                      <c:pt idx="2123">
                        <c:v>41050</c:v>
                      </c:pt>
                      <c:pt idx="2124">
                        <c:v>41051</c:v>
                      </c:pt>
                      <c:pt idx="2125">
                        <c:v>41052</c:v>
                      </c:pt>
                      <c:pt idx="2126">
                        <c:v>41053</c:v>
                      </c:pt>
                      <c:pt idx="2127">
                        <c:v>41054</c:v>
                      </c:pt>
                      <c:pt idx="2128">
                        <c:v>41057</c:v>
                      </c:pt>
                      <c:pt idx="2129">
                        <c:v>41058</c:v>
                      </c:pt>
                      <c:pt idx="2130">
                        <c:v>41059</c:v>
                      </c:pt>
                      <c:pt idx="2131">
                        <c:v>41060</c:v>
                      </c:pt>
                      <c:pt idx="2132">
                        <c:v>41061</c:v>
                      </c:pt>
                      <c:pt idx="2133">
                        <c:v>41064</c:v>
                      </c:pt>
                      <c:pt idx="2134">
                        <c:v>41065</c:v>
                      </c:pt>
                      <c:pt idx="2135">
                        <c:v>41066</c:v>
                      </c:pt>
                      <c:pt idx="2136">
                        <c:v>41067</c:v>
                      </c:pt>
                      <c:pt idx="2137">
                        <c:v>41068</c:v>
                      </c:pt>
                      <c:pt idx="2138">
                        <c:v>41071</c:v>
                      </c:pt>
                      <c:pt idx="2139">
                        <c:v>41072</c:v>
                      </c:pt>
                      <c:pt idx="2140">
                        <c:v>41073</c:v>
                      </c:pt>
                      <c:pt idx="2141">
                        <c:v>41074</c:v>
                      </c:pt>
                      <c:pt idx="2142">
                        <c:v>41075</c:v>
                      </c:pt>
                      <c:pt idx="2143">
                        <c:v>41078</c:v>
                      </c:pt>
                      <c:pt idx="2144">
                        <c:v>41079</c:v>
                      </c:pt>
                      <c:pt idx="2145">
                        <c:v>41080</c:v>
                      </c:pt>
                      <c:pt idx="2146">
                        <c:v>41081</c:v>
                      </c:pt>
                      <c:pt idx="2147">
                        <c:v>41082</c:v>
                      </c:pt>
                      <c:pt idx="2148">
                        <c:v>41085</c:v>
                      </c:pt>
                      <c:pt idx="2149">
                        <c:v>41086</c:v>
                      </c:pt>
                      <c:pt idx="2150">
                        <c:v>41087</c:v>
                      </c:pt>
                      <c:pt idx="2151">
                        <c:v>41088</c:v>
                      </c:pt>
                      <c:pt idx="2152">
                        <c:v>41089</c:v>
                      </c:pt>
                      <c:pt idx="2153">
                        <c:v>41092</c:v>
                      </c:pt>
                      <c:pt idx="2154">
                        <c:v>41093</c:v>
                      </c:pt>
                      <c:pt idx="2155">
                        <c:v>41094</c:v>
                      </c:pt>
                      <c:pt idx="2156">
                        <c:v>41095</c:v>
                      </c:pt>
                      <c:pt idx="2157">
                        <c:v>41096</c:v>
                      </c:pt>
                      <c:pt idx="2158">
                        <c:v>41099</c:v>
                      </c:pt>
                      <c:pt idx="2159">
                        <c:v>41100</c:v>
                      </c:pt>
                      <c:pt idx="2160">
                        <c:v>41101</c:v>
                      </c:pt>
                      <c:pt idx="2161">
                        <c:v>41102</c:v>
                      </c:pt>
                      <c:pt idx="2162">
                        <c:v>41103</c:v>
                      </c:pt>
                      <c:pt idx="2163">
                        <c:v>41106</c:v>
                      </c:pt>
                      <c:pt idx="2164">
                        <c:v>41107</c:v>
                      </c:pt>
                      <c:pt idx="2165">
                        <c:v>41108</c:v>
                      </c:pt>
                      <c:pt idx="2166">
                        <c:v>41109</c:v>
                      </c:pt>
                      <c:pt idx="2167">
                        <c:v>41110</c:v>
                      </c:pt>
                      <c:pt idx="2168">
                        <c:v>41113</c:v>
                      </c:pt>
                      <c:pt idx="2169">
                        <c:v>41114</c:v>
                      </c:pt>
                      <c:pt idx="2170">
                        <c:v>41115</c:v>
                      </c:pt>
                      <c:pt idx="2171">
                        <c:v>41116</c:v>
                      </c:pt>
                      <c:pt idx="2172">
                        <c:v>41117</c:v>
                      </c:pt>
                      <c:pt idx="2173">
                        <c:v>41120</c:v>
                      </c:pt>
                      <c:pt idx="2174">
                        <c:v>41121</c:v>
                      </c:pt>
                      <c:pt idx="2175">
                        <c:v>41122</c:v>
                      </c:pt>
                      <c:pt idx="2176">
                        <c:v>41123</c:v>
                      </c:pt>
                      <c:pt idx="2177">
                        <c:v>41124</c:v>
                      </c:pt>
                      <c:pt idx="2178">
                        <c:v>41127</c:v>
                      </c:pt>
                      <c:pt idx="2179">
                        <c:v>41128</c:v>
                      </c:pt>
                      <c:pt idx="2180">
                        <c:v>41129</c:v>
                      </c:pt>
                      <c:pt idx="2181">
                        <c:v>41130</c:v>
                      </c:pt>
                      <c:pt idx="2182">
                        <c:v>41131</c:v>
                      </c:pt>
                      <c:pt idx="2183">
                        <c:v>41134</c:v>
                      </c:pt>
                      <c:pt idx="2184">
                        <c:v>41135</c:v>
                      </c:pt>
                      <c:pt idx="2185">
                        <c:v>41136</c:v>
                      </c:pt>
                      <c:pt idx="2186">
                        <c:v>41137</c:v>
                      </c:pt>
                      <c:pt idx="2187">
                        <c:v>41138</c:v>
                      </c:pt>
                      <c:pt idx="2188">
                        <c:v>41141</c:v>
                      </c:pt>
                      <c:pt idx="2189">
                        <c:v>41142</c:v>
                      </c:pt>
                      <c:pt idx="2190">
                        <c:v>41143</c:v>
                      </c:pt>
                      <c:pt idx="2191">
                        <c:v>41144</c:v>
                      </c:pt>
                      <c:pt idx="2192">
                        <c:v>41145</c:v>
                      </c:pt>
                      <c:pt idx="2193">
                        <c:v>41148</c:v>
                      </c:pt>
                      <c:pt idx="2194">
                        <c:v>41149</c:v>
                      </c:pt>
                      <c:pt idx="2195">
                        <c:v>41150</c:v>
                      </c:pt>
                      <c:pt idx="2196">
                        <c:v>41151</c:v>
                      </c:pt>
                      <c:pt idx="2197">
                        <c:v>41152</c:v>
                      </c:pt>
                      <c:pt idx="2198">
                        <c:v>41155</c:v>
                      </c:pt>
                      <c:pt idx="2199">
                        <c:v>41156</c:v>
                      </c:pt>
                      <c:pt idx="2200">
                        <c:v>41157</c:v>
                      </c:pt>
                      <c:pt idx="2201">
                        <c:v>41158</c:v>
                      </c:pt>
                      <c:pt idx="2202">
                        <c:v>41159</c:v>
                      </c:pt>
                      <c:pt idx="2203">
                        <c:v>41162</c:v>
                      </c:pt>
                      <c:pt idx="2204">
                        <c:v>41163</c:v>
                      </c:pt>
                      <c:pt idx="2205">
                        <c:v>41164</c:v>
                      </c:pt>
                      <c:pt idx="2206">
                        <c:v>41165</c:v>
                      </c:pt>
                      <c:pt idx="2207">
                        <c:v>41166</c:v>
                      </c:pt>
                      <c:pt idx="2208">
                        <c:v>41169</c:v>
                      </c:pt>
                      <c:pt idx="2209">
                        <c:v>41170</c:v>
                      </c:pt>
                      <c:pt idx="2210">
                        <c:v>41171</c:v>
                      </c:pt>
                      <c:pt idx="2211">
                        <c:v>41172</c:v>
                      </c:pt>
                      <c:pt idx="2212">
                        <c:v>41173</c:v>
                      </c:pt>
                      <c:pt idx="2213">
                        <c:v>41176</c:v>
                      </c:pt>
                      <c:pt idx="2214">
                        <c:v>41177</c:v>
                      </c:pt>
                      <c:pt idx="2215">
                        <c:v>41178</c:v>
                      </c:pt>
                      <c:pt idx="2216">
                        <c:v>41179</c:v>
                      </c:pt>
                      <c:pt idx="2217">
                        <c:v>41180</c:v>
                      </c:pt>
                      <c:pt idx="2218">
                        <c:v>41183</c:v>
                      </c:pt>
                      <c:pt idx="2219">
                        <c:v>41184</c:v>
                      </c:pt>
                      <c:pt idx="2220">
                        <c:v>41185</c:v>
                      </c:pt>
                      <c:pt idx="2221">
                        <c:v>41186</c:v>
                      </c:pt>
                      <c:pt idx="2222">
                        <c:v>41187</c:v>
                      </c:pt>
                      <c:pt idx="2223">
                        <c:v>41190</c:v>
                      </c:pt>
                      <c:pt idx="2224">
                        <c:v>41191</c:v>
                      </c:pt>
                      <c:pt idx="2225">
                        <c:v>41192</c:v>
                      </c:pt>
                      <c:pt idx="2226">
                        <c:v>41193</c:v>
                      </c:pt>
                      <c:pt idx="2227">
                        <c:v>41194</c:v>
                      </c:pt>
                      <c:pt idx="2228">
                        <c:v>41197</c:v>
                      </c:pt>
                      <c:pt idx="2229">
                        <c:v>41198</c:v>
                      </c:pt>
                      <c:pt idx="2230">
                        <c:v>41199</c:v>
                      </c:pt>
                      <c:pt idx="2231">
                        <c:v>41200</c:v>
                      </c:pt>
                      <c:pt idx="2232">
                        <c:v>41201</c:v>
                      </c:pt>
                      <c:pt idx="2233">
                        <c:v>41204</c:v>
                      </c:pt>
                      <c:pt idx="2234">
                        <c:v>41205</c:v>
                      </c:pt>
                      <c:pt idx="2235">
                        <c:v>41206</c:v>
                      </c:pt>
                      <c:pt idx="2236">
                        <c:v>41207</c:v>
                      </c:pt>
                      <c:pt idx="2237">
                        <c:v>41208</c:v>
                      </c:pt>
                      <c:pt idx="2238">
                        <c:v>41211</c:v>
                      </c:pt>
                      <c:pt idx="2239">
                        <c:v>41212</c:v>
                      </c:pt>
                      <c:pt idx="2240">
                        <c:v>41213</c:v>
                      </c:pt>
                      <c:pt idx="2241">
                        <c:v>41214</c:v>
                      </c:pt>
                      <c:pt idx="2242">
                        <c:v>41215</c:v>
                      </c:pt>
                      <c:pt idx="2243">
                        <c:v>41218</c:v>
                      </c:pt>
                      <c:pt idx="2244">
                        <c:v>41219</c:v>
                      </c:pt>
                      <c:pt idx="2245">
                        <c:v>41220</c:v>
                      </c:pt>
                      <c:pt idx="2246">
                        <c:v>41221</c:v>
                      </c:pt>
                      <c:pt idx="2247">
                        <c:v>41222</c:v>
                      </c:pt>
                      <c:pt idx="2248">
                        <c:v>41225</c:v>
                      </c:pt>
                      <c:pt idx="2249">
                        <c:v>41226</c:v>
                      </c:pt>
                      <c:pt idx="2250">
                        <c:v>41227</c:v>
                      </c:pt>
                      <c:pt idx="2251">
                        <c:v>41228</c:v>
                      </c:pt>
                      <c:pt idx="2252">
                        <c:v>41229</c:v>
                      </c:pt>
                      <c:pt idx="2253">
                        <c:v>41232</c:v>
                      </c:pt>
                      <c:pt idx="2254">
                        <c:v>41233</c:v>
                      </c:pt>
                      <c:pt idx="2255">
                        <c:v>41234</c:v>
                      </c:pt>
                      <c:pt idx="2256">
                        <c:v>41235</c:v>
                      </c:pt>
                      <c:pt idx="2257">
                        <c:v>41236</c:v>
                      </c:pt>
                      <c:pt idx="2258">
                        <c:v>41239</c:v>
                      </c:pt>
                      <c:pt idx="2259">
                        <c:v>41240</c:v>
                      </c:pt>
                      <c:pt idx="2260">
                        <c:v>41241</c:v>
                      </c:pt>
                      <c:pt idx="2261">
                        <c:v>41242</c:v>
                      </c:pt>
                      <c:pt idx="2262">
                        <c:v>41243</c:v>
                      </c:pt>
                      <c:pt idx="2263">
                        <c:v>41246</c:v>
                      </c:pt>
                      <c:pt idx="2264">
                        <c:v>41247</c:v>
                      </c:pt>
                      <c:pt idx="2265">
                        <c:v>41248</c:v>
                      </c:pt>
                      <c:pt idx="2266">
                        <c:v>41249</c:v>
                      </c:pt>
                      <c:pt idx="2267">
                        <c:v>41250</c:v>
                      </c:pt>
                      <c:pt idx="2268">
                        <c:v>41253</c:v>
                      </c:pt>
                      <c:pt idx="2269">
                        <c:v>41254</c:v>
                      </c:pt>
                      <c:pt idx="2270">
                        <c:v>41255</c:v>
                      </c:pt>
                      <c:pt idx="2271">
                        <c:v>41256</c:v>
                      </c:pt>
                      <c:pt idx="2272">
                        <c:v>41257</c:v>
                      </c:pt>
                      <c:pt idx="2273">
                        <c:v>41260</c:v>
                      </c:pt>
                      <c:pt idx="2274">
                        <c:v>41261</c:v>
                      </c:pt>
                      <c:pt idx="2275">
                        <c:v>41262</c:v>
                      </c:pt>
                      <c:pt idx="2276">
                        <c:v>41263</c:v>
                      </c:pt>
                      <c:pt idx="2277">
                        <c:v>41264</c:v>
                      </c:pt>
                      <c:pt idx="2278">
                        <c:v>41267</c:v>
                      </c:pt>
                      <c:pt idx="2279">
                        <c:v>41268</c:v>
                      </c:pt>
                      <c:pt idx="2280">
                        <c:v>41269</c:v>
                      </c:pt>
                      <c:pt idx="2281">
                        <c:v>41270</c:v>
                      </c:pt>
                      <c:pt idx="2282">
                        <c:v>41271</c:v>
                      </c:pt>
                      <c:pt idx="2283">
                        <c:v>41274</c:v>
                      </c:pt>
                      <c:pt idx="2284">
                        <c:v>41275</c:v>
                      </c:pt>
                      <c:pt idx="2285">
                        <c:v>41276</c:v>
                      </c:pt>
                      <c:pt idx="2286">
                        <c:v>41277</c:v>
                      </c:pt>
                      <c:pt idx="2287">
                        <c:v>41278</c:v>
                      </c:pt>
                      <c:pt idx="2288">
                        <c:v>41281</c:v>
                      </c:pt>
                      <c:pt idx="2289">
                        <c:v>41282</c:v>
                      </c:pt>
                      <c:pt idx="2290">
                        <c:v>41283</c:v>
                      </c:pt>
                      <c:pt idx="2291">
                        <c:v>41284</c:v>
                      </c:pt>
                      <c:pt idx="2292">
                        <c:v>41285</c:v>
                      </c:pt>
                      <c:pt idx="2293">
                        <c:v>41288</c:v>
                      </c:pt>
                      <c:pt idx="2294">
                        <c:v>41289</c:v>
                      </c:pt>
                      <c:pt idx="2295">
                        <c:v>41290</c:v>
                      </c:pt>
                      <c:pt idx="2296">
                        <c:v>41291</c:v>
                      </c:pt>
                      <c:pt idx="2297">
                        <c:v>41292</c:v>
                      </c:pt>
                      <c:pt idx="2298">
                        <c:v>41295</c:v>
                      </c:pt>
                      <c:pt idx="2299">
                        <c:v>41296</c:v>
                      </c:pt>
                      <c:pt idx="2300">
                        <c:v>41297</c:v>
                      </c:pt>
                      <c:pt idx="2301">
                        <c:v>41298</c:v>
                      </c:pt>
                      <c:pt idx="2302">
                        <c:v>41299</c:v>
                      </c:pt>
                      <c:pt idx="2303">
                        <c:v>41302</c:v>
                      </c:pt>
                      <c:pt idx="2304">
                        <c:v>41303</c:v>
                      </c:pt>
                      <c:pt idx="2305">
                        <c:v>41304</c:v>
                      </c:pt>
                      <c:pt idx="2306">
                        <c:v>41305</c:v>
                      </c:pt>
                      <c:pt idx="2307">
                        <c:v>41306</c:v>
                      </c:pt>
                      <c:pt idx="2308">
                        <c:v>41309</c:v>
                      </c:pt>
                      <c:pt idx="2309">
                        <c:v>41310</c:v>
                      </c:pt>
                      <c:pt idx="2310">
                        <c:v>41311</c:v>
                      </c:pt>
                      <c:pt idx="2311">
                        <c:v>41312</c:v>
                      </c:pt>
                      <c:pt idx="2312">
                        <c:v>41313</c:v>
                      </c:pt>
                      <c:pt idx="2313">
                        <c:v>41316</c:v>
                      </c:pt>
                      <c:pt idx="2314">
                        <c:v>41317</c:v>
                      </c:pt>
                      <c:pt idx="2315">
                        <c:v>41318</c:v>
                      </c:pt>
                      <c:pt idx="2316">
                        <c:v>41319</c:v>
                      </c:pt>
                      <c:pt idx="2317">
                        <c:v>41320</c:v>
                      </c:pt>
                      <c:pt idx="2318">
                        <c:v>41323</c:v>
                      </c:pt>
                      <c:pt idx="2319">
                        <c:v>41324</c:v>
                      </c:pt>
                      <c:pt idx="2320">
                        <c:v>41325</c:v>
                      </c:pt>
                      <c:pt idx="2321">
                        <c:v>41326</c:v>
                      </c:pt>
                      <c:pt idx="2322">
                        <c:v>41327</c:v>
                      </c:pt>
                      <c:pt idx="2323">
                        <c:v>41330</c:v>
                      </c:pt>
                      <c:pt idx="2324">
                        <c:v>41331</c:v>
                      </c:pt>
                      <c:pt idx="2325">
                        <c:v>41332</c:v>
                      </c:pt>
                      <c:pt idx="2326">
                        <c:v>41333</c:v>
                      </c:pt>
                      <c:pt idx="2327">
                        <c:v>41334</c:v>
                      </c:pt>
                      <c:pt idx="2328">
                        <c:v>41337</c:v>
                      </c:pt>
                      <c:pt idx="2329">
                        <c:v>41338</c:v>
                      </c:pt>
                      <c:pt idx="2330">
                        <c:v>41339</c:v>
                      </c:pt>
                      <c:pt idx="2331">
                        <c:v>41340</c:v>
                      </c:pt>
                      <c:pt idx="2332">
                        <c:v>41341</c:v>
                      </c:pt>
                      <c:pt idx="2333">
                        <c:v>41344</c:v>
                      </c:pt>
                      <c:pt idx="2334">
                        <c:v>41345</c:v>
                      </c:pt>
                      <c:pt idx="2335">
                        <c:v>41346</c:v>
                      </c:pt>
                      <c:pt idx="2336">
                        <c:v>41347</c:v>
                      </c:pt>
                      <c:pt idx="2337">
                        <c:v>41348</c:v>
                      </c:pt>
                      <c:pt idx="2338">
                        <c:v>41351</c:v>
                      </c:pt>
                      <c:pt idx="2339">
                        <c:v>41352</c:v>
                      </c:pt>
                      <c:pt idx="2340">
                        <c:v>41353</c:v>
                      </c:pt>
                      <c:pt idx="2341">
                        <c:v>41354</c:v>
                      </c:pt>
                      <c:pt idx="2342">
                        <c:v>41355</c:v>
                      </c:pt>
                      <c:pt idx="2343">
                        <c:v>41358</c:v>
                      </c:pt>
                      <c:pt idx="2344">
                        <c:v>41359</c:v>
                      </c:pt>
                      <c:pt idx="2345">
                        <c:v>41360</c:v>
                      </c:pt>
                      <c:pt idx="2346">
                        <c:v>41361</c:v>
                      </c:pt>
                      <c:pt idx="2347">
                        <c:v>41362</c:v>
                      </c:pt>
                      <c:pt idx="2348">
                        <c:v>41365</c:v>
                      </c:pt>
                      <c:pt idx="2349">
                        <c:v>41366</c:v>
                      </c:pt>
                      <c:pt idx="2350">
                        <c:v>41367</c:v>
                      </c:pt>
                      <c:pt idx="2351">
                        <c:v>41368</c:v>
                      </c:pt>
                      <c:pt idx="2352">
                        <c:v>41369</c:v>
                      </c:pt>
                      <c:pt idx="2353">
                        <c:v>41372</c:v>
                      </c:pt>
                      <c:pt idx="2354">
                        <c:v>41373</c:v>
                      </c:pt>
                      <c:pt idx="2355">
                        <c:v>41374</c:v>
                      </c:pt>
                      <c:pt idx="2356">
                        <c:v>41375</c:v>
                      </c:pt>
                      <c:pt idx="2357">
                        <c:v>41376</c:v>
                      </c:pt>
                      <c:pt idx="2358">
                        <c:v>41379</c:v>
                      </c:pt>
                      <c:pt idx="2359">
                        <c:v>41380</c:v>
                      </c:pt>
                      <c:pt idx="2360">
                        <c:v>41381</c:v>
                      </c:pt>
                      <c:pt idx="2361">
                        <c:v>41382</c:v>
                      </c:pt>
                      <c:pt idx="2362">
                        <c:v>41383</c:v>
                      </c:pt>
                      <c:pt idx="2363">
                        <c:v>41386</c:v>
                      </c:pt>
                      <c:pt idx="2364">
                        <c:v>41387</c:v>
                      </c:pt>
                      <c:pt idx="2365">
                        <c:v>41388</c:v>
                      </c:pt>
                      <c:pt idx="2366">
                        <c:v>41389</c:v>
                      </c:pt>
                      <c:pt idx="2367">
                        <c:v>41390</c:v>
                      </c:pt>
                      <c:pt idx="2368">
                        <c:v>41393</c:v>
                      </c:pt>
                      <c:pt idx="2369">
                        <c:v>41394</c:v>
                      </c:pt>
                      <c:pt idx="2370">
                        <c:v>41395</c:v>
                      </c:pt>
                      <c:pt idx="2371">
                        <c:v>41396</c:v>
                      </c:pt>
                      <c:pt idx="2372">
                        <c:v>41397</c:v>
                      </c:pt>
                      <c:pt idx="2373">
                        <c:v>41400</c:v>
                      </c:pt>
                      <c:pt idx="2374">
                        <c:v>41401</c:v>
                      </c:pt>
                      <c:pt idx="2375">
                        <c:v>41402</c:v>
                      </c:pt>
                      <c:pt idx="2376">
                        <c:v>41403</c:v>
                      </c:pt>
                      <c:pt idx="2377">
                        <c:v>41404</c:v>
                      </c:pt>
                      <c:pt idx="2378">
                        <c:v>41407</c:v>
                      </c:pt>
                      <c:pt idx="2379">
                        <c:v>41408</c:v>
                      </c:pt>
                      <c:pt idx="2380">
                        <c:v>41409</c:v>
                      </c:pt>
                      <c:pt idx="2381">
                        <c:v>41410</c:v>
                      </c:pt>
                      <c:pt idx="2382">
                        <c:v>41411</c:v>
                      </c:pt>
                      <c:pt idx="2383">
                        <c:v>41414</c:v>
                      </c:pt>
                      <c:pt idx="2384">
                        <c:v>41415</c:v>
                      </c:pt>
                      <c:pt idx="2385">
                        <c:v>41416</c:v>
                      </c:pt>
                      <c:pt idx="2386">
                        <c:v>41417</c:v>
                      </c:pt>
                      <c:pt idx="2387">
                        <c:v>41418</c:v>
                      </c:pt>
                      <c:pt idx="2388">
                        <c:v>41421</c:v>
                      </c:pt>
                      <c:pt idx="2389">
                        <c:v>41422</c:v>
                      </c:pt>
                      <c:pt idx="2390">
                        <c:v>41423</c:v>
                      </c:pt>
                      <c:pt idx="2391">
                        <c:v>41424</c:v>
                      </c:pt>
                      <c:pt idx="2392">
                        <c:v>41425</c:v>
                      </c:pt>
                      <c:pt idx="2393">
                        <c:v>41428</c:v>
                      </c:pt>
                      <c:pt idx="2394">
                        <c:v>41429</c:v>
                      </c:pt>
                      <c:pt idx="2395">
                        <c:v>41430</c:v>
                      </c:pt>
                      <c:pt idx="2396">
                        <c:v>41431</c:v>
                      </c:pt>
                      <c:pt idx="2397">
                        <c:v>41432</c:v>
                      </c:pt>
                      <c:pt idx="2398">
                        <c:v>41435</c:v>
                      </c:pt>
                      <c:pt idx="2399">
                        <c:v>41436</c:v>
                      </c:pt>
                      <c:pt idx="2400">
                        <c:v>41437</c:v>
                      </c:pt>
                      <c:pt idx="2401">
                        <c:v>41438</c:v>
                      </c:pt>
                      <c:pt idx="2402">
                        <c:v>41439</c:v>
                      </c:pt>
                      <c:pt idx="2403">
                        <c:v>41442</c:v>
                      </c:pt>
                      <c:pt idx="2404">
                        <c:v>41443</c:v>
                      </c:pt>
                      <c:pt idx="2405">
                        <c:v>41444</c:v>
                      </c:pt>
                      <c:pt idx="2406">
                        <c:v>41445</c:v>
                      </c:pt>
                      <c:pt idx="2407">
                        <c:v>41446</c:v>
                      </c:pt>
                      <c:pt idx="2408">
                        <c:v>41449</c:v>
                      </c:pt>
                      <c:pt idx="2409">
                        <c:v>41450</c:v>
                      </c:pt>
                      <c:pt idx="2410">
                        <c:v>41451</c:v>
                      </c:pt>
                      <c:pt idx="2411">
                        <c:v>41452</c:v>
                      </c:pt>
                      <c:pt idx="2412">
                        <c:v>41453</c:v>
                      </c:pt>
                      <c:pt idx="2413">
                        <c:v>41456</c:v>
                      </c:pt>
                      <c:pt idx="2414">
                        <c:v>41457</c:v>
                      </c:pt>
                      <c:pt idx="2415">
                        <c:v>41458</c:v>
                      </c:pt>
                      <c:pt idx="2416">
                        <c:v>41459</c:v>
                      </c:pt>
                      <c:pt idx="2417">
                        <c:v>41460</c:v>
                      </c:pt>
                      <c:pt idx="2418">
                        <c:v>41463</c:v>
                      </c:pt>
                      <c:pt idx="2419">
                        <c:v>41464</c:v>
                      </c:pt>
                      <c:pt idx="2420">
                        <c:v>41465</c:v>
                      </c:pt>
                      <c:pt idx="2421">
                        <c:v>41466</c:v>
                      </c:pt>
                      <c:pt idx="2422">
                        <c:v>41467</c:v>
                      </c:pt>
                      <c:pt idx="2423">
                        <c:v>41470</c:v>
                      </c:pt>
                      <c:pt idx="2424">
                        <c:v>41471</c:v>
                      </c:pt>
                      <c:pt idx="2425">
                        <c:v>41472</c:v>
                      </c:pt>
                      <c:pt idx="2426">
                        <c:v>41473</c:v>
                      </c:pt>
                      <c:pt idx="2427">
                        <c:v>41474</c:v>
                      </c:pt>
                      <c:pt idx="2428">
                        <c:v>41477</c:v>
                      </c:pt>
                      <c:pt idx="2429">
                        <c:v>41478</c:v>
                      </c:pt>
                      <c:pt idx="2430">
                        <c:v>41479</c:v>
                      </c:pt>
                      <c:pt idx="2431">
                        <c:v>41480</c:v>
                      </c:pt>
                      <c:pt idx="2432">
                        <c:v>41481</c:v>
                      </c:pt>
                      <c:pt idx="2433">
                        <c:v>41484</c:v>
                      </c:pt>
                      <c:pt idx="2434">
                        <c:v>41485</c:v>
                      </c:pt>
                      <c:pt idx="2435">
                        <c:v>41486</c:v>
                      </c:pt>
                      <c:pt idx="2436">
                        <c:v>41487</c:v>
                      </c:pt>
                      <c:pt idx="2437">
                        <c:v>41488</c:v>
                      </c:pt>
                      <c:pt idx="2438">
                        <c:v>41491</c:v>
                      </c:pt>
                      <c:pt idx="2439">
                        <c:v>41492</c:v>
                      </c:pt>
                      <c:pt idx="2440">
                        <c:v>41493</c:v>
                      </c:pt>
                      <c:pt idx="2441">
                        <c:v>41494</c:v>
                      </c:pt>
                      <c:pt idx="2442">
                        <c:v>41495</c:v>
                      </c:pt>
                      <c:pt idx="2443">
                        <c:v>41498</c:v>
                      </c:pt>
                      <c:pt idx="2444">
                        <c:v>41499</c:v>
                      </c:pt>
                      <c:pt idx="2445">
                        <c:v>41500</c:v>
                      </c:pt>
                      <c:pt idx="2446">
                        <c:v>41501</c:v>
                      </c:pt>
                      <c:pt idx="2447">
                        <c:v>41502</c:v>
                      </c:pt>
                      <c:pt idx="2448">
                        <c:v>41505</c:v>
                      </c:pt>
                      <c:pt idx="2449">
                        <c:v>41506</c:v>
                      </c:pt>
                      <c:pt idx="2450">
                        <c:v>41507</c:v>
                      </c:pt>
                      <c:pt idx="2451">
                        <c:v>41508</c:v>
                      </c:pt>
                      <c:pt idx="2452">
                        <c:v>41509</c:v>
                      </c:pt>
                      <c:pt idx="2453">
                        <c:v>41512</c:v>
                      </c:pt>
                      <c:pt idx="2454">
                        <c:v>41513</c:v>
                      </c:pt>
                      <c:pt idx="2455">
                        <c:v>41514</c:v>
                      </c:pt>
                      <c:pt idx="2456">
                        <c:v>41515</c:v>
                      </c:pt>
                      <c:pt idx="2457">
                        <c:v>41516</c:v>
                      </c:pt>
                      <c:pt idx="2458">
                        <c:v>41519</c:v>
                      </c:pt>
                      <c:pt idx="2459">
                        <c:v>41520</c:v>
                      </c:pt>
                      <c:pt idx="2460">
                        <c:v>41521</c:v>
                      </c:pt>
                      <c:pt idx="2461">
                        <c:v>41522</c:v>
                      </c:pt>
                      <c:pt idx="2462">
                        <c:v>41523</c:v>
                      </c:pt>
                      <c:pt idx="2463">
                        <c:v>41526</c:v>
                      </c:pt>
                      <c:pt idx="2464">
                        <c:v>41527</c:v>
                      </c:pt>
                      <c:pt idx="2465">
                        <c:v>41528</c:v>
                      </c:pt>
                      <c:pt idx="2466">
                        <c:v>41529</c:v>
                      </c:pt>
                      <c:pt idx="2467">
                        <c:v>41530</c:v>
                      </c:pt>
                      <c:pt idx="2468">
                        <c:v>41533</c:v>
                      </c:pt>
                      <c:pt idx="2469">
                        <c:v>41534</c:v>
                      </c:pt>
                      <c:pt idx="2470">
                        <c:v>41535</c:v>
                      </c:pt>
                      <c:pt idx="2471">
                        <c:v>41536</c:v>
                      </c:pt>
                      <c:pt idx="2472">
                        <c:v>41537</c:v>
                      </c:pt>
                      <c:pt idx="2473">
                        <c:v>41540</c:v>
                      </c:pt>
                      <c:pt idx="2474">
                        <c:v>41541</c:v>
                      </c:pt>
                      <c:pt idx="2475">
                        <c:v>41542</c:v>
                      </c:pt>
                      <c:pt idx="2476">
                        <c:v>41543</c:v>
                      </c:pt>
                      <c:pt idx="2477">
                        <c:v>41544</c:v>
                      </c:pt>
                      <c:pt idx="2478">
                        <c:v>41547</c:v>
                      </c:pt>
                      <c:pt idx="2479">
                        <c:v>41548</c:v>
                      </c:pt>
                      <c:pt idx="2480">
                        <c:v>41549</c:v>
                      </c:pt>
                      <c:pt idx="2481">
                        <c:v>41550</c:v>
                      </c:pt>
                      <c:pt idx="2482">
                        <c:v>41551</c:v>
                      </c:pt>
                      <c:pt idx="2483">
                        <c:v>41554</c:v>
                      </c:pt>
                      <c:pt idx="2484">
                        <c:v>41555</c:v>
                      </c:pt>
                      <c:pt idx="2485">
                        <c:v>41556</c:v>
                      </c:pt>
                      <c:pt idx="2486">
                        <c:v>41557</c:v>
                      </c:pt>
                      <c:pt idx="2487">
                        <c:v>41558</c:v>
                      </c:pt>
                      <c:pt idx="2488">
                        <c:v>41561</c:v>
                      </c:pt>
                      <c:pt idx="2489">
                        <c:v>41562</c:v>
                      </c:pt>
                      <c:pt idx="2490">
                        <c:v>41563</c:v>
                      </c:pt>
                      <c:pt idx="2491">
                        <c:v>41564</c:v>
                      </c:pt>
                      <c:pt idx="2492">
                        <c:v>41565</c:v>
                      </c:pt>
                      <c:pt idx="2493">
                        <c:v>41568</c:v>
                      </c:pt>
                      <c:pt idx="2494">
                        <c:v>41569</c:v>
                      </c:pt>
                      <c:pt idx="2495">
                        <c:v>41570</c:v>
                      </c:pt>
                      <c:pt idx="2496">
                        <c:v>41571</c:v>
                      </c:pt>
                      <c:pt idx="2497">
                        <c:v>41572</c:v>
                      </c:pt>
                      <c:pt idx="2498">
                        <c:v>41575</c:v>
                      </c:pt>
                      <c:pt idx="2499">
                        <c:v>41576</c:v>
                      </c:pt>
                      <c:pt idx="2500">
                        <c:v>41577</c:v>
                      </c:pt>
                      <c:pt idx="2501">
                        <c:v>41578</c:v>
                      </c:pt>
                      <c:pt idx="2502">
                        <c:v>41579</c:v>
                      </c:pt>
                      <c:pt idx="2503">
                        <c:v>41582</c:v>
                      </c:pt>
                      <c:pt idx="2504">
                        <c:v>41583</c:v>
                      </c:pt>
                      <c:pt idx="2505">
                        <c:v>41584</c:v>
                      </c:pt>
                      <c:pt idx="2506">
                        <c:v>41585</c:v>
                      </c:pt>
                      <c:pt idx="2507">
                        <c:v>41586</c:v>
                      </c:pt>
                      <c:pt idx="2508">
                        <c:v>41589</c:v>
                      </c:pt>
                      <c:pt idx="2509">
                        <c:v>41590</c:v>
                      </c:pt>
                      <c:pt idx="2510">
                        <c:v>41591</c:v>
                      </c:pt>
                      <c:pt idx="2511">
                        <c:v>41592</c:v>
                      </c:pt>
                      <c:pt idx="2512">
                        <c:v>41593</c:v>
                      </c:pt>
                      <c:pt idx="2513">
                        <c:v>41596</c:v>
                      </c:pt>
                      <c:pt idx="2514">
                        <c:v>41597</c:v>
                      </c:pt>
                      <c:pt idx="2515">
                        <c:v>41598</c:v>
                      </c:pt>
                      <c:pt idx="2516">
                        <c:v>41599</c:v>
                      </c:pt>
                      <c:pt idx="2517">
                        <c:v>41600</c:v>
                      </c:pt>
                      <c:pt idx="2518">
                        <c:v>41603</c:v>
                      </c:pt>
                      <c:pt idx="2519">
                        <c:v>41604</c:v>
                      </c:pt>
                      <c:pt idx="2520">
                        <c:v>41605</c:v>
                      </c:pt>
                      <c:pt idx="2521">
                        <c:v>41606</c:v>
                      </c:pt>
                      <c:pt idx="2522">
                        <c:v>41607</c:v>
                      </c:pt>
                      <c:pt idx="2523">
                        <c:v>41610</c:v>
                      </c:pt>
                      <c:pt idx="2524">
                        <c:v>41611</c:v>
                      </c:pt>
                      <c:pt idx="2525">
                        <c:v>41612</c:v>
                      </c:pt>
                      <c:pt idx="2526">
                        <c:v>41613</c:v>
                      </c:pt>
                      <c:pt idx="2527">
                        <c:v>41614</c:v>
                      </c:pt>
                      <c:pt idx="2528">
                        <c:v>41617</c:v>
                      </c:pt>
                      <c:pt idx="2529">
                        <c:v>41618</c:v>
                      </c:pt>
                      <c:pt idx="2530">
                        <c:v>41619</c:v>
                      </c:pt>
                      <c:pt idx="2531">
                        <c:v>41620</c:v>
                      </c:pt>
                      <c:pt idx="2532">
                        <c:v>41621</c:v>
                      </c:pt>
                      <c:pt idx="2533">
                        <c:v>41624</c:v>
                      </c:pt>
                      <c:pt idx="2534">
                        <c:v>41625</c:v>
                      </c:pt>
                      <c:pt idx="2535">
                        <c:v>41626</c:v>
                      </c:pt>
                      <c:pt idx="2536">
                        <c:v>41627</c:v>
                      </c:pt>
                      <c:pt idx="2537">
                        <c:v>41628</c:v>
                      </c:pt>
                      <c:pt idx="2538">
                        <c:v>41631</c:v>
                      </c:pt>
                      <c:pt idx="2539">
                        <c:v>41632</c:v>
                      </c:pt>
                      <c:pt idx="2540">
                        <c:v>41633</c:v>
                      </c:pt>
                      <c:pt idx="2541">
                        <c:v>41634</c:v>
                      </c:pt>
                      <c:pt idx="2542">
                        <c:v>41635</c:v>
                      </c:pt>
                      <c:pt idx="2543">
                        <c:v>41638</c:v>
                      </c:pt>
                      <c:pt idx="2544">
                        <c:v>41639</c:v>
                      </c:pt>
                      <c:pt idx="2545">
                        <c:v>41640</c:v>
                      </c:pt>
                      <c:pt idx="2546">
                        <c:v>41641</c:v>
                      </c:pt>
                      <c:pt idx="2547">
                        <c:v>41642</c:v>
                      </c:pt>
                      <c:pt idx="2548">
                        <c:v>41645</c:v>
                      </c:pt>
                      <c:pt idx="2549">
                        <c:v>41646</c:v>
                      </c:pt>
                      <c:pt idx="2550">
                        <c:v>41647</c:v>
                      </c:pt>
                      <c:pt idx="2551">
                        <c:v>41648</c:v>
                      </c:pt>
                      <c:pt idx="2552">
                        <c:v>41649</c:v>
                      </c:pt>
                      <c:pt idx="2553">
                        <c:v>41652</c:v>
                      </c:pt>
                      <c:pt idx="2554">
                        <c:v>41653</c:v>
                      </c:pt>
                      <c:pt idx="2555">
                        <c:v>41654</c:v>
                      </c:pt>
                      <c:pt idx="2556">
                        <c:v>41655</c:v>
                      </c:pt>
                      <c:pt idx="2557">
                        <c:v>41656</c:v>
                      </c:pt>
                      <c:pt idx="2558">
                        <c:v>41659</c:v>
                      </c:pt>
                      <c:pt idx="2559">
                        <c:v>41660</c:v>
                      </c:pt>
                      <c:pt idx="2560">
                        <c:v>41661</c:v>
                      </c:pt>
                      <c:pt idx="2561">
                        <c:v>41662</c:v>
                      </c:pt>
                      <c:pt idx="2562">
                        <c:v>41663</c:v>
                      </c:pt>
                      <c:pt idx="2563">
                        <c:v>41666</c:v>
                      </c:pt>
                      <c:pt idx="2564">
                        <c:v>41667</c:v>
                      </c:pt>
                      <c:pt idx="2565">
                        <c:v>41668</c:v>
                      </c:pt>
                      <c:pt idx="2566">
                        <c:v>41669</c:v>
                      </c:pt>
                      <c:pt idx="2567">
                        <c:v>41670</c:v>
                      </c:pt>
                      <c:pt idx="2568">
                        <c:v>41673</c:v>
                      </c:pt>
                      <c:pt idx="2569">
                        <c:v>41674</c:v>
                      </c:pt>
                      <c:pt idx="2570">
                        <c:v>41675</c:v>
                      </c:pt>
                      <c:pt idx="2571">
                        <c:v>41676</c:v>
                      </c:pt>
                      <c:pt idx="2572">
                        <c:v>41677</c:v>
                      </c:pt>
                      <c:pt idx="2573">
                        <c:v>41680</c:v>
                      </c:pt>
                      <c:pt idx="2574">
                        <c:v>41681</c:v>
                      </c:pt>
                      <c:pt idx="2575">
                        <c:v>41682</c:v>
                      </c:pt>
                      <c:pt idx="2576">
                        <c:v>41683</c:v>
                      </c:pt>
                      <c:pt idx="2577">
                        <c:v>41684</c:v>
                      </c:pt>
                      <c:pt idx="2578">
                        <c:v>41687</c:v>
                      </c:pt>
                      <c:pt idx="2579">
                        <c:v>41688</c:v>
                      </c:pt>
                      <c:pt idx="2580">
                        <c:v>41689</c:v>
                      </c:pt>
                      <c:pt idx="2581">
                        <c:v>41690</c:v>
                      </c:pt>
                      <c:pt idx="2582">
                        <c:v>41691</c:v>
                      </c:pt>
                      <c:pt idx="2583">
                        <c:v>41694</c:v>
                      </c:pt>
                      <c:pt idx="2584">
                        <c:v>41695</c:v>
                      </c:pt>
                      <c:pt idx="2585">
                        <c:v>41696</c:v>
                      </c:pt>
                      <c:pt idx="2586">
                        <c:v>41697</c:v>
                      </c:pt>
                      <c:pt idx="2587">
                        <c:v>41698</c:v>
                      </c:pt>
                      <c:pt idx="2588">
                        <c:v>41701</c:v>
                      </c:pt>
                      <c:pt idx="2589">
                        <c:v>41702</c:v>
                      </c:pt>
                      <c:pt idx="2590">
                        <c:v>41703</c:v>
                      </c:pt>
                      <c:pt idx="2591">
                        <c:v>41704</c:v>
                      </c:pt>
                      <c:pt idx="2592">
                        <c:v>41705</c:v>
                      </c:pt>
                      <c:pt idx="2593">
                        <c:v>41708</c:v>
                      </c:pt>
                      <c:pt idx="2594">
                        <c:v>41709</c:v>
                      </c:pt>
                      <c:pt idx="2595">
                        <c:v>41710</c:v>
                      </c:pt>
                      <c:pt idx="2596">
                        <c:v>41711</c:v>
                      </c:pt>
                      <c:pt idx="2597">
                        <c:v>41712</c:v>
                      </c:pt>
                      <c:pt idx="2598">
                        <c:v>41715</c:v>
                      </c:pt>
                      <c:pt idx="2599">
                        <c:v>41716</c:v>
                      </c:pt>
                      <c:pt idx="2600">
                        <c:v>41717</c:v>
                      </c:pt>
                      <c:pt idx="2601">
                        <c:v>41718</c:v>
                      </c:pt>
                      <c:pt idx="2602">
                        <c:v>41719</c:v>
                      </c:pt>
                      <c:pt idx="2603">
                        <c:v>41722</c:v>
                      </c:pt>
                      <c:pt idx="2604">
                        <c:v>41723</c:v>
                      </c:pt>
                      <c:pt idx="2605">
                        <c:v>41724</c:v>
                      </c:pt>
                      <c:pt idx="2606">
                        <c:v>41725</c:v>
                      </c:pt>
                      <c:pt idx="2607">
                        <c:v>41726</c:v>
                      </c:pt>
                      <c:pt idx="2608">
                        <c:v>41729</c:v>
                      </c:pt>
                      <c:pt idx="2609">
                        <c:v>41730</c:v>
                      </c:pt>
                      <c:pt idx="2610">
                        <c:v>41731</c:v>
                      </c:pt>
                      <c:pt idx="2611">
                        <c:v>41732</c:v>
                      </c:pt>
                      <c:pt idx="2612">
                        <c:v>41733</c:v>
                      </c:pt>
                      <c:pt idx="2613">
                        <c:v>41736</c:v>
                      </c:pt>
                      <c:pt idx="2614">
                        <c:v>41737</c:v>
                      </c:pt>
                      <c:pt idx="2615">
                        <c:v>41738</c:v>
                      </c:pt>
                      <c:pt idx="2616">
                        <c:v>41739</c:v>
                      </c:pt>
                      <c:pt idx="2617">
                        <c:v>41740</c:v>
                      </c:pt>
                      <c:pt idx="2618">
                        <c:v>41743</c:v>
                      </c:pt>
                      <c:pt idx="2619">
                        <c:v>41744</c:v>
                      </c:pt>
                      <c:pt idx="2620">
                        <c:v>41745</c:v>
                      </c:pt>
                      <c:pt idx="2621">
                        <c:v>41746</c:v>
                      </c:pt>
                      <c:pt idx="2622">
                        <c:v>41747</c:v>
                      </c:pt>
                      <c:pt idx="2623">
                        <c:v>41750</c:v>
                      </c:pt>
                      <c:pt idx="2624">
                        <c:v>41751</c:v>
                      </c:pt>
                      <c:pt idx="2625">
                        <c:v>41752</c:v>
                      </c:pt>
                      <c:pt idx="2626">
                        <c:v>41753</c:v>
                      </c:pt>
                      <c:pt idx="2627">
                        <c:v>41754</c:v>
                      </c:pt>
                      <c:pt idx="2628">
                        <c:v>41757</c:v>
                      </c:pt>
                      <c:pt idx="2629">
                        <c:v>41758</c:v>
                      </c:pt>
                      <c:pt idx="2630">
                        <c:v>41759</c:v>
                      </c:pt>
                      <c:pt idx="2631">
                        <c:v>41760</c:v>
                      </c:pt>
                      <c:pt idx="2632">
                        <c:v>41761</c:v>
                      </c:pt>
                      <c:pt idx="2633">
                        <c:v>41764</c:v>
                      </c:pt>
                      <c:pt idx="2634">
                        <c:v>41765</c:v>
                      </c:pt>
                      <c:pt idx="2635">
                        <c:v>41766</c:v>
                      </c:pt>
                      <c:pt idx="2636">
                        <c:v>41767</c:v>
                      </c:pt>
                      <c:pt idx="2637">
                        <c:v>41768</c:v>
                      </c:pt>
                      <c:pt idx="2638">
                        <c:v>41771</c:v>
                      </c:pt>
                      <c:pt idx="2639">
                        <c:v>41772</c:v>
                      </c:pt>
                      <c:pt idx="2640">
                        <c:v>41773</c:v>
                      </c:pt>
                      <c:pt idx="2641">
                        <c:v>41774</c:v>
                      </c:pt>
                      <c:pt idx="2642">
                        <c:v>41775</c:v>
                      </c:pt>
                      <c:pt idx="2643">
                        <c:v>41778</c:v>
                      </c:pt>
                      <c:pt idx="2644">
                        <c:v>41779</c:v>
                      </c:pt>
                      <c:pt idx="2645">
                        <c:v>41780</c:v>
                      </c:pt>
                      <c:pt idx="2646">
                        <c:v>41781</c:v>
                      </c:pt>
                      <c:pt idx="2647">
                        <c:v>41782</c:v>
                      </c:pt>
                      <c:pt idx="2648">
                        <c:v>41785</c:v>
                      </c:pt>
                      <c:pt idx="2649">
                        <c:v>41786</c:v>
                      </c:pt>
                      <c:pt idx="2650">
                        <c:v>41787</c:v>
                      </c:pt>
                      <c:pt idx="2651">
                        <c:v>41788</c:v>
                      </c:pt>
                      <c:pt idx="2652">
                        <c:v>41789</c:v>
                      </c:pt>
                      <c:pt idx="2653">
                        <c:v>41792</c:v>
                      </c:pt>
                      <c:pt idx="2654">
                        <c:v>41793</c:v>
                      </c:pt>
                      <c:pt idx="2655">
                        <c:v>41794</c:v>
                      </c:pt>
                      <c:pt idx="2656">
                        <c:v>41795</c:v>
                      </c:pt>
                      <c:pt idx="2657">
                        <c:v>41796</c:v>
                      </c:pt>
                      <c:pt idx="2658">
                        <c:v>41799</c:v>
                      </c:pt>
                      <c:pt idx="2659">
                        <c:v>41800</c:v>
                      </c:pt>
                      <c:pt idx="2660">
                        <c:v>41801</c:v>
                      </c:pt>
                      <c:pt idx="2661">
                        <c:v>41802</c:v>
                      </c:pt>
                      <c:pt idx="2662">
                        <c:v>41803</c:v>
                      </c:pt>
                      <c:pt idx="2663">
                        <c:v>41806</c:v>
                      </c:pt>
                      <c:pt idx="2664">
                        <c:v>41807</c:v>
                      </c:pt>
                      <c:pt idx="2665">
                        <c:v>41808</c:v>
                      </c:pt>
                      <c:pt idx="2666">
                        <c:v>41809</c:v>
                      </c:pt>
                      <c:pt idx="2667">
                        <c:v>41810</c:v>
                      </c:pt>
                      <c:pt idx="2668">
                        <c:v>41813</c:v>
                      </c:pt>
                      <c:pt idx="2669">
                        <c:v>41814</c:v>
                      </c:pt>
                      <c:pt idx="2670">
                        <c:v>41815</c:v>
                      </c:pt>
                      <c:pt idx="2671">
                        <c:v>41816</c:v>
                      </c:pt>
                      <c:pt idx="2672">
                        <c:v>41817</c:v>
                      </c:pt>
                      <c:pt idx="2673">
                        <c:v>41820</c:v>
                      </c:pt>
                      <c:pt idx="2674">
                        <c:v>41821</c:v>
                      </c:pt>
                      <c:pt idx="2675">
                        <c:v>41822</c:v>
                      </c:pt>
                      <c:pt idx="2676">
                        <c:v>41823</c:v>
                      </c:pt>
                      <c:pt idx="2677">
                        <c:v>41824</c:v>
                      </c:pt>
                      <c:pt idx="2678">
                        <c:v>41827</c:v>
                      </c:pt>
                      <c:pt idx="2679">
                        <c:v>41828</c:v>
                      </c:pt>
                      <c:pt idx="2680">
                        <c:v>41829</c:v>
                      </c:pt>
                      <c:pt idx="2681">
                        <c:v>41830</c:v>
                      </c:pt>
                      <c:pt idx="2682">
                        <c:v>41831</c:v>
                      </c:pt>
                      <c:pt idx="2683">
                        <c:v>41834</c:v>
                      </c:pt>
                      <c:pt idx="2684">
                        <c:v>41835</c:v>
                      </c:pt>
                      <c:pt idx="2685">
                        <c:v>41836</c:v>
                      </c:pt>
                      <c:pt idx="2686">
                        <c:v>41837</c:v>
                      </c:pt>
                      <c:pt idx="2687">
                        <c:v>41838</c:v>
                      </c:pt>
                      <c:pt idx="2688">
                        <c:v>41841</c:v>
                      </c:pt>
                      <c:pt idx="2689">
                        <c:v>41842</c:v>
                      </c:pt>
                      <c:pt idx="2690">
                        <c:v>41843</c:v>
                      </c:pt>
                      <c:pt idx="2691">
                        <c:v>41844</c:v>
                      </c:pt>
                      <c:pt idx="2692">
                        <c:v>41845</c:v>
                      </c:pt>
                      <c:pt idx="2693">
                        <c:v>41848</c:v>
                      </c:pt>
                      <c:pt idx="2694">
                        <c:v>41849</c:v>
                      </c:pt>
                      <c:pt idx="2695">
                        <c:v>41850</c:v>
                      </c:pt>
                      <c:pt idx="2696">
                        <c:v>41851</c:v>
                      </c:pt>
                      <c:pt idx="2697">
                        <c:v>41852</c:v>
                      </c:pt>
                      <c:pt idx="2698">
                        <c:v>41855</c:v>
                      </c:pt>
                      <c:pt idx="2699">
                        <c:v>41856</c:v>
                      </c:pt>
                      <c:pt idx="2700">
                        <c:v>41857</c:v>
                      </c:pt>
                      <c:pt idx="2701">
                        <c:v>41858</c:v>
                      </c:pt>
                      <c:pt idx="2702">
                        <c:v>41859</c:v>
                      </c:pt>
                      <c:pt idx="2703">
                        <c:v>41862</c:v>
                      </c:pt>
                      <c:pt idx="2704">
                        <c:v>41863</c:v>
                      </c:pt>
                      <c:pt idx="2705">
                        <c:v>41864</c:v>
                      </c:pt>
                      <c:pt idx="2706">
                        <c:v>41865</c:v>
                      </c:pt>
                      <c:pt idx="2707">
                        <c:v>41866</c:v>
                      </c:pt>
                      <c:pt idx="2708">
                        <c:v>41869</c:v>
                      </c:pt>
                      <c:pt idx="2709">
                        <c:v>41870</c:v>
                      </c:pt>
                      <c:pt idx="2710">
                        <c:v>41871</c:v>
                      </c:pt>
                      <c:pt idx="2711">
                        <c:v>41872</c:v>
                      </c:pt>
                      <c:pt idx="2712">
                        <c:v>41873</c:v>
                      </c:pt>
                      <c:pt idx="2713">
                        <c:v>41876</c:v>
                      </c:pt>
                      <c:pt idx="2714">
                        <c:v>41877</c:v>
                      </c:pt>
                      <c:pt idx="2715">
                        <c:v>41878</c:v>
                      </c:pt>
                      <c:pt idx="2716">
                        <c:v>41879</c:v>
                      </c:pt>
                      <c:pt idx="2717">
                        <c:v>41880</c:v>
                      </c:pt>
                      <c:pt idx="2718">
                        <c:v>41883</c:v>
                      </c:pt>
                      <c:pt idx="2719">
                        <c:v>41884</c:v>
                      </c:pt>
                      <c:pt idx="2720">
                        <c:v>41885</c:v>
                      </c:pt>
                      <c:pt idx="2721">
                        <c:v>41886</c:v>
                      </c:pt>
                      <c:pt idx="2722">
                        <c:v>41887</c:v>
                      </c:pt>
                      <c:pt idx="2723">
                        <c:v>41890</c:v>
                      </c:pt>
                      <c:pt idx="2724">
                        <c:v>41891</c:v>
                      </c:pt>
                      <c:pt idx="2725">
                        <c:v>41892</c:v>
                      </c:pt>
                      <c:pt idx="2726">
                        <c:v>41893</c:v>
                      </c:pt>
                      <c:pt idx="2727">
                        <c:v>41894</c:v>
                      </c:pt>
                      <c:pt idx="2728">
                        <c:v>41897</c:v>
                      </c:pt>
                      <c:pt idx="2729">
                        <c:v>41898</c:v>
                      </c:pt>
                      <c:pt idx="2730">
                        <c:v>41899</c:v>
                      </c:pt>
                      <c:pt idx="2731">
                        <c:v>41900</c:v>
                      </c:pt>
                      <c:pt idx="2732">
                        <c:v>41901</c:v>
                      </c:pt>
                      <c:pt idx="2733">
                        <c:v>41904</c:v>
                      </c:pt>
                      <c:pt idx="2734">
                        <c:v>41905</c:v>
                      </c:pt>
                      <c:pt idx="2735">
                        <c:v>41906</c:v>
                      </c:pt>
                      <c:pt idx="2736">
                        <c:v>41907</c:v>
                      </c:pt>
                      <c:pt idx="2737">
                        <c:v>41908</c:v>
                      </c:pt>
                      <c:pt idx="2738">
                        <c:v>41911</c:v>
                      </c:pt>
                      <c:pt idx="2739">
                        <c:v>41912</c:v>
                      </c:pt>
                      <c:pt idx="2740">
                        <c:v>41913</c:v>
                      </c:pt>
                      <c:pt idx="2741">
                        <c:v>41914</c:v>
                      </c:pt>
                      <c:pt idx="2742">
                        <c:v>41915</c:v>
                      </c:pt>
                      <c:pt idx="2743">
                        <c:v>41918</c:v>
                      </c:pt>
                      <c:pt idx="2744">
                        <c:v>41919</c:v>
                      </c:pt>
                      <c:pt idx="2745">
                        <c:v>41920</c:v>
                      </c:pt>
                      <c:pt idx="2746">
                        <c:v>41921</c:v>
                      </c:pt>
                      <c:pt idx="2747">
                        <c:v>41922</c:v>
                      </c:pt>
                      <c:pt idx="2748">
                        <c:v>41925</c:v>
                      </c:pt>
                      <c:pt idx="2749">
                        <c:v>41926</c:v>
                      </c:pt>
                      <c:pt idx="2750">
                        <c:v>41927</c:v>
                      </c:pt>
                      <c:pt idx="2751">
                        <c:v>41928</c:v>
                      </c:pt>
                      <c:pt idx="2752">
                        <c:v>41929</c:v>
                      </c:pt>
                      <c:pt idx="2753">
                        <c:v>41932</c:v>
                      </c:pt>
                      <c:pt idx="2754">
                        <c:v>41933</c:v>
                      </c:pt>
                      <c:pt idx="2755">
                        <c:v>41934</c:v>
                      </c:pt>
                      <c:pt idx="2756">
                        <c:v>41935</c:v>
                      </c:pt>
                      <c:pt idx="2757">
                        <c:v>41936</c:v>
                      </c:pt>
                      <c:pt idx="2758">
                        <c:v>41939</c:v>
                      </c:pt>
                      <c:pt idx="2759">
                        <c:v>41940</c:v>
                      </c:pt>
                      <c:pt idx="2760">
                        <c:v>41941</c:v>
                      </c:pt>
                      <c:pt idx="2761">
                        <c:v>41942</c:v>
                      </c:pt>
                      <c:pt idx="2762">
                        <c:v>41943</c:v>
                      </c:pt>
                      <c:pt idx="2763">
                        <c:v>41946</c:v>
                      </c:pt>
                      <c:pt idx="2764">
                        <c:v>41947</c:v>
                      </c:pt>
                      <c:pt idx="2765">
                        <c:v>41948</c:v>
                      </c:pt>
                      <c:pt idx="2766">
                        <c:v>41949</c:v>
                      </c:pt>
                      <c:pt idx="2767">
                        <c:v>41950</c:v>
                      </c:pt>
                      <c:pt idx="2768">
                        <c:v>41953</c:v>
                      </c:pt>
                      <c:pt idx="2769">
                        <c:v>41954</c:v>
                      </c:pt>
                      <c:pt idx="2770">
                        <c:v>41955</c:v>
                      </c:pt>
                      <c:pt idx="2771">
                        <c:v>41956</c:v>
                      </c:pt>
                      <c:pt idx="2772">
                        <c:v>41957</c:v>
                      </c:pt>
                      <c:pt idx="2773">
                        <c:v>41960</c:v>
                      </c:pt>
                      <c:pt idx="2774">
                        <c:v>41961</c:v>
                      </c:pt>
                      <c:pt idx="2775">
                        <c:v>41962</c:v>
                      </c:pt>
                      <c:pt idx="2776">
                        <c:v>41963</c:v>
                      </c:pt>
                      <c:pt idx="2777">
                        <c:v>41964</c:v>
                      </c:pt>
                      <c:pt idx="2778">
                        <c:v>41967</c:v>
                      </c:pt>
                      <c:pt idx="2779">
                        <c:v>41968</c:v>
                      </c:pt>
                      <c:pt idx="2780">
                        <c:v>41969</c:v>
                      </c:pt>
                      <c:pt idx="2781">
                        <c:v>41970</c:v>
                      </c:pt>
                      <c:pt idx="2782">
                        <c:v>41971</c:v>
                      </c:pt>
                      <c:pt idx="2783">
                        <c:v>41974</c:v>
                      </c:pt>
                      <c:pt idx="2784">
                        <c:v>41975</c:v>
                      </c:pt>
                      <c:pt idx="2785">
                        <c:v>41976</c:v>
                      </c:pt>
                      <c:pt idx="2786">
                        <c:v>41977</c:v>
                      </c:pt>
                      <c:pt idx="2787">
                        <c:v>41978</c:v>
                      </c:pt>
                      <c:pt idx="2788">
                        <c:v>41981</c:v>
                      </c:pt>
                      <c:pt idx="2789">
                        <c:v>41982</c:v>
                      </c:pt>
                      <c:pt idx="2790">
                        <c:v>41983</c:v>
                      </c:pt>
                      <c:pt idx="2791">
                        <c:v>41984</c:v>
                      </c:pt>
                      <c:pt idx="2792">
                        <c:v>41985</c:v>
                      </c:pt>
                      <c:pt idx="2793">
                        <c:v>41988</c:v>
                      </c:pt>
                      <c:pt idx="2794">
                        <c:v>41989</c:v>
                      </c:pt>
                      <c:pt idx="2795">
                        <c:v>41990</c:v>
                      </c:pt>
                      <c:pt idx="2796">
                        <c:v>41991</c:v>
                      </c:pt>
                      <c:pt idx="2797">
                        <c:v>41992</c:v>
                      </c:pt>
                      <c:pt idx="2798">
                        <c:v>41995</c:v>
                      </c:pt>
                      <c:pt idx="2799">
                        <c:v>41996</c:v>
                      </c:pt>
                      <c:pt idx="2800">
                        <c:v>41997</c:v>
                      </c:pt>
                      <c:pt idx="2801">
                        <c:v>41998</c:v>
                      </c:pt>
                      <c:pt idx="2802">
                        <c:v>41999</c:v>
                      </c:pt>
                      <c:pt idx="2803">
                        <c:v>42002</c:v>
                      </c:pt>
                      <c:pt idx="2804">
                        <c:v>42003</c:v>
                      </c:pt>
                      <c:pt idx="2805">
                        <c:v>42004</c:v>
                      </c:pt>
                      <c:pt idx="2806">
                        <c:v>42005</c:v>
                      </c:pt>
                      <c:pt idx="2807">
                        <c:v>42006</c:v>
                      </c:pt>
                      <c:pt idx="2808">
                        <c:v>42009</c:v>
                      </c:pt>
                      <c:pt idx="2809">
                        <c:v>42010</c:v>
                      </c:pt>
                      <c:pt idx="2810">
                        <c:v>42011</c:v>
                      </c:pt>
                      <c:pt idx="2811">
                        <c:v>42012</c:v>
                      </c:pt>
                      <c:pt idx="2812">
                        <c:v>42013</c:v>
                      </c:pt>
                      <c:pt idx="2813">
                        <c:v>42016</c:v>
                      </c:pt>
                      <c:pt idx="2814">
                        <c:v>42017</c:v>
                      </c:pt>
                      <c:pt idx="2815">
                        <c:v>42018</c:v>
                      </c:pt>
                      <c:pt idx="2816">
                        <c:v>42019</c:v>
                      </c:pt>
                      <c:pt idx="2817">
                        <c:v>42020</c:v>
                      </c:pt>
                      <c:pt idx="2818">
                        <c:v>42023</c:v>
                      </c:pt>
                      <c:pt idx="2819">
                        <c:v>42024</c:v>
                      </c:pt>
                      <c:pt idx="2820">
                        <c:v>42025</c:v>
                      </c:pt>
                      <c:pt idx="2821">
                        <c:v>42026</c:v>
                      </c:pt>
                      <c:pt idx="2822">
                        <c:v>42027</c:v>
                      </c:pt>
                      <c:pt idx="2823">
                        <c:v>42030</c:v>
                      </c:pt>
                      <c:pt idx="2824">
                        <c:v>42031</c:v>
                      </c:pt>
                      <c:pt idx="2825">
                        <c:v>42032</c:v>
                      </c:pt>
                      <c:pt idx="2826">
                        <c:v>42033</c:v>
                      </c:pt>
                      <c:pt idx="2827">
                        <c:v>42034</c:v>
                      </c:pt>
                      <c:pt idx="2828">
                        <c:v>42037</c:v>
                      </c:pt>
                      <c:pt idx="2829">
                        <c:v>42038</c:v>
                      </c:pt>
                      <c:pt idx="2830">
                        <c:v>42039</c:v>
                      </c:pt>
                      <c:pt idx="2831">
                        <c:v>42040</c:v>
                      </c:pt>
                      <c:pt idx="2832">
                        <c:v>42041</c:v>
                      </c:pt>
                      <c:pt idx="2833">
                        <c:v>42044</c:v>
                      </c:pt>
                      <c:pt idx="2834">
                        <c:v>42045</c:v>
                      </c:pt>
                      <c:pt idx="2835">
                        <c:v>42046</c:v>
                      </c:pt>
                      <c:pt idx="2836">
                        <c:v>42047</c:v>
                      </c:pt>
                      <c:pt idx="2837">
                        <c:v>42048</c:v>
                      </c:pt>
                      <c:pt idx="2838">
                        <c:v>42051</c:v>
                      </c:pt>
                      <c:pt idx="2839">
                        <c:v>42052</c:v>
                      </c:pt>
                      <c:pt idx="2840">
                        <c:v>42053</c:v>
                      </c:pt>
                      <c:pt idx="2841">
                        <c:v>42054</c:v>
                      </c:pt>
                      <c:pt idx="2842">
                        <c:v>42055</c:v>
                      </c:pt>
                      <c:pt idx="2843">
                        <c:v>42058</c:v>
                      </c:pt>
                      <c:pt idx="2844">
                        <c:v>42059</c:v>
                      </c:pt>
                      <c:pt idx="2845">
                        <c:v>42060</c:v>
                      </c:pt>
                      <c:pt idx="2846">
                        <c:v>42061</c:v>
                      </c:pt>
                      <c:pt idx="2847">
                        <c:v>42062</c:v>
                      </c:pt>
                      <c:pt idx="2848">
                        <c:v>42065</c:v>
                      </c:pt>
                      <c:pt idx="2849">
                        <c:v>42066</c:v>
                      </c:pt>
                      <c:pt idx="2850">
                        <c:v>42067</c:v>
                      </c:pt>
                      <c:pt idx="2851">
                        <c:v>42068</c:v>
                      </c:pt>
                      <c:pt idx="2852">
                        <c:v>42069</c:v>
                      </c:pt>
                      <c:pt idx="2853">
                        <c:v>42072</c:v>
                      </c:pt>
                      <c:pt idx="2854">
                        <c:v>42073</c:v>
                      </c:pt>
                      <c:pt idx="2855">
                        <c:v>42074</c:v>
                      </c:pt>
                      <c:pt idx="2856">
                        <c:v>42075</c:v>
                      </c:pt>
                      <c:pt idx="2857">
                        <c:v>42076</c:v>
                      </c:pt>
                      <c:pt idx="2858">
                        <c:v>42079</c:v>
                      </c:pt>
                      <c:pt idx="2859">
                        <c:v>42080</c:v>
                      </c:pt>
                      <c:pt idx="2860">
                        <c:v>42081</c:v>
                      </c:pt>
                      <c:pt idx="2861">
                        <c:v>42082</c:v>
                      </c:pt>
                      <c:pt idx="2862">
                        <c:v>42083</c:v>
                      </c:pt>
                      <c:pt idx="2863">
                        <c:v>42086</c:v>
                      </c:pt>
                      <c:pt idx="2864">
                        <c:v>42087</c:v>
                      </c:pt>
                      <c:pt idx="2865">
                        <c:v>42088</c:v>
                      </c:pt>
                      <c:pt idx="2866">
                        <c:v>42089</c:v>
                      </c:pt>
                      <c:pt idx="2867">
                        <c:v>42090</c:v>
                      </c:pt>
                      <c:pt idx="2868">
                        <c:v>42093</c:v>
                      </c:pt>
                      <c:pt idx="2869">
                        <c:v>42094</c:v>
                      </c:pt>
                      <c:pt idx="2870">
                        <c:v>42095</c:v>
                      </c:pt>
                      <c:pt idx="2871">
                        <c:v>42096</c:v>
                      </c:pt>
                      <c:pt idx="2872">
                        <c:v>42097</c:v>
                      </c:pt>
                      <c:pt idx="2873">
                        <c:v>42100</c:v>
                      </c:pt>
                      <c:pt idx="2874">
                        <c:v>42101</c:v>
                      </c:pt>
                      <c:pt idx="2875">
                        <c:v>42102</c:v>
                      </c:pt>
                      <c:pt idx="2876">
                        <c:v>42103</c:v>
                      </c:pt>
                      <c:pt idx="2877">
                        <c:v>42104</c:v>
                      </c:pt>
                      <c:pt idx="2878">
                        <c:v>42107</c:v>
                      </c:pt>
                      <c:pt idx="2879">
                        <c:v>42108</c:v>
                      </c:pt>
                      <c:pt idx="2880">
                        <c:v>42109</c:v>
                      </c:pt>
                      <c:pt idx="2881">
                        <c:v>42110</c:v>
                      </c:pt>
                      <c:pt idx="2882">
                        <c:v>42111</c:v>
                      </c:pt>
                      <c:pt idx="2883">
                        <c:v>42114</c:v>
                      </c:pt>
                      <c:pt idx="2884">
                        <c:v>42115</c:v>
                      </c:pt>
                      <c:pt idx="2885">
                        <c:v>42116</c:v>
                      </c:pt>
                      <c:pt idx="2886">
                        <c:v>42117</c:v>
                      </c:pt>
                      <c:pt idx="2887">
                        <c:v>42118</c:v>
                      </c:pt>
                      <c:pt idx="2888">
                        <c:v>42121</c:v>
                      </c:pt>
                      <c:pt idx="2889">
                        <c:v>42122</c:v>
                      </c:pt>
                      <c:pt idx="2890">
                        <c:v>42123</c:v>
                      </c:pt>
                      <c:pt idx="2891">
                        <c:v>42124</c:v>
                      </c:pt>
                      <c:pt idx="2892">
                        <c:v>42125</c:v>
                      </c:pt>
                      <c:pt idx="2893">
                        <c:v>42128</c:v>
                      </c:pt>
                      <c:pt idx="2894">
                        <c:v>42129</c:v>
                      </c:pt>
                      <c:pt idx="2895">
                        <c:v>42130</c:v>
                      </c:pt>
                      <c:pt idx="2896">
                        <c:v>42131</c:v>
                      </c:pt>
                      <c:pt idx="2897">
                        <c:v>42132</c:v>
                      </c:pt>
                      <c:pt idx="2898">
                        <c:v>42135</c:v>
                      </c:pt>
                      <c:pt idx="2899">
                        <c:v>42136</c:v>
                      </c:pt>
                      <c:pt idx="2900">
                        <c:v>42137</c:v>
                      </c:pt>
                      <c:pt idx="2901">
                        <c:v>42138</c:v>
                      </c:pt>
                      <c:pt idx="2902">
                        <c:v>42139</c:v>
                      </c:pt>
                      <c:pt idx="2903">
                        <c:v>42142</c:v>
                      </c:pt>
                      <c:pt idx="2904">
                        <c:v>42143</c:v>
                      </c:pt>
                      <c:pt idx="2905">
                        <c:v>42144</c:v>
                      </c:pt>
                      <c:pt idx="2906">
                        <c:v>42145</c:v>
                      </c:pt>
                      <c:pt idx="2907">
                        <c:v>42146</c:v>
                      </c:pt>
                      <c:pt idx="2908">
                        <c:v>42149</c:v>
                      </c:pt>
                      <c:pt idx="2909">
                        <c:v>42150</c:v>
                      </c:pt>
                      <c:pt idx="2910">
                        <c:v>42151</c:v>
                      </c:pt>
                      <c:pt idx="2911">
                        <c:v>42152</c:v>
                      </c:pt>
                      <c:pt idx="2912">
                        <c:v>42153</c:v>
                      </c:pt>
                      <c:pt idx="2913">
                        <c:v>42156</c:v>
                      </c:pt>
                      <c:pt idx="2914">
                        <c:v>42157</c:v>
                      </c:pt>
                      <c:pt idx="2915">
                        <c:v>42158</c:v>
                      </c:pt>
                      <c:pt idx="2916">
                        <c:v>42159</c:v>
                      </c:pt>
                      <c:pt idx="2917">
                        <c:v>42160</c:v>
                      </c:pt>
                      <c:pt idx="2918">
                        <c:v>42163</c:v>
                      </c:pt>
                      <c:pt idx="2919">
                        <c:v>42164</c:v>
                      </c:pt>
                      <c:pt idx="2920">
                        <c:v>42165</c:v>
                      </c:pt>
                      <c:pt idx="2921">
                        <c:v>42166</c:v>
                      </c:pt>
                      <c:pt idx="2922">
                        <c:v>42167</c:v>
                      </c:pt>
                      <c:pt idx="2923">
                        <c:v>42170</c:v>
                      </c:pt>
                      <c:pt idx="2924">
                        <c:v>42171</c:v>
                      </c:pt>
                      <c:pt idx="2925">
                        <c:v>42172</c:v>
                      </c:pt>
                      <c:pt idx="2926">
                        <c:v>42173</c:v>
                      </c:pt>
                      <c:pt idx="2927">
                        <c:v>42174</c:v>
                      </c:pt>
                      <c:pt idx="2928">
                        <c:v>42177</c:v>
                      </c:pt>
                      <c:pt idx="2929">
                        <c:v>42178</c:v>
                      </c:pt>
                      <c:pt idx="2930">
                        <c:v>42179</c:v>
                      </c:pt>
                      <c:pt idx="2931">
                        <c:v>42180</c:v>
                      </c:pt>
                      <c:pt idx="2932">
                        <c:v>42181</c:v>
                      </c:pt>
                      <c:pt idx="2933">
                        <c:v>42184</c:v>
                      </c:pt>
                      <c:pt idx="2934">
                        <c:v>42185</c:v>
                      </c:pt>
                      <c:pt idx="2935">
                        <c:v>42186</c:v>
                      </c:pt>
                      <c:pt idx="2936">
                        <c:v>42187</c:v>
                      </c:pt>
                      <c:pt idx="2937">
                        <c:v>42188</c:v>
                      </c:pt>
                      <c:pt idx="2938">
                        <c:v>42191</c:v>
                      </c:pt>
                      <c:pt idx="2939">
                        <c:v>42192</c:v>
                      </c:pt>
                      <c:pt idx="2940">
                        <c:v>42193</c:v>
                      </c:pt>
                      <c:pt idx="2941">
                        <c:v>42194</c:v>
                      </c:pt>
                      <c:pt idx="2942">
                        <c:v>42195</c:v>
                      </c:pt>
                      <c:pt idx="2943">
                        <c:v>42198</c:v>
                      </c:pt>
                      <c:pt idx="2944">
                        <c:v>42199</c:v>
                      </c:pt>
                      <c:pt idx="2945">
                        <c:v>42200</c:v>
                      </c:pt>
                      <c:pt idx="2946">
                        <c:v>42201</c:v>
                      </c:pt>
                      <c:pt idx="2947">
                        <c:v>42202</c:v>
                      </c:pt>
                      <c:pt idx="2948">
                        <c:v>42205</c:v>
                      </c:pt>
                      <c:pt idx="2949">
                        <c:v>42206</c:v>
                      </c:pt>
                      <c:pt idx="2950">
                        <c:v>42207</c:v>
                      </c:pt>
                      <c:pt idx="2951">
                        <c:v>42208</c:v>
                      </c:pt>
                      <c:pt idx="2952">
                        <c:v>42209</c:v>
                      </c:pt>
                      <c:pt idx="2953">
                        <c:v>42212</c:v>
                      </c:pt>
                      <c:pt idx="2954">
                        <c:v>42213</c:v>
                      </c:pt>
                      <c:pt idx="2955">
                        <c:v>42214</c:v>
                      </c:pt>
                      <c:pt idx="2956">
                        <c:v>42215</c:v>
                      </c:pt>
                      <c:pt idx="2957">
                        <c:v>42216</c:v>
                      </c:pt>
                      <c:pt idx="2958">
                        <c:v>42219</c:v>
                      </c:pt>
                      <c:pt idx="2959">
                        <c:v>42220</c:v>
                      </c:pt>
                      <c:pt idx="2960">
                        <c:v>42221</c:v>
                      </c:pt>
                      <c:pt idx="2961">
                        <c:v>42222</c:v>
                      </c:pt>
                      <c:pt idx="2962">
                        <c:v>42223</c:v>
                      </c:pt>
                      <c:pt idx="2963">
                        <c:v>42226</c:v>
                      </c:pt>
                      <c:pt idx="2964">
                        <c:v>42227</c:v>
                      </c:pt>
                      <c:pt idx="2965">
                        <c:v>42228</c:v>
                      </c:pt>
                      <c:pt idx="2966">
                        <c:v>42229</c:v>
                      </c:pt>
                      <c:pt idx="2967">
                        <c:v>42230</c:v>
                      </c:pt>
                      <c:pt idx="2968">
                        <c:v>42233</c:v>
                      </c:pt>
                      <c:pt idx="2969">
                        <c:v>42234</c:v>
                      </c:pt>
                      <c:pt idx="2970">
                        <c:v>42235</c:v>
                      </c:pt>
                      <c:pt idx="2971">
                        <c:v>42236</c:v>
                      </c:pt>
                      <c:pt idx="2972">
                        <c:v>42237</c:v>
                      </c:pt>
                      <c:pt idx="2973">
                        <c:v>42240</c:v>
                      </c:pt>
                      <c:pt idx="2974">
                        <c:v>42241</c:v>
                      </c:pt>
                      <c:pt idx="2975">
                        <c:v>42242</c:v>
                      </c:pt>
                      <c:pt idx="2976">
                        <c:v>42243</c:v>
                      </c:pt>
                      <c:pt idx="2977">
                        <c:v>42244</c:v>
                      </c:pt>
                      <c:pt idx="2978">
                        <c:v>42247</c:v>
                      </c:pt>
                      <c:pt idx="2979">
                        <c:v>42248</c:v>
                      </c:pt>
                      <c:pt idx="2980">
                        <c:v>42249</c:v>
                      </c:pt>
                      <c:pt idx="2981">
                        <c:v>42250</c:v>
                      </c:pt>
                      <c:pt idx="2982">
                        <c:v>42251</c:v>
                      </c:pt>
                      <c:pt idx="2983">
                        <c:v>42254</c:v>
                      </c:pt>
                      <c:pt idx="2984">
                        <c:v>42255</c:v>
                      </c:pt>
                      <c:pt idx="2985">
                        <c:v>42256</c:v>
                      </c:pt>
                      <c:pt idx="2986">
                        <c:v>42257</c:v>
                      </c:pt>
                      <c:pt idx="2987">
                        <c:v>42258</c:v>
                      </c:pt>
                      <c:pt idx="2988">
                        <c:v>42261</c:v>
                      </c:pt>
                      <c:pt idx="2989">
                        <c:v>42262</c:v>
                      </c:pt>
                      <c:pt idx="2990">
                        <c:v>42263</c:v>
                      </c:pt>
                      <c:pt idx="2991">
                        <c:v>42264</c:v>
                      </c:pt>
                      <c:pt idx="2992">
                        <c:v>42265</c:v>
                      </c:pt>
                      <c:pt idx="2993">
                        <c:v>42268</c:v>
                      </c:pt>
                      <c:pt idx="2994">
                        <c:v>42269</c:v>
                      </c:pt>
                      <c:pt idx="2995">
                        <c:v>42270</c:v>
                      </c:pt>
                      <c:pt idx="2996">
                        <c:v>42271</c:v>
                      </c:pt>
                      <c:pt idx="2997">
                        <c:v>42272</c:v>
                      </c:pt>
                      <c:pt idx="2998">
                        <c:v>42275</c:v>
                      </c:pt>
                      <c:pt idx="2999">
                        <c:v>42276</c:v>
                      </c:pt>
                      <c:pt idx="3000">
                        <c:v>42277</c:v>
                      </c:pt>
                      <c:pt idx="3001">
                        <c:v>42278</c:v>
                      </c:pt>
                      <c:pt idx="3002">
                        <c:v>42279</c:v>
                      </c:pt>
                      <c:pt idx="3003">
                        <c:v>42282</c:v>
                      </c:pt>
                      <c:pt idx="3004">
                        <c:v>42283</c:v>
                      </c:pt>
                      <c:pt idx="3005">
                        <c:v>42284</c:v>
                      </c:pt>
                      <c:pt idx="3006">
                        <c:v>42285</c:v>
                      </c:pt>
                      <c:pt idx="3007">
                        <c:v>42286</c:v>
                      </c:pt>
                      <c:pt idx="3008">
                        <c:v>42289</c:v>
                      </c:pt>
                      <c:pt idx="3009">
                        <c:v>42290</c:v>
                      </c:pt>
                      <c:pt idx="3010">
                        <c:v>42291</c:v>
                      </c:pt>
                      <c:pt idx="3011">
                        <c:v>42292</c:v>
                      </c:pt>
                      <c:pt idx="3012">
                        <c:v>42293</c:v>
                      </c:pt>
                      <c:pt idx="3013">
                        <c:v>42296</c:v>
                      </c:pt>
                      <c:pt idx="3014">
                        <c:v>42297</c:v>
                      </c:pt>
                      <c:pt idx="3015">
                        <c:v>42298</c:v>
                      </c:pt>
                      <c:pt idx="3016">
                        <c:v>42299</c:v>
                      </c:pt>
                      <c:pt idx="3017">
                        <c:v>42300</c:v>
                      </c:pt>
                      <c:pt idx="3018">
                        <c:v>42303</c:v>
                      </c:pt>
                      <c:pt idx="3019">
                        <c:v>42304</c:v>
                      </c:pt>
                      <c:pt idx="3020">
                        <c:v>42305</c:v>
                      </c:pt>
                      <c:pt idx="3021">
                        <c:v>42306</c:v>
                      </c:pt>
                      <c:pt idx="3022">
                        <c:v>42307</c:v>
                      </c:pt>
                      <c:pt idx="3023">
                        <c:v>42310</c:v>
                      </c:pt>
                      <c:pt idx="3024">
                        <c:v>42311</c:v>
                      </c:pt>
                      <c:pt idx="3025">
                        <c:v>42312</c:v>
                      </c:pt>
                      <c:pt idx="3026">
                        <c:v>42313</c:v>
                      </c:pt>
                      <c:pt idx="3027">
                        <c:v>42314</c:v>
                      </c:pt>
                      <c:pt idx="3028">
                        <c:v>42317</c:v>
                      </c:pt>
                      <c:pt idx="3029">
                        <c:v>42318</c:v>
                      </c:pt>
                      <c:pt idx="3030">
                        <c:v>42319</c:v>
                      </c:pt>
                      <c:pt idx="3031">
                        <c:v>42320</c:v>
                      </c:pt>
                      <c:pt idx="3032">
                        <c:v>42321</c:v>
                      </c:pt>
                      <c:pt idx="3033">
                        <c:v>42324</c:v>
                      </c:pt>
                      <c:pt idx="3034">
                        <c:v>42325</c:v>
                      </c:pt>
                      <c:pt idx="3035">
                        <c:v>42326</c:v>
                      </c:pt>
                      <c:pt idx="3036">
                        <c:v>42327</c:v>
                      </c:pt>
                      <c:pt idx="3037">
                        <c:v>42328</c:v>
                      </c:pt>
                      <c:pt idx="3038">
                        <c:v>42331</c:v>
                      </c:pt>
                      <c:pt idx="3039">
                        <c:v>42332</c:v>
                      </c:pt>
                      <c:pt idx="3040">
                        <c:v>42333</c:v>
                      </c:pt>
                      <c:pt idx="3041">
                        <c:v>42334</c:v>
                      </c:pt>
                      <c:pt idx="3042">
                        <c:v>42335</c:v>
                      </c:pt>
                      <c:pt idx="3043">
                        <c:v>42338</c:v>
                      </c:pt>
                      <c:pt idx="3044">
                        <c:v>42339</c:v>
                      </c:pt>
                      <c:pt idx="3045">
                        <c:v>42340</c:v>
                      </c:pt>
                      <c:pt idx="3046">
                        <c:v>42341</c:v>
                      </c:pt>
                      <c:pt idx="3047">
                        <c:v>42342</c:v>
                      </c:pt>
                      <c:pt idx="3048">
                        <c:v>42345</c:v>
                      </c:pt>
                      <c:pt idx="3049">
                        <c:v>42346</c:v>
                      </c:pt>
                      <c:pt idx="3050">
                        <c:v>42347</c:v>
                      </c:pt>
                      <c:pt idx="3051">
                        <c:v>42348</c:v>
                      </c:pt>
                      <c:pt idx="3052">
                        <c:v>42349</c:v>
                      </c:pt>
                      <c:pt idx="3053">
                        <c:v>42352</c:v>
                      </c:pt>
                      <c:pt idx="3054">
                        <c:v>42353</c:v>
                      </c:pt>
                      <c:pt idx="3055">
                        <c:v>42354</c:v>
                      </c:pt>
                      <c:pt idx="3056">
                        <c:v>42355</c:v>
                      </c:pt>
                      <c:pt idx="3057">
                        <c:v>42356</c:v>
                      </c:pt>
                      <c:pt idx="3058">
                        <c:v>42359</c:v>
                      </c:pt>
                      <c:pt idx="3059">
                        <c:v>42360</c:v>
                      </c:pt>
                      <c:pt idx="3060">
                        <c:v>42361</c:v>
                      </c:pt>
                      <c:pt idx="3061">
                        <c:v>42362</c:v>
                      </c:pt>
                      <c:pt idx="3062">
                        <c:v>42363</c:v>
                      </c:pt>
                      <c:pt idx="3063">
                        <c:v>42366</c:v>
                      </c:pt>
                      <c:pt idx="3064">
                        <c:v>42367</c:v>
                      </c:pt>
                      <c:pt idx="3065">
                        <c:v>42368</c:v>
                      </c:pt>
                      <c:pt idx="3066">
                        <c:v>42369</c:v>
                      </c:pt>
                      <c:pt idx="3067">
                        <c:v>42370</c:v>
                      </c:pt>
                      <c:pt idx="3068">
                        <c:v>42373</c:v>
                      </c:pt>
                      <c:pt idx="3069">
                        <c:v>42374</c:v>
                      </c:pt>
                      <c:pt idx="3070">
                        <c:v>42375</c:v>
                      </c:pt>
                      <c:pt idx="3071">
                        <c:v>42376</c:v>
                      </c:pt>
                      <c:pt idx="3072">
                        <c:v>42377</c:v>
                      </c:pt>
                      <c:pt idx="3073">
                        <c:v>42380</c:v>
                      </c:pt>
                      <c:pt idx="3074">
                        <c:v>42381</c:v>
                      </c:pt>
                      <c:pt idx="3075">
                        <c:v>42382</c:v>
                      </c:pt>
                      <c:pt idx="3076">
                        <c:v>42383</c:v>
                      </c:pt>
                      <c:pt idx="3077">
                        <c:v>42384</c:v>
                      </c:pt>
                      <c:pt idx="3078">
                        <c:v>42387</c:v>
                      </c:pt>
                      <c:pt idx="3079">
                        <c:v>42388</c:v>
                      </c:pt>
                      <c:pt idx="3080">
                        <c:v>42389</c:v>
                      </c:pt>
                      <c:pt idx="3081">
                        <c:v>42390</c:v>
                      </c:pt>
                      <c:pt idx="3082">
                        <c:v>42391</c:v>
                      </c:pt>
                      <c:pt idx="3083">
                        <c:v>42394</c:v>
                      </c:pt>
                      <c:pt idx="3084">
                        <c:v>42395</c:v>
                      </c:pt>
                      <c:pt idx="3085">
                        <c:v>42396</c:v>
                      </c:pt>
                      <c:pt idx="3086">
                        <c:v>42397</c:v>
                      </c:pt>
                      <c:pt idx="3087">
                        <c:v>42398</c:v>
                      </c:pt>
                      <c:pt idx="3088">
                        <c:v>42401</c:v>
                      </c:pt>
                      <c:pt idx="3089">
                        <c:v>42402</c:v>
                      </c:pt>
                      <c:pt idx="3090">
                        <c:v>42403</c:v>
                      </c:pt>
                      <c:pt idx="3091">
                        <c:v>42404</c:v>
                      </c:pt>
                      <c:pt idx="3092">
                        <c:v>42405</c:v>
                      </c:pt>
                      <c:pt idx="3093">
                        <c:v>42408</c:v>
                      </c:pt>
                      <c:pt idx="3094">
                        <c:v>42409</c:v>
                      </c:pt>
                      <c:pt idx="3095">
                        <c:v>42410</c:v>
                      </c:pt>
                      <c:pt idx="3096">
                        <c:v>42411</c:v>
                      </c:pt>
                      <c:pt idx="3097">
                        <c:v>42412</c:v>
                      </c:pt>
                      <c:pt idx="3098">
                        <c:v>42415</c:v>
                      </c:pt>
                      <c:pt idx="3099">
                        <c:v>42416</c:v>
                      </c:pt>
                      <c:pt idx="3100">
                        <c:v>42417</c:v>
                      </c:pt>
                      <c:pt idx="3101">
                        <c:v>42418</c:v>
                      </c:pt>
                      <c:pt idx="3102">
                        <c:v>42419</c:v>
                      </c:pt>
                      <c:pt idx="3103">
                        <c:v>42422</c:v>
                      </c:pt>
                      <c:pt idx="3104">
                        <c:v>42423</c:v>
                      </c:pt>
                      <c:pt idx="3105">
                        <c:v>42424</c:v>
                      </c:pt>
                      <c:pt idx="3106">
                        <c:v>42425</c:v>
                      </c:pt>
                      <c:pt idx="3107">
                        <c:v>42426</c:v>
                      </c:pt>
                      <c:pt idx="3108">
                        <c:v>42429</c:v>
                      </c:pt>
                      <c:pt idx="3109">
                        <c:v>42430</c:v>
                      </c:pt>
                      <c:pt idx="3110">
                        <c:v>42431</c:v>
                      </c:pt>
                      <c:pt idx="3111">
                        <c:v>42432</c:v>
                      </c:pt>
                      <c:pt idx="3112">
                        <c:v>42433</c:v>
                      </c:pt>
                      <c:pt idx="3113">
                        <c:v>42436</c:v>
                      </c:pt>
                      <c:pt idx="3114">
                        <c:v>42437</c:v>
                      </c:pt>
                      <c:pt idx="3115">
                        <c:v>42438</c:v>
                      </c:pt>
                      <c:pt idx="3116">
                        <c:v>42439</c:v>
                      </c:pt>
                      <c:pt idx="3117">
                        <c:v>42440</c:v>
                      </c:pt>
                      <c:pt idx="3118">
                        <c:v>42443</c:v>
                      </c:pt>
                      <c:pt idx="3119">
                        <c:v>42444</c:v>
                      </c:pt>
                      <c:pt idx="3120">
                        <c:v>42445</c:v>
                      </c:pt>
                      <c:pt idx="3121">
                        <c:v>42446</c:v>
                      </c:pt>
                      <c:pt idx="3122">
                        <c:v>42447</c:v>
                      </c:pt>
                      <c:pt idx="3123">
                        <c:v>42450</c:v>
                      </c:pt>
                      <c:pt idx="3124">
                        <c:v>42451</c:v>
                      </c:pt>
                      <c:pt idx="3125">
                        <c:v>42452</c:v>
                      </c:pt>
                      <c:pt idx="3126">
                        <c:v>42453</c:v>
                      </c:pt>
                      <c:pt idx="3127">
                        <c:v>42454</c:v>
                      </c:pt>
                      <c:pt idx="3128">
                        <c:v>42457</c:v>
                      </c:pt>
                      <c:pt idx="3129">
                        <c:v>42458</c:v>
                      </c:pt>
                      <c:pt idx="3130">
                        <c:v>42459</c:v>
                      </c:pt>
                      <c:pt idx="3131">
                        <c:v>42460</c:v>
                      </c:pt>
                      <c:pt idx="3132">
                        <c:v>42461</c:v>
                      </c:pt>
                      <c:pt idx="3133">
                        <c:v>42464</c:v>
                      </c:pt>
                      <c:pt idx="3134">
                        <c:v>42465</c:v>
                      </c:pt>
                      <c:pt idx="3135">
                        <c:v>42466</c:v>
                      </c:pt>
                      <c:pt idx="3136">
                        <c:v>42467</c:v>
                      </c:pt>
                      <c:pt idx="3137">
                        <c:v>42468</c:v>
                      </c:pt>
                      <c:pt idx="3138">
                        <c:v>42471</c:v>
                      </c:pt>
                      <c:pt idx="3139">
                        <c:v>42472</c:v>
                      </c:pt>
                      <c:pt idx="3140">
                        <c:v>42473</c:v>
                      </c:pt>
                      <c:pt idx="3141">
                        <c:v>42474</c:v>
                      </c:pt>
                      <c:pt idx="3142">
                        <c:v>42475</c:v>
                      </c:pt>
                      <c:pt idx="3143">
                        <c:v>42478</c:v>
                      </c:pt>
                      <c:pt idx="3144">
                        <c:v>42479</c:v>
                      </c:pt>
                      <c:pt idx="3145">
                        <c:v>42480</c:v>
                      </c:pt>
                      <c:pt idx="3146">
                        <c:v>42481</c:v>
                      </c:pt>
                      <c:pt idx="3147">
                        <c:v>42482</c:v>
                      </c:pt>
                      <c:pt idx="3148">
                        <c:v>42485</c:v>
                      </c:pt>
                      <c:pt idx="3149">
                        <c:v>42486</c:v>
                      </c:pt>
                      <c:pt idx="3150">
                        <c:v>42487</c:v>
                      </c:pt>
                      <c:pt idx="3151">
                        <c:v>42488</c:v>
                      </c:pt>
                      <c:pt idx="3152">
                        <c:v>42489</c:v>
                      </c:pt>
                      <c:pt idx="3153">
                        <c:v>42492</c:v>
                      </c:pt>
                      <c:pt idx="3154">
                        <c:v>42493</c:v>
                      </c:pt>
                      <c:pt idx="3155">
                        <c:v>42494</c:v>
                      </c:pt>
                      <c:pt idx="3156">
                        <c:v>42495</c:v>
                      </c:pt>
                      <c:pt idx="3157">
                        <c:v>42496</c:v>
                      </c:pt>
                      <c:pt idx="3158">
                        <c:v>42499</c:v>
                      </c:pt>
                      <c:pt idx="3159">
                        <c:v>42500</c:v>
                      </c:pt>
                      <c:pt idx="3160">
                        <c:v>42501</c:v>
                      </c:pt>
                      <c:pt idx="3161">
                        <c:v>42502</c:v>
                      </c:pt>
                      <c:pt idx="3162">
                        <c:v>42503</c:v>
                      </c:pt>
                      <c:pt idx="3163">
                        <c:v>42506</c:v>
                      </c:pt>
                      <c:pt idx="3164">
                        <c:v>42507</c:v>
                      </c:pt>
                      <c:pt idx="3165">
                        <c:v>42508</c:v>
                      </c:pt>
                      <c:pt idx="3166">
                        <c:v>42509</c:v>
                      </c:pt>
                      <c:pt idx="3167">
                        <c:v>42510</c:v>
                      </c:pt>
                      <c:pt idx="3168">
                        <c:v>42513</c:v>
                      </c:pt>
                      <c:pt idx="3169">
                        <c:v>42514</c:v>
                      </c:pt>
                      <c:pt idx="3170">
                        <c:v>42515</c:v>
                      </c:pt>
                      <c:pt idx="3171">
                        <c:v>42516</c:v>
                      </c:pt>
                      <c:pt idx="3172">
                        <c:v>42517</c:v>
                      </c:pt>
                      <c:pt idx="3173">
                        <c:v>42520</c:v>
                      </c:pt>
                      <c:pt idx="3174">
                        <c:v>42521</c:v>
                      </c:pt>
                      <c:pt idx="3175">
                        <c:v>42522</c:v>
                      </c:pt>
                      <c:pt idx="3176">
                        <c:v>42523</c:v>
                      </c:pt>
                      <c:pt idx="3177">
                        <c:v>42524</c:v>
                      </c:pt>
                      <c:pt idx="3178">
                        <c:v>42527</c:v>
                      </c:pt>
                      <c:pt idx="3179">
                        <c:v>42528</c:v>
                      </c:pt>
                      <c:pt idx="3180">
                        <c:v>42529</c:v>
                      </c:pt>
                      <c:pt idx="3181">
                        <c:v>42530</c:v>
                      </c:pt>
                      <c:pt idx="3182">
                        <c:v>42531</c:v>
                      </c:pt>
                      <c:pt idx="3183">
                        <c:v>42534</c:v>
                      </c:pt>
                      <c:pt idx="3184">
                        <c:v>42535</c:v>
                      </c:pt>
                      <c:pt idx="3185">
                        <c:v>42536</c:v>
                      </c:pt>
                      <c:pt idx="3186">
                        <c:v>42537</c:v>
                      </c:pt>
                      <c:pt idx="3187">
                        <c:v>42538</c:v>
                      </c:pt>
                      <c:pt idx="3188">
                        <c:v>42541</c:v>
                      </c:pt>
                      <c:pt idx="3189">
                        <c:v>42542</c:v>
                      </c:pt>
                      <c:pt idx="3190">
                        <c:v>42543</c:v>
                      </c:pt>
                      <c:pt idx="3191">
                        <c:v>42544</c:v>
                      </c:pt>
                      <c:pt idx="3192">
                        <c:v>42545</c:v>
                      </c:pt>
                      <c:pt idx="3193">
                        <c:v>42548</c:v>
                      </c:pt>
                      <c:pt idx="3194">
                        <c:v>42549</c:v>
                      </c:pt>
                      <c:pt idx="3195">
                        <c:v>42550</c:v>
                      </c:pt>
                      <c:pt idx="3196">
                        <c:v>42551</c:v>
                      </c:pt>
                      <c:pt idx="3197">
                        <c:v>42552</c:v>
                      </c:pt>
                      <c:pt idx="3198">
                        <c:v>42555</c:v>
                      </c:pt>
                      <c:pt idx="3199">
                        <c:v>42556</c:v>
                      </c:pt>
                      <c:pt idx="3200">
                        <c:v>42557</c:v>
                      </c:pt>
                      <c:pt idx="3201">
                        <c:v>42558</c:v>
                      </c:pt>
                      <c:pt idx="3202">
                        <c:v>42559</c:v>
                      </c:pt>
                      <c:pt idx="3203">
                        <c:v>42562</c:v>
                      </c:pt>
                      <c:pt idx="3204">
                        <c:v>42563</c:v>
                      </c:pt>
                      <c:pt idx="3205">
                        <c:v>42564</c:v>
                      </c:pt>
                      <c:pt idx="3206">
                        <c:v>42565</c:v>
                      </c:pt>
                      <c:pt idx="3207">
                        <c:v>42566</c:v>
                      </c:pt>
                      <c:pt idx="3208">
                        <c:v>42569</c:v>
                      </c:pt>
                      <c:pt idx="3209">
                        <c:v>42570</c:v>
                      </c:pt>
                      <c:pt idx="3210">
                        <c:v>42571</c:v>
                      </c:pt>
                      <c:pt idx="3211">
                        <c:v>42572</c:v>
                      </c:pt>
                      <c:pt idx="3212">
                        <c:v>42573</c:v>
                      </c:pt>
                      <c:pt idx="3213">
                        <c:v>42576</c:v>
                      </c:pt>
                      <c:pt idx="3214">
                        <c:v>42577</c:v>
                      </c:pt>
                      <c:pt idx="3215">
                        <c:v>42578</c:v>
                      </c:pt>
                      <c:pt idx="3216">
                        <c:v>42579</c:v>
                      </c:pt>
                      <c:pt idx="3217">
                        <c:v>42580</c:v>
                      </c:pt>
                      <c:pt idx="3218">
                        <c:v>42583</c:v>
                      </c:pt>
                      <c:pt idx="3219">
                        <c:v>42584</c:v>
                      </c:pt>
                      <c:pt idx="3220">
                        <c:v>42585</c:v>
                      </c:pt>
                      <c:pt idx="3221">
                        <c:v>42586</c:v>
                      </c:pt>
                      <c:pt idx="3222">
                        <c:v>42587</c:v>
                      </c:pt>
                      <c:pt idx="3223">
                        <c:v>42590</c:v>
                      </c:pt>
                      <c:pt idx="3224">
                        <c:v>42591</c:v>
                      </c:pt>
                      <c:pt idx="3225">
                        <c:v>42592</c:v>
                      </c:pt>
                      <c:pt idx="3226">
                        <c:v>42593</c:v>
                      </c:pt>
                      <c:pt idx="3227">
                        <c:v>42594</c:v>
                      </c:pt>
                      <c:pt idx="3228">
                        <c:v>42597</c:v>
                      </c:pt>
                      <c:pt idx="3229">
                        <c:v>42598</c:v>
                      </c:pt>
                      <c:pt idx="3230">
                        <c:v>42599</c:v>
                      </c:pt>
                      <c:pt idx="3231">
                        <c:v>42600</c:v>
                      </c:pt>
                      <c:pt idx="3232">
                        <c:v>42601</c:v>
                      </c:pt>
                      <c:pt idx="3233">
                        <c:v>42604</c:v>
                      </c:pt>
                      <c:pt idx="3234">
                        <c:v>42605</c:v>
                      </c:pt>
                      <c:pt idx="3235">
                        <c:v>42606</c:v>
                      </c:pt>
                      <c:pt idx="3236">
                        <c:v>42607</c:v>
                      </c:pt>
                      <c:pt idx="3237">
                        <c:v>42608</c:v>
                      </c:pt>
                      <c:pt idx="3238">
                        <c:v>42611</c:v>
                      </c:pt>
                      <c:pt idx="3239">
                        <c:v>42612</c:v>
                      </c:pt>
                      <c:pt idx="3240">
                        <c:v>42613</c:v>
                      </c:pt>
                      <c:pt idx="3241">
                        <c:v>42614</c:v>
                      </c:pt>
                      <c:pt idx="3242">
                        <c:v>42615</c:v>
                      </c:pt>
                      <c:pt idx="3243">
                        <c:v>42618</c:v>
                      </c:pt>
                      <c:pt idx="3244">
                        <c:v>42619</c:v>
                      </c:pt>
                      <c:pt idx="3245">
                        <c:v>42620</c:v>
                      </c:pt>
                      <c:pt idx="3246">
                        <c:v>42621</c:v>
                      </c:pt>
                      <c:pt idx="3247">
                        <c:v>42622</c:v>
                      </c:pt>
                      <c:pt idx="3248">
                        <c:v>42625</c:v>
                      </c:pt>
                      <c:pt idx="3249">
                        <c:v>42626</c:v>
                      </c:pt>
                      <c:pt idx="3250">
                        <c:v>42627</c:v>
                      </c:pt>
                      <c:pt idx="3251">
                        <c:v>42628</c:v>
                      </c:pt>
                      <c:pt idx="3252">
                        <c:v>42629</c:v>
                      </c:pt>
                      <c:pt idx="3253">
                        <c:v>42632</c:v>
                      </c:pt>
                      <c:pt idx="3254">
                        <c:v>42633</c:v>
                      </c:pt>
                      <c:pt idx="3255">
                        <c:v>42634</c:v>
                      </c:pt>
                      <c:pt idx="3256">
                        <c:v>42635</c:v>
                      </c:pt>
                      <c:pt idx="3257">
                        <c:v>42636</c:v>
                      </c:pt>
                      <c:pt idx="3258">
                        <c:v>42639</c:v>
                      </c:pt>
                      <c:pt idx="3259">
                        <c:v>42640</c:v>
                      </c:pt>
                      <c:pt idx="3260">
                        <c:v>42641</c:v>
                      </c:pt>
                      <c:pt idx="3261">
                        <c:v>42642</c:v>
                      </c:pt>
                      <c:pt idx="3262">
                        <c:v>42643</c:v>
                      </c:pt>
                      <c:pt idx="3263">
                        <c:v>42646</c:v>
                      </c:pt>
                      <c:pt idx="3264">
                        <c:v>42647</c:v>
                      </c:pt>
                      <c:pt idx="3265">
                        <c:v>42648</c:v>
                      </c:pt>
                      <c:pt idx="3266">
                        <c:v>42649</c:v>
                      </c:pt>
                      <c:pt idx="3267">
                        <c:v>42650</c:v>
                      </c:pt>
                      <c:pt idx="3268">
                        <c:v>42653</c:v>
                      </c:pt>
                      <c:pt idx="3269">
                        <c:v>42654</c:v>
                      </c:pt>
                      <c:pt idx="3270">
                        <c:v>42655</c:v>
                      </c:pt>
                      <c:pt idx="3271">
                        <c:v>42656</c:v>
                      </c:pt>
                      <c:pt idx="3272">
                        <c:v>42657</c:v>
                      </c:pt>
                      <c:pt idx="3273">
                        <c:v>42660</c:v>
                      </c:pt>
                      <c:pt idx="3274">
                        <c:v>42661</c:v>
                      </c:pt>
                      <c:pt idx="3275">
                        <c:v>42662</c:v>
                      </c:pt>
                      <c:pt idx="3276">
                        <c:v>42663</c:v>
                      </c:pt>
                      <c:pt idx="3277">
                        <c:v>42664</c:v>
                      </c:pt>
                      <c:pt idx="3278">
                        <c:v>42667</c:v>
                      </c:pt>
                      <c:pt idx="3279">
                        <c:v>42668</c:v>
                      </c:pt>
                      <c:pt idx="3280">
                        <c:v>42669</c:v>
                      </c:pt>
                      <c:pt idx="3281">
                        <c:v>42670</c:v>
                      </c:pt>
                      <c:pt idx="3282">
                        <c:v>42671</c:v>
                      </c:pt>
                      <c:pt idx="3283">
                        <c:v>42674</c:v>
                      </c:pt>
                      <c:pt idx="3284">
                        <c:v>42675</c:v>
                      </c:pt>
                      <c:pt idx="3285">
                        <c:v>42676</c:v>
                      </c:pt>
                      <c:pt idx="3286">
                        <c:v>42677</c:v>
                      </c:pt>
                      <c:pt idx="3287">
                        <c:v>42678</c:v>
                      </c:pt>
                      <c:pt idx="3288">
                        <c:v>42681</c:v>
                      </c:pt>
                      <c:pt idx="3289">
                        <c:v>42682</c:v>
                      </c:pt>
                      <c:pt idx="3290">
                        <c:v>42683</c:v>
                      </c:pt>
                      <c:pt idx="3291">
                        <c:v>42684</c:v>
                      </c:pt>
                      <c:pt idx="3292">
                        <c:v>42685</c:v>
                      </c:pt>
                      <c:pt idx="3293">
                        <c:v>42688</c:v>
                      </c:pt>
                      <c:pt idx="3294">
                        <c:v>42689</c:v>
                      </c:pt>
                      <c:pt idx="3295">
                        <c:v>42690</c:v>
                      </c:pt>
                      <c:pt idx="3296">
                        <c:v>42691</c:v>
                      </c:pt>
                      <c:pt idx="3297">
                        <c:v>42692</c:v>
                      </c:pt>
                      <c:pt idx="3298">
                        <c:v>42695</c:v>
                      </c:pt>
                      <c:pt idx="3299">
                        <c:v>42696</c:v>
                      </c:pt>
                      <c:pt idx="3300">
                        <c:v>42697</c:v>
                      </c:pt>
                      <c:pt idx="3301">
                        <c:v>42698</c:v>
                      </c:pt>
                      <c:pt idx="3302">
                        <c:v>42699</c:v>
                      </c:pt>
                      <c:pt idx="3303">
                        <c:v>42702</c:v>
                      </c:pt>
                      <c:pt idx="3304">
                        <c:v>42703</c:v>
                      </c:pt>
                      <c:pt idx="3305">
                        <c:v>42704</c:v>
                      </c:pt>
                      <c:pt idx="3306">
                        <c:v>42705</c:v>
                      </c:pt>
                      <c:pt idx="3307">
                        <c:v>42706</c:v>
                      </c:pt>
                      <c:pt idx="3308">
                        <c:v>42709</c:v>
                      </c:pt>
                      <c:pt idx="3309">
                        <c:v>42710</c:v>
                      </c:pt>
                      <c:pt idx="3310">
                        <c:v>42711</c:v>
                      </c:pt>
                      <c:pt idx="3311">
                        <c:v>42712</c:v>
                      </c:pt>
                      <c:pt idx="3312">
                        <c:v>42713</c:v>
                      </c:pt>
                      <c:pt idx="3313">
                        <c:v>42716</c:v>
                      </c:pt>
                      <c:pt idx="3314">
                        <c:v>42717</c:v>
                      </c:pt>
                      <c:pt idx="3315">
                        <c:v>42718</c:v>
                      </c:pt>
                      <c:pt idx="3316">
                        <c:v>42719</c:v>
                      </c:pt>
                      <c:pt idx="3317">
                        <c:v>42720</c:v>
                      </c:pt>
                      <c:pt idx="3318">
                        <c:v>42723</c:v>
                      </c:pt>
                      <c:pt idx="3319">
                        <c:v>42724</c:v>
                      </c:pt>
                      <c:pt idx="3320">
                        <c:v>42725</c:v>
                      </c:pt>
                      <c:pt idx="3321">
                        <c:v>42726</c:v>
                      </c:pt>
                      <c:pt idx="3322">
                        <c:v>42727</c:v>
                      </c:pt>
                      <c:pt idx="3323">
                        <c:v>42730</c:v>
                      </c:pt>
                      <c:pt idx="3324">
                        <c:v>42731</c:v>
                      </c:pt>
                      <c:pt idx="3325">
                        <c:v>42732</c:v>
                      </c:pt>
                      <c:pt idx="3326">
                        <c:v>42733</c:v>
                      </c:pt>
                      <c:pt idx="3327">
                        <c:v>42734</c:v>
                      </c:pt>
                      <c:pt idx="3328">
                        <c:v>42737</c:v>
                      </c:pt>
                      <c:pt idx="3329">
                        <c:v>42738</c:v>
                      </c:pt>
                      <c:pt idx="3330">
                        <c:v>42739</c:v>
                      </c:pt>
                      <c:pt idx="3331">
                        <c:v>42740</c:v>
                      </c:pt>
                      <c:pt idx="3332">
                        <c:v>42741</c:v>
                      </c:pt>
                      <c:pt idx="3333">
                        <c:v>42744</c:v>
                      </c:pt>
                      <c:pt idx="3334">
                        <c:v>42745</c:v>
                      </c:pt>
                      <c:pt idx="3335">
                        <c:v>42746</c:v>
                      </c:pt>
                      <c:pt idx="3336">
                        <c:v>42747</c:v>
                      </c:pt>
                      <c:pt idx="3337">
                        <c:v>42748</c:v>
                      </c:pt>
                      <c:pt idx="3338">
                        <c:v>42751</c:v>
                      </c:pt>
                      <c:pt idx="3339">
                        <c:v>42752</c:v>
                      </c:pt>
                      <c:pt idx="3340">
                        <c:v>42753</c:v>
                      </c:pt>
                      <c:pt idx="3341">
                        <c:v>42754</c:v>
                      </c:pt>
                      <c:pt idx="3342">
                        <c:v>42755</c:v>
                      </c:pt>
                      <c:pt idx="3343">
                        <c:v>42758</c:v>
                      </c:pt>
                      <c:pt idx="3344">
                        <c:v>42759</c:v>
                      </c:pt>
                      <c:pt idx="3345">
                        <c:v>42760</c:v>
                      </c:pt>
                      <c:pt idx="3346">
                        <c:v>42761</c:v>
                      </c:pt>
                      <c:pt idx="3347">
                        <c:v>42762</c:v>
                      </c:pt>
                      <c:pt idx="3348">
                        <c:v>42765</c:v>
                      </c:pt>
                      <c:pt idx="3349">
                        <c:v>42766</c:v>
                      </c:pt>
                      <c:pt idx="3350">
                        <c:v>42767</c:v>
                      </c:pt>
                      <c:pt idx="3351">
                        <c:v>42768</c:v>
                      </c:pt>
                      <c:pt idx="3352">
                        <c:v>42769</c:v>
                      </c:pt>
                      <c:pt idx="3353">
                        <c:v>42772</c:v>
                      </c:pt>
                      <c:pt idx="3354">
                        <c:v>42773</c:v>
                      </c:pt>
                      <c:pt idx="3355">
                        <c:v>42774</c:v>
                      </c:pt>
                      <c:pt idx="3356">
                        <c:v>42775</c:v>
                      </c:pt>
                      <c:pt idx="3357">
                        <c:v>42776</c:v>
                      </c:pt>
                      <c:pt idx="3358">
                        <c:v>42779</c:v>
                      </c:pt>
                      <c:pt idx="3359">
                        <c:v>42780</c:v>
                      </c:pt>
                      <c:pt idx="3360">
                        <c:v>42781</c:v>
                      </c:pt>
                      <c:pt idx="3361">
                        <c:v>42782</c:v>
                      </c:pt>
                      <c:pt idx="3362">
                        <c:v>42783</c:v>
                      </c:pt>
                      <c:pt idx="3363">
                        <c:v>42786</c:v>
                      </c:pt>
                      <c:pt idx="3364">
                        <c:v>42787</c:v>
                      </c:pt>
                      <c:pt idx="3365">
                        <c:v>42788</c:v>
                      </c:pt>
                      <c:pt idx="3366">
                        <c:v>42789</c:v>
                      </c:pt>
                      <c:pt idx="3367">
                        <c:v>42790</c:v>
                      </c:pt>
                      <c:pt idx="3368">
                        <c:v>42793</c:v>
                      </c:pt>
                      <c:pt idx="3369">
                        <c:v>42794</c:v>
                      </c:pt>
                      <c:pt idx="3370">
                        <c:v>42795</c:v>
                      </c:pt>
                      <c:pt idx="3371">
                        <c:v>42796</c:v>
                      </c:pt>
                      <c:pt idx="3372">
                        <c:v>42797</c:v>
                      </c:pt>
                      <c:pt idx="3373">
                        <c:v>42800</c:v>
                      </c:pt>
                      <c:pt idx="3374">
                        <c:v>42801</c:v>
                      </c:pt>
                      <c:pt idx="3375">
                        <c:v>42802</c:v>
                      </c:pt>
                      <c:pt idx="3376">
                        <c:v>42803</c:v>
                      </c:pt>
                      <c:pt idx="3377">
                        <c:v>42804</c:v>
                      </c:pt>
                      <c:pt idx="3378">
                        <c:v>42807</c:v>
                      </c:pt>
                      <c:pt idx="3379">
                        <c:v>42808</c:v>
                      </c:pt>
                      <c:pt idx="3380">
                        <c:v>42809</c:v>
                      </c:pt>
                      <c:pt idx="3381">
                        <c:v>42810</c:v>
                      </c:pt>
                      <c:pt idx="3382">
                        <c:v>42811</c:v>
                      </c:pt>
                      <c:pt idx="3383">
                        <c:v>42814</c:v>
                      </c:pt>
                      <c:pt idx="3384">
                        <c:v>42815</c:v>
                      </c:pt>
                      <c:pt idx="3385">
                        <c:v>42816</c:v>
                      </c:pt>
                      <c:pt idx="3386">
                        <c:v>42817</c:v>
                      </c:pt>
                      <c:pt idx="3387">
                        <c:v>42818</c:v>
                      </c:pt>
                      <c:pt idx="3388">
                        <c:v>42821</c:v>
                      </c:pt>
                      <c:pt idx="3389">
                        <c:v>42822</c:v>
                      </c:pt>
                      <c:pt idx="3390">
                        <c:v>42823</c:v>
                      </c:pt>
                      <c:pt idx="3391">
                        <c:v>42824</c:v>
                      </c:pt>
                      <c:pt idx="3392">
                        <c:v>42825</c:v>
                      </c:pt>
                      <c:pt idx="3393">
                        <c:v>42828</c:v>
                      </c:pt>
                      <c:pt idx="3394">
                        <c:v>42829</c:v>
                      </c:pt>
                      <c:pt idx="3395">
                        <c:v>42830</c:v>
                      </c:pt>
                      <c:pt idx="3396">
                        <c:v>42831</c:v>
                      </c:pt>
                      <c:pt idx="3397">
                        <c:v>42832</c:v>
                      </c:pt>
                      <c:pt idx="3398">
                        <c:v>42835</c:v>
                      </c:pt>
                      <c:pt idx="3399">
                        <c:v>42836</c:v>
                      </c:pt>
                      <c:pt idx="3400">
                        <c:v>42837</c:v>
                      </c:pt>
                      <c:pt idx="3401">
                        <c:v>42838</c:v>
                      </c:pt>
                      <c:pt idx="3402">
                        <c:v>42839</c:v>
                      </c:pt>
                      <c:pt idx="3403">
                        <c:v>42842</c:v>
                      </c:pt>
                      <c:pt idx="3404">
                        <c:v>42843</c:v>
                      </c:pt>
                      <c:pt idx="3405">
                        <c:v>42844</c:v>
                      </c:pt>
                      <c:pt idx="3406">
                        <c:v>42845</c:v>
                      </c:pt>
                      <c:pt idx="3407">
                        <c:v>42846</c:v>
                      </c:pt>
                      <c:pt idx="3408">
                        <c:v>42849</c:v>
                      </c:pt>
                      <c:pt idx="3409">
                        <c:v>42850</c:v>
                      </c:pt>
                      <c:pt idx="3410">
                        <c:v>42851</c:v>
                      </c:pt>
                      <c:pt idx="3411">
                        <c:v>42852</c:v>
                      </c:pt>
                      <c:pt idx="3412">
                        <c:v>42853</c:v>
                      </c:pt>
                      <c:pt idx="3413">
                        <c:v>42856</c:v>
                      </c:pt>
                      <c:pt idx="3414">
                        <c:v>42857</c:v>
                      </c:pt>
                      <c:pt idx="3415">
                        <c:v>42858</c:v>
                      </c:pt>
                      <c:pt idx="3416">
                        <c:v>42859</c:v>
                      </c:pt>
                      <c:pt idx="3417">
                        <c:v>42860</c:v>
                      </c:pt>
                      <c:pt idx="3418">
                        <c:v>42863</c:v>
                      </c:pt>
                      <c:pt idx="3419">
                        <c:v>42864</c:v>
                      </c:pt>
                      <c:pt idx="3420">
                        <c:v>42865</c:v>
                      </c:pt>
                      <c:pt idx="3421">
                        <c:v>42866</c:v>
                      </c:pt>
                      <c:pt idx="3422">
                        <c:v>42867</c:v>
                      </c:pt>
                      <c:pt idx="3423">
                        <c:v>42870</c:v>
                      </c:pt>
                      <c:pt idx="3424">
                        <c:v>42871</c:v>
                      </c:pt>
                      <c:pt idx="3425">
                        <c:v>42872</c:v>
                      </c:pt>
                      <c:pt idx="3426">
                        <c:v>42873</c:v>
                      </c:pt>
                      <c:pt idx="3427">
                        <c:v>42874</c:v>
                      </c:pt>
                      <c:pt idx="3428">
                        <c:v>42877</c:v>
                      </c:pt>
                      <c:pt idx="3429">
                        <c:v>42878</c:v>
                      </c:pt>
                      <c:pt idx="3430">
                        <c:v>42879</c:v>
                      </c:pt>
                      <c:pt idx="3431">
                        <c:v>42880</c:v>
                      </c:pt>
                      <c:pt idx="3432">
                        <c:v>42881</c:v>
                      </c:pt>
                      <c:pt idx="3433">
                        <c:v>42884</c:v>
                      </c:pt>
                      <c:pt idx="3434">
                        <c:v>42885</c:v>
                      </c:pt>
                      <c:pt idx="3435">
                        <c:v>42886</c:v>
                      </c:pt>
                      <c:pt idx="3436">
                        <c:v>42887</c:v>
                      </c:pt>
                      <c:pt idx="3437">
                        <c:v>42888</c:v>
                      </c:pt>
                      <c:pt idx="3438">
                        <c:v>42891</c:v>
                      </c:pt>
                      <c:pt idx="3439">
                        <c:v>42892</c:v>
                      </c:pt>
                      <c:pt idx="3440">
                        <c:v>42893</c:v>
                      </c:pt>
                      <c:pt idx="3441">
                        <c:v>42894</c:v>
                      </c:pt>
                      <c:pt idx="3442">
                        <c:v>42895</c:v>
                      </c:pt>
                      <c:pt idx="3443">
                        <c:v>42898</c:v>
                      </c:pt>
                      <c:pt idx="3444">
                        <c:v>42899</c:v>
                      </c:pt>
                      <c:pt idx="3445">
                        <c:v>42900</c:v>
                      </c:pt>
                      <c:pt idx="3446">
                        <c:v>42901</c:v>
                      </c:pt>
                      <c:pt idx="3447">
                        <c:v>42902</c:v>
                      </c:pt>
                      <c:pt idx="3448">
                        <c:v>42905</c:v>
                      </c:pt>
                      <c:pt idx="3449">
                        <c:v>42906</c:v>
                      </c:pt>
                      <c:pt idx="3450">
                        <c:v>42907</c:v>
                      </c:pt>
                      <c:pt idx="3451">
                        <c:v>42908</c:v>
                      </c:pt>
                      <c:pt idx="3452">
                        <c:v>42909</c:v>
                      </c:pt>
                      <c:pt idx="3453">
                        <c:v>42912</c:v>
                      </c:pt>
                      <c:pt idx="3454">
                        <c:v>42913</c:v>
                      </c:pt>
                      <c:pt idx="3455">
                        <c:v>42914</c:v>
                      </c:pt>
                      <c:pt idx="3456">
                        <c:v>42915</c:v>
                      </c:pt>
                      <c:pt idx="3457">
                        <c:v>42916</c:v>
                      </c:pt>
                      <c:pt idx="3458">
                        <c:v>42919</c:v>
                      </c:pt>
                      <c:pt idx="3459">
                        <c:v>42920</c:v>
                      </c:pt>
                      <c:pt idx="3460">
                        <c:v>42921</c:v>
                      </c:pt>
                      <c:pt idx="3461">
                        <c:v>42922</c:v>
                      </c:pt>
                      <c:pt idx="3462">
                        <c:v>42923</c:v>
                      </c:pt>
                      <c:pt idx="3463">
                        <c:v>42926</c:v>
                      </c:pt>
                      <c:pt idx="3464">
                        <c:v>42927</c:v>
                      </c:pt>
                      <c:pt idx="3465">
                        <c:v>42928</c:v>
                      </c:pt>
                      <c:pt idx="3466">
                        <c:v>42929</c:v>
                      </c:pt>
                      <c:pt idx="3467">
                        <c:v>42930</c:v>
                      </c:pt>
                      <c:pt idx="3468">
                        <c:v>42933</c:v>
                      </c:pt>
                      <c:pt idx="3469">
                        <c:v>42934</c:v>
                      </c:pt>
                      <c:pt idx="3470">
                        <c:v>42935</c:v>
                      </c:pt>
                      <c:pt idx="3471">
                        <c:v>42936</c:v>
                      </c:pt>
                      <c:pt idx="3472">
                        <c:v>42937</c:v>
                      </c:pt>
                      <c:pt idx="3473">
                        <c:v>42940</c:v>
                      </c:pt>
                      <c:pt idx="3474">
                        <c:v>42941</c:v>
                      </c:pt>
                      <c:pt idx="3475">
                        <c:v>42942</c:v>
                      </c:pt>
                      <c:pt idx="3476">
                        <c:v>42943</c:v>
                      </c:pt>
                      <c:pt idx="3477">
                        <c:v>42944</c:v>
                      </c:pt>
                      <c:pt idx="3478">
                        <c:v>42947</c:v>
                      </c:pt>
                      <c:pt idx="3479">
                        <c:v>42948</c:v>
                      </c:pt>
                      <c:pt idx="3480">
                        <c:v>42949</c:v>
                      </c:pt>
                      <c:pt idx="3481">
                        <c:v>42950</c:v>
                      </c:pt>
                      <c:pt idx="3482">
                        <c:v>42951</c:v>
                      </c:pt>
                      <c:pt idx="3483">
                        <c:v>42954</c:v>
                      </c:pt>
                      <c:pt idx="3484">
                        <c:v>42955</c:v>
                      </c:pt>
                      <c:pt idx="3485">
                        <c:v>42956</c:v>
                      </c:pt>
                      <c:pt idx="3486">
                        <c:v>42957</c:v>
                      </c:pt>
                      <c:pt idx="3487">
                        <c:v>42958</c:v>
                      </c:pt>
                      <c:pt idx="3488">
                        <c:v>42961</c:v>
                      </c:pt>
                      <c:pt idx="3489">
                        <c:v>42962</c:v>
                      </c:pt>
                      <c:pt idx="3490">
                        <c:v>42963</c:v>
                      </c:pt>
                      <c:pt idx="3491">
                        <c:v>42964</c:v>
                      </c:pt>
                      <c:pt idx="3492">
                        <c:v>42965</c:v>
                      </c:pt>
                      <c:pt idx="3493">
                        <c:v>42968</c:v>
                      </c:pt>
                      <c:pt idx="3494">
                        <c:v>42969</c:v>
                      </c:pt>
                      <c:pt idx="3495">
                        <c:v>42970</c:v>
                      </c:pt>
                      <c:pt idx="3496">
                        <c:v>42971</c:v>
                      </c:pt>
                      <c:pt idx="3497">
                        <c:v>42972</c:v>
                      </c:pt>
                      <c:pt idx="3498">
                        <c:v>42975</c:v>
                      </c:pt>
                      <c:pt idx="3499">
                        <c:v>42976</c:v>
                      </c:pt>
                      <c:pt idx="3500">
                        <c:v>42977</c:v>
                      </c:pt>
                      <c:pt idx="3501">
                        <c:v>42978</c:v>
                      </c:pt>
                      <c:pt idx="3502">
                        <c:v>42979</c:v>
                      </c:pt>
                      <c:pt idx="3503">
                        <c:v>42982</c:v>
                      </c:pt>
                      <c:pt idx="3504">
                        <c:v>42983</c:v>
                      </c:pt>
                      <c:pt idx="3505">
                        <c:v>42984</c:v>
                      </c:pt>
                      <c:pt idx="3506">
                        <c:v>42985</c:v>
                      </c:pt>
                      <c:pt idx="3507">
                        <c:v>42986</c:v>
                      </c:pt>
                      <c:pt idx="3508">
                        <c:v>42989</c:v>
                      </c:pt>
                      <c:pt idx="3509">
                        <c:v>42990</c:v>
                      </c:pt>
                      <c:pt idx="3510">
                        <c:v>42991</c:v>
                      </c:pt>
                      <c:pt idx="3511">
                        <c:v>42992</c:v>
                      </c:pt>
                      <c:pt idx="3512">
                        <c:v>42993</c:v>
                      </c:pt>
                      <c:pt idx="3513">
                        <c:v>42996</c:v>
                      </c:pt>
                      <c:pt idx="3514">
                        <c:v>42997</c:v>
                      </c:pt>
                      <c:pt idx="3515">
                        <c:v>42998</c:v>
                      </c:pt>
                      <c:pt idx="3516">
                        <c:v>42999</c:v>
                      </c:pt>
                      <c:pt idx="3517">
                        <c:v>43000</c:v>
                      </c:pt>
                      <c:pt idx="3518">
                        <c:v>43003</c:v>
                      </c:pt>
                      <c:pt idx="3519">
                        <c:v>43004</c:v>
                      </c:pt>
                      <c:pt idx="3520">
                        <c:v>43005</c:v>
                      </c:pt>
                      <c:pt idx="3521">
                        <c:v>43006</c:v>
                      </c:pt>
                      <c:pt idx="3522">
                        <c:v>43007</c:v>
                      </c:pt>
                      <c:pt idx="3523">
                        <c:v>43010</c:v>
                      </c:pt>
                      <c:pt idx="3524">
                        <c:v>43011</c:v>
                      </c:pt>
                      <c:pt idx="3525">
                        <c:v>43012</c:v>
                      </c:pt>
                      <c:pt idx="3526">
                        <c:v>43013</c:v>
                      </c:pt>
                      <c:pt idx="3527">
                        <c:v>43014</c:v>
                      </c:pt>
                      <c:pt idx="3528">
                        <c:v>43017</c:v>
                      </c:pt>
                      <c:pt idx="3529">
                        <c:v>43018</c:v>
                      </c:pt>
                      <c:pt idx="3530">
                        <c:v>43019</c:v>
                      </c:pt>
                      <c:pt idx="3531">
                        <c:v>43020</c:v>
                      </c:pt>
                      <c:pt idx="3532">
                        <c:v>43021</c:v>
                      </c:pt>
                      <c:pt idx="3533">
                        <c:v>43024</c:v>
                      </c:pt>
                      <c:pt idx="3534">
                        <c:v>43025</c:v>
                      </c:pt>
                      <c:pt idx="3535">
                        <c:v>43026</c:v>
                      </c:pt>
                      <c:pt idx="3536">
                        <c:v>43027</c:v>
                      </c:pt>
                      <c:pt idx="3537">
                        <c:v>43028</c:v>
                      </c:pt>
                      <c:pt idx="3538">
                        <c:v>43031</c:v>
                      </c:pt>
                      <c:pt idx="3539">
                        <c:v>43032</c:v>
                      </c:pt>
                      <c:pt idx="3540">
                        <c:v>43033</c:v>
                      </c:pt>
                      <c:pt idx="3541">
                        <c:v>43034</c:v>
                      </c:pt>
                      <c:pt idx="3542">
                        <c:v>43035</c:v>
                      </c:pt>
                      <c:pt idx="3543">
                        <c:v>43038</c:v>
                      </c:pt>
                      <c:pt idx="3544">
                        <c:v>43039</c:v>
                      </c:pt>
                      <c:pt idx="3545">
                        <c:v>43040</c:v>
                      </c:pt>
                      <c:pt idx="3546">
                        <c:v>43041</c:v>
                      </c:pt>
                      <c:pt idx="3547">
                        <c:v>43042</c:v>
                      </c:pt>
                      <c:pt idx="3548">
                        <c:v>43045</c:v>
                      </c:pt>
                      <c:pt idx="3549">
                        <c:v>43046</c:v>
                      </c:pt>
                      <c:pt idx="3550">
                        <c:v>43047</c:v>
                      </c:pt>
                      <c:pt idx="3551">
                        <c:v>43048</c:v>
                      </c:pt>
                      <c:pt idx="3552">
                        <c:v>43049</c:v>
                      </c:pt>
                      <c:pt idx="3553">
                        <c:v>43052</c:v>
                      </c:pt>
                      <c:pt idx="3554">
                        <c:v>43053</c:v>
                      </c:pt>
                      <c:pt idx="3555">
                        <c:v>43054</c:v>
                      </c:pt>
                      <c:pt idx="3556">
                        <c:v>43055</c:v>
                      </c:pt>
                      <c:pt idx="3557">
                        <c:v>43056</c:v>
                      </c:pt>
                      <c:pt idx="3558">
                        <c:v>43059</c:v>
                      </c:pt>
                      <c:pt idx="3559">
                        <c:v>43060</c:v>
                      </c:pt>
                      <c:pt idx="3560">
                        <c:v>43061</c:v>
                      </c:pt>
                      <c:pt idx="3561">
                        <c:v>43062</c:v>
                      </c:pt>
                      <c:pt idx="3562">
                        <c:v>43063</c:v>
                      </c:pt>
                      <c:pt idx="3563">
                        <c:v>43066</c:v>
                      </c:pt>
                      <c:pt idx="3564">
                        <c:v>43067</c:v>
                      </c:pt>
                      <c:pt idx="3565">
                        <c:v>43068</c:v>
                      </c:pt>
                      <c:pt idx="3566">
                        <c:v>43069</c:v>
                      </c:pt>
                      <c:pt idx="3567">
                        <c:v>43070</c:v>
                      </c:pt>
                      <c:pt idx="3568">
                        <c:v>43073</c:v>
                      </c:pt>
                      <c:pt idx="3569">
                        <c:v>43074</c:v>
                      </c:pt>
                      <c:pt idx="3570">
                        <c:v>43075</c:v>
                      </c:pt>
                      <c:pt idx="3571">
                        <c:v>43076</c:v>
                      </c:pt>
                      <c:pt idx="3572">
                        <c:v>43077</c:v>
                      </c:pt>
                      <c:pt idx="3573">
                        <c:v>43080</c:v>
                      </c:pt>
                      <c:pt idx="3574">
                        <c:v>43081</c:v>
                      </c:pt>
                      <c:pt idx="3575">
                        <c:v>43082</c:v>
                      </c:pt>
                      <c:pt idx="3576">
                        <c:v>43083</c:v>
                      </c:pt>
                      <c:pt idx="3577">
                        <c:v>43084</c:v>
                      </c:pt>
                      <c:pt idx="3578">
                        <c:v>43087</c:v>
                      </c:pt>
                      <c:pt idx="3579">
                        <c:v>43088</c:v>
                      </c:pt>
                      <c:pt idx="3580">
                        <c:v>43089</c:v>
                      </c:pt>
                      <c:pt idx="3581">
                        <c:v>43090</c:v>
                      </c:pt>
                      <c:pt idx="3582">
                        <c:v>43091</c:v>
                      </c:pt>
                      <c:pt idx="3583">
                        <c:v>43094</c:v>
                      </c:pt>
                      <c:pt idx="3584">
                        <c:v>43095</c:v>
                      </c:pt>
                      <c:pt idx="3585">
                        <c:v>43096</c:v>
                      </c:pt>
                      <c:pt idx="3586">
                        <c:v>43097</c:v>
                      </c:pt>
                      <c:pt idx="3587">
                        <c:v>43098</c:v>
                      </c:pt>
                      <c:pt idx="3588">
                        <c:v>43101</c:v>
                      </c:pt>
                      <c:pt idx="3589">
                        <c:v>43102</c:v>
                      </c:pt>
                      <c:pt idx="3590">
                        <c:v>43103</c:v>
                      </c:pt>
                      <c:pt idx="3591">
                        <c:v>43104</c:v>
                      </c:pt>
                      <c:pt idx="3592">
                        <c:v>43105</c:v>
                      </c:pt>
                      <c:pt idx="3593">
                        <c:v>43108</c:v>
                      </c:pt>
                      <c:pt idx="3594">
                        <c:v>43109</c:v>
                      </c:pt>
                      <c:pt idx="3595">
                        <c:v>43110</c:v>
                      </c:pt>
                      <c:pt idx="3596">
                        <c:v>43111</c:v>
                      </c:pt>
                      <c:pt idx="3597">
                        <c:v>43112</c:v>
                      </c:pt>
                      <c:pt idx="3598">
                        <c:v>43115</c:v>
                      </c:pt>
                      <c:pt idx="3599">
                        <c:v>43116</c:v>
                      </c:pt>
                      <c:pt idx="3600">
                        <c:v>43117</c:v>
                      </c:pt>
                      <c:pt idx="3601">
                        <c:v>43118</c:v>
                      </c:pt>
                      <c:pt idx="3602">
                        <c:v>43119</c:v>
                      </c:pt>
                      <c:pt idx="3603">
                        <c:v>43122</c:v>
                      </c:pt>
                      <c:pt idx="3604">
                        <c:v>43123</c:v>
                      </c:pt>
                      <c:pt idx="3605">
                        <c:v>43124</c:v>
                      </c:pt>
                      <c:pt idx="3606">
                        <c:v>43125</c:v>
                      </c:pt>
                      <c:pt idx="3607">
                        <c:v>43126</c:v>
                      </c:pt>
                      <c:pt idx="3608">
                        <c:v>43129</c:v>
                      </c:pt>
                      <c:pt idx="3609">
                        <c:v>43130</c:v>
                      </c:pt>
                      <c:pt idx="3610">
                        <c:v>43131</c:v>
                      </c:pt>
                      <c:pt idx="3611">
                        <c:v>43132</c:v>
                      </c:pt>
                      <c:pt idx="3612">
                        <c:v>43133</c:v>
                      </c:pt>
                      <c:pt idx="3613">
                        <c:v>43136</c:v>
                      </c:pt>
                      <c:pt idx="3614">
                        <c:v>43137</c:v>
                      </c:pt>
                      <c:pt idx="3615">
                        <c:v>43138</c:v>
                      </c:pt>
                      <c:pt idx="3616">
                        <c:v>43139</c:v>
                      </c:pt>
                      <c:pt idx="3617">
                        <c:v>43140</c:v>
                      </c:pt>
                      <c:pt idx="3618">
                        <c:v>43143</c:v>
                      </c:pt>
                      <c:pt idx="3619">
                        <c:v>43144</c:v>
                      </c:pt>
                      <c:pt idx="3620">
                        <c:v>43145</c:v>
                      </c:pt>
                      <c:pt idx="3621">
                        <c:v>43146</c:v>
                      </c:pt>
                      <c:pt idx="3622">
                        <c:v>43147</c:v>
                      </c:pt>
                      <c:pt idx="3623">
                        <c:v>43150</c:v>
                      </c:pt>
                      <c:pt idx="3624">
                        <c:v>43151</c:v>
                      </c:pt>
                      <c:pt idx="3625">
                        <c:v>43152</c:v>
                      </c:pt>
                      <c:pt idx="3626">
                        <c:v>43153</c:v>
                      </c:pt>
                      <c:pt idx="3627">
                        <c:v>43154</c:v>
                      </c:pt>
                      <c:pt idx="3628">
                        <c:v>43157</c:v>
                      </c:pt>
                      <c:pt idx="3629">
                        <c:v>43158</c:v>
                      </c:pt>
                      <c:pt idx="3630">
                        <c:v>43159</c:v>
                      </c:pt>
                      <c:pt idx="3631">
                        <c:v>43160</c:v>
                      </c:pt>
                      <c:pt idx="3632">
                        <c:v>43161</c:v>
                      </c:pt>
                      <c:pt idx="3633">
                        <c:v>43164</c:v>
                      </c:pt>
                      <c:pt idx="3634">
                        <c:v>43165</c:v>
                      </c:pt>
                      <c:pt idx="3635">
                        <c:v>43166</c:v>
                      </c:pt>
                      <c:pt idx="3636">
                        <c:v>43167</c:v>
                      </c:pt>
                      <c:pt idx="3637">
                        <c:v>43168</c:v>
                      </c:pt>
                      <c:pt idx="3638">
                        <c:v>43171</c:v>
                      </c:pt>
                      <c:pt idx="3639">
                        <c:v>43172</c:v>
                      </c:pt>
                      <c:pt idx="3640">
                        <c:v>43173</c:v>
                      </c:pt>
                      <c:pt idx="3641">
                        <c:v>43174</c:v>
                      </c:pt>
                      <c:pt idx="3642">
                        <c:v>43175</c:v>
                      </c:pt>
                      <c:pt idx="3643">
                        <c:v>43178</c:v>
                      </c:pt>
                      <c:pt idx="3644">
                        <c:v>43179</c:v>
                      </c:pt>
                      <c:pt idx="3645">
                        <c:v>43180</c:v>
                      </c:pt>
                      <c:pt idx="3646">
                        <c:v>43181</c:v>
                      </c:pt>
                      <c:pt idx="3647">
                        <c:v>43182</c:v>
                      </c:pt>
                      <c:pt idx="3648">
                        <c:v>43185</c:v>
                      </c:pt>
                      <c:pt idx="3649">
                        <c:v>43186</c:v>
                      </c:pt>
                      <c:pt idx="3650">
                        <c:v>43187</c:v>
                      </c:pt>
                      <c:pt idx="3651">
                        <c:v>43188</c:v>
                      </c:pt>
                      <c:pt idx="3652">
                        <c:v>43189</c:v>
                      </c:pt>
                      <c:pt idx="3653">
                        <c:v>43192</c:v>
                      </c:pt>
                      <c:pt idx="3654">
                        <c:v>43193</c:v>
                      </c:pt>
                      <c:pt idx="3655">
                        <c:v>43194</c:v>
                      </c:pt>
                      <c:pt idx="3656">
                        <c:v>43195</c:v>
                      </c:pt>
                      <c:pt idx="3657">
                        <c:v>43196</c:v>
                      </c:pt>
                      <c:pt idx="3658">
                        <c:v>43199</c:v>
                      </c:pt>
                      <c:pt idx="3659">
                        <c:v>43200</c:v>
                      </c:pt>
                      <c:pt idx="3660">
                        <c:v>43201</c:v>
                      </c:pt>
                      <c:pt idx="3661">
                        <c:v>43202</c:v>
                      </c:pt>
                      <c:pt idx="3662">
                        <c:v>43203</c:v>
                      </c:pt>
                      <c:pt idx="3663">
                        <c:v>43206</c:v>
                      </c:pt>
                      <c:pt idx="3664">
                        <c:v>43207</c:v>
                      </c:pt>
                      <c:pt idx="3665">
                        <c:v>43208</c:v>
                      </c:pt>
                      <c:pt idx="3666">
                        <c:v>43209</c:v>
                      </c:pt>
                      <c:pt idx="3667">
                        <c:v>43210</c:v>
                      </c:pt>
                      <c:pt idx="3668">
                        <c:v>43213</c:v>
                      </c:pt>
                      <c:pt idx="3669">
                        <c:v>43214</c:v>
                      </c:pt>
                      <c:pt idx="3670">
                        <c:v>43215</c:v>
                      </c:pt>
                      <c:pt idx="3671">
                        <c:v>43216</c:v>
                      </c:pt>
                      <c:pt idx="3672">
                        <c:v>43217</c:v>
                      </c:pt>
                      <c:pt idx="3673">
                        <c:v>43220</c:v>
                      </c:pt>
                      <c:pt idx="3674">
                        <c:v>43221</c:v>
                      </c:pt>
                      <c:pt idx="3675">
                        <c:v>43222</c:v>
                      </c:pt>
                      <c:pt idx="3676">
                        <c:v>43223</c:v>
                      </c:pt>
                      <c:pt idx="3677">
                        <c:v>43224</c:v>
                      </c:pt>
                      <c:pt idx="3678">
                        <c:v>43227</c:v>
                      </c:pt>
                      <c:pt idx="3679">
                        <c:v>43228</c:v>
                      </c:pt>
                      <c:pt idx="3680">
                        <c:v>43229</c:v>
                      </c:pt>
                      <c:pt idx="3681">
                        <c:v>43230</c:v>
                      </c:pt>
                      <c:pt idx="3682">
                        <c:v>43231</c:v>
                      </c:pt>
                      <c:pt idx="3683">
                        <c:v>43234</c:v>
                      </c:pt>
                      <c:pt idx="3684">
                        <c:v>43235</c:v>
                      </c:pt>
                      <c:pt idx="3685">
                        <c:v>43236</c:v>
                      </c:pt>
                      <c:pt idx="3686">
                        <c:v>43237</c:v>
                      </c:pt>
                      <c:pt idx="3687">
                        <c:v>43238</c:v>
                      </c:pt>
                      <c:pt idx="3688">
                        <c:v>43241</c:v>
                      </c:pt>
                      <c:pt idx="3689">
                        <c:v>43242</c:v>
                      </c:pt>
                      <c:pt idx="3690">
                        <c:v>43243</c:v>
                      </c:pt>
                      <c:pt idx="3691">
                        <c:v>43244</c:v>
                      </c:pt>
                      <c:pt idx="3692">
                        <c:v>43245</c:v>
                      </c:pt>
                      <c:pt idx="3693">
                        <c:v>43248</c:v>
                      </c:pt>
                      <c:pt idx="3694">
                        <c:v>43249</c:v>
                      </c:pt>
                      <c:pt idx="3695">
                        <c:v>43250</c:v>
                      </c:pt>
                      <c:pt idx="3696">
                        <c:v>43251</c:v>
                      </c:pt>
                      <c:pt idx="3697">
                        <c:v>43252</c:v>
                      </c:pt>
                      <c:pt idx="3698">
                        <c:v>43255</c:v>
                      </c:pt>
                      <c:pt idx="3699">
                        <c:v>43256</c:v>
                      </c:pt>
                      <c:pt idx="3700">
                        <c:v>43257</c:v>
                      </c:pt>
                      <c:pt idx="3701">
                        <c:v>43258</c:v>
                      </c:pt>
                      <c:pt idx="3702">
                        <c:v>43259</c:v>
                      </c:pt>
                      <c:pt idx="3703">
                        <c:v>43262</c:v>
                      </c:pt>
                      <c:pt idx="3704">
                        <c:v>43263</c:v>
                      </c:pt>
                      <c:pt idx="3705">
                        <c:v>43264</c:v>
                      </c:pt>
                      <c:pt idx="3706">
                        <c:v>43265</c:v>
                      </c:pt>
                      <c:pt idx="3707">
                        <c:v>43266</c:v>
                      </c:pt>
                      <c:pt idx="3708">
                        <c:v>43269</c:v>
                      </c:pt>
                      <c:pt idx="3709">
                        <c:v>43270</c:v>
                      </c:pt>
                      <c:pt idx="3710">
                        <c:v>43271</c:v>
                      </c:pt>
                      <c:pt idx="3711">
                        <c:v>43272</c:v>
                      </c:pt>
                      <c:pt idx="3712">
                        <c:v>43273</c:v>
                      </c:pt>
                      <c:pt idx="3713">
                        <c:v>43276</c:v>
                      </c:pt>
                      <c:pt idx="3714">
                        <c:v>43277</c:v>
                      </c:pt>
                      <c:pt idx="3715">
                        <c:v>43278</c:v>
                      </c:pt>
                      <c:pt idx="3716">
                        <c:v>43279</c:v>
                      </c:pt>
                      <c:pt idx="3717">
                        <c:v>43280</c:v>
                      </c:pt>
                      <c:pt idx="3718">
                        <c:v>43283</c:v>
                      </c:pt>
                      <c:pt idx="3719">
                        <c:v>43284</c:v>
                      </c:pt>
                      <c:pt idx="3720">
                        <c:v>43285</c:v>
                      </c:pt>
                      <c:pt idx="3721">
                        <c:v>43286</c:v>
                      </c:pt>
                      <c:pt idx="3722">
                        <c:v>43287</c:v>
                      </c:pt>
                      <c:pt idx="3723">
                        <c:v>43290</c:v>
                      </c:pt>
                      <c:pt idx="3724">
                        <c:v>43291</c:v>
                      </c:pt>
                      <c:pt idx="3725">
                        <c:v>43292</c:v>
                      </c:pt>
                      <c:pt idx="3726">
                        <c:v>43293</c:v>
                      </c:pt>
                      <c:pt idx="3727">
                        <c:v>43294</c:v>
                      </c:pt>
                      <c:pt idx="3728">
                        <c:v>43297</c:v>
                      </c:pt>
                      <c:pt idx="3729">
                        <c:v>43298</c:v>
                      </c:pt>
                      <c:pt idx="3730">
                        <c:v>43299</c:v>
                      </c:pt>
                      <c:pt idx="3731">
                        <c:v>43300</c:v>
                      </c:pt>
                      <c:pt idx="3732">
                        <c:v>43301</c:v>
                      </c:pt>
                      <c:pt idx="3733">
                        <c:v>43304</c:v>
                      </c:pt>
                      <c:pt idx="3734">
                        <c:v>43305</c:v>
                      </c:pt>
                      <c:pt idx="3735">
                        <c:v>43306</c:v>
                      </c:pt>
                      <c:pt idx="3736">
                        <c:v>43307</c:v>
                      </c:pt>
                      <c:pt idx="3737">
                        <c:v>43308</c:v>
                      </c:pt>
                      <c:pt idx="3738">
                        <c:v>43311</c:v>
                      </c:pt>
                      <c:pt idx="3739">
                        <c:v>43312</c:v>
                      </c:pt>
                      <c:pt idx="3740">
                        <c:v>43313</c:v>
                      </c:pt>
                      <c:pt idx="3741">
                        <c:v>43314</c:v>
                      </c:pt>
                      <c:pt idx="3742">
                        <c:v>43315</c:v>
                      </c:pt>
                      <c:pt idx="3743">
                        <c:v>43318</c:v>
                      </c:pt>
                      <c:pt idx="3744">
                        <c:v>43319</c:v>
                      </c:pt>
                      <c:pt idx="3745">
                        <c:v>43320</c:v>
                      </c:pt>
                      <c:pt idx="3746">
                        <c:v>43321</c:v>
                      </c:pt>
                      <c:pt idx="3747">
                        <c:v>43322</c:v>
                      </c:pt>
                      <c:pt idx="3748">
                        <c:v>43325</c:v>
                      </c:pt>
                      <c:pt idx="3749">
                        <c:v>43326</c:v>
                      </c:pt>
                      <c:pt idx="3750">
                        <c:v>43327</c:v>
                      </c:pt>
                      <c:pt idx="3751">
                        <c:v>43328</c:v>
                      </c:pt>
                      <c:pt idx="3752">
                        <c:v>43329</c:v>
                      </c:pt>
                      <c:pt idx="3753">
                        <c:v>43332</c:v>
                      </c:pt>
                      <c:pt idx="3754">
                        <c:v>43333</c:v>
                      </c:pt>
                      <c:pt idx="3755">
                        <c:v>43334</c:v>
                      </c:pt>
                      <c:pt idx="3756">
                        <c:v>43335</c:v>
                      </c:pt>
                      <c:pt idx="3757">
                        <c:v>43336</c:v>
                      </c:pt>
                      <c:pt idx="3758">
                        <c:v>43339</c:v>
                      </c:pt>
                      <c:pt idx="3759">
                        <c:v>43340</c:v>
                      </c:pt>
                      <c:pt idx="3760">
                        <c:v>43341</c:v>
                      </c:pt>
                      <c:pt idx="3761">
                        <c:v>43342</c:v>
                      </c:pt>
                      <c:pt idx="3762">
                        <c:v>43343</c:v>
                      </c:pt>
                      <c:pt idx="3763">
                        <c:v>43346</c:v>
                      </c:pt>
                      <c:pt idx="3764">
                        <c:v>43347</c:v>
                      </c:pt>
                      <c:pt idx="3765">
                        <c:v>43348</c:v>
                      </c:pt>
                      <c:pt idx="3766">
                        <c:v>43349</c:v>
                      </c:pt>
                      <c:pt idx="3767">
                        <c:v>43350</c:v>
                      </c:pt>
                      <c:pt idx="3768">
                        <c:v>43353</c:v>
                      </c:pt>
                      <c:pt idx="3769">
                        <c:v>43354</c:v>
                      </c:pt>
                      <c:pt idx="3770">
                        <c:v>43355</c:v>
                      </c:pt>
                      <c:pt idx="3771">
                        <c:v>43356</c:v>
                      </c:pt>
                      <c:pt idx="3772">
                        <c:v>43357</c:v>
                      </c:pt>
                      <c:pt idx="3773">
                        <c:v>43360</c:v>
                      </c:pt>
                      <c:pt idx="3774">
                        <c:v>43361</c:v>
                      </c:pt>
                      <c:pt idx="3775">
                        <c:v>43362</c:v>
                      </c:pt>
                      <c:pt idx="3776">
                        <c:v>43363</c:v>
                      </c:pt>
                      <c:pt idx="3777">
                        <c:v>43364</c:v>
                      </c:pt>
                      <c:pt idx="3778">
                        <c:v>43367</c:v>
                      </c:pt>
                      <c:pt idx="3779">
                        <c:v>43368</c:v>
                      </c:pt>
                      <c:pt idx="3780">
                        <c:v>43369</c:v>
                      </c:pt>
                      <c:pt idx="3781">
                        <c:v>43370</c:v>
                      </c:pt>
                      <c:pt idx="3782">
                        <c:v>43371</c:v>
                      </c:pt>
                      <c:pt idx="3783">
                        <c:v>43374</c:v>
                      </c:pt>
                      <c:pt idx="3784">
                        <c:v>43375</c:v>
                      </c:pt>
                      <c:pt idx="3785">
                        <c:v>43376</c:v>
                      </c:pt>
                      <c:pt idx="3786">
                        <c:v>43377</c:v>
                      </c:pt>
                      <c:pt idx="3787">
                        <c:v>43378</c:v>
                      </c:pt>
                      <c:pt idx="3788">
                        <c:v>43381</c:v>
                      </c:pt>
                      <c:pt idx="3789">
                        <c:v>43382</c:v>
                      </c:pt>
                      <c:pt idx="3790">
                        <c:v>43383</c:v>
                      </c:pt>
                      <c:pt idx="3791">
                        <c:v>43384</c:v>
                      </c:pt>
                      <c:pt idx="3792">
                        <c:v>43385</c:v>
                      </c:pt>
                      <c:pt idx="3793">
                        <c:v>43388</c:v>
                      </c:pt>
                      <c:pt idx="3794">
                        <c:v>43389</c:v>
                      </c:pt>
                      <c:pt idx="3795">
                        <c:v>43390</c:v>
                      </c:pt>
                      <c:pt idx="3796">
                        <c:v>43391</c:v>
                      </c:pt>
                      <c:pt idx="3797">
                        <c:v>43392</c:v>
                      </c:pt>
                      <c:pt idx="3798">
                        <c:v>43395</c:v>
                      </c:pt>
                      <c:pt idx="3799">
                        <c:v>43396</c:v>
                      </c:pt>
                      <c:pt idx="3800">
                        <c:v>43397</c:v>
                      </c:pt>
                      <c:pt idx="3801">
                        <c:v>43398</c:v>
                      </c:pt>
                      <c:pt idx="3802">
                        <c:v>43399</c:v>
                      </c:pt>
                      <c:pt idx="3803">
                        <c:v>43402</c:v>
                      </c:pt>
                      <c:pt idx="3804">
                        <c:v>43403</c:v>
                      </c:pt>
                      <c:pt idx="3805">
                        <c:v>43404</c:v>
                      </c:pt>
                      <c:pt idx="3806">
                        <c:v>43405</c:v>
                      </c:pt>
                      <c:pt idx="3807">
                        <c:v>43406</c:v>
                      </c:pt>
                      <c:pt idx="3808">
                        <c:v>43409</c:v>
                      </c:pt>
                      <c:pt idx="3809">
                        <c:v>43410</c:v>
                      </c:pt>
                      <c:pt idx="3810">
                        <c:v>43411</c:v>
                      </c:pt>
                      <c:pt idx="3811">
                        <c:v>43412</c:v>
                      </c:pt>
                      <c:pt idx="3812">
                        <c:v>43413</c:v>
                      </c:pt>
                      <c:pt idx="3813">
                        <c:v>43416</c:v>
                      </c:pt>
                      <c:pt idx="3814">
                        <c:v>43417</c:v>
                      </c:pt>
                      <c:pt idx="3815">
                        <c:v>43418</c:v>
                      </c:pt>
                      <c:pt idx="3816">
                        <c:v>43419</c:v>
                      </c:pt>
                      <c:pt idx="3817">
                        <c:v>43420</c:v>
                      </c:pt>
                      <c:pt idx="3818">
                        <c:v>43423</c:v>
                      </c:pt>
                      <c:pt idx="3819">
                        <c:v>43424</c:v>
                      </c:pt>
                      <c:pt idx="3820">
                        <c:v>43425</c:v>
                      </c:pt>
                      <c:pt idx="3821">
                        <c:v>43426</c:v>
                      </c:pt>
                      <c:pt idx="3822">
                        <c:v>43427</c:v>
                      </c:pt>
                      <c:pt idx="3823">
                        <c:v>43430</c:v>
                      </c:pt>
                      <c:pt idx="3824">
                        <c:v>43431</c:v>
                      </c:pt>
                      <c:pt idx="3825">
                        <c:v>43432</c:v>
                      </c:pt>
                      <c:pt idx="3826">
                        <c:v>43433</c:v>
                      </c:pt>
                      <c:pt idx="3827">
                        <c:v>43434</c:v>
                      </c:pt>
                      <c:pt idx="3828">
                        <c:v>43437</c:v>
                      </c:pt>
                      <c:pt idx="3829">
                        <c:v>43438</c:v>
                      </c:pt>
                      <c:pt idx="3830">
                        <c:v>43439</c:v>
                      </c:pt>
                      <c:pt idx="3831">
                        <c:v>43440</c:v>
                      </c:pt>
                      <c:pt idx="3832">
                        <c:v>43441</c:v>
                      </c:pt>
                      <c:pt idx="3833">
                        <c:v>43444</c:v>
                      </c:pt>
                      <c:pt idx="3834">
                        <c:v>43445</c:v>
                      </c:pt>
                      <c:pt idx="3835">
                        <c:v>43446</c:v>
                      </c:pt>
                      <c:pt idx="3836">
                        <c:v>43447</c:v>
                      </c:pt>
                      <c:pt idx="3837">
                        <c:v>43448</c:v>
                      </c:pt>
                      <c:pt idx="3838">
                        <c:v>43451</c:v>
                      </c:pt>
                      <c:pt idx="3839">
                        <c:v>43452</c:v>
                      </c:pt>
                      <c:pt idx="3840">
                        <c:v>43453</c:v>
                      </c:pt>
                      <c:pt idx="3841">
                        <c:v>43454</c:v>
                      </c:pt>
                      <c:pt idx="3842">
                        <c:v>43455</c:v>
                      </c:pt>
                      <c:pt idx="3843">
                        <c:v>43458</c:v>
                      </c:pt>
                      <c:pt idx="3844">
                        <c:v>43459</c:v>
                      </c:pt>
                      <c:pt idx="3845">
                        <c:v>43460</c:v>
                      </c:pt>
                      <c:pt idx="3846">
                        <c:v>43461</c:v>
                      </c:pt>
                      <c:pt idx="3847">
                        <c:v>43462</c:v>
                      </c:pt>
                      <c:pt idx="3848">
                        <c:v>43465</c:v>
                      </c:pt>
                      <c:pt idx="3849">
                        <c:v>43466</c:v>
                      </c:pt>
                      <c:pt idx="3850">
                        <c:v>43467</c:v>
                      </c:pt>
                      <c:pt idx="3851">
                        <c:v>43468</c:v>
                      </c:pt>
                      <c:pt idx="3852">
                        <c:v>43469</c:v>
                      </c:pt>
                      <c:pt idx="3853">
                        <c:v>43472</c:v>
                      </c:pt>
                      <c:pt idx="3854">
                        <c:v>43473</c:v>
                      </c:pt>
                      <c:pt idx="3855">
                        <c:v>43474</c:v>
                      </c:pt>
                      <c:pt idx="3856">
                        <c:v>43475</c:v>
                      </c:pt>
                      <c:pt idx="3857">
                        <c:v>43476</c:v>
                      </c:pt>
                      <c:pt idx="3858">
                        <c:v>43479</c:v>
                      </c:pt>
                      <c:pt idx="3859">
                        <c:v>43480</c:v>
                      </c:pt>
                      <c:pt idx="3860">
                        <c:v>43481</c:v>
                      </c:pt>
                      <c:pt idx="3861">
                        <c:v>43482</c:v>
                      </c:pt>
                      <c:pt idx="3862">
                        <c:v>43483</c:v>
                      </c:pt>
                      <c:pt idx="3863">
                        <c:v>43486</c:v>
                      </c:pt>
                      <c:pt idx="3864">
                        <c:v>43487</c:v>
                      </c:pt>
                      <c:pt idx="3865">
                        <c:v>43488</c:v>
                      </c:pt>
                      <c:pt idx="3866">
                        <c:v>43489</c:v>
                      </c:pt>
                      <c:pt idx="3867">
                        <c:v>43490</c:v>
                      </c:pt>
                      <c:pt idx="3868">
                        <c:v>43493</c:v>
                      </c:pt>
                      <c:pt idx="3869">
                        <c:v>43494</c:v>
                      </c:pt>
                      <c:pt idx="3870">
                        <c:v>43495</c:v>
                      </c:pt>
                      <c:pt idx="3871">
                        <c:v>43496</c:v>
                      </c:pt>
                      <c:pt idx="3872">
                        <c:v>43497</c:v>
                      </c:pt>
                      <c:pt idx="3873">
                        <c:v>43500</c:v>
                      </c:pt>
                      <c:pt idx="3874">
                        <c:v>43501</c:v>
                      </c:pt>
                      <c:pt idx="3875">
                        <c:v>43502</c:v>
                      </c:pt>
                      <c:pt idx="3876">
                        <c:v>43503</c:v>
                      </c:pt>
                      <c:pt idx="3877">
                        <c:v>43504</c:v>
                      </c:pt>
                      <c:pt idx="3878">
                        <c:v>43507</c:v>
                      </c:pt>
                      <c:pt idx="3879">
                        <c:v>43508</c:v>
                      </c:pt>
                      <c:pt idx="3880">
                        <c:v>43509</c:v>
                      </c:pt>
                      <c:pt idx="3881">
                        <c:v>43510</c:v>
                      </c:pt>
                      <c:pt idx="3882">
                        <c:v>43511</c:v>
                      </c:pt>
                      <c:pt idx="3883">
                        <c:v>43514</c:v>
                      </c:pt>
                      <c:pt idx="3884">
                        <c:v>43515</c:v>
                      </c:pt>
                      <c:pt idx="3885">
                        <c:v>43516</c:v>
                      </c:pt>
                      <c:pt idx="3886">
                        <c:v>43517</c:v>
                      </c:pt>
                      <c:pt idx="3887">
                        <c:v>43518</c:v>
                      </c:pt>
                      <c:pt idx="3888">
                        <c:v>43521</c:v>
                      </c:pt>
                      <c:pt idx="3889">
                        <c:v>43522</c:v>
                      </c:pt>
                      <c:pt idx="3890">
                        <c:v>43523</c:v>
                      </c:pt>
                      <c:pt idx="3891">
                        <c:v>43524</c:v>
                      </c:pt>
                      <c:pt idx="3892">
                        <c:v>43525</c:v>
                      </c:pt>
                      <c:pt idx="3893">
                        <c:v>43528</c:v>
                      </c:pt>
                      <c:pt idx="3894">
                        <c:v>43529</c:v>
                      </c:pt>
                      <c:pt idx="3895">
                        <c:v>43530</c:v>
                      </c:pt>
                      <c:pt idx="3896">
                        <c:v>43531</c:v>
                      </c:pt>
                      <c:pt idx="3897">
                        <c:v>43532</c:v>
                      </c:pt>
                      <c:pt idx="3898">
                        <c:v>43535</c:v>
                      </c:pt>
                      <c:pt idx="3899">
                        <c:v>43536</c:v>
                      </c:pt>
                      <c:pt idx="3900">
                        <c:v>43537</c:v>
                      </c:pt>
                      <c:pt idx="3901">
                        <c:v>43538</c:v>
                      </c:pt>
                      <c:pt idx="3902">
                        <c:v>43539</c:v>
                      </c:pt>
                      <c:pt idx="3903">
                        <c:v>43542</c:v>
                      </c:pt>
                      <c:pt idx="3904">
                        <c:v>43543</c:v>
                      </c:pt>
                      <c:pt idx="3905">
                        <c:v>43544</c:v>
                      </c:pt>
                      <c:pt idx="3906">
                        <c:v>43545</c:v>
                      </c:pt>
                      <c:pt idx="3907">
                        <c:v>43546</c:v>
                      </c:pt>
                      <c:pt idx="3908">
                        <c:v>43549</c:v>
                      </c:pt>
                      <c:pt idx="3909">
                        <c:v>43550</c:v>
                      </c:pt>
                      <c:pt idx="3910">
                        <c:v>43551</c:v>
                      </c:pt>
                      <c:pt idx="3911">
                        <c:v>43552</c:v>
                      </c:pt>
                      <c:pt idx="3912">
                        <c:v>43553</c:v>
                      </c:pt>
                      <c:pt idx="3913">
                        <c:v>43556</c:v>
                      </c:pt>
                      <c:pt idx="3914">
                        <c:v>43557</c:v>
                      </c:pt>
                      <c:pt idx="3915">
                        <c:v>43558</c:v>
                      </c:pt>
                      <c:pt idx="3916">
                        <c:v>43559</c:v>
                      </c:pt>
                      <c:pt idx="3917">
                        <c:v>43560</c:v>
                      </c:pt>
                      <c:pt idx="3918">
                        <c:v>43563</c:v>
                      </c:pt>
                      <c:pt idx="3919">
                        <c:v>43564</c:v>
                      </c:pt>
                      <c:pt idx="3920">
                        <c:v>43565</c:v>
                      </c:pt>
                      <c:pt idx="3921">
                        <c:v>43566</c:v>
                      </c:pt>
                      <c:pt idx="3922">
                        <c:v>43567</c:v>
                      </c:pt>
                      <c:pt idx="3923">
                        <c:v>43570</c:v>
                      </c:pt>
                      <c:pt idx="3924">
                        <c:v>43571</c:v>
                      </c:pt>
                      <c:pt idx="3925">
                        <c:v>43572</c:v>
                      </c:pt>
                      <c:pt idx="3926">
                        <c:v>43573</c:v>
                      </c:pt>
                      <c:pt idx="3927">
                        <c:v>43574</c:v>
                      </c:pt>
                      <c:pt idx="3928">
                        <c:v>43577</c:v>
                      </c:pt>
                      <c:pt idx="3929">
                        <c:v>43578</c:v>
                      </c:pt>
                      <c:pt idx="3930">
                        <c:v>43579</c:v>
                      </c:pt>
                      <c:pt idx="3931">
                        <c:v>43580</c:v>
                      </c:pt>
                      <c:pt idx="3932">
                        <c:v>43581</c:v>
                      </c:pt>
                      <c:pt idx="3933">
                        <c:v>43584</c:v>
                      </c:pt>
                      <c:pt idx="3934">
                        <c:v>43585</c:v>
                      </c:pt>
                      <c:pt idx="3935">
                        <c:v>43586</c:v>
                      </c:pt>
                      <c:pt idx="3936">
                        <c:v>43587</c:v>
                      </c:pt>
                      <c:pt idx="3937">
                        <c:v>43588</c:v>
                      </c:pt>
                      <c:pt idx="3938">
                        <c:v>43591</c:v>
                      </c:pt>
                      <c:pt idx="3939">
                        <c:v>43592</c:v>
                      </c:pt>
                      <c:pt idx="3940">
                        <c:v>43593</c:v>
                      </c:pt>
                      <c:pt idx="3941">
                        <c:v>43594</c:v>
                      </c:pt>
                      <c:pt idx="3942">
                        <c:v>43595</c:v>
                      </c:pt>
                      <c:pt idx="3943">
                        <c:v>43598</c:v>
                      </c:pt>
                      <c:pt idx="3944">
                        <c:v>43599</c:v>
                      </c:pt>
                      <c:pt idx="3945">
                        <c:v>43600</c:v>
                      </c:pt>
                      <c:pt idx="3946">
                        <c:v>43601</c:v>
                      </c:pt>
                      <c:pt idx="3947">
                        <c:v>43602</c:v>
                      </c:pt>
                      <c:pt idx="3948">
                        <c:v>43605</c:v>
                      </c:pt>
                      <c:pt idx="3949">
                        <c:v>43606</c:v>
                      </c:pt>
                      <c:pt idx="3950">
                        <c:v>43607</c:v>
                      </c:pt>
                      <c:pt idx="3951">
                        <c:v>43608</c:v>
                      </c:pt>
                      <c:pt idx="3952">
                        <c:v>43609</c:v>
                      </c:pt>
                      <c:pt idx="3953">
                        <c:v>43612</c:v>
                      </c:pt>
                      <c:pt idx="3954">
                        <c:v>43613</c:v>
                      </c:pt>
                      <c:pt idx="3955">
                        <c:v>43614</c:v>
                      </c:pt>
                      <c:pt idx="3956">
                        <c:v>43615</c:v>
                      </c:pt>
                      <c:pt idx="3957">
                        <c:v>43616</c:v>
                      </c:pt>
                      <c:pt idx="3958">
                        <c:v>43619</c:v>
                      </c:pt>
                      <c:pt idx="3959">
                        <c:v>43620</c:v>
                      </c:pt>
                      <c:pt idx="3960">
                        <c:v>43621</c:v>
                      </c:pt>
                      <c:pt idx="3961">
                        <c:v>43622</c:v>
                      </c:pt>
                      <c:pt idx="3962">
                        <c:v>43623</c:v>
                      </c:pt>
                      <c:pt idx="3963">
                        <c:v>43626</c:v>
                      </c:pt>
                      <c:pt idx="3964">
                        <c:v>43627</c:v>
                      </c:pt>
                      <c:pt idx="3965">
                        <c:v>43628</c:v>
                      </c:pt>
                      <c:pt idx="3966">
                        <c:v>43629</c:v>
                      </c:pt>
                      <c:pt idx="3967">
                        <c:v>43630</c:v>
                      </c:pt>
                      <c:pt idx="3968">
                        <c:v>43633</c:v>
                      </c:pt>
                      <c:pt idx="3969">
                        <c:v>43634</c:v>
                      </c:pt>
                      <c:pt idx="3970">
                        <c:v>43635</c:v>
                      </c:pt>
                      <c:pt idx="3971">
                        <c:v>43636</c:v>
                      </c:pt>
                      <c:pt idx="3972">
                        <c:v>43637</c:v>
                      </c:pt>
                      <c:pt idx="3973">
                        <c:v>43640</c:v>
                      </c:pt>
                      <c:pt idx="3974">
                        <c:v>43641</c:v>
                      </c:pt>
                      <c:pt idx="3975">
                        <c:v>43642</c:v>
                      </c:pt>
                      <c:pt idx="3976">
                        <c:v>43643</c:v>
                      </c:pt>
                      <c:pt idx="3977">
                        <c:v>43644</c:v>
                      </c:pt>
                      <c:pt idx="3978">
                        <c:v>43647</c:v>
                      </c:pt>
                      <c:pt idx="3979">
                        <c:v>43648</c:v>
                      </c:pt>
                      <c:pt idx="3980">
                        <c:v>43649</c:v>
                      </c:pt>
                      <c:pt idx="3981">
                        <c:v>43650</c:v>
                      </c:pt>
                      <c:pt idx="3982">
                        <c:v>43651</c:v>
                      </c:pt>
                      <c:pt idx="3983">
                        <c:v>43654</c:v>
                      </c:pt>
                      <c:pt idx="3984">
                        <c:v>43655</c:v>
                      </c:pt>
                      <c:pt idx="3985">
                        <c:v>43656</c:v>
                      </c:pt>
                      <c:pt idx="3986">
                        <c:v>43657</c:v>
                      </c:pt>
                      <c:pt idx="3987">
                        <c:v>43658</c:v>
                      </c:pt>
                      <c:pt idx="3988">
                        <c:v>43661</c:v>
                      </c:pt>
                      <c:pt idx="3989">
                        <c:v>43662</c:v>
                      </c:pt>
                      <c:pt idx="3990">
                        <c:v>43663</c:v>
                      </c:pt>
                      <c:pt idx="3991">
                        <c:v>43664</c:v>
                      </c:pt>
                      <c:pt idx="3992">
                        <c:v>43665</c:v>
                      </c:pt>
                      <c:pt idx="3993">
                        <c:v>43668</c:v>
                      </c:pt>
                      <c:pt idx="3994">
                        <c:v>43669</c:v>
                      </c:pt>
                      <c:pt idx="3995">
                        <c:v>43670</c:v>
                      </c:pt>
                      <c:pt idx="3996">
                        <c:v>43671</c:v>
                      </c:pt>
                      <c:pt idx="3997">
                        <c:v>43672</c:v>
                      </c:pt>
                      <c:pt idx="3998">
                        <c:v>43675</c:v>
                      </c:pt>
                      <c:pt idx="3999">
                        <c:v>43676</c:v>
                      </c:pt>
                      <c:pt idx="4000">
                        <c:v>43677</c:v>
                      </c:pt>
                      <c:pt idx="4001">
                        <c:v>43678</c:v>
                      </c:pt>
                      <c:pt idx="4002">
                        <c:v>43679</c:v>
                      </c:pt>
                      <c:pt idx="4003">
                        <c:v>43682</c:v>
                      </c:pt>
                      <c:pt idx="4004">
                        <c:v>43683</c:v>
                      </c:pt>
                      <c:pt idx="4005">
                        <c:v>43684</c:v>
                      </c:pt>
                      <c:pt idx="4006">
                        <c:v>43685</c:v>
                      </c:pt>
                      <c:pt idx="4007">
                        <c:v>43686</c:v>
                      </c:pt>
                      <c:pt idx="4008">
                        <c:v>43689</c:v>
                      </c:pt>
                      <c:pt idx="4009">
                        <c:v>43690</c:v>
                      </c:pt>
                      <c:pt idx="4010">
                        <c:v>43691</c:v>
                      </c:pt>
                      <c:pt idx="4011">
                        <c:v>43692</c:v>
                      </c:pt>
                      <c:pt idx="4012">
                        <c:v>43693</c:v>
                      </c:pt>
                      <c:pt idx="4013">
                        <c:v>43696</c:v>
                      </c:pt>
                      <c:pt idx="4014">
                        <c:v>43697</c:v>
                      </c:pt>
                      <c:pt idx="4015">
                        <c:v>43698</c:v>
                      </c:pt>
                      <c:pt idx="4016">
                        <c:v>43699</c:v>
                      </c:pt>
                      <c:pt idx="4017">
                        <c:v>43700</c:v>
                      </c:pt>
                      <c:pt idx="4018">
                        <c:v>43703</c:v>
                      </c:pt>
                      <c:pt idx="4019">
                        <c:v>43704</c:v>
                      </c:pt>
                      <c:pt idx="4020">
                        <c:v>43705</c:v>
                      </c:pt>
                      <c:pt idx="4021">
                        <c:v>43706</c:v>
                      </c:pt>
                      <c:pt idx="4022">
                        <c:v>43707</c:v>
                      </c:pt>
                      <c:pt idx="4023">
                        <c:v>43710</c:v>
                      </c:pt>
                      <c:pt idx="4024">
                        <c:v>43711</c:v>
                      </c:pt>
                      <c:pt idx="4025">
                        <c:v>43712</c:v>
                      </c:pt>
                      <c:pt idx="4026">
                        <c:v>43713</c:v>
                      </c:pt>
                      <c:pt idx="4027">
                        <c:v>43714</c:v>
                      </c:pt>
                      <c:pt idx="4028">
                        <c:v>43717</c:v>
                      </c:pt>
                      <c:pt idx="4029">
                        <c:v>43718</c:v>
                      </c:pt>
                      <c:pt idx="4030">
                        <c:v>43719</c:v>
                      </c:pt>
                      <c:pt idx="4031">
                        <c:v>43720</c:v>
                      </c:pt>
                      <c:pt idx="4032">
                        <c:v>43721</c:v>
                      </c:pt>
                      <c:pt idx="4033">
                        <c:v>43724</c:v>
                      </c:pt>
                      <c:pt idx="4034">
                        <c:v>43725</c:v>
                      </c:pt>
                      <c:pt idx="4035">
                        <c:v>43726</c:v>
                      </c:pt>
                      <c:pt idx="4036">
                        <c:v>43727</c:v>
                      </c:pt>
                      <c:pt idx="4037">
                        <c:v>43728</c:v>
                      </c:pt>
                      <c:pt idx="4038">
                        <c:v>43731</c:v>
                      </c:pt>
                      <c:pt idx="4039">
                        <c:v>43732</c:v>
                      </c:pt>
                      <c:pt idx="4040">
                        <c:v>43733</c:v>
                      </c:pt>
                      <c:pt idx="4041">
                        <c:v>43734</c:v>
                      </c:pt>
                      <c:pt idx="4042">
                        <c:v>43735</c:v>
                      </c:pt>
                      <c:pt idx="4043">
                        <c:v>43738</c:v>
                      </c:pt>
                      <c:pt idx="4044">
                        <c:v>43739</c:v>
                      </c:pt>
                      <c:pt idx="4045">
                        <c:v>43740</c:v>
                      </c:pt>
                      <c:pt idx="4046">
                        <c:v>43741</c:v>
                      </c:pt>
                      <c:pt idx="4047">
                        <c:v>43742</c:v>
                      </c:pt>
                      <c:pt idx="4048">
                        <c:v>43745</c:v>
                      </c:pt>
                      <c:pt idx="4049">
                        <c:v>43746</c:v>
                      </c:pt>
                      <c:pt idx="4050">
                        <c:v>43747</c:v>
                      </c:pt>
                      <c:pt idx="4051">
                        <c:v>43748</c:v>
                      </c:pt>
                      <c:pt idx="4052">
                        <c:v>43749</c:v>
                      </c:pt>
                      <c:pt idx="4053">
                        <c:v>43752</c:v>
                      </c:pt>
                      <c:pt idx="4054">
                        <c:v>43753</c:v>
                      </c:pt>
                      <c:pt idx="4055">
                        <c:v>43754</c:v>
                      </c:pt>
                      <c:pt idx="4056">
                        <c:v>43755</c:v>
                      </c:pt>
                      <c:pt idx="4057">
                        <c:v>43756</c:v>
                      </c:pt>
                      <c:pt idx="4058">
                        <c:v>43759</c:v>
                      </c:pt>
                      <c:pt idx="4059">
                        <c:v>43760</c:v>
                      </c:pt>
                      <c:pt idx="4060">
                        <c:v>43761</c:v>
                      </c:pt>
                      <c:pt idx="4061">
                        <c:v>43762</c:v>
                      </c:pt>
                      <c:pt idx="4062">
                        <c:v>43763</c:v>
                      </c:pt>
                      <c:pt idx="4063">
                        <c:v>43766</c:v>
                      </c:pt>
                      <c:pt idx="4064">
                        <c:v>43767</c:v>
                      </c:pt>
                      <c:pt idx="4065">
                        <c:v>43768</c:v>
                      </c:pt>
                      <c:pt idx="4066">
                        <c:v>43769</c:v>
                      </c:pt>
                      <c:pt idx="4067">
                        <c:v>43770</c:v>
                      </c:pt>
                      <c:pt idx="4068">
                        <c:v>43773</c:v>
                      </c:pt>
                      <c:pt idx="4069">
                        <c:v>43774</c:v>
                      </c:pt>
                      <c:pt idx="4070">
                        <c:v>43775</c:v>
                      </c:pt>
                      <c:pt idx="4071">
                        <c:v>43776</c:v>
                      </c:pt>
                      <c:pt idx="4072">
                        <c:v>43777</c:v>
                      </c:pt>
                      <c:pt idx="4073">
                        <c:v>43780</c:v>
                      </c:pt>
                      <c:pt idx="4074">
                        <c:v>43781</c:v>
                      </c:pt>
                      <c:pt idx="4075">
                        <c:v>43782</c:v>
                      </c:pt>
                      <c:pt idx="4076">
                        <c:v>43783</c:v>
                      </c:pt>
                      <c:pt idx="4077">
                        <c:v>43784</c:v>
                      </c:pt>
                      <c:pt idx="4078">
                        <c:v>43787</c:v>
                      </c:pt>
                      <c:pt idx="4079">
                        <c:v>43788</c:v>
                      </c:pt>
                      <c:pt idx="4080">
                        <c:v>43789</c:v>
                      </c:pt>
                      <c:pt idx="4081">
                        <c:v>43790</c:v>
                      </c:pt>
                      <c:pt idx="4082">
                        <c:v>43791</c:v>
                      </c:pt>
                      <c:pt idx="4083">
                        <c:v>43794</c:v>
                      </c:pt>
                      <c:pt idx="4084">
                        <c:v>43795</c:v>
                      </c:pt>
                      <c:pt idx="4085">
                        <c:v>43796</c:v>
                      </c:pt>
                      <c:pt idx="4086">
                        <c:v>43797</c:v>
                      </c:pt>
                      <c:pt idx="4087">
                        <c:v>43798</c:v>
                      </c:pt>
                      <c:pt idx="4088">
                        <c:v>43801</c:v>
                      </c:pt>
                      <c:pt idx="4089">
                        <c:v>43802</c:v>
                      </c:pt>
                      <c:pt idx="4090">
                        <c:v>43803</c:v>
                      </c:pt>
                      <c:pt idx="4091">
                        <c:v>43804</c:v>
                      </c:pt>
                      <c:pt idx="4092">
                        <c:v>43805</c:v>
                      </c:pt>
                      <c:pt idx="4093">
                        <c:v>43808</c:v>
                      </c:pt>
                      <c:pt idx="4094">
                        <c:v>43809</c:v>
                      </c:pt>
                      <c:pt idx="4095">
                        <c:v>43810</c:v>
                      </c:pt>
                      <c:pt idx="4096">
                        <c:v>43811</c:v>
                      </c:pt>
                      <c:pt idx="4097">
                        <c:v>43812</c:v>
                      </c:pt>
                      <c:pt idx="4098">
                        <c:v>43815</c:v>
                      </c:pt>
                      <c:pt idx="4099">
                        <c:v>43816</c:v>
                      </c:pt>
                      <c:pt idx="4100">
                        <c:v>43817</c:v>
                      </c:pt>
                      <c:pt idx="4101">
                        <c:v>43818</c:v>
                      </c:pt>
                      <c:pt idx="4102">
                        <c:v>43819</c:v>
                      </c:pt>
                      <c:pt idx="4103">
                        <c:v>43822</c:v>
                      </c:pt>
                      <c:pt idx="4104">
                        <c:v>43823</c:v>
                      </c:pt>
                      <c:pt idx="4105">
                        <c:v>43824</c:v>
                      </c:pt>
                      <c:pt idx="4106">
                        <c:v>43825</c:v>
                      </c:pt>
                      <c:pt idx="4107">
                        <c:v>43826</c:v>
                      </c:pt>
                      <c:pt idx="4108">
                        <c:v>43829</c:v>
                      </c:pt>
                      <c:pt idx="4109">
                        <c:v>43830</c:v>
                      </c:pt>
                      <c:pt idx="4110">
                        <c:v>43831</c:v>
                      </c:pt>
                      <c:pt idx="4111">
                        <c:v>43832</c:v>
                      </c:pt>
                      <c:pt idx="4112">
                        <c:v>43833</c:v>
                      </c:pt>
                      <c:pt idx="4113">
                        <c:v>43836</c:v>
                      </c:pt>
                      <c:pt idx="4114">
                        <c:v>43837</c:v>
                      </c:pt>
                      <c:pt idx="4115">
                        <c:v>43838</c:v>
                      </c:pt>
                      <c:pt idx="4116">
                        <c:v>43839</c:v>
                      </c:pt>
                      <c:pt idx="4117">
                        <c:v>43840</c:v>
                      </c:pt>
                      <c:pt idx="4118">
                        <c:v>43843</c:v>
                      </c:pt>
                      <c:pt idx="4119">
                        <c:v>43844</c:v>
                      </c:pt>
                      <c:pt idx="4120">
                        <c:v>43845</c:v>
                      </c:pt>
                      <c:pt idx="4121">
                        <c:v>43846</c:v>
                      </c:pt>
                      <c:pt idx="4122">
                        <c:v>43847</c:v>
                      </c:pt>
                      <c:pt idx="4123">
                        <c:v>43850</c:v>
                      </c:pt>
                      <c:pt idx="4124">
                        <c:v>43851</c:v>
                      </c:pt>
                      <c:pt idx="4125">
                        <c:v>43852</c:v>
                      </c:pt>
                      <c:pt idx="4126">
                        <c:v>43853</c:v>
                      </c:pt>
                      <c:pt idx="4127">
                        <c:v>43854</c:v>
                      </c:pt>
                      <c:pt idx="4128">
                        <c:v>43857</c:v>
                      </c:pt>
                      <c:pt idx="4129">
                        <c:v>43858</c:v>
                      </c:pt>
                      <c:pt idx="4130">
                        <c:v>43859</c:v>
                      </c:pt>
                      <c:pt idx="4131">
                        <c:v>43860</c:v>
                      </c:pt>
                      <c:pt idx="4132">
                        <c:v>43861</c:v>
                      </c:pt>
                      <c:pt idx="4133">
                        <c:v>43864</c:v>
                      </c:pt>
                      <c:pt idx="4134">
                        <c:v>43865</c:v>
                      </c:pt>
                      <c:pt idx="4135">
                        <c:v>43866</c:v>
                      </c:pt>
                      <c:pt idx="4136">
                        <c:v>43867</c:v>
                      </c:pt>
                      <c:pt idx="4137">
                        <c:v>43868</c:v>
                      </c:pt>
                      <c:pt idx="4138">
                        <c:v>43871</c:v>
                      </c:pt>
                      <c:pt idx="4139">
                        <c:v>43872</c:v>
                      </c:pt>
                      <c:pt idx="4140">
                        <c:v>43873</c:v>
                      </c:pt>
                      <c:pt idx="4141">
                        <c:v>43874</c:v>
                      </c:pt>
                      <c:pt idx="4142">
                        <c:v>43875</c:v>
                      </c:pt>
                      <c:pt idx="4143">
                        <c:v>43878</c:v>
                      </c:pt>
                      <c:pt idx="4144">
                        <c:v>43879</c:v>
                      </c:pt>
                      <c:pt idx="4145">
                        <c:v>43880</c:v>
                      </c:pt>
                      <c:pt idx="4146">
                        <c:v>43881</c:v>
                      </c:pt>
                      <c:pt idx="4147">
                        <c:v>43882</c:v>
                      </c:pt>
                      <c:pt idx="4148">
                        <c:v>43885</c:v>
                      </c:pt>
                      <c:pt idx="4149">
                        <c:v>43886</c:v>
                      </c:pt>
                      <c:pt idx="4150">
                        <c:v>43887</c:v>
                      </c:pt>
                      <c:pt idx="4151">
                        <c:v>43888</c:v>
                      </c:pt>
                      <c:pt idx="4152">
                        <c:v>43889</c:v>
                      </c:pt>
                      <c:pt idx="4153">
                        <c:v>43892</c:v>
                      </c:pt>
                      <c:pt idx="4154">
                        <c:v>43893</c:v>
                      </c:pt>
                      <c:pt idx="4155">
                        <c:v>43894</c:v>
                      </c:pt>
                      <c:pt idx="4156">
                        <c:v>43895</c:v>
                      </c:pt>
                      <c:pt idx="4157">
                        <c:v>43896</c:v>
                      </c:pt>
                      <c:pt idx="4158">
                        <c:v>43899</c:v>
                      </c:pt>
                      <c:pt idx="4159">
                        <c:v>43900</c:v>
                      </c:pt>
                      <c:pt idx="4160">
                        <c:v>43901</c:v>
                      </c:pt>
                      <c:pt idx="4161">
                        <c:v>43902</c:v>
                      </c:pt>
                      <c:pt idx="4162">
                        <c:v>43903</c:v>
                      </c:pt>
                      <c:pt idx="4163">
                        <c:v>43906</c:v>
                      </c:pt>
                      <c:pt idx="4164">
                        <c:v>43907</c:v>
                      </c:pt>
                      <c:pt idx="4165">
                        <c:v>43908</c:v>
                      </c:pt>
                      <c:pt idx="4166">
                        <c:v>43909</c:v>
                      </c:pt>
                      <c:pt idx="4167">
                        <c:v>43910</c:v>
                      </c:pt>
                      <c:pt idx="4168">
                        <c:v>43913</c:v>
                      </c:pt>
                      <c:pt idx="4169">
                        <c:v>43914</c:v>
                      </c:pt>
                      <c:pt idx="4170">
                        <c:v>43915</c:v>
                      </c:pt>
                      <c:pt idx="4171">
                        <c:v>43916</c:v>
                      </c:pt>
                      <c:pt idx="4172">
                        <c:v>43917</c:v>
                      </c:pt>
                      <c:pt idx="4173">
                        <c:v>43920</c:v>
                      </c:pt>
                      <c:pt idx="4174">
                        <c:v>43921</c:v>
                      </c:pt>
                      <c:pt idx="4175">
                        <c:v>43922</c:v>
                      </c:pt>
                      <c:pt idx="4176">
                        <c:v>43923</c:v>
                      </c:pt>
                      <c:pt idx="4177">
                        <c:v>43924</c:v>
                      </c:pt>
                      <c:pt idx="4178">
                        <c:v>43927</c:v>
                      </c:pt>
                      <c:pt idx="4179">
                        <c:v>43928</c:v>
                      </c:pt>
                      <c:pt idx="4180">
                        <c:v>43929</c:v>
                      </c:pt>
                      <c:pt idx="4181">
                        <c:v>43930</c:v>
                      </c:pt>
                      <c:pt idx="4182">
                        <c:v>43931</c:v>
                      </c:pt>
                      <c:pt idx="4183">
                        <c:v>43934</c:v>
                      </c:pt>
                      <c:pt idx="4184">
                        <c:v>43935</c:v>
                      </c:pt>
                      <c:pt idx="4185">
                        <c:v>43936</c:v>
                      </c:pt>
                      <c:pt idx="4186">
                        <c:v>43937</c:v>
                      </c:pt>
                      <c:pt idx="4187">
                        <c:v>43938</c:v>
                      </c:pt>
                      <c:pt idx="4188">
                        <c:v>43941</c:v>
                      </c:pt>
                      <c:pt idx="4189">
                        <c:v>43942</c:v>
                      </c:pt>
                      <c:pt idx="4190">
                        <c:v>43943</c:v>
                      </c:pt>
                      <c:pt idx="4191">
                        <c:v>43944</c:v>
                      </c:pt>
                      <c:pt idx="4192">
                        <c:v>43945</c:v>
                      </c:pt>
                      <c:pt idx="4193">
                        <c:v>43948</c:v>
                      </c:pt>
                      <c:pt idx="4194">
                        <c:v>43949</c:v>
                      </c:pt>
                      <c:pt idx="4195">
                        <c:v>43950</c:v>
                      </c:pt>
                      <c:pt idx="4196">
                        <c:v>43951</c:v>
                      </c:pt>
                      <c:pt idx="4197">
                        <c:v>43952</c:v>
                      </c:pt>
                      <c:pt idx="4198">
                        <c:v>43955</c:v>
                      </c:pt>
                      <c:pt idx="4199">
                        <c:v>43956</c:v>
                      </c:pt>
                      <c:pt idx="4200">
                        <c:v>43957</c:v>
                      </c:pt>
                      <c:pt idx="4201">
                        <c:v>43958</c:v>
                      </c:pt>
                      <c:pt idx="4202">
                        <c:v>43959</c:v>
                      </c:pt>
                      <c:pt idx="4203">
                        <c:v>43962</c:v>
                      </c:pt>
                      <c:pt idx="4204">
                        <c:v>43963</c:v>
                      </c:pt>
                      <c:pt idx="4205">
                        <c:v>43964</c:v>
                      </c:pt>
                      <c:pt idx="4206">
                        <c:v>43965</c:v>
                      </c:pt>
                      <c:pt idx="4207">
                        <c:v>43966</c:v>
                      </c:pt>
                      <c:pt idx="4208">
                        <c:v>43969</c:v>
                      </c:pt>
                      <c:pt idx="4209">
                        <c:v>43970</c:v>
                      </c:pt>
                      <c:pt idx="4210">
                        <c:v>43971</c:v>
                      </c:pt>
                      <c:pt idx="4211">
                        <c:v>43972</c:v>
                      </c:pt>
                      <c:pt idx="4212">
                        <c:v>43973</c:v>
                      </c:pt>
                      <c:pt idx="4213">
                        <c:v>43976</c:v>
                      </c:pt>
                      <c:pt idx="4214">
                        <c:v>43977</c:v>
                      </c:pt>
                      <c:pt idx="4215">
                        <c:v>43978</c:v>
                      </c:pt>
                      <c:pt idx="4216">
                        <c:v>43979</c:v>
                      </c:pt>
                      <c:pt idx="4217">
                        <c:v>43980</c:v>
                      </c:pt>
                      <c:pt idx="4218">
                        <c:v>43983</c:v>
                      </c:pt>
                      <c:pt idx="4219">
                        <c:v>43984</c:v>
                      </c:pt>
                      <c:pt idx="4220">
                        <c:v>43985</c:v>
                      </c:pt>
                      <c:pt idx="4221">
                        <c:v>43986</c:v>
                      </c:pt>
                      <c:pt idx="4222">
                        <c:v>43987</c:v>
                      </c:pt>
                      <c:pt idx="4223">
                        <c:v>43990</c:v>
                      </c:pt>
                      <c:pt idx="4224">
                        <c:v>43991</c:v>
                      </c:pt>
                      <c:pt idx="4225">
                        <c:v>43992</c:v>
                      </c:pt>
                      <c:pt idx="4226">
                        <c:v>43993</c:v>
                      </c:pt>
                      <c:pt idx="4227">
                        <c:v>43994</c:v>
                      </c:pt>
                      <c:pt idx="4228">
                        <c:v>43997</c:v>
                      </c:pt>
                      <c:pt idx="4229">
                        <c:v>43998</c:v>
                      </c:pt>
                      <c:pt idx="4230">
                        <c:v>43999</c:v>
                      </c:pt>
                      <c:pt idx="4231">
                        <c:v>44000</c:v>
                      </c:pt>
                      <c:pt idx="4232">
                        <c:v>44001</c:v>
                      </c:pt>
                      <c:pt idx="4233">
                        <c:v>44004</c:v>
                      </c:pt>
                      <c:pt idx="4234">
                        <c:v>44005</c:v>
                      </c:pt>
                      <c:pt idx="4235">
                        <c:v>44006</c:v>
                      </c:pt>
                      <c:pt idx="4236">
                        <c:v>44007</c:v>
                      </c:pt>
                      <c:pt idx="4237">
                        <c:v>44008</c:v>
                      </c:pt>
                      <c:pt idx="4238">
                        <c:v>44011</c:v>
                      </c:pt>
                      <c:pt idx="4239">
                        <c:v>44012</c:v>
                      </c:pt>
                      <c:pt idx="4240">
                        <c:v>44013</c:v>
                      </c:pt>
                      <c:pt idx="4241">
                        <c:v>44014</c:v>
                      </c:pt>
                      <c:pt idx="4242">
                        <c:v>44015</c:v>
                      </c:pt>
                      <c:pt idx="4243">
                        <c:v>44018</c:v>
                      </c:pt>
                      <c:pt idx="4244">
                        <c:v>44019</c:v>
                      </c:pt>
                      <c:pt idx="4245">
                        <c:v>44020</c:v>
                      </c:pt>
                      <c:pt idx="4246">
                        <c:v>44021</c:v>
                      </c:pt>
                      <c:pt idx="4247">
                        <c:v>44022</c:v>
                      </c:pt>
                      <c:pt idx="4248">
                        <c:v>44025</c:v>
                      </c:pt>
                      <c:pt idx="4249">
                        <c:v>44026</c:v>
                      </c:pt>
                      <c:pt idx="4250">
                        <c:v>44027</c:v>
                      </c:pt>
                      <c:pt idx="4251">
                        <c:v>44028</c:v>
                      </c:pt>
                      <c:pt idx="4252">
                        <c:v>44029</c:v>
                      </c:pt>
                      <c:pt idx="4253">
                        <c:v>44032</c:v>
                      </c:pt>
                      <c:pt idx="4254">
                        <c:v>44033</c:v>
                      </c:pt>
                      <c:pt idx="4255">
                        <c:v>44034</c:v>
                      </c:pt>
                      <c:pt idx="4256">
                        <c:v>44035</c:v>
                      </c:pt>
                      <c:pt idx="4257">
                        <c:v>44036</c:v>
                      </c:pt>
                      <c:pt idx="4258">
                        <c:v>44039</c:v>
                      </c:pt>
                      <c:pt idx="4259">
                        <c:v>44040</c:v>
                      </c:pt>
                      <c:pt idx="4260">
                        <c:v>44041</c:v>
                      </c:pt>
                      <c:pt idx="4261">
                        <c:v>44042</c:v>
                      </c:pt>
                      <c:pt idx="4262">
                        <c:v>44043</c:v>
                      </c:pt>
                      <c:pt idx="4263">
                        <c:v>44046</c:v>
                      </c:pt>
                      <c:pt idx="4264">
                        <c:v>44047</c:v>
                      </c:pt>
                      <c:pt idx="4265">
                        <c:v>44048</c:v>
                      </c:pt>
                      <c:pt idx="4266">
                        <c:v>44049</c:v>
                      </c:pt>
                      <c:pt idx="4267">
                        <c:v>44050</c:v>
                      </c:pt>
                      <c:pt idx="4268">
                        <c:v>44053</c:v>
                      </c:pt>
                      <c:pt idx="4269">
                        <c:v>44054</c:v>
                      </c:pt>
                      <c:pt idx="4270">
                        <c:v>44055</c:v>
                      </c:pt>
                      <c:pt idx="4271">
                        <c:v>44056</c:v>
                      </c:pt>
                      <c:pt idx="4272">
                        <c:v>44057</c:v>
                      </c:pt>
                      <c:pt idx="4273">
                        <c:v>44060</c:v>
                      </c:pt>
                      <c:pt idx="4274">
                        <c:v>44061</c:v>
                      </c:pt>
                      <c:pt idx="4275">
                        <c:v>44062</c:v>
                      </c:pt>
                      <c:pt idx="4276">
                        <c:v>44063</c:v>
                      </c:pt>
                      <c:pt idx="4277">
                        <c:v>44064</c:v>
                      </c:pt>
                      <c:pt idx="4278">
                        <c:v>44067</c:v>
                      </c:pt>
                      <c:pt idx="4279">
                        <c:v>44068</c:v>
                      </c:pt>
                      <c:pt idx="4280">
                        <c:v>44069</c:v>
                      </c:pt>
                      <c:pt idx="4281">
                        <c:v>44070</c:v>
                      </c:pt>
                      <c:pt idx="4282">
                        <c:v>44071</c:v>
                      </c:pt>
                      <c:pt idx="4283">
                        <c:v>44074</c:v>
                      </c:pt>
                      <c:pt idx="4284">
                        <c:v>44075</c:v>
                      </c:pt>
                      <c:pt idx="4285">
                        <c:v>44076</c:v>
                      </c:pt>
                      <c:pt idx="4286">
                        <c:v>44077</c:v>
                      </c:pt>
                      <c:pt idx="4287">
                        <c:v>44078</c:v>
                      </c:pt>
                      <c:pt idx="4288">
                        <c:v>44081</c:v>
                      </c:pt>
                      <c:pt idx="4289">
                        <c:v>44082</c:v>
                      </c:pt>
                      <c:pt idx="4290">
                        <c:v>44083</c:v>
                      </c:pt>
                      <c:pt idx="4291">
                        <c:v>44084</c:v>
                      </c:pt>
                      <c:pt idx="4292">
                        <c:v>44085</c:v>
                      </c:pt>
                      <c:pt idx="4293">
                        <c:v>44088</c:v>
                      </c:pt>
                      <c:pt idx="4294">
                        <c:v>44089</c:v>
                      </c:pt>
                      <c:pt idx="4295">
                        <c:v>44090</c:v>
                      </c:pt>
                      <c:pt idx="4296">
                        <c:v>44091</c:v>
                      </c:pt>
                      <c:pt idx="4297">
                        <c:v>44092</c:v>
                      </c:pt>
                      <c:pt idx="4298">
                        <c:v>44095</c:v>
                      </c:pt>
                      <c:pt idx="4299">
                        <c:v>44096</c:v>
                      </c:pt>
                      <c:pt idx="4300">
                        <c:v>44097</c:v>
                      </c:pt>
                      <c:pt idx="4301">
                        <c:v>44098</c:v>
                      </c:pt>
                      <c:pt idx="4302">
                        <c:v>44099</c:v>
                      </c:pt>
                      <c:pt idx="4303">
                        <c:v>44102</c:v>
                      </c:pt>
                      <c:pt idx="4304">
                        <c:v>44103</c:v>
                      </c:pt>
                      <c:pt idx="4305">
                        <c:v>44104</c:v>
                      </c:pt>
                      <c:pt idx="4306">
                        <c:v>44105</c:v>
                      </c:pt>
                      <c:pt idx="4307">
                        <c:v>44106</c:v>
                      </c:pt>
                      <c:pt idx="4308">
                        <c:v>44109</c:v>
                      </c:pt>
                      <c:pt idx="4309">
                        <c:v>44110</c:v>
                      </c:pt>
                      <c:pt idx="4310">
                        <c:v>44111</c:v>
                      </c:pt>
                      <c:pt idx="4311">
                        <c:v>44112</c:v>
                      </c:pt>
                      <c:pt idx="4312">
                        <c:v>44113</c:v>
                      </c:pt>
                      <c:pt idx="4313">
                        <c:v>44116</c:v>
                      </c:pt>
                      <c:pt idx="4314">
                        <c:v>44117</c:v>
                      </c:pt>
                      <c:pt idx="4315">
                        <c:v>44118</c:v>
                      </c:pt>
                      <c:pt idx="4316">
                        <c:v>44119</c:v>
                      </c:pt>
                      <c:pt idx="4317">
                        <c:v>44120</c:v>
                      </c:pt>
                      <c:pt idx="4318">
                        <c:v>44123</c:v>
                      </c:pt>
                      <c:pt idx="4319">
                        <c:v>44124</c:v>
                      </c:pt>
                      <c:pt idx="4320">
                        <c:v>44125</c:v>
                      </c:pt>
                      <c:pt idx="4321">
                        <c:v>44126</c:v>
                      </c:pt>
                      <c:pt idx="4322">
                        <c:v>44127</c:v>
                      </c:pt>
                      <c:pt idx="4323">
                        <c:v>44130</c:v>
                      </c:pt>
                      <c:pt idx="4324">
                        <c:v>44131</c:v>
                      </c:pt>
                      <c:pt idx="4325">
                        <c:v>44132</c:v>
                      </c:pt>
                      <c:pt idx="4326">
                        <c:v>44133</c:v>
                      </c:pt>
                      <c:pt idx="4327">
                        <c:v>44134</c:v>
                      </c:pt>
                      <c:pt idx="4328">
                        <c:v>44137</c:v>
                      </c:pt>
                      <c:pt idx="4329">
                        <c:v>44138</c:v>
                      </c:pt>
                      <c:pt idx="4330">
                        <c:v>44139</c:v>
                      </c:pt>
                      <c:pt idx="4331">
                        <c:v>44140</c:v>
                      </c:pt>
                      <c:pt idx="4332">
                        <c:v>44141</c:v>
                      </c:pt>
                      <c:pt idx="4333">
                        <c:v>44144</c:v>
                      </c:pt>
                      <c:pt idx="4334">
                        <c:v>44145</c:v>
                      </c:pt>
                      <c:pt idx="4335">
                        <c:v>44146</c:v>
                      </c:pt>
                      <c:pt idx="4336">
                        <c:v>44147</c:v>
                      </c:pt>
                      <c:pt idx="4337">
                        <c:v>44148</c:v>
                      </c:pt>
                      <c:pt idx="4338">
                        <c:v>44151</c:v>
                      </c:pt>
                      <c:pt idx="4339">
                        <c:v>44152</c:v>
                      </c:pt>
                      <c:pt idx="4340">
                        <c:v>44153</c:v>
                      </c:pt>
                      <c:pt idx="4341">
                        <c:v>44154</c:v>
                      </c:pt>
                      <c:pt idx="4342">
                        <c:v>44155</c:v>
                      </c:pt>
                      <c:pt idx="4343">
                        <c:v>44158</c:v>
                      </c:pt>
                      <c:pt idx="4344">
                        <c:v>44159</c:v>
                      </c:pt>
                      <c:pt idx="4345">
                        <c:v>44160</c:v>
                      </c:pt>
                      <c:pt idx="4346">
                        <c:v>44161</c:v>
                      </c:pt>
                      <c:pt idx="4347">
                        <c:v>44162</c:v>
                      </c:pt>
                      <c:pt idx="4348">
                        <c:v>44165</c:v>
                      </c:pt>
                      <c:pt idx="4349">
                        <c:v>44166</c:v>
                      </c:pt>
                      <c:pt idx="4350">
                        <c:v>44167</c:v>
                      </c:pt>
                      <c:pt idx="4351">
                        <c:v>44168</c:v>
                      </c:pt>
                      <c:pt idx="4352">
                        <c:v>44169</c:v>
                      </c:pt>
                      <c:pt idx="4353">
                        <c:v>44172</c:v>
                      </c:pt>
                      <c:pt idx="4354">
                        <c:v>44173</c:v>
                      </c:pt>
                      <c:pt idx="4355">
                        <c:v>44174</c:v>
                      </c:pt>
                      <c:pt idx="4356">
                        <c:v>44175</c:v>
                      </c:pt>
                      <c:pt idx="4357">
                        <c:v>44176</c:v>
                      </c:pt>
                      <c:pt idx="4358">
                        <c:v>44179</c:v>
                      </c:pt>
                      <c:pt idx="4359">
                        <c:v>44180</c:v>
                      </c:pt>
                      <c:pt idx="4360">
                        <c:v>44181</c:v>
                      </c:pt>
                      <c:pt idx="4361">
                        <c:v>44182</c:v>
                      </c:pt>
                      <c:pt idx="4362">
                        <c:v>44183</c:v>
                      </c:pt>
                      <c:pt idx="4363">
                        <c:v>44186</c:v>
                      </c:pt>
                      <c:pt idx="4364">
                        <c:v>44187</c:v>
                      </c:pt>
                      <c:pt idx="4365">
                        <c:v>44188</c:v>
                      </c:pt>
                      <c:pt idx="4366">
                        <c:v>44189</c:v>
                      </c:pt>
                      <c:pt idx="4367">
                        <c:v>44190</c:v>
                      </c:pt>
                      <c:pt idx="4368">
                        <c:v>44193</c:v>
                      </c:pt>
                      <c:pt idx="4369">
                        <c:v>44194</c:v>
                      </c:pt>
                      <c:pt idx="4370">
                        <c:v>44195</c:v>
                      </c:pt>
                      <c:pt idx="4371">
                        <c:v>44196</c:v>
                      </c:pt>
                      <c:pt idx="4372">
                        <c:v>44197</c:v>
                      </c:pt>
                      <c:pt idx="4373">
                        <c:v>44200</c:v>
                      </c:pt>
                      <c:pt idx="4374">
                        <c:v>44201</c:v>
                      </c:pt>
                      <c:pt idx="4375">
                        <c:v>44202</c:v>
                      </c:pt>
                      <c:pt idx="4376">
                        <c:v>44203</c:v>
                      </c:pt>
                      <c:pt idx="4377">
                        <c:v>44204</c:v>
                      </c:pt>
                      <c:pt idx="4378">
                        <c:v>44207</c:v>
                      </c:pt>
                      <c:pt idx="4379">
                        <c:v>44208</c:v>
                      </c:pt>
                      <c:pt idx="4380">
                        <c:v>44209</c:v>
                      </c:pt>
                      <c:pt idx="4381">
                        <c:v>44210</c:v>
                      </c:pt>
                      <c:pt idx="4382">
                        <c:v>44211</c:v>
                      </c:pt>
                      <c:pt idx="4383">
                        <c:v>44214</c:v>
                      </c:pt>
                      <c:pt idx="4384">
                        <c:v>44215</c:v>
                      </c:pt>
                      <c:pt idx="4385">
                        <c:v>44216</c:v>
                      </c:pt>
                      <c:pt idx="4386">
                        <c:v>44217</c:v>
                      </c:pt>
                      <c:pt idx="4387">
                        <c:v>44218</c:v>
                      </c:pt>
                      <c:pt idx="4388">
                        <c:v>44221</c:v>
                      </c:pt>
                      <c:pt idx="4389">
                        <c:v>44222</c:v>
                      </c:pt>
                      <c:pt idx="4390">
                        <c:v>44223</c:v>
                      </c:pt>
                      <c:pt idx="4391">
                        <c:v>44224</c:v>
                      </c:pt>
                      <c:pt idx="4392">
                        <c:v>44225</c:v>
                      </c:pt>
                      <c:pt idx="4393">
                        <c:v>44228</c:v>
                      </c:pt>
                      <c:pt idx="4394">
                        <c:v>44229</c:v>
                      </c:pt>
                      <c:pt idx="4395">
                        <c:v>44230</c:v>
                      </c:pt>
                      <c:pt idx="4396">
                        <c:v>44231</c:v>
                      </c:pt>
                      <c:pt idx="4397">
                        <c:v>44232</c:v>
                      </c:pt>
                      <c:pt idx="4398">
                        <c:v>44235</c:v>
                      </c:pt>
                      <c:pt idx="4399">
                        <c:v>44236</c:v>
                      </c:pt>
                      <c:pt idx="4400">
                        <c:v>44237</c:v>
                      </c:pt>
                      <c:pt idx="4401">
                        <c:v>44238</c:v>
                      </c:pt>
                      <c:pt idx="4402">
                        <c:v>44239</c:v>
                      </c:pt>
                      <c:pt idx="4403">
                        <c:v>44242</c:v>
                      </c:pt>
                      <c:pt idx="4404">
                        <c:v>44243</c:v>
                      </c:pt>
                      <c:pt idx="4405">
                        <c:v>44244</c:v>
                      </c:pt>
                      <c:pt idx="4406">
                        <c:v>44245</c:v>
                      </c:pt>
                      <c:pt idx="4407">
                        <c:v>44246</c:v>
                      </c:pt>
                      <c:pt idx="4408">
                        <c:v>44249</c:v>
                      </c:pt>
                      <c:pt idx="4409">
                        <c:v>44250</c:v>
                      </c:pt>
                      <c:pt idx="4410">
                        <c:v>44251</c:v>
                      </c:pt>
                      <c:pt idx="4411">
                        <c:v>44252</c:v>
                      </c:pt>
                      <c:pt idx="4412">
                        <c:v>44253</c:v>
                      </c:pt>
                      <c:pt idx="4413">
                        <c:v>44256</c:v>
                      </c:pt>
                      <c:pt idx="4414">
                        <c:v>44257</c:v>
                      </c:pt>
                      <c:pt idx="4415">
                        <c:v>44258</c:v>
                      </c:pt>
                      <c:pt idx="4416">
                        <c:v>44259</c:v>
                      </c:pt>
                      <c:pt idx="4417">
                        <c:v>44260</c:v>
                      </c:pt>
                      <c:pt idx="4418">
                        <c:v>44263</c:v>
                      </c:pt>
                      <c:pt idx="4419">
                        <c:v>44264</c:v>
                      </c:pt>
                      <c:pt idx="4420">
                        <c:v>44265</c:v>
                      </c:pt>
                      <c:pt idx="4421">
                        <c:v>44266</c:v>
                      </c:pt>
                      <c:pt idx="4422">
                        <c:v>44267</c:v>
                      </c:pt>
                      <c:pt idx="4423">
                        <c:v>44270</c:v>
                      </c:pt>
                      <c:pt idx="4424">
                        <c:v>44271</c:v>
                      </c:pt>
                      <c:pt idx="4425">
                        <c:v>44272</c:v>
                      </c:pt>
                      <c:pt idx="4426">
                        <c:v>44273</c:v>
                      </c:pt>
                      <c:pt idx="4427">
                        <c:v>44274</c:v>
                      </c:pt>
                      <c:pt idx="4428">
                        <c:v>44277</c:v>
                      </c:pt>
                      <c:pt idx="4429">
                        <c:v>44278</c:v>
                      </c:pt>
                      <c:pt idx="4430">
                        <c:v>44279</c:v>
                      </c:pt>
                      <c:pt idx="4431">
                        <c:v>44280</c:v>
                      </c:pt>
                      <c:pt idx="4432">
                        <c:v>44281</c:v>
                      </c:pt>
                      <c:pt idx="4433">
                        <c:v>44284</c:v>
                      </c:pt>
                      <c:pt idx="4434">
                        <c:v>44285</c:v>
                      </c:pt>
                      <c:pt idx="4435">
                        <c:v>44286</c:v>
                      </c:pt>
                      <c:pt idx="4436">
                        <c:v>44287</c:v>
                      </c:pt>
                      <c:pt idx="4437">
                        <c:v>44288</c:v>
                      </c:pt>
                      <c:pt idx="4438">
                        <c:v>44291</c:v>
                      </c:pt>
                      <c:pt idx="4439">
                        <c:v>44292</c:v>
                      </c:pt>
                      <c:pt idx="4440">
                        <c:v>44293</c:v>
                      </c:pt>
                      <c:pt idx="4441">
                        <c:v>44294</c:v>
                      </c:pt>
                      <c:pt idx="4442">
                        <c:v>44295</c:v>
                      </c:pt>
                      <c:pt idx="4443">
                        <c:v>44298</c:v>
                      </c:pt>
                      <c:pt idx="4444">
                        <c:v>44299</c:v>
                      </c:pt>
                      <c:pt idx="4445">
                        <c:v>44300</c:v>
                      </c:pt>
                      <c:pt idx="4446">
                        <c:v>44301</c:v>
                      </c:pt>
                      <c:pt idx="4447">
                        <c:v>44302</c:v>
                      </c:pt>
                      <c:pt idx="4448">
                        <c:v>44305</c:v>
                      </c:pt>
                      <c:pt idx="4449">
                        <c:v>44306</c:v>
                      </c:pt>
                      <c:pt idx="4450">
                        <c:v>44307</c:v>
                      </c:pt>
                      <c:pt idx="4451">
                        <c:v>44308</c:v>
                      </c:pt>
                      <c:pt idx="4452">
                        <c:v>44309</c:v>
                      </c:pt>
                      <c:pt idx="4453">
                        <c:v>44312</c:v>
                      </c:pt>
                      <c:pt idx="4454">
                        <c:v>44313</c:v>
                      </c:pt>
                      <c:pt idx="4455">
                        <c:v>44314</c:v>
                      </c:pt>
                      <c:pt idx="4456">
                        <c:v>44315</c:v>
                      </c:pt>
                      <c:pt idx="4457">
                        <c:v>44316</c:v>
                      </c:pt>
                      <c:pt idx="4458">
                        <c:v>44319</c:v>
                      </c:pt>
                      <c:pt idx="4459">
                        <c:v>44320</c:v>
                      </c:pt>
                      <c:pt idx="4460">
                        <c:v>44321</c:v>
                      </c:pt>
                      <c:pt idx="4461">
                        <c:v>44322</c:v>
                      </c:pt>
                      <c:pt idx="4462">
                        <c:v>44323</c:v>
                      </c:pt>
                      <c:pt idx="4463">
                        <c:v>44326</c:v>
                      </c:pt>
                      <c:pt idx="4464">
                        <c:v>44327</c:v>
                      </c:pt>
                      <c:pt idx="4465">
                        <c:v>44328</c:v>
                      </c:pt>
                      <c:pt idx="4466">
                        <c:v>44329</c:v>
                      </c:pt>
                      <c:pt idx="4467">
                        <c:v>44330</c:v>
                      </c:pt>
                      <c:pt idx="4468">
                        <c:v>44333</c:v>
                      </c:pt>
                      <c:pt idx="4469">
                        <c:v>44334</c:v>
                      </c:pt>
                      <c:pt idx="4470">
                        <c:v>44335</c:v>
                      </c:pt>
                      <c:pt idx="4471">
                        <c:v>44336</c:v>
                      </c:pt>
                      <c:pt idx="4472">
                        <c:v>44337</c:v>
                      </c:pt>
                      <c:pt idx="4473">
                        <c:v>44340</c:v>
                      </c:pt>
                      <c:pt idx="4474">
                        <c:v>44341</c:v>
                      </c:pt>
                      <c:pt idx="4475">
                        <c:v>44342</c:v>
                      </c:pt>
                      <c:pt idx="4476">
                        <c:v>44343</c:v>
                      </c:pt>
                      <c:pt idx="4477">
                        <c:v>44344</c:v>
                      </c:pt>
                      <c:pt idx="4478">
                        <c:v>44347</c:v>
                      </c:pt>
                      <c:pt idx="4479">
                        <c:v>44348</c:v>
                      </c:pt>
                      <c:pt idx="4480">
                        <c:v>44349</c:v>
                      </c:pt>
                      <c:pt idx="4481">
                        <c:v>44350</c:v>
                      </c:pt>
                      <c:pt idx="4482">
                        <c:v>44351</c:v>
                      </c:pt>
                      <c:pt idx="4483">
                        <c:v>44354</c:v>
                      </c:pt>
                      <c:pt idx="4484">
                        <c:v>44355</c:v>
                      </c:pt>
                      <c:pt idx="4485">
                        <c:v>44356</c:v>
                      </c:pt>
                      <c:pt idx="4486">
                        <c:v>44357</c:v>
                      </c:pt>
                      <c:pt idx="4487">
                        <c:v>44358</c:v>
                      </c:pt>
                      <c:pt idx="4488">
                        <c:v>44361</c:v>
                      </c:pt>
                      <c:pt idx="4489">
                        <c:v>44362</c:v>
                      </c:pt>
                      <c:pt idx="4490">
                        <c:v>44363</c:v>
                      </c:pt>
                      <c:pt idx="4491">
                        <c:v>44364</c:v>
                      </c:pt>
                      <c:pt idx="4492">
                        <c:v>44365</c:v>
                      </c:pt>
                      <c:pt idx="4493">
                        <c:v>44368</c:v>
                      </c:pt>
                      <c:pt idx="4494">
                        <c:v>44369</c:v>
                      </c:pt>
                      <c:pt idx="4495">
                        <c:v>44370</c:v>
                      </c:pt>
                      <c:pt idx="4496">
                        <c:v>44371</c:v>
                      </c:pt>
                      <c:pt idx="4497">
                        <c:v>44372</c:v>
                      </c:pt>
                      <c:pt idx="4498">
                        <c:v>44375</c:v>
                      </c:pt>
                      <c:pt idx="4499">
                        <c:v>44376</c:v>
                      </c:pt>
                      <c:pt idx="4500">
                        <c:v>44377</c:v>
                      </c:pt>
                      <c:pt idx="4501">
                        <c:v>44378</c:v>
                      </c:pt>
                      <c:pt idx="4502">
                        <c:v>44379</c:v>
                      </c:pt>
                      <c:pt idx="4503">
                        <c:v>44382</c:v>
                      </c:pt>
                      <c:pt idx="4504">
                        <c:v>44383</c:v>
                      </c:pt>
                      <c:pt idx="4505">
                        <c:v>44384</c:v>
                      </c:pt>
                      <c:pt idx="4506">
                        <c:v>44385</c:v>
                      </c:pt>
                      <c:pt idx="4507">
                        <c:v>44386</c:v>
                      </c:pt>
                      <c:pt idx="4508">
                        <c:v>44389</c:v>
                      </c:pt>
                      <c:pt idx="4509">
                        <c:v>44390</c:v>
                      </c:pt>
                      <c:pt idx="4510">
                        <c:v>44391</c:v>
                      </c:pt>
                      <c:pt idx="4511">
                        <c:v>44392</c:v>
                      </c:pt>
                      <c:pt idx="4512">
                        <c:v>44393</c:v>
                      </c:pt>
                      <c:pt idx="4513">
                        <c:v>44396</c:v>
                      </c:pt>
                      <c:pt idx="4514">
                        <c:v>44397</c:v>
                      </c:pt>
                      <c:pt idx="4515">
                        <c:v>44398</c:v>
                      </c:pt>
                      <c:pt idx="4516">
                        <c:v>44399</c:v>
                      </c:pt>
                      <c:pt idx="4517">
                        <c:v>44400</c:v>
                      </c:pt>
                      <c:pt idx="4518">
                        <c:v>44403</c:v>
                      </c:pt>
                      <c:pt idx="4519">
                        <c:v>44404</c:v>
                      </c:pt>
                      <c:pt idx="4520">
                        <c:v>44405</c:v>
                      </c:pt>
                      <c:pt idx="4521">
                        <c:v>44406</c:v>
                      </c:pt>
                      <c:pt idx="4522">
                        <c:v>44407</c:v>
                      </c:pt>
                      <c:pt idx="4523">
                        <c:v>44410</c:v>
                      </c:pt>
                      <c:pt idx="4524">
                        <c:v>44411</c:v>
                      </c:pt>
                      <c:pt idx="4525">
                        <c:v>44412</c:v>
                      </c:pt>
                      <c:pt idx="4526">
                        <c:v>44413</c:v>
                      </c:pt>
                      <c:pt idx="4527">
                        <c:v>44414</c:v>
                      </c:pt>
                      <c:pt idx="4528">
                        <c:v>44417</c:v>
                      </c:pt>
                      <c:pt idx="4529">
                        <c:v>44418</c:v>
                      </c:pt>
                      <c:pt idx="4530">
                        <c:v>44419</c:v>
                      </c:pt>
                      <c:pt idx="4531">
                        <c:v>44420</c:v>
                      </c:pt>
                      <c:pt idx="4532">
                        <c:v>44421</c:v>
                      </c:pt>
                      <c:pt idx="4533">
                        <c:v>44424</c:v>
                      </c:pt>
                      <c:pt idx="4534">
                        <c:v>44425</c:v>
                      </c:pt>
                      <c:pt idx="4535">
                        <c:v>44426</c:v>
                      </c:pt>
                      <c:pt idx="4536">
                        <c:v>44427</c:v>
                      </c:pt>
                      <c:pt idx="4537">
                        <c:v>44428</c:v>
                      </c:pt>
                      <c:pt idx="4538">
                        <c:v>44431</c:v>
                      </c:pt>
                      <c:pt idx="4539">
                        <c:v>44432</c:v>
                      </c:pt>
                      <c:pt idx="4540">
                        <c:v>44433</c:v>
                      </c:pt>
                      <c:pt idx="4541">
                        <c:v>44434</c:v>
                      </c:pt>
                      <c:pt idx="4542">
                        <c:v>44435</c:v>
                      </c:pt>
                      <c:pt idx="4543">
                        <c:v>44438</c:v>
                      </c:pt>
                      <c:pt idx="4544">
                        <c:v>44439</c:v>
                      </c:pt>
                      <c:pt idx="4545">
                        <c:v>44440</c:v>
                      </c:pt>
                      <c:pt idx="4546">
                        <c:v>44441</c:v>
                      </c:pt>
                      <c:pt idx="4547">
                        <c:v>44442</c:v>
                      </c:pt>
                      <c:pt idx="4548">
                        <c:v>44445</c:v>
                      </c:pt>
                      <c:pt idx="4549">
                        <c:v>44446</c:v>
                      </c:pt>
                      <c:pt idx="4550">
                        <c:v>44447</c:v>
                      </c:pt>
                      <c:pt idx="4551">
                        <c:v>44448</c:v>
                      </c:pt>
                      <c:pt idx="4552">
                        <c:v>44449</c:v>
                      </c:pt>
                      <c:pt idx="4553">
                        <c:v>44452</c:v>
                      </c:pt>
                      <c:pt idx="4554">
                        <c:v>44453</c:v>
                      </c:pt>
                      <c:pt idx="4555">
                        <c:v>44454</c:v>
                      </c:pt>
                      <c:pt idx="4556">
                        <c:v>44455</c:v>
                      </c:pt>
                      <c:pt idx="4557">
                        <c:v>44456</c:v>
                      </c:pt>
                      <c:pt idx="4558">
                        <c:v>44459</c:v>
                      </c:pt>
                      <c:pt idx="4559">
                        <c:v>44460</c:v>
                      </c:pt>
                      <c:pt idx="4560">
                        <c:v>44461</c:v>
                      </c:pt>
                      <c:pt idx="4561">
                        <c:v>44462</c:v>
                      </c:pt>
                      <c:pt idx="4562">
                        <c:v>44463</c:v>
                      </c:pt>
                      <c:pt idx="4563">
                        <c:v>44466</c:v>
                      </c:pt>
                      <c:pt idx="4564">
                        <c:v>44467</c:v>
                      </c:pt>
                      <c:pt idx="4565">
                        <c:v>44468</c:v>
                      </c:pt>
                      <c:pt idx="4566">
                        <c:v>44469</c:v>
                      </c:pt>
                      <c:pt idx="4567">
                        <c:v>44470</c:v>
                      </c:pt>
                      <c:pt idx="4568">
                        <c:v>44473</c:v>
                      </c:pt>
                      <c:pt idx="4569">
                        <c:v>44474</c:v>
                      </c:pt>
                      <c:pt idx="4570">
                        <c:v>44475</c:v>
                      </c:pt>
                      <c:pt idx="4571">
                        <c:v>44476</c:v>
                      </c:pt>
                      <c:pt idx="4572">
                        <c:v>44477</c:v>
                      </c:pt>
                      <c:pt idx="4573">
                        <c:v>44480</c:v>
                      </c:pt>
                      <c:pt idx="4574">
                        <c:v>44481</c:v>
                      </c:pt>
                      <c:pt idx="4575">
                        <c:v>44482</c:v>
                      </c:pt>
                      <c:pt idx="4576">
                        <c:v>44483</c:v>
                      </c:pt>
                      <c:pt idx="4577">
                        <c:v>44484</c:v>
                      </c:pt>
                      <c:pt idx="4578">
                        <c:v>44487</c:v>
                      </c:pt>
                      <c:pt idx="4579">
                        <c:v>44488</c:v>
                      </c:pt>
                      <c:pt idx="4580">
                        <c:v>44489</c:v>
                      </c:pt>
                      <c:pt idx="4581">
                        <c:v>44490</c:v>
                      </c:pt>
                      <c:pt idx="4582">
                        <c:v>44491</c:v>
                      </c:pt>
                      <c:pt idx="4583">
                        <c:v>44494</c:v>
                      </c:pt>
                      <c:pt idx="4584">
                        <c:v>44495</c:v>
                      </c:pt>
                      <c:pt idx="4585">
                        <c:v>44496</c:v>
                      </c:pt>
                      <c:pt idx="4586">
                        <c:v>44497</c:v>
                      </c:pt>
                      <c:pt idx="4587">
                        <c:v>44498</c:v>
                      </c:pt>
                      <c:pt idx="4588">
                        <c:v>44501</c:v>
                      </c:pt>
                      <c:pt idx="4589">
                        <c:v>44502</c:v>
                      </c:pt>
                      <c:pt idx="4590">
                        <c:v>44503</c:v>
                      </c:pt>
                      <c:pt idx="4591">
                        <c:v>44504</c:v>
                      </c:pt>
                      <c:pt idx="4592">
                        <c:v>44505</c:v>
                      </c:pt>
                      <c:pt idx="4593">
                        <c:v>44508</c:v>
                      </c:pt>
                      <c:pt idx="4594">
                        <c:v>44509</c:v>
                      </c:pt>
                      <c:pt idx="4595">
                        <c:v>44510</c:v>
                      </c:pt>
                      <c:pt idx="4596">
                        <c:v>44511</c:v>
                      </c:pt>
                      <c:pt idx="4597">
                        <c:v>44512</c:v>
                      </c:pt>
                      <c:pt idx="4598">
                        <c:v>44515</c:v>
                      </c:pt>
                      <c:pt idx="4599">
                        <c:v>44516</c:v>
                      </c:pt>
                      <c:pt idx="4600">
                        <c:v>44517</c:v>
                      </c:pt>
                      <c:pt idx="4601">
                        <c:v>44518</c:v>
                      </c:pt>
                      <c:pt idx="4602">
                        <c:v>44519</c:v>
                      </c:pt>
                      <c:pt idx="4603">
                        <c:v>44522</c:v>
                      </c:pt>
                      <c:pt idx="4604">
                        <c:v>44523</c:v>
                      </c:pt>
                      <c:pt idx="4605">
                        <c:v>44524</c:v>
                      </c:pt>
                      <c:pt idx="4606">
                        <c:v>44525</c:v>
                      </c:pt>
                      <c:pt idx="4607">
                        <c:v>44526</c:v>
                      </c:pt>
                      <c:pt idx="4608">
                        <c:v>44529</c:v>
                      </c:pt>
                      <c:pt idx="4609">
                        <c:v>44530</c:v>
                      </c:pt>
                      <c:pt idx="4610">
                        <c:v>44531</c:v>
                      </c:pt>
                      <c:pt idx="4611">
                        <c:v>44532</c:v>
                      </c:pt>
                      <c:pt idx="4612">
                        <c:v>44533</c:v>
                      </c:pt>
                      <c:pt idx="4613">
                        <c:v>44536</c:v>
                      </c:pt>
                      <c:pt idx="4614">
                        <c:v>44537</c:v>
                      </c:pt>
                      <c:pt idx="4615">
                        <c:v>44538</c:v>
                      </c:pt>
                      <c:pt idx="4616">
                        <c:v>44539</c:v>
                      </c:pt>
                      <c:pt idx="4617">
                        <c:v>44540</c:v>
                      </c:pt>
                      <c:pt idx="4618">
                        <c:v>44543</c:v>
                      </c:pt>
                      <c:pt idx="4619">
                        <c:v>44544</c:v>
                      </c:pt>
                      <c:pt idx="4620">
                        <c:v>44545</c:v>
                      </c:pt>
                      <c:pt idx="4621">
                        <c:v>44546</c:v>
                      </c:pt>
                      <c:pt idx="4622">
                        <c:v>44547</c:v>
                      </c:pt>
                      <c:pt idx="4623">
                        <c:v>44550</c:v>
                      </c:pt>
                      <c:pt idx="4624">
                        <c:v>44551</c:v>
                      </c:pt>
                      <c:pt idx="4625">
                        <c:v>44552</c:v>
                      </c:pt>
                      <c:pt idx="4626">
                        <c:v>44553</c:v>
                      </c:pt>
                      <c:pt idx="4627">
                        <c:v>44554</c:v>
                      </c:pt>
                      <c:pt idx="4628">
                        <c:v>44557</c:v>
                      </c:pt>
                      <c:pt idx="4629">
                        <c:v>44558</c:v>
                      </c:pt>
                      <c:pt idx="4630">
                        <c:v>44559</c:v>
                      </c:pt>
                      <c:pt idx="4631">
                        <c:v>44560</c:v>
                      </c:pt>
                      <c:pt idx="4632">
                        <c:v>44561</c:v>
                      </c:pt>
                      <c:pt idx="4633">
                        <c:v>44564</c:v>
                      </c:pt>
                      <c:pt idx="4634">
                        <c:v>44565</c:v>
                      </c:pt>
                      <c:pt idx="4635">
                        <c:v>44566</c:v>
                      </c:pt>
                      <c:pt idx="4636">
                        <c:v>44567</c:v>
                      </c:pt>
                      <c:pt idx="4637">
                        <c:v>44568</c:v>
                      </c:pt>
                      <c:pt idx="4638">
                        <c:v>44571</c:v>
                      </c:pt>
                      <c:pt idx="4639">
                        <c:v>44572</c:v>
                      </c:pt>
                      <c:pt idx="4640">
                        <c:v>44573</c:v>
                      </c:pt>
                      <c:pt idx="4641">
                        <c:v>44574</c:v>
                      </c:pt>
                      <c:pt idx="4642">
                        <c:v>44575</c:v>
                      </c:pt>
                      <c:pt idx="4643">
                        <c:v>44578</c:v>
                      </c:pt>
                      <c:pt idx="4644">
                        <c:v>44579</c:v>
                      </c:pt>
                      <c:pt idx="4645">
                        <c:v>44580</c:v>
                      </c:pt>
                      <c:pt idx="4646">
                        <c:v>44581</c:v>
                      </c:pt>
                      <c:pt idx="4647">
                        <c:v>44582</c:v>
                      </c:pt>
                      <c:pt idx="4648">
                        <c:v>44585</c:v>
                      </c:pt>
                      <c:pt idx="4649">
                        <c:v>44586</c:v>
                      </c:pt>
                      <c:pt idx="4650">
                        <c:v>44587</c:v>
                      </c:pt>
                      <c:pt idx="4651">
                        <c:v>44588</c:v>
                      </c:pt>
                      <c:pt idx="4652">
                        <c:v>44589</c:v>
                      </c:pt>
                      <c:pt idx="4653">
                        <c:v>44592</c:v>
                      </c:pt>
                      <c:pt idx="4654">
                        <c:v>44593</c:v>
                      </c:pt>
                      <c:pt idx="4655">
                        <c:v>44594</c:v>
                      </c:pt>
                      <c:pt idx="4656">
                        <c:v>44595</c:v>
                      </c:pt>
                      <c:pt idx="4657">
                        <c:v>44596</c:v>
                      </c:pt>
                      <c:pt idx="4658">
                        <c:v>44599</c:v>
                      </c:pt>
                      <c:pt idx="4659">
                        <c:v>44600</c:v>
                      </c:pt>
                      <c:pt idx="4660">
                        <c:v>44601</c:v>
                      </c:pt>
                      <c:pt idx="4661">
                        <c:v>44602</c:v>
                      </c:pt>
                      <c:pt idx="4662">
                        <c:v>44603</c:v>
                      </c:pt>
                      <c:pt idx="4663">
                        <c:v>44606</c:v>
                      </c:pt>
                      <c:pt idx="4664">
                        <c:v>44607</c:v>
                      </c:pt>
                      <c:pt idx="4665">
                        <c:v>44608</c:v>
                      </c:pt>
                      <c:pt idx="4666">
                        <c:v>44609</c:v>
                      </c:pt>
                      <c:pt idx="4667">
                        <c:v>44610</c:v>
                      </c:pt>
                      <c:pt idx="4668">
                        <c:v>44613</c:v>
                      </c:pt>
                      <c:pt idx="4669">
                        <c:v>44614</c:v>
                      </c:pt>
                      <c:pt idx="4670">
                        <c:v>44615</c:v>
                      </c:pt>
                      <c:pt idx="4671">
                        <c:v>44616</c:v>
                      </c:pt>
                      <c:pt idx="4672">
                        <c:v>44617</c:v>
                      </c:pt>
                      <c:pt idx="4673">
                        <c:v>44620</c:v>
                      </c:pt>
                      <c:pt idx="4674">
                        <c:v>44621</c:v>
                      </c:pt>
                      <c:pt idx="4675">
                        <c:v>44622</c:v>
                      </c:pt>
                      <c:pt idx="4676">
                        <c:v>44623</c:v>
                      </c:pt>
                      <c:pt idx="4677">
                        <c:v>44624</c:v>
                      </c:pt>
                      <c:pt idx="4678">
                        <c:v>44627</c:v>
                      </c:pt>
                      <c:pt idx="4679">
                        <c:v>44628</c:v>
                      </c:pt>
                      <c:pt idx="4680">
                        <c:v>44629</c:v>
                      </c:pt>
                      <c:pt idx="4681">
                        <c:v>44630</c:v>
                      </c:pt>
                      <c:pt idx="4682">
                        <c:v>44631</c:v>
                      </c:pt>
                      <c:pt idx="4683">
                        <c:v>44634</c:v>
                      </c:pt>
                      <c:pt idx="4684">
                        <c:v>44635</c:v>
                      </c:pt>
                      <c:pt idx="4685">
                        <c:v>44636</c:v>
                      </c:pt>
                      <c:pt idx="4686">
                        <c:v>44637</c:v>
                      </c:pt>
                      <c:pt idx="4687">
                        <c:v>44638</c:v>
                      </c:pt>
                      <c:pt idx="4688">
                        <c:v>44641</c:v>
                      </c:pt>
                      <c:pt idx="4689">
                        <c:v>44642</c:v>
                      </c:pt>
                      <c:pt idx="4690">
                        <c:v>44643</c:v>
                      </c:pt>
                      <c:pt idx="4691">
                        <c:v>44644</c:v>
                      </c:pt>
                      <c:pt idx="4692">
                        <c:v>44645</c:v>
                      </c:pt>
                      <c:pt idx="4693">
                        <c:v>44648</c:v>
                      </c:pt>
                      <c:pt idx="4694">
                        <c:v>44649</c:v>
                      </c:pt>
                      <c:pt idx="4695">
                        <c:v>44650</c:v>
                      </c:pt>
                      <c:pt idx="4696">
                        <c:v>44651</c:v>
                      </c:pt>
                      <c:pt idx="4697">
                        <c:v>44652</c:v>
                      </c:pt>
                      <c:pt idx="4698">
                        <c:v>44655</c:v>
                      </c:pt>
                      <c:pt idx="4699">
                        <c:v>44656</c:v>
                      </c:pt>
                      <c:pt idx="4700">
                        <c:v>44657</c:v>
                      </c:pt>
                      <c:pt idx="4701">
                        <c:v>44658</c:v>
                      </c:pt>
                      <c:pt idx="4702">
                        <c:v>44659</c:v>
                      </c:pt>
                      <c:pt idx="4703">
                        <c:v>44662</c:v>
                      </c:pt>
                      <c:pt idx="4704">
                        <c:v>44663</c:v>
                      </c:pt>
                      <c:pt idx="4705">
                        <c:v>44664</c:v>
                      </c:pt>
                      <c:pt idx="4706">
                        <c:v>44665</c:v>
                      </c:pt>
                      <c:pt idx="4707">
                        <c:v>44666</c:v>
                      </c:pt>
                      <c:pt idx="4708">
                        <c:v>44669</c:v>
                      </c:pt>
                      <c:pt idx="4709">
                        <c:v>44670</c:v>
                      </c:pt>
                      <c:pt idx="4710">
                        <c:v>44671</c:v>
                      </c:pt>
                      <c:pt idx="4711">
                        <c:v>44672</c:v>
                      </c:pt>
                      <c:pt idx="4712">
                        <c:v>44673</c:v>
                      </c:pt>
                      <c:pt idx="4713">
                        <c:v>44676</c:v>
                      </c:pt>
                      <c:pt idx="4714">
                        <c:v>44677</c:v>
                      </c:pt>
                      <c:pt idx="4715">
                        <c:v>44678</c:v>
                      </c:pt>
                      <c:pt idx="4716">
                        <c:v>44679</c:v>
                      </c:pt>
                      <c:pt idx="4717">
                        <c:v>44680</c:v>
                      </c:pt>
                      <c:pt idx="4718">
                        <c:v>44683</c:v>
                      </c:pt>
                      <c:pt idx="4719">
                        <c:v>44684</c:v>
                      </c:pt>
                      <c:pt idx="4720">
                        <c:v>44685</c:v>
                      </c:pt>
                      <c:pt idx="4721">
                        <c:v>44686</c:v>
                      </c:pt>
                      <c:pt idx="4722">
                        <c:v>44687</c:v>
                      </c:pt>
                      <c:pt idx="4723">
                        <c:v>44690</c:v>
                      </c:pt>
                      <c:pt idx="4724">
                        <c:v>44691</c:v>
                      </c:pt>
                      <c:pt idx="4725">
                        <c:v>44692</c:v>
                      </c:pt>
                      <c:pt idx="4726">
                        <c:v>44693</c:v>
                      </c:pt>
                      <c:pt idx="4727">
                        <c:v>44694</c:v>
                      </c:pt>
                      <c:pt idx="4728">
                        <c:v>44697</c:v>
                      </c:pt>
                      <c:pt idx="4729">
                        <c:v>44698</c:v>
                      </c:pt>
                      <c:pt idx="4730">
                        <c:v>44699</c:v>
                      </c:pt>
                      <c:pt idx="4731">
                        <c:v>44700</c:v>
                      </c:pt>
                      <c:pt idx="4732">
                        <c:v>44701</c:v>
                      </c:pt>
                      <c:pt idx="4733">
                        <c:v>44704</c:v>
                      </c:pt>
                      <c:pt idx="4734">
                        <c:v>44705</c:v>
                      </c:pt>
                      <c:pt idx="4735">
                        <c:v>44706</c:v>
                      </c:pt>
                      <c:pt idx="4736">
                        <c:v>44707</c:v>
                      </c:pt>
                      <c:pt idx="4737">
                        <c:v>44708</c:v>
                      </c:pt>
                      <c:pt idx="4738">
                        <c:v>44711</c:v>
                      </c:pt>
                      <c:pt idx="4739">
                        <c:v>44712</c:v>
                      </c:pt>
                      <c:pt idx="4740">
                        <c:v>44713</c:v>
                      </c:pt>
                      <c:pt idx="4741">
                        <c:v>44714</c:v>
                      </c:pt>
                      <c:pt idx="4742">
                        <c:v>44715</c:v>
                      </c:pt>
                      <c:pt idx="4743">
                        <c:v>44718</c:v>
                      </c:pt>
                      <c:pt idx="4744">
                        <c:v>44719</c:v>
                      </c:pt>
                      <c:pt idx="4745">
                        <c:v>44720</c:v>
                      </c:pt>
                      <c:pt idx="4746">
                        <c:v>44721</c:v>
                      </c:pt>
                      <c:pt idx="4747">
                        <c:v>44722</c:v>
                      </c:pt>
                      <c:pt idx="4748">
                        <c:v>44725</c:v>
                      </c:pt>
                      <c:pt idx="4749">
                        <c:v>44726</c:v>
                      </c:pt>
                      <c:pt idx="4750">
                        <c:v>44727</c:v>
                      </c:pt>
                      <c:pt idx="4751">
                        <c:v>44728</c:v>
                      </c:pt>
                      <c:pt idx="4752">
                        <c:v>44729</c:v>
                      </c:pt>
                      <c:pt idx="4753">
                        <c:v>44732</c:v>
                      </c:pt>
                      <c:pt idx="4754">
                        <c:v>44733</c:v>
                      </c:pt>
                      <c:pt idx="4755">
                        <c:v>44734</c:v>
                      </c:pt>
                      <c:pt idx="4756">
                        <c:v>44735</c:v>
                      </c:pt>
                      <c:pt idx="4757">
                        <c:v>44736</c:v>
                      </c:pt>
                      <c:pt idx="4758">
                        <c:v>44739</c:v>
                      </c:pt>
                      <c:pt idx="4759">
                        <c:v>44740</c:v>
                      </c:pt>
                      <c:pt idx="4760">
                        <c:v>44741</c:v>
                      </c:pt>
                      <c:pt idx="4761">
                        <c:v>44742</c:v>
                      </c:pt>
                      <c:pt idx="4762">
                        <c:v>44743</c:v>
                      </c:pt>
                      <c:pt idx="4763">
                        <c:v>44747</c:v>
                      </c:pt>
                      <c:pt idx="4764">
                        <c:v>44748</c:v>
                      </c:pt>
                      <c:pt idx="4765">
                        <c:v>44749</c:v>
                      </c:pt>
                      <c:pt idx="4766">
                        <c:v>44750</c:v>
                      </c:pt>
                      <c:pt idx="4767">
                        <c:v>44753</c:v>
                      </c:pt>
                      <c:pt idx="4768">
                        <c:v>44754</c:v>
                      </c:pt>
                      <c:pt idx="4769">
                        <c:v>44755</c:v>
                      </c:pt>
                      <c:pt idx="4770">
                        <c:v>44756</c:v>
                      </c:pt>
                      <c:pt idx="4771">
                        <c:v>44757</c:v>
                      </c:pt>
                      <c:pt idx="4772">
                        <c:v>44760</c:v>
                      </c:pt>
                      <c:pt idx="4773">
                        <c:v>44761</c:v>
                      </c:pt>
                      <c:pt idx="4774">
                        <c:v>44762</c:v>
                      </c:pt>
                      <c:pt idx="4775">
                        <c:v>44763</c:v>
                      </c:pt>
                      <c:pt idx="4776">
                        <c:v>44764</c:v>
                      </c:pt>
                      <c:pt idx="4777">
                        <c:v>44767</c:v>
                      </c:pt>
                      <c:pt idx="4778">
                        <c:v>44768</c:v>
                      </c:pt>
                      <c:pt idx="4779">
                        <c:v>44769</c:v>
                      </c:pt>
                      <c:pt idx="4780">
                        <c:v>44770</c:v>
                      </c:pt>
                      <c:pt idx="4781">
                        <c:v>44771</c:v>
                      </c:pt>
                      <c:pt idx="4782">
                        <c:v>44774</c:v>
                      </c:pt>
                      <c:pt idx="4783">
                        <c:v>44775</c:v>
                      </c:pt>
                      <c:pt idx="4784">
                        <c:v>44776</c:v>
                      </c:pt>
                      <c:pt idx="4785">
                        <c:v>44777</c:v>
                      </c:pt>
                      <c:pt idx="4786">
                        <c:v>44778</c:v>
                      </c:pt>
                      <c:pt idx="4787">
                        <c:v>44781</c:v>
                      </c:pt>
                      <c:pt idx="4788">
                        <c:v>44782</c:v>
                      </c:pt>
                      <c:pt idx="4789">
                        <c:v>44783</c:v>
                      </c:pt>
                      <c:pt idx="4790">
                        <c:v>44784</c:v>
                      </c:pt>
                      <c:pt idx="4791">
                        <c:v>44785</c:v>
                      </c:pt>
                      <c:pt idx="4792">
                        <c:v>44788</c:v>
                      </c:pt>
                      <c:pt idx="4793">
                        <c:v>44789</c:v>
                      </c:pt>
                      <c:pt idx="4794">
                        <c:v>44790</c:v>
                      </c:pt>
                      <c:pt idx="4795">
                        <c:v>44791</c:v>
                      </c:pt>
                      <c:pt idx="4796">
                        <c:v>44792</c:v>
                      </c:pt>
                      <c:pt idx="4797">
                        <c:v>44795</c:v>
                      </c:pt>
                      <c:pt idx="4798">
                        <c:v>44796</c:v>
                      </c:pt>
                      <c:pt idx="4799">
                        <c:v>44797</c:v>
                      </c:pt>
                      <c:pt idx="4800">
                        <c:v>44798</c:v>
                      </c:pt>
                      <c:pt idx="4801">
                        <c:v>44799</c:v>
                      </c:pt>
                      <c:pt idx="4802">
                        <c:v>44802</c:v>
                      </c:pt>
                      <c:pt idx="4803">
                        <c:v>44803</c:v>
                      </c:pt>
                      <c:pt idx="4804">
                        <c:v>44804</c:v>
                      </c:pt>
                      <c:pt idx="4805">
                        <c:v>44805</c:v>
                      </c:pt>
                      <c:pt idx="4806">
                        <c:v>44806</c:v>
                      </c:pt>
                      <c:pt idx="4807">
                        <c:v>44809</c:v>
                      </c:pt>
                      <c:pt idx="4808">
                        <c:v>44810</c:v>
                      </c:pt>
                      <c:pt idx="4809">
                        <c:v>44811</c:v>
                      </c:pt>
                      <c:pt idx="4810">
                        <c:v>44812</c:v>
                      </c:pt>
                      <c:pt idx="4811">
                        <c:v>44813</c:v>
                      </c:pt>
                      <c:pt idx="4812">
                        <c:v>44816</c:v>
                      </c:pt>
                      <c:pt idx="4813">
                        <c:v>44817</c:v>
                      </c:pt>
                      <c:pt idx="4814">
                        <c:v>44818</c:v>
                      </c:pt>
                      <c:pt idx="4815">
                        <c:v>44819</c:v>
                      </c:pt>
                      <c:pt idx="4816">
                        <c:v>44820</c:v>
                      </c:pt>
                      <c:pt idx="4817">
                        <c:v>44823</c:v>
                      </c:pt>
                      <c:pt idx="4818">
                        <c:v>44824</c:v>
                      </c:pt>
                      <c:pt idx="4819">
                        <c:v>44825</c:v>
                      </c:pt>
                      <c:pt idx="4820">
                        <c:v>44826</c:v>
                      </c:pt>
                      <c:pt idx="4821">
                        <c:v>44827</c:v>
                      </c:pt>
                      <c:pt idx="4822">
                        <c:v>44830</c:v>
                      </c:pt>
                      <c:pt idx="4823">
                        <c:v>44831</c:v>
                      </c:pt>
                      <c:pt idx="4824">
                        <c:v>44832</c:v>
                      </c:pt>
                      <c:pt idx="4825">
                        <c:v>44833</c:v>
                      </c:pt>
                      <c:pt idx="4826">
                        <c:v>44834</c:v>
                      </c:pt>
                      <c:pt idx="4827">
                        <c:v>44837</c:v>
                      </c:pt>
                      <c:pt idx="4828">
                        <c:v>44838</c:v>
                      </c:pt>
                      <c:pt idx="4829">
                        <c:v>44839</c:v>
                      </c:pt>
                      <c:pt idx="4830">
                        <c:v>44840</c:v>
                      </c:pt>
                      <c:pt idx="4831">
                        <c:v>44841</c:v>
                      </c:pt>
                      <c:pt idx="4832">
                        <c:v>44844</c:v>
                      </c:pt>
                      <c:pt idx="4833">
                        <c:v>44845</c:v>
                      </c:pt>
                      <c:pt idx="4834">
                        <c:v>44846</c:v>
                      </c:pt>
                      <c:pt idx="4835">
                        <c:v>44847</c:v>
                      </c:pt>
                      <c:pt idx="4836">
                        <c:v>44848</c:v>
                      </c:pt>
                      <c:pt idx="4837">
                        <c:v>44851</c:v>
                      </c:pt>
                      <c:pt idx="4838">
                        <c:v>44852</c:v>
                      </c:pt>
                      <c:pt idx="4839">
                        <c:v>44853</c:v>
                      </c:pt>
                      <c:pt idx="4840">
                        <c:v>44854</c:v>
                      </c:pt>
                      <c:pt idx="4841">
                        <c:v>44855</c:v>
                      </c:pt>
                      <c:pt idx="4842">
                        <c:v>44858</c:v>
                      </c:pt>
                      <c:pt idx="4843">
                        <c:v>44859</c:v>
                      </c:pt>
                      <c:pt idx="4844">
                        <c:v>44860</c:v>
                      </c:pt>
                      <c:pt idx="4845">
                        <c:v>44861</c:v>
                      </c:pt>
                      <c:pt idx="4846">
                        <c:v>44862</c:v>
                      </c:pt>
                      <c:pt idx="4847">
                        <c:v>44865</c:v>
                      </c:pt>
                      <c:pt idx="4848">
                        <c:v>44866</c:v>
                      </c:pt>
                      <c:pt idx="4849">
                        <c:v>44867</c:v>
                      </c:pt>
                      <c:pt idx="4850">
                        <c:v>44868</c:v>
                      </c:pt>
                      <c:pt idx="4851">
                        <c:v>44869</c:v>
                      </c:pt>
                      <c:pt idx="4852">
                        <c:v>44872</c:v>
                      </c:pt>
                      <c:pt idx="4853">
                        <c:v>44873</c:v>
                      </c:pt>
                      <c:pt idx="4854">
                        <c:v>44874</c:v>
                      </c:pt>
                      <c:pt idx="4855">
                        <c:v>44875</c:v>
                      </c:pt>
                      <c:pt idx="4856">
                        <c:v>44876</c:v>
                      </c:pt>
                      <c:pt idx="4857">
                        <c:v>44879</c:v>
                      </c:pt>
                      <c:pt idx="4858">
                        <c:v>44880</c:v>
                      </c:pt>
                      <c:pt idx="4859">
                        <c:v>44881</c:v>
                      </c:pt>
                      <c:pt idx="4860">
                        <c:v>44882</c:v>
                      </c:pt>
                      <c:pt idx="4861">
                        <c:v>44883</c:v>
                      </c:pt>
                      <c:pt idx="4862">
                        <c:v>44886</c:v>
                      </c:pt>
                      <c:pt idx="4863">
                        <c:v>44887</c:v>
                      </c:pt>
                      <c:pt idx="4864">
                        <c:v>44888</c:v>
                      </c:pt>
                      <c:pt idx="4865">
                        <c:v>44889</c:v>
                      </c:pt>
                      <c:pt idx="4866">
                        <c:v>44890</c:v>
                      </c:pt>
                      <c:pt idx="4867">
                        <c:v>44893</c:v>
                      </c:pt>
                      <c:pt idx="4868">
                        <c:v>44894</c:v>
                      </c:pt>
                      <c:pt idx="4869">
                        <c:v>44895</c:v>
                      </c:pt>
                      <c:pt idx="4870">
                        <c:v>44896</c:v>
                      </c:pt>
                      <c:pt idx="4871">
                        <c:v>44897</c:v>
                      </c:pt>
                      <c:pt idx="4872">
                        <c:v>44900</c:v>
                      </c:pt>
                      <c:pt idx="4873">
                        <c:v>44901</c:v>
                      </c:pt>
                      <c:pt idx="4874">
                        <c:v>44902</c:v>
                      </c:pt>
                      <c:pt idx="4875">
                        <c:v>44903</c:v>
                      </c:pt>
                      <c:pt idx="4876">
                        <c:v>44904</c:v>
                      </c:pt>
                      <c:pt idx="4877">
                        <c:v>44907</c:v>
                      </c:pt>
                      <c:pt idx="4878">
                        <c:v>44908</c:v>
                      </c:pt>
                      <c:pt idx="4879">
                        <c:v>44909</c:v>
                      </c:pt>
                      <c:pt idx="4880">
                        <c:v>44910</c:v>
                      </c:pt>
                      <c:pt idx="4881">
                        <c:v>44911</c:v>
                      </c:pt>
                      <c:pt idx="4882">
                        <c:v>44914</c:v>
                      </c:pt>
                      <c:pt idx="4883">
                        <c:v>44915</c:v>
                      </c:pt>
                      <c:pt idx="4884">
                        <c:v>44916</c:v>
                      </c:pt>
                      <c:pt idx="4885">
                        <c:v>44917</c:v>
                      </c:pt>
                      <c:pt idx="4886">
                        <c:v>44918</c:v>
                      </c:pt>
                      <c:pt idx="4887">
                        <c:v>44921</c:v>
                      </c:pt>
                      <c:pt idx="4888">
                        <c:v>44922</c:v>
                      </c:pt>
                      <c:pt idx="4889">
                        <c:v>44923</c:v>
                      </c:pt>
                      <c:pt idx="4890">
                        <c:v>44924</c:v>
                      </c:pt>
                      <c:pt idx="4891">
                        <c:v>44925</c:v>
                      </c:pt>
                      <c:pt idx="4892">
                        <c:v>44928</c:v>
                      </c:pt>
                      <c:pt idx="4893">
                        <c:v>44929</c:v>
                      </c:pt>
                      <c:pt idx="4894">
                        <c:v>44930</c:v>
                      </c:pt>
                      <c:pt idx="4895">
                        <c:v>44931</c:v>
                      </c:pt>
                      <c:pt idx="4896">
                        <c:v>44932</c:v>
                      </c:pt>
                      <c:pt idx="4897">
                        <c:v>44935</c:v>
                      </c:pt>
                      <c:pt idx="4898">
                        <c:v>44936</c:v>
                      </c:pt>
                      <c:pt idx="4899">
                        <c:v>44937</c:v>
                      </c:pt>
                      <c:pt idx="4900">
                        <c:v>44938</c:v>
                      </c:pt>
                      <c:pt idx="4901">
                        <c:v>44939</c:v>
                      </c:pt>
                      <c:pt idx="4902">
                        <c:v>44942</c:v>
                      </c:pt>
                      <c:pt idx="4903">
                        <c:v>44943</c:v>
                      </c:pt>
                      <c:pt idx="4904">
                        <c:v>44944</c:v>
                      </c:pt>
                      <c:pt idx="4905">
                        <c:v>44945</c:v>
                      </c:pt>
                      <c:pt idx="4906">
                        <c:v>44946</c:v>
                      </c:pt>
                      <c:pt idx="4907">
                        <c:v>44949</c:v>
                      </c:pt>
                      <c:pt idx="4908">
                        <c:v>44950</c:v>
                      </c:pt>
                      <c:pt idx="4909">
                        <c:v>44951</c:v>
                      </c:pt>
                      <c:pt idx="4910">
                        <c:v>44952</c:v>
                      </c:pt>
                      <c:pt idx="4911">
                        <c:v>44953</c:v>
                      </c:pt>
                      <c:pt idx="4912">
                        <c:v>44956</c:v>
                      </c:pt>
                      <c:pt idx="4913">
                        <c:v>44957</c:v>
                      </c:pt>
                      <c:pt idx="4914">
                        <c:v>44958</c:v>
                      </c:pt>
                      <c:pt idx="4915">
                        <c:v>44959</c:v>
                      </c:pt>
                      <c:pt idx="4916">
                        <c:v>44960</c:v>
                      </c:pt>
                      <c:pt idx="4917">
                        <c:v>44963</c:v>
                      </c:pt>
                      <c:pt idx="4918">
                        <c:v>44964</c:v>
                      </c:pt>
                      <c:pt idx="4919">
                        <c:v>44965</c:v>
                      </c:pt>
                      <c:pt idx="4920">
                        <c:v>44966</c:v>
                      </c:pt>
                      <c:pt idx="4921">
                        <c:v>44967</c:v>
                      </c:pt>
                      <c:pt idx="4922">
                        <c:v>44970</c:v>
                      </c:pt>
                      <c:pt idx="4923">
                        <c:v>44971</c:v>
                      </c:pt>
                      <c:pt idx="4924">
                        <c:v>44972</c:v>
                      </c:pt>
                      <c:pt idx="4925">
                        <c:v>44973</c:v>
                      </c:pt>
                      <c:pt idx="4926">
                        <c:v>44974</c:v>
                      </c:pt>
                      <c:pt idx="4927">
                        <c:v>44977</c:v>
                      </c:pt>
                      <c:pt idx="4928">
                        <c:v>44978</c:v>
                      </c:pt>
                      <c:pt idx="4929">
                        <c:v>44979</c:v>
                      </c:pt>
                      <c:pt idx="4930">
                        <c:v>44980</c:v>
                      </c:pt>
                      <c:pt idx="4931">
                        <c:v>44981</c:v>
                      </c:pt>
                      <c:pt idx="4932">
                        <c:v>44984</c:v>
                      </c:pt>
                      <c:pt idx="4933">
                        <c:v>44985</c:v>
                      </c:pt>
                      <c:pt idx="4934">
                        <c:v>44986</c:v>
                      </c:pt>
                      <c:pt idx="4935">
                        <c:v>44987</c:v>
                      </c:pt>
                      <c:pt idx="4936">
                        <c:v>44988</c:v>
                      </c:pt>
                      <c:pt idx="4937">
                        <c:v>44991</c:v>
                      </c:pt>
                      <c:pt idx="4938">
                        <c:v>44992</c:v>
                      </c:pt>
                      <c:pt idx="4939">
                        <c:v>44993</c:v>
                      </c:pt>
                      <c:pt idx="4940">
                        <c:v>44994</c:v>
                      </c:pt>
                      <c:pt idx="4941">
                        <c:v>44995</c:v>
                      </c:pt>
                      <c:pt idx="4942">
                        <c:v>44998</c:v>
                      </c:pt>
                      <c:pt idx="4943">
                        <c:v>44999</c:v>
                      </c:pt>
                      <c:pt idx="4944">
                        <c:v>45000</c:v>
                      </c:pt>
                      <c:pt idx="4945">
                        <c:v>45001</c:v>
                      </c:pt>
                      <c:pt idx="4946">
                        <c:v>45002</c:v>
                      </c:pt>
                      <c:pt idx="4947">
                        <c:v>45005</c:v>
                      </c:pt>
                      <c:pt idx="4948">
                        <c:v>45006</c:v>
                      </c:pt>
                      <c:pt idx="4949">
                        <c:v>45007</c:v>
                      </c:pt>
                      <c:pt idx="4950">
                        <c:v>45008</c:v>
                      </c:pt>
                      <c:pt idx="4951">
                        <c:v>45009</c:v>
                      </c:pt>
                      <c:pt idx="4952">
                        <c:v>45012</c:v>
                      </c:pt>
                      <c:pt idx="4953">
                        <c:v>45013</c:v>
                      </c:pt>
                      <c:pt idx="4954">
                        <c:v>45014</c:v>
                      </c:pt>
                      <c:pt idx="4955">
                        <c:v>45015</c:v>
                      </c:pt>
                      <c:pt idx="4956">
                        <c:v>45016</c:v>
                      </c:pt>
                      <c:pt idx="4957">
                        <c:v>45019</c:v>
                      </c:pt>
                      <c:pt idx="4958">
                        <c:v>45020</c:v>
                      </c:pt>
                      <c:pt idx="4959">
                        <c:v>45021</c:v>
                      </c:pt>
                      <c:pt idx="4960">
                        <c:v>45022</c:v>
                      </c:pt>
                      <c:pt idx="4961">
                        <c:v>45023</c:v>
                      </c:pt>
                      <c:pt idx="4962">
                        <c:v>45026</c:v>
                      </c:pt>
                      <c:pt idx="4963">
                        <c:v>45027</c:v>
                      </c:pt>
                      <c:pt idx="4964">
                        <c:v>45028</c:v>
                      </c:pt>
                      <c:pt idx="4965">
                        <c:v>45029</c:v>
                      </c:pt>
                      <c:pt idx="4966">
                        <c:v>45030</c:v>
                      </c:pt>
                      <c:pt idx="4967">
                        <c:v>45033</c:v>
                      </c:pt>
                      <c:pt idx="4968">
                        <c:v>45034</c:v>
                      </c:pt>
                      <c:pt idx="4969">
                        <c:v>45035</c:v>
                      </c:pt>
                      <c:pt idx="4970">
                        <c:v>45036</c:v>
                      </c:pt>
                      <c:pt idx="4971">
                        <c:v>45037</c:v>
                      </c:pt>
                      <c:pt idx="4972">
                        <c:v>45040</c:v>
                      </c:pt>
                      <c:pt idx="4973">
                        <c:v>45041</c:v>
                      </c:pt>
                      <c:pt idx="4974">
                        <c:v>45042</c:v>
                      </c:pt>
                      <c:pt idx="4975">
                        <c:v>45043</c:v>
                      </c:pt>
                      <c:pt idx="4976">
                        <c:v>45044</c:v>
                      </c:pt>
                      <c:pt idx="4977">
                        <c:v>45047</c:v>
                      </c:pt>
                      <c:pt idx="4978">
                        <c:v>45048</c:v>
                      </c:pt>
                      <c:pt idx="4979">
                        <c:v>45049</c:v>
                      </c:pt>
                      <c:pt idx="4980">
                        <c:v>45050</c:v>
                      </c:pt>
                      <c:pt idx="4981">
                        <c:v>45051</c:v>
                      </c:pt>
                      <c:pt idx="4982">
                        <c:v>45054</c:v>
                      </c:pt>
                      <c:pt idx="4983">
                        <c:v>45055</c:v>
                      </c:pt>
                      <c:pt idx="4984">
                        <c:v>45056</c:v>
                      </c:pt>
                      <c:pt idx="4985">
                        <c:v>45057</c:v>
                      </c:pt>
                      <c:pt idx="4986">
                        <c:v>45058</c:v>
                      </c:pt>
                      <c:pt idx="4987">
                        <c:v>45061</c:v>
                      </c:pt>
                      <c:pt idx="4988">
                        <c:v>45062</c:v>
                      </c:pt>
                      <c:pt idx="4989">
                        <c:v>45063</c:v>
                      </c:pt>
                      <c:pt idx="4990">
                        <c:v>45064</c:v>
                      </c:pt>
                      <c:pt idx="4991">
                        <c:v>45065</c:v>
                      </c:pt>
                      <c:pt idx="4992">
                        <c:v>45068</c:v>
                      </c:pt>
                      <c:pt idx="4993">
                        <c:v>45069</c:v>
                      </c:pt>
                      <c:pt idx="4994">
                        <c:v>45070</c:v>
                      </c:pt>
                      <c:pt idx="4995">
                        <c:v>45071</c:v>
                      </c:pt>
                      <c:pt idx="4996">
                        <c:v>45072</c:v>
                      </c:pt>
                      <c:pt idx="4997">
                        <c:v>45075</c:v>
                      </c:pt>
                      <c:pt idx="4998">
                        <c:v>45076</c:v>
                      </c:pt>
                      <c:pt idx="4999">
                        <c:v>45077</c:v>
                      </c:pt>
                      <c:pt idx="5000">
                        <c:v>45078</c:v>
                      </c:pt>
                      <c:pt idx="5001">
                        <c:v>45079</c:v>
                      </c:pt>
                      <c:pt idx="5002">
                        <c:v>45082</c:v>
                      </c:pt>
                      <c:pt idx="5003">
                        <c:v>45083</c:v>
                      </c:pt>
                      <c:pt idx="5004">
                        <c:v>45084</c:v>
                      </c:pt>
                      <c:pt idx="5005">
                        <c:v>45085</c:v>
                      </c:pt>
                      <c:pt idx="5006">
                        <c:v>45086</c:v>
                      </c:pt>
                      <c:pt idx="5007">
                        <c:v>45089</c:v>
                      </c:pt>
                      <c:pt idx="5008">
                        <c:v>45090</c:v>
                      </c:pt>
                      <c:pt idx="5009">
                        <c:v>45091</c:v>
                      </c:pt>
                      <c:pt idx="5010">
                        <c:v>45092</c:v>
                      </c:pt>
                      <c:pt idx="5011">
                        <c:v>45093</c:v>
                      </c:pt>
                      <c:pt idx="5012">
                        <c:v>45096</c:v>
                      </c:pt>
                      <c:pt idx="5013">
                        <c:v>45097</c:v>
                      </c:pt>
                      <c:pt idx="5014">
                        <c:v>45098</c:v>
                      </c:pt>
                      <c:pt idx="5015">
                        <c:v>45099</c:v>
                      </c:pt>
                      <c:pt idx="5016">
                        <c:v>45100</c:v>
                      </c:pt>
                      <c:pt idx="5017">
                        <c:v>45103</c:v>
                      </c:pt>
                      <c:pt idx="5018">
                        <c:v>45104</c:v>
                      </c:pt>
                      <c:pt idx="5019">
                        <c:v>45105</c:v>
                      </c:pt>
                      <c:pt idx="5020">
                        <c:v>45106</c:v>
                      </c:pt>
                      <c:pt idx="5021">
                        <c:v>45107</c:v>
                      </c:pt>
                      <c:pt idx="5022">
                        <c:v>45110</c:v>
                      </c:pt>
                      <c:pt idx="5023">
                        <c:v>45111</c:v>
                      </c:pt>
                      <c:pt idx="5024">
                        <c:v>45112</c:v>
                      </c:pt>
                      <c:pt idx="5025">
                        <c:v>45113</c:v>
                      </c:pt>
                      <c:pt idx="5026">
                        <c:v>45114</c:v>
                      </c:pt>
                      <c:pt idx="5027">
                        <c:v>45117</c:v>
                      </c:pt>
                      <c:pt idx="5028">
                        <c:v>45118</c:v>
                      </c:pt>
                      <c:pt idx="5029">
                        <c:v>45119</c:v>
                      </c:pt>
                      <c:pt idx="5030">
                        <c:v>45120</c:v>
                      </c:pt>
                      <c:pt idx="5031">
                        <c:v>45121</c:v>
                      </c:pt>
                      <c:pt idx="5032">
                        <c:v>45124</c:v>
                      </c:pt>
                      <c:pt idx="5033">
                        <c:v>45125</c:v>
                      </c:pt>
                      <c:pt idx="5034">
                        <c:v>45126</c:v>
                      </c:pt>
                      <c:pt idx="5035">
                        <c:v>45127</c:v>
                      </c:pt>
                      <c:pt idx="5036">
                        <c:v>45128</c:v>
                      </c:pt>
                      <c:pt idx="5037">
                        <c:v>45131</c:v>
                      </c:pt>
                      <c:pt idx="5038">
                        <c:v>45132</c:v>
                      </c:pt>
                      <c:pt idx="5039">
                        <c:v>45133</c:v>
                      </c:pt>
                      <c:pt idx="5040">
                        <c:v>45134</c:v>
                      </c:pt>
                      <c:pt idx="5041">
                        <c:v>45135</c:v>
                      </c:pt>
                      <c:pt idx="5042">
                        <c:v>45138</c:v>
                      </c:pt>
                      <c:pt idx="5043">
                        <c:v>45139</c:v>
                      </c:pt>
                      <c:pt idx="5044">
                        <c:v>45140</c:v>
                      </c:pt>
                      <c:pt idx="5045">
                        <c:v>45141</c:v>
                      </c:pt>
                      <c:pt idx="5046">
                        <c:v>45142</c:v>
                      </c:pt>
                      <c:pt idx="5047">
                        <c:v>45145</c:v>
                      </c:pt>
                      <c:pt idx="5048">
                        <c:v>45146</c:v>
                      </c:pt>
                      <c:pt idx="5049">
                        <c:v>45147</c:v>
                      </c:pt>
                      <c:pt idx="5050">
                        <c:v>45148</c:v>
                      </c:pt>
                      <c:pt idx="5051">
                        <c:v>45149</c:v>
                      </c:pt>
                      <c:pt idx="5052">
                        <c:v>45152</c:v>
                      </c:pt>
                      <c:pt idx="5053">
                        <c:v>45153</c:v>
                      </c:pt>
                      <c:pt idx="5054">
                        <c:v>45154</c:v>
                      </c:pt>
                      <c:pt idx="5055">
                        <c:v>45155</c:v>
                      </c:pt>
                      <c:pt idx="5056">
                        <c:v>45156</c:v>
                      </c:pt>
                      <c:pt idx="5057">
                        <c:v>45159</c:v>
                      </c:pt>
                      <c:pt idx="5058">
                        <c:v>45160</c:v>
                      </c:pt>
                      <c:pt idx="5059">
                        <c:v>45161</c:v>
                      </c:pt>
                      <c:pt idx="5060">
                        <c:v>45162</c:v>
                      </c:pt>
                      <c:pt idx="5061">
                        <c:v>45163</c:v>
                      </c:pt>
                      <c:pt idx="5062">
                        <c:v>45166</c:v>
                      </c:pt>
                      <c:pt idx="5063">
                        <c:v>45167</c:v>
                      </c:pt>
                      <c:pt idx="5064">
                        <c:v>45168</c:v>
                      </c:pt>
                      <c:pt idx="5065">
                        <c:v>45169</c:v>
                      </c:pt>
                      <c:pt idx="5066">
                        <c:v>45170</c:v>
                      </c:pt>
                      <c:pt idx="5067">
                        <c:v>45173</c:v>
                      </c:pt>
                      <c:pt idx="5068">
                        <c:v>45174</c:v>
                      </c:pt>
                      <c:pt idx="5069">
                        <c:v>45175</c:v>
                      </c:pt>
                      <c:pt idx="5070">
                        <c:v>45176</c:v>
                      </c:pt>
                      <c:pt idx="5071">
                        <c:v>45177</c:v>
                      </c:pt>
                      <c:pt idx="5072">
                        <c:v>45180</c:v>
                      </c:pt>
                      <c:pt idx="5073">
                        <c:v>45181</c:v>
                      </c:pt>
                      <c:pt idx="5074">
                        <c:v>45182</c:v>
                      </c:pt>
                      <c:pt idx="5075">
                        <c:v>45183</c:v>
                      </c:pt>
                      <c:pt idx="5076">
                        <c:v>45184</c:v>
                      </c:pt>
                      <c:pt idx="5077">
                        <c:v>45187</c:v>
                      </c:pt>
                      <c:pt idx="5078">
                        <c:v>45188</c:v>
                      </c:pt>
                      <c:pt idx="5079">
                        <c:v>45189</c:v>
                      </c:pt>
                      <c:pt idx="5080">
                        <c:v>45190</c:v>
                      </c:pt>
                      <c:pt idx="5081">
                        <c:v>45191</c:v>
                      </c:pt>
                      <c:pt idx="5082">
                        <c:v>45194</c:v>
                      </c:pt>
                      <c:pt idx="5083">
                        <c:v>45195</c:v>
                      </c:pt>
                      <c:pt idx="5084">
                        <c:v>45196</c:v>
                      </c:pt>
                      <c:pt idx="5085">
                        <c:v>45197</c:v>
                      </c:pt>
                      <c:pt idx="5086">
                        <c:v>45198</c:v>
                      </c:pt>
                      <c:pt idx="5087">
                        <c:v>45201</c:v>
                      </c:pt>
                      <c:pt idx="5088">
                        <c:v>45202</c:v>
                      </c:pt>
                      <c:pt idx="5089">
                        <c:v>45203</c:v>
                      </c:pt>
                      <c:pt idx="5090">
                        <c:v>45204</c:v>
                      </c:pt>
                      <c:pt idx="5091">
                        <c:v>45205</c:v>
                      </c:pt>
                      <c:pt idx="5092">
                        <c:v>45208</c:v>
                      </c:pt>
                      <c:pt idx="5093">
                        <c:v>45209</c:v>
                      </c:pt>
                      <c:pt idx="5094">
                        <c:v>45210</c:v>
                      </c:pt>
                      <c:pt idx="5095">
                        <c:v>45211</c:v>
                      </c:pt>
                      <c:pt idx="5096">
                        <c:v>45212</c:v>
                      </c:pt>
                      <c:pt idx="5097">
                        <c:v>45215</c:v>
                      </c:pt>
                      <c:pt idx="5098">
                        <c:v>45216</c:v>
                      </c:pt>
                      <c:pt idx="5099">
                        <c:v>45217</c:v>
                      </c:pt>
                      <c:pt idx="5100">
                        <c:v>45218</c:v>
                      </c:pt>
                      <c:pt idx="5101">
                        <c:v>45219</c:v>
                      </c:pt>
                      <c:pt idx="5102">
                        <c:v>45222</c:v>
                      </c:pt>
                      <c:pt idx="5103">
                        <c:v>45223</c:v>
                      </c:pt>
                      <c:pt idx="5104">
                        <c:v>45224</c:v>
                      </c:pt>
                      <c:pt idx="5105">
                        <c:v>45225</c:v>
                      </c:pt>
                      <c:pt idx="5106">
                        <c:v>45226</c:v>
                      </c:pt>
                      <c:pt idx="5107">
                        <c:v>45229</c:v>
                      </c:pt>
                      <c:pt idx="5108">
                        <c:v>45230</c:v>
                      </c:pt>
                      <c:pt idx="5109">
                        <c:v>45231</c:v>
                      </c:pt>
                      <c:pt idx="5110">
                        <c:v>45232</c:v>
                      </c:pt>
                      <c:pt idx="5111">
                        <c:v>45233</c:v>
                      </c:pt>
                      <c:pt idx="5112">
                        <c:v>45236</c:v>
                      </c:pt>
                      <c:pt idx="5113">
                        <c:v>45237</c:v>
                      </c:pt>
                      <c:pt idx="5114">
                        <c:v>45238</c:v>
                      </c:pt>
                      <c:pt idx="5115">
                        <c:v>45239</c:v>
                      </c:pt>
                      <c:pt idx="5116">
                        <c:v>45240</c:v>
                      </c:pt>
                      <c:pt idx="5117">
                        <c:v>45243</c:v>
                      </c:pt>
                      <c:pt idx="5118">
                        <c:v>45244</c:v>
                      </c:pt>
                      <c:pt idx="5119">
                        <c:v>45245</c:v>
                      </c:pt>
                      <c:pt idx="5120">
                        <c:v>45246</c:v>
                      </c:pt>
                      <c:pt idx="5121">
                        <c:v>45247</c:v>
                      </c:pt>
                      <c:pt idx="5122">
                        <c:v>45250</c:v>
                      </c:pt>
                      <c:pt idx="5123">
                        <c:v>45251</c:v>
                      </c:pt>
                      <c:pt idx="5124">
                        <c:v>45252</c:v>
                      </c:pt>
                      <c:pt idx="5125">
                        <c:v>45253</c:v>
                      </c:pt>
                      <c:pt idx="5126">
                        <c:v>45254</c:v>
                      </c:pt>
                      <c:pt idx="5127">
                        <c:v>45257</c:v>
                      </c:pt>
                      <c:pt idx="5128">
                        <c:v>45258</c:v>
                      </c:pt>
                      <c:pt idx="5129">
                        <c:v>45259</c:v>
                      </c:pt>
                      <c:pt idx="5130">
                        <c:v>45260</c:v>
                      </c:pt>
                      <c:pt idx="5131">
                        <c:v>45261</c:v>
                      </c:pt>
                      <c:pt idx="5132">
                        <c:v>45264</c:v>
                      </c:pt>
                      <c:pt idx="5133">
                        <c:v>45265</c:v>
                      </c:pt>
                      <c:pt idx="5134">
                        <c:v>45266</c:v>
                      </c:pt>
                      <c:pt idx="5135">
                        <c:v>45267</c:v>
                      </c:pt>
                      <c:pt idx="5136">
                        <c:v>45268</c:v>
                      </c:pt>
                      <c:pt idx="5137">
                        <c:v>45271</c:v>
                      </c:pt>
                      <c:pt idx="5138">
                        <c:v>45272</c:v>
                      </c:pt>
                      <c:pt idx="5139">
                        <c:v>45273</c:v>
                      </c:pt>
                      <c:pt idx="5140">
                        <c:v>45274</c:v>
                      </c:pt>
                      <c:pt idx="5141">
                        <c:v>45275</c:v>
                      </c:pt>
                      <c:pt idx="5142">
                        <c:v>45278</c:v>
                      </c:pt>
                      <c:pt idx="5143">
                        <c:v>45279</c:v>
                      </c:pt>
                      <c:pt idx="5144">
                        <c:v>45280</c:v>
                      </c:pt>
                      <c:pt idx="5145">
                        <c:v>45281</c:v>
                      </c:pt>
                      <c:pt idx="5146">
                        <c:v>45282</c:v>
                      </c:pt>
                      <c:pt idx="5147">
                        <c:v>45285</c:v>
                      </c:pt>
                      <c:pt idx="5148">
                        <c:v>45286</c:v>
                      </c:pt>
                      <c:pt idx="5149">
                        <c:v>45287</c:v>
                      </c:pt>
                      <c:pt idx="5150">
                        <c:v>45288</c:v>
                      </c:pt>
                      <c:pt idx="5151">
                        <c:v>45289</c:v>
                      </c:pt>
                      <c:pt idx="5152">
                        <c:v>45292</c:v>
                      </c:pt>
                      <c:pt idx="5153">
                        <c:v>45293</c:v>
                      </c:pt>
                      <c:pt idx="5154">
                        <c:v>45294</c:v>
                      </c:pt>
                      <c:pt idx="5155">
                        <c:v>45295</c:v>
                      </c:pt>
                      <c:pt idx="5156">
                        <c:v>45296</c:v>
                      </c:pt>
                      <c:pt idx="5157">
                        <c:v>45299</c:v>
                      </c:pt>
                      <c:pt idx="5158">
                        <c:v>45300</c:v>
                      </c:pt>
                      <c:pt idx="5159">
                        <c:v>45301</c:v>
                      </c:pt>
                      <c:pt idx="5160">
                        <c:v>45302</c:v>
                      </c:pt>
                      <c:pt idx="5161">
                        <c:v>45303</c:v>
                      </c:pt>
                      <c:pt idx="5162">
                        <c:v>45306</c:v>
                      </c:pt>
                      <c:pt idx="5163">
                        <c:v>45307</c:v>
                      </c:pt>
                      <c:pt idx="5164">
                        <c:v>45308</c:v>
                      </c:pt>
                      <c:pt idx="5165">
                        <c:v>45309</c:v>
                      </c:pt>
                      <c:pt idx="5166">
                        <c:v>45310</c:v>
                      </c:pt>
                      <c:pt idx="5167">
                        <c:v>45313</c:v>
                      </c:pt>
                      <c:pt idx="5168">
                        <c:v>45314</c:v>
                      </c:pt>
                      <c:pt idx="5169">
                        <c:v>45315</c:v>
                      </c:pt>
                      <c:pt idx="5170">
                        <c:v>45316</c:v>
                      </c:pt>
                      <c:pt idx="5171">
                        <c:v>45317</c:v>
                      </c:pt>
                      <c:pt idx="5172">
                        <c:v>45320</c:v>
                      </c:pt>
                      <c:pt idx="5173">
                        <c:v>45321</c:v>
                      </c:pt>
                      <c:pt idx="5174">
                        <c:v>45322</c:v>
                      </c:pt>
                      <c:pt idx="5175">
                        <c:v>45323</c:v>
                      </c:pt>
                      <c:pt idx="5176">
                        <c:v>45324</c:v>
                      </c:pt>
                      <c:pt idx="5177">
                        <c:v>45327</c:v>
                      </c:pt>
                      <c:pt idx="5178">
                        <c:v>45328</c:v>
                      </c:pt>
                      <c:pt idx="5179">
                        <c:v>45329</c:v>
                      </c:pt>
                      <c:pt idx="5180">
                        <c:v>45330</c:v>
                      </c:pt>
                      <c:pt idx="5181">
                        <c:v>45331</c:v>
                      </c:pt>
                      <c:pt idx="5182">
                        <c:v>45334</c:v>
                      </c:pt>
                      <c:pt idx="5183">
                        <c:v>45335</c:v>
                      </c:pt>
                      <c:pt idx="5184">
                        <c:v>45336</c:v>
                      </c:pt>
                      <c:pt idx="5185">
                        <c:v>45337</c:v>
                      </c:pt>
                      <c:pt idx="5186">
                        <c:v>45338</c:v>
                      </c:pt>
                      <c:pt idx="5187">
                        <c:v>45341</c:v>
                      </c:pt>
                      <c:pt idx="5188">
                        <c:v>45342</c:v>
                      </c:pt>
                      <c:pt idx="5189">
                        <c:v>45343</c:v>
                      </c:pt>
                      <c:pt idx="5190">
                        <c:v>45344</c:v>
                      </c:pt>
                      <c:pt idx="5191">
                        <c:v>45345</c:v>
                      </c:pt>
                      <c:pt idx="5192">
                        <c:v>45348</c:v>
                      </c:pt>
                      <c:pt idx="5193">
                        <c:v>45349</c:v>
                      </c:pt>
                      <c:pt idx="5194">
                        <c:v>45350</c:v>
                      </c:pt>
                      <c:pt idx="5195">
                        <c:v>45351</c:v>
                      </c:pt>
                      <c:pt idx="5196">
                        <c:v>45352</c:v>
                      </c:pt>
                      <c:pt idx="5197">
                        <c:v>45355</c:v>
                      </c:pt>
                      <c:pt idx="5198">
                        <c:v>45356</c:v>
                      </c:pt>
                      <c:pt idx="5199">
                        <c:v>45357</c:v>
                      </c:pt>
                      <c:pt idx="5200">
                        <c:v>45358</c:v>
                      </c:pt>
                      <c:pt idx="5201">
                        <c:v>45359</c:v>
                      </c:pt>
                      <c:pt idx="5202">
                        <c:v>45362</c:v>
                      </c:pt>
                      <c:pt idx="5203">
                        <c:v>45363</c:v>
                      </c:pt>
                      <c:pt idx="5204">
                        <c:v>45364</c:v>
                      </c:pt>
                      <c:pt idx="5205">
                        <c:v>45365</c:v>
                      </c:pt>
                      <c:pt idx="5206">
                        <c:v>45366</c:v>
                      </c:pt>
                      <c:pt idx="5207">
                        <c:v>45369</c:v>
                      </c:pt>
                      <c:pt idx="5208">
                        <c:v>45370</c:v>
                      </c:pt>
                      <c:pt idx="5209">
                        <c:v>45371</c:v>
                      </c:pt>
                      <c:pt idx="5210">
                        <c:v>45372</c:v>
                      </c:pt>
                      <c:pt idx="5211">
                        <c:v>45373</c:v>
                      </c:pt>
                      <c:pt idx="5212">
                        <c:v>45376</c:v>
                      </c:pt>
                      <c:pt idx="5213">
                        <c:v>45377</c:v>
                      </c:pt>
                      <c:pt idx="5214">
                        <c:v>45378</c:v>
                      </c:pt>
                      <c:pt idx="5215">
                        <c:v>45379</c:v>
                      </c:pt>
                      <c:pt idx="5216">
                        <c:v>45380</c:v>
                      </c:pt>
                      <c:pt idx="5217">
                        <c:v>45383</c:v>
                      </c:pt>
                      <c:pt idx="5218">
                        <c:v>45384</c:v>
                      </c:pt>
                      <c:pt idx="5219">
                        <c:v>45385</c:v>
                      </c:pt>
                      <c:pt idx="5220">
                        <c:v>45386</c:v>
                      </c:pt>
                      <c:pt idx="5221">
                        <c:v>45387</c:v>
                      </c:pt>
                      <c:pt idx="5222">
                        <c:v>45390</c:v>
                      </c:pt>
                      <c:pt idx="5223">
                        <c:v>45391</c:v>
                      </c:pt>
                      <c:pt idx="5224">
                        <c:v>45392</c:v>
                      </c:pt>
                      <c:pt idx="5225">
                        <c:v>45393</c:v>
                      </c:pt>
                      <c:pt idx="5226">
                        <c:v>45394</c:v>
                      </c:pt>
                      <c:pt idx="5227">
                        <c:v>45397</c:v>
                      </c:pt>
                      <c:pt idx="5228">
                        <c:v>45398</c:v>
                      </c:pt>
                      <c:pt idx="5229">
                        <c:v>45399</c:v>
                      </c:pt>
                      <c:pt idx="5230">
                        <c:v>45400</c:v>
                      </c:pt>
                      <c:pt idx="5231">
                        <c:v>45401</c:v>
                      </c:pt>
                      <c:pt idx="5232">
                        <c:v>45404</c:v>
                      </c:pt>
                      <c:pt idx="5233">
                        <c:v>45405</c:v>
                      </c:pt>
                      <c:pt idx="5234">
                        <c:v>45406</c:v>
                      </c:pt>
                      <c:pt idx="5235">
                        <c:v>45407</c:v>
                      </c:pt>
                      <c:pt idx="5236">
                        <c:v>45408</c:v>
                      </c:pt>
                      <c:pt idx="5237">
                        <c:v>45411</c:v>
                      </c:pt>
                      <c:pt idx="5238">
                        <c:v>45412</c:v>
                      </c:pt>
                      <c:pt idx="5239">
                        <c:v>45413</c:v>
                      </c:pt>
                      <c:pt idx="5240">
                        <c:v>45414</c:v>
                      </c:pt>
                      <c:pt idx="5241">
                        <c:v>45415</c:v>
                      </c:pt>
                      <c:pt idx="5242">
                        <c:v>45418</c:v>
                      </c:pt>
                      <c:pt idx="5243">
                        <c:v>45419</c:v>
                      </c:pt>
                      <c:pt idx="5244">
                        <c:v>45420</c:v>
                      </c:pt>
                      <c:pt idx="5245">
                        <c:v>45421</c:v>
                      </c:pt>
                      <c:pt idx="5246">
                        <c:v>45422</c:v>
                      </c:pt>
                      <c:pt idx="5247">
                        <c:v>45425</c:v>
                      </c:pt>
                      <c:pt idx="5248">
                        <c:v>45426</c:v>
                      </c:pt>
                      <c:pt idx="5249">
                        <c:v>45427</c:v>
                      </c:pt>
                      <c:pt idx="5250">
                        <c:v>45428</c:v>
                      </c:pt>
                      <c:pt idx="5251">
                        <c:v>45429</c:v>
                      </c:pt>
                      <c:pt idx="5252">
                        <c:v>45432</c:v>
                      </c:pt>
                      <c:pt idx="5253">
                        <c:v>45433</c:v>
                      </c:pt>
                      <c:pt idx="5254">
                        <c:v>45434</c:v>
                      </c:pt>
                      <c:pt idx="5255">
                        <c:v>45435</c:v>
                      </c:pt>
                      <c:pt idx="5256">
                        <c:v>45436</c:v>
                      </c:pt>
                      <c:pt idx="5257">
                        <c:v>45439</c:v>
                      </c:pt>
                      <c:pt idx="5258">
                        <c:v>45440</c:v>
                      </c:pt>
                      <c:pt idx="5259">
                        <c:v>45441</c:v>
                      </c:pt>
                      <c:pt idx="5260">
                        <c:v>45442</c:v>
                      </c:pt>
                      <c:pt idx="5261">
                        <c:v>45443</c:v>
                      </c:pt>
                      <c:pt idx="5262">
                        <c:v>45446</c:v>
                      </c:pt>
                      <c:pt idx="5263">
                        <c:v>45447</c:v>
                      </c:pt>
                      <c:pt idx="5264">
                        <c:v>45448</c:v>
                      </c:pt>
                      <c:pt idx="5265">
                        <c:v>45449</c:v>
                      </c:pt>
                      <c:pt idx="5266">
                        <c:v>45450</c:v>
                      </c:pt>
                      <c:pt idx="5267">
                        <c:v>45453</c:v>
                      </c:pt>
                      <c:pt idx="5268">
                        <c:v>45454</c:v>
                      </c:pt>
                      <c:pt idx="5269">
                        <c:v>45455</c:v>
                      </c:pt>
                      <c:pt idx="5270">
                        <c:v>45456</c:v>
                      </c:pt>
                      <c:pt idx="5271">
                        <c:v>45457</c:v>
                      </c:pt>
                      <c:pt idx="5272">
                        <c:v>45460</c:v>
                      </c:pt>
                      <c:pt idx="5273">
                        <c:v>45461</c:v>
                      </c:pt>
                      <c:pt idx="5274">
                        <c:v>45462</c:v>
                      </c:pt>
                      <c:pt idx="5275">
                        <c:v>45463</c:v>
                      </c:pt>
                      <c:pt idx="5276">
                        <c:v>45464</c:v>
                      </c:pt>
                      <c:pt idx="5277">
                        <c:v>45467</c:v>
                      </c:pt>
                      <c:pt idx="5278">
                        <c:v>45468</c:v>
                      </c:pt>
                      <c:pt idx="5279">
                        <c:v>45469</c:v>
                      </c:pt>
                      <c:pt idx="5280">
                        <c:v>45470</c:v>
                      </c:pt>
                      <c:pt idx="5281">
                        <c:v>45471</c:v>
                      </c:pt>
                      <c:pt idx="5282">
                        <c:v>45474</c:v>
                      </c:pt>
                      <c:pt idx="5283">
                        <c:v>45475</c:v>
                      </c:pt>
                      <c:pt idx="5284">
                        <c:v>45476</c:v>
                      </c:pt>
                      <c:pt idx="5285">
                        <c:v>45477</c:v>
                      </c:pt>
                      <c:pt idx="5286">
                        <c:v>45478</c:v>
                      </c:pt>
                      <c:pt idx="5287">
                        <c:v>45481</c:v>
                      </c:pt>
                      <c:pt idx="5288">
                        <c:v>45482</c:v>
                      </c:pt>
                      <c:pt idx="5289">
                        <c:v>45483</c:v>
                      </c:pt>
                      <c:pt idx="5290">
                        <c:v>45484</c:v>
                      </c:pt>
                      <c:pt idx="5291">
                        <c:v>45485</c:v>
                      </c:pt>
                      <c:pt idx="5292">
                        <c:v>45488</c:v>
                      </c:pt>
                      <c:pt idx="5293">
                        <c:v>45489</c:v>
                      </c:pt>
                      <c:pt idx="5294">
                        <c:v>45490</c:v>
                      </c:pt>
                      <c:pt idx="5295">
                        <c:v>45491</c:v>
                      </c:pt>
                      <c:pt idx="5296">
                        <c:v>45492</c:v>
                      </c:pt>
                      <c:pt idx="5297">
                        <c:v>45495</c:v>
                      </c:pt>
                      <c:pt idx="5298">
                        <c:v>45496</c:v>
                      </c:pt>
                      <c:pt idx="5299">
                        <c:v>45497</c:v>
                      </c:pt>
                      <c:pt idx="5300">
                        <c:v>45498</c:v>
                      </c:pt>
                      <c:pt idx="5301">
                        <c:v>45499</c:v>
                      </c:pt>
                      <c:pt idx="5302">
                        <c:v>45502</c:v>
                      </c:pt>
                      <c:pt idx="5303">
                        <c:v>45503</c:v>
                      </c:pt>
                      <c:pt idx="5304">
                        <c:v>45504</c:v>
                      </c:pt>
                      <c:pt idx="5305">
                        <c:v>45505</c:v>
                      </c:pt>
                      <c:pt idx="5306">
                        <c:v>45506</c:v>
                      </c:pt>
                      <c:pt idx="5307">
                        <c:v>45509</c:v>
                      </c:pt>
                      <c:pt idx="5308">
                        <c:v>45510</c:v>
                      </c:pt>
                      <c:pt idx="5309">
                        <c:v>45511</c:v>
                      </c:pt>
                      <c:pt idx="5310">
                        <c:v>45512</c:v>
                      </c:pt>
                      <c:pt idx="5311">
                        <c:v>45513</c:v>
                      </c:pt>
                      <c:pt idx="5312">
                        <c:v>45516</c:v>
                      </c:pt>
                      <c:pt idx="5313">
                        <c:v>45517</c:v>
                      </c:pt>
                      <c:pt idx="5314">
                        <c:v>45518</c:v>
                      </c:pt>
                      <c:pt idx="5315">
                        <c:v>45519</c:v>
                      </c:pt>
                      <c:pt idx="5316">
                        <c:v>45520</c:v>
                      </c:pt>
                      <c:pt idx="5317">
                        <c:v>45523</c:v>
                      </c:pt>
                      <c:pt idx="5318">
                        <c:v>45524</c:v>
                      </c:pt>
                      <c:pt idx="5319">
                        <c:v>45525</c:v>
                      </c:pt>
                      <c:pt idx="5320">
                        <c:v>45526</c:v>
                      </c:pt>
                      <c:pt idx="5321">
                        <c:v>45527</c:v>
                      </c:pt>
                      <c:pt idx="5322">
                        <c:v>45530</c:v>
                      </c:pt>
                      <c:pt idx="5323">
                        <c:v>45531</c:v>
                      </c:pt>
                      <c:pt idx="5324">
                        <c:v>45532</c:v>
                      </c:pt>
                      <c:pt idx="5325">
                        <c:v>45533</c:v>
                      </c:pt>
                      <c:pt idx="5326">
                        <c:v>45534</c:v>
                      </c:pt>
                      <c:pt idx="5327">
                        <c:v>45537</c:v>
                      </c:pt>
                      <c:pt idx="5328">
                        <c:v>45538</c:v>
                      </c:pt>
                      <c:pt idx="5329">
                        <c:v>45539</c:v>
                      </c:pt>
                      <c:pt idx="5330">
                        <c:v>45540</c:v>
                      </c:pt>
                      <c:pt idx="5331">
                        <c:v>45541</c:v>
                      </c:pt>
                      <c:pt idx="5332">
                        <c:v>45544</c:v>
                      </c:pt>
                      <c:pt idx="5333">
                        <c:v>45545</c:v>
                      </c:pt>
                      <c:pt idx="5334">
                        <c:v>45546</c:v>
                      </c:pt>
                      <c:pt idx="5335">
                        <c:v>45547</c:v>
                      </c:pt>
                      <c:pt idx="5336">
                        <c:v>45548</c:v>
                      </c:pt>
                      <c:pt idx="5337">
                        <c:v>45551</c:v>
                      </c:pt>
                      <c:pt idx="5338">
                        <c:v>45552</c:v>
                      </c:pt>
                      <c:pt idx="5339">
                        <c:v>45553</c:v>
                      </c:pt>
                      <c:pt idx="5340">
                        <c:v>45554</c:v>
                      </c:pt>
                      <c:pt idx="5341">
                        <c:v>45555</c:v>
                      </c:pt>
                      <c:pt idx="5342">
                        <c:v>45558</c:v>
                      </c:pt>
                      <c:pt idx="5343">
                        <c:v>45559</c:v>
                      </c:pt>
                      <c:pt idx="5344">
                        <c:v>45560</c:v>
                      </c:pt>
                      <c:pt idx="5345">
                        <c:v>45561</c:v>
                      </c:pt>
                      <c:pt idx="5346">
                        <c:v>45562</c:v>
                      </c:pt>
                      <c:pt idx="5347">
                        <c:v>45565</c:v>
                      </c:pt>
                      <c:pt idx="5348">
                        <c:v>45566</c:v>
                      </c:pt>
                      <c:pt idx="5349">
                        <c:v>45567</c:v>
                      </c:pt>
                      <c:pt idx="5350">
                        <c:v>45568</c:v>
                      </c:pt>
                      <c:pt idx="5351">
                        <c:v>45569</c:v>
                      </c:pt>
                      <c:pt idx="5352">
                        <c:v>45572</c:v>
                      </c:pt>
                      <c:pt idx="5353">
                        <c:v>45573</c:v>
                      </c:pt>
                      <c:pt idx="5354">
                        <c:v>45574</c:v>
                      </c:pt>
                      <c:pt idx="5355">
                        <c:v>45575</c:v>
                      </c:pt>
                      <c:pt idx="5356">
                        <c:v>45576</c:v>
                      </c:pt>
                      <c:pt idx="5357">
                        <c:v>45579</c:v>
                      </c:pt>
                      <c:pt idx="5358">
                        <c:v>45580</c:v>
                      </c:pt>
                      <c:pt idx="5359">
                        <c:v>45581</c:v>
                      </c:pt>
                      <c:pt idx="5360">
                        <c:v>45582</c:v>
                      </c:pt>
                      <c:pt idx="5361">
                        <c:v>45583</c:v>
                      </c:pt>
                      <c:pt idx="5362">
                        <c:v>45586</c:v>
                      </c:pt>
                      <c:pt idx="5363">
                        <c:v>45587</c:v>
                      </c:pt>
                      <c:pt idx="5364">
                        <c:v>45588</c:v>
                      </c:pt>
                      <c:pt idx="5365">
                        <c:v>45589</c:v>
                      </c:pt>
                      <c:pt idx="5366">
                        <c:v>45590</c:v>
                      </c:pt>
                      <c:pt idx="5367">
                        <c:v>45593</c:v>
                      </c:pt>
                      <c:pt idx="5368">
                        <c:v>45594</c:v>
                      </c:pt>
                      <c:pt idx="5369">
                        <c:v>45595</c:v>
                      </c:pt>
                      <c:pt idx="5370">
                        <c:v>45596</c:v>
                      </c:pt>
                      <c:pt idx="5371">
                        <c:v>45597</c:v>
                      </c:pt>
                      <c:pt idx="5372">
                        <c:v>45601</c:v>
                      </c:pt>
                      <c:pt idx="5373">
                        <c:v>45602</c:v>
                      </c:pt>
                      <c:pt idx="5374">
                        <c:v>45603</c:v>
                      </c:pt>
                      <c:pt idx="5375">
                        <c:v>45604</c:v>
                      </c:pt>
                      <c:pt idx="5376">
                        <c:v>45608</c:v>
                      </c:pt>
                      <c:pt idx="5377">
                        <c:v>45609</c:v>
                      </c:pt>
                      <c:pt idx="5378">
                        <c:v>45610</c:v>
                      </c:pt>
                      <c:pt idx="5379">
                        <c:v>45611</c:v>
                      </c:pt>
                      <c:pt idx="5380">
                        <c:v>45614</c:v>
                      </c:pt>
                      <c:pt idx="5381">
                        <c:v>45615</c:v>
                      </c:pt>
                      <c:pt idx="5382">
                        <c:v>45616</c:v>
                      </c:pt>
                      <c:pt idx="5383">
                        <c:v>45617</c:v>
                      </c:pt>
                      <c:pt idx="5384">
                        <c:v>45618</c:v>
                      </c:pt>
                      <c:pt idx="5385">
                        <c:v>45621</c:v>
                      </c:pt>
                      <c:pt idx="5386">
                        <c:v>45622</c:v>
                      </c:pt>
                      <c:pt idx="5387">
                        <c:v>45623</c:v>
                      </c:pt>
                      <c:pt idx="5388">
                        <c:v>45624</c:v>
                      </c:pt>
                      <c:pt idx="5389">
                        <c:v>45625</c:v>
                      </c:pt>
                      <c:pt idx="5390">
                        <c:v>45628</c:v>
                      </c:pt>
                      <c:pt idx="5391">
                        <c:v>45629</c:v>
                      </c:pt>
                      <c:pt idx="5392">
                        <c:v>45630</c:v>
                      </c:pt>
                      <c:pt idx="5393">
                        <c:v>45631</c:v>
                      </c:pt>
                      <c:pt idx="5394">
                        <c:v>45632</c:v>
                      </c:pt>
                      <c:pt idx="5395">
                        <c:v>45635</c:v>
                      </c:pt>
                      <c:pt idx="5396">
                        <c:v>45636</c:v>
                      </c:pt>
                      <c:pt idx="5397">
                        <c:v>45637</c:v>
                      </c:pt>
                      <c:pt idx="5398">
                        <c:v>45638</c:v>
                      </c:pt>
                      <c:pt idx="5399">
                        <c:v>45639</c:v>
                      </c:pt>
                      <c:pt idx="5400">
                        <c:v>45642</c:v>
                      </c:pt>
                      <c:pt idx="5401">
                        <c:v>45643</c:v>
                      </c:pt>
                      <c:pt idx="5402">
                        <c:v>45644</c:v>
                      </c:pt>
                      <c:pt idx="5403">
                        <c:v>45645</c:v>
                      </c:pt>
                      <c:pt idx="5404">
                        <c:v>45646</c:v>
                      </c:pt>
                      <c:pt idx="5405">
                        <c:v>45649</c:v>
                      </c:pt>
                      <c:pt idx="5406">
                        <c:v>45650</c:v>
                      </c:pt>
                      <c:pt idx="5407">
                        <c:v>45652</c:v>
                      </c:pt>
                      <c:pt idx="5408">
                        <c:v>45653</c:v>
                      </c:pt>
                      <c:pt idx="5409">
                        <c:v>45656</c:v>
                      </c:pt>
                      <c:pt idx="5410">
                        <c:v>45657</c:v>
                      </c:pt>
                      <c:pt idx="5411">
                        <c:v>45659</c:v>
                      </c:pt>
                      <c:pt idx="5412">
                        <c:v>45660</c:v>
                      </c:pt>
                      <c:pt idx="5413">
                        <c:v>45663</c:v>
                      </c:pt>
                      <c:pt idx="5414">
                        <c:v>45664</c:v>
                      </c:pt>
                      <c:pt idx="5415">
                        <c:v>45665</c:v>
                      </c:pt>
                      <c:pt idx="5416">
                        <c:v>45666</c:v>
                      </c:pt>
                      <c:pt idx="5417">
                        <c:v>45667</c:v>
                      </c:pt>
                      <c:pt idx="5418">
                        <c:v>45670</c:v>
                      </c:pt>
                      <c:pt idx="5419">
                        <c:v>45671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Hoja2!$E$316:$E$5735</c15:sqref>
                        </c15:formulaRef>
                      </c:ext>
                    </c:extLst>
                    <c:numCache>
                      <c:formatCode>0.00</c:formatCode>
                      <c:ptCount val="5420"/>
                      <c:pt idx="0">
                        <c:v>409.65899999999999</c:v>
                      </c:pt>
                      <c:pt idx="1">
                        <c:v>405.995</c:v>
                      </c:pt>
                      <c:pt idx="2">
                        <c:v>400.98500000000001</c:v>
                      </c:pt>
                      <c:pt idx="3">
                        <c:v>400.98399999999998</c:v>
                      </c:pt>
                      <c:pt idx="4">
                        <c:v>389.733</c:v>
                      </c:pt>
                      <c:pt idx="5">
                        <c:v>384.66</c:v>
                      </c:pt>
                      <c:pt idx="6">
                        <c:v>364.66899999999998</c:v>
                      </c:pt>
                      <c:pt idx="7">
                        <c:v>362.22800000000001</c:v>
                      </c:pt>
                      <c:pt idx="8">
                        <c:v>368.47300000000001</c:v>
                      </c:pt>
                      <c:pt idx="9">
                        <c:v>364.73200000000003</c:v>
                      </c:pt>
                      <c:pt idx="10">
                        <c:v>362.23099999999999</c:v>
                      </c:pt>
                      <c:pt idx="11">
                        <c:v>361.30700000000002</c:v>
                      </c:pt>
                      <c:pt idx="12">
                        <c:v>359.46100000000001</c:v>
                      </c:pt>
                      <c:pt idx="13">
                        <c:v>354.46499999999997</c:v>
                      </c:pt>
                      <c:pt idx="14">
                        <c:v>366.27</c:v>
                      </c:pt>
                      <c:pt idx="15">
                        <c:v>404.56</c:v>
                      </c:pt>
                      <c:pt idx="16">
                        <c:v>410.92</c:v>
                      </c:pt>
                      <c:pt idx="17">
                        <c:v>408.423</c:v>
                      </c:pt>
                      <c:pt idx="18">
                        <c:v>412.89100000000002</c:v>
                      </c:pt>
                      <c:pt idx="19">
                        <c:v>432.14100000000002</c:v>
                      </c:pt>
                      <c:pt idx="20">
                        <c:v>437.14499999999998</c:v>
                      </c:pt>
                      <c:pt idx="21">
                        <c:v>432.84699999999998</c:v>
                      </c:pt>
                      <c:pt idx="22">
                        <c:v>429.512</c:v>
                      </c:pt>
                      <c:pt idx="23">
                        <c:v>439.62900000000002</c:v>
                      </c:pt>
                      <c:pt idx="24">
                        <c:v>467.10399999999998</c:v>
                      </c:pt>
                      <c:pt idx="25">
                        <c:v>476.13</c:v>
                      </c:pt>
                      <c:pt idx="26">
                        <c:v>490.83300000000003</c:v>
                      </c:pt>
                      <c:pt idx="27">
                        <c:v>501.07499999999999</c:v>
                      </c:pt>
                      <c:pt idx="28">
                        <c:v>507.05099999999999</c:v>
                      </c:pt>
                      <c:pt idx="29">
                        <c:v>508.29700000000003</c:v>
                      </c:pt>
                      <c:pt idx="30">
                        <c:v>569.33900000000006</c:v>
                      </c:pt>
                      <c:pt idx="31">
                        <c:v>606.94200000000001</c:v>
                      </c:pt>
                      <c:pt idx="32">
                        <c:v>642.53200000000004</c:v>
                      </c:pt>
                      <c:pt idx="33">
                        <c:v>629.42999999999995</c:v>
                      </c:pt>
                      <c:pt idx="34">
                        <c:v>609.24099999999999</c:v>
                      </c:pt>
                      <c:pt idx="35">
                        <c:v>614.22699999999998</c:v>
                      </c:pt>
                      <c:pt idx="36">
                        <c:v>586.95799999999997</c:v>
                      </c:pt>
                      <c:pt idx="37">
                        <c:v>565.98900000000003</c:v>
                      </c:pt>
                      <c:pt idx="38">
                        <c:v>547.65700000000004</c:v>
                      </c:pt>
                      <c:pt idx="39">
                        <c:v>560.73</c:v>
                      </c:pt>
                      <c:pt idx="40">
                        <c:v>570.98400000000004</c:v>
                      </c:pt>
                      <c:pt idx="41">
                        <c:v>597.61199999999997</c:v>
                      </c:pt>
                      <c:pt idx="42">
                        <c:v>583.92499999999995</c:v>
                      </c:pt>
                      <c:pt idx="43">
                        <c:v>562.63499999999999</c:v>
                      </c:pt>
                      <c:pt idx="44">
                        <c:v>568.22799999999995</c:v>
                      </c:pt>
                      <c:pt idx="45">
                        <c:v>559.31799999999998</c:v>
                      </c:pt>
                      <c:pt idx="46">
                        <c:v>551.99300000000005</c:v>
                      </c:pt>
                      <c:pt idx="47">
                        <c:v>551.99300000000005</c:v>
                      </c:pt>
                      <c:pt idx="48">
                        <c:v>557.64099999999996</c:v>
                      </c:pt>
                      <c:pt idx="49">
                        <c:v>531.50199999999995</c:v>
                      </c:pt>
                      <c:pt idx="50">
                        <c:v>539.00800000000004</c:v>
                      </c:pt>
                      <c:pt idx="51">
                        <c:v>521.50800000000004</c:v>
                      </c:pt>
                      <c:pt idx="52">
                        <c:v>497.71</c:v>
                      </c:pt>
                      <c:pt idx="53">
                        <c:v>501.041</c:v>
                      </c:pt>
                      <c:pt idx="54">
                        <c:v>506.03</c:v>
                      </c:pt>
                      <c:pt idx="55">
                        <c:v>506.02300000000002</c:v>
                      </c:pt>
                      <c:pt idx="56">
                        <c:v>506.02300000000002</c:v>
                      </c:pt>
                      <c:pt idx="57">
                        <c:v>520.99300000000005</c:v>
                      </c:pt>
                      <c:pt idx="58">
                        <c:v>508.70600000000002</c:v>
                      </c:pt>
                      <c:pt idx="59">
                        <c:v>501.03100000000001</c:v>
                      </c:pt>
                      <c:pt idx="60">
                        <c:v>494.37700000000001</c:v>
                      </c:pt>
                      <c:pt idx="61">
                        <c:v>492.71100000000001</c:v>
                      </c:pt>
                      <c:pt idx="62">
                        <c:v>479.399</c:v>
                      </c:pt>
                      <c:pt idx="63">
                        <c:v>476.07</c:v>
                      </c:pt>
                      <c:pt idx="64">
                        <c:v>476.07</c:v>
                      </c:pt>
                      <c:pt idx="65">
                        <c:v>474.404</c:v>
                      </c:pt>
                      <c:pt idx="66">
                        <c:v>487.721</c:v>
                      </c:pt>
                      <c:pt idx="67">
                        <c:v>497.68400000000003</c:v>
                      </c:pt>
                      <c:pt idx="68">
                        <c:v>499.37099999999998</c:v>
                      </c:pt>
                      <c:pt idx="69">
                        <c:v>494.39499999999998</c:v>
                      </c:pt>
                      <c:pt idx="70">
                        <c:v>492.73599999999999</c:v>
                      </c:pt>
                      <c:pt idx="71">
                        <c:v>481.10700000000003</c:v>
                      </c:pt>
                      <c:pt idx="72">
                        <c:v>479.43700000000001</c:v>
                      </c:pt>
                      <c:pt idx="73">
                        <c:v>481.10300000000001</c:v>
                      </c:pt>
                      <c:pt idx="74">
                        <c:v>484.43799999999999</c:v>
                      </c:pt>
                      <c:pt idx="75">
                        <c:v>471.666</c:v>
                      </c:pt>
                      <c:pt idx="76">
                        <c:v>471.66899999999998</c:v>
                      </c:pt>
                      <c:pt idx="77">
                        <c:v>474.44600000000003</c:v>
                      </c:pt>
                      <c:pt idx="78">
                        <c:v>472.77600000000001</c:v>
                      </c:pt>
                      <c:pt idx="79">
                        <c:v>469.44</c:v>
                      </c:pt>
                      <c:pt idx="80">
                        <c:v>459.48599999999999</c:v>
                      </c:pt>
                      <c:pt idx="81">
                        <c:v>457.81799999999998</c:v>
                      </c:pt>
                      <c:pt idx="82">
                        <c:v>457.803</c:v>
                      </c:pt>
                      <c:pt idx="83">
                        <c:v>467.779</c:v>
                      </c:pt>
                      <c:pt idx="84">
                        <c:v>463.34</c:v>
                      </c:pt>
                      <c:pt idx="85">
                        <c:v>467.78899999999999</c:v>
                      </c:pt>
                      <c:pt idx="86">
                        <c:v>469.57799999999997</c:v>
                      </c:pt>
                      <c:pt idx="87">
                        <c:v>464.42200000000003</c:v>
                      </c:pt>
                      <c:pt idx="88">
                        <c:v>471.09899999999999</c:v>
                      </c:pt>
                      <c:pt idx="89">
                        <c:v>465.55399999999997</c:v>
                      </c:pt>
                      <c:pt idx="90">
                        <c:v>460.84500000000003</c:v>
                      </c:pt>
                      <c:pt idx="91">
                        <c:v>461.39699999999999</c:v>
                      </c:pt>
                      <c:pt idx="92">
                        <c:v>457.108</c:v>
                      </c:pt>
                      <c:pt idx="93">
                        <c:v>453.36200000000002</c:v>
                      </c:pt>
                      <c:pt idx="94">
                        <c:v>459.61200000000002</c:v>
                      </c:pt>
                      <c:pt idx="95">
                        <c:v>453.39</c:v>
                      </c:pt>
                      <c:pt idx="96">
                        <c:v>454.51499999999999</c:v>
                      </c:pt>
                      <c:pt idx="97">
                        <c:v>444.64400000000001</c:v>
                      </c:pt>
                      <c:pt idx="98">
                        <c:v>436.423</c:v>
                      </c:pt>
                      <c:pt idx="99">
                        <c:v>454.625</c:v>
                      </c:pt>
                      <c:pt idx="100">
                        <c:v>452.13400000000001</c:v>
                      </c:pt>
                      <c:pt idx="101">
                        <c:v>456.17500000000001</c:v>
                      </c:pt>
                      <c:pt idx="102">
                        <c:v>448.39299999999997</c:v>
                      </c:pt>
                      <c:pt idx="103">
                        <c:v>451.18700000000001</c:v>
                      </c:pt>
                      <c:pt idx="104">
                        <c:v>448</c:v>
                      </c:pt>
                      <c:pt idx="105">
                        <c:v>438</c:v>
                      </c:pt>
                      <c:pt idx="106">
                        <c:v>437.25</c:v>
                      </c:pt>
                      <c:pt idx="107">
                        <c:v>429.66699999999997</c:v>
                      </c:pt>
                      <c:pt idx="108">
                        <c:v>426</c:v>
                      </c:pt>
                      <c:pt idx="109">
                        <c:v>440</c:v>
                      </c:pt>
                      <c:pt idx="110">
                        <c:v>426.625</c:v>
                      </c:pt>
                      <c:pt idx="111">
                        <c:v>432.5</c:v>
                      </c:pt>
                      <c:pt idx="112">
                        <c:v>447.5</c:v>
                      </c:pt>
                      <c:pt idx="113">
                        <c:v>426.875</c:v>
                      </c:pt>
                      <c:pt idx="114">
                        <c:v>432.5</c:v>
                      </c:pt>
                      <c:pt idx="115">
                        <c:v>400.66699999999997</c:v>
                      </c:pt>
                      <c:pt idx="116">
                        <c:v>448.75</c:v>
                      </c:pt>
                      <c:pt idx="117">
                        <c:v>414.66699999999997</c:v>
                      </c:pt>
                      <c:pt idx="118">
                        <c:v>407.25</c:v>
                      </c:pt>
                      <c:pt idx="119">
                        <c:v>406.25</c:v>
                      </c:pt>
                      <c:pt idx="120">
                        <c:v>378</c:v>
                      </c:pt>
                      <c:pt idx="121">
                        <c:v>424.66699999999997</c:v>
                      </c:pt>
                      <c:pt idx="122">
                        <c:v>413.5</c:v>
                      </c:pt>
                      <c:pt idx="123">
                        <c:v>407.25</c:v>
                      </c:pt>
                      <c:pt idx="124">
                        <c:v>375.66699999999997</c:v>
                      </c:pt>
                      <c:pt idx="125">
                        <c:v>397.25</c:v>
                      </c:pt>
                      <c:pt idx="126">
                        <c:v>406.33300000000003</c:v>
                      </c:pt>
                      <c:pt idx="127">
                        <c:v>369</c:v>
                      </c:pt>
                      <c:pt idx="128">
                        <c:v>368.16699999999997</c:v>
                      </c:pt>
                      <c:pt idx="129">
                        <c:v>406</c:v>
                      </c:pt>
                      <c:pt idx="130">
                        <c:v>408.5</c:v>
                      </c:pt>
                      <c:pt idx="131">
                        <c:v>387.33300000000003</c:v>
                      </c:pt>
                      <c:pt idx="132">
                        <c:v>396.66699999999997</c:v>
                      </c:pt>
                      <c:pt idx="133">
                        <c:v>411</c:v>
                      </c:pt>
                      <c:pt idx="134">
                        <c:v>426.33300000000003</c:v>
                      </c:pt>
                      <c:pt idx="135">
                        <c:v>393.5</c:v>
                      </c:pt>
                      <c:pt idx="136">
                        <c:v>381.33300000000003</c:v>
                      </c:pt>
                      <c:pt idx="137">
                        <c:v>372</c:v>
                      </c:pt>
                      <c:pt idx="138">
                        <c:v>368</c:v>
                      </c:pt>
                      <c:pt idx="139">
                        <c:v>363.5</c:v>
                      </c:pt>
                      <c:pt idx="140">
                        <c:v>355.33300000000003</c:v>
                      </c:pt>
                      <c:pt idx="141">
                        <c:v>418.5</c:v>
                      </c:pt>
                      <c:pt idx="142">
                        <c:v>361.15600000000001</c:v>
                      </c:pt>
                      <c:pt idx="143">
                        <c:v>404.66699999999997</c:v>
                      </c:pt>
                      <c:pt idx="144">
                        <c:v>416.33300000000003</c:v>
                      </c:pt>
                      <c:pt idx="145">
                        <c:v>407.25</c:v>
                      </c:pt>
                      <c:pt idx="146">
                        <c:v>403.5</c:v>
                      </c:pt>
                      <c:pt idx="147">
                        <c:v>419.66699999999997</c:v>
                      </c:pt>
                      <c:pt idx="148">
                        <c:v>405.375</c:v>
                      </c:pt>
                      <c:pt idx="149">
                        <c:v>390.53100000000001</c:v>
                      </c:pt>
                      <c:pt idx="150">
                        <c:v>393</c:v>
                      </c:pt>
                      <c:pt idx="151">
                        <c:v>405.83300000000003</c:v>
                      </c:pt>
                      <c:pt idx="152">
                        <c:v>398.33300000000003</c:v>
                      </c:pt>
                      <c:pt idx="153">
                        <c:v>424</c:v>
                      </c:pt>
                      <c:pt idx="154">
                        <c:v>422.33300000000003</c:v>
                      </c:pt>
                      <c:pt idx="155">
                        <c:v>390.66699999999997</c:v>
                      </c:pt>
                      <c:pt idx="156">
                        <c:v>413.625</c:v>
                      </c:pt>
                      <c:pt idx="157">
                        <c:v>408.625</c:v>
                      </c:pt>
                      <c:pt idx="158">
                        <c:v>406.125</c:v>
                      </c:pt>
                      <c:pt idx="159">
                        <c:v>406.33300000000003</c:v>
                      </c:pt>
                      <c:pt idx="160">
                        <c:v>365.5</c:v>
                      </c:pt>
                      <c:pt idx="161">
                        <c:v>401.33300000000003</c:v>
                      </c:pt>
                      <c:pt idx="162">
                        <c:v>400.375</c:v>
                      </c:pt>
                      <c:pt idx="163">
                        <c:v>391</c:v>
                      </c:pt>
                      <c:pt idx="164">
                        <c:v>422</c:v>
                      </c:pt>
                      <c:pt idx="165">
                        <c:v>388.5</c:v>
                      </c:pt>
                      <c:pt idx="166">
                        <c:v>386</c:v>
                      </c:pt>
                      <c:pt idx="167">
                        <c:v>348</c:v>
                      </c:pt>
                      <c:pt idx="168">
                        <c:v>376</c:v>
                      </c:pt>
                      <c:pt idx="169">
                        <c:v>323</c:v>
                      </c:pt>
                      <c:pt idx="170">
                        <c:v>334.66699999999997</c:v>
                      </c:pt>
                      <c:pt idx="171">
                        <c:v>322</c:v>
                      </c:pt>
                      <c:pt idx="172">
                        <c:v>321.33300000000003</c:v>
                      </c:pt>
                      <c:pt idx="173">
                        <c:v>316.33300000000003</c:v>
                      </c:pt>
                      <c:pt idx="174">
                        <c:v>373</c:v>
                      </c:pt>
                      <c:pt idx="175">
                        <c:v>353.5</c:v>
                      </c:pt>
                      <c:pt idx="176">
                        <c:v>358.5</c:v>
                      </c:pt>
                      <c:pt idx="177">
                        <c:v>318.75</c:v>
                      </c:pt>
                      <c:pt idx="178">
                        <c:v>320</c:v>
                      </c:pt>
                      <c:pt idx="179">
                        <c:v>320</c:v>
                      </c:pt>
                      <c:pt idx="180">
                        <c:v>357.5</c:v>
                      </c:pt>
                      <c:pt idx="181">
                        <c:v>318.375</c:v>
                      </c:pt>
                      <c:pt idx="182">
                        <c:v>352.25</c:v>
                      </c:pt>
                      <c:pt idx="183">
                        <c:v>358.5</c:v>
                      </c:pt>
                      <c:pt idx="184">
                        <c:v>362.25</c:v>
                      </c:pt>
                      <c:pt idx="185">
                        <c:v>320.33300000000003</c:v>
                      </c:pt>
                      <c:pt idx="186">
                        <c:v>357.75</c:v>
                      </c:pt>
                      <c:pt idx="187">
                        <c:v>354.75</c:v>
                      </c:pt>
                      <c:pt idx="188">
                        <c:v>307</c:v>
                      </c:pt>
                      <c:pt idx="189">
                        <c:v>307.5</c:v>
                      </c:pt>
                      <c:pt idx="190">
                        <c:v>346.75</c:v>
                      </c:pt>
                      <c:pt idx="191">
                        <c:v>348</c:v>
                      </c:pt>
                      <c:pt idx="192">
                        <c:v>345.5</c:v>
                      </c:pt>
                      <c:pt idx="193">
                        <c:v>345.5</c:v>
                      </c:pt>
                      <c:pt idx="194">
                        <c:v>343</c:v>
                      </c:pt>
                      <c:pt idx="195">
                        <c:v>360.66699999999997</c:v>
                      </c:pt>
                      <c:pt idx="196">
                        <c:v>292.83300000000003</c:v>
                      </c:pt>
                      <c:pt idx="197">
                        <c:v>292.25</c:v>
                      </c:pt>
                      <c:pt idx="198">
                        <c:v>299.5</c:v>
                      </c:pt>
                      <c:pt idx="199">
                        <c:v>297.125</c:v>
                      </c:pt>
                      <c:pt idx="200">
                        <c:v>341</c:v>
                      </c:pt>
                      <c:pt idx="201">
                        <c:v>299.5</c:v>
                      </c:pt>
                      <c:pt idx="202">
                        <c:v>294.375</c:v>
                      </c:pt>
                      <c:pt idx="203">
                        <c:v>307.25</c:v>
                      </c:pt>
                      <c:pt idx="204">
                        <c:v>311.66699999999997</c:v>
                      </c:pt>
                      <c:pt idx="205">
                        <c:v>313.83300000000003</c:v>
                      </c:pt>
                      <c:pt idx="206">
                        <c:v>317.25</c:v>
                      </c:pt>
                      <c:pt idx="207">
                        <c:v>328.5</c:v>
                      </c:pt>
                      <c:pt idx="208">
                        <c:v>321.33300000000003</c:v>
                      </c:pt>
                      <c:pt idx="209">
                        <c:v>319.75</c:v>
                      </c:pt>
                      <c:pt idx="210">
                        <c:v>323.33300000000003</c:v>
                      </c:pt>
                      <c:pt idx="211">
                        <c:v>329</c:v>
                      </c:pt>
                      <c:pt idx="212">
                        <c:v>330.5</c:v>
                      </c:pt>
                      <c:pt idx="213">
                        <c:v>334</c:v>
                      </c:pt>
                      <c:pt idx="214">
                        <c:v>336</c:v>
                      </c:pt>
                      <c:pt idx="215">
                        <c:v>344.125</c:v>
                      </c:pt>
                      <c:pt idx="216">
                        <c:v>331.625</c:v>
                      </c:pt>
                      <c:pt idx="217">
                        <c:v>326.83300000000003</c:v>
                      </c:pt>
                      <c:pt idx="218">
                        <c:v>324.125</c:v>
                      </c:pt>
                      <c:pt idx="219">
                        <c:v>331.125</c:v>
                      </c:pt>
                      <c:pt idx="220">
                        <c:v>334.25</c:v>
                      </c:pt>
                      <c:pt idx="221">
                        <c:v>329.875</c:v>
                      </c:pt>
                      <c:pt idx="222">
                        <c:v>328.33300000000003</c:v>
                      </c:pt>
                      <c:pt idx="223">
                        <c:v>335.33300000000003</c:v>
                      </c:pt>
                      <c:pt idx="224">
                        <c:v>332</c:v>
                      </c:pt>
                      <c:pt idx="225">
                        <c:v>325.66699999999997</c:v>
                      </c:pt>
                      <c:pt idx="226">
                        <c:v>322.16699999999997</c:v>
                      </c:pt>
                      <c:pt idx="227">
                        <c:v>321.16699999999997</c:v>
                      </c:pt>
                      <c:pt idx="228">
                        <c:v>319.33300000000003</c:v>
                      </c:pt>
                      <c:pt idx="229">
                        <c:v>317.33300000000003</c:v>
                      </c:pt>
                      <c:pt idx="230">
                        <c:v>315.125</c:v>
                      </c:pt>
                      <c:pt idx="231">
                        <c:v>310.375</c:v>
                      </c:pt>
                      <c:pt idx="232">
                        <c:v>312.16699999999997</c:v>
                      </c:pt>
                      <c:pt idx="233">
                        <c:v>311.5</c:v>
                      </c:pt>
                      <c:pt idx="234">
                        <c:v>304.125</c:v>
                      </c:pt>
                      <c:pt idx="235">
                        <c:v>301.5</c:v>
                      </c:pt>
                      <c:pt idx="236">
                        <c:v>305.5</c:v>
                      </c:pt>
                      <c:pt idx="237">
                        <c:v>313.33300000000003</c:v>
                      </c:pt>
                      <c:pt idx="238">
                        <c:v>314.66699999999997</c:v>
                      </c:pt>
                      <c:pt idx="239">
                        <c:v>311.16699999999997</c:v>
                      </c:pt>
                      <c:pt idx="240">
                        <c:v>310.125</c:v>
                      </c:pt>
                      <c:pt idx="241">
                        <c:v>309.33300000000003</c:v>
                      </c:pt>
                      <c:pt idx="242">
                        <c:v>311.8</c:v>
                      </c:pt>
                      <c:pt idx="243">
                        <c:v>308.33300000000003</c:v>
                      </c:pt>
                      <c:pt idx="244">
                        <c:v>306</c:v>
                      </c:pt>
                      <c:pt idx="245">
                        <c:v>303.5</c:v>
                      </c:pt>
                      <c:pt idx="246">
                        <c:v>291.5</c:v>
                      </c:pt>
                      <c:pt idx="247">
                        <c:v>289.125</c:v>
                      </c:pt>
                      <c:pt idx="248">
                        <c:v>299.625</c:v>
                      </c:pt>
                      <c:pt idx="249">
                        <c:v>304.25</c:v>
                      </c:pt>
                      <c:pt idx="250">
                        <c:v>314.39999999999998</c:v>
                      </c:pt>
                      <c:pt idx="251">
                        <c:v>333</c:v>
                      </c:pt>
                      <c:pt idx="252">
                        <c:v>341.83300000000003</c:v>
                      </c:pt>
                      <c:pt idx="253">
                        <c:v>360.5</c:v>
                      </c:pt>
                      <c:pt idx="254">
                        <c:v>368.125</c:v>
                      </c:pt>
                      <c:pt idx="255">
                        <c:v>362.375</c:v>
                      </c:pt>
                      <c:pt idx="256">
                        <c:v>374.16699999999997</c:v>
                      </c:pt>
                      <c:pt idx="257">
                        <c:v>381.25</c:v>
                      </c:pt>
                      <c:pt idx="258">
                        <c:v>399.6</c:v>
                      </c:pt>
                      <c:pt idx="259">
                        <c:v>440.83300000000003</c:v>
                      </c:pt>
                      <c:pt idx="260">
                        <c:v>443.16699999999997</c:v>
                      </c:pt>
                      <c:pt idx="261">
                        <c:v>453.25</c:v>
                      </c:pt>
                      <c:pt idx="262">
                        <c:v>443.83300000000003</c:v>
                      </c:pt>
                      <c:pt idx="263">
                        <c:v>427</c:v>
                      </c:pt>
                      <c:pt idx="264">
                        <c:v>412.125</c:v>
                      </c:pt>
                      <c:pt idx="265">
                        <c:v>411.16699999999997</c:v>
                      </c:pt>
                      <c:pt idx="266">
                        <c:v>421.33300000000003</c:v>
                      </c:pt>
                      <c:pt idx="267">
                        <c:v>418.33300000000003</c:v>
                      </c:pt>
                      <c:pt idx="268">
                        <c:v>409.75</c:v>
                      </c:pt>
                      <c:pt idx="269">
                        <c:v>401.5</c:v>
                      </c:pt>
                      <c:pt idx="270">
                        <c:v>399</c:v>
                      </c:pt>
                      <c:pt idx="271">
                        <c:v>397.125</c:v>
                      </c:pt>
                      <c:pt idx="272">
                        <c:v>395.83300000000003</c:v>
                      </c:pt>
                      <c:pt idx="273">
                        <c:v>396.75</c:v>
                      </c:pt>
                      <c:pt idx="274">
                        <c:v>412.5</c:v>
                      </c:pt>
                      <c:pt idx="275">
                        <c:v>426.16699999999997</c:v>
                      </c:pt>
                      <c:pt idx="276">
                        <c:v>427.16699999999997</c:v>
                      </c:pt>
                      <c:pt idx="277">
                        <c:v>418</c:v>
                      </c:pt>
                      <c:pt idx="278">
                        <c:v>416.5</c:v>
                      </c:pt>
                      <c:pt idx="279">
                        <c:v>403.25</c:v>
                      </c:pt>
                      <c:pt idx="280">
                        <c:v>398.25</c:v>
                      </c:pt>
                      <c:pt idx="281">
                        <c:v>400</c:v>
                      </c:pt>
                      <c:pt idx="282">
                        <c:v>392.16699999999997</c:v>
                      </c:pt>
                      <c:pt idx="283">
                        <c:v>395.5</c:v>
                      </c:pt>
                      <c:pt idx="284">
                        <c:v>398.83300000000003</c:v>
                      </c:pt>
                      <c:pt idx="285">
                        <c:v>402.125</c:v>
                      </c:pt>
                      <c:pt idx="286">
                        <c:v>401.5</c:v>
                      </c:pt>
                      <c:pt idx="287">
                        <c:v>393.5</c:v>
                      </c:pt>
                      <c:pt idx="288">
                        <c:v>380.125</c:v>
                      </c:pt>
                      <c:pt idx="289">
                        <c:v>372.25</c:v>
                      </c:pt>
                      <c:pt idx="290">
                        <c:v>363.375</c:v>
                      </c:pt>
                      <c:pt idx="291">
                        <c:v>361.625</c:v>
                      </c:pt>
                      <c:pt idx="292">
                        <c:v>353.83300000000003</c:v>
                      </c:pt>
                      <c:pt idx="293">
                        <c:v>375.375</c:v>
                      </c:pt>
                      <c:pt idx="294">
                        <c:v>360.5</c:v>
                      </c:pt>
                      <c:pt idx="295">
                        <c:v>359.5</c:v>
                      </c:pt>
                      <c:pt idx="296">
                        <c:v>362.875</c:v>
                      </c:pt>
                      <c:pt idx="297">
                        <c:v>369.096</c:v>
                      </c:pt>
                      <c:pt idx="298">
                        <c:v>367.56099999999998</c:v>
                      </c:pt>
                      <c:pt idx="299">
                        <c:v>364.42599999999999</c:v>
                      </c:pt>
                      <c:pt idx="300">
                        <c:v>358.66699999999997</c:v>
                      </c:pt>
                      <c:pt idx="301">
                        <c:v>357.214</c:v>
                      </c:pt>
                      <c:pt idx="302">
                        <c:v>354.96199999999999</c:v>
                      </c:pt>
                      <c:pt idx="303">
                        <c:v>337.54599999999999</c:v>
                      </c:pt>
                      <c:pt idx="304">
                        <c:v>314.81099999999998</c:v>
                      </c:pt>
                      <c:pt idx="305">
                        <c:v>326.19900000000001</c:v>
                      </c:pt>
                      <c:pt idx="306">
                        <c:v>310.23599999999999</c:v>
                      </c:pt>
                      <c:pt idx="307">
                        <c:v>312.137</c:v>
                      </c:pt>
                      <c:pt idx="308">
                        <c:v>306.32400000000001</c:v>
                      </c:pt>
                      <c:pt idx="309">
                        <c:v>308.73200000000003</c:v>
                      </c:pt>
                      <c:pt idx="310">
                        <c:v>321.84300000000002</c:v>
                      </c:pt>
                      <c:pt idx="311">
                        <c:v>322.73700000000002</c:v>
                      </c:pt>
                      <c:pt idx="312">
                        <c:v>314.488</c:v>
                      </c:pt>
                      <c:pt idx="313">
                        <c:v>314.99799999999999</c:v>
                      </c:pt>
                      <c:pt idx="314">
                        <c:v>303.38400000000001</c:v>
                      </c:pt>
                      <c:pt idx="315">
                        <c:v>304.34300000000002</c:v>
                      </c:pt>
                      <c:pt idx="316">
                        <c:v>296.911</c:v>
                      </c:pt>
                      <c:pt idx="317">
                        <c:v>296.233</c:v>
                      </c:pt>
                      <c:pt idx="318">
                        <c:v>297.44200000000001</c:v>
                      </c:pt>
                      <c:pt idx="319">
                        <c:v>299.83</c:v>
                      </c:pt>
                      <c:pt idx="320">
                        <c:v>294.68799999999999</c:v>
                      </c:pt>
                      <c:pt idx="321">
                        <c:v>293.17700000000002</c:v>
                      </c:pt>
                      <c:pt idx="322">
                        <c:v>299.685</c:v>
                      </c:pt>
                      <c:pt idx="323">
                        <c:v>298.18700000000001</c:v>
                      </c:pt>
                      <c:pt idx="324">
                        <c:v>298.57799999999997</c:v>
                      </c:pt>
                      <c:pt idx="325">
                        <c:v>298.88799999999998</c:v>
                      </c:pt>
                      <c:pt idx="326">
                        <c:v>294.625</c:v>
                      </c:pt>
                      <c:pt idx="327">
                        <c:v>292.61799999999999</c:v>
                      </c:pt>
                      <c:pt idx="328">
                        <c:v>291.45800000000003</c:v>
                      </c:pt>
                      <c:pt idx="329">
                        <c:v>292.923</c:v>
                      </c:pt>
                      <c:pt idx="330">
                        <c:v>295</c:v>
                      </c:pt>
                      <c:pt idx="331">
                        <c:v>300.56599999999997</c:v>
                      </c:pt>
                      <c:pt idx="332">
                        <c:v>299.80200000000002</c:v>
                      </c:pt>
                      <c:pt idx="333">
                        <c:v>296.911</c:v>
                      </c:pt>
                      <c:pt idx="334">
                        <c:v>299.62599999999998</c:v>
                      </c:pt>
                      <c:pt idx="335">
                        <c:v>289.238</c:v>
                      </c:pt>
                      <c:pt idx="336">
                        <c:v>287.45600000000002</c:v>
                      </c:pt>
                      <c:pt idx="337">
                        <c:v>282.49799999999999</c:v>
                      </c:pt>
                      <c:pt idx="338">
                        <c:v>282.197</c:v>
                      </c:pt>
                      <c:pt idx="339">
                        <c:v>284.404</c:v>
                      </c:pt>
                      <c:pt idx="340">
                        <c:v>285.84500000000003</c:v>
                      </c:pt>
                      <c:pt idx="341">
                        <c:v>290.03199999999998</c:v>
                      </c:pt>
                      <c:pt idx="342">
                        <c:v>290.42700000000002</c:v>
                      </c:pt>
                      <c:pt idx="343">
                        <c:v>288.55099999999999</c:v>
                      </c:pt>
                      <c:pt idx="344">
                        <c:v>291.75200000000001</c:v>
                      </c:pt>
                      <c:pt idx="345">
                        <c:v>295.34100000000001</c:v>
                      </c:pt>
                      <c:pt idx="346">
                        <c:v>297.68900000000002</c:v>
                      </c:pt>
                      <c:pt idx="347">
                        <c:v>285.75900000000001</c:v>
                      </c:pt>
                      <c:pt idx="348">
                        <c:v>269</c:v>
                      </c:pt>
                      <c:pt idx="349">
                        <c:v>272.279</c:v>
                      </c:pt>
                      <c:pt idx="350">
                        <c:v>273.31599999999997</c:v>
                      </c:pt>
                      <c:pt idx="351">
                        <c:v>268.25599999999997</c:v>
                      </c:pt>
                      <c:pt idx="352">
                        <c:v>266.875</c:v>
                      </c:pt>
                      <c:pt idx="353">
                        <c:v>266.25</c:v>
                      </c:pt>
                      <c:pt idx="354">
                        <c:v>259.733</c:v>
                      </c:pt>
                      <c:pt idx="355">
                        <c:v>266.49700000000001</c:v>
                      </c:pt>
                      <c:pt idx="356">
                        <c:v>267.89400000000001</c:v>
                      </c:pt>
                      <c:pt idx="357">
                        <c:v>264.02199999999999</c:v>
                      </c:pt>
                      <c:pt idx="358">
                        <c:v>271.16699999999997</c:v>
                      </c:pt>
                      <c:pt idx="359">
                        <c:v>268.84300000000002</c:v>
                      </c:pt>
                      <c:pt idx="360">
                        <c:v>264.517</c:v>
                      </c:pt>
                      <c:pt idx="361">
                        <c:v>264.26400000000001</c:v>
                      </c:pt>
                      <c:pt idx="362">
                        <c:v>263.125</c:v>
                      </c:pt>
                      <c:pt idx="363">
                        <c:v>260.74900000000002</c:v>
                      </c:pt>
                      <c:pt idx="364">
                        <c:v>259.52800000000002</c:v>
                      </c:pt>
                      <c:pt idx="365">
                        <c:v>258.55200000000002</c:v>
                      </c:pt>
                      <c:pt idx="366">
                        <c:v>258.61</c:v>
                      </c:pt>
                      <c:pt idx="367">
                        <c:v>263.35399999999998</c:v>
                      </c:pt>
                      <c:pt idx="368">
                        <c:v>262.40800000000002</c:v>
                      </c:pt>
                      <c:pt idx="369">
                        <c:v>259.70699999999999</c:v>
                      </c:pt>
                      <c:pt idx="370">
                        <c:v>257.27199999999999</c:v>
                      </c:pt>
                      <c:pt idx="371">
                        <c:v>257.97500000000002</c:v>
                      </c:pt>
                      <c:pt idx="372">
                        <c:v>255.61699999999999</c:v>
                      </c:pt>
                      <c:pt idx="373">
                        <c:v>253.125</c:v>
                      </c:pt>
                      <c:pt idx="374">
                        <c:v>253.887</c:v>
                      </c:pt>
                      <c:pt idx="375">
                        <c:v>250.75</c:v>
                      </c:pt>
                      <c:pt idx="376">
                        <c:v>247.08699999999999</c:v>
                      </c:pt>
                      <c:pt idx="377">
                        <c:v>237.21899999999999</c:v>
                      </c:pt>
                      <c:pt idx="378">
                        <c:v>236.404</c:v>
                      </c:pt>
                      <c:pt idx="379">
                        <c:v>236.57</c:v>
                      </c:pt>
                      <c:pt idx="380">
                        <c:v>235.553</c:v>
                      </c:pt>
                      <c:pt idx="381">
                        <c:v>237.43700000000001</c:v>
                      </c:pt>
                      <c:pt idx="382">
                        <c:v>233.37</c:v>
                      </c:pt>
                      <c:pt idx="383">
                        <c:v>227.72499999999999</c:v>
                      </c:pt>
                      <c:pt idx="384">
                        <c:v>225.5</c:v>
                      </c:pt>
                      <c:pt idx="385">
                        <c:v>208.554</c:v>
                      </c:pt>
                      <c:pt idx="386">
                        <c:v>209.88</c:v>
                      </c:pt>
                      <c:pt idx="387">
                        <c:v>205.38300000000001</c:v>
                      </c:pt>
                      <c:pt idx="388">
                        <c:v>210.04</c:v>
                      </c:pt>
                      <c:pt idx="389">
                        <c:v>206.8</c:v>
                      </c:pt>
                      <c:pt idx="390">
                        <c:v>203.23500000000001</c:v>
                      </c:pt>
                      <c:pt idx="391">
                        <c:v>205.17400000000001</c:v>
                      </c:pt>
                      <c:pt idx="392">
                        <c:v>202.166</c:v>
                      </c:pt>
                      <c:pt idx="393">
                        <c:v>193.31800000000001</c:v>
                      </c:pt>
                      <c:pt idx="394">
                        <c:v>189.47900000000001</c:v>
                      </c:pt>
                      <c:pt idx="395">
                        <c:v>186.75899999999999</c:v>
                      </c:pt>
                      <c:pt idx="396">
                        <c:v>194.214</c:v>
                      </c:pt>
                      <c:pt idx="397">
                        <c:v>207.422</c:v>
                      </c:pt>
                      <c:pt idx="398">
                        <c:v>246.95099999999999</c:v>
                      </c:pt>
                      <c:pt idx="399">
                        <c:v>235.25</c:v>
                      </c:pt>
                      <c:pt idx="400">
                        <c:v>234.833</c:v>
                      </c:pt>
                      <c:pt idx="401">
                        <c:v>240.702</c:v>
                      </c:pt>
                      <c:pt idx="402">
                        <c:v>270.23899999999998</c:v>
                      </c:pt>
                      <c:pt idx="403">
                        <c:v>285.59100000000001</c:v>
                      </c:pt>
                      <c:pt idx="404">
                        <c:v>282.81900000000002</c:v>
                      </c:pt>
                      <c:pt idx="405">
                        <c:v>270.27100000000002</c:v>
                      </c:pt>
                      <c:pt idx="406">
                        <c:v>263.2</c:v>
                      </c:pt>
                      <c:pt idx="407">
                        <c:v>262.33199999999999</c:v>
                      </c:pt>
                      <c:pt idx="408">
                        <c:v>253.357</c:v>
                      </c:pt>
                      <c:pt idx="409">
                        <c:v>258.16699999999997</c:v>
                      </c:pt>
                      <c:pt idx="410">
                        <c:v>249.85400000000001</c:v>
                      </c:pt>
                      <c:pt idx="411">
                        <c:v>241.97900000000001</c:v>
                      </c:pt>
                      <c:pt idx="412">
                        <c:v>241.476</c:v>
                      </c:pt>
                      <c:pt idx="413">
                        <c:v>244.69800000000001</c:v>
                      </c:pt>
                      <c:pt idx="414">
                        <c:v>233.81100000000001</c:v>
                      </c:pt>
                      <c:pt idx="415">
                        <c:v>223.36600000000001</c:v>
                      </c:pt>
                      <c:pt idx="416">
                        <c:v>218.17699999999999</c:v>
                      </c:pt>
                      <c:pt idx="417">
                        <c:v>213.59200000000001</c:v>
                      </c:pt>
                      <c:pt idx="418">
                        <c:v>213.375</c:v>
                      </c:pt>
                      <c:pt idx="419">
                        <c:v>216.06399999999999</c:v>
                      </c:pt>
                      <c:pt idx="420">
                        <c:v>213.28700000000001</c:v>
                      </c:pt>
                      <c:pt idx="421">
                        <c:v>203.34299999999999</c:v>
                      </c:pt>
                      <c:pt idx="422">
                        <c:v>200.27</c:v>
                      </c:pt>
                      <c:pt idx="423">
                        <c:v>201.791</c:v>
                      </c:pt>
                      <c:pt idx="424">
                        <c:v>201.791</c:v>
                      </c:pt>
                      <c:pt idx="425">
                        <c:v>200.54599999999999</c:v>
                      </c:pt>
                      <c:pt idx="426">
                        <c:v>195.13300000000001</c:v>
                      </c:pt>
                      <c:pt idx="427">
                        <c:v>193.21799999999999</c:v>
                      </c:pt>
                      <c:pt idx="428">
                        <c:v>189.79900000000001</c:v>
                      </c:pt>
                      <c:pt idx="429">
                        <c:v>186.27</c:v>
                      </c:pt>
                      <c:pt idx="430">
                        <c:v>182.19300000000001</c:v>
                      </c:pt>
                      <c:pt idx="431">
                        <c:v>180.18199999999999</c:v>
                      </c:pt>
                      <c:pt idx="432">
                        <c:v>178.625</c:v>
                      </c:pt>
                      <c:pt idx="433">
                        <c:v>178.625</c:v>
                      </c:pt>
                      <c:pt idx="434">
                        <c:v>178.125</c:v>
                      </c:pt>
                      <c:pt idx="435">
                        <c:v>175.22399999999999</c:v>
                      </c:pt>
                      <c:pt idx="436">
                        <c:v>178.07400000000001</c:v>
                      </c:pt>
                      <c:pt idx="437">
                        <c:v>178.91800000000001</c:v>
                      </c:pt>
                      <c:pt idx="438">
                        <c:v>173.77199999999999</c:v>
                      </c:pt>
                      <c:pt idx="439">
                        <c:v>170.54900000000001</c:v>
                      </c:pt>
                      <c:pt idx="440">
                        <c:v>169.68799999999999</c:v>
                      </c:pt>
                      <c:pt idx="441">
                        <c:v>169.465</c:v>
                      </c:pt>
                      <c:pt idx="442">
                        <c:v>169.32499999999999</c:v>
                      </c:pt>
                      <c:pt idx="443">
                        <c:v>173.42599999999999</c:v>
                      </c:pt>
                      <c:pt idx="444">
                        <c:v>173.27799999999999</c:v>
                      </c:pt>
                      <c:pt idx="445">
                        <c:v>173.93700000000001</c:v>
                      </c:pt>
                      <c:pt idx="446">
                        <c:v>169.92099999999999</c:v>
                      </c:pt>
                      <c:pt idx="447">
                        <c:v>166.43199999999999</c:v>
                      </c:pt>
                      <c:pt idx="448">
                        <c:v>169.411</c:v>
                      </c:pt>
                      <c:pt idx="449">
                        <c:v>171.47900000000001</c:v>
                      </c:pt>
                      <c:pt idx="450">
                        <c:v>170.31399999999999</c:v>
                      </c:pt>
                      <c:pt idx="451">
                        <c:v>170.33500000000001</c:v>
                      </c:pt>
                      <c:pt idx="452">
                        <c:v>169.79</c:v>
                      </c:pt>
                      <c:pt idx="453">
                        <c:v>168.41900000000001</c:v>
                      </c:pt>
                      <c:pt idx="454">
                        <c:v>167.73500000000001</c:v>
                      </c:pt>
                      <c:pt idx="455">
                        <c:v>168.5</c:v>
                      </c:pt>
                      <c:pt idx="456">
                        <c:v>168</c:v>
                      </c:pt>
                      <c:pt idx="457">
                        <c:v>168.35300000000001</c:v>
                      </c:pt>
                      <c:pt idx="458">
                        <c:v>167.43799999999999</c:v>
                      </c:pt>
                      <c:pt idx="459">
                        <c:v>167</c:v>
                      </c:pt>
                      <c:pt idx="460">
                        <c:v>168.5</c:v>
                      </c:pt>
                      <c:pt idx="461">
                        <c:v>169.07499999999999</c:v>
                      </c:pt>
                      <c:pt idx="462">
                        <c:v>165.404</c:v>
                      </c:pt>
                      <c:pt idx="463">
                        <c:v>165.208</c:v>
                      </c:pt>
                      <c:pt idx="464">
                        <c:v>163.417</c:v>
                      </c:pt>
                      <c:pt idx="465">
                        <c:v>160.15899999999999</c:v>
                      </c:pt>
                      <c:pt idx="466">
                        <c:v>157.23599999999999</c:v>
                      </c:pt>
                      <c:pt idx="467">
                        <c:v>156.21</c:v>
                      </c:pt>
                      <c:pt idx="468">
                        <c:v>156.69300000000001</c:v>
                      </c:pt>
                      <c:pt idx="469">
                        <c:v>156.792</c:v>
                      </c:pt>
                      <c:pt idx="470">
                        <c:v>156.792</c:v>
                      </c:pt>
                      <c:pt idx="471">
                        <c:v>159.90299999999999</c:v>
                      </c:pt>
                      <c:pt idx="472">
                        <c:v>157.52600000000001</c:v>
                      </c:pt>
                      <c:pt idx="473">
                        <c:v>152.12299999999999</c:v>
                      </c:pt>
                      <c:pt idx="474">
                        <c:v>152.083</c:v>
                      </c:pt>
                      <c:pt idx="475">
                        <c:v>150.30199999999999</c:v>
                      </c:pt>
                      <c:pt idx="476">
                        <c:v>148.9</c:v>
                      </c:pt>
                      <c:pt idx="477">
                        <c:v>147.059</c:v>
                      </c:pt>
                      <c:pt idx="478">
                        <c:v>144.006</c:v>
                      </c:pt>
                      <c:pt idx="479">
                        <c:v>142.071</c:v>
                      </c:pt>
                      <c:pt idx="480">
                        <c:v>144.14500000000001</c:v>
                      </c:pt>
                      <c:pt idx="481">
                        <c:v>147.81</c:v>
                      </c:pt>
                      <c:pt idx="482">
                        <c:v>142.24799999999999</c:v>
                      </c:pt>
                      <c:pt idx="483">
                        <c:v>137.23099999999999</c:v>
                      </c:pt>
                      <c:pt idx="484">
                        <c:v>132.267</c:v>
                      </c:pt>
                      <c:pt idx="485">
                        <c:v>123.235</c:v>
                      </c:pt>
                      <c:pt idx="486">
                        <c:v>125.523</c:v>
                      </c:pt>
                      <c:pt idx="487">
                        <c:v>127.401</c:v>
                      </c:pt>
                      <c:pt idx="488">
                        <c:v>122.505</c:v>
                      </c:pt>
                      <c:pt idx="489">
                        <c:v>113.69499999999999</c:v>
                      </c:pt>
                      <c:pt idx="490">
                        <c:v>115.46899999999999</c:v>
                      </c:pt>
                      <c:pt idx="491">
                        <c:v>116.102</c:v>
                      </c:pt>
                      <c:pt idx="492">
                        <c:v>117.137</c:v>
                      </c:pt>
                      <c:pt idx="493">
                        <c:v>113.32599999999999</c:v>
                      </c:pt>
                      <c:pt idx="494">
                        <c:v>111.599</c:v>
                      </c:pt>
                      <c:pt idx="495">
                        <c:v>116.5</c:v>
                      </c:pt>
                      <c:pt idx="496">
                        <c:v>112.154</c:v>
                      </c:pt>
                      <c:pt idx="497">
                        <c:v>109.057</c:v>
                      </c:pt>
                      <c:pt idx="498">
                        <c:v>103.2</c:v>
                      </c:pt>
                      <c:pt idx="499">
                        <c:v>102.581</c:v>
                      </c:pt>
                      <c:pt idx="500">
                        <c:v>93.346999999999994</c:v>
                      </c:pt>
                      <c:pt idx="501">
                        <c:v>97.165999999999997</c:v>
                      </c:pt>
                      <c:pt idx="502">
                        <c:v>93.66</c:v>
                      </c:pt>
                      <c:pt idx="503">
                        <c:v>98.929000000000002</c:v>
                      </c:pt>
                      <c:pt idx="504">
                        <c:v>104.515</c:v>
                      </c:pt>
                      <c:pt idx="505">
                        <c:v>116.36799999999999</c:v>
                      </c:pt>
                      <c:pt idx="506">
                        <c:v>125.90900000000001</c:v>
                      </c:pt>
                      <c:pt idx="507">
                        <c:v>131.11799999999999</c:v>
                      </c:pt>
                      <c:pt idx="508">
                        <c:v>131.43299999999999</c:v>
                      </c:pt>
                      <c:pt idx="509">
                        <c:v>128.72499999999999</c:v>
                      </c:pt>
                      <c:pt idx="510">
                        <c:v>128.43700000000001</c:v>
                      </c:pt>
                      <c:pt idx="511">
                        <c:v>128.33099999999999</c:v>
                      </c:pt>
                      <c:pt idx="512">
                        <c:v>122.083</c:v>
                      </c:pt>
                      <c:pt idx="513">
                        <c:v>119.486</c:v>
                      </c:pt>
                      <c:pt idx="514">
                        <c:v>120.3</c:v>
                      </c:pt>
                      <c:pt idx="515">
                        <c:v>120.654</c:v>
                      </c:pt>
                      <c:pt idx="516">
                        <c:v>132.08699999999999</c:v>
                      </c:pt>
                      <c:pt idx="517">
                        <c:v>132.50800000000001</c:v>
                      </c:pt>
                      <c:pt idx="518">
                        <c:v>134.357</c:v>
                      </c:pt>
                      <c:pt idx="519">
                        <c:v>135.34200000000001</c:v>
                      </c:pt>
                      <c:pt idx="520">
                        <c:v>138.75299999999999</c:v>
                      </c:pt>
                      <c:pt idx="521">
                        <c:v>140.786</c:v>
                      </c:pt>
                      <c:pt idx="522">
                        <c:v>137.983</c:v>
                      </c:pt>
                      <c:pt idx="523">
                        <c:v>137.9</c:v>
                      </c:pt>
                      <c:pt idx="524">
                        <c:v>136.96199999999999</c:v>
                      </c:pt>
                      <c:pt idx="525">
                        <c:v>134.59399999999999</c:v>
                      </c:pt>
                      <c:pt idx="526">
                        <c:v>132.964</c:v>
                      </c:pt>
                      <c:pt idx="527">
                        <c:v>135.65</c:v>
                      </c:pt>
                      <c:pt idx="528">
                        <c:v>138.92599999999999</c:v>
                      </c:pt>
                      <c:pt idx="529">
                        <c:v>144.76</c:v>
                      </c:pt>
                      <c:pt idx="530">
                        <c:v>146.1</c:v>
                      </c:pt>
                      <c:pt idx="531">
                        <c:v>145.73500000000001</c:v>
                      </c:pt>
                      <c:pt idx="532">
                        <c:v>146.20500000000001</c:v>
                      </c:pt>
                      <c:pt idx="533">
                        <c:v>148.07400000000001</c:v>
                      </c:pt>
                      <c:pt idx="534">
                        <c:v>148.07400000000001</c:v>
                      </c:pt>
                      <c:pt idx="535">
                        <c:v>149.92500000000001</c:v>
                      </c:pt>
                      <c:pt idx="536">
                        <c:v>136.56899999999999</c:v>
                      </c:pt>
                      <c:pt idx="537">
                        <c:v>125.571</c:v>
                      </c:pt>
                      <c:pt idx="538">
                        <c:v>127.45</c:v>
                      </c:pt>
                      <c:pt idx="539">
                        <c:v>124.73699999999999</c:v>
                      </c:pt>
                      <c:pt idx="540">
                        <c:v>125.321</c:v>
                      </c:pt>
                      <c:pt idx="541">
                        <c:v>128.49100000000001</c:v>
                      </c:pt>
                      <c:pt idx="542">
                        <c:v>122.84</c:v>
                      </c:pt>
                      <c:pt idx="543">
                        <c:v>123.43300000000001</c:v>
                      </c:pt>
                      <c:pt idx="544">
                        <c:v>125.994</c:v>
                      </c:pt>
                      <c:pt idx="545">
                        <c:v>125.25</c:v>
                      </c:pt>
                      <c:pt idx="546">
                        <c:v>121.375</c:v>
                      </c:pt>
                      <c:pt idx="547">
                        <c:v>123.42700000000001</c:v>
                      </c:pt>
                      <c:pt idx="548">
                        <c:v>125.712</c:v>
                      </c:pt>
                      <c:pt idx="549">
                        <c:v>125.73699999999999</c:v>
                      </c:pt>
                      <c:pt idx="550">
                        <c:v>125.056</c:v>
                      </c:pt>
                      <c:pt idx="551">
                        <c:v>126.292</c:v>
                      </c:pt>
                      <c:pt idx="552">
                        <c:v>125.83799999999999</c:v>
                      </c:pt>
                      <c:pt idx="553">
                        <c:v>131.75</c:v>
                      </c:pt>
                      <c:pt idx="554">
                        <c:v>141.4</c:v>
                      </c:pt>
                      <c:pt idx="555">
                        <c:v>157.63300000000001</c:v>
                      </c:pt>
                      <c:pt idx="556">
                        <c:v>152.22300000000001</c:v>
                      </c:pt>
                      <c:pt idx="557">
                        <c:v>164.691</c:v>
                      </c:pt>
                      <c:pt idx="558">
                        <c:v>170.792</c:v>
                      </c:pt>
                      <c:pt idx="559">
                        <c:v>172.44399999999999</c:v>
                      </c:pt>
                      <c:pt idx="560">
                        <c:v>186.92099999999999</c:v>
                      </c:pt>
                      <c:pt idx="561">
                        <c:v>192.77799999999999</c:v>
                      </c:pt>
                      <c:pt idx="562">
                        <c:v>193.953</c:v>
                      </c:pt>
                      <c:pt idx="563">
                        <c:v>172.173</c:v>
                      </c:pt>
                      <c:pt idx="564">
                        <c:v>163.94900000000001</c:v>
                      </c:pt>
                      <c:pt idx="565">
                        <c:v>177.5</c:v>
                      </c:pt>
                      <c:pt idx="566">
                        <c:v>179.20400000000001</c:v>
                      </c:pt>
                      <c:pt idx="567">
                        <c:v>177.69200000000001</c:v>
                      </c:pt>
                      <c:pt idx="568">
                        <c:v>165.24700000000001</c:v>
                      </c:pt>
                      <c:pt idx="569">
                        <c:v>174.078</c:v>
                      </c:pt>
                      <c:pt idx="570">
                        <c:v>170.53100000000001</c:v>
                      </c:pt>
                      <c:pt idx="571">
                        <c:v>172.66900000000001</c:v>
                      </c:pt>
                      <c:pt idx="572">
                        <c:v>172.47399999999999</c:v>
                      </c:pt>
                      <c:pt idx="573">
                        <c:v>177.00700000000001</c:v>
                      </c:pt>
                      <c:pt idx="574">
                        <c:v>174.583</c:v>
                      </c:pt>
                      <c:pt idx="575">
                        <c:v>184.69300000000001</c:v>
                      </c:pt>
                      <c:pt idx="576">
                        <c:v>193.25299999999999</c:v>
                      </c:pt>
                      <c:pt idx="577">
                        <c:v>188.62799999999999</c:v>
                      </c:pt>
                      <c:pt idx="578">
                        <c:v>179.03700000000001</c:v>
                      </c:pt>
                      <c:pt idx="579">
                        <c:v>180.85400000000001</c:v>
                      </c:pt>
                      <c:pt idx="580">
                        <c:v>178.917</c:v>
                      </c:pt>
                      <c:pt idx="581">
                        <c:v>182.3</c:v>
                      </c:pt>
                      <c:pt idx="582">
                        <c:v>182.917</c:v>
                      </c:pt>
                      <c:pt idx="583">
                        <c:v>189</c:v>
                      </c:pt>
                      <c:pt idx="584">
                        <c:v>200.429</c:v>
                      </c:pt>
                      <c:pt idx="585">
                        <c:v>209.786</c:v>
                      </c:pt>
                      <c:pt idx="586">
                        <c:v>215.33500000000001</c:v>
                      </c:pt>
                      <c:pt idx="587">
                        <c:v>208.81399999999999</c:v>
                      </c:pt>
                      <c:pt idx="588">
                        <c:v>190.01</c:v>
                      </c:pt>
                      <c:pt idx="589">
                        <c:v>175.721</c:v>
                      </c:pt>
                      <c:pt idx="590">
                        <c:v>168.25299999999999</c:v>
                      </c:pt>
                      <c:pt idx="591">
                        <c:v>167.5</c:v>
                      </c:pt>
                      <c:pt idx="592">
                        <c:v>178.09299999999999</c:v>
                      </c:pt>
                      <c:pt idx="593">
                        <c:v>171.72399999999999</c:v>
                      </c:pt>
                      <c:pt idx="594">
                        <c:v>172.19</c:v>
                      </c:pt>
                      <c:pt idx="595">
                        <c:v>165.577</c:v>
                      </c:pt>
                      <c:pt idx="596">
                        <c:v>164.405</c:v>
                      </c:pt>
                      <c:pt idx="597">
                        <c:v>170.09899999999999</c:v>
                      </c:pt>
                      <c:pt idx="598">
                        <c:v>185.03299999999999</c:v>
                      </c:pt>
                      <c:pt idx="599">
                        <c:v>184.92</c:v>
                      </c:pt>
                      <c:pt idx="600">
                        <c:v>184.071</c:v>
                      </c:pt>
                      <c:pt idx="601">
                        <c:v>174.6</c:v>
                      </c:pt>
                      <c:pt idx="602">
                        <c:v>165.083</c:v>
                      </c:pt>
                      <c:pt idx="603">
                        <c:v>163.833</c:v>
                      </c:pt>
                      <c:pt idx="604">
                        <c:v>164.24199999999999</c:v>
                      </c:pt>
                      <c:pt idx="605">
                        <c:v>157.43600000000001</c:v>
                      </c:pt>
                      <c:pt idx="606">
                        <c:v>155.03</c:v>
                      </c:pt>
                      <c:pt idx="607">
                        <c:v>149.733</c:v>
                      </c:pt>
                      <c:pt idx="608">
                        <c:v>140.79400000000001</c:v>
                      </c:pt>
                      <c:pt idx="609">
                        <c:v>141.26400000000001</c:v>
                      </c:pt>
                      <c:pt idx="610">
                        <c:v>142.85499999999999</c:v>
                      </c:pt>
                      <c:pt idx="611">
                        <c:v>146.17400000000001</c:v>
                      </c:pt>
                      <c:pt idx="612">
                        <c:v>140.816</c:v>
                      </c:pt>
                      <c:pt idx="613">
                        <c:v>140.006</c:v>
                      </c:pt>
                      <c:pt idx="614">
                        <c:v>134.89699999999999</c:v>
                      </c:pt>
                      <c:pt idx="615">
                        <c:v>134.09399999999999</c:v>
                      </c:pt>
                      <c:pt idx="616">
                        <c:v>131.226</c:v>
                      </c:pt>
                      <c:pt idx="617">
                        <c:v>124.547</c:v>
                      </c:pt>
                      <c:pt idx="618">
                        <c:v>127.646</c:v>
                      </c:pt>
                      <c:pt idx="619">
                        <c:v>130.119</c:v>
                      </c:pt>
                      <c:pt idx="620">
                        <c:v>132.01</c:v>
                      </c:pt>
                      <c:pt idx="621">
                        <c:v>129.85499999999999</c:v>
                      </c:pt>
                      <c:pt idx="622">
                        <c:v>124.974</c:v>
                      </c:pt>
                      <c:pt idx="623">
                        <c:v>123.316</c:v>
                      </c:pt>
                      <c:pt idx="624">
                        <c:v>124.675</c:v>
                      </c:pt>
                      <c:pt idx="625">
                        <c:v>126.93</c:v>
                      </c:pt>
                      <c:pt idx="626">
                        <c:v>128.75800000000001</c:v>
                      </c:pt>
                      <c:pt idx="627">
                        <c:v>134.03700000000001</c:v>
                      </c:pt>
                      <c:pt idx="628">
                        <c:v>140.67599999999999</c:v>
                      </c:pt>
                      <c:pt idx="629">
                        <c:v>141.273</c:v>
                      </c:pt>
                      <c:pt idx="630">
                        <c:v>140.66499999999999</c:v>
                      </c:pt>
                      <c:pt idx="631">
                        <c:v>140.583</c:v>
                      </c:pt>
                      <c:pt idx="632">
                        <c:v>136.5</c:v>
                      </c:pt>
                      <c:pt idx="633">
                        <c:v>129.75</c:v>
                      </c:pt>
                      <c:pt idx="634">
                        <c:v>129.6</c:v>
                      </c:pt>
                      <c:pt idx="635">
                        <c:v>129</c:v>
                      </c:pt>
                      <c:pt idx="636">
                        <c:v>125.333</c:v>
                      </c:pt>
                      <c:pt idx="637">
                        <c:v>128.30000000000001</c:v>
                      </c:pt>
                      <c:pt idx="638">
                        <c:v>134</c:v>
                      </c:pt>
                      <c:pt idx="639">
                        <c:v>132.25</c:v>
                      </c:pt>
                      <c:pt idx="640">
                        <c:v>139.25</c:v>
                      </c:pt>
                      <c:pt idx="641">
                        <c:v>139.9</c:v>
                      </c:pt>
                      <c:pt idx="642">
                        <c:v>141.1</c:v>
                      </c:pt>
                      <c:pt idx="643">
                        <c:v>140.5</c:v>
                      </c:pt>
                      <c:pt idx="644">
                        <c:v>134.917</c:v>
                      </c:pt>
                      <c:pt idx="645">
                        <c:v>135</c:v>
                      </c:pt>
                      <c:pt idx="646">
                        <c:v>137.417</c:v>
                      </c:pt>
                      <c:pt idx="647">
                        <c:v>143.929</c:v>
                      </c:pt>
                      <c:pt idx="648">
                        <c:v>157.375</c:v>
                      </c:pt>
                      <c:pt idx="649">
                        <c:v>162.333</c:v>
                      </c:pt>
                      <c:pt idx="650">
                        <c:v>161</c:v>
                      </c:pt>
                      <c:pt idx="651">
                        <c:v>152</c:v>
                      </c:pt>
                      <c:pt idx="652">
                        <c:v>147.583</c:v>
                      </c:pt>
                      <c:pt idx="653">
                        <c:v>143.571</c:v>
                      </c:pt>
                      <c:pt idx="654">
                        <c:v>145.06200000000001</c:v>
                      </c:pt>
                      <c:pt idx="655">
                        <c:v>142.18799999999999</c:v>
                      </c:pt>
                      <c:pt idx="656">
                        <c:v>149.071</c:v>
                      </c:pt>
                      <c:pt idx="657">
                        <c:v>146.5</c:v>
                      </c:pt>
                      <c:pt idx="658">
                        <c:v>139</c:v>
                      </c:pt>
                      <c:pt idx="659">
                        <c:v>135.417</c:v>
                      </c:pt>
                      <c:pt idx="660">
                        <c:v>135.5</c:v>
                      </c:pt>
                      <c:pt idx="661">
                        <c:v>126.5</c:v>
                      </c:pt>
                      <c:pt idx="662">
                        <c:v>125.875</c:v>
                      </c:pt>
                      <c:pt idx="663">
                        <c:v>122.1</c:v>
                      </c:pt>
                      <c:pt idx="664">
                        <c:v>121</c:v>
                      </c:pt>
                      <c:pt idx="665">
                        <c:v>117.571</c:v>
                      </c:pt>
                      <c:pt idx="666">
                        <c:v>122.286</c:v>
                      </c:pt>
                      <c:pt idx="667">
                        <c:v>121.917</c:v>
                      </c:pt>
                      <c:pt idx="668">
                        <c:v>120.583</c:v>
                      </c:pt>
                      <c:pt idx="669">
                        <c:v>122.583</c:v>
                      </c:pt>
                      <c:pt idx="670">
                        <c:v>127</c:v>
                      </c:pt>
                      <c:pt idx="671">
                        <c:v>126.6</c:v>
                      </c:pt>
                      <c:pt idx="672">
                        <c:v>121.583</c:v>
                      </c:pt>
                      <c:pt idx="673">
                        <c:v>118.786</c:v>
                      </c:pt>
                      <c:pt idx="674">
                        <c:v>122.9</c:v>
                      </c:pt>
                      <c:pt idx="675">
                        <c:v>127.48399999999999</c:v>
                      </c:pt>
                      <c:pt idx="676">
                        <c:v>126.69799999999999</c:v>
                      </c:pt>
                      <c:pt idx="677">
                        <c:v>126.25</c:v>
                      </c:pt>
                      <c:pt idx="678">
                        <c:v>126.714</c:v>
                      </c:pt>
                      <c:pt idx="679">
                        <c:v>120.5</c:v>
                      </c:pt>
                      <c:pt idx="680">
                        <c:v>116.771</c:v>
                      </c:pt>
                      <c:pt idx="681">
                        <c:v>117.714</c:v>
                      </c:pt>
                      <c:pt idx="682">
                        <c:v>117.81</c:v>
                      </c:pt>
                      <c:pt idx="683">
                        <c:v>116.983</c:v>
                      </c:pt>
                      <c:pt idx="684">
                        <c:v>119.5</c:v>
                      </c:pt>
                      <c:pt idx="685">
                        <c:v>119.1</c:v>
                      </c:pt>
                      <c:pt idx="686">
                        <c:v>118.4</c:v>
                      </c:pt>
                      <c:pt idx="687">
                        <c:v>113.958</c:v>
                      </c:pt>
                      <c:pt idx="688">
                        <c:v>112.85</c:v>
                      </c:pt>
                      <c:pt idx="689">
                        <c:v>117.051</c:v>
                      </c:pt>
                      <c:pt idx="690">
                        <c:v>118.458</c:v>
                      </c:pt>
                      <c:pt idx="691">
                        <c:v>116.575</c:v>
                      </c:pt>
                      <c:pt idx="692">
                        <c:v>116.333</c:v>
                      </c:pt>
                      <c:pt idx="693">
                        <c:v>115.83</c:v>
                      </c:pt>
                      <c:pt idx="694">
                        <c:v>117.96899999999999</c:v>
                      </c:pt>
                      <c:pt idx="695">
                        <c:v>126.7</c:v>
                      </c:pt>
                      <c:pt idx="696">
                        <c:v>128.69999999999999</c:v>
                      </c:pt>
                      <c:pt idx="697">
                        <c:v>122.833</c:v>
                      </c:pt>
                      <c:pt idx="698">
                        <c:v>125.033</c:v>
                      </c:pt>
                      <c:pt idx="699">
                        <c:v>128.41</c:v>
                      </c:pt>
                      <c:pt idx="700">
                        <c:v>125.842</c:v>
                      </c:pt>
                      <c:pt idx="701">
                        <c:v>121.85</c:v>
                      </c:pt>
                      <c:pt idx="702">
                        <c:v>122.33799999999999</c:v>
                      </c:pt>
                      <c:pt idx="703">
                        <c:v>123.917</c:v>
                      </c:pt>
                      <c:pt idx="704">
                        <c:v>121.809</c:v>
                      </c:pt>
                      <c:pt idx="705">
                        <c:v>118.616</c:v>
                      </c:pt>
                      <c:pt idx="706">
                        <c:v>120.444</c:v>
                      </c:pt>
                      <c:pt idx="707">
                        <c:v>117.8</c:v>
                      </c:pt>
                      <c:pt idx="708">
                        <c:v>116.875</c:v>
                      </c:pt>
                      <c:pt idx="709">
                        <c:v>116.69199999999999</c:v>
                      </c:pt>
                      <c:pt idx="710">
                        <c:v>116.354</c:v>
                      </c:pt>
                      <c:pt idx="711">
                        <c:v>116.367</c:v>
                      </c:pt>
                      <c:pt idx="712">
                        <c:v>115.18899999999999</c:v>
                      </c:pt>
                      <c:pt idx="713">
                        <c:v>114.59399999999999</c:v>
                      </c:pt>
                      <c:pt idx="714">
                        <c:v>115.438</c:v>
                      </c:pt>
                      <c:pt idx="715">
                        <c:v>115.5</c:v>
                      </c:pt>
                      <c:pt idx="716">
                        <c:v>114.5</c:v>
                      </c:pt>
                      <c:pt idx="717">
                        <c:v>113.625</c:v>
                      </c:pt>
                      <c:pt idx="718">
                        <c:v>114.2</c:v>
                      </c:pt>
                      <c:pt idx="719">
                        <c:v>114</c:v>
                      </c:pt>
                      <c:pt idx="720">
                        <c:v>114.045</c:v>
                      </c:pt>
                      <c:pt idx="721">
                        <c:v>109.5</c:v>
                      </c:pt>
                      <c:pt idx="722">
                        <c:v>112.896</c:v>
                      </c:pt>
                      <c:pt idx="723">
                        <c:v>114.9</c:v>
                      </c:pt>
                      <c:pt idx="724">
                        <c:v>115.7</c:v>
                      </c:pt>
                      <c:pt idx="725">
                        <c:v>119.875</c:v>
                      </c:pt>
                      <c:pt idx="726">
                        <c:v>120.78100000000001</c:v>
                      </c:pt>
                      <c:pt idx="727">
                        <c:v>116.458</c:v>
                      </c:pt>
                      <c:pt idx="728">
                        <c:v>113.226</c:v>
                      </c:pt>
                      <c:pt idx="729">
                        <c:v>114</c:v>
                      </c:pt>
                      <c:pt idx="730">
                        <c:v>110.761</c:v>
                      </c:pt>
                      <c:pt idx="731">
                        <c:v>107.983</c:v>
                      </c:pt>
                      <c:pt idx="732">
                        <c:v>108.355</c:v>
                      </c:pt>
                      <c:pt idx="733">
                        <c:v>107</c:v>
                      </c:pt>
                      <c:pt idx="734">
                        <c:v>107.9</c:v>
                      </c:pt>
                      <c:pt idx="735">
                        <c:v>108.3</c:v>
                      </c:pt>
                      <c:pt idx="736">
                        <c:v>108.194</c:v>
                      </c:pt>
                      <c:pt idx="737">
                        <c:v>110.13800000000001</c:v>
                      </c:pt>
                      <c:pt idx="738">
                        <c:v>113.167</c:v>
                      </c:pt>
                      <c:pt idx="739">
                        <c:v>115.41800000000001</c:v>
                      </c:pt>
                      <c:pt idx="740">
                        <c:v>115.146</c:v>
                      </c:pt>
                      <c:pt idx="741">
                        <c:v>113.8</c:v>
                      </c:pt>
                      <c:pt idx="742">
                        <c:v>108.625</c:v>
                      </c:pt>
                      <c:pt idx="743">
                        <c:v>107.529</c:v>
                      </c:pt>
                      <c:pt idx="744">
                        <c:v>106.65</c:v>
                      </c:pt>
                      <c:pt idx="745">
                        <c:v>105.364</c:v>
                      </c:pt>
                      <c:pt idx="746">
                        <c:v>105.95</c:v>
                      </c:pt>
                      <c:pt idx="747">
                        <c:v>106.738</c:v>
                      </c:pt>
                      <c:pt idx="748">
                        <c:v>106.876</c:v>
                      </c:pt>
                      <c:pt idx="749">
                        <c:v>107.11199999999999</c:v>
                      </c:pt>
                      <c:pt idx="750">
                        <c:v>102.3</c:v>
                      </c:pt>
                      <c:pt idx="751">
                        <c:v>100.233</c:v>
                      </c:pt>
                      <c:pt idx="752">
                        <c:v>99.733000000000004</c:v>
                      </c:pt>
                      <c:pt idx="753">
                        <c:v>99.9</c:v>
                      </c:pt>
                      <c:pt idx="754">
                        <c:v>100</c:v>
                      </c:pt>
                      <c:pt idx="755">
                        <c:v>101.72199999999999</c:v>
                      </c:pt>
                      <c:pt idx="756">
                        <c:v>102.25</c:v>
                      </c:pt>
                      <c:pt idx="757">
                        <c:v>99.793999999999997</c:v>
                      </c:pt>
                      <c:pt idx="758">
                        <c:v>101.188</c:v>
                      </c:pt>
                      <c:pt idx="759">
                        <c:v>103.167</c:v>
                      </c:pt>
                      <c:pt idx="760">
                        <c:v>114.82299999999999</c:v>
                      </c:pt>
                      <c:pt idx="761">
                        <c:v>112.25</c:v>
                      </c:pt>
                      <c:pt idx="762">
                        <c:v>114.78</c:v>
                      </c:pt>
                      <c:pt idx="763">
                        <c:v>119.825</c:v>
                      </c:pt>
                      <c:pt idx="764">
                        <c:v>126.29</c:v>
                      </c:pt>
                      <c:pt idx="765">
                        <c:v>115.679</c:v>
                      </c:pt>
                      <c:pt idx="766">
                        <c:v>114.55</c:v>
                      </c:pt>
                      <c:pt idx="767">
                        <c:v>109.69499999999999</c:v>
                      </c:pt>
                      <c:pt idx="768">
                        <c:v>106.54900000000001</c:v>
                      </c:pt>
                      <c:pt idx="769">
                        <c:v>106.5</c:v>
                      </c:pt>
                      <c:pt idx="770">
                        <c:v>113.459</c:v>
                      </c:pt>
                      <c:pt idx="771">
                        <c:v>111.328</c:v>
                      </c:pt>
                      <c:pt idx="772">
                        <c:v>110.52500000000001</c:v>
                      </c:pt>
                      <c:pt idx="773">
                        <c:v>110.65600000000001</c:v>
                      </c:pt>
                      <c:pt idx="774">
                        <c:v>104.733</c:v>
                      </c:pt>
                      <c:pt idx="775">
                        <c:v>106.732</c:v>
                      </c:pt>
                      <c:pt idx="776">
                        <c:v>101.125</c:v>
                      </c:pt>
                      <c:pt idx="777">
                        <c:v>97.674999999999997</c:v>
                      </c:pt>
                      <c:pt idx="778">
                        <c:v>97.656999999999996</c:v>
                      </c:pt>
                      <c:pt idx="779">
                        <c:v>97.2</c:v>
                      </c:pt>
                      <c:pt idx="780">
                        <c:v>97.75</c:v>
                      </c:pt>
                      <c:pt idx="781">
                        <c:v>99.641999999999996</c:v>
                      </c:pt>
                      <c:pt idx="782">
                        <c:v>97.674999999999997</c:v>
                      </c:pt>
                      <c:pt idx="783">
                        <c:v>95.677000000000007</c:v>
                      </c:pt>
                      <c:pt idx="784">
                        <c:v>95.7</c:v>
                      </c:pt>
                      <c:pt idx="785">
                        <c:v>93.703999999999994</c:v>
                      </c:pt>
                      <c:pt idx="786">
                        <c:v>93.85</c:v>
                      </c:pt>
                      <c:pt idx="787">
                        <c:v>93.343999999999994</c:v>
                      </c:pt>
                      <c:pt idx="788">
                        <c:v>93.123999999999995</c:v>
                      </c:pt>
                      <c:pt idx="789">
                        <c:v>91.05</c:v>
                      </c:pt>
                      <c:pt idx="790">
                        <c:v>91.438000000000002</c:v>
                      </c:pt>
                      <c:pt idx="791">
                        <c:v>90.988</c:v>
                      </c:pt>
                      <c:pt idx="792">
                        <c:v>91.8</c:v>
                      </c:pt>
                      <c:pt idx="793">
                        <c:v>90.37</c:v>
                      </c:pt>
                      <c:pt idx="794">
                        <c:v>86.56</c:v>
                      </c:pt>
                      <c:pt idx="795">
                        <c:v>81.933999999999997</c:v>
                      </c:pt>
                      <c:pt idx="796">
                        <c:v>82.3</c:v>
                      </c:pt>
                      <c:pt idx="797">
                        <c:v>79.834000000000003</c:v>
                      </c:pt>
                      <c:pt idx="798">
                        <c:v>77.453999999999994</c:v>
                      </c:pt>
                      <c:pt idx="799">
                        <c:v>79.676000000000002</c:v>
                      </c:pt>
                      <c:pt idx="800">
                        <c:v>81.481999999999999</c:v>
                      </c:pt>
                      <c:pt idx="801">
                        <c:v>81.02</c:v>
                      </c:pt>
                      <c:pt idx="802">
                        <c:v>83.75</c:v>
                      </c:pt>
                      <c:pt idx="803">
                        <c:v>84.9</c:v>
                      </c:pt>
                      <c:pt idx="804">
                        <c:v>86.46</c:v>
                      </c:pt>
                      <c:pt idx="805">
                        <c:v>85.188000000000002</c:v>
                      </c:pt>
                      <c:pt idx="806">
                        <c:v>85.45</c:v>
                      </c:pt>
                      <c:pt idx="807">
                        <c:v>85.95</c:v>
                      </c:pt>
                      <c:pt idx="808">
                        <c:v>87.025000000000006</c:v>
                      </c:pt>
                      <c:pt idx="809">
                        <c:v>87</c:v>
                      </c:pt>
                      <c:pt idx="810">
                        <c:v>86.932000000000002</c:v>
                      </c:pt>
                      <c:pt idx="811">
                        <c:v>86.52</c:v>
                      </c:pt>
                      <c:pt idx="812">
                        <c:v>87.5</c:v>
                      </c:pt>
                      <c:pt idx="813">
                        <c:v>88.613</c:v>
                      </c:pt>
                      <c:pt idx="814">
                        <c:v>89.06</c:v>
                      </c:pt>
                      <c:pt idx="815">
                        <c:v>88.02</c:v>
                      </c:pt>
                      <c:pt idx="816">
                        <c:v>84.162000000000006</c:v>
                      </c:pt>
                      <c:pt idx="817">
                        <c:v>80.849999999999994</c:v>
                      </c:pt>
                      <c:pt idx="818">
                        <c:v>78.061999999999998</c:v>
                      </c:pt>
                      <c:pt idx="819">
                        <c:v>77</c:v>
                      </c:pt>
                      <c:pt idx="820">
                        <c:v>78.28</c:v>
                      </c:pt>
                      <c:pt idx="821">
                        <c:v>77.58</c:v>
                      </c:pt>
                      <c:pt idx="822">
                        <c:v>81.55</c:v>
                      </c:pt>
                      <c:pt idx="823">
                        <c:v>79.95</c:v>
                      </c:pt>
                      <c:pt idx="824">
                        <c:v>79.730999999999995</c:v>
                      </c:pt>
                      <c:pt idx="825">
                        <c:v>79.674999999999997</c:v>
                      </c:pt>
                      <c:pt idx="826">
                        <c:v>80.81</c:v>
                      </c:pt>
                      <c:pt idx="827">
                        <c:v>77.400000000000006</c:v>
                      </c:pt>
                      <c:pt idx="828">
                        <c:v>73.25</c:v>
                      </c:pt>
                      <c:pt idx="829">
                        <c:v>73.8</c:v>
                      </c:pt>
                      <c:pt idx="830">
                        <c:v>76.45</c:v>
                      </c:pt>
                      <c:pt idx="831">
                        <c:v>78.25</c:v>
                      </c:pt>
                      <c:pt idx="832">
                        <c:v>83.7</c:v>
                      </c:pt>
                      <c:pt idx="833">
                        <c:v>82.462999999999994</c:v>
                      </c:pt>
                      <c:pt idx="834">
                        <c:v>83.662000000000006</c:v>
                      </c:pt>
                      <c:pt idx="835">
                        <c:v>79.912000000000006</c:v>
                      </c:pt>
                      <c:pt idx="836">
                        <c:v>77.5</c:v>
                      </c:pt>
                      <c:pt idx="837">
                        <c:v>71.174999999999997</c:v>
                      </c:pt>
                      <c:pt idx="838">
                        <c:v>67.811999999999998</c:v>
                      </c:pt>
                      <c:pt idx="839">
                        <c:v>65.400000000000006</c:v>
                      </c:pt>
                      <c:pt idx="840">
                        <c:v>64.7</c:v>
                      </c:pt>
                      <c:pt idx="841">
                        <c:v>67.962999999999994</c:v>
                      </c:pt>
                      <c:pt idx="842">
                        <c:v>70.825000000000003</c:v>
                      </c:pt>
                      <c:pt idx="843">
                        <c:v>72.55</c:v>
                      </c:pt>
                      <c:pt idx="844">
                        <c:v>77.900000000000006</c:v>
                      </c:pt>
                      <c:pt idx="845">
                        <c:v>80.275000000000006</c:v>
                      </c:pt>
                      <c:pt idx="846">
                        <c:v>83.125</c:v>
                      </c:pt>
                      <c:pt idx="847">
                        <c:v>80.2</c:v>
                      </c:pt>
                      <c:pt idx="848">
                        <c:v>83.712999999999994</c:v>
                      </c:pt>
                      <c:pt idx="849">
                        <c:v>80.561999999999998</c:v>
                      </c:pt>
                      <c:pt idx="850">
                        <c:v>80.075000000000003</c:v>
                      </c:pt>
                      <c:pt idx="851">
                        <c:v>79.5</c:v>
                      </c:pt>
                      <c:pt idx="852">
                        <c:v>79.762</c:v>
                      </c:pt>
                      <c:pt idx="853">
                        <c:v>78.561999999999998</c:v>
                      </c:pt>
                      <c:pt idx="854">
                        <c:v>77.724999999999994</c:v>
                      </c:pt>
                      <c:pt idx="855">
                        <c:v>85.174999999999997</c:v>
                      </c:pt>
                      <c:pt idx="856">
                        <c:v>85.625</c:v>
                      </c:pt>
                      <c:pt idx="857">
                        <c:v>81.587999999999994</c:v>
                      </c:pt>
                      <c:pt idx="858">
                        <c:v>82.2</c:v>
                      </c:pt>
                      <c:pt idx="859">
                        <c:v>83.587999999999994</c:v>
                      </c:pt>
                      <c:pt idx="860">
                        <c:v>84.7</c:v>
                      </c:pt>
                      <c:pt idx="861">
                        <c:v>87.1</c:v>
                      </c:pt>
                      <c:pt idx="862">
                        <c:v>86.825000000000003</c:v>
                      </c:pt>
                      <c:pt idx="863">
                        <c:v>93.85</c:v>
                      </c:pt>
                      <c:pt idx="864">
                        <c:v>98</c:v>
                      </c:pt>
                      <c:pt idx="865">
                        <c:v>112.425</c:v>
                      </c:pt>
                      <c:pt idx="866">
                        <c:v>113.925</c:v>
                      </c:pt>
                      <c:pt idx="867">
                        <c:v>167.012</c:v>
                      </c:pt>
                      <c:pt idx="868">
                        <c:v>174</c:v>
                      </c:pt>
                      <c:pt idx="869">
                        <c:v>164.3</c:v>
                      </c:pt>
                      <c:pt idx="870">
                        <c:v>157.71199999999999</c:v>
                      </c:pt>
                      <c:pt idx="871">
                        <c:v>145.1</c:v>
                      </c:pt>
                      <c:pt idx="872">
                        <c:v>136.57499999999999</c:v>
                      </c:pt>
                      <c:pt idx="873">
                        <c:v>137.28</c:v>
                      </c:pt>
                      <c:pt idx="874">
                        <c:v>147.47499999999999</c:v>
                      </c:pt>
                      <c:pt idx="875">
                        <c:v>135.43799999999999</c:v>
                      </c:pt>
                      <c:pt idx="876">
                        <c:v>117.4</c:v>
                      </c:pt>
                      <c:pt idx="877">
                        <c:v>130.667</c:v>
                      </c:pt>
                      <c:pt idx="878">
                        <c:v>135.584</c:v>
                      </c:pt>
                      <c:pt idx="879">
                        <c:v>135.86000000000001</c:v>
                      </c:pt>
                      <c:pt idx="880">
                        <c:v>145.404</c:v>
                      </c:pt>
                      <c:pt idx="881">
                        <c:v>161.667</c:v>
                      </c:pt>
                      <c:pt idx="882">
                        <c:v>174.333</c:v>
                      </c:pt>
                      <c:pt idx="883">
                        <c:v>164.97</c:v>
                      </c:pt>
                      <c:pt idx="884">
                        <c:v>167.375</c:v>
                      </c:pt>
                      <c:pt idx="885">
                        <c:v>167.167</c:v>
                      </c:pt>
                      <c:pt idx="886">
                        <c:v>152.333</c:v>
                      </c:pt>
                      <c:pt idx="887">
                        <c:v>147</c:v>
                      </c:pt>
                      <c:pt idx="888">
                        <c:v>136.89400000000001</c:v>
                      </c:pt>
                      <c:pt idx="889">
                        <c:v>131</c:v>
                      </c:pt>
                      <c:pt idx="890">
                        <c:v>142.916</c:v>
                      </c:pt>
                      <c:pt idx="891">
                        <c:v>139.833</c:v>
                      </c:pt>
                      <c:pt idx="892">
                        <c:v>146.17500000000001</c:v>
                      </c:pt>
                      <c:pt idx="893">
                        <c:v>142.73599999999999</c:v>
                      </c:pt>
                      <c:pt idx="894">
                        <c:v>144.5</c:v>
                      </c:pt>
                      <c:pt idx="895">
                        <c:v>143.53299999999999</c:v>
                      </c:pt>
                      <c:pt idx="896">
                        <c:v>149.833</c:v>
                      </c:pt>
                      <c:pt idx="897">
                        <c:v>148.89599999999999</c:v>
                      </c:pt>
                      <c:pt idx="898">
                        <c:v>156.16</c:v>
                      </c:pt>
                      <c:pt idx="899">
                        <c:v>157.333</c:v>
                      </c:pt>
                      <c:pt idx="900">
                        <c:v>151.167</c:v>
                      </c:pt>
                      <c:pt idx="901">
                        <c:v>148.167</c:v>
                      </c:pt>
                      <c:pt idx="902">
                        <c:v>138.833</c:v>
                      </c:pt>
                      <c:pt idx="903">
                        <c:v>136.167</c:v>
                      </c:pt>
                      <c:pt idx="904">
                        <c:v>136.833</c:v>
                      </c:pt>
                      <c:pt idx="905">
                        <c:v>125.617</c:v>
                      </c:pt>
                      <c:pt idx="906">
                        <c:v>112.941</c:v>
                      </c:pt>
                      <c:pt idx="907">
                        <c:v>116.34</c:v>
                      </c:pt>
                      <c:pt idx="908">
                        <c:v>107.59099999999999</c:v>
                      </c:pt>
                      <c:pt idx="909">
                        <c:v>106.571</c:v>
                      </c:pt>
                      <c:pt idx="910">
                        <c:v>110.122</c:v>
                      </c:pt>
                      <c:pt idx="911">
                        <c:v>109.26900000000001</c:v>
                      </c:pt>
                      <c:pt idx="912">
                        <c:v>111.33499999999999</c:v>
                      </c:pt>
                      <c:pt idx="913">
                        <c:v>117.099</c:v>
                      </c:pt>
                      <c:pt idx="914">
                        <c:v>113.566</c:v>
                      </c:pt>
                      <c:pt idx="915">
                        <c:v>113.33199999999999</c:v>
                      </c:pt>
                      <c:pt idx="916">
                        <c:v>115.236</c:v>
                      </c:pt>
                      <c:pt idx="917">
                        <c:v>115.233</c:v>
                      </c:pt>
                      <c:pt idx="918">
                        <c:v>109.16500000000001</c:v>
                      </c:pt>
                      <c:pt idx="919">
                        <c:v>109.703</c:v>
                      </c:pt>
                      <c:pt idx="920">
                        <c:v>106.17</c:v>
                      </c:pt>
                      <c:pt idx="921">
                        <c:v>105.79900000000001</c:v>
                      </c:pt>
                      <c:pt idx="922">
                        <c:v>104.31</c:v>
                      </c:pt>
                      <c:pt idx="923">
                        <c:v>102.898</c:v>
                      </c:pt>
                      <c:pt idx="924">
                        <c:v>106.904</c:v>
                      </c:pt>
                      <c:pt idx="925">
                        <c:v>108.099</c:v>
                      </c:pt>
                      <c:pt idx="926">
                        <c:v>112.574</c:v>
                      </c:pt>
                      <c:pt idx="927">
                        <c:v>115.83</c:v>
                      </c:pt>
                      <c:pt idx="928">
                        <c:v>126.279</c:v>
                      </c:pt>
                      <c:pt idx="929">
                        <c:v>126.997</c:v>
                      </c:pt>
                      <c:pt idx="930">
                        <c:v>124.429</c:v>
                      </c:pt>
                      <c:pt idx="931">
                        <c:v>127.13200000000001</c:v>
                      </c:pt>
                      <c:pt idx="932">
                        <c:v>126.16200000000001</c:v>
                      </c:pt>
                      <c:pt idx="933">
                        <c:v>120.767</c:v>
                      </c:pt>
                      <c:pt idx="934">
                        <c:v>117.739</c:v>
                      </c:pt>
                      <c:pt idx="935">
                        <c:v>120.66500000000001</c:v>
                      </c:pt>
                      <c:pt idx="936">
                        <c:v>116.73099999999999</c:v>
                      </c:pt>
                      <c:pt idx="937">
                        <c:v>124.746</c:v>
                      </c:pt>
                      <c:pt idx="938">
                        <c:v>130.63499999999999</c:v>
                      </c:pt>
                      <c:pt idx="939">
                        <c:v>134.63499999999999</c:v>
                      </c:pt>
                      <c:pt idx="940">
                        <c:v>132.26900000000001</c:v>
                      </c:pt>
                      <c:pt idx="941">
                        <c:v>139.10400000000001</c:v>
                      </c:pt>
                      <c:pt idx="942">
                        <c:v>141.66300000000001</c:v>
                      </c:pt>
                      <c:pt idx="943">
                        <c:v>145.60400000000001</c:v>
                      </c:pt>
                      <c:pt idx="944">
                        <c:v>147.75399999999999</c:v>
                      </c:pt>
                      <c:pt idx="945">
                        <c:v>143.226</c:v>
                      </c:pt>
                      <c:pt idx="946">
                        <c:v>139.44900000000001</c:v>
                      </c:pt>
                      <c:pt idx="947">
                        <c:v>146.74100000000001</c:v>
                      </c:pt>
                      <c:pt idx="948">
                        <c:v>152.32</c:v>
                      </c:pt>
                      <c:pt idx="949">
                        <c:v>162.90600000000001</c:v>
                      </c:pt>
                      <c:pt idx="950">
                        <c:v>162.434</c:v>
                      </c:pt>
                      <c:pt idx="951">
                        <c:v>172.02799999999999</c:v>
                      </c:pt>
                      <c:pt idx="952">
                        <c:v>172.066</c:v>
                      </c:pt>
                      <c:pt idx="953">
                        <c:v>172.27699999999999</c:v>
                      </c:pt>
                      <c:pt idx="954">
                        <c:v>176.06100000000001</c:v>
                      </c:pt>
                      <c:pt idx="955">
                        <c:v>169.495</c:v>
                      </c:pt>
                      <c:pt idx="956">
                        <c:v>150.53800000000001</c:v>
                      </c:pt>
                      <c:pt idx="957">
                        <c:v>148.76599999999999</c:v>
                      </c:pt>
                      <c:pt idx="958">
                        <c:v>135.505</c:v>
                      </c:pt>
                      <c:pt idx="959">
                        <c:v>136.66</c:v>
                      </c:pt>
                      <c:pt idx="960">
                        <c:v>138.429</c:v>
                      </c:pt>
                      <c:pt idx="961">
                        <c:v>132.76599999999999</c:v>
                      </c:pt>
                      <c:pt idx="962">
                        <c:v>123</c:v>
                      </c:pt>
                      <c:pt idx="963">
                        <c:v>122.233</c:v>
                      </c:pt>
                      <c:pt idx="964">
                        <c:v>118.33</c:v>
                      </c:pt>
                      <c:pt idx="965">
                        <c:v>126.179</c:v>
                      </c:pt>
                      <c:pt idx="966">
                        <c:v>121.73099999999999</c:v>
                      </c:pt>
                      <c:pt idx="967">
                        <c:v>122.66500000000001</c:v>
                      </c:pt>
                      <c:pt idx="968">
                        <c:v>124.733</c:v>
                      </c:pt>
                      <c:pt idx="969">
                        <c:v>128.93600000000001</c:v>
                      </c:pt>
                      <c:pt idx="970">
                        <c:v>128.23400000000001</c:v>
                      </c:pt>
                      <c:pt idx="971">
                        <c:v>128.66999999999999</c:v>
                      </c:pt>
                      <c:pt idx="972">
                        <c:v>129.904</c:v>
                      </c:pt>
                      <c:pt idx="973">
                        <c:v>128.73599999999999</c:v>
                      </c:pt>
                      <c:pt idx="974">
                        <c:v>127.396</c:v>
                      </c:pt>
                      <c:pt idx="975">
                        <c:v>128.83699999999999</c:v>
                      </c:pt>
                      <c:pt idx="976">
                        <c:v>126.759</c:v>
                      </c:pt>
                      <c:pt idx="977">
                        <c:v>127.83499999999999</c:v>
                      </c:pt>
                      <c:pt idx="978">
                        <c:v>128.16499999999999</c:v>
                      </c:pt>
                      <c:pt idx="979">
                        <c:v>130</c:v>
                      </c:pt>
                      <c:pt idx="980">
                        <c:v>127.42100000000001</c:v>
                      </c:pt>
                      <c:pt idx="981">
                        <c:v>132.779</c:v>
                      </c:pt>
                      <c:pt idx="982">
                        <c:v>138.625</c:v>
                      </c:pt>
                      <c:pt idx="983">
                        <c:v>151.614</c:v>
                      </c:pt>
                      <c:pt idx="984">
                        <c:v>155.54300000000001</c:v>
                      </c:pt>
                      <c:pt idx="985">
                        <c:v>160.97499999999999</c:v>
                      </c:pt>
                      <c:pt idx="986">
                        <c:v>171.25</c:v>
                      </c:pt>
                      <c:pt idx="987">
                        <c:v>164.32</c:v>
                      </c:pt>
                      <c:pt idx="988">
                        <c:v>165.65199999999999</c:v>
                      </c:pt>
                      <c:pt idx="989">
                        <c:v>163.50299999999999</c:v>
                      </c:pt>
                      <c:pt idx="990">
                        <c:v>171.5</c:v>
                      </c:pt>
                      <c:pt idx="991">
                        <c:v>174.76400000000001</c:v>
                      </c:pt>
                      <c:pt idx="992">
                        <c:v>190</c:v>
                      </c:pt>
                      <c:pt idx="993">
                        <c:v>193.60900000000001</c:v>
                      </c:pt>
                      <c:pt idx="994">
                        <c:v>193.57400000000001</c:v>
                      </c:pt>
                      <c:pt idx="995">
                        <c:v>207.5</c:v>
                      </c:pt>
                      <c:pt idx="996">
                        <c:v>203.32300000000001</c:v>
                      </c:pt>
                      <c:pt idx="997">
                        <c:v>185.17500000000001</c:v>
                      </c:pt>
                      <c:pt idx="998">
                        <c:v>182.90600000000001</c:v>
                      </c:pt>
                      <c:pt idx="999">
                        <c:v>180.56100000000001</c:v>
                      </c:pt>
                      <c:pt idx="1000">
                        <c:v>179.37299999999999</c:v>
                      </c:pt>
                      <c:pt idx="1001">
                        <c:v>176.59399999999999</c:v>
                      </c:pt>
                      <c:pt idx="1002">
                        <c:v>181.66</c:v>
                      </c:pt>
                      <c:pt idx="1003">
                        <c:v>180.102</c:v>
                      </c:pt>
                      <c:pt idx="1004">
                        <c:v>180.607</c:v>
                      </c:pt>
                      <c:pt idx="1005">
                        <c:v>192.76400000000001</c:v>
                      </c:pt>
                      <c:pt idx="1006">
                        <c:v>193.8</c:v>
                      </c:pt>
                      <c:pt idx="1007">
                        <c:v>200.89599999999999</c:v>
                      </c:pt>
                      <c:pt idx="1008">
                        <c:v>216.495</c:v>
                      </c:pt>
                      <c:pt idx="1009">
                        <c:v>213.32499999999999</c:v>
                      </c:pt>
                      <c:pt idx="1010">
                        <c:v>206.5</c:v>
                      </c:pt>
                      <c:pt idx="1011">
                        <c:v>198.434</c:v>
                      </c:pt>
                      <c:pt idx="1012">
                        <c:v>195.23599999999999</c:v>
                      </c:pt>
                      <c:pt idx="1013">
                        <c:v>200.76400000000001</c:v>
                      </c:pt>
                      <c:pt idx="1014">
                        <c:v>201.39599999999999</c:v>
                      </c:pt>
                      <c:pt idx="1015">
                        <c:v>198.06100000000001</c:v>
                      </c:pt>
                      <c:pt idx="1016">
                        <c:v>200.42500000000001</c:v>
                      </c:pt>
                      <c:pt idx="1017">
                        <c:v>196.505</c:v>
                      </c:pt>
                      <c:pt idx="1018">
                        <c:v>193.137</c:v>
                      </c:pt>
                      <c:pt idx="1019">
                        <c:v>184.911</c:v>
                      </c:pt>
                      <c:pt idx="1020">
                        <c:v>175.46700000000001</c:v>
                      </c:pt>
                      <c:pt idx="1021">
                        <c:v>177.72900000000001</c:v>
                      </c:pt>
                      <c:pt idx="1022">
                        <c:v>182.964</c:v>
                      </c:pt>
                      <c:pt idx="1023">
                        <c:v>194.07499999999999</c:v>
                      </c:pt>
                      <c:pt idx="1024">
                        <c:v>210.3</c:v>
                      </c:pt>
                      <c:pt idx="1025">
                        <c:v>216.25399999999999</c:v>
                      </c:pt>
                      <c:pt idx="1026">
                        <c:v>209.23099999999999</c:v>
                      </c:pt>
                      <c:pt idx="1027">
                        <c:v>217.703</c:v>
                      </c:pt>
                      <c:pt idx="1028">
                        <c:v>223.749</c:v>
                      </c:pt>
                      <c:pt idx="1029">
                        <c:v>229.46700000000001</c:v>
                      </c:pt>
                      <c:pt idx="1030">
                        <c:v>220.55</c:v>
                      </c:pt>
                      <c:pt idx="1031">
                        <c:v>222.28800000000001</c:v>
                      </c:pt>
                      <c:pt idx="1032">
                        <c:v>229.988</c:v>
                      </c:pt>
                      <c:pt idx="1033">
                        <c:v>237.703</c:v>
                      </c:pt>
                      <c:pt idx="1034">
                        <c:v>245.68799999999999</c:v>
                      </c:pt>
                      <c:pt idx="1035">
                        <c:v>219.39599999999999</c:v>
                      </c:pt>
                      <c:pt idx="1036">
                        <c:v>213.65199999999999</c:v>
                      </c:pt>
                      <c:pt idx="1037">
                        <c:v>217.096</c:v>
                      </c:pt>
                      <c:pt idx="1038">
                        <c:v>216.52799999999999</c:v>
                      </c:pt>
                      <c:pt idx="1039">
                        <c:v>203.87299999999999</c:v>
                      </c:pt>
                      <c:pt idx="1040">
                        <c:v>199.33500000000001</c:v>
                      </c:pt>
                      <c:pt idx="1041">
                        <c:v>205.429</c:v>
                      </c:pt>
                      <c:pt idx="1042">
                        <c:v>204.23400000000001</c:v>
                      </c:pt>
                      <c:pt idx="1043">
                        <c:v>207.749</c:v>
                      </c:pt>
                      <c:pt idx="1044">
                        <c:v>217.73099999999999</c:v>
                      </c:pt>
                      <c:pt idx="1045">
                        <c:v>205.46199999999999</c:v>
                      </c:pt>
                      <c:pt idx="1046">
                        <c:v>196.327</c:v>
                      </c:pt>
                      <c:pt idx="1047">
                        <c:v>191.55600000000001</c:v>
                      </c:pt>
                      <c:pt idx="1048">
                        <c:v>186.70099999999999</c:v>
                      </c:pt>
                      <c:pt idx="1049">
                        <c:v>180.934</c:v>
                      </c:pt>
                      <c:pt idx="1050">
                        <c:v>182.25</c:v>
                      </c:pt>
                      <c:pt idx="1051">
                        <c:v>185.363</c:v>
                      </c:pt>
                      <c:pt idx="1052">
                        <c:v>182.09399999999999</c:v>
                      </c:pt>
                      <c:pt idx="1053">
                        <c:v>186.571</c:v>
                      </c:pt>
                      <c:pt idx="1054">
                        <c:v>184.49700000000001</c:v>
                      </c:pt>
                      <c:pt idx="1055">
                        <c:v>178</c:v>
                      </c:pt>
                      <c:pt idx="1056">
                        <c:v>164.92599999999999</c:v>
                      </c:pt>
                      <c:pt idx="1057">
                        <c:v>161.92099999999999</c:v>
                      </c:pt>
                      <c:pt idx="1058">
                        <c:v>150.70099999999999</c:v>
                      </c:pt>
                      <c:pt idx="1059">
                        <c:v>156.66999999999999</c:v>
                      </c:pt>
                      <c:pt idx="1060">
                        <c:v>158.13499999999999</c:v>
                      </c:pt>
                      <c:pt idx="1061">
                        <c:v>155.178</c:v>
                      </c:pt>
                      <c:pt idx="1062">
                        <c:v>150.80000000000001</c:v>
                      </c:pt>
                      <c:pt idx="1063">
                        <c:v>152.333</c:v>
                      </c:pt>
                      <c:pt idx="1064">
                        <c:v>154.00299999999999</c:v>
                      </c:pt>
                      <c:pt idx="1065">
                        <c:v>157.934</c:v>
                      </c:pt>
                      <c:pt idx="1066">
                        <c:v>153.73099999999999</c:v>
                      </c:pt>
                      <c:pt idx="1067">
                        <c:v>145.262</c:v>
                      </c:pt>
                      <c:pt idx="1068">
                        <c:v>139.90600000000001</c:v>
                      </c:pt>
                      <c:pt idx="1069">
                        <c:v>140.06399999999999</c:v>
                      </c:pt>
                      <c:pt idx="1070">
                        <c:v>133.23400000000001</c:v>
                      </c:pt>
                      <c:pt idx="1071">
                        <c:v>138.21299999999999</c:v>
                      </c:pt>
                      <c:pt idx="1072">
                        <c:v>141.036</c:v>
                      </c:pt>
                      <c:pt idx="1073">
                        <c:v>146.12700000000001</c:v>
                      </c:pt>
                      <c:pt idx="1074">
                        <c:v>145.833</c:v>
                      </c:pt>
                      <c:pt idx="1075">
                        <c:v>141.06399999999999</c:v>
                      </c:pt>
                      <c:pt idx="1076">
                        <c:v>139.5</c:v>
                      </c:pt>
                      <c:pt idx="1077">
                        <c:v>135.875</c:v>
                      </c:pt>
                      <c:pt idx="1078">
                        <c:v>130.102</c:v>
                      </c:pt>
                      <c:pt idx="1079">
                        <c:v>126.50700000000001</c:v>
                      </c:pt>
                      <c:pt idx="1080">
                        <c:v>130.375</c:v>
                      </c:pt>
                      <c:pt idx="1081">
                        <c:v>129.43199999999999</c:v>
                      </c:pt>
                      <c:pt idx="1082">
                        <c:v>128.50299999999999</c:v>
                      </c:pt>
                      <c:pt idx="1083">
                        <c:v>130.33699999999999</c:v>
                      </c:pt>
                      <c:pt idx="1084">
                        <c:v>129.55600000000001</c:v>
                      </c:pt>
                      <c:pt idx="1085">
                        <c:v>128.46899999999999</c:v>
                      </c:pt>
                      <c:pt idx="1086">
                        <c:v>125.465</c:v>
                      </c:pt>
                      <c:pt idx="1087">
                        <c:v>119.28</c:v>
                      </c:pt>
                      <c:pt idx="1088">
                        <c:v>115.43899999999999</c:v>
                      </c:pt>
                      <c:pt idx="1089">
                        <c:v>119.566</c:v>
                      </c:pt>
                      <c:pt idx="1090">
                        <c:v>119</c:v>
                      </c:pt>
                      <c:pt idx="1091">
                        <c:v>120.5</c:v>
                      </c:pt>
                      <c:pt idx="1092">
                        <c:v>120.066</c:v>
                      </c:pt>
                      <c:pt idx="1093">
                        <c:v>117.714</c:v>
                      </c:pt>
                      <c:pt idx="1094">
                        <c:v>126.038</c:v>
                      </c:pt>
                      <c:pt idx="1095">
                        <c:v>129.434</c:v>
                      </c:pt>
                      <c:pt idx="1096">
                        <c:v>131.90100000000001</c:v>
                      </c:pt>
                      <c:pt idx="1097">
                        <c:v>130.23099999999999</c:v>
                      </c:pt>
                      <c:pt idx="1098">
                        <c:v>129.83000000000001</c:v>
                      </c:pt>
                      <c:pt idx="1099">
                        <c:v>130.09399999999999</c:v>
                      </c:pt>
                      <c:pt idx="1100">
                        <c:v>129.46199999999999</c:v>
                      </c:pt>
                      <c:pt idx="1101">
                        <c:v>131.934</c:v>
                      </c:pt>
                      <c:pt idx="1102">
                        <c:v>129.25899999999999</c:v>
                      </c:pt>
                      <c:pt idx="1103">
                        <c:v>137.10400000000001</c:v>
                      </c:pt>
                      <c:pt idx="1104">
                        <c:v>135.73599999999999</c:v>
                      </c:pt>
                      <c:pt idx="1105">
                        <c:v>142.066</c:v>
                      </c:pt>
                      <c:pt idx="1106">
                        <c:v>139.505</c:v>
                      </c:pt>
                      <c:pt idx="1107">
                        <c:v>150.39599999999999</c:v>
                      </c:pt>
                      <c:pt idx="1108">
                        <c:v>160.495</c:v>
                      </c:pt>
                      <c:pt idx="1109">
                        <c:v>161.89599999999999</c:v>
                      </c:pt>
                      <c:pt idx="1110">
                        <c:v>170.62700000000001</c:v>
                      </c:pt>
                      <c:pt idx="1111">
                        <c:v>174.40100000000001</c:v>
                      </c:pt>
                      <c:pt idx="1112">
                        <c:v>169.934</c:v>
                      </c:pt>
                      <c:pt idx="1113">
                        <c:v>169.286</c:v>
                      </c:pt>
                      <c:pt idx="1114">
                        <c:v>167.995</c:v>
                      </c:pt>
                      <c:pt idx="1115">
                        <c:v>166.05600000000001</c:v>
                      </c:pt>
                      <c:pt idx="1116">
                        <c:v>165.114</c:v>
                      </c:pt>
                      <c:pt idx="1117">
                        <c:v>167.40600000000001</c:v>
                      </c:pt>
                      <c:pt idx="1118">
                        <c:v>170.505</c:v>
                      </c:pt>
                      <c:pt idx="1119">
                        <c:v>171.434</c:v>
                      </c:pt>
                      <c:pt idx="1120">
                        <c:v>170.82499999999999</c:v>
                      </c:pt>
                      <c:pt idx="1121">
                        <c:v>161.26900000000001</c:v>
                      </c:pt>
                      <c:pt idx="1122">
                        <c:v>156.929</c:v>
                      </c:pt>
                      <c:pt idx="1123">
                        <c:v>150.995</c:v>
                      </c:pt>
                      <c:pt idx="1124">
                        <c:v>148.83500000000001</c:v>
                      </c:pt>
                      <c:pt idx="1125">
                        <c:v>139.39099999999999</c:v>
                      </c:pt>
                      <c:pt idx="1126">
                        <c:v>139.34</c:v>
                      </c:pt>
                      <c:pt idx="1127">
                        <c:v>146.26400000000001</c:v>
                      </c:pt>
                      <c:pt idx="1128">
                        <c:v>144.33500000000001</c:v>
                      </c:pt>
                      <c:pt idx="1129">
                        <c:v>146.66499999999999</c:v>
                      </c:pt>
                      <c:pt idx="1130">
                        <c:v>143.53299999999999</c:v>
                      </c:pt>
                      <c:pt idx="1131">
                        <c:v>143.934</c:v>
                      </c:pt>
                      <c:pt idx="1132">
                        <c:v>145.566</c:v>
                      </c:pt>
                      <c:pt idx="1133">
                        <c:v>148.16499999999999</c:v>
                      </c:pt>
                      <c:pt idx="1134">
                        <c:v>153.26400000000001</c:v>
                      </c:pt>
                      <c:pt idx="1135">
                        <c:v>151.066</c:v>
                      </c:pt>
                      <c:pt idx="1136">
                        <c:v>150.76900000000001</c:v>
                      </c:pt>
                      <c:pt idx="1137">
                        <c:v>156.071</c:v>
                      </c:pt>
                      <c:pt idx="1138">
                        <c:v>159.995</c:v>
                      </c:pt>
                      <c:pt idx="1139">
                        <c:v>157.13200000000001</c:v>
                      </c:pt>
                      <c:pt idx="1140">
                        <c:v>158.66499999999999</c:v>
                      </c:pt>
                      <c:pt idx="1141">
                        <c:v>156.863</c:v>
                      </c:pt>
                      <c:pt idx="1142">
                        <c:v>156.34</c:v>
                      </c:pt>
                      <c:pt idx="1143">
                        <c:v>160.071</c:v>
                      </c:pt>
                      <c:pt idx="1144">
                        <c:v>162.708</c:v>
                      </c:pt>
                      <c:pt idx="1145">
                        <c:v>164.297</c:v>
                      </c:pt>
                      <c:pt idx="1146">
                        <c:v>164.797</c:v>
                      </c:pt>
                      <c:pt idx="1147">
                        <c:v>165.16</c:v>
                      </c:pt>
                      <c:pt idx="1148">
                        <c:v>162.59399999999999</c:v>
                      </c:pt>
                      <c:pt idx="1149">
                        <c:v>164.56100000000001</c:v>
                      </c:pt>
                      <c:pt idx="1150">
                        <c:v>164.23099999999999</c:v>
                      </c:pt>
                      <c:pt idx="1151">
                        <c:v>163.53800000000001</c:v>
                      </c:pt>
                      <c:pt idx="1152">
                        <c:v>159.75899999999999</c:v>
                      </c:pt>
                      <c:pt idx="1153">
                        <c:v>159.934</c:v>
                      </c:pt>
                      <c:pt idx="1154">
                        <c:v>160.03299999999999</c:v>
                      </c:pt>
                      <c:pt idx="1155">
                        <c:v>162.97200000000001</c:v>
                      </c:pt>
                      <c:pt idx="1156">
                        <c:v>167.06100000000001</c:v>
                      </c:pt>
                      <c:pt idx="1157">
                        <c:v>178.89599999999999</c:v>
                      </c:pt>
                      <c:pt idx="1158">
                        <c:v>184.23099999999999</c:v>
                      </c:pt>
                      <c:pt idx="1159">
                        <c:v>178.434</c:v>
                      </c:pt>
                      <c:pt idx="1160">
                        <c:v>191.13200000000001</c:v>
                      </c:pt>
                      <c:pt idx="1161">
                        <c:v>190.23599999999999</c:v>
                      </c:pt>
                      <c:pt idx="1162">
                        <c:v>193.21600000000001</c:v>
                      </c:pt>
                      <c:pt idx="1163">
                        <c:v>190.46199999999999</c:v>
                      </c:pt>
                      <c:pt idx="1164">
                        <c:v>219.851</c:v>
                      </c:pt>
                      <c:pt idx="1165">
                        <c:v>272.40600000000001</c:v>
                      </c:pt>
                      <c:pt idx="1166">
                        <c:v>285.48700000000002</c:v>
                      </c:pt>
                      <c:pt idx="1167">
                        <c:v>262.64</c:v>
                      </c:pt>
                      <c:pt idx="1168">
                        <c:v>194.274</c:v>
                      </c:pt>
                      <c:pt idx="1169">
                        <c:v>188.43600000000001</c:v>
                      </c:pt>
                      <c:pt idx="1170">
                        <c:v>191.863</c:v>
                      </c:pt>
                      <c:pt idx="1171">
                        <c:v>191.07599999999999</c:v>
                      </c:pt>
                      <c:pt idx="1172">
                        <c:v>185.434</c:v>
                      </c:pt>
                      <c:pt idx="1173">
                        <c:v>193.17500000000001</c:v>
                      </c:pt>
                      <c:pt idx="1174">
                        <c:v>220.251</c:v>
                      </c:pt>
                      <c:pt idx="1175">
                        <c:v>200.749</c:v>
                      </c:pt>
                      <c:pt idx="1176">
                        <c:v>202.08600000000001</c:v>
                      </c:pt>
                      <c:pt idx="1177">
                        <c:v>216.98</c:v>
                      </c:pt>
                      <c:pt idx="1178">
                        <c:v>211.756</c:v>
                      </c:pt>
                      <c:pt idx="1179">
                        <c:v>266.67700000000002</c:v>
                      </c:pt>
                      <c:pt idx="1180">
                        <c:v>272.80900000000003</c:v>
                      </c:pt>
                      <c:pt idx="1181">
                        <c:v>326.67099999999999</c:v>
                      </c:pt>
                      <c:pt idx="1182">
                        <c:v>330.476</c:v>
                      </c:pt>
                      <c:pt idx="1183">
                        <c:v>406.82</c:v>
                      </c:pt>
                      <c:pt idx="1184">
                        <c:v>406.48500000000001</c:v>
                      </c:pt>
                      <c:pt idx="1185">
                        <c:v>279.964</c:v>
                      </c:pt>
                      <c:pt idx="1186">
                        <c:v>318.09899999999999</c:v>
                      </c:pt>
                      <c:pt idx="1187">
                        <c:v>330.82499999999999</c:v>
                      </c:pt>
                      <c:pt idx="1188">
                        <c:v>328.30399999999997</c:v>
                      </c:pt>
                      <c:pt idx="1189">
                        <c:v>330.82499999999999</c:v>
                      </c:pt>
                      <c:pt idx="1190">
                        <c:v>369.74900000000002</c:v>
                      </c:pt>
                      <c:pt idx="1191">
                        <c:v>550.33500000000004</c:v>
                      </c:pt>
                      <c:pt idx="1192">
                        <c:v>598.66</c:v>
                      </c:pt>
                      <c:pt idx="1193">
                        <c:v>593.66899999999998</c:v>
                      </c:pt>
                      <c:pt idx="1194">
                        <c:v>550.20699999999999</c:v>
                      </c:pt>
                      <c:pt idx="1195">
                        <c:v>474.55099999999999</c:v>
                      </c:pt>
                      <c:pt idx="1196">
                        <c:v>398.68099999999998</c:v>
                      </c:pt>
                      <c:pt idx="1197">
                        <c:v>356.44400000000002</c:v>
                      </c:pt>
                      <c:pt idx="1198">
                        <c:v>319.97500000000002</c:v>
                      </c:pt>
                      <c:pt idx="1199">
                        <c:v>308.19299999999998</c:v>
                      </c:pt>
                      <c:pt idx="1200">
                        <c:v>278.83</c:v>
                      </c:pt>
                      <c:pt idx="1201">
                        <c:v>311.62200000000001</c:v>
                      </c:pt>
                      <c:pt idx="1202">
                        <c:v>339.06599999999997</c:v>
                      </c:pt>
                      <c:pt idx="1203">
                        <c:v>317.83100000000002</c:v>
                      </c:pt>
                      <c:pt idx="1204">
                        <c:v>304.779</c:v>
                      </c:pt>
                      <c:pt idx="1205">
                        <c:v>305.52</c:v>
                      </c:pt>
                      <c:pt idx="1206">
                        <c:v>357.65499999999997</c:v>
                      </c:pt>
                      <c:pt idx="1207">
                        <c:v>360.28500000000003</c:v>
                      </c:pt>
                      <c:pt idx="1208">
                        <c:v>361.97199999999998</c:v>
                      </c:pt>
                      <c:pt idx="1209">
                        <c:v>357.89400000000001</c:v>
                      </c:pt>
                      <c:pt idx="1210">
                        <c:v>373.06099999999998</c:v>
                      </c:pt>
                      <c:pt idx="1211">
                        <c:v>416.505</c:v>
                      </c:pt>
                      <c:pt idx="1212">
                        <c:v>453</c:v>
                      </c:pt>
                      <c:pt idx="1213">
                        <c:v>437.726</c:v>
                      </c:pt>
                      <c:pt idx="1214">
                        <c:v>380.74099999999999</c:v>
                      </c:pt>
                      <c:pt idx="1215">
                        <c:v>346.28399999999999</c:v>
                      </c:pt>
                      <c:pt idx="1216">
                        <c:v>342.39100000000002</c:v>
                      </c:pt>
                      <c:pt idx="1217">
                        <c:v>343.97</c:v>
                      </c:pt>
                      <c:pt idx="1218">
                        <c:v>330.49</c:v>
                      </c:pt>
                      <c:pt idx="1219">
                        <c:v>363.97699999999998</c:v>
                      </c:pt>
                      <c:pt idx="1220">
                        <c:v>356.02300000000002</c:v>
                      </c:pt>
                      <c:pt idx="1221">
                        <c:v>373.43400000000003</c:v>
                      </c:pt>
                      <c:pt idx="1222">
                        <c:v>403.20100000000002</c:v>
                      </c:pt>
                      <c:pt idx="1223">
                        <c:v>418.07900000000001</c:v>
                      </c:pt>
                      <c:pt idx="1224">
                        <c:v>379.96699999999998</c:v>
                      </c:pt>
                      <c:pt idx="1225">
                        <c:v>390.49</c:v>
                      </c:pt>
                      <c:pt idx="1226">
                        <c:v>381.29700000000003</c:v>
                      </c:pt>
                      <c:pt idx="1227">
                        <c:v>376.89100000000002</c:v>
                      </c:pt>
                      <c:pt idx="1228">
                        <c:v>393.17599999999999</c:v>
                      </c:pt>
                      <c:pt idx="1229">
                        <c:v>407.39299999999997</c:v>
                      </c:pt>
                      <c:pt idx="1230">
                        <c:v>377.63799999999998</c:v>
                      </c:pt>
                      <c:pt idx="1231">
                        <c:v>335.30500000000001</c:v>
                      </c:pt>
                      <c:pt idx="1232">
                        <c:v>324.142</c:v>
                      </c:pt>
                      <c:pt idx="1233">
                        <c:v>313.40699999999998</c:v>
                      </c:pt>
                      <c:pt idx="1234">
                        <c:v>313.22899999999998</c:v>
                      </c:pt>
                      <c:pt idx="1235">
                        <c:v>315.59699999999998</c:v>
                      </c:pt>
                      <c:pt idx="1236">
                        <c:v>315.59699999999998</c:v>
                      </c:pt>
                      <c:pt idx="1237">
                        <c:v>315.59699999999998</c:v>
                      </c:pt>
                      <c:pt idx="1238">
                        <c:v>310.82499999999999</c:v>
                      </c:pt>
                      <c:pt idx="1239">
                        <c:v>310.39600000000002</c:v>
                      </c:pt>
                      <c:pt idx="1240">
                        <c:v>309.17500000000001</c:v>
                      </c:pt>
                      <c:pt idx="1241">
                        <c:v>309.17500000000001</c:v>
                      </c:pt>
                      <c:pt idx="1242">
                        <c:v>309.17500000000001</c:v>
                      </c:pt>
                      <c:pt idx="1243">
                        <c:v>301.54300000000001</c:v>
                      </c:pt>
                      <c:pt idx="1244">
                        <c:v>298.46199999999999</c:v>
                      </c:pt>
                      <c:pt idx="1245">
                        <c:v>308.71800000000002</c:v>
                      </c:pt>
                      <c:pt idx="1246">
                        <c:v>321.85300000000001</c:v>
                      </c:pt>
                      <c:pt idx="1247">
                        <c:v>317.59899999999999</c:v>
                      </c:pt>
                      <c:pt idx="1248">
                        <c:v>330.584</c:v>
                      </c:pt>
                      <c:pt idx="1249">
                        <c:v>336.005</c:v>
                      </c:pt>
                      <c:pt idx="1250">
                        <c:v>354.79700000000003</c:v>
                      </c:pt>
                      <c:pt idx="1251">
                        <c:v>357.92399999999998</c:v>
                      </c:pt>
                      <c:pt idx="1252">
                        <c:v>337.06099999999998</c:v>
                      </c:pt>
                      <c:pt idx="1253">
                        <c:v>332.17500000000001</c:v>
                      </c:pt>
                      <c:pt idx="1254">
                        <c:v>363.81299999999999</c:v>
                      </c:pt>
                      <c:pt idx="1255">
                        <c:v>369.995</c:v>
                      </c:pt>
                      <c:pt idx="1256">
                        <c:v>368.42500000000001</c:v>
                      </c:pt>
                      <c:pt idx="1257">
                        <c:v>359.05099999999999</c:v>
                      </c:pt>
                      <c:pt idx="1258">
                        <c:v>345.952</c:v>
                      </c:pt>
                      <c:pt idx="1259">
                        <c:v>355</c:v>
                      </c:pt>
                      <c:pt idx="1260">
                        <c:v>340.36799999999999</c:v>
                      </c:pt>
                      <c:pt idx="1261">
                        <c:v>358</c:v>
                      </c:pt>
                      <c:pt idx="1262">
                        <c:v>369.85</c:v>
                      </c:pt>
                      <c:pt idx="1263">
                        <c:v>379.66699999999997</c:v>
                      </c:pt>
                      <c:pt idx="1264">
                        <c:v>382.51</c:v>
                      </c:pt>
                      <c:pt idx="1265">
                        <c:v>408.66699999999997</c:v>
                      </c:pt>
                      <c:pt idx="1266">
                        <c:v>411.262</c:v>
                      </c:pt>
                      <c:pt idx="1267">
                        <c:v>382.95</c:v>
                      </c:pt>
                      <c:pt idx="1268">
                        <c:v>376.66699999999997</c:v>
                      </c:pt>
                      <c:pt idx="1269">
                        <c:v>410</c:v>
                      </c:pt>
                      <c:pt idx="1270">
                        <c:v>419.86</c:v>
                      </c:pt>
                      <c:pt idx="1271">
                        <c:v>443.63</c:v>
                      </c:pt>
                      <c:pt idx="1272">
                        <c:v>432.64800000000002</c:v>
                      </c:pt>
                      <c:pt idx="1273">
                        <c:v>440.065</c:v>
                      </c:pt>
                      <c:pt idx="1274">
                        <c:v>462.31</c:v>
                      </c:pt>
                      <c:pt idx="1275">
                        <c:v>447</c:v>
                      </c:pt>
                      <c:pt idx="1276">
                        <c:v>451.19499999999999</c:v>
                      </c:pt>
                      <c:pt idx="1277">
                        <c:v>471.34800000000001</c:v>
                      </c:pt>
                      <c:pt idx="1278">
                        <c:v>484.33300000000003</c:v>
                      </c:pt>
                      <c:pt idx="1279">
                        <c:v>461</c:v>
                      </c:pt>
                      <c:pt idx="1280">
                        <c:v>463.22399999999999</c:v>
                      </c:pt>
                      <c:pt idx="1281">
                        <c:v>464.66699999999997</c:v>
                      </c:pt>
                      <c:pt idx="1282">
                        <c:v>473.22</c:v>
                      </c:pt>
                      <c:pt idx="1283">
                        <c:v>494</c:v>
                      </c:pt>
                      <c:pt idx="1284">
                        <c:v>487.17700000000002</c:v>
                      </c:pt>
                      <c:pt idx="1285">
                        <c:v>474</c:v>
                      </c:pt>
                      <c:pt idx="1286">
                        <c:v>492.33300000000003</c:v>
                      </c:pt>
                      <c:pt idx="1287">
                        <c:v>491.99200000000002</c:v>
                      </c:pt>
                      <c:pt idx="1288">
                        <c:v>498.01499999999999</c:v>
                      </c:pt>
                      <c:pt idx="1289">
                        <c:v>470.15499999999997</c:v>
                      </c:pt>
                      <c:pt idx="1290">
                        <c:v>464</c:v>
                      </c:pt>
                      <c:pt idx="1291">
                        <c:v>448.4</c:v>
                      </c:pt>
                      <c:pt idx="1292">
                        <c:v>436.56900000000002</c:v>
                      </c:pt>
                      <c:pt idx="1293">
                        <c:v>421.827</c:v>
                      </c:pt>
                      <c:pt idx="1294">
                        <c:v>424.30700000000002</c:v>
                      </c:pt>
                      <c:pt idx="1295">
                        <c:v>418.66699999999997</c:v>
                      </c:pt>
                      <c:pt idx="1296">
                        <c:v>415.125</c:v>
                      </c:pt>
                      <c:pt idx="1297">
                        <c:v>422.911</c:v>
                      </c:pt>
                      <c:pt idx="1298">
                        <c:v>400.87400000000002</c:v>
                      </c:pt>
                      <c:pt idx="1299">
                        <c:v>413.66300000000001</c:v>
                      </c:pt>
                      <c:pt idx="1300">
                        <c:v>401.79399999999998</c:v>
                      </c:pt>
                      <c:pt idx="1301">
                        <c:v>382.66699999999997</c:v>
                      </c:pt>
                      <c:pt idx="1302">
                        <c:v>388.95499999999998</c:v>
                      </c:pt>
                      <c:pt idx="1303">
                        <c:v>413.33300000000003</c:v>
                      </c:pt>
                      <c:pt idx="1304">
                        <c:v>400.44099999999997</c:v>
                      </c:pt>
                      <c:pt idx="1305">
                        <c:v>392.91899999999998</c:v>
                      </c:pt>
                      <c:pt idx="1306">
                        <c:v>368.97</c:v>
                      </c:pt>
                      <c:pt idx="1307">
                        <c:v>346.66</c:v>
                      </c:pt>
                      <c:pt idx="1308">
                        <c:v>349.77100000000002</c:v>
                      </c:pt>
                      <c:pt idx="1309">
                        <c:v>353.75</c:v>
                      </c:pt>
                      <c:pt idx="1310">
                        <c:v>338.66699999999997</c:v>
                      </c:pt>
                      <c:pt idx="1311">
                        <c:v>323.90800000000002</c:v>
                      </c:pt>
                      <c:pt idx="1312">
                        <c:v>325.57600000000002</c:v>
                      </c:pt>
                      <c:pt idx="1313">
                        <c:v>327.93400000000003</c:v>
                      </c:pt>
                      <c:pt idx="1314">
                        <c:v>319.19</c:v>
                      </c:pt>
                      <c:pt idx="1315">
                        <c:v>319.46899999999999</c:v>
                      </c:pt>
                      <c:pt idx="1316">
                        <c:v>312.33300000000003</c:v>
                      </c:pt>
                      <c:pt idx="1317">
                        <c:v>313.43099999999998</c:v>
                      </c:pt>
                      <c:pt idx="1318">
                        <c:v>332.66699999999997</c:v>
                      </c:pt>
                      <c:pt idx="1319">
                        <c:v>322.06200000000001</c:v>
                      </c:pt>
                      <c:pt idx="1320">
                        <c:v>327.142</c:v>
                      </c:pt>
                      <c:pt idx="1321">
                        <c:v>321.79700000000003</c:v>
                      </c:pt>
                      <c:pt idx="1322">
                        <c:v>312.09699999999998</c:v>
                      </c:pt>
                      <c:pt idx="1323">
                        <c:v>325.30900000000003</c:v>
                      </c:pt>
                      <c:pt idx="1324">
                        <c:v>320.22800000000001</c:v>
                      </c:pt>
                      <c:pt idx="1325">
                        <c:v>302.92099999999999</c:v>
                      </c:pt>
                      <c:pt idx="1326">
                        <c:v>303.45100000000002</c:v>
                      </c:pt>
                      <c:pt idx="1327">
                        <c:v>303.20800000000003</c:v>
                      </c:pt>
                      <c:pt idx="1328">
                        <c:v>289.94200000000001</c:v>
                      </c:pt>
                      <c:pt idx="1329">
                        <c:v>270.55399999999997</c:v>
                      </c:pt>
                      <c:pt idx="1330">
                        <c:v>248</c:v>
                      </c:pt>
                      <c:pt idx="1331">
                        <c:v>238</c:v>
                      </c:pt>
                      <c:pt idx="1332">
                        <c:v>240.90600000000001</c:v>
                      </c:pt>
                      <c:pt idx="1333">
                        <c:v>252.898</c:v>
                      </c:pt>
                      <c:pt idx="1334">
                        <c:v>253.667</c:v>
                      </c:pt>
                      <c:pt idx="1335">
                        <c:v>262</c:v>
                      </c:pt>
                      <c:pt idx="1336">
                        <c:v>256</c:v>
                      </c:pt>
                      <c:pt idx="1337">
                        <c:v>255.578</c:v>
                      </c:pt>
                      <c:pt idx="1338">
                        <c:v>244</c:v>
                      </c:pt>
                      <c:pt idx="1339">
                        <c:v>232.91</c:v>
                      </c:pt>
                      <c:pt idx="1340">
                        <c:v>225.78399999999999</c:v>
                      </c:pt>
                      <c:pt idx="1341">
                        <c:v>235.667</c:v>
                      </c:pt>
                      <c:pt idx="1342">
                        <c:v>237.352</c:v>
                      </c:pt>
                      <c:pt idx="1343">
                        <c:v>236.21299999999999</c:v>
                      </c:pt>
                      <c:pt idx="1344">
                        <c:v>228.333</c:v>
                      </c:pt>
                      <c:pt idx="1345">
                        <c:v>230.38</c:v>
                      </c:pt>
                      <c:pt idx="1346">
                        <c:v>227.762</c:v>
                      </c:pt>
                      <c:pt idx="1347">
                        <c:v>221.06</c:v>
                      </c:pt>
                      <c:pt idx="1348">
                        <c:v>208.417</c:v>
                      </c:pt>
                      <c:pt idx="1349">
                        <c:v>207.934</c:v>
                      </c:pt>
                      <c:pt idx="1350">
                        <c:v>214.53</c:v>
                      </c:pt>
                      <c:pt idx="1351">
                        <c:v>209.822</c:v>
                      </c:pt>
                      <c:pt idx="1352">
                        <c:v>204.08600000000001</c:v>
                      </c:pt>
                      <c:pt idx="1353">
                        <c:v>208.75700000000001</c:v>
                      </c:pt>
                      <c:pt idx="1354">
                        <c:v>203.595</c:v>
                      </c:pt>
                      <c:pt idx="1355">
                        <c:v>207.036</c:v>
                      </c:pt>
                      <c:pt idx="1356">
                        <c:v>207.42099999999999</c:v>
                      </c:pt>
                      <c:pt idx="1357">
                        <c:v>207.791</c:v>
                      </c:pt>
                      <c:pt idx="1358">
                        <c:v>213.05500000000001</c:v>
                      </c:pt>
                      <c:pt idx="1359">
                        <c:v>221.41300000000001</c:v>
                      </c:pt>
                      <c:pt idx="1360">
                        <c:v>228.893</c:v>
                      </c:pt>
                      <c:pt idx="1361">
                        <c:v>224.88300000000001</c:v>
                      </c:pt>
                      <c:pt idx="1362">
                        <c:v>225.315</c:v>
                      </c:pt>
                      <c:pt idx="1363">
                        <c:v>242.059</c:v>
                      </c:pt>
                      <c:pt idx="1364">
                        <c:v>237.898</c:v>
                      </c:pt>
                      <c:pt idx="1365">
                        <c:v>223.71199999999999</c:v>
                      </c:pt>
                      <c:pt idx="1366">
                        <c:v>219.208</c:v>
                      </c:pt>
                      <c:pt idx="1367">
                        <c:v>213.75899999999999</c:v>
                      </c:pt>
                      <c:pt idx="1368">
                        <c:v>205.77099999999999</c:v>
                      </c:pt>
                      <c:pt idx="1369">
                        <c:v>203.69900000000001</c:v>
                      </c:pt>
                      <c:pt idx="1370">
                        <c:v>200.71299999999999</c:v>
                      </c:pt>
                      <c:pt idx="1371">
                        <c:v>206.446</c:v>
                      </c:pt>
                      <c:pt idx="1372">
                        <c:v>205.98500000000001</c:v>
                      </c:pt>
                      <c:pt idx="1373">
                        <c:v>207.99199999999999</c:v>
                      </c:pt>
                      <c:pt idx="1374">
                        <c:v>218.167</c:v>
                      </c:pt>
                      <c:pt idx="1375">
                        <c:v>226.982</c:v>
                      </c:pt>
                      <c:pt idx="1376">
                        <c:v>223</c:v>
                      </c:pt>
                      <c:pt idx="1377">
                        <c:v>226.315</c:v>
                      </c:pt>
                      <c:pt idx="1378">
                        <c:v>223.68299999999999</c:v>
                      </c:pt>
                      <c:pt idx="1379">
                        <c:v>222.898</c:v>
                      </c:pt>
                      <c:pt idx="1380">
                        <c:v>216.309</c:v>
                      </c:pt>
                      <c:pt idx="1381">
                        <c:v>212.41499999999999</c:v>
                      </c:pt>
                      <c:pt idx="1382">
                        <c:v>207.553</c:v>
                      </c:pt>
                      <c:pt idx="1383">
                        <c:v>202.846</c:v>
                      </c:pt>
                      <c:pt idx="1384">
                        <c:v>193.49700000000001</c:v>
                      </c:pt>
                      <c:pt idx="1385">
                        <c:v>196.221</c:v>
                      </c:pt>
                      <c:pt idx="1386">
                        <c:v>178.06899999999999</c:v>
                      </c:pt>
                      <c:pt idx="1387">
                        <c:v>180.49700000000001</c:v>
                      </c:pt>
                      <c:pt idx="1388">
                        <c:v>171.82400000000001</c:v>
                      </c:pt>
                      <c:pt idx="1389">
                        <c:v>171.99199999999999</c:v>
                      </c:pt>
                      <c:pt idx="1390">
                        <c:v>180.70500000000001</c:v>
                      </c:pt>
                      <c:pt idx="1391">
                        <c:v>174.82300000000001</c:v>
                      </c:pt>
                      <c:pt idx="1392">
                        <c:v>171.77500000000001</c:v>
                      </c:pt>
                      <c:pt idx="1393">
                        <c:v>151.773</c:v>
                      </c:pt>
                      <c:pt idx="1394">
                        <c:v>152.11699999999999</c:v>
                      </c:pt>
                      <c:pt idx="1395">
                        <c:v>150.208</c:v>
                      </c:pt>
                      <c:pt idx="1396">
                        <c:v>155.98099999999999</c:v>
                      </c:pt>
                      <c:pt idx="1397">
                        <c:v>145</c:v>
                      </c:pt>
                      <c:pt idx="1398">
                        <c:v>149.221</c:v>
                      </c:pt>
                      <c:pt idx="1399">
                        <c:v>160.36600000000001</c:v>
                      </c:pt>
                      <c:pt idx="1400">
                        <c:v>160.191</c:v>
                      </c:pt>
                      <c:pt idx="1401">
                        <c:v>159.33500000000001</c:v>
                      </c:pt>
                      <c:pt idx="1402">
                        <c:v>163.66999999999999</c:v>
                      </c:pt>
                      <c:pt idx="1403">
                        <c:v>169.42400000000001</c:v>
                      </c:pt>
                      <c:pt idx="1404">
                        <c:v>162.375</c:v>
                      </c:pt>
                      <c:pt idx="1405">
                        <c:v>166.744</c:v>
                      </c:pt>
                      <c:pt idx="1406">
                        <c:v>163.19499999999999</c:v>
                      </c:pt>
                      <c:pt idx="1407">
                        <c:v>157.85499999999999</c:v>
                      </c:pt>
                      <c:pt idx="1408">
                        <c:v>155.071</c:v>
                      </c:pt>
                      <c:pt idx="1409">
                        <c:v>155.97399999999999</c:v>
                      </c:pt>
                      <c:pt idx="1410">
                        <c:v>162.28399999999999</c:v>
                      </c:pt>
                      <c:pt idx="1411">
                        <c:v>163.25</c:v>
                      </c:pt>
                      <c:pt idx="1412">
                        <c:v>164.084</c:v>
                      </c:pt>
                      <c:pt idx="1413">
                        <c:v>170.20699999999999</c:v>
                      </c:pt>
                      <c:pt idx="1414">
                        <c:v>178.44300000000001</c:v>
                      </c:pt>
                      <c:pt idx="1415">
                        <c:v>175.62</c:v>
                      </c:pt>
                      <c:pt idx="1416">
                        <c:v>166.542</c:v>
                      </c:pt>
                      <c:pt idx="1417">
                        <c:v>162.16</c:v>
                      </c:pt>
                      <c:pt idx="1418">
                        <c:v>162.774</c:v>
                      </c:pt>
                      <c:pt idx="1419">
                        <c:v>154.834</c:v>
                      </c:pt>
                      <c:pt idx="1420">
                        <c:v>155.62</c:v>
                      </c:pt>
                      <c:pt idx="1421">
                        <c:v>152.47</c:v>
                      </c:pt>
                      <c:pt idx="1422">
                        <c:v>154.42099999999999</c:v>
                      </c:pt>
                      <c:pt idx="1423">
                        <c:v>149.511</c:v>
                      </c:pt>
                      <c:pt idx="1424">
                        <c:v>146.577</c:v>
                      </c:pt>
                      <c:pt idx="1425">
                        <c:v>136.875</c:v>
                      </c:pt>
                      <c:pt idx="1426">
                        <c:v>139.80099999999999</c:v>
                      </c:pt>
                      <c:pt idx="1427">
                        <c:v>144.31399999999999</c:v>
                      </c:pt>
                      <c:pt idx="1428">
                        <c:v>150.28</c:v>
                      </c:pt>
                      <c:pt idx="1429">
                        <c:v>146.102</c:v>
                      </c:pt>
                      <c:pt idx="1430">
                        <c:v>150.095</c:v>
                      </c:pt>
                      <c:pt idx="1431">
                        <c:v>157.214</c:v>
                      </c:pt>
                      <c:pt idx="1432">
                        <c:v>160.714</c:v>
                      </c:pt>
                      <c:pt idx="1433">
                        <c:v>159.131</c:v>
                      </c:pt>
                      <c:pt idx="1434">
                        <c:v>157.54900000000001</c:v>
                      </c:pt>
                      <c:pt idx="1435">
                        <c:v>154.167</c:v>
                      </c:pt>
                      <c:pt idx="1436">
                        <c:v>163.71100000000001</c:v>
                      </c:pt>
                      <c:pt idx="1437">
                        <c:v>162.11000000000001</c:v>
                      </c:pt>
                      <c:pt idx="1438">
                        <c:v>152.119</c:v>
                      </c:pt>
                      <c:pt idx="1439">
                        <c:v>144.727</c:v>
                      </c:pt>
                      <c:pt idx="1440">
                        <c:v>150.03100000000001</c:v>
                      </c:pt>
                      <c:pt idx="1441">
                        <c:v>145.91800000000001</c:v>
                      </c:pt>
                      <c:pt idx="1442">
                        <c:v>141.661</c:v>
                      </c:pt>
                      <c:pt idx="1443">
                        <c:v>143.655</c:v>
                      </c:pt>
                      <c:pt idx="1444">
                        <c:v>144.88999999999999</c:v>
                      </c:pt>
                      <c:pt idx="1445">
                        <c:v>141.173</c:v>
                      </c:pt>
                      <c:pt idx="1446">
                        <c:v>144.667</c:v>
                      </c:pt>
                      <c:pt idx="1447">
                        <c:v>146.94999999999999</c:v>
                      </c:pt>
                      <c:pt idx="1448">
                        <c:v>145.53100000000001</c:v>
                      </c:pt>
                      <c:pt idx="1449">
                        <c:v>150.452</c:v>
                      </c:pt>
                      <c:pt idx="1450">
                        <c:v>160.56</c:v>
                      </c:pt>
                      <c:pt idx="1451">
                        <c:v>157.38499999999999</c:v>
                      </c:pt>
                      <c:pt idx="1452">
                        <c:v>159.81800000000001</c:v>
                      </c:pt>
                      <c:pt idx="1453">
                        <c:v>171.50899999999999</c:v>
                      </c:pt>
                      <c:pt idx="1454">
                        <c:v>173.81100000000001</c:v>
                      </c:pt>
                      <c:pt idx="1455">
                        <c:v>178.84899999999999</c:v>
                      </c:pt>
                      <c:pt idx="1456">
                        <c:v>163.02000000000001</c:v>
                      </c:pt>
                      <c:pt idx="1457">
                        <c:v>167.792</c:v>
                      </c:pt>
                      <c:pt idx="1458">
                        <c:v>167.203</c:v>
                      </c:pt>
                      <c:pt idx="1459">
                        <c:v>170.36699999999999</c:v>
                      </c:pt>
                      <c:pt idx="1460">
                        <c:v>163.21799999999999</c:v>
                      </c:pt>
                      <c:pt idx="1461">
                        <c:v>160.75899999999999</c:v>
                      </c:pt>
                      <c:pt idx="1462">
                        <c:v>157.042</c:v>
                      </c:pt>
                      <c:pt idx="1463">
                        <c:v>144.381</c:v>
                      </c:pt>
                      <c:pt idx="1464">
                        <c:v>145.90100000000001</c:v>
                      </c:pt>
                      <c:pt idx="1465">
                        <c:v>145.16800000000001</c:v>
                      </c:pt>
                      <c:pt idx="1466">
                        <c:v>150.16499999999999</c:v>
                      </c:pt>
                      <c:pt idx="1467">
                        <c:v>149.21899999999999</c:v>
                      </c:pt>
                      <c:pt idx="1468">
                        <c:v>144.61600000000001</c:v>
                      </c:pt>
                      <c:pt idx="1469">
                        <c:v>146.333</c:v>
                      </c:pt>
                      <c:pt idx="1470">
                        <c:v>145.363</c:v>
                      </c:pt>
                      <c:pt idx="1471">
                        <c:v>148.995</c:v>
                      </c:pt>
                      <c:pt idx="1472">
                        <c:v>149.49600000000001</c:v>
                      </c:pt>
                      <c:pt idx="1473">
                        <c:v>148.352</c:v>
                      </c:pt>
                      <c:pt idx="1474">
                        <c:v>148.483</c:v>
                      </c:pt>
                      <c:pt idx="1475">
                        <c:v>143.86099999999999</c:v>
                      </c:pt>
                      <c:pt idx="1476">
                        <c:v>144.16999999999999</c:v>
                      </c:pt>
                      <c:pt idx="1477">
                        <c:v>153.083</c:v>
                      </c:pt>
                      <c:pt idx="1478">
                        <c:v>153.81800000000001</c:v>
                      </c:pt>
                      <c:pt idx="1479">
                        <c:v>144.453</c:v>
                      </c:pt>
                      <c:pt idx="1480">
                        <c:v>144.833</c:v>
                      </c:pt>
                      <c:pt idx="1481">
                        <c:v>149.244</c:v>
                      </c:pt>
                      <c:pt idx="1482">
                        <c:v>145.11799999999999</c:v>
                      </c:pt>
                      <c:pt idx="1483">
                        <c:v>144.96100000000001</c:v>
                      </c:pt>
                      <c:pt idx="1484">
                        <c:v>148.541</c:v>
                      </c:pt>
                      <c:pt idx="1485">
                        <c:v>151.89599999999999</c:v>
                      </c:pt>
                      <c:pt idx="1486">
                        <c:v>150.202</c:v>
                      </c:pt>
                      <c:pt idx="1487">
                        <c:v>149.03</c:v>
                      </c:pt>
                      <c:pt idx="1488">
                        <c:v>146.18600000000001</c:v>
                      </c:pt>
                      <c:pt idx="1489">
                        <c:v>143.69800000000001</c:v>
                      </c:pt>
                      <c:pt idx="1490">
                        <c:v>146.03200000000001</c:v>
                      </c:pt>
                      <c:pt idx="1491">
                        <c:v>150.89099999999999</c:v>
                      </c:pt>
                      <c:pt idx="1492">
                        <c:v>147.66200000000001</c:v>
                      </c:pt>
                      <c:pt idx="1493">
                        <c:v>145.78800000000001</c:v>
                      </c:pt>
                      <c:pt idx="1494">
                        <c:v>141.60499999999999</c:v>
                      </c:pt>
                      <c:pt idx="1495">
                        <c:v>143.142</c:v>
                      </c:pt>
                      <c:pt idx="1496">
                        <c:v>143.24</c:v>
                      </c:pt>
                      <c:pt idx="1497">
                        <c:v>142.06700000000001</c:v>
                      </c:pt>
                      <c:pt idx="1498">
                        <c:v>142.602</c:v>
                      </c:pt>
                      <c:pt idx="1499">
                        <c:v>142.79400000000001</c:v>
                      </c:pt>
                      <c:pt idx="1500">
                        <c:v>142.39099999999999</c:v>
                      </c:pt>
                      <c:pt idx="1501">
                        <c:v>142.94200000000001</c:v>
                      </c:pt>
                      <c:pt idx="1502">
                        <c:v>143.26900000000001</c:v>
                      </c:pt>
                      <c:pt idx="1503">
                        <c:v>134.59200000000001</c:v>
                      </c:pt>
                      <c:pt idx="1504">
                        <c:v>134.702</c:v>
                      </c:pt>
                      <c:pt idx="1505">
                        <c:v>133.49700000000001</c:v>
                      </c:pt>
                      <c:pt idx="1506">
                        <c:v>132.78399999999999</c:v>
                      </c:pt>
                      <c:pt idx="1507">
                        <c:v>131.864</c:v>
                      </c:pt>
                      <c:pt idx="1508">
                        <c:v>131.92500000000001</c:v>
                      </c:pt>
                      <c:pt idx="1509">
                        <c:v>135.14599999999999</c:v>
                      </c:pt>
                      <c:pt idx="1510">
                        <c:v>134.17699999999999</c:v>
                      </c:pt>
                      <c:pt idx="1511">
                        <c:v>139.13499999999999</c:v>
                      </c:pt>
                      <c:pt idx="1512">
                        <c:v>144.72800000000001</c:v>
                      </c:pt>
                      <c:pt idx="1513">
                        <c:v>145.416</c:v>
                      </c:pt>
                      <c:pt idx="1514">
                        <c:v>141.85</c:v>
                      </c:pt>
                      <c:pt idx="1515">
                        <c:v>144.92500000000001</c:v>
                      </c:pt>
                      <c:pt idx="1516">
                        <c:v>154.625</c:v>
                      </c:pt>
                      <c:pt idx="1517">
                        <c:v>158.77699999999999</c:v>
                      </c:pt>
                      <c:pt idx="1518">
                        <c:v>151.43</c:v>
                      </c:pt>
                      <c:pt idx="1519">
                        <c:v>158.91499999999999</c:v>
                      </c:pt>
                      <c:pt idx="1520">
                        <c:v>162.96700000000001</c:v>
                      </c:pt>
                      <c:pt idx="1521">
                        <c:v>167.31</c:v>
                      </c:pt>
                      <c:pt idx="1522">
                        <c:v>168.16800000000001</c:v>
                      </c:pt>
                      <c:pt idx="1523">
                        <c:v>164.90600000000001</c:v>
                      </c:pt>
                      <c:pt idx="1524">
                        <c:v>163.273</c:v>
                      </c:pt>
                      <c:pt idx="1525">
                        <c:v>165.53399999999999</c:v>
                      </c:pt>
                      <c:pt idx="1526">
                        <c:v>178.04</c:v>
                      </c:pt>
                      <c:pt idx="1527">
                        <c:v>177.006</c:v>
                      </c:pt>
                      <c:pt idx="1528">
                        <c:v>182.64</c:v>
                      </c:pt>
                      <c:pt idx="1529">
                        <c:v>173.29499999999999</c:v>
                      </c:pt>
                      <c:pt idx="1530">
                        <c:v>168.72300000000001</c:v>
                      </c:pt>
                      <c:pt idx="1531">
                        <c:v>163.32599999999999</c:v>
                      </c:pt>
                      <c:pt idx="1532">
                        <c:v>167.1</c:v>
                      </c:pt>
                      <c:pt idx="1533">
                        <c:v>167.107</c:v>
                      </c:pt>
                      <c:pt idx="1534">
                        <c:v>162.81100000000001</c:v>
                      </c:pt>
                      <c:pt idx="1535">
                        <c:v>163.64500000000001</c:v>
                      </c:pt>
                      <c:pt idx="1536">
                        <c:v>162.73500000000001</c:v>
                      </c:pt>
                      <c:pt idx="1537">
                        <c:v>159.233</c:v>
                      </c:pt>
                      <c:pt idx="1538">
                        <c:v>156.691</c:v>
                      </c:pt>
                      <c:pt idx="1539">
                        <c:v>161.20599999999999</c:v>
                      </c:pt>
                      <c:pt idx="1540">
                        <c:v>159.89400000000001</c:v>
                      </c:pt>
                      <c:pt idx="1541">
                        <c:v>158.63300000000001</c:v>
                      </c:pt>
                      <c:pt idx="1542">
                        <c:v>156.99199999999999</c:v>
                      </c:pt>
                      <c:pt idx="1543">
                        <c:v>153.54900000000001</c:v>
                      </c:pt>
                      <c:pt idx="1544">
                        <c:v>152.739</c:v>
                      </c:pt>
                      <c:pt idx="1545">
                        <c:v>153.02199999999999</c:v>
                      </c:pt>
                      <c:pt idx="1546">
                        <c:v>151.15</c:v>
                      </c:pt>
                      <c:pt idx="1547">
                        <c:v>146.178</c:v>
                      </c:pt>
                      <c:pt idx="1548">
                        <c:v>141.751</c:v>
                      </c:pt>
                      <c:pt idx="1549">
                        <c:v>140.102</c:v>
                      </c:pt>
                      <c:pt idx="1550">
                        <c:v>140.41399999999999</c:v>
                      </c:pt>
                      <c:pt idx="1551">
                        <c:v>137.75899999999999</c:v>
                      </c:pt>
                      <c:pt idx="1552">
                        <c:v>137.95699999999999</c:v>
                      </c:pt>
                      <c:pt idx="1553">
                        <c:v>140.35499999999999</c:v>
                      </c:pt>
                      <c:pt idx="1554">
                        <c:v>139.01499999999999</c:v>
                      </c:pt>
                      <c:pt idx="1555">
                        <c:v>136.417</c:v>
                      </c:pt>
                      <c:pt idx="1556">
                        <c:v>136.114</c:v>
                      </c:pt>
                      <c:pt idx="1557">
                        <c:v>139.46899999999999</c:v>
                      </c:pt>
                      <c:pt idx="1558">
                        <c:v>143.98400000000001</c:v>
                      </c:pt>
                      <c:pt idx="1559">
                        <c:v>144.25</c:v>
                      </c:pt>
                      <c:pt idx="1560">
                        <c:v>147.56700000000001</c:v>
                      </c:pt>
                      <c:pt idx="1561">
                        <c:v>148.43199999999999</c:v>
                      </c:pt>
                      <c:pt idx="1562">
                        <c:v>152.37100000000001</c:v>
                      </c:pt>
                      <c:pt idx="1563">
                        <c:v>152.33600000000001</c:v>
                      </c:pt>
                      <c:pt idx="1564">
                        <c:v>149.53200000000001</c:v>
                      </c:pt>
                      <c:pt idx="1565">
                        <c:v>150.096</c:v>
                      </c:pt>
                      <c:pt idx="1566">
                        <c:v>146.488</c:v>
                      </c:pt>
                      <c:pt idx="1567">
                        <c:v>145.43899999999999</c:v>
                      </c:pt>
                      <c:pt idx="1568">
                        <c:v>139.654</c:v>
                      </c:pt>
                      <c:pt idx="1569">
                        <c:v>140.90299999999999</c:v>
                      </c:pt>
                      <c:pt idx="1570">
                        <c:v>142.79499999999999</c:v>
                      </c:pt>
                      <c:pt idx="1571">
                        <c:v>142.18600000000001</c:v>
                      </c:pt>
                      <c:pt idx="1572">
                        <c:v>140.333</c:v>
                      </c:pt>
                      <c:pt idx="1573">
                        <c:v>136.464</c:v>
                      </c:pt>
                      <c:pt idx="1574">
                        <c:v>134.57499999999999</c:v>
                      </c:pt>
                      <c:pt idx="1575">
                        <c:v>131.333</c:v>
                      </c:pt>
                      <c:pt idx="1576">
                        <c:v>124.617</c:v>
                      </c:pt>
                      <c:pt idx="1577">
                        <c:v>130.477</c:v>
                      </c:pt>
                      <c:pt idx="1578">
                        <c:v>130.33699999999999</c:v>
                      </c:pt>
                      <c:pt idx="1579">
                        <c:v>127.625</c:v>
                      </c:pt>
                      <c:pt idx="1580">
                        <c:v>129.124</c:v>
                      </c:pt>
                      <c:pt idx="1581">
                        <c:v>132.89099999999999</c:v>
                      </c:pt>
                      <c:pt idx="1582">
                        <c:v>133.29599999999999</c:v>
                      </c:pt>
                      <c:pt idx="1583">
                        <c:v>136.36000000000001</c:v>
                      </c:pt>
                      <c:pt idx="1584">
                        <c:v>148.70099999999999</c:v>
                      </c:pt>
                      <c:pt idx="1585">
                        <c:v>145.51499999999999</c:v>
                      </c:pt>
                      <c:pt idx="1586">
                        <c:v>141.75</c:v>
                      </c:pt>
                      <c:pt idx="1587">
                        <c:v>146.15</c:v>
                      </c:pt>
                      <c:pt idx="1588">
                        <c:v>141.81</c:v>
                      </c:pt>
                      <c:pt idx="1589">
                        <c:v>154.22900000000001</c:v>
                      </c:pt>
                      <c:pt idx="1590">
                        <c:v>162.232</c:v>
                      </c:pt>
                      <c:pt idx="1591">
                        <c:v>182.71199999999999</c:v>
                      </c:pt>
                      <c:pt idx="1592">
                        <c:v>182.28299999999999</c:v>
                      </c:pt>
                      <c:pt idx="1593">
                        <c:v>155.245</c:v>
                      </c:pt>
                      <c:pt idx="1594">
                        <c:v>153.80099999999999</c:v>
                      </c:pt>
                      <c:pt idx="1595">
                        <c:v>142.012</c:v>
                      </c:pt>
                      <c:pt idx="1596">
                        <c:v>146.03100000000001</c:v>
                      </c:pt>
                      <c:pt idx="1597">
                        <c:v>157.125</c:v>
                      </c:pt>
                      <c:pt idx="1598">
                        <c:v>158.19499999999999</c:v>
                      </c:pt>
                      <c:pt idx="1599">
                        <c:v>169.87899999999999</c:v>
                      </c:pt>
                      <c:pt idx="1600">
                        <c:v>170.833</c:v>
                      </c:pt>
                      <c:pt idx="1601">
                        <c:v>186.15700000000001</c:v>
                      </c:pt>
                      <c:pt idx="1602">
                        <c:v>179.64699999999999</c:v>
                      </c:pt>
                      <c:pt idx="1603">
                        <c:v>179.33099999999999</c:v>
                      </c:pt>
                      <c:pt idx="1604">
                        <c:v>183.26300000000001</c:v>
                      </c:pt>
                      <c:pt idx="1605">
                        <c:v>173.37899999999999</c:v>
                      </c:pt>
                      <c:pt idx="1606">
                        <c:v>162.864</c:v>
                      </c:pt>
                      <c:pt idx="1607">
                        <c:v>162.733</c:v>
                      </c:pt>
                      <c:pt idx="1608">
                        <c:v>163.43</c:v>
                      </c:pt>
                      <c:pt idx="1609">
                        <c:v>162.625</c:v>
                      </c:pt>
                      <c:pt idx="1610">
                        <c:v>158.875</c:v>
                      </c:pt>
                      <c:pt idx="1611">
                        <c:v>158.58500000000001</c:v>
                      </c:pt>
                      <c:pt idx="1612">
                        <c:v>169.30099999999999</c:v>
                      </c:pt>
                      <c:pt idx="1613">
                        <c:v>171.81100000000001</c:v>
                      </c:pt>
                      <c:pt idx="1614">
                        <c:v>172.66499999999999</c:v>
                      </c:pt>
                      <c:pt idx="1615">
                        <c:v>166.65199999999999</c:v>
                      </c:pt>
                      <c:pt idx="1616">
                        <c:v>162.12100000000001</c:v>
                      </c:pt>
                      <c:pt idx="1617">
                        <c:v>163.09800000000001</c:v>
                      </c:pt>
                      <c:pt idx="1618">
                        <c:v>157.71899999999999</c:v>
                      </c:pt>
                      <c:pt idx="1619">
                        <c:v>155.13999999999999</c:v>
                      </c:pt>
                      <c:pt idx="1620">
                        <c:v>156.14699999999999</c:v>
                      </c:pt>
                      <c:pt idx="1621">
                        <c:v>152.29499999999999</c:v>
                      </c:pt>
                      <c:pt idx="1622">
                        <c:v>147.44200000000001</c:v>
                      </c:pt>
                      <c:pt idx="1623">
                        <c:v>145.702</c:v>
                      </c:pt>
                      <c:pt idx="1624">
                        <c:v>149.952</c:v>
                      </c:pt>
                      <c:pt idx="1625">
                        <c:v>149.29400000000001</c:v>
                      </c:pt>
                      <c:pt idx="1626">
                        <c:v>152.77000000000001</c:v>
                      </c:pt>
                      <c:pt idx="1627">
                        <c:v>148.833</c:v>
                      </c:pt>
                      <c:pt idx="1628">
                        <c:v>146.001</c:v>
                      </c:pt>
                      <c:pt idx="1629">
                        <c:v>153.10900000000001</c:v>
                      </c:pt>
                      <c:pt idx="1630">
                        <c:v>152.97800000000001</c:v>
                      </c:pt>
                      <c:pt idx="1631">
                        <c:v>153.053</c:v>
                      </c:pt>
                      <c:pt idx="1632">
                        <c:v>153.345</c:v>
                      </c:pt>
                      <c:pt idx="1633">
                        <c:v>153.65799999999999</c:v>
                      </c:pt>
                      <c:pt idx="1634">
                        <c:v>149.35400000000001</c:v>
                      </c:pt>
                      <c:pt idx="1635">
                        <c:v>144.785</c:v>
                      </c:pt>
                      <c:pt idx="1636">
                        <c:v>141.39599999999999</c:v>
                      </c:pt>
                      <c:pt idx="1637">
                        <c:v>139.85300000000001</c:v>
                      </c:pt>
                      <c:pt idx="1638">
                        <c:v>136.249</c:v>
                      </c:pt>
                      <c:pt idx="1639">
                        <c:v>131.28299999999999</c:v>
                      </c:pt>
                      <c:pt idx="1640">
                        <c:v>132.46</c:v>
                      </c:pt>
                      <c:pt idx="1641">
                        <c:v>133.113</c:v>
                      </c:pt>
                      <c:pt idx="1642">
                        <c:v>135.98400000000001</c:v>
                      </c:pt>
                      <c:pt idx="1643">
                        <c:v>136.126</c:v>
                      </c:pt>
                      <c:pt idx="1644">
                        <c:v>132.11000000000001</c:v>
                      </c:pt>
                      <c:pt idx="1645">
                        <c:v>132.33600000000001</c:v>
                      </c:pt>
                      <c:pt idx="1646">
                        <c:v>128.15600000000001</c:v>
                      </c:pt>
                      <c:pt idx="1647">
                        <c:v>127.33199999999999</c:v>
                      </c:pt>
                      <c:pt idx="1648">
                        <c:v>123.631</c:v>
                      </c:pt>
                      <c:pt idx="1649">
                        <c:v>124.402</c:v>
                      </c:pt>
                      <c:pt idx="1650">
                        <c:v>126.47</c:v>
                      </c:pt>
                      <c:pt idx="1651">
                        <c:v>123.688</c:v>
                      </c:pt>
                      <c:pt idx="1652">
                        <c:v>123.751</c:v>
                      </c:pt>
                      <c:pt idx="1653">
                        <c:v>118.854</c:v>
                      </c:pt>
                      <c:pt idx="1654">
                        <c:v>120.017</c:v>
                      </c:pt>
                      <c:pt idx="1655">
                        <c:v>120.49299999999999</c:v>
                      </c:pt>
                      <c:pt idx="1656">
                        <c:v>120.218</c:v>
                      </c:pt>
                      <c:pt idx="1657">
                        <c:v>119.672</c:v>
                      </c:pt>
                      <c:pt idx="1658">
                        <c:v>117.282</c:v>
                      </c:pt>
                      <c:pt idx="1659">
                        <c:v>119.098</c:v>
                      </c:pt>
                      <c:pt idx="1660">
                        <c:v>118.449</c:v>
                      </c:pt>
                      <c:pt idx="1661">
                        <c:v>119.61199999999999</c:v>
                      </c:pt>
                      <c:pt idx="1662">
                        <c:v>122.197</c:v>
                      </c:pt>
                      <c:pt idx="1663">
                        <c:v>122.30200000000001</c:v>
                      </c:pt>
                      <c:pt idx="1664">
                        <c:v>118.84699999999999</c:v>
                      </c:pt>
                      <c:pt idx="1665">
                        <c:v>118.301</c:v>
                      </c:pt>
                      <c:pt idx="1666">
                        <c:v>120.053</c:v>
                      </c:pt>
                      <c:pt idx="1667">
                        <c:v>122.49299999999999</c:v>
                      </c:pt>
                      <c:pt idx="1668">
                        <c:v>120.15</c:v>
                      </c:pt>
                      <c:pt idx="1669">
                        <c:v>126.693</c:v>
                      </c:pt>
                      <c:pt idx="1670">
                        <c:v>127.797</c:v>
                      </c:pt>
                      <c:pt idx="1671">
                        <c:v>133.88800000000001</c:v>
                      </c:pt>
                      <c:pt idx="1672">
                        <c:v>132.53399999999999</c:v>
                      </c:pt>
                      <c:pt idx="1673">
                        <c:v>135.571</c:v>
                      </c:pt>
                      <c:pt idx="1674">
                        <c:v>137.82</c:v>
                      </c:pt>
                      <c:pt idx="1675">
                        <c:v>129.31800000000001</c:v>
                      </c:pt>
                      <c:pt idx="1676">
                        <c:v>126.14100000000001</c:v>
                      </c:pt>
                      <c:pt idx="1677">
                        <c:v>123.373</c:v>
                      </c:pt>
                      <c:pt idx="1678">
                        <c:v>123.508</c:v>
                      </c:pt>
                      <c:pt idx="1679">
                        <c:v>127.67400000000001</c:v>
                      </c:pt>
                      <c:pt idx="1680">
                        <c:v>132.63900000000001</c:v>
                      </c:pt>
                      <c:pt idx="1681">
                        <c:v>130.99600000000001</c:v>
                      </c:pt>
                      <c:pt idx="1682">
                        <c:v>130.22800000000001</c:v>
                      </c:pt>
                      <c:pt idx="1683">
                        <c:v>123.928</c:v>
                      </c:pt>
                      <c:pt idx="1684">
                        <c:v>123.857</c:v>
                      </c:pt>
                      <c:pt idx="1685">
                        <c:v>122.851</c:v>
                      </c:pt>
                      <c:pt idx="1686">
                        <c:v>120.733</c:v>
                      </c:pt>
                      <c:pt idx="1687">
                        <c:v>126.217</c:v>
                      </c:pt>
                      <c:pt idx="1688">
                        <c:v>127.002</c:v>
                      </c:pt>
                      <c:pt idx="1689">
                        <c:v>126.001</c:v>
                      </c:pt>
                      <c:pt idx="1690">
                        <c:v>124.69799999999999</c:v>
                      </c:pt>
                      <c:pt idx="1691">
                        <c:v>127.59</c:v>
                      </c:pt>
                      <c:pt idx="1692">
                        <c:v>123.187</c:v>
                      </c:pt>
                      <c:pt idx="1693">
                        <c:v>120.5</c:v>
                      </c:pt>
                      <c:pt idx="1694">
                        <c:v>116.843</c:v>
                      </c:pt>
                      <c:pt idx="1695">
                        <c:v>117.574</c:v>
                      </c:pt>
                      <c:pt idx="1696">
                        <c:v>117.833</c:v>
                      </c:pt>
                      <c:pt idx="1697">
                        <c:v>114.68300000000001</c:v>
                      </c:pt>
                      <c:pt idx="1698">
                        <c:v>114.497</c:v>
                      </c:pt>
                      <c:pt idx="1699">
                        <c:v>108.855</c:v>
                      </c:pt>
                      <c:pt idx="1700">
                        <c:v>105.5</c:v>
                      </c:pt>
                      <c:pt idx="1701">
                        <c:v>104.443</c:v>
                      </c:pt>
                      <c:pt idx="1702">
                        <c:v>100.679</c:v>
                      </c:pt>
                      <c:pt idx="1703">
                        <c:v>100.09399999999999</c:v>
                      </c:pt>
                      <c:pt idx="1704">
                        <c:v>94.563000000000002</c:v>
                      </c:pt>
                      <c:pt idx="1705">
                        <c:v>90.704999999999998</c:v>
                      </c:pt>
                      <c:pt idx="1706">
                        <c:v>94.376000000000005</c:v>
                      </c:pt>
                      <c:pt idx="1707">
                        <c:v>99.194000000000003</c:v>
                      </c:pt>
                      <c:pt idx="1708">
                        <c:v>102.229</c:v>
                      </c:pt>
                      <c:pt idx="1709">
                        <c:v>104.913</c:v>
                      </c:pt>
                      <c:pt idx="1710">
                        <c:v>102.32</c:v>
                      </c:pt>
                      <c:pt idx="1711">
                        <c:v>102.066</c:v>
                      </c:pt>
                      <c:pt idx="1712">
                        <c:v>101.44</c:v>
                      </c:pt>
                      <c:pt idx="1713">
                        <c:v>98.004000000000005</c:v>
                      </c:pt>
                      <c:pt idx="1714">
                        <c:v>99.100999999999999</c:v>
                      </c:pt>
                      <c:pt idx="1715">
                        <c:v>101.154</c:v>
                      </c:pt>
                      <c:pt idx="1716">
                        <c:v>100.654</c:v>
                      </c:pt>
                      <c:pt idx="1717">
                        <c:v>102.11</c:v>
                      </c:pt>
                      <c:pt idx="1718">
                        <c:v>100.696</c:v>
                      </c:pt>
                      <c:pt idx="1719">
                        <c:v>97.552000000000007</c:v>
                      </c:pt>
                      <c:pt idx="1720">
                        <c:v>96.19</c:v>
                      </c:pt>
                      <c:pt idx="1721">
                        <c:v>91.567999999999998</c:v>
                      </c:pt>
                      <c:pt idx="1722">
                        <c:v>94.63</c:v>
                      </c:pt>
                      <c:pt idx="1723">
                        <c:v>98.274000000000001</c:v>
                      </c:pt>
                      <c:pt idx="1724">
                        <c:v>99.364000000000004</c:v>
                      </c:pt>
                      <c:pt idx="1725">
                        <c:v>102.33499999999999</c:v>
                      </c:pt>
                      <c:pt idx="1726">
                        <c:v>102.03</c:v>
                      </c:pt>
                      <c:pt idx="1727">
                        <c:v>104.559</c:v>
                      </c:pt>
                      <c:pt idx="1728">
                        <c:v>103.756</c:v>
                      </c:pt>
                      <c:pt idx="1729">
                        <c:v>111.349</c:v>
                      </c:pt>
                      <c:pt idx="1730">
                        <c:v>111.488</c:v>
                      </c:pt>
                      <c:pt idx="1731">
                        <c:v>108.83</c:v>
                      </c:pt>
                      <c:pt idx="1732">
                        <c:v>108.78400000000001</c:v>
                      </c:pt>
                      <c:pt idx="1733">
                        <c:v>110.014</c:v>
                      </c:pt>
                      <c:pt idx="1734">
                        <c:v>117.654</c:v>
                      </c:pt>
                      <c:pt idx="1735">
                        <c:v>114.063</c:v>
                      </c:pt>
                      <c:pt idx="1736">
                        <c:v>115.018</c:v>
                      </c:pt>
                      <c:pt idx="1737">
                        <c:v>115.261</c:v>
                      </c:pt>
                      <c:pt idx="1738">
                        <c:v>119.589</c:v>
                      </c:pt>
                      <c:pt idx="1739">
                        <c:v>125.80200000000001</c:v>
                      </c:pt>
                      <c:pt idx="1740">
                        <c:v>117.78100000000001</c:v>
                      </c:pt>
                      <c:pt idx="1741">
                        <c:v>111.732</c:v>
                      </c:pt>
                      <c:pt idx="1742">
                        <c:v>106.47199999999999</c:v>
                      </c:pt>
                      <c:pt idx="1743">
                        <c:v>108.238</c:v>
                      </c:pt>
                      <c:pt idx="1744">
                        <c:v>108.23399999999999</c:v>
                      </c:pt>
                      <c:pt idx="1745">
                        <c:v>110.116</c:v>
                      </c:pt>
                      <c:pt idx="1746">
                        <c:v>112.324</c:v>
                      </c:pt>
                      <c:pt idx="1747">
                        <c:v>112.627</c:v>
                      </c:pt>
                      <c:pt idx="1748">
                        <c:v>112.95699999999999</c:v>
                      </c:pt>
                      <c:pt idx="1749">
                        <c:v>111.849</c:v>
                      </c:pt>
                      <c:pt idx="1750">
                        <c:v>116.23699999999999</c:v>
                      </c:pt>
                      <c:pt idx="1751">
                        <c:v>116.932</c:v>
                      </c:pt>
                      <c:pt idx="1752">
                        <c:v>115.41200000000001</c:v>
                      </c:pt>
                      <c:pt idx="1753">
                        <c:v>117.88800000000001</c:v>
                      </c:pt>
                      <c:pt idx="1754">
                        <c:v>116.607</c:v>
                      </c:pt>
                      <c:pt idx="1755">
                        <c:v>115.413</c:v>
                      </c:pt>
                      <c:pt idx="1756">
                        <c:v>116.267</c:v>
                      </c:pt>
                      <c:pt idx="1757">
                        <c:v>116.16500000000001</c:v>
                      </c:pt>
                      <c:pt idx="1758">
                        <c:v>116.16500000000001</c:v>
                      </c:pt>
                      <c:pt idx="1759">
                        <c:v>116.5</c:v>
                      </c:pt>
                      <c:pt idx="1760">
                        <c:v>113.61</c:v>
                      </c:pt>
                      <c:pt idx="1761">
                        <c:v>113.267</c:v>
                      </c:pt>
                      <c:pt idx="1762">
                        <c:v>112.672</c:v>
                      </c:pt>
                      <c:pt idx="1763">
                        <c:v>108.73099999999999</c:v>
                      </c:pt>
                      <c:pt idx="1764">
                        <c:v>105.241</c:v>
                      </c:pt>
                      <c:pt idx="1765">
                        <c:v>105.997</c:v>
                      </c:pt>
                      <c:pt idx="1766">
                        <c:v>107.79300000000001</c:v>
                      </c:pt>
                      <c:pt idx="1767">
                        <c:v>112.658</c:v>
                      </c:pt>
                      <c:pt idx="1768">
                        <c:v>113.25</c:v>
                      </c:pt>
                      <c:pt idx="1769">
                        <c:v>110.649</c:v>
                      </c:pt>
                      <c:pt idx="1770">
                        <c:v>106.80800000000001</c:v>
                      </c:pt>
                      <c:pt idx="1771">
                        <c:v>108.26300000000001</c:v>
                      </c:pt>
                      <c:pt idx="1772">
                        <c:v>107.869</c:v>
                      </c:pt>
                      <c:pt idx="1773">
                        <c:v>109.396</c:v>
                      </c:pt>
                      <c:pt idx="1774">
                        <c:v>107.64400000000001</c:v>
                      </c:pt>
                      <c:pt idx="1775">
                        <c:v>109.952</c:v>
                      </c:pt>
                      <c:pt idx="1776">
                        <c:v>111.599</c:v>
                      </c:pt>
                      <c:pt idx="1777">
                        <c:v>110.31</c:v>
                      </c:pt>
                      <c:pt idx="1778">
                        <c:v>109.33199999999999</c:v>
                      </c:pt>
                      <c:pt idx="1779">
                        <c:v>111.64</c:v>
                      </c:pt>
                      <c:pt idx="1780">
                        <c:v>110.99299999999999</c:v>
                      </c:pt>
                      <c:pt idx="1781">
                        <c:v>115.099</c:v>
                      </c:pt>
                      <c:pt idx="1782">
                        <c:v>122.764</c:v>
                      </c:pt>
                      <c:pt idx="1783">
                        <c:v>119.998</c:v>
                      </c:pt>
                      <c:pt idx="1784">
                        <c:v>116.09399999999999</c:v>
                      </c:pt>
                      <c:pt idx="1785">
                        <c:v>116.563</c:v>
                      </c:pt>
                      <c:pt idx="1786">
                        <c:v>115.04</c:v>
                      </c:pt>
                      <c:pt idx="1787">
                        <c:v>114.682</c:v>
                      </c:pt>
                      <c:pt idx="1788">
                        <c:v>116.047</c:v>
                      </c:pt>
                      <c:pt idx="1789">
                        <c:v>116.42700000000001</c:v>
                      </c:pt>
                      <c:pt idx="1790">
                        <c:v>120.673</c:v>
                      </c:pt>
                      <c:pt idx="1791">
                        <c:v>122.947</c:v>
                      </c:pt>
                      <c:pt idx="1792">
                        <c:v>124.29900000000001</c:v>
                      </c:pt>
                      <c:pt idx="1793">
                        <c:v>122.752</c:v>
                      </c:pt>
                      <c:pt idx="1794">
                        <c:v>121.395</c:v>
                      </c:pt>
                      <c:pt idx="1795">
                        <c:v>119.211</c:v>
                      </c:pt>
                      <c:pt idx="1796">
                        <c:v>117.05200000000001</c:v>
                      </c:pt>
                      <c:pt idx="1797">
                        <c:v>117.33</c:v>
                      </c:pt>
                      <c:pt idx="1798">
                        <c:v>117.949</c:v>
                      </c:pt>
                      <c:pt idx="1799">
                        <c:v>123.148</c:v>
                      </c:pt>
                      <c:pt idx="1800">
                        <c:v>123.604</c:v>
                      </c:pt>
                      <c:pt idx="1801">
                        <c:v>122.73699999999999</c:v>
                      </c:pt>
                      <c:pt idx="1802">
                        <c:v>119.873</c:v>
                      </c:pt>
                      <c:pt idx="1803">
                        <c:v>119.911</c:v>
                      </c:pt>
                      <c:pt idx="1804">
                        <c:v>121.67</c:v>
                      </c:pt>
                      <c:pt idx="1805">
                        <c:v>121.791</c:v>
                      </c:pt>
                      <c:pt idx="1806">
                        <c:v>116.505</c:v>
                      </c:pt>
                      <c:pt idx="1807">
                        <c:v>115.572</c:v>
                      </c:pt>
                      <c:pt idx="1808">
                        <c:v>114.685</c:v>
                      </c:pt>
                      <c:pt idx="1809">
                        <c:v>111.952</c:v>
                      </c:pt>
                      <c:pt idx="1810">
                        <c:v>111.32</c:v>
                      </c:pt>
                      <c:pt idx="1811">
                        <c:v>115.254</c:v>
                      </c:pt>
                      <c:pt idx="1812">
                        <c:v>114.806</c:v>
                      </c:pt>
                      <c:pt idx="1813">
                        <c:v>115.178</c:v>
                      </c:pt>
                      <c:pt idx="1814">
                        <c:v>116.941</c:v>
                      </c:pt>
                      <c:pt idx="1815">
                        <c:v>120.041</c:v>
                      </c:pt>
                      <c:pt idx="1816">
                        <c:v>118.512</c:v>
                      </c:pt>
                      <c:pt idx="1817">
                        <c:v>117.34699999999999</c:v>
                      </c:pt>
                      <c:pt idx="1818">
                        <c:v>115.45699999999999</c:v>
                      </c:pt>
                      <c:pt idx="1819">
                        <c:v>116.08799999999999</c:v>
                      </c:pt>
                      <c:pt idx="1820">
                        <c:v>116.187</c:v>
                      </c:pt>
                      <c:pt idx="1821">
                        <c:v>114.599</c:v>
                      </c:pt>
                      <c:pt idx="1822">
                        <c:v>113.899</c:v>
                      </c:pt>
                      <c:pt idx="1823">
                        <c:v>115.345</c:v>
                      </c:pt>
                      <c:pt idx="1824">
                        <c:v>112.68</c:v>
                      </c:pt>
                      <c:pt idx="1825">
                        <c:v>111.878</c:v>
                      </c:pt>
                      <c:pt idx="1826">
                        <c:v>109.188</c:v>
                      </c:pt>
                      <c:pt idx="1827">
                        <c:v>107.83799999999999</c:v>
                      </c:pt>
                      <c:pt idx="1828">
                        <c:v>105.83799999999999</c:v>
                      </c:pt>
                      <c:pt idx="1829">
                        <c:v>105.78100000000001</c:v>
                      </c:pt>
                      <c:pt idx="1830">
                        <c:v>104.971</c:v>
                      </c:pt>
                      <c:pt idx="1831">
                        <c:v>103.586</c:v>
                      </c:pt>
                      <c:pt idx="1832">
                        <c:v>101.837</c:v>
                      </c:pt>
                      <c:pt idx="1833">
                        <c:v>100.883</c:v>
                      </c:pt>
                      <c:pt idx="1834">
                        <c:v>101.762</c:v>
                      </c:pt>
                      <c:pt idx="1835">
                        <c:v>99.756</c:v>
                      </c:pt>
                      <c:pt idx="1836">
                        <c:v>100.51</c:v>
                      </c:pt>
                      <c:pt idx="1837">
                        <c:v>99.688000000000002</c:v>
                      </c:pt>
                      <c:pt idx="1838">
                        <c:v>102.333</c:v>
                      </c:pt>
                      <c:pt idx="1839">
                        <c:v>101.965</c:v>
                      </c:pt>
                      <c:pt idx="1840">
                        <c:v>101.616</c:v>
                      </c:pt>
                      <c:pt idx="1841">
                        <c:v>101.624</c:v>
                      </c:pt>
                      <c:pt idx="1842">
                        <c:v>101.337</c:v>
                      </c:pt>
                      <c:pt idx="1843">
                        <c:v>100.81399999999999</c:v>
                      </c:pt>
                      <c:pt idx="1844">
                        <c:v>100.5</c:v>
                      </c:pt>
                      <c:pt idx="1845">
                        <c:v>101.333</c:v>
                      </c:pt>
                      <c:pt idx="1846">
                        <c:v>101.93600000000001</c:v>
                      </c:pt>
                      <c:pt idx="1847">
                        <c:v>100.17700000000001</c:v>
                      </c:pt>
                      <c:pt idx="1848">
                        <c:v>99.14</c:v>
                      </c:pt>
                      <c:pt idx="1849">
                        <c:v>98.915999999999997</c:v>
                      </c:pt>
                      <c:pt idx="1850">
                        <c:v>99.123999999999995</c:v>
                      </c:pt>
                      <c:pt idx="1851">
                        <c:v>100.33199999999999</c:v>
                      </c:pt>
                      <c:pt idx="1852">
                        <c:v>99.81</c:v>
                      </c:pt>
                      <c:pt idx="1853">
                        <c:v>100.613</c:v>
                      </c:pt>
                      <c:pt idx="1854">
                        <c:v>100.52800000000001</c:v>
                      </c:pt>
                      <c:pt idx="1855">
                        <c:v>100.651</c:v>
                      </c:pt>
                      <c:pt idx="1856">
                        <c:v>101.55</c:v>
                      </c:pt>
                      <c:pt idx="1857">
                        <c:v>101.33499999999999</c:v>
                      </c:pt>
                      <c:pt idx="1858">
                        <c:v>101.285</c:v>
                      </c:pt>
                      <c:pt idx="1859">
                        <c:v>100.9</c:v>
                      </c:pt>
                      <c:pt idx="1860">
                        <c:v>97.831999999999994</c:v>
                      </c:pt>
                      <c:pt idx="1861">
                        <c:v>98.406000000000006</c:v>
                      </c:pt>
                      <c:pt idx="1862">
                        <c:v>99.918000000000006</c:v>
                      </c:pt>
                      <c:pt idx="1863">
                        <c:v>101.358</c:v>
                      </c:pt>
                      <c:pt idx="1864">
                        <c:v>101.848</c:v>
                      </c:pt>
                      <c:pt idx="1865">
                        <c:v>102.17400000000001</c:v>
                      </c:pt>
                      <c:pt idx="1866">
                        <c:v>105.599</c:v>
                      </c:pt>
                      <c:pt idx="1867">
                        <c:v>105.08799999999999</c:v>
                      </c:pt>
                      <c:pt idx="1868">
                        <c:v>104.75700000000001</c:v>
                      </c:pt>
                      <c:pt idx="1869">
                        <c:v>100.84099999999999</c:v>
                      </c:pt>
                      <c:pt idx="1870">
                        <c:v>100.419</c:v>
                      </c:pt>
                      <c:pt idx="1871">
                        <c:v>101.19199999999999</c:v>
                      </c:pt>
                      <c:pt idx="1872">
                        <c:v>102.5</c:v>
                      </c:pt>
                      <c:pt idx="1873">
                        <c:v>103.30500000000001</c:v>
                      </c:pt>
                      <c:pt idx="1874">
                        <c:v>103.395</c:v>
                      </c:pt>
                      <c:pt idx="1875">
                        <c:v>103.874</c:v>
                      </c:pt>
                      <c:pt idx="1876">
                        <c:v>103.861</c:v>
                      </c:pt>
                      <c:pt idx="1877">
                        <c:v>106.422</c:v>
                      </c:pt>
                      <c:pt idx="1878">
                        <c:v>108.057</c:v>
                      </c:pt>
                      <c:pt idx="1879">
                        <c:v>104.875</c:v>
                      </c:pt>
                      <c:pt idx="1880">
                        <c:v>105.84699999999999</c:v>
                      </c:pt>
                      <c:pt idx="1881">
                        <c:v>110.292</c:v>
                      </c:pt>
                      <c:pt idx="1882">
                        <c:v>110.675</c:v>
                      </c:pt>
                      <c:pt idx="1883">
                        <c:v>112.232</c:v>
                      </c:pt>
                      <c:pt idx="1884">
                        <c:v>110.312</c:v>
                      </c:pt>
                      <c:pt idx="1885">
                        <c:v>110.18300000000001</c:v>
                      </c:pt>
                      <c:pt idx="1886">
                        <c:v>114.256</c:v>
                      </c:pt>
                      <c:pt idx="1887">
                        <c:v>114.886</c:v>
                      </c:pt>
                      <c:pt idx="1888">
                        <c:v>115.24299999999999</c:v>
                      </c:pt>
                      <c:pt idx="1889">
                        <c:v>113.625</c:v>
                      </c:pt>
                      <c:pt idx="1890">
                        <c:v>111.878</c:v>
                      </c:pt>
                      <c:pt idx="1891">
                        <c:v>108.143</c:v>
                      </c:pt>
                      <c:pt idx="1892">
                        <c:v>107.36799999999999</c:v>
                      </c:pt>
                      <c:pt idx="1893">
                        <c:v>107.33499999999999</c:v>
                      </c:pt>
                      <c:pt idx="1894">
                        <c:v>107.035</c:v>
                      </c:pt>
                      <c:pt idx="1895">
                        <c:v>106.911</c:v>
                      </c:pt>
                      <c:pt idx="1896">
                        <c:v>105.333</c:v>
                      </c:pt>
                      <c:pt idx="1897">
                        <c:v>105.997</c:v>
                      </c:pt>
                      <c:pt idx="1898">
                        <c:v>111.89</c:v>
                      </c:pt>
                      <c:pt idx="1899">
                        <c:v>113.47799999999999</c:v>
                      </c:pt>
                      <c:pt idx="1900">
                        <c:v>112.892</c:v>
                      </c:pt>
                      <c:pt idx="1901">
                        <c:v>113.886</c:v>
                      </c:pt>
                      <c:pt idx="1902">
                        <c:v>114.73</c:v>
                      </c:pt>
                      <c:pt idx="1903">
                        <c:v>117.262</c:v>
                      </c:pt>
                      <c:pt idx="1904">
                        <c:v>117.063</c:v>
                      </c:pt>
                      <c:pt idx="1905">
                        <c:v>113.94199999999999</c:v>
                      </c:pt>
                      <c:pt idx="1906">
                        <c:v>109.81</c:v>
                      </c:pt>
                      <c:pt idx="1907">
                        <c:v>109.962</c:v>
                      </c:pt>
                      <c:pt idx="1908">
                        <c:v>112.483</c:v>
                      </c:pt>
                      <c:pt idx="1909">
                        <c:v>111.703</c:v>
                      </c:pt>
                      <c:pt idx="1910">
                        <c:v>112.783</c:v>
                      </c:pt>
                      <c:pt idx="1911">
                        <c:v>111.223</c:v>
                      </c:pt>
                      <c:pt idx="1912">
                        <c:v>111.771</c:v>
                      </c:pt>
                      <c:pt idx="1913">
                        <c:v>110</c:v>
                      </c:pt>
                      <c:pt idx="1914">
                        <c:v>111.18300000000001</c:v>
                      </c:pt>
                      <c:pt idx="1915">
                        <c:v>112.857</c:v>
                      </c:pt>
                      <c:pt idx="1916">
                        <c:v>125.255</c:v>
                      </c:pt>
                      <c:pt idx="1917">
                        <c:v>127.66500000000001</c:v>
                      </c:pt>
                      <c:pt idx="1918">
                        <c:v>157.881</c:v>
                      </c:pt>
                      <c:pt idx="1919">
                        <c:v>150.03399999999999</c:v>
                      </c:pt>
                      <c:pt idx="1920">
                        <c:v>161.07</c:v>
                      </c:pt>
                      <c:pt idx="1921">
                        <c:v>160.83199999999999</c:v>
                      </c:pt>
                      <c:pt idx="1922">
                        <c:v>154.333</c:v>
                      </c:pt>
                      <c:pt idx="1923">
                        <c:v>137.56700000000001</c:v>
                      </c:pt>
                      <c:pt idx="1924">
                        <c:v>138.096</c:v>
                      </c:pt>
                      <c:pt idx="1925">
                        <c:v>134.90700000000001</c:v>
                      </c:pt>
                      <c:pt idx="1926">
                        <c:v>142.321</c:v>
                      </c:pt>
                      <c:pt idx="1927">
                        <c:v>143.75399999999999</c:v>
                      </c:pt>
                      <c:pt idx="1928">
                        <c:v>150.31700000000001</c:v>
                      </c:pt>
                      <c:pt idx="1929">
                        <c:v>154.83099999999999</c:v>
                      </c:pt>
                      <c:pt idx="1930">
                        <c:v>160.745</c:v>
                      </c:pt>
                      <c:pt idx="1931">
                        <c:v>160.762</c:v>
                      </c:pt>
                      <c:pt idx="1932">
                        <c:v>162.27600000000001</c:v>
                      </c:pt>
                      <c:pt idx="1933">
                        <c:v>158.50299999999999</c:v>
                      </c:pt>
                      <c:pt idx="1934">
                        <c:v>152.48699999999999</c:v>
                      </c:pt>
                      <c:pt idx="1935">
                        <c:v>139.06</c:v>
                      </c:pt>
                      <c:pt idx="1936">
                        <c:v>142.375</c:v>
                      </c:pt>
                      <c:pt idx="1937">
                        <c:v>149.232</c:v>
                      </c:pt>
                      <c:pt idx="1938">
                        <c:v>153.13900000000001</c:v>
                      </c:pt>
                      <c:pt idx="1939">
                        <c:v>159.30600000000001</c:v>
                      </c:pt>
                      <c:pt idx="1940">
                        <c:v>151.333</c:v>
                      </c:pt>
                      <c:pt idx="1941">
                        <c:v>156.14400000000001</c:v>
                      </c:pt>
                      <c:pt idx="1942">
                        <c:v>168.31</c:v>
                      </c:pt>
                      <c:pt idx="1943">
                        <c:v>173.16499999999999</c:v>
                      </c:pt>
                      <c:pt idx="1944">
                        <c:v>171</c:v>
                      </c:pt>
                      <c:pt idx="1945">
                        <c:v>171.55600000000001</c:v>
                      </c:pt>
                      <c:pt idx="1946">
                        <c:v>163.834</c:v>
                      </c:pt>
                      <c:pt idx="1947">
                        <c:v>160.333</c:v>
                      </c:pt>
                      <c:pt idx="1948">
                        <c:v>166.49700000000001</c:v>
                      </c:pt>
                      <c:pt idx="1949">
                        <c:v>174.98099999999999</c:v>
                      </c:pt>
                      <c:pt idx="1950">
                        <c:v>195.595</c:v>
                      </c:pt>
                      <c:pt idx="1951">
                        <c:v>215.64500000000001</c:v>
                      </c:pt>
                      <c:pt idx="1952">
                        <c:v>212.43600000000001</c:v>
                      </c:pt>
                      <c:pt idx="1953">
                        <c:v>193.19</c:v>
                      </c:pt>
                      <c:pt idx="1954">
                        <c:v>180.88499999999999</c:v>
                      </c:pt>
                      <c:pt idx="1955">
                        <c:v>187.35400000000001</c:v>
                      </c:pt>
                      <c:pt idx="1956">
                        <c:v>188.36699999999999</c:v>
                      </c:pt>
                      <c:pt idx="1957">
                        <c:v>201.49199999999999</c:v>
                      </c:pt>
                      <c:pt idx="1958">
                        <c:v>215.36699999999999</c:v>
                      </c:pt>
                      <c:pt idx="1959">
                        <c:v>215.917</c:v>
                      </c:pt>
                      <c:pt idx="1960">
                        <c:v>203.06800000000001</c:v>
                      </c:pt>
                      <c:pt idx="1961">
                        <c:v>190.55199999999999</c:v>
                      </c:pt>
                      <c:pt idx="1962">
                        <c:v>187.55199999999999</c:v>
                      </c:pt>
                      <c:pt idx="1963">
                        <c:v>184.566</c:v>
                      </c:pt>
                      <c:pt idx="1964">
                        <c:v>176.405</c:v>
                      </c:pt>
                      <c:pt idx="1965">
                        <c:v>149.672</c:v>
                      </c:pt>
                      <c:pt idx="1966">
                        <c:v>160.29</c:v>
                      </c:pt>
                      <c:pt idx="1967">
                        <c:v>156.28899999999999</c:v>
                      </c:pt>
                      <c:pt idx="1968">
                        <c:v>161.62899999999999</c:v>
                      </c:pt>
                      <c:pt idx="1969">
                        <c:v>155.941</c:v>
                      </c:pt>
                      <c:pt idx="1970">
                        <c:v>156.15600000000001</c:v>
                      </c:pt>
                      <c:pt idx="1971">
                        <c:v>166.96600000000001</c:v>
                      </c:pt>
                      <c:pt idx="1972">
                        <c:v>161.79300000000001</c:v>
                      </c:pt>
                      <c:pt idx="1973">
                        <c:v>159.52500000000001</c:v>
                      </c:pt>
                      <c:pt idx="1974">
                        <c:v>158.81</c:v>
                      </c:pt>
                      <c:pt idx="1975">
                        <c:v>153.13</c:v>
                      </c:pt>
                      <c:pt idx="1976">
                        <c:v>131.52699999999999</c:v>
                      </c:pt>
                      <c:pt idx="1977">
                        <c:v>137.71100000000001</c:v>
                      </c:pt>
                      <c:pt idx="1978">
                        <c:v>140.27500000000001</c:v>
                      </c:pt>
                      <c:pt idx="1979">
                        <c:v>158.29499999999999</c:v>
                      </c:pt>
                      <c:pt idx="1980">
                        <c:v>151.02099999999999</c:v>
                      </c:pt>
                      <c:pt idx="1981">
                        <c:v>138.917</c:v>
                      </c:pt>
                      <c:pt idx="1982">
                        <c:v>142.59100000000001</c:v>
                      </c:pt>
                      <c:pt idx="1983">
                        <c:v>146.56299999999999</c:v>
                      </c:pt>
                      <c:pt idx="1984">
                        <c:v>145.61199999999999</c:v>
                      </c:pt>
                      <c:pt idx="1985">
                        <c:v>166.28800000000001</c:v>
                      </c:pt>
                      <c:pt idx="1986">
                        <c:v>160.30000000000001</c:v>
                      </c:pt>
                      <c:pt idx="1987">
                        <c:v>160.35300000000001</c:v>
                      </c:pt>
                      <c:pt idx="1988">
                        <c:v>156.48599999999999</c:v>
                      </c:pt>
                      <c:pt idx="1989">
                        <c:v>165.49</c:v>
                      </c:pt>
                      <c:pt idx="1990">
                        <c:v>169.852</c:v>
                      </c:pt>
                      <c:pt idx="1991">
                        <c:v>177.22200000000001</c:v>
                      </c:pt>
                      <c:pt idx="1992">
                        <c:v>175.06200000000001</c:v>
                      </c:pt>
                      <c:pt idx="1993">
                        <c:v>182.458</c:v>
                      </c:pt>
                      <c:pt idx="1994">
                        <c:v>182.37</c:v>
                      </c:pt>
                      <c:pt idx="1995">
                        <c:v>185.46899999999999</c:v>
                      </c:pt>
                      <c:pt idx="1996">
                        <c:v>187.691</c:v>
                      </c:pt>
                      <c:pt idx="1997">
                        <c:v>193.583</c:v>
                      </c:pt>
                      <c:pt idx="1998">
                        <c:v>181.74700000000001</c:v>
                      </c:pt>
                      <c:pt idx="1999">
                        <c:v>177.46899999999999</c:v>
                      </c:pt>
                      <c:pt idx="2000">
                        <c:v>164.03299999999999</c:v>
                      </c:pt>
                      <c:pt idx="2001">
                        <c:v>160.999</c:v>
                      </c:pt>
                      <c:pt idx="2002">
                        <c:v>155.261</c:v>
                      </c:pt>
                      <c:pt idx="2003">
                        <c:v>144.03899999999999</c:v>
                      </c:pt>
                      <c:pt idx="2004">
                        <c:v>142.66</c:v>
                      </c:pt>
                      <c:pt idx="2005">
                        <c:v>142.78100000000001</c:v>
                      </c:pt>
                      <c:pt idx="2006">
                        <c:v>150.60900000000001</c:v>
                      </c:pt>
                      <c:pt idx="2007">
                        <c:v>146.333</c:v>
                      </c:pt>
                      <c:pt idx="2008">
                        <c:v>148.91800000000001</c:v>
                      </c:pt>
                      <c:pt idx="2009">
                        <c:v>144.79599999999999</c:v>
                      </c:pt>
                      <c:pt idx="2010">
                        <c:v>155.67699999999999</c:v>
                      </c:pt>
                      <c:pt idx="2011">
                        <c:v>156.87100000000001</c:v>
                      </c:pt>
                      <c:pt idx="2012">
                        <c:v>157.36000000000001</c:v>
                      </c:pt>
                      <c:pt idx="2013">
                        <c:v>159.64099999999999</c:v>
                      </c:pt>
                      <c:pt idx="2014">
                        <c:v>155.381</c:v>
                      </c:pt>
                      <c:pt idx="2015">
                        <c:v>155.535</c:v>
                      </c:pt>
                      <c:pt idx="2016">
                        <c:v>156.13</c:v>
                      </c:pt>
                      <c:pt idx="2017">
                        <c:v>152.92400000000001</c:v>
                      </c:pt>
                      <c:pt idx="2018">
                        <c:v>155.13499999999999</c:v>
                      </c:pt>
                      <c:pt idx="2019">
                        <c:v>156.333</c:v>
                      </c:pt>
                      <c:pt idx="2020">
                        <c:v>155.858</c:v>
                      </c:pt>
                      <c:pt idx="2021">
                        <c:v>155.28700000000001</c:v>
                      </c:pt>
                      <c:pt idx="2022">
                        <c:v>156.089</c:v>
                      </c:pt>
                      <c:pt idx="2023">
                        <c:v>154.94499999999999</c:v>
                      </c:pt>
                      <c:pt idx="2024">
                        <c:v>151.505</c:v>
                      </c:pt>
                      <c:pt idx="2025">
                        <c:v>151.35900000000001</c:v>
                      </c:pt>
                      <c:pt idx="2026">
                        <c:v>155.952</c:v>
                      </c:pt>
                      <c:pt idx="2027">
                        <c:v>153.667</c:v>
                      </c:pt>
                      <c:pt idx="2028">
                        <c:v>153.68799999999999</c:v>
                      </c:pt>
                      <c:pt idx="2029">
                        <c:v>149.47</c:v>
                      </c:pt>
                      <c:pt idx="2030">
                        <c:v>152.92599999999999</c:v>
                      </c:pt>
                      <c:pt idx="2031">
                        <c:v>153</c:v>
                      </c:pt>
                      <c:pt idx="2032">
                        <c:v>155.023</c:v>
                      </c:pt>
                      <c:pt idx="2033">
                        <c:v>157.09</c:v>
                      </c:pt>
                      <c:pt idx="2034">
                        <c:v>154.577</c:v>
                      </c:pt>
                      <c:pt idx="2035">
                        <c:v>150.232</c:v>
                      </c:pt>
                      <c:pt idx="2036">
                        <c:v>147.00200000000001</c:v>
                      </c:pt>
                      <c:pt idx="2037">
                        <c:v>144.84800000000001</c:v>
                      </c:pt>
                      <c:pt idx="2038">
                        <c:v>143.667</c:v>
                      </c:pt>
                      <c:pt idx="2039">
                        <c:v>144.79400000000001</c:v>
                      </c:pt>
                      <c:pt idx="2040">
                        <c:v>143</c:v>
                      </c:pt>
                      <c:pt idx="2041">
                        <c:v>140.029</c:v>
                      </c:pt>
                      <c:pt idx="2042">
                        <c:v>138.16999999999999</c:v>
                      </c:pt>
                      <c:pt idx="2043">
                        <c:v>138.02000000000001</c:v>
                      </c:pt>
                      <c:pt idx="2044">
                        <c:v>138</c:v>
                      </c:pt>
                      <c:pt idx="2045">
                        <c:v>133.99299999999999</c:v>
                      </c:pt>
                      <c:pt idx="2046">
                        <c:v>134.42500000000001</c:v>
                      </c:pt>
                      <c:pt idx="2047">
                        <c:v>131.04</c:v>
                      </c:pt>
                      <c:pt idx="2048">
                        <c:v>129.75700000000001</c:v>
                      </c:pt>
                      <c:pt idx="2049">
                        <c:v>129.124</c:v>
                      </c:pt>
                      <c:pt idx="2050">
                        <c:v>128.31399999999999</c:v>
                      </c:pt>
                      <c:pt idx="2051">
                        <c:v>129.048</c:v>
                      </c:pt>
                      <c:pt idx="2052">
                        <c:v>131.26400000000001</c:v>
                      </c:pt>
                      <c:pt idx="2053">
                        <c:v>130.28800000000001</c:v>
                      </c:pt>
                      <c:pt idx="2054">
                        <c:v>129.67099999999999</c:v>
                      </c:pt>
                      <c:pt idx="2055">
                        <c:v>131.33099999999999</c:v>
                      </c:pt>
                      <c:pt idx="2056">
                        <c:v>129.732</c:v>
                      </c:pt>
                      <c:pt idx="2057">
                        <c:v>128.37899999999999</c:v>
                      </c:pt>
                      <c:pt idx="2058">
                        <c:v>127.53100000000001</c:v>
                      </c:pt>
                      <c:pt idx="2059">
                        <c:v>127.833</c:v>
                      </c:pt>
                      <c:pt idx="2060">
                        <c:v>128.017</c:v>
                      </c:pt>
                      <c:pt idx="2061">
                        <c:v>127.5</c:v>
                      </c:pt>
                      <c:pt idx="2062">
                        <c:v>126.5</c:v>
                      </c:pt>
                      <c:pt idx="2063">
                        <c:v>127.65900000000001</c:v>
                      </c:pt>
                      <c:pt idx="2064">
                        <c:v>127.80500000000001</c:v>
                      </c:pt>
                      <c:pt idx="2065">
                        <c:v>130.54</c:v>
                      </c:pt>
                      <c:pt idx="2066">
                        <c:v>125.011</c:v>
                      </c:pt>
                      <c:pt idx="2067">
                        <c:v>121.33499999999999</c:v>
                      </c:pt>
                      <c:pt idx="2068">
                        <c:v>121.21299999999999</c:v>
                      </c:pt>
                      <c:pt idx="2069">
                        <c:v>127.63800000000001</c:v>
                      </c:pt>
                      <c:pt idx="2070">
                        <c:v>124.28</c:v>
                      </c:pt>
                      <c:pt idx="2071">
                        <c:v>118.82299999999999</c:v>
                      </c:pt>
                      <c:pt idx="2072">
                        <c:v>116.592</c:v>
                      </c:pt>
                      <c:pt idx="2073">
                        <c:v>114.61</c:v>
                      </c:pt>
                      <c:pt idx="2074">
                        <c:v>113.378</c:v>
                      </c:pt>
                      <c:pt idx="2075">
                        <c:v>111.444</c:v>
                      </c:pt>
                      <c:pt idx="2076">
                        <c:v>111.16</c:v>
                      </c:pt>
                      <c:pt idx="2077">
                        <c:v>107.747</c:v>
                      </c:pt>
                      <c:pt idx="2078">
                        <c:v>100.678</c:v>
                      </c:pt>
                      <c:pt idx="2079">
                        <c:v>102.729</c:v>
                      </c:pt>
                      <c:pt idx="2080">
                        <c:v>106.209</c:v>
                      </c:pt>
                      <c:pt idx="2081">
                        <c:v>107.16</c:v>
                      </c:pt>
                      <c:pt idx="2082">
                        <c:v>108.83499999999999</c:v>
                      </c:pt>
                      <c:pt idx="2083">
                        <c:v>105.483</c:v>
                      </c:pt>
                      <c:pt idx="2084">
                        <c:v>107.93</c:v>
                      </c:pt>
                      <c:pt idx="2085">
                        <c:v>109.68300000000001</c:v>
                      </c:pt>
                      <c:pt idx="2086">
                        <c:v>109.96899999999999</c:v>
                      </c:pt>
                      <c:pt idx="2087">
                        <c:v>109.99299999999999</c:v>
                      </c:pt>
                      <c:pt idx="2088">
                        <c:v>108.342</c:v>
                      </c:pt>
                      <c:pt idx="2089">
                        <c:v>108.28100000000001</c:v>
                      </c:pt>
                      <c:pt idx="2090">
                        <c:v>111.069</c:v>
                      </c:pt>
                      <c:pt idx="2091">
                        <c:v>113.633</c:v>
                      </c:pt>
                      <c:pt idx="2092">
                        <c:v>115.446</c:v>
                      </c:pt>
                      <c:pt idx="2093">
                        <c:v>117.92</c:v>
                      </c:pt>
                      <c:pt idx="2094">
                        <c:v>122.723</c:v>
                      </c:pt>
                      <c:pt idx="2095">
                        <c:v>119.497</c:v>
                      </c:pt>
                      <c:pt idx="2096">
                        <c:v>117.339</c:v>
                      </c:pt>
                      <c:pt idx="2097">
                        <c:v>118.33499999999999</c:v>
                      </c:pt>
                      <c:pt idx="2098">
                        <c:v>119.938</c:v>
                      </c:pt>
                      <c:pt idx="2099">
                        <c:v>118.43</c:v>
                      </c:pt>
                      <c:pt idx="2100">
                        <c:v>119.166</c:v>
                      </c:pt>
                      <c:pt idx="2101">
                        <c:v>118.51900000000001</c:v>
                      </c:pt>
                      <c:pt idx="2102">
                        <c:v>115.221</c:v>
                      </c:pt>
                      <c:pt idx="2103">
                        <c:v>116.306</c:v>
                      </c:pt>
                      <c:pt idx="2104">
                        <c:v>116.13200000000001</c:v>
                      </c:pt>
                      <c:pt idx="2105">
                        <c:v>114.309</c:v>
                      </c:pt>
                      <c:pt idx="2106">
                        <c:v>112.50700000000001</c:v>
                      </c:pt>
                      <c:pt idx="2107">
                        <c:v>110.18300000000001</c:v>
                      </c:pt>
                      <c:pt idx="2108">
                        <c:v>111.485</c:v>
                      </c:pt>
                      <c:pt idx="2109">
                        <c:v>110.673</c:v>
                      </c:pt>
                      <c:pt idx="2110">
                        <c:v>110.15</c:v>
                      </c:pt>
                      <c:pt idx="2111">
                        <c:v>110.83499999999999</c:v>
                      </c:pt>
                      <c:pt idx="2112">
                        <c:v>111.077</c:v>
                      </c:pt>
                      <c:pt idx="2113">
                        <c:v>111.771</c:v>
                      </c:pt>
                      <c:pt idx="2114">
                        <c:v>114.755</c:v>
                      </c:pt>
                      <c:pt idx="2115">
                        <c:v>120.08199999999999</c:v>
                      </c:pt>
                      <c:pt idx="2116">
                        <c:v>118.474</c:v>
                      </c:pt>
                      <c:pt idx="2117">
                        <c:v>121.18600000000001</c:v>
                      </c:pt>
                      <c:pt idx="2118">
                        <c:v>127.5</c:v>
                      </c:pt>
                      <c:pt idx="2119">
                        <c:v>137.66999999999999</c:v>
                      </c:pt>
                      <c:pt idx="2120">
                        <c:v>140.00800000000001</c:v>
                      </c:pt>
                      <c:pt idx="2121">
                        <c:v>146.22300000000001</c:v>
                      </c:pt>
                      <c:pt idx="2122">
                        <c:v>145.34</c:v>
                      </c:pt>
                      <c:pt idx="2123">
                        <c:v>140.251</c:v>
                      </c:pt>
                      <c:pt idx="2124">
                        <c:v>144.82499999999999</c:v>
                      </c:pt>
                      <c:pt idx="2125">
                        <c:v>145.911</c:v>
                      </c:pt>
                      <c:pt idx="2126">
                        <c:v>148.55199999999999</c:v>
                      </c:pt>
                      <c:pt idx="2127">
                        <c:v>151.66499999999999</c:v>
                      </c:pt>
                      <c:pt idx="2128">
                        <c:v>151.39500000000001</c:v>
                      </c:pt>
                      <c:pt idx="2129">
                        <c:v>150.68</c:v>
                      </c:pt>
                      <c:pt idx="2130">
                        <c:v>155.32400000000001</c:v>
                      </c:pt>
                      <c:pt idx="2131">
                        <c:v>161.44499999999999</c:v>
                      </c:pt>
                      <c:pt idx="2132">
                        <c:v>165.322</c:v>
                      </c:pt>
                      <c:pt idx="2133">
                        <c:v>162.20099999999999</c:v>
                      </c:pt>
                      <c:pt idx="2134">
                        <c:v>160.678</c:v>
                      </c:pt>
                      <c:pt idx="2135">
                        <c:v>149.917</c:v>
                      </c:pt>
                      <c:pt idx="2136">
                        <c:v>152.255</c:v>
                      </c:pt>
                      <c:pt idx="2137">
                        <c:v>150.85599999999999</c:v>
                      </c:pt>
                      <c:pt idx="2138">
                        <c:v>152.46199999999999</c:v>
                      </c:pt>
                      <c:pt idx="2139">
                        <c:v>147.096</c:v>
                      </c:pt>
                      <c:pt idx="2140">
                        <c:v>146.833</c:v>
                      </c:pt>
                      <c:pt idx="2141">
                        <c:v>139.876</c:v>
                      </c:pt>
                      <c:pt idx="2142">
                        <c:v>140.131</c:v>
                      </c:pt>
                      <c:pt idx="2143">
                        <c:v>140.42099999999999</c:v>
                      </c:pt>
                      <c:pt idx="2144">
                        <c:v>135.01499999999999</c:v>
                      </c:pt>
                      <c:pt idx="2145">
                        <c:v>133.958</c:v>
                      </c:pt>
                      <c:pt idx="2146">
                        <c:v>139.66300000000001</c:v>
                      </c:pt>
                      <c:pt idx="2147">
                        <c:v>141.29599999999999</c:v>
                      </c:pt>
                      <c:pt idx="2148">
                        <c:v>146.80699999999999</c:v>
                      </c:pt>
                      <c:pt idx="2149">
                        <c:v>147.255</c:v>
                      </c:pt>
                      <c:pt idx="2150">
                        <c:v>147.667</c:v>
                      </c:pt>
                      <c:pt idx="2151">
                        <c:v>149.45099999999999</c:v>
                      </c:pt>
                      <c:pt idx="2152">
                        <c:v>143.703</c:v>
                      </c:pt>
                      <c:pt idx="2153">
                        <c:v>135.15100000000001</c:v>
                      </c:pt>
                      <c:pt idx="2154">
                        <c:v>130.316</c:v>
                      </c:pt>
                      <c:pt idx="2155">
                        <c:v>130.518</c:v>
                      </c:pt>
                      <c:pt idx="2156">
                        <c:v>132.71700000000001</c:v>
                      </c:pt>
                      <c:pt idx="2157">
                        <c:v>137.96</c:v>
                      </c:pt>
                      <c:pt idx="2158">
                        <c:v>138.99100000000001</c:v>
                      </c:pt>
                      <c:pt idx="2159">
                        <c:v>136.68299999999999</c:v>
                      </c:pt>
                      <c:pt idx="2160">
                        <c:v>134.92500000000001</c:v>
                      </c:pt>
                      <c:pt idx="2161">
                        <c:v>130.50800000000001</c:v>
                      </c:pt>
                      <c:pt idx="2162">
                        <c:v>126.848</c:v>
                      </c:pt>
                      <c:pt idx="2163">
                        <c:v>125.50700000000001</c:v>
                      </c:pt>
                      <c:pt idx="2164">
                        <c:v>124.58499999999999</c:v>
                      </c:pt>
                      <c:pt idx="2165">
                        <c:v>125.83799999999999</c:v>
                      </c:pt>
                      <c:pt idx="2166">
                        <c:v>123.512</c:v>
                      </c:pt>
                      <c:pt idx="2167">
                        <c:v>126.886</c:v>
                      </c:pt>
                      <c:pt idx="2168">
                        <c:v>131.76</c:v>
                      </c:pt>
                      <c:pt idx="2169">
                        <c:v>134.327</c:v>
                      </c:pt>
                      <c:pt idx="2170">
                        <c:v>136.327</c:v>
                      </c:pt>
                      <c:pt idx="2171">
                        <c:v>130.00800000000001</c:v>
                      </c:pt>
                      <c:pt idx="2172">
                        <c:v>124.02800000000001</c:v>
                      </c:pt>
                      <c:pt idx="2173">
                        <c:v>118.992</c:v>
                      </c:pt>
                      <c:pt idx="2174">
                        <c:v>121.66200000000001</c:v>
                      </c:pt>
                      <c:pt idx="2175">
                        <c:v>119.32</c:v>
                      </c:pt>
                      <c:pt idx="2176">
                        <c:v>121.08799999999999</c:v>
                      </c:pt>
                      <c:pt idx="2177">
                        <c:v>116.726</c:v>
                      </c:pt>
                      <c:pt idx="2178">
                        <c:v>113.503</c:v>
                      </c:pt>
                      <c:pt idx="2179">
                        <c:v>112.342</c:v>
                      </c:pt>
                      <c:pt idx="2180">
                        <c:v>112.503</c:v>
                      </c:pt>
                      <c:pt idx="2181">
                        <c:v>114.316</c:v>
                      </c:pt>
                      <c:pt idx="2182">
                        <c:v>116.483</c:v>
                      </c:pt>
                      <c:pt idx="2183">
                        <c:v>114.849</c:v>
                      </c:pt>
                      <c:pt idx="2184">
                        <c:v>114.66200000000001</c:v>
                      </c:pt>
                      <c:pt idx="2185">
                        <c:v>114.27200000000001</c:v>
                      </c:pt>
                      <c:pt idx="2186">
                        <c:v>114.223</c:v>
                      </c:pt>
                      <c:pt idx="2187">
                        <c:v>114.83199999999999</c:v>
                      </c:pt>
                      <c:pt idx="2188">
                        <c:v>113.67700000000001</c:v>
                      </c:pt>
                      <c:pt idx="2189">
                        <c:v>112.348</c:v>
                      </c:pt>
                      <c:pt idx="2190">
                        <c:v>111.42100000000001</c:v>
                      </c:pt>
                      <c:pt idx="2191">
                        <c:v>113.49299999999999</c:v>
                      </c:pt>
                      <c:pt idx="2192">
                        <c:v>115.164</c:v>
                      </c:pt>
                      <c:pt idx="2193">
                        <c:v>112.274</c:v>
                      </c:pt>
                      <c:pt idx="2194">
                        <c:v>113.81699999999999</c:v>
                      </c:pt>
                      <c:pt idx="2195">
                        <c:v>114.83799999999999</c:v>
                      </c:pt>
                      <c:pt idx="2196">
                        <c:v>115.66200000000001</c:v>
                      </c:pt>
                      <c:pt idx="2197">
                        <c:v>114.86499999999999</c:v>
                      </c:pt>
                      <c:pt idx="2198">
                        <c:v>114.66500000000001</c:v>
                      </c:pt>
                      <c:pt idx="2199">
                        <c:v>111.75700000000001</c:v>
                      </c:pt>
                      <c:pt idx="2200">
                        <c:v>110.05800000000001</c:v>
                      </c:pt>
                      <c:pt idx="2201">
                        <c:v>108.953</c:v>
                      </c:pt>
                      <c:pt idx="2202">
                        <c:v>105.063</c:v>
                      </c:pt>
                      <c:pt idx="2203">
                        <c:v>105.301</c:v>
                      </c:pt>
                      <c:pt idx="2204">
                        <c:v>103.114</c:v>
                      </c:pt>
                      <c:pt idx="2205">
                        <c:v>99.84</c:v>
                      </c:pt>
                      <c:pt idx="2206">
                        <c:v>98.75</c:v>
                      </c:pt>
                      <c:pt idx="2207">
                        <c:v>89.55</c:v>
                      </c:pt>
                      <c:pt idx="2208">
                        <c:v>90.388999999999996</c:v>
                      </c:pt>
                      <c:pt idx="2209">
                        <c:v>91.831999999999994</c:v>
                      </c:pt>
                      <c:pt idx="2210">
                        <c:v>92.826999999999998</c:v>
                      </c:pt>
                      <c:pt idx="2211">
                        <c:v>94.497</c:v>
                      </c:pt>
                      <c:pt idx="2212">
                        <c:v>96.007000000000005</c:v>
                      </c:pt>
                      <c:pt idx="2213">
                        <c:v>98.075999999999993</c:v>
                      </c:pt>
                      <c:pt idx="2214">
                        <c:v>103.363</c:v>
                      </c:pt>
                      <c:pt idx="2215">
                        <c:v>104.089</c:v>
                      </c:pt>
                      <c:pt idx="2216">
                        <c:v>103.938</c:v>
                      </c:pt>
                      <c:pt idx="2217">
                        <c:v>103.985</c:v>
                      </c:pt>
                      <c:pt idx="2218">
                        <c:v>104.785</c:v>
                      </c:pt>
                      <c:pt idx="2219">
                        <c:v>105.453</c:v>
                      </c:pt>
                      <c:pt idx="2220">
                        <c:v>104.782</c:v>
                      </c:pt>
                      <c:pt idx="2221">
                        <c:v>103.83799999999999</c:v>
                      </c:pt>
                      <c:pt idx="2222">
                        <c:v>102.428</c:v>
                      </c:pt>
                      <c:pt idx="2223">
                        <c:v>100.098</c:v>
                      </c:pt>
                      <c:pt idx="2224">
                        <c:v>104.652</c:v>
                      </c:pt>
                      <c:pt idx="2225">
                        <c:v>106.16200000000001</c:v>
                      </c:pt>
                      <c:pt idx="2226">
                        <c:v>105.66200000000001</c:v>
                      </c:pt>
                      <c:pt idx="2227">
                        <c:v>103.673</c:v>
                      </c:pt>
                      <c:pt idx="2228">
                        <c:v>103.125</c:v>
                      </c:pt>
                      <c:pt idx="2229">
                        <c:v>101.66800000000001</c:v>
                      </c:pt>
                      <c:pt idx="2230">
                        <c:v>100.83499999999999</c:v>
                      </c:pt>
                      <c:pt idx="2231">
                        <c:v>99.337999999999994</c:v>
                      </c:pt>
                      <c:pt idx="2232">
                        <c:v>102.17</c:v>
                      </c:pt>
                      <c:pt idx="2233">
                        <c:v>101.5</c:v>
                      </c:pt>
                      <c:pt idx="2234">
                        <c:v>102.624</c:v>
                      </c:pt>
                      <c:pt idx="2235">
                        <c:v>101.947</c:v>
                      </c:pt>
                      <c:pt idx="2236">
                        <c:v>99.674999999999997</c:v>
                      </c:pt>
                      <c:pt idx="2237">
                        <c:v>100.495</c:v>
                      </c:pt>
                      <c:pt idx="2238">
                        <c:v>101.876</c:v>
                      </c:pt>
                      <c:pt idx="2239">
                        <c:v>102.10899999999999</c:v>
                      </c:pt>
                      <c:pt idx="2240">
                        <c:v>103.16200000000001</c:v>
                      </c:pt>
                      <c:pt idx="2241">
                        <c:v>101.273</c:v>
                      </c:pt>
                      <c:pt idx="2242">
                        <c:v>100.111</c:v>
                      </c:pt>
                      <c:pt idx="2243">
                        <c:v>100.00700000000001</c:v>
                      </c:pt>
                      <c:pt idx="2244">
                        <c:v>97.847999999999999</c:v>
                      </c:pt>
                      <c:pt idx="2245">
                        <c:v>98.686000000000007</c:v>
                      </c:pt>
                      <c:pt idx="2246">
                        <c:v>99.162000000000006</c:v>
                      </c:pt>
                      <c:pt idx="2247">
                        <c:v>98.831999999999994</c:v>
                      </c:pt>
                      <c:pt idx="2248">
                        <c:v>99.632999999999996</c:v>
                      </c:pt>
                      <c:pt idx="2249">
                        <c:v>99.921000000000006</c:v>
                      </c:pt>
                      <c:pt idx="2250">
                        <c:v>101.667</c:v>
                      </c:pt>
                      <c:pt idx="2251">
                        <c:v>104.27200000000001</c:v>
                      </c:pt>
                      <c:pt idx="2252">
                        <c:v>105.173</c:v>
                      </c:pt>
                      <c:pt idx="2253">
                        <c:v>101.75</c:v>
                      </c:pt>
                      <c:pt idx="2254">
                        <c:v>100</c:v>
                      </c:pt>
                      <c:pt idx="2255">
                        <c:v>101.333</c:v>
                      </c:pt>
                      <c:pt idx="2256">
                        <c:v>100.83799999999999</c:v>
                      </c:pt>
                      <c:pt idx="2257">
                        <c:v>100.169</c:v>
                      </c:pt>
                      <c:pt idx="2258">
                        <c:v>101.997</c:v>
                      </c:pt>
                      <c:pt idx="2259">
                        <c:v>102.673</c:v>
                      </c:pt>
                      <c:pt idx="2260">
                        <c:v>101.67</c:v>
                      </c:pt>
                      <c:pt idx="2261">
                        <c:v>99.841999999999999</c:v>
                      </c:pt>
                      <c:pt idx="2262">
                        <c:v>101.075</c:v>
                      </c:pt>
                      <c:pt idx="2263">
                        <c:v>99.831999999999994</c:v>
                      </c:pt>
                      <c:pt idx="2264">
                        <c:v>99.25</c:v>
                      </c:pt>
                      <c:pt idx="2265">
                        <c:v>97.512</c:v>
                      </c:pt>
                      <c:pt idx="2266">
                        <c:v>97.173000000000002</c:v>
                      </c:pt>
                      <c:pt idx="2267">
                        <c:v>99.875</c:v>
                      </c:pt>
                      <c:pt idx="2268">
                        <c:v>99.125</c:v>
                      </c:pt>
                      <c:pt idx="2269">
                        <c:v>96.08</c:v>
                      </c:pt>
                      <c:pt idx="2270">
                        <c:v>94.906000000000006</c:v>
                      </c:pt>
                      <c:pt idx="2271">
                        <c:v>94.745000000000005</c:v>
                      </c:pt>
                      <c:pt idx="2272">
                        <c:v>95.125</c:v>
                      </c:pt>
                      <c:pt idx="2273">
                        <c:v>94.893000000000001</c:v>
                      </c:pt>
                      <c:pt idx="2274">
                        <c:v>90.837999999999994</c:v>
                      </c:pt>
                      <c:pt idx="2275">
                        <c:v>88.177000000000007</c:v>
                      </c:pt>
                      <c:pt idx="2276">
                        <c:v>91.763000000000005</c:v>
                      </c:pt>
                      <c:pt idx="2277">
                        <c:v>95.662000000000006</c:v>
                      </c:pt>
                      <c:pt idx="2278">
                        <c:v>96.438000000000002</c:v>
                      </c:pt>
                      <c:pt idx="2279">
                        <c:v>96.491</c:v>
                      </c:pt>
                      <c:pt idx="2280">
                        <c:v>96.460999999999999</c:v>
                      </c:pt>
                      <c:pt idx="2281">
                        <c:v>96.600999999999999</c:v>
                      </c:pt>
                      <c:pt idx="2282">
                        <c:v>97.153999999999996</c:v>
                      </c:pt>
                      <c:pt idx="2283">
                        <c:v>96.21</c:v>
                      </c:pt>
                      <c:pt idx="2284">
                        <c:v>95.888999999999996</c:v>
                      </c:pt>
                      <c:pt idx="2285">
                        <c:v>91.25</c:v>
                      </c:pt>
                      <c:pt idx="2286">
                        <c:v>90.503</c:v>
                      </c:pt>
                      <c:pt idx="2287">
                        <c:v>90.334999999999994</c:v>
                      </c:pt>
                      <c:pt idx="2288">
                        <c:v>92.132000000000005</c:v>
                      </c:pt>
                      <c:pt idx="2289">
                        <c:v>94.652000000000001</c:v>
                      </c:pt>
                      <c:pt idx="2290">
                        <c:v>94.078999999999994</c:v>
                      </c:pt>
                      <c:pt idx="2291">
                        <c:v>96.003</c:v>
                      </c:pt>
                      <c:pt idx="2292">
                        <c:v>96.33</c:v>
                      </c:pt>
                      <c:pt idx="2293">
                        <c:v>95</c:v>
                      </c:pt>
                      <c:pt idx="2294">
                        <c:v>96.75</c:v>
                      </c:pt>
                      <c:pt idx="2295">
                        <c:v>95.173000000000002</c:v>
                      </c:pt>
                      <c:pt idx="2296">
                        <c:v>93.625</c:v>
                      </c:pt>
                      <c:pt idx="2297">
                        <c:v>92.843999999999994</c:v>
                      </c:pt>
                      <c:pt idx="2298">
                        <c:v>92.543999999999997</c:v>
                      </c:pt>
                      <c:pt idx="2299">
                        <c:v>92.165000000000006</c:v>
                      </c:pt>
                      <c:pt idx="2300">
                        <c:v>92</c:v>
                      </c:pt>
                      <c:pt idx="2301">
                        <c:v>91.561999999999998</c:v>
                      </c:pt>
                      <c:pt idx="2302">
                        <c:v>90.11</c:v>
                      </c:pt>
                      <c:pt idx="2303">
                        <c:v>92.393000000000001</c:v>
                      </c:pt>
                      <c:pt idx="2304">
                        <c:v>92.617999999999995</c:v>
                      </c:pt>
                      <c:pt idx="2305">
                        <c:v>96.832999999999998</c:v>
                      </c:pt>
                      <c:pt idx="2306">
                        <c:v>95.844999999999999</c:v>
                      </c:pt>
                      <c:pt idx="2307">
                        <c:v>97.094999999999999</c:v>
                      </c:pt>
                      <c:pt idx="2308">
                        <c:v>97.927999999999997</c:v>
                      </c:pt>
                      <c:pt idx="2309">
                        <c:v>98.375</c:v>
                      </c:pt>
                      <c:pt idx="2310">
                        <c:v>98.007000000000005</c:v>
                      </c:pt>
                      <c:pt idx="2311">
                        <c:v>97.421999999999997</c:v>
                      </c:pt>
                      <c:pt idx="2312">
                        <c:v>97.403999999999996</c:v>
                      </c:pt>
                      <c:pt idx="2313">
                        <c:v>98.99</c:v>
                      </c:pt>
                      <c:pt idx="2314">
                        <c:v>97.497</c:v>
                      </c:pt>
                      <c:pt idx="2315">
                        <c:v>98.004999999999995</c:v>
                      </c:pt>
                      <c:pt idx="2316">
                        <c:v>97.665000000000006</c:v>
                      </c:pt>
                      <c:pt idx="2317">
                        <c:v>98.066999999999993</c:v>
                      </c:pt>
                      <c:pt idx="2318">
                        <c:v>98.462000000000003</c:v>
                      </c:pt>
                      <c:pt idx="2319">
                        <c:v>96.432000000000002</c:v>
                      </c:pt>
                      <c:pt idx="2320">
                        <c:v>99.423000000000002</c:v>
                      </c:pt>
                      <c:pt idx="2321">
                        <c:v>100.497</c:v>
                      </c:pt>
                      <c:pt idx="2322">
                        <c:v>100.087</c:v>
                      </c:pt>
                      <c:pt idx="2323">
                        <c:v>100.59</c:v>
                      </c:pt>
                      <c:pt idx="2324">
                        <c:v>102.66500000000001</c:v>
                      </c:pt>
                      <c:pt idx="2325">
                        <c:v>99.052999999999997</c:v>
                      </c:pt>
                      <c:pt idx="2326">
                        <c:v>98.847999999999999</c:v>
                      </c:pt>
                      <c:pt idx="2327">
                        <c:v>100.33499999999999</c:v>
                      </c:pt>
                      <c:pt idx="2328">
                        <c:v>98.674999999999997</c:v>
                      </c:pt>
                      <c:pt idx="2329">
                        <c:v>97.512</c:v>
                      </c:pt>
                      <c:pt idx="2330">
                        <c:v>96.674999999999997</c:v>
                      </c:pt>
                      <c:pt idx="2331">
                        <c:v>95.54</c:v>
                      </c:pt>
                      <c:pt idx="2332">
                        <c:v>94.155000000000001</c:v>
                      </c:pt>
                      <c:pt idx="2333">
                        <c:v>90.262</c:v>
                      </c:pt>
                      <c:pt idx="2334">
                        <c:v>90</c:v>
                      </c:pt>
                      <c:pt idx="2335">
                        <c:v>89.257000000000005</c:v>
                      </c:pt>
                      <c:pt idx="2336">
                        <c:v>90.01</c:v>
                      </c:pt>
                      <c:pt idx="2337">
                        <c:v>90.617999999999995</c:v>
                      </c:pt>
                      <c:pt idx="2338">
                        <c:v>91.67</c:v>
                      </c:pt>
                      <c:pt idx="2339">
                        <c:v>90.518000000000001</c:v>
                      </c:pt>
                      <c:pt idx="2340">
                        <c:v>92.668000000000006</c:v>
                      </c:pt>
                      <c:pt idx="2341">
                        <c:v>91.751000000000005</c:v>
                      </c:pt>
                      <c:pt idx="2342">
                        <c:v>95.576999999999998</c:v>
                      </c:pt>
                      <c:pt idx="2343">
                        <c:v>95.375</c:v>
                      </c:pt>
                      <c:pt idx="2344">
                        <c:v>96.5</c:v>
                      </c:pt>
                      <c:pt idx="2345">
                        <c:v>100.251</c:v>
                      </c:pt>
                      <c:pt idx="2346">
                        <c:v>98.853999999999999</c:v>
                      </c:pt>
                      <c:pt idx="2347">
                        <c:v>98.33</c:v>
                      </c:pt>
                      <c:pt idx="2348">
                        <c:v>99.465999999999994</c:v>
                      </c:pt>
                      <c:pt idx="2349">
                        <c:v>101.465</c:v>
                      </c:pt>
                      <c:pt idx="2350">
                        <c:v>99.224000000000004</c:v>
                      </c:pt>
                      <c:pt idx="2351">
                        <c:v>98.665000000000006</c:v>
                      </c:pt>
                      <c:pt idx="2352">
                        <c:v>99.98</c:v>
                      </c:pt>
                      <c:pt idx="2353">
                        <c:v>96.625</c:v>
                      </c:pt>
                      <c:pt idx="2354">
                        <c:v>93.564999999999998</c:v>
                      </c:pt>
                      <c:pt idx="2355">
                        <c:v>88.173000000000002</c:v>
                      </c:pt>
                      <c:pt idx="2356">
                        <c:v>85</c:v>
                      </c:pt>
                      <c:pt idx="2357">
                        <c:v>85.125</c:v>
                      </c:pt>
                      <c:pt idx="2358">
                        <c:v>87.188000000000002</c:v>
                      </c:pt>
                      <c:pt idx="2359">
                        <c:v>88.543000000000006</c:v>
                      </c:pt>
                      <c:pt idx="2360">
                        <c:v>88.375</c:v>
                      </c:pt>
                      <c:pt idx="2361">
                        <c:v>92.548000000000002</c:v>
                      </c:pt>
                      <c:pt idx="2362">
                        <c:v>92.108000000000004</c:v>
                      </c:pt>
                      <c:pt idx="2363">
                        <c:v>89.841999999999999</c:v>
                      </c:pt>
                      <c:pt idx="2364">
                        <c:v>88.512</c:v>
                      </c:pt>
                      <c:pt idx="2365">
                        <c:v>88.177000000000007</c:v>
                      </c:pt>
                      <c:pt idx="2366">
                        <c:v>86.665000000000006</c:v>
                      </c:pt>
                      <c:pt idx="2367">
                        <c:v>85.831999999999994</c:v>
                      </c:pt>
                      <c:pt idx="2368">
                        <c:v>84.75</c:v>
                      </c:pt>
                      <c:pt idx="2369">
                        <c:v>81.677000000000007</c:v>
                      </c:pt>
                      <c:pt idx="2370">
                        <c:v>81.341999999999999</c:v>
                      </c:pt>
                      <c:pt idx="2371">
                        <c:v>78.680000000000007</c:v>
                      </c:pt>
                      <c:pt idx="2372">
                        <c:v>77.894000000000005</c:v>
                      </c:pt>
                      <c:pt idx="2373">
                        <c:v>76.826999999999998</c:v>
                      </c:pt>
                      <c:pt idx="2374">
                        <c:v>76.25</c:v>
                      </c:pt>
                      <c:pt idx="2375">
                        <c:v>75.625</c:v>
                      </c:pt>
                      <c:pt idx="2376">
                        <c:v>75.5</c:v>
                      </c:pt>
                      <c:pt idx="2377">
                        <c:v>75.825000000000003</c:v>
                      </c:pt>
                      <c:pt idx="2378">
                        <c:v>75.697000000000003</c:v>
                      </c:pt>
                      <c:pt idx="2379">
                        <c:v>77.77</c:v>
                      </c:pt>
                      <c:pt idx="2380">
                        <c:v>79.027000000000001</c:v>
                      </c:pt>
                      <c:pt idx="2381">
                        <c:v>81.775000000000006</c:v>
                      </c:pt>
                      <c:pt idx="2382">
                        <c:v>84.326999999999998</c:v>
                      </c:pt>
                      <c:pt idx="2383">
                        <c:v>87.816999999999993</c:v>
                      </c:pt>
                      <c:pt idx="2384">
                        <c:v>87.492999999999995</c:v>
                      </c:pt>
                      <c:pt idx="2385">
                        <c:v>88.662000000000006</c:v>
                      </c:pt>
                      <c:pt idx="2386">
                        <c:v>91.99</c:v>
                      </c:pt>
                      <c:pt idx="2387">
                        <c:v>93.524000000000001</c:v>
                      </c:pt>
                      <c:pt idx="2388">
                        <c:v>94.546000000000006</c:v>
                      </c:pt>
                      <c:pt idx="2389">
                        <c:v>96.438999999999993</c:v>
                      </c:pt>
                      <c:pt idx="2390">
                        <c:v>101.413</c:v>
                      </c:pt>
                      <c:pt idx="2391">
                        <c:v>101.995</c:v>
                      </c:pt>
                      <c:pt idx="2392">
                        <c:v>106.473</c:v>
                      </c:pt>
                      <c:pt idx="2393">
                        <c:v>105.95099999999999</c:v>
                      </c:pt>
                      <c:pt idx="2394">
                        <c:v>110.346</c:v>
                      </c:pt>
                      <c:pt idx="2395">
                        <c:v>117.806</c:v>
                      </c:pt>
                      <c:pt idx="2396">
                        <c:v>122.81699999999999</c:v>
                      </c:pt>
                      <c:pt idx="2397">
                        <c:v>124.75</c:v>
                      </c:pt>
                      <c:pt idx="2398">
                        <c:v>132.125</c:v>
                      </c:pt>
                      <c:pt idx="2399">
                        <c:v>140.91900000000001</c:v>
                      </c:pt>
                      <c:pt idx="2400">
                        <c:v>140.041</c:v>
                      </c:pt>
                      <c:pt idx="2401">
                        <c:v>121.53</c:v>
                      </c:pt>
                      <c:pt idx="2402">
                        <c:v>120.47</c:v>
                      </c:pt>
                      <c:pt idx="2403">
                        <c:v>130.125</c:v>
                      </c:pt>
                      <c:pt idx="2404">
                        <c:v>131.47300000000001</c:v>
                      </c:pt>
                      <c:pt idx="2405">
                        <c:v>142.239</c:v>
                      </c:pt>
                      <c:pt idx="2406">
                        <c:v>168.714</c:v>
                      </c:pt>
                      <c:pt idx="2407">
                        <c:v>169.386</c:v>
                      </c:pt>
                      <c:pt idx="2408">
                        <c:v>164.36500000000001</c:v>
                      </c:pt>
                      <c:pt idx="2409">
                        <c:v>156.685</c:v>
                      </c:pt>
                      <c:pt idx="2410">
                        <c:v>148.98500000000001</c:v>
                      </c:pt>
                      <c:pt idx="2411">
                        <c:v>140.83500000000001</c:v>
                      </c:pt>
                      <c:pt idx="2412">
                        <c:v>140.995</c:v>
                      </c:pt>
                      <c:pt idx="2413">
                        <c:v>140.86099999999999</c:v>
                      </c:pt>
                      <c:pt idx="2414">
                        <c:v>141.99</c:v>
                      </c:pt>
                      <c:pt idx="2415">
                        <c:v>148.708</c:v>
                      </c:pt>
                      <c:pt idx="2416">
                        <c:v>151.73599999999999</c:v>
                      </c:pt>
                      <c:pt idx="2417">
                        <c:v>155.25399999999999</c:v>
                      </c:pt>
                      <c:pt idx="2418">
                        <c:v>155.602</c:v>
                      </c:pt>
                      <c:pt idx="2419">
                        <c:v>148.58799999999999</c:v>
                      </c:pt>
                      <c:pt idx="2420">
                        <c:v>146.68</c:v>
                      </c:pt>
                      <c:pt idx="2421">
                        <c:v>139.417</c:v>
                      </c:pt>
                      <c:pt idx="2422">
                        <c:v>135.83199999999999</c:v>
                      </c:pt>
                      <c:pt idx="2423">
                        <c:v>124.85</c:v>
                      </c:pt>
                      <c:pt idx="2424">
                        <c:v>125.26</c:v>
                      </c:pt>
                      <c:pt idx="2425">
                        <c:v>122.121</c:v>
                      </c:pt>
                      <c:pt idx="2426">
                        <c:v>117.361</c:v>
                      </c:pt>
                      <c:pt idx="2427">
                        <c:v>119.21299999999999</c:v>
                      </c:pt>
                      <c:pt idx="2428">
                        <c:v>117.66500000000001</c:v>
                      </c:pt>
                      <c:pt idx="2429">
                        <c:v>118.75</c:v>
                      </c:pt>
                      <c:pt idx="2430">
                        <c:v>124.143</c:v>
                      </c:pt>
                      <c:pt idx="2431">
                        <c:v>126.34</c:v>
                      </c:pt>
                      <c:pt idx="2432">
                        <c:v>127.837</c:v>
                      </c:pt>
                      <c:pt idx="2433">
                        <c:v>133.40299999999999</c:v>
                      </c:pt>
                      <c:pt idx="2434">
                        <c:v>134.20599999999999</c:v>
                      </c:pt>
                      <c:pt idx="2435">
                        <c:v>132.495</c:v>
                      </c:pt>
                      <c:pt idx="2436">
                        <c:v>130.375</c:v>
                      </c:pt>
                      <c:pt idx="2437">
                        <c:v>126.675</c:v>
                      </c:pt>
                      <c:pt idx="2438">
                        <c:v>125.66500000000001</c:v>
                      </c:pt>
                      <c:pt idx="2439">
                        <c:v>126.995</c:v>
                      </c:pt>
                      <c:pt idx="2440">
                        <c:v>130.15</c:v>
                      </c:pt>
                      <c:pt idx="2441">
                        <c:v>130.66999999999999</c:v>
                      </c:pt>
                      <c:pt idx="2442">
                        <c:v>126.729</c:v>
                      </c:pt>
                      <c:pt idx="2443">
                        <c:v>124</c:v>
                      </c:pt>
                      <c:pt idx="2444">
                        <c:v>117.675</c:v>
                      </c:pt>
                      <c:pt idx="2445">
                        <c:v>121.34</c:v>
                      </c:pt>
                      <c:pt idx="2446">
                        <c:v>128</c:v>
                      </c:pt>
                      <c:pt idx="2447">
                        <c:v>130.44200000000001</c:v>
                      </c:pt>
                      <c:pt idx="2448">
                        <c:v>137.84</c:v>
                      </c:pt>
                      <c:pt idx="2449">
                        <c:v>138</c:v>
                      </c:pt>
                      <c:pt idx="2450">
                        <c:v>144.48500000000001</c:v>
                      </c:pt>
                      <c:pt idx="2451">
                        <c:v>141.827</c:v>
                      </c:pt>
                      <c:pt idx="2452">
                        <c:v>130.626</c:v>
                      </c:pt>
                      <c:pt idx="2453">
                        <c:v>131.125</c:v>
                      </c:pt>
                      <c:pt idx="2454">
                        <c:v>136.333</c:v>
                      </c:pt>
                      <c:pt idx="2455">
                        <c:v>134.375</c:v>
                      </c:pt>
                      <c:pt idx="2456">
                        <c:v>135.98500000000001</c:v>
                      </c:pt>
                      <c:pt idx="2457">
                        <c:v>138.655</c:v>
                      </c:pt>
                      <c:pt idx="2458">
                        <c:v>134.61000000000001</c:v>
                      </c:pt>
                      <c:pt idx="2459">
                        <c:v>139.75</c:v>
                      </c:pt>
                      <c:pt idx="2460">
                        <c:v>141.374</c:v>
                      </c:pt>
                      <c:pt idx="2461">
                        <c:v>139.34</c:v>
                      </c:pt>
                      <c:pt idx="2462">
                        <c:v>134.33500000000001</c:v>
                      </c:pt>
                      <c:pt idx="2463">
                        <c:v>129.655</c:v>
                      </c:pt>
                      <c:pt idx="2464">
                        <c:v>126.825</c:v>
                      </c:pt>
                      <c:pt idx="2465">
                        <c:v>123.003</c:v>
                      </c:pt>
                      <c:pt idx="2466">
                        <c:v>121.65900000000001</c:v>
                      </c:pt>
                      <c:pt idx="2467">
                        <c:v>121.114</c:v>
                      </c:pt>
                      <c:pt idx="2468">
                        <c:v>118.624</c:v>
                      </c:pt>
                      <c:pt idx="2469">
                        <c:v>112.99299999999999</c:v>
                      </c:pt>
                      <c:pt idx="2470">
                        <c:v>104.497</c:v>
                      </c:pt>
                      <c:pt idx="2471">
                        <c:v>107.375</c:v>
                      </c:pt>
                      <c:pt idx="2472">
                        <c:v>113.102</c:v>
                      </c:pt>
                      <c:pt idx="2473">
                        <c:v>117.33</c:v>
                      </c:pt>
                      <c:pt idx="2474">
                        <c:v>118.67</c:v>
                      </c:pt>
                      <c:pt idx="2475">
                        <c:v>121.16800000000001</c:v>
                      </c:pt>
                      <c:pt idx="2476">
                        <c:v>127.30500000000001</c:v>
                      </c:pt>
                      <c:pt idx="2477">
                        <c:v>132.304</c:v>
                      </c:pt>
                      <c:pt idx="2478">
                        <c:v>133.75</c:v>
                      </c:pt>
                      <c:pt idx="2479">
                        <c:v>132.505</c:v>
                      </c:pt>
                      <c:pt idx="2480">
                        <c:v>132.655</c:v>
                      </c:pt>
                      <c:pt idx="2481">
                        <c:v>131.673</c:v>
                      </c:pt>
                      <c:pt idx="2482">
                        <c:v>129.17500000000001</c:v>
                      </c:pt>
                      <c:pt idx="2483">
                        <c:v>126.85</c:v>
                      </c:pt>
                      <c:pt idx="2484">
                        <c:v>126.25</c:v>
                      </c:pt>
                      <c:pt idx="2485">
                        <c:v>128.47999999999999</c:v>
                      </c:pt>
                      <c:pt idx="2486">
                        <c:v>122.66500000000001</c:v>
                      </c:pt>
                      <c:pt idx="2487">
                        <c:v>121.36</c:v>
                      </c:pt>
                      <c:pt idx="2488">
                        <c:v>120.265</c:v>
                      </c:pt>
                      <c:pt idx="2489">
                        <c:v>120.625</c:v>
                      </c:pt>
                      <c:pt idx="2490">
                        <c:v>119.31699999999999</c:v>
                      </c:pt>
                      <c:pt idx="2491">
                        <c:v>119.154</c:v>
                      </c:pt>
                      <c:pt idx="2492">
                        <c:v>118.997</c:v>
                      </c:pt>
                      <c:pt idx="2493">
                        <c:v>123.50700000000001</c:v>
                      </c:pt>
                      <c:pt idx="2494">
                        <c:v>120.505</c:v>
                      </c:pt>
                      <c:pt idx="2495">
                        <c:v>123.482</c:v>
                      </c:pt>
                      <c:pt idx="2496">
                        <c:v>125.315</c:v>
                      </c:pt>
                      <c:pt idx="2497">
                        <c:v>124.5</c:v>
                      </c:pt>
                      <c:pt idx="2498">
                        <c:v>124.49</c:v>
                      </c:pt>
                      <c:pt idx="2499">
                        <c:v>122.66</c:v>
                      </c:pt>
                      <c:pt idx="2500">
                        <c:v>123.505</c:v>
                      </c:pt>
                      <c:pt idx="2501">
                        <c:v>122.33499999999999</c:v>
                      </c:pt>
                      <c:pt idx="2502">
                        <c:v>127.247</c:v>
                      </c:pt>
                      <c:pt idx="2503">
                        <c:v>125.746</c:v>
                      </c:pt>
                      <c:pt idx="2504">
                        <c:v>129.15799999999999</c:v>
                      </c:pt>
                      <c:pt idx="2505">
                        <c:v>128.173</c:v>
                      </c:pt>
                      <c:pt idx="2506">
                        <c:v>128.155</c:v>
                      </c:pt>
                      <c:pt idx="2507">
                        <c:v>131.47200000000001</c:v>
                      </c:pt>
                      <c:pt idx="2508">
                        <c:v>132.584</c:v>
                      </c:pt>
                      <c:pt idx="2509">
                        <c:v>134.65</c:v>
                      </c:pt>
                      <c:pt idx="2510">
                        <c:v>132.58500000000001</c:v>
                      </c:pt>
                      <c:pt idx="2511">
                        <c:v>129.49</c:v>
                      </c:pt>
                      <c:pt idx="2512">
                        <c:v>124.39400000000001</c:v>
                      </c:pt>
                      <c:pt idx="2513">
                        <c:v>119.97799999999999</c:v>
                      </c:pt>
                      <c:pt idx="2514">
                        <c:v>124.658</c:v>
                      </c:pt>
                      <c:pt idx="2515">
                        <c:v>129.334</c:v>
                      </c:pt>
                      <c:pt idx="2516">
                        <c:v>129.643</c:v>
                      </c:pt>
                      <c:pt idx="2517">
                        <c:v>126.33199999999999</c:v>
                      </c:pt>
                      <c:pt idx="2518">
                        <c:v>125.274</c:v>
                      </c:pt>
                      <c:pt idx="2519">
                        <c:v>126.50700000000001</c:v>
                      </c:pt>
                      <c:pt idx="2520">
                        <c:v>128.21899999999999</c:v>
                      </c:pt>
                      <c:pt idx="2521">
                        <c:v>128.327</c:v>
                      </c:pt>
                      <c:pt idx="2522">
                        <c:v>128.327</c:v>
                      </c:pt>
                      <c:pt idx="2523">
                        <c:v>129.505</c:v>
                      </c:pt>
                      <c:pt idx="2524">
                        <c:v>131.34</c:v>
                      </c:pt>
                      <c:pt idx="2525">
                        <c:v>131.93799999999999</c:v>
                      </c:pt>
                      <c:pt idx="2526">
                        <c:v>128.65799999999999</c:v>
                      </c:pt>
                      <c:pt idx="2527">
                        <c:v>122.16200000000001</c:v>
                      </c:pt>
                      <c:pt idx="2528">
                        <c:v>119.68</c:v>
                      </c:pt>
                      <c:pt idx="2529">
                        <c:v>119.16800000000001</c:v>
                      </c:pt>
                      <c:pt idx="2530">
                        <c:v>120.514</c:v>
                      </c:pt>
                      <c:pt idx="2531">
                        <c:v>121.02</c:v>
                      </c:pt>
                      <c:pt idx="2532">
                        <c:v>117.006</c:v>
                      </c:pt>
                      <c:pt idx="2533">
                        <c:v>116.175</c:v>
                      </c:pt>
                      <c:pt idx="2534">
                        <c:v>117.99</c:v>
                      </c:pt>
                      <c:pt idx="2535">
                        <c:v>113.999</c:v>
                      </c:pt>
                      <c:pt idx="2536">
                        <c:v>113.339</c:v>
                      </c:pt>
                      <c:pt idx="2537">
                        <c:v>122.256</c:v>
                      </c:pt>
                      <c:pt idx="2538">
                        <c:v>118.532</c:v>
                      </c:pt>
                      <c:pt idx="2539">
                        <c:v>118.503</c:v>
                      </c:pt>
                      <c:pt idx="2540">
                        <c:v>117.125</c:v>
                      </c:pt>
                      <c:pt idx="2541">
                        <c:v>118.294</c:v>
                      </c:pt>
                      <c:pt idx="2542">
                        <c:v>121.855</c:v>
                      </c:pt>
                      <c:pt idx="2543">
                        <c:v>120.32899999999999</c:v>
                      </c:pt>
                      <c:pt idx="2544">
                        <c:v>118.658</c:v>
                      </c:pt>
                      <c:pt idx="2545">
                        <c:v>117.32899999999999</c:v>
                      </c:pt>
                      <c:pt idx="2546">
                        <c:v>121.694</c:v>
                      </c:pt>
                      <c:pt idx="2547">
                        <c:v>119.06</c:v>
                      </c:pt>
                      <c:pt idx="2548">
                        <c:v>121.18300000000001</c:v>
                      </c:pt>
                      <c:pt idx="2549">
                        <c:v>122.59699999999999</c:v>
                      </c:pt>
                      <c:pt idx="2550">
                        <c:v>125.173</c:v>
                      </c:pt>
                      <c:pt idx="2551">
                        <c:v>124.497</c:v>
                      </c:pt>
                      <c:pt idx="2552">
                        <c:v>124.49</c:v>
                      </c:pt>
                      <c:pt idx="2553">
                        <c:v>123.842</c:v>
                      </c:pt>
                      <c:pt idx="2554">
                        <c:v>123.08499999999999</c:v>
                      </c:pt>
                      <c:pt idx="2555">
                        <c:v>120.25700000000001</c:v>
                      </c:pt>
                      <c:pt idx="2556">
                        <c:v>119.005</c:v>
                      </c:pt>
                      <c:pt idx="2557">
                        <c:v>118.669</c:v>
                      </c:pt>
                      <c:pt idx="2558">
                        <c:v>119.509</c:v>
                      </c:pt>
                      <c:pt idx="2559">
                        <c:v>117.842</c:v>
                      </c:pt>
                      <c:pt idx="2560">
                        <c:v>123.495</c:v>
                      </c:pt>
                      <c:pt idx="2561">
                        <c:v>129.827</c:v>
                      </c:pt>
                      <c:pt idx="2562">
                        <c:v>136.15199999999999</c:v>
                      </c:pt>
                      <c:pt idx="2563">
                        <c:v>131.17699999999999</c:v>
                      </c:pt>
                      <c:pt idx="2564">
                        <c:v>124.508</c:v>
                      </c:pt>
                      <c:pt idx="2565">
                        <c:v>132.827</c:v>
                      </c:pt>
                      <c:pt idx="2566">
                        <c:v>132.49199999999999</c:v>
                      </c:pt>
                      <c:pt idx="2567">
                        <c:v>130.84</c:v>
                      </c:pt>
                      <c:pt idx="2568">
                        <c:v>132.518</c:v>
                      </c:pt>
                      <c:pt idx="2569">
                        <c:v>129.822</c:v>
                      </c:pt>
                      <c:pt idx="2570">
                        <c:v>127.146</c:v>
                      </c:pt>
                      <c:pt idx="2571">
                        <c:v>122.098</c:v>
                      </c:pt>
                      <c:pt idx="2572">
                        <c:v>121.48099999999999</c:v>
                      </c:pt>
                      <c:pt idx="2573">
                        <c:v>123.34</c:v>
                      </c:pt>
                      <c:pt idx="2574">
                        <c:v>121.82299999999999</c:v>
                      </c:pt>
                      <c:pt idx="2575">
                        <c:v>120.35299999999999</c:v>
                      </c:pt>
                      <c:pt idx="2576">
                        <c:v>120.842</c:v>
                      </c:pt>
                      <c:pt idx="2577">
                        <c:v>121.82299999999999</c:v>
                      </c:pt>
                      <c:pt idx="2578">
                        <c:v>119.636</c:v>
                      </c:pt>
                      <c:pt idx="2579">
                        <c:v>120.33</c:v>
                      </c:pt>
                      <c:pt idx="2580">
                        <c:v>121.82299999999999</c:v>
                      </c:pt>
                      <c:pt idx="2581">
                        <c:v>116.498</c:v>
                      </c:pt>
                      <c:pt idx="2582">
                        <c:v>119.482</c:v>
                      </c:pt>
                      <c:pt idx="2583">
                        <c:v>111.527</c:v>
                      </c:pt>
                      <c:pt idx="2584">
                        <c:v>109.01</c:v>
                      </c:pt>
                      <c:pt idx="2585">
                        <c:v>114.498</c:v>
                      </c:pt>
                      <c:pt idx="2586">
                        <c:v>113.67700000000001</c:v>
                      </c:pt>
                      <c:pt idx="2587">
                        <c:v>114.32</c:v>
                      </c:pt>
                      <c:pt idx="2588">
                        <c:v>116.97499999999999</c:v>
                      </c:pt>
                      <c:pt idx="2589">
                        <c:v>112.02</c:v>
                      </c:pt>
                      <c:pt idx="2590">
                        <c:v>110.995</c:v>
                      </c:pt>
                      <c:pt idx="2591">
                        <c:v>108.83799999999999</c:v>
                      </c:pt>
                      <c:pt idx="2592">
                        <c:v>108.66</c:v>
                      </c:pt>
                      <c:pt idx="2593">
                        <c:v>109.17700000000001</c:v>
                      </c:pt>
                      <c:pt idx="2594">
                        <c:v>112.16500000000001</c:v>
                      </c:pt>
                      <c:pt idx="2595">
                        <c:v>112.503</c:v>
                      </c:pt>
                      <c:pt idx="2596">
                        <c:v>114.01</c:v>
                      </c:pt>
                      <c:pt idx="2597">
                        <c:v>114.17700000000001</c:v>
                      </c:pt>
                      <c:pt idx="2598">
                        <c:v>113.675</c:v>
                      </c:pt>
                      <c:pt idx="2599">
                        <c:v>109.029</c:v>
                      </c:pt>
                      <c:pt idx="2600">
                        <c:v>109.342</c:v>
                      </c:pt>
                      <c:pt idx="2601">
                        <c:v>110</c:v>
                      </c:pt>
                      <c:pt idx="2602">
                        <c:v>112.66</c:v>
                      </c:pt>
                      <c:pt idx="2603">
                        <c:v>111</c:v>
                      </c:pt>
                      <c:pt idx="2604">
                        <c:v>109.66</c:v>
                      </c:pt>
                      <c:pt idx="2605">
                        <c:v>106.34</c:v>
                      </c:pt>
                      <c:pt idx="2606">
                        <c:v>105.82299999999999</c:v>
                      </c:pt>
                      <c:pt idx="2607">
                        <c:v>106.648</c:v>
                      </c:pt>
                      <c:pt idx="2608">
                        <c:v>108.325</c:v>
                      </c:pt>
                      <c:pt idx="2609">
                        <c:v>105.345</c:v>
                      </c:pt>
                      <c:pt idx="2610">
                        <c:v>103.845</c:v>
                      </c:pt>
                      <c:pt idx="2611">
                        <c:v>106.655</c:v>
                      </c:pt>
                      <c:pt idx="2612">
                        <c:v>103.505</c:v>
                      </c:pt>
                      <c:pt idx="2613">
                        <c:v>100.33</c:v>
                      </c:pt>
                      <c:pt idx="2614">
                        <c:v>99.668000000000006</c:v>
                      </c:pt>
                      <c:pt idx="2615">
                        <c:v>99.688000000000002</c:v>
                      </c:pt>
                      <c:pt idx="2616">
                        <c:v>97.683000000000007</c:v>
                      </c:pt>
                      <c:pt idx="2617">
                        <c:v>100.68</c:v>
                      </c:pt>
                      <c:pt idx="2618">
                        <c:v>100.343</c:v>
                      </c:pt>
                      <c:pt idx="2619">
                        <c:v>102.988</c:v>
                      </c:pt>
                      <c:pt idx="2620">
                        <c:v>99.852999999999994</c:v>
                      </c:pt>
                      <c:pt idx="2621">
                        <c:v>100.279</c:v>
                      </c:pt>
                      <c:pt idx="2622">
                        <c:v>99.97</c:v>
                      </c:pt>
                      <c:pt idx="2623">
                        <c:v>98.477000000000004</c:v>
                      </c:pt>
                      <c:pt idx="2624">
                        <c:v>98.998000000000005</c:v>
                      </c:pt>
                      <c:pt idx="2625">
                        <c:v>99.677999999999997</c:v>
                      </c:pt>
                      <c:pt idx="2626">
                        <c:v>100.333</c:v>
                      </c:pt>
                      <c:pt idx="2627">
                        <c:v>101.444</c:v>
                      </c:pt>
                      <c:pt idx="2628">
                        <c:v>101.178</c:v>
                      </c:pt>
                      <c:pt idx="2629">
                        <c:v>99.352999999999994</c:v>
                      </c:pt>
                      <c:pt idx="2630">
                        <c:v>97.013000000000005</c:v>
                      </c:pt>
                      <c:pt idx="2631">
                        <c:v>96.328000000000003</c:v>
                      </c:pt>
                      <c:pt idx="2632">
                        <c:v>96.003</c:v>
                      </c:pt>
                      <c:pt idx="2633">
                        <c:v>95.825999999999993</c:v>
                      </c:pt>
                      <c:pt idx="2634">
                        <c:v>95.165999999999997</c:v>
                      </c:pt>
                      <c:pt idx="2635">
                        <c:v>93.016000000000005</c:v>
                      </c:pt>
                      <c:pt idx="2636">
                        <c:v>92.001000000000005</c:v>
                      </c:pt>
                      <c:pt idx="2637">
                        <c:v>89.510999999999996</c:v>
                      </c:pt>
                      <c:pt idx="2638">
                        <c:v>91.825999999999993</c:v>
                      </c:pt>
                      <c:pt idx="2639">
                        <c:v>88.347999999999999</c:v>
                      </c:pt>
                      <c:pt idx="2640">
                        <c:v>91.992999999999995</c:v>
                      </c:pt>
                      <c:pt idx="2641">
                        <c:v>91.503</c:v>
                      </c:pt>
                      <c:pt idx="2642">
                        <c:v>91.253</c:v>
                      </c:pt>
                      <c:pt idx="2643">
                        <c:v>88.688000000000002</c:v>
                      </c:pt>
                      <c:pt idx="2644">
                        <c:v>90.003</c:v>
                      </c:pt>
                      <c:pt idx="2645">
                        <c:v>89.328000000000003</c:v>
                      </c:pt>
                      <c:pt idx="2646">
                        <c:v>88.503</c:v>
                      </c:pt>
                      <c:pt idx="2647">
                        <c:v>86.007999999999996</c:v>
                      </c:pt>
                      <c:pt idx="2648">
                        <c:v>85.600999999999999</c:v>
                      </c:pt>
                      <c:pt idx="2649">
                        <c:v>86.168000000000006</c:v>
                      </c:pt>
                      <c:pt idx="2650">
                        <c:v>85.013000000000005</c:v>
                      </c:pt>
                      <c:pt idx="2651">
                        <c:v>83.878</c:v>
                      </c:pt>
                      <c:pt idx="2652">
                        <c:v>82.998000000000005</c:v>
                      </c:pt>
                      <c:pt idx="2653">
                        <c:v>82.658000000000001</c:v>
                      </c:pt>
                      <c:pt idx="2654">
                        <c:v>82.378</c:v>
                      </c:pt>
                      <c:pt idx="2655">
                        <c:v>85.322999999999993</c:v>
                      </c:pt>
                      <c:pt idx="2656">
                        <c:v>82.013000000000005</c:v>
                      </c:pt>
                      <c:pt idx="2657">
                        <c:v>76.677999999999997</c:v>
                      </c:pt>
                      <c:pt idx="2658">
                        <c:v>77.003</c:v>
                      </c:pt>
                      <c:pt idx="2659">
                        <c:v>78.878</c:v>
                      </c:pt>
                      <c:pt idx="2660">
                        <c:v>77.17</c:v>
                      </c:pt>
                      <c:pt idx="2661">
                        <c:v>78.503</c:v>
                      </c:pt>
                      <c:pt idx="2662">
                        <c:v>77.677999999999997</c:v>
                      </c:pt>
                      <c:pt idx="2663">
                        <c:v>77.822999999999993</c:v>
                      </c:pt>
                      <c:pt idx="2664">
                        <c:v>77.322999999999993</c:v>
                      </c:pt>
                      <c:pt idx="2665">
                        <c:v>75.658000000000001</c:v>
                      </c:pt>
                      <c:pt idx="2666">
                        <c:v>75.977999999999994</c:v>
                      </c:pt>
                      <c:pt idx="2667">
                        <c:v>76.337000000000003</c:v>
                      </c:pt>
                      <c:pt idx="2668">
                        <c:v>78.128</c:v>
                      </c:pt>
                      <c:pt idx="2669">
                        <c:v>78.25</c:v>
                      </c:pt>
                      <c:pt idx="2670">
                        <c:v>77.655000000000001</c:v>
                      </c:pt>
                      <c:pt idx="2671">
                        <c:v>75.507000000000005</c:v>
                      </c:pt>
                      <c:pt idx="2672">
                        <c:v>78.003</c:v>
                      </c:pt>
                      <c:pt idx="2673">
                        <c:v>81.477999999999994</c:v>
                      </c:pt>
                      <c:pt idx="2674">
                        <c:v>78.67</c:v>
                      </c:pt>
                      <c:pt idx="2675">
                        <c:v>80.378</c:v>
                      </c:pt>
                      <c:pt idx="2676">
                        <c:v>81.447999999999993</c:v>
                      </c:pt>
                      <c:pt idx="2677">
                        <c:v>81.512</c:v>
                      </c:pt>
                      <c:pt idx="2678">
                        <c:v>82.156000000000006</c:v>
                      </c:pt>
                      <c:pt idx="2679">
                        <c:v>81.281000000000006</c:v>
                      </c:pt>
                      <c:pt idx="2680">
                        <c:v>80.17</c:v>
                      </c:pt>
                      <c:pt idx="2681">
                        <c:v>81.628</c:v>
                      </c:pt>
                      <c:pt idx="2682">
                        <c:v>82.503</c:v>
                      </c:pt>
                      <c:pt idx="2683">
                        <c:v>82.878</c:v>
                      </c:pt>
                      <c:pt idx="2684">
                        <c:v>84.878</c:v>
                      </c:pt>
                      <c:pt idx="2685">
                        <c:v>86.668000000000006</c:v>
                      </c:pt>
                      <c:pt idx="2686">
                        <c:v>89.378</c:v>
                      </c:pt>
                      <c:pt idx="2687">
                        <c:v>88.495999999999995</c:v>
                      </c:pt>
                      <c:pt idx="2688">
                        <c:v>87.128</c:v>
                      </c:pt>
                      <c:pt idx="2689">
                        <c:v>82.346000000000004</c:v>
                      </c:pt>
                      <c:pt idx="2690">
                        <c:v>82.491</c:v>
                      </c:pt>
                      <c:pt idx="2691">
                        <c:v>82.878</c:v>
                      </c:pt>
                      <c:pt idx="2692">
                        <c:v>84.878</c:v>
                      </c:pt>
                      <c:pt idx="2693">
                        <c:v>87.325999999999993</c:v>
                      </c:pt>
                      <c:pt idx="2694">
                        <c:v>87.878</c:v>
                      </c:pt>
                      <c:pt idx="2695">
                        <c:v>91.150999999999996</c:v>
                      </c:pt>
                      <c:pt idx="2696">
                        <c:v>94.146000000000001</c:v>
                      </c:pt>
                      <c:pt idx="2697">
                        <c:v>94.811000000000007</c:v>
                      </c:pt>
                      <c:pt idx="2698">
                        <c:v>90.503</c:v>
                      </c:pt>
                      <c:pt idx="2699">
                        <c:v>93.003</c:v>
                      </c:pt>
                      <c:pt idx="2700">
                        <c:v>93.180999999999997</c:v>
                      </c:pt>
                      <c:pt idx="2701">
                        <c:v>95.156000000000006</c:v>
                      </c:pt>
                      <c:pt idx="2702">
                        <c:v>93.846000000000004</c:v>
                      </c:pt>
                      <c:pt idx="2703">
                        <c:v>89.510999999999996</c:v>
                      </c:pt>
                      <c:pt idx="2704">
                        <c:v>86.176000000000002</c:v>
                      </c:pt>
                      <c:pt idx="2705">
                        <c:v>81.846000000000004</c:v>
                      </c:pt>
                      <c:pt idx="2706">
                        <c:v>79.510999999999996</c:v>
                      </c:pt>
                      <c:pt idx="2707">
                        <c:v>79.835999999999999</c:v>
                      </c:pt>
                      <c:pt idx="2708">
                        <c:v>79.661000000000001</c:v>
                      </c:pt>
                      <c:pt idx="2709">
                        <c:v>76.840999999999994</c:v>
                      </c:pt>
                      <c:pt idx="2710">
                        <c:v>78.820999999999998</c:v>
                      </c:pt>
                      <c:pt idx="2711">
                        <c:v>77.506</c:v>
                      </c:pt>
                      <c:pt idx="2712">
                        <c:v>78.171000000000006</c:v>
                      </c:pt>
                      <c:pt idx="2713">
                        <c:v>78.176000000000002</c:v>
                      </c:pt>
                      <c:pt idx="2714">
                        <c:v>77.995999999999995</c:v>
                      </c:pt>
                      <c:pt idx="2715">
                        <c:v>76.501000000000005</c:v>
                      </c:pt>
                      <c:pt idx="2716">
                        <c:v>78.628</c:v>
                      </c:pt>
                      <c:pt idx="2717">
                        <c:v>78.128</c:v>
                      </c:pt>
                      <c:pt idx="2718">
                        <c:v>78.379000000000005</c:v>
                      </c:pt>
                      <c:pt idx="2719">
                        <c:v>78.128</c:v>
                      </c:pt>
                      <c:pt idx="2720">
                        <c:v>77.503</c:v>
                      </c:pt>
                      <c:pt idx="2721">
                        <c:v>81.128</c:v>
                      </c:pt>
                      <c:pt idx="2722">
                        <c:v>80.995999999999995</c:v>
                      </c:pt>
                      <c:pt idx="2723">
                        <c:v>82.753</c:v>
                      </c:pt>
                      <c:pt idx="2724">
                        <c:v>89.356999999999999</c:v>
                      </c:pt>
                      <c:pt idx="2725">
                        <c:v>88.753</c:v>
                      </c:pt>
                      <c:pt idx="2726">
                        <c:v>87.825999999999993</c:v>
                      </c:pt>
                      <c:pt idx="2727">
                        <c:v>94.106999999999999</c:v>
                      </c:pt>
                      <c:pt idx="2728">
                        <c:v>92.628</c:v>
                      </c:pt>
                      <c:pt idx="2729">
                        <c:v>90.171000000000006</c:v>
                      </c:pt>
                      <c:pt idx="2730">
                        <c:v>88.503</c:v>
                      </c:pt>
                      <c:pt idx="2731">
                        <c:v>87.67</c:v>
                      </c:pt>
                      <c:pt idx="2732">
                        <c:v>87.003</c:v>
                      </c:pt>
                      <c:pt idx="2733">
                        <c:v>94.932000000000002</c:v>
                      </c:pt>
                      <c:pt idx="2734">
                        <c:v>92.17</c:v>
                      </c:pt>
                      <c:pt idx="2735">
                        <c:v>90.350999999999999</c:v>
                      </c:pt>
                      <c:pt idx="2736">
                        <c:v>94.253</c:v>
                      </c:pt>
                      <c:pt idx="2737">
                        <c:v>95.878</c:v>
                      </c:pt>
                      <c:pt idx="2738">
                        <c:v>102.128</c:v>
                      </c:pt>
                      <c:pt idx="2739">
                        <c:v>100.378</c:v>
                      </c:pt>
                      <c:pt idx="2740">
                        <c:v>100.878</c:v>
                      </c:pt>
                      <c:pt idx="2741">
                        <c:v>99.128</c:v>
                      </c:pt>
                      <c:pt idx="2742">
                        <c:v>101.831</c:v>
                      </c:pt>
                      <c:pt idx="2743">
                        <c:v>97.628</c:v>
                      </c:pt>
                      <c:pt idx="2744">
                        <c:v>98.003</c:v>
                      </c:pt>
                      <c:pt idx="2745">
                        <c:v>97.320999999999998</c:v>
                      </c:pt>
                      <c:pt idx="2746">
                        <c:v>98.003</c:v>
                      </c:pt>
                      <c:pt idx="2747">
                        <c:v>99.003</c:v>
                      </c:pt>
                      <c:pt idx="2748">
                        <c:v>99.659000000000006</c:v>
                      </c:pt>
                      <c:pt idx="2749">
                        <c:v>99.177000000000007</c:v>
                      </c:pt>
                      <c:pt idx="2750">
                        <c:v>106.137</c:v>
                      </c:pt>
                      <c:pt idx="2751">
                        <c:v>108.152</c:v>
                      </c:pt>
                      <c:pt idx="2752">
                        <c:v>99.688000000000002</c:v>
                      </c:pt>
                      <c:pt idx="2753">
                        <c:v>99.497</c:v>
                      </c:pt>
                      <c:pt idx="2754">
                        <c:v>95.158000000000001</c:v>
                      </c:pt>
                      <c:pt idx="2755">
                        <c:v>95.826999999999998</c:v>
                      </c:pt>
                      <c:pt idx="2756">
                        <c:v>93.183000000000007</c:v>
                      </c:pt>
                      <c:pt idx="2757">
                        <c:v>93.183000000000007</c:v>
                      </c:pt>
                      <c:pt idx="2758">
                        <c:v>93.173000000000002</c:v>
                      </c:pt>
                      <c:pt idx="2759">
                        <c:v>90.183000000000007</c:v>
                      </c:pt>
                      <c:pt idx="2760">
                        <c:v>90.375</c:v>
                      </c:pt>
                      <c:pt idx="2761">
                        <c:v>89.173000000000002</c:v>
                      </c:pt>
                      <c:pt idx="2762">
                        <c:v>88.25</c:v>
                      </c:pt>
                      <c:pt idx="2763">
                        <c:v>89.375</c:v>
                      </c:pt>
                      <c:pt idx="2764">
                        <c:v>91.988</c:v>
                      </c:pt>
                      <c:pt idx="2765">
                        <c:v>90.489000000000004</c:v>
                      </c:pt>
                      <c:pt idx="2766">
                        <c:v>95.25</c:v>
                      </c:pt>
                      <c:pt idx="2767">
                        <c:v>96.68</c:v>
                      </c:pt>
                      <c:pt idx="2768">
                        <c:v>97.492999999999995</c:v>
                      </c:pt>
                      <c:pt idx="2769">
                        <c:v>96.168000000000006</c:v>
                      </c:pt>
                      <c:pt idx="2770">
                        <c:v>97.831999999999994</c:v>
                      </c:pt>
                      <c:pt idx="2771">
                        <c:v>102.14700000000001</c:v>
                      </c:pt>
                      <c:pt idx="2772">
                        <c:v>104.16200000000001</c:v>
                      </c:pt>
                      <c:pt idx="2773">
                        <c:v>107.158</c:v>
                      </c:pt>
                      <c:pt idx="2774">
                        <c:v>106.82299999999999</c:v>
                      </c:pt>
                      <c:pt idx="2775">
                        <c:v>104.50700000000001</c:v>
                      </c:pt>
                      <c:pt idx="2776">
                        <c:v>106.49299999999999</c:v>
                      </c:pt>
                      <c:pt idx="2777">
                        <c:v>104.827</c:v>
                      </c:pt>
                      <c:pt idx="2778">
                        <c:v>102.83799999999999</c:v>
                      </c:pt>
                      <c:pt idx="2779">
                        <c:v>101.173</c:v>
                      </c:pt>
                      <c:pt idx="2780">
                        <c:v>100.173</c:v>
                      </c:pt>
                      <c:pt idx="2781">
                        <c:v>99.168999999999997</c:v>
                      </c:pt>
                      <c:pt idx="2782">
                        <c:v>99.165999999999997</c:v>
                      </c:pt>
                      <c:pt idx="2783">
                        <c:v>102.488</c:v>
                      </c:pt>
                      <c:pt idx="2784">
                        <c:v>108.25</c:v>
                      </c:pt>
                      <c:pt idx="2785">
                        <c:v>108</c:v>
                      </c:pt>
                      <c:pt idx="2786">
                        <c:v>110</c:v>
                      </c:pt>
                      <c:pt idx="2787">
                        <c:v>114.86799999999999</c:v>
                      </c:pt>
                      <c:pt idx="2788">
                        <c:v>125.652</c:v>
                      </c:pt>
                      <c:pt idx="2789">
                        <c:v>128.42099999999999</c:v>
                      </c:pt>
                      <c:pt idx="2790">
                        <c:v>147.33199999999999</c:v>
                      </c:pt>
                      <c:pt idx="2791">
                        <c:v>149.17400000000001</c:v>
                      </c:pt>
                      <c:pt idx="2792">
                        <c:v>165.18199999999999</c:v>
                      </c:pt>
                      <c:pt idx="2793">
                        <c:v>184.49199999999999</c:v>
                      </c:pt>
                      <c:pt idx="2794">
                        <c:v>187.43899999999999</c:v>
                      </c:pt>
                      <c:pt idx="2795">
                        <c:v>149.19999999999999</c:v>
                      </c:pt>
                      <c:pt idx="2796">
                        <c:v>147.01599999999999</c:v>
                      </c:pt>
                      <c:pt idx="2797">
                        <c:v>125.688</c:v>
                      </c:pt>
                      <c:pt idx="2798">
                        <c:v>124.85299999999999</c:v>
                      </c:pt>
                      <c:pt idx="2799">
                        <c:v>128.80799999999999</c:v>
                      </c:pt>
                      <c:pt idx="2800">
                        <c:v>130.50800000000001</c:v>
                      </c:pt>
                      <c:pt idx="2801">
                        <c:v>130.26300000000001</c:v>
                      </c:pt>
                      <c:pt idx="2802">
                        <c:v>130.00200000000001</c:v>
                      </c:pt>
                      <c:pt idx="2803">
                        <c:v>132.09100000000001</c:v>
                      </c:pt>
                      <c:pt idx="2804">
                        <c:v>136.79</c:v>
                      </c:pt>
                      <c:pt idx="2805">
                        <c:v>140.965</c:v>
                      </c:pt>
                      <c:pt idx="2806">
                        <c:v>140.464</c:v>
                      </c:pt>
                      <c:pt idx="2807">
                        <c:v>144.21299999999999</c:v>
                      </c:pt>
                      <c:pt idx="2808">
                        <c:v>167.702</c:v>
                      </c:pt>
                      <c:pt idx="2809">
                        <c:v>175.61600000000001</c:v>
                      </c:pt>
                      <c:pt idx="2810">
                        <c:v>168.48400000000001</c:v>
                      </c:pt>
                      <c:pt idx="2811">
                        <c:v>161.07400000000001</c:v>
                      </c:pt>
                      <c:pt idx="2812">
                        <c:v>164.41499999999999</c:v>
                      </c:pt>
                      <c:pt idx="2813">
                        <c:v>172.584</c:v>
                      </c:pt>
                      <c:pt idx="2814">
                        <c:v>177.75299999999999</c:v>
                      </c:pt>
                      <c:pt idx="2815">
                        <c:v>167.583</c:v>
                      </c:pt>
                      <c:pt idx="2816">
                        <c:v>173.82400000000001</c:v>
                      </c:pt>
                      <c:pt idx="2817">
                        <c:v>171.99600000000001</c:v>
                      </c:pt>
                      <c:pt idx="2818">
                        <c:v>171.66900000000001</c:v>
                      </c:pt>
                      <c:pt idx="2819">
                        <c:v>172.12899999999999</c:v>
                      </c:pt>
                      <c:pt idx="2820">
                        <c:v>176.46600000000001</c:v>
                      </c:pt>
                      <c:pt idx="2821">
                        <c:v>172.09399999999999</c:v>
                      </c:pt>
                      <c:pt idx="2822">
                        <c:v>169.49</c:v>
                      </c:pt>
                      <c:pt idx="2823">
                        <c:v>168.376</c:v>
                      </c:pt>
                      <c:pt idx="2824">
                        <c:v>167.79400000000001</c:v>
                      </c:pt>
                      <c:pt idx="2825">
                        <c:v>170.1</c:v>
                      </c:pt>
                      <c:pt idx="2826">
                        <c:v>165.81</c:v>
                      </c:pt>
                      <c:pt idx="2827">
                        <c:v>167.79499999999999</c:v>
                      </c:pt>
                      <c:pt idx="2828">
                        <c:v>164.499</c:v>
                      </c:pt>
                      <c:pt idx="2829">
                        <c:v>143.66</c:v>
                      </c:pt>
                      <c:pt idx="2830">
                        <c:v>148.15299999999999</c:v>
                      </c:pt>
                      <c:pt idx="2831">
                        <c:v>145.69300000000001</c:v>
                      </c:pt>
                      <c:pt idx="2832">
                        <c:v>144.58199999999999</c:v>
                      </c:pt>
                      <c:pt idx="2833">
                        <c:v>143.73599999999999</c:v>
                      </c:pt>
                      <c:pt idx="2834">
                        <c:v>149.41900000000001</c:v>
                      </c:pt>
                      <c:pt idx="2835">
                        <c:v>152.79599999999999</c:v>
                      </c:pt>
                      <c:pt idx="2836">
                        <c:v>147.97300000000001</c:v>
                      </c:pt>
                      <c:pt idx="2837">
                        <c:v>143.012</c:v>
                      </c:pt>
                      <c:pt idx="2838">
                        <c:v>142.869</c:v>
                      </c:pt>
                      <c:pt idx="2839">
                        <c:v>141.62200000000001</c:v>
                      </c:pt>
                      <c:pt idx="2840">
                        <c:v>138.94200000000001</c:v>
                      </c:pt>
                      <c:pt idx="2841">
                        <c:v>142.886</c:v>
                      </c:pt>
                      <c:pt idx="2842">
                        <c:v>142.958</c:v>
                      </c:pt>
                      <c:pt idx="2843">
                        <c:v>144.059</c:v>
                      </c:pt>
                      <c:pt idx="2844">
                        <c:v>139.56399999999999</c:v>
                      </c:pt>
                      <c:pt idx="2845">
                        <c:v>136.072</c:v>
                      </c:pt>
                      <c:pt idx="2846">
                        <c:v>136.03200000000001</c:v>
                      </c:pt>
                      <c:pt idx="2847">
                        <c:v>134.65100000000001</c:v>
                      </c:pt>
                      <c:pt idx="2848">
                        <c:v>132.774</c:v>
                      </c:pt>
                      <c:pt idx="2849">
                        <c:v>135.01</c:v>
                      </c:pt>
                      <c:pt idx="2850">
                        <c:v>139.626</c:v>
                      </c:pt>
                      <c:pt idx="2851">
                        <c:v>144.81299999999999</c:v>
                      </c:pt>
                      <c:pt idx="2852">
                        <c:v>151.07599999999999</c:v>
                      </c:pt>
                      <c:pt idx="2853">
                        <c:v>162.06299999999999</c:v>
                      </c:pt>
                      <c:pt idx="2854">
                        <c:v>173.495</c:v>
                      </c:pt>
                      <c:pt idx="2855">
                        <c:v>171.77699999999999</c:v>
                      </c:pt>
                      <c:pt idx="2856">
                        <c:v>167.929</c:v>
                      </c:pt>
                      <c:pt idx="2857">
                        <c:v>171.37</c:v>
                      </c:pt>
                      <c:pt idx="2858">
                        <c:v>171.94399999999999</c:v>
                      </c:pt>
                      <c:pt idx="2859">
                        <c:v>169.65700000000001</c:v>
                      </c:pt>
                      <c:pt idx="2860">
                        <c:v>165.399</c:v>
                      </c:pt>
                      <c:pt idx="2861">
                        <c:v>166.55500000000001</c:v>
                      </c:pt>
                      <c:pt idx="2862">
                        <c:v>161.90199999999999</c:v>
                      </c:pt>
                      <c:pt idx="2863">
                        <c:v>159.292</c:v>
                      </c:pt>
                      <c:pt idx="2864">
                        <c:v>157.79400000000001</c:v>
                      </c:pt>
                      <c:pt idx="2865">
                        <c:v>159.292</c:v>
                      </c:pt>
                      <c:pt idx="2866">
                        <c:v>159.16399999999999</c:v>
                      </c:pt>
                      <c:pt idx="2867">
                        <c:v>158.80099999999999</c:v>
                      </c:pt>
                      <c:pt idx="2868">
                        <c:v>157.88300000000001</c:v>
                      </c:pt>
                      <c:pt idx="2869">
                        <c:v>159.46</c:v>
                      </c:pt>
                      <c:pt idx="2870">
                        <c:v>156.81800000000001</c:v>
                      </c:pt>
                      <c:pt idx="2871">
                        <c:v>155.33500000000001</c:v>
                      </c:pt>
                      <c:pt idx="2872">
                        <c:v>154.958</c:v>
                      </c:pt>
                      <c:pt idx="2873">
                        <c:v>151.11000000000001</c:v>
                      </c:pt>
                      <c:pt idx="2874">
                        <c:v>149.74600000000001</c:v>
                      </c:pt>
                      <c:pt idx="2875">
                        <c:v>145.452</c:v>
                      </c:pt>
                      <c:pt idx="2876">
                        <c:v>145.94</c:v>
                      </c:pt>
                      <c:pt idx="2877">
                        <c:v>151.28399999999999</c:v>
                      </c:pt>
                      <c:pt idx="2878">
                        <c:v>150.75800000000001</c:v>
                      </c:pt>
                      <c:pt idx="2879">
                        <c:v>146.499</c:v>
                      </c:pt>
                      <c:pt idx="2880">
                        <c:v>140.79499999999999</c:v>
                      </c:pt>
                      <c:pt idx="2881">
                        <c:v>141.97399999999999</c:v>
                      </c:pt>
                      <c:pt idx="2882">
                        <c:v>144.923</c:v>
                      </c:pt>
                      <c:pt idx="2883">
                        <c:v>143.19900000000001</c:v>
                      </c:pt>
                      <c:pt idx="2884">
                        <c:v>143.636</c:v>
                      </c:pt>
                      <c:pt idx="2885">
                        <c:v>143.00700000000001</c:v>
                      </c:pt>
                      <c:pt idx="2886">
                        <c:v>137.79599999999999</c:v>
                      </c:pt>
                      <c:pt idx="2887">
                        <c:v>138.51499999999999</c:v>
                      </c:pt>
                      <c:pt idx="2888">
                        <c:v>138.35900000000001</c:v>
                      </c:pt>
                      <c:pt idx="2889">
                        <c:v>139.64400000000001</c:v>
                      </c:pt>
                      <c:pt idx="2890">
                        <c:v>141.81</c:v>
                      </c:pt>
                      <c:pt idx="2891">
                        <c:v>143.54900000000001</c:v>
                      </c:pt>
                      <c:pt idx="2892">
                        <c:v>147.50299999999999</c:v>
                      </c:pt>
                      <c:pt idx="2893">
                        <c:v>147.00399999999999</c:v>
                      </c:pt>
                      <c:pt idx="2894">
                        <c:v>143.268</c:v>
                      </c:pt>
                      <c:pt idx="2895">
                        <c:v>142.34899999999999</c:v>
                      </c:pt>
                      <c:pt idx="2896">
                        <c:v>144.55600000000001</c:v>
                      </c:pt>
                      <c:pt idx="2897">
                        <c:v>139.65799999999999</c:v>
                      </c:pt>
                      <c:pt idx="2898">
                        <c:v>140.25700000000001</c:v>
                      </c:pt>
                      <c:pt idx="2899">
                        <c:v>141.90299999999999</c:v>
                      </c:pt>
                      <c:pt idx="2900">
                        <c:v>142.69200000000001</c:v>
                      </c:pt>
                      <c:pt idx="2901">
                        <c:v>141.608</c:v>
                      </c:pt>
                      <c:pt idx="2902">
                        <c:v>140.96299999999999</c:v>
                      </c:pt>
                      <c:pt idx="2903">
                        <c:v>139.30000000000001</c:v>
                      </c:pt>
                      <c:pt idx="2904">
                        <c:v>144.417</c:v>
                      </c:pt>
                      <c:pt idx="2905">
                        <c:v>144.785</c:v>
                      </c:pt>
                      <c:pt idx="2906">
                        <c:v>143.09299999999999</c:v>
                      </c:pt>
                      <c:pt idx="2907">
                        <c:v>142.96700000000001</c:v>
                      </c:pt>
                      <c:pt idx="2908">
                        <c:v>143.55699999999999</c:v>
                      </c:pt>
                      <c:pt idx="2909">
                        <c:v>145.89099999999999</c:v>
                      </c:pt>
                      <c:pt idx="2910">
                        <c:v>146.042</c:v>
                      </c:pt>
                      <c:pt idx="2911">
                        <c:v>147.464</c:v>
                      </c:pt>
                      <c:pt idx="2912">
                        <c:v>147.11699999999999</c:v>
                      </c:pt>
                      <c:pt idx="2913">
                        <c:v>149.05099999999999</c:v>
                      </c:pt>
                      <c:pt idx="2914">
                        <c:v>147.86199999999999</c:v>
                      </c:pt>
                      <c:pt idx="2915">
                        <c:v>151.88399999999999</c:v>
                      </c:pt>
                      <c:pt idx="2916">
                        <c:v>157.22999999999999</c:v>
                      </c:pt>
                      <c:pt idx="2917">
                        <c:v>166.322</c:v>
                      </c:pt>
                      <c:pt idx="2918">
                        <c:v>167.52699999999999</c:v>
                      </c:pt>
                      <c:pt idx="2919">
                        <c:v>165.733</c:v>
                      </c:pt>
                      <c:pt idx="2920">
                        <c:v>164.44</c:v>
                      </c:pt>
                      <c:pt idx="2921">
                        <c:v>161.41999999999999</c:v>
                      </c:pt>
                      <c:pt idx="2922">
                        <c:v>160.00299999999999</c:v>
                      </c:pt>
                      <c:pt idx="2923">
                        <c:v>162.17699999999999</c:v>
                      </c:pt>
                      <c:pt idx="2924">
                        <c:v>163.91200000000001</c:v>
                      </c:pt>
                      <c:pt idx="2925">
                        <c:v>161.738</c:v>
                      </c:pt>
                      <c:pt idx="2926">
                        <c:v>158.44499999999999</c:v>
                      </c:pt>
                      <c:pt idx="2927">
                        <c:v>158.89099999999999</c:v>
                      </c:pt>
                      <c:pt idx="2928">
                        <c:v>162.27799999999999</c:v>
                      </c:pt>
                      <c:pt idx="2929">
                        <c:v>161.05199999999999</c:v>
                      </c:pt>
                      <c:pt idx="2930">
                        <c:v>165.04300000000001</c:v>
                      </c:pt>
                      <c:pt idx="2931">
                        <c:v>165.08600000000001</c:v>
                      </c:pt>
                      <c:pt idx="2932">
                        <c:v>166.14699999999999</c:v>
                      </c:pt>
                      <c:pt idx="2933">
                        <c:v>170.53</c:v>
                      </c:pt>
                      <c:pt idx="2934">
                        <c:v>169.26300000000001</c:v>
                      </c:pt>
                      <c:pt idx="2935">
                        <c:v>169.934</c:v>
                      </c:pt>
                      <c:pt idx="2936">
                        <c:v>167.339</c:v>
                      </c:pt>
                      <c:pt idx="2937">
                        <c:v>167.209</c:v>
                      </c:pt>
                      <c:pt idx="2938">
                        <c:v>172.74100000000001</c:v>
                      </c:pt>
                      <c:pt idx="2939">
                        <c:v>178.81</c:v>
                      </c:pt>
                      <c:pt idx="2940">
                        <c:v>180.31200000000001</c:v>
                      </c:pt>
                      <c:pt idx="2941">
                        <c:v>176.55</c:v>
                      </c:pt>
                      <c:pt idx="2942">
                        <c:v>171.751</c:v>
                      </c:pt>
                      <c:pt idx="2943">
                        <c:v>169.45599999999999</c:v>
                      </c:pt>
                      <c:pt idx="2944">
                        <c:v>168.917</c:v>
                      </c:pt>
                      <c:pt idx="2945">
                        <c:v>173.01599999999999</c:v>
                      </c:pt>
                      <c:pt idx="2946">
                        <c:v>170.62100000000001</c:v>
                      </c:pt>
                      <c:pt idx="2947">
                        <c:v>169.62299999999999</c:v>
                      </c:pt>
                      <c:pt idx="2948">
                        <c:v>171.39500000000001</c:v>
                      </c:pt>
                      <c:pt idx="2949">
                        <c:v>169.27199999999999</c:v>
                      </c:pt>
                      <c:pt idx="2950">
                        <c:v>171.93</c:v>
                      </c:pt>
                      <c:pt idx="2951">
                        <c:v>176.67400000000001</c:v>
                      </c:pt>
                      <c:pt idx="2952">
                        <c:v>181.85900000000001</c:v>
                      </c:pt>
                      <c:pt idx="2953">
                        <c:v>185.292</c:v>
                      </c:pt>
                      <c:pt idx="2954">
                        <c:v>182.387</c:v>
                      </c:pt>
                      <c:pt idx="2955">
                        <c:v>177.52199999999999</c:v>
                      </c:pt>
                      <c:pt idx="2956">
                        <c:v>179.26499999999999</c:v>
                      </c:pt>
                      <c:pt idx="2957">
                        <c:v>182.71600000000001</c:v>
                      </c:pt>
                      <c:pt idx="2958">
                        <c:v>186.458</c:v>
                      </c:pt>
                      <c:pt idx="2959">
                        <c:v>189.005</c:v>
                      </c:pt>
                      <c:pt idx="2960">
                        <c:v>188.70400000000001</c:v>
                      </c:pt>
                      <c:pt idx="2961">
                        <c:v>194.53100000000001</c:v>
                      </c:pt>
                      <c:pt idx="2962">
                        <c:v>195.798</c:v>
                      </c:pt>
                      <c:pt idx="2963">
                        <c:v>192.20599999999999</c:v>
                      </c:pt>
                      <c:pt idx="2964">
                        <c:v>194.09899999999999</c:v>
                      </c:pt>
                      <c:pt idx="2965">
                        <c:v>195.79599999999999</c:v>
                      </c:pt>
                      <c:pt idx="2966">
                        <c:v>200.09299999999999</c:v>
                      </c:pt>
                      <c:pt idx="2967">
                        <c:v>199.928</c:v>
                      </c:pt>
                      <c:pt idx="2968">
                        <c:v>200.65799999999999</c:v>
                      </c:pt>
                      <c:pt idx="2969">
                        <c:v>204.54900000000001</c:v>
                      </c:pt>
                      <c:pt idx="2970">
                        <c:v>207.64400000000001</c:v>
                      </c:pt>
                      <c:pt idx="2971">
                        <c:v>212.27199999999999</c:v>
                      </c:pt>
                      <c:pt idx="2972">
                        <c:v>216.08600000000001</c:v>
                      </c:pt>
                      <c:pt idx="2973">
                        <c:v>234.68199999999999</c:v>
                      </c:pt>
                      <c:pt idx="2974">
                        <c:v>232.238</c:v>
                      </c:pt>
                      <c:pt idx="2975">
                        <c:v>224.703</c:v>
                      </c:pt>
                      <c:pt idx="2976">
                        <c:v>218.232</c:v>
                      </c:pt>
                      <c:pt idx="2977">
                        <c:v>216.72900000000001</c:v>
                      </c:pt>
                      <c:pt idx="2978">
                        <c:v>217.715</c:v>
                      </c:pt>
                      <c:pt idx="2979">
                        <c:v>230.76400000000001</c:v>
                      </c:pt>
                      <c:pt idx="2980">
                        <c:v>230.68</c:v>
                      </c:pt>
                      <c:pt idx="2981">
                        <c:v>223.2</c:v>
                      </c:pt>
                      <c:pt idx="2982">
                        <c:v>227.596</c:v>
                      </c:pt>
                      <c:pt idx="2983">
                        <c:v>225.69300000000001</c:v>
                      </c:pt>
                      <c:pt idx="2984">
                        <c:v>220.32499999999999</c:v>
                      </c:pt>
                      <c:pt idx="2985">
                        <c:v>218.86799999999999</c:v>
                      </c:pt>
                      <c:pt idx="2986">
                        <c:v>217.50299999999999</c:v>
                      </c:pt>
                      <c:pt idx="2987">
                        <c:v>218.08099999999999</c:v>
                      </c:pt>
                      <c:pt idx="2988">
                        <c:v>216.97</c:v>
                      </c:pt>
                      <c:pt idx="2989">
                        <c:v>211.881</c:v>
                      </c:pt>
                      <c:pt idx="2990">
                        <c:v>199.02199999999999</c:v>
                      </c:pt>
                      <c:pt idx="2991">
                        <c:v>195.14699999999999</c:v>
                      </c:pt>
                      <c:pt idx="2992">
                        <c:v>200.64099999999999</c:v>
                      </c:pt>
                      <c:pt idx="2993">
                        <c:v>209.191</c:v>
                      </c:pt>
                      <c:pt idx="2994">
                        <c:v>226.90899999999999</c:v>
                      </c:pt>
                      <c:pt idx="2995">
                        <c:v>232.94800000000001</c:v>
                      </c:pt>
                      <c:pt idx="2996">
                        <c:v>235.91</c:v>
                      </c:pt>
                      <c:pt idx="2997">
                        <c:v>242.101</c:v>
                      </c:pt>
                      <c:pt idx="2998">
                        <c:v>259.62200000000001</c:v>
                      </c:pt>
                      <c:pt idx="2999">
                        <c:v>256.58800000000002</c:v>
                      </c:pt>
                      <c:pt idx="3000">
                        <c:v>249.17699999999999</c:v>
                      </c:pt>
                      <c:pt idx="3001">
                        <c:v>247.631</c:v>
                      </c:pt>
                      <c:pt idx="3002">
                        <c:v>243.125</c:v>
                      </c:pt>
                      <c:pt idx="3003">
                        <c:v>229.24100000000001</c:v>
                      </c:pt>
                      <c:pt idx="3004">
                        <c:v>225.46</c:v>
                      </c:pt>
                      <c:pt idx="3005">
                        <c:v>229.72300000000001</c:v>
                      </c:pt>
                      <c:pt idx="3006">
                        <c:v>221.673</c:v>
                      </c:pt>
                      <c:pt idx="3007">
                        <c:v>215.83</c:v>
                      </c:pt>
                      <c:pt idx="3008">
                        <c:v>214.88499999999999</c:v>
                      </c:pt>
                      <c:pt idx="3009">
                        <c:v>228.727</c:v>
                      </c:pt>
                      <c:pt idx="3010">
                        <c:v>230.73400000000001</c:v>
                      </c:pt>
                      <c:pt idx="3011">
                        <c:v>221.76400000000001</c:v>
                      </c:pt>
                      <c:pt idx="3012">
                        <c:v>218.79599999999999</c:v>
                      </c:pt>
                      <c:pt idx="3013">
                        <c:v>219.93299999999999</c:v>
                      </c:pt>
                      <c:pt idx="3014">
                        <c:v>222.577</c:v>
                      </c:pt>
                      <c:pt idx="3015">
                        <c:v>221.273</c:v>
                      </c:pt>
                      <c:pt idx="3016">
                        <c:v>218.166</c:v>
                      </c:pt>
                      <c:pt idx="3017">
                        <c:v>211.279</c:v>
                      </c:pt>
                      <c:pt idx="3018">
                        <c:v>208.798</c:v>
                      </c:pt>
                      <c:pt idx="3019">
                        <c:v>211.45599999999999</c:v>
                      </c:pt>
                      <c:pt idx="3020">
                        <c:v>208.965</c:v>
                      </c:pt>
                      <c:pt idx="3021">
                        <c:v>211.71299999999999</c:v>
                      </c:pt>
                      <c:pt idx="3022">
                        <c:v>210.172</c:v>
                      </c:pt>
                      <c:pt idx="3023">
                        <c:v>205.45400000000001</c:v>
                      </c:pt>
                      <c:pt idx="3024">
                        <c:v>192.44399999999999</c:v>
                      </c:pt>
                      <c:pt idx="3025">
                        <c:v>195.834</c:v>
                      </c:pt>
                      <c:pt idx="3026">
                        <c:v>201.494</c:v>
                      </c:pt>
                      <c:pt idx="3027">
                        <c:v>205.352</c:v>
                      </c:pt>
                      <c:pt idx="3028">
                        <c:v>210.22900000000001</c:v>
                      </c:pt>
                      <c:pt idx="3029">
                        <c:v>208.749</c:v>
                      </c:pt>
                      <c:pt idx="3030">
                        <c:v>207.16499999999999</c:v>
                      </c:pt>
                      <c:pt idx="3031">
                        <c:v>212.90700000000001</c:v>
                      </c:pt>
                      <c:pt idx="3032">
                        <c:v>219.65199999999999</c:v>
                      </c:pt>
                      <c:pt idx="3033">
                        <c:v>217.57499999999999</c:v>
                      </c:pt>
                      <c:pt idx="3034">
                        <c:v>217.92099999999999</c:v>
                      </c:pt>
                      <c:pt idx="3035">
                        <c:v>215.64599999999999</c:v>
                      </c:pt>
                      <c:pt idx="3036">
                        <c:v>214.988</c:v>
                      </c:pt>
                      <c:pt idx="3037">
                        <c:v>214.22800000000001</c:v>
                      </c:pt>
                      <c:pt idx="3038">
                        <c:v>216.512</c:v>
                      </c:pt>
                      <c:pt idx="3039">
                        <c:v>216.768</c:v>
                      </c:pt>
                      <c:pt idx="3040">
                        <c:v>218.755</c:v>
                      </c:pt>
                      <c:pt idx="3041">
                        <c:v>219.28100000000001</c:v>
                      </c:pt>
                      <c:pt idx="3042">
                        <c:v>219.57900000000001</c:v>
                      </c:pt>
                      <c:pt idx="3043">
                        <c:v>221.94</c:v>
                      </c:pt>
                      <c:pt idx="3044">
                        <c:v>220.745</c:v>
                      </c:pt>
                      <c:pt idx="3045">
                        <c:v>223.381</c:v>
                      </c:pt>
                      <c:pt idx="3046">
                        <c:v>232.422</c:v>
                      </c:pt>
                      <c:pt idx="3047">
                        <c:v>231.56399999999999</c:v>
                      </c:pt>
                      <c:pt idx="3048">
                        <c:v>239.08600000000001</c:v>
                      </c:pt>
                      <c:pt idx="3049">
                        <c:v>242.38800000000001</c:v>
                      </c:pt>
                      <c:pt idx="3050">
                        <c:v>243.32400000000001</c:v>
                      </c:pt>
                      <c:pt idx="3051">
                        <c:v>248.07900000000001</c:v>
                      </c:pt>
                      <c:pt idx="3052">
                        <c:v>256.142</c:v>
                      </c:pt>
                      <c:pt idx="3053">
                        <c:v>256.26299999999998</c:v>
                      </c:pt>
                      <c:pt idx="3054">
                        <c:v>246.35900000000001</c:v>
                      </c:pt>
                      <c:pt idx="3055">
                        <c:v>241.95400000000001</c:v>
                      </c:pt>
                      <c:pt idx="3056">
                        <c:v>241.87</c:v>
                      </c:pt>
                      <c:pt idx="3057">
                        <c:v>245.089</c:v>
                      </c:pt>
                      <c:pt idx="3058">
                        <c:v>247.267</c:v>
                      </c:pt>
                      <c:pt idx="3059">
                        <c:v>247.042</c:v>
                      </c:pt>
                      <c:pt idx="3060">
                        <c:v>242.94200000000001</c:v>
                      </c:pt>
                      <c:pt idx="3061">
                        <c:v>241</c:v>
                      </c:pt>
                      <c:pt idx="3062">
                        <c:v>240.733</c:v>
                      </c:pt>
                      <c:pt idx="3063">
                        <c:v>239.86799999999999</c:v>
                      </c:pt>
                      <c:pt idx="3064">
                        <c:v>238.268</c:v>
                      </c:pt>
                      <c:pt idx="3065">
                        <c:v>241.44499999999999</c:v>
                      </c:pt>
                      <c:pt idx="3066">
                        <c:v>242.53899999999999</c:v>
                      </c:pt>
                      <c:pt idx="3067">
                        <c:v>242.821</c:v>
                      </c:pt>
                      <c:pt idx="3068">
                        <c:v>246.333</c:v>
                      </c:pt>
                      <c:pt idx="3069">
                        <c:v>244.38</c:v>
                      </c:pt>
                      <c:pt idx="3070">
                        <c:v>252.672</c:v>
                      </c:pt>
                      <c:pt idx="3071">
                        <c:v>258.459</c:v>
                      </c:pt>
                      <c:pt idx="3072">
                        <c:v>264.86799999999999</c:v>
                      </c:pt>
                      <c:pt idx="3073">
                        <c:v>272.72300000000001</c:v>
                      </c:pt>
                      <c:pt idx="3074">
                        <c:v>274.07499999999999</c:v>
                      </c:pt>
                      <c:pt idx="3075">
                        <c:v>279.13499999999999</c:v>
                      </c:pt>
                      <c:pt idx="3076">
                        <c:v>276.17099999999999</c:v>
                      </c:pt>
                      <c:pt idx="3077">
                        <c:v>287.95299999999997</c:v>
                      </c:pt>
                      <c:pt idx="3078">
                        <c:v>295.983</c:v>
                      </c:pt>
                      <c:pt idx="3079">
                        <c:v>297.64</c:v>
                      </c:pt>
                      <c:pt idx="3080">
                        <c:v>304.84300000000002</c:v>
                      </c:pt>
                      <c:pt idx="3081">
                        <c:v>299.22199999999998</c:v>
                      </c:pt>
                      <c:pt idx="3082">
                        <c:v>289.11099999999999</c:v>
                      </c:pt>
                      <c:pt idx="3083">
                        <c:v>297.33699999999999</c:v>
                      </c:pt>
                      <c:pt idx="3084">
                        <c:v>290.02</c:v>
                      </c:pt>
                      <c:pt idx="3085">
                        <c:v>288.97899999999998</c:v>
                      </c:pt>
                      <c:pt idx="3086">
                        <c:v>281.29599999999999</c:v>
                      </c:pt>
                      <c:pt idx="3087">
                        <c:v>283.38900000000001</c:v>
                      </c:pt>
                      <c:pt idx="3088">
                        <c:v>283.51400000000001</c:v>
                      </c:pt>
                      <c:pt idx="3089">
                        <c:v>296.95600000000002</c:v>
                      </c:pt>
                      <c:pt idx="3090">
                        <c:v>292.17399999999998</c:v>
                      </c:pt>
                      <c:pt idx="3091">
                        <c:v>287.57299999999998</c:v>
                      </c:pt>
                      <c:pt idx="3092">
                        <c:v>288.53199999999998</c:v>
                      </c:pt>
                      <c:pt idx="3093">
                        <c:v>301.29500000000002</c:v>
                      </c:pt>
                      <c:pt idx="3094">
                        <c:v>308.58</c:v>
                      </c:pt>
                      <c:pt idx="3095">
                        <c:v>314.32100000000003</c:v>
                      </c:pt>
                      <c:pt idx="3096">
                        <c:v>326.24799999999999</c:v>
                      </c:pt>
                      <c:pt idx="3097">
                        <c:v>319.47399999999999</c:v>
                      </c:pt>
                      <c:pt idx="3098">
                        <c:v>317.36700000000002</c:v>
                      </c:pt>
                      <c:pt idx="3099">
                        <c:v>313.238</c:v>
                      </c:pt>
                      <c:pt idx="3100">
                        <c:v>297.15100000000001</c:v>
                      </c:pt>
                      <c:pt idx="3101">
                        <c:v>294.50299999999999</c:v>
                      </c:pt>
                      <c:pt idx="3102">
                        <c:v>290.411</c:v>
                      </c:pt>
                      <c:pt idx="3103">
                        <c:v>274.98099999999999</c:v>
                      </c:pt>
                      <c:pt idx="3104">
                        <c:v>278.79199999999997</c:v>
                      </c:pt>
                      <c:pt idx="3105">
                        <c:v>270.98200000000003</c:v>
                      </c:pt>
                      <c:pt idx="3106">
                        <c:v>268.76400000000001</c:v>
                      </c:pt>
                      <c:pt idx="3107">
                        <c:v>271.74900000000002</c:v>
                      </c:pt>
                      <c:pt idx="3108">
                        <c:v>274.2</c:v>
                      </c:pt>
                      <c:pt idx="3109">
                        <c:v>264.71499999999997</c:v>
                      </c:pt>
                      <c:pt idx="3110">
                        <c:v>260.39499999999998</c:v>
                      </c:pt>
                      <c:pt idx="3111">
                        <c:v>255.18299999999999</c:v>
                      </c:pt>
                      <c:pt idx="3112">
                        <c:v>250.00299999999999</c:v>
                      </c:pt>
                      <c:pt idx="3113">
                        <c:v>246.47</c:v>
                      </c:pt>
                      <c:pt idx="3114">
                        <c:v>247.53299999999999</c:v>
                      </c:pt>
                      <c:pt idx="3115">
                        <c:v>242.44399999999999</c:v>
                      </c:pt>
                      <c:pt idx="3116">
                        <c:v>239.566</c:v>
                      </c:pt>
                      <c:pt idx="3117">
                        <c:v>232.029</c:v>
                      </c:pt>
                      <c:pt idx="3118">
                        <c:v>229.548</c:v>
                      </c:pt>
                      <c:pt idx="3119">
                        <c:v>235.17500000000001</c:v>
                      </c:pt>
                      <c:pt idx="3120">
                        <c:v>224.60900000000001</c:v>
                      </c:pt>
                      <c:pt idx="3121">
                        <c:v>204.506</c:v>
                      </c:pt>
                      <c:pt idx="3122">
                        <c:v>198.97499999999999</c:v>
                      </c:pt>
                      <c:pt idx="3123">
                        <c:v>208.73599999999999</c:v>
                      </c:pt>
                      <c:pt idx="3124">
                        <c:v>206.226</c:v>
                      </c:pt>
                      <c:pt idx="3125">
                        <c:v>215.267</c:v>
                      </c:pt>
                      <c:pt idx="3126">
                        <c:v>221.92</c:v>
                      </c:pt>
                      <c:pt idx="3127">
                        <c:v>223.43799999999999</c:v>
                      </c:pt>
                      <c:pt idx="3128">
                        <c:v>220.34</c:v>
                      </c:pt>
                      <c:pt idx="3129">
                        <c:v>218.16200000000001</c:v>
                      </c:pt>
                      <c:pt idx="3130">
                        <c:v>212.71700000000001</c:v>
                      </c:pt>
                      <c:pt idx="3131">
                        <c:v>215.65899999999999</c:v>
                      </c:pt>
                      <c:pt idx="3132">
                        <c:v>219.28299999999999</c:v>
                      </c:pt>
                      <c:pt idx="3133">
                        <c:v>227.822</c:v>
                      </c:pt>
                      <c:pt idx="3134">
                        <c:v>236.654</c:v>
                      </c:pt>
                      <c:pt idx="3135">
                        <c:v>233.447</c:v>
                      </c:pt>
                      <c:pt idx="3136">
                        <c:v>240.56299999999999</c:v>
                      </c:pt>
                      <c:pt idx="3137">
                        <c:v>239.85900000000001</c:v>
                      </c:pt>
                      <c:pt idx="3138">
                        <c:v>235.983</c:v>
                      </c:pt>
                      <c:pt idx="3139">
                        <c:v>225.161</c:v>
                      </c:pt>
                      <c:pt idx="3140">
                        <c:v>217.422</c:v>
                      </c:pt>
                      <c:pt idx="3141">
                        <c:v>213.43</c:v>
                      </c:pt>
                      <c:pt idx="3142">
                        <c:v>217.71299999999999</c:v>
                      </c:pt>
                      <c:pt idx="3143">
                        <c:v>214.892</c:v>
                      </c:pt>
                      <c:pt idx="3144">
                        <c:v>206.56899999999999</c:v>
                      </c:pt>
                      <c:pt idx="3145">
                        <c:v>204.001</c:v>
                      </c:pt>
                      <c:pt idx="3146">
                        <c:v>213.93100000000001</c:v>
                      </c:pt>
                      <c:pt idx="3147">
                        <c:v>216.077</c:v>
                      </c:pt>
                      <c:pt idx="3148">
                        <c:v>218.42400000000001</c:v>
                      </c:pt>
                      <c:pt idx="3149">
                        <c:v>214.25299999999999</c:v>
                      </c:pt>
                      <c:pt idx="3150">
                        <c:v>208.74</c:v>
                      </c:pt>
                      <c:pt idx="3151">
                        <c:v>213.46799999999999</c:v>
                      </c:pt>
                      <c:pt idx="3152">
                        <c:v>218.97900000000001</c:v>
                      </c:pt>
                      <c:pt idx="3153">
                        <c:v>218.80600000000001</c:v>
                      </c:pt>
                      <c:pt idx="3154">
                        <c:v>226.56200000000001</c:v>
                      </c:pt>
                      <c:pt idx="3155">
                        <c:v>229.995</c:v>
                      </c:pt>
                      <c:pt idx="3156">
                        <c:v>231.77600000000001</c:v>
                      </c:pt>
                      <c:pt idx="3157">
                        <c:v>227.57</c:v>
                      </c:pt>
                      <c:pt idx="3158">
                        <c:v>230.858</c:v>
                      </c:pt>
                      <c:pt idx="3159">
                        <c:v>228.45699999999999</c:v>
                      </c:pt>
                      <c:pt idx="3160">
                        <c:v>226.4</c:v>
                      </c:pt>
                      <c:pt idx="3161">
                        <c:v>223.482</c:v>
                      </c:pt>
                      <c:pt idx="3162">
                        <c:v>226.58099999999999</c:v>
                      </c:pt>
                      <c:pt idx="3163">
                        <c:v>224.93199999999999</c:v>
                      </c:pt>
                      <c:pt idx="3164">
                        <c:v>226.79599999999999</c:v>
                      </c:pt>
                      <c:pt idx="3165">
                        <c:v>233.501</c:v>
                      </c:pt>
                      <c:pt idx="3166">
                        <c:v>234.607</c:v>
                      </c:pt>
                      <c:pt idx="3167">
                        <c:v>234.21199999999999</c:v>
                      </c:pt>
                      <c:pt idx="3168">
                        <c:v>239.53399999999999</c:v>
                      </c:pt>
                      <c:pt idx="3169">
                        <c:v>238.92</c:v>
                      </c:pt>
                      <c:pt idx="3170">
                        <c:v>233.892</c:v>
                      </c:pt>
                      <c:pt idx="3171">
                        <c:v>233.00800000000001</c:v>
                      </c:pt>
                      <c:pt idx="3172">
                        <c:v>231.84200000000001</c:v>
                      </c:pt>
                      <c:pt idx="3173">
                        <c:v>230.68899999999999</c:v>
                      </c:pt>
                      <c:pt idx="3174">
                        <c:v>234.06299999999999</c:v>
                      </c:pt>
                      <c:pt idx="3175">
                        <c:v>231.57400000000001</c:v>
                      </c:pt>
                      <c:pt idx="3176">
                        <c:v>229.136</c:v>
                      </c:pt>
                      <c:pt idx="3177">
                        <c:v>226.18799999999999</c:v>
                      </c:pt>
                      <c:pt idx="3178">
                        <c:v>216.078</c:v>
                      </c:pt>
                      <c:pt idx="3179">
                        <c:v>211.375</c:v>
                      </c:pt>
                      <c:pt idx="3180">
                        <c:v>208.5</c:v>
                      </c:pt>
                      <c:pt idx="3181">
                        <c:v>212.495</c:v>
                      </c:pt>
                      <c:pt idx="3182">
                        <c:v>218.547</c:v>
                      </c:pt>
                      <c:pt idx="3183">
                        <c:v>226.43199999999999</c:v>
                      </c:pt>
                      <c:pt idx="3184">
                        <c:v>233.87299999999999</c:v>
                      </c:pt>
                      <c:pt idx="3185">
                        <c:v>235.005</c:v>
                      </c:pt>
                      <c:pt idx="3186">
                        <c:v>236.68600000000001</c:v>
                      </c:pt>
                      <c:pt idx="3187">
                        <c:v>234.249</c:v>
                      </c:pt>
                      <c:pt idx="3188">
                        <c:v>226.511</c:v>
                      </c:pt>
                      <c:pt idx="3189">
                        <c:v>223.619</c:v>
                      </c:pt>
                      <c:pt idx="3190">
                        <c:v>220.48699999999999</c:v>
                      </c:pt>
                      <c:pt idx="3191">
                        <c:v>211.87200000000001</c:v>
                      </c:pt>
                      <c:pt idx="3192">
                        <c:v>229.55799999999999</c:v>
                      </c:pt>
                      <c:pt idx="3193">
                        <c:v>237.42599999999999</c:v>
                      </c:pt>
                      <c:pt idx="3194">
                        <c:v>228.34299999999999</c:v>
                      </c:pt>
                      <c:pt idx="3195">
                        <c:v>210.82900000000001</c:v>
                      </c:pt>
                      <c:pt idx="3196">
                        <c:v>205.57300000000001</c:v>
                      </c:pt>
                      <c:pt idx="3197">
                        <c:v>203.06899999999999</c:v>
                      </c:pt>
                      <c:pt idx="3198">
                        <c:v>201.01300000000001</c:v>
                      </c:pt>
                      <c:pt idx="3199">
                        <c:v>206.33799999999999</c:v>
                      </c:pt>
                      <c:pt idx="3200">
                        <c:v>203.95099999999999</c:v>
                      </c:pt>
                      <c:pt idx="3201">
                        <c:v>206.83799999999999</c:v>
                      </c:pt>
                      <c:pt idx="3202">
                        <c:v>196.626</c:v>
                      </c:pt>
                      <c:pt idx="3203">
                        <c:v>192.49700000000001</c:v>
                      </c:pt>
                      <c:pt idx="3204">
                        <c:v>183.56</c:v>
                      </c:pt>
                      <c:pt idx="3205">
                        <c:v>183.13800000000001</c:v>
                      </c:pt>
                      <c:pt idx="3206">
                        <c:v>185.06</c:v>
                      </c:pt>
                      <c:pt idx="3207">
                        <c:v>187.84399999999999</c:v>
                      </c:pt>
                      <c:pt idx="3208">
                        <c:v>186.59700000000001</c:v>
                      </c:pt>
                      <c:pt idx="3209">
                        <c:v>185.02699999999999</c:v>
                      </c:pt>
                      <c:pt idx="3210">
                        <c:v>181.655</c:v>
                      </c:pt>
                      <c:pt idx="3211">
                        <c:v>181.833</c:v>
                      </c:pt>
                      <c:pt idx="3212">
                        <c:v>180.04</c:v>
                      </c:pt>
                      <c:pt idx="3213">
                        <c:v>185.84299999999999</c:v>
                      </c:pt>
                      <c:pt idx="3214">
                        <c:v>191.51400000000001</c:v>
                      </c:pt>
                      <c:pt idx="3215">
                        <c:v>193.96</c:v>
                      </c:pt>
                      <c:pt idx="3216">
                        <c:v>198.404</c:v>
                      </c:pt>
                      <c:pt idx="3217">
                        <c:v>196.97800000000001</c:v>
                      </c:pt>
                      <c:pt idx="3218">
                        <c:v>199.50399999999999</c:v>
                      </c:pt>
                      <c:pt idx="3219">
                        <c:v>200.732</c:v>
                      </c:pt>
                      <c:pt idx="3220">
                        <c:v>196.42099999999999</c:v>
                      </c:pt>
                      <c:pt idx="3221">
                        <c:v>190.34100000000001</c:v>
                      </c:pt>
                      <c:pt idx="3222">
                        <c:v>184.88399999999999</c:v>
                      </c:pt>
                      <c:pt idx="3223">
                        <c:v>177.583</c:v>
                      </c:pt>
                      <c:pt idx="3224">
                        <c:v>174.61099999999999</c:v>
                      </c:pt>
                      <c:pt idx="3225">
                        <c:v>176.167</c:v>
                      </c:pt>
                      <c:pt idx="3226">
                        <c:v>173.501</c:v>
                      </c:pt>
                      <c:pt idx="3227">
                        <c:v>174.06399999999999</c:v>
                      </c:pt>
                      <c:pt idx="3228">
                        <c:v>169.43600000000001</c:v>
                      </c:pt>
                      <c:pt idx="3229">
                        <c:v>168.983</c:v>
                      </c:pt>
                      <c:pt idx="3230">
                        <c:v>168.334</c:v>
                      </c:pt>
                      <c:pt idx="3231">
                        <c:v>165.32599999999999</c:v>
                      </c:pt>
                      <c:pt idx="3232">
                        <c:v>165.56700000000001</c:v>
                      </c:pt>
                      <c:pt idx="3233">
                        <c:v>167.32400000000001</c:v>
                      </c:pt>
                      <c:pt idx="3234">
                        <c:v>166.73699999999999</c:v>
                      </c:pt>
                      <c:pt idx="3235">
                        <c:v>170.35400000000001</c:v>
                      </c:pt>
                      <c:pt idx="3236">
                        <c:v>171.88</c:v>
                      </c:pt>
                      <c:pt idx="3237">
                        <c:v>171.18100000000001</c:v>
                      </c:pt>
                      <c:pt idx="3238">
                        <c:v>167.01599999999999</c:v>
                      </c:pt>
                      <c:pt idx="3239">
                        <c:v>168.00899999999999</c:v>
                      </c:pt>
                      <c:pt idx="3240">
                        <c:v>170.167</c:v>
                      </c:pt>
                      <c:pt idx="3241">
                        <c:v>172.005</c:v>
                      </c:pt>
                      <c:pt idx="3242">
                        <c:v>167.857</c:v>
                      </c:pt>
                      <c:pt idx="3243">
                        <c:v>167.434</c:v>
                      </c:pt>
                      <c:pt idx="3244">
                        <c:v>163.73599999999999</c:v>
                      </c:pt>
                      <c:pt idx="3245">
                        <c:v>157.547</c:v>
                      </c:pt>
                      <c:pt idx="3246">
                        <c:v>156.27600000000001</c:v>
                      </c:pt>
                      <c:pt idx="3247">
                        <c:v>160.75399999999999</c:v>
                      </c:pt>
                      <c:pt idx="3248">
                        <c:v>159.869</c:v>
                      </c:pt>
                      <c:pt idx="3249">
                        <c:v>167.93799999999999</c:v>
                      </c:pt>
                      <c:pt idx="3250">
                        <c:v>173.304</c:v>
                      </c:pt>
                      <c:pt idx="3251">
                        <c:v>171.86099999999999</c:v>
                      </c:pt>
                      <c:pt idx="3252">
                        <c:v>175.44</c:v>
                      </c:pt>
                      <c:pt idx="3253">
                        <c:v>172.37700000000001</c:v>
                      </c:pt>
                      <c:pt idx="3254">
                        <c:v>182.35300000000001</c:v>
                      </c:pt>
                      <c:pt idx="3255">
                        <c:v>170.33699999999999</c:v>
                      </c:pt>
                      <c:pt idx="3256">
                        <c:v>168.40100000000001</c:v>
                      </c:pt>
                      <c:pt idx="3257">
                        <c:v>174.21899999999999</c:v>
                      </c:pt>
                      <c:pt idx="3258">
                        <c:v>179.14699999999999</c:v>
                      </c:pt>
                      <c:pt idx="3259">
                        <c:v>175.02</c:v>
                      </c:pt>
                      <c:pt idx="3260">
                        <c:v>165.32</c:v>
                      </c:pt>
                      <c:pt idx="3261">
                        <c:v>172.28</c:v>
                      </c:pt>
                      <c:pt idx="3262">
                        <c:v>170.02500000000001</c:v>
                      </c:pt>
                      <c:pt idx="3263">
                        <c:v>171.274</c:v>
                      </c:pt>
                      <c:pt idx="3264">
                        <c:v>179.226</c:v>
                      </c:pt>
                      <c:pt idx="3265">
                        <c:v>177.75200000000001</c:v>
                      </c:pt>
                      <c:pt idx="3266">
                        <c:v>178.773</c:v>
                      </c:pt>
                      <c:pt idx="3267">
                        <c:v>178.08799999999999</c:v>
                      </c:pt>
                      <c:pt idx="3268">
                        <c:v>177.73599999999999</c:v>
                      </c:pt>
                      <c:pt idx="3269">
                        <c:v>180.49700000000001</c:v>
                      </c:pt>
                      <c:pt idx="3270">
                        <c:v>177.07</c:v>
                      </c:pt>
                      <c:pt idx="3271">
                        <c:v>175.834</c:v>
                      </c:pt>
                      <c:pt idx="3272">
                        <c:v>178.505</c:v>
                      </c:pt>
                      <c:pt idx="3273">
                        <c:v>180.68</c:v>
                      </c:pt>
                      <c:pt idx="3274">
                        <c:v>178.904</c:v>
                      </c:pt>
                      <c:pt idx="3275">
                        <c:v>174.45</c:v>
                      </c:pt>
                      <c:pt idx="3276">
                        <c:v>168.518</c:v>
                      </c:pt>
                      <c:pt idx="3277">
                        <c:v>166.12100000000001</c:v>
                      </c:pt>
                      <c:pt idx="3278">
                        <c:v>165.45</c:v>
                      </c:pt>
                      <c:pt idx="3279">
                        <c:v>166.929</c:v>
                      </c:pt>
                      <c:pt idx="3280">
                        <c:v>170.4</c:v>
                      </c:pt>
                      <c:pt idx="3281">
                        <c:v>172.11099999999999</c:v>
                      </c:pt>
                      <c:pt idx="3282">
                        <c:v>174.09200000000001</c:v>
                      </c:pt>
                      <c:pt idx="3283">
                        <c:v>176.221</c:v>
                      </c:pt>
                      <c:pt idx="3284">
                        <c:v>180.001</c:v>
                      </c:pt>
                      <c:pt idx="3285">
                        <c:v>186.035</c:v>
                      </c:pt>
                      <c:pt idx="3286">
                        <c:v>187.15100000000001</c:v>
                      </c:pt>
                      <c:pt idx="3287">
                        <c:v>187.541</c:v>
                      </c:pt>
                      <c:pt idx="3288">
                        <c:v>178.50700000000001</c:v>
                      </c:pt>
                      <c:pt idx="3289">
                        <c:v>173.38</c:v>
                      </c:pt>
                      <c:pt idx="3290">
                        <c:v>179.90799999999999</c:v>
                      </c:pt>
                      <c:pt idx="3291">
                        <c:v>199.376</c:v>
                      </c:pt>
                      <c:pt idx="3292">
                        <c:v>195.70699999999999</c:v>
                      </c:pt>
                      <c:pt idx="3293">
                        <c:v>210.822</c:v>
                      </c:pt>
                      <c:pt idx="3294">
                        <c:v>194.62799999999999</c:v>
                      </c:pt>
                      <c:pt idx="3295">
                        <c:v>197.80099999999999</c:v>
                      </c:pt>
                      <c:pt idx="3296">
                        <c:v>202.477</c:v>
                      </c:pt>
                      <c:pt idx="3297">
                        <c:v>205.65700000000001</c:v>
                      </c:pt>
                      <c:pt idx="3298">
                        <c:v>204.33699999999999</c:v>
                      </c:pt>
                      <c:pt idx="3299">
                        <c:v>199.678</c:v>
                      </c:pt>
                      <c:pt idx="3300">
                        <c:v>200.607</c:v>
                      </c:pt>
                      <c:pt idx="3301">
                        <c:v>200.13900000000001</c:v>
                      </c:pt>
                      <c:pt idx="3302">
                        <c:v>200.48099999999999</c:v>
                      </c:pt>
                      <c:pt idx="3303">
                        <c:v>196.727</c:v>
                      </c:pt>
                      <c:pt idx="3304">
                        <c:v>196.65199999999999</c:v>
                      </c:pt>
                      <c:pt idx="3305">
                        <c:v>190.566</c:v>
                      </c:pt>
                      <c:pt idx="3306">
                        <c:v>193.99799999999999</c:v>
                      </c:pt>
                      <c:pt idx="3307">
                        <c:v>193.292</c:v>
                      </c:pt>
                      <c:pt idx="3308">
                        <c:v>188.679</c:v>
                      </c:pt>
                      <c:pt idx="3309">
                        <c:v>178.26900000000001</c:v>
                      </c:pt>
                      <c:pt idx="3310">
                        <c:v>170.24700000000001</c:v>
                      </c:pt>
                      <c:pt idx="3311">
                        <c:v>170.18100000000001</c:v>
                      </c:pt>
                      <c:pt idx="3312">
                        <c:v>170.60900000000001</c:v>
                      </c:pt>
                      <c:pt idx="3313">
                        <c:v>168.15100000000001</c:v>
                      </c:pt>
                      <c:pt idx="3314">
                        <c:v>166.21600000000001</c:v>
                      </c:pt>
                      <c:pt idx="3315">
                        <c:v>167.31299999999999</c:v>
                      </c:pt>
                      <c:pt idx="3316">
                        <c:v>165.935</c:v>
                      </c:pt>
                      <c:pt idx="3317">
                        <c:v>163.57400000000001</c:v>
                      </c:pt>
                      <c:pt idx="3318">
                        <c:v>164.25200000000001</c:v>
                      </c:pt>
                      <c:pt idx="3319">
                        <c:v>162.75399999999999</c:v>
                      </c:pt>
                      <c:pt idx="3320">
                        <c:v>162.941</c:v>
                      </c:pt>
                      <c:pt idx="3321">
                        <c:v>164.88800000000001</c:v>
                      </c:pt>
                      <c:pt idx="3322">
                        <c:v>165.08799999999999</c:v>
                      </c:pt>
                      <c:pt idx="3323">
                        <c:v>164.89500000000001</c:v>
                      </c:pt>
                      <c:pt idx="3324">
                        <c:v>164.78</c:v>
                      </c:pt>
                      <c:pt idx="3325">
                        <c:v>164.07499999999999</c:v>
                      </c:pt>
                      <c:pt idx="3326">
                        <c:v>164.58699999999999</c:v>
                      </c:pt>
                      <c:pt idx="3327">
                        <c:v>164.22300000000001</c:v>
                      </c:pt>
                      <c:pt idx="3328">
                        <c:v>163.947</c:v>
                      </c:pt>
                      <c:pt idx="3329">
                        <c:v>164.16200000000001</c:v>
                      </c:pt>
                      <c:pt idx="3330">
                        <c:v>159.499</c:v>
                      </c:pt>
                      <c:pt idx="3331">
                        <c:v>154.68100000000001</c:v>
                      </c:pt>
                      <c:pt idx="3332">
                        <c:v>155.01499999999999</c:v>
                      </c:pt>
                      <c:pt idx="3333">
                        <c:v>155.81399999999999</c:v>
                      </c:pt>
                      <c:pt idx="3334">
                        <c:v>158.387</c:v>
                      </c:pt>
                      <c:pt idx="3335">
                        <c:v>154.70500000000001</c:v>
                      </c:pt>
                      <c:pt idx="3336">
                        <c:v>153.148</c:v>
                      </c:pt>
                      <c:pt idx="3337">
                        <c:v>151.238</c:v>
                      </c:pt>
                      <c:pt idx="3338">
                        <c:v>150.899</c:v>
                      </c:pt>
                      <c:pt idx="3339">
                        <c:v>149.958</c:v>
                      </c:pt>
                      <c:pt idx="3340">
                        <c:v>152.66300000000001</c:v>
                      </c:pt>
                      <c:pt idx="3341">
                        <c:v>153.72900000000001</c:v>
                      </c:pt>
                      <c:pt idx="3342">
                        <c:v>152.61600000000001</c:v>
                      </c:pt>
                      <c:pt idx="3343">
                        <c:v>151.47800000000001</c:v>
                      </c:pt>
                      <c:pt idx="3344">
                        <c:v>152.31100000000001</c:v>
                      </c:pt>
                      <c:pt idx="3345">
                        <c:v>151.13300000000001</c:v>
                      </c:pt>
                      <c:pt idx="3346">
                        <c:v>152.73099999999999</c:v>
                      </c:pt>
                      <c:pt idx="3347">
                        <c:v>151.31100000000001</c:v>
                      </c:pt>
                      <c:pt idx="3348">
                        <c:v>153.63300000000001</c:v>
                      </c:pt>
                      <c:pt idx="3349">
                        <c:v>153.81399999999999</c:v>
                      </c:pt>
                      <c:pt idx="3350">
                        <c:v>151.38999999999999</c:v>
                      </c:pt>
                      <c:pt idx="3351">
                        <c:v>147.89099999999999</c:v>
                      </c:pt>
                      <c:pt idx="3352">
                        <c:v>144.72800000000001</c:v>
                      </c:pt>
                      <c:pt idx="3353">
                        <c:v>144.387</c:v>
                      </c:pt>
                      <c:pt idx="3354">
                        <c:v>145.374</c:v>
                      </c:pt>
                      <c:pt idx="3355">
                        <c:v>147.82300000000001</c:v>
                      </c:pt>
                      <c:pt idx="3356">
                        <c:v>146.535</c:v>
                      </c:pt>
                      <c:pt idx="3357">
                        <c:v>143.578</c:v>
                      </c:pt>
                      <c:pt idx="3358">
                        <c:v>137.875</c:v>
                      </c:pt>
                      <c:pt idx="3359">
                        <c:v>137.96700000000001</c:v>
                      </c:pt>
                      <c:pt idx="3360">
                        <c:v>141.619</c:v>
                      </c:pt>
                      <c:pt idx="3361">
                        <c:v>144.113</c:v>
                      </c:pt>
                      <c:pt idx="3362">
                        <c:v>145.38900000000001</c:v>
                      </c:pt>
                      <c:pt idx="3363">
                        <c:v>145.59200000000001</c:v>
                      </c:pt>
                      <c:pt idx="3364">
                        <c:v>140.61600000000001</c:v>
                      </c:pt>
                      <c:pt idx="3365">
                        <c:v>137.86799999999999</c:v>
                      </c:pt>
                      <c:pt idx="3366">
                        <c:v>135.65</c:v>
                      </c:pt>
                      <c:pt idx="3367">
                        <c:v>137.61000000000001</c:v>
                      </c:pt>
                      <c:pt idx="3368">
                        <c:v>138.41</c:v>
                      </c:pt>
                      <c:pt idx="3369">
                        <c:v>140.43799999999999</c:v>
                      </c:pt>
                      <c:pt idx="3370">
                        <c:v>134.62899999999999</c:v>
                      </c:pt>
                      <c:pt idx="3371">
                        <c:v>136.68600000000001</c:v>
                      </c:pt>
                      <c:pt idx="3372">
                        <c:v>132.65199999999999</c:v>
                      </c:pt>
                      <c:pt idx="3373">
                        <c:v>130.345</c:v>
                      </c:pt>
                      <c:pt idx="3374">
                        <c:v>131.40700000000001</c:v>
                      </c:pt>
                      <c:pt idx="3375">
                        <c:v>137.65899999999999</c:v>
                      </c:pt>
                      <c:pt idx="3376">
                        <c:v>140.047</c:v>
                      </c:pt>
                      <c:pt idx="3377">
                        <c:v>137.566</c:v>
                      </c:pt>
                      <c:pt idx="3378">
                        <c:v>137.71299999999999</c:v>
                      </c:pt>
                      <c:pt idx="3379">
                        <c:v>140.60499999999999</c:v>
                      </c:pt>
                      <c:pt idx="3380">
                        <c:v>132.27799999999999</c:v>
                      </c:pt>
                      <c:pt idx="3381">
                        <c:v>131.71100000000001</c:v>
                      </c:pt>
                      <c:pt idx="3382">
                        <c:v>128.923</c:v>
                      </c:pt>
                      <c:pt idx="3383">
                        <c:v>140.66399999999999</c:v>
                      </c:pt>
                      <c:pt idx="3384">
                        <c:v>146.07400000000001</c:v>
                      </c:pt>
                      <c:pt idx="3385">
                        <c:v>145.62</c:v>
                      </c:pt>
                      <c:pt idx="3386">
                        <c:v>142.59899999999999</c:v>
                      </c:pt>
                      <c:pt idx="3387">
                        <c:v>138.02000000000001</c:v>
                      </c:pt>
                      <c:pt idx="3388">
                        <c:v>137.89500000000001</c:v>
                      </c:pt>
                      <c:pt idx="3389">
                        <c:v>135.14500000000001</c:v>
                      </c:pt>
                      <c:pt idx="3390">
                        <c:v>133.583</c:v>
                      </c:pt>
                      <c:pt idx="3391">
                        <c:v>133.06100000000001</c:v>
                      </c:pt>
                      <c:pt idx="3392">
                        <c:v>133.99100000000001</c:v>
                      </c:pt>
                      <c:pt idx="3393">
                        <c:v>134.185</c:v>
                      </c:pt>
                      <c:pt idx="3394">
                        <c:v>134.321</c:v>
                      </c:pt>
                      <c:pt idx="3395">
                        <c:v>134.63999999999999</c:v>
                      </c:pt>
                      <c:pt idx="3396">
                        <c:v>134.477</c:v>
                      </c:pt>
                      <c:pt idx="3397">
                        <c:v>133.09700000000001</c:v>
                      </c:pt>
                      <c:pt idx="3398">
                        <c:v>131.01400000000001</c:v>
                      </c:pt>
                      <c:pt idx="3399">
                        <c:v>132.16200000000001</c:v>
                      </c:pt>
                      <c:pt idx="3400">
                        <c:v>135.38399999999999</c:v>
                      </c:pt>
                      <c:pt idx="3401">
                        <c:v>134.40600000000001</c:v>
                      </c:pt>
                      <c:pt idx="3402">
                        <c:v>134.255</c:v>
                      </c:pt>
                      <c:pt idx="3403">
                        <c:v>135.114</c:v>
                      </c:pt>
                      <c:pt idx="3404">
                        <c:v>136.83500000000001</c:v>
                      </c:pt>
                      <c:pt idx="3405">
                        <c:v>137.33600000000001</c:v>
                      </c:pt>
                      <c:pt idx="3406">
                        <c:v>136.15100000000001</c:v>
                      </c:pt>
                      <c:pt idx="3407">
                        <c:v>134.41300000000001</c:v>
                      </c:pt>
                      <c:pt idx="3408">
                        <c:v>130.15100000000001</c:v>
                      </c:pt>
                      <c:pt idx="3409">
                        <c:v>127.41200000000001</c:v>
                      </c:pt>
                      <c:pt idx="3410">
                        <c:v>130.44800000000001</c:v>
                      </c:pt>
                      <c:pt idx="3411">
                        <c:v>128.648</c:v>
                      </c:pt>
                      <c:pt idx="3412">
                        <c:v>126.41800000000001</c:v>
                      </c:pt>
                      <c:pt idx="3413">
                        <c:v>125.697</c:v>
                      </c:pt>
                      <c:pt idx="3414">
                        <c:v>123.905</c:v>
                      </c:pt>
                      <c:pt idx="3415">
                        <c:v>123.14400000000001</c:v>
                      </c:pt>
                      <c:pt idx="3416">
                        <c:v>129.04900000000001</c:v>
                      </c:pt>
                      <c:pt idx="3417">
                        <c:v>129.119</c:v>
                      </c:pt>
                      <c:pt idx="3418">
                        <c:v>131.73099999999999</c:v>
                      </c:pt>
                      <c:pt idx="3419">
                        <c:v>133.047</c:v>
                      </c:pt>
                      <c:pt idx="3420">
                        <c:v>130.13200000000001</c:v>
                      </c:pt>
                      <c:pt idx="3421">
                        <c:v>129.965</c:v>
                      </c:pt>
                      <c:pt idx="3422">
                        <c:v>129.73599999999999</c:v>
                      </c:pt>
                      <c:pt idx="3423">
                        <c:v>127.742</c:v>
                      </c:pt>
                      <c:pt idx="3424">
                        <c:v>126.208</c:v>
                      </c:pt>
                      <c:pt idx="3425">
                        <c:v>131.72300000000001</c:v>
                      </c:pt>
                      <c:pt idx="3426">
                        <c:v>132.80699999999999</c:v>
                      </c:pt>
                      <c:pt idx="3427">
                        <c:v>127.17700000000001</c:v>
                      </c:pt>
                      <c:pt idx="3428">
                        <c:v>126.495</c:v>
                      </c:pt>
                      <c:pt idx="3429">
                        <c:v>124.437</c:v>
                      </c:pt>
                      <c:pt idx="3430">
                        <c:v>122.764</c:v>
                      </c:pt>
                      <c:pt idx="3431">
                        <c:v>123.9</c:v>
                      </c:pt>
                      <c:pt idx="3432">
                        <c:v>124.501</c:v>
                      </c:pt>
                      <c:pt idx="3433">
                        <c:v>124.408</c:v>
                      </c:pt>
                      <c:pt idx="3434">
                        <c:v>125.511</c:v>
                      </c:pt>
                      <c:pt idx="3435">
                        <c:v>127.60899999999999</c:v>
                      </c:pt>
                      <c:pt idx="3436">
                        <c:v>127.453</c:v>
                      </c:pt>
                      <c:pt idx="3437">
                        <c:v>126.74299999999999</c:v>
                      </c:pt>
                      <c:pt idx="3438">
                        <c:v>125.40600000000001</c:v>
                      </c:pt>
                      <c:pt idx="3439">
                        <c:v>124.739</c:v>
                      </c:pt>
                      <c:pt idx="3440">
                        <c:v>126.629</c:v>
                      </c:pt>
                      <c:pt idx="3441">
                        <c:v>126.666</c:v>
                      </c:pt>
                      <c:pt idx="3442">
                        <c:v>126.887</c:v>
                      </c:pt>
                      <c:pt idx="3443">
                        <c:v>125.78100000000001</c:v>
                      </c:pt>
                      <c:pt idx="3444">
                        <c:v>122.60299999999999</c:v>
                      </c:pt>
                      <c:pt idx="3445">
                        <c:v>120.496</c:v>
                      </c:pt>
                      <c:pt idx="3446">
                        <c:v>123.949</c:v>
                      </c:pt>
                      <c:pt idx="3447">
                        <c:v>128.40600000000001</c:v>
                      </c:pt>
                      <c:pt idx="3448">
                        <c:v>130.262</c:v>
                      </c:pt>
                      <c:pt idx="3449">
                        <c:v>135.00399999999999</c:v>
                      </c:pt>
                      <c:pt idx="3450">
                        <c:v>139.01300000000001</c:v>
                      </c:pt>
                      <c:pt idx="3451">
                        <c:v>135.52500000000001</c:v>
                      </c:pt>
                      <c:pt idx="3452">
                        <c:v>133.67599999999999</c:v>
                      </c:pt>
                      <c:pt idx="3453">
                        <c:v>131.14099999999999</c:v>
                      </c:pt>
                      <c:pt idx="3454">
                        <c:v>131.43600000000001</c:v>
                      </c:pt>
                      <c:pt idx="3455">
                        <c:v>131.756</c:v>
                      </c:pt>
                      <c:pt idx="3456">
                        <c:v>136.001</c:v>
                      </c:pt>
                      <c:pt idx="3457">
                        <c:v>136.137</c:v>
                      </c:pt>
                      <c:pt idx="3458">
                        <c:v>135.529</c:v>
                      </c:pt>
                      <c:pt idx="3459">
                        <c:v>134.929</c:v>
                      </c:pt>
                      <c:pt idx="3460">
                        <c:v>139.91499999999999</c:v>
                      </c:pt>
                      <c:pt idx="3461">
                        <c:v>142.643</c:v>
                      </c:pt>
                      <c:pt idx="3462">
                        <c:v>142.482</c:v>
                      </c:pt>
                      <c:pt idx="3463">
                        <c:v>141.006</c:v>
                      </c:pt>
                      <c:pt idx="3464">
                        <c:v>141.441</c:v>
                      </c:pt>
                      <c:pt idx="3465">
                        <c:v>137.83199999999999</c:v>
                      </c:pt>
                      <c:pt idx="3466">
                        <c:v>137.02799999999999</c:v>
                      </c:pt>
                      <c:pt idx="3467">
                        <c:v>135.30000000000001</c:v>
                      </c:pt>
                      <c:pt idx="3468">
                        <c:v>134.91900000000001</c:v>
                      </c:pt>
                      <c:pt idx="3469">
                        <c:v>134.10900000000001</c:v>
                      </c:pt>
                      <c:pt idx="3470">
                        <c:v>132.732</c:v>
                      </c:pt>
                      <c:pt idx="3471">
                        <c:v>131.44800000000001</c:v>
                      </c:pt>
                      <c:pt idx="3472">
                        <c:v>131.34899999999999</c:v>
                      </c:pt>
                      <c:pt idx="3473">
                        <c:v>132.84</c:v>
                      </c:pt>
                      <c:pt idx="3474">
                        <c:v>134.44999999999999</c:v>
                      </c:pt>
                      <c:pt idx="3475">
                        <c:v>131.38800000000001</c:v>
                      </c:pt>
                      <c:pt idx="3476">
                        <c:v>130.55000000000001</c:v>
                      </c:pt>
                      <c:pt idx="3477">
                        <c:v>128.75399999999999</c:v>
                      </c:pt>
                      <c:pt idx="3478">
                        <c:v>125.242</c:v>
                      </c:pt>
                      <c:pt idx="3479">
                        <c:v>123.351</c:v>
                      </c:pt>
                      <c:pt idx="3480">
                        <c:v>122.649</c:v>
                      </c:pt>
                      <c:pt idx="3481">
                        <c:v>123.361</c:v>
                      </c:pt>
                      <c:pt idx="3482">
                        <c:v>124.218</c:v>
                      </c:pt>
                      <c:pt idx="3483">
                        <c:v>122.593</c:v>
                      </c:pt>
                      <c:pt idx="3484">
                        <c:v>123.884</c:v>
                      </c:pt>
                      <c:pt idx="3485">
                        <c:v>125.82</c:v>
                      </c:pt>
                      <c:pt idx="3486">
                        <c:v>129.38300000000001</c:v>
                      </c:pt>
                      <c:pt idx="3487">
                        <c:v>129.31700000000001</c:v>
                      </c:pt>
                      <c:pt idx="3488">
                        <c:v>127.492</c:v>
                      </c:pt>
                      <c:pt idx="3489">
                        <c:v>127.961</c:v>
                      </c:pt>
                      <c:pt idx="3490">
                        <c:v>129.33699999999999</c:v>
                      </c:pt>
                      <c:pt idx="3491">
                        <c:v>133.33099999999999</c:v>
                      </c:pt>
                      <c:pt idx="3492">
                        <c:v>130.529</c:v>
                      </c:pt>
                      <c:pt idx="3493">
                        <c:v>130.46799999999999</c:v>
                      </c:pt>
                      <c:pt idx="3494">
                        <c:v>128.91900000000001</c:v>
                      </c:pt>
                      <c:pt idx="3495">
                        <c:v>128.44</c:v>
                      </c:pt>
                      <c:pt idx="3496">
                        <c:v>127.777</c:v>
                      </c:pt>
                      <c:pt idx="3497">
                        <c:v>126.80500000000001</c:v>
                      </c:pt>
                      <c:pt idx="3498">
                        <c:v>127.874</c:v>
                      </c:pt>
                      <c:pt idx="3499">
                        <c:v>127.65</c:v>
                      </c:pt>
                      <c:pt idx="3500">
                        <c:v>125.235</c:v>
                      </c:pt>
                      <c:pt idx="3501">
                        <c:v>123.03</c:v>
                      </c:pt>
                      <c:pt idx="3502">
                        <c:v>121.08</c:v>
                      </c:pt>
                      <c:pt idx="3503">
                        <c:v>120.53400000000001</c:v>
                      </c:pt>
                      <c:pt idx="3504">
                        <c:v>118.34699999999999</c:v>
                      </c:pt>
                      <c:pt idx="3505">
                        <c:v>116.169</c:v>
                      </c:pt>
                      <c:pt idx="3506">
                        <c:v>114.111</c:v>
                      </c:pt>
                      <c:pt idx="3507">
                        <c:v>114.593</c:v>
                      </c:pt>
                      <c:pt idx="3508">
                        <c:v>113.53400000000001</c:v>
                      </c:pt>
                      <c:pt idx="3509">
                        <c:v>114.304</c:v>
                      </c:pt>
                      <c:pt idx="3510">
                        <c:v>113.465</c:v>
                      </c:pt>
                      <c:pt idx="3511">
                        <c:v>113.828</c:v>
                      </c:pt>
                      <c:pt idx="3512">
                        <c:v>111.801</c:v>
                      </c:pt>
                      <c:pt idx="3513">
                        <c:v>110.637</c:v>
                      </c:pt>
                      <c:pt idx="3514">
                        <c:v>112.66800000000001</c:v>
                      </c:pt>
                      <c:pt idx="3515">
                        <c:v>128.572</c:v>
                      </c:pt>
                      <c:pt idx="3516">
                        <c:v>129.125</c:v>
                      </c:pt>
                      <c:pt idx="3517">
                        <c:v>127.437</c:v>
                      </c:pt>
                      <c:pt idx="3518">
                        <c:v>129.63300000000001</c:v>
                      </c:pt>
                      <c:pt idx="3519">
                        <c:v>128.31100000000001</c:v>
                      </c:pt>
                      <c:pt idx="3520">
                        <c:v>127.00700000000001</c:v>
                      </c:pt>
                      <c:pt idx="3521">
                        <c:v>124.059</c:v>
                      </c:pt>
                      <c:pt idx="3522">
                        <c:v>122.242</c:v>
                      </c:pt>
                      <c:pt idx="3523">
                        <c:v>118.485</c:v>
                      </c:pt>
                      <c:pt idx="3524">
                        <c:v>113.346</c:v>
                      </c:pt>
                      <c:pt idx="3525">
                        <c:v>113.504</c:v>
                      </c:pt>
                      <c:pt idx="3526">
                        <c:v>113.32</c:v>
                      </c:pt>
                      <c:pt idx="3527">
                        <c:v>114.627</c:v>
                      </c:pt>
                      <c:pt idx="3528">
                        <c:v>114.754</c:v>
                      </c:pt>
                      <c:pt idx="3529">
                        <c:v>116.866</c:v>
                      </c:pt>
                      <c:pt idx="3530">
                        <c:v>116.65</c:v>
                      </c:pt>
                      <c:pt idx="3531">
                        <c:v>117.318</c:v>
                      </c:pt>
                      <c:pt idx="3532">
                        <c:v>117.804</c:v>
                      </c:pt>
                      <c:pt idx="3533">
                        <c:v>118.61</c:v>
                      </c:pt>
                      <c:pt idx="3534">
                        <c:v>115.755</c:v>
                      </c:pt>
                      <c:pt idx="3535">
                        <c:v>113.31399999999999</c:v>
                      </c:pt>
                      <c:pt idx="3536">
                        <c:v>112.398</c:v>
                      </c:pt>
                      <c:pt idx="3537">
                        <c:v>111.694</c:v>
                      </c:pt>
                      <c:pt idx="3538">
                        <c:v>112.09399999999999</c:v>
                      </c:pt>
                      <c:pt idx="3539">
                        <c:v>112.259</c:v>
                      </c:pt>
                      <c:pt idx="3540">
                        <c:v>113.05800000000001</c:v>
                      </c:pt>
                      <c:pt idx="3541">
                        <c:v>114.976</c:v>
                      </c:pt>
                      <c:pt idx="3542">
                        <c:v>111.678</c:v>
                      </c:pt>
                      <c:pt idx="3543">
                        <c:v>110.91500000000001</c:v>
                      </c:pt>
                      <c:pt idx="3544">
                        <c:v>110.261</c:v>
                      </c:pt>
                      <c:pt idx="3545">
                        <c:v>114.246</c:v>
                      </c:pt>
                      <c:pt idx="3546">
                        <c:v>115.26900000000001</c:v>
                      </c:pt>
                      <c:pt idx="3547">
                        <c:v>116.72199999999999</c:v>
                      </c:pt>
                      <c:pt idx="3548">
                        <c:v>115.863</c:v>
                      </c:pt>
                      <c:pt idx="3549">
                        <c:v>119.291</c:v>
                      </c:pt>
                      <c:pt idx="3550">
                        <c:v>120.123</c:v>
                      </c:pt>
                      <c:pt idx="3551">
                        <c:v>122.32599999999999</c:v>
                      </c:pt>
                      <c:pt idx="3552">
                        <c:v>123.34699999999999</c:v>
                      </c:pt>
                      <c:pt idx="3553">
                        <c:v>123.012</c:v>
                      </c:pt>
                      <c:pt idx="3554">
                        <c:v>124.1</c:v>
                      </c:pt>
                      <c:pt idx="3555">
                        <c:v>125.619</c:v>
                      </c:pt>
                      <c:pt idx="3556">
                        <c:v>121.797</c:v>
                      </c:pt>
                      <c:pt idx="3557">
                        <c:v>119.155</c:v>
                      </c:pt>
                      <c:pt idx="3558">
                        <c:v>118.185</c:v>
                      </c:pt>
                      <c:pt idx="3559">
                        <c:v>115.83799999999999</c:v>
                      </c:pt>
                      <c:pt idx="3560">
                        <c:v>115.045</c:v>
                      </c:pt>
                      <c:pt idx="3561">
                        <c:v>113.327</c:v>
                      </c:pt>
                      <c:pt idx="3562">
                        <c:v>112.946</c:v>
                      </c:pt>
                      <c:pt idx="3563">
                        <c:v>109.11499999999999</c:v>
                      </c:pt>
                      <c:pt idx="3564">
                        <c:v>109.983</c:v>
                      </c:pt>
                      <c:pt idx="3565">
                        <c:v>111.58799999999999</c:v>
                      </c:pt>
                      <c:pt idx="3566">
                        <c:v>112.536</c:v>
                      </c:pt>
                      <c:pt idx="3567">
                        <c:v>112.643</c:v>
                      </c:pt>
                      <c:pt idx="3568">
                        <c:v>109.521</c:v>
                      </c:pt>
                      <c:pt idx="3569">
                        <c:v>107.571</c:v>
                      </c:pt>
                      <c:pt idx="3570">
                        <c:v>109.959</c:v>
                      </c:pt>
                      <c:pt idx="3571">
                        <c:v>110.907</c:v>
                      </c:pt>
                      <c:pt idx="3572">
                        <c:v>110.45399999999999</c:v>
                      </c:pt>
                      <c:pt idx="3573">
                        <c:v>110.17</c:v>
                      </c:pt>
                      <c:pt idx="3574">
                        <c:v>112.07899999999999</c:v>
                      </c:pt>
                      <c:pt idx="3575">
                        <c:v>110.938</c:v>
                      </c:pt>
                      <c:pt idx="3576">
                        <c:v>111.178</c:v>
                      </c:pt>
                      <c:pt idx="3577">
                        <c:v>110.253</c:v>
                      </c:pt>
                      <c:pt idx="3578">
                        <c:v>108.976</c:v>
                      </c:pt>
                      <c:pt idx="3579">
                        <c:v>107.449</c:v>
                      </c:pt>
                      <c:pt idx="3580">
                        <c:v>106.599</c:v>
                      </c:pt>
                      <c:pt idx="3581">
                        <c:v>106.04300000000001</c:v>
                      </c:pt>
                      <c:pt idx="3582">
                        <c:v>105.801</c:v>
                      </c:pt>
                      <c:pt idx="3583">
                        <c:v>105.727</c:v>
                      </c:pt>
                      <c:pt idx="3584">
                        <c:v>105.392</c:v>
                      </c:pt>
                      <c:pt idx="3585">
                        <c:v>105.268</c:v>
                      </c:pt>
                      <c:pt idx="3586">
                        <c:v>105.126</c:v>
                      </c:pt>
                      <c:pt idx="3587">
                        <c:v>104.706</c:v>
                      </c:pt>
                      <c:pt idx="3588">
                        <c:v>105.101</c:v>
                      </c:pt>
                      <c:pt idx="3589">
                        <c:v>102.379</c:v>
                      </c:pt>
                      <c:pt idx="3590">
                        <c:v>99.823999999999998</c:v>
                      </c:pt>
                      <c:pt idx="3591">
                        <c:v>97.956000000000003</c:v>
                      </c:pt>
                      <c:pt idx="3592">
                        <c:v>97.004000000000005</c:v>
                      </c:pt>
                      <c:pt idx="3593">
                        <c:v>96.04</c:v>
                      </c:pt>
                      <c:pt idx="3594">
                        <c:v>93.93</c:v>
                      </c:pt>
                      <c:pt idx="3595">
                        <c:v>94.692999999999998</c:v>
                      </c:pt>
                      <c:pt idx="3596">
                        <c:v>93.753</c:v>
                      </c:pt>
                      <c:pt idx="3597">
                        <c:v>92.123000000000005</c:v>
                      </c:pt>
                      <c:pt idx="3598">
                        <c:v>92.42</c:v>
                      </c:pt>
                      <c:pt idx="3599">
                        <c:v>91.462000000000003</c:v>
                      </c:pt>
                      <c:pt idx="3600">
                        <c:v>91.063000000000002</c:v>
                      </c:pt>
                      <c:pt idx="3601">
                        <c:v>90.644999999999996</c:v>
                      </c:pt>
                      <c:pt idx="3602">
                        <c:v>91.25</c:v>
                      </c:pt>
                      <c:pt idx="3603">
                        <c:v>90.622</c:v>
                      </c:pt>
                      <c:pt idx="3604">
                        <c:v>91.777000000000001</c:v>
                      </c:pt>
                      <c:pt idx="3605">
                        <c:v>90.801000000000002</c:v>
                      </c:pt>
                      <c:pt idx="3606">
                        <c:v>89.712999999999994</c:v>
                      </c:pt>
                      <c:pt idx="3607">
                        <c:v>89.492999999999995</c:v>
                      </c:pt>
                      <c:pt idx="3608">
                        <c:v>91.227999999999994</c:v>
                      </c:pt>
                      <c:pt idx="3609">
                        <c:v>91.355999999999995</c:v>
                      </c:pt>
                      <c:pt idx="3610">
                        <c:v>89.903000000000006</c:v>
                      </c:pt>
                      <c:pt idx="3611">
                        <c:v>89.772999999999996</c:v>
                      </c:pt>
                      <c:pt idx="3612">
                        <c:v>92.691999999999993</c:v>
                      </c:pt>
                      <c:pt idx="3613">
                        <c:v>95.477999999999994</c:v>
                      </c:pt>
                      <c:pt idx="3614">
                        <c:v>94.564999999999998</c:v>
                      </c:pt>
                      <c:pt idx="3615">
                        <c:v>94.513999999999996</c:v>
                      </c:pt>
                      <c:pt idx="3616">
                        <c:v>102.24299999999999</c:v>
                      </c:pt>
                      <c:pt idx="3617">
                        <c:v>111.02500000000001</c:v>
                      </c:pt>
                      <c:pt idx="3618">
                        <c:v>107.255</c:v>
                      </c:pt>
                      <c:pt idx="3619">
                        <c:v>110.09699999999999</c:v>
                      </c:pt>
                      <c:pt idx="3620">
                        <c:v>107.17</c:v>
                      </c:pt>
                      <c:pt idx="3621">
                        <c:v>102.66200000000001</c:v>
                      </c:pt>
                      <c:pt idx="3622">
                        <c:v>99.388000000000005</c:v>
                      </c:pt>
                      <c:pt idx="3623">
                        <c:v>97.460999999999999</c:v>
                      </c:pt>
                      <c:pt idx="3624">
                        <c:v>99.655000000000001</c:v>
                      </c:pt>
                      <c:pt idx="3625">
                        <c:v>101.913</c:v>
                      </c:pt>
                      <c:pt idx="3626">
                        <c:v>102.17700000000001</c:v>
                      </c:pt>
                      <c:pt idx="3627">
                        <c:v>101.032</c:v>
                      </c:pt>
                      <c:pt idx="3628">
                        <c:v>97.707999999999998</c:v>
                      </c:pt>
                      <c:pt idx="3629">
                        <c:v>99.92</c:v>
                      </c:pt>
                      <c:pt idx="3630">
                        <c:v>102.01</c:v>
                      </c:pt>
                      <c:pt idx="3631">
                        <c:v>105.495</c:v>
                      </c:pt>
                      <c:pt idx="3632">
                        <c:v>105.428</c:v>
                      </c:pt>
                      <c:pt idx="3633">
                        <c:v>102.496</c:v>
                      </c:pt>
                      <c:pt idx="3634">
                        <c:v>101.34699999999999</c:v>
                      </c:pt>
                      <c:pt idx="3635">
                        <c:v>102.634</c:v>
                      </c:pt>
                      <c:pt idx="3636">
                        <c:v>102.126</c:v>
                      </c:pt>
                      <c:pt idx="3637">
                        <c:v>98.988</c:v>
                      </c:pt>
                      <c:pt idx="3638">
                        <c:v>96.83</c:v>
                      </c:pt>
                      <c:pt idx="3639">
                        <c:v>95.158000000000001</c:v>
                      </c:pt>
                      <c:pt idx="3640">
                        <c:v>95.331000000000003</c:v>
                      </c:pt>
                      <c:pt idx="3641">
                        <c:v>95.483999999999995</c:v>
                      </c:pt>
                      <c:pt idx="3642">
                        <c:v>95.456999999999994</c:v>
                      </c:pt>
                      <c:pt idx="3643">
                        <c:v>98.554000000000002</c:v>
                      </c:pt>
                      <c:pt idx="3644">
                        <c:v>109.291</c:v>
                      </c:pt>
                      <c:pt idx="3645">
                        <c:v>106.366</c:v>
                      </c:pt>
                      <c:pt idx="3646">
                        <c:v>109.79</c:v>
                      </c:pt>
                      <c:pt idx="3647">
                        <c:v>113.958</c:v>
                      </c:pt>
                      <c:pt idx="3648">
                        <c:v>111.32</c:v>
                      </c:pt>
                      <c:pt idx="3649">
                        <c:v>111.03</c:v>
                      </c:pt>
                      <c:pt idx="3650">
                        <c:v>109.81</c:v>
                      </c:pt>
                      <c:pt idx="3651">
                        <c:v>107.315</c:v>
                      </c:pt>
                      <c:pt idx="3652">
                        <c:v>106.714</c:v>
                      </c:pt>
                      <c:pt idx="3653">
                        <c:v>107.539</c:v>
                      </c:pt>
                      <c:pt idx="3654">
                        <c:v>105.724</c:v>
                      </c:pt>
                      <c:pt idx="3655">
                        <c:v>103.51600000000001</c:v>
                      </c:pt>
                      <c:pt idx="3656">
                        <c:v>101.76900000000001</c:v>
                      </c:pt>
                      <c:pt idx="3657">
                        <c:v>102.566</c:v>
                      </c:pt>
                      <c:pt idx="3658">
                        <c:v>102.80200000000001</c:v>
                      </c:pt>
                      <c:pt idx="3659">
                        <c:v>100.901</c:v>
                      </c:pt>
                      <c:pt idx="3660">
                        <c:v>99.664000000000001</c:v>
                      </c:pt>
                      <c:pt idx="3661">
                        <c:v>98.786000000000001</c:v>
                      </c:pt>
                      <c:pt idx="3662">
                        <c:v>99.549000000000007</c:v>
                      </c:pt>
                      <c:pt idx="3663">
                        <c:v>99.551000000000002</c:v>
                      </c:pt>
                      <c:pt idx="3664">
                        <c:v>99.471999999999994</c:v>
                      </c:pt>
                      <c:pt idx="3665">
                        <c:v>98.02</c:v>
                      </c:pt>
                      <c:pt idx="3666">
                        <c:v>98.57</c:v>
                      </c:pt>
                      <c:pt idx="3667">
                        <c:v>100.584</c:v>
                      </c:pt>
                      <c:pt idx="3668">
                        <c:v>102.381</c:v>
                      </c:pt>
                      <c:pt idx="3669">
                        <c:v>103.60899999999999</c:v>
                      </c:pt>
                      <c:pt idx="3670">
                        <c:v>105.92400000000001</c:v>
                      </c:pt>
                      <c:pt idx="3671">
                        <c:v>105.837</c:v>
                      </c:pt>
                      <c:pt idx="3672">
                        <c:v>105.10299999999999</c:v>
                      </c:pt>
                      <c:pt idx="3673">
                        <c:v>106.623</c:v>
                      </c:pt>
                      <c:pt idx="3674">
                        <c:v>107.36799999999999</c:v>
                      </c:pt>
                      <c:pt idx="3675">
                        <c:v>108.54600000000001</c:v>
                      </c:pt>
                      <c:pt idx="3676">
                        <c:v>113.652</c:v>
                      </c:pt>
                      <c:pt idx="3677">
                        <c:v>110.074</c:v>
                      </c:pt>
                      <c:pt idx="3678">
                        <c:v>111.125</c:v>
                      </c:pt>
                      <c:pt idx="3679">
                        <c:v>115.462</c:v>
                      </c:pt>
                      <c:pt idx="3680">
                        <c:v>113.527</c:v>
                      </c:pt>
                      <c:pt idx="3681">
                        <c:v>107.413</c:v>
                      </c:pt>
                      <c:pt idx="3682">
                        <c:v>107.363</c:v>
                      </c:pt>
                      <c:pt idx="3683">
                        <c:v>107.97499999999999</c:v>
                      </c:pt>
                      <c:pt idx="3684">
                        <c:v>109.024</c:v>
                      </c:pt>
                      <c:pt idx="3685">
                        <c:v>108.42400000000001</c:v>
                      </c:pt>
                      <c:pt idx="3686">
                        <c:v>112.32599999999999</c:v>
                      </c:pt>
                      <c:pt idx="3687">
                        <c:v>115.622</c:v>
                      </c:pt>
                      <c:pt idx="3688">
                        <c:v>113.301</c:v>
                      </c:pt>
                      <c:pt idx="3689">
                        <c:v>111.71599999999999</c:v>
                      </c:pt>
                      <c:pt idx="3690">
                        <c:v>109.352</c:v>
                      </c:pt>
                      <c:pt idx="3691">
                        <c:v>109.88200000000001</c:v>
                      </c:pt>
                      <c:pt idx="3692">
                        <c:v>112.026</c:v>
                      </c:pt>
                      <c:pt idx="3693">
                        <c:v>112.845</c:v>
                      </c:pt>
                      <c:pt idx="3694">
                        <c:v>119.34</c:v>
                      </c:pt>
                      <c:pt idx="3695">
                        <c:v>120.971</c:v>
                      </c:pt>
                      <c:pt idx="3696">
                        <c:v>124.43300000000001</c:v>
                      </c:pt>
                      <c:pt idx="3697">
                        <c:v>122.60299999999999</c:v>
                      </c:pt>
                      <c:pt idx="3698">
                        <c:v>118.004</c:v>
                      </c:pt>
                      <c:pt idx="3699">
                        <c:v>119.66200000000001</c:v>
                      </c:pt>
                      <c:pt idx="3700">
                        <c:v>117.57599999999999</c:v>
                      </c:pt>
                      <c:pt idx="3701">
                        <c:v>119.65900000000001</c:v>
                      </c:pt>
                      <c:pt idx="3702">
                        <c:v>121.791</c:v>
                      </c:pt>
                      <c:pt idx="3703">
                        <c:v>124.081</c:v>
                      </c:pt>
                      <c:pt idx="3704">
                        <c:v>124.82299999999999</c:v>
                      </c:pt>
                      <c:pt idx="3705">
                        <c:v>123.503</c:v>
                      </c:pt>
                      <c:pt idx="3706">
                        <c:v>126.504</c:v>
                      </c:pt>
                      <c:pt idx="3707">
                        <c:v>126.256</c:v>
                      </c:pt>
                      <c:pt idx="3708">
                        <c:v>128.387</c:v>
                      </c:pt>
                      <c:pt idx="3709">
                        <c:v>129.458</c:v>
                      </c:pt>
                      <c:pt idx="3710">
                        <c:v>128.191</c:v>
                      </c:pt>
                      <c:pt idx="3711">
                        <c:v>127.90300000000001</c:v>
                      </c:pt>
                      <c:pt idx="3712">
                        <c:v>125.22199999999999</c:v>
                      </c:pt>
                      <c:pt idx="3713">
                        <c:v>125.381</c:v>
                      </c:pt>
                      <c:pt idx="3714">
                        <c:v>123.745</c:v>
                      </c:pt>
                      <c:pt idx="3715">
                        <c:v>127.32</c:v>
                      </c:pt>
                      <c:pt idx="3716">
                        <c:v>126.336</c:v>
                      </c:pt>
                      <c:pt idx="3717">
                        <c:v>124.95</c:v>
                      </c:pt>
                      <c:pt idx="3718">
                        <c:v>123.80500000000001</c:v>
                      </c:pt>
                      <c:pt idx="3719">
                        <c:v>118.04300000000001</c:v>
                      </c:pt>
                      <c:pt idx="3720">
                        <c:v>116.67400000000001</c:v>
                      </c:pt>
                      <c:pt idx="3721">
                        <c:v>111.565</c:v>
                      </c:pt>
                      <c:pt idx="3722">
                        <c:v>108.038</c:v>
                      </c:pt>
                      <c:pt idx="3723">
                        <c:v>105.977</c:v>
                      </c:pt>
                      <c:pt idx="3724">
                        <c:v>103.536</c:v>
                      </c:pt>
                      <c:pt idx="3725">
                        <c:v>112.571</c:v>
                      </c:pt>
                      <c:pt idx="3726">
                        <c:v>111.803</c:v>
                      </c:pt>
                      <c:pt idx="3727">
                        <c:v>109.236</c:v>
                      </c:pt>
                      <c:pt idx="3728">
                        <c:v>111.246</c:v>
                      </c:pt>
                      <c:pt idx="3729">
                        <c:v>112.461</c:v>
                      </c:pt>
                      <c:pt idx="3730">
                        <c:v>111.35299999999999</c:v>
                      </c:pt>
                      <c:pt idx="3731">
                        <c:v>111.51600000000001</c:v>
                      </c:pt>
                      <c:pt idx="3732">
                        <c:v>111.241</c:v>
                      </c:pt>
                      <c:pt idx="3733">
                        <c:v>110.58499999999999</c:v>
                      </c:pt>
                      <c:pt idx="3734">
                        <c:v>110.57899999999999</c:v>
                      </c:pt>
                      <c:pt idx="3735">
                        <c:v>107.831</c:v>
                      </c:pt>
                      <c:pt idx="3736">
                        <c:v>105.8</c:v>
                      </c:pt>
                      <c:pt idx="3737">
                        <c:v>104.249</c:v>
                      </c:pt>
                      <c:pt idx="3738">
                        <c:v>104.357</c:v>
                      </c:pt>
                      <c:pt idx="3739">
                        <c:v>105.645</c:v>
                      </c:pt>
                      <c:pt idx="3740">
                        <c:v>106.18899999999999</c:v>
                      </c:pt>
                      <c:pt idx="3741">
                        <c:v>105.881</c:v>
                      </c:pt>
                      <c:pt idx="3742">
                        <c:v>104.81</c:v>
                      </c:pt>
                      <c:pt idx="3743">
                        <c:v>104.387</c:v>
                      </c:pt>
                      <c:pt idx="3744">
                        <c:v>104.514</c:v>
                      </c:pt>
                      <c:pt idx="3745">
                        <c:v>105.47199999999999</c:v>
                      </c:pt>
                      <c:pt idx="3746">
                        <c:v>107.401</c:v>
                      </c:pt>
                      <c:pt idx="3747">
                        <c:v>110.206</c:v>
                      </c:pt>
                      <c:pt idx="3748">
                        <c:v>113.096</c:v>
                      </c:pt>
                      <c:pt idx="3749">
                        <c:v>109.837</c:v>
                      </c:pt>
                      <c:pt idx="3750">
                        <c:v>110.5</c:v>
                      </c:pt>
                      <c:pt idx="3751">
                        <c:v>109.77200000000001</c:v>
                      </c:pt>
                      <c:pt idx="3752">
                        <c:v>110.956</c:v>
                      </c:pt>
                      <c:pt idx="3753">
                        <c:v>110.98699999999999</c:v>
                      </c:pt>
                      <c:pt idx="3754">
                        <c:v>110.4</c:v>
                      </c:pt>
                      <c:pt idx="3755">
                        <c:v>109.649</c:v>
                      </c:pt>
                      <c:pt idx="3756">
                        <c:v>111.36</c:v>
                      </c:pt>
                      <c:pt idx="3757">
                        <c:v>110.471</c:v>
                      </c:pt>
                      <c:pt idx="3758">
                        <c:v>109.176</c:v>
                      </c:pt>
                      <c:pt idx="3759">
                        <c:v>109.366</c:v>
                      </c:pt>
                      <c:pt idx="3760">
                        <c:v>108.41200000000001</c:v>
                      </c:pt>
                      <c:pt idx="3761">
                        <c:v>111.866</c:v>
                      </c:pt>
                      <c:pt idx="3762">
                        <c:v>111.741</c:v>
                      </c:pt>
                      <c:pt idx="3763">
                        <c:v>111.714</c:v>
                      </c:pt>
                      <c:pt idx="3764">
                        <c:v>114.66</c:v>
                      </c:pt>
                      <c:pt idx="3765">
                        <c:v>115.366</c:v>
                      </c:pt>
                      <c:pt idx="3766">
                        <c:v>114.261</c:v>
                      </c:pt>
                      <c:pt idx="3767">
                        <c:v>114.631</c:v>
                      </c:pt>
                      <c:pt idx="3768">
                        <c:v>115.626</c:v>
                      </c:pt>
                      <c:pt idx="3769">
                        <c:v>115.485</c:v>
                      </c:pt>
                      <c:pt idx="3770">
                        <c:v>111.565</c:v>
                      </c:pt>
                      <c:pt idx="3771">
                        <c:v>108.169</c:v>
                      </c:pt>
                      <c:pt idx="3772">
                        <c:v>105.73</c:v>
                      </c:pt>
                      <c:pt idx="3773">
                        <c:v>104.399</c:v>
                      </c:pt>
                      <c:pt idx="3774">
                        <c:v>104.752</c:v>
                      </c:pt>
                      <c:pt idx="3775">
                        <c:v>104.375</c:v>
                      </c:pt>
                      <c:pt idx="3776">
                        <c:v>113.999</c:v>
                      </c:pt>
                      <c:pt idx="3777">
                        <c:v>112.893</c:v>
                      </c:pt>
                      <c:pt idx="3778">
                        <c:v>114.96599999999999</c:v>
                      </c:pt>
                      <c:pt idx="3779">
                        <c:v>114.44799999999999</c:v>
                      </c:pt>
                      <c:pt idx="3780">
                        <c:v>112.828</c:v>
                      </c:pt>
                      <c:pt idx="3781">
                        <c:v>109.53</c:v>
                      </c:pt>
                      <c:pt idx="3782">
                        <c:v>110.101</c:v>
                      </c:pt>
                      <c:pt idx="3783">
                        <c:v>110.53</c:v>
                      </c:pt>
                      <c:pt idx="3784">
                        <c:v>108.373</c:v>
                      </c:pt>
                      <c:pt idx="3785">
                        <c:v>109.428</c:v>
                      </c:pt>
                      <c:pt idx="3786">
                        <c:v>113.926</c:v>
                      </c:pt>
                      <c:pt idx="3787">
                        <c:v>119.306</c:v>
                      </c:pt>
                      <c:pt idx="3788">
                        <c:v>120.57</c:v>
                      </c:pt>
                      <c:pt idx="3789">
                        <c:v>118.80200000000001</c:v>
                      </c:pt>
                      <c:pt idx="3790">
                        <c:v>124.468</c:v>
                      </c:pt>
                      <c:pt idx="3791">
                        <c:v>122.88</c:v>
                      </c:pt>
                      <c:pt idx="3792">
                        <c:v>121.3</c:v>
                      </c:pt>
                      <c:pt idx="3793">
                        <c:v>121.53100000000001</c:v>
                      </c:pt>
                      <c:pt idx="3794">
                        <c:v>116.828</c:v>
                      </c:pt>
                      <c:pt idx="3795">
                        <c:v>119.13800000000001</c:v>
                      </c:pt>
                      <c:pt idx="3796">
                        <c:v>124.432</c:v>
                      </c:pt>
                      <c:pt idx="3797">
                        <c:v>125.03400000000001</c:v>
                      </c:pt>
                      <c:pt idx="3798">
                        <c:v>125.533</c:v>
                      </c:pt>
                      <c:pt idx="3799">
                        <c:v>125.267</c:v>
                      </c:pt>
                      <c:pt idx="3800">
                        <c:v>128.69900000000001</c:v>
                      </c:pt>
                      <c:pt idx="3801">
                        <c:v>126.336</c:v>
                      </c:pt>
                      <c:pt idx="3802">
                        <c:v>127.01900000000001</c:v>
                      </c:pt>
                      <c:pt idx="3803">
                        <c:v>129.71199999999999</c:v>
                      </c:pt>
                      <c:pt idx="3804">
                        <c:v>127.601</c:v>
                      </c:pt>
                      <c:pt idx="3805">
                        <c:v>128.4</c:v>
                      </c:pt>
                      <c:pt idx="3806">
                        <c:v>126.70699999999999</c:v>
                      </c:pt>
                      <c:pt idx="3807">
                        <c:v>123.839</c:v>
                      </c:pt>
                      <c:pt idx="3808">
                        <c:v>122.633</c:v>
                      </c:pt>
                      <c:pt idx="3809">
                        <c:v>121.36</c:v>
                      </c:pt>
                      <c:pt idx="3810">
                        <c:v>119.04900000000001</c:v>
                      </c:pt>
                      <c:pt idx="3811">
                        <c:v>119.887</c:v>
                      </c:pt>
                      <c:pt idx="3812">
                        <c:v>119.874</c:v>
                      </c:pt>
                      <c:pt idx="3813">
                        <c:v>119.995</c:v>
                      </c:pt>
                      <c:pt idx="3814">
                        <c:v>124.09</c:v>
                      </c:pt>
                      <c:pt idx="3815">
                        <c:v>125.619</c:v>
                      </c:pt>
                      <c:pt idx="3816">
                        <c:v>126.73699999999999</c:v>
                      </c:pt>
                      <c:pt idx="3817">
                        <c:v>128.744</c:v>
                      </c:pt>
                      <c:pt idx="3818">
                        <c:v>134.006</c:v>
                      </c:pt>
                      <c:pt idx="3819">
                        <c:v>140.58600000000001</c:v>
                      </c:pt>
                      <c:pt idx="3820">
                        <c:v>142.4</c:v>
                      </c:pt>
                      <c:pt idx="3821">
                        <c:v>141.64699999999999</c:v>
                      </c:pt>
                      <c:pt idx="3822">
                        <c:v>147.71899999999999</c:v>
                      </c:pt>
                      <c:pt idx="3823">
                        <c:v>148.09399999999999</c:v>
                      </c:pt>
                      <c:pt idx="3824">
                        <c:v>149.02099999999999</c:v>
                      </c:pt>
                      <c:pt idx="3825">
                        <c:v>143.10400000000001</c:v>
                      </c:pt>
                      <c:pt idx="3826">
                        <c:v>141.435</c:v>
                      </c:pt>
                      <c:pt idx="3827">
                        <c:v>141.16800000000001</c:v>
                      </c:pt>
                      <c:pt idx="3828">
                        <c:v>135.96799999999999</c:v>
                      </c:pt>
                      <c:pt idx="3829">
                        <c:v>137.67099999999999</c:v>
                      </c:pt>
                      <c:pt idx="3830">
                        <c:v>138.548</c:v>
                      </c:pt>
                      <c:pt idx="3831">
                        <c:v>138.57499999999999</c:v>
                      </c:pt>
                      <c:pt idx="3832">
                        <c:v>136.93100000000001</c:v>
                      </c:pt>
                      <c:pt idx="3833">
                        <c:v>137.11799999999999</c:v>
                      </c:pt>
                      <c:pt idx="3834">
                        <c:v>136.68700000000001</c:v>
                      </c:pt>
                      <c:pt idx="3835">
                        <c:v>134.38499999999999</c:v>
                      </c:pt>
                      <c:pt idx="3836">
                        <c:v>130.96</c:v>
                      </c:pt>
                      <c:pt idx="3837">
                        <c:v>131.54400000000001</c:v>
                      </c:pt>
                      <c:pt idx="3838">
                        <c:v>130.89400000000001</c:v>
                      </c:pt>
                      <c:pt idx="3839">
                        <c:v>133.732</c:v>
                      </c:pt>
                      <c:pt idx="3840">
                        <c:v>140.16300000000001</c:v>
                      </c:pt>
                      <c:pt idx="3841">
                        <c:v>146.99199999999999</c:v>
                      </c:pt>
                      <c:pt idx="3842">
                        <c:v>152.309</c:v>
                      </c:pt>
                      <c:pt idx="3843">
                        <c:v>157.60900000000001</c:v>
                      </c:pt>
                      <c:pt idx="3844">
                        <c:v>157.40199999999999</c:v>
                      </c:pt>
                      <c:pt idx="3845">
                        <c:v>159.07900000000001</c:v>
                      </c:pt>
                      <c:pt idx="3846">
                        <c:v>160.166</c:v>
                      </c:pt>
                      <c:pt idx="3847">
                        <c:v>158.90100000000001</c:v>
                      </c:pt>
                      <c:pt idx="3848">
                        <c:v>157.08699999999999</c:v>
                      </c:pt>
                      <c:pt idx="3849">
                        <c:v>157.08500000000001</c:v>
                      </c:pt>
                      <c:pt idx="3850">
                        <c:v>157.358</c:v>
                      </c:pt>
                      <c:pt idx="3851">
                        <c:v>155.57599999999999</c:v>
                      </c:pt>
                      <c:pt idx="3852">
                        <c:v>144.309</c:v>
                      </c:pt>
                      <c:pt idx="3853">
                        <c:v>137.80099999999999</c:v>
                      </c:pt>
                      <c:pt idx="3854">
                        <c:v>136.29499999999999</c:v>
                      </c:pt>
                      <c:pt idx="3855">
                        <c:v>132.05600000000001</c:v>
                      </c:pt>
                      <c:pt idx="3856">
                        <c:v>132.86000000000001</c:v>
                      </c:pt>
                      <c:pt idx="3857">
                        <c:v>135.34</c:v>
                      </c:pt>
                      <c:pt idx="3858">
                        <c:v>135.55799999999999</c:v>
                      </c:pt>
                      <c:pt idx="3859">
                        <c:v>134.70599999999999</c:v>
                      </c:pt>
                      <c:pt idx="3860">
                        <c:v>132.49700000000001</c:v>
                      </c:pt>
                      <c:pt idx="3861">
                        <c:v>130.09</c:v>
                      </c:pt>
                      <c:pt idx="3862">
                        <c:v>126.774</c:v>
                      </c:pt>
                      <c:pt idx="3863">
                        <c:v>125.931</c:v>
                      </c:pt>
                      <c:pt idx="3864">
                        <c:v>130.12700000000001</c:v>
                      </c:pt>
                      <c:pt idx="3865">
                        <c:v>129.53399999999999</c:v>
                      </c:pt>
                      <c:pt idx="3866">
                        <c:v>129.67400000000001</c:v>
                      </c:pt>
                      <c:pt idx="3867">
                        <c:v>129.041</c:v>
                      </c:pt>
                      <c:pt idx="3868">
                        <c:v>131.172</c:v>
                      </c:pt>
                      <c:pt idx="3869">
                        <c:v>130.64400000000001</c:v>
                      </c:pt>
                      <c:pt idx="3870">
                        <c:v>127.364</c:v>
                      </c:pt>
                      <c:pt idx="3871">
                        <c:v>124.727</c:v>
                      </c:pt>
                      <c:pt idx="3872">
                        <c:v>123.346</c:v>
                      </c:pt>
                      <c:pt idx="3873">
                        <c:v>120.496</c:v>
                      </c:pt>
                      <c:pt idx="3874">
                        <c:v>115.816</c:v>
                      </c:pt>
                      <c:pt idx="3875">
                        <c:v>117.164</c:v>
                      </c:pt>
                      <c:pt idx="3876">
                        <c:v>119.608</c:v>
                      </c:pt>
                      <c:pt idx="3877">
                        <c:v>121.80800000000001</c:v>
                      </c:pt>
                      <c:pt idx="3878">
                        <c:v>123.44799999999999</c:v>
                      </c:pt>
                      <c:pt idx="3879">
                        <c:v>121.122</c:v>
                      </c:pt>
                      <c:pt idx="3880">
                        <c:v>121.03700000000001</c:v>
                      </c:pt>
                      <c:pt idx="3881">
                        <c:v>119.354</c:v>
                      </c:pt>
                      <c:pt idx="3882">
                        <c:v>118.467</c:v>
                      </c:pt>
                      <c:pt idx="3883">
                        <c:v>117.907</c:v>
                      </c:pt>
                      <c:pt idx="3884">
                        <c:v>116.413</c:v>
                      </c:pt>
                      <c:pt idx="3885">
                        <c:v>115.554</c:v>
                      </c:pt>
                      <c:pt idx="3886">
                        <c:v>114.804</c:v>
                      </c:pt>
                      <c:pt idx="3887">
                        <c:v>112.761</c:v>
                      </c:pt>
                      <c:pt idx="3888">
                        <c:v>110.256</c:v>
                      </c:pt>
                      <c:pt idx="3889">
                        <c:v>107.742</c:v>
                      </c:pt>
                      <c:pt idx="3890">
                        <c:v>106.48</c:v>
                      </c:pt>
                      <c:pt idx="3891">
                        <c:v>107.157</c:v>
                      </c:pt>
                      <c:pt idx="3892">
                        <c:v>108.721</c:v>
                      </c:pt>
                      <c:pt idx="3893">
                        <c:v>110.47199999999999</c:v>
                      </c:pt>
                      <c:pt idx="3894">
                        <c:v>111.274</c:v>
                      </c:pt>
                      <c:pt idx="3895">
                        <c:v>111.491</c:v>
                      </c:pt>
                      <c:pt idx="3896">
                        <c:v>112.64100000000001</c:v>
                      </c:pt>
                      <c:pt idx="3897">
                        <c:v>112.657</c:v>
                      </c:pt>
                      <c:pt idx="3898">
                        <c:v>108.38800000000001</c:v>
                      </c:pt>
                      <c:pt idx="3899">
                        <c:v>109.386</c:v>
                      </c:pt>
                      <c:pt idx="3900">
                        <c:v>108.551</c:v>
                      </c:pt>
                      <c:pt idx="3901">
                        <c:v>107.893</c:v>
                      </c:pt>
                      <c:pt idx="3902">
                        <c:v>107.322</c:v>
                      </c:pt>
                      <c:pt idx="3903">
                        <c:v>105.95099999999999</c:v>
                      </c:pt>
                      <c:pt idx="3904">
                        <c:v>104.173</c:v>
                      </c:pt>
                      <c:pt idx="3905">
                        <c:v>111.652</c:v>
                      </c:pt>
                      <c:pt idx="3906">
                        <c:v>110.617</c:v>
                      </c:pt>
                      <c:pt idx="3907">
                        <c:v>113.068</c:v>
                      </c:pt>
                      <c:pt idx="3908">
                        <c:v>113.319</c:v>
                      </c:pt>
                      <c:pt idx="3909">
                        <c:v>112.325</c:v>
                      </c:pt>
                      <c:pt idx="3910">
                        <c:v>114.38800000000001</c:v>
                      </c:pt>
                      <c:pt idx="3911">
                        <c:v>113.706</c:v>
                      </c:pt>
                      <c:pt idx="3912">
                        <c:v>111.072</c:v>
                      </c:pt>
                      <c:pt idx="3913">
                        <c:v>106.637</c:v>
                      </c:pt>
                      <c:pt idx="3914">
                        <c:v>107.075</c:v>
                      </c:pt>
                      <c:pt idx="3915">
                        <c:v>106.401</c:v>
                      </c:pt>
                      <c:pt idx="3916">
                        <c:v>106.553</c:v>
                      </c:pt>
                      <c:pt idx="3917">
                        <c:v>106.09</c:v>
                      </c:pt>
                      <c:pt idx="3918">
                        <c:v>105.21899999999999</c:v>
                      </c:pt>
                      <c:pt idx="3919">
                        <c:v>103.72799999999999</c:v>
                      </c:pt>
                      <c:pt idx="3920">
                        <c:v>102.322</c:v>
                      </c:pt>
                      <c:pt idx="3921">
                        <c:v>101.81100000000001</c:v>
                      </c:pt>
                      <c:pt idx="3922">
                        <c:v>99.179000000000002</c:v>
                      </c:pt>
                      <c:pt idx="3923">
                        <c:v>98.381</c:v>
                      </c:pt>
                      <c:pt idx="3924">
                        <c:v>96.58</c:v>
                      </c:pt>
                      <c:pt idx="3925">
                        <c:v>95.039000000000001</c:v>
                      </c:pt>
                      <c:pt idx="3926">
                        <c:v>95.036000000000001</c:v>
                      </c:pt>
                      <c:pt idx="3927">
                        <c:v>94.986999999999995</c:v>
                      </c:pt>
                      <c:pt idx="3928">
                        <c:v>94.953000000000003</c:v>
                      </c:pt>
                      <c:pt idx="3929">
                        <c:v>94.683000000000007</c:v>
                      </c:pt>
                      <c:pt idx="3930">
                        <c:v>97.891999999999996</c:v>
                      </c:pt>
                      <c:pt idx="3931">
                        <c:v>97.968000000000004</c:v>
                      </c:pt>
                      <c:pt idx="3932">
                        <c:v>97.215000000000003</c:v>
                      </c:pt>
                      <c:pt idx="3933">
                        <c:v>96.873000000000005</c:v>
                      </c:pt>
                      <c:pt idx="3934">
                        <c:v>96.763000000000005</c:v>
                      </c:pt>
                      <c:pt idx="3935">
                        <c:v>98.073999999999998</c:v>
                      </c:pt>
                      <c:pt idx="3936">
                        <c:v>101.142</c:v>
                      </c:pt>
                      <c:pt idx="3937">
                        <c:v>99.536000000000001</c:v>
                      </c:pt>
                      <c:pt idx="3938">
                        <c:v>101.352</c:v>
                      </c:pt>
                      <c:pt idx="3939">
                        <c:v>105.83</c:v>
                      </c:pt>
                      <c:pt idx="3940">
                        <c:v>105.47499999999999</c:v>
                      </c:pt>
                      <c:pt idx="3941">
                        <c:v>106.428</c:v>
                      </c:pt>
                      <c:pt idx="3942">
                        <c:v>106.876</c:v>
                      </c:pt>
                      <c:pt idx="3943">
                        <c:v>111.08799999999999</c:v>
                      </c:pt>
                      <c:pt idx="3944">
                        <c:v>109.357</c:v>
                      </c:pt>
                      <c:pt idx="3945">
                        <c:v>108.358</c:v>
                      </c:pt>
                      <c:pt idx="3946">
                        <c:v>108.247</c:v>
                      </c:pt>
                      <c:pt idx="3947">
                        <c:v>108.831</c:v>
                      </c:pt>
                      <c:pt idx="3948">
                        <c:v>110.129</c:v>
                      </c:pt>
                      <c:pt idx="3949">
                        <c:v>108.252</c:v>
                      </c:pt>
                      <c:pt idx="3950">
                        <c:v>109.053</c:v>
                      </c:pt>
                      <c:pt idx="3951">
                        <c:v>113.687</c:v>
                      </c:pt>
                      <c:pt idx="3952">
                        <c:v>114.006</c:v>
                      </c:pt>
                      <c:pt idx="3953">
                        <c:v>112.89</c:v>
                      </c:pt>
                      <c:pt idx="3954">
                        <c:v>113.63</c:v>
                      </c:pt>
                      <c:pt idx="3955">
                        <c:v>114.57299999999999</c:v>
                      </c:pt>
                      <c:pt idx="3956">
                        <c:v>113.95699999999999</c:v>
                      </c:pt>
                      <c:pt idx="3957">
                        <c:v>116.849</c:v>
                      </c:pt>
                      <c:pt idx="3958">
                        <c:v>116.227</c:v>
                      </c:pt>
                      <c:pt idx="3959">
                        <c:v>113.976</c:v>
                      </c:pt>
                      <c:pt idx="3960">
                        <c:v>113.011</c:v>
                      </c:pt>
                      <c:pt idx="3961">
                        <c:v>111.831</c:v>
                      </c:pt>
                      <c:pt idx="3962">
                        <c:v>111.042</c:v>
                      </c:pt>
                      <c:pt idx="3963">
                        <c:v>108.04300000000001</c:v>
                      </c:pt>
                      <c:pt idx="3964">
                        <c:v>104.929</c:v>
                      </c:pt>
                      <c:pt idx="3965">
                        <c:v>106.816</c:v>
                      </c:pt>
                      <c:pt idx="3966">
                        <c:v>107.18</c:v>
                      </c:pt>
                      <c:pt idx="3967">
                        <c:v>107.273</c:v>
                      </c:pt>
                      <c:pt idx="3968">
                        <c:v>107.10599999999999</c:v>
                      </c:pt>
                      <c:pt idx="3969">
                        <c:v>100.904</c:v>
                      </c:pt>
                      <c:pt idx="3970">
                        <c:v>95.81</c:v>
                      </c:pt>
                      <c:pt idx="3971">
                        <c:v>92.41</c:v>
                      </c:pt>
                      <c:pt idx="3972">
                        <c:v>92.400999999999996</c:v>
                      </c:pt>
                      <c:pt idx="3973">
                        <c:v>94.841999999999999</c:v>
                      </c:pt>
                      <c:pt idx="3974">
                        <c:v>96.045000000000002</c:v>
                      </c:pt>
                      <c:pt idx="3975">
                        <c:v>94.968000000000004</c:v>
                      </c:pt>
                      <c:pt idx="3976">
                        <c:v>93.186000000000007</c:v>
                      </c:pt>
                      <c:pt idx="3977">
                        <c:v>91.637</c:v>
                      </c:pt>
                      <c:pt idx="3978">
                        <c:v>88.873999999999995</c:v>
                      </c:pt>
                      <c:pt idx="3979">
                        <c:v>88.53</c:v>
                      </c:pt>
                      <c:pt idx="3980">
                        <c:v>88.843999999999994</c:v>
                      </c:pt>
                      <c:pt idx="3981">
                        <c:v>88.994</c:v>
                      </c:pt>
                      <c:pt idx="3982">
                        <c:v>88.977000000000004</c:v>
                      </c:pt>
                      <c:pt idx="3983">
                        <c:v>89.626000000000005</c:v>
                      </c:pt>
                      <c:pt idx="3984">
                        <c:v>89.102999999999994</c:v>
                      </c:pt>
                      <c:pt idx="3985">
                        <c:v>87.328000000000003</c:v>
                      </c:pt>
                      <c:pt idx="3986">
                        <c:v>86.563999999999993</c:v>
                      </c:pt>
                      <c:pt idx="3987">
                        <c:v>84.74</c:v>
                      </c:pt>
                      <c:pt idx="3988">
                        <c:v>83.665000000000006</c:v>
                      </c:pt>
                      <c:pt idx="3989">
                        <c:v>83.105999999999995</c:v>
                      </c:pt>
                      <c:pt idx="3990">
                        <c:v>84.108999999999995</c:v>
                      </c:pt>
                      <c:pt idx="3991">
                        <c:v>83.756</c:v>
                      </c:pt>
                      <c:pt idx="3992">
                        <c:v>83.322000000000003</c:v>
                      </c:pt>
                      <c:pt idx="3993">
                        <c:v>84.054000000000002</c:v>
                      </c:pt>
                      <c:pt idx="3994">
                        <c:v>83.61</c:v>
                      </c:pt>
                      <c:pt idx="3995">
                        <c:v>82.741</c:v>
                      </c:pt>
                      <c:pt idx="3996">
                        <c:v>81.906999999999996</c:v>
                      </c:pt>
                      <c:pt idx="3997">
                        <c:v>82.218000000000004</c:v>
                      </c:pt>
                      <c:pt idx="3998">
                        <c:v>83.144000000000005</c:v>
                      </c:pt>
                      <c:pt idx="3999">
                        <c:v>84.575999999999993</c:v>
                      </c:pt>
                      <c:pt idx="4000">
                        <c:v>86.081999999999994</c:v>
                      </c:pt>
                      <c:pt idx="4001">
                        <c:v>90.811000000000007</c:v>
                      </c:pt>
                      <c:pt idx="4002">
                        <c:v>93.156000000000006</c:v>
                      </c:pt>
                      <c:pt idx="4003">
                        <c:v>101.71299999999999</c:v>
                      </c:pt>
                      <c:pt idx="4004">
                        <c:v>102.827</c:v>
                      </c:pt>
                      <c:pt idx="4005">
                        <c:v>102.117</c:v>
                      </c:pt>
                      <c:pt idx="4006">
                        <c:v>96.92</c:v>
                      </c:pt>
                      <c:pt idx="4007">
                        <c:v>96.332999999999998</c:v>
                      </c:pt>
                      <c:pt idx="4008">
                        <c:v>99.126999999999995</c:v>
                      </c:pt>
                      <c:pt idx="4009">
                        <c:v>98.436999999999998</c:v>
                      </c:pt>
                      <c:pt idx="4010">
                        <c:v>100.9</c:v>
                      </c:pt>
                      <c:pt idx="4011">
                        <c:v>101.59699999999999</c:v>
                      </c:pt>
                      <c:pt idx="4012">
                        <c:v>100.083</c:v>
                      </c:pt>
                      <c:pt idx="4013">
                        <c:v>99.591999999999999</c:v>
                      </c:pt>
                      <c:pt idx="4014">
                        <c:v>100.398</c:v>
                      </c:pt>
                      <c:pt idx="4015">
                        <c:v>98.582999999999998</c:v>
                      </c:pt>
                      <c:pt idx="4016">
                        <c:v>97.510999999999996</c:v>
                      </c:pt>
                      <c:pt idx="4017">
                        <c:v>99.346999999999994</c:v>
                      </c:pt>
                      <c:pt idx="4018">
                        <c:v>100.19199999999999</c:v>
                      </c:pt>
                      <c:pt idx="4019">
                        <c:v>98.554000000000002</c:v>
                      </c:pt>
                      <c:pt idx="4020">
                        <c:v>97.168000000000006</c:v>
                      </c:pt>
                      <c:pt idx="4021">
                        <c:v>95.947999999999993</c:v>
                      </c:pt>
                      <c:pt idx="4022">
                        <c:v>94.311000000000007</c:v>
                      </c:pt>
                      <c:pt idx="4023">
                        <c:v>93.459000000000003</c:v>
                      </c:pt>
                      <c:pt idx="4024">
                        <c:v>91.88</c:v>
                      </c:pt>
                      <c:pt idx="4025">
                        <c:v>87.954999999999998</c:v>
                      </c:pt>
                      <c:pt idx="4026">
                        <c:v>84.358999999999995</c:v>
                      </c:pt>
                      <c:pt idx="4027">
                        <c:v>82.599000000000004</c:v>
                      </c:pt>
                      <c:pt idx="4028">
                        <c:v>81.644999999999996</c:v>
                      </c:pt>
                      <c:pt idx="4029">
                        <c:v>81.655000000000001</c:v>
                      </c:pt>
                      <c:pt idx="4030">
                        <c:v>80.903000000000006</c:v>
                      </c:pt>
                      <c:pt idx="4031">
                        <c:v>79.664000000000001</c:v>
                      </c:pt>
                      <c:pt idx="4032">
                        <c:v>78.656999999999996</c:v>
                      </c:pt>
                      <c:pt idx="4033">
                        <c:v>79.641999999999996</c:v>
                      </c:pt>
                      <c:pt idx="4034">
                        <c:v>78.837000000000003</c:v>
                      </c:pt>
                      <c:pt idx="4035">
                        <c:v>78.995999999999995</c:v>
                      </c:pt>
                      <c:pt idx="4036">
                        <c:v>78.325000000000003</c:v>
                      </c:pt>
                      <c:pt idx="4037">
                        <c:v>89.126000000000005</c:v>
                      </c:pt>
                      <c:pt idx="4038">
                        <c:v>90.603999999999999</c:v>
                      </c:pt>
                      <c:pt idx="4039">
                        <c:v>93.373000000000005</c:v>
                      </c:pt>
                      <c:pt idx="4040">
                        <c:v>93.421000000000006</c:v>
                      </c:pt>
                      <c:pt idx="4041">
                        <c:v>93.671999999999997</c:v>
                      </c:pt>
                      <c:pt idx="4042">
                        <c:v>93.724000000000004</c:v>
                      </c:pt>
                      <c:pt idx="4043">
                        <c:v>93.373000000000005</c:v>
                      </c:pt>
                      <c:pt idx="4044">
                        <c:v>93.700999999999993</c:v>
                      </c:pt>
                      <c:pt idx="4045">
                        <c:v>94.167000000000002</c:v>
                      </c:pt>
                      <c:pt idx="4046">
                        <c:v>94.02</c:v>
                      </c:pt>
                      <c:pt idx="4047">
                        <c:v>93.661000000000001</c:v>
                      </c:pt>
                      <c:pt idx="4048">
                        <c:v>94.311000000000007</c:v>
                      </c:pt>
                      <c:pt idx="4049">
                        <c:v>95.234999999999999</c:v>
                      </c:pt>
                      <c:pt idx="4050">
                        <c:v>94.408000000000001</c:v>
                      </c:pt>
                      <c:pt idx="4051">
                        <c:v>92.613</c:v>
                      </c:pt>
                      <c:pt idx="4052">
                        <c:v>90.301000000000002</c:v>
                      </c:pt>
                      <c:pt idx="4053">
                        <c:v>89.759</c:v>
                      </c:pt>
                      <c:pt idx="4054">
                        <c:v>88.403000000000006</c:v>
                      </c:pt>
                      <c:pt idx="4055">
                        <c:v>87.63</c:v>
                      </c:pt>
                      <c:pt idx="4056">
                        <c:v>86.558000000000007</c:v>
                      </c:pt>
                      <c:pt idx="4057">
                        <c:v>86.727999999999994</c:v>
                      </c:pt>
                      <c:pt idx="4058">
                        <c:v>85.914000000000001</c:v>
                      </c:pt>
                      <c:pt idx="4059">
                        <c:v>84.725999999999999</c:v>
                      </c:pt>
                      <c:pt idx="4060">
                        <c:v>84.075999999999993</c:v>
                      </c:pt>
                      <c:pt idx="4061">
                        <c:v>81.962999999999994</c:v>
                      </c:pt>
                      <c:pt idx="4062">
                        <c:v>79.274000000000001</c:v>
                      </c:pt>
                      <c:pt idx="4063">
                        <c:v>77.608000000000004</c:v>
                      </c:pt>
                      <c:pt idx="4064">
                        <c:v>76.805999999999997</c:v>
                      </c:pt>
                      <c:pt idx="4065">
                        <c:v>77.725999999999999</c:v>
                      </c:pt>
                      <c:pt idx="4066">
                        <c:v>80.730999999999995</c:v>
                      </c:pt>
                      <c:pt idx="4067">
                        <c:v>79.569000000000003</c:v>
                      </c:pt>
                      <c:pt idx="4068">
                        <c:v>76.317999999999998</c:v>
                      </c:pt>
                      <c:pt idx="4069">
                        <c:v>76.322999999999993</c:v>
                      </c:pt>
                      <c:pt idx="4070">
                        <c:v>76.75</c:v>
                      </c:pt>
                      <c:pt idx="4071">
                        <c:v>75.266999999999996</c:v>
                      </c:pt>
                      <c:pt idx="4072">
                        <c:v>74.888000000000005</c:v>
                      </c:pt>
                      <c:pt idx="4073">
                        <c:v>75.322999999999993</c:v>
                      </c:pt>
                      <c:pt idx="4074">
                        <c:v>77.947999999999993</c:v>
                      </c:pt>
                      <c:pt idx="4075">
                        <c:v>80.298000000000002</c:v>
                      </c:pt>
                      <c:pt idx="4076">
                        <c:v>82.84</c:v>
                      </c:pt>
                      <c:pt idx="4077">
                        <c:v>82.506</c:v>
                      </c:pt>
                      <c:pt idx="4078">
                        <c:v>83.956999999999994</c:v>
                      </c:pt>
                      <c:pt idx="4079">
                        <c:v>86.92</c:v>
                      </c:pt>
                      <c:pt idx="4080">
                        <c:v>90.275000000000006</c:v>
                      </c:pt>
                      <c:pt idx="4081">
                        <c:v>89.649000000000001</c:v>
                      </c:pt>
                      <c:pt idx="4082">
                        <c:v>88.477999999999994</c:v>
                      </c:pt>
                      <c:pt idx="4083">
                        <c:v>87.554000000000002</c:v>
                      </c:pt>
                      <c:pt idx="4084">
                        <c:v>88.373000000000005</c:v>
                      </c:pt>
                      <c:pt idx="4085">
                        <c:v>90.102999999999994</c:v>
                      </c:pt>
                      <c:pt idx="4086">
                        <c:v>90.144000000000005</c:v>
                      </c:pt>
                      <c:pt idx="4087">
                        <c:v>90.119</c:v>
                      </c:pt>
                      <c:pt idx="4088">
                        <c:v>89.963999999999999</c:v>
                      </c:pt>
                      <c:pt idx="4089">
                        <c:v>90.733999999999995</c:v>
                      </c:pt>
                      <c:pt idx="4090">
                        <c:v>88.17</c:v>
                      </c:pt>
                      <c:pt idx="4091">
                        <c:v>85.138000000000005</c:v>
                      </c:pt>
                      <c:pt idx="4092">
                        <c:v>82.218000000000004</c:v>
                      </c:pt>
                      <c:pt idx="4093">
                        <c:v>80.248000000000005</c:v>
                      </c:pt>
                      <c:pt idx="4094">
                        <c:v>78.468999999999994</c:v>
                      </c:pt>
                      <c:pt idx="4095">
                        <c:v>75.760000000000005</c:v>
                      </c:pt>
                      <c:pt idx="4096">
                        <c:v>73.227000000000004</c:v>
                      </c:pt>
                      <c:pt idx="4097">
                        <c:v>72.927000000000007</c:v>
                      </c:pt>
                      <c:pt idx="4098">
                        <c:v>72.122</c:v>
                      </c:pt>
                      <c:pt idx="4099">
                        <c:v>71.260999999999996</c:v>
                      </c:pt>
                      <c:pt idx="4100">
                        <c:v>71.81</c:v>
                      </c:pt>
                      <c:pt idx="4101">
                        <c:v>74.343999999999994</c:v>
                      </c:pt>
                      <c:pt idx="4102">
                        <c:v>74.424999999999997</c:v>
                      </c:pt>
                      <c:pt idx="4103">
                        <c:v>74.658000000000001</c:v>
                      </c:pt>
                      <c:pt idx="4104">
                        <c:v>74.298000000000002</c:v>
                      </c:pt>
                      <c:pt idx="4105">
                        <c:v>74.358000000000004</c:v>
                      </c:pt>
                      <c:pt idx="4106">
                        <c:v>74.194999999999993</c:v>
                      </c:pt>
                      <c:pt idx="4107">
                        <c:v>72.974999999999994</c:v>
                      </c:pt>
                      <c:pt idx="4108">
                        <c:v>72.412999999999997</c:v>
                      </c:pt>
                      <c:pt idx="4109">
                        <c:v>72.224999999999994</c:v>
                      </c:pt>
                      <c:pt idx="4110">
                        <c:v>72.376000000000005</c:v>
                      </c:pt>
                      <c:pt idx="4111">
                        <c:v>69.918999999999997</c:v>
                      </c:pt>
                      <c:pt idx="4112">
                        <c:v>70.563999999999993</c:v>
                      </c:pt>
                      <c:pt idx="4113">
                        <c:v>70.891000000000005</c:v>
                      </c:pt>
                      <c:pt idx="4114">
                        <c:v>70.260999999999996</c:v>
                      </c:pt>
                      <c:pt idx="4115">
                        <c:v>69.019000000000005</c:v>
                      </c:pt>
                      <c:pt idx="4116">
                        <c:v>68.343000000000004</c:v>
                      </c:pt>
                      <c:pt idx="4117">
                        <c:v>69.001999999999995</c:v>
                      </c:pt>
                      <c:pt idx="4118">
                        <c:v>70.180999999999997</c:v>
                      </c:pt>
                      <c:pt idx="4119">
                        <c:v>71.465999999999994</c:v>
                      </c:pt>
                      <c:pt idx="4120">
                        <c:v>71.828999999999994</c:v>
                      </c:pt>
                      <c:pt idx="4121">
                        <c:v>71.796999999999997</c:v>
                      </c:pt>
                      <c:pt idx="4122">
                        <c:v>72.664000000000001</c:v>
                      </c:pt>
                      <c:pt idx="4123">
                        <c:v>73.052999999999997</c:v>
                      </c:pt>
                      <c:pt idx="4124">
                        <c:v>74.225999999999999</c:v>
                      </c:pt>
                      <c:pt idx="4125">
                        <c:v>76.305000000000007</c:v>
                      </c:pt>
                      <c:pt idx="4126">
                        <c:v>79.266999999999996</c:v>
                      </c:pt>
                      <c:pt idx="4127">
                        <c:v>81.075999999999993</c:v>
                      </c:pt>
                      <c:pt idx="4128">
                        <c:v>84.667000000000002</c:v>
                      </c:pt>
                      <c:pt idx="4129">
                        <c:v>80.319000000000003</c:v>
                      </c:pt>
                      <c:pt idx="4130">
                        <c:v>75.813999999999993</c:v>
                      </c:pt>
                      <c:pt idx="4131">
                        <c:v>77.031999999999996</c:v>
                      </c:pt>
                      <c:pt idx="4132">
                        <c:v>80.350999999999999</c:v>
                      </c:pt>
                      <c:pt idx="4133">
                        <c:v>81.557000000000002</c:v>
                      </c:pt>
                      <c:pt idx="4134">
                        <c:v>77.572000000000003</c:v>
                      </c:pt>
                      <c:pt idx="4135">
                        <c:v>74.463999999999999</c:v>
                      </c:pt>
                      <c:pt idx="4136">
                        <c:v>73.63</c:v>
                      </c:pt>
                      <c:pt idx="4137">
                        <c:v>74.664000000000001</c:v>
                      </c:pt>
                      <c:pt idx="4138">
                        <c:v>74.703000000000003</c:v>
                      </c:pt>
                      <c:pt idx="4139">
                        <c:v>73.745000000000005</c:v>
                      </c:pt>
                      <c:pt idx="4140">
                        <c:v>73.275000000000006</c:v>
                      </c:pt>
                      <c:pt idx="4141">
                        <c:v>72.156999999999996</c:v>
                      </c:pt>
                      <c:pt idx="4142">
                        <c:v>71.078000000000003</c:v>
                      </c:pt>
                      <c:pt idx="4143">
                        <c:v>70.507000000000005</c:v>
                      </c:pt>
                      <c:pt idx="4144">
                        <c:v>70.429000000000002</c:v>
                      </c:pt>
                      <c:pt idx="4145">
                        <c:v>70.167000000000002</c:v>
                      </c:pt>
                      <c:pt idx="4146">
                        <c:v>69.801000000000002</c:v>
                      </c:pt>
                      <c:pt idx="4147">
                        <c:v>69.405000000000001</c:v>
                      </c:pt>
                      <c:pt idx="4148">
                        <c:v>73.852999999999994</c:v>
                      </c:pt>
                      <c:pt idx="4149">
                        <c:v>78.902000000000001</c:v>
                      </c:pt>
                      <c:pt idx="4150">
                        <c:v>81.073999999999998</c:v>
                      </c:pt>
                      <c:pt idx="4151">
                        <c:v>91.49</c:v>
                      </c:pt>
                      <c:pt idx="4152">
                        <c:v>103.34</c:v>
                      </c:pt>
                      <c:pt idx="4153">
                        <c:v>101.366</c:v>
                      </c:pt>
                      <c:pt idx="4154">
                        <c:v>98.513999999999996</c:v>
                      </c:pt>
                      <c:pt idx="4155">
                        <c:v>89.694999999999993</c:v>
                      </c:pt>
                      <c:pt idx="4156">
                        <c:v>100.214</c:v>
                      </c:pt>
                      <c:pt idx="4157">
                        <c:v>113.687</c:v>
                      </c:pt>
                      <c:pt idx="4158">
                        <c:v>174.81700000000001</c:v>
                      </c:pt>
                      <c:pt idx="4159">
                        <c:v>188.54900000000001</c:v>
                      </c:pt>
                      <c:pt idx="4160">
                        <c:v>236.82599999999999</c:v>
                      </c:pt>
                      <c:pt idx="4161">
                        <c:v>254.64099999999999</c:v>
                      </c:pt>
                      <c:pt idx="4162">
                        <c:v>214.959</c:v>
                      </c:pt>
                      <c:pt idx="4163">
                        <c:v>259.363</c:v>
                      </c:pt>
                      <c:pt idx="4164">
                        <c:v>270.577</c:v>
                      </c:pt>
                      <c:pt idx="4165">
                        <c:v>327.90199999999999</c:v>
                      </c:pt>
                      <c:pt idx="4166">
                        <c:v>334.15100000000001</c:v>
                      </c:pt>
                      <c:pt idx="4167">
                        <c:v>342.3</c:v>
                      </c:pt>
                      <c:pt idx="4168">
                        <c:v>356.959</c:v>
                      </c:pt>
                      <c:pt idx="4169">
                        <c:v>311.221</c:v>
                      </c:pt>
                      <c:pt idx="4170">
                        <c:v>227.36500000000001</c:v>
                      </c:pt>
                      <c:pt idx="4171">
                        <c:v>194.756</c:v>
                      </c:pt>
                      <c:pt idx="4172">
                        <c:v>227.10499999999999</c:v>
                      </c:pt>
                      <c:pt idx="4173">
                        <c:v>238.27699999999999</c:v>
                      </c:pt>
                      <c:pt idx="4174">
                        <c:v>232.34</c:v>
                      </c:pt>
                      <c:pt idx="4175">
                        <c:v>254.767</c:v>
                      </c:pt>
                      <c:pt idx="4176">
                        <c:v>261.36399999999998</c:v>
                      </c:pt>
                      <c:pt idx="4177">
                        <c:v>265.96899999999999</c:v>
                      </c:pt>
                      <c:pt idx="4178">
                        <c:v>252.85</c:v>
                      </c:pt>
                      <c:pt idx="4179">
                        <c:v>245.58099999999999</c:v>
                      </c:pt>
                      <c:pt idx="4180">
                        <c:v>240.88300000000001</c:v>
                      </c:pt>
                      <c:pt idx="4181">
                        <c:v>222.67400000000001</c:v>
                      </c:pt>
                      <c:pt idx="4182">
                        <c:v>216.47200000000001</c:v>
                      </c:pt>
                      <c:pt idx="4183">
                        <c:v>220.85400000000001</c:v>
                      </c:pt>
                      <c:pt idx="4184">
                        <c:v>222.76900000000001</c:v>
                      </c:pt>
                      <c:pt idx="4185">
                        <c:v>241.768</c:v>
                      </c:pt>
                      <c:pt idx="4186">
                        <c:v>251.59100000000001</c:v>
                      </c:pt>
                      <c:pt idx="4187">
                        <c:v>246.80799999999999</c:v>
                      </c:pt>
                      <c:pt idx="4188">
                        <c:v>252.71600000000001</c:v>
                      </c:pt>
                      <c:pt idx="4189">
                        <c:v>267.97500000000002</c:v>
                      </c:pt>
                      <c:pt idx="4190">
                        <c:v>268.94200000000001</c:v>
                      </c:pt>
                      <c:pt idx="4191">
                        <c:v>264.358</c:v>
                      </c:pt>
                      <c:pt idx="4192">
                        <c:v>268.52300000000002</c:v>
                      </c:pt>
                      <c:pt idx="4193">
                        <c:v>279.65499999999997</c:v>
                      </c:pt>
                      <c:pt idx="4194">
                        <c:v>277.69799999999998</c:v>
                      </c:pt>
                      <c:pt idx="4195">
                        <c:v>259.113</c:v>
                      </c:pt>
                      <c:pt idx="4196">
                        <c:v>243.005</c:v>
                      </c:pt>
                      <c:pt idx="4197">
                        <c:v>246.34800000000001</c:v>
                      </c:pt>
                      <c:pt idx="4198">
                        <c:v>245.23400000000001</c:v>
                      </c:pt>
                      <c:pt idx="4199">
                        <c:v>235.833</c:v>
                      </c:pt>
                      <c:pt idx="4200">
                        <c:v>237.09299999999999</c:v>
                      </c:pt>
                      <c:pt idx="4201">
                        <c:v>232.29599999999999</c:v>
                      </c:pt>
                      <c:pt idx="4202">
                        <c:v>224.71299999999999</c:v>
                      </c:pt>
                      <c:pt idx="4203">
                        <c:v>219.78700000000001</c:v>
                      </c:pt>
                      <c:pt idx="4204">
                        <c:v>222.62100000000001</c:v>
                      </c:pt>
                      <c:pt idx="4205">
                        <c:v>231.708</c:v>
                      </c:pt>
                      <c:pt idx="4206">
                        <c:v>238.40700000000001</c:v>
                      </c:pt>
                      <c:pt idx="4207">
                        <c:v>242.49700000000001</c:v>
                      </c:pt>
                      <c:pt idx="4208">
                        <c:v>226.41499999999999</c:v>
                      </c:pt>
                      <c:pt idx="4209">
                        <c:v>221.37299999999999</c:v>
                      </c:pt>
                      <c:pt idx="4210">
                        <c:v>208.80099999999999</c:v>
                      </c:pt>
                      <c:pt idx="4211">
                        <c:v>195.89400000000001</c:v>
                      </c:pt>
                      <c:pt idx="4212">
                        <c:v>193.47900000000001</c:v>
                      </c:pt>
                      <c:pt idx="4213">
                        <c:v>195.59100000000001</c:v>
                      </c:pt>
                      <c:pt idx="4214">
                        <c:v>176.185</c:v>
                      </c:pt>
                      <c:pt idx="4215">
                        <c:v>166.16900000000001</c:v>
                      </c:pt>
                      <c:pt idx="4216">
                        <c:v>169.43899999999999</c:v>
                      </c:pt>
                      <c:pt idx="4217">
                        <c:v>172.79599999999999</c:v>
                      </c:pt>
                      <c:pt idx="4218">
                        <c:v>169.452</c:v>
                      </c:pt>
                      <c:pt idx="4219">
                        <c:v>151.995</c:v>
                      </c:pt>
                      <c:pt idx="4220">
                        <c:v>138.49199999999999</c:v>
                      </c:pt>
                      <c:pt idx="4221">
                        <c:v>135.291</c:v>
                      </c:pt>
                      <c:pt idx="4222">
                        <c:v>124.919</c:v>
                      </c:pt>
                      <c:pt idx="4223">
                        <c:v>123.126</c:v>
                      </c:pt>
                      <c:pt idx="4224">
                        <c:v>132.524</c:v>
                      </c:pt>
                      <c:pt idx="4225">
                        <c:v>138.23099999999999</c:v>
                      </c:pt>
                      <c:pt idx="4226">
                        <c:v>166.46799999999999</c:v>
                      </c:pt>
                      <c:pt idx="4227">
                        <c:v>168.565</c:v>
                      </c:pt>
                      <c:pt idx="4228">
                        <c:v>160.88399999999999</c:v>
                      </c:pt>
                      <c:pt idx="4229">
                        <c:v>150.125</c:v>
                      </c:pt>
                      <c:pt idx="4230">
                        <c:v>152.357</c:v>
                      </c:pt>
                      <c:pt idx="4231">
                        <c:v>156.511</c:v>
                      </c:pt>
                      <c:pt idx="4232">
                        <c:v>155.642</c:v>
                      </c:pt>
                      <c:pt idx="4233">
                        <c:v>155.68600000000001</c:v>
                      </c:pt>
                      <c:pt idx="4234">
                        <c:v>151.83500000000001</c:v>
                      </c:pt>
                      <c:pt idx="4235">
                        <c:v>158.20699999999999</c:v>
                      </c:pt>
                      <c:pt idx="4236">
                        <c:v>159.785</c:v>
                      </c:pt>
                      <c:pt idx="4237">
                        <c:v>164.56800000000001</c:v>
                      </c:pt>
                      <c:pt idx="4238">
                        <c:v>167.16</c:v>
                      </c:pt>
                      <c:pt idx="4239">
                        <c:v>160.73099999999999</c:v>
                      </c:pt>
                      <c:pt idx="4240">
                        <c:v>150.67500000000001</c:v>
                      </c:pt>
                      <c:pt idx="4241">
                        <c:v>139.43199999999999</c:v>
                      </c:pt>
                      <c:pt idx="4242">
                        <c:v>136.762</c:v>
                      </c:pt>
                      <c:pt idx="4243">
                        <c:v>135.38800000000001</c:v>
                      </c:pt>
                      <c:pt idx="4244">
                        <c:v>139.79499999999999</c:v>
                      </c:pt>
                      <c:pt idx="4245">
                        <c:v>143.41300000000001</c:v>
                      </c:pt>
                      <c:pt idx="4246">
                        <c:v>146.964</c:v>
                      </c:pt>
                      <c:pt idx="4247">
                        <c:v>149.00200000000001</c:v>
                      </c:pt>
                      <c:pt idx="4248">
                        <c:v>150.876</c:v>
                      </c:pt>
                      <c:pt idx="4249">
                        <c:v>151.19200000000001</c:v>
                      </c:pt>
                      <c:pt idx="4250">
                        <c:v>148.78299999999999</c:v>
                      </c:pt>
                      <c:pt idx="4251">
                        <c:v>146.75700000000001</c:v>
                      </c:pt>
                      <c:pt idx="4252">
                        <c:v>143.99600000000001</c:v>
                      </c:pt>
                      <c:pt idx="4253">
                        <c:v>136.626</c:v>
                      </c:pt>
                      <c:pt idx="4254">
                        <c:v>123.902</c:v>
                      </c:pt>
                      <c:pt idx="4255">
                        <c:v>118.907</c:v>
                      </c:pt>
                      <c:pt idx="4256">
                        <c:v>123.952</c:v>
                      </c:pt>
                      <c:pt idx="4257">
                        <c:v>128.69900000000001</c:v>
                      </c:pt>
                      <c:pt idx="4258">
                        <c:v>127.687</c:v>
                      </c:pt>
                      <c:pt idx="4259">
                        <c:v>129.65600000000001</c:v>
                      </c:pt>
                      <c:pt idx="4260">
                        <c:v>129.15700000000001</c:v>
                      </c:pt>
                      <c:pt idx="4261">
                        <c:v>129.36600000000001</c:v>
                      </c:pt>
                      <c:pt idx="4262">
                        <c:v>128.86600000000001</c:v>
                      </c:pt>
                      <c:pt idx="4263">
                        <c:v>128.22</c:v>
                      </c:pt>
                      <c:pt idx="4264">
                        <c:v>128.9</c:v>
                      </c:pt>
                      <c:pt idx="4265">
                        <c:v>127.16</c:v>
                      </c:pt>
                      <c:pt idx="4266">
                        <c:v>124.649</c:v>
                      </c:pt>
                      <c:pt idx="4267">
                        <c:v>124.727</c:v>
                      </c:pt>
                      <c:pt idx="4268">
                        <c:v>124.21899999999999</c:v>
                      </c:pt>
                      <c:pt idx="4269">
                        <c:v>124.611</c:v>
                      </c:pt>
                      <c:pt idx="4270">
                        <c:v>126.111</c:v>
                      </c:pt>
                      <c:pt idx="4271">
                        <c:v>128.60300000000001</c:v>
                      </c:pt>
                      <c:pt idx="4272">
                        <c:v>131.88900000000001</c:v>
                      </c:pt>
                      <c:pt idx="4273">
                        <c:v>131.96</c:v>
                      </c:pt>
                      <c:pt idx="4274">
                        <c:v>129.976</c:v>
                      </c:pt>
                      <c:pt idx="4275">
                        <c:v>129.18899999999999</c:v>
                      </c:pt>
                      <c:pt idx="4276">
                        <c:v>128.53700000000001</c:v>
                      </c:pt>
                      <c:pt idx="4277">
                        <c:v>127.55800000000001</c:v>
                      </c:pt>
                      <c:pt idx="4278">
                        <c:v>122.991</c:v>
                      </c:pt>
                      <c:pt idx="4279">
                        <c:v>120.46299999999999</c:v>
                      </c:pt>
                      <c:pt idx="4280">
                        <c:v>122.044</c:v>
                      </c:pt>
                      <c:pt idx="4281">
                        <c:v>123.068</c:v>
                      </c:pt>
                      <c:pt idx="4282">
                        <c:v>119.10299999999999</c:v>
                      </c:pt>
                      <c:pt idx="4283">
                        <c:v>116.2</c:v>
                      </c:pt>
                      <c:pt idx="4284">
                        <c:v>109.05</c:v>
                      </c:pt>
                      <c:pt idx="4285">
                        <c:v>105.128</c:v>
                      </c:pt>
                      <c:pt idx="4286">
                        <c:v>110.48099999999999</c:v>
                      </c:pt>
                      <c:pt idx="4287">
                        <c:v>115.837</c:v>
                      </c:pt>
                      <c:pt idx="4288">
                        <c:v>117.065</c:v>
                      </c:pt>
                      <c:pt idx="4289">
                        <c:v>122.465</c:v>
                      </c:pt>
                      <c:pt idx="4290">
                        <c:v>120.414</c:v>
                      </c:pt>
                      <c:pt idx="4291">
                        <c:v>121.622</c:v>
                      </c:pt>
                      <c:pt idx="4292">
                        <c:v>122.38</c:v>
                      </c:pt>
                      <c:pt idx="4293">
                        <c:v>120.498</c:v>
                      </c:pt>
                      <c:pt idx="4294">
                        <c:v>118.621</c:v>
                      </c:pt>
                      <c:pt idx="4295">
                        <c:v>117.678</c:v>
                      </c:pt>
                      <c:pt idx="4296">
                        <c:v>119.38500000000001</c:v>
                      </c:pt>
                      <c:pt idx="4297">
                        <c:v>122.09699999999999</c:v>
                      </c:pt>
                      <c:pt idx="4298">
                        <c:v>146.15799999999999</c:v>
                      </c:pt>
                      <c:pt idx="4299">
                        <c:v>151.31700000000001</c:v>
                      </c:pt>
                      <c:pt idx="4300">
                        <c:v>163.66900000000001</c:v>
                      </c:pt>
                      <c:pt idx="4301">
                        <c:v>165.029</c:v>
                      </c:pt>
                      <c:pt idx="4302">
                        <c:v>162.65299999999999</c:v>
                      </c:pt>
                      <c:pt idx="4303">
                        <c:v>157.238</c:v>
                      </c:pt>
                      <c:pt idx="4304">
                        <c:v>154.79300000000001</c:v>
                      </c:pt>
                      <c:pt idx="4305">
                        <c:v>151.91999999999999</c:v>
                      </c:pt>
                      <c:pt idx="4306">
                        <c:v>146.315</c:v>
                      </c:pt>
                      <c:pt idx="4307">
                        <c:v>146.38999999999999</c:v>
                      </c:pt>
                      <c:pt idx="4308">
                        <c:v>138.96700000000001</c:v>
                      </c:pt>
                      <c:pt idx="4309">
                        <c:v>134.90199999999999</c:v>
                      </c:pt>
                      <c:pt idx="4310">
                        <c:v>127.18600000000001</c:v>
                      </c:pt>
                      <c:pt idx="4311">
                        <c:v>123.077</c:v>
                      </c:pt>
                      <c:pt idx="4312">
                        <c:v>118.062</c:v>
                      </c:pt>
                      <c:pt idx="4313">
                        <c:v>116.259</c:v>
                      </c:pt>
                      <c:pt idx="4314">
                        <c:v>117.831</c:v>
                      </c:pt>
                      <c:pt idx="4315">
                        <c:v>120.44199999999999</c:v>
                      </c:pt>
                      <c:pt idx="4316">
                        <c:v>122.19499999999999</c:v>
                      </c:pt>
                      <c:pt idx="4317">
                        <c:v>119.514</c:v>
                      </c:pt>
                      <c:pt idx="4318">
                        <c:v>119.633</c:v>
                      </c:pt>
                      <c:pt idx="4319">
                        <c:v>119.39</c:v>
                      </c:pt>
                      <c:pt idx="4320">
                        <c:v>119.21299999999999</c:v>
                      </c:pt>
                      <c:pt idx="4321">
                        <c:v>118.822</c:v>
                      </c:pt>
                      <c:pt idx="4322">
                        <c:v>119.694</c:v>
                      </c:pt>
                      <c:pt idx="4323">
                        <c:v>122.00700000000001</c:v>
                      </c:pt>
                      <c:pt idx="4324">
                        <c:v>120.241</c:v>
                      </c:pt>
                      <c:pt idx="4325">
                        <c:v>124.663</c:v>
                      </c:pt>
                      <c:pt idx="4326">
                        <c:v>124.685</c:v>
                      </c:pt>
                      <c:pt idx="4327">
                        <c:v>125.316</c:v>
                      </c:pt>
                      <c:pt idx="4328">
                        <c:v>126.755</c:v>
                      </c:pt>
                      <c:pt idx="4329">
                        <c:v>123.46299999999999</c:v>
                      </c:pt>
                      <c:pt idx="4330">
                        <c:v>118.871</c:v>
                      </c:pt>
                      <c:pt idx="4331">
                        <c:v>109.196</c:v>
                      </c:pt>
                      <c:pt idx="4332">
                        <c:v>103.886</c:v>
                      </c:pt>
                      <c:pt idx="4333">
                        <c:v>91.814999999999998</c:v>
                      </c:pt>
                      <c:pt idx="4334">
                        <c:v>87.572999999999993</c:v>
                      </c:pt>
                      <c:pt idx="4335">
                        <c:v>87.114999999999995</c:v>
                      </c:pt>
                      <c:pt idx="4336">
                        <c:v>94.477999999999994</c:v>
                      </c:pt>
                      <c:pt idx="4337">
                        <c:v>98.185000000000002</c:v>
                      </c:pt>
                      <c:pt idx="4338">
                        <c:v>96.064999999999998</c:v>
                      </c:pt>
                      <c:pt idx="4339">
                        <c:v>96.316000000000003</c:v>
                      </c:pt>
                      <c:pt idx="4340">
                        <c:v>96.087000000000003</c:v>
                      </c:pt>
                      <c:pt idx="4341">
                        <c:v>95.477999999999994</c:v>
                      </c:pt>
                      <c:pt idx="4342">
                        <c:v>94.644000000000005</c:v>
                      </c:pt>
                      <c:pt idx="4343">
                        <c:v>94.317999999999998</c:v>
                      </c:pt>
                      <c:pt idx="4344">
                        <c:v>89.861999999999995</c:v>
                      </c:pt>
                      <c:pt idx="4345">
                        <c:v>89.683000000000007</c:v>
                      </c:pt>
                      <c:pt idx="4346">
                        <c:v>90.367999999999995</c:v>
                      </c:pt>
                      <c:pt idx="4347">
                        <c:v>88.031999999999996</c:v>
                      </c:pt>
                      <c:pt idx="4348">
                        <c:v>88.826999999999998</c:v>
                      </c:pt>
                      <c:pt idx="4349">
                        <c:v>85.745999999999995</c:v>
                      </c:pt>
                      <c:pt idx="4350">
                        <c:v>85.369</c:v>
                      </c:pt>
                      <c:pt idx="4351">
                        <c:v>85.063000000000002</c:v>
                      </c:pt>
                      <c:pt idx="4352">
                        <c:v>84.831999999999994</c:v>
                      </c:pt>
                      <c:pt idx="4353">
                        <c:v>86.56</c:v>
                      </c:pt>
                      <c:pt idx="4354">
                        <c:v>86.671999999999997</c:v>
                      </c:pt>
                      <c:pt idx="4355">
                        <c:v>88.513000000000005</c:v>
                      </c:pt>
                      <c:pt idx="4356">
                        <c:v>89.28</c:v>
                      </c:pt>
                      <c:pt idx="4357">
                        <c:v>92.826999999999998</c:v>
                      </c:pt>
                      <c:pt idx="4358">
                        <c:v>93.433000000000007</c:v>
                      </c:pt>
                      <c:pt idx="4359">
                        <c:v>93.082999999999998</c:v>
                      </c:pt>
                      <c:pt idx="4360">
                        <c:v>92.582999999999998</c:v>
                      </c:pt>
                      <c:pt idx="4361">
                        <c:v>92.697999999999993</c:v>
                      </c:pt>
                      <c:pt idx="4362">
                        <c:v>93.206000000000003</c:v>
                      </c:pt>
                      <c:pt idx="4363">
                        <c:v>95.558000000000007</c:v>
                      </c:pt>
                      <c:pt idx="4364">
                        <c:v>95.832999999999998</c:v>
                      </c:pt>
                      <c:pt idx="4365">
                        <c:v>93.13</c:v>
                      </c:pt>
                      <c:pt idx="4366">
                        <c:v>91.426000000000002</c:v>
                      </c:pt>
                      <c:pt idx="4367">
                        <c:v>91.144000000000005</c:v>
                      </c:pt>
                      <c:pt idx="4368">
                        <c:v>90.930999999999997</c:v>
                      </c:pt>
                      <c:pt idx="4369">
                        <c:v>90.198999999999998</c:v>
                      </c:pt>
                      <c:pt idx="4370">
                        <c:v>89.364999999999995</c:v>
                      </c:pt>
                      <c:pt idx="4371">
                        <c:v>88.656999999999996</c:v>
                      </c:pt>
                      <c:pt idx="4372">
                        <c:v>88.622</c:v>
                      </c:pt>
                      <c:pt idx="4373">
                        <c:v>89.043999999999997</c:v>
                      </c:pt>
                      <c:pt idx="4374">
                        <c:v>89.677000000000007</c:v>
                      </c:pt>
                      <c:pt idx="4375">
                        <c:v>89.108000000000004</c:v>
                      </c:pt>
                      <c:pt idx="4376">
                        <c:v>89.191999999999993</c:v>
                      </c:pt>
                      <c:pt idx="4377">
                        <c:v>89.995999999999995</c:v>
                      </c:pt>
                      <c:pt idx="4378">
                        <c:v>94.05</c:v>
                      </c:pt>
                      <c:pt idx="4379">
                        <c:v>97.954999999999998</c:v>
                      </c:pt>
                      <c:pt idx="4380">
                        <c:v>99.448999999999998</c:v>
                      </c:pt>
                      <c:pt idx="4381">
                        <c:v>101.446</c:v>
                      </c:pt>
                      <c:pt idx="4382">
                        <c:v>106.411</c:v>
                      </c:pt>
                      <c:pt idx="4383">
                        <c:v>107.239</c:v>
                      </c:pt>
                      <c:pt idx="4384">
                        <c:v>105.53100000000001</c:v>
                      </c:pt>
                      <c:pt idx="4385">
                        <c:v>104.498</c:v>
                      </c:pt>
                      <c:pt idx="4386">
                        <c:v>105.655</c:v>
                      </c:pt>
                      <c:pt idx="4387">
                        <c:v>106.89700000000001</c:v>
                      </c:pt>
                      <c:pt idx="4388">
                        <c:v>110.559</c:v>
                      </c:pt>
                      <c:pt idx="4389">
                        <c:v>110.943</c:v>
                      </c:pt>
                      <c:pt idx="4390">
                        <c:v>113.551</c:v>
                      </c:pt>
                      <c:pt idx="4391">
                        <c:v>112.604</c:v>
                      </c:pt>
                      <c:pt idx="4392">
                        <c:v>112.91500000000001</c:v>
                      </c:pt>
                      <c:pt idx="4393">
                        <c:v>111.491</c:v>
                      </c:pt>
                      <c:pt idx="4394">
                        <c:v>108.617</c:v>
                      </c:pt>
                      <c:pt idx="4395">
                        <c:v>104.18300000000001</c:v>
                      </c:pt>
                      <c:pt idx="4396">
                        <c:v>100.32899999999999</c:v>
                      </c:pt>
                      <c:pt idx="4397">
                        <c:v>97.242999999999995</c:v>
                      </c:pt>
                      <c:pt idx="4398">
                        <c:v>95.308000000000007</c:v>
                      </c:pt>
                      <c:pt idx="4399">
                        <c:v>97.658000000000001</c:v>
                      </c:pt>
                      <c:pt idx="4400">
                        <c:v>97.501000000000005</c:v>
                      </c:pt>
                      <c:pt idx="4401">
                        <c:v>95.929000000000002</c:v>
                      </c:pt>
                      <c:pt idx="4402">
                        <c:v>95.010999999999996</c:v>
                      </c:pt>
                      <c:pt idx="4403">
                        <c:v>95.180999999999997</c:v>
                      </c:pt>
                      <c:pt idx="4404">
                        <c:v>96.870999999999995</c:v>
                      </c:pt>
                      <c:pt idx="4405">
                        <c:v>98.463999999999999</c:v>
                      </c:pt>
                      <c:pt idx="4406">
                        <c:v>101.54</c:v>
                      </c:pt>
                      <c:pt idx="4407">
                        <c:v>102.804</c:v>
                      </c:pt>
                      <c:pt idx="4408">
                        <c:v>109.45099999999999</c:v>
                      </c:pt>
                      <c:pt idx="4409">
                        <c:v>111.27800000000001</c:v>
                      </c:pt>
                      <c:pt idx="4410">
                        <c:v>107.616</c:v>
                      </c:pt>
                      <c:pt idx="4411">
                        <c:v>113.81100000000001</c:v>
                      </c:pt>
                      <c:pt idx="4412">
                        <c:v>121.289</c:v>
                      </c:pt>
                      <c:pt idx="4413">
                        <c:v>117.039</c:v>
                      </c:pt>
                      <c:pt idx="4414">
                        <c:v>117.575</c:v>
                      </c:pt>
                      <c:pt idx="4415">
                        <c:v>121.398</c:v>
                      </c:pt>
                      <c:pt idx="4416">
                        <c:v>126.486</c:v>
                      </c:pt>
                      <c:pt idx="4417">
                        <c:v>125.726</c:v>
                      </c:pt>
                      <c:pt idx="4418">
                        <c:v>133.54499999999999</c:v>
                      </c:pt>
                      <c:pt idx="4419">
                        <c:v>125.377</c:v>
                      </c:pt>
                      <c:pt idx="4420">
                        <c:v>120.654</c:v>
                      </c:pt>
                      <c:pt idx="4421">
                        <c:v>110.96599999999999</c:v>
                      </c:pt>
                      <c:pt idx="4422">
                        <c:v>113.751</c:v>
                      </c:pt>
                      <c:pt idx="4423">
                        <c:v>116.354</c:v>
                      </c:pt>
                      <c:pt idx="4424">
                        <c:v>116.208</c:v>
                      </c:pt>
                      <c:pt idx="4425">
                        <c:v>111.361</c:v>
                      </c:pt>
                      <c:pt idx="4426">
                        <c:v>114.258</c:v>
                      </c:pt>
                      <c:pt idx="4427">
                        <c:v>111.874</c:v>
                      </c:pt>
                      <c:pt idx="4428">
                        <c:v>120.092</c:v>
                      </c:pt>
                      <c:pt idx="4429">
                        <c:v>124.02800000000001</c:v>
                      </c:pt>
                      <c:pt idx="4430">
                        <c:v>126.021</c:v>
                      </c:pt>
                      <c:pt idx="4431">
                        <c:v>131.523</c:v>
                      </c:pt>
                      <c:pt idx="4432">
                        <c:v>132.161</c:v>
                      </c:pt>
                      <c:pt idx="4433">
                        <c:v>133.63200000000001</c:v>
                      </c:pt>
                      <c:pt idx="4434">
                        <c:v>136.61500000000001</c:v>
                      </c:pt>
                      <c:pt idx="4435">
                        <c:v>134.66300000000001</c:v>
                      </c:pt>
                      <c:pt idx="4436">
                        <c:v>130.50700000000001</c:v>
                      </c:pt>
                      <c:pt idx="4437">
                        <c:v>129.13399999999999</c:v>
                      </c:pt>
                      <c:pt idx="4438">
                        <c:v>127.217</c:v>
                      </c:pt>
                      <c:pt idx="4439">
                        <c:v>124.411</c:v>
                      </c:pt>
                      <c:pt idx="4440">
                        <c:v>126.874</c:v>
                      </c:pt>
                      <c:pt idx="4441">
                        <c:v>125.982</c:v>
                      </c:pt>
                      <c:pt idx="4442">
                        <c:v>126.11499999999999</c:v>
                      </c:pt>
                      <c:pt idx="4443">
                        <c:v>125.65900000000001</c:v>
                      </c:pt>
                      <c:pt idx="4444">
                        <c:v>123.203</c:v>
                      </c:pt>
                      <c:pt idx="4445">
                        <c:v>119.13500000000001</c:v>
                      </c:pt>
                      <c:pt idx="4446">
                        <c:v>113.98099999999999</c:v>
                      </c:pt>
                      <c:pt idx="4447">
                        <c:v>107.404</c:v>
                      </c:pt>
                      <c:pt idx="4448">
                        <c:v>107.654</c:v>
                      </c:pt>
                      <c:pt idx="4449">
                        <c:v>113.014</c:v>
                      </c:pt>
                      <c:pt idx="4450">
                        <c:v>113.298</c:v>
                      </c:pt>
                      <c:pt idx="4451">
                        <c:v>115.182</c:v>
                      </c:pt>
                      <c:pt idx="4452">
                        <c:v>115.408</c:v>
                      </c:pt>
                      <c:pt idx="4453">
                        <c:v>117.58799999999999</c:v>
                      </c:pt>
                      <c:pt idx="4454">
                        <c:v>121.342</c:v>
                      </c:pt>
                      <c:pt idx="4455">
                        <c:v>123.64400000000001</c:v>
                      </c:pt>
                      <c:pt idx="4456">
                        <c:v>123.77</c:v>
                      </c:pt>
                      <c:pt idx="4457">
                        <c:v>125.241</c:v>
                      </c:pt>
                      <c:pt idx="4458">
                        <c:v>133.209</c:v>
                      </c:pt>
                      <c:pt idx="4459">
                        <c:v>139.80699999999999</c:v>
                      </c:pt>
                      <c:pt idx="4460">
                        <c:v>139.89400000000001</c:v>
                      </c:pt>
                      <c:pt idx="4461">
                        <c:v>135.57</c:v>
                      </c:pt>
                      <c:pt idx="4462">
                        <c:v>129.607</c:v>
                      </c:pt>
                      <c:pt idx="4463">
                        <c:v>126.9</c:v>
                      </c:pt>
                      <c:pt idx="4464">
                        <c:v>128.59700000000001</c:v>
                      </c:pt>
                      <c:pt idx="4465">
                        <c:v>133.553</c:v>
                      </c:pt>
                      <c:pt idx="4466">
                        <c:v>133.267</c:v>
                      </c:pt>
                      <c:pt idx="4467">
                        <c:v>130.99799999999999</c:v>
                      </c:pt>
                      <c:pt idx="4468">
                        <c:v>131.869</c:v>
                      </c:pt>
                      <c:pt idx="4469">
                        <c:v>134.49</c:v>
                      </c:pt>
                      <c:pt idx="4470">
                        <c:v>136.488</c:v>
                      </c:pt>
                      <c:pt idx="4471">
                        <c:v>138.648</c:v>
                      </c:pt>
                      <c:pt idx="4472">
                        <c:v>139.88399999999999</c:v>
                      </c:pt>
                      <c:pt idx="4473">
                        <c:v>139.905</c:v>
                      </c:pt>
                      <c:pt idx="4474">
                        <c:v>142.81200000000001</c:v>
                      </c:pt>
                      <c:pt idx="4475">
                        <c:v>143.41399999999999</c:v>
                      </c:pt>
                      <c:pt idx="4476">
                        <c:v>142.67099999999999</c:v>
                      </c:pt>
                      <c:pt idx="4477">
                        <c:v>142.11000000000001</c:v>
                      </c:pt>
                      <c:pt idx="4478">
                        <c:v>141.821</c:v>
                      </c:pt>
                      <c:pt idx="4479">
                        <c:v>140.34200000000001</c:v>
                      </c:pt>
                      <c:pt idx="4480">
                        <c:v>137.929</c:v>
                      </c:pt>
                      <c:pt idx="4481">
                        <c:v>139.31700000000001</c:v>
                      </c:pt>
                      <c:pt idx="4482">
                        <c:v>137.56899999999999</c:v>
                      </c:pt>
                      <c:pt idx="4483">
                        <c:v>136.02199999999999</c:v>
                      </c:pt>
                      <c:pt idx="4484">
                        <c:v>133.48699999999999</c:v>
                      </c:pt>
                      <c:pt idx="4485">
                        <c:v>129.536</c:v>
                      </c:pt>
                      <c:pt idx="4486">
                        <c:v>127.83</c:v>
                      </c:pt>
                      <c:pt idx="4487">
                        <c:v>126.285</c:v>
                      </c:pt>
                      <c:pt idx="4488">
                        <c:v>127.51600000000001</c:v>
                      </c:pt>
                      <c:pt idx="4489">
                        <c:v>129.215</c:v>
                      </c:pt>
                      <c:pt idx="4490">
                        <c:v>131.10900000000001</c:v>
                      </c:pt>
                      <c:pt idx="4491">
                        <c:v>132.72900000000001</c:v>
                      </c:pt>
                      <c:pt idx="4492">
                        <c:v>135.613</c:v>
                      </c:pt>
                      <c:pt idx="4493">
                        <c:v>139.535</c:v>
                      </c:pt>
                      <c:pt idx="4494">
                        <c:v>140.66399999999999</c:v>
                      </c:pt>
                      <c:pt idx="4495">
                        <c:v>140.851</c:v>
                      </c:pt>
                      <c:pt idx="4496">
                        <c:v>139.053</c:v>
                      </c:pt>
                      <c:pt idx="4497">
                        <c:v>137.18199999999999</c:v>
                      </c:pt>
                      <c:pt idx="4498">
                        <c:v>134.99199999999999</c:v>
                      </c:pt>
                      <c:pt idx="4499">
                        <c:v>135.37299999999999</c:v>
                      </c:pt>
                      <c:pt idx="4500">
                        <c:v>136.03700000000001</c:v>
                      </c:pt>
                      <c:pt idx="4501">
                        <c:v>136.38999999999999</c:v>
                      </c:pt>
                      <c:pt idx="4502">
                        <c:v>137.80500000000001</c:v>
                      </c:pt>
                      <c:pt idx="4503">
                        <c:v>138.29400000000001</c:v>
                      </c:pt>
                      <c:pt idx="4504">
                        <c:v>138.899</c:v>
                      </c:pt>
                      <c:pt idx="4505">
                        <c:v>138.203</c:v>
                      </c:pt>
                      <c:pt idx="4506">
                        <c:v>139.834</c:v>
                      </c:pt>
                      <c:pt idx="4507">
                        <c:v>138.84700000000001</c:v>
                      </c:pt>
                      <c:pt idx="4508">
                        <c:v>139.05099999999999</c:v>
                      </c:pt>
                      <c:pt idx="4509">
                        <c:v>143.17500000000001</c:v>
                      </c:pt>
                      <c:pt idx="4510">
                        <c:v>144.24100000000001</c:v>
                      </c:pt>
                      <c:pt idx="4511">
                        <c:v>145.53399999999999</c:v>
                      </c:pt>
                      <c:pt idx="4512">
                        <c:v>144.68799999999999</c:v>
                      </c:pt>
                      <c:pt idx="4513">
                        <c:v>149.10300000000001</c:v>
                      </c:pt>
                      <c:pt idx="4514">
                        <c:v>149.36500000000001</c:v>
                      </c:pt>
                      <c:pt idx="4515">
                        <c:v>146.9</c:v>
                      </c:pt>
                      <c:pt idx="4516">
                        <c:v>146.92099999999999</c:v>
                      </c:pt>
                      <c:pt idx="4517">
                        <c:v>146.76599999999999</c:v>
                      </c:pt>
                      <c:pt idx="4518">
                        <c:v>148.14400000000001</c:v>
                      </c:pt>
                      <c:pt idx="4519">
                        <c:v>153.161</c:v>
                      </c:pt>
                      <c:pt idx="4520">
                        <c:v>153.221</c:v>
                      </c:pt>
                      <c:pt idx="4521">
                        <c:v>148.886</c:v>
                      </c:pt>
                      <c:pt idx="4522">
                        <c:v>147.25700000000001</c:v>
                      </c:pt>
                      <c:pt idx="4523">
                        <c:v>146.14599999999999</c:v>
                      </c:pt>
                      <c:pt idx="4524">
                        <c:v>144.69300000000001</c:v>
                      </c:pt>
                      <c:pt idx="4525">
                        <c:v>144.994</c:v>
                      </c:pt>
                      <c:pt idx="4526">
                        <c:v>145.071</c:v>
                      </c:pt>
                      <c:pt idx="4527">
                        <c:v>145.35599999999999</c:v>
                      </c:pt>
                      <c:pt idx="4528">
                        <c:v>146.41499999999999</c:v>
                      </c:pt>
                      <c:pt idx="4529">
                        <c:v>147.708</c:v>
                      </c:pt>
                      <c:pt idx="4530">
                        <c:v>148.77199999999999</c:v>
                      </c:pt>
                      <c:pt idx="4531">
                        <c:v>146.24600000000001</c:v>
                      </c:pt>
                      <c:pt idx="4532">
                        <c:v>143.928</c:v>
                      </c:pt>
                      <c:pt idx="4533">
                        <c:v>142.57</c:v>
                      </c:pt>
                      <c:pt idx="4534">
                        <c:v>143.209</c:v>
                      </c:pt>
                      <c:pt idx="4535">
                        <c:v>144.10499999999999</c:v>
                      </c:pt>
                      <c:pt idx="4536">
                        <c:v>146.386</c:v>
                      </c:pt>
                      <c:pt idx="4537">
                        <c:v>146.81399999999999</c:v>
                      </c:pt>
                      <c:pt idx="4538">
                        <c:v>144.548</c:v>
                      </c:pt>
                      <c:pt idx="4539">
                        <c:v>142.166</c:v>
                      </c:pt>
                      <c:pt idx="4540">
                        <c:v>139.887</c:v>
                      </c:pt>
                      <c:pt idx="4541">
                        <c:v>139.20599999999999</c:v>
                      </c:pt>
                      <c:pt idx="4542">
                        <c:v>136.92599999999999</c:v>
                      </c:pt>
                      <c:pt idx="4543">
                        <c:v>132.536</c:v>
                      </c:pt>
                      <c:pt idx="4544">
                        <c:v>132.79</c:v>
                      </c:pt>
                      <c:pt idx="4545">
                        <c:v>132.07400000000001</c:v>
                      </c:pt>
                      <c:pt idx="4546">
                        <c:v>131.86099999999999</c:v>
                      </c:pt>
                      <c:pt idx="4547">
                        <c:v>131.84899999999999</c:v>
                      </c:pt>
                      <c:pt idx="4548">
                        <c:v>131.745</c:v>
                      </c:pt>
                      <c:pt idx="4549">
                        <c:v>132.46100000000001</c:v>
                      </c:pt>
                      <c:pt idx="4550">
                        <c:v>133.453</c:v>
                      </c:pt>
                      <c:pt idx="4551">
                        <c:v>133.572</c:v>
                      </c:pt>
                      <c:pt idx="4552">
                        <c:v>132.20099999999999</c:v>
                      </c:pt>
                      <c:pt idx="4553">
                        <c:v>132.477</c:v>
                      </c:pt>
                      <c:pt idx="4554">
                        <c:v>134.196</c:v>
                      </c:pt>
                      <c:pt idx="4555">
                        <c:v>132.71100000000001</c:v>
                      </c:pt>
                      <c:pt idx="4556">
                        <c:v>132.37299999999999</c:v>
                      </c:pt>
                      <c:pt idx="4557">
                        <c:v>133.16</c:v>
                      </c:pt>
                      <c:pt idx="4558">
                        <c:v>146.09399999999999</c:v>
                      </c:pt>
                      <c:pt idx="4559">
                        <c:v>150.83199999999999</c:v>
                      </c:pt>
                      <c:pt idx="4560">
                        <c:v>151.02099999999999</c:v>
                      </c:pt>
                      <c:pt idx="4561">
                        <c:v>150.755</c:v>
                      </c:pt>
                      <c:pt idx="4562">
                        <c:v>153.60599999999999</c:v>
                      </c:pt>
                      <c:pt idx="4563">
                        <c:v>156.47900000000001</c:v>
                      </c:pt>
                      <c:pt idx="4564">
                        <c:v>162.30099999999999</c:v>
                      </c:pt>
                      <c:pt idx="4565">
                        <c:v>164.244</c:v>
                      </c:pt>
                      <c:pt idx="4566">
                        <c:v>168.749</c:v>
                      </c:pt>
                      <c:pt idx="4567">
                        <c:v>169.98400000000001</c:v>
                      </c:pt>
                      <c:pt idx="4568">
                        <c:v>173.71</c:v>
                      </c:pt>
                      <c:pt idx="4569">
                        <c:v>172.959</c:v>
                      </c:pt>
                      <c:pt idx="4570">
                        <c:v>173.32900000000001</c:v>
                      </c:pt>
                      <c:pt idx="4571">
                        <c:v>168.512</c:v>
                      </c:pt>
                      <c:pt idx="4572">
                        <c:v>166.20599999999999</c:v>
                      </c:pt>
                      <c:pt idx="4573">
                        <c:v>166.227</c:v>
                      </c:pt>
                      <c:pt idx="4574">
                        <c:v>169.45099999999999</c:v>
                      </c:pt>
                      <c:pt idx="4575">
                        <c:v>166.77699999999999</c:v>
                      </c:pt>
                      <c:pt idx="4576">
                        <c:v>162.374</c:v>
                      </c:pt>
                      <c:pt idx="4577">
                        <c:v>161.53899999999999</c:v>
                      </c:pt>
                      <c:pt idx="4578">
                        <c:v>162.15799999999999</c:v>
                      </c:pt>
                      <c:pt idx="4579">
                        <c:v>158.99799999999999</c:v>
                      </c:pt>
                      <c:pt idx="4580">
                        <c:v>157.041</c:v>
                      </c:pt>
                      <c:pt idx="4581">
                        <c:v>157.07900000000001</c:v>
                      </c:pt>
                      <c:pt idx="4582">
                        <c:v>158.26</c:v>
                      </c:pt>
                      <c:pt idx="4583">
                        <c:v>156.77000000000001</c:v>
                      </c:pt>
                      <c:pt idx="4584">
                        <c:v>153.68199999999999</c:v>
                      </c:pt>
                      <c:pt idx="4585">
                        <c:v>154.63399999999999</c:v>
                      </c:pt>
                      <c:pt idx="4586">
                        <c:v>158.03200000000001</c:v>
                      </c:pt>
                      <c:pt idx="4587">
                        <c:v>163.66999999999999</c:v>
                      </c:pt>
                      <c:pt idx="4588">
                        <c:v>167.815</c:v>
                      </c:pt>
                      <c:pt idx="4589">
                        <c:v>167.69900000000001</c:v>
                      </c:pt>
                      <c:pt idx="4590">
                        <c:v>165.47900000000001</c:v>
                      </c:pt>
                      <c:pt idx="4591">
                        <c:v>164.559</c:v>
                      </c:pt>
                      <c:pt idx="4592">
                        <c:v>163.72200000000001</c:v>
                      </c:pt>
                      <c:pt idx="4593">
                        <c:v>162.28299999999999</c:v>
                      </c:pt>
                      <c:pt idx="4594">
                        <c:v>166.3</c:v>
                      </c:pt>
                      <c:pt idx="4595">
                        <c:v>171.68299999999999</c:v>
                      </c:pt>
                      <c:pt idx="4596">
                        <c:v>172.66900000000001</c:v>
                      </c:pt>
                      <c:pt idx="4597">
                        <c:v>174.01400000000001</c:v>
                      </c:pt>
                      <c:pt idx="4598">
                        <c:v>174.64699999999999</c:v>
                      </c:pt>
                      <c:pt idx="4599">
                        <c:v>176.803</c:v>
                      </c:pt>
                      <c:pt idx="4600">
                        <c:v>179.53299999999999</c:v>
                      </c:pt>
                      <c:pt idx="4601">
                        <c:v>181.56899999999999</c:v>
                      </c:pt>
                      <c:pt idx="4602">
                        <c:v>182.57300000000001</c:v>
                      </c:pt>
                      <c:pt idx="4603">
                        <c:v>185.19</c:v>
                      </c:pt>
                      <c:pt idx="4604">
                        <c:v>191.06</c:v>
                      </c:pt>
                      <c:pt idx="4605">
                        <c:v>196.91200000000001</c:v>
                      </c:pt>
                      <c:pt idx="4606">
                        <c:v>196.965</c:v>
                      </c:pt>
                      <c:pt idx="4607">
                        <c:v>214.846</c:v>
                      </c:pt>
                      <c:pt idx="4608">
                        <c:v>219.29499999999999</c:v>
                      </c:pt>
                      <c:pt idx="4609">
                        <c:v>226.27799999999999</c:v>
                      </c:pt>
                      <c:pt idx="4610">
                        <c:v>217.85499999999999</c:v>
                      </c:pt>
                      <c:pt idx="4611">
                        <c:v>208.34299999999999</c:v>
                      </c:pt>
                      <c:pt idx="4612">
                        <c:v>207.38900000000001</c:v>
                      </c:pt>
                      <c:pt idx="4613">
                        <c:v>205.49100000000001</c:v>
                      </c:pt>
                      <c:pt idx="4614">
                        <c:v>199.07499999999999</c:v>
                      </c:pt>
                      <c:pt idx="4615">
                        <c:v>196.45400000000001</c:v>
                      </c:pt>
                      <c:pt idx="4616">
                        <c:v>200.101</c:v>
                      </c:pt>
                      <c:pt idx="4617">
                        <c:v>201.57900000000001</c:v>
                      </c:pt>
                      <c:pt idx="4618">
                        <c:v>204.22300000000001</c:v>
                      </c:pt>
                      <c:pt idx="4619">
                        <c:v>208.24100000000001</c:v>
                      </c:pt>
                      <c:pt idx="4620">
                        <c:v>209.964</c:v>
                      </c:pt>
                      <c:pt idx="4621">
                        <c:v>210.60599999999999</c:v>
                      </c:pt>
                      <c:pt idx="4622">
                        <c:v>213.15100000000001</c:v>
                      </c:pt>
                      <c:pt idx="4623">
                        <c:v>216.43600000000001</c:v>
                      </c:pt>
                      <c:pt idx="4624">
                        <c:v>215.70699999999999</c:v>
                      </c:pt>
                      <c:pt idx="4625">
                        <c:v>214.42099999999999</c:v>
                      </c:pt>
                      <c:pt idx="4626">
                        <c:v>212.22399999999999</c:v>
                      </c:pt>
                      <c:pt idx="4627">
                        <c:v>211.16900000000001</c:v>
                      </c:pt>
                      <c:pt idx="4628">
                        <c:v>208.309</c:v>
                      </c:pt>
                      <c:pt idx="4629">
                        <c:v>207.02600000000001</c:v>
                      </c:pt>
                      <c:pt idx="4630">
                        <c:v>206.54599999999999</c:v>
                      </c:pt>
                      <c:pt idx="4631">
                        <c:v>204.80199999999999</c:v>
                      </c:pt>
                      <c:pt idx="4632">
                        <c:v>204.673</c:v>
                      </c:pt>
                      <c:pt idx="4633">
                        <c:v>199.86699999999999</c:v>
                      </c:pt>
                      <c:pt idx="4634">
                        <c:v>200.547</c:v>
                      </c:pt>
                      <c:pt idx="4635">
                        <c:v>200.80099999999999</c:v>
                      </c:pt>
                      <c:pt idx="4636">
                        <c:v>199.06</c:v>
                      </c:pt>
                      <c:pt idx="4637">
                        <c:v>199.27199999999999</c:v>
                      </c:pt>
                      <c:pt idx="4638">
                        <c:v>199.93700000000001</c:v>
                      </c:pt>
                      <c:pt idx="4639">
                        <c:v>198.83</c:v>
                      </c:pt>
                      <c:pt idx="4640">
                        <c:v>199.029</c:v>
                      </c:pt>
                      <c:pt idx="4641">
                        <c:v>201.886</c:v>
                      </c:pt>
                      <c:pt idx="4642">
                        <c:v>201.97200000000001</c:v>
                      </c:pt>
                      <c:pt idx="4643">
                        <c:v>203.458</c:v>
                      </c:pt>
                      <c:pt idx="4644">
                        <c:v>203.87700000000001</c:v>
                      </c:pt>
                      <c:pt idx="4645">
                        <c:v>203.345</c:v>
                      </c:pt>
                      <c:pt idx="4646">
                        <c:v>203.155</c:v>
                      </c:pt>
                      <c:pt idx="4647">
                        <c:v>204.172</c:v>
                      </c:pt>
                      <c:pt idx="4648">
                        <c:v>205.60599999999999</c:v>
                      </c:pt>
                      <c:pt idx="4649">
                        <c:v>206.262</c:v>
                      </c:pt>
                      <c:pt idx="4650">
                        <c:v>207.67599999999999</c:v>
                      </c:pt>
                      <c:pt idx="4651">
                        <c:v>210.88399999999999</c:v>
                      </c:pt>
                      <c:pt idx="4652">
                        <c:v>213.858</c:v>
                      </c:pt>
                      <c:pt idx="4653">
                        <c:v>215.048</c:v>
                      </c:pt>
                      <c:pt idx="4654">
                        <c:v>215.04599999999999</c:v>
                      </c:pt>
                      <c:pt idx="4655">
                        <c:v>213.37299999999999</c:v>
                      </c:pt>
                      <c:pt idx="4656">
                        <c:v>217.56800000000001</c:v>
                      </c:pt>
                      <c:pt idx="4657">
                        <c:v>220.08</c:v>
                      </c:pt>
                      <c:pt idx="4658">
                        <c:v>223.029</c:v>
                      </c:pt>
                      <c:pt idx="4659">
                        <c:v>221.64400000000001</c:v>
                      </c:pt>
                      <c:pt idx="4660">
                        <c:v>218.23500000000001</c:v>
                      </c:pt>
                      <c:pt idx="4661">
                        <c:v>219.34200000000001</c:v>
                      </c:pt>
                      <c:pt idx="4662">
                        <c:v>224.02199999999999</c:v>
                      </c:pt>
                      <c:pt idx="4663">
                        <c:v>222.37</c:v>
                      </c:pt>
                      <c:pt idx="4664">
                        <c:v>219.13499999999999</c:v>
                      </c:pt>
                      <c:pt idx="4665">
                        <c:v>216.89699999999999</c:v>
                      </c:pt>
                      <c:pt idx="4666">
                        <c:v>221.46</c:v>
                      </c:pt>
                      <c:pt idx="4667">
                        <c:v>225.83500000000001</c:v>
                      </c:pt>
                      <c:pt idx="4668">
                        <c:v>226.84700000000001</c:v>
                      </c:pt>
                      <c:pt idx="4669">
                        <c:v>226.411</c:v>
                      </c:pt>
                      <c:pt idx="4670">
                        <c:v>231.32400000000001</c:v>
                      </c:pt>
                      <c:pt idx="4671">
                        <c:v>227.017</c:v>
                      </c:pt>
                      <c:pt idx="4672">
                        <c:v>222.11099999999999</c:v>
                      </c:pt>
                      <c:pt idx="4673">
                        <c:v>223.393</c:v>
                      </c:pt>
                      <c:pt idx="4674">
                        <c:v>224.04499999999999</c:v>
                      </c:pt>
                      <c:pt idx="4675">
                        <c:v>222.26</c:v>
                      </c:pt>
                      <c:pt idx="4676">
                        <c:v>219.91200000000001</c:v>
                      </c:pt>
                      <c:pt idx="4677">
                        <c:v>222.73099999999999</c:v>
                      </c:pt>
                      <c:pt idx="4678">
                        <c:v>227.321</c:v>
                      </c:pt>
                      <c:pt idx="4679">
                        <c:v>222.721</c:v>
                      </c:pt>
                      <c:pt idx="4680">
                        <c:v>210.43100000000001</c:v>
                      </c:pt>
                      <c:pt idx="4681">
                        <c:v>207.595</c:v>
                      </c:pt>
                      <c:pt idx="4682">
                        <c:v>213.34399999999999</c:v>
                      </c:pt>
                      <c:pt idx="4683">
                        <c:v>209.80799999999999</c:v>
                      </c:pt>
                      <c:pt idx="4684">
                        <c:v>201.71100000000001</c:v>
                      </c:pt>
                      <c:pt idx="4685">
                        <c:v>188.67400000000001</c:v>
                      </c:pt>
                      <c:pt idx="4686">
                        <c:v>177.26499999999999</c:v>
                      </c:pt>
                      <c:pt idx="4687">
                        <c:v>173.29300000000001</c:v>
                      </c:pt>
                      <c:pt idx="4688">
                        <c:v>198.208</c:v>
                      </c:pt>
                      <c:pt idx="4689">
                        <c:v>200.58</c:v>
                      </c:pt>
                      <c:pt idx="4690">
                        <c:v>204.28100000000001</c:v>
                      </c:pt>
                      <c:pt idx="4691">
                        <c:v>199.50200000000001</c:v>
                      </c:pt>
                      <c:pt idx="4692">
                        <c:v>196.08099999999999</c:v>
                      </c:pt>
                      <c:pt idx="4693">
                        <c:v>193.06299999999999</c:v>
                      </c:pt>
                      <c:pt idx="4694">
                        <c:v>186.77099999999999</c:v>
                      </c:pt>
                      <c:pt idx="4695">
                        <c:v>184.21100000000001</c:v>
                      </c:pt>
                      <c:pt idx="4696">
                        <c:v>190.227</c:v>
                      </c:pt>
                      <c:pt idx="4697">
                        <c:v>192.501</c:v>
                      </c:pt>
                      <c:pt idx="4698">
                        <c:v>182.35</c:v>
                      </c:pt>
                      <c:pt idx="4699">
                        <c:v>182.85300000000001</c:v>
                      </c:pt>
                      <c:pt idx="4700">
                        <c:v>184.94</c:v>
                      </c:pt>
                      <c:pt idx="4701">
                        <c:v>186.38900000000001</c:v>
                      </c:pt>
                      <c:pt idx="4702">
                        <c:v>189.49600000000001</c:v>
                      </c:pt>
                      <c:pt idx="4703">
                        <c:v>195.959</c:v>
                      </c:pt>
                      <c:pt idx="4704">
                        <c:v>199.87700000000001</c:v>
                      </c:pt>
                      <c:pt idx="4705">
                        <c:v>203.87700000000001</c:v>
                      </c:pt>
                      <c:pt idx="4706">
                        <c:v>209.554</c:v>
                      </c:pt>
                      <c:pt idx="4707">
                        <c:v>211.256</c:v>
                      </c:pt>
                      <c:pt idx="4708">
                        <c:v>212.75700000000001</c:v>
                      </c:pt>
                      <c:pt idx="4709">
                        <c:v>214.126</c:v>
                      </c:pt>
                      <c:pt idx="4710">
                        <c:v>212.459</c:v>
                      </c:pt>
                      <c:pt idx="4711">
                        <c:v>216.03100000000001</c:v>
                      </c:pt>
                      <c:pt idx="4712">
                        <c:v>227.39699999999999</c:v>
                      </c:pt>
                      <c:pt idx="4713">
                        <c:v>228.12</c:v>
                      </c:pt>
                      <c:pt idx="4714">
                        <c:v>232.13499999999999</c:v>
                      </c:pt>
                      <c:pt idx="4715">
                        <c:v>233.38200000000001</c:v>
                      </c:pt>
                      <c:pt idx="4716">
                        <c:v>230.24600000000001</c:v>
                      </c:pt>
                      <c:pt idx="4717">
                        <c:v>238.44200000000001</c:v>
                      </c:pt>
                      <c:pt idx="4718">
                        <c:v>248.93899999999999</c:v>
                      </c:pt>
                      <c:pt idx="4719">
                        <c:v>255.852</c:v>
                      </c:pt>
                      <c:pt idx="4720">
                        <c:v>247.839</c:v>
                      </c:pt>
                      <c:pt idx="4721">
                        <c:v>249.833</c:v>
                      </c:pt>
                      <c:pt idx="4722">
                        <c:v>256.2</c:v>
                      </c:pt>
                      <c:pt idx="4723">
                        <c:v>266.274</c:v>
                      </c:pt>
                      <c:pt idx="4724">
                        <c:v>267.42099999999999</c:v>
                      </c:pt>
                      <c:pt idx="4725">
                        <c:v>264.91500000000002</c:v>
                      </c:pt>
                      <c:pt idx="4726">
                        <c:v>264.15699999999998</c:v>
                      </c:pt>
                      <c:pt idx="4727">
                        <c:v>260.61599999999999</c:v>
                      </c:pt>
                      <c:pt idx="4728">
                        <c:v>263.49700000000001</c:v>
                      </c:pt>
                      <c:pt idx="4729">
                        <c:v>261.10399999999998</c:v>
                      </c:pt>
                      <c:pt idx="4730">
                        <c:v>268.87099999999998</c:v>
                      </c:pt>
                      <c:pt idx="4731">
                        <c:v>271.97300000000001</c:v>
                      </c:pt>
                      <c:pt idx="4732">
                        <c:v>269.80500000000001</c:v>
                      </c:pt>
                      <c:pt idx="4733">
                        <c:v>259.96899999999999</c:v>
                      </c:pt>
                      <c:pt idx="4734">
                        <c:v>253.33699999999999</c:v>
                      </c:pt>
                      <c:pt idx="4735">
                        <c:v>237.46299999999999</c:v>
                      </c:pt>
                      <c:pt idx="4736">
                        <c:v>227.12</c:v>
                      </c:pt>
                      <c:pt idx="4737">
                        <c:v>227.148</c:v>
                      </c:pt>
                      <c:pt idx="4738">
                        <c:v>227.035</c:v>
                      </c:pt>
                      <c:pt idx="4739">
                        <c:v>215.81399999999999</c:v>
                      </c:pt>
                      <c:pt idx="4740">
                        <c:v>208.87200000000001</c:v>
                      </c:pt>
                      <c:pt idx="4741">
                        <c:v>203.089</c:v>
                      </c:pt>
                      <c:pt idx="4742">
                        <c:v>202.51400000000001</c:v>
                      </c:pt>
                      <c:pt idx="4743">
                        <c:v>210.37200000000001</c:v>
                      </c:pt>
                      <c:pt idx="4744">
                        <c:v>216.57400000000001</c:v>
                      </c:pt>
                      <c:pt idx="4745">
                        <c:v>224.99700000000001</c:v>
                      </c:pt>
                      <c:pt idx="4746">
                        <c:v>239.13900000000001</c:v>
                      </c:pt>
                      <c:pt idx="4747">
                        <c:v>252.959</c:v>
                      </c:pt>
                      <c:pt idx="4748">
                        <c:v>266.75700000000001</c:v>
                      </c:pt>
                      <c:pt idx="4749">
                        <c:v>269.91000000000003</c:v>
                      </c:pt>
                      <c:pt idx="4750">
                        <c:v>256.18700000000001</c:v>
                      </c:pt>
                      <c:pt idx="4751">
                        <c:v>257.39</c:v>
                      </c:pt>
                      <c:pt idx="4752">
                        <c:v>255.15199999999999</c:v>
                      </c:pt>
                      <c:pt idx="4753">
                        <c:v>253.672</c:v>
                      </c:pt>
                      <c:pt idx="4754">
                        <c:v>257.36399999999998</c:v>
                      </c:pt>
                      <c:pt idx="4755">
                        <c:v>269.154</c:v>
                      </c:pt>
                      <c:pt idx="4756">
                        <c:v>277.899</c:v>
                      </c:pt>
                      <c:pt idx="4757">
                        <c:v>275.346</c:v>
                      </c:pt>
                      <c:pt idx="4758">
                        <c:v>276.61599999999999</c:v>
                      </c:pt>
                      <c:pt idx="4759">
                        <c:v>291.18099999999998</c:v>
                      </c:pt>
                      <c:pt idx="4760">
                        <c:v>294.089</c:v>
                      </c:pt>
                      <c:pt idx="4761">
                        <c:v>293.274</c:v>
                      </c:pt>
                      <c:pt idx="4762">
                        <c:v>292.63</c:v>
                      </c:pt>
                      <c:pt idx="4763">
                        <c:v>295.76400000000001</c:v>
                      </c:pt>
                      <c:pt idx="4764">
                        <c:v>298.47199999999998</c:v>
                      </c:pt>
                      <c:pt idx="4765">
                        <c:v>289.32299999999998</c:v>
                      </c:pt>
                      <c:pt idx="4766">
                        <c:v>284.05200000000002</c:v>
                      </c:pt>
                      <c:pt idx="4767">
                        <c:v>291.33699999999999</c:v>
                      </c:pt>
                      <c:pt idx="4768">
                        <c:v>302.02999999999997</c:v>
                      </c:pt>
                      <c:pt idx="4769">
                        <c:v>315.27600000000001</c:v>
                      </c:pt>
                      <c:pt idx="4770">
                        <c:v>327.90100000000001</c:v>
                      </c:pt>
                      <c:pt idx="4771">
                        <c:v>328.12700000000001</c:v>
                      </c:pt>
                      <c:pt idx="4772">
                        <c:v>323.60899999999998</c:v>
                      </c:pt>
                      <c:pt idx="4773">
                        <c:v>306.202</c:v>
                      </c:pt>
                      <c:pt idx="4774">
                        <c:v>291.36200000000002</c:v>
                      </c:pt>
                      <c:pt idx="4775">
                        <c:v>288.02</c:v>
                      </c:pt>
                      <c:pt idx="4776">
                        <c:v>289.642</c:v>
                      </c:pt>
                      <c:pt idx="4777">
                        <c:v>286.67200000000003</c:v>
                      </c:pt>
                      <c:pt idx="4778">
                        <c:v>292.27199999999999</c:v>
                      </c:pt>
                      <c:pt idx="4779">
                        <c:v>281.72699999999998</c:v>
                      </c:pt>
                      <c:pt idx="4780">
                        <c:v>270.98</c:v>
                      </c:pt>
                      <c:pt idx="4781">
                        <c:v>261.16699999999997</c:v>
                      </c:pt>
                      <c:pt idx="4782">
                        <c:v>261.86599999999999</c:v>
                      </c:pt>
                      <c:pt idx="4783">
                        <c:v>266.80200000000002</c:v>
                      </c:pt>
                      <c:pt idx="4784">
                        <c:v>265.50400000000002</c:v>
                      </c:pt>
                      <c:pt idx="4785">
                        <c:v>259.44600000000003</c:v>
                      </c:pt>
                      <c:pt idx="4786">
                        <c:v>260.02300000000002</c:v>
                      </c:pt>
                      <c:pt idx="4787">
                        <c:v>253.25299999999999</c:v>
                      </c:pt>
                      <c:pt idx="4788">
                        <c:v>256.01600000000002</c:v>
                      </c:pt>
                      <c:pt idx="4789">
                        <c:v>240.84800000000001</c:v>
                      </c:pt>
                      <c:pt idx="4790">
                        <c:v>233.66300000000001</c:v>
                      </c:pt>
                      <c:pt idx="4791">
                        <c:v>226.108</c:v>
                      </c:pt>
                      <c:pt idx="4792">
                        <c:v>223.72200000000001</c:v>
                      </c:pt>
                      <c:pt idx="4793">
                        <c:v>227.16499999999999</c:v>
                      </c:pt>
                      <c:pt idx="4794">
                        <c:v>234.71299999999999</c:v>
                      </c:pt>
                      <c:pt idx="4795">
                        <c:v>243.334</c:v>
                      </c:pt>
                      <c:pt idx="4796">
                        <c:v>256.62799999999999</c:v>
                      </c:pt>
                      <c:pt idx="4797">
                        <c:v>265.66000000000003</c:v>
                      </c:pt>
                      <c:pt idx="4798">
                        <c:v>261.12099999999998</c:v>
                      </c:pt>
                      <c:pt idx="4799">
                        <c:v>253.42099999999999</c:v>
                      </c:pt>
                      <c:pt idx="4800">
                        <c:v>250.464</c:v>
                      </c:pt>
                      <c:pt idx="4801">
                        <c:v>256.64999999999998</c:v>
                      </c:pt>
                      <c:pt idx="4802">
                        <c:v>262.34500000000003</c:v>
                      </c:pt>
                      <c:pt idx="4803">
                        <c:v>270.97399999999999</c:v>
                      </c:pt>
                      <c:pt idx="4804">
                        <c:v>276.25200000000001</c:v>
                      </c:pt>
                      <c:pt idx="4805">
                        <c:v>275.08</c:v>
                      </c:pt>
                      <c:pt idx="4806">
                        <c:v>269.85599999999999</c:v>
                      </c:pt>
                      <c:pt idx="4807">
                        <c:v>271.80900000000003</c:v>
                      </c:pt>
                      <c:pt idx="4808">
                        <c:v>266.72800000000001</c:v>
                      </c:pt>
                      <c:pt idx="4809">
                        <c:v>257.29000000000002</c:v>
                      </c:pt>
                      <c:pt idx="4810">
                        <c:v>251.494</c:v>
                      </c:pt>
                      <c:pt idx="4811">
                        <c:v>243.12299999999999</c:v>
                      </c:pt>
                      <c:pt idx="4812">
                        <c:v>237.386</c:v>
                      </c:pt>
                      <c:pt idx="4813">
                        <c:v>249.75800000000001</c:v>
                      </c:pt>
                      <c:pt idx="4814">
                        <c:v>251.92699999999999</c:v>
                      </c:pt>
                      <c:pt idx="4815">
                        <c:v>253.875</c:v>
                      </c:pt>
                      <c:pt idx="4816">
                        <c:v>257.64400000000001</c:v>
                      </c:pt>
                      <c:pt idx="4817">
                        <c:v>254.559</c:v>
                      </c:pt>
                      <c:pt idx="4818">
                        <c:v>282.35899999999998</c:v>
                      </c:pt>
                      <c:pt idx="4819">
                        <c:v>285.39699999999999</c:v>
                      </c:pt>
                      <c:pt idx="4820">
                        <c:v>291.54000000000002</c:v>
                      </c:pt>
                      <c:pt idx="4821">
                        <c:v>306.68200000000002</c:v>
                      </c:pt>
                      <c:pt idx="4822">
                        <c:v>322.35199999999998</c:v>
                      </c:pt>
                      <c:pt idx="4823">
                        <c:v>340.50400000000002</c:v>
                      </c:pt>
                      <c:pt idx="4824">
                        <c:v>331.95699999999999</c:v>
                      </c:pt>
                      <c:pt idx="4825">
                        <c:v>333.80200000000002</c:v>
                      </c:pt>
                      <c:pt idx="4826">
                        <c:v>337.02300000000002</c:v>
                      </c:pt>
                      <c:pt idx="4827">
                        <c:v>325.47500000000002</c:v>
                      </c:pt>
                      <c:pt idx="4828">
                        <c:v>311.95299999999997</c:v>
                      </c:pt>
                      <c:pt idx="4829">
                        <c:v>311.59699999999998</c:v>
                      </c:pt>
                      <c:pt idx="4830">
                        <c:v>316.63499999999999</c:v>
                      </c:pt>
                      <c:pt idx="4831">
                        <c:v>331.90699999999998</c:v>
                      </c:pt>
                      <c:pt idx="4832">
                        <c:v>339.52</c:v>
                      </c:pt>
                      <c:pt idx="4833">
                        <c:v>339.55500000000001</c:v>
                      </c:pt>
                      <c:pt idx="4834">
                        <c:v>344.803</c:v>
                      </c:pt>
                      <c:pt idx="4835">
                        <c:v>347.47399999999999</c:v>
                      </c:pt>
                      <c:pt idx="4836">
                        <c:v>365.38</c:v>
                      </c:pt>
                      <c:pt idx="4837">
                        <c:v>366.95600000000002</c:v>
                      </c:pt>
                      <c:pt idx="4838">
                        <c:v>366.69900000000001</c:v>
                      </c:pt>
                      <c:pt idx="4839">
                        <c:v>374.37200000000001</c:v>
                      </c:pt>
                      <c:pt idx="4840">
                        <c:v>387.60599999999999</c:v>
                      </c:pt>
                      <c:pt idx="4841">
                        <c:v>392.87400000000002</c:v>
                      </c:pt>
                      <c:pt idx="4842">
                        <c:v>388.00900000000001</c:v>
                      </c:pt>
                      <c:pt idx="4843">
                        <c:v>375.57299999999998</c:v>
                      </c:pt>
                      <c:pt idx="4844">
                        <c:v>365.11900000000003</c:v>
                      </c:pt>
                      <c:pt idx="4845">
                        <c:v>344.39</c:v>
                      </c:pt>
                      <c:pt idx="4846">
                        <c:v>341.17899999999997</c:v>
                      </c:pt>
                      <c:pt idx="4847">
                        <c:v>351.22800000000001</c:v>
                      </c:pt>
                      <c:pt idx="4848">
                        <c:v>354.69799999999998</c:v>
                      </c:pt>
                      <c:pt idx="4849">
                        <c:v>363.81099999999998</c:v>
                      </c:pt>
                      <c:pt idx="4850">
                        <c:v>374.90800000000002</c:v>
                      </c:pt>
                      <c:pt idx="4851">
                        <c:v>369.83</c:v>
                      </c:pt>
                      <c:pt idx="4852">
                        <c:v>354.04399999999998</c:v>
                      </c:pt>
                      <c:pt idx="4853">
                        <c:v>337.67500000000001</c:v>
                      </c:pt>
                      <c:pt idx="4854">
                        <c:v>338.04</c:v>
                      </c:pt>
                      <c:pt idx="4855">
                        <c:v>310.35199999999998</c:v>
                      </c:pt>
                      <c:pt idx="4856">
                        <c:v>299.42700000000002</c:v>
                      </c:pt>
                      <c:pt idx="4857">
                        <c:v>294.21600000000001</c:v>
                      </c:pt>
                      <c:pt idx="4858">
                        <c:v>289.75900000000001</c:v>
                      </c:pt>
                      <c:pt idx="4859">
                        <c:v>293.61399999999998</c:v>
                      </c:pt>
                      <c:pt idx="4860">
                        <c:v>301.995</c:v>
                      </c:pt>
                      <c:pt idx="4861">
                        <c:v>303.71499999999997</c:v>
                      </c:pt>
                      <c:pt idx="4862">
                        <c:v>303.97000000000003</c:v>
                      </c:pt>
                      <c:pt idx="4863">
                        <c:v>298.04500000000002</c:v>
                      </c:pt>
                      <c:pt idx="4864">
                        <c:v>291.25900000000001</c:v>
                      </c:pt>
                      <c:pt idx="4865">
                        <c:v>288.31400000000002</c:v>
                      </c:pt>
                      <c:pt idx="4866">
                        <c:v>286.22500000000002</c:v>
                      </c:pt>
                      <c:pt idx="4867">
                        <c:v>295.322</c:v>
                      </c:pt>
                      <c:pt idx="4868">
                        <c:v>294.59500000000003</c:v>
                      </c:pt>
                      <c:pt idx="4869">
                        <c:v>285.48899999999998</c:v>
                      </c:pt>
                      <c:pt idx="4870">
                        <c:v>278.13200000000001</c:v>
                      </c:pt>
                      <c:pt idx="4871">
                        <c:v>269.51299999999998</c:v>
                      </c:pt>
                      <c:pt idx="4872">
                        <c:v>272.404</c:v>
                      </c:pt>
                      <c:pt idx="4873">
                        <c:v>281.11</c:v>
                      </c:pt>
                      <c:pt idx="4874">
                        <c:v>280.25799999999998</c:v>
                      </c:pt>
                      <c:pt idx="4875">
                        <c:v>274.04199999999997</c:v>
                      </c:pt>
                      <c:pt idx="4876">
                        <c:v>269.80099999999999</c:v>
                      </c:pt>
                      <c:pt idx="4877">
                        <c:v>269.78100000000001</c:v>
                      </c:pt>
                      <c:pt idx="4878">
                        <c:v>267.21800000000002</c:v>
                      </c:pt>
                      <c:pt idx="4879">
                        <c:v>265.18099999999998</c:v>
                      </c:pt>
                      <c:pt idx="4880">
                        <c:v>268.58800000000002</c:v>
                      </c:pt>
                      <c:pt idx="4881">
                        <c:v>278.02699999999999</c:v>
                      </c:pt>
                      <c:pt idx="4882">
                        <c:v>282.27600000000001</c:v>
                      </c:pt>
                      <c:pt idx="4883">
                        <c:v>284.85500000000002</c:v>
                      </c:pt>
                      <c:pt idx="4884">
                        <c:v>279.666</c:v>
                      </c:pt>
                      <c:pt idx="4885">
                        <c:v>280.96699999999998</c:v>
                      </c:pt>
                      <c:pt idx="4886">
                        <c:v>280.13</c:v>
                      </c:pt>
                      <c:pt idx="4887">
                        <c:v>278.84399999999999</c:v>
                      </c:pt>
                      <c:pt idx="4888">
                        <c:v>278.88799999999998</c:v>
                      </c:pt>
                      <c:pt idx="4889">
                        <c:v>276.483</c:v>
                      </c:pt>
                      <c:pt idx="4890">
                        <c:v>274.565</c:v>
                      </c:pt>
                      <c:pt idx="4891">
                        <c:v>274.58100000000002</c:v>
                      </c:pt>
                      <c:pt idx="4892">
                        <c:v>275.82400000000001</c:v>
                      </c:pt>
                      <c:pt idx="4893">
                        <c:v>270.79700000000003</c:v>
                      </c:pt>
                      <c:pt idx="4894">
                        <c:v>265.79300000000001</c:v>
                      </c:pt>
                      <c:pt idx="4895">
                        <c:v>272.005</c:v>
                      </c:pt>
                      <c:pt idx="4896">
                        <c:v>271.38499999999999</c:v>
                      </c:pt>
                      <c:pt idx="4897">
                        <c:v>268.64699999999999</c:v>
                      </c:pt>
                      <c:pt idx="4898">
                        <c:v>272.29399999999998</c:v>
                      </c:pt>
                      <c:pt idx="4899">
                        <c:v>270.97199999999998</c:v>
                      </c:pt>
                      <c:pt idx="4900">
                        <c:v>267.78500000000003</c:v>
                      </c:pt>
                      <c:pt idx="4901">
                        <c:v>265.69200000000001</c:v>
                      </c:pt>
                      <c:pt idx="4902">
                        <c:v>265.86700000000002</c:v>
                      </c:pt>
                      <c:pt idx="4903">
                        <c:v>268.88099999999997</c:v>
                      </c:pt>
                      <c:pt idx="4904">
                        <c:v>266.93200000000002</c:v>
                      </c:pt>
                      <c:pt idx="4905">
                        <c:v>268.01</c:v>
                      </c:pt>
                      <c:pt idx="4906">
                        <c:v>266.709</c:v>
                      </c:pt>
                      <c:pt idx="4907">
                        <c:v>264.99400000000003</c:v>
                      </c:pt>
                      <c:pt idx="4908">
                        <c:v>261.86799999999999</c:v>
                      </c:pt>
                      <c:pt idx="4909">
                        <c:v>262.09800000000001</c:v>
                      </c:pt>
                      <c:pt idx="4910">
                        <c:v>259.77800000000002</c:v>
                      </c:pt>
                      <c:pt idx="4911">
                        <c:v>260.14699999999999</c:v>
                      </c:pt>
                      <c:pt idx="4912">
                        <c:v>268.49599999999998</c:v>
                      </c:pt>
                      <c:pt idx="4913">
                        <c:v>265.85000000000002</c:v>
                      </c:pt>
                      <c:pt idx="4914">
                        <c:v>260.41000000000003</c:v>
                      </c:pt>
                      <c:pt idx="4915">
                        <c:v>252.005</c:v>
                      </c:pt>
                      <c:pt idx="4916">
                        <c:v>253.57499999999999</c:v>
                      </c:pt>
                      <c:pt idx="4917">
                        <c:v>261.35000000000002</c:v>
                      </c:pt>
                      <c:pt idx="4918">
                        <c:v>259.77300000000002</c:v>
                      </c:pt>
                      <c:pt idx="4919">
                        <c:v>263.77100000000002</c:v>
                      </c:pt>
                      <c:pt idx="4920">
                        <c:v>265.30599999999998</c:v>
                      </c:pt>
                      <c:pt idx="4921">
                        <c:v>272.11200000000002</c:v>
                      </c:pt>
                      <c:pt idx="4922">
                        <c:v>273.23500000000001</c:v>
                      </c:pt>
                      <c:pt idx="4923">
                        <c:v>269.27499999999998</c:v>
                      </c:pt>
                      <c:pt idx="4924">
                        <c:v>271.27</c:v>
                      </c:pt>
                      <c:pt idx="4925">
                        <c:v>276.68700000000001</c:v>
                      </c:pt>
                      <c:pt idx="4926">
                        <c:v>288.65199999999999</c:v>
                      </c:pt>
                      <c:pt idx="4927">
                        <c:v>290.49099999999999</c:v>
                      </c:pt>
                      <c:pt idx="4928">
                        <c:v>299.07499999999999</c:v>
                      </c:pt>
                      <c:pt idx="4929">
                        <c:v>297.07900000000001</c:v>
                      </c:pt>
                      <c:pt idx="4930">
                        <c:v>288.392</c:v>
                      </c:pt>
                      <c:pt idx="4931">
                        <c:v>288.536</c:v>
                      </c:pt>
                      <c:pt idx="4932">
                        <c:v>285.17700000000002</c:v>
                      </c:pt>
                      <c:pt idx="4933">
                        <c:v>286.67200000000003</c:v>
                      </c:pt>
                      <c:pt idx="4934">
                        <c:v>283.32900000000001</c:v>
                      </c:pt>
                      <c:pt idx="4935">
                        <c:v>281.79199999999997</c:v>
                      </c:pt>
                      <c:pt idx="4936">
                        <c:v>270.95299999999997</c:v>
                      </c:pt>
                      <c:pt idx="4937">
                        <c:v>260.02600000000001</c:v>
                      </c:pt>
                      <c:pt idx="4938">
                        <c:v>265.52999999999997</c:v>
                      </c:pt>
                      <c:pt idx="4939">
                        <c:v>271.916</c:v>
                      </c:pt>
                      <c:pt idx="4940">
                        <c:v>280.47300000000001</c:v>
                      </c:pt>
                      <c:pt idx="4941">
                        <c:v>289.62799999999999</c:v>
                      </c:pt>
                      <c:pt idx="4942">
                        <c:v>309.99099999999999</c:v>
                      </c:pt>
                      <c:pt idx="4943">
                        <c:v>312.12400000000002</c:v>
                      </c:pt>
                      <c:pt idx="4944">
                        <c:v>326.64800000000002</c:v>
                      </c:pt>
                      <c:pt idx="4945">
                        <c:v>323.84800000000001</c:v>
                      </c:pt>
                      <c:pt idx="4946">
                        <c:v>330.86200000000002</c:v>
                      </c:pt>
                      <c:pt idx="4947">
                        <c:v>353.31900000000002</c:v>
                      </c:pt>
                      <c:pt idx="4948">
                        <c:v>335.66699999999997</c:v>
                      </c:pt>
                      <c:pt idx="4949">
                        <c:v>330.7</c:v>
                      </c:pt>
                      <c:pt idx="4950">
                        <c:v>331.7</c:v>
                      </c:pt>
                      <c:pt idx="4951">
                        <c:v>328.89100000000002</c:v>
                      </c:pt>
                      <c:pt idx="4952">
                        <c:v>319.74200000000002</c:v>
                      </c:pt>
                      <c:pt idx="4953">
                        <c:v>318.95</c:v>
                      </c:pt>
                      <c:pt idx="4954">
                        <c:v>305.23700000000002</c:v>
                      </c:pt>
                      <c:pt idx="4955">
                        <c:v>296.19299999999998</c:v>
                      </c:pt>
                      <c:pt idx="4956">
                        <c:v>288.51100000000002</c:v>
                      </c:pt>
                      <c:pt idx="4957">
                        <c:v>281.505</c:v>
                      </c:pt>
                      <c:pt idx="4958">
                        <c:v>284.95800000000003</c:v>
                      </c:pt>
                      <c:pt idx="4959">
                        <c:v>291.44799999999998</c:v>
                      </c:pt>
                      <c:pt idx="4960">
                        <c:v>294.92099999999999</c:v>
                      </c:pt>
                      <c:pt idx="4961">
                        <c:v>294.69299999999998</c:v>
                      </c:pt>
                      <c:pt idx="4962">
                        <c:v>295.98399999999998</c:v>
                      </c:pt>
                      <c:pt idx="4963">
                        <c:v>291.63099999999997</c:v>
                      </c:pt>
                      <c:pt idx="4964">
                        <c:v>286.58499999999998</c:v>
                      </c:pt>
                      <c:pt idx="4965">
                        <c:v>280.69</c:v>
                      </c:pt>
                      <c:pt idx="4966">
                        <c:v>278.23700000000002</c:v>
                      </c:pt>
                      <c:pt idx="4967">
                        <c:v>279.32499999999999</c:v>
                      </c:pt>
                      <c:pt idx="4968">
                        <c:v>279.46300000000002</c:v>
                      </c:pt>
                      <c:pt idx="4969">
                        <c:v>281.53800000000001</c:v>
                      </c:pt>
                      <c:pt idx="4970">
                        <c:v>285.09199999999998</c:v>
                      </c:pt>
                      <c:pt idx="4971">
                        <c:v>283.26100000000002</c:v>
                      </c:pt>
                      <c:pt idx="4972">
                        <c:v>281.36200000000002</c:v>
                      </c:pt>
                      <c:pt idx="4973">
                        <c:v>280.88299999999998</c:v>
                      </c:pt>
                      <c:pt idx="4974">
                        <c:v>300.04300000000001</c:v>
                      </c:pt>
                      <c:pt idx="4975">
                        <c:v>304.50700000000001</c:v>
                      </c:pt>
                      <c:pt idx="4976">
                        <c:v>296.36</c:v>
                      </c:pt>
                      <c:pt idx="4977">
                        <c:v>294.83999999999997</c:v>
                      </c:pt>
                      <c:pt idx="4978">
                        <c:v>297.40899999999999</c:v>
                      </c:pt>
                      <c:pt idx="4979">
                        <c:v>301.01</c:v>
                      </c:pt>
                      <c:pt idx="4980">
                        <c:v>307.19499999999999</c:v>
                      </c:pt>
                      <c:pt idx="4981">
                        <c:v>305.267</c:v>
                      </c:pt>
                      <c:pt idx="4982">
                        <c:v>305.17700000000002</c:v>
                      </c:pt>
                      <c:pt idx="4983">
                        <c:v>309.72199999999998</c:v>
                      </c:pt>
                      <c:pt idx="4984">
                        <c:v>306.84399999999999</c:v>
                      </c:pt>
                      <c:pt idx="4985">
                        <c:v>302.32600000000002</c:v>
                      </c:pt>
                      <c:pt idx="4986">
                        <c:v>301.02100000000002</c:v>
                      </c:pt>
                      <c:pt idx="4987">
                        <c:v>302.149</c:v>
                      </c:pt>
                      <c:pt idx="4988">
                        <c:v>302.69600000000003</c:v>
                      </c:pt>
                      <c:pt idx="4989">
                        <c:v>296.221</c:v>
                      </c:pt>
                      <c:pt idx="4990">
                        <c:v>288.11399999999998</c:v>
                      </c:pt>
                      <c:pt idx="4991">
                        <c:v>287.846</c:v>
                      </c:pt>
                      <c:pt idx="4992">
                        <c:v>286.97000000000003</c:v>
                      </c:pt>
                      <c:pt idx="4993">
                        <c:v>285.887</c:v>
                      </c:pt>
                      <c:pt idx="4994">
                        <c:v>285.94099999999997</c:v>
                      </c:pt>
                      <c:pt idx="4995">
                        <c:v>283.51900000000001</c:v>
                      </c:pt>
                      <c:pt idx="4996">
                        <c:v>279.49200000000002</c:v>
                      </c:pt>
                      <c:pt idx="4997">
                        <c:v>278.22300000000001</c:v>
                      </c:pt>
                      <c:pt idx="4998">
                        <c:v>277.13400000000001</c:v>
                      </c:pt>
                      <c:pt idx="4999">
                        <c:v>278.46499999999997</c:v>
                      </c:pt>
                      <c:pt idx="5000">
                        <c:v>274.76</c:v>
                      </c:pt>
                      <c:pt idx="5001">
                        <c:v>270.43700000000001</c:v>
                      </c:pt>
                      <c:pt idx="5002">
                        <c:v>262.37799999999999</c:v>
                      </c:pt>
                      <c:pt idx="5003">
                        <c:v>254.40600000000001</c:v>
                      </c:pt>
                      <c:pt idx="5004">
                        <c:v>253.279</c:v>
                      </c:pt>
                      <c:pt idx="5005">
                        <c:v>250.84100000000001</c:v>
                      </c:pt>
                      <c:pt idx="5006">
                        <c:v>248.15700000000001</c:v>
                      </c:pt>
                      <c:pt idx="5007">
                        <c:v>244.83099999999999</c:v>
                      </c:pt>
                      <c:pt idx="5008">
                        <c:v>239.773</c:v>
                      </c:pt>
                      <c:pt idx="5009">
                        <c:v>237.62799999999999</c:v>
                      </c:pt>
                      <c:pt idx="5010">
                        <c:v>240.876</c:v>
                      </c:pt>
                      <c:pt idx="5011">
                        <c:v>239.51300000000001</c:v>
                      </c:pt>
                      <c:pt idx="5012">
                        <c:v>238.976</c:v>
                      </c:pt>
                      <c:pt idx="5013">
                        <c:v>240.458</c:v>
                      </c:pt>
                      <c:pt idx="5014">
                        <c:v>238.29</c:v>
                      </c:pt>
                      <c:pt idx="5015">
                        <c:v>236.58099999999999</c:v>
                      </c:pt>
                      <c:pt idx="5016">
                        <c:v>236.25299999999999</c:v>
                      </c:pt>
                      <c:pt idx="5017">
                        <c:v>236.45699999999999</c:v>
                      </c:pt>
                      <c:pt idx="5018">
                        <c:v>234.971</c:v>
                      </c:pt>
                      <c:pt idx="5019">
                        <c:v>235.767</c:v>
                      </c:pt>
                      <c:pt idx="5020">
                        <c:v>238.38300000000001</c:v>
                      </c:pt>
                      <c:pt idx="5021">
                        <c:v>236.691</c:v>
                      </c:pt>
                      <c:pt idx="5022">
                        <c:v>236.23099999999999</c:v>
                      </c:pt>
                      <c:pt idx="5023">
                        <c:v>235.70699999999999</c:v>
                      </c:pt>
                      <c:pt idx="5024">
                        <c:v>237.75</c:v>
                      </c:pt>
                      <c:pt idx="5025">
                        <c:v>242.87799999999999</c:v>
                      </c:pt>
                      <c:pt idx="5026">
                        <c:v>245.66300000000001</c:v>
                      </c:pt>
                      <c:pt idx="5027">
                        <c:v>246.864</c:v>
                      </c:pt>
                      <c:pt idx="5028">
                        <c:v>246.16499999999999</c:v>
                      </c:pt>
                      <c:pt idx="5029">
                        <c:v>240.333</c:v>
                      </c:pt>
                      <c:pt idx="5030">
                        <c:v>228.40899999999999</c:v>
                      </c:pt>
                      <c:pt idx="5031">
                        <c:v>224.29499999999999</c:v>
                      </c:pt>
                      <c:pt idx="5032">
                        <c:v>223.625</c:v>
                      </c:pt>
                      <c:pt idx="5033">
                        <c:v>219.92500000000001</c:v>
                      </c:pt>
                      <c:pt idx="5034">
                        <c:v>218.035</c:v>
                      </c:pt>
                      <c:pt idx="5035">
                        <c:v>218.40899999999999</c:v>
                      </c:pt>
                      <c:pt idx="5036">
                        <c:v>216.32300000000001</c:v>
                      </c:pt>
                      <c:pt idx="5037">
                        <c:v>213.04</c:v>
                      </c:pt>
                      <c:pt idx="5038">
                        <c:v>208.53</c:v>
                      </c:pt>
                      <c:pt idx="5039">
                        <c:v>206.03800000000001</c:v>
                      </c:pt>
                      <c:pt idx="5040">
                        <c:v>204.30500000000001</c:v>
                      </c:pt>
                      <c:pt idx="5041">
                        <c:v>201.68899999999999</c:v>
                      </c:pt>
                      <c:pt idx="5042">
                        <c:v>201.03700000000001</c:v>
                      </c:pt>
                      <c:pt idx="5043">
                        <c:v>202.089</c:v>
                      </c:pt>
                      <c:pt idx="5044">
                        <c:v>208.35</c:v>
                      </c:pt>
                      <c:pt idx="5045">
                        <c:v>212.29300000000001</c:v>
                      </c:pt>
                      <c:pt idx="5046">
                        <c:v>208.71199999999999</c:v>
                      </c:pt>
                      <c:pt idx="5047">
                        <c:v>207.07900000000001</c:v>
                      </c:pt>
                      <c:pt idx="5048">
                        <c:v>206.63499999999999</c:v>
                      </c:pt>
                      <c:pt idx="5049">
                        <c:v>208.14</c:v>
                      </c:pt>
                      <c:pt idx="5050">
                        <c:v>206.96299999999999</c:v>
                      </c:pt>
                      <c:pt idx="5051">
                        <c:v>206.37100000000001</c:v>
                      </c:pt>
                      <c:pt idx="5052">
                        <c:v>210.98</c:v>
                      </c:pt>
                      <c:pt idx="5053">
                        <c:v>217.904</c:v>
                      </c:pt>
                      <c:pt idx="5054">
                        <c:v>220.346</c:v>
                      </c:pt>
                      <c:pt idx="5055">
                        <c:v>223.755</c:v>
                      </c:pt>
                      <c:pt idx="5056">
                        <c:v>226.411</c:v>
                      </c:pt>
                      <c:pt idx="5057">
                        <c:v>227.21100000000001</c:v>
                      </c:pt>
                      <c:pt idx="5058">
                        <c:v>226.27199999999999</c:v>
                      </c:pt>
                      <c:pt idx="5059">
                        <c:v>221.08099999999999</c:v>
                      </c:pt>
                      <c:pt idx="5060">
                        <c:v>221.97499999999999</c:v>
                      </c:pt>
                      <c:pt idx="5061">
                        <c:v>220.13300000000001</c:v>
                      </c:pt>
                      <c:pt idx="5062">
                        <c:v>211.12799999999999</c:v>
                      </c:pt>
                      <c:pt idx="5063">
                        <c:v>207.446</c:v>
                      </c:pt>
                      <c:pt idx="5064">
                        <c:v>206.124</c:v>
                      </c:pt>
                      <c:pt idx="5065">
                        <c:v>208.387</c:v>
                      </c:pt>
                      <c:pt idx="5066">
                        <c:v>207.226</c:v>
                      </c:pt>
                      <c:pt idx="5067">
                        <c:v>206.57599999999999</c:v>
                      </c:pt>
                      <c:pt idx="5068">
                        <c:v>210.374</c:v>
                      </c:pt>
                      <c:pt idx="5069">
                        <c:v>213.489</c:v>
                      </c:pt>
                      <c:pt idx="5070">
                        <c:v>214.23400000000001</c:v>
                      </c:pt>
                      <c:pt idx="5071">
                        <c:v>212.66499999999999</c:v>
                      </c:pt>
                      <c:pt idx="5072">
                        <c:v>213.203</c:v>
                      </c:pt>
                      <c:pt idx="5073">
                        <c:v>215.54900000000001</c:v>
                      </c:pt>
                      <c:pt idx="5074">
                        <c:v>211.64099999999999</c:v>
                      </c:pt>
                      <c:pt idx="5075">
                        <c:v>208.095</c:v>
                      </c:pt>
                      <c:pt idx="5076">
                        <c:v>207.19800000000001</c:v>
                      </c:pt>
                      <c:pt idx="5077">
                        <c:v>207.65100000000001</c:v>
                      </c:pt>
                      <c:pt idx="5078">
                        <c:v>205.13300000000001</c:v>
                      </c:pt>
                      <c:pt idx="5079">
                        <c:v>227.298</c:v>
                      </c:pt>
                      <c:pt idx="5080">
                        <c:v>230.75800000000001</c:v>
                      </c:pt>
                      <c:pt idx="5081">
                        <c:v>226.89099999999999</c:v>
                      </c:pt>
                      <c:pt idx="5082">
                        <c:v>225.68700000000001</c:v>
                      </c:pt>
                      <c:pt idx="5083">
                        <c:v>229.51300000000001</c:v>
                      </c:pt>
                      <c:pt idx="5084">
                        <c:v>237.27699999999999</c:v>
                      </c:pt>
                      <c:pt idx="5085">
                        <c:v>238.096</c:v>
                      </c:pt>
                      <c:pt idx="5086">
                        <c:v>241.11699999999999</c:v>
                      </c:pt>
                      <c:pt idx="5087">
                        <c:v>245.20400000000001</c:v>
                      </c:pt>
                      <c:pt idx="5088">
                        <c:v>257.95299999999997</c:v>
                      </c:pt>
                      <c:pt idx="5089">
                        <c:v>260.14800000000002</c:v>
                      </c:pt>
                      <c:pt idx="5090">
                        <c:v>263.78699999999998</c:v>
                      </c:pt>
                      <c:pt idx="5091">
                        <c:v>261.577</c:v>
                      </c:pt>
                      <c:pt idx="5092">
                        <c:v>260.60399999999998</c:v>
                      </c:pt>
                      <c:pt idx="5093">
                        <c:v>251.24700000000001</c:v>
                      </c:pt>
                      <c:pt idx="5094">
                        <c:v>248.505</c:v>
                      </c:pt>
                      <c:pt idx="5095">
                        <c:v>247.86199999999999</c:v>
                      </c:pt>
                      <c:pt idx="5096">
                        <c:v>248.35400000000001</c:v>
                      </c:pt>
                      <c:pt idx="5097">
                        <c:v>240.48500000000001</c:v>
                      </c:pt>
                      <c:pt idx="5098">
                        <c:v>235.33799999999999</c:v>
                      </c:pt>
                      <c:pt idx="5099">
                        <c:v>239.29599999999999</c:v>
                      </c:pt>
                      <c:pt idx="5100">
                        <c:v>242.45699999999999</c:v>
                      </c:pt>
                      <c:pt idx="5101">
                        <c:v>245.101</c:v>
                      </c:pt>
                      <c:pt idx="5102">
                        <c:v>241.935</c:v>
                      </c:pt>
                      <c:pt idx="5103">
                        <c:v>237.56399999999999</c:v>
                      </c:pt>
                      <c:pt idx="5104">
                        <c:v>237.35900000000001</c:v>
                      </c:pt>
                      <c:pt idx="5105">
                        <c:v>239.477</c:v>
                      </c:pt>
                      <c:pt idx="5106">
                        <c:v>238.89099999999999</c:v>
                      </c:pt>
                      <c:pt idx="5107">
                        <c:v>229.48</c:v>
                      </c:pt>
                      <c:pt idx="5108">
                        <c:v>221.92699999999999</c:v>
                      </c:pt>
                      <c:pt idx="5109">
                        <c:v>216.93899999999999</c:v>
                      </c:pt>
                      <c:pt idx="5110">
                        <c:v>207.75</c:v>
                      </c:pt>
                      <c:pt idx="5111">
                        <c:v>199.53800000000001</c:v>
                      </c:pt>
                      <c:pt idx="5112">
                        <c:v>208.40299999999999</c:v>
                      </c:pt>
                      <c:pt idx="5113">
                        <c:v>213.47399999999999</c:v>
                      </c:pt>
                      <c:pt idx="5114">
                        <c:v>216.12100000000001</c:v>
                      </c:pt>
                      <c:pt idx="5115">
                        <c:v>218.387</c:v>
                      </c:pt>
                      <c:pt idx="5116">
                        <c:v>216.26300000000001</c:v>
                      </c:pt>
                      <c:pt idx="5117">
                        <c:v>214.964</c:v>
                      </c:pt>
                      <c:pt idx="5118">
                        <c:v>207.21</c:v>
                      </c:pt>
                      <c:pt idx="5119">
                        <c:v>201.87700000000001</c:v>
                      </c:pt>
                      <c:pt idx="5120">
                        <c:v>204.40199999999999</c:v>
                      </c:pt>
                      <c:pt idx="5121">
                        <c:v>204.82</c:v>
                      </c:pt>
                      <c:pt idx="5122">
                        <c:v>200.56</c:v>
                      </c:pt>
                      <c:pt idx="5123">
                        <c:v>198.471</c:v>
                      </c:pt>
                      <c:pt idx="5124">
                        <c:v>198.65700000000001</c:v>
                      </c:pt>
                      <c:pt idx="5125">
                        <c:v>199.09899999999999</c:v>
                      </c:pt>
                      <c:pt idx="5126">
                        <c:v>197.988</c:v>
                      </c:pt>
                      <c:pt idx="5127">
                        <c:v>197.60900000000001</c:v>
                      </c:pt>
                      <c:pt idx="5128">
                        <c:v>195.99700000000001</c:v>
                      </c:pt>
                      <c:pt idx="5129">
                        <c:v>191.51499999999999</c:v>
                      </c:pt>
                      <c:pt idx="5130">
                        <c:v>189.51499999999999</c:v>
                      </c:pt>
                      <c:pt idx="5131">
                        <c:v>188.946</c:v>
                      </c:pt>
                      <c:pt idx="5132">
                        <c:v>182.66200000000001</c:v>
                      </c:pt>
                      <c:pt idx="5133">
                        <c:v>180.405</c:v>
                      </c:pt>
                      <c:pt idx="5134">
                        <c:v>182.86799999999999</c:v>
                      </c:pt>
                      <c:pt idx="5135">
                        <c:v>182.40899999999999</c:v>
                      </c:pt>
                      <c:pt idx="5136">
                        <c:v>181.22499999999999</c:v>
                      </c:pt>
                      <c:pt idx="5137">
                        <c:v>178.46100000000001</c:v>
                      </c:pt>
                      <c:pt idx="5138">
                        <c:v>176.87200000000001</c:v>
                      </c:pt>
                      <c:pt idx="5139">
                        <c:v>171.44900000000001</c:v>
                      </c:pt>
                      <c:pt idx="5140">
                        <c:v>168.32599999999999</c:v>
                      </c:pt>
                      <c:pt idx="5141">
                        <c:v>168.42</c:v>
                      </c:pt>
                      <c:pt idx="5142">
                        <c:v>166.99799999999999</c:v>
                      </c:pt>
                      <c:pt idx="5143">
                        <c:v>165.655</c:v>
                      </c:pt>
                      <c:pt idx="5144">
                        <c:v>164.386</c:v>
                      </c:pt>
                      <c:pt idx="5145">
                        <c:v>161.762</c:v>
                      </c:pt>
                      <c:pt idx="5146">
                        <c:v>158.322</c:v>
                      </c:pt>
                      <c:pt idx="5147">
                        <c:v>158.19499999999999</c:v>
                      </c:pt>
                      <c:pt idx="5148">
                        <c:v>158.94399999999999</c:v>
                      </c:pt>
                      <c:pt idx="5149">
                        <c:v>158.637</c:v>
                      </c:pt>
                      <c:pt idx="5150">
                        <c:v>158.02199999999999</c:v>
                      </c:pt>
                      <c:pt idx="5151">
                        <c:v>157.08600000000001</c:v>
                      </c:pt>
                      <c:pt idx="5152">
                        <c:v>157.83199999999999</c:v>
                      </c:pt>
                      <c:pt idx="5153">
                        <c:v>164.90199999999999</c:v>
                      </c:pt>
                      <c:pt idx="5154">
                        <c:v>171.39099999999999</c:v>
                      </c:pt>
                      <c:pt idx="5155">
                        <c:v>175.744</c:v>
                      </c:pt>
                      <c:pt idx="5156">
                        <c:v>175.92400000000001</c:v>
                      </c:pt>
                      <c:pt idx="5157">
                        <c:v>177.6</c:v>
                      </c:pt>
                      <c:pt idx="5158">
                        <c:v>179.904</c:v>
                      </c:pt>
                      <c:pt idx="5159">
                        <c:v>175.17599999999999</c:v>
                      </c:pt>
                      <c:pt idx="5160">
                        <c:v>172.28</c:v>
                      </c:pt>
                      <c:pt idx="5161">
                        <c:v>169.38</c:v>
                      </c:pt>
                      <c:pt idx="5162">
                        <c:v>170.33</c:v>
                      </c:pt>
                      <c:pt idx="5163">
                        <c:v>172.999</c:v>
                      </c:pt>
                      <c:pt idx="5164">
                        <c:v>174.511</c:v>
                      </c:pt>
                      <c:pt idx="5165">
                        <c:v>176.208</c:v>
                      </c:pt>
                      <c:pt idx="5166">
                        <c:v>177.84399999999999</c:v>
                      </c:pt>
                      <c:pt idx="5167">
                        <c:v>178.00800000000001</c:v>
                      </c:pt>
                      <c:pt idx="5168">
                        <c:v>179.745</c:v>
                      </c:pt>
                      <c:pt idx="5169">
                        <c:v>180.54400000000001</c:v>
                      </c:pt>
                      <c:pt idx="5170">
                        <c:v>178.81399999999999</c:v>
                      </c:pt>
                      <c:pt idx="5171">
                        <c:v>176.22499999999999</c:v>
                      </c:pt>
                      <c:pt idx="5172">
                        <c:v>173.61500000000001</c:v>
                      </c:pt>
                      <c:pt idx="5173">
                        <c:v>170.316</c:v>
                      </c:pt>
                      <c:pt idx="5174">
                        <c:v>172.62</c:v>
                      </c:pt>
                      <c:pt idx="5175">
                        <c:v>180.59</c:v>
                      </c:pt>
                      <c:pt idx="5176">
                        <c:v>182.34800000000001</c:v>
                      </c:pt>
                      <c:pt idx="5177">
                        <c:v>185.988</c:v>
                      </c:pt>
                      <c:pt idx="5178">
                        <c:v>187.108</c:v>
                      </c:pt>
                      <c:pt idx="5179">
                        <c:v>184.55</c:v>
                      </c:pt>
                      <c:pt idx="5180">
                        <c:v>185.06100000000001</c:v>
                      </c:pt>
                      <c:pt idx="5181">
                        <c:v>185.386</c:v>
                      </c:pt>
                      <c:pt idx="5182">
                        <c:v>185.69800000000001</c:v>
                      </c:pt>
                      <c:pt idx="5183">
                        <c:v>184.97300000000001</c:v>
                      </c:pt>
                      <c:pt idx="5184">
                        <c:v>181.15799999999999</c:v>
                      </c:pt>
                      <c:pt idx="5185">
                        <c:v>175.37200000000001</c:v>
                      </c:pt>
                      <c:pt idx="5186">
                        <c:v>173.744</c:v>
                      </c:pt>
                      <c:pt idx="5187">
                        <c:v>173.21100000000001</c:v>
                      </c:pt>
                      <c:pt idx="5188">
                        <c:v>178.81</c:v>
                      </c:pt>
                      <c:pt idx="5189">
                        <c:v>177.91800000000001</c:v>
                      </c:pt>
                      <c:pt idx="5190">
                        <c:v>170.124</c:v>
                      </c:pt>
                      <c:pt idx="5191">
                        <c:v>163.07900000000001</c:v>
                      </c:pt>
                      <c:pt idx="5192">
                        <c:v>162.72499999999999</c:v>
                      </c:pt>
                      <c:pt idx="5193">
                        <c:v>165.53800000000001</c:v>
                      </c:pt>
                      <c:pt idx="5194">
                        <c:v>165.60400000000001</c:v>
                      </c:pt>
                      <c:pt idx="5195">
                        <c:v>160.95400000000001</c:v>
                      </c:pt>
                      <c:pt idx="5196">
                        <c:v>155.86500000000001</c:v>
                      </c:pt>
                      <c:pt idx="5197">
                        <c:v>155.078</c:v>
                      </c:pt>
                      <c:pt idx="5198">
                        <c:v>158.67699999999999</c:v>
                      </c:pt>
                      <c:pt idx="5199">
                        <c:v>158.94900000000001</c:v>
                      </c:pt>
                      <c:pt idx="5200">
                        <c:v>159.68899999999999</c:v>
                      </c:pt>
                      <c:pt idx="5201">
                        <c:v>162.089</c:v>
                      </c:pt>
                      <c:pt idx="5202">
                        <c:v>161.178</c:v>
                      </c:pt>
                      <c:pt idx="5203">
                        <c:v>158.80199999999999</c:v>
                      </c:pt>
                      <c:pt idx="5204">
                        <c:v>154.65700000000001</c:v>
                      </c:pt>
                      <c:pt idx="5205">
                        <c:v>157.18299999999999</c:v>
                      </c:pt>
                      <c:pt idx="5206">
                        <c:v>159.98699999999999</c:v>
                      </c:pt>
                      <c:pt idx="5207">
                        <c:v>162.85499999999999</c:v>
                      </c:pt>
                      <c:pt idx="5208">
                        <c:v>163.63499999999999</c:v>
                      </c:pt>
                      <c:pt idx="5209">
                        <c:v>180.101</c:v>
                      </c:pt>
                      <c:pt idx="5210">
                        <c:v>173.03399999999999</c:v>
                      </c:pt>
                      <c:pt idx="5211">
                        <c:v>175.55699999999999</c:v>
                      </c:pt>
                      <c:pt idx="5212">
                        <c:v>175.90199999999999</c:v>
                      </c:pt>
                      <c:pt idx="5213">
                        <c:v>174.75700000000001</c:v>
                      </c:pt>
                      <c:pt idx="5214">
                        <c:v>174.65799999999999</c:v>
                      </c:pt>
                      <c:pt idx="5215">
                        <c:v>174.43799999999999</c:v>
                      </c:pt>
                      <c:pt idx="5216">
                        <c:v>174.14699999999999</c:v>
                      </c:pt>
                      <c:pt idx="5217">
                        <c:v>175.05500000000001</c:v>
                      </c:pt>
                      <c:pt idx="5218">
                        <c:v>176.22900000000001</c:v>
                      </c:pt>
                      <c:pt idx="5219">
                        <c:v>176.31200000000001</c:v>
                      </c:pt>
                      <c:pt idx="5220">
                        <c:v>178.2</c:v>
                      </c:pt>
                      <c:pt idx="5221">
                        <c:v>177.94399999999999</c:v>
                      </c:pt>
                      <c:pt idx="5222">
                        <c:v>174.173</c:v>
                      </c:pt>
                      <c:pt idx="5223">
                        <c:v>168.80099999999999</c:v>
                      </c:pt>
                      <c:pt idx="5224">
                        <c:v>173.36699999999999</c:v>
                      </c:pt>
                      <c:pt idx="5225">
                        <c:v>177.43199999999999</c:v>
                      </c:pt>
                      <c:pt idx="5226">
                        <c:v>183.202</c:v>
                      </c:pt>
                      <c:pt idx="5227">
                        <c:v>190.94900000000001</c:v>
                      </c:pt>
                      <c:pt idx="5228">
                        <c:v>196.36199999999999</c:v>
                      </c:pt>
                      <c:pt idx="5229">
                        <c:v>197.18199999999999</c:v>
                      </c:pt>
                      <c:pt idx="5230">
                        <c:v>196.684</c:v>
                      </c:pt>
                      <c:pt idx="5231">
                        <c:v>197.95</c:v>
                      </c:pt>
                      <c:pt idx="5232">
                        <c:v>195.64699999999999</c:v>
                      </c:pt>
                      <c:pt idx="5233">
                        <c:v>190.006</c:v>
                      </c:pt>
                      <c:pt idx="5234">
                        <c:v>189.09</c:v>
                      </c:pt>
                      <c:pt idx="5235">
                        <c:v>191.22200000000001</c:v>
                      </c:pt>
                      <c:pt idx="5236">
                        <c:v>190.571</c:v>
                      </c:pt>
                      <c:pt idx="5237">
                        <c:v>187.345</c:v>
                      </c:pt>
                      <c:pt idx="5238">
                        <c:v>190.935</c:v>
                      </c:pt>
                      <c:pt idx="5239">
                        <c:v>193.17500000000001</c:v>
                      </c:pt>
                      <c:pt idx="5240">
                        <c:v>190.49799999999999</c:v>
                      </c:pt>
                      <c:pt idx="5241">
                        <c:v>183.96700000000001</c:v>
                      </c:pt>
                      <c:pt idx="5242">
                        <c:v>177.429</c:v>
                      </c:pt>
                      <c:pt idx="5243">
                        <c:v>175.446</c:v>
                      </c:pt>
                      <c:pt idx="5244">
                        <c:v>177.446</c:v>
                      </c:pt>
                      <c:pt idx="5245">
                        <c:v>177.25899999999999</c:v>
                      </c:pt>
                      <c:pt idx="5246">
                        <c:v>175.76</c:v>
                      </c:pt>
                      <c:pt idx="5247">
                        <c:v>175.2</c:v>
                      </c:pt>
                      <c:pt idx="5248">
                        <c:v>176.26499999999999</c:v>
                      </c:pt>
                      <c:pt idx="5249">
                        <c:v>170.81100000000001</c:v>
                      </c:pt>
                      <c:pt idx="5250">
                        <c:v>171.36799999999999</c:v>
                      </c:pt>
                      <c:pt idx="5251">
                        <c:v>174.82400000000001</c:v>
                      </c:pt>
                      <c:pt idx="5252">
                        <c:v>174.292</c:v>
                      </c:pt>
                      <c:pt idx="5253">
                        <c:v>174.9</c:v>
                      </c:pt>
                      <c:pt idx="5254">
                        <c:v>177.613</c:v>
                      </c:pt>
                      <c:pt idx="5255">
                        <c:v>186.286</c:v>
                      </c:pt>
                      <c:pt idx="5256">
                        <c:v>192.422</c:v>
                      </c:pt>
                      <c:pt idx="5257">
                        <c:v>193.785</c:v>
                      </c:pt>
                      <c:pt idx="5258">
                        <c:v>193.91800000000001</c:v>
                      </c:pt>
                      <c:pt idx="5259">
                        <c:v>194.678</c:v>
                      </c:pt>
                      <c:pt idx="5260">
                        <c:v>193.50399999999999</c:v>
                      </c:pt>
                      <c:pt idx="5261">
                        <c:v>192.32400000000001</c:v>
                      </c:pt>
                      <c:pt idx="5262">
                        <c:v>190.31200000000001</c:v>
                      </c:pt>
                      <c:pt idx="5263">
                        <c:v>190.93</c:v>
                      </c:pt>
                      <c:pt idx="5264">
                        <c:v>189.65100000000001</c:v>
                      </c:pt>
                      <c:pt idx="5265">
                        <c:v>190.994</c:v>
                      </c:pt>
                      <c:pt idx="5266">
                        <c:v>187.05799999999999</c:v>
                      </c:pt>
                      <c:pt idx="5267">
                        <c:v>184.81899999999999</c:v>
                      </c:pt>
                      <c:pt idx="5268">
                        <c:v>185.011</c:v>
                      </c:pt>
                      <c:pt idx="5269">
                        <c:v>185.417</c:v>
                      </c:pt>
                      <c:pt idx="5270">
                        <c:v>191.19900000000001</c:v>
                      </c:pt>
                      <c:pt idx="5271">
                        <c:v>196.06200000000001</c:v>
                      </c:pt>
                      <c:pt idx="5272">
                        <c:v>200.316</c:v>
                      </c:pt>
                      <c:pt idx="5273">
                        <c:v>198.48699999999999</c:v>
                      </c:pt>
                      <c:pt idx="5274">
                        <c:v>197.42500000000001</c:v>
                      </c:pt>
                      <c:pt idx="5275">
                        <c:v>200.90700000000001</c:v>
                      </c:pt>
                      <c:pt idx="5276">
                        <c:v>204.34399999999999</c:v>
                      </c:pt>
                      <c:pt idx="5277">
                        <c:v>200.822</c:v>
                      </c:pt>
                      <c:pt idx="5278">
                        <c:v>196.386</c:v>
                      </c:pt>
                      <c:pt idx="5279">
                        <c:v>197.43100000000001</c:v>
                      </c:pt>
                      <c:pt idx="5280">
                        <c:v>197.89699999999999</c:v>
                      </c:pt>
                      <c:pt idx="5281">
                        <c:v>197.17500000000001</c:v>
                      </c:pt>
                      <c:pt idx="5282">
                        <c:v>196.68</c:v>
                      </c:pt>
                      <c:pt idx="5283">
                        <c:v>194.86699999999999</c:v>
                      </c:pt>
                      <c:pt idx="5284">
                        <c:v>189.518</c:v>
                      </c:pt>
                      <c:pt idx="5285">
                        <c:v>188.21199999999999</c:v>
                      </c:pt>
                      <c:pt idx="5286">
                        <c:v>184.875</c:v>
                      </c:pt>
                      <c:pt idx="5287">
                        <c:v>182.01900000000001</c:v>
                      </c:pt>
                      <c:pt idx="5288">
                        <c:v>182.34800000000001</c:v>
                      </c:pt>
                      <c:pt idx="5289">
                        <c:v>178.55199999999999</c:v>
                      </c:pt>
                      <c:pt idx="5290">
                        <c:v>178.44200000000001</c:v>
                      </c:pt>
                      <c:pt idx="5291">
                        <c:v>176.42500000000001</c:v>
                      </c:pt>
                      <c:pt idx="5292">
                        <c:v>176.81399999999999</c:v>
                      </c:pt>
                      <c:pt idx="5293">
                        <c:v>177.267</c:v>
                      </c:pt>
                      <c:pt idx="5294">
                        <c:v>180.18100000000001</c:v>
                      </c:pt>
                      <c:pt idx="5295">
                        <c:v>185.41300000000001</c:v>
                      </c:pt>
                      <c:pt idx="5296">
                        <c:v>188.161</c:v>
                      </c:pt>
                      <c:pt idx="5297">
                        <c:v>185.738</c:v>
                      </c:pt>
                      <c:pt idx="5298">
                        <c:v>184.56399999999999</c:v>
                      </c:pt>
                      <c:pt idx="5299">
                        <c:v>189.91</c:v>
                      </c:pt>
                      <c:pt idx="5300">
                        <c:v>189.387</c:v>
                      </c:pt>
                      <c:pt idx="5301">
                        <c:v>186.30199999999999</c:v>
                      </c:pt>
                      <c:pt idx="5302">
                        <c:v>186.477</c:v>
                      </c:pt>
                      <c:pt idx="5303">
                        <c:v>188.36600000000001</c:v>
                      </c:pt>
                      <c:pt idx="5304">
                        <c:v>187.958</c:v>
                      </c:pt>
                      <c:pt idx="5305">
                        <c:v>191.33099999999999</c:v>
                      </c:pt>
                      <c:pt idx="5306">
                        <c:v>200.595</c:v>
                      </c:pt>
                      <c:pt idx="5307">
                        <c:v>208.11600000000001</c:v>
                      </c:pt>
                      <c:pt idx="5308">
                        <c:v>210.76400000000001</c:v>
                      </c:pt>
                      <c:pt idx="5309">
                        <c:v>209.464</c:v>
                      </c:pt>
                      <c:pt idx="5310">
                        <c:v>203.91800000000001</c:v>
                      </c:pt>
                      <c:pt idx="5311">
                        <c:v>201.61500000000001</c:v>
                      </c:pt>
                      <c:pt idx="5312">
                        <c:v>201.542</c:v>
                      </c:pt>
                      <c:pt idx="5313">
                        <c:v>198.107</c:v>
                      </c:pt>
                      <c:pt idx="5314">
                        <c:v>195.43</c:v>
                      </c:pt>
                      <c:pt idx="5315">
                        <c:v>189.59</c:v>
                      </c:pt>
                      <c:pt idx="5316">
                        <c:v>184.84</c:v>
                      </c:pt>
                      <c:pt idx="5317">
                        <c:v>175.416</c:v>
                      </c:pt>
                      <c:pt idx="5318">
                        <c:v>176.17599999999999</c:v>
                      </c:pt>
                      <c:pt idx="5319">
                        <c:v>174.95400000000001</c:v>
                      </c:pt>
                      <c:pt idx="5320">
                        <c:v>175.61799999999999</c:v>
                      </c:pt>
                      <c:pt idx="5321">
                        <c:v>172.71199999999999</c:v>
                      </c:pt>
                      <c:pt idx="5322">
                        <c:v>171.911</c:v>
                      </c:pt>
                      <c:pt idx="5323">
                        <c:v>172.828</c:v>
                      </c:pt>
                      <c:pt idx="5324">
                        <c:v>175.839</c:v>
                      </c:pt>
                      <c:pt idx="5325">
                        <c:v>178.297</c:v>
                      </c:pt>
                      <c:pt idx="5326">
                        <c:v>180.702</c:v>
                      </c:pt>
                      <c:pt idx="5327">
                        <c:v>181.804</c:v>
                      </c:pt>
                      <c:pt idx="5328">
                        <c:v>186.27500000000001</c:v>
                      </c:pt>
                      <c:pt idx="5329">
                        <c:v>190.75800000000001</c:v>
                      </c:pt>
                      <c:pt idx="5330">
                        <c:v>192.476</c:v>
                      </c:pt>
                      <c:pt idx="5331">
                        <c:v>193.72499999999999</c:v>
                      </c:pt>
                      <c:pt idx="5332">
                        <c:v>192.125</c:v>
                      </c:pt>
                      <c:pt idx="5333">
                        <c:v>195.26900000000001</c:v>
                      </c:pt>
                      <c:pt idx="5334">
                        <c:v>194.21</c:v>
                      </c:pt>
                      <c:pt idx="5335">
                        <c:v>192.66200000000001</c:v>
                      </c:pt>
                      <c:pt idx="5336">
                        <c:v>192.84899999999999</c:v>
                      </c:pt>
                      <c:pt idx="5337">
                        <c:v>191.398</c:v>
                      </c:pt>
                      <c:pt idx="5338">
                        <c:v>188.80199999999999</c:v>
                      </c:pt>
                      <c:pt idx="5339">
                        <c:v>185.89699999999999</c:v>
                      </c:pt>
                      <c:pt idx="5340">
                        <c:v>178.167</c:v>
                      </c:pt>
                      <c:pt idx="5341">
                        <c:v>197.012</c:v>
                      </c:pt>
                      <c:pt idx="5342">
                        <c:v>199.11799999999999</c:v>
                      </c:pt>
                      <c:pt idx="5343">
                        <c:v>197.041</c:v>
                      </c:pt>
                      <c:pt idx="5344">
                        <c:v>200.95699999999999</c:v>
                      </c:pt>
                      <c:pt idx="5345">
                        <c:v>199.97900000000001</c:v>
                      </c:pt>
                      <c:pt idx="5346">
                        <c:v>201.02099999999999</c:v>
                      </c:pt>
                      <c:pt idx="5347">
                        <c:v>200.791</c:v>
                      </c:pt>
                      <c:pt idx="5348">
                        <c:v>200.09</c:v>
                      </c:pt>
                      <c:pt idx="5349">
                        <c:v>196.94499999999999</c:v>
                      </c:pt>
                      <c:pt idx="5350">
                        <c:v>193.13</c:v>
                      </c:pt>
                      <c:pt idx="5351">
                        <c:v>189.739</c:v>
                      </c:pt>
                      <c:pt idx="5352">
                        <c:v>189.619</c:v>
                      </c:pt>
                      <c:pt idx="5353">
                        <c:v>187.69200000000001</c:v>
                      </c:pt>
                      <c:pt idx="5354">
                        <c:v>190.71199999999999</c:v>
                      </c:pt>
                      <c:pt idx="5355">
                        <c:v>193.11</c:v>
                      </c:pt>
                      <c:pt idx="5356">
                        <c:v>189.535</c:v>
                      </c:pt>
                      <c:pt idx="5357">
                        <c:v>191.16200000000001</c:v>
                      </c:pt>
                      <c:pt idx="5358">
                        <c:v>189.499</c:v>
                      </c:pt>
                      <c:pt idx="5359">
                        <c:v>188.88499999999999</c:v>
                      </c:pt>
                      <c:pt idx="5360">
                        <c:v>189.947</c:v>
                      </c:pt>
                      <c:pt idx="5361">
                        <c:v>189.75</c:v>
                      </c:pt>
                      <c:pt idx="5362">
                        <c:v>190.58600000000001</c:v>
                      </c:pt>
                      <c:pt idx="5363">
                        <c:v>192.95599999999999</c:v>
                      </c:pt>
                      <c:pt idx="5364">
                        <c:v>196.72200000000001</c:v>
                      </c:pt>
                      <c:pt idx="5365">
                        <c:v>197.71299999999999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3-C1B3-4C79-A6CD-8AA4F54CE65E}"/>
                  </c:ext>
                </c:extLst>
              </c15:ser>
            </c15:filteredLineSeries>
            <c15:filteredLineSeries>
              <c15:ser>
                <c:idx val="3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Hoja2!$F$2</c15:sqref>
                        </c15:formulaRef>
                      </c:ext>
                    </c:extLst>
                    <c:strCache>
                      <c:ptCount val="1"/>
                      <c:pt idx="0">
                        <c:v>CDS 10 años %</c:v>
                      </c:pt>
                    </c:strCache>
                  </c:strRef>
                </c:tx>
                <c:spPr>
                  <a:ln w="22225" cap="rnd">
                    <a:solidFill>
                      <a:srgbClr val="00B050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Hoja2!$B$316:$B$5735</c15:sqref>
                        </c15:formulaRef>
                      </c:ext>
                    </c:extLst>
                    <c:numCache>
                      <c:formatCode>m/d/yyyy</c:formatCode>
                      <c:ptCount val="5420"/>
                      <c:pt idx="0">
                        <c:v>38070</c:v>
                      </c:pt>
                      <c:pt idx="1">
                        <c:v>38071</c:v>
                      </c:pt>
                      <c:pt idx="2">
                        <c:v>38072</c:v>
                      </c:pt>
                      <c:pt idx="3">
                        <c:v>38075</c:v>
                      </c:pt>
                      <c:pt idx="4">
                        <c:v>38076</c:v>
                      </c:pt>
                      <c:pt idx="5">
                        <c:v>38077</c:v>
                      </c:pt>
                      <c:pt idx="6">
                        <c:v>38078</c:v>
                      </c:pt>
                      <c:pt idx="7">
                        <c:v>38079</c:v>
                      </c:pt>
                      <c:pt idx="8">
                        <c:v>38082</c:v>
                      </c:pt>
                      <c:pt idx="9">
                        <c:v>38083</c:v>
                      </c:pt>
                      <c:pt idx="10">
                        <c:v>38084</c:v>
                      </c:pt>
                      <c:pt idx="11">
                        <c:v>38085</c:v>
                      </c:pt>
                      <c:pt idx="12">
                        <c:v>38089</c:v>
                      </c:pt>
                      <c:pt idx="13">
                        <c:v>38090</c:v>
                      </c:pt>
                      <c:pt idx="14">
                        <c:v>38091</c:v>
                      </c:pt>
                      <c:pt idx="15">
                        <c:v>38092</c:v>
                      </c:pt>
                      <c:pt idx="16">
                        <c:v>38093</c:v>
                      </c:pt>
                      <c:pt idx="17">
                        <c:v>38096</c:v>
                      </c:pt>
                      <c:pt idx="18">
                        <c:v>38097</c:v>
                      </c:pt>
                      <c:pt idx="19">
                        <c:v>38098</c:v>
                      </c:pt>
                      <c:pt idx="20">
                        <c:v>38099</c:v>
                      </c:pt>
                      <c:pt idx="21">
                        <c:v>38100</c:v>
                      </c:pt>
                      <c:pt idx="22">
                        <c:v>38103</c:v>
                      </c:pt>
                      <c:pt idx="23">
                        <c:v>38104</c:v>
                      </c:pt>
                      <c:pt idx="24">
                        <c:v>38105</c:v>
                      </c:pt>
                      <c:pt idx="25">
                        <c:v>38106</c:v>
                      </c:pt>
                      <c:pt idx="26">
                        <c:v>38107</c:v>
                      </c:pt>
                      <c:pt idx="27">
                        <c:v>38110</c:v>
                      </c:pt>
                      <c:pt idx="28">
                        <c:v>38111</c:v>
                      </c:pt>
                      <c:pt idx="29">
                        <c:v>38112</c:v>
                      </c:pt>
                      <c:pt idx="30">
                        <c:v>38113</c:v>
                      </c:pt>
                      <c:pt idx="31">
                        <c:v>38114</c:v>
                      </c:pt>
                      <c:pt idx="32">
                        <c:v>38117</c:v>
                      </c:pt>
                      <c:pt idx="33">
                        <c:v>38118</c:v>
                      </c:pt>
                      <c:pt idx="34">
                        <c:v>38119</c:v>
                      </c:pt>
                      <c:pt idx="35">
                        <c:v>38120</c:v>
                      </c:pt>
                      <c:pt idx="36">
                        <c:v>38121</c:v>
                      </c:pt>
                      <c:pt idx="37">
                        <c:v>38124</c:v>
                      </c:pt>
                      <c:pt idx="38">
                        <c:v>38125</c:v>
                      </c:pt>
                      <c:pt idx="39">
                        <c:v>38126</c:v>
                      </c:pt>
                      <c:pt idx="40">
                        <c:v>38127</c:v>
                      </c:pt>
                      <c:pt idx="41">
                        <c:v>38128</c:v>
                      </c:pt>
                      <c:pt idx="42">
                        <c:v>38131</c:v>
                      </c:pt>
                      <c:pt idx="43">
                        <c:v>38132</c:v>
                      </c:pt>
                      <c:pt idx="44">
                        <c:v>38133</c:v>
                      </c:pt>
                      <c:pt idx="45">
                        <c:v>38134</c:v>
                      </c:pt>
                      <c:pt idx="46">
                        <c:v>38135</c:v>
                      </c:pt>
                      <c:pt idx="47">
                        <c:v>38138</c:v>
                      </c:pt>
                      <c:pt idx="48">
                        <c:v>38139</c:v>
                      </c:pt>
                      <c:pt idx="49">
                        <c:v>38140</c:v>
                      </c:pt>
                      <c:pt idx="50">
                        <c:v>38141</c:v>
                      </c:pt>
                      <c:pt idx="51">
                        <c:v>38142</c:v>
                      </c:pt>
                      <c:pt idx="52">
                        <c:v>38145</c:v>
                      </c:pt>
                      <c:pt idx="53">
                        <c:v>38146</c:v>
                      </c:pt>
                      <c:pt idx="54">
                        <c:v>38147</c:v>
                      </c:pt>
                      <c:pt idx="55">
                        <c:v>38148</c:v>
                      </c:pt>
                      <c:pt idx="56">
                        <c:v>38149</c:v>
                      </c:pt>
                      <c:pt idx="57">
                        <c:v>38152</c:v>
                      </c:pt>
                      <c:pt idx="58">
                        <c:v>38153</c:v>
                      </c:pt>
                      <c:pt idx="59">
                        <c:v>38154</c:v>
                      </c:pt>
                      <c:pt idx="60">
                        <c:v>38155</c:v>
                      </c:pt>
                      <c:pt idx="61">
                        <c:v>38156</c:v>
                      </c:pt>
                      <c:pt idx="62">
                        <c:v>38159</c:v>
                      </c:pt>
                      <c:pt idx="63">
                        <c:v>38160</c:v>
                      </c:pt>
                      <c:pt idx="64">
                        <c:v>38161</c:v>
                      </c:pt>
                      <c:pt idx="65">
                        <c:v>38162</c:v>
                      </c:pt>
                      <c:pt idx="66">
                        <c:v>38163</c:v>
                      </c:pt>
                      <c:pt idx="67">
                        <c:v>38166</c:v>
                      </c:pt>
                      <c:pt idx="68">
                        <c:v>38167</c:v>
                      </c:pt>
                      <c:pt idx="69">
                        <c:v>38168</c:v>
                      </c:pt>
                      <c:pt idx="70">
                        <c:v>38169</c:v>
                      </c:pt>
                      <c:pt idx="71">
                        <c:v>38170</c:v>
                      </c:pt>
                      <c:pt idx="72">
                        <c:v>38174</c:v>
                      </c:pt>
                      <c:pt idx="73">
                        <c:v>38175</c:v>
                      </c:pt>
                      <c:pt idx="74">
                        <c:v>38176</c:v>
                      </c:pt>
                      <c:pt idx="75">
                        <c:v>38177</c:v>
                      </c:pt>
                      <c:pt idx="76">
                        <c:v>38180</c:v>
                      </c:pt>
                      <c:pt idx="77">
                        <c:v>38181</c:v>
                      </c:pt>
                      <c:pt idx="78">
                        <c:v>38182</c:v>
                      </c:pt>
                      <c:pt idx="79">
                        <c:v>38183</c:v>
                      </c:pt>
                      <c:pt idx="80">
                        <c:v>38184</c:v>
                      </c:pt>
                      <c:pt idx="81">
                        <c:v>38187</c:v>
                      </c:pt>
                      <c:pt idx="82">
                        <c:v>38188</c:v>
                      </c:pt>
                      <c:pt idx="83">
                        <c:v>38189</c:v>
                      </c:pt>
                      <c:pt idx="84">
                        <c:v>38190</c:v>
                      </c:pt>
                      <c:pt idx="85">
                        <c:v>38191</c:v>
                      </c:pt>
                      <c:pt idx="86">
                        <c:v>38194</c:v>
                      </c:pt>
                      <c:pt idx="87">
                        <c:v>38195</c:v>
                      </c:pt>
                      <c:pt idx="88">
                        <c:v>38196</c:v>
                      </c:pt>
                      <c:pt idx="89">
                        <c:v>38197</c:v>
                      </c:pt>
                      <c:pt idx="90">
                        <c:v>38198</c:v>
                      </c:pt>
                      <c:pt idx="91">
                        <c:v>38201</c:v>
                      </c:pt>
                      <c:pt idx="92">
                        <c:v>38202</c:v>
                      </c:pt>
                      <c:pt idx="93">
                        <c:v>38203</c:v>
                      </c:pt>
                      <c:pt idx="94">
                        <c:v>38204</c:v>
                      </c:pt>
                      <c:pt idx="95">
                        <c:v>38205</c:v>
                      </c:pt>
                      <c:pt idx="96">
                        <c:v>38208</c:v>
                      </c:pt>
                      <c:pt idx="97">
                        <c:v>38209</c:v>
                      </c:pt>
                      <c:pt idx="98">
                        <c:v>38210</c:v>
                      </c:pt>
                      <c:pt idx="99">
                        <c:v>38211</c:v>
                      </c:pt>
                      <c:pt idx="100">
                        <c:v>38212</c:v>
                      </c:pt>
                      <c:pt idx="101">
                        <c:v>38215</c:v>
                      </c:pt>
                      <c:pt idx="102">
                        <c:v>38216</c:v>
                      </c:pt>
                      <c:pt idx="103">
                        <c:v>38217</c:v>
                      </c:pt>
                      <c:pt idx="104">
                        <c:v>38218</c:v>
                      </c:pt>
                      <c:pt idx="105">
                        <c:v>38219</c:v>
                      </c:pt>
                      <c:pt idx="106">
                        <c:v>38222</c:v>
                      </c:pt>
                      <c:pt idx="107">
                        <c:v>38223</c:v>
                      </c:pt>
                      <c:pt idx="108">
                        <c:v>38224</c:v>
                      </c:pt>
                      <c:pt idx="109">
                        <c:v>38225</c:v>
                      </c:pt>
                      <c:pt idx="110">
                        <c:v>38226</c:v>
                      </c:pt>
                      <c:pt idx="111">
                        <c:v>38229</c:v>
                      </c:pt>
                      <c:pt idx="112">
                        <c:v>38230</c:v>
                      </c:pt>
                      <c:pt idx="113">
                        <c:v>38231</c:v>
                      </c:pt>
                      <c:pt idx="114">
                        <c:v>38232</c:v>
                      </c:pt>
                      <c:pt idx="115">
                        <c:v>38233</c:v>
                      </c:pt>
                      <c:pt idx="116">
                        <c:v>38236</c:v>
                      </c:pt>
                      <c:pt idx="117">
                        <c:v>38237</c:v>
                      </c:pt>
                      <c:pt idx="118">
                        <c:v>38238</c:v>
                      </c:pt>
                      <c:pt idx="119">
                        <c:v>38239</c:v>
                      </c:pt>
                      <c:pt idx="120">
                        <c:v>38240</c:v>
                      </c:pt>
                      <c:pt idx="121">
                        <c:v>38243</c:v>
                      </c:pt>
                      <c:pt idx="122">
                        <c:v>38244</c:v>
                      </c:pt>
                      <c:pt idx="123">
                        <c:v>38245</c:v>
                      </c:pt>
                      <c:pt idx="124">
                        <c:v>38246</c:v>
                      </c:pt>
                      <c:pt idx="125">
                        <c:v>38247</c:v>
                      </c:pt>
                      <c:pt idx="126">
                        <c:v>38250</c:v>
                      </c:pt>
                      <c:pt idx="127">
                        <c:v>38251</c:v>
                      </c:pt>
                      <c:pt idx="128">
                        <c:v>38252</c:v>
                      </c:pt>
                      <c:pt idx="129">
                        <c:v>38253</c:v>
                      </c:pt>
                      <c:pt idx="130">
                        <c:v>38254</c:v>
                      </c:pt>
                      <c:pt idx="131">
                        <c:v>38257</c:v>
                      </c:pt>
                      <c:pt idx="132">
                        <c:v>38258</c:v>
                      </c:pt>
                      <c:pt idx="133">
                        <c:v>38259</c:v>
                      </c:pt>
                      <c:pt idx="134">
                        <c:v>38260</c:v>
                      </c:pt>
                      <c:pt idx="135">
                        <c:v>38261</c:v>
                      </c:pt>
                      <c:pt idx="136">
                        <c:v>38264</c:v>
                      </c:pt>
                      <c:pt idx="137">
                        <c:v>38265</c:v>
                      </c:pt>
                      <c:pt idx="138">
                        <c:v>38266</c:v>
                      </c:pt>
                      <c:pt idx="139">
                        <c:v>38267</c:v>
                      </c:pt>
                      <c:pt idx="140">
                        <c:v>38268</c:v>
                      </c:pt>
                      <c:pt idx="141">
                        <c:v>38271</c:v>
                      </c:pt>
                      <c:pt idx="142">
                        <c:v>38272</c:v>
                      </c:pt>
                      <c:pt idx="143">
                        <c:v>38273</c:v>
                      </c:pt>
                      <c:pt idx="144">
                        <c:v>38274</c:v>
                      </c:pt>
                      <c:pt idx="145">
                        <c:v>38275</c:v>
                      </c:pt>
                      <c:pt idx="146">
                        <c:v>38278</c:v>
                      </c:pt>
                      <c:pt idx="147">
                        <c:v>38279</c:v>
                      </c:pt>
                      <c:pt idx="148">
                        <c:v>38280</c:v>
                      </c:pt>
                      <c:pt idx="149">
                        <c:v>38281</c:v>
                      </c:pt>
                      <c:pt idx="150">
                        <c:v>38282</c:v>
                      </c:pt>
                      <c:pt idx="151">
                        <c:v>38285</c:v>
                      </c:pt>
                      <c:pt idx="152">
                        <c:v>38286</c:v>
                      </c:pt>
                      <c:pt idx="153">
                        <c:v>38287</c:v>
                      </c:pt>
                      <c:pt idx="154">
                        <c:v>38288</c:v>
                      </c:pt>
                      <c:pt idx="155">
                        <c:v>38289</c:v>
                      </c:pt>
                      <c:pt idx="156">
                        <c:v>38292</c:v>
                      </c:pt>
                      <c:pt idx="157">
                        <c:v>38293</c:v>
                      </c:pt>
                      <c:pt idx="158">
                        <c:v>38294</c:v>
                      </c:pt>
                      <c:pt idx="159">
                        <c:v>38295</c:v>
                      </c:pt>
                      <c:pt idx="160">
                        <c:v>38296</c:v>
                      </c:pt>
                      <c:pt idx="161">
                        <c:v>38299</c:v>
                      </c:pt>
                      <c:pt idx="162">
                        <c:v>38300</c:v>
                      </c:pt>
                      <c:pt idx="163">
                        <c:v>38301</c:v>
                      </c:pt>
                      <c:pt idx="164">
                        <c:v>38302</c:v>
                      </c:pt>
                      <c:pt idx="165">
                        <c:v>38303</c:v>
                      </c:pt>
                      <c:pt idx="166">
                        <c:v>38306</c:v>
                      </c:pt>
                      <c:pt idx="167">
                        <c:v>38307</c:v>
                      </c:pt>
                      <c:pt idx="168">
                        <c:v>38308</c:v>
                      </c:pt>
                      <c:pt idx="169">
                        <c:v>38309</c:v>
                      </c:pt>
                      <c:pt idx="170">
                        <c:v>38310</c:v>
                      </c:pt>
                      <c:pt idx="171">
                        <c:v>38313</c:v>
                      </c:pt>
                      <c:pt idx="172">
                        <c:v>38314</c:v>
                      </c:pt>
                      <c:pt idx="173">
                        <c:v>38315</c:v>
                      </c:pt>
                      <c:pt idx="174">
                        <c:v>38316</c:v>
                      </c:pt>
                      <c:pt idx="175">
                        <c:v>38317</c:v>
                      </c:pt>
                      <c:pt idx="176">
                        <c:v>38320</c:v>
                      </c:pt>
                      <c:pt idx="177">
                        <c:v>38321</c:v>
                      </c:pt>
                      <c:pt idx="178">
                        <c:v>38322</c:v>
                      </c:pt>
                      <c:pt idx="179">
                        <c:v>38323</c:v>
                      </c:pt>
                      <c:pt idx="180">
                        <c:v>38324</c:v>
                      </c:pt>
                      <c:pt idx="181">
                        <c:v>38327</c:v>
                      </c:pt>
                      <c:pt idx="182">
                        <c:v>38328</c:v>
                      </c:pt>
                      <c:pt idx="183">
                        <c:v>38329</c:v>
                      </c:pt>
                      <c:pt idx="184">
                        <c:v>38330</c:v>
                      </c:pt>
                      <c:pt idx="185">
                        <c:v>38331</c:v>
                      </c:pt>
                      <c:pt idx="186">
                        <c:v>38334</c:v>
                      </c:pt>
                      <c:pt idx="187">
                        <c:v>38335</c:v>
                      </c:pt>
                      <c:pt idx="188">
                        <c:v>38336</c:v>
                      </c:pt>
                      <c:pt idx="189">
                        <c:v>38337</c:v>
                      </c:pt>
                      <c:pt idx="190">
                        <c:v>38338</c:v>
                      </c:pt>
                      <c:pt idx="191">
                        <c:v>38341</c:v>
                      </c:pt>
                      <c:pt idx="192">
                        <c:v>38342</c:v>
                      </c:pt>
                      <c:pt idx="193">
                        <c:v>38343</c:v>
                      </c:pt>
                      <c:pt idx="194">
                        <c:v>38344</c:v>
                      </c:pt>
                      <c:pt idx="195">
                        <c:v>38345</c:v>
                      </c:pt>
                      <c:pt idx="196">
                        <c:v>38348</c:v>
                      </c:pt>
                      <c:pt idx="197">
                        <c:v>38349</c:v>
                      </c:pt>
                      <c:pt idx="198">
                        <c:v>38350</c:v>
                      </c:pt>
                      <c:pt idx="199">
                        <c:v>38351</c:v>
                      </c:pt>
                      <c:pt idx="200">
                        <c:v>38352</c:v>
                      </c:pt>
                      <c:pt idx="201">
                        <c:v>38355</c:v>
                      </c:pt>
                      <c:pt idx="202">
                        <c:v>38356</c:v>
                      </c:pt>
                      <c:pt idx="203">
                        <c:v>38357</c:v>
                      </c:pt>
                      <c:pt idx="204">
                        <c:v>38358</c:v>
                      </c:pt>
                      <c:pt idx="205">
                        <c:v>38359</c:v>
                      </c:pt>
                      <c:pt idx="206">
                        <c:v>38362</c:v>
                      </c:pt>
                      <c:pt idx="207">
                        <c:v>38363</c:v>
                      </c:pt>
                      <c:pt idx="208">
                        <c:v>38364</c:v>
                      </c:pt>
                      <c:pt idx="209">
                        <c:v>38365</c:v>
                      </c:pt>
                      <c:pt idx="210">
                        <c:v>38366</c:v>
                      </c:pt>
                      <c:pt idx="211">
                        <c:v>38369</c:v>
                      </c:pt>
                      <c:pt idx="212">
                        <c:v>38370</c:v>
                      </c:pt>
                      <c:pt idx="213">
                        <c:v>38371</c:v>
                      </c:pt>
                      <c:pt idx="214">
                        <c:v>38372</c:v>
                      </c:pt>
                      <c:pt idx="215">
                        <c:v>38373</c:v>
                      </c:pt>
                      <c:pt idx="216">
                        <c:v>38376</c:v>
                      </c:pt>
                      <c:pt idx="217">
                        <c:v>38377</c:v>
                      </c:pt>
                      <c:pt idx="218">
                        <c:v>38378</c:v>
                      </c:pt>
                      <c:pt idx="219">
                        <c:v>38379</c:v>
                      </c:pt>
                      <c:pt idx="220">
                        <c:v>38380</c:v>
                      </c:pt>
                      <c:pt idx="221">
                        <c:v>38383</c:v>
                      </c:pt>
                      <c:pt idx="222">
                        <c:v>38384</c:v>
                      </c:pt>
                      <c:pt idx="223">
                        <c:v>38385</c:v>
                      </c:pt>
                      <c:pt idx="224">
                        <c:v>38386</c:v>
                      </c:pt>
                      <c:pt idx="225">
                        <c:v>38387</c:v>
                      </c:pt>
                      <c:pt idx="226">
                        <c:v>38390</c:v>
                      </c:pt>
                      <c:pt idx="227">
                        <c:v>38391</c:v>
                      </c:pt>
                      <c:pt idx="228">
                        <c:v>38392</c:v>
                      </c:pt>
                      <c:pt idx="229">
                        <c:v>38393</c:v>
                      </c:pt>
                      <c:pt idx="230">
                        <c:v>38394</c:v>
                      </c:pt>
                      <c:pt idx="231">
                        <c:v>38397</c:v>
                      </c:pt>
                      <c:pt idx="232">
                        <c:v>38398</c:v>
                      </c:pt>
                      <c:pt idx="233">
                        <c:v>38399</c:v>
                      </c:pt>
                      <c:pt idx="234">
                        <c:v>38400</c:v>
                      </c:pt>
                      <c:pt idx="235">
                        <c:v>38401</c:v>
                      </c:pt>
                      <c:pt idx="236">
                        <c:v>38404</c:v>
                      </c:pt>
                      <c:pt idx="237">
                        <c:v>38405</c:v>
                      </c:pt>
                      <c:pt idx="238">
                        <c:v>38406</c:v>
                      </c:pt>
                      <c:pt idx="239">
                        <c:v>38407</c:v>
                      </c:pt>
                      <c:pt idx="240">
                        <c:v>38408</c:v>
                      </c:pt>
                      <c:pt idx="241">
                        <c:v>38411</c:v>
                      </c:pt>
                      <c:pt idx="242">
                        <c:v>38412</c:v>
                      </c:pt>
                      <c:pt idx="243">
                        <c:v>38413</c:v>
                      </c:pt>
                      <c:pt idx="244">
                        <c:v>38414</c:v>
                      </c:pt>
                      <c:pt idx="245">
                        <c:v>38415</c:v>
                      </c:pt>
                      <c:pt idx="246">
                        <c:v>38418</c:v>
                      </c:pt>
                      <c:pt idx="247">
                        <c:v>38419</c:v>
                      </c:pt>
                      <c:pt idx="248">
                        <c:v>38420</c:v>
                      </c:pt>
                      <c:pt idx="249">
                        <c:v>38421</c:v>
                      </c:pt>
                      <c:pt idx="250">
                        <c:v>38422</c:v>
                      </c:pt>
                      <c:pt idx="251">
                        <c:v>38425</c:v>
                      </c:pt>
                      <c:pt idx="252">
                        <c:v>38426</c:v>
                      </c:pt>
                      <c:pt idx="253">
                        <c:v>38427</c:v>
                      </c:pt>
                      <c:pt idx="254">
                        <c:v>38428</c:v>
                      </c:pt>
                      <c:pt idx="255">
                        <c:v>38429</c:v>
                      </c:pt>
                      <c:pt idx="256">
                        <c:v>38432</c:v>
                      </c:pt>
                      <c:pt idx="257">
                        <c:v>38433</c:v>
                      </c:pt>
                      <c:pt idx="258">
                        <c:v>38434</c:v>
                      </c:pt>
                      <c:pt idx="259">
                        <c:v>38435</c:v>
                      </c:pt>
                      <c:pt idx="260">
                        <c:v>38436</c:v>
                      </c:pt>
                      <c:pt idx="261">
                        <c:v>38439</c:v>
                      </c:pt>
                      <c:pt idx="262">
                        <c:v>38440</c:v>
                      </c:pt>
                      <c:pt idx="263">
                        <c:v>38441</c:v>
                      </c:pt>
                      <c:pt idx="264">
                        <c:v>38442</c:v>
                      </c:pt>
                      <c:pt idx="265">
                        <c:v>38443</c:v>
                      </c:pt>
                      <c:pt idx="266">
                        <c:v>38446</c:v>
                      </c:pt>
                      <c:pt idx="267">
                        <c:v>38447</c:v>
                      </c:pt>
                      <c:pt idx="268">
                        <c:v>38448</c:v>
                      </c:pt>
                      <c:pt idx="269">
                        <c:v>38449</c:v>
                      </c:pt>
                      <c:pt idx="270">
                        <c:v>38450</c:v>
                      </c:pt>
                      <c:pt idx="271">
                        <c:v>38453</c:v>
                      </c:pt>
                      <c:pt idx="272">
                        <c:v>38454</c:v>
                      </c:pt>
                      <c:pt idx="273">
                        <c:v>38455</c:v>
                      </c:pt>
                      <c:pt idx="274">
                        <c:v>38456</c:v>
                      </c:pt>
                      <c:pt idx="275">
                        <c:v>38457</c:v>
                      </c:pt>
                      <c:pt idx="276">
                        <c:v>38460</c:v>
                      </c:pt>
                      <c:pt idx="277">
                        <c:v>38461</c:v>
                      </c:pt>
                      <c:pt idx="278">
                        <c:v>38462</c:v>
                      </c:pt>
                      <c:pt idx="279">
                        <c:v>38463</c:v>
                      </c:pt>
                      <c:pt idx="280">
                        <c:v>38464</c:v>
                      </c:pt>
                      <c:pt idx="281">
                        <c:v>38467</c:v>
                      </c:pt>
                      <c:pt idx="282">
                        <c:v>38468</c:v>
                      </c:pt>
                      <c:pt idx="283">
                        <c:v>38469</c:v>
                      </c:pt>
                      <c:pt idx="284">
                        <c:v>38470</c:v>
                      </c:pt>
                      <c:pt idx="285">
                        <c:v>38471</c:v>
                      </c:pt>
                      <c:pt idx="286">
                        <c:v>38474</c:v>
                      </c:pt>
                      <c:pt idx="287">
                        <c:v>38475</c:v>
                      </c:pt>
                      <c:pt idx="288">
                        <c:v>38476</c:v>
                      </c:pt>
                      <c:pt idx="289">
                        <c:v>38477</c:v>
                      </c:pt>
                      <c:pt idx="290">
                        <c:v>38478</c:v>
                      </c:pt>
                      <c:pt idx="291">
                        <c:v>38481</c:v>
                      </c:pt>
                      <c:pt idx="292">
                        <c:v>38482</c:v>
                      </c:pt>
                      <c:pt idx="293">
                        <c:v>38483</c:v>
                      </c:pt>
                      <c:pt idx="294">
                        <c:v>38484</c:v>
                      </c:pt>
                      <c:pt idx="295">
                        <c:v>38485</c:v>
                      </c:pt>
                      <c:pt idx="296">
                        <c:v>38488</c:v>
                      </c:pt>
                      <c:pt idx="297">
                        <c:v>38489</c:v>
                      </c:pt>
                      <c:pt idx="298">
                        <c:v>38490</c:v>
                      </c:pt>
                      <c:pt idx="299">
                        <c:v>38491</c:v>
                      </c:pt>
                      <c:pt idx="300">
                        <c:v>38492</c:v>
                      </c:pt>
                      <c:pt idx="301">
                        <c:v>38495</c:v>
                      </c:pt>
                      <c:pt idx="302">
                        <c:v>38496</c:v>
                      </c:pt>
                      <c:pt idx="303">
                        <c:v>38497</c:v>
                      </c:pt>
                      <c:pt idx="304">
                        <c:v>38498</c:v>
                      </c:pt>
                      <c:pt idx="305">
                        <c:v>38499</c:v>
                      </c:pt>
                      <c:pt idx="306">
                        <c:v>38503</c:v>
                      </c:pt>
                      <c:pt idx="307">
                        <c:v>38504</c:v>
                      </c:pt>
                      <c:pt idx="308">
                        <c:v>38505</c:v>
                      </c:pt>
                      <c:pt idx="309">
                        <c:v>38506</c:v>
                      </c:pt>
                      <c:pt idx="310">
                        <c:v>38509</c:v>
                      </c:pt>
                      <c:pt idx="311">
                        <c:v>38510</c:v>
                      </c:pt>
                      <c:pt idx="312">
                        <c:v>38511</c:v>
                      </c:pt>
                      <c:pt idx="313">
                        <c:v>38512</c:v>
                      </c:pt>
                      <c:pt idx="314">
                        <c:v>38513</c:v>
                      </c:pt>
                      <c:pt idx="315">
                        <c:v>38516</c:v>
                      </c:pt>
                      <c:pt idx="316">
                        <c:v>38517</c:v>
                      </c:pt>
                      <c:pt idx="317">
                        <c:v>38518</c:v>
                      </c:pt>
                      <c:pt idx="318">
                        <c:v>38519</c:v>
                      </c:pt>
                      <c:pt idx="319">
                        <c:v>38520</c:v>
                      </c:pt>
                      <c:pt idx="320">
                        <c:v>38523</c:v>
                      </c:pt>
                      <c:pt idx="321">
                        <c:v>38524</c:v>
                      </c:pt>
                      <c:pt idx="322">
                        <c:v>38525</c:v>
                      </c:pt>
                      <c:pt idx="323">
                        <c:v>38526</c:v>
                      </c:pt>
                      <c:pt idx="324">
                        <c:v>38527</c:v>
                      </c:pt>
                      <c:pt idx="325">
                        <c:v>38530</c:v>
                      </c:pt>
                      <c:pt idx="326">
                        <c:v>38531</c:v>
                      </c:pt>
                      <c:pt idx="327">
                        <c:v>38532</c:v>
                      </c:pt>
                      <c:pt idx="328">
                        <c:v>38533</c:v>
                      </c:pt>
                      <c:pt idx="329">
                        <c:v>38534</c:v>
                      </c:pt>
                      <c:pt idx="330">
                        <c:v>38537</c:v>
                      </c:pt>
                      <c:pt idx="331">
                        <c:v>38538</c:v>
                      </c:pt>
                      <c:pt idx="332">
                        <c:v>38539</c:v>
                      </c:pt>
                      <c:pt idx="333">
                        <c:v>38540</c:v>
                      </c:pt>
                      <c:pt idx="334">
                        <c:v>38541</c:v>
                      </c:pt>
                      <c:pt idx="335">
                        <c:v>38544</c:v>
                      </c:pt>
                      <c:pt idx="336">
                        <c:v>38545</c:v>
                      </c:pt>
                      <c:pt idx="337">
                        <c:v>38546</c:v>
                      </c:pt>
                      <c:pt idx="338">
                        <c:v>38547</c:v>
                      </c:pt>
                      <c:pt idx="339">
                        <c:v>38548</c:v>
                      </c:pt>
                      <c:pt idx="340">
                        <c:v>38551</c:v>
                      </c:pt>
                      <c:pt idx="341">
                        <c:v>38552</c:v>
                      </c:pt>
                      <c:pt idx="342">
                        <c:v>38553</c:v>
                      </c:pt>
                      <c:pt idx="343">
                        <c:v>38554</c:v>
                      </c:pt>
                      <c:pt idx="344">
                        <c:v>38555</c:v>
                      </c:pt>
                      <c:pt idx="345">
                        <c:v>38558</c:v>
                      </c:pt>
                      <c:pt idx="346">
                        <c:v>38559</c:v>
                      </c:pt>
                      <c:pt idx="347">
                        <c:v>38560</c:v>
                      </c:pt>
                      <c:pt idx="348">
                        <c:v>38561</c:v>
                      </c:pt>
                      <c:pt idx="349">
                        <c:v>38562</c:v>
                      </c:pt>
                      <c:pt idx="350">
                        <c:v>38565</c:v>
                      </c:pt>
                      <c:pt idx="351">
                        <c:v>38566</c:v>
                      </c:pt>
                      <c:pt idx="352">
                        <c:v>38567</c:v>
                      </c:pt>
                      <c:pt idx="353">
                        <c:v>38568</c:v>
                      </c:pt>
                      <c:pt idx="354">
                        <c:v>38569</c:v>
                      </c:pt>
                      <c:pt idx="355">
                        <c:v>38572</c:v>
                      </c:pt>
                      <c:pt idx="356">
                        <c:v>38573</c:v>
                      </c:pt>
                      <c:pt idx="357">
                        <c:v>38574</c:v>
                      </c:pt>
                      <c:pt idx="358">
                        <c:v>38575</c:v>
                      </c:pt>
                      <c:pt idx="359">
                        <c:v>38576</c:v>
                      </c:pt>
                      <c:pt idx="360">
                        <c:v>38579</c:v>
                      </c:pt>
                      <c:pt idx="361">
                        <c:v>38580</c:v>
                      </c:pt>
                      <c:pt idx="362">
                        <c:v>38581</c:v>
                      </c:pt>
                      <c:pt idx="363">
                        <c:v>38582</c:v>
                      </c:pt>
                      <c:pt idx="364">
                        <c:v>38583</c:v>
                      </c:pt>
                      <c:pt idx="365">
                        <c:v>38586</c:v>
                      </c:pt>
                      <c:pt idx="366">
                        <c:v>38587</c:v>
                      </c:pt>
                      <c:pt idx="367">
                        <c:v>38588</c:v>
                      </c:pt>
                      <c:pt idx="368">
                        <c:v>38589</c:v>
                      </c:pt>
                      <c:pt idx="369">
                        <c:v>38590</c:v>
                      </c:pt>
                      <c:pt idx="370">
                        <c:v>38593</c:v>
                      </c:pt>
                      <c:pt idx="371">
                        <c:v>38594</c:v>
                      </c:pt>
                      <c:pt idx="372">
                        <c:v>38595</c:v>
                      </c:pt>
                      <c:pt idx="373">
                        <c:v>38596</c:v>
                      </c:pt>
                      <c:pt idx="374">
                        <c:v>38597</c:v>
                      </c:pt>
                      <c:pt idx="375">
                        <c:v>38600</c:v>
                      </c:pt>
                      <c:pt idx="376">
                        <c:v>38601</c:v>
                      </c:pt>
                      <c:pt idx="377">
                        <c:v>38602</c:v>
                      </c:pt>
                      <c:pt idx="378">
                        <c:v>38603</c:v>
                      </c:pt>
                      <c:pt idx="379">
                        <c:v>38604</c:v>
                      </c:pt>
                      <c:pt idx="380">
                        <c:v>38607</c:v>
                      </c:pt>
                      <c:pt idx="381">
                        <c:v>38608</c:v>
                      </c:pt>
                      <c:pt idx="382">
                        <c:v>38609</c:v>
                      </c:pt>
                      <c:pt idx="383">
                        <c:v>38610</c:v>
                      </c:pt>
                      <c:pt idx="384">
                        <c:v>38611</c:v>
                      </c:pt>
                      <c:pt idx="385">
                        <c:v>38614</c:v>
                      </c:pt>
                      <c:pt idx="386">
                        <c:v>38615</c:v>
                      </c:pt>
                      <c:pt idx="387">
                        <c:v>38616</c:v>
                      </c:pt>
                      <c:pt idx="388">
                        <c:v>38617</c:v>
                      </c:pt>
                      <c:pt idx="389">
                        <c:v>38618</c:v>
                      </c:pt>
                      <c:pt idx="390">
                        <c:v>38621</c:v>
                      </c:pt>
                      <c:pt idx="391">
                        <c:v>38622</c:v>
                      </c:pt>
                      <c:pt idx="392">
                        <c:v>38623</c:v>
                      </c:pt>
                      <c:pt idx="393">
                        <c:v>38624</c:v>
                      </c:pt>
                      <c:pt idx="394">
                        <c:v>38625</c:v>
                      </c:pt>
                      <c:pt idx="395">
                        <c:v>38628</c:v>
                      </c:pt>
                      <c:pt idx="396">
                        <c:v>38629</c:v>
                      </c:pt>
                      <c:pt idx="397">
                        <c:v>38630</c:v>
                      </c:pt>
                      <c:pt idx="398">
                        <c:v>38631</c:v>
                      </c:pt>
                      <c:pt idx="399">
                        <c:v>38632</c:v>
                      </c:pt>
                      <c:pt idx="400">
                        <c:v>38635</c:v>
                      </c:pt>
                      <c:pt idx="401">
                        <c:v>38636</c:v>
                      </c:pt>
                      <c:pt idx="402">
                        <c:v>38637</c:v>
                      </c:pt>
                      <c:pt idx="403">
                        <c:v>38638</c:v>
                      </c:pt>
                      <c:pt idx="404">
                        <c:v>38639</c:v>
                      </c:pt>
                      <c:pt idx="405">
                        <c:v>38642</c:v>
                      </c:pt>
                      <c:pt idx="406">
                        <c:v>38643</c:v>
                      </c:pt>
                      <c:pt idx="407">
                        <c:v>38644</c:v>
                      </c:pt>
                      <c:pt idx="408">
                        <c:v>38645</c:v>
                      </c:pt>
                      <c:pt idx="409">
                        <c:v>38646</c:v>
                      </c:pt>
                      <c:pt idx="410">
                        <c:v>38649</c:v>
                      </c:pt>
                      <c:pt idx="411">
                        <c:v>38650</c:v>
                      </c:pt>
                      <c:pt idx="412">
                        <c:v>38651</c:v>
                      </c:pt>
                      <c:pt idx="413">
                        <c:v>38652</c:v>
                      </c:pt>
                      <c:pt idx="414">
                        <c:v>38653</c:v>
                      </c:pt>
                      <c:pt idx="415">
                        <c:v>38656</c:v>
                      </c:pt>
                      <c:pt idx="416">
                        <c:v>38657</c:v>
                      </c:pt>
                      <c:pt idx="417">
                        <c:v>38658</c:v>
                      </c:pt>
                      <c:pt idx="418">
                        <c:v>38659</c:v>
                      </c:pt>
                      <c:pt idx="419">
                        <c:v>38660</c:v>
                      </c:pt>
                      <c:pt idx="420">
                        <c:v>38663</c:v>
                      </c:pt>
                      <c:pt idx="421">
                        <c:v>38664</c:v>
                      </c:pt>
                      <c:pt idx="422">
                        <c:v>38665</c:v>
                      </c:pt>
                      <c:pt idx="423">
                        <c:v>38666</c:v>
                      </c:pt>
                      <c:pt idx="424">
                        <c:v>38667</c:v>
                      </c:pt>
                      <c:pt idx="425">
                        <c:v>38670</c:v>
                      </c:pt>
                      <c:pt idx="426">
                        <c:v>38671</c:v>
                      </c:pt>
                      <c:pt idx="427">
                        <c:v>38672</c:v>
                      </c:pt>
                      <c:pt idx="428">
                        <c:v>38673</c:v>
                      </c:pt>
                      <c:pt idx="429">
                        <c:v>38674</c:v>
                      </c:pt>
                      <c:pt idx="430">
                        <c:v>38677</c:v>
                      </c:pt>
                      <c:pt idx="431">
                        <c:v>38678</c:v>
                      </c:pt>
                      <c:pt idx="432">
                        <c:v>38679</c:v>
                      </c:pt>
                      <c:pt idx="433">
                        <c:v>38680</c:v>
                      </c:pt>
                      <c:pt idx="434">
                        <c:v>38681</c:v>
                      </c:pt>
                      <c:pt idx="435">
                        <c:v>38684</c:v>
                      </c:pt>
                      <c:pt idx="436">
                        <c:v>38685</c:v>
                      </c:pt>
                      <c:pt idx="437">
                        <c:v>38686</c:v>
                      </c:pt>
                      <c:pt idx="438">
                        <c:v>38687</c:v>
                      </c:pt>
                      <c:pt idx="439">
                        <c:v>38688</c:v>
                      </c:pt>
                      <c:pt idx="440">
                        <c:v>38691</c:v>
                      </c:pt>
                      <c:pt idx="441">
                        <c:v>38692</c:v>
                      </c:pt>
                      <c:pt idx="442">
                        <c:v>38693</c:v>
                      </c:pt>
                      <c:pt idx="443">
                        <c:v>38694</c:v>
                      </c:pt>
                      <c:pt idx="444">
                        <c:v>38695</c:v>
                      </c:pt>
                      <c:pt idx="445">
                        <c:v>38698</c:v>
                      </c:pt>
                      <c:pt idx="446">
                        <c:v>38699</c:v>
                      </c:pt>
                      <c:pt idx="447">
                        <c:v>38700</c:v>
                      </c:pt>
                      <c:pt idx="448">
                        <c:v>38701</c:v>
                      </c:pt>
                      <c:pt idx="449">
                        <c:v>38702</c:v>
                      </c:pt>
                      <c:pt idx="450">
                        <c:v>38705</c:v>
                      </c:pt>
                      <c:pt idx="451">
                        <c:v>38706</c:v>
                      </c:pt>
                      <c:pt idx="452">
                        <c:v>38707</c:v>
                      </c:pt>
                      <c:pt idx="453">
                        <c:v>38708</c:v>
                      </c:pt>
                      <c:pt idx="454">
                        <c:v>38709</c:v>
                      </c:pt>
                      <c:pt idx="455">
                        <c:v>38712</c:v>
                      </c:pt>
                      <c:pt idx="456">
                        <c:v>38713</c:v>
                      </c:pt>
                      <c:pt idx="457">
                        <c:v>38714</c:v>
                      </c:pt>
                      <c:pt idx="458">
                        <c:v>38715</c:v>
                      </c:pt>
                      <c:pt idx="459">
                        <c:v>38716</c:v>
                      </c:pt>
                      <c:pt idx="460">
                        <c:v>38719</c:v>
                      </c:pt>
                      <c:pt idx="461">
                        <c:v>38720</c:v>
                      </c:pt>
                      <c:pt idx="462">
                        <c:v>38721</c:v>
                      </c:pt>
                      <c:pt idx="463">
                        <c:v>38722</c:v>
                      </c:pt>
                      <c:pt idx="464">
                        <c:v>38723</c:v>
                      </c:pt>
                      <c:pt idx="465">
                        <c:v>38726</c:v>
                      </c:pt>
                      <c:pt idx="466">
                        <c:v>38727</c:v>
                      </c:pt>
                      <c:pt idx="467">
                        <c:v>38728</c:v>
                      </c:pt>
                      <c:pt idx="468">
                        <c:v>38729</c:v>
                      </c:pt>
                      <c:pt idx="469">
                        <c:v>38730</c:v>
                      </c:pt>
                      <c:pt idx="470">
                        <c:v>38733</c:v>
                      </c:pt>
                      <c:pt idx="471">
                        <c:v>38734</c:v>
                      </c:pt>
                      <c:pt idx="472">
                        <c:v>38735</c:v>
                      </c:pt>
                      <c:pt idx="473">
                        <c:v>38736</c:v>
                      </c:pt>
                      <c:pt idx="474">
                        <c:v>38737</c:v>
                      </c:pt>
                      <c:pt idx="475">
                        <c:v>38740</c:v>
                      </c:pt>
                      <c:pt idx="476">
                        <c:v>38741</c:v>
                      </c:pt>
                      <c:pt idx="477">
                        <c:v>38742</c:v>
                      </c:pt>
                      <c:pt idx="478">
                        <c:v>38743</c:v>
                      </c:pt>
                      <c:pt idx="479">
                        <c:v>38744</c:v>
                      </c:pt>
                      <c:pt idx="480">
                        <c:v>38747</c:v>
                      </c:pt>
                      <c:pt idx="481">
                        <c:v>38748</c:v>
                      </c:pt>
                      <c:pt idx="482">
                        <c:v>38749</c:v>
                      </c:pt>
                      <c:pt idx="483">
                        <c:v>38750</c:v>
                      </c:pt>
                      <c:pt idx="484">
                        <c:v>38751</c:v>
                      </c:pt>
                      <c:pt idx="485">
                        <c:v>38754</c:v>
                      </c:pt>
                      <c:pt idx="486">
                        <c:v>38755</c:v>
                      </c:pt>
                      <c:pt idx="487">
                        <c:v>38756</c:v>
                      </c:pt>
                      <c:pt idx="488">
                        <c:v>38757</c:v>
                      </c:pt>
                      <c:pt idx="489">
                        <c:v>38758</c:v>
                      </c:pt>
                      <c:pt idx="490">
                        <c:v>38761</c:v>
                      </c:pt>
                      <c:pt idx="491">
                        <c:v>38762</c:v>
                      </c:pt>
                      <c:pt idx="492">
                        <c:v>38763</c:v>
                      </c:pt>
                      <c:pt idx="493">
                        <c:v>38764</c:v>
                      </c:pt>
                      <c:pt idx="494">
                        <c:v>38765</c:v>
                      </c:pt>
                      <c:pt idx="495">
                        <c:v>38768</c:v>
                      </c:pt>
                      <c:pt idx="496">
                        <c:v>38769</c:v>
                      </c:pt>
                      <c:pt idx="497">
                        <c:v>38770</c:v>
                      </c:pt>
                      <c:pt idx="498">
                        <c:v>38771</c:v>
                      </c:pt>
                      <c:pt idx="499">
                        <c:v>38772</c:v>
                      </c:pt>
                      <c:pt idx="500">
                        <c:v>38775</c:v>
                      </c:pt>
                      <c:pt idx="501">
                        <c:v>38776</c:v>
                      </c:pt>
                      <c:pt idx="502">
                        <c:v>38777</c:v>
                      </c:pt>
                      <c:pt idx="503">
                        <c:v>38778</c:v>
                      </c:pt>
                      <c:pt idx="504">
                        <c:v>38779</c:v>
                      </c:pt>
                      <c:pt idx="505">
                        <c:v>38782</c:v>
                      </c:pt>
                      <c:pt idx="506">
                        <c:v>38783</c:v>
                      </c:pt>
                      <c:pt idx="507">
                        <c:v>38784</c:v>
                      </c:pt>
                      <c:pt idx="508">
                        <c:v>38785</c:v>
                      </c:pt>
                      <c:pt idx="509">
                        <c:v>38786</c:v>
                      </c:pt>
                      <c:pt idx="510">
                        <c:v>38789</c:v>
                      </c:pt>
                      <c:pt idx="511">
                        <c:v>38790</c:v>
                      </c:pt>
                      <c:pt idx="512">
                        <c:v>38791</c:v>
                      </c:pt>
                      <c:pt idx="513">
                        <c:v>38792</c:v>
                      </c:pt>
                      <c:pt idx="514">
                        <c:v>38793</c:v>
                      </c:pt>
                      <c:pt idx="515">
                        <c:v>38796</c:v>
                      </c:pt>
                      <c:pt idx="516">
                        <c:v>38797</c:v>
                      </c:pt>
                      <c:pt idx="517">
                        <c:v>38798</c:v>
                      </c:pt>
                      <c:pt idx="518">
                        <c:v>38799</c:v>
                      </c:pt>
                      <c:pt idx="519">
                        <c:v>38800</c:v>
                      </c:pt>
                      <c:pt idx="520">
                        <c:v>38803</c:v>
                      </c:pt>
                      <c:pt idx="521">
                        <c:v>38804</c:v>
                      </c:pt>
                      <c:pt idx="522">
                        <c:v>38805</c:v>
                      </c:pt>
                      <c:pt idx="523">
                        <c:v>38806</c:v>
                      </c:pt>
                      <c:pt idx="524">
                        <c:v>38807</c:v>
                      </c:pt>
                      <c:pt idx="525">
                        <c:v>38810</c:v>
                      </c:pt>
                      <c:pt idx="526">
                        <c:v>38811</c:v>
                      </c:pt>
                      <c:pt idx="527">
                        <c:v>38812</c:v>
                      </c:pt>
                      <c:pt idx="528">
                        <c:v>38813</c:v>
                      </c:pt>
                      <c:pt idx="529">
                        <c:v>38814</c:v>
                      </c:pt>
                      <c:pt idx="530">
                        <c:v>38817</c:v>
                      </c:pt>
                      <c:pt idx="531">
                        <c:v>38818</c:v>
                      </c:pt>
                      <c:pt idx="532">
                        <c:v>38819</c:v>
                      </c:pt>
                      <c:pt idx="533">
                        <c:v>38820</c:v>
                      </c:pt>
                      <c:pt idx="534">
                        <c:v>38821</c:v>
                      </c:pt>
                      <c:pt idx="535">
                        <c:v>38824</c:v>
                      </c:pt>
                      <c:pt idx="536">
                        <c:v>38825</c:v>
                      </c:pt>
                      <c:pt idx="537">
                        <c:v>38826</c:v>
                      </c:pt>
                      <c:pt idx="538">
                        <c:v>38827</c:v>
                      </c:pt>
                      <c:pt idx="539">
                        <c:v>38828</c:v>
                      </c:pt>
                      <c:pt idx="540">
                        <c:v>38831</c:v>
                      </c:pt>
                      <c:pt idx="541">
                        <c:v>38832</c:v>
                      </c:pt>
                      <c:pt idx="542">
                        <c:v>38833</c:v>
                      </c:pt>
                      <c:pt idx="543">
                        <c:v>38834</c:v>
                      </c:pt>
                      <c:pt idx="544">
                        <c:v>38835</c:v>
                      </c:pt>
                      <c:pt idx="545">
                        <c:v>38838</c:v>
                      </c:pt>
                      <c:pt idx="546">
                        <c:v>38839</c:v>
                      </c:pt>
                      <c:pt idx="547">
                        <c:v>38840</c:v>
                      </c:pt>
                      <c:pt idx="548">
                        <c:v>38841</c:v>
                      </c:pt>
                      <c:pt idx="549">
                        <c:v>38842</c:v>
                      </c:pt>
                      <c:pt idx="550">
                        <c:v>38845</c:v>
                      </c:pt>
                      <c:pt idx="551">
                        <c:v>38846</c:v>
                      </c:pt>
                      <c:pt idx="552">
                        <c:v>38847</c:v>
                      </c:pt>
                      <c:pt idx="553">
                        <c:v>38848</c:v>
                      </c:pt>
                      <c:pt idx="554">
                        <c:v>38849</c:v>
                      </c:pt>
                      <c:pt idx="555">
                        <c:v>38852</c:v>
                      </c:pt>
                      <c:pt idx="556">
                        <c:v>38853</c:v>
                      </c:pt>
                      <c:pt idx="557">
                        <c:v>38854</c:v>
                      </c:pt>
                      <c:pt idx="558">
                        <c:v>38855</c:v>
                      </c:pt>
                      <c:pt idx="559">
                        <c:v>38856</c:v>
                      </c:pt>
                      <c:pt idx="560">
                        <c:v>38859</c:v>
                      </c:pt>
                      <c:pt idx="561">
                        <c:v>38860</c:v>
                      </c:pt>
                      <c:pt idx="562">
                        <c:v>38861</c:v>
                      </c:pt>
                      <c:pt idx="563">
                        <c:v>38862</c:v>
                      </c:pt>
                      <c:pt idx="564">
                        <c:v>38863</c:v>
                      </c:pt>
                      <c:pt idx="565">
                        <c:v>38866</c:v>
                      </c:pt>
                      <c:pt idx="566">
                        <c:v>38867</c:v>
                      </c:pt>
                      <c:pt idx="567">
                        <c:v>38868</c:v>
                      </c:pt>
                      <c:pt idx="568">
                        <c:v>38869</c:v>
                      </c:pt>
                      <c:pt idx="569">
                        <c:v>38870</c:v>
                      </c:pt>
                      <c:pt idx="570">
                        <c:v>38873</c:v>
                      </c:pt>
                      <c:pt idx="571">
                        <c:v>38874</c:v>
                      </c:pt>
                      <c:pt idx="572">
                        <c:v>38875</c:v>
                      </c:pt>
                      <c:pt idx="573">
                        <c:v>38876</c:v>
                      </c:pt>
                      <c:pt idx="574">
                        <c:v>38877</c:v>
                      </c:pt>
                      <c:pt idx="575">
                        <c:v>38880</c:v>
                      </c:pt>
                      <c:pt idx="576">
                        <c:v>38881</c:v>
                      </c:pt>
                      <c:pt idx="577">
                        <c:v>38882</c:v>
                      </c:pt>
                      <c:pt idx="578">
                        <c:v>38883</c:v>
                      </c:pt>
                      <c:pt idx="579">
                        <c:v>38884</c:v>
                      </c:pt>
                      <c:pt idx="580">
                        <c:v>38887</c:v>
                      </c:pt>
                      <c:pt idx="581">
                        <c:v>38888</c:v>
                      </c:pt>
                      <c:pt idx="582">
                        <c:v>38889</c:v>
                      </c:pt>
                      <c:pt idx="583">
                        <c:v>38890</c:v>
                      </c:pt>
                      <c:pt idx="584">
                        <c:v>38891</c:v>
                      </c:pt>
                      <c:pt idx="585">
                        <c:v>38894</c:v>
                      </c:pt>
                      <c:pt idx="586">
                        <c:v>38895</c:v>
                      </c:pt>
                      <c:pt idx="587">
                        <c:v>38896</c:v>
                      </c:pt>
                      <c:pt idx="588">
                        <c:v>38897</c:v>
                      </c:pt>
                      <c:pt idx="589">
                        <c:v>38898</c:v>
                      </c:pt>
                      <c:pt idx="590">
                        <c:v>38901</c:v>
                      </c:pt>
                      <c:pt idx="591">
                        <c:v>38902</c:v>
                      </c:pt>
                      <c:pt idx="592">
                        <c:v>38903</c:v>
                      </c:pt>
                      <c:pt idx="593">
                        <c:v>38904</c:v>
                      </c:pt>
                      <c:pt idx="594">
                        <c:v>38905</c:v>
                      </c:pt>
                      <c:pt idx="595">
                        <c:v>38908</c:v>
                      </c:pt>
                      <c:pt idx="596">
                        <c:v>38909</c:v>
                      </c:pt>
                      <c:pt idx="597">
                        <c:v>38910</c:v>
                      </c:pt>
                      <c:pt idx="598">
                        <c:v>38911</c:v>
                      </c:pt>
                      <c:pt idx="599">
                        <c:v>38912</c:v>
                      </c:pt>
                      <c:pt idx="600">
                        <c:v>38915</c:v>
                      </c:pt>
                      <c:pt idx="601">
                        <c:v>38916</c:v>
                      </c:pt>
                      <c:pt idx="602">
                        <c:v>38917</c:v>
                      </c:pt>
                      <c:pt idx="603">
                        <c:v>38918</c:v>
                      </c:pt>
                      <c:pt idx="604">
                        <c:v>38919</c:v>
                      </c:pt>
                      <c:pt idx="605">
                        <c:v>38922</c:v>
                      </c:pt>
                      <c:pt idx="606">
                        <c:v>38923</c:v>
                      </c:pt>
                      <c:pt idx="607">
                        <c:v>38924</c:v>
                      </c:pt>
                      <c:pt idx="608">
                        <c:v>38925</c:v>
                      </c:pt>
                      <c:pt idx="609">
                        <c:v>38926</c:v>
                      </c:pt>
                      <c:pt idx="610">
                        <c:v>38929</c:v>
                      </c:pt>
                      <c:pt idx="611">
                        <c:v>38930</c:v>
                      </c:pt>
                      <c:pt idx="612">
                        <c:v>38931</c:v>
                      </c:pt>
                      <c:pt idx="613">
                        <c:v>38932</c:v>
                      </c:pt>
                      <c:pt idx="614">
                        <c:v>38933</c:v>
                      </c:pt>
                      <c:pt idx="615">
                        <c:v>38936</c:v>
                      </c:pt>
                      <c:pt idx="616">
                        <c:v>38937</c:v>
                      </c:pt>
                      <c:pt idx="617">
                        <c:v>38938</c:v>
                      </c:pt>
                      <c:pt idx="618">
                        <c:v>38939</c:v>
                      </c:pt>
                      <c:pt idx="619">
                        <c:v>38940</c:v>
                      </c:pt>
                      <c:pt idx="620">
                        <c:v>38943</c:v>
                      </c:pt>
                      <c:pt idx="621">
                        <c:v>38944</c:v>
                      </c:pt>
                      <c:pt idx="622">
                        <c:v>38945</c:v>
                      </c:pt>
                      <c:pt idx="623">
                        <c:v>38946</c:v>
                      </c:pt>
                      <c:pt idx="624">
                        <c:v>38947</c:v>
                      </c:pt>
                      <c:pt idx="625">
                        <c:v>38950</c:v>
                      </c:pt>
                      <c:pt idx="626">
                        <c:v>38951</c:v>
                      </c:pt>
                      <c:pt idx="627">
                        <c:v>38952</c:v>
                      </c:pt>
                      <c:pt idx="628">
                        <c:v>38953</c:v>
                      </c:pt>
                      <c:pt idx="629">
                        <c:v>38954</c:v>
                      </c:pt>
                      <c:pt idx="630">
                        <c:v>38957</c:v>
                      </c:pt>
                      <c:pt idx="631">
                        <c:v>38958</c:v>
                      </c:pt>
                      <c:pt idx="632">
                        <c:v>38959</c:v>
                      </c:pt>
                      <c:pt idx="633">
                        <c:v>38960</c:v>
                      </c:pt>
                      <c:pt idx="634">
                        <c:v>38961</c:v>
                      </c:pt>
                      <c:pt idx="635">
                        <c:v>38964</c:v>
                      </c:pt>
                      <c:pt idx="636">
                        <c:v>38965</c:v>
                      </c:pt>
                      <c:pt idx="637">
                        <c:v>38966</c:v>
                      </c:pt>
                      <c:pt idx="638">
                        <c:v>38967</c:v>
                      </c:pt>
                      <c:pt idx="639">
                        <c:v>38968</c:v>
                      </c:pt>
                      <c:pt idx="640">
                        <c:v>38971</c:v>
                      </c:pt>
                      <c:pt idx="641">
                        <c:v>38972</c:v>
                      </c:pt>
                      <c:pt idx="642">
                        <c:v>38973</c:v>
                      </c:pt>
                      <c:pt idx="643">
                        <c:v>38974</c:v>
                      </c:pt>
                      <c:pt idx="644">
                        <c:v>38975</c:v>
                      </c:pt>
                      <c:pt idx="645">
                        <c:v>38978</c:v>
                      </c:pt>
                      <c:pt idx="646">
                        <c:v>38979</c:v>
                      </c:pt>
                      <c:pt idx="647">
                        <c:v>38980</c:v>
                      </c:pt>
                      <c:pt idx="648">
                        <c:v>38981</c:v>
                      </c:pt>
                      <c:pt idx="649">
                        <c:v>38982</c:v>
                      </c:pt>
                      <c:pt idx="650">
                        <c:v>38985</c:v>
                      </c:pt>
                      <c:pt idx="651">
                        <c:v>38986</c:v>
                      </c:pt>
                      <c:pt idx="652">
                        <c:v>38987</c:v>
                      </c:pt>
                      <c:pt idx="653">
                        <c:v>38988</c:v>
                      </c:pt>
                      <c:pt idx="654">
                        <c:v>38989</c:v>
                      </c:pt>
                      <c:pt idx="655">
                        <c:v>38992</c:v>
                      </c:pt>
                      <c:pt idx="656">
                        <c:v>38993</c:v>
                      </c:pt>
                      <c:pt idx="657">
                        <c:v>38994</c:v>
                      </c:pt>
                      <c:pt idx="658">
                        <c:v>38995</c:v>
                      </c:pt>
                      <c:pt idx="659">
                        <c:v>38996</c:v>
                      </c:pt>
                      <c:pt idx="660">
                        <c:v>38999</c:v>
                      </c:pt>
                      <c:pt idx="661">
                        <c:v>39000</c:v>
                      </c:pt>
                      <c:pt idx="662">
                        <c:v>39001</c:v>
                      </c:pt>
                      <c:pt idx="663">
                        <c:v>39002</c:v>
                      </c:pt>
                      <c:pt idx="664">
                        <c:v>39003</c:v>
                      </c:pt>
                      <c:pt idx="665">
                        <c:v>39006</c:v>
                      </c:pt>
                      <c:pt idx="666">
                        <c:v>39007</c:v>
                      </c:pt>
                      <c:pt idx="667">
                        <c:v>39008</c:v>
                      </c:pt>
                      <c:pt idx="668">
                        <c:v>39009</c:v>
                      </c:pt>
                      <c:pt idx="669">
                        <c:v>39010</c:v>
                      </c:pt>
                      <c:pt idx="670">
                        <c:v>39013</c:v>
                      </c:pt>
                      <c:pt idx="671">
                        <c:v>39014</c:v>
                      </c:pt>
                      <c:pt idx="672">
                        <c:v>39015</c:v>
                      </c:pt>
                      <c:pt idx="673">
                        <c:v>39016</c:v>
                      </c:pt>
                      <c:pt idx="674">
                        <c:v>39017</c:v>
                      </c:pt>
                      <c:pt idx="675">
                        <c:v>39020</c:v>
                      </c:pt>
                      <c:pt idx="676">
                        <c:v>39021</c:v>
                      </c:pt>
                      <c:pt idx="677">
                        <c:v>39022</c:v>
                      </c:pt>
                      <c:pt idx="678">
                        <c:v>39023</c:v>
                      </c:pt>
                      <c:pt idx="679">
                        <c:v>39024</c:v>
                      </c:pt>
                      <c:pt idx="680">
                        <c:v>39027</c:v>
                      </c:pt>
                      <c:pt idx="681">
                        <c:v>39028</c:v>
                      </c:pt>
                      <c:pt idx="682">
                        <c:v>39029</c:v>
                      </c:pt>
                      <c:pt idx="683">
                        <c:v>39030</c:v>
                      </c:pt>
                      <c:pt idx="684">
                        <c:v>39031</c:v>
                      </c:pt>
                      <c:pt idx="685">
                        <c:v>39034</c:v>
                      </c:pt>
                      <c:pt idx="686">
                        <c:v>39035</c:v>
                      </c:pt>
                      <c:pt idx="687">
                        <c:v>39036</c:v>
                      </c:pt>
                      <c:pt idx="688">
                        <c:v>39037</c:v>
                      </c:pt>
                      <c:pt idx="689">
                        <c:v>39038</c:v>
                      </c:pt>
                      <c:pt idx="690">
                        <c:v>39041</c:v>
                      </c:pt>
                      <c:pt idx="691">
                        <c:v>39042</c:v>
                      </c:pt>
                      <c:pt idx="692">
                        <c:v>39043</c:v>
                      </c:pt>
                      <c:pt idx="693">
                        <c:v>39044</c:v>
                      </c:pt>
                      <c:pt idx="694">
                        <c:v>39045</c:v>
                      </c:pt>
                      <c:pt idx="695">
                        <c:v>39048</c:v>
                      </c:pt>
                      <c:pt idx="696">
                        <c:v>39049</c:v>
                      </c:pt>
                      <c:pt idx="697">
                        <c:v>39050</c:v>
                      </c:pt>
                      <c:pt idx="698">
                        <c:v>39051</c:v>
                      </c:pt>
                      <c:pt idx="699">
                        <c:v>39052</c:v>
                      </c:pt>
                      <c:pt idx="700">
                        <c:v>39055</c:v>
                      </c:pt>
                      <c:pt idx="701">
                        <c:v>39056</c:v>
                      </c:pt>
                      <c:pt idx="702">
                        <c:v>39057</c:v>
                      </c:pt>
                      <c:pt idx="703">
                        <c:v>39058</c:v>
                      </c:pt>
                      <c:pt idx="704">
                        <c:v>39059</c:v>
                      </c:pt>
                      <c:pt idx="705">
                        <c:v>39062</c:v>
                      </c:pt>
                      <c:pt idx="706">
                        <c:v>39063</c:v>
                      </c:pt>
                      <c:pt idx="707">
                        <c:v>39064</c:v>
                      </c:pt>
                      <c:pt idx="708">
                        <c:v>39065</c:v>
                      </c:pt>
                      <c:pt idx="709">
                        <c:v>39066</c:v>
                      </c:pt>
                      <c:pt idx="710">
                        <c:v>39069</c:v>
                      </c:pt>
                      <c:pt idx="711">
                        <c:v>39070</c:v>
                      </c:pt>
                      <c:pt idx="712">
                        <c:v>39071</c:v>
                      </c:pt>
                      <c:pt idx="713">
                        <c:v>39072</c:v>
                      </c:pt>
                      <c:pt idx="714">
                        <c:v>39073</c:v>
                      </c:pt>
                      <c:pt idx="715">
                        <c:v>39077</c:v>
                      </c:pt>
                      <c:pt idx="716">
                        <c:v>39078</c:v>
                      </c:pt>
                      <c:pt idx="717">
                        <c:v>39079</c:v>
                      </c:pt>
                      <c:pt idx="718">
                        <c:v>39080</c:v>
                      </c:pt>
                      <c:pt idx="719">
                        <c:v>39083</c:v>
                      </c:pt>
                      <c:pt idx="720">
                        <c:v>39084</c:v>
                      </c:pt>
                      <c:pt idx="721">
                        <c:v>39085</c:v>
                      </c:pt>
                      <c:pt idx="722">
                        <c:v>39086</c:v>
                      </c:pt>
                      <c:pt idx="723">
                        <c:v>39087</c:v>
                      </c:pt>
                      <c:pt idx="724">
                        <c:v>39090</c:v>
                      </c:pt>
                      <c:pt idx="725">
                        <c:v>39091</c:v>
                      </c:pt>
                      <c:pt idx="726">
                        <c:v>39092</c:v>
                      </c:pt>
                      <c:pt idx="727">
                        <c:v>39093</c:v>
                      </c:pt>
                      <c:pt idx="728">
                        <c:v>39094</c:v>
                      </c:pt>
                      <c:pt idx="729">
                        <c:v>39097</c:v>
                      </c:pt>
                      <c:pt idx="730">
                        <c:v>39098</c:v>
                      </c:pt>
                      <c:pt idx="731">
                        <c:v>39099</c:v>
                      </c:pt>
                      <c:pt idx="732">
                        <c:v>39100</c:v>
                      </c:pt>
                      <c:pt idx="733">
                        <c:v>39101</c:v>
                      </c:pt>
                      <c:pt idx="734">
                        <c:v>39104</c:v>
                      </c:pt>
                      <c:pt idx="735">
                        <c:v>39105</c:v>
                      </c:pt>
                      <c:pt idx="736">
                        <c:v>39106</c:v>
                      </c:pt>
                      <c:pt idx="737">
                        <c:v>39107</c:v>
                      </c:pt>
                      <c:pt idx="738">
                        <c:v>39108</c:v>
                      </c:pt>
                      <c:pt idx="739">
                        <c:v>39111</c:v>
                      </c:pt>
                      <c:pt idx="740">
                        <c:v>39112</c:v>
                      </c:pt>
                      <c:pt idx="741">
                        <c:v>39113</c:v>
                      </c:pt>
                      <c:pt idx="742">
                        <c:v>39114</c:v>
                      </c:pt>
                      <c:pt idx="743">
                        <c:v>39115</c:v>
                      </c:pt>
                      <c:pt idx="744">
                        <c:v>39118</c:v>
                      </c:pt>
                      <c:pt idx="745">
                        <c:v>39119</c:v>
                      </c:pt>
                      <c:pt idx="746">
                        <c:v>39120</c:v>
                      </c:pt>
                      <c:pt idx="747">
                        <c:v>39121</c:v>
                      </c:pt>
                      <c:pt idx="748">
                        <c:v>39122</c:v>
                      </c:pt>
                      <c:pt idx="749">
                        <c:v>39125</c:v>
                      </c:pt>
                      <c:pt idx="750">
                        <c:v>39126</c:v>
                      </c:pt>
                      <c:pt idx="751">
                        <c:v>39127</c:v>
                      </c:pt>
                      <c:pt idx="752">
                        <c:v>39128</c:v>
                      </c:pt>
                      <c:pt idx="753">
                        <c:v>39129</c:v>
                      </c:pt>
                      <c:pt idx="754">
                        <c:v>39132</c:v>
                      </c:pt>
                      <c:pt idx="755">
                        <c:v>39133</c:v>
                      </c:pt>
                      <c:pt idx="756">
                        <c:v>39134</c:v>
                      </c:pt>
                      <c:pt idx="757">
                        <c:v>39135</c:v>
                      </c:pt>
                      <c:pt idx="758">
                        <c:v>39136</c:v>
                      </c:pt>
                      <c:pt idx="759">
                        <c:v>39139</c:v>
                      </c:pt>
                      <c:pt idx="760">
                        <c:v>39140</c:v>
                      </c:pt>
                      <c:pt idx="761">
                        <c:v>39141</c:v>
                      </c:pt>
                      <c:pt idx="762">
                        <c:v>39142</c:v>
                      </c:pt>
                      <c:pt idx="763">
                        <c:v>39143</c:v>
                      </c:pt>
                      <c:pt idx="764">
                        <c:v>39146</c:v>
                      </c:pt>
                      <c:pt idx="765">
                        <c:v>39147</c:v>
                      </c:pt>
                      <c:pt idx="766">
                        <c:v>39148</c:v>
                      </c:pt>
                      <c:pt idx="767">
                        <c:v>39149</c:v>
                      </c:pt>
                      <c:pt idx="768">
                        <c:v>39150</c:v>
                      </c:pt>
                      <c:pt idx="769">
                        <c:v>39153</c:v>
                      </c:pt>
                      <c:pt idx="770">
                        <c:v>39154</c:v>
                      </c:pt>
                      <c:pt idx="771">
                        <c:v>39155</c:v>
                      </c:pt>
                      <c:pt idx="772">
                        <c:v>39156</c:v>
                      </c:pt>
                      <c:pt idx="773">
                        <c:v>39157</c:v>
                      </c:pt>
                      <c:pt idx="774">
                        <c:v>39160</c:v>
                      </c:pt>
                      <c:pt idx="775">
                        <c:v>39161</c:v>
                      </c:pt>
                      <c:pt idx="776">
                        <c:v>39162</c:v>
                      </c:pt>
                      <c:pt idx="777">
                        <c:v>39163</c:v>
                      </c:pt>
                      <c:pt idx="778">
                        <c:v>39164</c:v>
                      </c:pt>
                      <c:pt idx="779">
                        <c:v>39167</c:v>
                      </c:pt>
                      <c:pt idx="780">
                        <c:v>39168</c:v>
                      </c:pt>
                      <c:pt idx="781">
                        <c:v>39169</c:v>
                      </c:pt>
                      <c:pt idx="782">
                        <c:v>39170</c:v>
                      </c:pt>
                      <c:pt idx="783">
                        <c:v>39171</c:v>
                      </c:pt>
                      <c:pt idx="784">
                        <c:v>39174</c:v>
                      </c:pt>
                      <c:pt idx="785">
                        <c:v>39175</c:v>
                      </c:pt>
                      <c:pt idx="786">
                        <c:v>39176</c:v>
                      </c:pt>
                      <c:pt idx="787">
                        <c:v>39177</c:v>
                      </c:pt>
                      <c:pt idx="788">
                        <c:v>39178</c:v>
                      </c:pt>
                      <c:pt idx="789">
                        <c:v>39181</c:v>
                      </c:pt>
                      <c:pt idx="790">
                        <c:v>39182</c:v>
                      </c:pt>
                      <c:pt idx="791">
                        <c:v>39183</c:v>
                      </c:pt>
                      <c:pt idx="792">
                        <c:v>39184</c:v>
                      </c:pt>
                      <c:pt idx="793">
                        <c:v>39185</c:v>
                      </c:pt>
                      <c:pt idx="794">
                        <c:v>39188</c:v>
                      </c:pt>
                      <c:pt idx="795">
                        <c:v>39189</c:v>
                      </c:pt>
                      <c:pt idx="796">
                        <c:v>39190</c:v>
                      </c:pt>
                      <c:pt idx="797">
                        <c:v>39191</c:v>
                      </c:pt>
                      <c:pt idx="798">
                        <c:v>39192</c:v>
                      </c:pt>
                      <c:pt idx="799">
                        <c:v>39195</c:v>
                      </c:pt>
                      <c:pt idx="800">
                        <c:v>39196</c:v>
                      </c:pt>
                      <c:pt idx="801">
                        <c:v>39197</c:v>
                      </c:pt>
                      <c:pt idx="802">
                        <c:v>39198</c:v>
                      </c:pt>
                      <c:pt idx="803">
                        <c:v>39199</c:v>
                      </c:pt>
                      <c:pt idx="804">
                        <c:v>39202</c:v>
                      </c:pt>
                      <c:pt idx="805">
                        <c:v>39203</c:v>
                      </c:pt>
                      <c:pt idx="806">
                        <c:v>39204</c:v>
                      </c:pt>
                      <c:pt idx="807">
                        <c:v>39205</c:v>
                      </c:pt>
                      <c:pt idx="808">
                        <c:v>39206</c:v>
                      </c:pt>
                      <c:pt idx="809">
                        <c:v>39209</c:v>
                      </c:pt>
                      <c:pt idx="810">
                        <c:v>39210</c:v>
                      </c:pt>
                      <c:pt idx="811">
                        <c:v>39211</c:v>
                      </c:pt>
                      <c:pt idx="812">
                        <c:v>39212</c:v>
                      </c:pt>
                      <c:pt idx="813">
                        <c:v>39213</c:v>
                      </c:pt>
                      <c:pt idx="814">
                        <c:v>39216</c:v>
                      </c:pt>
                      <c:pt idx="815">
                        <c:v>39217</c:v>
                      </c:pt>
                      <c:pt idx="816">
                        <c:v>39218</c:v>
                      </c:pt>
                      <c:pt idx="817">
                        <c:v>39219</c:v>
                      </c:pt>
                      <c:pt idx="818">
                        <c:v>39220</c:v>
                      </c:pt>
                      <c:pt idx="819">
                        <c:v>39223</c:v>
                      </c:pt>
                      <c:pt idx="820">
                        <c:v>39224</c:v>
                      </c:pt>
                      <c:pt idx="821">
                        <c:v>39225</c:v>
                      </c:pt>
                      <c:pt idx="822">
                        <c:v>39226</c:v>
                      </c:pt>
                      <c:pt idx="823">
                        <c:v>39227</c:v>
                      </c:pt>
                      <c:pt idx="824">
                        <c:v>39230</c:v>
                      </c:pt>
                      <c:pt idx="825">
                        <c:v>39231</c:v>
                      </c:pt>
                      <c:pt idx="826">
                        <c:v>39232</c:v>
                      </c:pt>
                      <c:pt idx="827">
                        <c:v>39233</c:v>
                      </c:pt>
                      <c:pt idx="828">
                        <c:v>39234</c:v>
                      </c:pt>
                      <c:pt idx="829">
                        <c:v>39237</c:v>
                      </c:pt>
                      <c:pt idx="830">
                        <c:v>39238</c:v>
                      </c:pt>
                      <c:pt idx="831">
                        <c:v>39239</c:v>
                      </c:pt>
                      <c:pt idx="832">
                        <c:v>39240</c:v>
                      </c:pt>
                      <c:pt idx="833">
                        <c:v>39241</c:v>
                      </c:pt>
                      <c:pt idx="834">
                        <c:v>39244</c:v>
                      </c:pt>
                      <c:pt idx="835">
                        <c:v>39245</c:v>
                      </c:pt>
                      <c:pt idx="836">
                        <c:v>39246</c:v>
                      </c:pt>
                      <c:pt idx="837">
                        <c:v>39247</c:v>
                      </c:pt>
                      <c:pt idx="838">
                        <c:v>39248</c:v>
                      </c:pt>
                      <c:pt idx="839">
                        <c:v>39251</c:v>
                      </c:pt>
                      <c:pt idx="840">
                        <c:v>39252</c:v>
                      </c:pt>
                      <c:pt idx="841">
                        <c:v>39253</c:v>
                      </c:pt>
                      <c:pt idx="842">
                        <c:v>39254</c:v>
                      </c:pt>
                      <c:pt idx="843">
                        <c:v>39255</c:v>
                      </c:pt>
                      <c:pt idx="844">
                        <c:v>39258</c:v>
                      </c:pt>
                      <c:pt idx="845">
                        <c:v>39259</c:v>
                      </c:pt>
                      <c:pt idx="846">
                        <c:v>39260</c:v>
                      </c:pt>
                      <c:pt idx="847">
                        <c:v>39261</c:v>
                      </c:pt>
                      <c:pt idx="848">
                        <c:v>39262</c:v>
                      </c:pt>
                      <c:pt idx="849">
                        <c:v>39265</c:v>
                      </c:pt>
                      <c:pt idx="850">
                        <c:v>39266</c:v>
                      </c:pt>
                      <c:pt idx="851">
                        <c:v>39267</c:v>
                      </c:pt>
                      <c:pt idx="852">
                        <c:v>39268</c:v>
                      </c:pt>
                      <c:pt idx="853">
                        <c:v>39269</c:v>
                      </c:pt>
                      <c:pt idx="854">
                        <c:v>39272</c:v>
                      </c:pt>
                      <c:pt idx="855">
                        <c:v>39273</c:v>
                      </c:pt>
                      <c:pt idx="856">
                        <c:v>39274</c:v>
                      </c:pt>
                      <c:pt idx="857">
                        <c:v>39275</c:v>
                      </c:pt>
                      <c:pt idx="858">
                        <c:v>39276</c:v>
                      </c:pt>
                      <c:pt idx="859">
                        <c:v>39279</c:v>
                      </c:pt>
                      <c:pt idx="860">
                        <c:v>39280</c:v>
                      </c:pt>
                      <c:pt idx="861">
                        <c:v>39281</c:v>
                      </c:pt>
                      <c:pt idx="862">
                        <c:v>39282</c:v>
                      </c:pt>
                      <c:pt idx="863">
                        <c:v>39283</c:v>
                      </c:pt>
                      <c:pt idx="864">
                        <c:v>39286</c:v>
                      </c:pt>
                      <c:pt idx="865">
                        <c:v>39287</c:v>
                      </c:pt>
                      <c:pt idx="866">
                        <c:v>39288</c:v>
                      </c:pt>
                      <c:pt idx="867">
                        <c:v>39289</c:v>
                      </c:pt>
                      <c:pt idx="868">
                        <c:v>39290</c:v>
                      </c:pt>
                      <c:pt idx="869">
                        <c:v>39293</c:v>
                      </c:pt>
                      <c:pt idx="870">
                        <c:v>39294</c:v>
                      </c:pt>
                      <c:pt idx="871">
                        <c:v>39295</c:v>
                      </c:pt>
                      <c:pt idx="872">
                        <c:v>39296</c:v>
                      </c:pt>
                      <c:pt idx="873">
                        <c:v>39297</c:v>
                      </c:pt>
                      <c:pt idx="874">
                        <c:v>39300</c:v>
                      </c:pt>
                      <c:pt idx="875">
                        <c:v>39301</c:v>
                      </c:pt>
                      <c:pt idx="876">
                        <c:v>39302</c:v>
                      </c:pt>
                      <c:pt idx="877">
                        <c:v>39303</c:v>
                      </c:pt>
                      <c:pt idx="878">
                        <c:v>39304</c:v>
                      </c:pt>
                      <c:pt idx="879">
                        <c:v>39307</c:v>
                      </c:pt>
                      <c:pt idx="880">
                        <c:v>39308</c:v>
                      </c:pt>
                      <c:pt idx="881">
                        <c:v>39309</c:v>
                      </c:pt>
                      <c:pt idx="882">
                        <c:v>39310</c:v>
                      </c:pt>
                      <c:pt idx="883">
                        <c:v>39311</c:v>
                      </c:pt>
                      <c:pt idx="884">
                        <c:v>39314</c:v>
                      </c:pt>
                      <c:pt idx="885">
                        <c:v>39315</c:v>
                      </c:pt>
                      <c:pt idx="886">
                        <c:v>39316</c:v>
                      </c:pt>
                      <c:pt idx="887">
                        <c:v>39317</c:v>
                      </c:pt>
                      <c:pt idx="888">
                        <c:v>39318</c:v>
                      </c:pt>
                      <c:pt idx="889">
                        <c:v>39321</c:v>
                      </c:pt>
                      <c:pt idx="890">
                        <c:v>39322</c:v>
                      </c:pt>
                      <c:pt idx="891">
                        <c:v>39323</c:v>
                      </c:pt>
                      <c:pt idx="892">
                        <c:v>39324</c:v>
                      </c:pt>
                      <c:pt idx="893">
                        <c:v>39325</c:v>
                      </c:pt>
                      <c:pt idx="894">
                        <c:v>39328</c:v>
                      </c:pt>
                      <c:pt idx="895">
                        <c:v>39329</c:v>
                      </c:pt>
                      <c:pt idx="896">
                        <c:v>39330</c:v>
                      </c:pt>
                      <c:pt idx="897">
                        <c:v>39331</c:v>
                      </c:pt>
                      <c:pt idx="898">
                        <c:v>39332</c:v>
                      </c:pt>
                      <c:pt idx="899">
                        <c:v>39335</c:v>
                      </c:pt>
                      <c:pt idx="900">
                        <c:v>39336</c:v>
                      </c:pt>
                      <c:pt idx="901">
                        <c:v>39337</c:v>
                      </c:pt>
                      <c:pt idx="902">
                        <c:v>39338</c:v>
                      </c:pt>
                      <c:pt idx="903">
                        <c:v>39339</c:v>
                      </c:pt>
                      <c:pt idx="904">
                        <c:v>39342</c:v>
                      </c:pt>
                      <c:pt idx="905">
                        <c:v>39343</c:v>
                      </c:pt>
                      <c:pt idx="906">
                        <c:v>39344</c:v>
                      </c:pt>
                      <c:pt idx="907">
                        <c:v>39345</c:v>
                      </c:pt>
                      <c:pt idx="908">
                        <c:v>39346</c:v>
                      </c:pt>
                      <c:pt idx="909">
                        <c:v>39349</c:v>
                      </c:pt>
                      <c:pt idx="910">
                        <c:v>39350</c:v>
                      </c:pt>
                      <c:pt idx="911">
                        <c:v>39351</c:v>
                      </c:pt>
                      <c:pt idx="912">
                        <c:v>39352</c:v>
                      </c:pt>
                      <c:pt idx="913">
                        <c:v>39353</c:v>
                      </c:pt>
                      <c:pt idx="914">
                        <c:v>39356</c:v>
                      </c:pt>
                      <c:pt idx="915">
                        <c:v>39357</c:v>
                      </c:pt>
                      <c:pt idx="916">
                        <c:v>39358</c:v>
                      </c:pt>
                      <c:pt idx="917">
                        <c:v>39359</c:v>
                      </c:pt>
                      <c:pt idx="918">
                        <c:v>39360</c:v>
                      </c:pt>
                      <c:pt idx="919">
                        <c:v>39363</c:v>
                      </c:pt>
                      <c:pt idx="920">
                        <c:v>39364</c:v>
                      </c:pt>
                      <c:pt idx="921">
                        <c:v>39365</c:v>
                      </c:pt>
                      <c:pt idx="922">
                        <c:v>39366</c:v>
                      </c:pt>
                      <c:pt idx="923">
                        <c:v>39367</c:v>
                      </c:pt>
                      <c:pt idx="924">
                        <c:v>39370</c:v>
                      </c:pt>
                      <c:pt idx="925">
                        <c:v>39371</c:v>
                      </c:pt>
                      <c:pt idx="926">
                        <c:v>39372</c:v>
                      </c:pt>
                      <c:pt idx="927">
                        <c:v>39373</c:v>
                      </c:pt>
                      <c:pt idx="928">
                        <c:v>39374</c:v>
                      </c:pt>
                      <c:pt idx="929">
                        <c:v>39377</c:v>
                      </c:pt>
                      <c:pt idx="930">
                        <c:v>39378</c:v>
                      </c:pt>
                      <c:pt idx="931">
                        <c:v>39379</c:v>
                      </c:pt>
                      <c:pt idx="932">
                        <c:v>39380</c:v>
                      </c:pt>
                      <c:pt idx="933">
                        <c:v>39381</c:v>
                      </c:pt>
                      <c:pt idx="934">
                        <c:v>39384</c:v>
                      </c:pt>
                      <c:pt idx="935">
                        <c:v>39385</c:v>
                      </c:pt>
                      <c:pt idx="936">
                        <c:v>39386</c:v>
                      </c:pt>
                      <c:pt idx="937">
                        <c:v>39387</c:v>
                      </c:pt>
                      <c:pt idx="938">
                        <c:v>39388</c:v>
                      </c:pt>
                      <c:pt idx="939">
                        <c:v>39391</c:v>
                      </c:pt>
                      <c:pt idx="940">
                        <c:v>39392</c:v>
                      </c:pt>
                      <c:pt idx="941">
                        <c:v>39393</c:v>
                      </c:pt>
                      <c:pt idx="942">
                        <c:v>39394</c:v>
                      </c:pt>
                      <c:pt idx="943">
                        <c:v>39395</c:v>
                      </c:pt>
                      <c:pt idx="944">
                        <c:v>39398</c:v>
                      </c:pt>
                      <c:pt idx="945">
                        <c:v>39399</c:v>
                      </c:pt>
                      <c:pt idx="946">
                        <c:v>39400</c:v>
                      </c:pt>
                      <c:pt idx="947">
                        <c:v>39401</c:v>
                      </c:pt>
                      <c:pt idx="948">
                        <c:v>39402</c:v>
                      </c:pt>
                      <c:pt idx="949">
                        <c:v>39405</c:v>
                      </c:pt>
                      <c:pt idx="950">
                        <c:v>39406</c:v>
                      </c:pt>
                      <c:pt idx="951">
                        <c:v>39407</c:v>
                      </c:pt>
                      <c:pt idx="952">
                        <c:v>39408</c:v>
                      </c:pt>
                      <c:pt idx="953">
                        <c:v>39409</c:v>
                      </c:pt>
                      <c:pt idx="954">
                        <c:v>39412</c:v>
                      </c:pt>
                      <c:pt idx="955">
                        <c:v>39413</c:v>
                      </c:pt>
                      <c:pt idx="956">
                        <c:v>39414</c:v>
                      </c:pt>
                      <c:pt idx="957">
                        <c:v>39415</c:v>
                      </c:pt>
                      <c:pt idx="958">
                        <c:v>39416</c:v>
                      </c:pt>
                      <c:pt idx="959">
                        <c:v>39419</c:v>
                      </c:pt>
                      <c:pt idx="960">
                        <c:v>39420</c:v>
                      </c:pt>
                      <c:pt idx="961">
                        <c:v>39421</c:v>
                      </c:pt>
                      <c:pt idx="962">
                        <c:v>39422</c:v>
                      </c:pt>
                      <c:pt idx="963">
                        <c:v>39423</c:v>
                      </c:pt>
                      <c:pt idx="964">
                        <c:v>39426</c:v>
                      </c:pt>
                      <c:pt idx="965">
                        <c:v>39427</c:v>
                      </c:pt>
                      <c:pt idx="966">
                        <c:v>39428</c:v>
                      </c:pt>
                      <c:pt idx="967">
                        <c:v>39429</c:v>
                      </c:pt>
                      <c:pt idx="968">
                        <c:v>39430</c:v>
                      </c:pt>
                      <c:pt idx="969">
                        <c:v>39433</c:v>
                      </c:pt>
                      <c:pt idx="970">
                        <c:v>39434</c:v>
                      </c:pt>
                      <c:pt idx="971">
                        <c:v>39435</c:v>
                      </c:pt>
                      <c:pt idx="972">
                        <c:v>39436</c:v>
                      </c:pt>
                      <c:pt idx="973">
                        <c:v>39437</c:v>
                      </c:pt>
                      <c:pt idx="974">
                        <c:v>39440</c:v>
                      </c:pt>
                      <c:pt idx="975">
                        <c:v>39441</c:v>
                      </c:pt>
                      <c:pt idx="976">
                        <c:v>39442</c:v>
                      </c:pt>
                      <c:pt idx="977">
                        <c:v>39443</c:v>
                      </c:pt>
                      <c:pt idx="978">
                        <c:v>39444</c:v>
                      </c:pt>
                      <c:pt idx="979">
                        <c:v>39447</c:v>
                      </c:pt>
                      <c:pt idx="980">
                        <c:v>39448</c:v>
                      </c:pt>
                      <c:pt idx="981">
                        <c:v>39449</c:v>
                      </c:pt>
                      <c:pt idx="982">
                        <c:v>39450</c:v>
                      </c:pt>
                      <c:pt idx="983">
                        <c:v>39451</c:v>
                      </c:pt>
                      <c:pt idx="984">
                        <c:v>39454</c:v>
                      </c:pt>
                      <c:pt idx="985">
                        <c:v>39455</c:v>
                      </c:pt>
                      <c:pt idx="986">
                        <c:v>39456</c:v>
                      </c:pt>
                      <c:pt idx="987">
                        <c:v>39457</c:v>
                      </c:pt>
                      <c:pt idx="988">
                        <c:v>39458</c:v>
                      </c:pt>
                      <c:pt idx="989">
                        <c:v>39461</c:v>
                      </c:pt>
                      <c:pt idx="990">
                        <c:v>39462</c:v>
                      </c:pt>
                      <c:pt idx="991">
                        <c:v>39463</c:v>
                      </c:pt>
                      <c:pt idx="992">
                        <c:v>39464</c:v>
                      </c:pt>
                      <c:pt idx="993">
                        <c:v>39465</c:v>
                      </c:pt>
                      <c:pt idx="994">
                        <c:v>39468</c:v>
                      </c:pt>
                      <c:pt idx="995">
                        <c:v>39469</c:v>
                      </c:pt>
                      <c:pt idx="996">
                        <c:v>39470</c:v>
                      </c:pt>
                      <c:pt idx="997">
                        <c:v>39471</c:v>
                      </c:pt>
                      <c:pt idx="998">
                        <c:v>39472</c:v>
                      </c:pt>
                      <c:pt idx="999">
                        <c:v>39475</c:v>
                      </c:pt>
                      <c:pt idx="1000">
                        <c:v>39476</c:v>
                      </c:pt>
                      <c:pt idx="1001">
                        <c:v>39477</c:v>
                      </c:pt>
                      <c:pt idx="1002">
                        <c:v>39478</c:v>
                      </c:pt>
                      <c:pt idx="1003">
                        <c:v>39479</c:v>
                      </c:pt>
                      <c:pt idx="1004">
                        <c:v>39482</c:v>
                      </c:pt>
                      <c:pt idx="1005">
                        <c:v>39483</c:v>
                      </c:pt>
                      <c:pt idx="1006">
                        <c:v>39484</c:v>
                      </c:pt>
                      <c:pt idx="1007">
                        <c:v>39485</c:v>
                      </c:pt>
                      <c:pt idx="1008">
                        <c:v>39486</c:v>
                      </c:pt>
                      <c:pt idx="1009">
                        <c:v>39489</c:v>
                      </c:pt>
                      <c:pt idx="1010">
                        <c:v>39490</c:v>
                      </c:pt>
                      <c:pt idx="1011">
                        <c:v>39491</c:v>
                      </c:pt>
                      <c:pt idx="1012">
                        <c:v>39492</c:v>
                      </c:pt>
                      <c:pt idx="1013">
                        <c:v>39493</c:v>
                      </c:pt>
                      <c:pt idx="1014">
                        <c:v>39496</c:v>
                      </c:pt>
                      <c:pt idx="1015">
                        <c:v>39497</c:v>
                      </c:pt>
                      <c:pt idx="1016">
                        <c:v>39498</c:v>
                      </c:pt>
                      <c:pt idx="1017">
                        <c:v>39499</c:v>
                      </c:pt>
                      <c:pt idx="1018">
                        <c:v>39500</c:v>
                      </c:pt>
                      <c:pt idx="1019">
                        <c:v>39503</c:v>
                      </c:pt>
                      <c:pt idx="1020">
                        <c:v>39504</c:v>
                      </c:pt>
                      <c:pt idx="1021">
                        <c:v>39505</c:v>
                      </c:pt>
                      <c:pt idx="1022">
                        <c:v>39506</c:v>
                      </c:pt>
                      <c:pt idx="1023">
                        <c:v>39507</c:v>
                      </c:pt>
                      <c:pt idx="1024">
                        <c:v>39510</c:v>
                      </c:pt>
                      <c:pt idx="1025">
                        <c:v>39511</c:v>
                      </c:pt>
                      <c:pt idx="1026">
                        <c:v>39512</c:v>
                      </c:pt>
                      <c:pt idx="1027">
                        <c:v>39513</c:v>
                      </c:pt>
                      <c:pt idx="1028">
                        <c:v>39514</c:v>
                      </c:pt>
                      <c:pt idx="1029">
                        <c:v>39517</c:v>
                      </c:pt>
                      <c:pt idx="1030">
                        <c:v>39518</c:v>
                      </c:pt>
                      <c:pt idx="1031">
                        <c:v>39519</c:v>
                      </c:pt>
                      <c:pt idx="1032">
                        <c:v>39520</c:v>
                      </c:pt>
                      <c:pt idx="1033">
                        <c:v>39521</c:v>
                      </c:pt>
                      <c:pt idx="1034">
                        <c:v>39524</c:v>
                      </c:pt>
                      <c:pt idx="1035">
                        <c:v>39525</c:v>
                      </c:pt>
                      <c:pt idx="1036">
                        <c:v>39526</c:v>
                      </c:pt>
                      <c:pt idx="1037">
                        <c:v>39527</c:v>
                      </c:pt>
                      <c:pt idx="1038">
                        <c:v>39528</c:v>
                      </c:pt>
                      <c:pt idx="1039">
                        <c:v>39531</c:v>
                      </c:pt>
                      <c:pt idx="1040">
                        <c:v>39532</c:v>
                      </c:pt>
                      <c:pt idx="1041">
                        <c:v>39533</c:v>
                      </c:pt>
                      <c:pt idx="1042">
                        <c:v>39534</c:v>
                      </c:pt>
                      <c:pt idx="1043">
                        <c:v>39535</c:v>
                      </c:pt>
                      <c:pt idx="1044">
                        <c:v>39538</c:v>
                      </c:pt>
                      <c:pt idx="1045">
                        <c:v>39539</c:v>
                      </c:pt>
                      <c:pt idx="1046">
                        <c:v>39540</c:v>
                      </c:pt>
                      <c:pt idx="1047">
                        <c:v>39541</c:v>
                      </c:pt>
                      <c:pt idx="1048">
                        <c:v>39542</c:v>
                      </c:pt>
                      <c:pt idx="1049">
                        <c:v>39545</c:v>
                      </c:pt>
                      <c:pt idx="1050">
                        <c:v>39546</c:v>
                      </c:pt>
                      <c:pt idx="1051">
                        <c:v>39547</c:v>
                      </c:pt>
                      <c:pt idx="1052">
                        <c:v>39548</c:v>
                      </c:pt>
                      <c:pt idx="1053">
                        <c:v>39549</c:v>
                      </c:pt>
                      <c:pt idx="1054">
                        <c:v>39552</c:v>
                      </c:pt>
                      <c:pt idx="1055">
                        <c:v>39553</c:v>
                      </c:pt>
                      <c:pt idx="1056">
                        <c:v>39554</c:v>
                      </c:pt>
                      <c:pt idx="1057">
                        <c:v>39555</c:v>
                      </c:pt>
                      <c:pt idx="1058">
                        <c:v>39556</c:v>
                      </c:pt>
                      <c:pt idx="1059">
                        <c:v>39559</c:v>
                      </c:pt>
                      <c:pt idx="1060">
                        <c:v>39560</c:v>
                      </c:pt>
                      <c:pt idx="1061">
                        <c:v>39561</c:v>
                      </c:pt>
                      <c:pt idx="1062">
                        <c:v>39562</c:v>
                      </c:pt>
                      <c:pt idx="1063">
                        <c:v>39563</c:v>
                      </c:pt>
                      <c:pt idx="1064">
                        <c:v>39566</c:v>
                      </c:pt>
                      <c:pt idx="1065">
                        <c:v>39567</c:v>
                      </c:pt>
                      <c:pt idx="1066">
                        <c:v>39568</c:v>
                      </c:pt>
                      <c:pt idx="1067">
                        <c:v>39569</c:v>
                      </c:pt>
                      <c:pt idx="1068">
                        <c:v>39570</c:v>
                      </c:pt>
                      <c:pt idx="1069">
                        <c:v>39573</c:v>
                      </c:pt>
                      <c:pt idx="1070">
                        <c:v>39574</c:v>
                      </c:pt>
                      <c:pt idx="1071">
                        <c:v>39575</c:v>
                      </c:pt>
                      <c:pt idx="1072">
                        <c:v>39576</c:v>
                      </c:pt>
                      <c:pt idx="1073">
                        <c:v>39577</c:v>
                      </c:pt>
                      <c:pt idx="1074">
                        <c:v>39580</c:v>
                      </c:pt>
                      <c:pt idx="1075">
                        <c:v>39581</c:v>
                      </c:pt>
                      <c:pt idx="1076">
                        <c:v>39582</c:v>
                      </c:pt>
                      <c:pt idx="1077">
                        <c:v>39583</c:v>
                      </c:pt>
                      <c:pt idx="1078">
                        <c:v>39584</c:v>
                      </c:pt>
                      <c:pt idx="1079">
                        <c:v>39587</c:v>
                      </c:pt>
                      <c:pt idx="1080">
                        <c:v>39588</c:v>
                      </c:pt>
                      <c:pt idx="1081">
                        <c:v>39589</c:v>
                      </c:pt>
                      <c:pt idx="1082">
                        <c:v>39590</c:v>
                      </c:pt>
                      <c:pt idx="1083">
                        <c:v>39591</c:v>
                      </c:pt>
                      <c:pt idx="1084">
                        <c:v>39594</c:v>
                      </c:pt>
                      <c:pt idx="1085">
                        <c:v>39595</c:v>
                      </c:pt>
                      <c:pt idx="1086">
                        <c:v>39596</c:v>
                      </c:pt>
                      <c:pt idx="1087">
                        <c:v>39597</c:v>
                      </c:pt>
                      <c:pt idx="1088">
                        <c:v>39598</c:v>
                      </c:pt>
                      <c:pt idx="1089">
                        <c:v>39601</c:v>
                      </c:pt>
                      <c:pt idx="1090">
                        <c:v>39602</c:v>
                      </c:pt>
                      <c:pt idx="1091">
                        <c:v>39603</c:v>
                      </c:pt>
                      <c:pt idx="1092">
                        <c:v>39604</c:v>
                      </c:pt>
                      <c:pt idx="1093">
                        <c:v>39605</c:v>
                      </c:pt>
                      <c:pt idx="1094">
                        <c:v>39608</c:v>
                      </c:pt>
                      <c:pt idx="1095">
                        <c:v>39609</c:v>
                      </c:pt>
                      <c:pt idx="1096">
                        <c:v>39610</c:v>
                      </c:pt>
                      <c:pt idx="1097">
                        <c:v>39611</c:v>
                      </c:pt>
                      <c:pt idx="1098">
                        <c:v>39612</c:v>
                      </c:pt>
                      <c:pt idx="1099">
                        <c:v>39615</c:v>
                      </c:pt>
                      <c:pt idx="1100">
                        <c:v>39616</c:v>
                      </c:pt>
                      <c:pt idx="1101">
                        <c:v>39617</c:v>
                      </c:pt>
                      <c:pt idx="1102">
                        <c:v>39618</c:v>
                      </c:pt>
                      <c:pt idx="1103">
                        <c:v>39619</c:v>
                      </c:pt>
                      <c:pt idx="1104">
                        <c:v>39622</c:v>
                      </c:pt>
                      <c:pt idx="1105">
                        <c:v>39623</c:v>
                      </c:pt>
                      <c:pt idx="1106">
                        <c:v>39624</c:v>
                      </c:pt>
                      <c:pt idx="1107">
                        <c:v>39625</c:v>
                      </c:pt>
                      <c:pt idx="1108">
                        <c:v>39626</c:v>
                      </c:pt>
                      <c:pt idx="1109">
                        <c:v>39629</c:v>
                      </c:pt>
                      <c:pt idx="1110">
                        <c:v>39630</c:v>
                      </c:pt>
                      <c:pt idx="1111">
                        <c:v>39631</c:v>
                      </c:pt>
                      <c:pt idx="1112">
                        <c:v>39632</c:v>
                      </c:pt>
                      <c:pt idx="1113">
                        <c:v>39633</c:v>
                      </c:pt>
                      <c:pt idx="1114">
                        <c:v>39636</c:v>
                      </c:pt>
                      <c:pt idx="1115">
                        <c:v>39637</c:v>
                      </c:pt>
                      <c:pt idx="1116">
                        <c:v>39638</c:v>
                      </c:pt>
                      <c:pt idx="1117">
                        <c:v>39639</c:v>
                      </c:pt>
                      <c:pt idx="1118">
                        <c:v>39640</c:v>
                      </c:pt>
                      <c:pt idx="1119">
                        <c:v>39643</c:v>
                      </c:pt>
                      <c:pt idx="1120">
                        <c:v>39644</c:v>
                      </c:pt>
                      <c:pt idx="1121">
                        <c:v>39645</c:v>
                      </c:pt>
                      <c:pt idx="1122">
                        <c:v>39646</c:v>
                      </c:pt>
                      <c:pt idx="1123">
                        <c:v>39647</c:v>
                      </c:pt>
                      <c:pt idx="1124">
                        <c:v>39650</c:v>
                      </c:pt>
                      <c:pt idx="1125">
                        <c:v>39651</c:v>
                      </c:pt>
                      <c:pt idx="1126">
                        <c:v>39652</c:v>
                      </c:pt>
                      <c:pt idx="1127">
                        <c:v>39653</c:v>
                      </c:pt>
                      <c:pt idx="1128">
                        <c:v>39654</c:v>
                      </c:pt>
                      <c:pt idx="1129">
                        <c:v>39657</c:v>
                      </c:pt>
                      <c:pt idx="1130">
                        <c:v>39658</c:v>
                      </c:pt>
                      <c:pt idx="1131">
                        <c:v>39659</c:v>
                      </c:pt>
                      <c:pt idx="1132">
                        <c:v>39660</c:v>
                      </c:pt>
                      <c:pt idx="1133">
                        <c:v>39661</c:v>
                      </c:pt>
                      <c:pt idx="1134">
                        <c:v>39664</c:v>
                      </c:pt>
                      <c:pt idx="1135">
                        <c:v>39665</c:v>
                      </c:pt>
                      <c:pt idx="1136">
                        <c:v>39666</c:v>
                      </c:pt>
                      <c:pt idx="1137">
                        <c:v>39667</c:v>
                      </c:pt>
                      <c:pt idx="1138">
                        <c:v>39668</c:v>
                      </c:pt>
                      <c:pt idx="1139">
                        <c:v>39671</c:v>
                      </c:pt>
                      <c:pt idx="1140">
                        <c:v>39672</c:v>
                      </c:pt>
                      <c:pt idx="1141">
                        <c:v>39673</c:v>
                      </c:pt>
                      <c:pt idx="1142">
                        <c:v>39674</c:v>
                      </c:pt>
                      <c:pt idx="1143">
                        <c:v>39675</c:v>
                      </c:pt>
                      <c:pt idx="1144">
                        <c:v>39678</c:v>
                      </c:pt>
                      <c:pt idx="1145">
                        <c:v>39679</c:v>
                      </c:pt>
                      <c:pt idx="1146">
                        <c:v>39680</c:v>
                      </c:pt>
                      <c:pt idx="1147">
                        <c:v>39681</c:v>
                      </c:pt>
                      <c:pt idx="1148">
                        <c:v>39682</c:v>
                      </c:pt>
                      <c:pt idx="1149">
                        <c:v>39685</c:v>
                      </c:pt>
                      <c:pt idx="1150">
                        <c:v>39686</c:v>
                      </c:pt>
                      <c:pt idx="1151">
                        <c:v>39687</c:v>
                      </c:pt>
                      <c:pt idx="1152">
                        <c:v>39688</c:v>
                      </c:pt>
                      <c:pt idx="1153">
                        <c:v>39689</c:v>
                      </c:pt>
                      <c:pt idx="1154">
                        <c:v>39692</c:v>
                      </c:pt>
                      <c:pt idx="1155">
                        <c:v>39693</c:v>
                      </c:pt>
                      <c:pt idx="1156">
                        <c:v>39694</c:v>
                      </c:pt>
                      <c:pt idx="1157">
                        <c:v>39695</c:v>
                      </c:pt>
                      <c:pt idx="1158">
                        <c:v>39696</c:v>
                      </c:pt>
                      <c:pt idx="1159">
                        <c:v>39699</c:v>
                      </c:pt>
                      <c:pt idx="1160">
                        <c:v>39700</c:v>
                      </c:pt>
                      <c:pt idx="1161">
                        <c:v>39701</c:v>
                      </c:pt>
                      <c:pt idx="1162">
                        <c:v>39702</c:v>
                      </c:pt>
                      <c:pt idx="1163">
                        <c:v>39703</c:v>
                      </c:pt>
                      <c:pt idx="1164">
                        <c:v>39706</c:v>
                      </c:pt>
                      <c:pt idx="1165">
                        <c:v>39707</c:v>
                      </c:pt>
                      <c:pt idx="1166">
                        <c:v>39708</c:v>
                      </c:pt>
                      <c:pt idx="1167">
                        <c:v>39709</c:v>
                      </c:pt>
                      <c:pt idx="1168">
                        <c:v>39710</c:v>
                      </c:pt>
                      <c:pt idx="1169">
                        <c:v>39713</c:v>
                      </c:pt>
                      <c:pt idx="1170">
                        <c:v>39714</c:v>
                      </c:pt>
                      <c:pt idx="1171">
                        <c:v>39715</c:v>
                      </c:pt>
                      <c:pt idx="1172">
                        <c:v>39716</c:v>
                      </c:pt>
                      <c:pt idx="1173">
                        <c:v>39717</c:v>
                      </c:pt>
                      <c:pt idx="1174">
                        <c:v>39720</c:v>
                      </c:pt>
                      <c:pt idx="1175">
                        <c:v>39721</c:v>
                      </c:pt>
                      <c:pt idx="1176">
                        <c:v>39722</c:v>
                      </c:pt>
                      <c:pt idx="1177">
                        <c:v>39723</c:v>
                      </c:pt>
                      <c:pt idx="1178">
                        <c:v>39724</c:v>
                      </c:pt>
                      <c:pt idx="1179">
                        <c:v>39727</c:v>
                      </c:pt>
                      <c:pt idx="1180">
                        <c:v>39728</c:v>
                      </c:pt>
                      <c:pt idx="1181">
                        <c:v>39729</c:v>
                      </c:pt>
                      <c:pt idx="1182">
                        <c:v>39730</c:v>
                      </c:pt>
                      <c:pt idx="1183">
                        <c:v>39731</c:v>
                      </c:pt>
                      <c:pt idx="1184">
                        <c:v>39734</c:v>
                      </c:pt>
                      <c:pt idx="1185">
                        <c:v>39735</c:v>
                      </c:pt>
                      <c:pt idx="1186">
                        <c:v>39736</c:v>
                      </c:pt>
                      <c:pt idx="1187">
                        <c:v>39737</c:v>
                      </c:pt>
                      <c:pt idx="1188">
                        <c:v>39738</c:v>
                      </c:pt>
                      <c:pt idx="1189">
                        <c:v>39741</c:v>
                      </c:pt>
                      <c:pt idx="1190">
                        <c:v>39742</c:v>
                      </c:pt>
                      <c:pt idx="1191">
                        <c:v>39743</c:v>
                      </c:pt>
                      <c:pt idx="1192">
                        <c:v>39744</c:v>
                      </c:pt>
                      <c:pt idx="1193">
                        <c:v>39745</c:v>
                      </c:pt>
                      <c:pt idx="1194">
                        <c:v>39748</c:v>
                      </c:pt>
                      <c:pt idx="1195">
                        <c:v>39749</c:v>
                      </c:pt>
                      <c:pt idx="1196">
                        <c:v>39750</c:v>
                      </c:pt>
                      <c:pt idx="1197">
                        <c:v>39751</c:v>
                      </c:pt>
                      <c:pt idx="1198">
                        <c:v>39752</c:v>
                      </c:pt>
                      <c:pt idx="1199">
                        <c:v>39755</c:v>
                      </c:pt>
                      <c:pt idx="1200">
                        <c:v>39756</c:v>
                      </c:pt>
                      <c:pt idx="1201">
                        <c:v>39757</c:v>
                      </c:pt>
                      <c:pt idx="1202">
                        <c:v>39758</c:v>
                      </c:pt>
                      <c:pt idx="1203">
                        <c:v>39759</c:v>
                      </c:pt>
                      <c:pt idx="1204">
                        <c:v>39762</c:v>
                      </c:pt>
                      <c:pt idx="1205">
                        <c:v>39763</c:v>
                      </c:pt>
                      <c:pt idx="1206">
                        <c:v>39764</c:v>
                      </c:pt>
                      <c:pt idx="1207">
                        <c:v>39765</c:v>
                      </c:pt>
                      <c:pt idx="1208">
                        <c:v>39766</c:v>
                      </c:pt>
                      <c:pt idx="1209">
                        <c:v>39769</c:v>
                      </c:pt>
                      <c:pt idx="1210">
                        <c:v>39770</c:v>
                      </c:pt>
                      <c:pt idx="1211">
                        <c:v>39771</c:v>
                      </c:pt>
                      <c:pt idx="1212">
                        <c:v>39772</c:v>
                      </c:pt>
                      <c:pt idx="1213">
                        <c:v>39773</c:v>
                      </c:pt>
                      <c:pt idx="1214">
                        <c:v>39776</c:v>
                      </c:pt>
                      <c:pt idx="1215">
                        <c:v>39777</c:v>
                      </c:pt>
                      <c:pt idx="1216">
                        <c:v>39778</c:v>
                      </c:pt>
                      <c:pt idx="1217">
                        <c:v>39779</c:v>
                      </c:pt>
                      <c:pt idx="1218">
                        <c:v>39780</c:v>
                      </c:pt>
                      <c:pt idx="1219">
                        <c:v>39783</c:v>
                      </c:pt>
                      <c:pt idx="1220">
                        <c:v>39784</c:v>
                      </c:pt>
                      <c:pt idx="1221">
                        <c:v>39785</c:v>
                      </c:pt>
                      <c:pt idx="1222">
                        <c:v>39786</c:v>
                      </c:pt>
                      <c:pt idx="1223">
                        <c:v>39787</c:v>
                      </c:pt>
                      <c:pt idx="1224">
                        <c:v>39790</c:v>
                      </c:pt>
                      <c:pt idx="1225">
                        <c:v>39791</c:v>
                      </c:pt>
                      <c:pt idx="1226">
                        <c:v>39792</c:v>
                      </c:pt>
                      <c:pt idx="1227">
                        <c:v>39793</c:v>
                      </c:pt>
                      <c:pt idx="1228">
                        <c:v>39794</c:v>
                      </c:pt>
                      <c:pt idx="1229">
                        <c:v>39797</c:v>
                      </c:pt>
                      <c:pt idx="1230">
                        <c:v>39798</c:v>
                      </c:pt>
                      <c:pt idx="1231">
                        <c:v>39799</c:v>
                      </c:pt>
                      <c:pt idx="1232">
                        <c:v>39800</c:v>
                      </c:pt>
                      <c:pt idx="1233">
                        <c:v>39801</c:v>
                      </c:pt>
                      <c:pt idx="1234">
                        <c:v>39804</c:v>
                      </c:pt>
                      <c:pt idx="1235">
                        <c:v>39805</c:v>
                      </c:pt>
                      <c:pt idx="1236">
                        <c:v>39806</c:v>
                      </c:pt>
                      <c:pt idx="1237">
                        <c:v>39808</c:v>
                      </c:pt>
                      <c:pt idx="1238">
                        <c:v>39811</c:v>
                      </c:pt>
                      <c:pt idx="1239">
                        <c:v>39812</c:v>
                      </c:pt>
                      <c:pt idx="1240">
                        <c:v>39813</c:v>
                      </c:pt>
                      <c:pt idx="1241">
                        <c:v>39814</c:v>
                      </c:pt>
                      <c:pt idx="1242">
                        <c:v>39815</c:v>
                      </c:pt>
                      <c:pt idx="1243">
                        <c:v>39818</c:v>
                      </c:pt>
                      <c:pt idx="1244">
                        <c:v>39819</c:v>
                      </c:pt>
                      <c:pt idx="1245">
                        <c:v>39820</c:v>
                      </c:pt>
                      <c:pt idx="1246">
                        <c:v>39821</c:v>
                      </c:pt>
                      <c:pt idx="1247">
                        <c:v>39822</c:v>
                      </c:pt>
                      <c:pt idx="1248">
                        <c:v>39825</c:v>
                      </c:pt>
                      <c:pt idx="1249">
                        <c:v>39826</c:v>
                      </c:pt>
                      <c:pt idx="1250">
                        <c:v>39827</c:v>
                      </c:pt>
                      <c:pt idx="1251">
                        <c:v>39828</c:v>
                      </c:pt>
                      <c:pt idx="1252">
                        <c:v>39829</c:v>
                      </c:pt>
                      <c:pt idx="1253">
                        <c:v>39832</c:v>
                      </c:pt>
                      <c:pt idx="1254">
                        <c:v>39833</c:v>
                      </c:pt>
                      <c:pt idx="1255">
                        <c:v>39834</c:v>
                      </c:pt>
                      <c:pt idx="1256">
                        <c:v>39835</c:v>
                      </c:pt>
                      <c:pt idx="1257">
                        <c:v>39836</c:v>
                      </c:pt>
                      <c:pt idx="1258">
                        <c:v>39839</c:v>
                      </c:pt>
                      <c:pt idx="1259">
                        <c:v>39840</c:v>
                      </c:pt>
                      <c:pt idx="1260">
                        <c:v>39841</c:v>
                      </c:pt>
                      <c:pt idx="1261">
                        <c:v>39842</c:v>
                      </c:pt>
                      <c:pt idx="1262">
                        <c:v>39843</c:v>
                      </c:pt>
                      <c:pt idx="1263">
                        <c:v>39846</c:v>
                      </c:pt>
                      <c:pt idx="1264">
                        <c:v>39847</c:v>
                      </c:pt>
                      <c:pt idx="1265">
                        <c:v>39848</c:v>
                      </c:pt>
                      <c:pt idx="1266">
                        <c:v>39849</c:v>
                      </c:pt>
                      <c:pt idx="1267">
                        <c:v>39850</c:v>
                      </c:pt>
                      <c:pt idx="1268">
                        <c:v>39853</c:v>
                      </c:pt>
                      <c:pt idx="1269">
                        <c:v>39854</c:v>
                      </c:pt>
                      <c:pt idx="1270">
                        <c:v>39855</c:v>
                      </c:pt>
                      <c:pt idx="1271">
                        <c:v>39856</c:v>
                      </c:pt>
                      <c:pt idx="1272">
                        <c:v>39857</c:v>
                      </c:pt>
                      <c:pt idx="1273">
                        <c:v>39860</c:v>
                      </c:pt>
                      <c:pt idx="1274">
                        <c:v>39861</c:v>
                      </c:pt>
                      <c:pt idx="1275">
                        <c:v>39862</c:v>
                      </c:pt>
                      <c:pt idx="1276">
                        <c:v>39863</c:v>
                      </c:pt>
                      <c:pt idx="1277">
                        <c:v>39864</c:v>
                      </c:pt>
                      <c:pt idx="1278">
                        <c:v>39867</c:v>
                      </c:pt>
                      <c:pt idx="1279">
                        <c:v>39868</c:v>
                      </c:pt>
                      <c:pt idx="1280">
                        <c:v>39869</c:v>
                      </c:pt>
                      <c:pt idx="1281">
                        <c:v>39870</c:v>
                      </c:pt>
                      <c:pt idx="1282">
                        <c:v>39871</c:v>
                      </c:pt>
                      <c:pt idx="1283">
                        <c:v>39874</c:v>
                      </c:pt>
                      <c:pt idx="1284">
                        <c:v>39875</c:v>
                      </c:pt>
                      <c:pt idx="1285">
                        <c:v>39876</c:v>
                      </c:pt>
                      <c:pt idx="1286">
                        <c:v>39877</c:v>
                      </c:pt>
                      <c:pt idx="1287">
                        <c:v>39878</c:v>
                      </c:pt>
                      <c:pt idx="1288">
                        <c:v>39881</c:v>
                      </c:pt>
                      <c:pt idx="1289">
                        <c:v>39882</c:v>
                      </c:pt>
                      <c:pt idx="1290">
                        <c:v>39883</c:v>
                      </c:pt>
                      <c:pt idx="1291">
                        <c:v>39884</c:v>
                      </c:pt>
                      <c:pt idx="1292">
                        <c:v>39885</c:v>
                      </c:pt>
                      <c:pt idx="1293">
                        <c:v>39888</c:v>
                      </c:pt>
                      <c:pt idx="1294">
                        <c:v>39889</c:v>
                      </c:pt>
                      <c:pt idx="1295">
                        <c:v>39890</c:v>
                      </c:pt>
                      <c:pt idx="1296">
                        <c:v>39891</c:v>
                      </c:pt>
                      <c:pt idx="1297">
                        <c:v>39892</c:v>
                      </c:pt>
                      <c:pt idx="1298">
                        <c:v>39895</c:v>
                      </c:pt>
                      <c:pt idx="1299">
                        <c:v>39896</c:v>
                      </c:pt>
                      <c:pt idx="1300">
                        <c:v>39897</c:v>
                      </c:pt>
                      <c:pt idx="1301">
                        <c:v>39898</c:v>
                      </c:pt>
                      <c:pt idx="1302">
                        <c:v>39899</c:v>
                      </c:pt>
                      <c:pt idx="1303">
                        <c:v>39902</c:v>
                      </c:pt>
                      <c:pt idx="1304">
                        <c:v>39903</c:v>
                      </c:pt>
                      <c:pt idx="1305">
                        <c:v>39904</c:v>
                      </c:pt>
                      <c:pt idx="1306">
                        <c:v>39905</c:v>
                      </c:pt>
                      <c:pt idx="1307">
                        <c:v>39906</c:v>
                      </c:pt>
                      <c:pt idx="1308">
                        <c:v>39909</c:v>
                      </c:pt>
                      <c:pt idx="1309">
                        <c:v>39910</c:v>
                      </c:pt>
                      <c:pt idx="1310">
                        <c:v>39911</c:v>
                      </c:pt>
                      <c:pt idx="1311">
                        <c:v>39912</c:v>
                      </c:pt>
                      <c:pt idx="1312">
                        <c:v>39913</c:v>
                      </c:pt>
                      <c:pt idx="1313">
                        <c:v>39916</c:v>
                      </c:pt>
                      <c:pt idx="1314">
                        <c:v>39917</c:v>
                      </c:pt>
                      <c:pt idx="1315">
                        <c:v>39918</c:v>
                      </c:pt>
                      <c:pt idx="1316">
                        <c:v>39919</c:v>
                      </c:pt>
                      <c:pt idx="1317">
                        <c:v>39920</c:v>
                      </c:pt>
                      <c:pt idx="1318">
                        <c:v>39923</c:v>
                      </c:pt>
                      <c:pt idx="1319">
                        <c:v>39924</c:v>
                      </c:pt>
                      <c:pt idx="1320">
                        <c:v>39925</c:v>
                      </c:pt>
                      <c:pt idx="1321">
                        <c:v>39926</c:v>
                      </c:pt>
                      <c:pt idx="1322">
                        <c:v>39927</c:v>
                      </c:pt>
                      <c:pt idx="1323">
                        <c:v>39930</c:v>
                      </c:pt>
                      <c:pt idx="1324">
                        <c:v>39931</c:v>
                      </c:pt>
                      <c:pt idx="1325">
                        <c:v>39932</c:v>
                      </c:pt>
                      <c:pt idx="1326">
                        <c:v>39933</c:v>
                      </c:pt>
                      <c:pt idx="1327">
                        <c:v>39934</c:v>
                      </c:pt>
                      <c:pt idx="1328">
                        <c:v>39937</c:v>
                      </c:pt>
                      <c:pt idx="1329">
                        <c:v>39938</c:v>
                      </c:pt>
                      <c:pt idx="1330">
                        <c:v>39939</c:v>
                      </c:pt>
                      <c:pt idx="1331">
                        <c:v>39940</c:v>
                      </c:pt>
                      <c:pt idx="1332">
                        <c:v>39941</c:v>
                      </c:pt>
                      <c:pt idx="1333">
                        <c:v>39944</c:v>
                      </c:pt>
                      <c:pt idx="1334">
                        <c:v>39945</c:v>
                      </c:pt>
                      <c:pt idx="1335">
                        <c:v>39946</c:v>
                      </c:pt>
                      <c:pt idx="1336">
                        <c:v>39947</c:v>
                      </c:pt>
                      <c:pt idx="1337">
                        <c:v>39948</c:v>
                      </c:pt>
                      <c:pt idx="1338">
                        <c:v>39951</c:v>
                      </c:pt>
                      <c:pt idx="1339">
                        <c:v>39952</c:v>
                      </c:pt>
                      <c:pt idx="1340">
                        <c:v>39953</c:v>
                      </c:pt>
                      <c:pt idx="1341">
                        <c:v>39954</c:v>
                      </c:pt>
                      <c:pt idx="1342">
                        <c:v>39955</c:v>
                      </c:pt>
                      <c:pt idx="1343">
                        <c:v>39958</c:v>
                      </c:pt>
                      <c:pt idx="1344">
                        <c:v>39959</c:v>
                      </c:pt>
                      <c:pt idx="1345">
                        <c:v>39960</c:v>
                      </c:pt>
                      <c:pt idx="1346">
                        <c:v>39961</c:v>
                      </c:pt>
                      <c:pt idx="1347">
                        <c:v>39962</c:v>
                      </c:pt>
                      <c:pt idx="1348">
                        <c:v>39965</c:v>
                      </c:pt>
                      <c:pt idx="1349">
                        <c:v>39966</c:v>
                      </c:pt>
                      <c:pt idx="1350">
                        <c:v>39967</c:v>
                      </c:pt>
                      <c:pt idx="1351">
                        <c:v>39968</c:v>
                      </c:pt>
                      <c:pt idx="1352">
                        <c:v>39969</c:v>
                      </c:pt>
                      <c:pt idx="1353">
                        <c:v>39972</c:v>
                      </c:pt>
                      <c:pt idx="1354">
                        <c:v>39973</c:v>
                      </c:pt>
                      <c:pt idx="1355">
                        <c:v>39974</c:v>
                      </c:pt>
                      <c:pt idx="1356">
                        <c:v>39975</c:v>
                      </c:pt>
                      <c:pt idx="1357">
                        <c:v>39976</c:v>
                      </c:pt>
                      <c:pt idx="1358">
                        <c:v>39979</c:v>
                      </c:pt>
                      <c:pt idx="1359">
                        <c:v>39980</c:v>
                      </c:pt>
                      <c:pt idx="1360">
                        <c:v>39981</c:v>
                      </c:pt>
                      <c:pt idx="1361">
                        <c:v>39982</c:v>
                      </c:pt>
                      <c:pt idx="1362">
                        <c:v>39983</c:v>
                      </c:pt>
                      <c:pt idx="1363">
                        <c:v>39986</c:v>
                      </c:pt>
                      <c:pt idx="1364">
                        <c:v>39987</c:v>
                      </c:pt>
                      <c:pt idx="1365">
                        <c:v>39988</c:v>
                      </c:pt>
                      <c:pt idx="1366">
                        <c:v>39989</c:v>
                      </c:pt>
                      <c:pt idx="1367">
                        <c:v>39990</c:v>
                      </c:pt>
                      <c:pt idx="1368">
                        <c:v>39993</c:v>
                      </c:pt>
                      <c:pt idx="1369">
                        <c:v>39994</c:v>
                      </c:pt>
                      <c:pt idx="1370">
                        <c:v>39995</c:v>
                      </c:pt>
                      <c:pt idx="1371">
                        <c:v>39996</c:v>
                      </c:pt>
                      <c:pt idx="1372">
                        <c:v>39997</c:v>
                      </c:pt>
                      <c:pt idx="1373">
                        <c:v>40000</c:v>
                      </c:pt>
                      <c:pt idx="1374">
                        <c:v>40001</c:v>
                      </c:pt>
                      <c:pt idx="1375">
                        <c:v>40002</c:v>
                      </c:pt>
                      <c:pt idx="1376">
                        <c:v>40003</c:v>
                      </c:pt>
                      <c:pt idx="1377">
                        <c:v>40004</c:v>
                      </c:pt>
                      <c:pt idx="1378">
                        <c:v>40007</c:v>
                      </c:pt>
                      <c:pt idx="1379">
                        <c:v>40008</c:v>
                      </c:pt>
                      <c:pt idx="1380">
                        <c:v>40009</c:v>
                      </c:pt>
                      <c:pt idx="1381">
                        <c:v>40010</c:v>
                      </c:pt>
                      <c:pt idx="1382">
                        <c:v>40011</c:v>
                      </c:pt>
                      <c:pt idx="1383">
                        <c:v>40014</c:v>
                      </c:pt>
                      <c:pt idx="1384">
                        <c:v>40015</c:v>
                      </c:pt>
                      <c:pt idx="1385">
                        <c:v>40016</c:v>
                      </c:pt>
                      <c:pt idx="1386">
                        <c:v>40017</c:v>
                      </c:pt>
                      <c:pt idx="1387">
                        <c:v>40018</c:v>
                      </c:pt>
                      <c:pt idx="1388">
                        <c:v>40021</c:v>
                      </c:pt>
                      <c:pt idx="1389">
                        <c:v>40022</c:v>
                      </c:pt>
                      <c:pt idx="1390">
                        <c:v>40023</c:v>
                      </c:pt>
                      <c:pt idx="1391">
                        <c:v>40024</c:v>
                      </c:pt>
                      <c:pt idx="1392">
                        <c:v>40025</c:v>
                      </c:pt>
                      <c:pt idx="1393">
                        <c:v>40028</c:v>
                      </c:pt>
                      <c:pt idx="1394">
                        <c:v>40029</c:v>
                      </c:pt>
                      <c:pt idx="1395">
                        <c:v>40030</c:v>
                      </c:pt>
                      <c:pt idx="1396">
                        <c:v>40031</c:v>
                      </c:pt>
                      <c:pt idx="1397">
                        <c:v>40032</c:v>
                      </c:pt>
                      <c:pt idx="1398">
                        <c:v>40035</c:v>
                      </c:pt>
                      <c:pt idx="1399">
                        <c:v>40036</c:v>
                      </c:pt>
                      <c:pt idx="1400">
                        <c:v>40037</c:v>
                      </c:pt>
                      <c:pt idx="1401">
                        <c:v>40038</c:v>
                      </c:pt>
                      <c:pt idx="1402">
                        <c:v>40039</c:v>
                      </c:pt>
                      <c:pt idx="1403">
                        <c:v>40042</c:v>
                      </c:pt>
                      <c:pt idx="1404">
                        <c:v>40043</c:v>
                      </c:pt>
                      <c:pt idx="1405">
                        <c:v>40044</c:v>
                      </c:pt>
                      <c:pt idx="1406">
                        <c:v>40045</c:v>
                      </c:pt>
                      <c:pt idx="1407">
                        <c:v>40046</c:v>
                      </c:pt>
                      <c:pt idx="1408">
                        <c:v>40049</c:v>
                      </c:pt>
                      <c:pt idx="1409">
                        <c:v>40050</c:v>
                      </c:pt>
                      <c:pt idx="1410">
                        <c:v>40051</c:v>
                      </c:pt>
                      <c:pt idx="1411">
                        <c:v>40052</c:v>
                      </c:pt>
                      <c:pt idx="1412">
                        <c:v>40053</c:v>
                      </c:pt>
                      <c:pt idx="1413">
                        <c:v>40056</c:v>
                      </c:pt>
                      <c:pt idx="1414">
                        <c:v>40057</c:v>
                      </c:pt>
                      <c:pt idx="1415">
                        <c:v>40058</c:v>
                      </c:pt>
                      <c:pt idx="1416">
                        <c:v>40059</c:v>
                      </c:pt>
                      <c:pt idx="1417">
                        <c:v>40060</c:v>
                      </c:pt>
                      <c:pt idx="1418">
                        <c:v>40063</c:v>
                      </c:pt>
                      <c:pt idx="1419">
                        <c:v>40064</c:v>
                      </c:pt>
                      <c:pt idx="1420">
                        <c:v>40065</c:v>
                      </c:pt>
                      <c:pt idx="1421">
                        <c:v>40066</c:v>
                      </c:pt>
                      <c:pt idx="1422">
                        <c:v>40067</c:v>
                      </c:pt>
                      <c:pt idx="1423">
                        <c:v>40070</c:v>
                      </c:pt>
                      <c:pt idx="1424">
                        <c:v>40071</c:v>
                      </c:pt>
                      <c:pt idx="1425">
                        <c:v>40072</c:v>
                      </c:pt>
                      <c:pt idx="1426">
                        <c:v>40073</c:v>
                      </c:pt>
                      <c:pt idx="1427">
                        <c:v>40074</c:v>
                      </c:pt>
                      <c:pt idx="1428">
                        <c:v>40077</c:v>
                      </c:pt>
                      <c:pt idx="1429">
                        <c:v>40078</c:v>
                      </c:pt>
                      <c:pt idx="1430">
                        <c:v>40079</c:v>
                      </c:pt>
                      <c:pt idx="1431">
                        <c:v>40080</c:v>
                      </c:pt>
                      <c:pt idx="1432">
                        <c:v>40081</c:v>
                      </c:pt>
                      <c:pt idx="1433">
                        <c:v>40084</c:v>
                      </c:pt>
                      <c:pt idx="1434">
                        <c:v>40085</c:v>
                      </c:pt>
                      <c:pt idx="1435">
                        <c:v>40086</c:v>
                      </c:pt>
                      <c:pt idx="1436">
                        <c:v>40087</c:v>
                      </c:pt>
                      <c:pt idx="1437">
                        <c:v>40088</c:v>
                      </c:pt>
                      <c:pt idx="1438">
                        <c:v>40091</c:v>
                      </c:pt>
                      <c:pt idx="1439">
                        <c:v>40092</c:v>
                      </c:pt>
                      <c:pt idx="1440">
                        <c:v>40093</c:v>
                      </c:pt>
                      <c:pt idx="1441">
                        <c:v>40094</c:v>
                      </c:pt>
                      <c:pt idx="1442">
                        <c:v>40095</c:v>
                      </c:pt>
                      <c:pt idx="1443">
                        <c:v>40098</c:v>
                      </c:pt>
                      <c:pt idx="1444">
                        <c:v>40099</c:v>
                      </c:pt>
                      <c:pt idx="1445">
                        <c:v>40100</c:v>
                      </c:pt>
                      <c:pt idx="1446">
                        <c:v>40101</c:v>
                      </c:pt>
                      <c:pt idx="1447">
                        <c:v>40102</c:v>
                      </c:pt>
                      <c:pt idx="1448">
                        <c:v>40105</c:v>
                      </c:pt>
                      <c:pt idx="1449">
                        <c:v>40106</c:v>
                      </c:pt>
                      <c:pt idx="1450">
                        <c:v>40107</c:v>
                      </c:pt>
                      <c:pt idx="1451">
                        <c:v>40108</c:v>
                      </c:pt>
                      <c:pt idx="1452">
                        <c:v>40109</c:v>
                      </c:pt>
                      <c:pt idx="1453">
                        <c:v>40112</c:v>
                      </c:pt>
                      <c:pt idx="1454">
                        <c:v>40113</c:v>
                      </c:pt>
                      <c:pt idx="1455">
                        <c:v>40114</c:v>
                      </c:pt>
                      <c:pt idx="1456">
                        <c:v>40115</c:v>
                      </c:pt>
                      <c:pt idx="1457">
                        <c:v>40116</c:v>
                      </c:pt>
                      <c:pt idx="1458">
                        <c:v>40119</c:v>
                      </c:pt>
                      <c:pt idx="1459">
                        <c:v>40120</c:v>
                      </c:pt>
                      <c:pt idx="1460">
                        <c:v>40121</c:v>
                      </c:pt>
                      <c:pt idx="1461">
                        <c:v>40122</c:v>
                      </c:pt>
                      <c:pt idx="1462">
                        <c:v>40123</c:v>
                      </c:pt>
                      <c:pt idx="1463">
                        <c:v>40126</c:v>
                      </c:pt>
                      <c:pt idx="1464">
                        <c:v>40127</c:v>
                      </c:pt>
                      <c:pt idx="1465">
                        <c:v>40128</c:v>
                      </c:pt>
                      <c:pt idx="1466">
                        <c:v>40129</c:v>
                      </c:pt>
                      <c:pt idx="1467">
                        <c:v>40130</c:v>
                      </c:pt>
                      <c:pt idx="1468">
                        <c:v>40133</c:v>
                      </c:pt>
                      <c:pt idx="1469">
                        <c:v>40134</c:v>
                      </c:pt>
                      <c:pt idx="1470">
                        <c:v>40135</c:v>
                      </c:pt>
                      <c:pt idx="1471">
                        <c:v>40136</c:v>
                      </c:pt>
                      <c:pt idx="1472">
                        <c:v>40137</c:v>
                      </c:pt>
                      <c:pt idx="1473">
                        <c:v>40140</c:v>
                      </c:pt>
                      <c:pt idx="1474">
                        <c:v>40141</c:v>
                      </c:pt>
                      <c:pt idx="1475">
                        <c:v>40142</c:v>
                      </c:pt>
                      <c:pt idx="1476">
                        <c:v>40143</c:v>
                      </c:pt>
                      <c:pt idx="1477">
                        <c:v>40144</c:v>
                      </c:pt>
                      <c:pt idx="1478">
                        <c:v>40147</c:v>
                      </c:pt>
                      <c:pt idx="1479">
                        <c:v>40148</c:v>
                      </c:pt>
                      <c:pt idx="1480">
                        <c:v>40149</c:v>
                      </c:pt>
                      <c:pt idx="1481">
                        <c:v>40150</c:v>
                      </c:pt>
                      <c:pt idx="1482">
                        <c:v>40151</c:v>
                      </c:pt>
                      <c:pt idx="1483">
                        <c:v>40154</c:v>
                      </c:pt>
                      <c:pt idx="1484">
                        <c:v>40155</c:v>
                      </c:pt>
                      <c:pt idx="1485">
                        <c:v>40156</c:v>
                      </c:pt>
                      <c:pt idx="1486">
                        <c:v>40157</c:v>
                      </c:pt>
                      <c:pt idx="1487">
                        <c:v>40158</c:v>
                      </c:pt>
                      <c:pt idx="1488">
                        <c:v>40161</c:v>
                      </c:pt>
                      <c:pt idx="1489">
                        <c:v>40162</c:v>
                      </c:pt>
                      <c:pt idx="1490">
                        <c:v>40163</c:v>
                      </c:pt>
                      <c:pt idx="1491">
                        <c:v>40164</c:v>
                      </c:pt>
                      <c:pt idx="1492">
                        <c:v>40165</c:v>
                      </c:pt>
                      <c:pt idx="1493">
                        <c:v>40168</c:v>
                      </c:pt>
                      <c:pt idx="1494">
                        <c:v>40169</c:v>
                      </c:pt>
                      <c:pt idx="1495">
                        <c:v>40170</c:v>
                      </c:pt>
                      <c:pt idx="1496">
                        <c:v>40171</c:v>
                      </c:pt>
                      <c:pt idx="1497">
                        <c:v>40172</c:v>
                      </c:pt>
                      <c:pt idx="1498">
                        <c:v>40175</c:v>
                      </c:pt>
                      <c:pt idx="1499">
                        <c:v>40176</c:v>
                      </c:pt>
                      <c:pt idx="1500">
                        <c:v>40177</c:v>
                      </c:pt>
                      <c:pt idx="1501">
                        <c:v>40178</c:v>
                      </c:pt>
                      <c:pt idx="1502">
                        <c:v>40179</c:v>
                      </c:pt>
                      <c:pt idx="1503">
                        <c:v>40182</c:v>
                      </c:pt>
                      <c:pt idx="1504">
                        <c:v>40183</c:v>
                      </c:pt>
                      <c:pt idx="1505">
                        <c:v>40184</c:v>
                      </c:pt>
                      <c:pt idx="1506">
                        <c:v>40185</c:v>
                      </c:pt>
                      <c:pt idx="1507">
                        <c:v>40186</c:v>
                      </c:pt>
                      <c:pt idx="1508">
                        <c:v>40189</c:v>
                      </c:pt>
                      <c:pt idx="1509">
                        <c:v>40190</c:v>
                      </c:pt>
                      <c:pt idx="1510">
                        <c:v>40191</c:v>
                      </c:pt>
                      <c:pt idx="1511">
                        <c:v>40192</c:v>
                      </c:pt>
                      <c:pt idx="1512">
                        <c:v>40193</c:v>
                      </c:pt>
                      <c:pt idx="1513">
                        <c:v>40196</c:v>
                      </c:pt>
                      <c:pt idx="1514">
                        <c:v>40197</c:v>
                      </c:pt>
                      <c:pt idx="1515">
                        <c:v>40198</c:v>
                      </c:pt>
                      <c:pt idx="1516">
                        <c:v>40199</c:v>
                      </c:pt>
                      <c:pt idx="1517">
                        <c:v>40200</c:v>
                      </c:pt>
                      <c:pt idx="1518">
                        <c:v>40203</c:v>
                      </c:pt>
                      <c:pt idx="1519">
                        <c:v>40204</c:v>
                      </c:pt>
                      <c:pt idx="1520">
                        <c:v>40205</c:v>
                      </c:pt>
                      <c:pt idx="1521">
                        <c:v>40206</c:v>
                      </c:pt>
                      <c:pt idx="1522">
                        <c:v>40207</c:v>
                      </c:pt>
                      <c:pt idx="1523">
                        <c:v>40210</c:v>
                      </c:pt>
                      <c:pt idx="1524">
                        <c:v>40211</c:v>
                      </c:pt>
                      <c:pt idx="1525">
                        <c:v>40212</c:v>
                      </c:pt>
                      <c:pt idx="1526">
                        <c:v>40213</c:v>
                      </c:pt>
                      <c:pt idx="1527">
                        <c:v>40214</c:v>
                      </c:pt>
                      <c:pt idx="1528">
                        <c:v>40217</c:v>
                      </c:pt>
                      <c:pt idx="1529">
                        <c:v>40218</c:v>
                      </c:pt>
                      <c:pt idx="1530">
                        <c:v>40219</c:v>
                      </c:pt>
                      <c:pt idx="1531">
                        <c:v>40220</c:v>
                      </c:pt>
                      <c:pt idx="1532">
                        <c:v>40221</c:v>
                      </c:pt>
                      <c:pt idx="1533">
                        <c:v>40224</c:v>
                      </c:pt>
                      <c:pt idx="1534">
                        <c:v>40225</c:v>
                      </c:pt>
                      <c:pt idx="1535">
                        <c:v>40226</c:v>
                      </c:pt>
                      <c:pt idx="1536">
                        <c:v>40227</c:v>
                      </c:pt>
                      <c:pt idx="1537">
                        <c:v>40228</c:v>
                      </c:pt>
                      <c:pt idx="1538">
                        <c:v>40231</c:v>
                      </c:pt>
                      <c:pt idx="1539">
                        <c:v>40232</c:v>
                      </c:pt>
                      <c:pt idx="1540">
                        <c:v>40233</c:v>
                      </c:pt>
                      <c:pt idx="1541">
                        <c:v>40234</c:v>
                      </c:pt>
                      <c:pt idx="1542">
                        <c:v>40235</c:v>
                      </c:pt>
                      <c:pt idx="1543">
                        <c:v>40238</c:v>
                      </c:pt>
                      <c:pt idx="1544">
                        <c:v>40239</c:v>
                      </c:pt>
                      <c:pt idx="1545">
                        <c:v>40240</c:v>
                      </c:pt>
                      <c:pt idx="1546">
                        <c:v>40241</c:v>
                      </c:pt>
                      <c:pt idx="1547">
                        <c:v>40242</c:v>
                      </c:pt>
                      <c:pt idx="1548">
                        <c:v>40245</c:v>
                      </c:pt>
                      <c:pt idx="1549">
                        <c:v>40246</c:v>
                      </c:pt>
                      <c:pt idx="1550">
                        <c:v>40247</c:v>
                      </c:pt>
                      <c:pt idx="1551">
                        <c:v>40248</c:v>
                      </c:pt>
                      <c:pt idx="1552">
                        <c:v>40249</c:v>
                      </c:pt>
                      <c:pt idx="1553">
                        <c:v>40252</c:v>
                      </c:pt>
                      <c:pt idx="1554">
                        <c:v>40253</c:v>
                      </c:pt>
                      <c:pt idx="1555">
                        <c:v>40254</c:v>
                      </c:pt>
                      <c:pt idx="1556">
                        <c:v>40255</c:v>
                      </c:pt>
                      <c:pt idx="1557">
                        <c:v>40256</c:v>
                      </c:pt>
                      <c:pt idx="1558">
                        <c:v>40259</c:v>
                      </c:pt>
                      <c:pt idx="1559">
                        <c:v>40260</c:v>
                      </c:pt>
                      <c:pt idx="1560">
                        <c:v>40261</c:v>
                      </c:pt>
                      <c:pt idx="1561">
                        <c:v>40262</c:v>
                      </c:pt>
                      <c:pt idx="1562">
                        <c:v>40263</c:v>
                      </c:pt>
                      <c:pt idx="1563">
                        <c:v>40266</c:v>
                      </c:pt>
                      <c:pt idx="1564">
                        <c:v>40267</c:v>
                      </c:pt>
                      <c:pt idx="1565">
                        <c:v>40268</c:v>
                      </c:pt>
                      <c:pt idx="1566">
                        <c:v>40269</c:v>
                      </c:pt>
                      <c:pt idx="1567">
                        <c:v>40270</c:v>
                      </c:pt>
                      <c:pt idx="1568">
                        <c:v>40273</c:v>
                      </c:pt>
                      <c:pt idx="1569">
                        <c:v>40274</c:v>
                      </c:pt>
                      <c:pt idx="1570">
                        <c:v>40275</c:v>
                      </c:pt>
                      <c:pt idx="1571">
                        <c:v>40276</c:v>
                      </c:pt>
                      <c:pt idx="1572">
                        <c:v>40277</c:v>
                      </c:pt>
                      <c:pt idx="1573">
                        <c:v>40280</c:v>
                      </c:pt>
                      <c:pt idx="1574">
                        <c:v>40281</c:v>
                      </c:pt>
                      <c:pt idx="1575">
                        <c:v>40282</c:v>
                      </c:pt>
                      <c:pt idx="1576">
                        <c:v>40283</c:v>
                      </c:pt>
                      <c:pt idx="1577">
                        <c:v>40284</c:v>
                      </c:pt>
                      <c:pt idx="1578">
                        <c:v>40287</c:v>
                      </c:pt>
                      <c:pt idx="1579">
                        <c:v>40288</c:v>
                      </c:pt>
                      <c:pt idx="1580">
                        <c:v>40289</c:v>
                      </c:pt>
                      <c:pt idx="1581">
                        <c:v>40290</c:v>
                      </c:pt>
                      <c:pt idx="1582">
                        <c:v>40291</c:v>
                      </c:pt>
                      <c:pt idx="1583">
                        <c:v>40294</c:v>
                      </c:pt>
                      <c:pt idx="1584">
                        <c:v>40295</c:v>
                      </c:pt>
                      <c:pt idx="1585">
                        <c:v>40296</c:v>
                      </c:pt>
                      <c:pt idx="1586">
                        <c:v>40297</c:v>
                      </c:pt>
                      <c:pt idx="1587">
                        <c:v>40298</c:v>
                      </c:pt>
                      <c:pt idx="1588">
                        <c:v>40301</c:v>
                      </c:pt>
                      <c:pt idx="1589">
                        <c:v>40302</c:v>
                      </c:pt>
                      <c:pt idx="1590">
                        <c:v>40303</c:v>
                      </c:pt>
                      <c:pt idx="1591">
                        <c:v>40304</c:v>
                      </c:pt>
                      <c:pt idx="1592">
                        <c:v>40305</c:v>
                      </c:pt>
                      <c:pt idx="1593">
                        <c:v>40308</c:v>
                      </c:pt>
                      <c:pt idx="1594">
                        <c:v>40309</c:v>
                      </c:pt>
                      <c:pt idx="1595">
                        <c:v>40310</c:v>
                      </c:pt>
                      <c:pt idx="1596">
                        <c:v>40311</c:v>
                      </c:pt>
                      <c:pt idx="1597">
                        <c:v>40312</c:v>
                      </c:pt>
                      <c:pt idx="1598">
                        <c:v>40315</c:v>
                      </c:pt>
                      <c:pt idx="1599">
                        <c:v>40316</c:v>
                      </c:pt>
                      <c:pt idx="1600">
                        <c:v>40317</c:v>
                      </c:pt>
                      <c:pt idx="1601">
                        <c:v>40318</c:v>
                      </c:pt>
                      <c:pt idx="1602">
                        <c:v>40319</c:v>
                      </c:pt>
                      <c:pt idx="1603">
                        <c:v>40322</c:v>
                      </c:pt>
                      <c:pt idx="1604">
                        <c:v>40323</c:v>
                      </c:pt>
                      <c:pt idx="1605">
                        <c:v>40324</c:v>
                      </c:pt>
                      <c:pt idx="1606">
                        <c:v>40325</c:v>
                      </c:pt>
                      <c:pt idx="1607">
                        <c:v>40326</c:v>
                      </c:pt>
                      <c:pt idx="1608">
                        <c:v>40329</c:v>
                      </c:pt>
                      <c:pt idx="1609">
                        <c:v>40330</c:v>
                      </c:pt>
                      <c:pt idx="1610">
                        <c:v>40331</c:v>
                      </c:pt>
                      <c:pt idx="1611">
                        <c:v>40332</c:v>
                      </c:pt>
                      <c:pt idx="1612">
                        <c:v>40333</c:v>
                      </c:pt>
                      <c:pt idx="1613">
                        <c:v>40336</c:v>
                      </c:pt>
                      <c:pt idx="1614">
                        <c:v>40337</c:v>
                      </c:pt>
                      <c:pt idx="1615">
                        <c:v>40338</c:v>
                      </c:pt>
                      <c:pt idx="1616">
                        <c:v>40339</c:v>
                      </c:pt>
                      <c:pt idx="1617">
                        <c:v>40340</c:v>
                      </c:pt>
                      <c:pt idx="1618">
                        <c:v>40343</c:v>
                      </c:pt>
                      <c:pt idx="1619">
                        <c:v>40344</c:v>
                      </c:pt>
                      <c:pt idx="1620">
                        <c:v>40345</c:v>
                      </c:pt>
                      <c:pt idx="1621">
                        <c:v>40346</c:v>
                      </c:pt>
                      <c:pt idx="1622">
                        <c:v>40347</c:v>
                      </c:pt>
                      <c:pt idx="1623">
                        <c:v>40350</c:v>
                      </c:pt>
                      <c:pt idx="1624">
                        <c:v>40351</c:v>
                      </c:pt>
                      <c:pt idx="1625">
                        <c:v>40352</c:v>
                      </c:pt>
                      <c:pt idx="1626">
                        <c:v>40353</c:v>
                      </c:pt>
                      <c:pt idx="1627">
                        <c:v>40354</c:v>
                      </c:pt>
                      <c:pt idx="1628">
                        <c:v>40357</c:v>
                      </c:pt>
                      <c:pt idx="1629">
                        <c:v>40358</c:v>
                      </c:pt>
                      <c:pt idx="1630">
                        <c:v>40359</c:v>
                      </c:pt>
                      <c:pt idx="1631">
                        <c:v>40360</c:v>
                      </c:pt>
                      <c:pt idx="1632">
                        <c:v>40361</c:v>
                      </c:pt>
                      <c:pt idx="1633">
                        <c:v>40364</c:v>
                      </c:pt>
                      <c:pt idx="1634">
                        <c:v>40365</c:v>
                      </c:pt>
                      <c:pt idx="1635">
                        <c:v>40366</c:v>
                      </c:pt>
                      <c:pt idx="1636">
                        <c:v>40367</c:v>
                      </c:pt>
                      <c:pt idx="1637">
                        <c:v>40368</c:v>
                      </c:pt>
                      <c:pt idx="1638">
                        <c:v>40371</c:v>
                      </c:pt>
                      <c:pt idx="1639">
                        <c:v>40372</c:v>
                      </c:pt>
                      <c:pt idx="1640">
                        <c:v>40373</c:v>
                      </c:pt>
                      <c:pt idx="1641">
                        <c:v>40374</c:v>
                      </c:pt>
                      <c:pt idx="1642">
                        <c:v>40375</c:v>
                      </c:pt>
                      <c:pt idx="1643">
                        <c:v>40378</c:v>
                      </c:pt>
                      <c:pt idx="1644">
                        <c:v>40379</c:v>
                      </c:pt>
                      <c:pt idx="1645">
                        <c:v>40380</c:v>
                      </c:pt>
                      <c:pt idx="1646">
                        <c:v>40381</c:v>
                      </c:pt>
                      <c:pt idx="1647">
                        <c:v>40382</c:v>
                      </c:pt>
                      <c:pt idx="1648">
                        <c:v>40385</c:v>
                      </c:pt>
                      <c:pt idx="1649">
                        <c:v>40386</c:v>
                      </c:pt>
                      <c:pt idx="1650">
                        <c:v>40387</c:v>
                      </c:pt>
                      <c:pt idx="1651">
                        <c:v>40388</c:v>
                      </c:pt>
                      <c:pt idx="1652">
                        <c:v>40389</c:v>
                      </c:pt>
                      <c:pt idx="1653">
                        <c:v>40392</c:v>
                      </c:pt>
                      <c:pt idx="1654">
                        <c:v>40393</c:v>
                      </c:pt>
                      <c:pt idx="1655">
                        <c:v>40394</c:v>
                      </c:pt>
                      <c:pt idx="1656">
                        <c:v>40395</c:v>
                      </c:pt>
                      <c:pt idx="1657">
                        <c:v>40396</c:v>
                      </c:pt>
                      <c:pt idx="1658">
                        <c:v>40399</c:v>
                      </c:pt>
                      <c:pt idx="1659">
                        <c:v>40400</c:v>
                      </c:pt>
                      <c:pt idx="1660">
                        <c:v>40401</c:v>
                      </c:pt>
                      <c:pt idx="1661">
                        <c:v>40402</c:v>
                      </c:pt>
                      <c:pt idx="1662">
                        <c:v>40403</c:v>
                      </c:pt>
                      <c:pt idx="1663">
                        <c:v>40406</c:v>
                      </c:pt>
                      <c:pt idx="1664">
                        <c:v>40407</c:v>
                      </c:pt>
                      <c:pt idx="1665">
                        <c:v>40408</c:v>
                      </c:pt>
                      <c:pt idx="1666">
                        <c:v>40409</c:v>
                      </c:pt>
                      <c:pt idx="1667">
                        <c:v>40410</c:v>
                      </c:pt>
                      <c:pt idx="1668">
                        <c:v>40413</c:v>
                      </c:pt>
                      <c:pt idx="1669">
                        <c:v>40414</c:v>
                      </c:pt>
                      <c:pt idx="1670">
                        <c:v>40415</c:v>
                      </c:pt>
                      <c:pt idx="1671">
                        <c:v>40416</c:v>
                      </c:pt>
                      <c:pt idx="1672">
                        <c:v>40417</c:v>
                      </c:pt>
                      <c:pt idx="1673">
                        <c:v>40420</c:v>
                      </c:pt>
                      <c:pt idx="1674">
                        <c:v>40421</c:v>
                      </c:pt>
                      <c:pt idx="1675">
                        <c:v>40422</c:v>
                      </c:pt>
                      <c:pt idx="1676">
                        <c:v>40423</c:v>
                      </c:pt>
                      <c:pt idx="1677">
                        <c:v>40424</c:v>
                      </c:pt>
                      <c:pt idx="1678">
                        <c:v>40427</c:v>
                      </c:pt>
                      <c:pt idx="1679">
                        <c:v>40428</c:v>
                      </c:pt>
                      <c:pt idx="1680">
                        <c:v>40429</c:v>
                      </c:pt>
                      <c:pt idx="1681">
                        <c:v>40430</c:v>
                      </c:pt>
                      <c:pt idx="1682">
                        <c:v>40431</c:v>
                      </c:pt>
                      <c:pt idx="1683">
                        <c:v>40434</c:v>
                      </c:pt>
                      <c:pt idx="1684">
                        <c:v>40435</c:v>
                      </c:pt>
                      <c:pt idx="1685">
                        <c:v>40436</c:v>
                      </c:pt>
                      <c:pt idx="1686">
                        <c:v>40437</c:v>
                      </c:pt>
                      <c:pt idx="1687">
                        <c:v>40438</c:v>
                      </c:pt>
                      <c:pt idx="1688">
                        <c:v>40441</c:v>
                      </c:pt>
                      <c:pt idx="1689">
                        <c:v>40442</c:v>
                      </c:pt>
                      <c:pt idx="1690">
                        <c:v>40443</c:v>
                      </c:pt>
                      <c:pt idx="1691">
                        <c:v>40444</c:v>
                      </c:pt>
                      <c:pt idx="1692">
                        <c:v>40445</c:v>
                      </c:pt>
                      <c:pt idx="1693">
                        <c:v>40448</c:v>
                      </c:pt>
                      <c:pt idx="1694">
                        <c:v>40449</c:v>
                      </c:pt>
                      <c:pt idx="1695">
                        <c:v>40450</c:v>
                      </c:pt>
                      <c:pt idx="1696">
                        <c:v>40451</c:v>
                      </c:pt>
                      <c:pt idx="1697">
                        <c:v>40452</c:v>
                      </c:pt>
                      <c:pt idx="1698">
                        <c:v>40455</c:v>
                      </c:pt>
                      <c:pt idx="1699">
                        <c:v>40456</c:v>
                      </c:pt>
                      <c:pt idx="1700">
                        <c:v>40457</c:v>
                      </c:pt>
                      <c:pt idx="1701">
                        <c:v>40458</c:v>
                      </c:pt>
                      <c:pt idx="1702">
                        <c:v>40459</c:v>
                      </c:pt>
                      <c:pt idx="1703">
                        <c:v>40462</c:v>
                      </c:pt>
                      <c:pt idx="1704">
                        <c:v>40463</c:v>
                      </c:pt>
                      <c:pt idx="1705">
                        <c:v>40464</c:v>
                      </c:pt>
                      <c:pt idx="1706">
                        <c:v>40465</c:v>
                      </c:pt>
                      <c:pt idx="1707">
                        <c:v>40466</c:v>
                      </c:pt>
                      <c:pt idx="1708">
                        <c:v>40469</c:v>
                      </c:pt>
                      <c:pt idx="1709">
                        <c:v>40470</c:v>
                      </c:pt>
                      <c:pt idx="1710">
                        <c:v>40471</c:v>
                      </c:pt>
                      <c:pt idx="1711">
                        <c:v>40472</c:v>
                      </c:pt>
                      <c:pt idx="1712">
                        <c:v>40473</c:v>
                      </c:pt>
                      <c:pt idx="1713">
                        <c:v>40476</c:v>
                      </c:pt>
                      <c:pt idx="1714">
                        <c:v>40477</c:v>
                      </c:pt>
                      <c:pt idx="1715">
                        <c:v>40478</c:v>
                      </c:pt>
                      <c:pt idx="1716">
                        <c:v>40479</c:v>
                      </c:pt>
                      <c:pt idx="1717">
                        <c:v>40480</c:v>
                      </c:pt>
                      <c:pt idx="1718">
                        <c:v>40483</c:v>
                      </c:pt>
                      <c:pt idx="1719">
                        <c:v>40484</c:v>
                      </c:pt>
                      <c:pt idx="1720">
                        <c:v>40485</c:v>
                      </c:pt>
                      <c:pt idx="1721">
                        <c:v>40486</c:v>
                      </c:pt>
                      <c:pt idx="1722">
                        <c:v>40487</c:v>
                      </c:pt>
                      <c:pt idx="1723">
                        <c:v>40490</c:v>
                      </c:pt>
                      <c:pt idx="1724">
                        <c:v>40491</c:v>
                      </c:pt>
                      <c:pt idx="1725">
                        <c:v>40492</c:v>
                      </c:pt>
                      <c:pt idx="1726">
                        <c:v>40493</c:v>
                      </c:pt>
                      <c:pt idx="1727">
                        <c:v>40494</c:v>
                      </c:pt>
                      <c:pt idx="1728">
                        <c:v>40497</c:v>
                      </c:pt>
                      <c:pt idx="1729">
                        <c:v>40498</c:v>
                      </c:pt>
                      <c:pt idx="1730">
                        <c:v>40499</c:v>
                      </c:pt>
                      <c:pt idx="1731">
                        <c:v>40500</c:v>
                      </c:pt>
                      <c:pt idx="1732">
                        <c:v>40501</c:v>
                      </c:pt>
                      <c:pt idx="1733">
                        <c:v>40504</c:v>
                      </c:pt>
                      <c:pt idx="1734">
                        <c:v>40505</c:v>
                      </c:pt>
                      <c:pt idx="1735">
                        <c:v>40506</c:v>
                      </c:pt>
                      <c:pt idx="1736">
                        <c:v>40507</c:v>
                      </c:pt>
                      <c:pt idx="1737">
                        <c:v>40508</c:v>
                      </c:pt>
                      <c:pt idx="1738">
                        <c:v>40511</c:v>
                      </c:pt>
                      <c:pt idx="1739">
                        <c:v>40512</c:v>
                      </c:pt>
                      <c:pt idx="1740">
                        <c:v>40513</c:v>
                      </c:pt>
                      <c:pt idx="1741">
                        <c:v>40514</c:v>
                      </c:pt>
                      <c:pt idx="1742">
                        <c:v>40515</c:v>
                      </c:pt>
                      <c:pt idx="1743">
                        <c:v>40518</c:v>
                      </c:pt>
                      <c:pt idx="1744">
                        <c:v>40519</c:v>
                      </c:pt>
                      <c:pt idx="1745">
                        <c:v>40520</c:v>
                      </c:pt>
                      <c:pt idx="1746">
                        <c:v>40521</c:v>
                      </c:pt>
                      <c:pt idx="1747">
                        <c:v>40522</c:v>
                      </c:pt>
                      <c:pt idx="1748">
                        <c:v>40525</c:v>
                      </c:pt>
                      <c:pt idx="1749">
                        <c:v>40526</c:v>
                      </c:pt>
                      <c:pt idx="1750">
                        <c:v>40527</c:v>
                      </c:pt>
                      <c:pt idx="1751">
                        <c:v>40528</c:v>
                      </c:pt>
                      <c:pt idx="1752">
                        <c:v>40529</c:v>
                      </c:pt>
                      <c:pt idx="1753">
                        <c:v>40532</c:v>
                      </c:pt>
                      <c:pt idx="1754">
                        <c:v>40533</c:v>
                      </c:pt>
                      <c:pt idx="1755">
                        <c:v>40534</c:v>
                      </c:pt>
                      <c:pt idx="1756">
                        <c:v>40535</c:v>
                      </c:pt>
                      <c:pt idx="1757">
                        <c:v>40536</c:v>
                      </c:pt>
                      <c:pt idx="1758">
                        <c:v>40539</c:v>
                      </c:pt>
                      <c:pt idx="1759">
                        <c:v>40540</c:v>
                      </c:pt>
                      <c:pt idx="1760">
                        <c:v>40541</c:v>
                      </c:pt>
                      <c:pt idx="1761">
                        <c:v>40542</c:v>
                      </c:pt>
                      <c:pt idx="1762">
                        <c:v>40543</c:v>
                      </c:pt>
                      <c:pt idx="1763">
                        <c:v>40546</c:v>
                      </c:pt>
                      <c:pt idx="1764">
                        <c:v>40547</c:v>
                      </c:pt>
                      <c:pt idx="1765">
                        <c:v>40548</c:v>
                      </c:pt>
                      <c:pt idx="1766">
                        <c:v>40549</c:v>
                      </c:pt>
                      <c:pt idx="1767">
                        <c:v>40550</c:v>
                      </c:pt>
                      <c:pt idx="1768">
                        <c:v>40553</c:v>
                      </c:pt>
                      <c:pt idx="1769">
                        <c:v>40554</c:v>
                      </c:pt>
                      <c:pt idx="1770">
                        <c:v>40555</c:v>
                      </c:pt>
                      <c:pt idx="1771">
                        <c:v>40556</c:v>
                      </c:pt>
                      <c:pt idx="1772">
                        <c:v>40557</c:v>
                      </c:pt>
                      <c:pt idx="1773">
                        <c:v>40560</c:v>
                      </c:pt>
                      <c:pt idx="1774">
                        <c:v>40561</c:v>
                      </c:pt>
                      <c:pt idx="1775">
                        <c:v>40562</c:v>
                      </c:pt>
                      <c:pt idx="1776">
                        <c:v>40563</c:v>
                      </c:pt>
                      <c:pt idx="1777">
                        <c:v>40564</c:v>
                      </c:pt>
                      <c:pt idx="1778">
                        <c:v>40567</c:v>
                      </c:pt>
                      <c:pt idx="1779">
                        <c:v>40568</c:v>
                      </c:pt>
                      <c:pt idx="1780">
                        <c:v>40569</c:v>
                      </c:pt>
                      <c:pt idx="1781">
                        <c:v>40570</c:v>
                      </c:pt>
                      <c:pt idx="1782">
                        <c:v>40571</c:v>
                      </c:pt>
                      <c:pt idx="1783">
                        <c:v>40574</c:v>
                      </c:pt>
                      <c:pt idx="1784">
                        <c:v>40575</c:v>
                      </c:pt>
                      <c:pt idx="1785">
                        <c:v>40576</c:v>
                      </c:pt>
                      <c:pt idx="1786">
                        <c:v>40577</c:v>
                      </c:pt>
                      <c:pt idx="1787">
                        <c:v>40578</c:v>
                      </c:pt>
                      <c:pt idx="1788">
                        <c:v>40581</c:v>
                      </c:pt>
                      <c:pt idx="1789">
                        <c:v>40582</c:v>
                      </c:pt>
                      <c:pt idx="1790">
                        <c:v>40583</c:v>
                      </c:pt>
                      <c:pt idx="1791">
                        <c:v>40584</c:v>
                      </c:pt>
                      <c:pt idx="1792">
                        <c:v>40585</c:v>
                      </c:pt>
                      <c:pt idx="1793">
                        <c:v>40588</c:v>
                      </c:pt>
                      <c:pt idx="1794">
                        <c:v>40589</c:v>
                      </c:pt>
                      <c:pt idx="1795">
                        <c:v>40590</c:v>
                      </c:pt>
                      <c:pt idx="1796">
                        <c:v>40591</c:v>
                      </c:pt>
                      <c:pt idx="1797">
                        <c:v>40592</c:v>
                      </c:pt>
                      <c:pt idx="1798">
                        <c:v>40595</c:v>
                      </c:pt>
                      <c:pt idx="1799">
                        <c:v>40596</c:v>
                      </c:pt>
                      <c:pt idx="1800">
                        <c:v>40597</c:v>
                      </c:pt>
                      <c:pt idx="1801">
                        <c:v>40598</c:v>
                      </c:pt>
                      <c:pt idx="1802">
                        <c:v>40599</c:v>
                      </c:pt>
                      <c:pt idx="1803">
                        <c:v>40602</c:v>
                      </c:pt>
                      <c:pt idx="1804">
                        <c:v>40603</c:v>
                      </c:pt>
                      <c:pt idx="1805">
                        <c:v>40604</c:v>
                      </c:pt>
                      <c:pt idx="1806">
                        <c:v>40605</c:v>
                      </c:pt>
                      <c:pt idx="1807">
                        <c:v>40606</c:v>
                      </c:pt>
                      <c:pt idx="1808">
                        <c:v>40609</c:v>
                      </c:pt>
                      <c:pt idx="1809">
                        <c:v>40610</c:v>
                      </c:pt>
                      <c:pt idx="1810">
                        <c:v>40611</c:v>
                      </c:pt>
                      <c:pt idx="1811">
                        <c:v>40612</c:v>
                      </c:pt>
                      <c:pt idx="1812">
                        <c:v>40613</c:v>
                      </c:pt>
                      <c:pt idx="1813">
                        <c:v>40616</c:v>
                      </c:pt>
                      <c:pt idx="1814">
                        <c:v>40617</c:v>
                      </c:pt>
                      <c:pt idx="1815">
                        <c:v>40618</c:v>
                      </c:pt>
                      <c:pt idx="1816">
                        <c:v>40619</c:v>
                      </c:pt>
                      <c:pt idx="1817">
                        <c:v>40620</c:v>
                      </c:pt>
                      <c:pt idx="1818">
                        <c:v>40623</c:v>
                      </c:pt>
                      <c:pt idx="1819">
                        <c:v>40624</c:v>
                      </c:pt>
                      <c:pt idx="1820">
                        <c:v>40625</c:v>
                      </c:pt>
                      <c:pt idx="1821">
                        <c:v>40626</c:v>
                      </c:pt>
                      <c:pt idx="1822">
                        <c:v>40627</c:v>
                      </c:pt>
                      <c:pt idx="1823">
                        <c:v>40630</c:v>
                      </c:pt>
                      <c:pt idx="1824">
                        <c:v>40631</c:v>
                      </c:pt>
                      <c:pt idx="1825">
                        <c:v>40632</c:v>
                      </c:pt>
                      <c:pt idx="1826">
                        <c:v>40633</c:v>
                      </c:pt>
                      <c:pt idx="1827">
                        <c:v>40634</c:v>
                      </c:pt>
                      <c:pt idx="1828">
                        <c:v>40637</c:v>
                      </c:pt>
                      <c:pt idx="1829">
                        <c:v>40638</c:v>
                      </c:pt>
                      <c:pt idx="1830">
                        <c:v>40639</c:v>
                      </c:pt>
                      <c:pt idx="1831">
                        <c:v>40640</c:v>
                      </c:pt>
                      <c:pt idx="1832">
                        <c:v>40641</c:v>
                      </c:pt>
                      <c:pt idx="1833">
                        <c:v>40644</c:v>
                      </c:pt>
                      <c:pt idx="1834">
                        <c:v>40645</c:v>
                      </c:pt>
                      <c:pt idx="1835">
                        <c:v>40646</c:v>
                      </c:pt>
                      <c:pt idx="1836">
                        <c:v>40647</c:v>
                      </c:pt>
                      <c:pt idx="1837">
                        <c:v>40648</c:v>
                      </c:pt>
                      <c:pt idx="1838">
                        <c:v>40651</c:v>
                      </c:pt>
                      <c:pt idx="1839">
                        <c:v>40652</c:v>
                      </c:pt>
                      <c:pt idx="1840">
                        <c:v>40653</c:v>
                      </c:pt>
                      <c:pt idx="1841">
                        <c:v>40654</c:v>
                      </c:pt>
                      <c:pt idx="1842">
                        <c:v>40655</c:v>
                      </c:pt>
                      <c:pt idx="1843">
                        <c:v>40658</c:v>
                      </c:pt>
                      <c:pt idx="1844">
                        <c:v>40659</c:v>
                      </c:pt>
                      <c:pt idx="1845">
                        <c:v>40660</c:v>
                      </c:pt>
                      <c:pt idx="1846">
                        <c:v>40661</c:v>
                      </c:pt>
                      <c:pt idx="1847">
                        <c:v>40662</c:v>
                      </c:pt>
                      <c:pt idx="1848">
                        <c:v>40665</c:v>
                      </c:pt>
                      <c:pt idx="1849">
                        <c:v>40666</c:v>
                      </c:pt>
                      <c:pt idx="1850">
                        <c:v>40667</c:v>
                      </c:pt>
                      <c:pt idx="1851">
                        <c:v>40668</c:v>
                      </c:pt>
                      <c:pt idx="1852">
                        <c:v>40669</c:v>
                      </c:pt>
                      <c:pt idx="1853">
                        <c:v>40672</c:v>
                      </c:pt>
                      <c:pt idx="1854">
                        <c:v>40673</c:v>
                      </c:pt>
                      <c:pt idx="1855">
                        <c:v>40674</c:v>
                      </c:pt>
                      <c:pt idx="1856">
                        <c:v>40675</c:v>
                      </c:pt>
                      <c:pt idx="1857">
                        <c:v>40676</c:v>
                      </c:pt>
                      <c:pt idx="1858">
                        <c:v>40679</c:v>
                      </c:pt>
                      <c:pt idx="1859">
                        <c:v>40680</c:v>
                      </c:pt>
                      <c:pt idx="1860">
                        <c:v>40681</c:v>
                      </c:pt>
                      <c:pt idx="1861">
                        <c:v>40682</c:v>
                      </c:pt>
                      <c:pt idx="1862">
                        <c:v>40683</c:v>
                      </c:pt>
                      <c:pt idx="1863">
                        <c:v>40686</c:v>
                      </c:pt>
                      <c:pt idx="1864">
                        <c:v>40687</c:v>
                      </c:pt>
                      <c:pt idx="1865">
                        <c:v>40688</c:v>
                      </c:pt>
                      <c:pt idx="1866">
                        <c:v>40689</c:v>
                      </c:pt>
                      <c:pt idx="1867">
                        <c:v>40690</c:v>
                      </c:pt>
                      <c:pt idx="1868">
                        <c:v>40693</c:v>
                      </c:pt>
                      <c:pt idx="1869">
                        <c:v>40694</c:v>
                      </c:pt>
                      <c:pt idx="1870">
                        <c:v>40695</c:v>
                      </c:pt>
                      <c:pt idx="1871">
                        <c:v>40696</c:v>
                      </c:pt>
                      <c:pt idx="1872">
                        <c:v>40697</c:v>
                      </c:pt>
                      <c:pt idx="1873">
                        <c:v>40700</c:v>
                      </c:pt>
                      <c:pt idx="1874">
                        <c:v>40701</c:v>
                      </c:pt>
                      <c:pt idx="1875">
                        <c:v>40702</c:v>
                      </c:pt>
                      <c:pt idx="1876">
                        <c:v>40703</c:v>
                      </c:pt>
                      <c:pt idx="1877">
                        <c:v>40704</c:v>
                      </c:pt>
                      <c:pt idx="1878">
                        <c:v>40707</c:v>
                      </c:pt>
                      <c:pt idx="1879">
                        <c:v>40708</c:v>
                      </c:pt>
                      <c:pt idx="1880">
                        <c:v>40709</c:v>
                      </c:pt>
                      <c:pt idx="1881">
                        <c:v>40710</c:v>
                      </c:pt>
                      <c:pt idx="1882">
                        <c:v>40711</c:v>
                      </c:pt>
                      <c:pt idx="1883">
                        <c:v>40714</c:v>
                      </c:pt>
                      <c:pt idx="1884">
                        <c:v>40715</c:v>
                      </c:pt>
                      <c:pt idx="1885">
                        <c:v>40716</c:v>
                      </c:pt>
                      <c:pt idx="1886">
                        <c:v>40717</c:v>
                      </c:pt>
                      <c:pt idx="1887">
                        <c:v>40718</c:v>
                      </c:pt>
                      <c:pt idx="1888">
                        <c:v>40721</c:v>
                      </c:pt>
                      <c:pt idx="1889">
                        <c:v>40722</c:v>
                      </c:pt>
                      <c:pt idx="1890">
                        <c:v>40723</c:v>
                      </c:pt>
                      <c:pt idx="1891">
                        <c:v>40724</c:v>
                      </c:pt>
                      <c:pt idx="1892">
                        <c:v>40725</c:v>
                      </c:pt>
                      <c:pt idx="1893">
                        <c:v>40728</c:v>
                      </c:pt>
                      <c:pt idx="1894">
                        <c:v>40729</c:v>
                      </c:pt>
                      <c:pt idx="1895">
                        <c:v>40730</c:v>
                      </c:pt>
                      <c:pt idx="1896">
                        <c:v>40731</c:v>
                      </c:pt>
                      <c:pt idx="1897">
                        <c:v>40732</c:v>
                      </c:pt>
                      <c:pt idx="1898">
                        <c:v>40735</c:v>
                      </c:pt>
                      <c:pt idx="1899">
                        <c:v>40736</c:v>
                      </c:pt>
                      <c:pt idx="1900">
                        <c:v>40737</c:v>
                      </c:pt>
                      <c:pt idx="1901">
                        <c:v>40738</c:v>
                      </c:pt>
                      <c:pt idx="1902">
                        <c:v>40739</c:v>
                      </c:pt>
                      <c:pt idx="1903">
                        <c:v>40742</c:v>
                      </c:pt>
                      <c:pt idx="1904">
                        <c:v>40743</c:v>
                      </c:pt>
                      <c:pt idx="1905">
                        <c:v>40744</c:v>
                      </c:pt>
                      <c:pt idx="1906">
                        <c:v>40745</c:v>
                      </c:pt>
                      <c:pt idx="1907">
                        <c:v>40746</c:v>
                      </c:pt>
                      <c:pt idx="1908">
                        <c:v>40749</c:v>
                      </c:pt>
                      <c:pt idx="1909">
                        <c:v>40750</c:v>
                      </c:pt>
                      <c:pt idx="1910">
                        <c:v>40751</c:v>
                      </c:pt>
                      <c:pt idx="1911">
                        <c:v>40752</c:v>
                      </c:pt>
                      <c:pt idx="1912">
                        <c:v>40753</c:v>
                      </c:pt>
                      <c:pt idx="1913">
                        <c:v>40756</c:v>
                      </c:pt>
                      <c:pt idx="1914">
                        <c:v>40757</c:v>
                      </c:pt>
                      <c:pt idx="1915">
                        <c:v>40758</c:v>
                      </c:pt>
                      <c:pt idx="1916">
                        <c:v>40759</c:v>
                      </c:pt>
                      <c:pt idx="1917">
                        <c:v>40760</c:v>
                      </c:pt>
                      <c:pt idx="1918">
                        <c:v>40763</c:v>
                      </c:pt>
                      <c:pt idx="1919">
                        <c:v>40764</c:v>
                      </c:pt>
                      <c:pt idx="1920">
                        <c:v>40765</c:v>
                      </c:pt>
                      <c:pt idx="1921">
                        <c:v>40766</c:v>
                      </c:pt>
                      <c:pt idx="1922">
                        <c:v>40767</c:v>
                      </c:pt>
                      <c:pt idx="1923">
                        <c:v>40770</c:v>
                      </c:pt>
                      <c:pt idx="1924">
                        <c:v>40771</c:v>
                      </c:pt>
                      <c:pt idx="1925">
                        <c:v>40772</c:v>
                      </c:pt>
                      <c:pt idx="1926">
                        <c:v>40773</c:v>
                      </c:pt>
                      <c:pt idx="1927">
                        <c:v>40774</c:v>
                      </c:pt>
                      <c:pt idx="1928">
                        <c:v>40777</c:v>
                      </c:pt>
                      <c:pt idx="1929">
                        <c:v>40778</c:v>
                      </c:pt>
                      <c:pt idx="1930">
                        <c:v>40779</c:v>
                      </c:pt>
                      <c:pt idx="1931">
                        <c:v>40780</c:v>
                      </c:pt>
                      <c:pt idx="1932">
                        <c:v>40781</c:v>
                      </c:pt>
                      <c:pt idx="1933">
                        <c:v>40784</c:v>
                      </c:pt>
                      <c:pt idx="1934">
                        <c:v>40785</c:v>
                      </c:pt>
                      <c:pt idx="1935">
                        <c:v>40786</c:v>
                      </c:pt>
                      <c:pt idx="1936">
                        <c:v>40787</c:v>
                      </c:pt>
                      <c:pt idx="1937">
                        <c:v>40788</c:v>
                      </c:pt>
                      <c:pt idx="1938">
                        <c:v>40791</c:v>
                      </c:pt>
                      <c:pt idx="1939">
                        <c:v>40792</c:v>
                      </c:pt>
                      <c:pt idx="1940">
                        <c:v>40793</c:v>
                      </c:pt>
                      <c:pt idx="1941">
                        <c:v>40794</c:v>
                      </c:pt>
                      <c:pt idx="1942">
                        <c:v>40795</c:v>
                      </c:pt>
                      <c:pt idx="1943">
                        <c:v>40798</c:v>
                      </c:pt>
                      <c:pt idx="1944">
                        <c:v>40799</c:v>
                      </c:pt>
                      <c:pt idx="1945">
                        <c:v>40800</c:v>
                      </c:pt>
                      <c:pt idx="1946">
                        <c:v>40801</c:v>
                      </c:pt>
                      <c:pt idx="1947">
                        <c:v>40802</c:v>
                      </c:pt>
                      <c:pt idx="1948">
                        <c:v>40805</c:v>
                      </c:pt>
                      <c:pt idx="1949">
                        <c:v>40806</c:v>
                      </c:pt>
                      <c:pt idx="1950">
                        <c:v>40807</c:v>
                      </c:pt>
                      <c:pt idx="1951">
                        <c:v>40808</c:v>
                      </c:pt>
                      <c:pt idx="1952">
                        <c:v>40809</c:v>
                      </c:pt>
                      <c:pt idx="1953">
                        <c:v>40812</c:v>
                      </c:pt>
                      <c:pt idx="1954">
                        <c:v>40813</c:v>
                      </c:pt>
                      <c:pt idx="1955">
                        <c:v>40814</c:v>
                      </c:pt>
                      <c:pt idx="1956">
                        <c:v>40815</c:v>
                      </c:pt>
                      <c:pt idx="1957">
                        <c:v>40816</c:v>
                      </c:pt>
                      <c:pt idx="1958">
                        <c:v>40819</c:v>
                      </c:pt>
                      <c:pt idx="1959">
                        <c:v>40820</c:v>
                      </c:pt>
                      <c:pt idx="1960">
                        <c:v>40821</c:v>
                      </c:pt>
                      <c:pt idx="1961">
                        <c:v>40822</c:v>
                      </c:pt>
                      <c:pt idx="1962">
                        <c:v>40823</c:v>
                      </c:pt>
                      <c:pt idx="1963">
                        <c:v>40826</c:v>
                      </c:pt>
                      <c:pt idx="1964">
                        <c:v>40827</c:v>
                      </c:pt>
                      <c:pt idx="1965">
                        <c:v>40828</c:v>
                      </c:pt>
                      <c:pt idx="1966">
                        <c:v>40829</c:v>
                      </c:pt>
                      <c:pt idx="1967">
                        <c:v>40830</c:v>
                      </c:pt>
                      <c:pt idx="1968">
                        <c:v>40833</c:v>
                      </c:pt>
                      <c:pt idx="1969">
                        <c:v>40834</c:v>
                      </c:pt>
                      <c:pt idx="1970">
                        <c:v>40835</c:v>
                      </c:pt>
                      <c:pt idx="1971">
                        <c:v>40836</c:v>
                      </c:pt>
                      <c:pt idx="1972">
                        <c:v>40837</c:v>
                      </c:pt>
                      <c:pt idx="1973">
                        <c:v>40840</c:v>
                      </c:pt>
                      <c:pt idx="1974">
                        <c:v>40841</c:v>
                      </c:pt>
                      <c:pt idx="1975">
                        <c:v>40842</c:v>
                      </c:pt>
                      <c:pt idx="1976">
                        <c:v>40843</c:v>
                      </c:pt>
                      <c:pt idx="1977">
                        <c:v>40844</c:v>
                      </c:pt>
                      <c:pt idx="1978">
                        <c:v>40847</c:v>
                      </c:pt>
                      <c:pt idx="1979">
                        <c:v>40848</c:v>
                      </c:pt>
                      <c:pt idx="1980">
                        <c:v>40849</c:v>
                      </c:pt>
                      <c:pt idx="1981">
                        <c:v>40850</c:v>
                      </c:pt>
                      <c:pt idx="1982">
                        <c:v>40851</c:v>
                      </c:pt>
                      <c:pt idx="1983">
                        <c:v>40854</c:v>
                      </c:pt>
                      <c:pt idx="1984">
                        <c:v>40855</c:v>
                      </c:pt>
                      <c:pt idx="1985">
                        <c:v>40856</c:v>
                      </c:pt>
                      <c:pt idx="1986">
                        <c:v>40857</c:v>
                      </c:pt>
                      <c:pt idx="1987">
                        <c:v>40858</c:v>
                      </c:pt>
                      <c:pt idx="1988">
                        <c:v>40861</c:v>
                      </c:pt>
                      <c:pt idx="1989">
                        <c:v>40862</c:v>
                      </c:pt>
                      <c:pt idx="1990">
                        <c:v>40863</c:v>
                      </c:pt>
                      <c:pt idx="1991">
                        <c:v>40864</c:v>
                      </c:pt>
                      <c:pt idx="1992">
                        <c:v>40865</c:v>
                      </c:pt>
                      <c:pt idx="1993">
                        <c:v>40868</c:v>
                      </c:pt>
                      <c:pt idx="1994">
                        <c:v>40869</c:v>
                      </c:pt>
                      <c:pt idx="1995">
                        <c:v>40870</c:v>
                      </c:pt>
                      <c:pt idx="1996">
                        <c:v>40871</c:v>
                      </c:pt>
                      <c:pt idx="1997">
                        <c:v>40872</c:v>
                      </c:pt>
                      <c:pt idx="1998">
                        <c:v>40875</c:v>
                      </c:pt>
                      <c:pt idx="1999">
                        <c:v>40876</c:v>
                      </c:pt>
                      <c:pt idx="2000">
                        <c:v>40877</c:v>
                      </c:pt>
                      <c:pt idx="2001">
                        <c:v>40878</c:v>
                      </c:pt>
                      <c:pt idx="2002">
                        <c:v>40879</c:v>
                      </c:pt>
                      <c:pt idx="2003">
                        <c:v>40882</c:v>
                      </c:pt>
                      <c:pt idx="2004">
                        <c:v>40883</c:v>
                      </c:pt>
                      <c:pt idx="2005">
                        <c:v>40884</c:v>
                      </c:pt>
                      <c:pt idx="2006">
                        <c:v>40885</c:v>
                      </c:pt>
                      <c:pt idx="2007">
                        <c:v>40886</c:v>
                      </c:pt>
                      <c:pt idx="2008">
                        <c:v>40889</c:v>
                      </c:pt>
                      <c:pt idx="2009">
                        <c:v>40890</c:v>
                      </c:pt>
                      <c:pt idx="2010">
                        <c:v>40891</c:v>
                      </c:pt>
                      <c:pt idx="2011">
                        <c:v>40892</c:v>
                      </c:pt>
                      <c:pt idx="2012">
                        <c:v>40893</c:v>
                      </c:pt>
                      <c:pt idx="2013">
                        <c:v>40896</c:v>
                      </c:pt>
                      <c:pt idx="2014">
                        <c:v>40897</c:v>
                      </c:pt>
                      <c:pt idx="2015">
                        <c:v>40898</c:v>
                      </c:pt>
                      <c:pt idx="2016">
                        <c:v>40899</c:v>
                      </c:pt>
                      <c:pt idx="2017">
                        <c:v>40900</c:v>
                      </c:pt>
                      <c:pt idx="2018">
                        <c:v>40903</c:v>
                      </c:pt>
                      <c:pt idx="2019">
                        <c:v>40904</c:v>
                      </c:pt>
                      <c:pt idx="2020">
                        <c:v>40905</c:v>
                      </c:pt>
                      <c:pt idx="2021">
                        <c:v>40906</c:v>
                      </c:pt>
                      <c:pt idx="2022">
                        <c:v>40907</c:v>
                      </c:pt>
                      <c:pt idx="2023">
                        <c:v>40910</c:v>
                      </c:pt>
                      <c:pt idx="2024">
                        <c:v>40911</c:v>
                      </c:pt>
                      <c:pt idx="2025">
                        <c:v>40912</c:v>
                      </c:pt>
                      <c:pt idx="2026">
                        <c:v>40913</c:v>
                      </c:pt>
                      <c:pt idx="2027">
                        <c:v>40914</c:v>
                      </c:pt>
                      <c:pt idx="2028">
                        <c:v>40917</c:v>
                      </c:pt>
                      <c:pt idx="2029">
                        <c:v>40918</c:v>
                      </c:pt>
                      <c:pt idx="2030">
                        <c:v>40919</c:v>
                      </c:pt>
                      <c:pt idx="2031">
                        <c:v>40920</c:v>
                      </c:pt>
                      <c:pt idx="2032">
                        <c:v>40921</c:v>
                      </c:pt>
                      <c:pt idx="2033">
                        <c:v>40924</c:v>
                      </c:pt>
                      <c:pt idx="2034">
                        <c:v>40925</c:v>
                      </c:pt>
                      <c:pt idx="2035">
                        <c:v>40926</c:v>
                      </c:pt>
                      <c:pt idx="2036">
                        <c:v>40927</c:v>
                      </c:pt>
                      <c:pt idx="2037">
                        <c:v>40928</c:v>
                      </c:pt>
                      <c:pt idx="2038">
                        <c:v>40931</c:v>
                      </c:pt>
                      <c:pt idx="2039">
                        <c:v>40932</c:v>
                      </c:pt>
                      <c:pt idx="2040">
                        <c:v>40933</c:v>
                      </c:pt>
                      <c:pt idx="2041">
                        <c:v>40934</c:v>
                      </c:pt>
                      <c:pt idx="2042">
                        <c:v>40935</c:v>
                      </c:pt>
                      <c:pt idx="2043">
                        <c:v>40938</c:v>
                      </c:pt>
                      <c:pt idx="2044">
                        <c:v>40939</c:v>
                      </c:pt>
                      <c:pt idx="2045">
                        <c:v>40940</c:v>
                      </c:pt>
                      <c:pt idx="2046">
                        <c:v>40941</c:v>
                      </c:pt>
                      <c:pt idx="2047">
                        <c:v>40942</c:v>
                      </c:pt>
                      <c:pt idx="2048">
                        <c:v>40945</c:v>
                      </c:pt>
                      <c:pt idx="2049">
                        <c:v>40946</c:v>
                      </c:pt>
                      <c:pt idx="2050">
                        <c:v>40947</c:v>
                      </c:pt>
                      <c:pt idx="2051">
                        <c:v>40948</c:v>
                      </c:pt>
                      <c:pt idx="2052">
                        <c:v>40949</c:v>
                      </c:pt>
                      <c:pt idx="2053">
                        <c:v>40952</c:v>
                      </c:pt>
                      <c:pt idx="2054">
                        <c:v>40953</c:v>
                      </c:pt>
                      <c:pt idx="2055">
                        <c:v>40954</c:v>
                      </c:pt>
                      <c:pt idx="2056">
                        <c:v>40955</c:v>
                      </c:pt>
                      <c:pt idx="2057">
                        <c:v>40956</c:v>
                      </c:pt>
                      <c:pt idx="2058">
                        <c:v>40959</c:v>
                      </c:pt>
                      <c:pt idx="2059">
                        <c:v>40960</c:v>
                      </c:pt>
                      <c:pt idx="2060">
                        <c:v>40961</c:v>
                      </c:pt>
                      <c:pt idx="2061">
                        <c:v>40962</c:v>
                      </c:pt>
                      <c:pt idx="2062">
                        <c:v>40963</c:v>
                      </c:pt>
                      <c:pt idx="2063">
                        <c:v>40966</c:v>
                      </c:pt>
                      <c:pt idx="2064">
                        <c:v>40967</c:v>
                      </c:pt>
                      <c:pt idx="2065">
                        <c:v>40968</c:v>
                      </c:pt>
                      <c:pt idx="2066">
                        <c:v>40969</c:v>
                      </c:pt>
                      <c:pt idx="2067">
                        <c:v>40970</c:v>
                      </c:pt>
                      <c:pt idx="2068">
                        <c:v>40973</c:v>
                      </c:pt>
                      <c:pt idx="2069">
                        <c:v>40974</c:v>
                      </c:pt>
                      <c:pt idx="2070">
                        <c:v>40975</c:v>
                      </c:pt>
                      <c:pt idx="2071">
                        <c:v>40976</c:v>
                      </c:pt>
                      <c:pt idx="2072">
                        <c:v>40977</c:v>
                      </c:pt>
                      <c:pt idx="2073">
                        <c:v>40980</c:v>
                      </c:pt>
                      <c:pt idx="2074">
                        <c:v>40981</c:v>
                      </c:pt>
                      <c:pt idx="2075">
                        <c:v>40982</c:v>
                      </c:pt>
                      <c:pt idx="2076">
                        <c:v>40983</c:v>
                      </c:pt>
                      <c:pt idx="2077">
                        <c:v>40984</c:v>
                      </c:pt>
                      <c:pt idx="2078">
                        <c:v>40987</c:v>
                      </c:pt>
                      <c:pt idx="2079">
                        <c:v>40988</c:v>
                      </c:pt>
                      <c:pt idx="2080">
                        <c:v>40989</c:v>
                      </c:pt>
                      <c:pt idx="2081">
                        <c:v>40990</c:v>
                      </c:pt>
                      <c:pt idx="2082">
                        <c:v>40991</c:v>
                      </c:pt>
                      <c:pt idx="2083">
                        <c:v>40994</c:v>
                      </c:pt>
                      <c:pt idx="2084">
                        <c:v>40995</c:v>
                      </c:pt>
                      <c:pt idx="2085">
                        <c:v>40996</c:v>
                      </c:pt>
                      <c:pt idx="2086">
                        <c:v>40997</c:v>
                      </c:pt>
                      <c:pt idx="2087">
                        <c:v>40998</c:v>
                      </c:pt>
                      <c:pt idx="2088">
                        <c:v>41001</c:v>
                      </c:pt>
                      <c:pt idx="2089">
                        <c:v>41002</c:v>
                      </c:pt>
                      <c:pt idx="2090">
                        <c:v>41003</c:v>
                      </c:pt>
                      <c:pt idx="2091">
                        <c:v>41004</c:v>
                      </c:pt>
                      <c:pt idx="2092">
                        <c:v>41005</c:v>
                      </c:pt>
                      <c:pt idx="2093">
                        <c:v>41008</c:v>
                      </c:pt>
                      <c:pt idx="2094">
                        <c:v>41009</c:v>
                      </c:pt>
                      <c:pt idx="2095">
                        <c:v>41010</c:v>
                      </c:pt>
                      <c:pt idx="2096">
                        <c:v>41011</c:v>
                      </c:pt>
                      <c:pt idx="2097">
                        <c:v>41012</c:v>
                      </c:pt>
                      <c:pt idx="2098">
                        <c:v>41015</c:v>
                      </c:pt>
                      <c:pt idx="2099">
                        <c:v>41016</c:v>
                      </c:pt>
                      <c:pt idx="2100">
                        <c:v>41017</c:v>
                      </c:pt>
                      <c:pt idx="2101">
                        <c:v>41018</c:v>
                      </c:pt>
                      <c:pt idx="2102">
                        <c:v>41019</c:v>
                      </c:pt>
                      <c:pt idx="2103">
                        <c:v>41022</c:v>
                      </c:pt>
                      <c:pt idx="2104">
                        <c:v>41023</c:v>
                      </c:pt>
                      <c:pt idx="2105">
                        <c:v>41024</c:v>
                      </c:pt>
                      <c:pt idx="2106">
                        <c:v>41025</c:v>
                      </c:pt>
                      <c:pt idx="2107">
                        <c:v>41026</c:v>
                      </c:pt>
                      <c:pt idx="2108">
                        <c:v>41029</c:v>
                      </c:pt>
                      <c:pt idx="2109">
                        <c:v>41030</c:v>
                      </c:pt>
                      <c:pt idx="2110">
                        <c:v>41031</c:v>
                      </c:pt>
                      <c:pt idx="2111">
                        <c:v>41032</c:v>
                      </c:pt>
                      <c:pt idx="2112">
                        <c:v>41033</c:v>
                      </c:pt>
                      <c:pt idx="2113">
                        <c:v>41036</c:v>
                      </c:pt>
                      <c:pt idx="2114">
                        <c:v>41037</c:v>
                      </c:pt>
                      <c:pt idx="2115">
                        <c:v>41038</c:v>
                      </c:pt>
                      <c:pt idx="2116">
                        <c:v>41039</c:v>
                      </c:pt>
                      <c:pt idx="2117">
                        <c:v>41040</c:v>
                      </c:pt>
                      <c:pt idx="2118">
                        <c:v>41043</c:v>
                      </c:pt>
                      <c:pt idx="2119">
                        <c:v>41044</c:v>
                      </c:pt>
                      <c:pt idx="2120">
                        <c:v>41045</c:v>
                      </c:pt>
                      <c:pt idx="2121">
                        <c:v>41046</c:v>
                      </c:pt>
                      <c:pt idx="2122">
                        <c:v>41047</c:v>
                      </c:pt>
                      <c:pt idx="2123">
                        <c:v>41050</c:v>
                      </c:pt>
                      <c:pt idx="2124">
                        <c:v>41051</c:v>
                      </c:pt>
                      <c:pt idx="2125">
                        <c:v>41052</c:v>
                      </c:pt>
                      <c:pt idx="2126">
                        <c:v>41053</c:v>
                      </c:pt>
                      <c:pt idx="2127">
                        <c:v>41054</c:v>
                      </c:pt>
                      <c:pt idx="2128">
                        <c:v>41057</c:v>
                      </c:pt>
                      <c:pt idx="2129">
                        <c:v>41058</c:v>
                      </c:pt>
                      <c:pt idx="2130">
                        <c:v>41059</c:v>
                      </c:pt>
                      <c:pt idx="2131">
                        <c:v>41060</c:v>
                      </c:pt>
                      <c:pt idx="2132">
                        <c:v>41061</c:v>
                      </c:pt>
                      <c:pt idx="2133">
                        <c:v>41064</c:v>
                      </c:pt>
                      <c:pt idx="2134">
                        <c:v>41065</c:v>
                      </c:pt>
                      <c:pt idx="2135">
                        <c:v>41066</c:v>
                      </c:pt>
                      <c:pt idx="2136">
                        <c:v>41067</c:v>
                      </c:pt>
                      <c:pt idx="2137">
                        <c:v>41068</c:v>
                      </c:pt>
                      <c:pt idx="2138">
                        <c:v>41071</c:v>
                      </c:pt>
                      <c:pt idx="2139">
                        <c:v>41072</c:v>
                      </c:pt>
                      <c:pt idx="2140">
                        <c:v>41073</c:v>
                      </c:pt>
                      <c:pt idx="2141">
                        <c:v>41074</c:v>
                      </c:pt>
                      <c:pt idx="2142">
                        <c:v>41075</c:v>
                      </c:pt>
                      <c:pt idx="2143">
                        <c:v>41078</c:v>
                      </c:pt>
                      <c:pt idx="2144">
                        <c:v>41079</c:v>
                      </c:pt>
                      <c:pt idx="2145">
                        <c:v>41080</c:v>
                      </c:pt>
                      <c:pt idx="2146">
                        <c:v>41081</c:v>
                      </c:pt>
                      <c:pt idx="2147">
                        <c:v>41082</c:v>
                      </c:pt>
                      <c:pt idx="2148">
                        <c:v>41085</c:v>
                      </c:pt>
                      <c:pt idx="2149">
                        <c:v>41086</c:v>
                      </c:pt>
                      <c:pt idx="2150">
                        <c:v>41087</c:v>
                      </c:pt>
                      <c:pt idx="2151">
                        <c:v>41088</c:v>
                      </c:pt>
                      <c:pt idx="2152">
                        <c:v>41089</c:v>
                      </c:pt>
                      <c:pt idx="2153">
                        <c:v>41092</c:v>
                      </c:pt>
                      <c:pt idx="2154">
                        <c:v>41093</c:v>
                      </c:pt>
                      <c:pt idx="2155">
                        <c:v>41094</c:v>
                      </c:pt>
                      <c:pt idx="2156">
                        <c:v>41095</c:v>
                      </c:pt>
                      <c:pt idx="2157">
                        <c:v>41096</c:v>
                      </c:pt>
                      <c:pt idx="2158">
                        <c:v>41099</c:v>
                      </c:pt>
                      <c:pt idx="2159">
                        <c:v>41100</c:v>
                      </c:pt>
                      <c:pt idx="2160">
                        <c:v>41101</c:v>
                      </c:pt>
                      <c:pt idx="2161">
                        <c:v>41102</c:v>
                      </c:pt>
                      <c:pt idx="2162">
                        <c:v>41103</c:v>
                      </c:pt>
                      <c:pt idx="2163">
                        <c:v>41106</c:v>
                      </c:pt>
                      <c:pt idx="2164">
                        <c:v>41107</c:v>
                      </c:pt>
                      <c:pt idx="2165">
                        <c:v>41108</c:v>
                      </c:pt>
                      <c:pt idx="2166">
                        <c:v>41109</c:v>
                      </c:pt>
                      <c:pt idx="2167">
                        <c:v>41110</c:v>
                      </c:pt>
                      <c:pt idx="2168">
                        <c:v>41113</c:v>
                      </c:pt>
                      <c:pt idx="2169">
                        <c:v>41114</c:v>
                      </c:pt>
                      <c:pt idx="2170">
                        <c:v>41115</c:v>
                      </c:pt>
                      <c:pt idx="2171">
                        <c:v>41116</c:v>
                      </c:pt>
                      <c:pt idx="2172">
                        <c:v>41117</c:v>
                      </c:pt>
                      <c:pt idx="2173">
                        <c:v>41120</c:v>
                      </c:pt>
                      <c:pt idx="2174">
                        <c:v>41121</c:v>
                      </c:pt>
                      <c:pt idx="2175">
                        <c:v>41122</c:v>
                      </c:pt>
                      <c:pt idx="2176">
                        <c:v>41123</c:v>
                      </c:pt>
                      <c:pt idx="2177">
                        <c:v>41124</c:v>
                      </c:pt>
                      <c:pt idx="2178">
                        <c:v>41127</c:v>
                      </c:pt>
                      <c:pt idx="2179">
                        <c:v>41128</c:v>
                      </c:pt>
                      <c:pt idx="2180">
                        <c:v>41129</c:v>
                      </c:pt>
                      <c:pt idx="2181">
                        <c:v>41130</c:v>
                      </c:pt>
                      <c:pt idx="2182">
                        <c:v>41131</c:v>
                      </c:pt>
                      <c:pt idx="2183">
                        <c:v>41134</c:v>
                      </c:pt>
                      <c:pt idx="2184">
                        <c:v>41135</c:v>
                      </c:pt>
                      <c:pt idx="2185">
                        <c:v>41136</c:v>
                      </c:pt>
                      <c:pt idx="2186">
                        <c:v>41137</c:v>
                      </c:pt>
                      <c:pt idx="2187">
                        <c:v>41138</c:v>
                      </c:pt>
                      <c:pt idx="2188">
                        <c:v>41141</c:v>
                      </c:pt>
                      <c:pt idx="2189">
                        <c:v>41142</c:v>
                      </c:pt>
                      <c:pt idx="2190">
                        <c:v>41143</c:v>
                      </c:pt>
                      <c:pt idx="2191">
                        <c:v>41144</c:v>
                      </c:pt>
                      <c:pt idx="2192">
                        <c:v>41145</c:v>
                      </c:pt>
                      <c:pt idx="2193">
                        <c:v>41148</c:v>
                      </c:pt>
                      <c:pt idx="2194">
                        <c:v>41149</c:v>
                      </c:pt>
                      <c:pt idx="2195">
                        <c:v>41150</c:v>
                      </c:pt>
                      <c:pt idx="2196">
                        <c:v>41151</c:v>
                      </c:pt>
                      <c:pt idx="2197">
                        <c:v>41152</c:v>
                      </c:pt>
                      <c:pt idx="2198">
                        <c:v>41155</c:v>
                      </c:pt>
                      <c:pt idx="2199">
                        <c:v>41156</c:v>
                      </c:pt>
                      <c:pt idx="2200">
                        <c:v>41157</c:v>
                      </c:pt>
                      <c:pt idx="2201">
                        <c:v>41158</c:v>
                      </c:pt>
                      <c:pt idx="2202">
                        <c:v>41159</c:v>
                      </c:pt>
                      <c:pt idx="2203">
                        <c:v>41162</c:v>
                      </c:pt>
                      <c:pt idx="2204">
                        <c:v>41163</c:v>
                      </c:pt>
                      <c:pt idx="2205">
                        <c:v>41164</c:v>
                      </c:pt>
                      <c:pt idx="2206">
                        <c:v>41165</c:v>
                      </c:pt>
                      <c:pt idx="2207">
                        <c:v>41166</c:v>
                      </c:pt>
                      <c:pt idx="2208">
                        <c:v>41169</c:v>
                      </c:pt>
                      <c:pt idx="2209">
                        <c:v>41170</c:v>
                      </c:pt>
                      <c:pt idx="2210">
                        <c:v>41171</c:v>
                      </c:pt>
                      <c:pt idx="2211">
                        <c:v>41172</c:v>
                      </c:pt>
                      <c:pt idx="2212">
                        <c:v>41173</c:v>
                      </c:pt>
                      <c:pt idx="2213">
                        <c:v>41176</c:v>
                      </c:pt>
                      <c:pt idx="2214">
                        <c:v>41177</c:v>
                      </c:pt>
                      <c:pt idx="2215">
                        <c:v>41178</c:v>
                      </c:pt>
                      <c:pt idx="2216">
                        <c:v>41179</c:v>
                      </c:pt>
                      <c:pt idx="2217">
                        <c:v>41180</c:v>
                      </c:pt>
                      <c:pt idx="2218">
                        <c:v>41183</c:v>
                      </c:pt>
                      <c:pt idx="2219">
                        <c:v>41184</c:v>
                      </c:pt>
                      <c:pt idx="2220">
                        <c:v>41185</c:v>
                      </c:pt>
                      <c:pt idx="2221">
                        <c:v>41186</c:v>
                      </c:pt>
                      <c:pt idx="2222">
                        <c:v>41187</c:v>
                      </c:pt>
                      <c:pt idx="2223">
                        <c:v>41190</c:v>
                      </c:pt>
                      <c:pt idx="2224">
                        <c:v>41191</c:v>
                      </c:pt>
                      <c:pt idx="2225">
                        <c:v>41192</c:v>
                      </c:pt>
                      <c:pt idx="2226">
                        <c:v>41193</c:v>
                      </c:pt>
                      <c:pt idx="2227">
                        <c:v>41194</c:v>
                      </c:pt>
                      <c:pt idx="2228">
                        <c:v>41197</c:v>
                      </c:pt>
                      <c:pt idx="2229">
                        <c:v>41198</c:v>
                      </c:pt>
                      <c:pt idx="2230">
                        <c:v>41199</c:v>
                      </c:pt>
                      <c:pt idx="2231">
                        <c:v>41200</c:v>
                      </c:pt>
                      <c:pt idx="2232">
                        <c:v>41201</c:v>
                      </c:pt>
                      <c:pt idx="2233">
                        <c:v>41204</c:v>
                      </c:pt>
                      <c:pt idx="2234">
                        <c:v>41205</c:v>
                      </c:pt>
                      <c:pt idx="2235">
                        <c:v>41206</c:v>
                      </c:pt>
                      <c:pt idx="2236">
                        <c:v>41207</c:v>
                      </c:pt>
                      <c:pt idx="2237">
                        <c:v>41208</c:v>
                      </c:pt>
                      <c:pt idx="2238">
                        <c:v>41211</c:v>
                      </c:pt>
                      <c:pt idx="2239">
                        <c:v>41212</c:v>
                      </c:pt>
                      <c:pt idx="2240">
                        <c:v>41213</c:v>
                      </c:pt>
                      <c:pt idx="2241">
                        <c:v>41214</c:v>
                      </c:pt>
                      <c:pt idx="2242">
                        <c:v>41215</c:v>
                      </c:pt>
                      <c:pt idx="2243">
                        <c:v>41218</c:v>
                      </c:pt>
                      <c:pt idx="2244">
                        <c:v>41219</c:v>
                      </c:pt>
                      <c:pt idx="2245">
                        <c:v>41220</c:v>
                      </c:pt>
                      <c:pt idx="2246">
                        <c:v>41221</c:v>
                      </c:pt>
                      <c:pt idx="2247">
                        <c:v>41222</c:v>
                      </c:pt>
                      <c:pt idx="2248">
                        <c:v>41225</c:v>
                      </c:pt>
                      <c:pt idx="2249">
                        <c:v>41226</c:v>
                      </c:pt>
                      <c:pt idx="2250">
                        <c:v>41227</c:v>
                      </c:pt>
                      <c:pt idx="2251">
                        <c:v>41228</c:v>
                      </c:pt>
                      <c:pt idx="2252">
                        <c:v>41229</c:v>
                      </c:pt>
                      <c:pt idx="2253">
                        <c:v>41232</c:v>
                      </c:pt>
                      <c:pt idx="2254">
                        <c:v>41233</c:v>
                      </c:pt>
                      <c:pt idx="2255">
                        <c:v>41234</c:v>
                      </c:pt>
                      <c:pt idx="2256">
                        <c:v>41235</c:v>
                      </c:pt>
                      <c:pt idx="2257">
                        <c:v>41236</c:v>
                      </c:pt>
                      <c:pt idx="2258">
                        <c:v>41239</c:v>
                      </c:pt>
                      <c:pt idx="2259">
                        <c:v>41240</c:v>
                      </c:pt>
                      <c:pt idx="2260">
                        <c:v>41241</c:v>
                      </c:pt>
                      <c:pt idx="2261">
                        <c:v>41242</c:v>
                      </c:pt>
                      <c:pt idx="2262">
                        <c:v>41243</c:v>
                      </c:pt>
                      <c:pt idx="2263">
                        <c:v>41246</c:v>
                      </c:pt>
                      <c:pt idx="2264">
                        <c:v>41247</c:v>
                      </c:pt>
                      <c:pt idx="2265">
                        <c:v>41248</c:v>
                      </c:pt>
                      <c:pt idx="2266">
                        <c:v>41249</c:v>
                      </c:pt>
                      <c:pt idx="2267">
                        <c:v>41250</c:v>
                      </c:pt>
                      <c:pt idx="2268">
                        <c:v>41253</c:v>
                      </c:pt>
                      <c:pt idx="2269">
                        <c:v>41254</c:v>
                      </c:pt>
                      <c:pt idx="2270">
                        <c:v>41255</c:v>
                      </c:pt>
                      <c:pt idx="2271">
                        <c:v>41256</c:v>
                      </c:pt>
                      <c:pt idx="2272">
                        <c:v>41257</c:v>
                      </c:pt>
                      <c:pt idx="2273">
                        <c:v>41260</c:v>
                      </c:pt>
                      <c:pt idx="2274">
                        <c:v>41261</c:v>
                      </c:pt>
                      <c:pt idx="2275">
                        <c:v>41262</c:v>
                      </c:pt>
                      <c:pt idx="2276">
                        <c:v>41263</c:v>
                      </c:pt>
                      <c:pt idx="2277">
                        <c:v>41264</c:v>
                      </c:pt>
                      <c:pt idx="2278">
                        <c:v>41267</c:v>
                      </c:pt>
                      <c:pt idx="2279">
                        <c:v>41268</c:v>
                      </c:pt>
                      <c:pt idx="2280">
                        <c:v>41269</c:v>
                      </c:pt>
                      <c:pt idx="2281">
                        <c:v>41270</c:v>
                      </c:pt>
                      <c:pt idx="2282">
                        <c:v>41271</c:v>
                      </c:pt>
                      <c:pt idx="2283">
                        <c:v>41274</c:v>
                      </c:pt>
                      <c:pt idx="2284">
                        <c:v>41275</c:v>
                      </c:pt>
                      <c:pt idx="2285">
                        <c:v>41276</c:v>
                      </c:pt>
                      <c:pt idx="2286">
                        <c:v>41277</c:v>
                      </c:pt>
                      <c:pt idx="2287">
                        <c:v>41278</c:v>
                      </c:pt>
                      <c:pt idx="2288">
                        <c:v>41281</c:v>
                      </c:pt>
                      <c:pt idx="2289">
                        <c:v>41282</c:v>
                      </c:pt>
                      <c:pt idx="2290">
                        <c:v>41283</c:v>
                      </c:pt>
                      <c:pt idx="2291">
                        <c:v>41284</c:v>
                      </c:pt>
                      <c:pt idx="2292">
                        <c:v>41285</c:v>
                      </c:pt>
                      <c:pt idx="2293">
                        <c:v>41288</c:v>
                      </c:pt>
                      <c:pt idx="2294">
                        <c:v>41289</c:v>
                      </c:pt>
                      <c:pt idx="2295">
                        <c:v>41290</c:v>
                      </c:pt>
                      <c:pt idx="2296">
                        <c:v>41291</c:v>
                      </c:pt>
                      <c:pt idx="2297">
                        <c:v>41292</c:v>
                      </c:pt>
                      <c:pt idx="2298">
                        <c:v>41295</c:v>
                      </c:pt>
                      <c:pt idx="2299">
                        <c:v>41296</c:v>
                      </c:pt>
                      <c:pt idx="2300">
                        <c:v>41297</c:v>
                      </c:pt>
                      <c:pt idx="2301">
                        <c:v>41298</c:v>
                      </c:pt>
                      <c:pt idx="2302">
                        <c:v>41299</c:v>
                      </c:pt>
                      <c:pt idx="2303">
                        <c:v>41302</c:v>
                      </c:pt>
                      <c:pt idx="2304">
                        <c:v>41303</c:v>
                      </c:pt>
                      <c:pt idx="2305">
                        <c:v>41304</c:v>
                      </c:pt>
                      <c:pt idx="2306">
                        <c:v>41305</c:v>
                      </c:pt>
                      <c:pt idx="2307">
                        <c:v>41306</c:v>
                      </c:pt>
                      <c:pt idx="2308">
                        <c:v>41309</c:v>
                      </c:pt>
                      <c:pt idx="2309">
                        <c:v>41310</c:v>
                      </c:pt>
                      <c:pt idx="2310">
                        <c:v>41311</c:v>
                      </c:pt>
                      <c:pt idx="2311">
                        <c:v>41312</c:v>
                      </c:pt>
                      <c:pt idx="2312">
                        <c:v>41313</c:v>
                      </c:pt>
                      <c:pt idx="2313">
                        <c:v>41316</c:v>
                      </c:pt>
                      <c:pt idx="2314">
                        <c:v>41317</c:v>
                      </c:pt>
                      <c:pt idx="2315">
                        <c:v>41318</c:v>
                      </c:pt>
                      <c:pt idx="2316">
                        <c:v>41319</c:v>
                      </c:pt>
                      <c:pt idx="2317">
                        <c:v>41320</c:v>
                      </c:pt>
                      <c:pt idx="2318">
                        <c:v>41323</c:v>
                      </c:pt>
                      <c:pt idx="2319">
                        <c:v>41324</c:v>
                      </c:pt>
                      <c:pt idx="2320">
                        <c:v>41325</c:v>
                      </c:pt>
                      <c:pt idx="2321">
                        <c:v>41326</c:v>
                      </c:pt>
                      <c:pt idx="2322">
                        <c:v>41327</c:v>
                      </c:pt>
                      <c:pt idx="2323">
                        <c:v>41330</c:v>
                      </c:pt>
                      <c:pt idx="2324">
                        <c:v>41331</c:v>
                      </c:pt>
                      <c:pt idx="2325">
                        <c:v>41332</c:v>
                      </c:pt>
                      <c:pt idx="2326">
                        <c:v>41333</c:v>
                      </c:pt>
                      <c:pt idx="2327">
                        <c:v>41334</c:v>
                      </c:pt>
                      <c:pt idx="2328">
                        <c:v>41337</c:v>
                      </c:pt>
                      <c:pt idx="2329">
                        <c:v>41338</c:v>
                      </c:pt>
                      <c:pt idx="2330">
                        <c:v>41339</c:v>
                      </c:pt>
                      <c:pt idx="2331">
                        <c:v>41340</c:v>
                      </c:pt>
                      <c:pt idx="2332">
                        <c:v>41341</c:v>
                      </c:pt>
                      <c:pt idx="2333">
                        <c:v>41344</c:v>
                      </c:pt>
                      <c:pt idx="2334">
                        <c:v>41345</c:v>
                      </c:pt>
                      <c:pt idx="2335">
                        <c:v>41346</c:v>
                      </c:pt>
                      <c:pt idx="2336">
                        <c:v>41347</c:v>
                      </c:pt>
                      <c:pt idx="2337">
                        <c:v>41348</c:v>
                      </c:pt>
                      <c:pt idx="2338">
                        <c:v>41351</c:v>
                      </c:pt>
                      <c:pt idx="2339">
                        <c:v>41352</c:v>
                      </c:pt>
                      <c:pt idx="2340">
                        <c:v>41353</c:v>
                      </c:pt>
                      <c:pt idx="2341">
                        <c:v>41354</c:v>
                      </c:pt>
                      <c:pt idx="2342">
                        <c:v>41355</c:v>
                      </c:pt>
                      <c:pt idx="2343">
                        <c:v>41358</c:v>
                      </c:pt>
                      <c:pt idx="2344">
                        <c:v>41359</c:v>
                      </c:pt>
                      <c:pt idx="2345">
                        <c:v>41360</c:v>
                      </c:pt>
                      <c:pt idx="2346">
                        <c:v>41361</c:v>
                      </c:pt>
                      <c:pt idx="2347">
                        <c:v>41362</c:v>
                      </c:pt>
                      <c:pt idx="2348">
                        <c:v>41365</c:v>
                      </c:pt>
                      <c:pt idx="2349">
                        <c:v>41366</c:v>
                      </c:pt>
                      <c:pt idx="2350">
                        <c:v>41367</c:v>
                      </c:pt>
                      <c:pt idx="2351">
                        <c:v>41368</c:v>
                      </c:pt>
                      <c:pt idx="2352">
                        <c:v>41369</c:v>
                      </c:pt>
                      <c:pt idx="2353">
                        <c:v>41372</c:v>
                      </c:pt>
                      <c:pt idx="2354">
                        <c:v>41373</c:v>
                      </c:pt>
                      <c:pt idx="2355">
                        <c:v>41374</c:v>
                      </c:pt>
                      <c:pt idx="2356">
                        <c:v>41375</c:v>
                      </c:pt>
                      <c:pt idx="2357">
                        <c:v>41376</c:v>
                      </c:pt>
                      <c:pt idx="2358">
                        <c:v>41379</c:v>
                      </c:pt>
                      <c:pt idx="2359">
                        <c:v>41380</c:v>
                      </c:pt>
                      <c:pt idx="2360">
                        <c:v>41381</c:v>
                      </c:pt>
                      <c:pt idx="2361">
                        <c:v>41382</c:v>
                      </c:pt>
                      <c:pt idx="2362">
                        <c:v>41383</c:v>
                      </c:pt>
                      <c:pt idx="2363">
                        <c:v>41386</c:v>
                      </c:pt>
                      <c:pt idx="2364">
                        <c:v>41387</c:v>
                      </c:pt>
                      <c:pt idx="2365">
                        <c:v>41388</c:v>
                      </c:pt>
                      <c:pt idx="2366">
                        <c:v>41389</c:v>
                      </c:pt>
                      <c:pt idx="2367">
                        <c:v>41390</c:v>
                      </c:pt>
                      <c:pt idx="2368">
                        <c:v>41393</c:v>
                      </c:pt>
                      <c:pt idx="2369">
                        <c:v>41394</c:v>
                      </c:pt>
                      <c:pt idx="2370">
                        <c:v>41395</c:v>
                      </c:pt>
                      <c:pt idx="2371">
                        <c:v>41396</c:v>
                      </c:pt>
                      <c:pt idx="2372">
                        <c:v>41397</c:v>
                      </c:pt>
                      <c:pt idx="2373">
                        <c:v>41400</c:v>
                      </c:pt>
                      <c:pt idx="2374">
                        <c:v>41401</c:v>
                      </c:pt>
                      <c:pt idx="2375">
                        <c:v>41402</c:v>
                      </c:pt>
                      <c:pt idx="2376">
                        <c:v>41403</c:v>
                      </c:pt>
                      <c:pt idx="2377">
                        <c:v>41404</c:v>
                      </c:pt>
                      <c:pt idx="2378">
                        <c:v>41407</c:v>
                      </c:pt>
                      <c:pt idx="2379">
                        <c:v>41408</c:v>
                      </c:pt>
                      <c:pt idx="2380">
                        <c:v>41409</c:v>
                      </c:pt>
                      <c:pt idx="2381">
                        <c:v>41410</c:v>
                      </c:pt>
                      <c:pt idx="2382">
                        <c:v>41411</c:v>
                      </c:pt>
                      <c:pt idx="2383">
                        <c:v>41414</c:v>
                      </c:pt>
                      <c:pt idx="2384">
                        <c:v>41415</c:v>
                      </c:pt>
                      <c:pt idx="2385">
                        <c:v>41416</c:v>
                      </c:pt>
                      <c:pt idx="2386">
                        <c:v>41417</c:v>
                      </c:pt>
                      <c:pt idx="2387">
                        <c:v>41418</c:v>
                      </c:pt>
                      <c:pt idx="2388">
                        <c:v>41421</c:v>
                      </c:pt>
                      <c:pt idx="2389">
                        <c:v>41422</c:v>
                      </c:pt>
                      <c:pt idx="2390">
                        <c:v>41423</c:v>
                      </c:pt>
                      <c:pt idx="2391">
                        <c:v>41424</c:v>
                      </c:pt>
                      <c:pt idx="2392">
                        <c:v>41425</c:v>
                      </c:pt>
                      <c:pt idx="2393">
                        <c:v>41428</c:v>
                      </c:pt>
                      <c:pt idx="2394">
                        <c:v>41429</c:v>
                      </c:pt>
                      <c:pt idx="2395">
                        <c:v>41430</c:v>
                      </c:pt>
                      <c:pt idx="2396">
                        <c:v>41431</c:v>
                      </c:pt>
                      <c:pt idx="2397">
                        <c:v>41432</c:v>
                      </c:pt>
                      <c:pt idx="2398">
                        <c:v>41435</c:v>
                      </c:pt>
                      <c:pt idx="2399">
                        <c:v>41436</c:v>
                      </c:pt>
                      <c:pt idx="2400">
                        <c:v>41437</c:v>
                      </c:pt>
                      <c:pt idx="2401">
                        <c:v>41438</c:v>
                      </c:pt>
                      <c:pt idx="2402">
                        <c:v>41439</c:v>
                      </c:pt>
                      <c:pt idx="2403">
                        <c:v>41442</c:v>
                      </c:pt>
                      <c:pt idx="2404">
                        <c:v>41443</c:v>
                      </c:pt>
                      <c:pt idx="2405">
                        <c:v>41444</c:v>
                      </c:pt>
                      <c:pt idx="2406">
                        <c:v>41445</c:v>
                      </c:pt>
                      <c:pt idx="2407">
                        <c:v>41446</c:v>
                      </c:pt>
                      <c:pt idx="2408">
                        <c:v>41449</c:v>
                      </c:pt>
                      <c:pt idx="2409">
                        <c:v>41450</c:v>
                      </c:pt>
                      <c:pt idx="2410">
                        <c:v>41451</c:v>
                      </c:pt>
                      <c:pt idx="2411">
                        <c:v>41452</c:v>
                      </c:pt>
                      <c:pt idx="2412">
                        <c:v>41453</c:v>
                      </c:pt>
                      <c:pt idx="2413">
                        <c:v>41456</c:v>
                      </c:pt>
                      <c:pt idx="2414">
                        <c:v>41457</c:v>
                      </c:pt>
                      <c:pt idx="2415">
                        <c:v>41458</c:v>
                      </c:pt>
                      <c:pt idx="2416">
                        <c:v>41459</c:v>
                      </c:pt>
                      <c:pt idx="2417">
                        <c:v>41460</c:v>
                      </c:pt>
                      <c:pt idx="2418">
                        <c:v>41463</c:v>
                      </c:pt>
                      <c:pt idx="2419">
                        <c:v>41464</c:v>
                      </c:pt>
                      <c:pt idx="2420">
                        <c:v>41465</c:v>
                      </c:pt>
                      <c:pt idx="2421">
                        <c:v>41466</c:v>
                      </c:pt>
                      <c:pt idx="2422">
                        <c:v>41467</c:v>
                      </c:pt>
                      <c:pt idx="2423">
                        <c:v>41470</c:v>
                      </c:pt>
                      <c:pt idx="2424">
                        <c:v>41471</c:v>
                      </c:pt>
                      <c:pt idx="2425">
                        <c:v>41472</c:v>
                      </c:pt>
                      <c:pt idx="2426">
                        <c:v>41473</c:v>
                      </c:pt>
                      <c:pt idx="2427">
                        <c:v>41474</c:v>
                      </c:pt>
                      <c:pt idx="2428">
                        <c:v>41477</c:v>
                      </c:pt>
                      <c:pt idx="2429">
                        <c:v>41478</c:v>
                      </c:pt>
                      <c:pt idx="2430">
                        <c:v>41479</c:v>
                      </c:pt>
                      <c:pt idx="2431">
                        <c:v>41480</c:v>
                      </c:pt>
                      <c:pt idx="2432">
                        <c:v>41481</c:v>
                      </c:pt>
                      <c:pt idx="2433">
                        <c:v>41484</c:v>
                      </c:pt>
                      <c:pt idx="2434">
                        <c:v>41485</c:v>
                      </c:pt>
                      <c:pt idx="2435">
                        <c:v>41486</c:v>
                      </c:pt>
                      <c:pt idx="2436">
                        <c:v>41487</c:v>
                      </c:pt>
                      <c:pt idx="2437">
                        <c:v>41488</c:v>
                      </c:pt>
                      <c:pt idx="2438">
                        <c:v>41491</c:v>
                      </c:pt>
                      <c:pt idx="2439">
                        <c:v>41492</c:v>
                      </c:pt>
                      <c:pt idx="2440">
                        <c:v>41493</c:v>
                      </c:pt>
                      <c:pt idx="2441">
                        <c:v>41494</c:v>
                      </c:pt>
                      <c:pt idx="2442">
                        <c:v>41495</c:v>
                      </c:pt>
                      <c:pt idx="2443">
                        <c:v>41498</c:v>
                      </c:pt>
                      <c:pt idx="2444">
                        <c:v>41499</c:v>
                      </c:pt>
                      <c:pt idx="2445">
                        <c:v>41500</c:v>
                      </c:pt>
                      <c:pt idx="2446">
                        <c:v>41501</c:v>
                      </c:pt>
                      <c:pt idx="2447">
                        <c:v>41502</c:v>
                      </c:pt>
                      <c:pt idx="2448">
                        <c:v>41505</c:v>
                      </c:pt>
                      <c:pt idx="2449">
                        <c:v>41506</c:v>
                      </c:pt>
                      <c:pt idx="2450">
                        <c:v>41507</c:v>
                      </c:pt>
                      <c:pt idx="2451">
                        <c:v>41508</c:v>
                      </c:pt>
                      <c:pt idx="2452">
                        <c:v>41509</c:v>
                      </c:pt>
                      <c:pt idx="2453">
                        <c:v>41512</c:v>
                      </c:pt>
                      <c:pt idx="2454">
                        <c:v>41513</c:v>
                      </c:pt>
                      <c:pt idx="2455">
                        <c:v>41514</c:v>
                      </c:pt>
                      <c:pt idx="2456">
                        <c:v>41515</c:v>
                      </c:pt>
                      <c:pt idx="2457">
                        <c:v>41516</c:v>
                      </c:pt>
                      <c:pt idx="2458">
                        <c:v>41519</c:v>
                      </c:pt>
                      <c:pt idx="2459">
                        <c:v>41520</c:v>
                      </c:pt>
                      <c:pt idx="2460">
                        <c:v>41521</c:v>
                      </c:pt>
                      <c:pt idx="2461">
                        <c:v>41522</c:v>
                      </c:pt>
                      <c:pt idx="2462">
                        <c:v>41523</c:v>
                      </c:pt>
                      <c:pt idx="2463">
                        <c:v>41526</c:v>
                      </c:pt>
                      <c:pt idx="2464">
                        <c:v>41527</c:v>
                      </c:pt>
                      <c:pt idx="2465">
                        <c:v>41528</c:v>
                      </c:pt>
                      <c:pt idx="2466">
                        <c:v>41529</c:v>
                      </c:pt>
                      <c:pt idx="2467">
                        <c:v>41530</c:v>
                      </c:pt>
                      <c:pt idx="2468">
                        <c:v>41533</c:v>
                      </c:pt>
                      <c:pt idx="2469">
                        <c:v>41534</c:v>
                      </c:pt>
                      <c:pt idx="2470">
                        <c:v>41535</c:v>
                      </c:pt>
                      <c:pt idx="2471">
                        <c:v>41536</c:v>
                      </c:pt>
                      <c:pt idx="2472">
                        <c:v>41537</c:v>
                      </c:pt>
                      <c:pt idx="2473">
                        <c:v>41540</c:v>
                      </c:pt>
                      <c:pt idx="2474">
                        <c:v>41541</c:v>
                      </c:pt>
                      <c:pt idx="2475">
                        <c:v>41542</c:v>
                      </c:pt>
                      <c:pt idx="2476">
                        <c:v>41543</c:v>
                      </c:pt>
                      <c:pt idx="2477">
                        <c:v>41544</c:v>
                      </c:pt>
                      <c:pt idx="2478">
                        <c:v>41547</c:v>
                      </c:pt>
                      <c:pt idx="2479">
                        <c:v>41548</c:v>
                      </c:pt>
                      <c:pt idx="2480">
                        <c:v>41549</c:v>
                      </c:pt>
                      <c:pt idx="2481">
                        <c:v>41550</c:v>
                      </c:pt>
                      <c:pt idx="2482">
                        <c:v>41551</c:v>
                      </c:pt>
                      <c:pt idx="2483">
                        <c:v>41554</c:v>
                      </c:pt>
                      <c:pt idx="2484">
                        <c:v>41555</c:v>
                      </c:pt>
                      <c:pt idx="2485">
                        <c:v>41556</c:v>
                      </c:pt>
                      <c:pt idx="2486">
                        <c:v>41557</c:v>
                      </c:pt>
                      <c:pt idx="2487">
                        <c:v>41558</c:v>
                      </c:pt>
                      <c:pt idx="2488">
                        <c:v>41561</c:v>
                      </c:pt>
                      <c:pt idx="2489">
                        <c:v>41562</c:v>
                      </c:pt>
                      <c:pt idx="2490">
                        <c:v>41563</c:v>
                      </c:pt>
                      <c:pt idx="2491">
                        <c:v>41564</c:v>
                      </c:pt>
                      <c:pt idx="2492">
                        <c:v>41565</c:v>
                      </c:pt>
                      <c:pt idx="2493">
                        <c:v>41568</c:v>
                      </c:pt>
                      <c:pt idx="2494">
                        <c:v>41569</c:v>
                      </c:pt>
                      <c:pt idx="2495">
                        <c:v>41570</c:v>
                      </c:pt>
                      <c:pt idx="2496">
                        <c:v>41571</c:v>
                      </c:pt>
                      <c:pt idx="2497">
                        <c:v>41572</c:v>
                      </c:pt>
                      <c:pt idx="2498">
                        <c:v>41575</c:v>
                      </c:pt>
                      <c:pt idx="2499">
                        <c:v>41576</c:v>
                      </c:pt>
                      <c:pt idx="2500">
                        <c:v>41577</c:v>
                      </c:pt>
                      <c:pt idx="2501">
                        <c:v>41578</c:v>
                      </c:pt>
                      <c:pt idx="2502">
                        <c:v>41579</c:v>
                      </c:pt>
                      <c:pt idx="2503">
                        <c:v>41582</c:v>
                      </c:pt>
                      <c:pt idx="2504">
                        <c:v>41583</c:v>
                      </c:pt>
                      <c:pt idx="2505">
                        <c:v>41584</c:v>
                      </c:pt>
                      <c:pt idx="2506">
                        <c:v>41585</c:v>
                      </c:pt>
                      <c:pt idx="2507">
                        <c:v>41586</c:v>
                      </c:pt>
                      <c:pt idx="2508">
                        <c:v>41589</c:v>
                      </c:pt>
                      <c:pt idx="2509">
                        <c:v>41590</c:v>
                      </c:pt>
                      <c:pt idx="2510">
                        <c:v>41591</c:v>
                      </c:pt>
                      <c:pt idx="2511">
                        <c:v>41592</c:v>
                      </c:pt>
                      <c:pt idx="2512">
                        <c:v>41593</c:v>
                      </c:pt>
                      <c:pt idx="2513">
                        <c:v>41596</c:v>
                      </c:pt>
                      <c:pt idx="2514">
                        <c:v>41597</c:v>
                      </c:pt>
                      <c:pt idx="2515">
                        <c:v>41598</c:v>
                      </c:pt>
                      <c:pt idx="2516">
                        <c:v>41599</c:v>
                      </c:pt>
                      <c:pt idx="2517">
                        <c:v>41600</c:v>
                      </c:pt>
                      <c:pt idx="2518">
                        <c:v>41603</c:v>
                      </c:pt>
                      <c:pt idx="2519">
                        <c:v>41604</c:v>
                      </c:pt>
                      <c:pt idx="2520">
                        <c:v>41605</c:v>
                      </c:pt>
                      <c:pt idx="2521">
                        <c:v>41606</c:v>
                      </c:pt>
                      <c:pt idx="2522">
                        <c:v>41607</c:v>
                      </c:pt>
                      <c:pt idx="2523">
                        <c:v>41610</c:v>
                      </c:pt>
                      <c:pt idx="2524">
                        <c:v>41611</c:v>
                      </c:pt>
                      <c:pt idx="2525">
                        <c:v>41612</c:v>
                      </c:pt>
                      <c:pt idx="2526">
                        <c:v>41613</c:v>
                      </c:pt>
                      <c:pt idx="2527">
                        <c:v>41614</c:v>
                      </c:pt>
                      <c:pt idx="2528">
                        <c:v>41617</c:v>
                      </c:pt>
                      <c:pt idx="2529">
                        <c:v>41618</c:v>
                      </c:pt>
                      <c:pt idx="2530">
                        <c:v>41619</c:v>
                      </c:pt>
                      <c:pt idx="2531">
                        <c:v>41620</c:v>
                      </c:pt>
                      <c:pt idx="2532">
                        <c:v>41621</c:v>
                      </c:pt>
                      <c:pt idx="2533">
                        <c:v>41624</c:v>
                      </c:pt>
                      <c:pt idx="2534">
                        <c:v>41625</c:v>
                      </c:pt>
                      <c:pt idx="2535">
                        <c:v>41626</c:v>
                      </c:pt>
                      <c:pt idx="2536">
                        <c:v>41627</c:v>
                      </c:pt>
                      <c:pt idx="2537">
                        <c:v>41628</c:v>
                      </c:pt>
                      <c:pt idx="2538">
                        <c:v>41631</c:v>
                      </c:pt>
                      <c:pt idx="2539">
                        <c:v>41632</c:v>
                      </c:pt>
                      <c:pt idx="2540">
                        <c:v>41633</c:v>
                      </c:pt>
                      <c:pt idx="2541">
                        <c:v>41634</c:v>
                      </c:pt>
                      <c:pt idx="2542">
                        <c:v>41635</c:v>
                      </c:pt>
                      <c:pt idx="2543">
                        <c:v>41638</c:v>
                      </c:pt>
                      <c:pt idx="2544">
                        <c:v>41639</c:v>
                      </c:pt>
                      <c:pt idx="2545">
                        <c:v>41640</c:v>
                      </c:pt>
                      <c:pt idx="2546">
                        <c:v>41641</c:v>
                      </c:pt>
                      <c:pt idx="2547">
                        <c:v>41642</c:v>
                      </c:pt>
                      <c:pt idx="2548">
                        <c:v>41645</c:v>
                      </c:pt>
                      <c:pt idx="2549">
                        <c:v>41646</c:v>
                      </c:pt>
                      <c:pt idx="2550">
                        <c:v>41647</c:v>
                      </c:pt>
                      <c:pt idx="2551">
                        <c:v>41648</c:v>
                      </c:pt>
                      <c:pt idx="2552">
                        <c:v>41649</c:v>
                      </c:pt>
                      <c:pt idx="2553">
                        <c:v>41652</c:v>
                      </c:pt>
                      <c:pt idx="2554">
                        <c:v>41653</c:v>
                      </c:pt>
                      <c:pt idx="2555">
                        <c:v>41654</c:v>
                      </c:pt>
                      <c:pt idx="2556">
                        <c:v>41655</c:v>
                      </c:pt>
                      <c:pt idx="2557">
                        <c:v>41656</c:v>
                      </c:pt>
                      <c:pt idx="2558">
                        <c:v>41659</c:v>
                      </c:pt>
                      <c:pt idx="2559">
                        <c:v>41660</c:v>
                      </c:pt>
                      <c:pt idx="2560">
                        <c:v>41661</c:v>
                      </c:pt>
                      <c:pt idx="2561">
                        <c:v>41662</c:v>
                      </c:pt>
                      <c:pt idx="2562">
                        <c:v>41663</c:v>
                      </c:pt>
                      <c:pt idx="2563">
                        <c:v>41666</c:v>
                      </c:pt>
                      <c:pt idx="2564">
                        <c:v>41667</c:v>
                      </c:pt>
                      <c:pt idx="2565">
                        <c:v>41668</c:v>
                      </c:pt>
                      <c:pt idx="2566">
                        <c:v>41669</c:v>
                      </c:pt>
                      <c:pt idx="2567">
                        <c:v>41670</c:v>
                      </c:pt>
                      <c:pt idx="2568">
                        <c:v>41673</c:v>
                      </c:pt>
                      <c:pt idx="2569">
                        <c:v>41674</c:v>
                      </c:pt>
                      <c:pt idx="2570">
                        <c:v>41675</c:v>
                      </c:pt>
                      <c:pt idx="2571">
                        <c:v>41676</c:v>
                      </c:pt>
                      <c:pt idx="2572">
                        <c:v>41677</c:v>
                      </c:pt>
                      <c:pt idx="2573">
                        <c:v>41680</c:v>
                      </c:pt>
                      <c:pt idx="2574">
                        <c:v>41681</c:v>
                      </c:pt>
                      <c:pt idx="2575">
                        <c:v>41682</c:v>
                      </c:pt>
                      <c:pt idx="2576">
                        <c:v>41683</c:v>
                      </c:pt>
                      <c:pt idx="2577">
                        <c:v>41684</c:v>
                      </c:pt>
                      <c:pt idx="2578">
                        <c:v>41687</c:v>
                      </c:pt>
                      <c:pt idx="2579">
                        <c:v>41688</c:v>
                      </c:pt>
                      <c:pt idx="2580">
                        <c:v>41689</c:v>
                      </c:pt>
                      <c:pt idx="2581">
                        <c:v>41690</c:v>
                      </c:pt>
                      <c:pt idx="2582">
                        <c:v>41691</c:v>
                      </c:pt>
                      <c:pt idx="2583">
                        <c:v>41694</c:v>
                      </c:pt>
                      <c:pt idx="2584">
                        <c:v>41695</c:v>
                      </c:pt>
                      <c:pt idx="2585">
                        <c:v>41696</c:v>
                      </c:pt>
                      <c:pt idx="2586">
                        <c:v>41697</c:v>
                      </c:pt>
                      <c:pt idx="2587">
                        <c:v>41698</c:v>
                      </c:pt>
                      <c:pt idx="2588">
                        <c:v>41701</c:v>
                      </c:pt>
                      <c:pt idx="2589">
                        <c:v>41702</c:v>
                      </c:pt>
                      <c:pt idx="2590">
                        <c:v>41703</c:v>
                      </c:pt>
                      <c:pt idx="2591">
                        <c:v>41704</c:v>
                      </c:pt>
                      <c:pt idx="2592">
                        <c:v>41705</c:v>
                      </c:pt>
                      <c:pt idx="2593">
                        <c:v>41708</c:v>
                      </c:pt>
                      <c:pt idx="2594">
                        <c:v>41709</c:v>
                      </c:pt>
                      <c:pt idx="2595">
                        <c:v>41710</c:v>
                      </c:pt>
                      <c:pt idx="2596">
                        <c:v>41711</c:v>
                      </c:pt>
                      <c:pt idx="2597">
                        <c:v>41712</c:v>
                      </c:pt>
                      <c:pt idx="2598">
                        <c:v>41715</c:v>
                      </c:pt>
                      <c:pt idx="2599">
                        <c:v>41716</c:v>
                      </c:pt>
                      <c:pt idx="2600">
                        <c:v>41717</c:v>
                      </c:pt>
                      <c:pt idx="2601">
                        <c:v>41718</c:v>
                      </c:pt>
                      <c:pt idx="2602">
                        <c:v>41719</c:v>
                      </c:pt>
                      <c:pt idx="2603">
                        <c:v>41722</c:v>
                      </c:pt>
                      <c:pt idx="2604">
                        <c:v>41723</c:v>
                      </c:pt>
                      <c:pt idx="2605">
                        <c:v>41724</c:v>
                      </c:pt>
                      <c:pt idx="2606">
                        <c:v>41725</c:v>
                      </c:pt>
                      <c:pt idx="2607">
                        <c:v>41726</c:v>
                      </c:pt>
                      <c:pt idx="2608">
                        <c:v>41729</c:v>
                      </c:pt>
                      <c:pt idx="2609">
                        <c:v>41730</c:v>
                      </c:pt>
                      <c:pt idx="2610">
                        <c:v>41731</c:v>
                      </c:pt>
                      <c:pt idx="2611">
                        <c:v>41732</c:v>
                      </c:pt>
                      <c:pt idx="2612">
                        <c:v>41733</c:v>
                      </c:pt>
                      <c:pt idx="2613">
                        <c:v>41736</c:v>
                      </c:pt>
                      <c:pt idx="2614">
                        <c:v>41737</c:v>
                      </c:pt>
                      <c:pt idx="2615">
                        <c:v>41738</c:v>
                      </c:pt>
                      <c:pt idx="2616">
                        <c:v>41739</c:v>
                      </c:pt>
                      <c:pt idx="2617">
                        <c:v>41740</c:v>
                      </c:pt>
                      <c:pt idx="2618">
                        <c:v>41743</c:v>
                      </c:pt>
                      <c:pt idx="2619">
                        <c:v>41744</c:v>
                      </c:pt>
                      <c:pt idx="2620">
                        <c:v>41745</c:v>
                      </c:pt>
                      <c:pt idx="2621">
                        <c:v>41746</c:v>
                      </c:pt>
                      <c:pt idx="2622">
                        <c:v>41747</c:v>
                      </c:pt>
                      <c:pt idx="2623">
                        <c:v>41750</c:v>
                      </c:pt>
                      <c:pt idx="2624">
                        <c:v>41751</c:v>
                      </c:pt>
                      <c:pt idx="2625">
                        <c:v>41752</c:v>
                      </c:pt>
                      <c:pt idx="2626">
                        <c:v>41753</c:v>
                      </c:pt>
                      <c:pt idx="2627">
                        <c:v>41754</c:v>
                      </c:pt>
                      <c:pt idx="2628">
                        <c:v>41757</c:v>
                      </c:pt>
                      <c:pt idx="2629">
                        <c:v>41758</c:v>
                      </c:pt>
                      <c:pt idx="2630">
                        <c:v>41759</c:v>
                      </c:pt>
                      <c:pt idx="2631">
                        <c:v>41760</c:v>
                      </c:pt>
                      <c:pt idx="2632">
                        <c:v>41761</c:v>
                      </c:pt>
                      <c:pt idx="2633">
                        <c:v>41764</c:v>
                      </c:pt>
                      <c:pt idx="2634">
                        <c:v>41765</c:v>
                      </c:pt>
                      <c:pt idx="2635">
                        <c:v>41766</c:v>
                      </c:pt>
                      <c:pt idx="2636">
                        <c:v>41767</c:v>
                      </c:pt>
                      <c:pt idx="2637">
                        <c:v>41768</c:v>
                      </c:pt>
                      <c:pt idx="2638">
                        <c:v>41771</c:v>
                      </c:pt>
                      <c:pt idx="2639">
                        <c:v>41772</c:v>
                      </c:pt>
                      <c:pt idx="2640">
                        <c:v>41773</c:v>
                      </c:pt>
                      <c:pt idx="2641">
                        <c:v>41774</c:v>
                      </c:pt>
                      <c:pt idx="2642">
                        <c:v>41775</c:v>
                      </c:pt>
                      <c:pt idx="2643">
                        <c:v>41778</c:v>
                      </c:pt>
                      <c:pt idx="2644">
                        <c:v>41779</c:v>
                      </c:pt>
                      <c:pt idx="2645">
                        <c:v>41780</c:v>
                      </c:pt>
                      <c:pt idx="2646">
                        <c:v>41781</c:v>
                      </c:pt>
                      <c:pt idx="2647">
                        <c:v>41782</c:v>
                      </c:pt>
                      <c:pt idx="2648">
                        <c:v>41785</c:v>
                      </c:pt>
                      <c:pt idx="2649">
                        <c:v>41786</c:v>
                      </c:pt>
                      <c:pt idx="2650">
                        <c:v>41787</c:v>
                      </c:pt>
                      <c:pt idx="2651">
                        <c:v>41788</c:v>
                      </c:pt>
                      <c:pt idx="2652">
                        <c:v>41789</c:v>
                      </c:pt>
                      <c:pt idx="2653">
                        <c:v>41792</c:v>
                      </c:pt>
                      <c:pt idx="2654">
                        <c:v>41793</c:v>
                      </c:pt>
                      <c:pt idx="2655">
                        <c:v>41794</c:v>
                      </c:pt>
                      <c:pt idx="2656">
                        <c:v>41795</c:v>
                      </c:pt>
                      <c:pt idx="2657">
                        <c:v>41796</c:v>
                      </c:pt>
                      <c:pt idx="2658">
                        <c:v>41799</c:v>
                      </c:pt>
                      <c:pt idx="2659">
                        <c:v>41800</c:v>
                      </c:pt>
                      <c:pt idx="2660">
                        <c:v>41801</c:v>
                      </c:pt>
                      <c:pt idx="2661">
                        <c:v>41802</c:v>
                      </c:pt>
                      <c:pt idx="2662">
                        <c:v>41803</c:v>
                      </c:pt>
                      <c:pt idx="2663">
                        <c:v>41806</c:v>
                      </c:pt>
                      <c:pt idx="2664">
                        <c:v>41807</c:v>
                      </c:pt>
                      <c:pt idx="2665">
                        <c:v>41808</c:v>
                      </c:pt>
                      <c:pt idx="2666">
                        <c:v>41809</c:v>
                      </c:pt>
                      <c:pt idx="2667">
                        <c:v>41810</c:v>
                      </c:pt>
                      <c:pt idx="2668">
                        <c:v>41813</c:v>
                      </c:pt>
                      <c:pt idx="2669">
                        <c:v>41814</c:v>
                      </c:pt>
                      <c:pt idx="2670">
                        <c:v>41815</c:v>
                      </c:pt>
                      <c:pt idx="2671">
                        <c:v>41816</c:v>
                      </c:pt>
                      <c:pt idx="2672">
                        <c:v>41817</c:v>
                      </c:pt>
                      <c:pt idx="2673">
                        <c:v>41820</c:v>
                      </c:pt>
                      <c:pt idx="2674">
                        <c:v>41821</c:v>
                      </c:pt>
                      <c:pt idx="2675">
                        <c:v>41822</c:v>
                      </c:pt>
                      <c:pt idx="2676">
                        <c:v>41823</c:v>
                      </c:pt>
                      <c:pt idx="2677">
                        <c:v>41824</c:v>
                      </c:pt>
                      <c:pt idx="2678">
                        <c:v>41827</c:v>
                      </c:pt>
                      <c:pt idx="2679">
                        <c:v>41828</c:v>
                      </c:pt>
                      <c:pt idx="2680">
                        <c:v>41829</c:v>
                      </c:pt>
                      <c:pt idx="2681">
                        <c:v>41830</c:v>
                      </c:pt>
                      <c:pt idx="2682">
                        <c:v>41831</c:v>
                      </c:pt>
                      <c:pt idx="2683">
                        <c:v>41834</c:v>
                      </c:pt>
                      <c:pt idx="2684">
                        <c:v>41835</c:v>
                      </c:pt>
                      <c:pt idx="2685">
                        <c:v>41836</c:v>
                      </c:pt>
                      <c:pt idx="2686">
                        <c:v>41837</c:v>
                      </c:pt>
                      <c:pt idx="2687">
                        <c:v>41838</c:v>
                      </c:pt>
                      <c:pt idx="2688">
                        <c:v>41841</c:v>
                      </c:pt>
                      <c:pt idx="2689">
                        <c:v>41842</c:v>
                      </c:pt>
                      <c:pt idx="2690">
                        <c:v>41843</c:v>
                      </c:pt>
                      <c:pt idx="2691">
                        <c:v>41844</c:v>
                      </c:pt>
                      <c:pt idx="2692">
                        <c:v>41845</c:v>
                      </c:pt>
                      <c:pt idx="2693">
                        <c:v>41848</c:v>
                      </c:pt>
                      <c:pt idx="2694">
                        <c:v>41849</c:v>
                      </c:pt>
                      <c:pt idx="2695">
                        <c:v>41850</c:v>
                      </c:pt>
                      <c:pt idx="2696">
                        <c:v>41851</c:v>
                      </c:pt>
                      <c:pt idx="2697">
                        <c:v>41852</c:v>
                      </c:pt>
                      <c:pt idx="2698">
                        <c:v>41855</c:v>
                      </c:pt>
                      <c:pt idx="2699">
                        <c:v>41856</c:v>
                      </c:pt>
                      <c:pt idx="2700">
                        <c:v>41857</c:v>
                      </c:pt>
                      <c:pt idx="2701">
                        <c:v>41858</c:v>
                      </c:pt>
                      <c:pt idx="2702">
                        <c:v>41859</c:v>
                      </c:pt>
                      <c:pt idx="2703">
                        <c:v>41862</c:v>
                      </c:pt>
                      <c:pt idx="2704">
                        <c:v>41863</c:v>
                      </c:pt>
                      <c:pt idx="2705">
                        <c:v>41864</c:v>
                      </c:pt>
                      <c:pt idx="2706">
                        <c:v>41865</c:v>
                      </c:pt>
                      <c:pt idx="2707">
                        <c:v>41866</c:v>
                      </c:pt>
                      <c:pt idx="2708">
                        <c:v>41869</c:v>
                      </c:pt>
                      <c:pt idx="2709">
                        <c:v>41870</c:v>
                      </c:pt>
                      <c:pt idx="2710">
                        <c:v>41871</c:v>
                      </c:pt>
                      <c:pt idx="2711">
                        <c:v>41872</c:v>
                      </c:pt>
                      <c:pt idx="2712">
                        <c:v>41873</c:v>
                      </c:pt>
                      <c:pt idx="2713">
                        <c:v>41876</c:v>
                      </c:pt>
                      <c:pt idx="2714">
                        <c:v>41877</c:v>
                      </c:pt>
                      <c:pt idx="2715">
                        <c:v>41878</c:v>
                      </c:pt>
                      <c:pt idx="2716">
                        <c:v>41879</c:v>
                      </c:pt>
                      <c:pt idx="2717">
                        <c:v>41880</c:v>
                      </c:pt>
                      <c:pt idx="2718">
                        <c:v>41883</c:v>
                      </c:pt>
                      <c:pt idx="2719">
                        <c:v>41884</c:v>
                      </c:pt>
                      <c:pt idx="2720">
                        <c:v>41885</c:v>
                      </c:pt>
                      <c:pt idx="2721">
                        <c:v>41886</c:v>
                      </c:pt>
                      <c:pt idx="2722">
                        <c:v>41887</c:v>
                      </c:pt>
                      <c:pt idx="2723">
                        <c:v>41890</c:v>
                      </c:pt>
                      <c:pt idx="2724">
                        <c:v>41891</c:v>
                      </c:pt>
                      <c:pt idx="2725">
                        <c:v>41892</c:v>
                      </c:pt>
                      <c:pt idx="2726">
                        <c:v>41893</c:v>
                      </c:pt>
                      <c:pt idx="2727">
                        <c:v>41894</c:v>
                      </c:pt>
                      <c:pt idx="2728">
                        <c:v>41897</c:v>
                      </c:pt>
                      <c:pt idx="2729">
                        <c:v>41898</c:v>
                      </c:pt>
                      <c:pt idx="2730">
                        <c:v>41899</c:v>
                      </c:pt>
                      <c:pt idx="2731">
                        <c:v>41900</c:v>
                      </c:pt>
                      <c:pt idx="2732">
                        <c:v>41901</c:v>
                      </c:pt>
                      <c:pt idx="2733">
                        <c:v>41904</c:v>
                      </c:pt>
                      <c:pt idx="2734">
                        <c:v>41905</c:v>
                      </c:pt>
                      <c:pt idx="2735">
                        <c:v>41906</c:v>
                      </c:pt>
                      <c:pt idx="2736">
                        <c:v>41907</c:v>
                      </c:pt>
                      <c:pt idx="2737">
                        <c:v>41908</c:v>
                      </c:pt>
                      <c:pt idx="2738">
                        <c:v>41911</c:v>
                      </c:pt>
                      <c:pt idx="2739">
                        <c:v>41912</c:v>
                      </c:pt>
                      <c:pt idx="2740">
                        <c:v>41913</c:v>
                      </c:pt>
                      <c:pt idx="2741">
                        <c:v>41914</c:v>
                      </c:pt>
                      <c:pt idx="2742">
                        <c:v>41915</c:v>
                      </c:pt>
                      <c:pt idx="2743">
                        <c:v>41918</c:v>
                      </c:pt>
                      <c:pt idx="2744">
                        <c:v>41919</c:v>
                      </c:pt>
                      <c:pt idx="2745">
                        <c:v>41920</c:v>
                      </c:pt>
                      <c:pt idx="2746">
                        <c:v>41921</c:v>
                      </c:pt>
                      <c:pt idx="2747">
                        <c:v>41922</c:v>
                      </c:pt>
                      <c:pt idx="2748">
                        <c:v>41925</c:v>
                      </c:pt>
                      <c:pt idx="2749">
                        <c:v>41926</c:v>
                      </c:pt>
                      <c:pt idx="2750">
                        <c:v>41927</c:v>
                      </c:pt>
                      <c:pt idx="2751">
                        <c:v>41928</c:v>
                      </c:pt>
                      <c:pt idx="2752">
                        <c:v>41929</c:v>
                      </c:pt>
                      <c:pt idx="2753">
                        <c:v>41932</c:v>
                      </c:pt>
                      <c:pt idx="2754">
                        <c:v>41933</c:v>
                      </c:pt>
                      <c:pt idx="2755">
                        <c:v>41934</c:v>
                      </c:pt>
                      <c:pt idx="2756">
                        <c:v>41935</c:v>
                      </c:pt>
                      <c:pt idx="2757">
                        <c:v>41936</c:v>
                      </c:pt>
                      <c:pt idx="2758">
                        <c:v>41939</c:v>
                      </c:pt>
                      <c:pt idx="2759">
                        <c:v>41940</c:v>
                      </c:pt>
                      <c:pt idx="2760">
                        <c:v>41941</c:v>
                      </c:pt>
                      <c:pt idx="2761">
                        <c:v>41942</c:v>
                      </c:pt>
                      <c:pt idx="2762">
                        <c:v>41943</c:v>
                      </c:pt>
                      <c:pt idx="2763">
                        <c:v>41946</c:v>
                      </c:pt>
                      <c:pt idx="2764">
                        <c:v>41947</c:v>
                      </c:pt>
                      <c:pt idx="2765">
                        <c:v>41948</c:v>
                      </c:pt>
                      <c:pt idx="2766">
                        <c:v>41949</c:v>
                      </c:pt>
                      <c:pt idx="2767">
                        <c:v>41950</c:v>
                      </c:pt>
                      <c:pt idx="2768">
                        <c:v>41953</c:v>
                      </c:pt>
                      <c:pt idx="2769">
                        <c:v>41954</c:v>
                      </c:pt>
                      <c:pt idx="2770">
                        <c:v>41955</c:v>
                      </c:pt>
                      <c:pt idx="2771">
                        <c:v>41956</c:v>
                      </c:pt>
                      <c:pt idx="2772">
                        <c:v>41957</c:v>
                      </c:pt>
                      <c:pt idx="2773">
                        <c:v>41960</c:v>
                      </c:pt>
                      <c:pt idx="2774">
                        <c:v>41961</c:v>
                      </c:pt>
                      <c:pt idx="2775">
                        <c:v>41962</c:v>
                      </c:pt>
                      <c:pt idx="2776">
                        <c:v>41963</c:v>
                      </c:pt>
                      <c:pt idx="2777">
                        <c:v>41964</c:v>
                      </c:pt>
                      <c:pt idx="2778">
                        <c:v>41967</c:v>
                      </c:pt>
                      <c:pt idx="2779">
                        <c:v>41968</c:v>
                      </c:pt>
                      <c:pt idx="2780">
                        <c:v>41969</c:v>
                      </c:pt>
                      <c:pt idx="2781">
                        <c:v>41970</c:v>
                      </c:pt>
                      <c:pt idx="2782">
                        <c:v>41971</c:v>
                      </c:pt>
                      <c:pt idx="2783">
                        <c:v>41974</c:v>
                      </c:pt>
                      <c:pt idx="2784">
                        <c:v>41975</c:v>
                      </c:pt>
                      <c:pt idx="2785">
                        <c:v>41976</c:v>
                      </c:pt>
                      <c:pt idx="2786">
                        <c:v>41977</c:v>
                      </c:pt>
                      <c:pt idx="2787">
                        <c:v>41978</c:v>
                      </c:pt>
                      <c:pt idx="2788">
                        <c:v>41981</c:v>
                      </c:pt>
                      <c:pt idx="2789">
                        <c:v>41982</c:v>
                      </c:pt>
                      <c:pt idx="2790">
                        <c:v>41983</c:v>
                      </c:pt>
                      <c:pt idx="2791">
                        <c:v>41984</c:v>
                      </c:pt>
                      <c:pt idx="2792">
                        <c:v>41985</c:v>
                      </c:pt>
                      <c:pt idx="2793">
                        <c:v>41988</c:v>
                      </c:pt>
                      <c:pt idx="2794">
                        <c:v>41989</c:v>
                      </c:pt>
                      <c:pt idx="2795">
                        <c:v>41990</c:v>
                      </c:pt>
                      <c:pt idx="2796">
                        <c:v>41991</c:v>
                      </c:pt>
                      <c:pt idx="2797">
                        <c:v>41992</c:v>
                      </c:pt>
                      <c:pt idx="2798">
                        <c:v>41995</c:v>
                      </c:pt>
                      <c:pt idx="2799">
                        <c:v>41996</c:v>
                      </c:pt>
                      <c:pt idx="2800">
                        <c:v>41997</c:v>
                      </c:pt>
                      <c:pt idx="2801">
                        <c:v>41998</c:v>
                      </c:pt>
                      <c:pt idx="2802">
                        <c:v>41999</c:v>
                      </c:pt>
                      <c:pt idx="2803">
                        <c:v>42002</c:v>
                      </c:pt>
                      <c:pt idx="2804">
                        <c:v>42003</c:v>
                      </c:pt>
                      <c:pt idx="2805">
                        <c:v>42004</c:v>
                      </c:pt>
                      <c:pt idx="2806">
                        <c:v>42005</c:v>
                      </c:pt>
                      <c:pt idx="2807">
                        <c:v>42006</c:v>
                      </c:pt>
                      <c:pt idx="2808">
                        <c:v>42009</c:v>
                      </c:pt>
                      <c:pt idx="2809">
                        <c:v>42010</c:v>
                      </c:pt>
                      <c:pt idx="2810">
                        <c:v>42011</c:v>
                      </c:pt>
                      <c:pt idx="2811">
                        <c:v>42012</c:v>
                      </c:pt>
                      <c:pt idx="2812">
                        <c:v>42013</c:v>
                      </c:pt>
                      <c:pt idx="2813">
                        <c:v>42016</c:v>
                      </c:pt>
                      <c:pt idx="2814">
                        <c:v>42017</c:v>
                      </c:pt>
                      <c:pt idx="2815">
                        <c:v>42018</c:v>
                      </c:pt>
                      <c:pt idx="2816">
                        <c:v>42019</c:v>
                      </c:pt>
                      <c:pt idx="2817">
                        <c:v>42020</c:v>
                      </c:pt>
                      <c:pt idx="2818">
                        <c:v>42023</c:v>
                      </c:pt>
                      <c:pt idx="2819">
                        <c:v>42024</c:v>
                      </c:pt>
                      <c:pt idx="2820">
                        <c:v>42025</c:v>
                      </c:pt>
                      <c:pt idx="2821">
                        <c:v>42026</c:v>
                      </c:pt>
                      <c:pt idx="2822">
                        <c:v>42027</c:v>
                      </c:pt>
                      <c:pt idx="2823">
                        <c:v>42030</c:v>
                      </c:pt>
                      <c:pt idx="2824">
                        <c:v>42031</c:v>
                      </c:pt>
                      <c:pt idx="2825">
                        <c:v>42032</c:v>
                      </c:pt>
                      <c:pt idx="2826">
                        <c:v>42033</c:v>
                      </c:pt>
                      <c:pt idx="2827">
                        <c:v>42034</c:v>
                      </c:pt>
                      <c:pt idx="2828">
                        <c:v>42037</c:v>
                      </c:pt>
                      <c:pt idx="2829">
                        <c:v>42038</c:v>
                      </c:pt>
                      <c:pt idx="2830">
                        <c:v>42039</c:v>
                      </c:pt>
                      <c:pt idx="2831">
                        <c:v>42040</c:v>
                      </c:pt>
                      <c:pt idx="2832">
                        <c:v>42041</c:v>
                      </c:pt>
                      <c:pt idx="2833">
                        <c:v>42044</c:v>
                      </c:pt>
                      <c:pt idx="2834">
                        <c:v>42045</c:v>
                      </c:pt>
                      <c:pt idx="2835">
                        <c:v>42046</c:v>
                      </c:pt>
                      <c:pt idx="2836">
                        <c:v>42047</c:v>
                      </c:pt>
                      <c:pt idx="2837">
                        <c:v>42048</c:v>
                      </c:pt>
                      <c:pt idx="2838">
                        <c:v>42051</c:v>
                      </c:pt>
                      <c:pt idx="2839">
                        <c:v>42052</c:v>
                      </c:pt>
                      <c:pt idx="2840">
                        <c:v>42053</c:v>
                      </c:pt>
                      <c:pt idx="2841">
                        <c:v>42054</c:v>
                      </c:pt>
                      <c:pt idx="2842">
                        <c:v>42055</c:v>
                      </c:pt>
                      <c:pt idx="2843">
                        <c:v>42058</c:v>
                      </c:pt>
                      <c:pt idx="2844">
                        <c:v>42059</c:v>
                      </c:pt>
                      <c:pt idx="2845">
                        <c:v>42060</c:v>
                      </c:pt>
                      <c:pt idx="2846">
                        <c:v>42061</c:v>
                      </c:pt>
                      <c:pt idx="2847">
                        <c:v>42062</c:v>
                      </c:pt>
                      <c:pt idx="2848">
                        <c:v>42065</c:v>
                      </c:pt>
                      <c:pt idx="2849">
                        <c:v>42066</c:v>
                      </c:pt>
                      <c:pt idx="2850">
                        <c:v>42067</c:v>
                      </c:pt>
                      <c:pt idx="2851">
                        <c:v>42068</c:v>
                      </c:pt>
                      <c:pt idx="2852">
                        <c:v>42069</c:v>
                      </c:pt>
                      <c:pt idx="2853">
                        <c:v>42072</c:v>
                      </c:pt>
                      <c:pt idx="2854">
                        <c:v>42073</c:v>
                      </c:pt>
                      <c:pt idx="2855">
                        <c:v>42074</c:v>
                      </c:pt>
                      <c:pt idx="2856">
                        <c:v>42075</c:v>
                      </c:pt>
                      <c:pt idx="2857">
                        <c:v>42076</c:v>
                      </c:pt>
                      <c:pt idx="2858">
                        <c:v>42079</c:v>
                      </c:pt>
                      <c:pt idx="2859">
                        <c:v>42080</c:v>
                      </c:pt>
                      <c:pt idx="2860">
                        <c:v>42081</c:v>
                      </c:pt>
                      <c:pt idx="2861">
                        <c:v>42082</c:v>
                      </c:pt>
                      <c:pt idx="2862">
                        <c:v>42083</c:v>
                      </c:pt>
                      <c:pt idx="2863">
                        <c:v>42086</c:v>
                      </c:pt>
                      <c:pt idx="2864">
                        <c:v>42087</c:v>
                      </c:pt>
                      <c:pt idx="2865">
                        <c:v>42088</c:v>
                      </c:pt>
                      <c:pt idx="2866">
                        <c:v>42089</c:v>
                      </c:pt>
                      <c:pt idx="2867">
                        <c:v>42090</c:v>
                      </c:pt>
                      <c:pt idx="2868">
                        <c:v>42093</c:v>
                      </c:pt>
                      <c:pt idx="2869">
                        <c:v>42094</c:v>
                      </c:pt>
                      <c:pt idx="2870">
                        <c:v>42095</c:v>
                      </c:pt>
                      <c:pt idx="2871">
                        <c:v>42096</c:v>
                      </c:pt>
                      <c:pt idx="2872">
                        <c:v>42097</c:v>
                      </c:pt>
                      <c:pt idx="2873">
                        <c:v>42100</c:v>
                      </c:pt>
                      <c:pt idx="2874">
                        <c:v>42101</c:v>
                      </c:pt>
                      <c:pt idx="2875">
                        <c:v>42102</c:v>
                      </c:pt>
                      <c:pt idx="2876">
                        <c:v>42103</c:v>
                      </c:pt>
                      <c:pt idx="2877">
                        <c:v>42104</c:v>
                      </c:pt>
                      <c:pt idx="2878">
                        <c:v>42107</c:v>
                      </c:pt>
                      <c:pt idx="2879">
                        <c:v>42108</c:v>
                      </c:pt>
                      <c:pt idx="2880">
                        <c:v>42109</c:v>
                      </c:pt>
                      <c:pt idx="2881">
                        <c:v>42110</c:v>
                      </c:pt>
                      <c:pt idx="2882">
                        <c:v>42111</c:v>
                      </c:pt>
                      <c:pt idx="2883">
                        <c:v>42114</c:v>
                      </c:pt>
                      <c:pt idx="2884">
                        <c:v>42115</c:v>
                      </c:pt>
                      <c:pt idx="2885">
                        <c:v>42116</c:v>
                      </c:pt>
                      <c:pt idx="2886">
                        <c:v>42117</c:v>
                      </c:pt>
                      <c:pt idx="2887">
                        <c:v>42118</c:v>
                      </c:pt>
                      <c:pt idx="2888">
                        <c:v>42121</c:v>
                      </c:pt>
                      <c:pt idx="2889">
                        <c:v>42122</c:v>
                      </c:pt>
                      <c:pt idx="2890">
                        <c:v>42123</c:v>
                      </c:pt>
                      <c:pt idx="2891">
                        <c:v>42124</c:v>
                      </c:pt>
                      <c:pt idx="2892">
                        <c:v>42125</c:v>
                      </c:pt>
                      <c:pt idx="2893">
                        <c:v>42128</c:v>
                      </c:pt>
                      <c:pt idx="2894">
                        <c:v>42129</c:v>
                      </c:pt>
                      <c:pt idx="2895">
                        <c:v>42130</c:v>
                      </c:pt>
                      <c:pt idx="2896">
                        <c:v>42131</c:v>
                      </c:pt>
                      <c:pt idx="2897">
                        <c:v>42132</c:v>
                      </c:pt>
                      <c:pt idx="2898">
                        <c:v>42135</c:v>
                      </c:pt>
                      <c:pt idx="2899">
                        <c:v>42136</c:v>
                      </c:pt>
                      <c:pt idx="2900">
                        <c:v>42137</c:v>
                      </c:pt>
                      <c:pt idx="2901">
                        <c:v>42138</c:v>
                      </c:pt>
                      <c:pt idx="2902">
                        <c:v>42139</c:v>
                      </c:pt>
                      <c:pt idx="2903">
                        <c:v>42142</c:v>
                      </c:pt>
                      <c:pt idx="2904">
                        <c:v>42143</c:v>
                      </c:pt>
                      <c:pt idx="2905">
                        <c:v>42144</c:v>
                      </c:pt>
                      <c:pt idx="2906">
                        <c:v>42145</c:v>
                      </c:pt>
                      <c:pt idx="2907">
                        <c:v>42146</c:v>
                      </c:pt>
                      <c:pt idx="2908">
                        <c:v>42149</c:v>
                      </c:pt>
                      <c:pt idx="2909">
                        <c:v>42150</c:v>
                      </c:pt>
                      <c:pt idx="2910">
                        <c:v>42151</c:v>
                      </c:pt>
                      <c:pt idx="2911">
                        <c:v>42152</c:v>
                      </c:pt>
                      <c:pt idx="2912">
                        <c:v>42153</c:v>
                      </c:pt>
                      <c:pt idx="2913">
                        <c:v>42156</c:v>
                      </c:pt>
                      <c:pt idx="2914">
                        <c:v>42157</c:v>
                      </c:pt>
                      <c:pt idx="2915">
                        <c:v>42158</c:v>
                      </c:pt>
                      <c:pt idx="2916">
                        <c:v>42159</c:v>
                      </c:pt>
                      <c:pt idx="2917">
                        <c:v>42160</c:v>
                      </c:pt>
                      <c:pt idx="2918">
                        <c:v>42163</c:v>
                      </c:pt>
                      <c:pt idx="2919">
                        <c:v>42164</c:v>
                      </c:pt>
                      <c:pt idx="2920">
                        <c:v>42165</c:v>
                      </c:pt>
                      <c:pt idx="2921">
                        <c:v>42166</c:v>
                      </c:pt>
                      <c:pt idx="2922">
                        <c:v>42167</c:v>
                      </c:pt>
                      <c:pt idx="2923">
                        <c:v>42170</c:v>
                      </c:pt>
                      <c:pt idx="2924">
                        <c:v>42171</c:v>
                      </c:pt>
                      <c:pt idx="2925">
                        <c:v>42172</c:v>
                      </c:pt>
                      <c:pt idx="2926">
                        <c:v>42173</c:v>
                      </c:pt>
                      <c:pt idx="2927">
                        <c:v>42174</c:v>
                      </c:pt>
                      <c:pt idx="2928">
                        <c:v>42177</c:v>
                      </c:pt>
                      <c:pt idx="2929">
                        <c:v>42178</c:v>
                      </c:pt>
                      <c:pt idx="2930">
                        <c:v>42179</c:v>
                      </c:pt>
                      <c:pt idx="2931">
                        <c:v>42180</c:v>
                      </c:pt>
                      <c:pt idx="2932">
                        <c:v>42181</c:v>
                      </c:pt>
                      <c:pt idx="2933">
                        <c:v>42184</c:v>
                      </c:pt>
                      <c:pt idx="2934">
                        <c:v>42185</c:v>
                      </c:pt>
                      <c:pt idx="2935">
                        <c:v>42186</c:v>
                      </c:pt>
                      <c:pt idx="2936">
                        <c:v>42187</c:v>
                      </c:pt>
                      <c:pt idx="2937">
                        <c:v>42188</c:v>
                      </c:pt>
                      <c:pt idx="2938">
                        <c:v>42191</c:v>
                      </c:pt>
                      <c:pt idx="2939">
                        <c:v>42192</c:v>
                      </c:pt>
                      <c:pt idx="2940">
                        <c:v>42193</c:v>
                      </c:pt>
                      <c:pt idx="2941">
                        <c:v>42194</c:v>
                      </c:pt>
                      <c:pt idx="2942">
                        <c:v>42195</c:v>
                      </c:pt>
                      <c:pt idx="2943">
                        <c:v>42198</c:v>
                      </c:pt>
                      <c:pt idx="2944">
                        <c:v>42199</c:v>
                      </c:pt>
                      <c:pt idx="2945">
                        <c:v>42200</c:v>
                      </c:pt>
                      <c:pt idx="2946">
                        <c:v>42201</c:v>
                      </c:pt>
                      <c:pt idx="2947">
                        <c:v>42202</c:v>
                      </c:pt>
                      <c:pt idx="2948">
                        <c:v>42205</c:v>
                      </c:pt>
                      <c:pt idx="2949">
                        <c:v>42206</c:v>
                      </c:pt>
                      <c:pt idx="2950">
                        <c:v>42207</c:v>
                      </c:pt>
                      <c:pt idx="2951">
                        <c:v>42208</c:v>
                      </c:pt>
                      <c:pt idx="2952">
                        <c:v>42209</c:v>
                      </c:pt>
                      <c:pt idx="2953">
                        <c:v>42212</c:v>
                      </c:pt>
                      <c:pt idx="2954">
                        <c:v>42213</c:v>
                      </c:pt>
                      <c:pt idx="2955">
                        <c:v>42214</c:v>
                      </c:pt>
                      <c:pt idx="2956">
                        <c:v>42215</c:v>
                      </c:pt>
                      <c:pt idx="2957">
                        <c:v>42216</c:v>
                      </c:pt>
                      <c:pt idx="2958">
                        <c:v>42219</c:v>
                      </c:pt>
                      <c:pt idx="2959">
                        <c:v>42220</c:v>
                      </c:pt>
                      <c:pt idx="2960">
                        <c:v>42221</c:v>
                      </c:pt>
                      <c:pt idx="2961">
                        <c:v>42222</c:v>
                      </c:pt>
                      <c:pt idx="2962">
                        <c:v>42223</c:v>
                      </c:pt>
                      <c:pt idx="2963">
                        <c:v>42226</c:v>
                      </c:pt>
                      <c:pt idx="2964">
                        <c:v>42227</c:v>
                      </c:pt>
                      <c:pt idx="2965">
                        <c:v>42228</c:v>
                      </c:pt>
                      <c:pt idx="2966">
                        <c:v>42229</c:v>
                      </c:pt>
                      <c:pt idx="2967">
                        <c:v>42230</c:v>
                      </c:pt>
                      <c:pt idx="2968">
                        <c:v>42233</c:v>
                      </c:pt>
                      <c:pt idx="2969">
                        <c:v>42234</c:v>
                      </c:pt>
                      <c:pt idx="2970">
                        <c:v>42235</c:v>
                      </c:pt>
                      <c:pt idx="2971">
                        <c:v>42236</c:v>
                      </c:pt>
                      <c:pt idx="2972">
                        <c:v>42237</c:v>
                      </c:pt>
                      <c:pt idx="2973">
                        <c:v>42240</c:v>
                      </c:pt>
                      <c:pt idx="2974">
                        <c:v>42241</c:v>
                      </c:pt>
                      <c:pt idx="2975">
                        <c:v>42242</c:v>
                      </c:pt>
                      <c:pt idx="2976">
                        <c:v>42243</c:v>
                      </c:pt>
                      <c:pt idx="2977">
                        <c:v>42244</c:v>
                      </c:pt>
                      <c:pt idx="2978">
                        <c:v>42247</c:v>
                      </c:pt>
                      <c:pt idx="2979">
                        <c:v>42248</c:v>
                      </c:pt>
                      <c:pt idx="2980">
                        <c:v>42249</c:v>
                      </c:pt>
                      <c:pt idx="2981">
                        <c:v>42250</c:v>
                      </c:pt>
                      <c:pt idx="2982">
                        <c:v>42251</c:v>
                      </c:pt>
                      <c:pt idx="2983">
                        <c:v>42254</c:v>
                      </c:pt>
                      <c:pt idx="2984">
                        <c:v>42255</c:v>
                      </c:pt>
                      <c:pt idx="2985">
                        <c:v>42256</c:v>
                      </c:pt>
                      <c:pt idx="2986">
                        <c:v>42257</c:v>
                      </c:pt>
                      <c:pt idx="2987">
                        <c:v>42258</c:v>
                      </c:pt>
                      <c:pt idx="2988">
                        <c:v>42261</c:v>
                      </c:pt>
                      <c:pt idx="2989">
                        <c:v>42262</c:v>
                      </c:pt>
                      <c:pt idx="2990">
                        <c:v>42263</c:v>
                      </c:pt>
                      <c:pt idx="2991">
                        <c:v>42264</c:v>
                      </c:pt>
                      <c:pt idx="2992">
                        <c:v>42265</c:v>
                      </c:pt>
                      <c:pt idx="2993">
                        <c:v>42268</c:v>
                      </c:pt>
                      <c:pt idx="2994">
                        <c:v>42269</c:v>
                      </c:pt>
                      <c:pt idx="2995">
                        <c:v>42270</c:v>
                      </c:pt>
                      <c:pt idx="2996">
                        <c:v>42271</c:v>
                      </c:pt>
                      <c:pt idx="2997">
                        <c:v>42272</c:v>
                      </c:pt>
                      <c:pt idx="2998">
                        <c:v>42275</c:v>
                      </c:pt>
                      <c:pt idx="2999">
                        <c:v>42276</c:v>
                      </c:pt>
                      <c:pt idx="3000">
                        <c:v>42277</c:v>
                      </c:pt>
                      <c:pt idx="3001">
                        <c:v>42278</c:v>
                      </c:pt>
                      <c:pt idx="3002">
                        <c:v>42279</c:v>
                      </c:pt>
                      <c:pt idx="3003">
                        <c:v>42282</c:v>
                      </c:pt>
                      <c:pt idx="3004">
                        <c:v>42283</c:v>
                      </c:pt>
                      <c:pt idx="3005">
                        <c:v>42284</c:v>
                      </c:pt>
                      <c:pt idx="3006">
                        <c:v>42285</c:v>
                      </c:pt>
                      <c:pt idx="3007">
                        <c:v>42286</c:v>
                      </c:pt>
                      <c:pt idx="3008">
                        <c:v>42289</c:v>
                      </c:pt>
                      <c:pt idx="3009">
                        <c:v>42290</c:v>
                      </c:pt>
                      <c:pt idx="3010">
                        <c:v>42291</c:v>
                      </c:pt>
                      <c:pt idx="3011">
                        <c:v>42292</c:v>
                      </c:pt>
                      <c:pt idx="3012">
                        <c:v>42293</c:v>
                      </c:pt>
                      <c:pt idx="3013">
                        <c:v>42296</c:v>
                      </c:pt>
                      <c:pt idx="3014">
                        <c:v>42297</c:v>
                      </c:pt>
                      <c:pt idx="3015">
                        <c:v>42298</c:v>
                      </c:pt>
                      <c:pt idx="3016">
                        <c:v>42299</c:v>
                      </c:pt>
                      <c:pt idx="3017">
                        <c:v>42300</c:v>
                      </c:pt>
                      <c:pt idx="3018">
                        <c:v>42303</c:v>
                      </c:pt>
                      <c:pt idx="3019">
                        <c:v>42304</c:v>
                      </c:pt>
                      <c:pt idx="3020">
                        <c:v>42305</c:v>
                      </c:pt>
                      <c:pt idx="3021">
                        <c:v>42306</c:v>
                      </c:pt>
                      <c:pt idx="3022">
                        <c:v>42307</c:v>
                      </c:pt>
                      <c:pt idx="3023">
                        <c:v>42310</c:v>
                      </c:pt>
                      <c:pt idx="3024">
                        <c:v>42311</c:v>
                      </c:pt>
                      <c:pt idx="3025">
                        <c:v>42312</c:v>
                      </c:pt>
                      <c:pt idx="3026">
                        <c:v>42313</c:v>
                      </c:pt>
                      <c:pt idx="3027">
                        <c:v>42314</c:v>
                      </c:pt>
                      <c:pt idx="3028">
                        <c:v>42317</c:v>
                      </c:pt>
                      <c:pt idx="3029">
                        <c:v>42318</c:v>
                      </c:pt>
                      <c:pt idx="3030">
                        <c:v>42319</c:v>
                      </c:pt>
                      <c:pt idx="3031">
                        <c:v>42320</c:v>
                      </c:pt>
                      <c:pt idx="3032">
                        <c:v>42321</c:v>
                      </c:pt>
                      <c:pt idx="3033">
                        <c:v>42324</c:v>
                      </c:pt>
                      <c:pt idx="3034">
                        <c:v>42325</c:v>
                      </c:pt>
                      <c:pt idx="3035">
                        <c:v>42326</c:v>
                      </c:pt>
                      <c:pt idx="3036">
                        <c:v>42327</c:v>
                      </c:pt>
                      <c:pt idx="3037">
                        <c:v>42328</c:v>
                      </c:pt>
                      <c:pt idx="3038">
                        <c:v>42331</c:v>
                      </c:pt>
                      <c:pt idx="3039">
                        <c:v>42332</c:v>
                      </c:pt>
                      <c:pt idx="3040">
                        <c:v>42333</c:v>
                      </c:pt>
                      <c:pt idx="3041">
                        <c:v>42334</c:v>
                      </c:pt>
                      <c:pt idx="3042">
                        <c:v>42335</c:v>
                      </c:pt>
                      <c:pt idx="3043">
                        <c:v>42338</c:v>
                      </c:pt>
                      <c:pt idx="3044">
                        <c:v>42339</c:v>
                      </c:pt>
                      <c:pt idx="3045">
                        <c:v>42340</c:v>
                      </c:pt>
                      <c:pt idx="3046">
                        <c:v>42341</c:v>
                      </c:pt>
                      <c:pt idx="3047">
                        <c:v>42342</c:v>
                      </c:pt>
                      <c:pt idx="3048">
                        <c:v>42345</c:v>
                      </c:pt>
                      <c:pt idx="3049">
                        <c:v>42346</c:v>
                      </c:pt>
                      <c:pt idx="3050">
                        <c:v>42347</c:v>
                      </c:pt>
                      <c:pt idx="3051">
                        <c:v>42348</c:v>
                      </c:pt>
                      <c:pt idx="3052">
                        <c:v>42349</c:v>
                      </c:pt>
                      <c:pt idx="3053">
                        <c:v>42352</c:v>
                      </c:pt>
                      <c:pt idx="3054">
                        <c:v>42353</c:v>
                      </c:pt>
                      <c:pt idx="3055">
                        <c:v>42354</c:v>
                      </c:pt>
                      <c:pt idx="3056">
                        <c:v>42355</c:v>
                      </c:pt>
                      <c:pt idx="3057">
                        <c:v>42356</c:v>
                      </c:pt>
                      <c:pt idx="3058">
                        <c:v>42359</c:v>
                      </c:pt>
                      <c:pt idx="3059">
                        <c:v>42360</c:v>
                      </c:pt>
                      <c:pt idx="3060">
                        <c:v>42361</c:v>
                      </c:pt>
                      <c:pt idx="3061">
                        <c:v>42362</c:v>
                      </c:pt>
                      <c:pt idx="3062">
                        <c:v>42363</c:v>
                      </c:pt>
                      <c:pt idx="3063">
                        <c:v>42366</c:v>
                      </c:pt>
                      <c:pt idx="3064">
                        <c:v>42367</c:v>
                      </c:pt>
                      <c:pt idx="3065">
                        <c:v>42368</c:v>
                      </c:pt>
                      <c:pt idx="3066">
                        <c:v>42369</c:v>
                      </c:pt>
                      <c:pt idx="3067">
                        <c:v>42370</c:v>
                      </c:pt>
                      <c:pt idx="3068">
                        <c:v>42373</c:v>
                      </c:pt>
                      <c:pt idx="3069">
                        <c:v>42374</c:v>
                      </c:pt>
                      <c:pt idx="3070">
                        <c:v>42375</c:v>
                      </c:pt>
                      <c:pt idx="3071">
                        <c:v>42376</c:v>
                      </c:pt>
                      <c:pt idx="3072">
                        <c:v>42377</c:v>
                      </c:pt>
                      <c:pt idx="3073">
                        <c:v>42380</c:v>
                      </c:pt>
                      <c:pt idx="3074">
                        <c:v>42381</c:v>
                      </c:pt>
                      <c:pt idx="3075">
                        <c:v>42382</c:v>
                      </c:pt>
                      <c:pt idx="3076">
                        <c:v>42383</c:v>
                      </c:pt>
                      <c:pt idx="3077">
                        <c:v>42384</c:v>
                      </c:pt>
                      <c:pt idx="3078">
                        <c:v>42387</c:v>
                      </c:pt>
                      <c:pt idx="3079">
                        <c:v>42388</c:v>
                      </c:pt>
                      <c:pt idx="3080">
                        <c:v>42389</c:v>
                      </c:pt>
                      <c:pt idx="3081">
                        <c:v>42390</c:v>
                      </c:pt>
                      <c:pt idx="3082">
                        <c:v>42391</c:v>
                      </c:pt>
                      <c:pt idx="3083">
                        <c:v>42394</c:v>
                      </c:pt>
                      <c:pt idx="3084">
                        <c:v>42395</c:v>
                      </c:pt>
                      <c:pt idx="3085">
                        <c:v>42396</c:v>
                      </c:pt>
                      <c:pt idx="3086">
                        <c:v>42397</c:v>
                      </c:pt>
                      <c:pt idx="3087">
                        <c:v>42398</c:v>
                      </c:pt>
                      <c:pt idx="3088">
                        <c:v>42401</c:v>
                      </c:pt>
                      <c:pt idx="3089">
                        <c:v>42402</c:v>
                      </c:pt>
                      <c:pt idx="3090">
                        <c:v>42403</c:v>
                      </c:pt>
                      <c:pt idx="3091">
                        <c:v>42404</c:v>
                      </c:pt>
                      <c:pt idx="3092">
                        <c:v>42405</c:v>
                      </c:pt>
                      <c:pt idx="3093">
                        <c:v>42408</c:v>
                      </c:pt>
                      <c:pt idx="3094">
                        <c:v>42409</c:v>
                      </c:pt>
                      <c:pt idx="3095">
                        <c:v>42410</c:v>
                      </c:pt>
                      <c:pt idx="3096">
                        <c:v>42411</c:v>
                      </c:pt>
                      <c:pt idx="3097">
                        <c:v>42412</c:v>
                      </c:pt>
                      <c:pt idx="3098">
                        <c:v>42415</c:v>
                      </c:pt>
                      <c:pt idx="3099">
                        <c:v>42416</c:v>
                      </c:pt>
                      <c:pt idx="3100">
                        <c:v>42417</c:v>
                      </c:pt>
                      <c:pt idx="3101">
                        <c:v>42418</c:v>
                      </c:pt>
                      <c:pt idx="3102">
                        <c:v>42419</c:v>
                      </c:pt>
                      <c:pt idx="3103">
                        <c:v>42422</c:v>
                      </c:pt>
                      <c:pt idx="3104">
                        <c:v>42423</c:v>
                      </c:pt>
                      <c:pt idx="3105">
                        <c:v>42424</c:v>
                      </c:pt>
                      <c:pt idx="3106">
                        <c:v>42425</c:v>
                      </c:pt>
                      <c:pt idx="3107">
                        <c:v>42426</c:v>
                      </c:pt>
                      <c:pt idx="3108">
                        <c:v>42429</c:v>
                      </c:pt>
                      <c:pt idx="3109">
                        <c:v>42430</c:v>
                      </c:pt>
                      <c:pt idx="3110">
                        <c:v>42431</c:v>
                      </c:pt>
                      <c:pt idx="3111">
                        <c:v>42432</c:v>
                      </c:pt>
                      <c:pt idx="3112">
                        <c:v>42433</c:v>
                      </c:pt>
                      <c:pt idx="3113">
                        <c:v>42436</c:v>
                      </c:pt>
                      <c:pt idx="3114">
                        <c:v>42437</c:v>
                      </c:pt>
                      <c:pt idx="3115">
                        <c:v>42438</c:v>
                      </c:pt>
                      <c:pt idx="3116">
                        <c:v>42439</c:v>
                      </c:pt>
                      <c:pt idx="3117">
                        <c:v>42440</c:v>
                      </c:pt>
                      <c:pt idx="3118">
                        <c:v>42443</c:v>
                      </c:pt>
                      <c:pt idx="3119">
                        <c:v>42444</c:v>
                      </c:pt>
                      <c:pt idx="3120">
                        <c:v>42445</c:v>
                      </c:pt>
                      <c:pt idx="3121">
                        <c:v>42446</c:v>
                      </c:pt>
                      <c:pt idx="3122">
                        <c:v>42447</c:v>
                      </c:pt>
                      <c:pt idx="3123">
                        <c:v>42450</c:v>
                      </c:pt>
                      <c:pt idx="3124">
                        <c:v>42451</c:v>
                      </c:pt>
                      <c:pt idx="3125">
                        <c:v>42452</c:v>
                      </c:pt>
                      <c:pt idx="3126">
                        <c:v>42453</c:v>
                      </c:pt>
                      <c:pt idx="3127">
                        <c:v>42454</c:v>
                      </c:pt>
                      <c:pt idx="3128">
                        <c:v>42457</c:v>
                      </c:pt>
                      <c:pt idx="3129">
                        <c:v>42458</c:v>
                      </c:pt>
                      <c:pt idx="3130">
                        <c:v>42459</c:v>
                      </c:pt>
                      <c:pt idx="3131">
                        <c:v>42460</c:v>
                      </c:pt>
                      <c:pt idx="3132">
                        <c:v>42461</c:v>
                      </c:pt>
                      <c:pt idx="3133">
                        <c:v>42464</c:v>
                      </c:pt>
                      <c:pt idx="3134">
                        <c:v>42465</c:v>
                      </c:pt>
                      <c:pt idx="3135">
                        <c:v>42466</c:v>
                      </c:pt>
                      <c:pt idx="3136">
                        <c:v>42467</c:v>
                      </c:pt>
                      <c:pt idx="3137">
                        <c:v>42468</c:v>
                      </c:pt>
                      <c:pt idx="3138">
                        <c:v>42471</c:v>
                      </c:pt>
                      <c:pt idx="3139">
                        <c:v>42472</c:v>
                      </c:pt>
                      <c:pt idx="3140">
                        <c:v>42473</c:v>
                      </c:pt>
                      <c:pt idx="3141">
                        <c:v>42474</c:v>
                      </c:pt>
                      <c:pt idx="3142">
                        <c:v>42475</c:v>
                      </c:pt>
                      <c:pt idx="3143">
                        <c:v>42478</c:v>
                      </c:pt>
                      <c:pt idx="3144">
                        <c:v>42479</c:v>
                      </c:pt>
                      <c:pt idx="3145">
                        <c:v>42480</c:v>
                      </c:pt>
                      <c:pt idx="3146">
                        <c:v>42481</c:v>
                      </c:pt>
                      <c:pt idx="3147">
                        <c:v>42482</c:v>
                      </c:pt>
                      <c:pt idx="3148">
                        <c:v>42485</c:v>
                      </c:pt>
                      <c:pt idx="3149">
                        <c:v>42486</c:v>
                      </c:pt>
                      <c:pt idx="3150">
                        <c:v>42487</c:v>
                      </c:pt>
                      <c:pt idx="3151">
                        <c:v>42488</c:v>
                      </c:pt>
                      <c:pt idx="3152">
                        <c:v>42489</c:v>
                      </c:pt>
                      <c:pt idx="3153">
                        <c:v>42492</c:v>
                      </c:pt>
                      <c:pt idx="3154">
                        <c:v>42493</c:v>
                      </c:pt>
                      <c:pt idx="3155">
                        <c:v>42494</c:v>
                      </c:pt>
                      <c:pt idx="3156">
                        <c:v>42495</c:v>
                      </c:pt>
                      <c:pt idx="3157">
                        <c:v>42496</c:v>
                      </c:pt>
                      <c:pt idx="3158">
                        <c:v>42499</c:v>
                      </c:pt>
                      <c:pt idx="3159">
                        <c:v>42500</c:v>
                      </c:pt>
                      <c:pt idx="3160">
                        <c:v>42501</c:v>
                      </c:pt>
                      <c:pt idx="3161">
                        <c:v>42502</c:v>
                      </c:pt>
                      <c:pt idx="3162">
                        <c:v>42503</c:v>
                      </c:pt>
                      <c:pt idx="3163">
                        <c:v>42506</c:v>
                      </c:pt>
                      <c:pt idx="3164">
                        <c:v>42507</c:v>
                      </c:pt>
                      <c:pt idx="3165">
                        <c:v>42508</c:v>
                      </c:pt>
                      <c:pt idx="3166">
                        <c:v>42509</c:v>
                      </c:pt>
                      <c:pt idx="3167">
                        <c:v>42510</c:v>
                      </c:pt>
                      <c:pt idx="3168">
                        <c:v>42513</c:v>
                      </c:pt>
                      <c:pt idx="3169">
                        <c:v>42514</c:v>
                      </c:pt>
                      <c:pt idx="3170">
                        <c:v>42515</c:v>
                      </c:pt>
                      <c:pt idx="3171">
                        <c:v>42516</c:v>
                      </c:pt>
                      <c:pt idx="3172">
                        <c:v>42517</c:v>
                      </c:pt>
                      <c:pt idx="3173">
                        <c:v>42520</c:v>
                      </c:pt>
                      <c:pt idx="3174">
                        <c:v>42521</c:v>
                      </c:pt>
                      <c:pt idx="3175">
                        <c:v>42522</c:v>
                      </c:pt>
                      <c:pt idx="3176">
                        <c:v>42523</c:v>
                      </c:pt>
                      <c:pt idx="3177">
                        <c:v>42524</c:v>
                      </c:pt>
                      <c:pt idx="3178">
                        <c:v>42527</c:v>
                      </c:pt>
                      <c:pt idx="3179">
                        <c:v>42528</c:v>
                      </c:pt>
                      <c:pt idx="3180">
                        <c:v>42529</c:v>
                      </c:pt>
                      <c:pt idx="3181">
                        <c:v>42530</c:v>
                      </c:pt>
                      <c:pt idx="3182">
                        <c:v>42531</c:v>
                      </c:pt>
                      <c:pt idx="3183">
                        <c:v>42534</c:v>
                      </c:pt>
                      <c:pt idx="3184">
                        <c:v>42535</c:v>
                      </c:pt>
                      <c:pt idx="3185">
                        <c:v>42536</c:v>
                      </c:pt>
                      <c:pt idx="3186">
                        <c:v>42537</c:v>
                      </c:pt>
                      <c:pt idx="3187">
                        <c:v>42538</c:v>
                      </c:pt>
                      <c:pt idx="3188">
                        <c:v>42541</c:v>
                      </c:pt>
                      <c:pt idx="3189">
                        <c:v>42542</c:v>
                      </c:pt>
                      <c:pt idx="3190">
                        <c:v>42543</c:v>
                      </c:pt>
                      <c:pt idx="3191">
                        <c:v>42544</c:v>
                      </c:pt>
                      <c:pt idx="3192">
                        <c:v>42545</c:v>
                      </c:pt>
                      <c:pt idx="3193">
                        <c:v>42548</c:v>
                      </c:pt>
                      <c:pt idx="3194">
                        <c:v>42549</c:v>
                      </c:pt>
                      <c:pt idx="3195">
                        <c:v>42550</c:v>
                      </c:pt>
                      <c:pt idx="3196">
                        <c:v>42551</c:v>
                      </c:pt>
                      <c:pt idx="3197">
                        <c:v>42552</c:v>
                      </c:pt>
                      <c:pt idx="3198">
                        <c:v>42555</c:v>
                      </c:pt>
                      <c:pt idx="3199">
                        <c:v>42556</c:v>
                      </c:pt>
                      <c:pt idx="3200">
                        <c:v>42557</c:v>
                      </c:pt>
                      <c:pt idx="3201">
                        <c:v>42558</c:v>
                      </c:pt>
                      <c:pt idx="3202">
                        <c:v>42559</c:v>
                      </c:pt>
                      <c:pt idx="3203">
                        <c:v>42562</c:v>
                      </c:pt>
                      <c:pt idx="3204">
                        <c:v>42563</c:v>
                      </c:pt>
                      <c:pt idx="3205">
                        <c:v>42564</c:v>
                      </c:pt>
                      <c:pt idx="3206">
                        <c:v>42565</c:v>
                      </c:pt>
                      <c:pt idx="3207">
                        <c:v>42566</c:v>
                      </c:pt>
                      <c:pt idx="3208">
                        <c:v>42569</c:v>
                      </c:pt>
                      <c:pt idx="3209">
                        <c:v>42570</c:v>
                      </c:pt>
                      <c:pt idx="3210">
                        <c:v>42571</c:v>
                      </c:pt>
                      <c:pt idx="3211">
                        <c:v>42572</c:v>
                      </c:pt>
                      <c:pt idx="3212">
                        <c:v>42573</c:v>
                      </c:pt>
                      <c:pt idx="3213">
                        <c:v>42576</c:v>
                      </c:pt>
                      <c:pt idx="3214">
                        <c:v>42577</c:v>
                      </c:pt>
                      <c:pt idx="3215">
                        <c:v>42578</c:v>
                      </c:pt>
                      <c:pt idx="3216">
                        <c:v>42579</c:v>
                      </c:pt>
                      <c:pt idx="3217">
                        <c:v>42580</c:v>
                      </c:pt>
                      <c:pt idx="3218">
                        <c:v>42583</c:v>
                      </c:pt>
                      <c:pt idx="3219">
                        <c:v>42584</c:v>
                      </c:pt>
                      <c:pt idx="3220">
                        <c:v>42585</c:v>
                      </c:pt>
                      <c:pt idx="3221">
                        <c:v>42586</c:v>
                      </c:pt>
                      <c:pt idx="3222">
                        <c:v>42587</c:v>
                      </c:pt>
                      <c:pt idx="3223">
                        <c:v>42590</c:v>
                      </c:pt>
                      <c:pt idx="3224">
                        <c:v>42591</c:v>
                      </c:pt>
                      <c:pt idx="3225">
                        <c:v>42592</c:v>
                      </c:pt>
                      <c:pt idx="3226">
                        <c:v>42593</c:v>
                      </c:pt>
                      <c:pt idx="3227">
                        <c:v>42594</c:v>
                      </c:pt>
                      <c:pt idx="3228">
                        <c:v>42597</c:v>
                      </c:pt>
                      <c:pt idx="3229">
                        <c:v>42598</c:v>
                      </c:pt>
                      <c:pt idx="3230">
                        <c:v>42599</c:v>
                      </c:pt>
                      <c:pt idx="3231">
                        <c:v>42600</c:v>
                      </c:pt>
                      <c:pt idx="3232">
                        <c:v>42601</c:v>
                      </c:pt>
                      <c:pt idx="3233">
                        <c:v>42604</c:v>
                      </c:pt>
                      <c:pt idx="3234">
                        <c:v>42605</c:v>
                      </c:pt>
                      <c:pt idx="3235">
                        <c:v>42606</c:v>
                      </c:pt>
                      <c:pt idx="3236">
                        <c:v>42607</c:v>
                      </c:pt>
                      <c:pt idx="3237">
                        <c:v>42608</c:v>
                      </c:pt>
                      <c:pt idx="3238">
                        <c:v>42611</c:v>
                      </c:pt>
                      <c:pt idx="3239">
                        <c:v>42612</c:v>
                      </c:pt>
                      <c:pt idx="3240">
                        <c:v>42613</c:v>
                      </c:pt>
                      <c:pt idx="3241">
                        <c:v>42614</c:v>
                      </c:pt>
                      <c:pt idx="3242">
                        <c:v>42615</c:v>
                      </c:pt>
                      <c:pt idx="3243">
                        <c:v>42618</c:v>
                      </c:pt>
                      <c:pt idx="3244">
                        <c:v>42619</c:v>
                      </c:pt>
                      <c:pt idx="3245">
                        <c:v>42620</c:v>
                      </c:pt>
                      <c:pt idx="3246">
                        <c:v>42621</c:v>
                      </c:pt>
                      <c:pt idx="3247">
                        <c:v>42622</c:v>
                      </c:pt>
                      <c:pt idx="3248">
                        <c:v>42625</c:v>
                      </c:pt>
                      <c:pt idx="3249">
                        <c:v>42626</c:v>
                      </c:pt>
                      <c:pt idx="3250">
                        <c:v>42627</c:v>
                      </c:pt>
                      <c:pt idx="3251">
                        <c:v>42628</c:v>
                      </c:pt>
                      <c:pt idx="3252">
                        <c:v>42629</c:v>
                      </c:pt>
                      <c:pt idx="3253">
                        <c:v>42632</c:v>
                      </c:pt>
                      <c:pt idx="3254">
                        <c:v>42633</c:v>
                      </c:pt>
                      <c:pt idx="3255">
                        <c:v>42634</c:v>
                      </c:pt>
                      <c:pt idx="3256">
                        <c:v>42635</c:v>
                      </c:pt>
                      <c:pt idx="3257">
                        <c:v>42636</c:v>
                      </c:pt>
                      <c:pt idx="3258">
                        <c:v>42639</c:v>
                      </c:pt>
                      <c:pt idx="3259">
                        <c:v>42640</c:v>
                      </c:pt>
                      <c:pt idx="3260">
                        <c:v>42641</c:v>
                      </c:pt>
                      <c:pt idx="3261">
                        <c:v>42642</c:v>
                      </c:pt>
                      <c:pt idx="3262">
                        <c:v>42643</c:v>
                      </c:pt>
                      <c:pt idx="3263">
                        <c:v>42646</c:v>
                      </c:pt>
                      <c:pt idx="3264">
                        <c:v>42647</c:v>
                      </c:pt>
                      <c:pt idx="3265">
                        <c:v>42648</c:v>
                      </c:pt>
                      <c:pt idx="3266">
                        <c:v>42649</c:v>
                      </c:pt>
                      <c:pt idx="3267">
                        <c:v>42650</c:v>
                      </c:pt>
                      <c:pt idx="3268">
                        <c:v>42653</c:v>
                      </c:pt>
                      <c:pt idx="3269">
                        <c:v>42654</c:v>
                      </c:pt>
                      <c:pt idx="3270">
                        <c:v>42655</c:v>
                      </c:pt>
                      <c:pt idx="3271">
                        <c:v>42656</c:v>
                      </c:pt>
                      <c:pt idx="3272">
                        <c:v>42657</c:v>
                      </c:pt>
                      <c:pt idx="3273">
                        <c:v>42660</c:v>
                      </c:pt>
                      <c:pt idx="3274">
                        <c:v>42661</c:v>
                      </c:pt>
                      <c:pt idx="3275">
                        <c:v>42662</c:v>
                      </c:pt>
                      <c:pt idx="3276">
                        <c:v>42663</c:v>
                      </c:pt>
                      <c:pt idx="3277">
                        <c:v>42664</c:v>
                      </c:pt>
                      <c:pt idx="3278">
                        <c:v>42667</c:v>
                      </c:pt>
                      <c:pt idx="3279">
                        <c:v>42668</c:v>
                      </c:pt>
                      <c:pt idx="3280">
                        <c:v>42669</c:v>
                      </c:pt>
                      <c:pt idx="3281">
                        <c:v>42670</c:v>
                      </c:pt>
                      <c:pt idx="3282">
                        <c:v>42671</c:v>
                      </c:pt>
                      <c:pt idx="3283">
                        <c:v>42674</c:v>
                      </c:pt>
                      <c:pt idx="3284">
                        <c:v>42675</c:v>
                      </c:pt>
                      <c:pt idx="3285">
                        <c:v>42676</c:v>
                      </c:pt>
                      <c:pt idx="3286">
                        <c:v>42677</c:v>
                      </c:pt>
                      <c:pt idx="3287">
                        <c:v>42678</c:v>
                      </c:pt>
                      <c:pt idx="3288">
                        <c:v>42681</c:v>
                      </c:pt>
                      <c:pt idx="3289">
                        <c:v>42682</c:v>
                      </c:pt>
                      <c:pt idx="3290">
                        <c:v>42683</c:v>
                      </c:pt>
                      <c:pt idx="3291">
                        <c:v>42684</c:v>
                      </c:pt>
                      <c:pt idx="3292">
                        <c:v>42685</c:v>
                      </c:pt>
                      <c:pt idx="3293">
                        <c:v>42688</c:v>
                      </c:pt>
                      <c:pt idx="3294">
                        <c:v>42689</c:v>
                      </c:pt>
                      <c:pt idx="3295">
                        <c:v>42690</c:v>
                      </c:pt>
                      <c:pt idx="3296">
                        <c:v>42691</c:v>
                      </c:pt>
                      <c:pt idx="3297">
                        <c:v>42692</c:v>
                      </c:pt>
                      <c:pt idx="3298">
                        <c:v>42695</c:v>
                      </c:pt>
                      <c:pt idx="3299">
                        <c:v>42696</c:v>
                      </c:pt>
                      <c:pt idx="3300">
                        <c:v>42697</c:v>
                      </c:pt>
                      <c:pt idx="3301">
                        <c:v>42698</c:v>
                      </c:pt>
                      <c:pt idx="3302">
                        <c:v>42699</c:v>
                      </c:pt>
                      <c:pt idx="3303">
                        <c:v>42702</c:v>
                      </c:pt>
                      <c:pt idx="3304">
                        <c:v>42703</c:v>
                      </c:pt>
                      <c:pt idx="3305">
                        <c:v>42704</c:v>
                      </c:pt>
                      <c:pt idx="3306">
                        <c:v>42705</c:v>
                      </c:pt>
                      <c:pt idx="3307">
                        <c:v>42706</c:v>
                      </c:pt>
                      <c:pt idx="3308">
                        <c:v>42709</c:v>
                      </c:pt>
                      <c:pt idx="3309">
                        <c:v>42710</c:v>
                      </c:pt>
                      <c:pt idx="3310">
                        <c:v>42711</c:v>
                      </c:pt>
                      <c:pt idx="3311">
                        <c:v>42712</c:v>
                      </c:pt>
                      <c:pt idx="3312">
                        <c:v>42713</c:v>
                      </c:pt>
                      <c:pt idx="3313">
                        <c:v>42716</c:v>
                      </c:pt>
                      <c:pt idx="3314">
                        <c:v>42717</c:v>
                      </c:pt>
                      <c:pt idx="3315">
                        <c:v>42718</c:v>
                      </c:pt>
                      <c:pt idx="3316">
                        <c:v>42719</c:v>
                      </c:pt>
                      <c:pt idx="3317">
                        <c:v>42720</c:v>
                      </c:pt>
                      <c:pt idx="3318">
                        <c:v>42723</c:v>
                      </c:pt>
                      <c:pt idx="3319">
                        <c:v>42724</c:v>
                      </c:pt>
                      <c:pt idx="3320">
                        <c:v>42725</c:v>
                      </c:pt>
                      <c:pt idx="3321">
                        <c:v>42726</c:v>
                      </c:pt>
                      <c:pt idx="3322">
                        <c:v>42727</c:v>
                      </c:pt>
                      <c:pt idx="3323">
                        <c:v>42730</c:v>
                      </c:pt>
                      <c:pt idx="3324">
                        <c:v>42731</c:v>
                      </c:pt>
                      <c:pt idx="3325">
                        <c:v>42732</c:v>
                      </c:pt>
                      <c:pt idx="3326">
                        <c:v>42733</c:v>
                      </c:pt>
                      <c:pt idx="3327">
                        <c:v>42734</c:v>
                      </c:pt>
                      <c:pt idx="3328">
                        <c:v>42737</c:v>
                      </c:pt>
                      <c:pt idx="3329">
                        <c:v>42738</c:v>
                      </c:pt>
                      <c:pt idx="3330">
                        <c:v>42739</c:v>
                      </c:pt>
                      <c:pt idx="3331">
                        <c:v>42740</c:v>
                      </c:pt>
                      <c:pt idx="3332">
                        <c:v>42741</c:v>
                      </c:pt>
                      <c:pt idx="3333">
                        <c:v>42744</c:v>
                      </c:pt>
                      <c:pt idx="3334">
                        <c:v>42745</c:v>
                      </c:pt>
                      <c:pt idx="3335">
                        <c:v>42746</c:v>
                      </c:pt>
                      <c:pt idx="3336">
                        <c:v>42747</c:v>
                      </c:pt>
                      <c:pt idx="3337">
                        <c:v>42748</c:v>
                      </c:pt>
                      <c:pt idx="3338">
                        <c:v>42751</c:v>
                      </c:pt>
                      <c:pt idx="3339">
                        <c:v>42752</c:v>
                      </c:pt>
                      <c:pt idx="3340">
                        <c:v>42753</c:v>
                      </c:pt>
                      <c:pt idx="3341">
                        <c:v>42754</c:v>
                      </c:pt>
                      <c:pt idx="3342">
                        <c:v>42755</c:v>
                      </c:pt>
                      <c:pt idx="3343">
                        <c:v>42758</c:v>
                      </c:pt>
                      <c:pt idx="3344">
                        <c:v>42759</c:v>
                      </c:pt>
                      <c:pt idx="3345">
                        <c:v>42760</c:v>
                      </c:pt>
                      <c:pt idx="3346">
                        <c:v>42761</c:v>
                      </c:pt>
                      <c:pt idx="3347">
                        <c:v>42762</c:v>
                      </c:pt>
                      <c:pt idx="3348">
                        <c:v>42765</c:v>
                      </c:pt>
                      <c:pt idx="3349">
                        <c:v>42766</c:v>
                      </c:pt>
                      <c:pt idx="3350">
                        <c:v>42767</c:v>
                      </c:pt>
                      <c:pt idx="3351">
                        <c:v>42768</c:v>
                      </c:pt>
                      <c:pt idx="3352">
                        <c:v>42769</c:v>
                      </c:pt>
                      <c:pt idx="3353">
                        <c:v>42772</c:v>
                      </c:pt>
                      <c:pt idx="3354">
                        <c:v>42773</c:v>
                      </c:pt>
                      <c:pt idx="3355">
                        <c:v>42774</c:v>
                      </c:pt>
                      <c:pt idx="3356">
                        <c:v>42775</c:v>
                      </c:pt>
                      <c:pt idx="3357">
                        <c:v>42776</c:v>
                      </c:pt>
                      <c:pt idx="3358">
                        <c:v>42779</c:v>
                      </c:pt>
                      <c:pt idx="3359">
                        <c:v>42780</c:v>
                      </c:pt>
                      <c:pt idx="3360">
                        <c:v>42781</c:v>
                      </c:pt>
                      <c:pt idx="3361">
                        <c:v>42782</c:v>
                      </c:pt>
                      <c:pt idx="3362">
                        <c:v>42783</c:v>
                      </c:pt>
                      <c:pt idx="3363">
                        <c:v>42786</c:v>
                      </c:pt>
                      <c:pt idx="3364">
                        <c:v>42787</c:v>
                      </c:pt>
                      <c:pt idx="3365">
                        <c:v>42788</c:v>
                      </c:pt>
                      <c:pt idx="3366">
                        <c:v>42789</c:v>
                      </c:pt>
                      <c:pt idx="3367">
                        <c:v>42790</c:v>
                      </c:pt>
                      <c:pt idx="3368">
                        <c:v>42793</c:v>
                      </c:pt>
                      <c:pt idx="3369">
                        <c:v>42794</c:v>
                      </c:pt>
                      <c:pt idx="3370">
                        <c:v>42795</c:v>
                      </c:pt>
                      <c:pt idx="3371">
                        <c:v>42796</c:v>
                      </c:pt>
                      <c:pt idx="3372">
                        <c:v>42797</c:v>
                      </c:pt>
                      <c:pt idx="3373">
                        <c:v>42800</c:v>
                      </c:pt>
                      <c:pt idx="3374">
                        <c:v>42801</c:v>
                      </c:pt>
                      <c:pt idx="3375">
                        <c:v>42802</c:v>
                      </c:pt>
                      <c:pt idx="3376">
                        <c:v>42803</c:v>
                      </c:pt>
                      <c:pt idx="3377">
                        <c:v>42804</c:v>
                      </c:pt>
                      <c:pt idx="3378">
                        <c:v>42807</c:v>
                      </c:pt>
                      <c:pt idx="3379">
                        <c:v>42808</c:v>
                      </c:pt>
                      <c:pt idx="3380">
                        <c:v>42809</c:v>
                      </c:pt>
                      <c:pt idx="3381">
                        <c:v>42810</c:v>
                      </c:pt>
                      <c:pt idx="3382">
                        <c:v>42811</c:v>
                      </c:pt>
                      <c:pt idx="3383">
                        <c:v>42814</c:v>
                      </c:pt>
                      <c:pt idx="3384">
                        <c:v>42815</c:v>
                      </c:pt>
                      <c:pt idx="3385">
                        <c:v>42816</c:v>
                      </c:pt>
                      <c:pt idx="3386">
                        <c:v>42817</c:v>
                      </c:pt>
                      <c:pt idx="3387">
                        <c:v>42818</c:v>
                      </c:pt>
                      <c:pt idx="3388">
                        <c:v>42821</c:v>
                      </c:pt>
                      <c:pt idx="3389">
                        <c:v>42822</c:v>
                      </c:pt>
                      <c:pt idx="3390">
                        <c:v>42823</c:v>
                      </c:pt>
                      <c:pt idx="3391">
                        <c:v>42824</c:v>
                      </c:pt>
                      <c:pt idx="3392">
                        <c:v>42825</c:v>
                      </c:pt>
                      <c:pt idx="3393">
                        <c:v>42828</c:v>
                      </c:pt>
                      <c:pt idx="3394">
                        <c:v>42829</c:v>
                      </c:pt>
                      <c:pt idx="3395">
                        <c:v>42830</c:v>
                      </c:pt>
                      <c:pt idx="3396">
                        <c:v>42831</c:v>
                      </c:pt>
                      <c:pt idx="3397">
                        <c:v>42832</c:v>
                      </c:pt>
                      <c:pt idx="3398">
                        <c:v>42835</c:v>
                      </c:pt>
                      <c:pt idx="3399">
                        <c:v>42836</c:v>
                      </c:pt>
                      <c:pt idx="3400">
                        <c:v>42837</c:v>
                      </c:pt>
                      <c:pt idx="3401">
                        <c:v>42838</c:v>
                      </c:pt>
                      <c:pt idx="3402">
                        <c:v>42839</c:v>
                      </c:pt>
                      <c:pt idx="3403">
                        <c:v>42842</c:v>
                      </c:pt>
                      <c:pt idx="3404">
                        <c:v>42843</c:v>
                      </c:pt>
                      <c:pt idx="3405">
                        <c:v>42844</c:v>
                      </c:pt>
                      <c:pt idx="3406">
                        <c:v>42845</c:v>
                      </c:pt>
                      <c:pt idx="3407">
                        <c:v>42846</c:v>
                      </c:pt>
                      <c:pt idx="3408">
                        <c:v>42849</c:v>
                      </c:pt>
                      <c:pt idx="3409">
                        <c:v>42850</c:v>
                      </c:pt>
                      <c:pt idx="3410">
                        <c:v>42851</c:v>
                      </c:pt>
                      <c:pt idx="3411">
                        <c:v>42852</c:v>
                      </c:pt>
                      <c:pt idx="3412">
                        <c:v>42853</c:v>
                      </c:pt>
                      <c:pt idx="3413">
                        <c:v>42856</c:v>
                      </c:pt>
                      <c:pt idx="3414">
                        <c:v>42857</c:v>
                      </c:pt>
                      <c:pt idx="3415">
                        <c:v>42858</c:v>
                      </c:pt>
                      <c:pt idx="3416">
                        <c:v>42859</c:v>
                      </c:pt>
                      <c:pt idx="3417">
                        <c:v>42860</c:v>
                      </c:pt>
                      <c:pt idx="3418">
                        <c:v>42863</c:v>
                      </c:pt>
                      <c:pt idx="3419">
                        <c:v>42864</c:v>
                      </c:pt>
                      <c:pt idx="3420">
                        <c:v>42865</c:v>
                      </c:pt>
                      <c:pt idx="3421">
                        <c:v>42866</c:v>
                      </c:pt>
                      <c:pt idx="3422">
                        <c:v>42867</c:v>
                      </c:pt>
                      <c:pt idx="3423">
                        <c:v>42870</c:v>
                      </c:pt>
                      <c:pt idx="3424">
                        <c:v>42871</c:v>
                      </c:pt>
                      <c:pt idx="3425">
                        <c:v>42872</c:v>
                      </c:pt>
                      <c:pt idx="3426">
                        <c:v>42873</c:v>
                      </c:pt>
                      <c:pt idx="3427">
                        <c:v>42874</c:v>
                      </c:pt>
                      <c:pt idx="3428">
                        <c:v>42877</c:v>
                      </c:pt>
                      <c:pt idx="3429">
                        <c:v>42878</c:v>
                      </c:pt>
                      <c:pt idx="3430">
                        <c:v>42879</c:v>
                      </c:pt>
                      <c:pt idx="3431">
                        <c:v>42880</c:v>
                      </c:pt>
                      <c:pt idx="3432">
                        <c:v>42881</c:v>
                      </c:pt>
                      <c:pt idx="3433">
                        <c:v>42884</c:v>
                      </c:pt>
                      <c:pt idx="3434">
                        <c:v>42885</c:v>
                      </c:pt>
                      <c:pt idx="3435">
                        <c:v>42886</c:v>
                      </c:pt>
                      <c:pt idx="3436">
                        <c:v>42887</c:v>
                      </c:pt>
                      <c:pt idx="3437">
                        <c:v>42888</c:v>
                      </c:pt>
                      <c:pt idx="3438">
                        <c:v>42891</c:v>
                      </c:pt>
                      <c:pt idx="3439">
                        <c:v>42892</c:v>
                      </c:pt>
                      <c:pt idx="3440">
                        <c:v>42893</c:v>
                      </c:pt>
                      <c:pt idx="3441">
                        <c:v>42894</c:v>
                      </c:pt>
                      <c:pt idx="3442">
                        <c:v>42895</c:v>
                      </c:pt>
                      <c:pt idx="3443">
                        <c:v>42898</c:v>
                      </c:pt>
                      <c:pt idx="3444">
                        <c:v>42899</c:v>
                      </c:pt>
                      <c:pt idx="3445">
                        <c:v>42900</c:v>
                      </c:pt>
                      <c:pt idx="3446">
                        <c:v>42901</c:v>
                      </c:pt>
                      <c:pt idx="3447">
                        <c:v>42902</c:v>
                      </c:pt>
                      <c:pt idx="3448">
                        <c:v>42905</c:v>
                      </c:pt>
                      <c:pt idx="3449">
                        <c:v>42906</c:v>
                      </c:pt>
                      <c:pt idx="3450">
                        <c:v>42907</c:v>
                      </c:pt>
                      <c:pt idx="3451">
                        <c:v>42908</c:v>
                      </c:pt>
                      <c:pt idx="3452">
                        <c:v>42909</c:v>
                      </c:pt>
                      <c:pt idx="3453">
                        <c:v>42912</c:v>
                      </c:pt>
                      <c:pt idx="3454">
                        <c:v>42913</c:v>
                      </c:pt>
                      <c:pt idx="3455">
                        <c:v>42914</c:v>
                      </c:pt>
                      <c:pt idx="3456">
                        <c:v>42915</c:v>
                      </c:pt>
                      <c:pt idx="3457">
                        <c:v>42916</c:v>
                      </c:pt>
                      <c:pt idx="3458">
                        <c:v>42919</c:v>
                      </c:pt>
                      <c:pt idx="3459">
                        <c:v>42920</c:v>
                      </c:pt>
                      <c:pt idx="3460">
                        <c:v>42921</c:v>
                      </c:pt>
                      <c:pt idx="3461">
                        <c:v>42922</c:v>
                      </c:pt>
                      <c:pt idx="3462">
                        <c:v>42923</c:v>
                      </c:pt>
                      <c:pt idx="3463">
                        <c:v>42926</c:v>
                      </c:pt>
                      <c:pt idx="3464">
                        <c:v>42927</c:v>
                      </c:pt>
                      <c:pt idx="3465">
                        <c:v>42928</c:v>
                      </c:pt>
                      <c:pt idx="3466">
                        <c:v>42929</c:v>
                      </c:pt>
                      <c:pt idx="3467">
                        <c:v>42930</c:v>
                      </c:pt>
                      <c:pt idx="3468">
                        <c:v>42933</c:v>
                      </c:pt>
                      <c:pt idx="3469">
                        <c:v>42934</c:v>
                      </c:pt>
                      <c:pt idx="3470">
                        <c:v>42935</c:v>
                      </c:pt>
                      <c:pt idx="3471">
                        <c:v>42936</c:v>
                      </c:pt>
                      <c:pt idx="3472">
                        <c:v>42937</c:v>
                      </c:pt>
                      <c:pt idx="3473">
                        <c:v>42940</c:v>
                      </c:pt>
                      <c:pt idx="3474">
                        <c:v>42941</c:v>
                      </c:pt>
                      <c:pt idx="3475">
                        <c:v>42942</c:v>
                      </c:pt>
                      <c:pt idx="3476">
                        <c:v>42943</c:v>
                      </c:pt>
                      <c:pt idx="3477">
                        <c:v>42944</c:v>
                      </c:pt>
                      <c:pt idx="3478">
                        <c:v>42947</c:v>
                      </c:pt>
                      <c:pt idx="3479">
                        <c:v>42948</c:v>
                      </c:pt>
                      <c:pt idx="3480">
                        <c:v>42949</c:v>
                      </c:pt>
                      <c:pt idx="3481">
                        <c:v>42950</c:v>
                      </c:pt>
                      <c:pt idx="3482">
                        <c:v>42951</c:v>
                      </c:pt>
                      <c:pt idx="3483">
                        <c:v>42954</c:v>
                      </c:pt>
                      <c:pt idx="3484">
                        <c:v>42955</c:v>
                      </c:pt>
                      <c:pt idx="3485">
                        <c:v>42956</c:v>
                      </c:pt>
                      <c:pt idx="3486">
                        <c:v>42957</c:v>
                      </c:pt>
                      <c:pt idx="3487">
                        <c:v>42958</c:v>
                      </c:pt>
                      <c:pt idx="3488">
                        <c:v>42961</c:v>
                      </c:pt>
                      <c:pt idx="3489">
                        <c:v>42962</c:v>
                      </c:pt>
                      <c:pt idx="3490">
                        <c:v>42963</c:v>
                      </c:pt>
                      <c:pt idx="3491">
                        <c:v>42964</c:v>
                      </c:pt>
                      <c:pt idx="3492">
                        <c:v>42965</c:v>
                      </c:pt>
                      <c:pt idx="3493">
                        <c:v>42968</c:v>
                      </c:pt>
                      <c:pt idx="3494">
                        <c:v>42969</c:v>
                      </c:pt>
                      <c:pt idx="3495">
                        <c:v>42970</c:v>
                      </c:pt>
                      <c:pt idx="3496">
                        <c:v>42971</c:v>
                      </c:pt>
                      <c:pt idx="3497">
                        <c:v>42972</c:v>
                      </c:pt>
                      <c:pt idx="3498">
                        <c:v>42975</c:v>
                      </c:pt>
                      <c:pt idx="3499">
                        <c:v>42976</c:v>
                      </c:pt>
                      <c:pt idx="3500">
                        <c:v>42977</c:v>
                      </c:pt>
                      <c:pt idx="3501">
                        <c:v>42978</c:v>
                      </c:pt>
                      <c:pt idx="3502">
                        <c:v>42979</c:v>
                      </c:pt>
                      <c:pt idx="3503">
                        <c:v>42982</c:v>
                      </c:pt>
                      <c:pt idx="3504">
                        <c:v>42983</c:v>
                      </c:pt>
                      <c:pt idx="3505">
                        <c:v>42984</c:v>
                      </c:pt>
                      <c:pt idx="3506">
                        <c:v>42985</c:v>
                      </c:pt>
                      <c:pt idx="3507">
                        <c:v>42986</c:v>
                      </c:pt>
                      <c:pt idx="3508">
                        <c:v>42989</c:v>
                      </c:pt>
                      <c:pt idx="3509">
                        <c:v>42990</c:v>
                      </c:pt>
                      <c:pt idx="3510">
                        <c:v>42991</c:v>
                      </c:pt>
                      <c:pt idx="3511">
                        <c:v>42992</c:v>
                      </c:pt>
                      <c:pt idx="3512">
                        <c:v>42993</c:v>
                      </c:pt>
                      <c:pt idx="3513">
                        <c:v>42996</c:v>
                      </c:pt>
                      <c:pt idx="3514">
                        <c:v>42997</c:v>
                      </c:pt>
                      <c:pt idx="3515">
                        <c:v>42998</c:v>
                      </c:pt>
                      <c:pt idx="3516">
                        <c:v>42999</c:v>
                      </c:pt>
                      <c:pt idx="3517">
                        <c:v>43000</c:v>
                      </c:pt>
                      <c:pt idx="3518">
                        <c:v>43003</c:v>
                      </c:pt>
                      <c:pt idx="3519">
                        <c:v>43004</c:v>
                      </c:pt>
                      <c:pt idx="3520">
                        <c:v>43005</c:v>
                      </c:pt>
                      <c:pt idx="3521">
                        <c:v>43006</c:v>
                      </c:pt>
                      <c:pt idx="3522">
                        <c:v>43007</c:v>
                      </c:pt>
                      <c:pt idx="3523">
                        <c:v>43010</c:v>
                      </c:pt>
                      <c:pt idx="3524">
                        <c:v>43011</c:v>
                      </c:pt>
                      <c:pt idx="3525">
                        <c:v>43012</c:v>
                      </c:pt>
                      <c:pt idx="3526">
                        <c:v>43013</c:v>
                      </c:pt>
                      <c:pt idx="3527">
                        <c:v>43014</c:v>
                      </c:pt>
                      <c:pt idx="3528">
                        <c:v>43017</c:v>
                      </c:pt>
                      <c:pt idx="3529">
                        <c:v>43018</c:v>
                      </c:pt>
                      <c:pt idx="3530">
                        <c:v>43019</c:v>
                      </c:pt>
                      <c:pt idx="3531">
                        <c:v>43020</c:v>
                      </c:pt>
                      <c:pt idx="3532">
                        <c:v>43021</c:v>
                      </c:pt>
                      <c:pt idx="3533">
                        <c:v>43024</c:v>
                      </c:pt>
                      <c:pt idx="3534">
                        <c:v>43025</c:v>
                      </c:pt>
                      <c:pt idx="3535">
                        <c:v>43026</c:v>
                      </c:pt>
                      <c:pt idx="3536">
                        <c:v>43027</c:v>
                      </c:pt>
                      <c:pt idx="3537">
                        <c:v>43028</c:v>
                      </c:pt>
                      <c:pt idx="3538">
                        <c:v>43031</c:v>
                      </c:pt>
                      <c:pt idx="3539">
                        <c:v>43032</c:v>
                      </c:pt>
                      <c:pt idx="3540">
                        <c:v>43033</c:v>
                      </c:pt>
                      <c:pt idx="3541">
                        <c:v>43034</c:v>
                      </c:pt>
                      <c:pt idx="3542">
                        <c:v>43035</c:v>
                      </c:pt>
                      <c:pt idx="3543">
                        <c:v>43038</c:v>
                      </c:pt>
                      <c:pt idx="3544">
                        <c:v>43039</c:v>
                      </c:pt>
                      <c:pt idx="3545">
                        <c:v>43040</c:v>
                      </c:pt>
                      <c:pt idx="3546">
                        <c:v>43041</c:v>
                      </c:pt>
                      <c:pt idx="3547">
                        <c:v>43042</c:v>
                      </c:pt>
                      <c:pt idx="3548">
                        <c:v>43045</c:v>
                      </c:pt>
                      <c:pt idx="3549">
                        <c:v>43046</c:v>
                      </c:pt>
                      <c:pt idx="3550">
                        <c:v>43047</c:v>
                      </c:pt>
                      <c:pt idx="3551">
                        <c:v>43048</c:v>
                      </c:pt>
                      <c:pt idx="3552">
                        <c:v>43049</c:v>
                      </c:pt>
                      <c:pt idx="3553">
                        <c:v>43052</c:v>
                      </c:pt>
                      <c:pt idx="3554">
                        <c:v>43053</c:v>
                      </c:pt>
                      <c:pt idx="3555">
                        <c:v>43054</c:v>
                      </c:pt>
                      <c:pt idx="3556">
                        <c:v>43055</c:v>
                      </c:pt>
                      <c:pt idx="3557">
                        <c:v>43056</c:v>
                      </c:pt>
                      <c:pt idx="3558">
                        <c:v>43059</c:v>
                      </c:pt>
                      <c:pt idx="3559">
                        <c:v>43060</c:v>
                      </c:pt>
                      <c:pt idx="3560">
                        <c:v>43061</c:v>
                      </c:pt>
                      <c:pt idx="3561">
                        <c:v>43062</c:v>
                      </c:pt>
                      <c:pt idx="3562">
                        <c:v>43063</c:v>
                      </c:pt>
                      <c:pt idx="3563">
                        <c:v>43066</c:v>
                      </c:pt>
                      <c:pt idx="3564">
                        <c:v>43067</c:v>
                      </c:pt>
                      <c:pt idx="3565">
                        <c:v>43068</c:v>
                      </c:pt>
                      <c:pt idx="3566">
                        <c:v>43069</c:v>
                      </c:pt>
                      <c:pt idx="3567">
                        <c:v>43070</c:v>
                      </c:pt>
                      <c:pt idx="3568">
                        <c:v>43073</c:v>
                      </c:pt>
                      <c:pt idx="3569">
                        <c:v>43074</c:v>
                      </c:pt>
                      <c:pt idx="3570">
                        <c:v>43075</c:v>
                      </c:pt>
                      <c:pt idx="3571">
                        <c:v>43076</c:v>
                      </c:pt>
                      <c:pt idx="3572">
                        <c:v>43077</c:v>
                      </c:pt>
                      <c:pt idx="3573">
                        <c:v>43080</c:v>
                      </c:pt>
                      <c:pt idx="3574">
                        <c:v>43081</c:v>
                      </c:pt>
                      <c:pt idx="3575">
                        <c:v>43082</c:v>
                      </c:pt>
                      <c:pt idx="3576">
                        <c:v>43083</c:v>
                      </c:pt>
                      <c:pt idx="3577">
                        <c:v>43084</c:v>
                      </c:pt>
                      <c:pt idx="3578">
                        <c:v>43087</c:v>
                      </c:pt>
                      <c:pt idx="3579">
                        <c:v>43088</c:v>
                      </c:pt>
                      <c:pt idx="3580">
                        <c:v>43089</c:v>
                      </c:pt>
                      <c:pt idx="3581">
                        <c:v>43090</c:v>
                      </c:pt>
                      <c:pt idx="3582">
                        <c:v>43091</c:v>
                      </c:pt>
                      <c:pt idx="3583">
                        <c:v>43094</c:v>
                      </c:pt>
                      <c:pt idx="3584">
                        <c:v>43095</c:v>
                      </c:pt>
                      <c:pt idx="3585">
                        <c:v>43096</c:v>
                      </c:pt>
                      <c:pt idx="3586">
                        <c:v>43097</c:v>
                      </c:pt>
                      <c:pt idx="3587">
                        <c:v>43098</c:v>
                      </c:pt>
                      <c:pt idx="3588">
                        <c:v>43101</c:v>
                      </c:pt>
                      <c:pt idx="3589">
                        <c:v>43102</c:v>
                      </c:pt>
                      <c:pt idx="3590">
                        <c:v>43103</c:v>
                      </c:pt>
                      <c:pt idx="3591">
                        <c:v>43104</c:v>
                      </c:pt>
                      <c:pt idx="3592">
                        <c:v>43105</c:v>
                      </c:pt>
                      <c:pt idx="3593">
                        <c:v>43108</c:v>
                      </c:pt>
                      <c:pt idx="3594">
                        <c:v>43109</c:v>
                      </c:pt>
                      <c:pt idx="3595">
                        <c:v>43110</c:v>
                      </c:pt>
                      <c:pt idx="3596">
                        <c:v>43111</c:v>
                      </c:pt>
                      <c:pt idx="3597">
                        <c:v>43112</c:v>
                      </c:pt>
                      <c:pt idx="3598">
                        <c:v>43115</c:v>
                      </c:pt>
                      <c:pt idx="3599">
                        <c:v>43116</c:v>
                      </c:pt>
                      <c:pt idx="3600">
                        <c:v>43117</c:v>
                      </c:pt>
                      <c:pt idx="3601">
                        <c:v>43118</c:v>
                      </c:pt>
                      <c:pt idx="3602">
                        <c:v>43119</c:v>
                      </c:pt>
                      <c:pt idx="3603">
                        <c:v>43122</c:v>
                      </c:pt>
                      <c:pt idx="3604">
                        <c:v>43123</c:v>
                      </c:pt>
                      <c:pt idx="3605">
                        <c:v>43124</c:v>
                      </c:pt>
                      <c:pt idx="3606">
                        <c:v>43125</c:v>
                      </c:pt>
                      <c:pt idx="3607">
                        <c:v>43126</c:v>
                      </c:pt>
                      <c:pt idx="3608">
                        <c:v>43129</c:v>
                      </c:pt>
                      <c:pt idx="3609">
                        <c:v>43130</c:v>
                      </c:pt>
                      <c:pt idx="3610">
                        <c:v>43131</c:v>
                      </c:pt>
                      <c:pt idx="3611">
                        <c:v>43132</c:v>
                      </c:pt>
                      <c:pt idx="3612">
                        <c:v>43133</c:v>
                      </c:pt>
                      <c:pt idx="3613">
                        <c:v>43136</c:v>
                      </c:pt>
                      <c:pt idx="3614">
                        <c:v>43137</c:v>
                      </c:pt>
                      <c:pt idx="3615">
                        <c:v>43138</c:v>
                      </c:pt>
                      <c:pt idx="3616">
                        <c:v>43139</c:v>
                      </c:pt>
                      <c:pt idx="3617">
                        <c:v>43140</c:v>
                      </c:pt>
                      <c:pt idx="3618">
                        <c:v>43143</c:v>
                      </c:pt>
                      <c:pt idx="3619">
                        <c:v>43144</c:v>
                      </c:pt>
                      <c:pt idx="3620">
                        <c:v>43145</c:v>
                      </c:pt>
                      <c:pt idx="3621">
                        <c:v>43146</c:v>
                      </c:pt>
                      <c:pt idx="3622">
                        <c:v>43147</c:v>
                      </c:pt>
                      <c:pt idx="3623">
                        <c:v>43150</c:v>
                      </c:pt>
                      <c:pt idx="3624">
                        <c:v>43151</c:v>
                      </c:pt>
                      <c:pt idx="3625">
                        <c:v>43152</c:v>
                      </c:pt>
                      <c:pt idx="3626">
                        <c:v>43153</c:v>
                      </c:pt>
                      <c:pt idx="3627">
                        <c:v>43154</c:v>
                      </c:pt>
                      <c:pt idx="3628">
                        <c:v>43157</c:v>
                      </c:pt>
                      <c:pt idx="3629">
                        <c:v>43158</c:v>
                      </c:pt>
                      <c:pt idx="3630">
                        <c:v>43159</c:v>
                      </c:pt>
                      <c:pt idx="3631">
                        <c:v>43160</c:v>
                      </c:pt>
                      <c:pt idx="3632">
                        <c:v>43161</c:v>
                      </c:pt>
                      <c:pt idx="3633">
                        <c:v>43164</c:v>
                      </c:pt>
                      <c:pt idx="3634">
                        <c:v>43165</c:v>
                      </c:pt>
                      <c:pt idx="3635">
                        <c:v>43166</c:v>
                      </c:pt>
                      <c:pt idx="3636">
                        <c:v>43167</c:v>
                      </c:pt>
                      <c:pt idx="3637">
                        <c:v>43168</c:v>
                      </c:pt>
                      <c:pt idx="3638">
                        <c:v>43171</c:v>
                      </c:pt>
                      <c:pt idx="3639">
                        <c:v>43172</c:v>
                      </c:pt>
                      <c:pt idx="3640">
                        <c:v>43173</c:v>
                      </c:pt>
                      <c:pt idx="3641">
                        <c:v>43174</c:v>
                      </c:pt>
                      <c:pt idx="3642">
                        <c:v>43175</c:v>
                      </c:pt>
                      <c:pt idx="3643">
                        <c:v>43178</c:v>
                      </c:pt>
                      <c:pt idx="3644">
                        <c:v>43179</c:v>
                      </c:pt>
                      <c:pt idx="3645">
                        <c:v>43180</c:v>
                      </c:pt>
                      <c:pt idx="3646">
                        <c:v>43181</c:v>
                      </c:pt>
                      <c:pt idx="3647">
                        <c:v>43182</c:v>
                      </c:pt>
                      <c:pt idx="3648">
                        <c:v>43185</c:v>
                      </c:pt>
                      <c:pt idx="3649">
                        <c:v>43186</c:v>
                      </c:pt>
                      <c:pt idx="3650">
                        <c:v>43187</c:v>
                      </c:pt>
                      <c:pt idx="3651">
                        <c:v>43188</c:v>
                      </c:pt>
                      <c:pt idx="3652">
                        <c:v>43189</c:v>
                      </c:pt>
                      <c:pt idx="3653">
                        <c:v>43192</c:v>
                      </c:pt>
                      <c:pt idx="3654">
                        <c:v>43193</c:v>
                      </c:pt>
                      <c:pt idx="3655">
                        <c:v>43194</c:v>
                      </c:pt>
                      <c:pt idx="3656">
                        <c:v>43195</c:v>
                      </c:pt>
                      <c:pt idx="3657">
                        <c:v>43196</c:v>
                      </c:pt>
                      <c:pt idx="3658">
                        <c:v>43199</c:v>
                      </c:pt>
                      <c:pt idx="3659">
                        <c:v>43200</c:v>
                      </c:pt>
                      <c:pt idx="3660">
                        <c:v>43201</c:v>
                      </c:pt>
                      <c:pt idx="3661">
                        <c:v>43202</c:v>
                      </c:pt>
                      <c:pt idx="3662">
                        <c:v>43203</c:v>
                      </c:pt>
                      <c:pt idx="3663">
                        <c:v>43206</c:v>
                      </c:pt>
                      <c:pt idx="3664">
                        <c:v>43207</c:v>
                      </c:pt>
                      <c:pt idx="3665">
                        <c:v>43208</c:v>
                      </c:pt>
                      <c:pt idx="3666">
                        <c:v>43209</c:v>
                      </c:pt>
                      <c:pt idx="3667">
                        <c:v>43210</c:v>
                      </c:pt>
                      <c:pt idx="3668">
                        <c:v>43213</c:v>
                      </c:pt>
                      <c:pt idx="3669">
                        <c:v>43214</c:v>
                      </c:pt>
                      <c:pt idx="3670">
                        <c:v>43215</c:v>
                      </c:pt>
                      <c:pt idx="3671">
                        <c:v>43216</c:v>
                      </c:pt>
                      <c:pt idx="3672">
                        <c:v>43217</c:v>
                      </c:pt>
                      <c:pt idx="3673">
                        <c:v>43220</c:v>
                      </c:pt>
                      <c:pt idx="3674">
                        <c:v>43221</c:v>
                      </c:pt>
                      <c:pt idx="3675">
                        <c:v>43222</c:v>
                      </c:pt>
                      <c:pt idx="3676">
                        <c:v>43223</c:v>
                      </c:pt>
                      <c:pt idx="3677">
                        <c:v>43224</c:v>
                      </c:pt>
                      <c:pt idx="3678">
                        <c:v>43227</c:v>
                      </c:pt>
                      <c:pt idx="3679">
                        <c:v>43228</c:v>
                      </c:pt>
                      <c:pt idx="3680">
                        <c:v>43229</c:v>
                      </c:pt>
                      <c:pt idx="3681">
                        <c:v>43230</c:v>
                      </c:pt>
                      <c:pt idx="3682">
                        <c:v>43231</c:v>
                      </c:pt>
                      <c:pt idx="3683">
                        <c:v>43234</c:v>
                      </c:pt>
                      <c:pt idx="3684">
                        <c:v>43235</c:v>
                      </c:pt>
                      <c:pt idx="3685">
                        <c:v>43236</c:v>
                      </c:pt>
                      <c:pt idx="3686">
                        <c:v>43237</c:v>
                      </c:pt>
                      <c:pt idx="3687">
                        <c:v>43238</c:v>
                      </c:pt>
                      <c:pt idx="3688">
                        <c:v>43241</c:v>
                      </c:pt>
                      <c:pt idx="3689">
                        <c:v>43242</c:v>
                      </c:pt>
                      <c:pt idx="3690">
                        <c:v>43243</c:v>
                      </c:pt>
                      <c:pt idx="3691">
                        <c:v>43244</c:v>
                      </c:pt>
                      <c:pt idx="3692">
                        <c:v>43245</c:v>
                      </c:pt>
                      <c:pt idx="3693">
                        <c:v>43248</c:v>
                      </c:pt>
                      <c:pt idx="3694">
                        <c:v>43249</c:v>
                      </c:pt>
                      <c:pt idx="3695">
                        <c:v>43250</c:v>
                      </c:pt>
                      <c:pt idx="3696">
                        <c:v>43251</c:v>
                      </c:pt>
                      <c:pt idx="3697">
                        <c:v>43252</c:v>
                      </c:pt>
                      <c:pt idx="3698">
                        <c:v>43255</c:v>
                      </c:pt>
                      <c:pt idx="3699">
                        <c:v>43256</c:v>
                      </c:pt>
                      <c:pt idx="3700">
                        <c:v>43257</c:v>
                      </c:pt>
                      <c:pt idx="3701">
                        <c:v>43258</c:v>
                      </c:pt>
                      <c:pt idx="3702">
                        <c:v>43259</c:v>
                      </c:pt>
                      <c:pt idx="3703">
                        <c:v>43262</c:v>
                      </c:pt>
                      <c:pt idx="3704">
                        <c:v>43263</c:v>
                      </c:pt>
                      <c:pt idx="3705">
                        <c:v>43264</c:v>
                      </c:pt>
                      <c:pt idx="3706">
                        <c:v>43265</c:v>
                      </c:pt>
                      <c:pt idx="3707">
                        <c:v>43266</c:v>
                      </c:pt>
                      <c:pt idx="3708">
                        <c:v>43269</c:v>
                      </c:pt>
                      <c:pt idx="3709">
                        <c:v>43270</c:v>
                      </c:pt>
                      <c:pt idx="3710">
                        <c:v>43271</c:v>
                      </c:pt>
                      <c:pt idx="3711">
                        <c:v>43272</c:v>
                      </c:pt>
                      <c:pt idx="3712">
                        <c:v>43273</c:v>
                      </c:pt>
                      <c:pt idx="3713">
                        <c:v>43276</c:v>
                      </c:pt>
                      <c:pt idx="3714">
                        <c:v>43277</c:v>
                      </c:pt>
                      <c:pt idx="3715">
                        <c:v>43278</c:v>
                      </c:pt>
                      <c:pt idx="3716">
                        <c:v>43279</c:v>
                      </c:pt>
                      <c:pt idx="3717">
                        <c:v>43280</c:v>
                      </c:pt>
                      <c:pt idx="3718">
                        <c:v>43283</c:v>
                      </c:pt>
                      <c:pt idx="3719">
                        <c:v>43284</c:v>
                      </c:pt>
                      <c:pt idx="3720">
                        <c:v>43285</c:v>
                      </c:pt>
                      <c:pt idx="3721">
                        <c:v>43286</c:v>
                      </c:pt>
                      <c:pt idx="3722">
                        <c:v>43287</c:v>
                      </c:pt>
                      <c:pt idx="3723">
                        <c:v>43290</c:v>
                      </c:pt>
                      <c:pt idx="3724">
                        <c:v>43291</c:v>
                      </c:pt>
                      <c:pt idx="3725">
                        <c:v>43292</c:v>
                      </c:pt>
                      <c:pt idx="3726">
                        <c:v>43293</c:v>
                      </c:pt>
                      <c:pt idx="3727">
                        <c:v>43294</c:v>
                      </c:pt>
                      <c:pt idx="3728">
                        <c:v>43297</c:v>
                      </c:pt>
                      <c:pt idx="3729">
                        <c:v>43298</c:v>
                      </c:pt>
                      <c:pt idx="3730">
                        <c:v>43299</c:v>
                      </c:pt>
                      <c:pt idx="3731">
                        <c:v>43300</c:v>
                      </c:pt>
                      <c:pt idx="3732">
                        <c:v>43301</c:v>
                      </c:pt>
                      <c:pt idx="3733">
                        <c:v>43304</c:v>
                      </c:pt>
                      <c:pt idx="3734">
                        <c:v>43305</c:v>
                      </c:pt>
                      <c:pt idx="3735">
                        <c:v>43306</c:v>
                      </c:pt>
                      <c:pt idx="3736">
                        <c:v>43307</c:v>
                      </c:pt>
                      <c:pt idx="3737">
                        <c:v>43308</c:v>
                      </c:pt>
                      <c:pt idx="3738">
                        <c:v>43311</c:v>
                      </c:pt>
                      <c:pt idx="3739">
                        <c:v>43312</c:v>
                      </c:pt>
                      <c:pt idx="3740">
                        <c:v>43313</c:v>
                      </c:pt>
                      <c:pt idx="3741">
                        <c:v>43314</c:v>
                      </c:pt>
                      <c:pt idx="3742">
                        <c:v>43315</c:v>
                      </c:pt>
                      <c:pt idx="3743">
                        <c:v>43318</c:v>
                      </c:pt>
                      <c:pt idx="3744">
                        <c:v>43319</c:v>
                      </c:pt>
                      <c:pt idx="3745">
                        <c:v>43320</c:v>
                      </c:pt>
                      <c:pt idx="3746">
                        <c:v>43321</c:v>
                      </c:pt>
                      <c:pt idx="3747">
                        <c:v>43322</c:v>
                      </c:pt>
                      <c:pt idx="3748">
                        <c:v>43325</c:v>
                      </c:pt>
                      <c:pt idx="3749">
                        <c:v>43326</c:v>
                      </c:pt>
                      <c:pt idx="3750">
                        <c:v>43327</c:v>
                      </c:pt>
                      <c:pt idx="3751">
                        <c:v>43328</c:v>
                      </c:pt>
                      <c:pt idx="3752">
                        <c:v>43329</c:v>
                      </c:pt>
                      <c:pt idx="3753">
                        <c:v>43332</c:v>
                      </c:pt>
                      <c:pt idx="3754">
                        <c:v>43333</c:v>
                      </c:pt>
                      <c:pt idx="3755">
                        <c:v>43334</c:v>
                      </c:pt>
                      <c:pt idx="3756">
                        <c:v>43335</c:v>
                      </c:pt>
                      <c:pt idx="3757">
                        <c:v>43336</c:v>
                      </c:pt>
                      <c:pt idx="3758">
                        <c:v>43339</c:v>
                      </c:pt>
                      <c:pt idx="3759">
                        <c:v>43340</c:v>
                      </c:pt>
                      <c:pt idx="3760">
                        <c:v>43341</c:v>
                      </c:pt>
                      <c:pt idx="3761">
                        <c:v>43342</c:v>
                      </c:pt>
                      <c:pt idx="3762">
                        <c:v>43343</c:v>
                      </c:pt>
                      <c:pt idx="3763">
                        <c:v>43346</c:v>
                      </c:pt>
                      <c:pt idx="3764">
                        <c:v>43347</c:v>
                      </c:pt>
                      <c:pt idx="3765">
                        <c:v>43348</c:v>
                      </c:pt>
                      <c:pt idx="3766">
                        <c:v>43349</c:v>
                      </c:pt>
                      <c:pt idx="3767">
                        <c:v>43350</c:v>
                      </c:pt>
                      <c:pt idx="3768">
                        <c:v>43353</c:v>
                      </c:pt>
                      <c:pt idx="3769">
                        <c:v>43354</c:v>
                      </c:pt>
                      <c:pt idx="3770">
                        <c:v>43355</c:v>
                      </c:pt>
                      <c:pt idx="3771">
                        <c:v>43356</c:v>
                      </c:pt>
                      <c:pt idx="3772">
                        <c:v>43357</c:v>
                      </c:pt>
                      <c:pt idx="3773">
                        <c:v>43360</c:v>
                      </c:pt>
                      <c:pt idx="3774">
                        <c:v>43361</c:v>
                      </c:pt>
                      <c:pt idx="3775">
                        <c:v>43362</c:v>
                      </c:pt>
                      <c:pt idx="3776">
                        <c:v>43363</c:v>
                      </c:pt>
                      <c:pt idx="3777">
                        <c:v>43364</c:v>
                      </c:pt>
                      <c:pt idx="3778">
                        <c:v>43367</c:v>
                      </c:pt>
                      <c:pt idx="3779">
                        <c:v>43368</c:v>
                      </c:pt>
                      <c:pt idx="3780">
                        <c:v>43369</c:v>
                      </c:pt>
                      <c:pt idx="3781">
                        <c:v>43370</c:v>
                      </c:pt>
                      <c:pt idx="3782">
                        <c:v>43371</c:v>
                      </c:pt>
                      <c:pt idx="3783">
                        <c:v>43374</c:v>
                      </c:pt>
                      <c:pt idx="3784">
                        <c:v>43375</c:v>
                      </c:pt>
                      <c:pt idx="3785">
                        <c:v>43376</c:v>
                      </c:pt>
                      <c:pt idx="3786">
                        <c:v>43377</c:v>
                      </c:pt>
                      <c:pt idx="3787">
                        <c:v>43378</c:v>
                      </c:pt>
                      <c:pt idx="3788">
                        <c:v>43381</c:v>
                      </c:pt>
                      <c:pt idx="3789">
                        <c:v>43382</c:v>
                      </c:pt>
                      <c:pt idx="3790">
                        <c:v>43383</c:v>
                      </c:pt>
                      <c:pt idx="3791">
                        <c:v>43384</c:v>
                      </c:pt>
                      <c:pt idx="3792">
                        <c:v>43385</c:v>
                      </c:pt>
                      <c:pt idx="3793">
                        <c:v>43388</c:v>
                      </c:pt>
                      <c:pt idx="3794">
                        <c:v>43389</c:v>
                      </c:pt>
                      <c:pt idx="3795">
                        <c:v>43390</c:v>
                      </c:pt>
                      <c:pt idx="3796">
                        <c:v>43391</c:v>
                      </c:pt>
                      <c:pt idx="3797">
                        <c:v>43392</c:v>
                      </c:pt>
                      <c:pt idx="3798">
                        <c:v>43395</c:v>
                      </c:pt>
                      <c:pt idx="3799">
                        <c:v>43396</c:v>
                      </c:pt>
                      <c:pt idx="3800">
                        <c:v>43397</c:v>
                      </c:pt>
                      <c:pt idx="3801">
                        <c:v>43398</c:v>
                      </c:pt>
                      <c:pt idx="3802">
                        <c:v>43399</c:v>
                      </c:pt>
                      <c:pt idx="3803">
                        <c:v>43402</c:v>
                      </c:pt>
                      <c:pt idx="3804">
                        <c:v>43403</c:v>
                      </c:pt>
                      <c:pt idx="3805">
                        <c:v>43404</c:v>
                      </c:pt>
                      <c:pt idx="3806">
                        <c:v>43405</c:v>
                      </c:pt>
                      <c:pt idx="3807">
                        <c:v>43406</c:v>
                      </c:pt>
                      <c:pt idx="3808">
                        <c:v>43409</c:v>
                      </c:pt>
                      <c:pt idx="3809">
                        <c:v>43410</c:v>
                      </c:pt>
                      <c:pt idx="3810">
                        <c:v>43411</c:v>
                      </c:pt>
                      <c:pt idx="3811">
                        <c:v>43412</c:v>
                      </c:pt>
                      <c:pt idx="3812">
                        <c:v>43413</c:v>
                      </c:pt>
                      <c:pt idx="3813">
                        <c:v>43416</c:v>
                      </c:pt>
                      <c:pt idx="3814">
                        <c:v>43417</c:v>
                      </c:pt>
                      <c:pt idx="3815">
                        <c:v>43418</c:v>
                      </c:pt>
                      <c:pt idx="3816">
                        <c:v>43419</c:v>
                      </c:pt>
                      <c:pt idx="3817">
                        <c:v>43420</c:v>
                      </c:pt>
                      <c:pt idx="3818">
                        <c:v>43423</c:v>
                      </c:pt>
                      <c:pt idx="3819">
                        <c:v>43424</c:v>
                      </c:pt>
                      <c:pt idx="3820">
                        <c:v>43425</c:v>
                      </c:pt>
                      <c:pt idx="3821">
                        <c:v>43426</c:v>
                      </c:pt>
                      <c:pt idx="3822">
                        <c:v>43427</c:v>
                      </c:pt>
                      <c:pt idx="3823">
                        <c:v>43430</c:v>
                      </c:pt>
                      <c:pt idx="3824">
                        <c:v>43431</c:v>
                      </c:pt>
                      <c:pt idx="3825">
                        <c:v>43432</c:v>
                      </c:pt>
                      <c:pt idx="3826">
                        <c:v>43433</c:v>
                      </c:pt>
                      <c:pt idx="3827">
                        <c:v>43434</c:v>
                      </c:pt>
                      <c:pt idx="3828">
                        <c:v>43437</c:v>
                      </c:pt>
                      <c:pt idx="3829">
                        <c:v>43438</c:v>
                      </c:pt>
                      <c:pt idx="3830">
                        <c:v>43439</c:v>
                      </c:pt>
                      <c:pt idx="3831">
                        <c:v>43440</c:v>
                      </c:pt>
                      <c:pt idx="3832">
                        <c:v>43441</c:v>
                      </c:pt>
                      <c:pt idx="3833">
                        <c:v>43444</c:v>
                      </c:pt>
                      <c:pt idx="3834">
                        <c:v>43445</c:v>
                      </c:pt>
                      <c:pt idx="3835">
                        <c:v>43446</c:v>
                      </c:pt>
                      <c:pt idx="3836">
                        <c:v>43447</c:v>
                      </c:pt>
                      <c:pt idx="3837">
                        <c:v>43448</c:v>
                      </c:pt>
                      <c:pt idx="3838">
                        <c:v>43451</c:v>
                      </c:pt>
                      <c:pt idx="3839">
                        <c:v>43452</c:v>
                      </c:pt>
                      <c:pt idx="3840">
                        <c:v>43453</c:v>
                      </c:pt>
                      <c:pt idx="3841">
                        <c:v>43454</c:v>
                      </c:pt>
                      <c:pt idx="3842">
                        <c:v>43455</c:v>
                      </c:pt>
                      <c:pt idx="3843">
                        <c:v>43458</c:v>
                      </c:pt>
                      <c:pt idx="3844">
                        <c:v>43459</c:v>
                      </c:pt>
                      <c:pt idx="3845">
                        <c:v>43460</c:v>
                      </c:pt>
                      <c:pt idx="3846">
                        <c:v>43461</c:v>
                      </c:pt>
                      <c:pt idx="3847">
                        <c:v>43462</c:v>
                      </c:pt>
                      <c:pt idx="3848">
                        <c:v>43465</c:v>
                      </c:pt>
                      <c:pt idx="3849">
                        <c:v>43466</c:v>
                      </c:pt>
                      <c:pt idx="3850">
                        <c:v>43467</c:v>
                      </c:pt>
                      <c:pt idx="3851">
                        <c:v>43468</c:v>
                      </c:pt>
                      <c:pt idx="3852">
                        <c:v>43469</c:v>
                      </c:pt>
                      <c:pt idx="3853">
                        <c:v>43472</c:v>
                      </c:pt>
                      <c:pt idx="3854">
                        <c:v>43473</c:v>
                      </c:pt>
                      <c:pt idx="3855">
                        <c:v>43474</c:v>
                      </c:pt>
                      <c:pt idx="3856">
                        <c:v>43475</c:v>
                      </c:pt>
                      <c:pt idx="3857">
                        <c:v>43476</c:v>
                      </c:pt>
                      <c:pt idx="3858">
                        <c:v>43479</c:v>
                      </c:pt>
                      <c:pt idx="3859">
                        <c:v>43480</c:v>
                      </c:pt>
                      <c:pt idx="3860">
                        <c:v>43481</c:v>
                      </c:pt>
                      <c:pt idx="3861">
                        <c:v>43482</c:v>
                      </c:pt>
                      <c:pt idx="3862">
                        <c:v>43483</c:v>
                      </c:pt>
                      <c:pt idx="3863">
                        <c:v>43486</c:v>
                      </c:pt>
                      <c:pt idx="3864">
                        <c:v>43487</c:v>
                      </c:pt>
                      <c:pt idx="3865">
                        <c:v>43488</c:v>
                      </c:pt>
                      <c:pt idx="3866">
                        <c:v>43489</c:v>
                      </c:pt>
                      <c:pt idx="3867">
                        <c:v>43490</c:v>
                      </c:pt>
                      <c:pt idx="3868">
                        <c:v>43493</c:v>
                      </c:pt>
                      <c:pt idx="3869">
                        <c:v>43494</c:v>
                      </c:pt>
                      <c:pt idx="3870">
                        <c:v>43495</c:v>
                      </c:pt>
                      <c:pt idx="3871">
                        <c:v>43496</c:v>
                      </c:pt>
                      <c:pt idx="3872">
                        <c:v>43497</c:v>
                      </c:pt>
                      <c:pt idx="3873">
                        <c:v>43500</c:v>
                      </c:pt>
                      <c:pt idx="3874">
                        <c:v>43501</c:v>
                      </c:pt>
                      <c:pt idx="3875">
                        <c:v>43502</c:v>
                      </c:pt>
                      <c:pt idx="3876">
                        <c:v>43503</c:v>
                      </c:pt>
                      <c:pt idx="3877">
                        <c:v>43504</c:v>
                      </c:pt>
                      <c:pt idx="3878">
                        <c:v>43507</c:v>
                      </c:pt>
                      <c:pt idx="3879">
                        <c:v>43508</c:v>
                      </c:pt>
                      <c:pt idx="3880">
                        <c:v>43509</c:v>
                      </c:pt>
                      <c:pt idx="3881">
                        <c:v>43510</c:v>
                      </c:pt>
                      <c:pt idx="3882">
                        <c:v>43511</c:v>
                      </c:pt>
                      <c:pt idx="3883">
                        <c:v>43514</c:v>
                      </c:pt>
                      <c:pt idx="3884">
                        <c:v>43515</c:v>
                      </c:pt>
                      <c:pt idx="3885">
                        <c:v>43516</c:v>
                      </c:pt>
                      <c:pt idx="3886">
                        <c:v>43517</c:v>
                      </c:pt>
                      <c:pt idx="3887">
                        <c:v>43518</c:v>
                      </c:pt>
                      <c:pt idx="3888">
                        <c:v>43521</c:v>
                      </c:pt>
                      <c:pt idx="3889">
                        <c:v>43522</c:v>
                      </c:pt>
                      <c:pt idx="3890">
                        <c:v>43523</c:v>
                      </c:pt>
                      <c:pt idx="3891">
                        <c:v>43524</c:v>
                      </c:pt>
                      <c:pt idx="3892">
                        <c:v>43525</c:v>
                      </c:pt>
                      <c:pt idx="3893">
                        <c:v>43528</c:v>
                      </c:pt>
                      <c:pt idx="3894">
                        <c:v>43529</c:v>
                      </c:pt>
                      <c:pt idx="3895">
                        <c:v>43530</c:v>
                      </c:pt>
                      <c:pt idx="3896">
                        <c:v>43531</c:v>
                      </c:pt>
                      <c:pt idx="3897">
                        <c:v>43532</c:v>
                      </c:pt>
                      <c:pt idx="3898">
                        <c:v>43535</c:v>
                      </c:pt>
                      <c:pt idx="3899">
                        <c:v>43536</c:v>
                      </c:pt>
                      <c:pt idx="3900">
                        <c:v>43537</c:v>
                      </c:pt>
                      <c:pt idx="3901">
                        <c:v>43538</c:v>
                      </c:pt>
                      <c:pt idx="3902">
                        <c:v>43539</c:v>
                      </c:pt>
                      <c:pt idx="3903">
                        <c:v>43542</c:v>
                      </c:pt>
                      <c:pt idx="3904">
                        <c:v>43543</c:v>
                      </c:pt>
                      <c:pt idx="3905">
                        <c:v>43544</c:v>
                      </c:pt>
                      <c:pt idx="3906">
                        <c:v>43545</c:v>
                      </c:pt>
                      <c:pt idx="3907">
                        <c:v>43546</c:v>
                      </c:pt>
                      <c:pt idx="3908">
                        <c:v>43549</c:v>
                      </c:pt>
                      <c:pt idx="3909">
                        <c:v>43550</c:v>
                      </c:pt>
                      <c:pt idx="3910">
                        <c:v>43551</c:v>
                      </c:pt>
                      <c:pt idx="3911">
                        <c:v>43552</c:v>
                      </c:pt>
                      <c:pt idx="3912">
                        <c:v>43553</c:v>
                      </c:pt>
                      <c:pt idx="3913">
                        <c:v>43556</c:v>
                      </c:pt>
                      <c:pt idx="3914">
                        <c:v>43557</c:v>
                      </c:pt>
                      <c:pt idx="3915">
                        <c:v>43558</c:v>
                      </c:pt>
                      <c:pt idx="3916">
                        <c:v>43559</c:v>
                      </c:pt>
                      <c:pt idx="3917">
                        <c:v>43560</c:v>
                      </c:pt>
                      <c:pt idx="3918">
                        <c:v>43563</c:v>
                      </c:pt>
                      <c:pt idx="3919">
                        <c:v>43564</c:v>
                      </c:pt>
                      <c:pt idx="3920">
                        <c:v>43565</c:v>
                      </c:pt>
                      <c:pt idx="3921">
                        <c:v>43566</c:v>
                      </c:pt>
                      <c:pt idx="3922">
                        <c:v>43567</c:v>
                      </c:pt>
                      <c:pt idx="3923">
                        <c:v>43570</c:v>
                      </c:pt>
                      <c:pt idx="3924">
                        <c:v>43571</c:v>
                      </c:pt>
                      <c:pt idx="3925">
                        <c:v>43572</c:v>
                      </c:pt>
                      <c:pt idx="3926">
                        <c:v>43573</c:v>
                      </c:pt>
                      <c:pt idx="3927">
                        <c:v>43574</c:v>
                      </c:pt>
                      <c:pt idx="3928">
                        <c:v>43577</c:v>
                      </c:pt>
                      <c:pt idx="3929">
                        <c:v>43578</c:v>
                      </c:pt>
                      <c:pt idx="3930">
                        <c:v>43579</c:v>
                      </c:pt>
                      <c:pt idx="3931">
                        <c:v>43580</c:v>
                      </c:pt>
                      <c:pt idx="3932">
                        <c:v>43581</c:v>
                      </c:pt>
                      <c:pt idx="3933">
                        <c:v>43584</c:v>
                      </c:pt>
                      <c:pt idx="3934">
                        <c:v>43585</c:v>
                      </c:pt>
                      <c:pt idx="3935">
                        <c:v>43586</c:v>
                      </c:pt>
                      <c:pt idx="3936">
                        <c:v>43587</c:v>
                      </c:pt>
                      <c:pt idx="3937">
                        <c:v>43588</c:v>
                      </c:pt>
                      <c:pt idx="3938">
                        <c:v>43591</c:v>
                      </c:pt>
                      <c:pt idx="3939">
                        <c:v>43592</c:v>
                      </c:pt>
                      <c:pt idx="3940">
                        <c:v>43593</c:v>
                      </c:pt>
                      <c:pt idx="3941">
                        <c:v>43594</c:v>
                      </c:pt>
                      <c:pt idx="3942">
                        <c:v>43595</c:v>
                      </c:pt>
                      <c:pt idx="3943">
                        <c:v>43598</c:v>
                      </c:pt>
                      <c:pt idx="3944">
                        <c:v>43599</c:v>
                      </c:pt>
                      <c:pt idx="3945">
                        <c:v>43600</c:v>
                      </c:pt>
                      <c:pt idx="3946">
                        <c:v>43601</c:v>
                      </c:pt>
                      <c:pt idx="3947">
                        <c:v>43602</c:v>
                      </c:pt>
                      <c:pt idx="3948">
                        <c:v>43605</c:v>
                      </c:pt>
                      <c:pt idx="3949">
                        <c:v>43606</c:v>
                      </c:pt>
                      <c:pt idx="3950">
                        <c:v>43607</c:v>
                      </c:pt>
                      <c:pt idx="3951">
                        <c:v>43608</c:v>
                      </c:pt>
                      <c:pt idx="3952">
                        <c:v>43609</c:v>
                      </c:pt>
                      <c:pt idx="3953">
                        <c:v>43612</c:v>
                      </c:pt>
                      <c:pt idx="3954">
                        <c:v>43613</c:v>
                      </c:pt>
                      <c:pt idx="3955">
                        <c:v>43614</c:v>
                      </c:pt>
                      <c:pt idx="3956">
                        <c:v>43615</c:v>
                      </c:pt>
                      <c:pt idx="3957">
                        <c:v>43616</c:v>
                      </c:pt>
                      <c:pt idx="3958">
                        <c:v>43619</c:v>
                      </c:pt>
                      <c:pt idx="3959">
                        <c:v>43620</c:v>
                      </c:pt>
                      <c:pt idx="3960">
                        <c:v>43621</c:v>
                      </c:pt>
                      <c:pt idx="3961">
                        <c:v>43622</c:v>
                      </c:pt>
                      <c:pt idx="3962">
                        <c:v>43623</c:v>
                      </c:pt>
                      <c:pt idx="3963">
                        <c:v>43626</c:v>
                      </c:pt>
                      <c:pt idx="3964">
                        <c:v>43627</c:v>
                      </c:pt>
                      <c:pt idx="3965">
                        <c:v>43628</c:v>
                      </c:pt>
                      <c:pt idx="3966">
                        <c:v>43629</c:v>
                      </c:pt>
                      <c:pt idx="3967">
                        <c:v>43630</c:v>
                      </c:pt>
                      <c:pt idx="3968">
                        <c:v>43633</c:v>
                      </c:pt>
                      <c:pt idx="3969">
                        <c:v>43634</c:v>
                      </c:pt>
                      <c:pt idx="3970">
                        <c:v>43635</c:v>
                      </c:pt>
                      <c:pt idx="3971">
                        <c:v>43636</c:v>
                      </c:pt>
                      <c:pt idx="3972">
                        <c:v>43637</c:v>
                      </c:pt>
                      <c:pt idx="3973">
                        <c:v>43640</c:v>
                      </c:pt>
                      <c:pt idx="3974">
                        <c:v>43641</c:v>
                      </c:pt>
                      <c:pt idx="3975">
                        <c:v>43642</c:v>
                      </c:pt>
                      <c:pt idx="3976">
                        <c:v>43643</c:v>
                      </c:pt>
                      <c:pt idx="3977">
                        <c:v>43644</c:v>
                      </c:pt>
                      <c:pt idx="3978">
                        <c:v>43647</c:v>
                      </c:pt>
                      <c:pt idx="3979">
                        <c:v>43648</c:v>
                      </c:pt>
                      <c:pt idx="3980">
                        <c:v>43649</c:v>
                      </c:pt>
                      <c:pt idx="3981">
                        <c:v>43650</c:v>
                      </c:pt>
                      <c:pt idx="3982">
                        <c:v>43651</c:v>
                      </c:pt>
                      <c:pt idx="3983">
                        <c:v>43654</c:v>
                      </c:pt>
                      <c:pt idx="3984">
                        <c:v>43655</c:v>
                      </c:pt>
                      <c:pt idx="3985">
                        <c:v>43656</c:v>
                      </c:pt>
                      <c:pt idx="3986">
                        <c:v>43657</c:v>
                      </c:pt>
                      <c:pt idx="3987">
                        <c:v>43658</c:v>
                      </c:pt>
                      <c:pt idx="3988">
                        <c:v>43661</c:v>
                      </c:pt>
                      <c:pt idx="3989">
                        <c:v>43662</c:v>
                      </c:pt>
                      <c:pt idx="3990">
                        <c:v>43663</c:v>
                      </c:pt>
                      <c:pt idx="3991">
                        <c:v>43664</c:v>
                      </c:pt>
                      <c:pt idx="3992">
                        <c:v>43665</c:v>
                      </c:pt>
                      <c:pt idx="3993">
                        <c:v>43668</c:v>
                      </c:pt>
                      <c:pt idx="3994">
                        <c:v>43669</c:v>
                      </c:pt>
                      <c:pt idx="3995">
                        <c:v>43670</c:v>
                      </c:pt>
                      <c:pt idx="3996">
                        <c:v>43671</c:v>
                      </c:pt>
                      <c:pt idx="3997">
                        <c:v>43672</c:v>
                      </c:pt>
                      <c:pt idx="3998">
                        <c:v>43675</c:v>
                      </c:pt>
                      <c:pt idx="3999">
                        <c:v>43676</c:v>
                      </c:pt>
                      <c:pt idx="4000">
                        <c:v>43677</c:v>
                      </c:pt>
                      <c:pt idx="4001">
                        <c:v>43678</c:v>
                      </c:pt>
                      <c:pt idx="4002">
                        <c:v>43679</c:v>
                      </c:pt>
                      <c:pt idx="4003">
                        <c:v>43682</c:v>
                      </c:pt>
                      <c:pt idx="4004">
                        <c:v>43683</c:v>
                      </c:pt>
                      <c:pt idx="4005">
                        <c:v>43684</c:v>
                      </c:pt>
                      <c:pt idx="4006">
                        <c:v>43685</c:v>
                      </c:pt>
                      <c:pt idx="4007">
                        <c:v>43686</c:v>
                      </c:pt>
                      <c:pt idx="4008">
                        <c:v>43689</c:v>
                      </c:pt>
                      <c:pt idx="4009">
                        <c:v>43690</c:v>
                      </c:pt>
                      <c:pt idx="4010">
                        <c:v>43691</c:v>
                      </c:pt>
                      <c:pt idx="4011">
                        <c:v>43692</c:v>
                      </c:pt>
                      <c:pt idx="4012">
                        <c:v>43693</c:v>
                      </c:pt>
                      <c:pt idx="4013">
                        <c:v>43696</c:v>
                      </c:pt>
                      <c:pt idx="4014">
                        <c:v>43697</c:v>
                      </c:pt>
                      <c:pt idx="4015">
                        <c:v>43698</c:v>
                      </c:pt>
                      <c:pt idx="4016">
                        <c:v>43699</c:v>
                      </c:pt>
                      <c:pt idx="4017">
                        <c:v>43700</c:v>
                      </c:pt>
                      <c:pt idx="4018">
                        <c:v>43703</c:v>
                      </c:pt>
                      <c:pt idx="4019">
                        <c:v>43704</c:v>
                      </c:pt>
                      <c:pt idx="4020">
                        <c:v>43705</c:v>
                      </c:pt>
                      <c:pt idx="4021">
                        <c:v>43706</c:v>
                      </c:pt>
                      <c:pt idx="4022">
                        <c:v>43707</c:v>
                      </c:pt>
                      <c:pt idx="4023">
                        <c:v>43710</c:v>
                      </c:pt>
                      <c:pt idx="4024">
                        <c:v>43711</c:v>
                      </c:pt>
                      <c:pt idx="4025">
                        <c:v>43712</c:v>
                      </c:pt>
                      <c:pt idx="4026">
                        <c:v>43713</c:v>
                      </c:pt>
                      <c:pt idx="4027">
                        <c:v>43714</c:v>
                      </c:pt>
                      <c:pt idx="4028">
                        <c:v>43717</c:v>
                      </c:pt>
                      <c:pt idx="4029">
                        <c:v>43718</c:v>
                      </c:pt>
                      <c:pt idx="4030">
                        <c:v>43719</c:v>
                      </c:pt>
                      <c:pt idx="4031">
                        <c:v>43720</c:v>
                      </c:pt>
                      <c:pt idx="4032">
                        <c:v>43721</c:v>
                      </c:pt>
                      <c:pt idx="4033">
                        <c:v>43724</c:v>
                      </c:pt>
                      <c:pt idx="4034">
                        <c:v>43725</c:v>
                      </c:pt>
                      <c:pt idx="4035">
                        <c:v>43726</c:v>
                      </c:pt>
                      <c:pt idx="4036">
                        <c:v>43727</c:v>
                      </c:pt>
                      <c:pt idx="4037">
                        <c:v>43728</c:v>
                      </c:pt>
                      <c:pt idx="4038">
                        <c:v>43731</c:v>
                      </c:pt>
                      <c:pt idx="4039">
                        <c:v>43732</c:v>
                      </c:pt>
                      <c:pt idx="4040">
                        <c:v>43733</c:v>
                      </c:pt>
                      <c:pt idx="4041">
                        <c:v>43734</c:v>
                      </c:pt>
                      <c:pt idx="4042">
                        <c:v>43735</c:v>
                      </c:pt>
                      <c:pt idx="4043">
                        <c:v>43738</c:v>
                      </c:pt>
                      <c:pt idx="4044">
                        <c:v>43739</c:v>
                      </c:pt>
                      <c:pt idx="4045">
                        <c:v>43740</c:v>
                      </c:pt>
                      <c:pt idx="4046">
                        <c:v>43741</c:v>
                      </c:pt>
                      <c:pt idx="4047">
                        <c:v>43742</c:v>
                      </c:pt>
                      <c:pt idx="4048">
                        <c:v>43745</c:v>
                      </c:pt>
                      <c:pt idx="4049">
                        <c:v>43746</c:v>
                      </c:pt>
                      <c:pt idx="4050">
                        <c:v>43747</c:v>
                      </c:pt>
                      <c:pt idx="4051">
                        <c:v>43748</c:v>
                      </c:pt>
                      <c:pt idx="4052">
                        <c:v>43749</c:v>
                      </c:pt>
                      <c:pt idx="4053">
                        <c:v>43752</c:v>
                      </c:pt>
                      <c:pt idx="4054">
                        <c:v>43753</c:v>
                      </c:pt>
                      <c:pt idx="4055">
                        <c:v>43754</c:v>
                      </c:pt>
                      <c:pt idx="4056">
                        <c:v>43755</c:v>
                      </c:pt>
                      <c:pt idx="4057">
                        <c:v>43756</c:v>
                      </c:pt>
                      <c:pt idx="4058">
                        <c:v>43759</c:v>
                      </c:pt>
                      <c:pt idx="4059">
                        <c:v>43760</c:v>
                      </c:pt>
                      <c:pt idx="4060">
                        <c:v>43761</c:v>
                      </c:pt>
                      <c:pt idx="4061">
                        <c:v>43762</c:v>
                      </c:pt>
                      <c:pt idx="4062">
                        <c:v>43763</c:v>
                      </c:pt>
                      <c:pt idx="4063">
                        <c:v>43766</c:v>
                      </c:pt>
                      <c:pt idx="4064">
                        <c:v>43767</c:v>
                      </c:pt>
                      <c:pt idx="4065">
                        <c:v>43768</c:v>
                      </c:pt>
                      <c:pt idx="4066">
                        <c:v>43769</c:v>
                      </c:pt>
                      <c:pt idx="4067">
                        <c:v>43770</c:v>
                      </c:pt>
                      <c:pt idx="4068">
                        <c:v>43773</c:v>
                      </c:pt>
                      <c:pt idx="4069">
                        <c:v>43774</c:v>
                      </c:pt>
                      <c:pt idx="4070">
                        <c:v>43775</c:v>
                      </c:pt>
                      <c:pt idx="4071">
                        <c:v>43776</c:v>
                      </c:pt>
                      <c:pt idx="4072">
                        <c:v>43777</c:v>
                      </c:pt>
                      <c:pt idx="4073">
                        <c:v>43780</c:v>
                      </c:pt>
                      <c:pt idx="4074">
                        <c:v>43781</c:v>
                      </c:pt>
                      <c:pt idx="4075">
                        <c:v>43782</c:v>
                      </c:pt>
                      <c:pt idx="4076">
                        <c:v>43783</c:v>
                      </c:pt>
                      <c:pt idx="4077">
                        <c:v>43784</c:v>
                      </c:pt>
                      <c:pt idx="4078">
                        <c:v>43787</c:v>
                      </c:pt>
                      <c:pt idx="4079">
                        <c:v>43788</c:v>
                      </c:pt>
                      <c:pt idx="4080">
                        <c:v>43789</c:v>
                      </c:pt>
                      <c:pt idx="4081">
                        <c:v>43790</c:v>
                      </c:pt>
                      <c:pt idx="4082">
                        <c:v>43791</c:v>
                      </c:pt>
                      <c:pt idx="4083">
                        <c:v>43794</c:v>
                      </c:pt>
                      <c:pt idx="4084">
                        <c:v>43795</c:v>
                      </c:pt>
                      <c:pt idx="4085">
                        <c:v>43796</c:v>
                      </c:pt>
                      <c:pt idx="4086">
                        <c:v>43797</c:v>
                      </c:pt>
                      <c:pt idx="4087">
                        <c:v>43798</c:v>
                      </c:pt>
                      <c:pt idx="4088">
                        <c:v>43801</c:v>
                      </c:pt>
                      <c:pt idx="4089">
                        <c:v>43802</c:v>
                      </c:pt>
                      <c:pt idx="4090">
                        <c:v>43803</c:v>
                      </c:pt>
                      <c:pt idx="4091">
                        <c:v>43804</c:v>
                      </c:pt>
                      <c:pt idx="4092">
                        <c:v>43805</c:v>
                      </c:pt>
                      <c:pt idx="4093">
                        <c:v>43808</c:v>
                      </c:pt>
                      <c:pt idx="4094">
                        <c:v>43809</c:v>
                      </c:pt>
                      <c:pt idx="4095">
                        <c:v>43810</c:v>
                      </c:pt>
                      <c:pt idx="4096">
                        <c:v>43811</c:v>
                      </c:pt>
                      <c:pt idx="4097">
                        <c:v>43812</c:v>
                      </c:pt>
                      <c:pt idx="4098">
                        <c:v>43815</c:v>
                      </c:pt>
                      <c:pt idx="4099">
                        <c:v>43816</c:v>
                      </c:pt>
                      <c:pt idx="4100">
                        <c:v>43817</c:v>
                      </c:pt>
                      <c:pt idx="4101">
                        <c:v>43818</c:v>
                      </c:pt>
                      <c:pt idx="4102">
                        <c:v>43819</c:v>
                      </c:pt>
                      <c:pt idx="4103">
                        <c:v>43822</c:v>
                      </c:pt>
                      <c:pt idx="4104">
                        <c:v>43823</c:v>
                      </c:pt>
                      <c:pt idx="4105">
                        <c:v>43824</c:v>
                      </c:pt>
                      <c:pt idx="4106">
                        <c:v>43825</c:v>
                      </c:pt>
                      <c:pt idx="4107">
                        <c:v>43826</c:v>
                      </c:pt>
                      <c:pt idx="4108">
                        <c:v>43829</c:v>
                      </c:pt>
                      <c:pt idx="4109">
                        <c:v>43830</c:v>
                      </c:pt>
                      <c:pt idx="4110">
                        <c:v>43831</c:v>
                      </c:pt>
                      <c:pt idx="4111">
                        <c:v>43832</c:v>
                      </c:pt>
                      <c:pt idx="4112">
                        <c:v>43833</c:v>
                      </c:pt>
                      <c:pt idx="4113">
                        <c:v>43836</c:v>
                      </c:pt>
                      <c:pt idx="4114">
                        <c:v>43837</c:v>
                      </c:pt>
                      <c:pt idx="4115">
                        <c:v>43838</c:v>
                      </c:pt>
                      <c:pt idx="4116">
                        <c:v>43839</c:v>
                      </c:pt>
                      <c:pt idx="4117">
                        <c:v>43840</c:v>
                      </c:pt>
                      <c:pt idx="4118">
                        <c:v>43843</c:v>
                      </c:pt>
                      <c:pt idx="4119">
                        <c:v>43844</c:v>
                      </c:pt>
                      <c:pt idx="4120">
                        <c:v>43845</c:v>
                      </c:pt>
                      <c:pt idx="4121">
                        <c:v>43846</c:v>
                      </c:pt>
                      <c:pt idx="4122">
                        <c:v>43847</c:v>
                      </c:pt>
                      <c:pt idx="4123">
                        <c:v>43850</c:v>
                      </c:pt>
                      <c:pt idx="4124">
                        <c:v>43851</c:v>
                      </c:pt>
                      <c:pt idx="4125">
                        <c:v>43852</c:v>
                      </c:pt>
                      <c:pt idx="4126">
                        <c:v>43853</c:v>
                      </c:pt>
                      <c:pt idx="4127">
                        <c:v>43854</c:v>
                      </c:pt>
                      <c:pt idx="4128">
                        <c:v>43857</c:v>
                      </c:pt>
                      <c:pt idx="4129">
                        <c:v>43858</c:v>
                      </c:pt>
                      <c:pt idx="4130">
                        <c:v>43859</c:v>
                      </c:pt>
                      <c:pt idx="4131">
                        <c:v>43860</c:v>
                      </c:pt>
                      <c:pt idx="4132">
                        <c:v>43861</c:v>
                      </c:pt>
                      <c:pt idx="4133">
                        <c:v>43864</c:v>
                      </c:pt>
                      <c:pt idx="4134">
                        <c:v>43865</c:v>
                      </c:pt>
                      <c:pt idx="4135">
                        <c:v>43866</c:v>
                      </c:pt>
                      <c:pt idx="4136">
                        <c:v>43867</c:v>
                      </c:pt>
                      <c:pt idx="4137">
                        <c:v>43868</c:v>
                      </c:pt>
                      <c:pt idx="4138">
                        <c:v>43871</c:v>
                      </c:pt>
                      <c:pt idx="4139">
                        <c:v>43872</c:v>
                      </c:pt>
                      <c:pt idx="4140">
                        <c:v>43873</c:v>
                      </c:pt>
                      <c:pt idx="4141">
                        <c:v>43874</c:v>
                      </c:pt>
                      <c:pt idx="4142">
                        <c:v>43875</c:v>
                      </c:pt>
                      <c:pt idx="4143">
                        <c:v>43878</c:v>
                      </c:pt>
                      <c:pt idx="4144">
                        <c:v>43879</c:v>
                      </c:pt>
                      <c:pt idx="4145">
                        <c:v>43880</c:v>
                      </c:pt>
                      <c:pt idx="4146">
                        <c:v>43881</c:v>
                      </c:pt>
                      <c:pt idx="4147">
                        <c:v>43882</c:v>
                      </c:pt>
                      <c:pt idx="4148">
                        <c:v>43885</c:v>
                      </c:pt>
                      <c:pt idx="4149">
                        <c:v>43886</c:v>
                      </c:pt>
                      <c:pt idx="4150">
                        <c:v>43887</c:v>
                      </c:pt>
                      <c:pt idx="4151">
                        <c:v>43888</c:v>
                      </c:pt>
                      <c:pt idx="4152">
                        <c:v>43889</c:v>
                      </c:pt>
                      <c:pt idx="4153">
                        <c:v>43892</c:v>
                      </c:pt>
                      <c:pt idx="4154">
                        <c:v>43893</c:v>
                      </c:pt>
                      <c:pt idx="4155">
                        <c:v>43894</c:v>
                      </c:pt>
                      <c:pt idx="4156">
                        <c:v>43895</c:v>
                      </c:pt>
                      <c:pt idx="4157">
                        <c:v>43896</c:v>
                      </c:pt>
                      <c:pt idx="4158">
                        <c:v>43899</c:v>
                      </c:pt>
                      <c:pt idx="4159">
                        <c:v>43900</c:v>
                      </c:pt>
                      <c:pt idx="4160">
                        <c:v>43901</c:v>
                      </c:pt>
                      <c:pt idx="4161">
                        <c:v>43902</c:v>
                      </c:pt>
                      <c:pt idx="4162">
                        <c:v>43903</c:v>
                      </c:pt>
                      <c:pt idx="4163">
                        <c:v>43906</c:v>
                      </c:pt>
                      <c:pt idx="4164">
                        <c:v>43907</c:v>
                      </c:pt>
                      <c:pt idx="4165">
                        <c:v>43908</c:v>
                      </c:pt>
                      <c:pt idx="4166">
                        <c:v>43909</c:v>
                      </c:pt>
                      <c:pt idx="4167">
                        <c:v>43910</c:v>
                      </c:pt>
                      <c:pt idx="4168">
                        <c:v>43913</c:v>
                      </c:pt>
                      <c:pt idx="4169">
                        <c:v>43914</c:v>
                      </c:pt>
                      <c:pt idx="4170">
                        <c:v>43915</c:v>
                      </c:pt>
                      <c:pt idx="4171">
                        <c:v>43916</c:v>
                      </c:pt>
                      <c:pt idx="4172">
                        <c:v>43917</c:v>
                      </c:pt>
                      <c:pt idx="4173">
                        <c:v>43920</c:v>
                      </c:pt>
                      <c:pt idx="4174">
                        <c:v>43921</c:v>
                      </c:pt>
                      <c:pt idx="4175">
                        <c:v>43922</c:v>
                      </c:pt>
                      <c:pt idx="4176">
                        <c:v>43923</c:v>
                      </c:pt>
                      <c:pt idx="4177">
                        <c:v>43924</c:v>
                      </c:pt>
                      <c:pt idx="4178">
                        <c:v>43927</c:v>
                      </c:pt>
                      <c:pt idx="4179">
                        <c:v>43928</c:v>
                      </c:pt>
                      <c:pt idx="4180">
                        <c:v>43929</c:v>
                      </c:pt>
                      <c:pt idx="4181">
                        <c:v>43930</c:v>
                      </c:pt>
                      <c:pt idx="4182">
                        <c:v>43931</c:v>
                      </c:pt>
                      <c:pt idx="4183">
                        <c:v>43934</c:v>
                      </c:pt>
                      <c:pt idx="4184">
                        <c:v>43935</c:v>
                      </c:pt>
                      <c:pt idx="4185">
                        <c:v>43936</c:v>
                      </c:pt>
                      <c:pt idx="4186">
                        <c:v>43937</c:v>
                      </c:pt>
                      <c:pt idx="4187">
                        <c:v>43938</c:v>
                      </c:pt>
                      <c:pt idx="4188">
                        <c:v>43941</c:v>
                      </c:pt>
                      <c:pt idx="4189">
                        <c:v>43942</c:v>
                      </c:pt>
                      <c:pt idx="4190">
                        <c:v>43943</c:v>
                      </c:pt>
                      <c:pt idx="4191">
                        <c:v>43944</c:v>
                      </c:pt>
                      <c:pt idx="4192">
                        <c:v>43945</c:v>
                      </c:pt>
                      <c:pt idx="4193">
                        <c:v>43948</c:v>
                      </c:pt>
                      <c:pt idx="4194">
                        <c:v>43949</c:v>
                      </c:pt>
                      <c:pt idx="4195">
                        <c:v>43950</c:v>
                      </c:pt>
                      <c:pt idx="4196">
                        <c:v>43951</c:v>
                      </c:pt>
                      <c:pt idx="4197">
                        <c:v>43952</c:v>
                      </c:pt>
                      <c:pt idx="4198">
                        <c:v>43955</c:v>
                      </c:pt>
                      <c:pt idx="4199">
                        <c:v>43956</c:v>
                      </c:pt>
                      <c:pt idx="4200">
                        <c:v>43957</c:v>
                      </c:pt>
                      <c:pt idx="4201">
                        <c:v>43958</c:v>
                      </c:pt>
                      <c:pt idx="4202">
                        <c:v>43959</c:v>
                      </c:pt>
                      <c:pt idx="4203">
                        <c:v>43962</c:v>
                      </c:pt>
                      <c:pt idx="4204">
                        <c:v>43963</c:v>
                      </c:pt>
                      <c:pt idx="4205">
                        <c:v>43964</c:v>
                      </c:pt>
                      <c:pt idx="4206">
                        <c:v>43965</c:v>
                      </c:pt>
                      <c:pt idx="4207">
                        <c:v>43966</c:v>
                      </c:pt>
                      <c:pt idx="4208">
                        <c:v>43969</c:v>
                      </c:pt>
                      <c:pt idx="4209">
                        <c:v>43970</c:v>
                      </c:pt>
                      <c:pt idx="4210">
                        <c:v>43971</c:v>
                      </c:pt>
                      <c:pt idx="4211">
                        <c:v>43972</c:v>
                      </c:pt>
                      <c:pt idx="4212">
                        <c:v>43973</c:v>
                      </c:pt>
                      <c:pt idx="4213">
                        <c:v>43976</c:v>
                      </c:pt>
                      <c:pt idx="4214">
                        <c:v>43977</c:v>
                      </c:pt>
                      <c:pt idx="4215">
                        <c:v>43978</c:v>
                      </c:pt>
                      <c:pt idx="4216">
                        <c:v>43979</c:v>
                      </c:pt>
                      <c:pt idx="4217">
                        <c:v>43980</c:v>
                      </c:pt>
                      <c:pt idx="4218">
                        <c:v>43983</c:v>
                      </c:pt>
                      <c:pt idx="4219">
                        <c:v>43984</c:v>
                      </c:pt>
                      <c:pt idx="4220">
                        <c:v>43985</c:v>
                      </c:pt>
                      <c:pt idx="4221">
                        <c:v>43986</c:v>
                      </c:pt>
                      <c:pt idx="4222">
                        <c:v>43987</c:v>
                      </c:pt>
                      <c:pt idx="4223">
                        <c:v>43990</c:v>
                      </c:pt>
                      <c:pt idx="4224">
                        <c:v>43991</c:v>
                      </c:pt>
                      <c:pt idx="4225">
                        <c:v>43992</c:v>
                      </c:pt>
                      <c:pt idx="4226">
                        <c:v>43993</c:v>
                      </c:pt>
                      <c:pt idx="4227">
                        <c:v>43994</c:v>
                      </c:pt>
                      <c:pt idx="4228">
                        <c:v>43997</c:v>
                      </c:pt>
                      <c:pt idx="4229">
                        <c:v>43998</c:v>
                      </c:pt>
                      <c:pt idx="4230">
                        <c:v>43999</c:v>
                      </c:pt>
                      <c:pt idx="4231">
                        <c:v>44000</c:v>
                      </c:pt>
                      <c:pt idx="4232">
                        <c:v>44001</c:v>
                      </c:pt>
                      <c:pt idx="4233">
                        <c:v>44004</c:v>
                      </c:pt>
                      <c:pt idx="4234">
                        <c:v>44005</c:v>
                      </c:pt>
                      <c:pt idx="4235">
                        <c:v>44006</c:v>
                      </c:pt>
                      <c:pt idx="4236">
                        <c:v>44007</c:v>
                      </c:pt>
                      <c:pt idx="4237">
                        <c:v>44008</c:v>
                      </c:pt>
                      <c:pt idx="4238">
                        <c:v>44011</c:v>
                      </c:pt>
                      <c:pt idx="4239">
                        <c:v>44012</c:v>
                      </c:pt>
                      <c:pt idx="4240">
                        <c:v>44013</c:v>
                      </c:pt>
                      <c:pt idx="4241">
                        <c:v>44014</c:v>
                      </c:pt>
                      <c:pt idx="4242">
                        <c:v>44015</c:v>
                      </c:pt>
                      <c:pt idx="4243">
                        <c:v>44018</c:v>
                      </c:pt>
                      <c:pt idx="4244">
                        <c:v>44019</c:v>
                      </c:pt>
                      <c:pt idx="4245">
                        <c:v>44020</c:v>
                      </c:pt>
                      <c:pt idx="4246">
                        <c:v>44021</c:v>
                      </c:pt>
                      <c:pt idx="4247">
                        <c:v>44022</c:v>
                      </c:pt>
                      <c:pt idx="4248">
                        <c:v>44025</c:v>
                      </c:pt>
                      <c:pt idx="4249">
                        <c:v>44026</c:v>
                      </c:pt>
                      <c:pt idx="4250">
                        <c:v>44027</c:v>
                      </c:pt>
                      <c:pt idx="4251">
                        <c:v>44028</c:v>
                      </c:pt>
                      <c:pt idx="4252">
                        <c:v>44029</c:v>
                      </c:pt>
                      <c:pt idx="4253">
                        <c:v>44032</c:v>
                      </c:pt>
                      <c:pt idx="4254">
                        <c:v>44033</c:v>
                      </c:pt>
                      <c:pt idx="4255">
                        <c:v>44034</c:v>
                      </c:pt>
                      <c:pt idx="4256">
                        <c:v>44035</c:v>
                      </c:pt>
                      <c:pt idx="4257">
                        <c:v>44036</c:v>
                      </c:pt>
                      <c:pt idx="4258">
                        <c:v>44039</c:v>
                      </c:pt>
                      <c:pt idx="4259">
                        <c:v>44040</c:v>
                      </c:pt>
                      <c:pt idx="4260">
                        <c:v>44041</c:v>
                      </c:pt>
                      <c:pt idx="4261">
                        <c:v>44042</c:v>
                      </c:pt>
                      <c:pt idx="4262">
                        <c:v>44043</c:v>
                      </c:pt>
                      <c:pt idx="4263">
                        <c:v>44046</c:v>
                      </c:pt>
                      <c:pt idx="4264">
                        <c:v>44047</c:v>
                      </c:pt>
                      <c:pt idx="4265">
                        <c:v>44048</c:v>
                      </c:pt>
                      <c:pt idx="4266">
                        <c:v>44049</c:v>
                      </c:pt>
                      <c:pt idx="4267">
                        <c:v>44050</c:v>
                      </c:pt>
                      <c:pt idx="4268">
                        <c:v>44053</c:v>
                      </c:pt>
                      <c:pt idx="4269">
                        <c:v>44054</c:v>
                      </c:pt>
                      <c:pt idx="4270">
                        <c:v>44055</c:v>
                      </c:pt>
                      <c:pt idx="4271">
                        <c:v>44056</c:v>
                      </c:pt>
                      <c:pt idx="4272">
                        <c:v>44057</c:v>
                      </c:pt>
                      <c:pt idx="4273">
                        <c:v>44060</c:v>
                      </c:pt>
                      <c:pt idx="4274">
                        <c:v>44061</c:v>
                      </c:pt>
                      <c:pt idx="4275">
                        <c:v>44062</c:v>
                      </c:pt>
                      <c:pt idx="4276">
                        <c:v>44063</c:v>
                      </c:pt>
                      <c:pt idx="4277">
                        <c:v>44064</c:v>
                      </c:pt>
                      <c:pt idx="4278">
                        <c:v>44067</c:v>
                      </c:pt>
                      <c:pt idx="4279">
                        <c:v>44068</c:v>
                      </c:pt>
                      <c:pt idx="4280">
                        <c:v>44069</c:v>
                      </c:pt>
                      <c:pt idx="4281">
                        <c:v>44070</c:v>
                      </c:pt>
                      <c:pt idx="4282">
                        <c:v>44071</c:v>
                      </c:pt>
                      <c:pt idx="4283">
                        <c:v>44074</c:v>
                      </c:pt>
                      <c:pt idx="4284">
                        <c:v>44075</c:v>
                      </c:pt>
                      <c:pt idx="4285">
                        <c:v>44076</c:v>
                      </c:pt>
                      <c:pt idx="4286">
                        <c:v>44077</c:v>
                      </c:pt>
                      <c:pt idx="4287">
                        <c:v>44078</c:v>
                      </c:pt>
                      <c:pt idx="4288">
                        <c:v>44081</c:v>
                      </c:pt>
                      <c:pt idx="4289">
                        <c:v>44082</c:v>
                      </c:pt>
                      <c:pt idx="4290">
                        <c:v>44083</c:v>
                      </c:pt>
                      <c:pt idx="4291">
                        <c:v>44084</c:v>
                      </c:pt>
                      <c:pt idx="4292">
                        <c:v>44085</c:v>
                      </c:pt>
                      <c:pt idx="4293">
                        <c:v>44088</c:v>
                      </c:pt>
                      <c:pt idx="4294">
                        <c:v>44089</c:v>
                      </c:pt>
                      <c:pt idx="4295">
                        <c:v>44090</c:v>
                      </c:pt>
                      <c:pt idx="4296">
                        <c:v>44091</c:v>
                      </c:pt>
                      <c:pt idx="4297">
                        <c:v>44092</c:v>
                      </c:pt>
                      <c:pt idx="4298">
                        <c:v>44095</c:v>
                      </c:pt>
                      <c:pt idx="4299">
                        <c:v>44096</c:v>
                      </c:pt>
                      <c:pt idx="4300">
                        <c:v>44097</c:v>
                      </c:pt>
                      <c:pt idx="4301">
                        <c:v>44098</c:v>
                      </c:pt>
                      <c:pt idx="4302">
                        <c:v>44099</c:v>
                      </c:pt>
                      <c:pt idx="4303">
                        <c:v>44102</c:v>
                      </c:pt>
                      <c:pt idx="4304">
                        <c:v>44103</c:v>
                      </c:pt>
                      <c:pt idx="4305">
                        <c:v>44104</c:v>
                      </c:pt>
                      <c:pt idx="4306">
                        <c:v>44105</c:v>
                      </c:pt>
                      <c:pt idx="4307">
                        <c:v>44106</c:v>
                      </c:pt>
                      <c:pt idx="4308">
                        <c:v>44109</c:v>
                      </c:pt>
                      <c:pt idx="4309">
                        <c:v>44110</c:v>
                      </c:pt>
                      <c:pt idx="4310">
                        <c:v>44111</c:v>
                      </c:pt>
                      <c:pt idx="4311">
                        <c:v>44112</c:v>
                      </c:pt>
                      <c:pt idx="4312">
                        <c:v>44113</c:v>
                      </c:pt>
                      <c:pt idx="4313">
                        <c:v>44116</c:v>
                      </c:pt>
                      <c:pt idx="4314">
                        <c:v>44117</c:v>
                      </c:pt>
                      <c:pt idx="4315">
                        <c:v>44118</c:v>
                      </c:pt>
                      <c:pt idx="4316">
                        <c:v>44119</c:v>
                      </c:pt>
                      <c:pt idx="4317">
                        <c:v>44120</c:v>
                      </c:pt>
                      <c:pt idx="4318">
                        <c:v>44123</c:v>
                      </c:pt>
                      <c:pt idx="4319">
                        <c:v>44124</c:v>
                      </c:pt>
                      <c:pt idx="4320">
                        <c:v>44125</c:v>
                      </c:pt>
                      <c:pt idx="4321">
                        <c:v>44126</c:v>
                      </c:pt>
                      <c:pt idx="4322">
                        <c:v>44127</c:v>
                      </c:pt>
                      <c:pt idx="4323">
                        <c:v>44130</c:v>
                      </c:pt>
                      <c:pt idx="4324">
                        <c:v>44131</c:v>
                      </c:pt>
                      <c:pt idx="4325">
                        <c:v>44132</c:v>
                      </c:pt>
                      <c:pt idx="4326">
                        <c:v>44133</c:v>
                      </c:pt>
                      <c:pt idx="4327">
                        <c:v>44134</c:v>
                      </c:pt>
                      <c:pt idx="4328">
                        <c:v>44137</c:v>
                      </c:pt>
                      <c:pt idx="4329">
                        <c:v>44138</c:v>
                      </c:pt>
                      <c:pt idx="4330">
                        <c:v>44139</c:v>
                      </c:pt>
                      <c:pt idx="4331">
                        <c:v>44140</c:v>
                      </c:pt>
                      <c:pt idx="4332">
                        <c:v>44141</c:v>
                      </c:pt>
                      <c:pt idx="4333">
                        <c:v>44144</c:v>
                      </c:pt>
                      <c:pt idx="4334">
                        <c:v>44145</c:v>
                      </c:pt>
                      <c:pt idx="4335">
                        <c:v>44146</c:v>
                      </c:pt>
                      <c:pt idx="4336">
                        <c:v>44147</c:v>
                      </c:pt>
                      <c:pt idx="4337">
                        <c:v>44148</c:v>
                      </c:pt>
                      <c:pt idx="4338">
                        <c:v>44151</c:v>
                      </c:pt>
                      <c:pt idx="4339">
                        <c:v>44152</c:v>
                      </c:pt>
                      <c:pt idx="4340">
                        <c:v>44153</c:v>
                      </c:pt>
                      <c:pt idx="4341">
                        <c:v>44154</c:v>
                      </c:pt>
                      <c:pt idx="4342">
                        <c:v>44155</c:v>
                      </c:pt>
                      <c:pt idx="4343">
                        <c:v>44158</c:v>
                      </c:pt>
                      <c:pt idx="4344">
                        <c:v>44159</c:v>
                      </c:pt>
                      <c:pt idx="4345">
                        <c:v>44160</c:v>
                      </c:pt>
                      <c:pt idx="4346">
                        <c:v>44161</c:v>
                      </c:pt>
                      <c:pt idx="4347">
                        <c:v>44162</c:v>
                      </c:pt>
                      <c:pt idx="4348">
                        <c:v>44165</c:v>
                      </c:pt>
                      <c:pt idx="4349">
                        <c:v>44166</c:v>
                      </c:pt>
                      <c:pt idx="4350">
                        <c:v>44167</c:v>
                      </c:pt>
                      <c:pt idx="4351">
                        <c:v>44168</c:v>
                      </c:pt>
                      <c:pt idx="4352">
                        <c:v>44169</c:v>
                      </c:pt>
                      <c:pt idx="4353">
                        <c:v>44172</c:v>
                      </c:pt>
                      <c:pt idx="4354">
                        <c:v>44173</c:v>
                      </c:pt>
                      <c:pt idx="4355">
                        <c:v>44174</c:v>
                      </c:pt>
                      <c:pt idx="4356">
                        <c:v>44175</c:v>
                      </c:pt>
                      <c:pt idx="4357">
                        <c:v>44176</c:v>
                      </c:pt>
                      <c:pt idx="4358">
                        <c:v>44179</c:v>
                      </c:pt>
                      <c:pt idx="4359">
                        <c:v>44180</c:v>
                      </c:pt>
                      <c:pt idx="4360">
                        <c:v>44181</c:v>
                      </c:pt>
                      <c:pt idx="4361">
                        <c:v>44182</c:v>
                      </c:pt>
                      <c:pt idx="4362">
                        <c:v>44183</c:v>
                      </c:pt>
                      <c:pt idx="4363">
                        <c:v>44186</c:v>
                      </c:pt>
                      <c:pt idx="4364">
                        <c:v>44187</c:v>
                      </c:pt>
                      <c:pt idx="4365">
                        <c:v>44188</c:v>
                      </c:pt>
                      <c:pt idx="4366">
                        <c:v>44189</c:v>
                      </c:pt>
                      <c:pt idx="4367">
                        <c:v>44190</c:v>
                      </c:pt>
                      <c:pt idx="4368">
                        <c:v>44193</c:v>
                      </c:pt>
                      <c:pt idx="4369">
                        <c:v>44194</c:v>
                      </c:pt>
                      <c:pt idx="4370">
                        <c:v>44195</c:v>
                      </c:pt>
                      <c:pt idx="4371">
                        <c:v>44196</c:v>
                      </c:pt>
                      <c:pt idx="4372">
                        <c:v>44197</c:v>
                      </c:pt>
                      <c:pt idx="4373">
                        <c:v>44200</c:v>
                      </c:pt>
                      <c:pt idx="4374">
                        <c:v>44201</c:v>
                      </c:pt>
                      <c:pt idx="4375">
                        <c:v>44202</c:v>
                      </c:pt>
                      <c:pt idx="4376">
                        <c:v>44203</c:v>
                      </c:pt>
                      <c:pt idx="4377">
                        <c:v>44204</c:v>
                      </c:pt>
                      <c:pt idx="4378">
                        <c:v>44207</c:v>
                      </c:pt>
                      <c:pt idx="4379">
                        <c:v>44208</c:v>
                      </c:pt>
                      <c:pt idx="4380">
                        <c:v>44209</c:v>
                      </c:pt>
                      <c:pt idx="4381">
                        <c:v>44210</c:v>
                      </c:pt>
                      <c:pt idx="4382">
                        <c:v>44211</c:v>
                      </c:pt>
                      <c:pt idx="4383">
                        <c:v>44214</c:v>
                      </c:pt>
                      <c:pt idx="4384">
                        <c:v>44215</c:v>
                      </c:pt>
                      <c:pt idx="4385">
                        <c:v>44216</c:v>
                      </c:pt>
                      <c:pt idx="4386">
                        <c:v>44217</c:v>
                      </c:pt>
                      <c:pt idx="4387">
                        <c:v>44218</c:v>
                      </c:pt>
                      <c:pt idx="4388">
                        <c:v>44221</c:v>
                      </c:pt>
                      <c:pt idx="4389">
                        <c:v>44222</c:v>
                      </c:pt>
                      <c:pt idx="4390">
                        <c:v>44223</c:v>
                      </c:pt>
                      <c:pt idx="4391">
                        <c:v>44224</c:v>
                      </c:pt>
                      <c:pt idx="4392">
                        <c:v>44225</c:v>
                      </c:pt>
                      <c:pt idx="4393">
                        <c:v>44228</c:v>
                      </c:pt>
                      <c:pt idx="4394">
                        <c:v>44229</c:v>
                      </c:pt>
                      <c:pt idx="4395">
                        <c:v>44230</c:v>
                      </c:pt>
                      <c:pt idx="4396">
                        <c:v>44231</c:v>
                      </c:pt>
                      <c:pt idx="4397">
                        <c:v>44232</c:v>
                      </c:pt>
                      <c:pt idx="4398">
                        <c:v>44235</c:v>
                      </c:pt>
                      <c:pt idx="4399">
                        <c:v>44236</c:v>
                      </c:pt>
                      <c:pt idx="4400">
                        <c:v>44237</c:v>
                      </c:pt>
                      <c:pt idx="4401">
                        <c:v>44238</c:v>
                      </c:pt>
                      <c:pt idx="4402">
                        <c:v>44239</c:v>
                      </c:pt>
                      <c:pt idx="4403">
                        <c:v>44242</c:v>
                      </c:pt>
                      <c:pt idx="4404">
                        <c:v>44243</c:v>
                      </c:pt>
                      <c:pt idx="4405">
                        <c:v>44244</c:v>
                      </c:pt>
                      <c:pt idx="4406">
                        <c:v>44245</c:v>
                      </c:pt>
                      <c:pt idx="4407">
                        <c:v>44246</c:v>
                      </c:pt>
                      <c:pt idx="4408">
                        <c:v>44249</c:v>
                      </c:pt>
                      <c:pt idx="4409">
                        <c:v>44250</c:v>
                      </c:pt>
                      <c:pt idx="4410">
                        <c:v>44251</c:v>
                      </c:pt>
                      <c:pt idx="4411">
                        <c:v>44252</c:v>
                      </c:pt>
                      <c:pt idx="4412">
                        <c:v>44253</c:v>
                      </c:pt>
                      <c:pt idx="4413">
                        <c:v>44256</c:v>
                      </c:pt>
                      <c:pt idx="4414">
                        <c:v>44257</c:v>
                      </c:pt>
                      <c:pt idx="4415">
                        <c:v>44258</c:v>
                      </c:pt>
                      <c:pt idx="4416">
                        <c:v>44259</c:v>
                      </c:pt>
                      <c:pt idx="4417">
                        <c:v>44260</c:v>
                      </c:pt>
                      <c:pt idx="4418">
                        <c:v>44263</c:v>
                      </c:pt>
                      <c:pt idx="4419">
                        <c:v>44264</c:v>
                      </c:pt>
                      <c:pt idx="4420">
                        <c:v>44265</c:v>
                      </c:pt>
                      <c:pt idx="4421">
                        <c:v>44266</c:v>
                      </c:pt>
                      <c:pt idx="4422">
                        <c:v>44267</c:v>
                      </c:pt>
                      <c:pt idx="4423">
                        <c:v>44270</c:v>
                      </c:pt>
                      <c:pt idx="4424">
                        <c:v>44271</c:v>
                      </c:pt>
                      <c:pt idx="4425">
                        <c:v>44272</c:v>
                      </c:pt>
                      <c:pt idx="4426">
                        <c:v>44273</c:v>
                      </c:pt>
                      <c:pt idx="4427">
                        <c:v>44274</c:v>
                      </c:pt>
                      <c:pt idx="4428">
                        <c:v>44277</c:v>
                      </c:pt>
                      <c:pt idx="4429">
                        <c:v>44278</c:v>
                      </c:pt>
                      <c:pt idx="4430">
                        <c:v>44279</c:v>
                      </c:pt>
                      <c:pt idx="4431">
                        <c:v>44280</c:v>
                      </c:pt>
                      <c:pt idx="4432">
                        <c:v>44281</c:v>
                      </c:pt>
                      <c:pt idx="4433">
                        <c:v>44284</c:v>
                      </c:pt>
                      <c:pt idx="4434">
                        <c:v>44285</c:v>
                      </c:pt>
                      <c:pt idx="4435">
                        <c:v>44286</c:v>
                      </c:pt>
                      <c:pt idx="4436">
                        <c:v>44287</c:v>
                      </c:pt>
                      <c:pt idx="4437">
                        <c:v>44288</c:v>
                      </c:pt>
                      <c:pt idx="4438">
                        <c:v>44291</c:v>
                      </c:pt>
                      <c:pt idx="4439">
                        <c:v>44292</c:v>
                      </c:pt>
                      <c:pt idx="4440">
                        <c:v>44293</c:v>
                      </c:pt>
                      <c:pt idx="4441">
                        <c:v>44294</c:v>
                      </c:pt>
                      <c:pt idx="4442">
                        <c:v>44295</c:v>
                      </c:pt>
                      <c:pt idx="4443">
                        <c:v>44298</c:v>
                      </c:pt>
                      <c:pt idx="4444">
                        <c:v>44299</c:v>
                      </c:pt>
                      <c:pt idx="4445">
                        <c:v>44300</c:v>
                      </c:pt>
                      <c:pt idx="4446">
                        <c:v>44301</c:v>
                      </c:pt>
                      <c:pt idx="4447">
                        <c:v>44302</c:v>
                      </c:pt>
                      <c:pt idx="4448">
                        <c:v>44305</c:v>
                      </c:pt>
                      <c:pt idx="4449">
                        <c:v>44306</c:v>
                      </c:pt>
                      <c:pt idx="4450">
                        <c:v>44307</c:v>
                      </c:pt>
                      <c:pt idx="4451">
                        <c:v>44308</c:v>
                      </c:pt>
                      <c:pt idx="4452">
                        <c:v>44309</c:v>
                      </c:pt>
                      <c:pt idx="4453">
                        <c:v>44312</c:v>
                      </c:pt>
                      <c:pt idx="4454">
                        <c:v>44313</c:v>
                      </c:pt>
                      <c:pt idx="4455">
                        <c:v>44314</c:v>
                      </c:pt>
                      <c:pt idx="4456">
                        <c:v>44315</c:v>
                      </c:pt>
                      <c:pt idx="4457">
                        <c:v>44316</c:v>
                      </c:pt>
                      <c:pt idx="4458">
                        <c:v>44319</c:v>
                      </c:pt>
                      <c:pt idx="4459">
                        <c:v>44320</c:v>
                      </c:pt>
                      <c:pt idx="4460">
                        <c:v>44321</c:v>
                      </c:pt>
                      <c:pt idx="4461">
                        <c:v>44322</c:v>
                      </c:pt>
                      <c:pt idx="4462">
                        <c:v>44323</c:v>
                      </c:pt>
                      <c:pt idx="4463">
                        <c:v>44326</c:v>
                      </c:pt>
                      <c:pt idx="4464">
                        <c:v>44327</c:v>
                      </c:pt>
                      <c:pt idx="4465">
                        <c:v>44328</c:v>
                      </c:pt>
                      <c:pt idx="4466">
                        <c:v>44329</c:v>
                      </c:pt>
                      <c:pt idx="4467">
                        <c:v>44330</c:v>
                      </c:pt>
                      <c:pt idx="4468">
                        <c:v>44333</c:v>
                      </c:pt>
                      <c:pt idx="4469">
                        <c:v>44334</c:v>
                      </c:pt>
                      <c:pt idx="4470">
                        <c:v>44335</c:v>
                      </c:pt>
                      <c:pt idx="4471">
                        <c:v>44336</c:v>
                      </c:pt>
                      <c:pt idx="4472">
                        <c:v>44337</c:v>
                      </c:pt>
                      <c:pt idx="4473">
                        <c:v>44340</c:v>
                      </c:pt>
                      <c:pt idx="4474">
                        <c:v>44341</c:v>
                      </c:pt>
                      <c:pt idx="4475">
                        <c:v>44342</c:v>
                      </c:pt>
                      <c:pt idx="4476">
                        <c:v>44343</c:v>
                      </c:pt>
                      <c:pt idx="4477">
                        <c:v>44344</c:v>
                      </c:pt>
                      <c:pt idx="4478">
                        <c:v>44347</c:v>
                      </c:pt>
                      <c:pt idx="4479">
                        <c:v>44348</c:v>
                      </c:pt>
                      <c:pt idx="4480">
                        <c:v>44349</c:v>
                      </c:pt>
                      <c:pt idx="4481">
                        <c:v>44350</c:v>
                      </c:pt>
                      <c:pt idx="4482">
                        <c:v>44351</c:v>
                      </c:pt>
                      <c:pt idx="4483">
                        <c:v>44354</c:v>
                      </c:pt>
                      <c:pt idx="4484">
                        <c:v>44355</c:v>
                      </c:pt>
                      <c:pt idx="4485">
                        <c:v>44356</c:v>
                      </c:pt>
                      <c:pt idx="4486">
                        <c:v>44357</c:v>
                      </c:pt>
                      <c:pt idx="4487">
                        <c:v>44358</c:v>
                      </c:pt>
                      <c:pt idx="4488">
                        <c:v>44361</c:v>
                      </c:pt>
                      <c:pt idx="4489">
                        <c:v>44362</c:v>
                      </c:pt>
                      <c:pt idx="4490">
                        <c:v>44363</c:v>
                      </c:pt>
                      <c:pt idx="4491">
                        <c:v>44364</c:v>
                      </c:pt>
                      <c:pt idx="4492">
                        <c:v>44365</c:v>
                      </c:pt>
                      <c:pt idx="4493">
                        <c:v>44368</c:v>
                      </c:pt>
                      <c:pt idx="4494">
                        <c:v>44369</c:v>
                      </c:pt>
                      <c:pt idx="4495">
                        <c:v>44370</c:v>
                      </c:pt>
                      <c:pt idx="4496">
                        <c:v>44371</c:v>
                      </c:pt>
                      <c:pt idx="4497">
                        <c:v>44372</c:v>
                      </c:pt>
                      <c:pt idx="4498">
                        <c:v>44375</c:v>
                      </c:pt>
                      <c:pt idx="4499">
                        <c:v>44376</c:v>
                      </c:pt>
                      <c:pt idx="4500">
                        <c:v>44377</c:v>
                      </c:pt>
                      <c:pt idx="4501">
                        <c:v>44378</c:v>
                      </c:pt>
                      <c:pt idx="4502">
                        <c:v>44379</c:v>
                      </c:pt>
                      <c:pt idx="4503">
                        <c:v>44382</c:v>
                      </c:pt>
                      <c:pt idx="4504">
                        <c:v>44383</c:v>
                      </c:pt>
                      <c:pt idx="4505">
                        <c:v>44384</c:v>
                      </c:pt>
                      <c:pt idx="4506">
                        <c:v>44385</c:v>
                      </c:pt>
                      <c:pt idx="4507">
                        <c:v>44386</c:v>
                      </c:pt>
                      <c:pt idx="4508">
                        <c:v>44389</c:v>
                      </c:pt>
                      <c:pt idx="4509">
                        <c:v>44390</c:v>
                      </c:pt>
                      <c:pt idx="4510">
                        <c:v>44391</c:v>
                      </c:pt>
                      <c:pt idx="4511">
                        <c:v>44392</c:v>
                      </c:pt>
                      <c:pt idx="4512">
                        <c:v>44393</c:v>
                      </c:pt>
                      <c:pt idx="4513">
                        <c:v>44396</c:v>
                      </c:pt>
                      <c:pt idx="4514">
                        <c:v>44397</c:v>
                      </c:pt>
                      <c:pt idx="4515">
                        <c:v>44398</c:v>
                      </c:pt>
                      <c:pt idx="4516">
                        <c:v>44399</c:v>
                      </c:pt>
                      <c:pt idx="4517">
                        <c:v>44400</c:v>
                      </c:pt>
                      <c:pt idx="4518">
                        <c:v>44403</c:v>
                      </c:pt>
                      <c:pt idx="4519">
                        <c:v>44404</c:v>
                      </c:pt>
                      <c:pt idx="4520">
                        <c:v>44405</c:v>
                      </c:pt>
                      <c:pt idx="4521">
                        <c:v>44406</c:v>
                      </c:pt>
                      <c:pt idx="4522">
                        <c:v>44407</c:v>
                      </c:pt>
                      <c:pt idx="4523">
                        <c:v>44410</c:v>
                      </c:pt>
                      <c:pt idx="4524">
                        <c:v>44411</c:v>
                      </c:pt>
                      <c:pt idx="4525">
                        <c:v>44412</c:v>
                      </c:pt>
                      <c:pt idx="4526">
                        <c:v>44413</c:v>
                      </c:pt>
                      <c:pt idx="4527">
                        <c:v>44414</c:v>
                      </c:pt>
                      <c:pt idx="4528">
                        <c:v>44417</c:v>
                      </c:pt>
                      <c:pt idx="4529">
                        <c:v>44418</c:v>
                      </c:pt>
                      <c:pt idx="4530">
                        <c:v>44419</c:v>
                      </c:pt>
                      <c:pt idx="4531">
                        <c:v>44420</c:v>
                      </c:pt>
                      <c:pt idx="4532">
                        <c:v>44421</c:v>
                      </c:pt>
                      <c:pt idx="4533">
                        <c:v>44424</c:v>
                      </c:pt>
                      <c:pt idx="4534">
                        <c:v>44425</c:v>
                      </c:pt>
                      <c:pt idx="4535">
                        <c:v>44426</c:v>
                      </c:pt>
                      <c:pt idx="4536">
                        <c:v>44427</c:v>
                      </c:pt>
                      <c:pt idx="4537">
                        <c:v>44428</c:v>
                      </c:pt>
                      <c:pt idx="4538">
                        <c:v>44431</c:v>
                      </c:pt>
                      <c:pt idx="4539">
                        <c:v>44432</c:v>
                      </c:pt>
                      <c:pt idx="4540">
                        <c:v>44433</c:v>
                      </c:pt>
                      <c:pt idx="4541">
                        <c:v>44434</c:v>
                      </c:pt>
                      <c:pt idx="4542">
                        <c:v>44435</c:v>
                      </c:pt>
                      <c:pt idx="4543">
                        <c:v>44438</c:v>
                      </c:pt>
                      <c:pt idx="4544">
                        <c:v>44439</c:v>
                      </c:pt>
                      <c:pt idx="4545">
                        <c:v>44440</c:v>
                      </c:pt>
                      <c:pt idx="4546">
                        <c:v>44441</c:v>
                      </c:pt>
                      <c:pt idx="4547">
                        <c:v>44442</c:v>
                      </c:pt>
                      <c:pt idx="4548">
                        <c:v>44445</c:v>
                      </c:pt>
                      <c:pt idx="4549">
                        <c:v>44446</c:v>
                      </c:pt>
                      <c:pt idx="4550">
                        <c:v>44447</c:v>
                      </c:pt>
                      <c:pt idx="4551">
                        <c:v>44448</c:v>
                      </c:pt>
                      <c:pt idx="4552">
                        <c:v>44449</c:v>
                      </c:pt>
                      <c:pt idx="4553">
                        <c:v>44452</c:v>
                      </c:pt>
                      <c:pt idx="4554">
                        <c:v>44453</c:v>
                      </c:pt>
                      <c:pt idx="4555">
                        <c:v>44454</c:v>
                      </c:pt>
                      <c:pt idx="4556">
                        <c:v>44455</c:v>
                      </c:pt>
                      <c:pt idx="4557">
                        <c:v>44456</c:v>
                      </c:pt>
                      <c:pt idx="4558">
                        <c:v>44459</c:v>
                      </c:pt>
                      <c:pt idx="4559">
                        <c:v>44460</c:v>
                      </c:pt>
                      <c:pt idx="4560">
                        <c:v>44461</c:v>
                      </c:pt>
                      <c:pt idx="4561">
                        <c:v>44462</c:v>
                      </c:pt>
                      <c:pt idx="4562">
                        <c:v>44463</c:v>
                      </c:pt>
                      <c:pt idx="4563">
                        <c:v>44466</c:v>
                      </c:pt>
                      <c:pt idx="4564">
                        <c:v>44467</c:v>
                      </c:pt>
                      <c:pt idx="4565">
                        <c:v>44468</c:v>
                      </c:pt>
                      <c:pt idx="4566">
                        <c:v>44469</c:v>
                      </c:pt>
                      <c:pt idx="4567">
                        <c:v>44470</c:v>
                      </c:pt>
                      <c:pt idx="4568">
                        <c:v>44473</c:v>
                      </c:pt>
                      <c:pt idx="4569">
                        <c:v>44474</c:v>
                      </c:pt>
                      <c:pt idx="4570">
                        <c:v>44475</c:v>
                      </c:pt>
                      <c:pt idx="4571">
                        <c:v>44476</c:v>
                      </c:pt>
                      <c:pt idx="4572">
                        <c:v>44477</c:v>
                      </c:pt>
                      <c:pt idx="4573">
                        <c:v>44480</c:v>
                      </c:pt>
                      <c:pt idx="4574">
                        <c:v>44481</c:v>
                      </c:pt>
                      <c:pt idx="4575">
                        <c:v>44482</c:v>
                      </c:pt>
                      <c:pt idx="4576">
                        <c:v>44483</c:v>
                      </c:pt>
                      <c:pt idx="4577">
                        <c:v>44484</c:v>
                      </c:pt>
                      <c:pt idx="4578">
                        <c:v>44487</c:v>
                      </c:pt>
                      <c:pt idx="4579">
                        <c:v>44488</c:v>
                      </c:pt>
                      <c:pt idx="4580">
                        <c:v>44489</c:v>
                      </c:pt>
                      <c:pt idx="4581">
                        <c:v>44490</c:v>
                      </c:pt>
                      <c:pt idx="4582">
                        <c:v>44491</c:v>
                      </c:pt>
                      <c:pt idx="4583">
                        <c:v>44494</c:v>
                      </c:pt>
                      <c:pt idx="4584">
                        <c:v>44495</c:v>
                      </c:pt>
                      <c:pt idx="4585">
                        <c:v>44496</c:v>
                      </c:pt>
                      <c:pt idx="4586">
                        <c:v>44497</c:v>
                      </c:pt>
                      <c:pt idx="4587">
                        <c:v>44498</c:v>
                      </c:pt>
                      <c:pt idx="4588">
                        <c:v>44501</c:v>
                      </c:pt>
                      <c:pt idx="4589">
                        <c:v>44502</c:v>
                      </c:pt>
                      <c:pt idx="4590">
                        <c:v>44503</c:v>
                      </c:pt>
                      <c:pt idx="4591">
                        <c:v>44504</c:v>
                      </c:pt>
                      <c:pt idx="4592">
                        <c:v>44505</c:v>
                      </c:pt>
                      <c:pt idx="4593">
                        <c:v>44508</c:v>
                      </c:pt>
                      <c:pt idx="4594">
                        <c:v>44509</c:v>
                      </c:pt>
                      <c:pt idx="4595">
                        <c:v>44510</c:v>
                      </c:pt>
                      <c:pt idx="4596">
                        <c:v>44511</c:v>
                      </c:pt>
                      <c:pt idx="4597">
                        <c:v>44512</c:v>
                      </c:pt>
                      <c:pt idx="4598">
                        <c:v>44515</c:v>
                      </c:pt>
                      <c:pt idx="4599">
                        <c:v>44516</c:v>
                      </c:pt>
                      <c:pt idx="4600">
                        <c:v>44517</c:v>
                      </c:pt>
                      <c:pt idx="4601">
                        <c:v>44518</c:v>
                      </c:pt>
                      <c:pt idx="4602">
                        <c:v>44519</c:v>
                      </c:pt>
                      <c:pt idx="4603">
                        <c:v>44522</c:v>
                      </c:pt>
                      <c:pt idx="4604">
                        <c:v>44523</c:v>
                      </c:pt>
                      <c:pt idx="4605">
                        <c:v>44524</c:v>
                      </c:pt>
                      <c:pt idx="4606">
                        <c:v>44525</c:v>
                      </c:pt>
                      <c:pt idx="4607">
                        <c:v>44526</c:v>
                      </c:pt>
                      <c:pt idx="4608">
                        <c:v>44529</c:v>
                      </c:pt>
                      <c:pt idx="4609">
                        <c:v>44530</c:v>
                      </c:pt>
                      <c:pt idx="4610">
                        <c:v>44531</c:v>
                      </c:pt>
                      <c:pt idx="4611">
                        <c:v>44532</c:v>
                      </c:pt>
                      <c:pt idx="4612">
                        <c:v>44533</c:v>
                      </c:pt>
                      <c:pt idx="4613">
                        <c:v>44536</c:v>
                      </c:pt>
                      <c:pt idx="4614">
                        <c:v>44537</c:v>
                      </c:pt>
                      <c:pt idx="4615">
                        <c:v>44538</c:v>
                      </c:pt>
                      <c:pt idx="4616">
                        <c:v>44539</c:v>
                      </c:pt>
                      <c:pt idx="4617">
                        <c:v>44540</c:v>
                      </c:pt>
                      <c:pt idx="4618">
                        <c:v>44543</c:v>
                      </c:pt>
                      <c:pt idx="4619">
                        <c:v>44544</c:v>
                      </c:pt>
                      <c:pt idx="4620">
                        <c:v>44545</c:v>
                      </c:pt>
                      <c:pt idx="4621">
                        <c:v>44546</c:v>
                      </c:pt>
                      <c:pt idx="4622">
                        <c:v>44547</c:v>
                      </c:pt>
                      <c:pt idx="4623">
                        <c:v>44550</c:v>
                      </c:pt>
                      <c:pt idx="4624">
                        <c:v>44551</c:v>
                      </c:pt>
                      <c:pt idx="4625">
                        <c:v>44552</c:v>
                      </c:pt>
                      <c:pt idx="4626">
                        <c:v>44553</c:v>
                      </c:pt>
                      <c:pt idx="4627">
                        <c:v>44554</c:v>
                      </c:pt>
                      <c:pt idx="4628">
                        <c:v>44557</c:v>
                      </c:pt>
                      <c:pt idx="4629">
                        <c:v>44558</c:v>
                      </c:pt>
                      <c:pt idx="4630">
                        <c:v>44559</c:v>
                      </c:pt>
                      <c:pt idx="4631">
                        <c:v>44560</c:v>
                      </c:pt>
                      <c:pt idx="4632">
                        <c:v>44561</c:v>
                      </c:pt>
                      <c:pt idx="4633">
                        <c:v>44564</c:v>
                      </c:pt>
                      <c:pt idx="4634">
                        <c:v>44565</c:v>
                      </c:pt>
                      <c:pt idx="4635">
                        <c:v>44566</c:v>
                      </c:pt>
                      <c:pt idx="4636">
                        <c:v>44567</c:v>
                      </c:pt>
                      <c:pt idx="4637">
                        <c:v>44568</c:v>
                      </c:pt>
                      <c:pt idx="4638">
                        <c:v>44571</c:v>
                      </c:pt>
                      <c:pt idx="4639">
                        <c:v>44572</c:v>
                      </c:pt>
                      <c:pt idx="4640">
                        <c:v>44573</c:v>
                      </c:pt>
                      <c:pt idx="4641">
                        <c:v>44574</c:v>
                      </c:pt>
                      <c:pt idx="4642">
                        <c:v>44575</c:v>
                      </c:pt>
                      <c:pt idx="4643">
                        <c:v>44578</c:v>
                      </c:pt>
                      <c:pt idx="4644">
                        <c:v>44579</c:v>
                      </c:pt>
                      <c:pt idx="4645">
                        <c:v>44580</c:v>
                      </c:pt>
                      <c:pt idx="4646">
                        <c:v>44581</c:v>
                      </c:pt>
                      <c:pt idx="4647">
                        <c:v>44582</c:v>
                      </c:pt>
                      <c:pt idx="4648">
                        <c:v>44585</c:v>
                      </c:pt>
                      <c:pt idx="4649">
                        <c:v>44586</c:v>
                      </c:pt>
                      <c:pt idx="4650">
                        <c:v>44587</c:v>
                      </c:pt>
                      <c:pt idx="4651">
                        <c:v>44588</c:v>
                      </c:pt>
                      <c:pt idx="4652">
                        <c:v>44589</c:v>
                      </c:pt>
                      <c:pt idx="4653">
                        <c:v>44592</c:v>
                      </c:pt>
                      <c:pt idx="4654">
                        <c:v>44593</c:v>
                      </c:pt>
                      <c:pt idx="4655">
                        <c:v>44594</c:v>
                      </c:pt>
                      <c:pt idx="4656">
                        <c:v>44595</c:v>
                      </c:pt>
                      <c:pt idx="4657">
                        <c:v>44596</c:v>
                      </c:pt>
                      <c:pt idx="4658">
                        <c:v>44599</c:v>
                      </c:pt>
                      <c:pt idx="4659">
                        <c:v>44600</c:v>
                      </c:pt>
                      <c:pt idx="4660">
                        <c:v>44601</c:v>
                      </c:pt>
                      <c:pt idx="4661">
                        <c:v>44602</c:v>
                      </c:pt>
                      <c:pt idx="4662">
                        <c:v>44603</c:v>
                      </c:pt>
                      <c:pt idx="4663">
                        <c:v>44606</c:v>
                      </c:pt>
                      <c:pt idx="4664">
                        <c:v>44607</c:v>
                      </c:pt>
                      <c:pt idx="4665">
                        <c:v>44608</c:v>
                      </c:pt>
                      <c:pt idx="4666">
                        <c:v>44609</c:v>
                      </c:pt>
                      <c:pt idx="4667">
                        <c:v>44610</c:v>
                      </c:pt>
                      <c:pt idx="4668">
                        <c:v>44613</c:v>
                      </c:pt>
                      <c:pt idx="4669">
                        <c:v>44614</c:v>
                      </c:pt>
                      <c:pt idx="4670">
                        <c:v>44615</c:v>
                      </c:pt>
                      <c:pt idx="4671">
                        <c:v>44616</c:v>
                      </c:pt>
                      <c:pt idx="4672">
                        <c:v>44617</c:v>
                      </c:pt>
                      <c:pt idx="4673">
                        <c:v>44620</c:v>
                      </c:pt>
                      <c:pt idx="4674">
                        <c:v>44621</c:v>
                      </c:pt>
                      <c:pt idx="4675">
                        <c:v>44622</c:v>
                      </c:pt>
                      <c:pt idx="4676">
                        <c:v>44623</c:v>
                      </c:pt>
                      <c:pt idx="4677">
                        <c:v>44624</c:v>
                      </c:pt>
                      <c:pt idx="4678">
                        <c:v>44627</c:v>
                      </c:pt>
                      <c:pt idx="4679">
                        <c:v>44628</c:v>
                      </c:pt>
                      <c:pt idx="4680">
                        <c:v>44629</c:v>
                      </c:pt>
                      <c:pt idx="4681">
                        <c:v>44630</c:v>
                      </c:pt>
                      <c:pt idx="4682">
                        <c:v>44631</c:v>
                      </c:pt>
                      <c:pt idx="4683">
                        <c:v>44634</c:v>
                      </c:pt>
                      <c:pt idx="4684">
                        <c:v>44635</c:v>
                      </c:pt>
                      <c:pt idx="4685">
                        <c:v>44636</c:v>
                      </c:pt>
                      <c:pt idx="4686">
                        <c:v>44637</c:v>
                      </c:pt>
                      <c:pt idx="4687">
                        <c:v>44638</c:v>
                      </c:pt>
                      <c:pt idx="4688">
                        <c:v>44641</c:v>
                      </c:pt>
                      <c:pt idx="4689">
                        <c:v>44642</c:v>
                      </c:pt>
                      <c:pt idx="4690">
                        <c:v>44643</c:v>
                      </c:pt>
                      <c:pt idx="4691">
                        <c:v>44644</c:v>
                      </c:pt>
                      <c:pt idx="4692">
                        <c:v>44645</c:v>
                      </c:pt>
                      <c:pt idx="4693">
                        <c:v>44648</c:v>
                      </c:pt>
                      <c:pt idx="4694">
                        <c:v>44649</c:v>
                      </c:pt>
                      <c:pt idx="4695">
                        <c:v>44650</c:v>
                      </c:pt>
                      <c:pt idx="4696">
                        <c:v>44651</c:v>
                      </c:pt>
                      <c:pt idx="4697">
                        <c:v>44652</c:v>
                      </c:pt>
                      <c:pt idx="4698">
                        <c:v>44655</c:v>
                      </c:pt>
                      <c:pt idx="4699">
                        <c:v>44656</c:v>
                      </c:pt>
                      <c:pt idx="4700">
                        <c:v>44657</c:v>
                      </c:pt>
                      <c:pt idx="4701">
                        <c:v>44658</c:v>
                      </c:pt>
                      <c:pt idx="4702">
                        <c:v>44659</c:v>
                      </c:pt>
                      <c:pt idx="4703">
                        <c:v>44662</c:v>
                      </c:pt>
                      <c:pt idx="4704">
                        <c:v>44663</c:v>
                      </c:pt>
                      <c:pt idx="4705">
                        <c:v>44664</c:v>
                      </c:pt>
                      <c:pt idx="4706">
                        <c:v>44665</c:v>
                      </c:pt>
                      <c:pt idx="4707">
                        <c:v>44666</c:v>
                      </c:pt>
                      <c:pt idx="4708">
                        <c:v>44669</c:v>
                      </c:pt>
                      <c:pt idx="4709">
                        <c:v>44670</c:v>
                      </c:pt>
                      <c:pt idx="4710">
                        <c:v>44671</c:v>
                      </c:pt>
                      <c:pt idx="4711">
                        <c:v>44672</c:v>
                      </c:pt>
                      <c:pt idx="4712">
                        <c:v>44673</c:v>
                      </c:pt>
                      <c:pt idx="4713">
                        <c:v>44676</c:v>
                      </c:pt>
                      <c:pt idx="4714">
                        <c:v>44677</c:v>
                      </c:pt>
                      <c:pt idx="4715">
                        <c:v>44678</c:v>
                      </c:pt>
                      <c:pt idx="4716">
                        <c:v>44679</c:v>
                      </c:pt>
                      <c:pt idx="4717">
                        <c:v>44680</c:v>
                      </c:pt>
                      <c:pt idx="4718">
                        <c:v>44683</c:v>
                      </c:pt>
                      <c:pt idx="4719">
                        <c:v>44684</c:v>
                      </c:pt>
                      <c:pt idx="4720">
                        <c:v>44685</c:v>
                      </c:pt>
                      <c:pt idx="4721">
                        <c:v>44686</c:v>
                      </c:pt>
                      <c:pt idx="4722">
                        <c:v>44687</c:v>
                      </c:pt>
                      <c:pt idx="4723">
                        <c:v>44690</c:v>
                      </c:pt>
                      <c:pt idx="4724">
                        <c:v>44691</c:v>
                      </c:pt>
                      <c:pt idx="4725">
                        <c:v>44692</c:v>
                      </c:pt>
                      <c:pt idx="4726">
                        <c:v>44693</c:v>
                      </c:pt>
                      <c:pt idx="4727">
                        <c:v>44694</c:v>
                      </c:pt>
                      <c:pt idx="4728">
                        <c:v>44697</c:v>
                      </c:pt>
                      <c:pt idx="4729">
                        <c:v>44698</c:v>
                      </c:pt>
                      <c:pt idx="4730">
                        <c:v>44699</c:v>
                      </c:pt>
                      <c:pt idx="4731">
                        <c:v>44700</c:v>
                      </c:pt>
                      <c:pt idx="4732">
                        <c:v>44701</c:v>
                      </c:pt>
                      <c:pt idx="4733">
                        <c:v>44704</c:v>
                      </c:pt>
                      <c:pt idx="4734">
                        <c:v>44705</c:v>
                      </c:pt>
                      <c:pt idx="4735">
                        <c:v>44706</c:v>
                      </c:pt>
                      <c:pt idx="4736">
                        <c:v>44707</c:v>
                      </c:pt>
                      <c:pt idx="4737">
                        <c:v>44708</c:v>
                      </c:pt>
                      <c:pt idx="4738">
                        <c:v>44711</c:v>
                      </c:pt>
                      <c:pt idx="4739">
                        <c:v>44712</c:v>
                      </c:pt>
                      <c:pt idx="4740">
                        <c:v>44713</c:v>
                      </c:pt>
                      <c:pt idx="4741">
                        <c:v>44714</c:v>
                      </c:pt>
                      <c:pt idx="4742">
                        <c:v>44715</c:v>
                      </c:pt>
                      <c:pt idx="4743">
                        <c:v>44718</c:v>
                      </c:pt>
                      <c:pt idx="4744">
                        <c:v>44719</c:v>
                      </c:pt>
                      <c:pt idx="4745">
                        <c:v>44720</c:v>
                      </c:pt>
                      <c:pt idx="4746">
                        <c:v>44721</c:v>
                      </c:pt>
                      <c:pt idx="4747">
                        <c:v>44722</c:v>
                      </c:pt>
                      <c:pt idx="4748">
                        <c:v>44725</c:v>
                      </c:pt>
                      <c:pt idx="4749">
                        <c:v>44726</c:v>
                      </c:pt>
                      <c:pt idx="4750">
                        <c:v>44727</c:v>
                      </c:pt>
                      <c:pt idx="4751">
                        <c:v>44728</c:v>
                      </c:pt>
                      <c:pt idx="4752">
                        <c:v>44729</c:v>
                      </c:pt>
                      <c:pt idx="4753">
                        <c:v>44732</c:v>
                      </c:pt>
                      <c:pt idx="4754">
                        <c:v>44733</c:v>
                      </c:pt>
                      <c:pt idx="4755">
                        <c:v>44734</c:v>
                      </c:pt>
                      <c:pt idx="4756">
                        <c:v>44735</c:v>
                      </c:pt>
                      <c:pt idx="4757">
                        <c:v>44736</c:v>
                      </c:pt>
                      <c:pt idx="4758">
                        <c:v>44739</c:v>
                      </c:pt>
                      <c:pt idx="4759">
                        <c:v>44740</c:v>
                      </c:pt>
                      <c:pt idx="4760">
                        <c:v>44741</c:v>
                      </c:pt>
                      <c:pt idx="4761">
                        <c:v>44742</c:v>
                      </c:pt>
                      <c:pt idx="4762">
                        <c:v>44743</c:v>
                      </c:pt>
                      <c:pt idx="4763">
                        <c:v>44747</c:v>
                      </c:pt>
                      <c:pt idx="4764">
                        <c:v>44748</c:v>
                      </c:pt>
                      <c:pt idx="4765">
                        <c:v>44749</c:v>
                      </c:pt>
                      <c:pt idx="4766">
                        <c:v>44750</c:v>
                      </c:pt>
                      <c:pt idx="4767">
                        <c:v>44753</c:v>
                      </c:pt>
                      <c:pt idx="4768">
                        <c:v>44754</c:v>
                      </c:pt>
                      <c:pt idx="4769">
                        <c:v>44755</c:v>
                      </c:pt>
                      <c:pt idx="4770">
                        <c:v>44756</c:v>
                      </c:pt>
                      <c:pt idx="4771">
                        <c:v>44757</c:v>
                      </c:pt>
                      <c:pt idx="4772">
                        <c:v>44760</c:v>
                      </c:pt>
                      <c:pt idx="4773">
                        <c:v>44761</c:v>
                      </c:pt>
                      <c:pt idx="4774">
                        <c:v>44762</c:v>
                      </c:pt>
                      <c:pt idx="4775">
                        <c:v>44763</c:v>
                      </c:pt>
                      <c:pt idx="4776">
                        <c:v>44764</c:v>
                      </c:pt>
                      <c:pt idx="4777">
                        <c:v>44767</c:v>
                      </c:pt>
                      <c:pt idx="4778">
                        <c:v>44768</c:v>
                      </c:pt>
                      <c:pt idx="4779">
                        <c:v>44769</c:v>
                      </c:pt>
                      <c:pt idx="4780">
                        <c:v>44770</c:v>
                      </c:pt>
                      <c:pt idx="4781">
                        <c:v>44771</c:v>
                      </c:pt>
                      <c:pt idx="4782">
                        <c:v>44774</c:v>
                      </c:pt>
                      <c:pt idx="4783">
                        <c:v>44775</c:v>
                      </c:pt>
                      <c:pt idx="4784">
                        <c:v>44776</c:v>
                      </c:pt>
                      <c:pt idx="4785">
                        <c:v>44777</c:v>
                      </c:pt>
                      <c:pt idx="4786">
                        <c:v>44778</c:v>
                      </c:pt>
                      <c:pt idx="4787">
                        <c:v>44781</c:v>
                      </c:pt>
                      <c:pt idx="4788">
                        <c:v>44782</c:v>
                      </c:pt>
                      <c:pt idx="4789">
                        <c:v>44783</c:v>
                      </c:pt>
                      <c:pt idx="4790">
                        <c:v>44784</c:v>
                      </c:pt>
                      <c:pt idx="4791">
                        <c:v>44785</c:v>
                      </c:pt>
                      <c:pt idx="4792">
                        <c:v>44788</c:v>
                      </c:pt>
                      <c:pt idx="4793">
                        <c:v>44789</c:v>
                      </c:pt>
                      <c:pt idx="4794">
                        <c:v>44790</c:v>
                      </c:pt>
                      <c:pt idx="4795">
                        <c:v>44791</c:v>
                      </c:pt>
                      <c:pt idx="4796">
                        <c:v>44792</c:v>
                      </c:pt>
                      <c:pt idx="4797">
                        <c:v>44795</c:v>
                      </c:pt>
                      <c:pt idx="4798">
                        <c:v>44796</c:v>
                      </c:pt>
                      <c:pt idx="4799">
                        <c:v>44797</c:v>
                      </c:pt>
                      <c:pt idx="4800">
                        <c:v>44798</c:v>
                      </c:pt>
                      <c:pt idx="4801">
                        <c:v>44799</c:v>
                      </c:pt>
                      <c:pt idx="4802">
                        <c:v>44802</c:v>
                      </c:pt>
                      <c:pt idx="4803">
                        <c:v>44803</c:v>
                      </c:pt>
                      <c:pt idx="4804">
                        <c:v>44804</c:v>
                      </c:pt>
                      <c:pt idx="4805">
                        <c:v>44805</c:v>
                      </c:pt>
                      <c:pt idx="4806">
                        <c:v>44806</c:v>
                      </c:pt>
                      <c:pt idx="4807">
                        <c:v>44809</c:v>
                      </c:pt>
                      <c:pt idx="4808">
                        <c:v>44810</c:v>
                      </c:pt>
                      <c:pt idx="4809">
                        <c:v>44811</c:v>
                      </c:pt>
                      <c:pt idx="4810">
                        <c:v>44812</c:v>
                      </c:pt>
                      <c:pt idx="4811">
                        <c:v>44813</c:v>
                      </c:pt>
                      <c:pt idx="4812">
                        <c:v>44816</c:v>
                      </c:pt>
                      <c:pt idx="4813">
                        <c:v>44817</c:v>
                      </c:pt>
                      <c:pt idx="4814">
                        <c:v>44818</c:v>
                      </c:pt>
                      <c:pt idx="4815">
                        <c:v>44819</c:v>
                      </c:pt>
                      <c:pt idx="4816">
                        <c:v>44820</c:v>
                      </c:pt>
                      <c:pt idx="4817">
                        <c:v>44823</c:v>
                      </c:pt>
                      <c:pt idx="4818">
                        <c:v>44824</c:v>
                      </c:pt>
                      <c:pt idx="4819">
                        <c:v>44825</c:v>
                      </c:pt>
                      <c:pt idx="4820">
                        <c:v>44826</c:v>
                      </c:pt>
                      <c:pt idx="4821">
                        <c:v>44827</c:v>
                      </c:pt>
                      <c:pt idx="4822">
                        <c:v>44830</c:v>
                      </c:pt>
                      <c:pt idx="4823">
                        <c:v>44831</c:v>
                      </c:pt>
                      <c:pt idx="4824">
                        <c:v>44832</c:v>
                      </c:pt>
                      <c:pt idx="4825">
                        <c:v>44833</c:v>
                      </c:pt>
                      <c:pt idx="4826">
                        <c:v>44834</c:v>
                      </c:pt>
                      <c:pt idx="4827">
                        <c:v>44837</c:v>
                      </c:pt>
                      <c:pt idx="4828">
                        <c:v>44838</c:v>
                      </c:pt>
                      <c:pt idx="4829">
                        <c:v>44839</c:v>
                      </c:pt>
                      <c:pt idx="4830">
                        <c:v>44840</c:v>
                      </c:pt>
                      <c:pt idx="4831">
                        <c:v>44841</c:v>
                      </c:pt>
                      <c:pt idx="4832">
                        <c:v>44844</c:v>
                      </c:pt>
                      <c:pt idx="4833">
                        <c:v>44845</c:v>
                      </c:pt>
                      <c:pt idx="4834">
                        <c:v>44846</c:v>
                      </c:pt>
                      <c:pt idx="4835">
                        <c:v>44847</c:v>
                      </c:pt>
                      <c:pt idx="4836">
                        <c:v>44848</c:v>
                      </c:pt>
                      <c:pt idx="4837">
                        <c:v>44851</c:v>
                      </c:pt>
                      <c:pt idx="4838">
                        <c:v>44852</c:v>
                      </c:pt>
                      <c:pt idx="4839">
                        <c:v>44853</c:v>
                      </c:pt>
                      <c:pt idx="4840">
                        <c:v>44854</c:v>
                      </c:pt>
                      <c:pt idx="4841">
                        <c:v>44855</c:v>
                      </c:pt>
                      <c:pt idx="4842">
                        <c:v>44858</c:v>
                      </c:pt>
                      <c:pt idx="4843">
                        <c:v>44859</c:v>
                      </c:pt>
                      <c:pt idx="4844">
                        <c:v>44860</c:v>
                      </c:pt>
                      <c:pt idx="4845">
                        <c:v>44861</c:v>
                      </c:pt>
                      <c:pt idx="4846">
                        <c:v>44862</c:v>
                      </c:pt>
                      <c:pt idx="4847">
                        <c:v>44865</c:v>
                      </c:pt>
                      <c:pt idx="4848">
                        <c:v>44866</c:v>
                      </c:pt>
                      <c:pt idx="4849">
                        <c:v>44867</c:v>
                      </c:pt>
                      <c:pt idx="4850">
                        <c:v>44868</c:v>
                      </c:pt>
                      <c:pt idx="4851">
                        <c:v>44869</c:v>
                      </c:pt>
                      <c:pt idx="4852">
                        <c:v>44872</c:v>
                      </c:pt>
                      <c:pt idx="4853">
                        <c:v>44873</c:v>
                      </c:pt>
                      <c:pt idx="4854">
                        <c:v>44874</c:v>
                      </c:pt>
                      <c:pt idx="4855">
                        <c:v>44875</c:v>
                      </c:pt>
                      <c:pt idx="4856">
                        <c:v>44876</c:v>
                      </c:pt>
                      <c:pt idx="4857">
                        <c:v>44879</c:v>
                      </c:pt>
                      <c:pt idx="4858">
                        <c:v>44880</c:v>
                      </c:pt>
                      <c:pt idx="4859">
                        <c:v>44881</c:v>
                      </c:pt>
                      <c:pt idx="4860">
                        <c:v>44882</c:v>
                      </c:pt>
                      <c:pt idx="4861">
                        <c:v>44883</c:v>
                      </c:pt>
                      <c:pt idx="4862">
                        <c:v>44886</c:v>
                      </c:pt>
                      <c:pt idx="4863">
                        <c:v>44887</c:v>
                      </c:pt>
                      <c:pt idx="4864">
                        <c:v>44888</c:v>
                      </c:pt>
                      <c:pt idx="4865">
                        <c:v>44889</c:v>
                      </c:pt>
                      <c:pt idx="4866">
                        <c:v>44890</c:v>
                      </c:pt>
                      <c:pt idx="4867">
                        <c:v>44893</c:v>
                      </c:pt>
                      <c:pt idx="4868">
                        <c:v>44894</c:v>
                      </c:pt>
                      <c:pt idx="4869">
                        <c:v>44895</c:v>
                      </c:pt>
                      <c:pt idx="4870">
                        <c:v>44896</c:v>
                      </c:pt>
                      <c:pt idx="4871">
                        <c:v>44897</c:v>
                      </c:pt>
                      <c:pt idx="4872">
                        <c:v>44900</c:v>
                      </c:pt>
                      <c:pt idx="4873">
                        <c:v>44901</c:v>
                      </c:pt>
                      <c:pt idx="4874">
                        <c:v>44902</c:v>
                      </c:pt>
                      <c:pt idx="4875">
                        <c:v>44903</c:v>
                      </c:pt>
                      <c:pt idx="4876">
                        <c:v>44904</c:v>
                      </c:pt>
                      <c:pt idx="4877">
                        <c:v>44907</c:v>
                      </c:pt>
                      <c:pt idx="4878">
                        <c:v>44908</c:v>
                      </c:pt>
                      <c:pt idx="4879">
                        <c:v>44909</c:v>
                      </c:pt>
                      <c:pt idx="4880">
                        <c:v>44910</c:v>
                      </c:pt>
                      <c:pt idx="4881">
                        <c:v>44911</c:v>
                      </c:pt>
                      <c:pt idx="4882">
                        <c:v>44914</c:v>
                      </c:pt>
                      <c:pt idx="4883">
                        <c:v>44915</c:v>
                      </c:pt>
                      <c:pt idx="4884">
                        <c:v>44916</c:v>
                      </c:pt>
                      <c:pt idx="4885">
                        <c:v>44917</c:v>
                      </c:pt>
                      <c:pt idx="4886">
                        <c:v>44918</c:v>
                      </c:pt>
                      <c:pt idx="4887">
                        <c:v>44921</c:v>
                      </c:pt>
                      <c:pt idx="4888">
                        <c:v>44922</c:v>
                      </c:pt>
                      <c:pt idx="4889">
                        <c:v>44923</c:v>
                      </c:pt>
                      <c:pt idx="4890">
                        <c:v>44924</c:v>
                      </c:pt>
                      <c:pt idx="4891">
                        <c:v>44925</c:v>
                      </c:pt>
                      <c:pt idx="4892">
                        <c:v>44928</c:v>
                      </c:pt>
                      <c:pt idx="4893">
                        <c:v>44929</c:v>
                      </c:pt>
                      <c:pt idx="4894">
                        <c:v>44930</c:v>
                      </c:pt>
                      <c:pt idx="4895">
                        <c:v>44931</c:v>
                      </c:pt>
                      <c:pt idx="4896">
                        <c:v>44932</c:v>
                      </c:pt>
                      <c:pt idx="4897">
                        <c:v>44935</c:v>
                      </c:pt>
                      <c:pt idx="4898">
                        <c:v>44936</c:v>
                      </c:pt>
                      <c:pt idx="4899">
                        <c:v>44937</c:v>
                      </c:pt>
                      <c:pt idx="4900">
                        <c:v>44938</c:v>
                      </c:pt>
                      <c:pt idx="4901">
                        <c:v>44939</c:v>
                      </c:pt>
                      <c:pt idx="4902">
                        <c:v>44942</c:v>
                      </c:pt>
                      <c:pt idx="4903">
                        <c:v>44943</c:v>
                      </c:pt>
                      <c:pt idx="4904">
                        <c:v>44944</c:v>
                      </c:pt>
                      <c:pt idx="4905">
                        <c:v>44945</c:v>
                      </c:pt>
                      <c:pt idx="4906">
                        <c:v>44946</c:v>
                      </c:pt>
                      <c:pt idx="4907">
                        <c:v>44949</c:v>
                      </c:pt>
                      <c:pt idx="4908">
                        <c:v>44950</c:v>
                      </c:pt>
                      <c:pt idx="4909">
                        <c:v>44951</c:v>
                      </c:pt>
                      <c:pt idx="4910">
                        <c:v>44952</c:v>
                      </c:pt>
                      <c:pt idx="4911">
                        <c:v>44953</c:v>
                      </c:pt>
                      <c:pt idx="4912">
                        <c:v>44956</c:v>
                      </c:pt>
                      <c:pt idx="4913">
                        <c:v>44957</c:v>
                      </c:pt>
                      <c:pt idx="4914">
                        <c:v>44958</c:v>
                      </c:pt>
                      <c:pt idx="4915">
                        <c:v>44959</c:v>
                      </c:pt>
                      <c:pt idx="4916">
                        <c:v>44960</c:v>
                      </c:pt>
                      <c:pt idx="4917">
                        <c:v>44963</c:v>
                      </c:pt>
                      <c:pt idx="4918">
                        <c:v>44964</c:v>
                      </c:pt>
                      <c:pt idx="4919">
                        <c:v>44965</c:v>
                      </c:pt>
                      <c:pt idx="4920">
                        <c:v>44966</c:v>
                      </c:pt>
                      <c:pt idx="4921">
                        <c:v>44967</c:v>
                      </c:pt>
                      <c:pt idx="4922">
                        <c:v>44970</c:v>
                      </c:pt>
                      <c:pt idx="4923">
                        <c:v>44971</c:v>
                      </c:pt>
                      <c:pt idx="4924">
                        <c:v>44972</c:v>
                      </c:pt>
                      <c:pt idx="4925">
                        <c:v>44973</c:v>
                      </c:pt>
                      <c:pt idx="4926">
                        <c:v>44974</c:v>
                      </c:pt>
                      <c:pt idx="4927">
                        <c:v>44977</c:v>
                      </c:pt>
                      <c:pt idx="4928">
                        <c:v>44978</c:v>
                      </c:pt>
                      <c:pt idx="4929">
                        <c:v>44979</c:v>
                      </c:pt>
                      <c:pt idx="4930">
                        <c:v>44980</c:v>
                      </c:pt>
                      <c:pt idx="4931">
                        <c:v>44981</c:v>
                      </c:pt>
                      <c:pt idx="4932">
                        <c:v>44984</c:v>
                      </c:pt>
                      <c:pt idx="4933">
                        <c:v>44985</c:v>
                      </c:pt>
                      <c:pt idx="4934">
                        <c:v>44986</c:v>
                      </c:pt>
                      <c:pt idx="4935">
                        <c:v>44987</c:v>
                      </c:pt>
                      <c:pt idx="4936">
                        <c:v>44988</c:v>
                      </c:pt>
                      <c:pt idx="4937">
                        <c:v>44991</c:v>
                      </c:pt>
                      <c:pt idx="4938">
                        <c:v>44992</c:v>
                      </c:pt>
                      <c:pt idx="4939">
                        <c:v>44993</c:v>
                      </c:pt>
                      <c:pt idx="4940">
                        <c:v>44994</c:v>
                      </c:pt>
                      <c:pt idx="4941">
                        <c:v>44995</c:v>
                      </c:pt>
                      <c:pt idx="4942">
                        <c:v>44998</c:v>
                      </c:pt>
                      <c:pt idx="4943">
                        <c:v>44999</c:v>
                      </c:pt>
                      <c:pt idx="4944">
                        <c:v>45000</c:v>
                      </c:pt>
                      <c:pt idx="4945">
                        <c:v>45001</c:v>
                      </c:pt>
                      <c:pt idx="4946">
                        <c:v>45002</c:v>
                      </c:pt>
                      <c:pt idx="4947">
                        <c:v>45005</c:v>
                      </c:pt>
                      <c:pt idx="4948">
                        <c:v>45006</c:v>
                      </c:pt>
                      <c:pt idx="4949">
                        <c:v>45007</c:v>
                      </c:pt>
                      <c:pt idx="4950">
                        <c:v>45008</c:v>
                      </c:pt>
                      <c:pt idx="4951">
                        <c:v>45009</c:v>
                      </c:pt>
                      <c:pt idx="4952">
                        <c:v>45012</c:v>
                      </c:pt>
                      <c:pt idx="4953">
                        <c:v>45013</c:v>
                      </c:pt>
                      <c:pt idx="4954">
                        <c:v>45014</c:v>
                      </c:pt>
                      <c:pt idx="4955">
                        <c:v>45015</c:v>
                      </c:pt>
                      <c:pt idx="4956">
                        <c:v>45016</c:v>
                      </c:pt>
                      <c:pt idx="4957">
                        <c:v>45019</c:v>
                      </c:pt>
                      <c:pt idx="4958">
                        <c:v>45020</c:v>
                      </c:pt>
                      <c:pt idx="4959">
                        <c:v>45021</c:v>
                      </c:pt>
                      <c:pt idx="4960">
                        <c:v>45022</c:v>
                      </c:pt>
                      <c:pt idx="4961">
                        <c:v>45023</c:v>
                      </c:pt>
                      <c:pt idx="4962">
                        <c:v>45026</c:v>
                      </c:pt>
                      <c:pt idx="4963">
                        <c:v>45027</c:v>
                      </c:pt>
                      <c:pt idx="4964">
                        <c:v>45028</c:v>
                      </c:pt>
                      <c:pt idx="4965">
                        <c:v>45029</c:v>
                      </c:pt>
                      <c:pt idx="4966">
                        <c:v>45030</c:v>
                      </c:pt>
                      <c:pt idx="4967">
                        <c:v>45033</c:v>
                      </c:pt>
                      <c:pt idx="4968">
                        <c:v>45034</c:v>
                      </c:pt>
                      <c:pt idx="4969">
                        <c:v>45035</c:v>
                      </c:pt>
                      <c:pt idx="4970">
                        <c:v>45036</c:v>
                      </c:pt>
                      <c:pt idx="4971">
                        <c:v>45037</c:v>
                      </c:pt>
                      <c:pt idx="4972">
                        <c:v>45040</c:v>
                      </c:pt>
                      <c:pt idx="4973">
                        <c:v>45041</c:v>
                      </c:pt>
                      <c:pt idx="4974">
                        <c:v>45042</c:v>
                      </c:pt>
                      <c:pt idx="4975">
                        <c:v>45043</c:v>
                      </c:pt>
                      <c:pt idx="4976">
                        <c:v>45044</c:v>
                      </c:pt>
                      <c:pt idx="4977">
                        <c:v>45047</c:v>
                      </c:pt>
                      <c:pt idx="4978">
                        <c:v>45048</c:v>
                      </c:pt>
                      <c:pt idx="4979">
                        <c:v>45049</c:v>
                      </c:pt>
                      <c:pt idx="4980">
                        <c:v>45050</c:v>
                      </c:pt>
                      <c:pt idx="4981">
                        <c:v>45051</c:v>
                      </c:pt>
                      <c:pt idx="4982">
                        <c:v>45054</c:v>
                      </c:pt>
                      <c:pt idx="4983">
                        <c:v>45055</c:v>
                      </c:pt>
                      <c:pt idx="4984">
                        <c:v>45056</c:v>
                      </c:pt>
                      <c:pt idx="4985">
                        <c:v>45057</c:v>
                      </c:pt>
                      <c:pt idx="4986">
                        <c:v>45058</c:v>
                      </c:pt>
                      <c:pt idx="4987">
                        <c:v>45061</c:v>
                      </c:pt>
                      <c:pt idx="4988">
                        <c:v>45062</c:v>
                      </c:pt>
                      <c:pt idx="4989">
                        <c:v>45063</c:v>
                      </c:pt>
                      <c:pt idx="4990">
                        <c:v>45064</c:v>
                      </c:pt>
                      <c:pt idx="4991">
                        <c:v>45065</c:v>
                      </c:pt>
                      <c:pt idx="4992">
                        <c:v>45068</c:v>
                      </c:pt>
                      <c:pt idx="4993">
                        <c:v>45069</c:v>
                      </c:pt>
                      <c:pt idx="4994">
                        <c:v>45070</c:v>
                      </c:pt>
                      <c:pt idx="4995">
                        <c:v>45071</c:v>
                      </c:pt>
                      <c:pt idx="4996">
                        <c:v>45072</c:v>
                      </c:pt>
                      <c:pt idx="4997">
                        <c:v>45075</c:v>
                      </c:pt>
                      <c:pt idx="4998">
                        <c:v>45076</c:v>
                      </c:pt>
                      <c:pt idx="4999">
                        <c:v>45077</c:v>
                      </c:pt>
                      <c:pt idx="5000">
                        <c:v>45078</c:v>
                      </c:pt>
                      <c:pt idx="5001">
                        <c:v>45079</c:v>
                      </c:pt>
                      <c:pt idx="5002">
                        <c:v>45082</c:v>
                      </c:pt>
                      <c:pt idx="5003">
                        <c:v>45083</c:v>
                      </c:pt>
                      <c:pt idx="5004">
                        <c:v>45084</c:v>
                      </c:pt>
                      <c:pt idx="5005">
                        <c:v>45085</c:v>
                      </c:pt>
                      <c:pt idx="5006">
                        <c:v>45086</c:v>
                      </c:pt>
                      <c:pt idx="5007">
                        <c:v>45089</c:v>
                      </c:pt>
                      <c:pt idx="5008">
                        <c:v>45090</c:v>
                      </c:pt>
                      <c:pt idx="5009">
                        <c:v>45091</c:v>
                      </c:pt>
                      <c:pt idx="5010">
                        <c:v>45092</c:v>
                      </c:pt>
                      <c:pt idx="5011">
                        <c:v>45093</c:v>
                      </c:pt>
                      <c:pt idx="5012">
                        <c:v>45096</c:v>
                      </c:pt>
                      <c:pt idx="5013">
                        <c:v>45097</c:v>
                      </c:pt>
                      <c:pt idx="5014">
                        <c:v>45098</c:v>
                      </c:pt>
                      <c:pt idx="5015">
                        <c:v>45099</c:v>
                      </c:pt>
                      <c:pt idx="5016">
                        <c:v>45100</c:v>
                      </c:pt>
                      <c:pt idx="5017">
                        <c:v>45103</c:v>
                      </c:pt>
                      <c:pt idx="5018">
                        <c:v>45104</c:v>
                      </c:pt>
                      <c:pt idx="5019">
                        <c:v>45105</c:v>
                      </c:pt>
                      <c:pt idx="5020">
                        <c:v>45106</c:v>
                      </c:pt>
                      <c:pt idx="5021">
                        <c:v>45107</c:v>
                      </c:pt>
                      <c:pt idx="5022">
                        <c:v>45110</c:v>
                      </c:pt>
                      <c:pt idx="5023">
                        <c:v>45111</c:v>
                      </c:pt>
                      <c:pt idx="5024">
                        <c:v>45112</c:v>
                      </c:pt>
                      <c:pt idx="5025">
                        <c:v>45113</c:v>
                      </c:pt>
                      <c:pt idx="5026">
                        <c:v>45114</c:v>
                      </c:pt>
                      <c:pt idx="5027">
                        <c:v>45117</c:v>
                      </c:pt>
                      <c:pt idx="5028">
                        <c:v>45118</c:v>
                      </c:pt>
                      <c:pt idx="5029">
                        <c:v>45119</c:v>
                      </c:pt>
                      <c:pt idx="5030">
                        <c:v>45120</c:v>
                      </c:pt>
                      <c:pt idx="5031">
                        <c:v>45121</c:v>
                      </c:pt>
                      <c:pt idx="5032">
                        <c:v>45124</c:v>
                      </c:pt>
                      <c:pt idx="5033">
                        <c:v>45125</c:v>
                      </c:pt>
                      <c:pt idx="5034">
                        <c:v>45126</c:v>
                      </c:pt>
                      <c:pt idx="5035">
                        <c:v>45127</c:v>
                      </c:pt>
                      <c:pt idx="5036">
                        <c:v>45128</c:v>
                      </c:pt>
                      <c:pt idx="5037">
                        <c:v>45131</c:v>
                      </c:pt>
                      <c:pt idx="5038">
                        <c:v>45132</c:v>
                      </c:pt>
                      <c:pt idx="5039">
                        <c:v>45133</c:v>
                      </c:pt>
                      <c:pt idx="5040">
                        <c:v>45134</c:v>
                      </c:pt>
                      <c:pt idx="5041">
                        <c:v>45135</c:v>
                      </c:pt>
                      <c:pt idx="5042">
                        <c:v>45138</c:v>
                      </c:pt>
                      <c:pt idx="5043">
                        <c:v>45139</c:v>
                      </c:pt>
                      <c:pt idx="5044">
                        <c:v>45140</c:v>
                      </c:pt>
                      <c:pt idx="5045">
                        <c:v>45141</c:v>
                      </c:pt>
                      <c:pt idx="5046">
                        <c:v>45142</c:v>
                      </c:pt>
                      <c:pt idx="5047">
                        <c:v>45145</c:v>
                      </c:pt>
                      <c:pt idx="5048">
                        <c:v>45146</c:v>
                      </c:pt>
                      <c:pt idx="5049">
                        <c:v>45147</c:v>
                      </c:pt>
                      <c:pt idx="5050">
                        <c:v>45148</c:v>
                      </c:pt>
                      <c:pt idx="5051">
                        <c:v>45149</c:v>
                      </c:pt>
                      <c:pt idx="5052">
                        <c:v>45152</c:v>
                      </c:pt>
                      <c:pt idx="5053">
                        <c:v>45153</c:v>
                      </c:pt>
                      <c:pt idx="5054">
                        <c:v>45154</c:v>
                      </c:pt>
                      <c:pt idx="5055">
                        <c:v>45155</c:v>
                      </c:pt>
                      <c:pt idx="5056">
                        <c:v>45156</c:v>
                      </c:pt>
                      <c:pt idx="5057">
                        <c:v>45159</c:v>
                      </c:pt>
                      <c:pt idx="5058">
                        <c:v>45160</c:v>
                      </c:pt>
                      <c:pt idx="5059">
                        <c:v>45161</c:v>
                      </c:pt>
                      <c:pt idx="5060">
                        <c:v>45162</c:v>
                      </c:pt>
                      <c:pt idx="5061">
                        <c:v>45163</c:v>
                      </c:pt>
                      <c:pt idx="5062">
                        <c:v>45166</c:v>
                      </c:pt>
                      <c:pt idx="5063">
                        <c:v>45167</c:v>
                      </c:pt>
                      <c:pt idx="5064">
                        <c:v>45168</c:v>
                      </c:pt>
                      <c:pt idx="5065">
                        <c:v>45169</c:v>
                      </c:pt>
                      <c:pt idx="5066">
                        <c:v>45170</c:v>
                      </c:pt>
                      <c:pt idx="5067">
                        <c:v>45173</c:v>
                      </c:pt>
                      <c:pt idx="5068">
                        <c:v>45174</c:v>
                      </c:pt>
                      <c:pt idx="5069">
                        <c:v>45175</c:v>
                      </c:pt>
                      <c:pt idx="5070">
                        <c:v>45176</c:v>
                      </c:pt>
                      <c:pt idx="5071">
                        <c:v>45177</c:v>
                      </c:pt>
                      <c:pt idx="5072">
                        <c:v>45180</c:v>
                      </c:pt>
                      <c:pt idx="5073">
                        <c:v>45181</c:v>
                      </c:pt>
                      <c:pt idx="5074">
                        <c:v>45182</c:v>
                      </c:pt>
                      <c:pt idx="5075">
                        <c:v>45183</c:v>
                      </c:pt>
                      <c:pt idx="5076">
                        <c:v>45184</c:v>
                      </c:pt>
                      <c:pt idx="5077">
                        <c:v>45187</c:v>
                      </c:pt>
                      <c:pt idx="5078">
                        <c:v>45188</c:v>
                      </c:pt>
                      <c:pt idx="5079">
                        <c:v>45189</c:v>
                      </c:pt>
                      <c:pt idx="5080">
                        <c:v>45190</c:v>
                      </c:pt>
                      <c:pt idx="5081">
                        <c:v>45191</c:v>
                      </c:pt>
                      <c:pt idx="5082">
                        <c:v>45194</c:v>
                      </c:pt>
                      <c:pt idx="5083">
                        <c:v>45195</c:v>
                      </c:pt>
                      <c:pt idx="5084">
                        <c:v>45196</c:v>
                      </c:pt>
                      <c:pt idx="5085">
                        <c:v>45197</c:v>
                      </c:pt>
                      <c:pt idx="5086">
                        <c:v>45198</c:v>
                      </c:pt>
                      <c:pt idx="5087">
                        <c:v>45201</c:v>
                      </c:pt>
                      <c:pt idx="5088">
                        <c:v>45202</c:v>
                      </c:pt>
                      <c:pt idx="5089">
                        <c:v>45203</c:v>
                      </c:pt>
                      <c:pt idx="5090">
                        <c:v>45204</c:v>
                      </c:pt>
                      <c:pt idx="5091">
                        <c:v>45205</c:v>
                      </c:pt>
                      <c:pt idx="5092">
                        <c:v>45208</c:v>
                      </c:pt>
                      <c:pt idx="5093">
                        <c:v>45209</c:v>
                      </c:pt>
                      <c:pt idx="5094">
                        <c:v>45210</c:v>
                      </c:pt>
                      <c:pt idx="5095">
                        <c:v>45211</c:v>
                      </c:pt>
                      <c:pt idx="5096">
                        <c:v>45212</c:v>
                      </c:pt>
                      <c:pt idx="5097">
                        <c:v>45215</c:v>
                      </c:pt>
                      <c:pt idx="5098">
                        <c:v>45216</c:v>
                      </c:pt>
                      <c:pt idx="5099">
                        <c:v>45217</c:v>
                      </c:pt>
                      <c:pt idx="5100">
                        <c:v>45218</c:v>
                      </c:pt>
                      <c:pt idx="5101">
                        <c:v>45219</c:v>
                      </c:pt>
                      <c:pt idx="5102">
                        <c:v>45222</c:v>
                      </c:pt>
                      <c:pt idx="5103">
                        <c:v>45223</c:v>
                      </c:pt>
                      <c:pt idx="5104">
                        <c:v>45224</c:v>
                      </c:pt>
                      <c:pt idx="5105">
                        <c:v>45225</c:v>
                      </c:pt>
                      <c:pt idx="5106">
                        <c:v>45226</c:v>
                      </c:pt>
                      <c:pt idx="5107">
                        <c:v>45229</c:v>
                      </c:pt>
                      <c:pt idx="5108">
                        <c:v>45230</c:v>
                      </c:pt>
                      <c:pt idx="5109">
                        <c:v>45231</c:v>
                      </c:pt>
                      <c:pt idx="5110">
                        <c:v>45232</c:v>
                      </c:pt>
                      <c:pt idx="5111">
                        <c:v>45233</c:v>
                      </c:pt>
                      <c:pt idx="5112">
                        <c:v>45236</c:v>
                      </c:pt>
                      <c:pt idx="5113">
                        <c:v>45237</c:v>
                      </c:pt>
                      <c:pt idx="5114">
                        <c:v>45238</c:v>
                      </c:pt>
                      <c:pt idx="5115">
                        <c:v>45239</c:v>
                      </c:pt>
                      <c:pt idx="5116">
                        <c:v>45240</c:v>
                      </c:pt>
                      <c:pt idx="5117">
                        <c:v>45243</c:v>
                      </c:pt>
                      <c:pt idx="5118">
                        <c:v>45244</c:v>
                      </c:pt>
                      <c:pt idx="5119">
                        <c:v>45245</c:v>
                      </c:pt>
                      <c:pt idx="5120">
                        <c:v>45246</c:v>
                      </c:pt>
                      <c:pt idx="5121">
                        <c:v>45247</c:v>
                      </c:pt>
                      <c:pt idx="5122">
                        <c:v>45250</c:v>
                      </c:pt>
                      <c:pt idx="5123">
                        <c:v>45251</c:v>
                      </c:pt>
                      <c:pt idx="5124">
                        <c:v>45252</c:v>
                      </c:pt>
                      <c:pt idx="5125">
                        <c:v>45253</c:v>
                      </c:pt>
                      <c:pt idx="5126">
                        <c:v>45254</c:v>
                      </c:pt>
                      <c:pt idx="5127">
                        <c:v>45257</c:v>
                      </c:pt>
                      <c:pt idx="5128">
                        <c:v>45258</c:v>
                      </c:pt>
                      <c:pt idx="5129">
                        <c:v>45259</c:v>
                      </c:pt>
                      <c:pt idx="5130">
                        <c:v>45260</c:v>
                      </c:pt>
                      <c:pt idx="5131">
                        <c:v>45261</c:v>
                      </c:pt>
                      <c:pt idx="5132">
                        <c:v>45264</c:v>
                      </c:pt>
                      <c:pt idx="5133">
                        <c:v>45265</c:v>
                      </c:pt>
                      <c:pt idx="5134">
                        <c:v>45266</c:v>
                      </c:pt>
                      <c:pt idx="5135">
                        <c:v>45267</c:v>
                      </c:pt>
                      <c:pt idx="5136">
                        <c:v>45268</c:v>
                      </c:pt>
                      <c:pt idx="5137">
                        <c:v>45271</c:v>
                      </c:pt>
                      <c:pt idx="5138">
                        <c:v>45272</c:v>
                      </c:pt>
                      <c:pt idx="5139">
                        <c:v>45273</c:v>
                      </c:pt>
                      <c:pt idx="5140">
                        <c:v>45274</c:v>
                      </c:pt>
                      <c:pt idx="5141">
                        <c:v>45275</c:v>
                      </c:pt>
                      <c:pt idx="5142">
                        <c:v>45278</c:v>
                      </c:pt>
                      <c:pt idx="5143">
                        <c:v>45279</c:v>
                      </c:pt>
                      <c:pt idx="5144">
                        <c:v>45280</c:v>
                      </c:pt>
                      <c:pt idx="5145">
                        <c:v>45281</c:v>
                      </c:pt>
                      <c:pt idx="5146">
                        <c:v>45282</c:v>
                      </c:pt>
                      <c:pt idx="5147">
                        <c:v>45285</c:v>
                      </c:pt>
                      <c:pt idx="5148">
                        <c:v>45286</c:v>
                      </c:pt>
                      <c:pt idx="5149">
                        <c:v>45287</c:v>
                      </c:pt>
                      <c:pt idx="5150">
                        <c:v>45288</c:v>
                      </c:pt>
                      <c:pt idx="5151">
                        <c:v>45289</c:v>
                      </c:pt>
                      <c:pt idx="5152">
                        <c:v>45292</c:v>
                      </c:pt>
                      <c:pt idx="5153">
                        <c:v>45293</c:v>
                      </c:pt>
                      <c:pt idx="5154">
                        <c:v>45294</c:v>
                      </c:pt>
                      <c:pt idx="5155">
                        <c:v>45295</c:v>
                      </c:pt>
                      <c:pt idx="5156">
                        <c:v>45296</c:v>
                      </c:pt>
                      <c:pt idx="5157">
                        <c:v>45299</c:v>
                      </c:pt>
                      <c:pt idx="5158">
                        <c:v>45300</c:v>
                      </c:pt>
                      <c:pt idx="5159">
                        <c:v>45301</c:v>
                      </c:pt>
                      <c:pt idx="5160">
                        <c:v>45302</c:v>
                      </c:pt>
                      <c:pt idx="5161">
                        <c:v>45303</c:v>
                      </c:pt>
                      <c:pt idx="5162">
                        <c:v>45306</c:v>
                      </c:pt>
                      <c:pt idx="5163">
                        <c:v>45307</c:v>
                      </c:pt>
                      <c:pt idx="5164">
                        <c:v>45308</c:v>
                      </c:pt>
                      <c:pt idx="5165">
                        <c:v>45309</c:v>
                      </c:pt>
                      <c:pt idx="5166">
                        <c:v>45310</c:v>
                      </c:pt>
                      <c:pt idx="5167">
                        <c:v>45313</c:v>
                      </c:pt>
                      <c:pt idx="5168">
                        <c:v>45314</c:v>
                      </c:pt>
                      <c:pt idx="5169">
                        <c:v>45315</c:v>
                      </c:pt>
                      <c:pt idx="5170">
                        <c:v>45316</c:v>
                      </c:pt>
                      <c:pt idx="5171">
                        <c:v>45317</c:v>
                      </c:pt>
                      <c:pt idx="5172">
                        <c:v>45320</c:v>
                      </c:pt>
                      <c:pt idx="5173">
                        <c:v>45321</c:v>
                      </c:pt>
                      <c:pt idx="5174">
                        <c:v>45322</c:v>
                      </c:pt>
                      <c:pt idx="5175">
                        <c:v>45323</c:v>
                      </c:pt>
                      <c:pt idx="5176">
                        <c:v>45324</c:v>
                      </c:pt>
                      <c:pt idx="5177">
                        <c:v>45327</c:v>
                      </c:pt>
                      <c:pt idx="5178">
                        <c:v>45328</c:v>
                      </c:pt>
                      <c:pt idx="5179">
                        <c:v>45329</c:v>
                      </c:pt>
                      <c:pt idx="5180">
                        <c:v>45330</c:v>
                      </c:pt>
                      <c:pt idx="5181">
                        <c:v>45331</c:v>
                      </c:pt>
                      <c:pt idx="5182">
                        <c:v>45334</c:v>
                      </c:pt>
                      <c:pt idx="5183">
                        <c:v>45335</c:v>
                      </c:pt>
                      <c:pt idx="5184">
                        <c:v>45336</c:v>
                      </c:pt>
                      <c:pt idx="5185">
                        <c:v>45337</c:v>
                      </c:pt>
                      <c:pt idx="5186">
                        <c:v>45338</c:v>
                      </c:pt>
                      <c:pt idx="5187">
                        <c:v>45341</c:v>
                      </c:pt>
                      <c:pt idx="5188">
                        <c:v>45342</c:v>
                      </c:pt>
                      <c:pt idx="5189">
                        <c:v>45343</c:v>
                      </c:pt>
                      <c:pt idx="5190">
                        <c:v>45344</c:v>
                      </c:pt>
                      <c:pt idx="5191">
                        <c:v>45345</c:v>
                      </c:pt>
                      <c:pt idx="5192">
                        <c:v>45348</c:v>
                      </c:pt>
                      <c:pt idx="5193">
                        <c:v>45349</c:v>
                      </c:pt>
                      <c:pt idx="5194">
                        <c:v>45350</c:v>
                      </c:pt>
                      <c:pt idx="5195">
                        <c:v>45351</c:v>
                      </c:pt>
                      <c:pt idx="5196">
                        <c:v>45352</c:v>
                      </c:pt>
                      <c:pt idx="5197">
                        <c:v>45355</c:v>
                      </c:pt>
                      <c:pt idx="5198">
                        <c:v>45356</c:v>
                      </c:pt>
                      <c:pt idx="5199">
                        <c:v>45357</c:v>
                      </c:pt>
                      <c:pt idx="5200">
                        <c:v>45358</c:v>
                      </c:pt>
                      <c:pt idx="5201">
                        <c:v>45359</c:v>
                      </c:pt>
                      <c:pt idx="5202">
                        <c:v>45362</c:v>
                      </c:pt>
                      <c:pt idx="5203">
                        <c:v>45363</c:v>
                      </c:pt>
                      <c:pt idx="5204">
                        <c:v>45364</c:v>
                      </c:pt>
                      <c:pt idx="5205">
                        <c:v>45365</c:v>
                      </c:pt>
                      <c:pt idx="5206">
                        <c:v>45366</c:v>
                      </c:pt>
                      <c:pt idx="5207">
                        <c:v>45369</c:v>
                      </c:pt>
                      <c:pt idx="5208">
                        <c:v>45370</c:v>
                      </c:pt>
                      <c:pt idx="5209">
                        <c:v>45371</c:v>
                      </c:pt>
                      <c:pt idx="5210">
                        <c:v>45372</c:v>
                      </c:pt>
                      <c:pt idx="5211">
                        <c:v>45373</c:v>
                      </c:pt>
                      <c:pt idx="5212">
                        <c:v>45376</c:v>
                      </c:pt>
                      <c:pt idx="5213">
                        <c:v>45377</c:v>
                      </c:pt>
                      <c:pt idx="5214">
                        <c:v>45378</c:v>
                      </c:pt>
                      <c:pt idx="5215">
                        <c:v>45379</c:v>
                      </c:pt>
                      <c:pt idx="5216">
                        <c:v>45380</c:v>
                      </c:pt>
                      <c:pt idx="5217">
                        <c:v>45383</c:v>
                      </c:pt>
                      <c:pt idx="5218">
                        <c:v>45384</c:v>
                      </c:pt>
                      <c:pt idx="5219">
                        <c:v>45385</c:v>
                      </c:pt>
                      <c:pt idx="5220">
                        <c:v>45386</c:v>
                      </c:pt>
                      <c:pt idx="5221">
                        <c:v>45387</c:v>
                      </c:pt>
                      <c:pt idx="5222">
                        <c:v>45390</c:v>
                      </c:pt>
                      <c:pt idx="5223">
                        <c:v>45391</c:v>
                      </c:pt>
                      <c:pt idx="5224">
                        <c:v>45392</c:v>
                      </c:pt>
                      <c:pt idx="5225">
                        <c:v>45393</c:v>
                      </c:pt>
                      <c:pt idx="5226">
                        <c:v>45394</c:v>
                      </c:pt>
                      <c:pt idx="5227">
                        <c:v>45397</c:v>
                      </c:pt>
                      <c:pt idx="5228">
                        <c:v>45398</c:v>
                      </c:pt>
                      <c:pt idx="5229">
                        <c:v>45399</c:v>
                      </c:pt>
                      <c:pt idx="5230">
                        <c:v>45400</c:v>
                      </c:pt>
                      <c:pt idx="5231">
                        <c:v>45401</c:v>
                      </c:pt>
                      <c:pt idx="5232">
                        <c:v>45404</c:v>
                      </c:pt>
                      <c:pt idx="5233">
                        <c:v>45405</c:v>
                      </c:pt>
                      <c:pt idx="5234">
                        <c:v>45406</c:v>
                      </c:pt>
                      <c:pt idx="5235">
                        <c:v>45407</c:v>
                      </c:pt>
                      <c:pt idx="5236">
                        <c:v>45408</c:v>
                      </c:pt>
                      <c:pt idx="5237">
                        <c:v>45411</c:v>
                      </c:pt>
                      <c:pt idx="5238">
                        <c:v>45412</c:v>
                      </c:pt>
                      <c:pt idx="5239">
                        <c:v>45413</c:v>
                      </c:pt>
                      <c:pt idx="5240">
                        <c:v>45414</c:v>
                      </c:pt>
                      <c:pt idx="5241">
                        <c:v>45415</c:v>
                      </c:pt>
                      <c:pt idx="5242">
                        <c:v>45418</c:v>
                      </c:pt>
                      <c:pt idx="5243">
                        <c:v>45419</c:v>
                      </c:pt>
                      <c:pt idx="5244">
                        <c:v>45420</c:v>
                      </c:pt>
                      <c:pt idx="5245">
                        <c:v>45421</c:v>
                      </c:pt>
                      <c:pt idx="5246">
                        <c:v>45422</c:v>
                      </c:pt>
                      <c:pt idx="5247">
                        <c:v>45425</c:v>
                      </c:pt>
                      <c:pt idx="5248">
                        <c:v>45426</c:v>
                      </c:pt>
                      <c:pt idx="5249">
                        <c:v>45427</c:v>
                      </c:pt>
                      <c:pt idx="5250">
                        <c:v>45428</c:v>
                      </c:pt>
                      <c:pt idx="5251">
                        <c:v>45429</c:v>
                      </c:pt>
                      <c:pt idx="5252">
                        <c:v>45432</c:v>
                      </c:pt>
                      <c:pt idx="5253">
                        <c:v>45433</c:v>
                      </c:pt>
                      <c:pt idx="5254">
                        <c:v>45434</c:v>
                      </c:pt>
                      <c:pt idx="5255">
                        <c:v>45435</c:v>
                      </c:pt>
                      <c:pt idx="5256">
                        <c:v>45436</c:v>
                      </c:pt>
                      <c:pt idx="5257">
                        <c:v>45439</c:v>
                      </c:pt>
                      <c:pt idx="5258">
                        <c:v>45440</c:v>
                      </c:pt>
                      <c:pt idx="5259">
                        <c:v>45441</c:v>
                      </c:pt>
                      <c:pt idx="5260">
                        <c:v>45442</c:v>
                      </c:pt>
                      <c:pt idx="5261">
                        <c:v>45443</c:v>
                      </c:pt>
                      <c:pt idx="5262">
                        <c:v>45446</c:v>
                      </c:pt>
                      <c:pt idx="5263">
                        <c:v>45447</c:v>
                      </c:pt>
                      <c:pt idx="5264">
                        <c:v>45448</c:v>
                      </c:pt>
                      <c:pt idx="5265">
                        <c:v>45449</c:v>
                      </c:pt>
                      <c:pt idx="5266">
                        <c:v>45450</c:v>
                      </c:pt>
                      <c:pt idx="5267">
                        <c:v>45453</c:v>
                      </c:pt>
                      <c:pt idx="5268">
                        <c:v>45454</c:v>
                      </c:pt>
                      <c:pt idx="5269">
                        <c:v>45455</c:v>
                      </c:pt>
                      <c:pt idx="5270">
                        <c:v>45456</c:v>
                      </c:pt>
                      <c:pt idx="5271">
                        <c:v>45457</c:v>
                      </c:pt>
                      <c:pt idx="5272">
                        <c:v>45460</c:v>
                      </c:pt>
                      <c:pt idx="5273">
                        <c:v>45461</c:v>
                      </c:pt>
                      <c:pt idx="5274">
                        <c:v>45462</c:v>
                      </c:pt>
                      <c:pt idx="5275">
                        <c:v>45463</c:v>
                      </c:pt>
                      <c:pt idx="5276">
                        <c:v>45464</c:v>
                      </c:pt>
                      <c:pt idx="5277">
                        <c:v>45467</c:v>
                      </c:pt>
                      <c:pt idx="5278">
                        <c:v>45468</c:v>
                      </c:pt>
                      <c:pt idx="5279">
                        <c:v>45469</c:v>
                      </c:pt>
                      <c:pt idx="5280">
                        <c:v>45470</c:v>
                      </c:pt>
                      <c:pt idx="5281">
                        <c:v>45471</c:v>
                      </c:pt>
                      <c:pt idx="5282">
                        <c:v>45474</c:v>
                      </c:pt>
                      <c:pt idx="5283">
                        <c:v>45475</c:v>
                      </c:pt>
                      <c:pt idx="5284">
                        <c:v>45476</c:v>
                      </c:pt>
                      <c:pt idx="5285">
                        <c:v>45477</c:v>
                      </c:pt>
                      <c:pt idx="5286">
                        <c:v>45478</c:v>
                      </c:pt>
                      <c:pt idx="5287">
                        <c:v>45481</c:v>
                      </c:pt>
                      <c:pt idx="5288">
                        <c:v>45482</c:v>
                      </c:pt>
                      <c:pt idx="5289">
                        <c:v>45483</c:v>
                      </c:pt>
                      <c:pt idx="5290">
                        <c:v>45484</c:v>
                      </c:pt>
                      <c:pt idx="5291">
                        <c:v>45485</c:v>
                      </c:pt>
                      <c:pt idx="5292">
                        <c:v>45488</c:v>
                      </c:pt>
                      <c:pt idx="5293">
                        <c:v>45489</c:v>
                      </c:pt>
                      <c:pt idx="5294">
                        <c:v>45490</c:v>
                      </c:pt>
                      <c:pt idx="5295">
                        <c:v>45491</c:v>
                      </c:pt>
                      <c:pt idx="5296">
                        <c:v>45492</c:v>
                      </c:pt>
                      <c:pt idx="5297">
                        <c:v>45495</c:v>
                      </c:pt>
                      <c:pt idx="5298">
                        <c:v>45496</c:v>
                      </c:pt>
                      <c:pt idx="5299">
                        <c:v>45497</c:v>
                      </c:pt>
                      <c:pt idx="5300">
                        <c:v>45498</c:v>
                      </c:pt>
                      <c:pt idx="5301">
                        <c:v>45499</c:v>
                      </c:pt>
                      <c:pt idx="5302">
                        <c:v>45502</c:v>
                      </c:pt>
                      <c:pt idx="5303">
                        <c:v>45503</c:v>
                      </c:pt>
                      <c:pt idx="5304">
                        <c:v>45504</c:v>
                      </c:pt>
                      <c:pt idx="5305">
                        <c:v>45505</c:v>
                      </c:pt>
                      <c:pt idx="5306">
                        <c:v>45506</c:v>
                      </c:pt>
                      <c:pt idx="5307">
                        <c:v>45509</c:v>
                      </c:pt>
                      <c:pt idx="5308">
                        <c:v>45510</c:v>
                      </c:pt>
                      <c:pt idx="5309">
                        <c:v>45511</c:v>
                      </c:pt>
                      <c:pt idx="5310">
                        <c:v>45512</c:v>
                      </c:pt>
                      <c:pt idx="5311">
                        <c:v>45513</c:v>
                      </c:pt>
                      <c:pt idx="5312">
                        <c:v>45516</c:v>
                      </c:pt>
                      <c:pt idx="5313">
                        <c:v>45517</c:v>
                      </c:pt>
                      <c:pt idx="5314">
                        <c:v>45518</c:v>
                      </c:pt>
                      <c:pt idx="5315">
                        <c:v>45519</c:v>
                      </c:pt>
                      <c:pt idx="5316">
                        <c:v>45520</c:v>
                      </c:pt>
                      <c:pt idx="5317">
                        <c:v>45523</c:v>
                      </c:pt>
                      <c:pt idx="5318">
                        <c:v>45524</c:v>
                      </c:pt>
                      <c:pt idx="5319">
                        <c:v>45525</c:v>
                      </c:pt>
                      <c:pt idx="5320">
                        <c:v>45526</c:v>
                      </c:pt>
                      <c:pt idx="5321">
                        <c:v>45527</c:v>
                      </c:pt>
                      <c:pt idx="5322">
                        <c:v>45530</c:v>
                      </c:pt>
                      <c:pt idx="5323">
                        <c:v>45531</c:v>
                      </c:pt>
                      <c:pt idx="5324">
                        <c:v>45532</c:v>
                      </c:pt>
                      <c:pt idx="5325">
                        <c:v>45533</c:v>
                      </c:pt>
                      <c:pt idx="5326">
                        <c:v>45534</c:v>
                      </c:pt>
                      <c:pt idx="5327">
                        <c:v>45537</c:v>
                      </c:pt>
                      <c:pt idx="5328">
                        <c:v>45538</c:v>
                      </c:pt>
                      <c:pt idx="5329">
                        <c:v>45539</c:v>
                      </c:pt>
                      <c:pt idx="5330">
                        <c:v>45540</c:v>
                      </c:pt>
                      <c:pt idx="5331">
                        <c:v>45541</c:v>
                      </c:pt>
                      <c:pt idx="5332">
                        <c:v>45544</c:v>
                      </c:pt>
                      <c:pt idx="5333">
                        <c:v>45545</c:v>
                      </c:pt>
                      <c:pt idx="5334">
                        <c:v>45546</c:v>
                      </c:pt>
                      <c:pt idx="5335">
                        <c:v>45547</c:v>
                      </c:pt>
                      <c:pt idx="5336">
                        <c:v>45548</c:v>
                      </c:pt>
                      <c:pt idx="5337">
                        <c:v>45551</c:v>
                      </c:pt>
                      <c:pt idx="5338">
                        <c:v>45552</c:v>
                      </c:pt>
                      <c:pt idx="5339">
                        <c:v>45553</c:v>
                      </c:pt>
                      <c:pt idx="5340">
                        <c:v>45554</c:v>
                      </c:pt>
                      <c:pt idx="5341">
                        <c:v>45555</c:v>
                      </c:pt>
                      <c:pt idx="5342">
                        <c:v>45558</c:v>
                      </c:pt>
                      <c:pt idx="5343">
                        <c:v>45559</c:v>
                      </c:pt>
                      <c:pt idx="5344">
                        <c:v>45560</c:v>
                      </c:pt>
                      <c:pt idx="5345">
                        <c:v>45561</c:v>
                      </c:pt>
                      <c:pt idx="5346">
                        <c:v>45562</c:v>
                      </c:pt>
                      <c:pt idx="5347">
                        <c:v>45565</c:v>
                      </c:pt>
                      <c:pt idx="5348">
                        <c:v>45566</c:v>
                      </c:pt>
                      <c:pt idx="5349">
                        <c:v>45567</c:v>
                      </c:pt>
                      <c:pt idx="5350">
                        <c:v>45568</c:v>
                      </c:pt>
                      <c:pt idx="5351">
                        <c:v>45569</c:v>
                      </c:pt>
                      <c:pt idx="5352">
                        <c:v>45572</c:v>
                      </c:pt>
                      <c:pt idx="5353">
                        <c:v>45573</c:v>
                      </c:pt>
                      <c:pt idx="5354">
                        <c:v>45574</c:v>
                      </c:pt>
                      <c:pt idx="5355">
                        <c:v>45575</c:v>
                      </c:pt>
                      <c:pt idx="5356">
                        <c:v>45576</c:v>
                      </c:pt>
                      <c:pt idx="5357">
                        <c:v>45579</c:v>
                      </c:pt>
                      <c:pt idx="5358">
                        <c:v>45580</c:v>
                      </c:pt>
                      <c:pt idx="5359">
                        <c:v>45581</c:v>
                      </c:pt>
                      <c:pt idx="5360">
                        <c:v>45582</c:v>
                      </c:pt>
                      <c:pt idx="5361">
                        <c:v>45583</c:v>
                      </c:pt>
                      <c:pt idx="5362">
                        <c:v>45586</c:v>
                      </c:pt>
                      <c:pt idx="5363">
                        <c:v>45587</c:v>
                      </c:pt>
                      <c:pt idx="5364">
                        <c:v>45588</c:v>
                      </c:pt>
                      <c:pt idx="5365">
                        <c:v>45589</c:v>
                      </c:pt>
                      <c:pt idx="5366">
                        <c:v>45590</c:v>
                      </c:pt>
                      <c:pt idx="5367">
                        <c:v>45593</c:v>
                      </c:pt>
                      <c:pt idx="5368">
                        <c:v>45594</c:v>
                      </c:pt>
                      <c:pt idx="5369">
                        <c:v>45595</c:v>
                      </c:pt>
                      <c:pt idx="5370">
                        <c:v>45596</c:v>
                      </c:pt>
                      <c:pt idx="5371">
                        <c:v>45597</c:v>
                      </c:pt>
                      <c:pt idx="5372">
                        <c:v>45601</c:v>
                      </c:pt>
                      <c:pt idx="5373">
                        <c:v>45602</c:v>
                      </c:pt>
                      <c:pt idx="5374">
                        <c:v>45603</c:v>
                      </c:pt>
                      <c:pt idx="5375">
                        <c:v>45604</c:v>
                      </c:pt>
                      <c:pt idx="5376">
                        <c:v>45608</c:v>
                      </c:pt>
                      <c:pt idx="5377">
                        <c:v>45609</c:v>
                      </c:pt>
                      <c:pt idx="5378">
                        <c:v>45610</c:v>
                      </c:pt>
                      <c:pt idx="5379">
                        <c:v>45611</c:v>
                      </c:pt>
                      <c:pt idx="5380">
                        <c:v>45614</c:v>
                      </c:pt>
                      <c:pt idx="5381">
                        <c:v>45615</c:v>
                      </c:pt>
                      <c:pt idx="5382">
                        <c:v>45616</c:v>
                      </c:pt>
                      <c:pt idx="5383">
                        <c:v>45617</c:v>
                      </c:pt>
                      <c:pt idx="5384">
                        <c:v>45618</c:v>
                      </c:pt>
                      <c:pt idx="5385">
                        <c:v>45621</c:v>
                      </c:pt>
                      <c:pt idx="5386">
                        <c:v>45622</c:v>
                      </c:pt>
                      <c:pt idx="5387">
                        <c:v>45623</c:v>
                      </c:pt>
                      <c:pt idx="5388">
                        <c:v>45624</c:v>
                      </c:pt>
                      <c:pt idx="5389">
                        <c:v>45625</c:v>
                      </c:pt>
                      <c:pt idx="5390">
                        <c:v>45628</c:v>
                      </c:pt>
                      <c:pt idx="5391">
                        <c:v>45629</c:v>
                      </c:pt>
                      <c:pt idx="5392">
                        <c:v>45630</c:v>
                      </c:pt>
                      <c:pt idx="5393">
                        <c:v>45631</c:v>
                      </c:pt>
                      <c:pt idx="5394">
                        <c:v>45632</c:v>
                      </c:pt>
                      <c:pt idx="5395">
                        <c:v>45635</c:v>
                      </c:pt>
                      <c:pt idx="5396">
                        <c:v>45636</c:v>
                      </c:pt>
                      <c:pt idx="5397">
                        <c:v>45637</c:v>
                      </c:pt>
                      <c:pt idx="5398">
                        <c:v>45638</c:v>
                      </c:pt>
                      <c:pt idx="5399">
                        <c:v>45639</c:v>
                      </c:pt>
                      <c:pt idx="5400">
                        <c:v>45642</c:v>
                      </c:pt>
                      <c:pt idx="5401">
                        <c:v>45643</c:v>
                      </c:pt>
                      <c:pt idx="5402">
                        <c:v>45644</c:v>
                      </c:pt>
                      <c:pt idx="5403">
                        <c:v>45645</c:v>
                      </c:pt>
                      <c:pt idx="5404">
                        <c:v>45646</c:v>
                      </c:pt>
                      <c:pt idx="5405">
                        <c:v>45649</c:v>
                      </c:pt>
                      <c:pt idx="5406">
                        <c:v>45650</c:v>
                      </c:pt>
                      <c:pt idx="5407">
                        <c:v>45652</c:v>
                      </c:pt>
                      <c:pt idx="5408">
                        <c:v>45653</c:v>
                      </c:pt>
                      <c:pt idx="5409">
                        <c:v>45656</c:v>
                      </c:pt>
                      <c:pt idx="5410">
                        <c:v>45657</c:v>
                      </c:pt>
                      <c:pt idx="5411">
                        <c:v>45659</c:v>
                      </c:pt>
                      <c:pt idx="5412">
                        <c:v>45660</c:v>
                      </c:pt>
                      <c:pt idx="5413">
                        <c:v>45663</c:v>
                      </c:pt>
                      <c:pt idx="5414">
                        <c:v>45664</c:v>
                      </c:pt>
                      <c:pt idx="5415">
                        <c:v>45665</c:v>
                      </c:pt>
                      <c:pt idx="5416">
                        <c:v>45666</c:v>
                      </c:pt>
                      <c:pt idx="5417">
                        <c:v>45667</c:v>
                      </c:pt>
                      <c:pt idx="5418">
                        <c:v>45670</c:v>
                      </c:pt>
                      <c:pt idx="5419">
                        <c:v>45671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Hoja2!$F$316:$F$5735</c15:sqref>
                        </c15:formulaRef>
                      </c:ext>
                    </c:extLst>
                    <c:numCache>
                      <c:formatCode>0.00</c:formatCode>
                      <c:ptCount val="5420"/>
                      <c:pt idx="0">
                        <c:v>469.22899999999998</c:v>
                      </c:pt>
                      <c:pt idx="1">
                        <c:v>461.73</c:v>
                      </c:pt>
                      <c:pt idx="2">
                        <c:v>456.70800000000003</c:v>
                      </c:pt>
                      <c:pt idx="3">
                        <c:v>456.70600000000002</c:v>
                      </c:pt>
                      <c:pt idx="4">
                        <c:v>446.71800000000002</c:v>
                      </c:pt>
                      <c:pt idx="5">
                        <c:v>439.23700000000002</c:v>
                      </c:pt>
                      <c:pt idx="6">
                        <c:v>424.25900000000001</c:v>
                      </c:pt>
                      <c:pt idx="7">
                        <c:v>434.18299999999999</c:v>
                      </c:pt>
                      <c:pt idx="8">
                        <c:v>436.67</c:v>
                      </c:pt>
                      <c:pt idx="9">
                        <c:v>431.69200000000001</c:v>
                      </c:pt>
                      <c:pt idx="10">
                        <c:v>431.69</c:v>
                      </c:pt>
                      <c:pt idx="11">
                        <c:v>429.19</c:v>
                      </c:pt>
                      <c:pt idx="12">
                        <c:v>426.69</c:v>
                      </c:pt>
                      <c:pt idx="13">
                        <c:v>421.69499999999999</c:v>
                      </c:pt>
                      <c:pt idx="14">
                        <c:v>436.62700000000001</c:v>
                      </c:pt>
                      <c:pt idx="15">
                        <c:v>474.04700000000003</c:v>
                      </c:pt>
                      <c:pt idx="16">
                        <c:v>476.54700000000003</c:v>
                      </c:pt>
                      <c:pt idx="17">
                        <c:v>474.05500000000001</c:v>
                      </c:pt>
                      <c:pt idx="18">
                        <c:v>481.54399999999998</c:v>
                      </c:pt>
                      <c:pt idx="19">
                        <c:v>501.488</c:v>
                      </c:pt>
                      <c:pt idx="20">
                        <c:v>501.49900000000002</c:v>
                      </c:pt>
                      <c:pt idx="21">
                        <c:v>496.47899999999998</c:v>
                      </c:pt>
                      <c:pt idx="22">
                        <c:v>496.47800000000001</c:v>
                      </c:pt>
                      <c:pt idx="23">
                        <c:v>513.96400000000006</c:v>
                      </c:pt>
                      <c:pt idx="24">
                        <c:v>541.40899999999999</c:v>
                      </c:pt>
                      <c:pt idx="25">
                        <c:v>546.39499999999998</c:v>
                      </c:pt>
                      <c:pt idx="26">
                        <c:v>558.86</c:v>
                      </c:pt>
                      <c:pt idx="27">
                        <c:v>578.798</c:v>
                      </c:pt>
                      <c:pt idx="28">
                        <c:v>578.79200000000003</c:v>
                      </c:pt>
                      <c:pt idx="29">
                        <c:v>583.78300000000002</c:v>
                      </c:pt>
                      <c:pt idx="30">
                        <c:v>638.68700000000001</c:v>
                      </c:pt>
                      <c:pt idx="31">
                        <c:v>658.56399999999996</c:v>
                      </c:pt>
                      <c:pt idx="32">
                        <c:v>728.46199999999999</c:v>
                      </c:pt>
                      <c:pt idx="33">
                        <c:v>678.53200000000004</c:v>
                      </c:pt>
                      <c:pt idx="34">
                        <c:v>678.529</c:v>
                      </c:pt>
                      <c:pt idx="35">
                        <c:v>686.00900000000001</c:v>
                      </c:pt>
                      <c:pt idx="36">
                        <c:v>648.59100000000001</c:v>
                      </c:pt>
                      <c:pt idx="37">
                        <c:v>626.16700000000003</c:v>
                      </c:pt>
                      <c:pt idx="38">
                        <c:v>613.673</c:v>
                      </c:pt>
                      <c:pt idx="39">
                        <c:v>626.14300000000003</c:v>
                      </c:pt>
                      <c:pt idx="40">
                        <c:v>648.66200000000003</c:v>
                      </c:pt>
                      <c:pt idx="41">
                        <c:v>658.59900000000005</c:v>
                      </c:pt>
                      <c:pt idx="42">
                        <c:v>648.60900000000004</c:v>
                      </c:pt>
                      <c:pt idx="43">
                        <c:v>623.64099999999996</c:v>
                      </c:pt>
                      <c:pt idx="44">
                        <c:v>648.64099999999996</c:v>
                      </c:pt>
                      <c:pt idx="45">
                        <c:v>631.16300000000001</c:v>
                      </c:pt>
                      <c:pt idx="46">
                        <c:v>621.178</c:v>
                      </c:pt>
                      <c:pt idx="47">
                        <c:v>621.178</c:v>
                      </c:pt>
                      <c:pt idx="48">
                        <c:v>618.67700000000002</c:v>
                      </c:pt>
                      <c:pt idx="49">
                        <c:v>596.19799999999998</c:v>
                      </c:pt>
                      <c:pt idx="50">
                        <c:v>603.70399999999995</c:v>
                      </c:pt>
                      <c:pt idx="51">
                        <c:v>586.20899999999995</c:v>
                      </c:pt>
                      <c:pt idx="52">
                        <c:v>561.26700000000005</c:v>
                      </c:pt>
                      <c:pt idx="53">
                        <c:v>566.26499999999999</c:v>
                      </c:pt>
                      <c:pt idx="54">
                        <c:v>573.75</c:v>
                      </c:pt>
                      <c:pt idx="55">
                        <c:v>573.73900000000003</c:v>
                      </c:pt>
                      <c:pt idx="56">
                        <c:v>573.73900000000003</c:v>
                      </c:pt>
                      <c:pt idx="57">
                        <c:v>586.19399999999996</c:v>
                      </c:pt>
                      <c:pt idx="58">
                        <c:v>568.77</c:v>
                      </c:pt>
                      <c:pt idx="59">
                        <c:v>563.75599999999997</c:v>
                      </c:pt>
                      <c:pt idx="60">
                        <c:v>558.78200000000004</c:v>
                      </c:pt>
                      <c:pt idx="61">
                        <c:v>556.28200000000004</c:v>
                      </c:pt>
                      <c:pt idx="62">
                        <c:v>541.31600000000003</c:v>
                      </c:pt>
                      <c:pt idx="63">
                        <c:v>538.822</c:v>
                      </c:pt>
                      <c:pt idx="64">
                        <c:v>538.82399999999996</c:v>
                      </c:pt>
                      <c:pt idx="65">
                        <c:v>538.82399999999996</c:v>
                      </c:pt>
                      <c:pt idx="66">
                        <c:v>556.29600000000005</c:v>
                      </c:pt>
                      <c:pt idx="67">
                        <c:v>571.23900000000003</c:v>
                      </c:pt>
                      <c:pt idx="68">
                        <c:v>568.774</c:v>
                      </c:pt>
                      <c:pt idx="69">
                        <c:v>561.31100000000004</c:v>
                      </c:pt>
                      <c:pt idx="70">
                        <c:v>558.82000000000005</c:v>
                      </c:pt>
                      <c:pt idx="71">
                        <c:v>541.38</c:v>
                      </c:pt>
                      <c:pt idx="72">
                        <c:v>538.87599999999998</c:v>
                      </c:pt>
                      <c:pt idx="73">
                        <c:v>541.37400000000002</c:v>
                      </c:pt>
                      <c:pt idx="74">
                        <c:v>546.37599999999998</c:v>
                      </c:pt>
                      <c:pt idx="75">
                        <c:v>536.38699999999994</c:v>
                      </c:pt>
                      <c:pt idx="76">
                        <c:v>536.39</c:v>
                      </c:pt>
                      <c:pt idx="77">
                        <c:v>531.39099999999996</c:v>
                      </c:pt>
                      <c:pt idx="78">
                        <c:v>528.88900000000001</c:v>
                      </c:pt>
                      <c:pt idx="79">
                        <c:v>523.88599999999997</c:v>
                      </c:pt>
                      <c:pt idx="80">
                        <c:v>508.964</c:v>
                      </c:pt>
                      <c:pt idx="81">
                        <c:v>506.46300000000002</c:v>
                      </c:pt>
                      <c:pt idx="82">
                        <c:v>506.44200000000001</c:v>
                      </c:pt>
                      <c:pt idx="83">
                        <c:v>521.404</c:v>
                      </c:pt>
                      <c:pt idx="84">
                        <c:v>516.41700000000003</c:v>
                      </c:pt>
                      <c:pt idx="85">
                        <c:v>521.42200000000003</c:v>
                      </c:pt>
                      <c:pt idx="86">
                        <c:v>528.89099999999996</c:v>
                      </c:pt>
                      <c:pt idx="87">
                        <c:v>526.36400000000003</c:v>
                      </c:pt>
                      <c:pt idx="88">
                        <c:v>526.37900000000002</c:v>
                      </c:pt>
                      <c:pt idx="89">
                        <c:v>518.89300000000003</c:v>
                      </c:pt>
                      <c:pt idx="90">
                        <c:v>513.92499999999995</c:v>
                      </c:pt>
                      <c:pt idx="91">
                        <c:v>513.92600000000004</c:v>
                      </c:pt>
                      <c:pt idx="92">
                        <c:v>508.95499999999998</c:v>
                      </c:pt>
                      <c:pt idx="93">
                        <c:v>503.964</c:v>
                      </c:pt>
                      <c:pt idx="94">
                        <c:v>501.464</c:v>
                      </c:pt>
                      <c:pt idx="95">
                        <c:v>504.01600000000002</c:v>
                      </c:pt>
                      <c:pt idx="96">
                        <c:v>501.51</c:v>
                      </c:pt>
                      <c:pt idx="97">
                        <c:v>489.029</c:v>
                      </c:pt>
                      <c:pt idx="98">
                        <c:v>494.012</c:v>
                      </c:pt>
                      <c:pt idx="99">
                        <c:v>506.49700000000001</c:v>
                      </c:pt>
                      <c:pt idx="100">
                        <c:v>501.517</c:v>
                      </c:pt>
                      <c:pt idx="101">
                        <c:v>501.51</c:v>
                      </c:pt>
                      <c:pt idx="102">
                        <c:v>494.03500000000003</c:v>
                      </c:pt>
                      <c:pt idx="103">
                        <c:v>494.029</c:v>
                      </c:pt>
                      <c:pt idx="104">
                        <c:v>494.029</c:v>
                      </c:pt>
                      <c:pt idx="105">
                        <c:v>479</c:v>
                      </c:pt>
                      <c:pt idx="106">
                        <c:v>476.5</c:v>
                      </c:pt>
                      <c:pt idx="107">
                        <c:v>466.5</c:v>
                      </c:pt>
                      <c:pt idx="108">
                        <c:v>474</c:v>
                      </c:pt>
                      <c:pt idx="109">
                        <c:v>474</c:v>
                      </c:pt>
                      <c:pt idx="110">
                        <c:v>469</c:v>
                      </c:pt>
                      <c:pt idx="111">
                        <c:v>469</c:v>
                      </c:pt>
                      <c:pt idx="112">
                        <c:v>469</c:v>
                      </c:pt>
                      <c:pt idx="113">
                        <c:v>469</c:v>
                      </c:pt>
                      <c:pt idx="114">
                        <c:v>469</c:v>
                      </c:pt>
                      <c:pt idx="115">
                        <c:v>459</c:v>
                      </c:pt>
                      <c:pt idx="116">
                        <c:v>459</c:v>
                      </c:pt>
                      <c:pt idx="117">
                        <c:v>444</c:v>
                      </c:pt>
                      <c:pt idx="118">
                        <c:v>441.5</c:v>
                      </c:pt>
                      <c:pt idx="119">
                        <c:v>441.5</c:v>
                      </c:pt>
                      <c:pt idx="120">
                        <c:v>441.5</c:v>
                      </c:pt>
                      <c:pt idx="121">
                        <c:v>456.5</c:v>
                      </c:pt>
                      <c:pt idx="122">
                        <c:v>456.5</c:v>
                      </c:pt>
                      <c:pt idx="123">
                        <c:v>441.5</c:v>
                      </c:pt>
                      <c:pt idx="124">
                        <c:v>436.5</c:v>
                      </c:pt>
                      <c:pt idx="125">
                        <c:v>434</c:v>
                      </c:pt>
                      <c:pt idx="126">
                        <c:v>431.5</c:v>
                      </c:pt>
                      <c:pt idx="127">
                        <c:v>429</c:v>
                      </c:pt>
                      <c:pt idx="128">
                        <c:v>429</c:v>
                      </c:pt>
                      <c:pt idx="129">
                        <c:v>444</c:v>
                      </c:pt>
                      <c:pt idx="130">
                        <c:v>446.5</c:v>
                      </c:pt>
                      <c:pt idx="131">
                        <c:v>454</c:v>
                      </c:pt>
                      <c:pt idx="132">
                        <c:v>456.5</c:v>
                      </c:pt>
                      <c:pt idx="133">
                        <c:v>451.5</c:v>
                      </c:pt>
                      <c:pt idx="134">
                        <c:v>464</c:v>
                      </c:pt>
                      <c:pt idx="135">
                        <c:v>461.5</c:v>
                      </c:pt>
                      <c:pt idx="136">
                        <c:v>441.5</c:v>
                      </c:pt>
                      <c:pt idx="137">
                        <c:v>441.5</c:v>
                      </c:pt>
                      <c:pt idx="138">
                        <c:v>434</c:v>
                      </c:pt>
                      <c:pt idx="139">
                        <c:v>433</c:v>
                      </c:pt>
                      <c:pt idx="140">
                        <c:v>420.5</c:v>
                      </c:pt>
                      <c:pt idx="141">
                        <c:v>420.5</c:v>
                      </c:pt>
                      <c:pt idx="142">
                        <c:v>431.041</c:v>
                      </c:pt>
                      <c:pt idx="143">
                        <c:v>431.5</c:v>
                      </c:pt>
                      <c:pt idx="144">
                        <c:v>441.5</c:v>
                      </c:pt>
                      <c:pt idx="145">
                        <c:v>449</c:v>
                      </c:pt>
                      <c:pt idx="146">
                        <c:v>444</c:v>
                      </c:pt>
                      <c:pt idx="147">
                        <c:v>454</c:v>
                      </c:pt>
                      <c:pt idx="148">
                        <c:v>459</c:v>
                      </c:pt>
                      <c:pt idx="149">
                        <c:v>457.041</c:v>
                      </c:pt>
                      <c:pt idx="150">
                        <c:v>460.5</c:v>
                      </c:pt>
                      <c:pt idx="151">
                        <c:v>477.5</c:v>
                      </c:pt>
                      <c:pt idx="152">
                        <c:v>468</c:v>
                      </c:pt>
                      <c:pt idx="153">
                        <c:v>460.5</c:v>
                      </c:pt>
                      <c:pt idx="154">
                        <c:v>458</c:v>
                      </c:pt>
                      <c:pt idx="155">
                        <c:v>458</c:v>
                      </c:pt>
                      <c:pt idx="156">
                        <c:v>458</c:v>
                      </c:pt>
                      <c:pt idx="157">
                        <c:v>445.5</c:v>
                      </c:pt>
                      <c:pt idx="158">
                        <c:v>440.5</c:v>
                      </c:pt>
                      <c:pt idx="159">
                        <c:v>434</c:v>
                      </c:pt>
                      <c:pt idx="160">
                        <c:v>421.5</c:v>
                      </c:pt>
                      <c:pt idx="161">
                        <c:v>426.5</c:v>
                      </c:pt>
                      <c:pt idx="162">
                        <c:v>426.5</c:v>
                      </c:pt>
                      <c:pt idx="163">
                        <c:v>426.5</c:v>
                      </c:pt>
                      <c:pt idx="164">
                        <c:v>426.5</c:v>
                      </c:pt>
                      <c:pt idx="165">
                        <c:v>421.5</c:v>
                      </c:pt>
                      <c:pt idx="166">
                        <c:v>421.5</c:v>
                      </c:pt>
                      <c:pt idx="167">
                        <c:v>411.5</c:v>
                      </c:pt>
                      <c:pt idx="168">
                        <c:v>411.5</c:v>
                      </c:pt>
                      <c:pt idx="169">
                        <c:v>411.5</c:v>
                      </c:pt>
                      <c:pt idx="170">
                        <c:v>411.5</c:v>
                      </c:pt>
                      <c:pt idx="171">
                        <c:v>411.5</c:v>
                      </c:pt>
                      <c:pt idx="172">
                        <c:v>411.5</c:v>
                      </c:pt>
                      <c:pt idx="173">
                        <c:v>411.5</c:v>
                      </c:pt>
                      <c:pt idx="174">
                        <c:v>411.5</c:v>
                      </c:pt>
                      <c:pt idx="175">
                        <c:v>411.5</c:v>
                      </c:pt>
                      <c:pt idx="176">
                        <c:v>411.5</c:v>
                      </c:pt>
                      <c:pt idx="177">
                        <c:v>411.5</c:v>
                      </c:pt>
                      <c:pt idx="178">
                        <c:v>411.5</c:v>
                      </c:pt>
                      <c:pt idx="179">
                        <c:v>411.5</c:v>
                      </c:pt>
                      <c:pt idx="180">
                        <c:v>411.5</c:v>
                      </c:pt>
                      <c:pt idx="181">
                        <c:v>411.5</c:v>
                      </c:pt>
                      <c:pt idx="182">
                        <c:v>411.5</c:v>
                      </c:pt>
                      <c:pt idx="183">
                        <c:v>411.5</c:v>
                      </c:pt>
                      <c:pt idx="184">
                        <c:v>411.5</c:v>
                      </c:pt>
                      <c:pt idx="185">
                        <c:v>411.5</c:v>
                      </c:pt>
                      <c:pt idx="186">
                        <c:v>411.5</c:v>
                      </c:pt>
                      <c:pt idx="187">
                        <c:v>411.5</c:v>
                      </c:pt>
                      <c:pt idx="188">
                        <c:v>411.5</c:v>
                      </c:pt>
                      <c:pt idx="189">
                        <c:v>411.5</c:v>
                      </c:pt>
                      <c:pt idx="190">
                        <c:v>411.5</c:v>
                      </c:pt>
                      <c:pt idx="191">
                        <c:v>411.5</c:v>
                      </c:pt>
                      <c:pt idx="192">
                        <c:v>411.5</c:v>
                      </c:pt>
                      <c:pt idx="193">
                        <c:v>411.5</c:v>
                      </c:pt>
                      <c:pt idx="194">
                        <c:v>411.5</c:v>
                      </c:pt>
                      <c:pt idx="195">
                        <c:v>411.5</c:v>
                      </c:pt>
                      <c:pt idx="196">
                        <c:v>360.75</c:v>
                      </c:pt>
                      <c:pt idx="197">
                        <c:v>360.75</c:v>
                      </c:pt>
                      <c:pt idx="198">
                        <c:v>360.75</c:v>
                      </c:pt>
                      <c:pt idx="199">
                        <c:v>360.75</c:v>
                      </c:pt>
                      <c:pt idx="200">
                        <c:v>360.75</c:v>
                      </c:pt>
                      <c:pt idx="201">
                        <c:v>360.75</c:v>
                      </c:pt>
                      <c:pt idx="202">
                        <c:v>360.75</c:v>
                      </c:pt>
                      <c:pt idx="203">
                        <c:v>360.75</c:v>
                      </c:pt>
                      <c:pt idx="204">
                        <c:v>360.75</c:v>
                      </c:pt>
                      <c:pt idx="205">
                        <c:v>360.75</c:v>
                      </c:pt>
                      <c:pt idx="206">
                        <c:v>360.75</c:v>
                      </c:pt>
                      <c:pt idx="207">
                        <c:v>360.75</c:v>
                      </c:pt>
                      <c:pt idx="208">
                        <c:v>360.75</c:v>
                      </c:pt>
                      <c:pt idx="209">
                        <c:v>360.75</c:v>
                      </c:pt>
                      <c:pt idx="210">
                        <c:v>391.5</c:v>
                      </c:pt>
                      <c:pt idx="211">
                        <c:v>391.5</c:v>
                      </c:pt>
                      <c:pt idx="212">
                        <c:v>394</c:v>
                      </c:pt>
                      <c:pt idx="213">
                        <c:v>394</c:v>
                      </c:pt>
                      <c:pt idx="214">
                        <c:v>404</c:v>
                      </c:pt>
                      <c:pt idx="215">
                        <c:v>404</c:v>
                      </c:pt>
                      <c:pt idx="216">
                        <c:v>404</c:v>
                      </c:pt>
                      <c:pt idx="217">
                        <c:v>404</c:v>
                      </c:pt>
                      <c:pt idx="218">
                        <c:v>397.75</c:v>
                      </c:pt>
                      <c:pt idx="219">
                        <c:v>397.75</c:v>
                      </c:pt>
                      <c:pt idx="220">
                        <c:v>397.75</c:v>
                      </c:pt>
                      <c:pt idx="221">
                        <c:v>405.25</c:v>
                      </c:pt>
                      <c:pt idx="222">
                        <c:v>400.25</c:v>
                      </c:pt>
                      <c:pt idx="223">
                        <c:v>400.25</c:v>
                      </c:pt>
                      <c:pt idx="224">
                        <c:v>400.25</c:v>
                      </c:pt>
                      <c:pt idx="225">
                        <c:v>400.25</c:v>
                      </c:pt>
                      <c:pt idx="226">
                        <c:v>399</c:v>
                      </c:pt>
                      <c:pt idx="227">
                        <c:v>394</c:v>
                      </c:pt>
                      <c:pt idx="228">
                        <c:v>394</c:v>
                      </c:pt>
                      <c:pt idx="229">
                        <c:v>394.25</c:v>
                      </c:pt>
                      <c:pt idx="230">
                        <c:v>387.75</c:v>
                      </c:pt>
                      <c:pt idx="231">
                        <c:v>387.75</c:v>
                      </c:pt>
                      <c:pt idx="232">
                        <c:v>381.5</c:v>
                      </c:pt>
                      <c:pt idx="233">
                        <c:v>384.5</c:v>
                      </c:pt>
                      <c:pt idx="234">
                        <c:v>380.33300000000003</c:v>
                      </c:pt>
                      <c:pt idx="235">
                        <c:v>376</c:v>
                      </c:pt>
                      <c:pt idx="236">
                        <c:v>376</c:v>
                      </c:pt>
                      <c:pt idx="237">
                        <c:v>385.5</c:v>
                      </c:pt>
                      <c:pt idx="238">
                        <c:v>384</c:v>
                      </c:pt>
                      <c:pt idx="239">
                        <c:v>386.5</c:v>
                      </c:pt>
                      <c:pt idx="240">
                        <c:v>386.5</c:v>
                      </c:pt>
                      <c:pt idx="241">
                        <c:v>384.33300000000003</c:v>
                      </c:pt>
                      <c:pt idx="242">
                        <c:v>388</c:v>
                      </c:pt>
                      <c:pt idx="243">
                        <c:v>384.33300000000003</c:v>
                      </c:pt>
                      <c:pt idx="244">
                        <c:v>383.66699999999997</c:v>
                      </c:pt>
                      <c:pt idx="245">
                        <c:v>381.33300000000003</c:v>
                      </c:pt>
                      <c:pt idx="246">
                        <c:v>371</c:v>
                      </c:pt>
                      <c:pt idx="247">
                        <c:v>369.375</c:v>
                      </c:pt>
                      <c:pt idx="248">
                        <c:v>380.33300000000003</c:v>
                      </c:pt>
                      <c:pt idx="249">
                        <c:v>387.125</c:v>
                      </c:pt>
                      <c:pt idx="250">
                        <c:v>399.5</c:v>
                      </c:pt>
                      <c:pt idx="251">
                        <c:v>415.33300000000003</c:v>
                      </c:pt>
                      <c:pt idx="252">
                        <c:v>423.33300000000003</c:v>
                      </c:pt>
                      <c:pt idx="253">
                        <c:v>444.5</c:v>
                      </c:pt>
                      <c:pt idx="254">
                        <c:v>442.66699999999997</c:v>
                      </c:pt>
                      <c:pt idx="255">
                        <c:v>439</c:v>
                      </c:pt>
                      <c:pt idx="256">
                        <c:v>449</c:v>
                      </c:pt>
                      <c:pt idx="257">
                        <c:v>460.66699999999997</c:v>
                      </c:pt>
                      <c:pt idx="258">
                        <c:v>483.5</c:v>
                      </c:pt>
                      <c:pt idx="259">
                        <c:v>514.66700000000003</c:v>
                      </c:pt>
                      <c:pt idx="260">
                        <c:v>523</c:v>
                      </c:pt>
                      <c:pt idx="261">
                        <c:v>532</c:v>
                      </c:pt>
                      <c:pt idx="262">
                        <c:v>523</c:v>
                      </c:pt>
                      <c:pt idx="263">
                        <c:v>504.66699999999997</c:v>
                      </c:pt>
                      <c:pt idx="264">
                        <c:v>491.33300000000003</c:v>
                      </c:pt>
                      <c:pt idx="265">
                        <c:v>494</c:v>
                      </c:pt>
                      <c:pt idx="266">
                        <c:v>497.66699999999997</c:v>
                      </c:pt>
                      <c:pt idx="267">
                        <c:v>495.33300000000003</c:v>
                      </c:pt>
                      <c:pt idx="268">
                        <c:v>487.33300000000003</c:v>
                      </c:pt>
                      <c:pt idx="269">
                        <c:v>479.33300000000003</c:v>
                      </c:pt>
                      <c:pt idx="270">
                        <c:v>479.66699999999997</c:v>
                      </c:pt>
                      <c:pt idx="271">
                        <c:v>478</c:v>
                      </c:pt>
                      <c:pt idx="272">
                        <c:v>474</c:v>
                      </c:pt>
                      <c:pt idx="273">
                        <c:v>476.83300000000003</c:v>
                      </c:pt>
                      <c:pt idx="274">
                        <c:v>492.75</c:v>
                      </c:pt>
                      <c:pt idx="275">
                        <c:v>506.16699999999997</c:v>
                      </c:pt>
                      <c:pt idx="276">
                        <c:v>501.16699999999997</c:v>
                      </c:pt>
                      <c:pt idx="277">
                        <c:v>499.875</c:v>
                      </c:pt>
                      <c:pt idx="278">
                        <c:v>501.5</c:v>
                      </c:pt>
                      <c:pt idx="279">
                        <c:v>494</c:v>
                      </c:pt>
                      <c:pt idx="280">
                        <c:v>484</c:v>
                      </c:pt>
                      <c:pt idx="281">
                        <c:v>484</c:v>
                      </c:pt>
                      <c:pt idx="282">
                        <c:v>476</c:v>
                      </c:pt>
                      <c:pt idx="283">
                        <c:v>477.75</c:v>
                      </c:pt>
                      <c:pt idx="284">
                        <c:v>485.25</c:v>
                      </c:pt>
                      <c:pt idx="285">
                        <c:v>488.5</c:v>
                      </c:pt>
                      <c:pt idx="286">
                        <c:v>485.25</c:v>
                      </c:pt>
                      <c:pt idx="287">
                        <c:v>480.25</c:v>
                      </c:pt>
                      <c:pt idx="288">
                        <c:v>465.5</c:v>
                      </c:pt>
                      <c:pt idx="289">
                        <c:v>467.5</c:v>
                      </c:pt>
                      <c:pt idx="290">
                        <c:v>453.75</c:v>
                      </c:pt>
                      <c:pt idx="291">
                        <c:v>437.75</c:v>
                      </c:pt>
                      <c:pt idx="292">
                        <c:v>437.75</c:v>
                      </c:pt>
                      <c:pt idx="293">
                        <c:v>447.75</c:v>
                      </c:pt>
                      <c:pt idx="294">
                        <c:v>448.5</c:v>
                      </c:pt>
                      <c:pt idx="295">
                        <c:v>440.25</c:v>
                      </c:pt>
                      <c:pt idx="296">
                        <c:v>447.75</c:v>
                      </c:pt>
                      <c:pt idx="297">
                        <c:v>455.12799999999999</c:v>
                      </c:pt>
                      <c:pt idx="298">
                        <c:v>458.56099999999998</c:v>
                      </c:pt>
                      <c:pt idx="299">
                        <c:v>453.90100000000001</c:v>
                      </c:pt>
                      <c:pt idx="300">
                        <c:v>455.5</c:v>
                      </c:pt>
                      <c:pt idx="301">
                        <c:v>452.928</c:v>
                      </c:pt>
                      <c:pt idx="302">
                        <c:v>450.61599999999999</c:v>
                      </c:pt>
                      <c:pt idx="303">
                        <c:v>432.31900000000002</c:v>
                      </c:pt>
                      <c:pt idx="304">
                        <c:v>406.21699999999998</c:v>
                      </c:pt>
                      <c:pt idx="305">
                        <c:v>424.59899999999999</c:v>
                      </c:pt>
                      <c:pt idx="306">
                        <c:v>403.47199999999998</c:v>
                      </c:pt>
                      <c:pt idx="307">
                        <c:v>421.10700000000003</c:v>
                      </c:pt>
                      <c:pt idx="308">
                        <c:v>400.82400000000001</c:v>
                      </c:pt>
                      <c:pt idx="309">
                        <c:v>404.142</c:v>
                      </c:pt>
                      <c:pt idx="310">
                        <c:v>416.62400000000002</c:v>
                      </c:pt>
                      <c:pt idx="311">
                        <c:v>416.30700000000002</c:v>
                      </c:pt>
                      <c:pt idx="312">
                        <c:v>411.14299999999997</c:v>
                      </c:pt>
                      <c:pt idx="313">
                        <c:v>408.745</c:v>
                      </c:pt>
                      <c:pt idx="314">
                        <c:v>396.07600000000002</c:v>
                      </c:pt>
                      <c:pt idx="315">
                        <c:v>396.67700000000002</c:v>
                      </c:pt>
                      <c:pt idx="316">
                        <c:v>393.38200000000001</c:v>
                      </c:pt>
                      <c:pt idx="317">
                        <c:v>391.81099999999998</c:v>
                      </c:pt>
                      <c:pt idx="318">
                        <c:v>396.77499999999998</c:v>
                      </c:pt>
                      <c:pt idx="319">
                        <c:v>394.37</c:v>
                      </c:pt>
                      <c:pt idx="320">
                        <c:v>393.10500000000002</c:v>
                      </c:pt>
                      <c:pt idx="321">
                        <c:v>390.68799999999999</c:v>
                      </c:pt>
                      <c:pt idx="322">
                        <c:v>395.935</c:v>
                      </c:pt>
                      <c:pt idx="323">
                        <c:v>397.35899999999998</c:v>
                      </c:pt>
                      <c:pt idx="324">
                        <c:v>397.34800000000001</c:v>
                      </c:pt>
                      <c:pt idx="325">
                        <c:v>393.18400000000003</c:v>
                      </c:pt>
                      <c:pt idx="326">
                        <c:v>389.83300000000003</c:v>
                      </c:pt>
                      <c:pt idx="327">
                        <c:v>391</c:v>
                      </c:pt>
                      <c:pt idx="328">
                        <c:v>389.59399999999999</c:v>
                      </c:pt>
                      <c:pt idx="329">
                        <c:v>388.33300000000003</c:v>
                      </c:pt>
                      <c:pt idx="330">
                        <c:v>388.33300000000003</c:v>
                      </c:pt>
                      <c:pt idx="331">
                        <c:v>396.71100000000001</c:v>
                      </c:pt>
                      <c:pt idx="332">
                        <c:v>395.85199999999998</c:v>
                      </c:pt>
                      <c:pt idx="333">
                        <c:v>393.55799999999999</c:v>
                      </c:pt>
                      <c:pt idx="334">
                        <c:v>395.065</c:v>
                      </c:pt>
                      <c:pt idx="335">
                        <c:v>385.73200000000003</c:v>
                      </c:pt>
                      <c:pt idx="336">
                        <c:v>383.44099999999997</c:v>
                      </c:pt>
                      <c:pt idx="337">
                        <c:v>379.12200000000001</c:v>
                      </c:pt>
                      <c:pt idx="338">
                        <c:v>378.92</c:v>
                      </c:pt>
                      <c:pt idx="339">
                        <c:v>381.178</c:v>
                      </c:pt>
                      <c:pt idx="340">
                        <c:v>382.46</c:v>
                      </c:pt>
                      <c:pt idx="341">
                        <c:v>386.04300000000001</c:v>
                      </c:pt>
                      <c:pt idx="342">
                        <c:v>385.56900000000002</c:v>
                      </c:pt>
                      <c:pt idx="343">
                        <c:v>384.40199999999999</c:v>
                      </c:pt>
                      <c:pt idx="344">
                        <c:v>386.75299999999999</c:v>
                      </c:pt>
                      <c:pt idx="345">
                        <c:v>392.01100000000002</c:v>
                      </c:pt>
                      <c:pt idx="346">
                        <c:v>393.41899999999998</c:v>
                      </c:pt>
                      <c:pt idx="347">
                        <c:v>378.678</c:v>
                      </c:pt>
                      <c:pt idx="348">
                        <c:v>361.7</c:v>
                      </c:pt>
                      <c:pt idx="349">
                        <c:v>367.779</c:v>
                      </c:pt>
                      <c:pt idx="350">
                        <c:v>366.94099999999997</c:v>
                      </c:pt>
                      <c:pt idx="351">
                        <c:v>364.63400000000001</c:v>
                      </c:pt>
                      <c:pt idx="352">
                        <c:v>365.52</c:v>
                      </c:pt>
                      <c:pt idx="353">
                        <c:v>364.82400000000001</c:v>
                      </c:pt>
                      <c:pt idx="354">
                        <c:v>359.47800000000001</c:v>
                      </c:pt>
                      <c:pt idx="355">
                        <c:v>362.24700000000001</c:v>
                      </c:pt>
                      <c:pt idx="356">
                        <c:v>363.01900000000001</c:v>
                      </c:pt>
                      <c:pt idx="357">
                        <c:v>358.536</c:v>
                      </c:pt>
                      <c:pt idx="358">
                        <c:v>368.91699999999997</c:v>
                      </c:pt>
                      <c:pt idx="359">
                        <c:v>366.125</c:v>
                      </c:pt>
                      <c:pt idx="360">
                        <c:v>360.88799999999998</c:v>
                      </c:pt>
                      <c:pt idx="361">
                        <c:v>358.76400000000001</c:v>
                      </c:pt>
                      <c:pt idx="362">
                        <c:v>359.15899999999999</c:v>
                      </c:pt>
                      <c:pt idx="363">
                        <c:v>357.74900000000002</c:v>
                      </c:pt>
                      <c:pt idx="364">
                        <c:v>356.54700000000003</c:v>
                      </c:pt>
                      <c:pt idx="365">
                        <c:v>356.41399999999999</c:v>
                      </c:pt>
                      <c:pt idx="366">
                        <c:v>354.86</c:v>
                      </c:pt>
                      <c:pt idx="367">
                        <c:v>359.85399999999998</c:v>
                      </c:pt>
                      <c:pt idx="368">
                        <c:v>359.93099999999998</c:v>
                      </c:pt>
                      <c:pt idx="369">
                        <c:v>358.03800000000001</c:v>
                      </c:pt>
                      <c:pt idx="370">
                        <c:v>355.92</c:v>
                      </c:pt>
                      <c:pt idx="371">
                        <c:v>356.82499999999999</c:v>
                      </c:pt>
                      <c:pt idx="372">
                        <c:v>354.90100000000001</c:v>
                      </c:pt>
                      <c:pt idx="373">
                        <c:v>352.33300000000003</c:v>
                      </c:pt>
                      <c:pt idx="374">
                        <c:v>348.64499999999998</c:v>
                      </c:pt>
                      <c:pt idx="375">
                        <c:v>348.64499999999998</c:v>
                      </c:pt>
                      <c:pt idx="376">
                        <c:v>346.065</c:v>
                      </c:pt>
                      <c:pt idx="377">
                        <c:v>335.774</c:v>
                      </c:pt>
                      <c:pt idx="378">
                        <c:v>334.50400000000002</c:v>
                      </c:pt>
                      <c:pt idx="379">
                        <c:v>335.33699999999999</c:v>
                      </c:pt>
                      <c:pt idx="380">
                        <c:v>335.56599999999997</c:v>
                      </c:pt>
                      <c:pt idx="381">
                        <c:v>335.24799999999999</c:v>
                      </c:pt>
                      <c:pt idx="382">
                        <c:v>331.58800000000002</c:v>
                      </c:pt>
                      <c:pt idx="383">
                        <c:v>325.58800000000002</c:v>
                      </c:pt>
                      <c:pt idx="384">
                        <c:v>321.33300000000003</c:v>
                      </c:pt>
                      <c:pt idx="385">
                        <c:v>302.01299999999998</c:v>
                      </c:pt>
                      <c:pt idx="386">
                        <c:v>306.17399999999998</c:v>
                      </c:pt>
                      <c:pt idx="387">
                        <c:v>301.16699999999997</c:v>
                      </c:pt>
                      <c:pt idx="388">
                        <c:v>305.47399999999999</c:v>
                      </c:pt>
                      <c:pt idx="389">
                        <c:v>302.375</c:v>
                      </c:pt>
                      <c:pt idx="390">
                        <c:v>296.10199999999998</c:v>
                      </c:pt>
                      <c:pt idx="391">
                        <c:v>298.72199999999998</c:v>
                      </c:pt>
                      <c:pt idx="392">
                        <c:v>295.53300000000002</c:v>
                      </c:pt>
                      <c:pt idx="393">
                        <c:v>285.47699999999998</c:v>
                      </c:pt>
                      <c:pt idx="394">
                        <c:v>280.17500000000001</c:v>
                      </c:pt>
                      <c:pt idx="395">
                        <c:v>276.39999999999998</c:v>
                      </c:pt>
                      <c:pt idx="396">
                        <c:v>283</c:v>
                      </c:pt>
                      <c:pt idx="397">
                        <c:v>297.60300000000001</c:v>
                      </c:pt>
                      <c:pt idx="398">
                        <c:v>340.041</c:v>
                      </c:pt>
                      <c:pt idx="399">
                        <c:v>325.2</c:v>
                      </c:pt>
                      <c:pt idx="400">
                        <c:v>321.25</c:v>
                      </c:pt>
                      <c:pt idx="401">
                        <c:v>331.74200000000002</c:v>
                      </c:pt>
                      <c:pt idx="402">
                        <c:v>359.98700000000002</c:v>
                      </c:pt>
                      <c:pt idx="403">
                        <c:v>373.327</c:v>
                      </c:pt>
                      <c:pt idx="404">
                        <c:v>373.22800000000001</c:v>
                      </c:pt>
                      <c:pt idx="405">
                        <c:v>360.90600000000001</c:v>
                      </c:pt>
                      <c:pt idx="406">
                        <c:v>351</c:v>
                      </c:pt>
                      <c:pt idx="407">
                        <c:v>351.75</c:v>
                      </c:pt>
                      <c:pt idx="408">
                        <c:v>343.5</c:v>
                      </c:pt>
                      <c:pt idx="409">
                        <c:v>345.89</c:v>
                      </c:pt>
                      <c:pt idx="410">
                        <c:v>339.19799999999998</c:v>
                      </c:pt>
                      <c:pt idx="411">
                        <c:v>328.63799999999998</c:v>
                      </c:pt>
                      <c:pt idx="412">
                        <c:v>326.34500000000003</c:v>
                      </c:pt>
                      <c:pt idx="413">
                        <c:v>333.92099999999999</c:v>
                      </c:pt>
                      <c:pt idx="414">
                        <c:v>321.08199999999999</c:v>
                      </c:pt>
                      <c:pt idx="415">
                        <c:v>309.65499999999997</c:v>
                      </c:pt>
                      <c:pt idx="416">
                        <c:v>304.346</c:v>
                      </c:pt>
                      <c:pt idx="417">
                        <c:v>299.99</c:v>
                      </c:pt>
                      <c:pt idx="418">
                        <c:v>298.66199999999998</c:v>
                      </c:pt>
                      <c:pt idx="419">
                        <c:v>301.053</c:v>
                      </c:pt>
                      <c:pt idx="420">
                        <c:v>297.59199999999998</c:v>
                      </c:pt>
                      <c:pt idx="421">
                        <c:v>288.52699999999999</c:v>
                      </c:pt>
                      <c:pt idx="422">
                        <c:v>284.92399999999998</c:v>
                      </c:pt>
                      <c:pt idx="423">
                        <c:v>285.86399999999998</c:v>
                      </c:pt>
                      <c:pt idx="424">
                        <c:v>285.86399999999998</c:v>
                      </c:pt>
                      <c:pt idx="425">
                        <c:v>284.56099999999998</c:v>
                      </c:pt>
                      <c:pt idx="426">
                        <c:v>279.58300000000003</c:v>
                      </c:pt>
                      <c:pt idx="427">
                        <c:v>276.32299999999998</c:v>
                      </c:pt>
                      <c:pt idx="428">
                        <c:v>272.77999999999997</c:v>
                      </c:pt>
                      <c:pt idx="429">
                        <c:v>269.19400000000002</c:v>
                      </c:pt>
                      <c:pt idx="430">
                        <c:v>264.49200000000002</c:v>
                      </c:pt>
                      <c:pt idx="431">
                        <c:v>262.86399999999998</c:v>
                      </c:pt>
                      <c:pt idx="432">
                        <c:v>261.23200000000003</c:v>
                      </c:pt>
                      <c:pt idx="433">
                        <c:v>261.23200000000003</c:v>
                      </c:pt>
                      <c:pt idx="434">
                        <c:v>260.67500000000001</c:v>
                      </c:pt>
                      <c:pt idx="435">
                        <c:v>257.83300000000003</c:v>
                      </c:pt>
                      <c:pt idx="436">
                        <c:v>260.10899999999998</c:v>
                      </c:pt>
                      <c:pt idx="437">
                        <c:v>261.14800000000002</c:v>
                      </c:pt>
                      <c:pt idx="438">
                        <c:v>255.59</c:v>
                      </c:pt>
                      <c:pt idx="439">
                        <c:v>253.29599999999999</c:v>
                      </c:pt>
                      <c:pt idx="440">
                        <c:v>252.084</c:v>
                      </c:pt>
                      <c:pt idx="441">
                        <c:v>251.16300000000001</c:v>
                      </c:pt>
                      <c:pt idx="442">
                        <c:v>251.03299999999999</c:v>
                      </c:pt>
                      <c:pt idx="443">
                        <c:v>256.803</c:v>
                      </c:pt>
                      <c:pt idx="444">
                        <c:v>254.94399999999999</c:v>
                      </c:pt>
                      <c:pt idx="445">
                        <c:v>252.65600000000001</c:v>
                      </c:pt>
                      <c:pt idx="446">
                        <c:v>251.00700000000001</c:v>
                      </c:pt>
                      <c:pt idx="447">
                        <c:v>249.04</c:v>
                      </c:pt>
                      <c:pt idx="448">
                        <c:v>251.01400000000001</c:v>
                      </c:pt>
                      <c:pt idx="449">
                        <c:v>254.59899999999999</c:v>
                      </c:pt>
                      <c:pt idx="450">
                        <c:v>253.25200000000001</c:v>
                      </c:pt>
                      <c:pt idx="451">
                        <c:v>252.114</c:v>
                      </c:pt>
                      <c:pt idx="452">
                        <c:v>251.98699999999999</c:v>
                      </c:pt>
                      <c:pt idx="453">
                        <c:v>252.149</c:v>
                      </c:pt>
                      <c:pt idx="454">
                        <c:v>249.98</c:v>
                      </c:pt>
                      <c:pt idx="455">
                        <c:v>249.98</c:v>
                      </c:pt>
                      <c:pt idx="456">
                        <c:v>248.5</c:v>
                      </c:pt>
                      <c:pt idx="457">
                        <c:v>249.691</c:v>
                      </c:pt>
                      <c:pt idx="458">
                        <c:v>248.297</c:v>
                      </c:pt>
                      <c:pt idx="459">
                        <c:v>247.61500000000001</c:v>
                      </c:pt>
                      <c:pt idx="460">
                        <c:v>247.61500000000001</c:v>
                      </c:pt>
                      <c:pt idx="461">
                        <c:v>247.988</c:v>
                      </c:pt>
                      <c:pt idx="462">
                        <c:v>244.63</c:v>
                      </c:pt>
                      <c:pt idx="463">
                        <c:v>244.63499999999999</c:v>
                      </c:pt>
                      <c:pt idx="464">
                        <c:v>240.48</c:v>
                      </c:pt>
                      <c:pt idx="465">
                        <c:v>237.19200000000001</c:v>
                      </c:pt>
                      <c:pt idx="466">
                        <c:v>234.42099999999999</c:v>
                      </c:pt>
                      <c:pt idx="467">
                        <c:v>234.637</c:v>
                      </c:pt>
                      <c:pt idx="468">
                        <c:v>235.63200000000001</c:v>
                      </c:pt>
                      <c:pt idx="469">
                        <c:v>235.1</c:v>
                      </c:pt>
                      <c:pt idx="470">
                        <c:v>235.1</c:v>
                      </c:pt>
                      <c:pt idx="471">
                        <c:v>238.46700000000001</c:v>
                      </c:pt>
                      <c:pt idx="472">
                        <c:v>235.16300000000001</c:v>
                      </c:pt>
                      <c:pt idx="473">
                        <c:v>229.548</c:v>
                      </c:pt>
                      <c:pt idx="474">
                        <c:v>228</c:v>
                      </c:pt>
                      <c:pt idx="475">
                        <c:v>226.262</c:v>
                      </c:pt>
                      <c:pt idx="476">
                        <c:v>224.512</c:v>
                      </c:pt>
                      <c:pt idx="477">
                        <c:v>218.57300000000001</c:v>
                      </c:pt>
                      <c:pt idx="478">
                        <c:v>216.39</c:v>
                      </c:pt>
                      <c:pt idx="479">
                        <c:v>214.667</c:v>
                      </c:pt>
                      <c:pt idx="480">
                        <c:v>215.00299999999999</c:v>
                      </c:pt>
                      <c:pt idx="481">
                        <c:v>218.23400000000001</c:v>
                      </c:pt>
                      <c:pt idx="482">
                        <c:v>211.6</c:v>
                      </c:pt>
                      <c:pt idx="483">
                        <c:v>204.75399999999999</c:v>
                      </c:pt>
                      <c:pt idx="484">
                        <c:v>197.167</c:v>
                      </c:pt>
                      <c:pt idx="485">
                        <c:v>188.79300000000001</c:v>
                      </c:pt>
                      <c:pt idx="486">
                        <c:v>190.52799999999999</c:v>
                      </c:pt>
                      <c:pt idx="487">
                        <c:v>190.261</c:v>
                      </c:pt>
                      <c:pt idx="488">
                        <c:v>182.75</c:v>
                      </c:pt>
                      <c:pt idx="489">
                        <c:v>176.23400000000001</c:v>
                      </c:pt>
                      <c:pt idx="490">
                        <c:v>177.959</c:v>
                      </c:pt>
                      <c:pt idx="491">
                        <c:v>178.631</c:v>
                      </c:pt>
                      <c:pt idx="492">
                        <c:v>179.56399999999999</c:v>
                      </c:pt>
                      <c:pt idx="493">
                        <c:v>175.191</c:v>
                      </c:pt>
                      <c:pt idx="494">
                        <c:v>174.01599999999999</c:v>
                      </c:pt>
                      <c:pt idx="495">
                        <c:v>174.01599999999999</c:v>
                      </c:pt>
                      <c:pt idx="496">
                        <c:v>173.51300000000001</c:v>
                      </c:pt>
                      <c:pt idx="497">
                        <c:v>170.40799999999999</c:v>
                      </c:pt>
                      <c:pt idx="498">
                        <c:v>164.94</c:v>
                      </c:pt>
                      <c:pt idx="499">
                        <c:v>163.69999999999999</c:v>
                      </c:pt>
                      <c:pt idx="500">
                        <c:v>149.87</c:v>
                      </c:pt>
                      <c:pt idx="501">
                        <c:v>159.19999999999999</c:v>
                      </c:pt>
                      <c:pt idx="502">
                        <c:v>154.88399999999999</c:v>
                      </c:pt>
                      <c:pt idx="503">
                        <c:v>159.084</c:v>
                      </c:pt>
                      <c:pt idx="504">
                        <c:v>165.83600000000001</c:v>
                      </c:pt>
                      <c:pt idx="505">
                        <c:v>178.64099999999999</c:v>
                      </c:pt>
                      <c:pt idx="506">
                        <c:v>187.791</c:v>
                      </c:pt>
                      <c:pt idx="507">
                        <c:v>194.483</c:v>
                      </c:pt>
                      <c:pt idx="508">
                        <c:v>195.83799999999999</c:v>
                      </c:pt>
                      <c:pt idx="509">
                        <c:v>192.929</c:v>
                      </c:pt>
                      <c:pt idx="510">
                        <c:v>192.44900000000001</c:v>
                      </c:pt>
                      <c:pt idx="511">
                        <c:v>192.803</c:v>
                      </c:pt>
                      <c:pt idx="512">
                        <c:v>185.93</c:v>
                      </c:pt>
                      <c:pt idx="513">
                        <c:v>183.28299999999999</c:v>
                      </c:pt>
                      <c:pt idx="514">
                        <c:v>183.42</c:v>
                      </c:pt>
                      <c:pt idx="515">
                        <c:v>184.27500000000001</c:v>
                      </c:pt>
                      <c:pt idx="516">
                        <c:v>197.286</c:v>
                      </c:pt>
                      <c:pt idx="517">
                        <c:v>197.17599999999999</c:v>
                      </c:pt>
                      <c:pt idx="518">
                        <c:v>197.167</c:v>
                      </c:pt>
                      <c:pt idx="519">
                        <c:v>199.566</c:v>
                      </c:pt>
                      <c:pt idx="520">
                        <c:v>202.50700000000001</c:v>
                      </c:pt>
                      <c:pt idx="521">
                        <c:v>205.25</c:v>
                      </c:pt>
                      <c:pt idx="522">
                        <c:v>202.08</c:v>
                      </c:pt>
                      <c:pt idx="523">
                        <c:v>201.75</c:v>
                      </c:pt>
                      <c:pt idx="524">
                        <c:v>200.87299999999999</c:v>
                      </c:pt>
                      <c:pt idx="525">
                        <c:v>198.471</c:v>
                      </c:pt>
                      <c:pt idx="526">
                        <c:v>198.357</c:v>
                      </c:pt>
                      <c:pt idx="527">
                        <c:v>200.18</c:v>
                      </c:pt>
                      <c:pt idx="528">
                        <c:v>203.82300000000001</c:v>
                      </c:pt>
                      <c:pt idx="529">
                        <c:v>210.31200000000001</c:v>
                      </c:pt>
                      <c:pt idx="530">
                        <c:v>211.75</c:v>
                      </c:pt>
                      <c:pt idx="531">
                        <c:v>211</c:v>
                      </c:pt>
                      <c:pt idx="532">
                        <c:v>211.24299999999999</c:v>
                      </c:pt>
                      <c:pt idx="533">
                        <c:v>213.46700000000001</c:v>
                      </c:pt>
                      <c:pt idx="534">
                        <c:v>213.46700000000001</c:v>
                      </c:pt>
                      <c:pt idx="535">
                        <c:v>216.01599999999999</c:v>
                      </c:pt>
                      <c:pt idx="536">
                        <c:v>202.065</c:v>
                      </c:pt>
                      <c:pt idx="537">
                        <c:v>191.89500000000001</c:v>
                      </c:pt>
                      <c:pt idx="538">
                        <c:v>193.52500000000001</c:v>
                      </c:pt>
                      <c:pt idx="539">
                        <c:v>191.11</c:v>
                      </c:pt>
                      <c:pt idx="540">
                        <c:v>192.685</c:v>
                      </c:pt>
                      <c:pt idx="541">
                        <c:v>195.28899999999999</c:v>
                      </c:pt>
                      <c:pt idx="542">
                        <c:v>188.50800000000001</c:v>
                      </c:pt>
                      <c:pt idx="543">
                        <c:v>189.82</c:v>
                      </c:pt>
                      <c:pt idx="544">
                        <c:v>192.09299999999999</c:v>
                      </c:pt>
                      <c:pt idx="545">
                        <c:v>191.833</c:v>
                      </c:pt>
                      <c:pt idx="546">
                        <c:v>187.5</c:v>
                      </c:pt>
                      <c:pt idx="547">
                        <c:v>189.69300000000001</c:v>
                      </c:pt>
                      <c:pt idx="548">
                        <c:v>192.01</c:v>
                      </c:pt>
                      <c:pt idx="549">
                        <c:v>192.48400000000001</c:v>
                      </c:pt>
                      <c:pt idx="550">
                        <c:v>190.709</c:v>
                      </c:pt>
                      <c:pt idx="551">
                        <c:v>192.36500000000001</c:v>
                      </c:pt>
                      <c:pt idx="552">
                        <c:v>192.81</c:v>
                      </c:pt>
                      <c:pt idx="553">
                        <c:v>199.667</c:v>
                      </c:pt>
                      <c:pt idx="554">
                        <c:v>210.5</c:v>
                      </c:pt>
                      <c:pt idx="555">
                        <c:v>228.81800000000001</c:v>
                      </c:pt>
                      <c:pt idx="556">
                        <c:v>222.12299999999999</c:v>
                      </c:pt>
                      <c:pt idx="557">
                        <c:v>237.429</c:v>
                      </c:pt>
                      <c:pt idx="558">
                        <c:v>244.05699999999999</c:v>
                      </c:pt>
                      <c:pt idx="559">
                        <c:v>244.71700000000001</c:v>
                      </c:pt>
                      <c:pt idx="560">
                        <c:v>262.04599999999999</c:v>
                      </c:pt>
                      <c:pt idx="561">
                        <c:v>271.84699999999998</c:v>
                      </c:pt>
                      <c:pt idx="562">
                        <c:v>268.66699999999997</c:v>
                      </c:pt>
                      <c:pt idx="563">
                        <c:v>248.2</c:v>
                      </c:pt>
                      <c:pt idx="564">
                        <c:v>240</c:v>
                      </c:pt>
                      <c:pt idx="565">
                        <c:v>240</c:v>
                      </c:pt>
                      <c:pt idx="566">
                        <c:v>254.904</c:v>
                      </c:pt>
                      <c:pt idx="567">
                        <c:v>253.97399999999999</c:v>
                      </c:pt>
                      <c:pt idx="568">
                        <c:v>241.78800000000001</c:v>
                      </c:pt>
                      <c:pt idx="569">
                        <c:v>249.43299999999999</c:v>
                      </c:pt>
                      <c:pt idx="570">
                        <c:v>246.369</c:v>
                      </c:pt>
                      <c:pt idx="571">
                        <c:v>247.203</c:v>
                      </c:pt>
                      <c:pt idx="572">
                        <c:v>248.053</c:v>
                      </c:pt>
                      <c:pt idx="573">
                        <c:v>252.92500000000001</c:v>
                      </c:pt>
                      <c:pt idx="574">
                        <c:v>252.1</c:v>
                      </c:pt>
                      <c:pt idx="575">
                        <c:v>263.23099999999999</c:v>
                      </c:pt>
                      <c:pt idx="576">
                        <c:v>270.423</c:v>
                      </c:pt>
                      <c:pt idx="577">
                        <c:v>267.81599999999997</c:v>
                      </c:pt>
                      <c:pt idx="578">
                        <c:v>256.29300000000001</c:v>
                      </c:pt>
                      <c:pt idx="579">
                        <c:v>259.52499999999998</c:v>
                      </c:pt>
                      <c:pt idx="580">
                        <c:v>257.2</c:v>
                      </c:pt>
                      <c:pt idx="581">
                        <c:v>262</c:v>
                      </c:pt>
                      <c:pt idx="582">
                        <c:v>261.89999999999998</c:v>
                      </c:pt>
                      <c:pt idx="583">
                        <c:v>268.8</c:v>
                      </c:pt>
                      <c:pt idx="584">
                        <c:v>281.3</c:v>
                      </c:pt>
                      <c:pt idx="585">
                        <c:v>294.10000000000002</c:v>
                      </c:pt>
                      <c:pt idx="586">
                        <c:v>300.93900000000002</c:v>
                      </c:pt>
                      <c:pt idx="587">
                        <c:v>293.54000000000002</c:v>
                      </c:pt>
                      <c:pt idx="588">
                        <c:v>275.01499999999999</c:v>
                      </c:pt>
                      <c:pt idx="589">
                        <c:v>259.00900000000001</c:v>
                      </c:pt>
                      <c:pt idx="590">
                        <c:v>254.17500000000001</c:v>
                      </c:pt>
                      <c:pt idx="591">
                        <c:v>254.17500000000001</c:v>
                      </c:pt>
                      <c:pt idx="592">
                        <c:v>261.51499999999999</c:v>
                      </c:pt>
                      <c:pt idx="593">
                        <c:v>253.79599999999999</c:v>
                      </c:pt>
                      <c:pt idx="594">
                        <c:v>254.94300000000001</c:v>
                      </c:pt>
                      <c:pt idx="595">
                        <c:v>247.49199999999999</c:v>
                      </c:pt>
                      <c:pt idx="596">
                        <c:v>247.58500000000001</c:v>
                      </c:pt>
                      <c:pt idx="597">
                        <c:v>254.619</c:v>
                      </c:pt>
                      <c:pt idx="598">
                        <c:v>272.03899999999999</c:v>
                      </c:pt>
                      <c:pt idx="599">
                        <c:v>271.40699999999998</c:v>
                      </c:pt>
                      <c:pt idx="600">
                        <c:v>269.7</c:v>
                      </c:pt>
                      <c:pt idx="601">
                        <c:v>260.25</c:v>
                      </c:pt>
                      <c:pt idx="602">
                        <c:v>250.75</c:v>
                      </c:pt>
                      <c:pt idx="603">
                        <c:v>250.25</c:v>
                      </c:pt>
                      <c:pt idx="604">
                        <c:v>250.03899999999999</c:v>
                      </c:pt>
                      <c:pt idx="605">
                        <c:v>242.22300000000001</c:v>
                      </c:pt>
                      <c:pt idx="606">
                        <c:v>239.74199999999999</c:v>
                      </c:pt>
                      <c:pt idx="607">
                        <c:v>231.82599999999999</c:v>
                      </c:pt>
                      <c:pt idx="608">
                        <c:v>221.45599999999999</c:v>
                      </c:pt>
                      <c:pt idx="609">
                        <c:v>221.70400000000001</c:v>
                      </c:pt>
                      <c:pt idx="610">
                        <c:v>223.249</c:v>
                      </c:pt>
                      <c:pt idx="611">
                        <c:v>226.148</c:v>
                      </c:pt>
                      <c:pt idx="612">
                        <c:v>220.505</c:v>
                      </c:pt>
                      <c:pt idx="613">
                        <c:v>220.00800000000001</c:v>
                      </c:pt>
                      <c:pt idx="614">
                        <c:v>215.363</c:v>
                      </c:pt>
                      <c:pt idx="615">
                        <c:v>213.52600000000001</c:v>
                      </c:pt>
                      <c:pt idx="616">
                        <c:v>210.23400000000001</c:v>
                      </c:pt>
                      <c:pt idx="617">
                        <c:v>203.36500000000001</c:v>
                      </c:pt>
                      <c:pt idx="618">
                        <c:v>205.51400000000001</c:v>
                      </c:pt>
                      <c:pt idx="619">
                        <c:v>209.13900000000001</c:v>
                      </c:pt>
                      <c:pt idx="620">
                        <c:v>210.26400000000001</c:v>
                      </c:pt>
                      <c:pt idx="621">
                        <c:v>207.31399999999999</c:v>
                      </c:pt>
                      <c:pt idx="622">
                        <c:v>202.16900000000001</c:v>
                      </c:pt>
                      <c:pt idx="623">
                        <c:v>199.24299999999999</c:v>
                      </c:pt>
                      <c:pt idx="624">
                        <c:v>200.023</c:v>
                      </c:pt>
                      <c:pt idx="625">
                        <c:v>202.541</c:v>
                      </c:pt>
                      <c:pt idx="626">
                        <c:v>203.02500000000001</c:v>
                      </c:pt>
                      <c:pt idx="627">
                        <c:v>212.05600000000001</c:v>
                      </c:pt>
                      <c:pt idx="628">
                        <c:v>216.411</c:v>
                      </c:pt>
                      <c:pt idx="629">
                        <c:v>218.34200000000001</c:v>
                      </c:pt>
                      <c:pt idx="630">
                        <c:v>217.262</c:v>
                      </c:pt>
                      <c:pt idx="631">
                        <c:v>217.1</c:v>
                      </c:pt>
                      <c:pt idx="632">
                        <c:v>212.9</c:v>
                      </c:pt>
                      <c:pt idx="633">
                        <c:v>205.375</c:v>
                      </c:pt>
                      <c:pt idx="634">
                        <c:v>205.333</c:v>
                      </c:pt>
                      <c:pt idx="635">
                        <c:v>205.333</c:v>
                      </c:pt>
                      <c:pt idx="636">
                        <c:v>199.625</c:v>
                      </c:pt>
                      <c:pt idx="637">
                        <c:v>204.833</c:v>
                      </c:pt>
                      <c:pt idx="638">
                        <c:v>208.8</c:v>
                      </c:pt>
                      <c:pt idx="639">
                        <c:v>207.75</c:v>
                      </c:pt>
                      <c:pt idx="640">
                        <c:v>216.125</c:v>
                      </c:pt>
                      <c:pt idx="641">
                        <c:v>217.125</c:v>
                      </c:pt>
                      <c:pt idx="642">
                        <c:v>219.167</c:v>
                      </c:pt>
                      <c:pt idx="643">
                        <c:v>219.667</c:v>
                      </c:pt>
                      <c:pt idx="644">
                        <c:v>213.25</c:v>
                      </c:pt>
                      <c:pt idx="645">
                        <c:v>212.3</c:v>
                      </c:pt>
                      <c:pt idx="646">
                        <c:v>215</c:v>
                      </c:pt>
                      <c:pt idx="647">
                        <c:v>222.6</c:v>
                      </c:pt>
                      <c:pt idx="648">
                        <c:v>240.167</c:v>
                      </c:pt>
                      <c:pt idx="649">
                        <c:v>241.5</c:v>
                      </c:pt>
                      <c:pt idx="650">
                        <c:v>240.4</c:v>
                      </c:pt>
                      <c:pt idx="651">
                        <c:v>231.375</c:v>
                      </c:pt>
                      <c:pt idx="652">
                        <c:v>226.625</c:v>
                      </c:pt>
                      <c:pt idx="653">
                        <c:v>221.5</c:v>
                      </c:pt>
                      <c:pt idx="654">
                        <c:v>222.5</c:v>
                      </c:pt>
                      <c:pt idx="655">
                        <c:v>219.5</c:v>
                      </c:pt>
                      <c:pt idx="656">
                        <c:v>226.3</c:v>
                      </c:pt>
                      <c:pt idx="657">
                        <c:v>223</c:v>
                      </c:pt>
                      <c:pt idx="658">
                        <c:v>215.8</c:v>
                      </c:pt>
                      <c:pt idx="659">
                        <c:v>212.3</c:v>
                      </c:pt>
                      <c:pt idx="660">
                        <c:v>212.3</c:v>
                      </c:pt>
                      <c:pt idx="661">
                        <c:v>201.625</c:v>
                      </c:pt>
                      <c:pt idx="662">
                        <c:v>200.5</c:v>
                      </c:pt>
                      <c:pt idx="663">
                        <c:v>196.125</c:v>
                      </c:pt>
                      <c:pt idx="664">
                        <c:v>194.625</c:v>
                      </c:pt>
                      <c:pt idx="665">
                        <c:v>189.4</c:v>
                      </c:pt>
                      <c:pt idx="666">
                        <c:v>194.3</c:v>
                      </c:pt>
                      <c:pt idx="667">
                        <c:v>194.5</c:v>
                      </c:pt>
                      <c:pt idx="668">
                        <c:v>193.875</c:v>
                      </c:pt>
                      <c:pt idx="669">
                        <c:v>195</c:v>
                      </c:pt>
                      <c:pt idx="670">
                        <c:v>200.25</c:v>
                      </c:pt>
                      <c:pt idx="671">
                        <c:v>199.5</c:v>
                      </c:pt>
                      <c:pt idx="672">
                        <c:v>193.25</c:v>
                      </c:pt>
                      <c:pt idx="673">
                        <c:v>190.5</c:v>
                      </c:pt>
                      <c:pt idx="674">
                        <c:v>192.80799999999999</c:v>
                      </c:pt>
                      <c:pt idx="675">
                        <c:v>199.542</c:v>
                      </c:pt>
                      <c:pt idx="676">
                        <c:v>199.93100000000001</c:v>
                      </c:pt>
                      <c:pt idx="677">
                        <c:v>199.667</c:v>
                      </c:pt>
                      <c:pt idx="678">
                        <c:v>199.583</c:v>
                      </c:pt>
                      <c:pt idx="679">
                        <c:v>191.9</c:v>
                      </c:pt>
                      <c:pt idx="680">
                        <c:v>187</c:v>
                      </c:pt>
                      <c:pt idx="681">
                        <c:v>189.1</c:v>
                      </c:pt>
                      <c:pt idx="682">
                        <c:v>188.9</c:v>
                      </c:pt>
                      <c:pt idx="683">
                        <c:v>187.85</c:v>
                      </c:pt>
                      <c:pt idx="684">
                        <c:v>190.625</c:v>
                      </c:pt>
                      <c:pt idx="685">
                        <c:v>189.75</c:v>
                      </c:pt>
                      <c:pt idx="686">
                        <c:v>187.667</c:v>
                      </c:pt>
                      <c:pt idx="687">
                        <c:v>184.06200000000001</c:v>
                      </c:pt>
                      <c:pt idx="688">
                        <c:v>182</c:v>
                      </c:pt>
                      <c:pt idx="689">
                        <c:v>186.25</c:v>
                      </c:pt>
                      <c:pt idx="690">
                        <c:v>188.25</c:v>
                      </c:pt>
                      <c:pt idx="691">
                        <c:v>185.875</c:v>
                      </c:pt>
                      <c:pt idx="692">
                        <c:v>185.22</c:v>
                      </c:pt>
                      <c:pt idx="693">
                        <c:v>185.22</c:v>
                      </c:pt>
                      <c:pt idx="694">
                        <c:v>187.91499999999999</c:v>
                      </c:pt>
                      <c:pt idx="695">
                        <c:v>197</c:v>
                      </c:pt>
                      <c:pt idx="696">
                        <c:v>198.33199999999999</c:v>
                      </c:pt>
                      <c:pt idx="697">
                        <c:v>192.17</c:v>
                      </c:pt>
                      <c:pt idx="698">
                        <c:v>195.125</c:v>
                      </c:pt>
                      <c:pt idx="699">
                        <c:v>198.292</c:v>
                      </c:pt>
                      <c:pt idx="700">
                        <c:v>197.11</c:v>
                      </c:pt>
                      <c:pt idx="701">
                        <c:v>191.18799999999999</c:v>
                      </c:pt>
                      <c:pt idx="702">
                        <c:v>191.10499999999999</c:v>
                      </c:pt>
                      <c:pt idx="703">
                        <c:v>193.75</c:v>
                      </c:pt>
                      <c:pt idx="704">
                        <c:v>189.5</c:v>
                      </c:pt>
                      <c:pt idx="705">
                        <c:v>186.47499999999999</c:v>
                      </c:pt>
                      <c:pt idx="706">
                        <c:v>187.18799999999999</c:v>
                      </c:pt>
                      <c:pt idx="707">
                        <c:v>184.333</c:v>
                      </c:pt>
                      <c:pt idx="708">
                        <c:v>181.875</c:v>
                      </c:pt>
                      <c:pt idx="709">
                        <c:v>182.167</c:v>
                      </c:pt>
                      <c:pt idx="710">
                        <c:v>182.00200000000001</c:v>
                      </c:pt>
                      <c:pt idx="711">
                        <c:v>181.61099999999999</c:v>
                      </c:pt>
                      <c:pt idx="712">
                        <c:v>179.47399999999999</c:v>
                      </c:pt>
                      <c:pt idx="713">
                        <c:v>178.833</c:v>
                      </c:pt>
                      <c:pt idx="714">
                        <c:v>179.667</c:v>
                      </c:pt>
                      <c:pt idx="715">
                        <c:v>179.833</c:v>
                      </c:pt>
                      <c:pt idx="716">
                        <c:v>179</c:v>
                      </c:pt>
                      <c:pt idx="717">
                        <c:v>178</c:v>
                      </c:pt>
                      <c:pt idx="718">
                        <c:v>178</c:v>
                      </c:pt>
                      <c:pt idx="719">
                        <c:v>178</c:v>
                      </c:pt>
                      <c:pt idx="720">
                        <c:v>177.75</c:v>
                      </c:pt>
                      <c:pt idx="721">
                        <c:v>172.43899999999999</c:v>
                      </c:pt>
                      <c:pt idx="722">
                        <c:v>176.71899999999999</c:v>
                      </c:pt>
                      <c:pt idx="723">
                        <c:v>178.376</c:v>
                      </c:pt>
                      <c:pt idx="724">
                        <c:v>179.33500000000001</c:v>
                      </c:pt>
                      <c:pt idx="725">
                        <c:v>185.18799999999999</c:v>
                      </c:pt>
                      <c:pt idx="726">
                        <c:v>184.672</c:v>
                      </c:pt>
                      <c:pt idx="727">
                        <c:v>181.02099999999999</c:v>
                      </c:pt>
                      <c:pt idx="728">
                        <c:v>177.68799999999999</c:v>
                      </c:pt>
                      <c:pt idx="729">
                        <c:v>177.68799999999999</c:v>
                      </c:pt>
                      <c:pt idx="730">
                        <c:v>174.96899999999999</c:v>
                      </c:pt>
                      <c:pt idx="731">
                        <c:v>170.404</c:v>
                      </c:pt>
                      <c:pt idx="732">
                        <c:v>170.73500000000001</c:v>
                      </c:pt>
                      <c:pt idx="733">
                        <c:v>168</c:v>
                      </c:pt>
                      <c:pt idx="734">
                        <c:v>167.75299999999999</c:v>
                      </c:pt>
                      <c:pt idx="735">
                        <c:v>167.86699999999999</c:v>
                      </c:pt>
                      <c:pt idx="736">
                        <c:v>167.06200000000001</c:v>
                      </c:pt>
                      <c:pt idx="737">
                        <c:v>169.876</c:v>
                      </c:pt>
                      <c:pt idx="738">
                        <c:v>174.25</c:v>
                      </c:pt>
                      <c:pt idx="739">
                        <c:v>176.125</c:v>
                      </c:pt>
                      <c:pt idx="740">
                        <c:v>176.595</c:v>
                      </c:pt>
                      <c:pt idx="741">
                        <c:v>175.45400000000001</c:v>
                      </c:pt>
                      <c:pt idx="742">
                        <c:v>170</c:v>
                      </c:pt>
                      <c:pt idx="743">
                        <c:v>168.98500000000001</c:v>
                      </c:pt>
                      <c:pt idx="744">
                        <c:v>167.709</c:v>
                      </c:pt>
                      <c:pt idx="745">
                        <c:v>166.46899999999999</c:v>
                      </c:pt>
                      <c:pt idx="746">
                        <c:v>167.505</c:v>
                      </c:pt>
                      <c:pt idx="747">
                        <c:v>168</c:v>
                      </c:pt>
                      <c:pt idx="748">
                        <c:v>169.07499999999999</c:v>
                      </c:pt>
                      <c:pt idx="749">
                        <c:v>169.27099999999999</c:v>
                      </c:pt>
                      <c:pt idx="750">
                        <c:v>163.625</c:v>
                      </c:pt>
                      <c:pt idx="751">
                        <c:v>160.93799999999999</c:v>
                      </c:pt>
                      <c:pt idx="752">
                        <c:v>160.93799999999999</c:v>
                      </c:pt>
                      <c:pt idx="753">
                        <c:v>160.51599999999999</c:v>
                      </c:pt>
                      <c:pt idx="754">
                        <c:v>160.51599999999999</c:v>
                      </c:pt>
                      <c:pt idx="755">
                        <c:v>162.262</c:v>
                      </c:pt>
                      <c:pt idx="756">
                        <c:v>162.46199999999999</c:v>
                      </c:pt>
                      <c:pt idx="757">
                        <c:v>160.00200000000001</c:v>
                      </c:pt>
                      <c:pt idx="758">
                        <c:v>161.33600000000001</c:v>
                      </c:pt>
                      <c:pt idx="759">
                        <c:v>163.06399999999999</c:v>
                      </c:pt>
                      <c:pt idx="760">
                        <c:v>177.625</c:v>
                      </c:pt>
                      <c:pt idx="761">
                        <c:v>174.375</c:v>
                      </c:pt>
                      <c:pt idx="762">
                        <c:v>176.28100000000001</c:v>
                      </c:pt>
                      <c:pt idx="763">
                        <c:v>182.5</c:v>
                      </c:pt>
                      <c:pt idx="764">
                        <c:v>189.5</c:v>
                      </c:pt>
                      <c:pt idx="765">
                        <c:v>178.167</c:v>
                      </c:pt>
                      <c:pt idx="766">
                        <c:v>176.333</c:v>
                      </c:pt>
                      <c:pt idx="767">
                        <c:v>170.375</c:v>
                      </c:pt>
                      <c:pt idx="768">
                        <c:v>166.53100000000001</c:v>
                      </c:pt>
                      <c:pt idx="769">
                        <c:v>166.458</c:v>
                      </c:pt>
                      <c:pt idx="770">
                        <c:v>174.26400000000001</c:v>
                      </c:pt>
                      <c:pt idx="771">
                        <c:v>171.75</c:v>
                      </c:pt>
                      <c:pt idx="772">
                        <c:v>170.28800000000001</c:v>
                      </c:pt>
                      <c:pt idx="773">
                        <c:v>170.31200000000001</c:v>
                      </c:pt>
                      <c:pt idx="774">
                        <c:v>163.90600000000001</c:v>
                      </c:pt>
                      <c:pt idx="775">
                        <c:v>165.35</c:v>
                      </c:pt>
                      <c:pt idx="776">
                        <c:v>158</c:v>
                      </c:pt>
                      <c:pt idx="777">
                        <c:v>154.327</c:v>
                      </c:pt>
                      <c:pt idx="778">
                        <c:v>152.726</c:v>
                      </c:pt>
                      <c:pt idx="779">
                        <c:v>152.75</c:v>
                      </c:pt>
                      <c:pt idx="780">
                        <c:v>152.53100000000001</c:v>
                      </c:pt>
                      <c:pt idx="781">
                        <c:v>154.648</c:v>
                      </c:pt>
                      <c:pt idx="782">
                        <c:v>152.55000000000001</c:v>
                      </c:pt>
                      <c:pt idx="783">
                        <c:v>149.97300000000001</c:v>
                      </c:pt>
                      <c:pt idx="784">
                        <c:v>150.52000000000001</c:v>
                      </c:pt>
                      <c:pt idx="785">
                        <c:v>147.5</c:v>
                      </c:pt>
                      <c:pt idx="786">
                        <c:v>146.958</c:v>
                      </c:pt>
                      <c:pt idx="787">
                        <c:v>146.54400000000001</c:v>
                      </c:pt>
                      <c:pt idx="788">
                        <c:v>146.54400000000001</c:v>
                      </c:pt>
                      <c:pt idx="789">
                        <c:v>142.822</c:v>
                      </c:pt>
                      <c:pt idx="790">
                        <c:v>143.304</c:v>
                      </c:pt>
                      <c:pt idx="791">
                        <c:v>142.125</c:v>
                      </c:pt>
                      <c:pt idx="792">
                        <c:v>142.97900000000001</c:v>
                      </c:pt>
                      <c:pt idx="793">
                        <c:v>140.92599999999999</c:v>
                      </c:pt>
                      <c:pt idx="794">
                        <c:v>137.333</c:v>
                      </c:pt>
                      <c:pt idx="795">
                        <c:v>132.375</c:v>
                      </c:pt>
                      <c:pt idx="796">
                        <c:v>132.77099999999999</c:v>
                      </c:pt>
                      <c:pt idx="797">
                        <c:v>128.167</c:v>
                      </c:pt>
                      <c:pt idx="798">
                        <c:v>125.61</c:v>
                      </c:pt>
                      <c:pt idx="799">
                        <c:v>127.729</c:v>
                      </c:pt>
                      <c:pt idx="800">
                        <c:v>129.85599999999999</c:v>
                      </c:pt>
                      <c:pt idx="801">
                        <c:v>129.57499999999999</c:v>
                      </c:pt>
                      <c:pt idx="802">
                        <c:v>132.923</c:v>
                      </c:pt>
                      <c:pt idx="803">
                        <c:v>133.833</c:v>
                      </c:pt>
                      <c:pt idx="804">
                        <c:v>135.875</c:v>
                      </c:pt>
                      <c:pt idx="805">
                        <c:v>134.29900000000001</c:v>
                      </c:pt>
                      <c:pt idx="806">
                        <c:v>134.20099999999999</c:v>
                      </c:pt>
                      <c:pt idx="807">
                        <c:v>134.73400000000001</c:v>
                      </c:pt>
                      <c:pt idx="808">
                        <c:v>135.83699999999999</c:v>
                      </c:pt>
                      <c:pt idx="809">
                        <c:v>135.76900000000001</c:v>
                      </c:pt>
                      <c:pt idx="810">
                        <c:v>135.084</c:v>
                      </c:pt>
                      <c:pt idx="811">
                        <c:v>134.94999999999999</c:v>
                      </c:pt>
                      <c:pt idx="812">
                        <c:v>136.107</c:v>
                      </c:pt>
                      <c:pt idx="813">
                        <c:v>137.06800000000001</c:v>
                      </c:pt>
                      <c:pt idx="814">
                        <c:v>137.875</c:v>
                      </c:pt>
                      <c:pt idx="815">
                        <c:v>136.91300000000001</c:v>
                      </c:pt>
                      <c:pt idx="816">
                        <c:v>132.333</c:v>
                      </c:pt>
                      <c:pt idx="817">
                        <c:v>128.667</c:v>
                      </c:pt>
                      <c:pt idx="818">
                        <c:v>125.333</c:v>
                      </c:pt>
                      <c:pt idx="819">
                        <c:v>122.562</c:v>
                      </c:pt>
                      <c:pt idx="820">
                        <c:v>123.27500000000001</c:v>
                      </c:pt>
                      <c:pt idx="821">
                        <c:v>122.675</c:v>
                      </c:pt>
                      <c:pt idx="822">
                        <c:v>127.333</c:v>
                      </c:pt>
                      <c:pt idx="823">
                        <c:v>125.236</c:v>
                      </c:pt>
                      <c:pt idx="824">
                        <c:v>125.236</c:v>
                      </c:pt>
                      <c:pt idx="825">
                        <c:v>124.667</c:v>
                      </c:pt>
                      <c:pt idx="826">
                        <c:v>125.22499999999999</c:v>
                      </c:pt>
                      <c:pt idx="827">
                        <c:v>122.113</c:v>
                      </c:pt>
                      <c:pt idx="828">
                        <c:v>117.333</c:v>
                      </c:pt>
                      <c:pt idx="829">
                        <c:v>116.833</c:v>
                      </c:pt>
                      <c:pt idx="830">
                        <c:v>119.473</c:v>
                      </c:pt>
                      <c:pt idx="831">
                        <c:v>121.55</c:v>
                      </c:pt>
                      <c:pt idx="832">
                        <c:v>127.19</c:v>
                      </c:pt>
                      <c:pt idx="833">
                        <c:v>126.667</c:v>
                      </c:pt>
                      <c:pt idx="834">
                        <c:v>128.53700000000001</c:v>
                      </c:pt>
                      <c:pt idx="835">
                        <c:v>123.5</c:v>
                      </c:pt>
                      <c:pt idx="836">
                        <c:v>120.032</c:v>
                      </c:pt>
                      <c:pt idx="837">
                        <c:v>112.45099999999999</c:v>
                      </c:pt>
                      <c:pt idx="838">
                        <c:v>104.998</c:v>
                      </c:pt>
                      <c:pt idx="839">
                        <c:v>100.375</c:v>
                      </c:pt>
                      <c:pt idx="840">
                        <c:v>98.668000000000006</c:v>
                      </c:pt>
                      <c:pt idx="841">
                        <c:v>102.172</c:v>
                      </c:pt>
                      <c:pt idx="842">
                        <c:v>104.233</c:v>
                      </c:pt>
                      <c:pt idx="843">
                        <c:v>107.102</c:v>
                      </c:pt>
                      <c:pt idx="844">
                        <c:v>111.842</c:v>
                      </c:pt>
                      <c:pt idx="845">
                        <c:v>115.83799999999999</c:v>
                      </c:pt>
                      <c:pt idx="846">
                        <c:v>118.16200000000001</c:v>
                      </c:pt>
                      <c:pt idx="847">
                        <c:v>115.248</c:v>
                      </c:pt>
                      <c:pt idx="848">
                        <c:v>118.833</c:v>
                      </c:pt>
                      <c:pt idx="849">
                        <c:v>115.167</c:v>
                      </c:pt>
                      <c:pt idx="850">
                        <c:v>114.83199999999999</c:v>
                      </c:pt>
                      <c:pt idx="851">
                        <c:v>114.83199999999999</c:v>
                      </c:pt>
                      <c:pt idx="852">
                        <c:v>113.946</c:v>
                      </c:pt>
                      <c:pt idx="853">
                        <c:v>112.667</c:v>
                      </c:pt>
                      <c:pt idx="854">
                        <c:v>111.422</c:v>
                      </c:pt>
                      <c:pt idx="855">
                        <c:v>119.833</c:v>
                      </c:pt>
                      <c:pt idx="856">
                        <c:v>120.167</c:v>
                      </c:pt>
                      <c:pt idx="857">
                        <c:v>115.858</c:v>
                      </c:pt>
                      <c:pt idx="858">
                        <c:v>116.16800000000001</c:v>
                      </c:pt>
                      <c:pt idx="859">
                        <c:v>117.33499999999999</c:v>
                      </c:pt>
                      <c:pt idx="860">
                        <c:v>118.602</c:v>
                      </c:pt>
                      <c:pt idx="861">
                        <c:v>120.667</c:v>
                      </c:pt>
                      <c:pt idx="862">
                        <c:v>121.733</c:v>
                      </c:pt>
                      <c:pt idx="863">
                        <c:v>127.833</c:v>
                      </c:pt>
                      <c:pt idx="864">
                        <c:v>134.096</c:v>
                      </c:pt>
                      <c:pt idx="865">
                        <c:v>145.875</c:v>
                      </c:pt>
                      <c:pt idx="866">
                        <c:v>151.25</c:v>
                      </c:pt>
                      <c:pt idx="867">
                        <c:v>201.66900000000001</c:v>
                      </c:pt>
                      <c:pt idx="868">
                        <c:v>223.904</c:v>
                      </c:pt>
                      <c:pt idx="869">
                        <c:v>208.667</c:v>
                      </c:pt>
                      <c:pt idx="870">
                        <c:v>205.11699999999999</c:v>
                      </c:pt>
                      <c:pt idx="871">
                        <c:v>187.167</c:v>
                      </c:pt>
                      <c:pt idx="872">
                        <c:v>180.31200000000001</c:v>
                      </c:pt>
                      <c:pt idx="873">
                        <c:v>181.7</c:v>
                      </c:pt>
                      <c:pt idx="874">
                        <c:v>190.5</c:v>
                      </c:pt>
                      <c:pt idx="875">
                        <c:v>180.167</c:v>
                      </c:pt>
                      <c:pt idx="876">
                        <c:v>158.333</c:v>
                      </c:pt>
                      <c:pt idx="877">
                        <c:v>172.667</c:v>
                      </c:pt>
                      <c:pt idx="878">
                        <c:v>177.55099999999999</c:v>
                      </c:pt>
                      <c:pt idx="879">
                        <c:v>176.47399999999999</c:v>
                      </c:pt>
                      <c:pt idx="880">
                        <c:v>186.53800000000001</c:v>
                      </c:pt>
                      <c:pt idx="881">
                        <c:v>202.833</c:v>
                      </c:pt>
                      <c:pt idx="882">
                        <c:v>217.833</c:v>
                      </c:pt>
                      <c:pt idx="883">
                        <c:v>210.184</c:v>
                      </c:pt>
                      <c:pt idx="884">
                        <c:v>212.5</c:v>
                      </c:pt>
                      <c:pt idx="885">
                        <c:v>213.333</c:v>
                      </c:pt>
                      <c:pt idx="886">
                        <c:v>195.333</c:v>
                      </c:pt>
                      <c:pt idx="887">
                        <c:v>191.833</c:v>
                      </c:pt>
                      <c:pt idx="888">
                        <c:v>181.93</c:v>
                      </c:pt>
                      <c:pt idx="889">
                        <c:v>173.167</c:v>
                      </c:pt>
                      <c:pt idx="890">
                        <c:v>183.20500000000001</c:v>
                      </c:pt>
                      <c:pt idx="891">
                        <c:v>182.667</c:v>
                      </c:pt>
                      <c:pt idx="892">
                        <c:v>189.18199999999999</c:v>
                      </c:pt>
                      <c:pt idx="893">
                        <c:v>186.23099999999999</c:v>
                      </c:pt>
                      <c:pt idx="894">
                        <c:v>186.23099999999999</c:v>
                      </c:pt>
                      <c:pt idx="895">
                        <c:v>187.02799999999999</c:v>
                      </c:pt>
                      <c:pt idx="896">
                        <c:v>194</c:v>
                      </c:pt>
                      <c:pt idx="897">
                        <c:v>192.333</c:v>
                      </c:pt>
                      <c:pt idx="898">
                        <c:v>198.02</c:v>
                      </c:pt>
                      <c:pt idx="899">
                        <c:v>202.333</c:v>
                      </c:pt>
                      <c:pt idx="900">
                        <c:v>194.667</c:v>
                      </c:pt>
                      <c:pt idx="901">
                        <c:v>192.333</c:v>
                      </c:pt>
                      <c:pt idx="902">
                        <c:v>181.833</c:v>
                      </c:pt>
                      <c:pt idx="903">
                        <c:v>179.667</c:v>
                      </c:pt>
                      <c:pt idx="904">
                        <c:v>179.333</c:v>
                      </c:pt>
                      <c:pt idx="905">
                        <c:v>172.63499999999999</c:v>
                      </c:pt>
                      <c:pt idx="906">
                        <c:v>155.32</c:v>
                      </c:pt>
                      <c:pt idx="907">
                        <c:v>156.17500000000001</c:v>
                      </c:pt>
                      <c:pt idx="908">
                        <c:v>149.625</c:v>
                      </c:pt>
                      <c:pt idx="909">
                        <c:v>146.65199999999999</c:v>
                      </c:pt>
                      <c:pt idx="910">
                        <c:v>147.345</c:v>
                      </c:pt>
                      <c:pt idx="911">
                        <c:v>148.614</c:v>
                      </c:pt>
                      <c:pt idx="912">
                        <c:v>150.90600000000001</c:v>
                      </c:pt>
                      <c:pt idx="913">
                        <c:v>155.02000000000001</c:v>
                      </c:pt>
                      <c:pt idx="914">
                        <c:v>154.49</c:v>
                      </c:pt>
                      <c:pt idx="915">
                        <c:v>153.25899999999999</c:v>
                      </c:pt>
                      <c:pt idx="916">
                        <c:v>154.57599999999999</c:v>
                      </c:pt>
                      <c:pt idx="917">
                        <c:v>154.33500000000001</c:v>
                      </c:pt>
                      <c:pt idx="918">
                        <c:v>149.251</c:v>
                      </c:pt>
                      <c:pt idx="919">
                        <c:v>149.251</c:v>
                      </c:pt>
                      <c:pt idx="920">
                        <c:v>145.40100000000001</c:v>
                      </c:pt>
                      <c:pt idx="921">
                        <c:v>143.66999999999999</c:v>
                      </c:pt>
                      <c:pt idx="922">
                        <c:v>143.23599999999999</c:v>
                      </c:pt>
                      <c:pt idx="923">
                        <c:v>141.23099999999999</c:v>
                      </c:pt>
                      <c:pt idx="924">
                        <c:v>145.33500000000001</c:v>
                      </c:pt>
                      <c:pt idx="925">
                        <c:v>145.71299999999999</c:v>
                      </c:pt>
                      <c:pt idx="926">
                        <c:v>150.01499999999999</c:v>
                      </c:pt>
                      <c:pt idx="927">
                        <c:v>153.642</c:v>
                      </c:pt>
                      <c:pt idx="928">
                        <c:v>162.77600000000001</c:v>
                      </c:pt>
                      <c:pt idx="929">
                        <c:v>162.66200000000001</c:v>
                      </c:pt>
                      <c:pt idx="930">
                        <c:v>162.31200000000001</c:v>
                      </c:pt>
                      <c:pt idx="931">
                        <c:v>166.67</c:v>
                      </c:pt>
                      <c:pt idx="932">
                        <c:v>165.655</c:v>
                      </c:pt>
                      <c:pt idx="933">
                        <c:v>162.65</c:v>
                      </c:pt>
                      <c:pt idx="934">
                        <c:v>159.655</c:v>
                      </c:pt>
                      <c:pt idx="935">
                        <c:v>160.67500000000001</c:v>
                      </c:pt>
                      <c:pt idx="936">
                        <c:v>158.55600000000001</c:v>
                      </c:pt>
                      <c:pt idx="937">
                        <c:v>163.93600000000001</c:v>
                      </c:pt>
                      <c:pt idx="938">
                        <c:v>171</c:v>
                      </c:pt>
                      <c:pt idx="939">
                        <c:v>175.005</c:v>
                      </c:pt>
                      <c:pt idx="940">
                        <c:v>173.995</c:v>
                      </c:pt>
                      <c:pt idx="941">
                        <c:v>178.69499999999999</c:v>
                      </c:pt>
                      <c:pt idx="942">
                        <c:v>183.5</c:v>
                      </c:pt>
                      <c:pt idx="943">
                        <c:v>189.01</c:v>
                      </c:pt>
                      <c:pt idx="944">
                        <c:v>189.01</c:v>
                      </c:pt>
                      <c:pt idx="945">
                        <c:v>186.886</c:v>
                      </c:pt>
                      <c:pt idx="946">
                        <c:v>182.607</c:v>
                      </c:pt>
                      <c:pt idx="947">
                        <c:v>188.84200000000001</c:v>
                      </c:pt>
                      <c:pt idx="948">
                        <c:v>195.06100000000001</c:v>
                      </c:pt>
                      <c:pt idx="949">
                        <c:v>205.71299999999999</c:v>
                      </c:pt>
                      <c:pt idx="950">
                        <c:v>206.102</c:v>
                      </c:pt>
                      <c:pt idx="951">
                        <c:v>213.79400000000001</c:v>
                      </c:pt>
                      <c:pt idx="952">
                        <c:v>218.322</c:v>
                      </c:pt>
                      <c:pt idx="953">
                        <c:v>218.08500000000001</c:v>
                      </c:pt>
                      <c:pt idx="954">
                        <c:v>223.041</c:v>
                      </c:pt>
                      <c:pt idx="955">
                        <c:v>216.36600000000001</c:v>
                      </c:pt>
                      <c:pt idx="956">
                        <c:v>200.93199999999999</c:v>
                      </c:pt>
                      <c:pt idx="957">
                        <c:v>191.34</c:v>
                      </c:pt>
                      <c:pt idx="958">
                        <c:v>179.51</c:v>
                      </c:pt>
                      <c:pt idx="959">
                        <c:v>181.02799999999999</c:v>
                      </c:pt>
                      <c:pt idx="960">
                        <c:v>180.441</c:v>
                      </c:pt>
                      <c:pt idx="961">
                        <c:v>176.333</c:v>
                      </c:pt>
                      <c:pt idx="962">
                        <c:v>166.667</c:v>
                      </c:pt>
                      <c:pt idx="963">
                        <c:v>165.17</c:v>
                      </c:pt>
                      <c:pt idx="964">
                        <c:v>161.071</c:v>
                      </c:pt>
                      <c:pt idx="965">
                        <c:v>169.21</c:v>
                      </c:pt>
                      <c:pt idx="966">
                        <c:v>167.148</c:v>
                      </c:pt>
                      <c:pt idx="967">
                        <c:v>165.441</c:v>
                      </c:pt>
                      <c:pt idx="968">
                        <c:v>167.33500000000001</c:v>
                      </c:pt>
                      <c:pt idx="969">
                        <c:v>171.87299999999999</c:v>
                      </c:pt>
                      <c:pt idx="970">
                        <c:v>171.33500000000001</c:v>
                      </c:pt>
                      <c:pt idx="971">
                        <c:v>172.34</c:v>
                      </c:pt>
                      <c:pt idx="972">
                        <c:v>173.67</c:v>
                      </c:pt>
                      <c:pt idx="973">
                        <c:v>171.67</c:v>
                      </c:pt>
                      <c:pt idx="974">
                        <c:v>170.833</c:v>
                      </c:pt>
                      <c:pt idx="975">
                        <c:v>173.178</c:v>
                      </c:pt>
                      <c:pt idx="976">
                        <c:v>169.893</c:v>
                      </c:pt>
                      <c:pt idx="977">
                        <c:v>171.30500000000001</c:v>
                      </c:pt>
                      <c:pt idx="978">
                        <c:v>171.167</c:v>
                      </c:pt>
                      <c:pt idx="979">
                        <c:v>173.49700000000001</c:v>
                      </c:pt>
                      <c:pt idx="980">
                        <c:v>173.49700000000001</c:v>
                      </c:pt>
                      <c:pt idx="981">
                        <c:v>177.114</c:v>
                      </c:pt>
                      <c:pt idx="982">
                        <c:v>181.875</c:v>
                      </c:pt>
                      <c:pt idx="983">
                        <c:v>195.02</c:v>
                      </c:pt>
                      <c:pt idx="984">
                        <c:v>199.94399999999999</c:v>
                      </c:pt>
                      <c:pt idx="985">
                        <c:v>206.5</c:v>
                      </c:pt>
                      <c:pt idx="986">
                        <c:v>212.875</c:v>
                      </c:pt>
                      <c:pt idx="987">
                        <c:v>208.99</c:v>
                      </c:pt>
                      <c:pt idx="988">
                        <c:v>210.22300000000001</c:v>
                      </c:pt>
                      <c:pt idx="989">
                        <c:v>208.53100000000001</c:v>
                      </c:pt>
                      <c:pt idx="990">
                        <c:v>214.36</c:v>
                      </c:pt>
                      <c:pt idx="991">
                        <c:v>220.167</c:v>
                      </c:pt>
                      <c:pt idx="992">
                        <c:v>236.167</c:v>
                      </c:pt>
                      <c:pt idx="993">
                        <c:v>239.66499999999999</c:v>
                      </c:pt>
                      <c:pt idx="994">
                        <c:v>239.66499999999999</c:v>
                      </c:pt>
                      <c:pt idx="995">
                        <c:v>254.429</c:v>
                      </c:pt>
                      <c:pt idx="996">
                        <c:v>248.56399999999999</c:v>
                      </c:pt>
                      <c:pt idx="997">
                        <c:v>232</c:v>
                      </c:pt>
                      <c:pt idx="998">
                        <c:v>229.5</c:v>
                      </c:pt>
                      <c:pt idx="999">
                        <c:v>226.56100000000001</c:v>
                      </c:pt>
                      <c:pt idx="1000">
                        <c:v>225.33</c:v>
                      </c:pt>
                      <c:pt idx="1001">
                        <c:v>221.59399999999999</c:v>
                      </c:pt>
                      <c:pt idx="1002">
                        <c:v>225.90100000000001</c:v>
                      </c:pt>
                      <c:pt idx="1003">
                        <c:v>224.76599999999999</c:v>
                      </c:pt>
                      <c:pt idx="1004">
                        <c:v>225.47499999999999</c:v>
                      </c:pt>
                      <c:pt idx="1005">
                        <c:v>237.59399999999999</c:v>
                      </c:pt>
                      <c:pt idx="1006">
                        <c:v>239.375</c:v>
                      </c:pt>
                      <c:pt idx="1007">
                        <c:v>245.10900000000001</c:v>
                      </c:pt>
                      <c:pt idx="1008">
                        <c:v>259.04500000000002</c:v>
                      </c:pt>
                      <c:pt idx="1009">
                        <c:v>260.65800000000002</c:v>
                      </c:pt>
                      <c:pt idx="1010">
                        <c:v>254.7</c:v>
                      </c:pt>
                      <c:pt idx="1011">
                        <c:v>246.084</c:v>
                      </c:pt>
                      <c:pt idx="1012">
                        <c:v>241.76400000000001</c:v>
                      </c:pt>
                      <c:pt idx="1013">
                        <c:v>246.56100000000001</c:v>
                      </c:pt>
                      <c:pt idx="1014">
                        <c:v>246.56100000000001</c:v>
                      </c:pt>
                      <c:pt idx="1015">
                        <c:v>244.023</c:v>
                      </c:pt>
                      <c:pt idx="1016">
                        <c:v>244.92500000000001</c:v>
                      </c:pt>
                      <c:pt idx="1017">
                        <c:v>241.93899999999999</c:v>
                      </c:pt>
                      <c:pt idx="1018">
                        <c:v>238.571</c:v>
                      </c:pt>
                      <c:pt idx="1019">
                        <c:v>233.32</c:v>
                      </c:pt>
                      <c:pt idx="1020">
                        <c:v>221.17599999999999</c:v>
                      </c:pt>
                      <c:pt idx="1021">
                        <c:v>220.84200000000001</c:v>
                      </c:pt>
                      <c:pt idx="1022">
                        <c:v>226.102</c:v>
                      </c:pt>
                      <c:pt idx="1023">
                        <c:v>238.17500000000001</c:v>
                      </c:pt>
                      <c:pt idx="1024">
                        <c:v>255.125</c:v>
                      </c:pt>
                      <c:pt idx="1025">
                        <c:v>260.59899999999999</c:v>
                      </c:pt>
                      <c:pt idx="1026">
                        <c:v>256.49</c:v>
                      </c:pt>
                      <c:pt idx="1027">
                        <c:v>261.12400000000002</c:v>
                      </c:pt>
                      <c:pt idx="1028">
                        <c:v>268.12599999999998</c:v>
                      </c:pt>
                      <c:pt idx="1029">
                        <c:v>274.07499999999999</c:v>
                      </c:pt>
                      <c:pt idx="1030">
                        <c:v>268.52499999999998</c:v>
                      </c:pt>
                      <c:pt idx="1031">
                        <c:v>269.12400000000002</c:v>
                      </c:pt>
                      <c:pt idx="1032">
                        <c:v>275.17500000000001</c:v>
                      </c:pt>
                      <c:pt idx="1033">
                        <c:v>282.096</c:v>
                      </c:pt>
                      <c:pt idx="1034">
                        <c:v>290.40100000000001</c:v>
                      </c:pt>
                      <c:pt idx="1035">
                        <c:v>274.82100000000003</c:v>
                      </c:pt>
                      <c:pt idx="1036">
                        <c:v>259.78399999999999</c:v>
                      </c:pt>
                      <c:pt idx="1037">
                        <c:v>264.06900000000002</c:v>
                      </c:pt>
                      <c:pt idx="1038">
                        <c:v>262.97800000000001</c:v>
                      </c:pt>
                      <c:pt idx="1039">
                        <c:v>249.84</c:v>
                      </c:pt>
                      <c:pt idx="1040">
                        <c:v>245.23099999999999</c:v>
                      </c:pt>
                      <c:pt idx="1041">
                        <c:v>248.482</c:v>
                      </c:pt>
                      <c:pt idx="1042">
                        <c:v>249.49700000000001</c:v>
                      </c:pt>
                      <c:pt idx="1043">
                        <c:v>252.84800000000001</c:v>
                      </c:pt>
                      <c:pt idx="1044">
                        <c:v>264.495</c:v>
                      </c:pt>
                      <c:pt idx="1045">
                        <c:v>254.39400000000001</c:v>
                      </c:pt>
                      <c:pt idx="1046">
                        <c:v>241.66</c:v>
                      </c:pt>
                      <c:pt idx="1047">
                        <c:v>238.04599999999999</c:v>
                      </c:pt>
                      <c:pt idx="1048">
                        <c:v>233.58699999999999</c:v>
                      </c:pt>
                      <c:pt idx="1049">
                        <c:v>226.952</c:v>
                      </c:pt>
                      <c:pt idx="1050">
                        <c:v>227.52500000000001</c:v>
                      </c:pt>
                      <c:pt idx="1051">
                        <c:v>229.84</c:v>
                      </c:pt>
                      <c:pt idx="1052">
                        <c:v>227.726</c:v>
                      </c:pt>
                      <c:pt idx="1053">
                        <c:v>231.708</c:v>
                      </c:pt>
                      <c:pt idx="1054">
                        <c:v>229.262</c:v>
                      </c:pt>
                      <c:pt idx="1055">
                        <c:v>223.929</c:v>
                      </c:pt>
                      <c:pt idx="1056">
                        <c:v>212.93</c:v>
                      </c:pt>
                      <c:pt idx="1057">
                        <c:v>206.75</c:v>
                      </c:pt>
                      <c:pt idx="1058">
                        <c:v>197.34</c:v>
                      </c:pt>
                      <c:pt idx="1059">
                        <c:v>202.018</c:v>
                      </c:pt>
                      <c:pt idx="1060">
                        <c:v>202.36500000000001</c:v>
                      </c:pt>
                      <c:pt idx="1061">
                        <c:v>200.833</c:v>
                      </c:pt>
                      <c:pt idx="1062">
                        <c:v>195.57499999999999</c:v>
                      </c:pt>
                      <c:pt idx="1063">
                        <c:v>196.49700000000001</c:v>
                      </c:pt>
                      <c:pt idx="1064">
                        <c:v>198.50399999999999</c:v>
                      </c:pt>
                      <c:pt idx="1065">
                        <c:v>201.67500000000001</c:v>
                      </c:pt>
                      <c:pt idx="1066">
                        <c:v>198.42400000000001</c:v>
                      </c:pt>
                      <c:pt idx="1067">
                        <c:v>190.934</c:v>
                      </c:pt>
                      <c:pt idx="1068">
                        <c:v>181.73599999999999</c:v>
                      </c:pt>
                      <c:pt idx="1069">
                        <c:v>183.16300000000001</c:v>
                      </c:pt>
                      <c:pt idx="1070">
                        <c:v>178.46700000000001</c:v>
                      </c:pt>
                      <c:pt idx="1071">
                        <c:v>179.44900000000001</c:v>
                      </c:pt>
                      <c:pt idx="1072">
                        <c:v>182.904</c:v>
                      </c:pt>
                      <c:pt idx="1073">
                        <c:v>188.12700000000001</c:v>
                      </c:pt>
                      <c:pt idx="1074">
                        <c:v>188.833</c:v>
                      </c:pt>
                      <c:pt idx="1075">
                        <c:v>184.714</c:v>
                      </c:pt>
                      <c:pt idx="1076">
                        <c:v>182.5</c:v>
                      </c:pt>
                      <c:pt idx="1077">
                        <c:v>178.65</c:v>
                      </c:pt>
                      <c:pt idx="1078">
                        <c:v>174.04400000000001</c:v>
                      </c:pt>
                      <c:pt idx="1079">
                        <c:v>170.279</c:v>
                      </c:pt>
                      <c:pt idx="1080">
                        <c:v>169.8</c:v>
                      </c:pt>
                      <c:pt idx="1081">
                        <c:v>170.398</c:v>
                      </c:pt>
                      <c:pt idx="1082">
                        <c:v>169.99700000000001</c:v>
                      </c:pt>
                      <c:pt idx="1083">
                        <c:v>171.833</c:v>
                      </c:pt>
                      <c:pt idx="1084">
                        <c:v>171.833</c:v>
                      </c:pt>
                      <c:pt idx="1085">
                        <c:v>170.06399999999999</c:v>
                      </c:pt>
                      <c:pt idx="1086">
                        <c:v>165.358</c:v>
                      </c:pt>
                      <c:pt idx="1087">
                        <c:v>158.62799999999999</c:v>
                      </c:pt>
                      <c:pt idx="1088">
                        <c:v>153.76400000000001</c:v>
                      </c:pt>
                      <c:pt idx="1089">
                        <c:v>157.55600000000001</c:v>
                      </c:pt>
                      <c:pt idx="1090">
                        <c:v>156.66499999999999</c:v>
                      </c:pt>
                      <c:pt idx="1091">
                        <c:v>159.09399999999999</c:v>
                      </c:pt>
                      <c:pt idx="1092">
                        <c:v>157.33000000000001</c:v>
                      </c:pt>
                      <c:pt idx="1093">
                        <c:v>152</c:v>
                      </c:pt>
                      <c:pt idx="1094">
                        <c:v>164.434</c:v>
                      </c:pt>
                      <c:pt idx="1095">
                        <c:v>167.571</c:v>
                      </c:pt>
                      <c:pt idx="1096">
                        <c:v>169.18</c:v>
                      </c:pt>
                      <c:pt idx="1097">
                        <c:v>156.94499999999999</c:v>
                      </c:pt>
                      <c:pt idx="1098">
                        <c:v>168.06100000000001</c:v>
                      </c:pt>
                      <c:pt idx="1099">
                        <c:v>168.59399999999999</c:v>
                      </c:pt>
                      <c:pt idx="1100">
                        <c:v>167.934</c:v>
                      </c:pt>
                      <c:pt idx="1101">
                        <c:v>170.93899999999999</c:v>
                      </c:pt>
                      <c:pt idx="1102">
                        <c:v>167.315</c:v>
                      </c:pt>
                      <c:pt idx="1103">
                        <c:v>173.845</c:v>
                      </c:pt>
                      <c:pt idx="1104">
                        <c:v>173.67</c:v>
                      </c:pt>
                      <c:pt idx="1105">
                        <c:v>178.69499999999999</c:v>
                      </c:pt>
                      <c:pt idx="1106">
                        <c:v>180.16499999999999</c:v>
                      </c:pt>
                      <c:pt idx="1107">
                        <c:v>186.27099999999999</c:v>
                      </c:pt>
                      <c:pt idx="1108">
                        <c:v>198.69499999999999</c:v>
                      </c:pt>
                      <c:pt idx="1109">
                        <c:v>201.68</c:v>
                      </c:pt>
                      <c:pt idx="1110">
                        <c:v>211.297</c:v>
                      </c:pt>
                      <c:pt idx="1111">
                        <c:v>212.69</c:v>
                      </c:pt>
                      <c:pt idx="1112">
                        <c:v>209.83500000000001</c:v>
                      </c:pt>
                      <c:pt idx="1113">
                        <c:v>209.41900000000001</c:v>
                      </c:pt>
                      <c:pt idx="1114">
                        <c:v>207.67</c:v>
                      </c:pt>
                      <c:pt idx="1115">
                        <c:v>206.32499999999999</c:v>
                      </c:pt>
                      <c:pt idx="1116">
                        <c:v>205.44900000000001</c:v>
                      </c:pt>
                      <c:pt idx="1117">
                        <c:v>208.005</c:v>
                      </c:pt>
                      <c:pt idx="1118">
                        <c:v>211.07599999999999</c:v>
                      </c:pt>
                      <c:pt idx="1119">
                        <c:v>211.345</c:v>
                      </c:pt>
                      <c:pt idx="1120">
                        <c:v>212.98</c:v>
                      </c:pt>
                      <c:pt idx="1121">
                        <c:v>201.43899999999999</c:v>
                      </c:pt>
                      <c:pt idx="1122">
                        <c:v>198.64</c:v>
                      </c:pt>
                      <c:pt idx="1123">
                        <c:v>191.678</c:v>
                      </c:pt>
                      <c:pt idx="1124">
                        <c:v>188.947</c:v>
                      </c:pt>
                      <c:pt idx="1125">
                        <c:v>177.536</c:v>
                      </c:pt>
                      <c:pt idx="1126">
                        <c:v>178.52799999999999</c:v>
                      </c:pt>
                      <c:pt idx="1127">
                        <c:v>182.03</c:v>
                      </c:pt>
                      <c:pt idx="1128">
                        <c:v>183.33500000000001</c:v>
                      </c:pt>
                      <c:pt idx="1129">
                        <c:v>186.566</c:v>
                      </c:pt>
                      <c:pt idx="1130">
                        <c:v>183.995</c:v>
                      </c:pt>
                      <c:pt idx="1131">
                        <c:v>183.98500000000001</c:v>
                      </c:pt>
                      <c:pt idx="1132">
                        <c:v>187.45699999999999</c:v>
                      </c:pt>
                      <c:pt idx="1133">
                        <c:v>187.845</c:v>
                      </c:pt>
                      <c:pt idx="1134">
                        <c:v>193.67500000000001</c:v>
                      </c:pt>
                      <c:pt idx="1135">
                        <c:v>190.64699999999999</c:v>
                      </c:pt>
                      <c:pt idx="1136">
                        <c:v>189.845</c:v>
                      </c:pt>
                      <c:pt idx="1137">
                        <c:v>194.03</c:v>
                      </c:pt>
                      <c:pt idx="1138">
                        <c:v>198.02</c:v>
                      </c:pt>
                      <c:pt idx="1139">
                        <c:v>194.92599999999999</c:v>
                      </c:pt>
                      <c:pt idx="1140">
                        <c:v>198.477</c:v>
                      </c:pt>
                      <c:pt idx="1141">
                        <c:v>197.23099999999999</c:v>
                      </c:pt>
                      <c:pt idx="1142">
                        <c:v>197.66499999999999</c:v>
                      </c:pt>
                      <c:pt idx="1143">
                        <c:v>200.67</c:v>
                      </c:pt>
                      <c:pt idx="1144">
                        <c:v>203.43899999999999</c:v>
                      </c:pt>
                      <c:pt idx="1145">
                        <c:v>205.16</c:v>
                      </c:pt>
                      <c:pt idx="1146">
                        <c:v>206.34800000000001</c:v>
                      </c:pt>
                      <c:pt idx="1147">
                        <c:v>205.792</c:v>
                      </c:pt>
                      <c:pt idx="1148">
                        <c:v>203.655</c:v>
                      </c:pt>
                      <c:pt idx="1149">
                        <c:v>205.41900000000001</c:v>
                      </c:pt>
                      <c:pt idx="1150">
                        <c:v>204.66499999999999</c:v>
                      </c:pt>
                      <c:pt idx="1151">
                        <c:v>204</c:v>
                      </c:pt>
                      <c:pt idx="1152">
                        <c:v>201.32</c:v>
                      </c:pt>
                      <c:pt idx="1153">
                        <c:v>199.17</c:v>
                      </c:pt>
                      <c:pt idx="1154">
                        <c:v>201.10900000000001</c:v>
                      </c:pt>
                      <c:pt idx="1155">
                        <c:v>203.142</c:v>
                      </c:pt>
                      <c:pt idx="1156">
                        <c:v>208.05600000000001</c:v>
                      </c:pt>
                      <c:pt idx="1157">
                        <c:v>216.21</c:v>
                      </c:pt>
                      <c:pt idx="1158">
                        <c:v>225.345</c:v>
                      </c:pt>
                      <c:pt idx="1159">
                        <c:v>219.33500000000001</c:v>
                      </c:pt>
                      <c:pt idx="1160">
                        <c:v>230.04499999999999</c:v>
                      </c:pt>
                      <c:pt idx="1161">
                        <c:v>232.33</c:v>
                      </c:pt>
                      <c:pt idx="1162">
                        <c:v>235.16499999999999</c:v>
                      </c:pt>
                      <c:pt idx="1163">
                        <c:v>233.64500000000001</c:v>
                      </c:pt>
                      <c:pt idx="1164">
                        <c:v>264.68400000000003</c:v>
                      </c:pt>
                      <c:pt idx="1165">
                        <c:v>294.19</c:v>
                      </c:pt>
                      <c:pt idx="1166">
                        <c:v>326.35399999999998</c:v>
                      </c:pt>
                      <c:pt idx="1167">
                        <c:v>342.5</c:v>
                      </c:pt>
                      <c:pt idx="1168">
                        <c:v>265.435</c:v>
                      </c:pt>
                      <c:pt idx="1169">
                        <c:v>232.19200000000001</c:v>
                      </c:pt>
                      <c:pt idx="1170">
                        <c:v>229.41</c:v>
                      </c:pt>
                      <c:pt idx="1171">
                        <c:v>238.495</c:v>
                      </c:pt>
                      <c:pt idx="1172">
                        <c:v>234.42699999999999</c:v>
                      </c:pt>
                      <c:pt idx="1173">
                        <c:v>238.416</c:v>
                      </c:pt>
                      <c:pt idx="1174">
                        <c:v>267.51</c:v>
                      </c:pt>
                      <c:pt idx="1175">
                        <c:v>236.81899999999999</c:v>
                      </c:pt>
                      <c:pt idx="1176">
                        <c:v>244.04</c:v>
                      </c:pt>
                      <c:pt idx="1177">
                        <c:v>240.685</c:v>
                      </c:pt>
                      <c:pt idx="1178">
                        <c:v>246.07900000000001</c:v>
                      </c:pt>
                      <c:pt idx="1179">
                        <c:v>317.29899999999998</c:v>
                      </c:pt>
                      <c:pt idx="1180">
                        <c:v>324.89800000000002</c:v>
                      </c:pt>
                      <c:pt idx="1181">
                        <c:v>382.58300000000003</c:v>
                      </c:pt>
                      <c:pt idx="1182">
                        <c:v>382.35500000000002</c:v>
                      </c:pt>
                      <c:pt idx="1183">
                        <c:v>462.07799999999997</c:v>
                      </c:pt>
                      <c:pt idx="1184">
                        <c:v>461.40800000000002</c:v>
                      </c:pt>
                      <c:pt idx="1185">
                        <c:v>330.20299999999997</c:v>
                      </c:pt>
                      <c:pt idx="1186">
                        <c:v>365.48</c:v>
                      </c:pt>
                      <c:pt idx="1187">
                        <c:v>377.79500000000002</c:v>
                      </c:pt>
                      <c:pt idx="1188">
                        <c:v>374.779</c:v>
                      </c:pt>
                      <c:pt idx="1189">
                        <c:v>376.12</c:v>
                      </c:pt>
                      <c:pt idx="1190">
                        <c:v>375.65</c:v>
                      </c:pt>
                      <c:pt idx="1191">
                        <c:v>588.30600000000004</c:v>
                      </c:pt>
                      <c:pt idx="1192">
                        <c:v>635.57299999999998</c:v>
                      </c:pt>
                      <c:pt idx="1193">
                        <c:v>614.24199999999996</c:v>
                      </c:pt>
                      <c:pt idx="1194">
                        <c:v>569.08199999999999</c:v>
                      </c:pt>
                      <c:pt idx="1195">
                        <c:v>494.94099999999997</c:v>
                      </c:pt>
                      <c:pt idx="1196">
                        <c:v>419.85</c:v>
                      </c:pt>
                      <c:pt idx="1197">
                        <c:v>386.22899999999998</c:v>
                      </c:pt>
                      <c:pt idx="1198">
                        <c:v>345.47500000000002</c:v>
                      </c:pt>
                      <c:pt idx="1199">
                        <c:v>333.863</c:v>
                      </c:pt>
                      <c:pt idx="1200">
                        <c:v>303.85000000000002</c:v>
                      </c:pt>
                      <c:pt idx="1201">
                        <c:v>336.06099999999998</c:v>
                      </c:pt>
                      <c:pt idx="1202">
                        <c:v>363.69799999999998</c:v>
                      </c:pt>
                      <c:pt idx="1203">
                        <c:v>342.63299999999998</c:v>
                      </c:pt>
                      <c:pt idx="1204">
                        <c:v>330.33499999999998</c:v>
                      </c:pt>
                      <c:pt idx="1205">
                        <c:v>328.39600000000002</c:v>
                      </c:pt>
                      <c:pt idx="1206">
                        <c:v>383.96</c:v>
                      </c:pt>
                      <c:pt idx="1207">
                        <c:v>386.887</c:v>
                      </c:pt>
                      <c:pt idx="1208">
                        <c:v>380.36799999999999</c:v>
                      </c:pt>
                      <c:pt idx="1209">
                        <c:v>382.12</c:v>
                      </c:pt>
                      <c:pt idx="1210">
                        <c:v>396.98500000000001</c:v>
                      </c:pt>
                      <c:pt idx="1211">
                        <c:v>424.94499999999999</c:v>
                      </c:pt>
                      <c:pt idx="1212">
                        <c:v>471.66699999999997</c:v>
                      </c:pt>
                      <c:pt idx="1213">
                        <c:v>442.79500000000002</c:v>
                      </c:pt>
                      <c:pt idx="1214">
                        <c:v>397.46899999999999</c:v>
                      </c:pt>
                      <c:pt idx="1215">
                        <c:v>366.416</c:v>
                      </c:pt>
                      <c:pt idx="1216">
                        <c:v>360.83499999999998</c:v>
                      </c:pt>
                      <c:pt idx="1217">
                        <c:v>362.84800000000001</c:v>
                      </c:pt>
                      <c:pt idx="1218">
                        <c:v>362.84800000000001</c:v>
                      </c:pt>
                      <c:pt idx="1219">
                        <c:v>382.34500000000003</c:v>
                      </c:pt>
                      <c:pt idx="1220">
                        <c:v>375.02800000000002</c:v>
                      </c:pt>
                      <c:pt idx="1221">
                        <c:v>392.30200000000002</c:v>
                      </c:pt>
                      <c:pt idx="1222">
                        <c:v>411.40499999999997</c:v>
                      </c:pt>
                      <c:pt idx="1223">
                        <c:v>433.005</c:v>
                      </c:pt>
                      <c:pt idx="1224">
                        <c:v>395.233</c:v>
                      </c:pt>
                      <c:pt idx="1225">
                        <c:v>405.85500000000002</c:v>
                      </c:pt>
                      <c:pt idx="1226">
                        <c:v>397.233</c:v>
                      </c:pt>
                      <c:pt idx="1227">
                        <c:v>392.459</c:v>
                      </c:pt>
                      <c:pt idx="1228">
                        <c:v>409.57900000000001</c:v>
                      </c:pt>
                      <c:pt idx="1229">
                        <c:v>422.423</c:v>
                      </c:pt>
                      <c:pt idx="1230">
                        <c:v>393.27199999999999</c:v>
                      </c:pt>
                      <c:pt idx="1231">
                        <c:v>351.916</c:v>
                      </c:pt>
                      <c:pt idx="1232">
                        <c:v>337.75</c:v>
                      </c:pt>
                      <c:pt idx="1233">
                        <c:v>340.15499999999997</c:v>
                      </c:pt>
                      <c:pt idx="1234">
                        <c:v>334.74400000000003</c:v>
                      </c:pt>
                      <c:pt idx="1235">
                        <c:v>334.74400000000003</c:v>
                      </c:pt>
                      <c:pt idx="1236">
                        <c:v>334.74400000000003</c:v>
                      </c:pt>
                      <c:pt idx="1237">
                        <c:v>334.74400000000003</c:v>
                      </c:pt>
                      <c:pt idx="1238">
                        <c:v>331.505</c:v>
                      </c:pt>
                      <c:pt idx="1239">
                        <c:v>331.505</c:v>
                      </c:pt>
                      <c:pt idx="1240">
                        <c:v>331.66</c:v>
                      </c:pt>
                      <c:pt idx="1241">
                        <c:v>331.66</c:v>
                      </c:pt>
                      <c:pt idx="1242">
                        <c:v>331.66</c:v>
                      </c:pt>
                      <c:pt idx="1243">
                        <c:v>324.09899999999999</c:v>
                      </c:pt>
                      <c:pt idx="1244">
                        <c:v>321.35300000000001</c:v>
                      </c:pt>
                      <c:pt idx="1245">
                        <c:v>330.90600000000001</c:v>
                      </c:pt>
                      <c:pt idx="1246">
                        <c:v>340.18</c:v>
                      </c:pt>
                      <c:pt idx="1247">
                        <c:v>337.26600000000002</c:v>
                      </c:pt>
                      <c:pt idx="1248">
                        <c:v>352.09899999999999</c:v>
                      </c:pt>
                      <c:pt idx="1249">
                        <c:v>358.73599999999999</c:v>
                      </c:pt>
                      <c:pt idx="1250">
                        <c:v>367.40499999999997</c:v>
                      </c:pt>
                      <c:pt idx="1251">
                        <c:v>387.35500000000002</c:v>
                      </c:pt>
                      <c:pt idx="1252">
                        <c:v>359.70600000000002</c:v>
                      </c:pt>
                      <c:pt idx="1253">
                        <c:v>357.13200000000001</c:v>
                      </c:pt>
                      <c:pt idx="1254">
                        <c:v>388.755</c:v>
                      </c:pt>
                      <c:pt idx="1255">
                        <c:v>393.46499999999997</c:v>
                      </c:pt>
                      <c:pt idx="1256">
                        <c:v>388.7</c:v>
                      </c:pt>
                      <c:pt idx="1257">
                        <c:v>375.58600000000001</c:v>
                      </c:pt>
                      <c:pt idx="1258">
                        <c:v>367.041</c:v>
                      </c:pt>
                      <c:pt idx="1259">
                        <c:v>378.33300000000003</c:v>
                      </c:pt>
                      <c:pt idx="1260">
                        <c:v>362.27100000000002</c:v>
                      </c:pt>
                      <c:pt idx="1261">
                        <c:v>378</c:v>
                      </c:pt>
                      <c:pt idx="1262">
                        <c:v>385.75</c:v>
                      </c:pt>
                      <c:pt idx="1263">
                        <c:v>399.66699999999997</c:v>
                      </c:pt>
                      <c:pt idx="1264">
                        <c:v>402.68</c:v>
                      </c:pt>
                      <c:pt idx="1265">
                        <c:v>428.66699999999997</c:v>
                      </c:pt>
                      <c:pt idx="1266">
                        <c:v>427.43400000000003</c:v>
                      </c:pt>
                      <c:pt idx="1267">
                        <c:v>400.8</c:v>
                      </c:pt>
                      <c:pt idx="1268">
                        <c:v>396.66699999999997</c:v>
                      </c:pt>
                      <c:pt idx="1269">
                        <c:v>431.5</c:v>
                      </c:pt>
                      <c:pt idx="1270">
                        <c:v>437.25299999999999</c:v>
                      </c:pt>
                      <c:pt idx="1271">
                        <c:v>461.38600000000002</c:v>
                      </c:pt>
                      <c:pt idx="1272">
                        <c:v>450.30500000000001</c:v>
                      </c:pt>
                      <c:pt idx="1273">
                        <c:v>455.58499999999998</c:v>
                      </c:pt>
                      <c:pt idx="1274">
                        <c:v>480.767</c:v>
                      </c:pt>
                      <c:pt idx="1275">
                        <c:v>467</c:v>
                      </c:pt>
                      <c:pt idx="1276">
                        <c:v>468.25799999999998</c:v>
                      </c:pt>
                      <c:pt idx="1277">
                        <c:v>489.31200000000001</c:v>
                      </c:pt>
                      <c:pt idx="1278">
                        <c:v>505</c:v>
                      </c:pt>
                      <c:pt idx="1279">
                        <c:v>482.33300000000003</c:v>
                      </c:pt>
                      <c:pt idx="1280">
                        <c:v>481.03300000000002</c:v>
                      </c:pt>
                      <c:pt idx="1281">
                        <c:v>486</c:v>
                      </c:pt>
                      <c:pt idx="1282">
                        <c:v>492.09500000000003</c:v>
                      </c:pt>
                      <c:pt idx="1283">
                        <c:v>515.33299999999997</c:v>
                      </c:pt>
                      <c:pt idx="1284">
                        <c:v>508.947</c:v>
                      </c:pt>
                      <c:pt idx="1285">
                        <c:v>494.66699999999997</c:v>
                      </c:pt>
                      <c:pt idx="1286">
                        <c:v>513</c:v>
                      </c:pt>
                      <c:pt idx="1287">
                        <c:v>512.80399999999997</c:v>
                      </c:pt>
                      <c:pt idx="1288">
                        <c:v>519.82799999999997</c:v>
                      </c:pt>
                      <c:pt idx="1289">
                        <c:v>491.29399999999998</c:v>
                      </c:pt>
                      <c:pt idx="1290">
                        <c:v>484.66699999999997</c:v>
                      </c:pt>
                      <c:pt idx="1291">
                        <c:v>474.96</c:v>
                      </c:pt>
                      <c:pt idx="1292">
                        <c:v>463.63099999999997</c:v>
                      </c:pt>
                      <c:pt idx="1293">
                        <c:v>444.66699999999997</c:v>
                      </c:pt>
                      <c:pt idx="1294">
                        <c:v>446.64</c:v>
                      </c:pt>
                      <c:pt idx="1295">
                        <c:v>439.66699999999997</c:v>
                      </c:pt>
                      <c:pt idx="1296">
                        <c:v>431.875</c:v>
                      </c:pt>
                      <c:pt idx="1297">
                        <c:v>440.34</c:v>
                      </c:pt>
                      <c:pt idx="1298">
                        <c:v>417.51499999999999</c:v>
                      </c:pt>
                      <c:pt idx="1299">
                        <c:v>433.40199999999999</c:v>
                      </c:pt>
                      <c:pt idx="1300">
                        <c:v>423.47</c:v>
                      </c:pt>
                      <c:pt idx="1301">
                        <c:v>404.33300000000003</c:v>
                      </c:pt>
                      <c:pt idx="1302">
                        <c:v>408.274</c:v>
                      </c:pt>
                      <c:pt idx="1303">
                        <c:v>434</c:v>
                      </c:pt>
                      <c:pt idx="1304">
                        <c:v>421.06099999999998</c:v>
                      </c:pt>
                      <c:pt idx="1305">
                        <c:v>416.71300000000002</c:v>
                      </c:pt>
                      <c:pt idx="1306">
                        <c:v>391.24900000000002</c:v>
                      </c:pt>
                      <c:pt idx="1307">
                        <c:v>371</c:v>
                      </c:pt>
                      <c:pt idx="1308">
                        <c:v>373.56</c:v>
                      </c:pt>
                      <c:pt idx="1309">
                        <c:v>374.5</c:v>
                      </c:pt>
                      <c:pt idx="1310">
                        <c:v>360.33300000000003</c:v>
                      </c:pt>
                      <c:pt idx="1311">
                        <c:v>346.005</c:v>
                      </c:pt>
                      <c:pt idx="1312">
                        <c:v>347.68</c:v>
                      </c:pt>
                      <c:pt idx="1313">
                        <c:v>350.416</c:v>
                      </c:pt>
                      <c:pt idx="1314">
                        <c:v>338.06799999999998</c:v>
                      </c:pt>
                      <c:pt idx="1315">
                        <c:v>338.28899999999999</c:v>
                      </c:pt>
                      <c:pt idx="1316">
                        <c:v>334</c:v>
                      </c:pt>
                      <c:pt idx="1317">
                        <c:v>334.51</c:v>
                      </c:pt>
                      <c:pt idx="1318">
                        <c:v>354.33300000000003</c:v>
                      </c:pt>
                      <c:pt idx="1319">
                        <c:v>344.846</c:v>
                      </c:pt>
                      <c:pt idx="1320">
                        <c:v>347.61900000000003</c:v>
                      </c:pt>
                      <c:pt idx="1321">
                        <c:v>343.46499999999997</c:v>
                      </c:pt>
                      <c:pt idx="1322">
                        <c:v>334.32</c:v>
                      </c:pt>
                      <c:pt idx="1323">
                        <c:v>347.108</c:v>
                      </c:pt>
                      <c:pt idx="1324">
                        <c:v>342.91199999999998</c:v>
                      </c:pt>
                      <c:pt idx="1325">
                        <c:v>322.28199999999998</c:v>
                      </c:pt>
                      <c:pt idx="1326">
                        <c:v>324.37299999999999</c:v>
                      </c:pt>
                      <c:pt idx="1327">
                        <c:v>324.29000000000002</c:v>
                      </c:pt>
                      <c:pt idx="1328">
                        <c:v>312.16000000000003</c:v>
                      </c:pt>
                      <c:pt idx="1329">
                        <c:v>293.024</c:v>
                      </c:pt>
                      <c:pt idx="1330">
                        <c:v>270.33300000000003</c:v>
                      </c:pt>
                      <c:pt idx="1331">
                        <c:v>260.33300000000003</c:v>
                      </c:pt>
                      <c:pt idx="1332">
                        <c:v>262.57799999999997</c:v>
                      </c:pt>
                      <c:pt idx="1333">
                        <c:v>275.995</c:v>
                      </c:pt>
                      <c:pt idx="1334">
                        <c:v>277</c:v>
                      </c:pt>
                      <c:pt idx="1335">
                        <c:v>285.33300000000003</c:v>
                      </c:pt>
                      <c:pt idx="1336">
                        <c:v>282.125</c:v>
                      </c:pt>
                      <c:pt idx="1337">
                        <c:v>279.81299999999999</c:v>
                      </c:pt>
                      <c:pt idx="1338">
                        <c:v>267.33300000000003</c:v>
                      </c:pt>
                      <c:pt idx="1339">
                        <c:v>258.04899999999998</c:v>
                      </c:pt>
                      <c:pt idx="1340">
                        <c:v>249.90799999999999</c:v>
                      </c:pt>
                      <c:pt idx="1341">
                        <c:v>259</c:v>
                      </c:pt>
                      <c:pt idx="1342">
                        <c:v>260.66000000000003</c:v>
                      </c:pt>
                      <c:pt idx="1343">
                        <c:v>259.505</c:v>
                      </c:pt>
                      <c:pt idx="1344">
                        <c:v>251.667</c:v>
                      </c:pt>
                      <c:pt idx="1345">
                        <c:v>253.45699999999999</c:v>
                      </c:pt>
                      <c:pt idx="1346">
                        <c:v>250.065</c:v>
                      </c:pt>
                      <c:pt idx="1347">
                        <c:v>245.03</c:v>
                      </c:pt>
                      <c:pt idx="1348">
                        <c:v>231.37100000000001</c:v>
                      </c:pt>
                      <c:pt idx="1349">
                        <c:v>231.66300000000001</c:v>
                      </c:pt>
                      <c:pt idx="1350">
                        <c:v>237.35499999999999</c:v>
                      </c:pt>
                      <c:pt idx="1351">
                        <c:v>232.08099999999999</c:v>
                      </c:pt>
                      <c:pt idx="1352">
                        <c:v>227.251</c:v>
                      </c:pt>
                      <c:pt idx="1353">
                        <c:v>232.11699999999999</c:v>
                      </c:pt>
                      <c:pt idx="1354">
                        <c:v>226.94200000000001</c:v>
                      </c:pt>
                      <c:pt idx="1355">
                        <c:v>229.59399999999999</c:v>
                      </c:pt>
                      <c:pt idx="1356">
                        <c:v>229.95699999999999</c:v>
                      </c:pt>
                      <c:pt idx="1357">
                        <c:v>231.01499999999999</c:v>
                      </c:pt>
                      <c:pt idx="1358">
                        <c:v>234.54300000000001</c:v>
                      </c:pt>
                      <c:pt idx="1359">
                        <c:v>243.21899999999999</c:v>
                      </c:pt>
                      <c:pt idx="1360">
                        <c:v>250.99700000000001</c:v>
                      </c:pt>
                      <c:pt idx="1361">
                        <c:v>245.13200000000001</c:v>
                      </c:pt>
                      <c:pt idx="1362">
                        <c:v>246.673</c:v>
                      </c:pt>
                      <c:pt idx="1363">
                        <c:v>264.07499999999999</c:v>
                      </c:pt>
                      <c:pt idx="1364">
                        <c:v>259.93400000000003</c:v>
                      </c:pt>
                      <c:pt idx="1365">
                        <c:v>244.74199999999999</c:v>
                      </c:pt>
                      <c:pt idx="1366">
                        <c:v>239.946</c:v>
                      </c:pt>
                      <c:pt idx="1367">
                        <c:v>234.33799999999999</c:v>
                      </c:pt>
                      <c:pt idx="1368">
                        <c:v>225.76599999999999</c:v>
                      </c:pt>
                      <c:pt idx="1369">
                        <c:v>224.93600000000001</c:v>
                      </c:pt>
                      <c:pt idx="1370">
                        <c:v>222.82499999999999</c:v>
                      </c:pt>
                      <c:pt idx="1371">
                        <c:v>229.084</c:v>
                      </c:pt>
                      <c:pt idx="1372">
                        <c:v>228.92099999999999</c:v>
                      </c:pt>
                      <c:pt idx="1373">
                        <c:v>229.94900000000001</c:v>
                      </c:pt>
                      <c:pt idx="1374">
                        <c:v>235.875</c:v>
                      </c:pt>
                      <c:pt idx="1375">
                        <c:v>247.958</c:v>
                      </c:pt>
                      <c:pt idx="1376">
                        <c:v>244.505</c:v>
                      </c:pt>
                      <c:pt idx="1377">
                        <c:v>252.82</c:v>
                      </c:pt>
                      <c:pt idx="1378">
                        <c:v>245.5</c:v>
                      </c:pt>
                      <c:pt idx="1379">
                        <c:v>242.101</c:v>
                      </c:pt>
                      <c:pt idx="1380">
                        <c:v>236.73599999999999</c:v>
                      </c:pt>
                      <c:pt idx="1381">
                        <c:v>231.73400000000001</c:v>
                      </c:pt>
                      <c:pt idx="1382">
                        <c:v>228.97900000000001</c:v>
                      </c:pt>
                      <c:pt idx="1383">
                        <c:v>221.98500000000001</c:v>
                      </c:pt>
                      <c:pt idx="1384">
                        <c:v>212.90299999999999</c:v>
                      </c:pt>
                      <c:pt idx="1385">
                        <c:v>216.809</c:v>
                      </c:pt>
                      <c:pt idx="1386">
                        <c:v>201.56399999999999</c:v>
                      </c:pt>
                      <c:pt idx="1387">
                        <c:v>201.005</c:v>
                      </c:pt>
                      <c:pt idx="1388">
                        <c:v>190.58699999999999</c:v>
                      </c:pt>
                      <c:pt idx="1389">
                        <c:v>190.66</c:v>
                      </c:pt>
                      <c:pt idx="1390">
                        <c:v>198.18799999999999</c:v>
                      </c:pt>
                      <c:pt idx="1391">
                        <c:v>194.333</c:v>
                      </c:pt>
                      <c:pt idx="1392">
                        <c:v>191.071</c:v>
                      </c:pt>
                      <c:pt idx="1393">
                        <c:v>173.21100000000001</c:v>
                      </c:pt>
                      <c:pt idx="1394">
                        <c:v>170.53399999999999</c:v>
                      </c:pt>
                      <c:pt idx="1395">
                        <c:v>170.506</c:v>
                      </c:pt>
                      <c:pt idx="1396">
                        <c:v>177.126</c:v>
                      </c:pt>
                      <c:pt idx="1397">
                        <c:v>164.00800000000001</c:v>
                      </c:pt>
                      <c:pt idx="1398">
                        <c:v>167.001</c:v>
                      </c:pt>
                      <c:pt idx="1399">
                        <c:v>178.66200000000001</c:v>
                      </c:pt>
                      <c:pt idx="1400">
                        <c:v>177.023</c:v>
                      </c:pt>
                      <c:pt idx="1401">
                        <c:v>177.15299999999999</c:v>
                      </c:pt>
                      <c:pt idx="1402">
                        <c:v>180.745</c:v>
                      </c:pt>
                      <c:pt idx="1403">
                        <c:v>186.523</c:v>
                      </c:pt>
                      <c:pt idx="1404">
                        <c:v>181.375</c:v>
                      </c:pt>
                      <c:pt idx="1405">
                        <c:v>184.74700000000001</c:v>
                      </c:pt>
                      <c:pt idx="1406">
                        <c:v>183.42</c:v>
                      </c:pt>
                      <c:pt idx="1407">
                        <c:v>177.15</c:v>
                      </c:pt>
                      <c:pt idx="1408">
                        <c:v>175.333</c:v>
                      </c:pt>
                      <c:pt idx="1409">
                        <c:v>175.905</c:v>
                      </c:pt>
                      <c:pt idx="1410">
                        <c:v>182.524</c:v>
                      </c:pt>
                      <c:pt idx="1411">
                        <c:v>183</c:v>
                      </c:pt>
                      <c:pt idx="1412">
                        <c:v>184.98099999999999</c:v>
                      </c:pt>
                      <c:pt idx="1413">
                        <c:v>194.99199999999999</c:v>
                      </c:pt>
                      <c:pt idx="1414">
                        <c:v>202.77099999999999</c:v>
                      </c:pt>
                      <c:pt idx="1415">
                        <c:v>200.96199999999999</c:v>
                      </c:pt>
                      <c:pt idx="1416">
                        <c:v>191.20699999999999</c:v>
                      </c:pt>
                      <c:pt idx="1417">
                        <c:v>187.6</c:v>
                      </c:pt>
                      <c:pt idx="1418">
                        <c:v>184.934</c:v>
                      </c:pt>
                      <c:pt idx="1419">
                        <c:v>178.29599999999999</c:v>
                      </c:pt>
                      <c:pt idx="1420">
                        <c:v>178.73500000000001</c:v>
                      </c:pt>
                      <c:pt idx="1421">
                        <c:v>177.33600000000001</c:v>
                      </c:pt>
                      <c:pt idx="1422">
                        <c:v>176.26599999999999</c:v>
                      </c:pt>
                      <c:pt idx="1423">
                        <c:v>173.39500000000001</c:v>
                      </c:pt>
                      <c:pt idx="1424">
                        <c:v>169.857</c:v>
                      </c:pt>
                      <c:pt idx="1425">
                        <c:v>160.75</c:v>
                      </c:pt>
                      <c:pt idx="1426">
                        <c:v>162.75</c:v>
                      </c:pt>
                      <c:pt idx="1427">
                        <c:v>167.14500000000001</c:v>
                      </c:pt>
                      <c:pt idx="1428">
                        <c:v>173.79499999999999</c:v>
                      </c:pt>
                      <c:pt idx="1429">
                        <c:v>169.31399999999999</c:v>
                      </c:pt>
                      <c:pt idx="1430">
                        <c:v>172.25</c:v>
                      </c:pt>
                      <c:pt idx="1431">
                        <c:v>178.02500000000001</c:v>
                      </c:pt>
                      <c:pt idx="1432">
                        <c:v>183.21700000000001</c:v>
                      </c:pt>
                      <c:pt idx="1433">
                        <c:v>183.41200000000001</c:v>
                      </c:pt>
                      <c:pt idx="1434">
                        <c:v>181.089</c:v>
                      </c:pt>
                      <c:pt idx="1435">
                        <c:v>176.941</c:v>
                      </c:pt>
                      <c:pt idx="1436">
                        <c:v>184.625</c:v>
                      </c:pt>
                      <c:pt idx="1437">
                        <c:v>182.15</c:v>
                      </c:pt>
                      <c:pt idx="1438">
                        <c:v>173.38</c:v>
                      </c:pt>
                      <c:pt idx="1439">
                        <c:v>167.58</c:v>
                      </c:pt>
                      <c:pt idx="1440">
                        <c:v>171.369</c:v>
                      </c:pt>
                      <c:pt idx="1441">
                        <c:v>166.679</c:v>
                      </c:pt>
                      <c:pt idx="1442">
                        <c:v>161.32</c:v>
                      </c:pt>
                      <c:pt idx="1443">
                        <c:v>163.81299999999999</c:v>
                      </c:pt>
                      <c:pt idx="1444">
                        <c:v>164.63200000000001</c:v>
                      </c:pt>
                      <c:pt idx="1445">
                        <c:v>162.03</c:v>
                      </c:pt>
                      <c:pt idx="1446">
                        <c:v>165.197</c:v>
                      </c:pt>
                      <c:pt idx="1447">
                        <c:v>168.37700000000001</c:v>
                      </c:pt>
                      <c:pt idx="1448">
                        <c:v>166.38800000000001</c:v>
                      </c:pt>
                      <c:pt idx="1449">
                        <c:v>171.333</c:v>
                      </c:pt>
                      <c:pt idx="1450">
                        <c:v>179.47399999999999</c:v>
                      </c:pt>
                      <c:pt idx="1451">
                        <c:v>176.77500000000001</c:v>
                      </c:pt>
                      <c:pt idx="1452">
                        <c:v>182.012</c:v>
                      </c:pt>
                      <c:pt idx="1453">
                        <c:v>189.01</c:v>
                      </c:pt>
                      <c:pt idx="1454">
                        <c:v>191.69900000000001</c:v>
                      </c:pt>
                      <c:pt idx="1455">
                        <c:v>198.08099999999999</c:v>
                      </c:pt>
                      <c:pt idx="1456">
                        <c:v>186.50299999999999</c:v>
                      </c:pt>
                      <c:pt idx="1457">
                        <c:v>186.15600000000001</c:v>
                      </c:pt>
                      <c:pt idx="1458">
                        <c:v>185.464</c:v>
                      </c:pt>
                      <c:pt idx="1459">
                        <c:v>188.178</c:v>
                      </c:pt>
                      <c:pt idx="1460">
                        <c:v>184.559</c:v>
                      </c:pt>
                      <c:pt idx="1461">
                        <c:v>181.26599999999999</c:v>
                      </c:pt>
                      <c:pt idx="1462">
                        <c:v>176.73</c:v>
                      </c:pt>
                      <c:pt idx="1463">
                        <c:v>163.89</c:v>
                      </c:pt>
                      <c:pt idx="1464">
                        <c:v>163.709</c:v>
                      </c:pt>
                      <c:pt idx="1465">
                        <c:v>164.785</c:v>
                      </c:pt>
                      <c:pt idx="1466">
                        <c:v>168.744</c:v>
                      </c:pt>
                      <c:pt idx="1467">
                        <c:v>167.2</c:v>
                      </c:pt>
                      <c:pt idx="1468">
                        <c:v>163.12799999999999</c:v>
                      </c:pt>
                      <c:pt idx="1469">
                        <c:v>165.5</c:v>
                      </c:pt>
                      <c:pt idx="1470">
                        <c:v>164.70599999999999</c:v>
                      </c:pt>
                      <c:pt idx="1471">
                        <c:v>165.46299999999999</c:v>
                      </c:pt>
                      <c:pt idx="1472">
                        <c:v>168.21</c:v>
                      </c:pt>
                      <c:pt idx="1473">
                        <c:v>167.357</c:v>
                      </c:pt>
                      <c:pt idx="1474">
                        <c:v>166.69300000000001</c:v>
                      </c:pt>
                      <c:pt idx="1475">
                        <c:v>168.006</c:v>
                      </c:pt>
                      <c:pt idx="1476">
                        <c:v>166.21700000000001</c:v>
                      </c:pt>
                      <c:pt idx="1477">
                        <c:v>174.62100000000001</c:v>
                      </c:pt>
                      <c:pt idx="1478">
                        <c:v>173.72399999999999</c:v>
                      </c:pt>
                      <c:pt idx="1479">
                        <c:v>165.214</c:v>
                      </c:pt>
                      <c:pt idx="1480">
                        <c:v>162.29599999999999</c:v>
                      </c:pt>
                      <c:pt idx="1481">
                        <c:v>165.98500000000001</c:v>
                      </c:pt>
                      <c:pt idx="1482">
                        <c:v>163.523</c:v>
                      </c:pt>
                      <c:pt idx="1483">
                        <c:v>164.31700000000001</c:v>
                      </c:pt>
                      <c:pt idx="1484">
                        <c:v>166.79599999999999</c:v>
                      </c:pt>
                      <c:pt idx="1485">
                        <c:v>169.392</c:v>
                      </c:pt>
                      <c:pt idx="1486">
                        <c:v>168.059</c:v>
                      </c:pt>
                      <c:pt idx="1487">
                        <c:v>167.352</c:v>
                      </c:pt>
                      <c:pt idx="1488">
                        <c:v>164.05699999999999</c:v>
                      </c:pt>
                      <c:pt idx="1489">
                        <c:v>162.22999999999999</c:v>
                      </c:pt>
                      <c:pt idx="1490">
                        <c:v>163.65</c:v>
                      </c:pt>
                      <c:pt idx="1491">
                        <c:v>168.084</c:v>
                      </c:pt>
                      <c:pt idx="1492">
                        <c:v>165.161</c:v>
                      </c:pt>
                      <c:pt idx="1493">
                        <c:v>164.33500000000001</c:v>
                      </c:pt>
                      <c:pt idx="1494">
                        <c:v>160.60599999999999</c:v>
                      </c:pt>
                      <c:pt idx="1495">
                        <c:v>162.41300000000001</c:v>
                      </c:pt>
                      <c:pt idx="1496">
                        <c:v>162.50700000000001</c:v>
                      </c:pt>
                      <c:pt idx="1497">
                        <c:v>162.43700000000001</c:v>
                      </c:pt>
                      <c:pt idx="1498">
                        <c:v>160.87</c:v>
                      </c:pt>
                      <c:pt idx="1499">
                        <c:v>160.51499999999999</c:v>
                      </c:pt>
                      <c:pt idx="1500">
                        <c:v>159.77500000000001</c:v>
                      </c:pt>
                      <c:pt idx="1501">
                        <c:v>160.01900000000001</c:v>
                      </c:pt>
                      <c:pt idx="1502">
                        <c:v>160.33699999999999</c:v>
                      </c:pt>
                      <c:pt idx="1503">
                        <c:v>151.87</c:v>
                      </c:pt>
                      <c:pt idx="1504">
                        <c:v>152.08199999999999</c:v>
                      </c:pt>
                      <c:pt idx="1505">
                        <c:v>152.77500000000001</c:v>
                      </c:pt>
                      <c:pt idx="1506">
                        <c:v>151.22999999999999</c:v>
                      </c:pt>
                      <c:pt idx="1507">
                        <c:v>150.84700000000001</c:v>
                      </c:pt>
                      <c:pt idx="1508">
                        <c:v>151.255</c:v>
                      </c:pt>
                      <c:pt idx="1509">
                        <c:v>152.79400000000001</c:v>
                      </c:pt>
                      <c:pt idx="1510">
                        <c:v>152.476</c:v>
                      </c:pt>
                      <c:pt idx="1511">
                        <c:v>155.608</c:v>
                      </c:pt>
                      <c:pt idx="1512">
                        <c:v>163.07</c:v>
                      </c:pt>
                      <c:pt idx="1513">
                        <c:v>163.303</c:v>
                      </c:pt>
                      <c:pt idx="1514">
                        <c:v>160.739</c:v>
                      </c:pt>
                      <c:pt idx="1515">
                        <c:v>163.167</c:v>
                      </c:pt>
                      <c:pt idx="1516">
                        <c:v>173.01</c:v>
                      </c:pt>
                      <c:pt idx="1517">
                        <c:v>177.697</c:v>
                      </c:pt>
                      <c:pt idx="1518">
                        <c:v>171.03899999999999</c:v>
                      </c:pt>
                      <c:pt idx="1519">
                        <c:v>176.87799999999999</c:v>
                      </c:pt>
                      <c:pt idx="1520">
                        <c:v>181.018</c:v>
                      </c:pt>
                      <c:pt idx="1521">
                        <c:v>186.05</c:v>
                      </c:pt>
                      <c:pt idx="1522">
                        <c:v>187.76</c:v>
                      </c:pt>
                      <c:pt idx="1523">
                        <c:v>183.51599999999999</c:v>
                      </c:pt>
                      <c:pt idx="1524">
                        <c:v>183.00700000000001</c:v>
                      </c:pt>
                      <c:pt idx="1525">
                        <c:v>183.55600000000001</c:v>
                      </c:pt>
                      <c:pt idx="1526">
                        <c:v>192.02500000000001</c:v>
                      </c:pt>
                      <c:pt idx="1527">
                        <c:v>195.57499999999999</c:v>
                      </c:pt>
                      <c:pt idx="1528">
                        <c:v>202.113</c:v>
                      </c:pt>
                      <c:pt idx="1529">
                        <c:v>193.71</c:v>
                      </c:pt>
                      <c:pt idx="1530">
                        <c:v>187.97800000000001</c:v>
                      </c:pt>
                      <c:pt idx="1531">
                        <c:v>181.30699999999999</c:v>
                      </c:pt>
                      <c:pt idx="1532">
                        <c:v>185.24</c:v>
                      </c:pt>
                      <c:pt idx="1533">
                        <c:v>185.37799999999999</c:v>
                      </c:pt>
                      <c:pt idx="1534">
                        <c:v>180.69499999999999</c:v>
                      </c:pt>
                      <c:pt idx="1535">
                        <c:v>183.72</c:v>
                      </c:pt>
                      <c:pt idx="1536">
                        <c:v>181.31399999999999</c:v>
                      </c:pt>
                      <c:pt idx="1537">
                        <c:v>178.45500000000001</c:v>
                      </c:pt>
                      <c:pt idx="1538">
                        <c:v>175.07400000000001</c:v>
                      </c:pt>
                      <c:pt idx="1539">
                        <c:v>179.08099999999999</c:v>
                      </c:pt>
                      <c:pt idx="1540">
                        <c:v>178.34700000000001</c:v>
                      </c:pt>
                      <c:pt idx="1541">
                        <c:v>177.87200000000001</c:v>
                      </c:pt>
                      <c:pt idx="1542">
                        <c:v>175.88499999999999</c:v>
                      </c:pt>
                      <c:pt idx="1543">
                        <c:v>173.626</c:v>
                      </c:pt>
                      <c:pt idx="1544">
                        <c:v>173.11099999999999</c:v>
                      </c:pt>
                      <c:pt idx="1545">
                        <c:v>172.91200000000001</c:v>
                      </c:pt>
                      <c:pt idx="1546">
                        <c:v>172.2</c:v>
                      </c:pt>
                      <c:pt idx="1547">
                        <c:v>168.709</c:v>
                      </c:pt>
                      <c:pt idx="1548">
                        <c:v>163.25899999999999</c:v>
                      </c:pt>
                      <c:pt idx="1549">
                        <c:v>162.18899999999999</c:v>
                      </c:pt>
                      <c:pt idx="1550">
                        <c:v>162.839</c:v>
                      </c:pt>
                      <c:pt idx="1551">
                        <c:v>160.309</c:v>
                      </c:pt>
                      <c:pt idx="1552">
                        <c:v>159.15899999999999</c:v>
                      </c:pt>
                      <c:pt idx="1553">
                        <c:v>162.29599999999999</c:v>
                      </c:pt>
                      <c:pt idx="1554">
                        <c:v>160.87100000000001</c:v>
                      </c:pt>
                      <c:pt idx="1555">
                        <c:v>158.166</c:v>
                      </c:pt>
                      <c:pt idx="1556">
                        <c:v>157.923</c:v>
                      </c:pt>
                      <c:pt idx="1557">
                        <c:v>160.48099999999999</c:v>
                      </c:pt>
                      <c:pt idx="1558">
                        <c:v>167.017</c:v>
                      </c:pt>
                      <c:pt idx="1559">
                        <c:v>166.25</c:v>
                      </c:pt>
                      <c:pt idx="1560">
                        <c:v>169.226</c:v>
                      </c:pt>
                      <c:pt idx="1561">
                        <c:v>170.57</c:v>
                      </c:pt>
                      <c:pt idx="1562">
                        <c:v>173.364</c:v>
                      </c:pt>
                      <c:pt idx="1563">
                        <c:v>173.11799999999999</c:v>
                      </c:pt>
                      <c:pt idx="1564">
                        <c:v>170.179</c:v>
                      </c:pt>
                      <c:pt idx="1565">
                        <c:v>173.13200000000001</c:v>
                      </c:pt>
                      <c:pt idx="1566">
                        <c:v>166.61799999999999</c:v>
                      </c:pt>
                      <c:pt idx="1567">
                        <c:v>167.333</c:v>
                      </c:pt>
                      <c:pt idx="1568">
                        <c:v>160.25</c:v>
                      </c:pt>
                      <c:pt idx="1569">
                        <c:v>161.755</c:v>
                      </c:pt>
                      <c:pt idx="1570">
                        <c:v>165.27600000000001</c:v>
                      </c:pt>
                      <c:pt idx="1571">
                        <c:v>164.613</c:v>
                      </c:pt>
                      <c:pt idx="1572">
                        <c:v>164.642</c:v>
                      </c:pt>
                      <c:pt idx="1573">
                        <c:v>160.173</c:v>
                      </c:pt>
                      <c:pt idx="1574">
                        <c:v>158.13399999999999</c:v>
                      </c:pt>
                      <c:pt idx="1575">
                        <c:v>155.92599999999999</c:v>
                      </c:pt>
                      <c:pt idx="1576">
                        <c:v>150.37</c:v>
                      </c:pt>
                      <c:pt idx="1577">
                        <c:v>151.44200000000001</c:v>
                      </c:pt>
                      <c:pt idx="1578">
                        <c:v>151.97399999999999</c:v>
                      </c:pt>
                      <c:pt idx="1579">
                        <c:v>151.358</c:v>
                      </c:pt>
                      <c:pt idx="1580">
                        <c:v>153.56399999999999</c:v>
                      </c:pt>
                      <c:pt idx="1581">
                        <c:v>155.07599999999999</c:v>
                      </c:pt>
                      <c:pt idx="1582">
                        <c:v>156.34</c:v>
                      </c:pt>
                      <c:pt idx="1583">
                        <c:v>159.6</c:v>
                      </c:pt>
                      <c:pt idx="1584">
                        <c:v>173.333</c:v>
                      </c:pt>
                      <c:pt idx="1585">
                        <c:v>168.607</c:v>
                      </c:pt>
                      <c:pt idx="1586">
                        <c:v>166.19</c:v>
                      </c:pt>
                      <c:pt idx="1587">
                        <c:v>169.64500000000001</c:v>
                      </c:pt>
                      <c:pt idx="1588">
                        <c:v>164.31700000000001</c:v>
                      </c:pt>
                      <c:pt idx="1589">
                        <c:v>172.30699999999999</c:v>
                      </c:pt>
                      <c:pt idx="1590">
                        <c:v>187.68299999999999</c:v>
                      </c:pt>
                      <c:pt idx="1591">
                        <c:v>209.352</c:v>
                      </c:pt>
                      <c:pt idx="1592">
                        <c:v>206.054</c:v>
                      </c:pt>
                      <c:pt idx="1593">
                        <c:v>178.29499999999999</c:v>
                      </c:pt>
                      <c:pt idx="1594">
                        <c:v>177.619</c:v>
                      </c:pt>
                      <c:pt idx="1595">
                        <c:v>169.22399999999999</c:v>
                      </c:pt>
                      <c:pt idx="1596">
                        <c:v>168.661</c:v>
                      </c:pt>
                      <c:pt idx="1597">
                        <c:v>180.196</c:v>
                      </c:pt>
                      <c:pt idx="1598">
                        <c:v>182.416</c:v>
                      </c:pt>
                      <c:pt idx="1599">
                        <c:v>194.465</c:v>
                      </c:pt>
                      <c:pt idx="1600">
                        <c:v>195.833</c:v>
                      </c:pt>
                      <c:pt idx="1601">
                        <c:v>210.179</c:v>
                      </c:pt>
                      <c:pt idx="1602">
                        <c:v>205.61600000000001</c:v>
                      </c:pt>
                      <c:pt idx="1603">
                        <c:v>203.523</c:v>
                      </c:pt>
                      <c:pt idx="1604">
                        <c:v>203.376</c:v>
                      </c:pt>
                      <c:pt idx="1605">
                        <c:v>197.93</c:v>
                      </c:pt>
                      <c:pt idx="1606">
                        <c:v>184.64</c:v>
                      </c:pt>
                      <c:pt idx="1607">
                        <c:v>184.70400000000001</c:v>
                      </c:pt>
                      <c:pt idx="1608">
                        <c:v>187.32400000000001</c:v>
                      </c:pt>
                      <c:pt idx="1609">
                        <c:v>186.5</c:v>
                      </c:pt>
                      <c:pt idx="1610">
                        <c:v>182.87899999999999</c:v>
                      </c:pt>
                      <c:pt idx="1611">
                        <c:v>182.249</c:v>
                      </c:pt>
                      <c:pt idx="1612">
                        <c:v>193.43199999999999</c:v>
                      </c:pt>
                      <c:pt idx="1613">
                        <c:v>196.167</c:v>
                      </c:pt>
                      <c:pt idx="1614">
                        <c:v>195.10400000000001</c:v>
                      </c:pt>
                      <c:pt idx="1615">
                        <c:v>191.30500000000001</c:v>
                      </c:pt>
                      <c:pt idx="1616">
                        <c:v>187.333</c:v>
                      </c:pt>
                      <c:pt idx="1617">
                        <c:v>186.678</c:v>
                      </c:pt>
                      <c:pt idx="1618">
                        <c:v>181.816</c:v>
                      </c:pt>
                      <c:pt idx="1619">
                        <c:v>180.04</c:v>
                      </c:pt>
                      <c:pt idx="1620">
                        <c:v>180.14400000000001</c:v>
                      </c:pt>
                      <c:pt idx="1621">
                        <c:v>176.68</c:v>
                      </c:pt>
                      <c:pt idx="1622">
                        <c:v>171.08699999999999</c:v>
                      </c:pt>
                      <c:pt idx="1623">
                        <c:v>170.619</c:v>
                      </c:pt>
                      <c:pt idx="1624">
                        <c:v>172.64699999999999</c:v>
                      </c:pt>
                      <c:pt idx="1625">
                        <c:v>171.95599999999999</c:v>
                      </c:pt>
                      <c:pt idx="1626">
                        <c:v>175.46100000000001</c:v>
                      </c:pt>
                      <c:pt idx="1627">
                        <c:v>172.68199999999999</c:v>
                      </c:pt>
                      <c:pt idx="1628">
                        <c:v>169.33500000000001</c:v>
                      </c:pt>
                      <c:pt idx="1629">
                        <c:v>175.38300000000001</c:v>
                      </c:pt>
                      <c:pt idx="1630">
                        <c:v>177.476</c:v>
                      </c:pt>
                      <c:pt idx="1631">
                        <c:v>176.751</c:v>
                      </c:pt>
                      <c:pt idx="1632">
                        <c:v>177.304</c:v>
                      </c:pt>
                      <c:pt idx="1633">
                        <c:v>177.31899999999999</c:v>
                      </c:pt>
                      <c:pt idx="1634">
                        <c:v>173.26300000000001</c:v>
                      </c:pt>
                      <c:pt idx="1635">
                        <c:v>168.005</c:v>
                      </c:pt>
                      <c:pt idx="1636">
                        <c:v>165.07900000000001</c:v>
                      </c:pt>
                      <c:pt idx="1637">
                        <c:v>162.75399999999999</c:v>
                      </c:pt>
                      <c:pt idx="1638">
                        <c:v>159.863</c:v>
                      </c:pt>
                      <c:pt idx="1639">
                        <c:v>157.25899999999999</c:v>
                      </c:pt>
                      <c:pt idx="1640">
                        <c:v>157.214</c:v>
                      </c:pt>
                      <c:pt idx="1641">
                        <c:v>156.95699999999999</c:v>
                      </c:pt>
                      <c:pt idx="1642">
                        <c:v>159.28200000000001</c:v>
                      </c:pt>
                      <c:pt idx="1643">
                        <c:v>160.167</c:v>
                      </c:pt>
                      <c:pt idx="1644">
                        <c:v>156.69900000000001</c:v>
                      </c:pt>
                      <c:pt idx="1645">
                        <c:v>155.98699999999999</c:v>
                      </c:pt>
                      <c:pt idx="1646">
                        <c:v>152.71899999999999</c:v>
                      </c:pt>
                      <c:pt idx="1647">
                        <c:v>150.74799999999999</c:v>
                      </c:pt>
                      <c:pt idx="1648">
                        <c:v>147.04900000000001</c:v>
                      </c:pt>
                      <c:pt idx="1649">
                        <c:v>147.36000000000001</c:v>
                      </c:pt>
                      <c:pt idx="1650">
                        <c:v>149.57499999999999</c:v>
                      </c:pt>
                      <c:pt idx="1651">
                        <c:v>147.87</c:v>
                      </c:pt>
                      <c:pt idx="1652">
                        <c:v>147.06100000000001</c:v>
                      </c:pt>
                      <c:pt idx="1653">
                        <c:v>142.23400000000001</c:v>
                      </c:pt>
                      <c:pt idx="1654">
                        <c:v>142.965</c:v>
                      </c:pt>
                      <c:pt idx="1655">
                        <c:v>144.58000000000001</c:v>
                      </c:pt>
                      <c:pt idx="1656">
                        <c:v>143.53299999999999</c:v>
                      </c:pt>
                      <c:pt idx="1657">
                        <c:v>142.88300000000001</c:v>
                      </c:pt>
                      <c:pt idx="1658">
                        <c:v>140.57599999999999</c:v>
                      </c:pt>
                      <c:pt idx="1659">
                        <c:v>143.24700000000001</c:v>
                      </c:pt>
                      <c:pt idx="1660">
                        <c:v>142.22300000000001</c:v>
                      </c:pt>
                      <c:pt idx="1661">
                        <c:v>142.88300000000001</c:v>
                      </c:pt>
                      <c:pt idx="1662">
                        <c:v>145.589</c:v>
                      </c:pt>
                      <c:pt idx="1663">
                        <c:v>145.744</c:v>
                      </c:pt>
                      <c:pt idx="1664">
                        <c:v>143.328</c:v>
                      </c:pt>
                      <c:pt idx="1665">
                        <c:v>141.774</c:v>
                      </c:pt>
                      <c:pt idx="1666">
                        <c:v>142.83699999999999</c:v>
                      </c:pt>
                      <c:pt idx="1667">
                        <c:v>145.02000000000001</c:v>
                      </c:pt>
                      <c:pt idx="1668">
                        <c:v>144.066</c:v>
                      </c:pt>
                      <c:pt idx="1669">
                        <c:v>151.05500000000001</c:v>
                      </c:pt>
                      <c:pt idx="1670">
                        <c:v>151.29599999999999</c:v>
                      </c:pt>
                      <c:pt idx="1671">
                        <c:v>156.40899999999999</c:v>
                      </c:pt>
                      <c:pt idx="1672">
                        <c:v>155.82599999999999</c:v>
                      </c:pt>
                      <c:pt idx="1673">
                        <c:v>160.72300000000001</c:v>
                      </c:pt>
                      <c:pt idx="1674">
                        <c:v>161.816</c:v>
                      </c:pt>
                      <c:pt idx="1675">
                        <c:v>154.78800000000001</c:v>
                      </c:pt>
                      <c:pt idx="1676">
                        <c:v>149.61600000000001</c:v>
                      </c:pt>
                      <c:pt idx="1677">
                        <c:v>146.673</c:v>
                      </c:pt>
                      <c:pt idx="1678">
                        <c:v>148.18199999999999</c:v>
                      </c:pt>
                      <c:pt idx="1679">
                        <c:v>152.245</c:v>
                      </c:pt>
                      <c:pt idx="1680">
                        <c:v>158.333</c:v>
                      </c:pt>
                      <c:pt idx="1681">
                        <c:v>155.505</c:v>
                      </c:pt>
                      <c:pt idx="1682">
                        <c:v>154.124</c:v>
                      </c:pt>
                      <c:pt idx="1683">
                        <c:v>148.125</c:v>
                      </c:pt>
                      <c:pt idx="1684">
                        <c:v>149.429</c:v>
                      </c:pt>
                      <c:pt idx="1685">
                        <c:v>149.03299999999999</c:v>
                      </c:pt>
                      <c:pt idx="1686">
                        <c:v>145.953</c:v>
                      </c:pt>
                      <c:pt idx="1687">
                        <c:v>152.53100000000001</c:v>
                      </c:pt>
                      <c:pt idx="1688">
                        <c:v>153.84800000000001</c:v>
                      </c:pt>
                      <c:pt idx="1689">
                        <c:v>153.328</c:v>
                      </c:pt>
                      <c:pt idx="1690">
                        <c:v>151.46899999999999</c:v>
                      </c:pt>
                      <c:pt idx="1691">
                        <c:v>154.26499999999999</c:v>
                      </c:pt>
                      <c:pt idx="1692">
                        <c:v>149.13900000000001</c:v>
                      </c:pt>
                      <c:pt idx="1693">
                        <c:v>146.215</c:v>
                      </c:pt>
                      <c:pt idx="1694">
                        <c:v>144.005</c:v>
                      </c:pt>
                      <c:pt idx="1695">
                        <c:v>142.59899999999999</c:v>
                      </c:pt>
                      <c:pt idx="1696">
                        <c:v>144.333</c:v>
                      </c:pt>
                      <c:pt idx="1697">
                        <c:v>140.62200000000001</c:v>
                      </c:pt>
                      <c:pt idx="1698">
                        <c:v>140.42599999999999</c:v>
                      </c:pt>
                      <c:pt idx="1699">
                        <c:v>135.26</c:v>
                      </c:pt>
                      <c:pt idx="1700">
                        <c:v>133.27699999999999</c:v>
                      </c:pt>
                      <c:pt idx="1701">
                        <c:v>131.46799999999999</c:v>
                      </c:pt>
                      <c:pt idx="1702">
                        <c:v>127.005</c:v>
                      </c:pt>
                      <c:pt idx="1703">
                        <c:v>126.04</c:v>
                      </c:pt>
                      <c:pt idx="1704">
                        <c:v>121.444</c:v>
                      </c:pt>
                      <c:pt idx="1705">
                        <c:v>118.23099999999999</c:v>
                      </c:pt>
                      <c:pt idx="1706">
                        <c:v>120.5</c:v>
                      </c:pt>
                      <c:pt idx="1707">
                        <c:v>125.593</c:v>
                      </c:pt>
                      <c:pt idx="1708">
                        <c:v>125.95399999999999</c:v>
                      </c:pt>
                      <c:pt idx="1709">
                        <c:v>130.161</c:v>
                      </c:pt>
                      <c:pt idx="1710">
                        <c:v>131.17400000000001</c:v>
                      </c:pt>
                      <c:pt idx="1711">
                        <c:v>130.18199999999999</c:v>
                      </c:pt>
                      <c:pt idx="1712">
                        <c:v>129.005</c:v>
                      </c:pt>
                      <c:pt idx="1713">
                        <c:v>125.944</c:v>
                      </c:pt>
                      <c:pt idx="1714">
                        <c:v>127.155</c:v>
                      </c:pt>
                      <c:pt idx="1715">
                        <c:v>128.02000000000001</c:v>
                      </c:pt>
                      <c:pt idx="1716">
                        <c:v>126.852</c:v>
                      </c:pt>
                      <c:pt idx="1717">
                        <c:v>127.708</c:v>
                      </c:pt>
                      <c:pt idx="1718">
                        <c:v>127.003</c:v>
                      </c:pt>
                      <c:pt idx="1719">
                        <c:v>124.687</c:v>
                      </c:pt>
                      <c:pt idx="1720">
                        <c:v>123.80500000000001</c:v>
                      </c:pt>
                      <c:pt idx="1721">
                        <c:v>120.846</c:v>
                      </c:pt>
                      <c:pt idx="1722">
                        <c:v>121.95699999999999</c:v>
                      </c:pt>
                      <c:pt idx="1723">
                        <c:v>124.208</c:v>
                      </c:pt>
                      <c:pt idx="1724">
                        <c:v>125.9</c:v>
                      </c:pt>
                      <c:pt idx="1725">
                        <c:v>127.762</c:v>
                      </c:pt>
                      <c:pt idx="1726">
                        <c:v>128.684</c:v>
                      </c:pt>
                      <c:pt idx="1727">
                        <c:v>130.488</c:v>
                      </c:pt>
                      <c:pt idx="1728">
                        <c:v>132.37299999999999</c:v>
                      </c:pt>
                      <c:pt idx="1729">
                        <c:v>138.54300000000001</c:v>
                      </c:pt>
                      <c:pt idx="1730">
                        <c:v>138.13300000000001</c:v>
                      </c:pt>
                      <c:pt idx="1731">
                        <c:v>135.39599999999999</c:v>
                      </c:pt>
                      <c:pt idx="1732">
                        <c:v>135.13900000000001</c:v>
                      </c:pt>
                      <c:pt idx="1733">
                        <c:v>136.18600000000001</c:v>
                      </c:pt>
                      <c:pt idx="1734">
                        <c:v>141.31899999999999</c:v>
                      </c:pt>
                      <c:pt idx="1735">
                        <c:v>140.53299999999999</c:v>
                      </c:pt>
                      <c:pt idx="1736">
                        <c:v>140.774</c:v>
                      </c:pt>
                      <c:pt idx="1737">
                        <c:v>141.35499999999999</c:v>
                      </c:pt>
                      <c:pt idx="1738">
                        <c:v>147.773</c:v>
                      </c:pt>
                      <c:pt idx="1739">
                        <c:v>154.345</c:v>
                      </c:pt>
                      <c:pt idx="1740">
                        <c:v>146.03100000000001</c:v>
                      </c:pt>
                      <c:pt idx="1741">
                        <c:v>138.251</c:v>
                      </c:pt>
                      <c:pt idx="1742">
                        <c:v>135.18799999999999</c:v>
                      </c:pt>
                      <c:pt idx="1743">
                        <c:v>134.86699999999999</c:v>
                      </c:pt>
                      <c:pt idx="1744">
                        <c:v>138.25299999999999</c:v>
                      </c:pt>
                      <c:pt idx="1745">
                        <c:v>137.59399999999999</c:v>
                      </c:pt>
                      <c:pt idx="1746">
                        <c:v>140.09399999999999</c:v>
                      </c:pt>
                      <c:pt idx="1747">
                        <c:v>141.73099999999999</c:v>
                      </c:pt>
                      <c:pt idx="1748">
                        <c:v>140.66300000000001</c:v>
                      </c:pt>
                      <c:pt idx="1749">
                        <c:v>141.04499999999999</c:v>
                      </c:pt>
                      <c:pt idx="1750">
                        <c:v>145.29499999999999</c:v>
                      </c:pt>
                      <c:pt idx="1751">
                        <c:v>143.96100000000001</c:v>
                      </c:pt>
                      <c:pt idx="1752">
                        <c:v>143.5</c:v>
                      </c:pt>
                      <c:pt idx="1753">
                        <c:v>146.77500000000001</c:v>
                      </c:pt>
                      <c:pt idx="1754">
                        <c:v>146.09100000000001</c:v>
                      </c:pt>
                      <c:pt idx="1755">
                        <c:v>145.74700000000001</c:v>
                      </c:pt>
                      <c:pt idx="1756">
                        <c:v>145.309</c:v>
                      </c:pt>
                      <c:pt idx="1757">
                        <c:v>143.85300000000001</c:v>
                      </c:pt>
                      <c:pt idx="1758">
                        <c:v>145.19300000000001</c:v>
                      </c:pt>
                      <c:pt idx="1759">
                        <c:v>145.52799999999999</c:v>
                      </c:pt>
                      <c:pt idx="1760">
                        <c:v>143.55600000000001</c:v>
                      </c:pt>
                      <c:pt idx="1761">
                        <c:v>141.98400000000001</c:v>
                      </c:pt>
                      <c:pt idx="1762">
                        <c:v>141.08600000000001</c:v>
                      </c:pt>
                      <c:pt idx="1763">
                        <c:v>138.31200000000001</c:v>
                      </c:pt>
                      <c:pt idx="1764">
                        <c:v>133.89599999999999</c:v>
                      </c:pt>
                      <c:pt idx="1765">
                        <c:v>134.41499999999999</c:v>
                      </c:pt>
                      <c:pt idx="1766">
                        <c:v>136.351</c:v>
                      </c:pt>
                      <c:pt idx="1767">
                        <c:v>141.42699999999999</c:v>
                      </c:pt>
                      <c:pt idx="1768">
                        <c:v>141.268</c:v>
                      </c:pt>
                      <c:pt idx="1769">
                        <c:v>140.995</c:v>
                      </c:pt>
                      <c:pt idx="1770">
                        <c:v>137.33699999999999</c:v>
                      </c:pt>
                      <c:pt idx="1771">
                        <c:v>138.572</c:v>
                      </c:pt>
                      <c:pt idx="1772">
                        <c:v>136.667</c:v>
                      </c:pt>
                      <c:pt idx="1773">
                        <c:v>137.79400000000001</c:v>
                      </c:pt>
                      <c:pt idx="1774">
                        <c:v>136.49700000000001</c:v>
                      </c:pt>
                      <c:pt idx="1775">
                        <c:v>138.07499999999999</c:v>
                      </c:pt>
                      <c:pt idx="1776">
                        <c:v>139.404</c:v>
                      </c:pt>
                      <c:pt idx="1777">
                        <c:v>137.84100000000001</c:v>
                      </c:pt>
                      <c:pt idx="1778">
                        <c:v>137.58199999999999</c:v>
                      </c:pt>
                      <c:pt idx="1779">
                        <c:v>140.43899999999999</c:v>
                      </c:pt>
                      <c:pt idx="1780">
                        <c:v>140.399</c:v>
                      </c:pt>
                      <c:pt idx="1781">
                        <c:v>145.05600000000001</c:v>
                      </c:pt>
                      <c:pt idx="1782">
                        <c:v>153.24100000000001</c:v>
                      </c:pt>
                      <c:pt idx="1783">
                        <c:v>150.982</c:v>
                      </c:pt>
                      <c:pt idx="1784">
                        <c:v>148.08099999999999</c:v>
                      </c:pt>
                      <c:pt idx="1785">
                        <c:v>148.667</c:v>
                      </c:pt>
                      <c:pt idx="1786">
                        <c:v>146.49600000000001</c:v>
                      </c:pt>
                      <c:pt idx="1787">
                        <c:v>145.91900000000001</c:v>
                      </c:pt>
                      <c:pt idx="1788">
                        <c:v>148.88999999999999</c:v>
                      </c:pt>
                      <c:pt idx="1789">
                        <c:v>149.59200000000001</c:v>
                      </c:pt>
                      <c:pt idx="1790">
                        <c:v>151.553</c:v>
                      </c:pt>
                      <c:pt idx="1791">
                        <c:v>155.49</c:v>
                      </c:pt>
                      <c:pt idx="1792">
                        <c:v>154.69200000000001</c:v>
                      </c:pt>
                      <c:pt idx="1793">
                        <c:v>153.952</c:v>
                      </c:pt>
                      <c:pt idx="1794">
                        <c:v>152.04599999999999</c:v>
                      </c:pt>
                      <c:pt idx="1795">
                        <c:v>150.90100000000001</c:v>
                      </c:pt>
                      <c:pt idx="1796">
                        <c:v>148.53100000000001</c:v>
                      </c:pt>
                      <c:pt idx="1797">
                        <c:v>148.53100000000001</c:v>
                      </c:pt>
                      <c:pt idx="1798">
                        <c:v>150.97499999999999</c:v>
                      </c:pt>
                      <c:pt idx="1799">
                        <c:v>153.565</c:v>
                      </c:pt>
                      <c:pt idx="1800">
                        <c:v>155.40799999999999</c:v>
                      </c:pt>
                      <c:pt idx="1801">
                        <c:v>153.773</c:v>
                      </c:pt>
                      <c:pt idx="1802">
                        <c:v>151.63900000000001</c:v>
                      </c:pt>
                      <c:pt idx="1803">
                        <c:v>151.352</c:v>
                      </c:pt>
                      <c:pt idx="1804">
                        <c:v>153.566</c:v>
                      </c:pt>
                      <c:pt idx="1805">
                        <c:v>154.148</c:v>
                      </c:pt>
                      <c:pt idx="1806">
                        <c:v>147.589</c:v>
                      </c:pt>
                      <c:pt idx="1807">
                        <c:v>149.14699999999999</c:v>
                      </c:pt>
                      <c:pt idx="1808">
                        <c:v>146.286</c:v>
                      </c:pt>
                      <c:pt idx="1809">
                        <c:v>143.36600000000001</c:v>
                      </c:pt>
                      <c:pt idx="1810">
                        <c:v>145.245</c:v>
                      </c:pt>
                      <c:pt idx="1811">
                        <c:v>149.63200000000001</c:v>
                      </c:pt>
                      <c:pt idx="1812">
                        <c:v>146.26599999999999</c:v>
                      </c:pt>
                      <c:pt idx="1813">
                        <c:v>148.71700000000001</c:v>
                      </c:pt>
                      <c:pt idx="1814">
                        <c:v>152.995</c:v>
                      </c:pt>
                      <c:pt idx="1815">
                        <c:v>157.01</c:v>
                      </c:pt>
                      <c:pt idx="1816">
                        <c:v>154.233</c:v>
                      </c:pt>
                      <c:pt idx="1817">
                        <c:v>153.71</c:v>
                      </c:pt>
                      <c:pt idx="1818">
                        <c:v>152.67699999999999</c:v>
                      </c:pt>
                      <c:pt idx="1819">
                        <c:v>151.85900000000001</c:v>
                      </c:pt>
                      <c:pt idx="1820">
                        <c:v>151.255</c:v>
                      </c:pt>
                      <c:pt idx="1821">
                        <c:v>148.685</c:v>
                      </c:pt>
                      <c:pt idx="1822">
                        <c:v>148.05199999999999</c:v>
                      </c:pt>
                      <c:pt idx="1823">
                        <c:v>150.989</c:v>
                      </c:pt>
                      <c:pt idx="1824">
                        <c:v>154.01</c:v>
                      </c:pt>
                      <c:pt idx="1825">
                        <c:v>153.60400000000001</c:v>
                      </c:pt>
                      <c:pt idx="1826">
                        <c:v>149.917</c:v>
                      </c:pt>
                      <c:pt idx="1827">
                        <c:v>149.005</c:v>
                      </c:pt>
                      <c:pt idx="1828">
                        <c:v>148.10400000000001</c:v>
                      </c:pt>
                      <c:pt idx="1829">
                        <c:v>145.01</c:v>
                      </c:pt>
                      <c:pt idx="1830">
                        <c:v>146.17699999999999</c:v>
                      </c:pt>
                      <c:pt idx="1831">
                        <c:v>144.84299999999999</c:v>
                      </c:pt>
                      <c:pt idx="1832">
                        <c:v>142.47499999999999</c:v>
                      </c:pt>
                      <c:pt idx="1833">
                        <c:v>140.316</c:v>
                      </c:pt>
                      <c:pt idx="1834">
                        <c:v>140.80199999999999</c:v>
                      </c:pt>
                      <c:pt idx="1835">
                        <c:v>140.84299999999999</c:v>
                      </c:pt>
                      <c:pt idx="1836">
                        <c:v>140.53399999999999</c:v>
                      </c:pt>
                      <c:pt idx="1837">
                        <c:v>140.35300000000001</c:v>
                      </c:pt>
                      <c:pt idx="1838">
                        <c:v>143.267</c:v>
                      </c:pt>
                      <c:pt idx="1839">
                        <c:v>143.15</c:v>
                      </c:pt>
                      <c:pt idx="1840">
                        <c:v>142.852</c:v>
                      </c:pt>
                      <c:pt idx="1841">
                        <c:v>142.779</c:v>
                      </c:pt>
                      <c:pt idx="1842">
                        <c:v>141.80099999999999</c:v>
                      </c:pt>
                      <c:pt idx="1843">
                        <c:v>141.92400000000001</c:v>
                      </c:pt>
                      <c:pt idx="1844">
                        <c:v>141.93899999999999</c:v>
                      </c:pt>
                      <c:pt idx="1845">
                        <c:v>143.04900000000001</c:v>
                      </c:pt>
                      <c:pt idx="1846">
                        <c:v>141.86799999999999</c:v>
                      </c:pt>
                      <c:pt idx="1847">
                        <c:v>141.202</c:v>
                      </c:pt>
                      <c:pt idx="1848">
                        <c:v>140.69800000000001</c:v>
                      </c:pt>
                      <c:pt idx="1849">
                        <c:v>140.09100000000001</c:v>
                      </c:pt>
                      <c:pt idx="1850">
                        <c:v>139.71700000000001</c:v>
                      </c:pt>
                      <c:pt idx="1851">
                        <c:v>141.286</c:v>
                      </c:pt>
                      <c:pt idx="1852">
                        <c:v>142.44399999999999</c:v>
                      </c:pt>
                      <c:pt idx="1853">
                        <c:v>141.55000000000001</c:v>
                      </c:pt>
                      <c:pt idx="1854">
                        <c:v>141.68700000000001</c:v>
                      </c:pt>
                      <c:pt idx="1855">
                        <c:v>141.74600000000001</c:v>
                      </c:pt>
                      <c:pt idx="1856">
                        <c:v>142.56299999999999</c:v>
                      </c:pt>
                      <c:pt idx="1857">
                        <c:v>142.10400000000001</c:v>
                      </c:pt>
                      <c:pt idx="1858">
                        <c:v>142.56899999999999</c:v>
                      </c:pt>
                      <c:pt idx="1859">
                        <c:v>142.36099999999999</c:v>
                      </c:pt>
                      <c:pt idx="1860">
                        <c:v>138.13</c:v>
                      </c:pt>
                      <c:pt idx="1861">
                        <c:v>140.142</c:v>
                      </c:pt>
                      <c:pt idx="1862">
                        <c:v>140.38</c:v>
                      </c:pt>
                      <c:pt idx="1863">
                        <c:v>143.64400000000001</c:v>
                      </c:pt>
                      <c:pt idx="1864">
                        <c:v>144.06299999999999</c:v>
                      </c:pt>
                      <c:pt idx="1865">
                        <c:v>144.38300000000001</c:v>
                      </c:pt>
                      <c:pt idx="1866">
                        <c:v>146.35</c:v>
                      </c:pt>
                      <c:pt idx="1867">
                        <c:v>145.995</c:v>
                      </c:pt>
                      <c:pt idx="1868">
                        <c:v>145.673</c:v>
                      </c:pt>
                      <c:pt idx="1869">
                        <c:v>142.74700000000001</c:v>
                      </c:pt>
                      <c:pt idx="1870">
                        <c:v>142.50899999999999</c:v>
                      </c:pt>
                      <c:pt idx="1871">
                        <c:v>142.25899999999999</c:v>
                      </c:pt>
                      <c:pt idx="1872">
                        <c:v>144.66999999999999</c:v>
                      </c:pt>
                      <c:pt idx="1873">
                        <c:v>145.64400000000001</c:v>
                      </c:pt>
                      <c:pt idx="1874">
                        <c:v>143.584</c:v>
                      </c:pt>
                      <c:pt idx="1875">
                        <c:v>146.33500000000001</c:v>
                      </c:pt>
                      <c:pt idx="1876">
                        <c:v>146.01300000000001</c:v>
                      </c:pt>
                      <c:pt idx="1877">
                        <c:v>146.33000000000001</c:v>
                      </c:pt>
                      <c:pt idx="1878">
                        <c:v>147.827</c:v>
                      </c:pt>
                      <c:pt idx="1879">
                        <c:v>146.68899999999999</c:v>
                      </c:pt>
                      <c:pt idx="1880">
                        <c:v>147.83600000000001</c:v>
                      </c:pt>
                      <c:pt idx="1881">
                        <c:v>151.34</c:v>
                      </c:pt>
                      <c:pt idx="1882">
                        <c:v>151.66499999999999</c:v>
                      </c:pt>
                      <c:pt idx="1883">
                        <c:v>155.35300000000001</c:v>
                      </c:pt>
                      <c:pt idx="1884">
                        <c:v>152.88499999999999</c:v>
                      </c:pt>
                      <c:pt idx="1885">
                        <c:v>150.94</c:v>
                      </c:pt>
                      <c:pt idx="1886">
                        <c:v>153.125</c:v>
                      </c:pt>
                      <c:pt idx="1887">
                        <c:v>155.59899999999999</c:v>
                      </c:pt>
                      <c:pt idx="1888">
                        <c:v>156.798</c:v>
                      </c:pt>
                      <c:pt idx="1889">
                        <c:v>155.26300000000001</c:v>
                      </c:pt>
                      <c:pt idx="1890">
                        <c:v>154.75800000000001</c:v>
                      </c:pt>
                      <c:pt idx="1891">
                        <c:v>151.24</c:v>
                      </c:pt>
                      <c:pt idx="1892">
                        <c:v>149.32499999999999</c:v>
                      </c:pt>
                      <c:pt idx="1893">
                        <c:v>149.25399999999999</c:v>
                      </c:pt>
                      <c:pt idx="1894">
                        <c:v>150.30500000000001</c:v>
                      </c:pt>
                      <c:pt idx="1895">
                        <c:v>147.16300000000001</c:v>
                      </c:pt>
                      <c:pt idx="1896">
                        <c:v>144.684</c:v>
                      </c:pt>
                      <c:pt idx="1897">
                        <c:v>146.34200000000001</c:v>
                      </c:pt>
                      <c:pt idx="1898">
                        <c:v>150.95400000000001</c:v>
                      </c:pt>
                      <c:pt idx="1899">
                        <c:v>153.70400000000001</c:v>
                      </c:pt>
                      <c:pt idx="1900">
                        <c:v>153.68799999999999</c:v>
                      </c:pt>
                      <c:pt idx="1901">
                        <c:v>153.929</c:v>
                      </c:pt>
                      <c:pt idx="1902">
                        <c:v>155.15199999999999</c:v>
                      </c:pt>
                      <c:pt idx="1903">
                        <c:v>156.72800000000001</c:v>
                      </c:pt>
                      <c:pt idx="1904">
                        <c:v>156.32499999999999</c:v>
                      </c:pt>
                      <c:pt idx="1905">
                        <c:v>154.36799999999999</c:v>
                      </c:pt>
                      <c:pt idx="1906">
                        <c:v>149.80000000000001</c:v>
                      </c:pt>
                      <c:pt idx="1907">
                        <c:v>148.33500000000001</c:v>
                      </c:pt>
                      <c:pt idx="1908">
                        <c:v>150.71299999999999</c:v>
                      </c:pt>
                      <c:pt idx="1909">
                        <c:v>150.096</c:v>
                      </c:pt>
                      <c:pt idx="1910">
                        <c:v>150.773</c:v>
                      </c:pt>
                      <c:pt idx="1911">
                        <c:v>150.005</c:v>
                      </c:pt>
                      <c:pt idx="1912">
                        <c:v>150.005</c:v>
                      </c:pt>
                      <c:pt idx="1913">
                        <c:v>148.66999999999999</c:v>
                      </c:pt>
                      <c:pt idx="1914">
                        <c:v>148.60499999999999</c:v>
                      </c:pt>
                      <c:pt idx="1915">
                        <c:v>150.005</c:v>
                      </c:pt>
                      <c:pt idx="1916">
                        <c:v>156.63499999999999</c:v>
                      </c:pt>
                      <c:pt idx="1917">
                        <c:v>160.80699999999999</c:v>
                      </c:pt>
                      <c:pt idx="1918">
                        <c:v>197.01</c:v>
                      </c:pt>
                      <c:pt idx="1919">
                        <c:v>189.73099999999999</c:v>
                      </c:pt>
                      <c:pt idx="1920">
                        <c:v>200.91300000000001</c:v>
                      </c:pt>
                      <c:pt idx="1921">
                        <c:v>199.80099999999999</c:v>
                      </c:pt>
                      <c:pt idx="1922">
                        <c:v>192.45099999999999</c:v>
                      </c:pt>
                      <c:pt idx="1923">
                        <c:v>179.863</c:v>
                      </c:pt>
                      <c:pt idx="1924">
                        <c:v>177.50200000000001</c:v>
                      </c:pt>
                      <c:pt idx="1925">
                        <c:v>172.923</c:v>
                      </c:pt>
                      <c:pt idx="1926">
                        <c:v>178.45500000000001</c:v>
                      </c:pt>
                      <c:pt idx="1927">
                        <c:v>183.60499999999999</c:v>
                      </c:pt>
                      <c:pt idx="1928">
                        <c:v>185.51499999999999</c:v>
                      </c:pt>
                      <c:pt idx="1929">
                        <c:v>193.88</c:v>
                      </c:pt>
                      <c:pt idx="1930">
                        <c:v>199.53100000000001</c:v>
                      </c:pt>
                      <c:pt idx="1931">
                        <c:v>202.078</c:v>
                      </c:pt>
                      <c:pt idx="1932">
                        <c:v>201.876</c:v>
                      </c:pt>
                      <c:pt idx="1933">
                        <c:v>196.21100000000001</c:v>
                      </c:pt>
                      <c:pt idx="1934">
                        <c:v>192.101</c:v>
                      </c:pt>
                      <c:pt idx="1935">
                        <c:v>181.333</c:v>
                      </c:pt>
                      <c:pt idx="1936">
                        <c:v>179.15199999999999</c:v>
                      </c:pt>
                      <c:pt idx="1937">
                        <c:v>188.786</c:v>
                      </c:pt>
                      <c:pt idx="1938">
                        <c:v>192.869</c:v>
                      </c:pt>
                      <c:pt idx="1939">
                        <c:v>195.92</c:v>
                      </c:pt>
                      <c:pt idx="1940">
                        <c:v>190.00800000000001</c:v>
                      </c:pt>
                      <c:pt idx="1941">
                        <c:v>193.61099999999999</c:v>
                      </c:pt>
                      <c:pt idx="1942">
                        <c:v>203.95699999999999</c:v>
                      </c:pt>
                      <c:pt idx="1943">
                        <c:v>211.48</c:v>
                      </c:pt>
                      <c:pt idx="1944">
                        <c:v>210.119</c:v>
                      </c:pt>
                      <c:pt idx="1945">
                        <c:v>211.56800000000001</c:v>
                      </c:pt>
                      <c:pt idx="1946">
                        <c:v>201.71899999999999</c:v>
                      </c:pt>
                      <c:pt idx="1947">
                        <c:v>196.744</c:v>
                      </c:pt>
                      <c:pt idx="1948">
                        <c:v>203.86199999999999</c:v>
                      </c:pt>
                      <c:pt idx="1949">
                        <c:v>207.535</c:v>
                      </c:pt>
                      <c:pt idx="1950">
                        <c:v>232.47</c:v>
                      </c:pt>
                      <c:pt idx="1951">
                        <c:v>246.24299999999999</c:v>
                      </c:pt>
                      <c:pt idx="1952">
                        <c:v>251.57900000000001</c:v>
                      </c:pt>
                      <c:pt idx="1953">
                        <c:v>230.70400000000001</c:v>
                      </c:pt>
                      <c:pt idx="1954">
                        <c:v>221.24700000000001</c:v>
                      </c:pt>
                      <c:pt idx="1955">
                        <c:v>224.16200000000001</c:v>
                      </c:pt>
                      <c:pt idx="1956">
                        <c:v>224.90899999999999</c:v>
                      </c:pt>
                      <c:pt idx="1957">
                        <c:v>237.512</c:v>
                      </c:pt>
                      <c:pt idx="1958">
                        <c:v>249.15600000000001</c:v>
                      </c:pt>
                      <c:pt idx="1959">
                        <c:v>249.155</c:v>
                      </c:pt>
                      <c:pt idx="1960">
                        <c:v>235.16900000000001</c:v>
                      </c:pt>
                      <c:pt idx="1961">
                        <c:v>224.446</c:v>
                      </c:pt>
                      <c:pt idx="1962">
                        <c:v>221.29499999999999</c:v>
                      </c:pt>
                      <c:pt idx="1963">
                        <c:v>217.48</c:v>
                      </c:pt>
                      <c:pt idx="1964">
                        <c:v>206.95099999999999</c:v>
                      </c:pt>
                      <c:pt idx="1965">
                        <c:v>193.82599999999999</c:v>
                      </c:pt>
                      <c:pt idx="1966">
                        <c:v>191.071</c:v>
                      </c:pt>
                      <c:pt idx="1967">
                        <c:v>185.613</c:v>
                      </c:pt>
                      <c:pt idx="1968">
                        <c:v>190.09399999999999</c:v>
                      </c:pt>
                      <c:pt idx="1969">
                        <c:v>185.84</c:v>
                      </c:pt>
                      <c:pt idx="1970">
                        <c:v>188.124</c:v>
                      </c:pt>
                      <c:pt idx="1971">
                        <c:v>193.08799999999999</c:v>
                      </c:pt>
                      <c:pt idx="1972">
                        <c:v>196.54</c:v>
                      </c:pt>
                      <c:pt idx="1973">
                        <c:v>191.92699999999999</c:v>
                      </c:pt>
                      <c:pt idx="1974">
                        <c:v>194.102</c:v>
                      </c:pt>
                      <c:pt idx="1975">
                        <c:v>189.40700000000001</c:v>
                      </c:pt>
                      <c:pt idx="1976">
                        <c:v>164.25</c:v>
                      </c:pt>
                      <c:pt idx="1977">
                        <c:v>163.47499999999999</c:v>
                      </c:pt>
                      <c:pt idx="1978">
                        <c:v>170.333</c:v>
                      </c:pt>
                      <c:pt idx="1979">
                        <c:v>186.19399999999999</c:v>
                      </c:pt>
                      <c:pt idx="1980">
                        <c:v>184.22300000000001</c:v>
                      </c:pt>
                      <c:pt idx="1981">
                        <c:v>175.999</c:v>
                      </c:pt>
                      <c:pt idx="1982">
                        <c:v>175.08699999999999</c:v>
                      </c:pt>
                      <c:pt idx="1983">
                        <c:v>176.8</c:v>
                      </c:pt>
                      <c:pt idx="1984">
                        <c:v>176.447</c:v>
                      </c:pt>
                      <c:pt idx="1985">
                        <c:v>193.65</c:v>
                      </c:pt>
                      <c:pt idx="1986">
                        <c:v>193.09200000000001</c:v>
                      </c:pt>
                      <c:pt idx="1987">
                        <c:v>188.82400000000001</c:v>
                      </c:pt>
                      <c:pt idx="1988">
                        <c:v>190.386</c:v>
                      </c:pt>
                      <c:pt idx="1989">
                        <c:v>197.727</c:v>
                      </c:pt>
                      <c:pt idx="1990">
                        <c:v>204.69</c:v>
                      </c:pt>
                      <c:pt idx="1991">
                        <c:v>211.29300000000001</c:v>
                      </c:pt>
                      <c:pt idx="1992">
                        <c:v>211.05099999999999</c:v>
                      </c:pt>
                      <c:pt idx="1993">
                        <c:v>214.53100000000001</c:v>
                      </c:pt>
                      <c:pt idx="1994">
                        <c:v>214.167</c:v>
                      </c:pt>
                      <c:pt idx="1995">
                        <c:v>222.16</c:v>
                      </c:pt>
                      <c:pt idx="1996">
                        <c:v>221.72</c:v>
                      </c:pt>
                      <c:pt idx="1997">
                        <c:v>223.67400000000001</c:v>
                      </c:pt>
                      <c:pt idx="1998">
                        <c:v>217.78200000000001</c:v>
                      </c:pt>
                      <c:pt idx="1999">
                        <c:v>211.483</c:v>
                      </c:pt>
                      <c:pt idx="2000">
                        <c:v>200.453</c:v>
                      </c:pt>
                      <c:pt idx="2001">
                        <c:v>188.17599999999999</c:v>
                      </c:pt>
                      <c:pt idx="2002">
                        <c:v>186.69</c:v>
                      </c:pt>
                      <c:pt idx="2003">
                        <c:v>179.161</c:v>
                      </c:pt>
                      <c:pt idx="2004">
                        <c:v>173.10499999999999</c:v>
                      </c:pt>
                      <c:pt idx="2005">
                        <c:v>170.268</c:v>
                      </c:pt>
                      <c:pt idx="2006">
                        <c:v>181.42400000000001</c:v>
                      </c:pt>
                      <c:pt idx="2007">
                        <c:v>174.83600000000001</c:v>
                      </c:pt>
                      <c:pt idx="2008">
                        <c:v>181.01400000000001</c:v>
                      </c:pt>
                      <c:pt idx="2009">
                        <c:v>175.459</c:v>
                      </c:pt>
                      <c:pt idx="2010">
                        <c:v>183.44900000000001</c:v>
                      </c:pt>
                      <c:pt idx="2011">
                        <c:v>188.33199999999999</c:v>
                      </c:pt>
                      <c:pt idx="2012">
                        <c:v>186.02799999999999</c:v>
                      </c:pt>
                      <c:pt idx="2013">
                        <c:v>192.465</c:v>
                      </c:pt>
                      <c:pt idx="2014">
                        <c:v>188.21600000000001</c:v>
                      </c:pt>
                      <c:pt idx="2015">
                        <c:v>185.19200000000001</c:v>
                      </c:pt>
                      <c:pt idx="2016">
                        <c:v>188.4</c:v>
                      </c:pt>
                      <c:pt idx="2017">
                        <c:v>186.87299999999999</c:v>
                      </c:pt>
                      <c:pt idx="2018">
                        <c:v>184.68899999999999</c:v>
                      </c:pt>
                      <c:pt idx="2019">
                        <c:v>186.86699999999999</c:v>
                      </c:pt>
                      <c:pt idx="2020">
                        <c:v>185.56399999999999</c:v>
                      </c:pt>
                      <c:pt idx="2021">
                        <c:v>187.27099999999999</c:v>
                      </c:pt>
                      <c:pt idx="2022">
                        <c:v>185.964</c:v>
                      </c:pt>
                      <c:pt idx="2023">
                        <c:v>183.46</c:v>
                      </c:pt>
                      <c:pt idx="2024">
                        <c:v>180.245</c:v>
                      </c:pt>
                      <c:pt idx="2025">
                        <c:v>182.38900000000001</c:v>
                      </c:pt>
                      <c:pt idx="2026">
                        <c:v>184.46199999999999</c:v>
                      </c:pt>
                      <c:pt idx="2027">
                        <c:v>184.64699999999999</c:v>
                      </c:pt>
                      <c:pt idx="2028">
                        <c:v>184.09899999999999</c:v>
                      </c:pt>
                      <c:pt idx="2029">
                        <c:v>181.239</c:v>
                      </c:pt>
                      <c:pt idx="2030">
                        <c:v>183.042</c:v>
                      </c:pt>
                      <c:pt idx="2031">
                        <c:v>180.82499999999999</c:v>
                      </c:pt>
                      <c:pt idx="2032">
                        <c:v>186.18799999999999</c:v>
                      </c:pt>
                      <c:pt idx="2033">
                        <c:v>186.92500000000001</c:v>
                      </c:pt>
                      <c:pt idx="2034">
                        <c:v>184.869</c:v>
                      </c:pt>
                      <c:pt idx="2035">
                        <c:v>180.64500000000001</c:v>
                      </c:pt>
                      <c:pt idx="2036">
                        <c:v>178.06200000000001</c:v>
                      </c:pt>
                      <c:pt idx="2037">
                        <c:v>173.464</c:v>
                      </c:pt>
                      <c:pt idx="2038">
                        <c:v>171.66800000000001</c:v>
                      </c:pt>
                      <c:pt idx="2039">
                        <c:v>172.602</c:v>
                      </c:pt>
                      <c:pt idx="2040">
                        <c:v>171.98099999999999</c:v>
                      </c:pt>
                      <c:pt idx="2041">
                        <c:v>170.08</c:v>
                      </c:pt>
                      <c:pt idx="2042">
                        <c:v>167.90600000000001</c:v>
                      </c:pt>
                      <c:pt idx="2043">
                        <c:v>166.50899999999999</c:v>
                      </c:pt>
                      <c:pt idx="2044">
                        <c:v>166.32499999999999</c:v>
                      </c:pt>
                      <c:pt idx="2045">
                        <c:v>164.36099999999999</c:v>
                      </c:pt>
                      <c:pt idx="2046">
                        <c:v>165.18</c:v>
                      </c:pt>
                      <c:pt idx="2047">
                        <c:v>161.63</c:v>
                      </c:pt>
                      <c:pt idx="2048">
                        <c:v>162.06399999999999</c:v>
                      </c:pt>
                      <c:pt idx="2049">
                        <c:v>159.19900000000001</c:v>
                      </c:pt>
                      <c:pt idx="2050">
                        <c:v>157.90799999999999</c:v>
                      </c:pt>
                      <c:pt idx="2051">
                        <c:v>158.14500000000001</c:v>
                      </c:pt>
                      <c:pt idx="2052">
                        <c:v>161.19800000000001</c:v>
                      </c:pt>
                      <c:pt idx="2053">
                        <c:v>158.66</c:v>
                      </c:pt>
                      <c:pt idx="2054">
                        <c:v>158.411</c:v>
                      </c:pt>
                      <c:pt idx="2055">
                        <c:v>161.423</c:v>
                      </c:pt>
                      <c:pt idx="2056">
                        <c:v>159.18299999999999</c:v>
                      </c:pt>
                      <c:pt idx="2057">
                        <c:v>158.09</c:v>
                      </c:pt>
                      <c:pt idx="2058">
                        <c:v>157.02799999999999</c:v>
                      </c:pt>
                      <c:pt idx="2059">
                        <c:v>156.899</c:v>
                      </c:pt>
                      <c:pt idx="2060">
                        <c:v>157.006</c:v>
                      </c:pt>
                      <c:pt idx="2061">
                        <c:v>155.571</c:v>
                      </c:pt>
                      <c:pt idx="2062">
                        <c:v>156.21700000000001</c:v>
                      </c:pt>
                      <c:pt idx="2063">
                        <c:v>159.75700000000001</c:v>
                      </c:pt>
                      <c:pt idx="2064">
                        <c:v>158.08500000000001</c:v>
                      </c:pt>
                      <c:pt idx="2065">
                        <c:v>161.45599999999999</c:v>
                      </c:pt>
                      <c:pt idx="2066">
                        <c:v>153.625</c:v>
                      </c:pt>
                      <c:pt idx="2067">
                        <c:v>150.078</c:v>
                      </c:pt>
                      <c:pt idx="2068">
                        <c:v>151.20500000000001</c:v>
                      </c:pt>
                      <c:pt idx="2069">
                        <c:v>156.21100000000001</c:v>
                      </c:pt>
                      <c:pt idx="2070">
                        <c:v>152.96100000000001</c:v>
                      </c:pt>
                      <c:pt idx="2071">
                        <c:v>151.38300000000001</c:v>
                      </c:pt>
                      <c:pt idx="2072">
                        <c:v>146.43899999999999</c:v>
                      </c:pt>
                      <c:pt idx="2073">
                        <c:v>146.50899999999999</c:v>
                      </c:pt>
                      <c:pt idx="2074">
                        <c:v>145.50200000000001</c:v>
                      </c:pt>
                      <c:pt idx="2075">
                        <c:v>145.51300000000001</c:v>
                      </c:pt>
                      <c:pt idx="2076">
                        <c:v>140.01499999999999</c:v>
                      </c:pt>
                      <c:pt idx="2077">
                        <c:v>136.416</c:v>
                      </c:pt>
                      <c:pt idx="2078">
                        <c:v>137.024</c:v>
                      </c:pt>
                      <c:pt idx="2079">
                        <c:v>134.84700000000001</c:v>
                      </c:pt>
                      <c:pt idx="2080">
                        <c:v>136.47</c:v>
                      </c:pt>
                      <c:pt idx="2081">
                        <c:v>137.89400000000001</c:v>
                      </c:pt>
                      <c:pt idx="2082">
                        <c:v>137.71700000000001</c:v>
                      </c:pt>
                      <c:pt idx="2083">
                        <c:v>137.75700000000001</c:v>
                      </c:pt>
                      <c:pt idx="2084">
                        <c:v>138.59</c:v>
                      </c:pt>
                      <c:pt idx="2085">
                        <c:v>142.09200000000001</c:v>
                      </c:pt>
                      <c:pt idx="2086">
                        <c:v>143.00700000000001</c:v>
                      </c:pt>
                      <c:pt idx="2087">
                        <c:v>138.529</c:v>
                      </c:pt>
                      <c:pt idx="2088">
                        <c:v>137.64099999999999</c:v>
                      </c:pt>
                      <c:pt idx="2089">
                        <c:v>141.75700000000001</c:v>
                      </c:pt>
                      <c:pt idx="2090">
                        <c:v>144.34700000000001</c:v>
                      </c:pt>
                      <c:pt idx="2091">
                        <c:v>142.21299999999999</c:v>
                      </c:pt>
                      <c:pt idx="2092">
                        <c:v>142.97399999999999</c:v>
                      </c:pt>
                      <c:pt idx="2093">
                        <c:v>145.667</c:v>
                      </c:pt>
                      <c:pt idx="2094">
                        <c:v>151.16200000000001</c:v>
                      </c:pt>
                      <c:pt idx="2095">
                        <c:v>151.94200000000001</c:v>
                      </c:pt>
                      <c:pt idx="2096">
                        <c:v>147.423</c:v>
                      </c:pt>
                      <c:pt idx="2097">
                        <c:v>147.542</c:v>
                      </c:pt>
                      <c:pt idx="2098">
                        <c:v>149.05500000000001</c:v>
                      </c:pt>
                      <c:pt idx="2099">
                        <c:v>149.67400000000001</c:v>
                      </c:pt>
                      <c:pt idx="2100">
                        <c:v>148.77699999999999</c:v>
                      </c:pt>
                      <c:pt idx="2101">
                        <c:v>147.39500000000001</c:v>
                      </c:pt>
                      <c:pt idx="2102">
                        <c:v>146.28700000000001</c:v>
                      </c:pt>
                      <c:pt idx="2103">
                        <c:v>147.09200000000001</c:v>
                      </c:pt>
                      <c:pt idx="2104">
                        <c:v>144.523</c:v>
                      </c:pt>
                      <c:pt idx="2105">
                        <c:v>144.17099999999999</c:v>
                      </c:pt>
                      <c:pt idx="2106">
                        <c:v>144.92400000000001</c:v>
                      </c:pt>
                      <c:pt idx="2107">
                        <c:v>146.11600000000001</c:v>
                      </c:pt>
                      <c:pt idx="2108">
                        <c:v>144.703</c:v>
                      </c:pt>
                      <c:pt idx="2109">
                        <c:v>143.36099999999999</c:v>
                      </c:pt>
                      <c:pt idx="2110">
                        <c:v>142.97</c:v>
                      </c:pt>
                      <c:pt idx="2111">
                        <c:v>144.703</c:v>
                      </c:pt>
                      <c:pt idx="2112">
                        <c:v>142.494</c:v>
                      </c:pt>
                      <c:pt idx="2113">
                        <c:v>142.923</c:v>
                      </c:pt>
                      <c:pt idx="2114">
                        <c:v>148.63499999999999</c:v>
                      </c:pt>
                      <c:pt idx="2115">
                        <c:v>152.33799999999999</c:v>
                      </c:pt>
                      <c:pt idx="2116">
                        <c:v>152.18299999999999</c:v>
                      </c:pt>
                      <c:pt idx="2117">
                        <c:v>152.63399999999999</c:v>
                      </c:pt>
                      <c:pt idx="2118">
                        <c:v>160.93199999999999</c:v>
                      </c:pt>
                      <c:pt idx="2119">
                        <c:v>168.6</c:v>
                      </c:pt>
                      <c:pt idx="2120">
                        <c:v>177.51300000000001</c:v>
                      </c:pt>
                      <c:pt idx="2121">
                        <c:v>178.94200000000001</c:v>
                      </c:pt>
                      <c:pt idx="2122">
                        <c:v>179.79</c:v>
                      </c:pt>
                      <c:pt idx="2123">
                        <c:v>174.71</c:v>
                      </c:pt>
                      <c:pt idx="2124">
                        <c:v>179.84</c:v>
                      </c:pt>
                      <c:pt idx="2125">
                        <c:v>180.79400000000001</c:v>
                      </c:pt>
                      <c:pt idx="2126">
                        <c:v>183.02799999999999</c:v>
                      </c:pt>
                      <c:pt idx="2127">
                        <c:v>184.34200000000001</c:v>
                      </c:pt>
                      <c:pt idx="2128">
                        <c:v>186.93199999999999</c:v>
                      </c:pt>
                      <c:pt idx="2129">
                        <c:v>186.54900000000001</c:v>
                      </c:pt>
                      <c:pt idx="2130">
                        <c:v>188.66</c:v>
                      </c:pt>
                      <c:pt idx="2131">
                        <c:v>194.98</c:v>
                      </c:pt>
                      <c:pt idx="2132">
                        <c:v>200.363</c:v>
                      </c:pt>
                      <c:pt idx="2133">
                        <c:v>200.107</c:v>
                      </c:pt>
                      <c:pt idx="2134">
                        <c:v>195.56399999999999</c:v>
                      </c:pt>
                      <c:pt idx="2135">
                        <c:v>190.06399999999999</c:v>
                      </c:pt>
                      <c:pt idx="2136">
                        <c:v>189.73599999999999</c:v>
                      </c:pt>
                      <c:pt idx="2137">
                        <c:v>186.39599999999999</c:v>
                      </c:pt>
                      <c:pt idx="2138">
                        <c:v>188.661</c:v>
                      </c:pt>
                      <c:pt idx="2139">
                        <c:v>188.268</c:v>
                      </c:pt>
                      <c:pt idx="2140">
                        <c:v>181.40199999999999</c:v>
                      </c:pt>
                      <c:pt idx="2141">
                        <c:v>177.643</c:v>
                      </c:pt>
                      <c:pt idx="2142">
                        <c:v>173.21</c:v>
                      </c:pt>
                      <c:pt idx="2143">
                        <c:v>175.50700000000001</c:v>
                      </c:pt>
                      <c:pt idx="2144">
                        <c:v>175.517</c:v>
                      </c:pt>
                      <c:pt idx="2145">
                        <c:v>169.499</c:v>
                      </c:pt>
                      <c:pt idx="2146">
                        <c:v>172.929</c:v>
                      </c:pt>
                      <c:pt idx="2147">
                        <c:v>176.983</c:v>
                      </c:pt>
                      <c:pt idx="2148">
                        <c:v>184.47499999999999</c:v>
                      </c:pt>
                      <c:pt idx="2149">
                        <c:v>182.458</c:v>
                      </c:pt>
                      <c:pt idx="2150">
                        <c:v>183.709</c:v>
                      </c:pt>
                      <c:pt idx="2151">
                        <c:v>186.53800000000001</c:v>
                      </c:pt>
                      <c:pt idx="2152">
                        <c:v>178.56299999999999</c:v>
                      </c:pt>
                      <c:pt idx="2153">
                        <c:v>171.38</c:v>
                      </c:pt>
                      <c:pt idx="2154">
                        <c:v>167.11099999999999</c:v>
                      </c:pt>
                      <c:pt idx="2155">
                        <c:v>165.27199999999999</c:v>
                      </c:pt>
                      <c:pt idx="2156">
                        <c:v>167.691</c:v>
                      </c:pt>
                      <c:pt idx="2157">
                        <c:v>171.893</c:v>
                      </c:pt>
                      <c:pt idx="2158">
                        <c:v>174.452</c:v>
                      </c:pt>
                      <c:pt idx="2159">
                        <c:v>173.25800000000001</c:v>
                      </c:pt>
                      <c:pt idx="2160">
                        <c:v>168.81800000000001</c:v>
                      </c:pt>
                      <c:pt idx="2161">
                        <c:v>166.602</c:v>
                      </c:pt>
                      <c:pt idx="2162">
                        <c:v>159.73699999999999</c:v>
                      </c:pt>
                      <c:pt idx="2163">
                        <c:v>157.005</c:v>
                      </c:pt>
                      <c:pt idx="2164">
                        <c:v>157.09100000000001</c:v>
                      </c:pt>
                      <c:pt idx="2165">
                        <c:v>159.876</c:v>
                      </c:pt>
                      <c:pt idx="2166">
                        <c:v>162.69900000000001</c:v>
                      </c:pt>
                      <c:pt idx="2167">
                        <c:v>161.518</c:v>
                      </c:pt>
                      <c:pt idx="2168">
                        <c:v>165.30099999999999</c:v>
                      </c:pt>
                      <c:pt idx="2169">
                        <c:v>169.56299999999999</c:v>
                      </c:pt>
                      <c:pt idx="2170">
                        <c:v>170.47900000000001</c:v>
                      </c:pt>
                      <c:pt idx="2171">
                        <c:v>168.178</c:v>
                      </c:pt>
                      <c:pt idx="2172">
                        <c:v>158.72499999999999</c:v>
                      </c:pt>
                      <c:pt idx="2173">
                        <c:v>160.76</c:v>
                      </c:pt>
                      <c:pt idx="2174">
                        <c:v>157.28</c:v>
                      </c:pt>
                      <c:pt idx="2175">
                        <c:v>156.92400000000001</c:v>
                      </c:pt>
                      <c:pt idx="2176">
                        <c:v>158.995</c:v>
                      </c:pt>
                      <c:pt idx="2177">
                        <c:v>154.95400000000001</c:v>
                      </c:pt>
                      <c:pt idx="2178">
                        <c:v>152.17599999999999</c:v>
                      </c:pt>
                      <c:pt idx="2179">
                        <c:v>149.71</c:v>
                      </c:pt>
                      <c:pt idx="2180">
                        <c:v>152.94</c:v>
                      </c:pt>
                      <c:pt idx="2181">
                        <c:v>152.33099999999999</c:v>
                      </c:pt>
                      <c:pt idx="2182">
                        <c:v>153.29599999999999</c:v>
                      </c:pt>
                      <c:pt idx="2183">
                        <c:v>155.93700000000001</c:v>
                      </c:pt>
                      <c:pt idx="2184">
                        <c:v>152.619</c:v>
                      </c:pt>
                      <c:pt idx="2185">
                        <c:v>154.86500000000001</c:v>
                      </c:pt>
                      <c:pt idx="2186">
                        <c:v>154.71</c:v>
                      </c:pt>
                      <c:pt idx="2187">
                        <c:v>152.68799999999999</c:v>
                      </c:pt>
                      <c:pt idx="2188">
                        <c:v>154.83000000000001</c:v>
                      </c:pt>
                      <c:pt idx="2189">
                        <c:v>150.96199999999999</c:v>
                      </c:pt>
                      <c:pt idx="2190">
                        <c:v>152.39599999999999</c:v>
                      </c:pt>
                      <c:pt idx="2191">
                        <c:v>154.364</c:v>
                      </c:pt>
                      <c:pt idx="2192">
                        <c:v>155.90100000000001</c:v>
                      </c:pt>
                      <c:pt idx="2193">
                        <c:v>154.53100000000001</c:v>
                      </c:pt>
                      <c:pt idx="2194">
                        <c:v>152.56700000000001</c:v>
                      </c:pt>
                      <c:pt idx="2195">
                        <c:v>153.411</c:v>
                      </c:pt>
                      <c:pt idx="2196">
                        <c:v>154.31700000000001</c:v>
                      </c:pt>
                      <c:pt idx="2197">
                        <c:v>153.41200000000001</c:v>
                      </c:pt>
                      <c:pt idx="2198">
                        <c:v>156.08600000000001</c:v>
                      </c:pt>
                      <c:pt idx="2199">
                        <c:v>150.81200000000001</c:v>
                      </c:pt>
                      <c:pt idx="2200">
                        <c:v>150.464</c:v>
                      </c:pt>
                      <c:pt idx="2201">
                        <c:v>148.15299999999999</c:v>
                      </c:pt>
                      <c:pt idx="2202">
                        <c:v>145.27099999999999</c:v>
                      </c:pt>
                      <c:pt idx="2203">
                        <c:v>146.619</c:v>
                      </c:pt>
                      <c:pt idx="2204">
                        <c:v>141.85599999999999</c:v>
                      </c:pt>
                      <c:pt idx="2205">
                        <c:v>137.47</c:v>
                      </c:pt>
                      <c:pt idx="2206">
                        <c:v>134.452</c:v>
                      </c:pt>
                      <c:pt idx="2207">
                        <c:v>129.32400000000001</c:v>
                      </c:pt>
                      <c:pt idx="2208">
                        <c:v>126.251</c:v>
                      </c:pt>
                      <c:pt idx="2209">
                        <c:v>130.64500000000001</c:v>
                      </c:pt>
                      <c:pt idx="2210">
                        <c:v>132.298</c:v>
                      </c:pt>
                      <c:pt idx="2211">
                        <c:v>134.995</c:v>
                      </c:pt>
                      <c:pt idx="2212">
                        <c:v>136.036</c:v>
                      </c:pt>
                      <c:pt idx="2213">
                        <c:v>138.124</c:v>
                      </c:pt>
                      <c:pt idx="2214">
                        <c:v>141.881</c:v>
                      </c:pt>
                      <c:pt idx="2215">
                        <c:v>143.18700000000001</c:v>
                      </c:pt>
                      <c:pt idx="2216">
                        <c:v>143.803</c:v>
                      </c:pt>
                      <c:pt idx="2217">
                        <c:v>142.66999999999999</c:v>
                      </c:pt>
                      <c:pt idx="2218">
                        <c:v>143.44200000000001</c:v>
                      </c:pt>
                      <c:pt idx="2219">
                        <c:v>143.24600000000001</c:v>
                      </c:pt>
                      <c:pt idx="2220">
                        <c:v>143.86099999999999</c:v>
                      </c:pt>
                      <c:pt idx="2221">
                        <c:v>143.55199999999999</c:v>
                      </c:pt>
                      <c:pt idx="2222">
                        <c:v>142.01499999999999</c:v>
                      </c:pt>
                      <c:pt idx="2223">
                        <c:v>141.06700000000001</c:v>
                      </c:pt>
                      <c:pt idx="2224">
                        <c:v>143.124</c:v>
                      </c:pt>
                      <c:pt idx="2225">
                        <c:v>144.291</c:v>
                      </c:pt>
                      <c:pt idx="2226">
                        <c:v>145.42099999999999</c:v>
                      </c:pt>
                      <c:pt idx="2227">
                        <c:v>143.346</c:v>
                      </c:pt>
                      <c:pt idx="2228">
                        <c:v>143.49</c:v>
                      </c:pt>
                      <c:pt idx="2229">
                        <c:v>142.55799999999999</c:v>
                      </c:pt>
                      <c:pt idx="2230">
                        <c:v>139.90299999999999</c:v>
                      </c:pt>
                      <c:pt idx="2231">
                        <c:v>138.464</c:v>
                      </c:pt>
                      <c:pt idx="2232">
                        <c:v>142.03800000000001</c:v>
                      </c:pt>
                      <c:pt idx="2233">
                        <c:v>141.10499999999999</c:v>
                      </c:pt>
                      <c:pt idx="2234">
                        <c:v>140.50899999999999</c:v>
                      </c:pt>
                      <c:pt idx="2235">
                        <c:v>140.411</c:v>
                      </c:pt>
                      <c:pt idx="2236">
                        <c:v>139.54499999999999</c:v>
                      </c:pt>
                      <c:pt idx="2237">
                        <c:v>139.68799999999999</c:v>
                      </c:pt>
                      <c:pt idx="2238">
                        <c:v>142.60900000000001</c:v>
                      </c:pt>
                      <c:pt idx="2239">
                        <c:v>141.83500000000001</c:v>
                      </c:pt>
                      <c:pt idx="2240">
                        <c:v>143.52799999999999</c:v>
                      </c:pt>
                      <c:pt idx="2241">
                        <c:v>140.839</c:v>
                      </c:pt>
                      <c:pt idx="2242">
                        <c:v>139.63300000000001</c:v>
                      </c:pt>
                      <c:pt idx="2243">
                        <c:v>138.40299999999999</c:v>
                      </c:pt>
                      <c:pt idx="2244">
                        <c:v>134.309</c:v>
                      </c:pt>
                      <c:pt idx="2245">
                        <c:v>136.143</c:v>
                      </c:pt>
                      <c:pt idx="2246">
                        <c:v>137.87</c:v>
                      </c:pt>
                      <c:pt idx="2247">
                        <c:v>137.959</c:v>
                      </c:pt>
                      <c:pt idx="2248">
                        <c:v>139.011</c:v>
                      </c:pt>
                      <c:pt idx="2249">
                        <c:v>137.43899999999999</c:v>
                      </c:pt>
                      <c:pt idx="2250">
                        <c:v>140.85499999999999</c:v>
                      </c:pt>
                      <c:pt idx="2251">
                        <c:v>142.357</c:v>
                      </c:pt>
                      <c:pt idx="2252">
                        <c:v>144.30000000000001</c:v>
                      </c:pt>
                      <c:pt idx="2253">
                        <c:v>140.66399999999999</c:v>
                      </c:pt>
                      <c:pt idx="2254">
                        <c:v>139.27600000000001</c:v>
                      </c:pt>
                      <c:pt idx="2255">
                        <c:v>139.703</c:v>
                      </c:pt>
                      <c:pt idx="2256">
                        <c:v>139.67699999999999</c:v>
                      </c:pt>
                      <c:pt idx="2257">
                        <c:v>139.483</c:v>
                      </c:pt>
                      <c:pt idx="2258">
                        <c:v>141.20099999999999</c:v>
                      </c:pt>
                      <c:pt idx="2259">
                        <c:v>141.75</c:v>
                      </c:pt>
                      <c:pt idx="2260">
                        <c:v>142.012</c:v>
                      </c:pt>
                      <c:pt idx="2261">
                        <c:v>139.042</c:v>
                      </c:pt>
                      <c:pt idx="2262">
                        <c:v>137.577</c:v>
                      </c:pt>
                      <c:pt idx="2263">
                        <c:v>137.78399999999999</c:v>
                      </c:pt>
                      <c:pt idx="2264">
                        <c:v>137.934</c:v>
                      </c:pt>
                      <c:pt idx="2265">
                        <c:v>137.393</c:v>
                      </c:pt>
                      <c:pt idx="2266">
                        <c:v>136.511</c:v>
                      </c:pt>
                      <c:pt idx="2267">
                        <c:v>135.98699999999999</c:v>
                      </c:pt>
                      <c:pt idx="2268">
                        <c:v>136.452</c:v>
                      </c:pt>
                      <c:pt idx="2269">
                        <c:v>134.16300000000001</c:v>
                      </c:pt>
                      <c:pt idx="2270">
                        <c:v>132.63900000000001</c:v>
                      </c:pt>
                      <c:pt idx="2271">
                        <c:v>132.83199999999999</c:v>
                      </c:pt>
                      <c:pt idx="2272">
                        <c:v>133.27699999999999</c:v>
                      </c:pt>
                      <c:pt idx="2273">
                        <c:v>130.952</c:v>
                      </c:pt>
                      <c:pt idx="2274">
                        <c:v>128.047</c:v>
                      </c:pt>
                      <c:pt idx="2275">
                        <c:v>126.867</c:v>
                      </c:pt>
                      <c:pt idx="2276">
                        <c:v>130.727</c:v>
                      </c:pt>
                      <c:pt idx="2277">
                        <c:v>135.05699999999999</c:v>
                      </c:pt>
                      <c:pt idx="2278">
                        <c:v>135.697</c:v>
                      </c:pt>
                      <c:pt idx="2279">
                        <c:v>135.79900000000001</c:v>
                      </c:pt>
                      <c:pt idx="2280">
                        <c:v>135.76499999999999</c:v>
                      </c:pt>
                      <c:pt idx="2281">
                        <c:v>136.00700000000001</c:v>
                      </c:pt>
                      <c:pt idx="2282">
                        <c:v>136.57499999999999</c:v>
                      </c:pt>
                      <c:pt idx="2283">
                        <c:v>135.55500000000001</c:v>
                      </c:pt>
                      <c:pt idx="2284">
                        <c:v>135.22900000000001</c:v>
                      </c:pt>
                      <c:pt idx="2285">
                        <c:v>131.399</c:v>
                      </c:pt>
                      <c:pt idx="2286">
                        <c:v>129.68600000000001</c:v>
                      </c:pt>
                      <c:pt idx="2287">
                        <c:v>129.322</c:v>
                      </c:pt>
                      <c:pt idx="2288">
                        <c:v>130.423</c:v>
                      </c:pt>
                      <c:pt idx="2289">
                        <c:v>132.601</c:v>
                      </c:pt>
                      <c:pt idx="2290">
                        <c:v>133.404</c:v>
                      </c:pt>
                      <c:pt idx="2291">
                        <c:v>134.404</c:v>
                      </c:pt>
                      <c:pt idx="2292">
                        <c:v>135.667</c:v>
                      </c:pt>
                      <c:pt idx="2293">
                        <c:v>135.518</c:v>
                      </c:pt>
                      <c:pt idx="2294">
                        <c:v>133.68799999999999</c:v>
                      </c:pt>
                      <c:pt idx="2295">
                        <c:v>134.63800000000001</c:v>
                      </c:pt>
                      <c:pt idx="2296">
                        <c:v>132.126</c:v>
                      </c:pt>
                      <c:pt idx="2297">
                        <c:v>131.661</c:v>
                      </c:pt>
                      <c:pt idx="2298">
                        <c:v>131.30000000000001</c:v>
                      </c:pt>
                      <c:pt idx="2299">
                        <c:v>133.21899999999999</c:v>
                      </c:pt>
                      <c:pt idx="2300">
                        <c:v>130.26400000000001</c:v>
                      </c:pt>
                      <c:pt idx="2301">
                        <c:v>130.523</c:v>
                      </c:pt>
                      <c:pt idx="2302">
                        <c:v>129.56399999999999</c:v>
                      </c:pt>
                      <c:pt idx="2303">
                        <c:v>130.99</c:v>
                      </c:pt>
                      <c:pt idx="2304">
                        <c:v>130.97200000000001</c:v>
                      </c:pt>
                      <c:pt idx="2305">
                        <c:v>133.93100000000001</c:v>
                      </c:pt>
                      <c:pt idx="2306">
                        <c:v>137.02099999999999</c:v>
                      </c:pt>
                      <c:pt idx="2307">
                        <c:v>136.54900000000001</c:v>
                      </c:pt>
                      <c:pt idx="2308">
                        <c:v>137.636</c:v>
                      </c:pt>
                      <c:pt idx="2309">
                        <c:v>136.88800000000001</c:v>
                      </c:pt>
                      <c:pt idx="2310">
                        <c:v>137.99799999999999</c:v>
                      </c:pt>
                      <c:pt idx="2311">
                        <c:v>137.488</c:v>
                      </c:pt>
                      <c:pt idx="2312">
                        <c:v>137.916</c:v>
                      </c:pt>
                      <c:pt idx="2313">
                        <c:v>136.00299999999999</c:v>
                      </c:pt>
                      <c:pt idx="2314">
                        <c:v>136.54400000000001</c:v>
                      </c:pt>
                      <c:pt idx="2315">
                        <c:v>137.00399999999999</c:v>
                      </c:pt>
                      <c:pt idx="2316">
                        <c:v>137.39599999999999</c:v>
                      </c:pt>
                      <c:pt idx="2317">
                        <c:v>137.93600000000001</c:v>
                      </c:pt>
                      <c:pt idx="2318">
                        <c:v>138.523</c:v>
                      </c:pt>
                      <c:pt idx="2319">
                        <c:v>137.29</c:v>
                      </c:pt>
                      <c:pt idx="2320">
                        <c:v>139.946</c:v>
                      </c:pt>
                      <c:pt idx="2321">
                        <c:v>140.58799999999999</c:v>
                      </c:pt>
                      <c:pt idx="2322">
                        <c:v>140.03299999999999</c:v>
                      </c:pt>
                      <c:pt idx="2323">
                        <c:v>141.00899999999999</c:v>
                      </c:pt>
                      <c:pt idx="2324">
                        <c:v>142.88399999999999</c:v>
                      </c:pt>
                      <c:pt idx="2325">
                        <c:v>139.17400000000001</c:v>
                      </c:pt>
                      <c:pt idx="2326">
                        <c:v>140.15199999999999</c:v>
                      </c:pt>
                      <c:pt idx="2327">
                        <c:v>140.54</c:v>
                      </c:pt>
                      <c:pt idx="2328">
                        <c:v>139.40299999999999</c:v>
                      </c:pt>
                      <c:pt idx="2329">
                        <c:v>137.94399999999999</c:v>
                      </c:pt>
                      <c:pt idx="2330">
                        <c:v>135.52500000000001</c:v>
                      </c:pt>
                      <c:pt idx="2331">
                        <c:v>135.27099999999999</c:v>
                      </c:pt>
                      <c:pt idx="2332">
                        <c:v>130.52199999999999</c:v>
                      </c:pt>
                      <c:pt idx="2333">
                        <c:v>128.04599999999999</c:v>
                      </c:pt>
                      <c:pt idx="2334">
                        <c:v>127.85899999999999</c:v>
                      </c:pt>
                      <c:pt idx="2335">
                        <c:v>127.792</c:v>
                      </c:pt>
                      <c:pt idx="2336">
                        <c:v>128.15799999999999</c:v>
                      </c:pt>
                      <c:pt idx="2337">
                        <c:v>128.67099999999999</c:v>
                      </c:pt>
                      <c:pt idx="2338">
                        <c:v>129.852</c:v>
                      </c:pt>
                      <c:pt idx="2339">
                        <c:v>130.44900000000001</c:v>
                      </c:pt>
                      <c:pt idx="2340">
                        <c:v>131.76900000000001</c:v>
                      </c:pt>
                      <c:pt idx="2341">
                        <c:v>132.40899999999999</c:v>
                      </c:pt>
                      <c:pt idx="2342">
                        <c:v>134.749</c:v>
                      </c:pt>
                      <c:pt idx="2343">
                        <c:v>135.553</c:v>
                      </c:pt>
                      <c:pt idx="2344">
                        <c:v>136.566</c:v>
                      </c:pt>
                      <c:pt idx="2345">
                        <c:v>139.68</c:v>
                      </c:pt>
                      <c:pt idx="2346">
                        <c:v>138.75299999999999</c:v>
                      </c:pt>
                      <c:pt idx="2347">
                        <c:v>133.52799999999999</c:v>
                      </c:pt>
                      <c:pt idx="2348">
                        <c:v>140.28200000000001</c:v>
                      </c:pt>
                      <c:pt idx="2349">
                        <c:v>140.398</c:v>
                      </c:pt>
                      <c:pt idx="2350">
                        <c:v>142.714</c:v>
                      </c:pt>
                      <c:pt idx="2351">
                        <c:v>141.251</c:v>
                      </c:pt>
                      <c:pt idx="2352">
                        <c:v>142.91800000000001</c:v>
                      </c:pt>
                      <c:pt idx="2353">
                        <c:v>140.102</c:v>
                      </c:pt>
                      <c:pt idx="2354">
                        <c:v>136.321</c:v>
                      </c:pt>
                      <c:pt idx="2355">
                        <c:v>131.43799999999999</c:v>
                      </c:pt>
                      <c:pt idx="2356">
                        <c:v>126.884</c:v>
                      </c:pt>
                      <c:pt idx="2357">
                        <c:v>122.367</c:v>
                      </c:pt>
                      <c:pt idx="2358">
                        <c:v>129.435</c:v>
                      </c:pt>
                      <c:pt idx="2359">
                        <c:v>130.01499999999999</c:v>
                      </c:pt>
                      <c:pt idx="2360">
                        <c:v>131.27500000000001</c:v>
                      </c:pt>
                      <c:pt idx="2361">
                        <c:v>134.553</c:v>
                      </c:pt>
                      <c:pt idx="2362">
                        <c:v>135.238</c:v>
                      </c:pt>
                      <c:pt idx="2363">
                        <c:v>134.12200000000001</c:v>
                      </c:pt>
                      <c:pt idx="2364">
                        <c:v>132.19499999999999</c:v>
                      </c:pt>
                      <c:pt idx="2365">
                        <c:v>131.059</c:v>
                      </c:pt>
                      <c:pt idx="2366">
                        <c:v>128.155</c:v>
                      </c:pt>
                      <c:pt idx="2367">
                        <c:v>127.896</c:v>
                      </c:pt>
                      <c:pt idx="2368">
                        <c:v>127.56699999999999</c:v>
                      </c:pt>
                      <c:pt idx="2369">
                        <c:v>125.64700000000001</c:v>
                      </c:pt>
                      <c:pt idx="2370">
                        <c:v>125.04900000000001</c:v>
                      </c:pt>
                      <c:pt idx="2371">
                        <c:v>123.062</c:v>
                      </c:pt>
                      <c:pt idx="2372">
                        <c:v>120.584</c:v>
                      </c:pt>
                      <c:pt idx="2373">
                        <c:v>119.49</c:v>
                      </c:pt>
                      <c:pt idx="2374">
                        <c:v>119.414</c:v>
                      </c:pt>
                      <c:pt idx="2375">
                        <c:v>119.55200000000001</c:v>
                      </c:pt>
                      <c:pt idx="2376">
                        <c:v>119.867</c:v>
                      </c:pt>
                      <c:pt idx="2377">
                        <c:v>118.85</c:v>
                      </c:pt>
                      <c:pt idx="2378">
                        <c:v>121.80200000000001</c:v>
                      </c:pt>
                      <c:pt idx="2379">
                        <c:v>120.73399999999999</c:v>
                      </c:pt>
                      <c:pt idx="2380">
                        <c:v>122.876</c:v>
                      </c:pt>
                      <c:pt idx="2381">
                        <c:v>127.79</c:v>
                      </c:pt>
                      <c:pt idx="2382">
                        <c:v>129.054</c:v>
                      </c:pt>
                      <c:pt idx="2383">
                        <c:v>131.98400000000001</c:v>
                      </c:pt>
                      <c:pt idx="2384">
                        <c:v>133.9</c:v>
                      </c:pt>
                      <c:pt idx="2385">
                        <c:v>135.029</c:v>
                      </c:pt>
                      <c:pt idx="2386">
                        <c:v>138.52099999999999</c:v>
                      </c:pt>
                      <c:pt idx="2387">
                        <c:v>140.76900000000001</c:v>
                      </c:pt>
                      <c:pt idx="2388">
                        <c:v>141.96199999999999</c:v>
                      </c:pt>
                      <c:pt idx="2389">
                        <c:v>144.041</c:v>
                      </c:pt>
                      <c:pt idx="2390">
                        <c:v>146.05699999999999</c:v>
                      </c:pt>
                      <c:pt idx="2391">
                        <c:v>147.32499999999999</c:v>
                      </c:pt>
                      <c:pt idx="2392">
                        <c:v>151.81</c:v>
                      </c:pt>
                      <c:pt idx="2393">
                        <c:v>154.19300000000001</c:v>
                      </c:pt>
                      <c:pt idx="2394">
                        <c:v>157.75899999999999</c:v>
                      </c:pt>
                      <c:pt idx="2395">
                        <c:v>166.49299999999999</c:v>
                      </c:pt>
                      <c:pt idx="2396">
                        <c:v>172.934</c:v>
                      </c:pt>
                      <c:pt idx="2397">
                        <c:v>171.69499999999999</c:v>
                      </c:pt>
                      <c:pt idx="2398">
                        <c:v>176.53299999999999</c:v>
                      </c:pt>
                      <c:pt idx="2399">
                        <c:v>185.804</c:v>
                      </c:pt>
                      <c:pt idx="2400">
                        <c:v>189.23</c:v>
                      </c:pt>
                      <c:pt idx="2401">
                        <c:v>166.28899999999999</c:v>
                      </c:pt>
                      <c:pt idx="2402">
                        <c:v>167.53</c:v>
                      </c:pt>
                      <c:pt idx="2403">
                        <c:v>178.80500000000001</c:v>
                      </c:pt>
                      <c:pt idx="2404">
                        <c:v>184.14599999999999</c:v>
                      </c:pt>
                      <c:pt idx="2405">
                        <c:v>187.333</c:v>
                      </c:pt>
                      <c:pt idx="2406">
                        <c:v>198.333</c:v>
                      </c:pt>
                      <c:pt idx="2407">
                        <c:v>226.06100000000001</c:v>
                      </c:pt>
                      <c:pt idx="2408">
                        <c:v>211.78899999999999</c:v>
                      </c:pt>
                      <c:pt idx="2409">
                        <c:v>211.96700000000001</c:v>
                      </c:pt>
                      <c:pt idx="2410">
                        <c:v>192.001</c:v>
                      </c:pt>
                      <c:pt idx="2411">
                        <c:v>184.87100000000001</c:v>
                      </c:pt>
                      <c:pt idx="2412">
                        <c:v>188.40799999999999</c:v>
                      </c:pt>
                      <c:pt idx="2413">
                        <c:v>187.58600000000001</c:v>
                      </c:pt>
                      <c:pt idx="2414">
                        <c:v>189.42400000000001</c:v>
                      </c:pt>
                      <c:pt idx="2415">
                        <c:v>191.08500000000001</c:v>
                      </c:pt>
                      <c:pt idx="2416">
                        <c:v>199.88</c:v>
                      </c:pt>
                      <c:pt idx="2417">
                        <c:v>205.24700000000001</c:v>
                      </c:pt>
                      <c:pt idx="2418">
                        <c:v>202.09399999999999</c:v>
                      </c:pt>
                      <c:pt idx="2419">
                        <c:v>193.6</c:v>
                      </c:pt>
                      <c:pt idx="2420">
                        <c:v>194.38300000000001</c:v>
                      </c:pt>
                      <c:pt idx="2421">
                        <c:v>185.255</c:v>
                      </c:pt>
                      <c:pt idx="2422">
                        <c:v>183.613</c:v>
                      </c:pt>
                      <c:pt idx="2423">
                        <c:v>174.70500000000001</c:v>
                      </c:pt>
                      <c:pt idx="2424">
                        <c:v>173.21199999999999</c:v>
                      </c:pt>
                      <c:pt idx="2425">
                        <c:v>168.86199999999999</c:v>
                      </c:pt>
                      <c:pt idx="2426">
                        <c:v>163.298</c:v>
                      </c:pt>
                      <c:pt idx="2427">
                        <c:v>165.268</c:v>
                      </c:pt>
                      <c:pt idx="2428">
                        <c:v>164.154</c:v>
                      </c:pt>
                      <c:pt idx="2429">
                        <c:v>163.56299999999999</c:v>
                      </c:pt>
                      <c:pt idx="2430">
                        <c:v>169.929</c:v>
                      </c:pt>
                      <c:pt idx="2431">
                        <c:v>172.221</c:v>
                      </c:pt>
                      <c:pt idx="2432">
                        <c:v>175.83500000000001</c:v>
                      </c:pt>
                      <c:pt idx="2433">
                        <c:v>180.53399999999999</c:v>
                      </c:pt>
                      <c:pt idx="2434">
                        <c:v>180.89599999999999</c:v>
                      </c:pt>
                      <c:pt idx="2435">
                        <c:v>176.32900000000001</c:v>
                      </c:pt>
                      <c:pt idx="2436">
                        <c:v>175.31899999999999</c:v>
                      </c:pt>
                      <c:pt idx="2437">
                        <c:v>171.14699999999999</c:v>
                      </c:pt>
                      <c:pt idx="2438">
                        <c:v>171.244</c:v>
                      </c:pt>
                      <c:pt idx="2439">
                        <c:v>174.58099999999999</c:v>
                      </c:pt>
                      <c:pt idx="2440">
                        <c:v>176.476</c:v>
                      </c:pt>
                      <c:pt idx="2441">
                        <c:v>173.84399999999999</c:v>
                      </c:pt>
                      <c:pt idx="2442">
                        <c:v>171.352</c:v>
                      </c:pt>
                      <c:pt idx="2443">
                        <c:v>165.87799999999999</c:v>
                      </c:pt>
                      <c:pt idx="2444">
                        <c:v>162.38499999999999</c:v>
                      </c:pt>
                      <c:pt idx="2445">
                        <c:v>165.048</c:v>
                      </c:pt>
                      <c:pt idx="2446">
                        <c:v>173.44499999999999</c:v>
                      </c:pt>
                      <c:pt idx="2447">
                        <c:v>175.68199999999999</c:v>
                      </c:pt>
                      <c:pt idx="2448">
                        <c:v>185.965</c:v>
                      </c:pt>
                      <c:pt idx="2449">
                        <c:v>185.09100000000001</c:v>
                      </c:pt>
                      <c:pt idx="2450">
                        <c:v>193.30099999999999</c:v>
                      </c:pt>
                      <c:pt idx="2451">
                        <c:v>186.60599999999999</c:v>
                      </c:pt>
                      <c:pt idx="2452">
                        <c:v>175.33</c:v>
                      </c:pt>
                      <c:pt idx="2453">
                        <c:v>175.08</c:v>
                      </c:pt>
                      <c:pt idx="2454">
                        <c:v>179.47900000000001</c:v>
                      </c:pt>
                      <c:pt idx="2455">
                        <c:v>181.96</c:v>
                      </c:pt>
                      <c:pt idx="2456">
                        <c:v>180.989</c:v>
                      </c:pt>
                      <c:pt idx="2457">
                        <c:v>182.97900000000001</c:v>
                      </c:pt>
                      <c:pt idx="2458">
                        <c:v>183.92699999999999</c:v>
                      </c:pt>
                      <c:pt idx="2459">
                        <c:v>185.69399999999999</c:v>
                      </c:pt>
                      <c:pt idx="2460">
                        <c:v>186.11</c:v>
                      </c:pt>
                      <c:pt idx="2461">
                        <c:v>183.40100000000001</c:v>
                      </c:pt>
                      <c:pt idx="2462">
                        <c:v>176.78700000000001</c:v>
                      </c:pt>
                      <c:pt idx="2463">
                        <c:v>171.80199999999999</c:v>
                      </c:pt>
                      <c:pt idx="2464">
                        <c:v>170.185</c:v>
                      </c:pt>
                      <c:pt idx="2465">
                        <c:v>167.14500000000001</c:v>
                      </c:pt>
                      <c:pt idx="2466">
                        <c:v>166.44900000000001</c:v>
                      </c:pt>
                      <c:pt idx="2467">
                        <c:v>163.041</c:v>
                      </c:pt>
                      <c:pt idx="2468">
                        <c:v>160.501</c:v>
                      </c:pt>
                      <c:pt idx="2469">
                        <c:v>154.17699999999999</c:v>
                      </c:pt>
                      <c:pt idx="2470">
                        <c:v>149.24</c:v>
                      </c:pt>
                      <c:pt idx="2471">
                        <c:v>148.14099999999999</c:v>
                      </c:pt>
                      <c:pt idx="2472">
                        <c:v>154.84100000000001</c:v>
                      </c:pt>
                      <c:pt idx="2473">
                        <c:v>158.63300000000001</c:v>
                      </c:pt>
                      <c:pt idx="2474">
                        <c:v>161.773</c:v>
                      </c:pt>
                      <c:pt idx="2475">
                        <c:v>164.12299999999999</c:v>
                      </c:pt>
                      <c:pt idx="2476">
                        <c:v>168.29599999999999</c:v>
                      </c:pt>
                      <c:pt idx="2477">
                        <c:v>174.761</c:v>
                      </c:pt>
                      <c:pt idx="2478">
                        <c:v>177.61199999999999</c:v>
                      </c:pt>
                      <c:pt idx="2479">
                        <c:v>175.61500000000001</c:v>
                      </c:pt>
                      <c:pt idx="2480">
                        <c:v>176.52699999999999</c:v>
                      </c:pt>
                      <c:pt idx="2481">
                        <c:v>177.42599999999999</c:v>
                      </c:pt>
                      <c:pt idx="2482">
                        <c:v>173.72499999999999</c:v>
                      </c:pt>
                      <c:pt idx="2483">
                        <c:v>172.167</c:v>
                      </c:pt>
                      <c:pt idx="2484">
                        <c:v>170.62899999999999</c:v>
                      </c:pt>
                      <c:pt idx="2485">
                        <c:v>170.06</c:v>
                      </c:pt>
                      <c:pt idx="2486">
                        <c:v>166.11</c:v>
                      </c:pt>
                      <c:pt idx="2487">
                        <c:v>165.52699999999999</c:v>
                      </c:pt>
                      <c:pt idx="2488">
                        <c:v>163.416</c:v>
                      </c:pt>
                      <c:pt idx="2489">
                        <c:v>164.821</c:v>
                      </c:pt>
                      <c:pt idx="2490">
                        <c:v>161.78899999999999</c:v>
                      </c:pt>
                      <c:pt idx="2491">
                        <c:v>162.983</c:v>
                      </c:pt>
                      <c:pt idx="2492">
                        <c:v>164.31399999999999</c:v>
                      </c:pt>
                      <c:pt idx="2493">
                        <c:v>169.71899999999999</c:v>
                      </c:pt>
                      <c:pt idx="2494">
                        <c:v>165.226</c:v>
                      </c:pt>
                      <c:pt idx="2495">
                        <c:v>166.471</c:v>
                      </c:pt>
                      <c:pt idx="2496">
                        <c:v>167.61799999999999</c:v>
                      </c:pt>
                      <c:pt idx="2497">
                        <c:v>167.292</c:v>
                      </c:pt>
                      <c:pt idx="2498">
                        <c:v>166.077</c:v>
                      </c:pt>
                      <c:pt idx="2499">
                        <c:v>165.75800000000001</c:v>
                      </c:pt>
                      <c:pt idx="2500">
                        <c:v>166.46199999999999</c:v>
                      </c:pt>
                      <c:pt idx="2501">
                        <c:v>168.77600000000001</c:v>
                      </c:pt>
                      <c:pt idx="2502">
                        <c:v>170.69499999999999</c:v>
                      </c:pt>
                      <c:pt idx="2503">
                        <c:v>169.589</c:v>
                      </c:pt>
                      <c:pt idx="2504">
                        <c:v>176.29900000000001</c:v>
                      </c:pt>
                      <c:pt idx="2505">
                        <c:v>172.93299999999999</c:v>
                      </c:pt>
                      <c:pt idx="2506">
                        <c:v>171.38499999999999</c:v>
                      </c:pt>
                      <c:pt idx="2507">
                        <c:v>174.94</c:v>
                      </c:pt>
                      <c:pt idx="2508">
                        <c:v>176.07499999999999</c:v>
                      </c:pt>
                      <c:pt idx="2509">
                        <c:v>178.71</c:v>
                      </c:pt>
                      <c:pt idx="2510">
                        <c:v>176.81399999999999</c:v>
                      </c:pt>
                      <c:pt idx="2511">
                        <c:v>172.46600000000001</c:v>
                      </c:pt>
                      <c:pt idx="2512">
                        <c:v>167.905</c:v>
                      </c:pt>
                      <c:pt idx="2513">
                        <c:v>162.24</c:v>
                      </c:pt>
                      <c:pt idx="2514">
                        <c:v>168.57300000000001</c:v>
                      </c:pt>
                      <c:pt idx="2515">
                        <c:v>173.876</c:v>
                      </c:pt>
                      <c:pt idx="2516">
                        <c:v>171.70699999999999</c:v>
                      </c:pt>
                      <c:pt idx="2517">
                        <c:v>168.67099999999999</c:v>
                      </c:pt>
                      <c:pt idx="2518">
                        <c:v>169.69300000000001</c:v>
                      </c:pt>
                      <c:pt idx="2519">
                        <c:v>169.85400000000001</c:v>
                      </c:pt>
                      <c:pt idx="2520">
                        <c:v>171.12799999999999</c:v>
                      </c:pt>
                      <c:pt idx="2521">
                        <c:v>172.60900000000001</c:v>
                      </c:pt>
                      <c:pt idx="2522">
                        <c:v>172.60900000000001</c:v>
                      </c:pt>
                      <c:pt idx="2523">
                        <c:v>177.38</c:v>
                      </c:pt>
                      <c:pt idx="2524">
                        <c:v>177.98699999999999</c:v>
                      </c:pt>
                      <c:pt idx="2525">
                        <c:v>178.27099999999999</c:v>
                      </c:pt>
                      <c:pt idx="2526">
                        <c:v>175.19300000000001</c:v>
                      </c:pt>
                      <c:pt idx="2527">
                        <c:v>167.16800000000001</c:v>
                      </c:pt>
                      <c:pt idx="2528">
                        <c:v>165.15899999999999</c:v>
                      </c:pt>
                      <c:pt idx="2529">
                        <c:v>164.779</c:v>
                      </c:pt>
                      <c:pt idx="2530">
                        <c:v>166.541</c:v>
                      </c:pt>
                      <c:pt idx="2531">
                        <c:v>158.542</c:v>
                      </c:pt>
                      <c:pt idx="2532">
                        <c:v>160.03399999999999</c:v>
                      </c:pt>
                      <c:pt idx="2533">
                        <c:v>161.95699999999999</c:v>
                      </c:pt>
                      <c:pt idx="2534">
                        <c:v>161.53800000000001</c:v>
                      </c:pt>
                      <c:pt idx="2535">
                        <c:v>157.423</c:v>
                      </c:pt>
                      <c:pt idx="2536">
                        <c:v>155.83099999999999</c:v>
                      </c:pt>
                      <c:pt idx="2537">
                        <c:v>163.899</c:v>
                      </c:pt>
                      <c:pt idx="2538">
                        <c:v>163.84100000000001</c:v>
                      </c:pt>
                      <c:pt idx="2539">
                        <c:v>163.79</c:v>
                      </c:pt>
                      <c:pt idx="2540">
                        <c:v>162.35</c:v>
                      </c:pt>
                      <c:pt idx="2541">
                        <c:v>162.84</c:v>
                      </c:pt>
                      <c:pt idx="2542">
                        <c:v>162.54599999999999</c:v>
                      </c:pt>
                      <c:pt idx="2543">
                        <c:v>166.14500000000001</c:v>
                      </c:pt>
                      <c:pt idx="2544">
                        <c:v>166.50800000000001</c:v>
                      </c:pt>
                      <c:pt idx="2545">
                        <c:v>164.33500000000001</c:v>
                      </c:pt>
                      <c:pt idx="2546">
                        <c:v>169.41300000000001</c:v>
                      </c:pt>
                      <c:pt idx="2547">
                        <c:v>167.37</c:v>
                      </c:pt>
                      <c:pt idx="2548">
                        <c:v>169.62200000000001</c:v>
                      </c:pt>
                      <c:pt idx="2549">
                        <c:v>170.608</c:v>
                      </c:pt>
                      <c:pt idx="2550">
                        <c:v>173.20699999999999</c:v>
                      </c:pt>
                      <c:pt idx="2551">
                        <c:v>171.815</c:v>
                      </c:pt>
                      <c:pt idx="2552">
                        <c:v>170.86199999999999</c:v>
                      </c:pt>
                      <c:pt idx="2553">
                        <c:v>173.196</c:v>
                      </c:pt>
                      <c:pt idx="2554">
                        <c:v>170.30699999999999</c:v>
                      </c:pt>
                      <c:pt idx="2555">
                        <c:v>167.03899999999999</c:v>
                      </c:pt>
                      <c:pt idx="2556">
                        <c:v>167.35900000000001</c:v>
                      </c:pt>
                      <c:pt idx="2557">
                        <c:v>165.30600000000001</c:v>
                      </c:pt>
                      <c:pt idx="2558">
                        <c:v>165.60400000000001</c:v>
                      </c:pt>
                      <c:pt idx="2559">
                        <c:v>168.27699999999999</c:v>
                      </c:pt>
                      <c:pt idx="2560">
                        <c:v>171.96700000000001</c:v>
                      </c:pt>
                      <c:pt idx="2561">
                        <c:v>180.16200000000001</c:v>
                      </c:pt>
                      <c:pt idx="2562">
                        <c:v>187.649</c:v>
                      </c:pt>
                      <c:pt idx="2563">
                        <c:v>182.249</c:v>
                      </c:pt>
                      <c:pt idx="2564">
                        <c:v>175.34100000000001</c:v>
                      </c:pt>
                      <c:pt idx="2565">
                        <c:v>184.71799999999999</c:v>
                      </c:pt>
                      <c:pt idx="2566">
                        <c:v>184.99199999999999</c:v>
                      </c:pt>
                      <c:pt idx="2567">
                        <c:v>180.66300000000001</c:v>
                      </c:pt>
                      <c:pt idx="2568">
                        <c:v>184.97399999999999</c:v>
                      </c:pt>
                      <c:pt idx="2569">
                        <c:v>177.93600000000001</c:v>
                      </c:pt>
                      <c:pt idx="2570">
                        <c:v>175.01</c:v>
                      </c:pt>
                      <c:pt idx="2571">
                        <c:v>172.66499999999999</c:v>
                      </c:pt>
                      <c:pt idx="2572">
                        <c:v>169.42699999999999</c:v>
                      </c:pt>
                      <c:pt idx="2573">
                        <c:v>172.411</c:v>
                      </c:pt>
                      <c:pt idx="2574">
                        <c:v>170.17</c:v>
                      </c:pt>
                      <c:pt idx="2575">
                        <c:v>171.45099999999999</c:v>
                      </c:pt>
                      <c:pt idx="2576">
                        <c:v>172.60900000000001</c:v>
                      </c:pt>
                      <c:pt idx="2577">
                        <c:v>171.14699999999999</c:v>
                      </c:pt>
                      <c:pt idx="2578">
                        <c:v>169.19499999999999</c:v>
                      </c:pt>
                      <c:pt idx="2579">
                        <c:v>170.291</c:v>
                      </c:pt>
                      <c:pt idx="2580">
                        <c:v>172.60900000000001</c:v>
                      </c:pt>
                      <c:pt idx="2581">
                        <c:v>166.33799999999999</c:v>
                      </c:pt>
                      <c:pt idx="2582">
                        <c:v>165.99</c:v>
                      </c:pt>
                      <c:pt idx="2583">
                        <c:v>164.06800000000001</c:v>
                      </c:pt>
                      <c:pt idx="2584">
                        <c:v>158.768</c:v>
                      </c:pt>
                      <c:pt idx="2585">
                        <c:v>163.81200000000001</c:v>
                      </c:pt>
                      <c:pt idx="2586">
                        <c:v>163.74799999999999</c:v>
                      </c:pt>
                      <c:pt idx="2587">
                        <c:v>167.06200000000001</c:v>
                      </c:pt>
                      <c:pt idx="2588">
                        <c:v>168.71100000000001</c:v>
                      </c:pt>
                      <c:pt idx="2589">
                        <c:v>164.83699999999999</c:v>
                      </c:pt>
                      <c:pt idx="2590">
                        <c:v>162.25200000000001</c:v>
                      </c:pt>
                      <c:pt idx="2591">
                        <c:v>159.78899999999999</c:v>
                      </c:pt>
                      <c:pt idx="2592">
                        <c:v>160.60900000000001</c:v>
                      </c:pt>
                      <c:pt idx="2593">
                        <c:v>162.26599999999999</c:v>
                      </c:pt>
                      <c:pt idx="2594">
                        <c:v>164.696</c:v>
                      </c:pt>
                      <c:pt idx="2595">
                        <c:v>165.114</c:v>
                      </c:pt>
                      <c:pt idx="2596">
                        <c:v>167.80699999999999</c:v>
                      </c:pt>
                      <c:pt idx="2597">
                        <c:v>167.52500000000001</c:v>
                      </c:pt>
                      <c:pt idx="2598">
                        <c:v>166.69300000000001</c:v>
                      </c:pt>
                      <c:pt idx="2599">
                        <c:v>161.58799999999999</c:v>
                      </c:pt>
                      <c:pt idx="2600">
                        <c:v>160.63499999999999</c:v>
                      </c:pt>
                      <c:pt idx="2601">
                        <c:v>165.59700000000001</c:v>
                      </c:pt>
                      <c:pt idx="2602">
                        <c:v>163.42699999999999</c:v>
                      </c:pt>
                      <c:pt idx="2603">
                        <c:v>160.21</c:v>
                      </c:pt>
                      <c:pt idx="2604">
                        <c:v>157.19200000000001</c:v>
                      </c:pt>
                      <c:pt idx="2605">
                        <c:v>156.124</c:v>
                      </c:pt>
                      <c:pt idx="2606">
                        <c:v>154.93199999999999</c:v>
                      </c:pt>
                      <c:pt idx="2607">
                        <c:v>155.79400000000001</c:v>
                      </c:pt>
                      <c:pt idx="2608">
                        <c:v>158.14699999999999</c:v>
                      </c:pt>
                      <c:pt idx="2609">
                        <c:v>156.37</c:v>
                      </c:pt>
                      <c:pt idx="2610">
                        <c:v>154.536</c:v>
                      </c:pt>
                      <c:pt idx="2611">
                        <c:v>155.53299999999999</c:v>
                      </c:pt>
                      <c:pt idx="2612">
                        <c:v>152.982</c:v>
                      </c:pt>
                      <c:pt idx="2613">
                        <c:v>148.30799999999999</c:v>
                      </c:pt>
                      <c:pt idx="2614">
                        <c:v>150.00899999999999</c:v>
                      </c:pt>
                      <c:pt idx="2615">
                        <c:v>146.601</c:v>
                      </c:pt>
                      <c:pt idx="2616">
                        <c:v>147.81200000000001</c:v>
                      </c:pt>
                      <c:pt idx="2617">
                        <c:v>149.15899999999999</c:v>
                      </c:pt>
                      <c:pt idx="2618">
                        <c:v>148.02199999999999</c:v>
                      </c:pt>
                      <c:pt idx="2619">
                        <c:v>149.041</c:v>
                      </c:pt>
                      <c:pt idx="2620">
                        <c:v>148.452</c:v>
                      </c:pt>
                      <c:pt idx="2621">
                        <c:v>147.30699999999999</c:v>
                      </c:pt>
                      <c:pt idx="2622">
                        <c:v>147.154</c:v>
                      </c:pt>
                      <c:pt idx="2623">
                        <c:v>145.41399999999999</c:v>
                      </c:pt>
                      <c:pt idx="2624">
                        <c:v>145.19</c:v>
                      </c:pt>
                      <c:pt idx="2625">
                        <c:v>147.69800000000001</c:v>
                      </c:pt>
                      <c:pt idx="2626">
                        <c:v>146.72300000000001</c:v>
                      </c:pt>
                      <c:pt idx="2627">
                        <c:v>149.03</c:v>
                      </c:pt>
                      <c:pt idx="2628">
                        <c:v>148.898</c:v>
                      </c:pt>
                      <c:pt idx="2629">
                        <c:v>146.786</c:v>
                      </c:pt>
                      <c:pt idx="2630">
                        <c:v>143.51</c:v>
                      </c:pt>
                      <c:pt idx="2631">
                        <c:v>142.97999999999999</c:v>
                      </c:pt>
                      <c:pt idx="2632">
                        <c:v>141.88800000000001</c:v>
                      </c:pt>
                      <c:pt idx="2633">
                        <c:v>141.30099999999999</c:v>
                      </c:pt>
                      <c:pt idx="2634">
                        <c:v>141.45599999999999</c:v>
                      </c:pt>
                      <c:pt idx="2635">
                        <c:v>140.19900000000001</c:v>
                      </c:pt>
                      <c:pt idx="2636">
                        <c:v>137.88499999999999</c:v>
                      </c:pt>
                      <c:pt idx="2637">
                        <c:v>136.93</c:v>
                      </c:pt>
                      <c:pt idx="2638">
                        <c:v>136.88900000000001</c:v>
                      </c:pt>
                      <c:pt idx="2639">
                        <c:v>135.82900000000001</c:v>
                      </c:pt>
                      <c:pt idx="2640">
                        <c:v>137.155</c:v>
                      </c:pt>
                      <c:pt idx="2641">
                        <c:v>141.33699999999999</c:v>
                      </c:pt>
                      <c:pt idx="2642">
                        <c:v>140.50299999999999</c:v>
                      </c:pt>
                      <c:pt idx="2643">
                        <c:v>134.34399999999999</c:v>
                      </c:pt>
                      <c:pt idx="2644">
                        <c:v>139.00299999999999</c:v>
                      </c:pt>
                      <c:pt idx="2645">
                        <c:v>134.471</c:v>
                      </c:pt>
                      <c:pt idx="2646">
                        <c:v>137.50299999999999</c:v>
                      </c:pt>
                      <c:pt idx="2647">
                        <c:v>131.71799999999999</c:v>
                      </c:pt>
                      <c:pt idx="2648">
                        <c:v>131.45400000000001</c:v>
                      </c:pt>
                      <c:pt idx="2649">
                        <c:v>131.607</c:v>
                      </c:pt>
                      <c:pt idx="2650">
                        <c:v>131.32400000000001</c:v>
                      </c:pt>
                      <c:pt idx="2651">
                        <c:v>132.33699999999999</c:v>
                      </c:pt>
                      <c:pt idx="2652">
                        <c:v>131.328</c:v>
                      </c:pt>
                      <c:pt idx="2653">
                        <c:v>131.34800000000001</c:v>
                      </c:pt>
                      <c:pt idx="2654">
                        <c:v>132.33699999999999</c:v>
                      </c:pt>
                      <c:pt idx="2655">
                        <c:v>133.01</c:v>
                      </c:pt>
                      <c:pt idx="2656">
                        <c:v>131.40299999999999</c:v>
                      </c:pt>
                      <c:pt idx="2657">
                        <c:v>125.801</c:v>
                      </c:pt>
                      <c:pt idx="2658">
                        <c:v>126.67</c:v>
                      </c:pt>
                      <c:pt idx="2659">
                        <c:v>127.503</c:v>
                      </c:pt>
                      <c:pt idx="2660">
                        <c:v>126.67</c:v>
                      </c:pt>
                      <c:pt idx="2661">
                        <c:v>128.00299999999999</c:v>
                      </c:pt>
                      <c:pt idx="2662">
                        <c:v>126.538</c:v>
                      </c:pt>
                      <c:pt idx="2663">
                        <c:v>125.503</c:v>
                      </c:pt>
                      <c:pt idx="2664">
                        <c:v>124.837</c:v>
                      </c:pt>
                      <c:pt idx="2665">
                        <c:v>123.337</c:v>
                      </c:pt>
                      <c:pt idx="2666">
                        <c:v>122.91200000000001</c:v>
                      </c:pt>
                      <c:pt idx="2667">
                        <c:v>125.67</c:v>
                      </c:pt>
                      <c:pt idx="2668">
                        <c:v>126.67</c:v>
                      </c:pt>
                      <c:pt idx="2669">
                        <c:v>128.32</c:v>
                      </c:pt>
                      <c:pt idx="2670">
                        <c:v>125.95</c:v>
                      </c:pt>
                      <c:pt idx="2671">
                        <c:v>126.041</c:v>
                      </c:pt>
                      <c:pt idx="2672">
                        <c:v>126.407</c:v>
                      </c:pt>
                      <c:pt idx="2673">
                        <c:v>129.29599999999999</c:v>
                      </c:pt>
                      <c:pt idx="2674">
                        <c:v>127.003</c:v>
                      </c:pt>
                      <c:pt idx="2675">
                        <c:v>128.83699999999999</c:v>
                      </c:pt>
                      <c:pt idx="2676">
                        <c:v>130.05199999999999</c:v>
                      </c:pt>
                      <c:pt idx="2677">
                        <c:v>129.95599999999999</c:v>
                      </c:pt>
                      <c:pt idx="2678">
                        <c:v>129.393</c:v>
                      </c:pt>
                      <c:pt idx="2679">
                        <c:v>129.65100000000001</c:v>
                      </c:pt>
                      <c:pt idx="2680">
                        <c:v>128.83699999999999</c:v>
                      </c:pt>
                      <c:pt idx="2681">
                        <c:v>129.16999999999999</c:v>
                      </c:pt>
                      <c:pt idx="2682">
                        <c:v>130.83699999999999</c:v>
                      </c:pt>
                      <c:pt idx="2683">
                        <c:v>131.83699999999999</c:v>
                      </c:pt>
                      <c:pt idx="2684">
                        <c:v>133.83699999999999</c:v>
                      </c:pt>
                      <c:pt idx="2685">
                        <c:v>135.62799999999999</c:v>
                      </c:pt>
                      <c:pt idx="2686">
                        <c:v>137.83699999999999</c:v>
                      </c:pt>
                      <c:pt idx="2687">
                        <c:v>135.88399999999999</c:v>
                      </c:pt>
                      <c:pt idx="2688">
                        <c:v>135.50299999999999</c:v>
                      </c:pt>
                      <c:pt idx="2689">
                        <c:v>131.51599999999999</c:v>
                      </c:pt>
                      <c:pt idx="2690">
                        <c:v>129.89400000000001</c:v>
                      </c:pt>
                      <c:pt idx="2691">
                        <c:v>131.50299999999999</c:v>
                      </c:pt>
                      <c:pt idx="2692">
                        <c:v>132.83699999999999</c:v>
                      </c:pt>
                      <c:pt idx="2693">
                        <c:v>135.66999999999999</c:v>
                      </c:pt>
                      <c:pt idx="2694">
                        <c:v>137.50299999999999</c:v>
                      </c:pt>
                      <c:pt idx="2695">
                        <c:v>137.17599999999999</c:v>
                      </c:pt>
                      <c:pt idx="2696">
                        <c:v>140.22</c:v>
                      </c:pt>
                      <c:pt idx="2697">
                        <c:v>141.095</c:v>
                      </c:pt>
                      <c:pt idx="2698">
                        <c:v>139.50299999999999</c:v>
                      </c:pt>
                      <c:pt idx="2699">
                        <c:v>142.00299999999999</c:v>
                      </c:pt>
                      <c:pt idx="2700">
                        <c:v>141.96600000000001</c:v>
                      </c:pt>
                      <c:pt idx="2701">
                        <c:v>141.54900000000001</c:v>
                      </c:pt>
                      <c:pt idx="2702">
                        <c:v>141.917</c:v>
                      </c:pt>
                      <c:pt idx="2703">
                        <c:v>137.38200000000001</c:v>
                      </c:pt>
                      <c:pt idx="2704">
                        <c:v>133.435</c:v>
                      </c:pt>
                      <c:pt idx="2705">
                        <c:v>129.35400000000001</c:v>
                      </c:pt>
                      <c:pt idx="2706">
                        <c:v>126.81</c:v>
                      </c:pt>
                      <c:pt idx="2707">
                        <c:v>126.999</c:v>
                      </c:pt>
                      <c:pt idx="2708">
                        <c:v>125.117</c:v>
                      </c:pt>
                      <c:pt idx="2709">
                        <c:v>123.587</c:v>
                      </c:pt>
                      <c:pt idx="2710">
                        <c:v>124.358</c:v>
                      </c:pt>
                      <c:pt idx="2711">
                        <c:v>124.34</c:v>
                      </c:pt>
                      <c:pt idx="2712">
                        <c:v>125.411</c:v>
                      </c:pt>
                      <c:pt idx="2713">
                        <c:v>125.633</c:v>
                      </c:pt>
                      <c:pt idx="2714">
                        <c:v>123.34099999999999</c:v>
                      </c:pt>
                      <c:pt idx="2715">
                        <c:v>123.249</c:v>
                      </c:pt>
                      <c:pt idx="2716">
                        <c:v>126.003</c:v>
                      </c:pt>
                      <c:pt idx="2717">
                        <c:v>126.503</c:v>
                      </c:pt>
                      <c:pt idx="2718">
                        <c:v>123.739</c:v>
                      </c:pt>
                      <c:pt idx="2719">
                        <c:v>126.837</c:v>
                      </c:pt>
                      <c:pt idx="2720">
                        <c:v>125.837</c:v>
                      </c:pt>
                      <c:pt idx="2721">
                        <c:v>128.83699999999999</c:v>
                      </c:pt>
                      <c:pt idx="2722">
                        <c:v>124.983</c:v>
                      </c:pt>
                      <c:pt idx="2723">
                        <c:v>130.66999999999999</c:v>
                      </c:pt>
                      <c:pt idx="2724">
                        <c:v>136.37799999999999</c:v>
                      </c:pt>
                      <c:pt idx="2725">
                        <c:v>136.33699999999999</c:v>
                      </c:pt>
                      <c:pt idx="2726">
                        <c:v>132.79599999999999</c:v>
                      </c:pt>
                      <c:pt idx="2727">
                        <c:v>140.50299999999999</c:v>
                      </c:pt>
                      <c:pt idx="2728">
                        <c:v>141.83699999999999</c:v>
                      </c:pt>
                      <c:pt idx="2729">
                        <c:v>139.50299999999999</c:v>
                      </c:pt>
                      <c:pt idx="2730">
                        <c:v>137.00299999999999</c:v>
                      </c:pt>
                      <c:pt idx="2731">
                        <c:v>137.75299999999999</c:v>
                      </c:pt>
                      <c:pt idx="2732">
                        <c:v>135.16999999999999</c:v>
                      </c:pt>
                      <c:pt idx="2733">
                        <c:v>140.16999999999999</c:v>
                      </c:pt>
                      <c:pt idx="2734">
                        <c:v>141.87799999999999</c:v>
                      </c:pt>
                      <c:pt idx="2735">
                        <c:v>137.001</c:v>
                      </c:pt>
                      <c:pt idx="2736">
                        <c:v>142.643</c:v>
                      </c:pt>
                      <c:pt idx="2737">
                        <c:v>143.50299999999999</c:v>
                      </c:pt>
                      <c:pt idx="2738">
                        <c:v>148.83699999999999</c:v>
                      </c:pt>
                      <c:pt idx="2739">
                        <c:v>147.50299999999999</c:v>
                      </c:pt>
                      <c:pt idx="2740">
                        <c:v>147.83699999999999</c:v>
                      </c:pt>
                      <c:pt idx="2741">
                        <c:v>150.33699999999999</c:v>
                      </c:pt>
                      <c:pt idx="2742">
                        <c:v>150.084</c:v>
                      </c:pt>
                      <c:pt idx="2743">
                        <c:v>148.66999999999999</c:v>
                      </c:pt>
                      <c:pt idx="2744">
                        <c:v>148.50299999999999</c:v>
                      </c:pt>
                      <c:pt idx="2745">
                        <c:v>145.00299999999999</c:v>
                      </c:pt>
                      <c:pt idx="2746">
                        <c:v>147.66999999999999</c:v>
                      </c:pt>
                      <c:pt idx="2747">
                        <c:v>149.00299999999999</c:v>
                      </c:pt>
                      <c:pt idx="2748">
                        <c:v>148.62700000000001</c:v>
                      </c:pt>
                      <c:pt idx="2749">
                        <c:v>149.44200000000001</c:v>
                      </c:pt>
                      <c:pt idx="2750">
                        <c:v>153.96</c:v>
                      </c:pt>
                      <c:pt idx="2751">
                        <c:v>155.55099999999999</c:v>
                      </c:pt>
                      <c:pt idx="2752">
                        <c:v>148.97399999999999</c:v>
                      </c:pt>
                      <c:pt idx="2753">
                        <c:v>148.833</c:v>
                      </c:pt>
                      <c:pt idx="2754">
                        <c:v>145.875</c:v>
                      </c:pt>
                      <c:pt idx="2755">
                        <c:v>143.345</c:v>
                      </c:pt>
                      <c:pt idx="2756">
                        <c:v>144.667</c:v>
                      </c:pt>
                      <c:pt idx="2757">
                        <c:v>142.72499999999999</c:v>
                      </c:pt>
                      <c:pt idx="2758">
                        <c:v>142.089</c:v>
                      </c:pt>
                      <c:pt idx="2759">
                        <c:v>141.48699999999999</c:v>
                      </c:pt>
                      <c:pt idx="2760">
                        <c:v>139.82499999999999</c:v>
                      </c:pt>
                      <c:pt idx="2761">
                        <c:v>137.46199999999999</c:v>
                      </c:pt>
                      <c:pt idx="2762">
                        <c:v>139.15799999999999</c:v>
                      </c:pt>
                      <c:pt idx="2763">
                        <c:v>140.15799999999999</c:v>
                      </c:pt>
                      <c:pt idx="2764">
                        <c:v>141.506</c:v>
                      </c:pt>
                      <c:pt idx="2765">
                        <c:v>141.87299999999999</c:v>
                      </c:pt>
                      <c:pt idx="2766">
                        <c:v>143.15799999999999</c:v>
                      </c:pt>
                      <c:pt idx="2767">
                        <c:v>147.58699999999999</c:v>
                      </c:pt>
                      <c:pt idx="2768">
                        <c:v>145.11699999999999</c:v>
                      </c:pt>
                      <c:pt idx="2769">
                        <c:v>144.89400000000001</c:v>
                      </c:pt>
                      <c:pt idx="2770">
                        <c:v>147</c:v>
                      </c:pt>
                      <c:pt idx="2771">
                        <c:v>149.333</c:v>
                      </c:pt>
                      <c:pt idx="2772">
                        <c:v>153.87299999999999</c:v>
                      </c:pt>
                      <c:pt idx="2773">
                        <c:v>155.94900000000001</c:v>
                      </c:pt>
                      <c:pt idx="2774">
                        <c:v>155.011</c:v>
                      </c:pt>
                      <c:pt idx="2775">
                        <c:v>154.667</c:v>
                      </c:pt>
                      <c:pt idx="2776">
                        <c:v>155</c:v>
                      </c:pt>
                      <c:pt idx="2777">
                        <c:v>153.655</c:v>
                      </c:pt>
                      <c:pt idx="2778">
                        <c:v>152.333</c:v>
                      </c:pt>
                      <c:pt idx="2779">
                        <c:v>150.143</c:v>
                      </c:pt>
                      <c:pt idx="2780">
                        <c:v>149.09700000000001</c:v>
                      </c:pt>
                      <c:pt idx="2781">
                        <c:v>148.13800000000001</c:v>
                      </c:pt>
                      <c:pt idx="2782">
                        <c:v>149.18100000000001</c:v>
                      </c:pt>
                      <c:pt idx="2783">
                        <c:v>152.87100000000001</c:v>
                      </c:pt>
                      <c:pt idx="2784">
                        <c:v>158.92500000000001</c:v>
                      </c:pt>
                      <c:pt idx="2785">
                        <c:v>161.85599999999999</c:v>
                      </c:pt>
                      <c:pt idx="2786">
                        <c:v>162.755</c:v>
                      </c:pt>
                      <c:pt idx="2787">
                        <c:v>169.17099999999999</c:v>
                      </c:pt>
                      <c:pt idx="2788">
                        <c:v>181.61</c:v>
                      </c:pt>
                      <c:pt idx="2789">
                        <c:v>184.9</c:v>
                      </c:pt>
                      <c:pt idx="2790">
                        <c:v>203.429</c:v>
                      </c:pt>
                      <c:pt idx="2791">
                        <c:v>206.84800000000001</c:v>
                      </c:pt>
                      <c:pt idx="2792">
                        <c:v>222.863</c:v>
                      </c:pt>
                      <c:pt idx="2793">
                        <c:v>239.48599999999999</c:v>
                      </c:pt>
                      <c:pt idx="2794">
                        <c:v>250.62200000000001</c:v>
                      </c:pt>
                      <c:pt idx="2795">
                        <c:v>222.79499999999999</c:v>
                      </c:pt>
                      <c:pt idx="2796">
                        <c:v>204.39699999999999</c:v>
                      </c:pt>
                      <c:pt idx="2797">
                        <c:v>189.04300000000001</c:v>
                      </c:pt>
                      <c:pt idx="2798">
                        <c:v>182.245</c:v>
                      </c:pt>
                      <c:pt idx="2799">
                        <c:v>185.68199999999999</c:v>
                      </c:pt>
                      <c:pt idx="2800">
                        <c:v>186.91200000000001</c:v>
                      </c:pt>
                      <c:pt idx="2801">
                        <c:v>186.85900000000001</c:v>
                      </c:pt>
                      <c:pt idx="2802">
                        <c:v>186.69</c:v>
                      </c:pt>
                      <c:pt idx="2803">
                        <c:v>189.642</c:v>
                      </c:pt>
                      <c:pt idx="2804">
                        <c:v>194.68</c:v>
                      </c:pt>
                      <c:pt idx="2805">
                        <c:v>194.95599999999999</c:v>
                      </c:pt>
                      <c:pt idx="2806">
                        <c:v>195.41</c:v>
                      </c:pt>
                      <c:pt idx="2807">
                        <c:v>200.03700000000001</c:v>
                      </c:pt>
                      <c:pt idx="2808">
                        <c:v>223.61</c:v>
                      </c:pt>
                      <c:pt idx="2809">
                        <c:v>230.452</c:v>
                      </c:pt>
                      <c:pt idx="2810">
                        <c:v>223.77099999999999</c:v>
                      </c:pt>
                      <c:pt idx="2811">
                        <c:v>216.07900000000001</c:v>
                      </c:pt>
                      <c:pt idx="2812">
                        <c:v>218.798</c:v>
                      </c:pt>
                      <c:pt idx="2813">
                        <c:v>227.44499999999999</c:v>
                      </c:pt>
                      <c:pt idx="2814">
                        <c:v>232.87299999999999</c:v>
                      </c:pt>
                      <c:pt idx="2815">
                        <c:v>221.226</c:v>
                      </c:pt>
                      <c:pt idx="2816">
                        <c:v>228.875</c:v>
                      </c:pt>
                      <c:pt idx="2817">
                        <c:v>227.16399999999999</c:v>
                      </c:pt>
                      <c:pt idx="2818">
                        <c:v>226.93</c:v>
                      </c:pt>
                      <c:pt idx="2819">
                        <c:v>227.88499999999999</c:v>
                      </c:pt>
                      <c:pt idx="2820">
                        <c:v>232.60300000000001</c:v>
                      </c:pt>
                      <c:pt idx="2821">
                        <c:v>228.505</c:v>
                      </c:pt>
                      <c:pt idx="2822">
                        <c:v>226.43799999999999</c:v>
                      </c:pt>
                      <c:pt idx="2823">
                        <c:v>224.00200000000001</c:v>
                      </c:pt>
                      <c:pt idx="2824">
                        <c:v>223.702</c:v>
                      </c:pt>
                      <c:pt idx="2825">
                        <c:v>226.04</c:v>
                      </c:pt>
                      <c:pt idx="2826">
                        <c:v>220.941</c:v>
                      </c:pt>
                      <c:pt idx="2827">
                        <c:v>222.98099999999999</c:v>
                      </c:pt>
                      <c:pt idx="2828">
                        <c:v>219.946</c:v>
                      </c:pt>
                      <c:pt idx="2829">
                        <c:v>205.51</c:v>
                      </c:pt>
                      <c:pt idx="2830">
                        <c:v>207.91800000000001</c:v>
                      </c:pt>
                      <c:pt idx="2831">
                        <c:v>200.96299999999999</c:v>
                      </c:pt>
                      <c:pt idx="2832">
                        <c:v>199.297</c:v>
                      </c:pt>
                      <c:pt idx="2833">
                        <c:v>198.23099999999999</c:v>
                      </c:pt>
                      <c:pt idx="2834">
                        <c:v>203.958</c:v>
                      </c:pt>
                      <c:pt idx="2835">
                        <c:v>208.08500000000001</c:v>
                      </c:pt>
                      <c:pt idx="2836">
                        <c:v>203.35400000000001</c:v>
                      </c:pt>
                      <c:pt idx="2837">
                        <c:v>197.99299999999999</c:v>
                      </c:pt>
                      <c:pt idx="2838">
                        <c:v>198.18700000000001</c:v>
                      </c:pt>
                      <c:pt idx="2839">
                        <c:v>196.423</c:v>
                      </c:pt>
                      <c:pt idx="2840">
                        <c:v>193.89699999999999</c:v>
                      </c:pt>
                      <c:pt idx="2841">
                        <c:v>197.86799999999999</c:v>
                      </c:pt>
                      <c:pt idx="2842">
                        <c:v>198.20099999999999</c:v>
                      </c:pt>
                      <c:pt idx="2843">
                        <c:v>199.197</c:v>
                      </c:pt>
                      <c:pt idx="2844">
                        <c:v>195.255</c:v>
                      </c:pt>
                      <c:pt idx="2845">
                        <c:v>190.46199999999999</c:v>
                      </c:pt>
                      <c:pt idx="2846">
                        <c:v>190.852</c:v>
                      </c:pt>
                      <c:pt idx="2847">
                        <c:v>190.05699999999999</c:v>
                      </c:pt>
                      <c:pt idx="2848">
                        <c:v>189.00899999999999</c:v>
                      </c:pt>
                      <c:pt idx="2849">
                        <c:v>191.16200000000001</c:v>
                      </c:pt>
                      <c:pt idx="2850">
                        <c:v>196.376</c:v>
                      </c:pt>
                      <c:pt idx="2851">
                        <c:v>200.654</c:v>
                      </c:pt>
                      <c:pt idx="2852">
                        <c:v>206.80500000000001</c:v>
                      </c:pt>
                      <c:pt idx="2853">
                        <c:v>215.74700000000001</c:v>
                      </c:pt>
                      <c:pt idx="2854">
                        <c:v>226.827</c:v>
                      </c:pt>
                      <c:pt idx="2855">
                        <c:v>228.35900000000001</c:v>
                      </c:pt>
                      <c:pt idx="2856">
                        <c:v>221.87700000000001</c:v>
                      </c:pt>
                      <c:pt idx="2857">
                        <c:v>229.09200000000001</c:v>
                      </c:pt>
                      <c:pt idx="2858">
                        <c:v>229.02699999999999</c:v>
                      </c:pt>
                      <c:pt idx="2859">
                        <c:v>225.74700000000001</c:v>
                      </c:pt>
                      <c:pt idx="2860">
                        <c:v>220.58600000000001</c:v>
                      </c:pt>
                      <c:pt idx="2861">
                        <c:v>221.61699999999999</c:v>
                      </c:pt>
                      <c:pt idx="2862">
                        <c:v>218.678</c:v>
                      </c:pt>
                      <c:pt idx="2863">
                        <c:v>215.91399999999999</c:v>
                      </c:pt>
                      <c:pt idx="2864">
                        <c:v>214.381</c:v>
                      </c:pt>
                      <c:pt idx="2865">
                        <c:v>215.89599999999999</c:v>
                      </c:pt>
                      <c:pt idx="2866">
                        <c:v>215.72399999999999</c:v>
                      </c:pt>
                      <c:pt idx="2867">
                        <c:v>215.54</c:v>
                      </c:pt>
                      <c:pt idx="2868">
                        <c:v>214.226</c:v>
                      </c:pt>
                      <c:pt idx="2869">
                        <c:v>214.39599999999999</c:v>
                      </c:pt>
                      <c:pt idx="2870">
                        <c:v>211.11699999999999</c:v>
                      </c:pt>
                      <c:pt idx="2871">
                        <c:v>209.22300000000001</c:v>
                      </c:pt>
                      <c:pt idx="2872">
                        <c:v>208.88</c:v>
                      </c:pt>
                      <c:pt idx="2873">
                        <c:v>205.548</c:v>
                      </c:pt>
                      <c:pt idx="2874">
                        <c:v>203.6</c:v>
                      </c:pt>
                      <c:pt idx="2875">
                        <c:v>200.02500000000001</c:v>
                      </c:pt>
                      <c:pt idx="2876">
                        <c:v>200.32900000000001</c:v>
                      </c:pt>
                      <c:pt idx="2877">
                        <c:v>205.92099999999999</c:v>
                      </c:pt>
                      <c:pt idx="2878">
                        <c:v>205.27500000000001</c:v>
                      </c:pt>
                      <c:pt idx="2879">
                        <c:v>200.411</c:v>
                      </c:pt>
                      <c:pt idx="2880">
                        <c:v>195.809</c:v>
                      </c:pt>
                      <c:pt idx="2881">
                        <c:v>195.67599999999999</c:v>
                      </c:pt>
                      <c:pt idx="2882">
                        <c:v>199.58600000000001</c:v>
                      </c:pt>
                      <c:pt idx="2883">
                        <c:v>197.80500000000001</c:v>
                      </c:pt>
                      <c:pt idx="2884">
                        <c:v>197.87700000000001</c:v>
                      </c:pt>
                      <c:pt idx="2885">
                        <c:v>197.90100000000001</c:v>
                      </c:pt>
                      <c:pt idx="2886">
                        <c:v>192.018</c:v>
                      </c:pt>
                      <c:pt idx="2887">
                        <c:v>192.33799999999999</c:v>
                      </c:pt>
                      <c:pt idx="2888">
                        <c:v>192.227</c:v>
                      </c:pt>
                      <c:pt idx="2889">
                        <c:v>193.661</c:v>
                      </c:pt>
                      <c:pt idx="2890">
                        <c:v>195.57400000000001</c:v>
                      </c:pt>
                      <c:pt idx="2891">
                        <c:v>198.24700000000001</c:v>
                      </c:pt>
                      <c:pt idx="2892">
                        <c:v>202.46299999999999</c:v>
                      </c:pt>
                      <c:pt idx="2893">
                        <c:v>202.197</c:v>
                      </c:pt>
                      <c:pt idx="2894">
                        <c:v>198.131</c:v>
                      </c:pt>
                      <c:pt idx="2895">
                        <c:v>198.17400000000001</c:v>
                      </c:pt>
                      <c:pt idx="2896">
                        <c:v>200.41900000000001</c:v>
                      </c:pt>
                      <c:pt idx="2897">
                        <c:v>195.49</c:v>
                      </c:pt>
                      <c:pt idx="2898">
                        <c:v>196.03800000000001</c:v>
                      </c:pt>
                      <c:pt idx="2899">
                        <c:v>197.74199999999999</c:v>
                      </c:pt>
                      <c:pt idx="2900">
                        <c:v>198.785</c:v>
                      </c:pt>
                      <c:pt idx="2901">
                        <c:v>197.005</c:v>
                      </c:pt>
                      <c:pt idx="2902">
                        <c:v>196.72399999999999</c:v>
                      </c:pt>
                      <c:pt idx="2903">
                        <c:v>194.99100000000001</c:v>
                      </c:pt>
                      <c:pt idx="2904">
                        <c:v>200.07</c:v>
                      </c:pt>
                      <c:pt idx="2905">
                        <c:v>199.566</c:v>
                      </c:pt>
                      <c:pt idx="2906">
                        <c:v>198.15</c:v>
                      </c:pt>
                      <c:pt idx="2907">
                        <c:v>198.15899999999999</c:v>
                      </c:pt>
                      <c:pt idx="2908">
                        <c:v>198.75700000000001</c:v>
                      </c:pt>
                      <c:pt idx="2909">
                        <c:v>200.72200000000001</c:v>
                      </c:pt>
                      <c:pt idx="2910">
                        <c:v>201.18899999999999</c:v>
                      </c:pt>
                      <c:pt idx="2911">
                        <c:v>202.69</c:v>
                      </c:pt>
                      <c:pt idx="2912">
                        <c:v>202.94900000000001</c:v>
                      </c:pt>
                      <c:pt idx="2913">
                        <c:v>203.851</c:v>
                      </c:pt>
                      <c:pt idx="2914">
                        <c:v>202.822</c:v>
                      </c:pt>
                      <c:pt idx="2915">
                        <c:v>207.68600000000001</c:v>
                      </c:pt>
                      <c:pt idx="2916">
                        <c:v>213.602</c:v>
                      </c:pt>
                      <c:pt idx="2917">
                        <c:v>220.9</c:v>
                      </c:pt>
                      <c:pt idx="2918">
                        <c:v>223.48099999999999</c:v>
                      </c:pt>
                      <c:pt idx="2919">
                        <c:v>221.845</c:v>
                      </c:pt>
                      <c:pt idx="2920">
                        <c:v>220.77199999999999</c:v>
                      </c:pt>
                      <c:pt idx="2921">
                        <c:v>217.25299999999999</c:v>
                      </c:pt>
                      <c:pt idx="2922">
                        <c:v>215.56700000000001</c:v>
                      </c:pt>
                      <c:pt idx="2923">
                        <c:v>216.96199999999999</c:v>
                      </c:pt>
                      <c:pt idx="2924">
                        <c:v>219.107</c:v>
                      </c:pt>
                      <c:pt idx="2925">
                        <c:v>217.87100000000001</c:v>
                      </c:pt>
                      <c:pt idx="2926">
                        <c:v>213.89099999999999</c:v>
                      </c:pt>
                      <c:pt idx="2927">
                        <c:v>214.59</c:v>
                      </c:pt>
                      <c:pt idx="2928">
                        <c:v>217.96299999999999</c:v>
                      </c:pt>
                      <c:pt idx="2929">
                        <c:v>216.51400000000001</c:v>
                      </c:pt>
                      <c:pt idx="2930">
                        <c:v>220.46199999999999</c:v>
                      </c:pt>
                      <c:pt idx="2931">
                        <c:v>220.73500000000001</c:v>
                      </c:pt>
                      <c:pt idx="2932">
                        <c:v>221.42699999999999</c:v>
                      </c:pt>
                      <c:pt idx="2933">
                        <c:v>225.785</c:v>
                      </c:pt>
                      <c:pt idx="2934">
                        <c:v>224.33500000000001</c:v>
                      </c:pt>
                      <c:pt idx="2935">
                        <c:v>225.61</c:v>
                      </c:pt>
                      <c:pt idx="2936">
                        <c:v>223.167</c:v>
                      </c:pt>
                      <c:pt idx="2937">
                        <c:v>222.66399999999999</c:v>
                      </c:pt>
                      <c:pt idx="2938">
                        <c:v>227.62799999999999</c:v>
                      </c:pt>
                      <c:pt idx="2939">
                        <c:v>234.32</c:v>
                      </c:pt>
                      <c:pt idx="2940">
                        <c:v>235.732</c:v>
                      </c:pt>
                      <c:pt idx="2941">
                        <c:v>231.845</c:v>
                      </c:pt>
                      <c:pt idx="2942">
                        <c:v>226.76</c:v>
                      </c:pt>
                      <c:pt idx="2943">
                        <c:v>224.35</c:v>
                      </c:pt>
                      <c:pt idx="2944">
                        <c:v>223.84299999999999</c:v>
                      </c:pt>
                      <c:pt idx="2945">
                        <c:v>227.684</c:v>
                      </c:pt>
                      <c:pt idx="2946">
                        <c:v>225.78399999999999</c:v>
                      </c:pt>
                      <c:pt idx="2947">
                        <c:v>224.61500000000001</c:v>
                      </c:pt>
                      <c:pt idx="2948">
                        <c:v>226.46</c:v>
                      </c:pt>
                      <c:pt idx="2949">
                        <c:v>224.947</c:v>
                      </c:pt>
                      <c:pt idx="2950">
                        <c:v>227.096</c:v>
                      </c:pt>
                      <c:pt idx="2951">
                        <c:v>231.68799999999999</c:v>
                      </c:pt>
                      <c:pt idx="2952">
                        <c:v>236.953</c:v>
                      </c:pt>
                      <c:pt idx="2953">
                        <c:v>240.21700000000001</c:v>
                      </c:pt>
                      <c:pt idx="2954">
                        <c:v>238.15199999999999</c:v>
                      </c:pt>
                      <c:pt idx="2955">
                        <c:v>233.49600000000001</c:v>
                      </c:pt>
                      <c:pt idx="2956">
                        <c:v>234.49100000000001</c:v>
                      </c:pt>
                      <c:pt idx="2957">
                        <c:v>238.67699999999999</c:v>
                      </c:pt>
                      <c:pt idx="2958">
                        <c:v>243.11600000000001</c:v>
                      </c:pt>
                      <c:pt idx="2959">
                        <c:v>245.49700000000001</c:v>
                      </c:pt>
                      <c:pt idx="2960">
                        <c:v>245.20599999999999</c:v>
                      </c:pt>
                      <c:pt idx="2961">
                        <c:v>251.21</c:v>
                      </c:pt>
                      <c:pt idx="2962">
                        <c:v>252.64500000000001</c:v>
                      </c:pt>
                      <c:pt idx="2963">
                        <c:v>249.054</c:v>
                      </c:pt>
                      <c:pt idx="2964">
                        <c:v>250.31</c:v>
                      </c:pt>
                      <c:pt idx="2965">
                        <c:v>251.703</c:v>
                      </c:pt>
                      <c:pt idx="2966">
                        <c:v>255.67400000000001</c:v>
                      </c:pt>
                      <c:pt idx="2967">
                        <c:v>255.26900000000001</c:v>
                      </c:pt>
                      <c:pt idx="2968">
                        <c:v>255.39500000000001</c:v>
                      </c:pt>
                      <c:pt idx="2969">
                        <c:v>259.11599999999999</c:v>
                      </c:pt>
                      <c:pt idx="2970">
                        <c:v>262.84100000000001</c:v>
                      </c:pt>
                      <c:pt idx="2971">
                        <c:v>267.58100000000002</c:v>
                      </c:pt>
                      <c:pt idx="2972">
                        <c:v>274.75400000000002</c:v>
                      </c:pt>
                      <c:pt idx="2973">
                        <c:v>290.98899999999998</c:v>
                      </c:pt>
                      <c:pt idx="2974">
                        <c:v>289.233</c:v>
                      </c:pt>
                      <c:pt idx="2975">
                        <c:v>284.06</c:v>
                      </c:pt>
                      <c:pt idx="2976">
                        <c:v>275.88799999999998</c:v>
                      </c:pt>
                      <c:pt idx="2977">
                        <c:v>273.38499999999999</c:v>
                      </c:pt>
                      <c:pt idx="2978">
                        <c:v>278.40199999999999</c:v>
                      </c:pt>
                      <c:pt idx="2979">
                        <c:v>287.13099999999997</c:v>
                      </c:pt>
                      <c:pt idx="2980">
                        <c:v>287.38900000000001</c:v>
                      </c:pt>
                      <c:pt idx="2981">
                        <c:v>281.00900000000001</c:v>
                      </c:pt>
                      <c:pt idx="2982">
                        <c:v>283.72399999999999</c:v>
                      </c:pt>
                      <c:pt idx="2983">
                        <c:v>281.61399999999998</c:v>
                      </c:pt>
                      <c:pt idx="2984">
                        <c:v>279.59500000000003</c:v>
                      </c:pt>
                      <c:pt idx="2985">
                        <c:v>275.65300000000002</c:v>
                      </c:pt>
                      <c:pt idx="2986">
                        <c:v>274.08100000000002</c:v>
                      </c:pt>
                      <c:pt idx="2987">
                        <c:v>274.387</c:v>
                      </c:pt>
                      <c:pt idx="2988">
                        <c:v>273.27800000000002</c:v>
                      </c:pt>
                      <c:pt idx="2989">
                        <c:v>269.072</c:v>
                      </c:pt>
                      <c:pt idx="2990">
                        <c:v>262.65499999999997</c:v>
                      </c:pt>
                      <c:pt idx="2991">
                        <c:v>249.316</c:v>
                      </c:pt>
                      <c:pt idx="2992">
                        <c:v>257.03300000000002</c:v>
                      </c:pt>
                      <c:pt idx="2993">
                        <c:v>265.34899999999999</c:v>
                      </c:pt>
                      <c:pt idx="2994">
                        <c:v>282.52999999999997</c:v>
                      </c:pt>
                      <c:pt idx="2995">
                        <c:v>290.892</c:v>
                      </c:pt>
                      <c:pt idx="2996">
                        <c:v>294.64299999999997</c:v>
                      </c:pt>
                      <c:pt idx="2997">
                        <c:v>302.149</c:v>
                      </c:pt>
                      <c:pt idx="2998">
                        <c:v>316.02300000000002</c:v>
                      </c:pt>
                      <c:pt idx="2999">
                        <c:v>312.90699999999998</c:v>
                      </c:pt>
                      <c:pt idx="3000">
                        <c:v>305.92700000000002</c:v>
                      </c:pt>
                      <c:pt idx="3001">
                        <c:v>304.21199999999999</c:v>
                      </c:pt>
                      <c:pt idx="3002">
                        <c:v>298.76799999999997</c:v>
                      </c:pt>
                      <c:pt idx="3003">
                        <c:v>286.08100000000002</c:v>
                      </c:pt>
                      <c:pt idx="3004">
                        <c:v>281.964</c:v>
                      </c:pt>
                      <c:pt idx="3005">
                        <c:v>287.04399999999998</c:v>
                      </c:pt>
                      <c:pt idx="3006">
                        <c:v>279.63799999999998</c:v>
                      </c:pt>
                      <c:pt idx="3007">
                        <c:v>277.41500000000002</c:v>
                      </c:pt>
                      <c:pt idx="3008">
                        <c:v>270.81900000000002</c:v>
                      </c:pt>
                      <c:pt idx="3009">
                        <c:v>283.70999999999998</c:v>
                      </c:pt>
                      <c:pt idx="3010">
                        <c:v>286.61200000000002</c:v>
                      </c:pt>
                      <c:pt idx="3011">
                        <c:v>280.77999999999997</c:v>
                      </c:pt>
                      <c:pt idx="3012">
                        <c:v>275.11099999999999</c:v>
                      </c:pt>
                      <c:pt idx="3013">
                        <c:v>278.31400000000002</c:v>
                      </c:pt>
                      <c:pt idx="3014">
                        <c:v>282.32900000000001</c:v>
                      </c:pt>
                      <c:pt idx="3015">
                        <c:v>280.54599999999999</c:v>
                      </c:pt>
                      <c:pt idx="3016">
                        <c:v>277.29899999999998</c:v>
                      </c:pt>
                      <c:pt idx="3017">
                        <c:v>264.83600000000001</c:v>
                      </c:pt>
                      <c:pt idx="3018">
                        <c:v>262.46600000000001</c:v>
                      </c:pt>
                      <c:pt idx="3019">
                        <c:v>269.24099999999999</c:v>
                      </c:pt>
                      <c:pt idx="3020">
                        <c:v>264.279</c:v>
                      </c:pt>
                      <c:pt idx="3021">
                        <c:v>266.99599999999998</c:v>
                      </c:pt>
                      <c:pt idx="3022">
                        <c:v>266.24799999999999</c:v>
                      </c:pt>
                      <c:pt idx="3023">
                        <c:v>260.67700000000002</c:v>
                      </c:pt>
                      <c:pt idx="3024">
                        <c:v>248.126</c:v>
                      </c:pt>
                      <c:pt idx="3025">
                        <c:v>251.011</c:v>
                      </c:pt>
                      <c:pt idx="3026">
                        <c:v>256.82900000000001</c:v>
                      </c:pt>
                      <c:pt idx="3027">
                        <c:v>260.57799999999997</c:v>
                      </c:pt>
                      <c:pt idx="3028">
                        <c:v>265.63</c:v>
                      </c:pt>
                      <c:pt idx="3029">
                        <c:v>264.56</c:v>
                      </c:pt>
                      <c:pt idx="3030">
                        <c:v>262.78100000000001</c:v>
                      </c:pt>
                      <c:pt idx="3031">
                        <c:v>268.56799999999998</c:v>
                      </c:pt>
                      <c:pt idx="3032">
                        <c:v>281.32499999999999</c:v>
                      </c:pt>
                      <c:pt idx="3033">
                        <c:v>276.90800000000002</c:v>
                      </c:pt>
                      <c:pt idx="3034">
                        <c:v>276.56599999999997</c:v>
                      </c:pt>
                      <c:pt idx="3035">
                        <c:v>271.98</c:v>
                      </c:pt>
                      <c:pt idx="3036">
                        <c:v>271.185</c:v>
                      </c:pt>
                      <c:pt idx="3037">
                        <c:v>273.05700000000002</c:v>
                      </c:pt>
                      <c:pt idx="3038">
                        <c:v>275.34100000000001</c:v>
                      </c:pt>
                      <c:pt idx="3039">
                        <c:v>275.53899999999999</c:v>
                      </c:pt>
                      <c:pt idx="3040">
                        <c:v>280.18200000000002</c:v>
                      </c:pt>
                      <c:pt idx="3041">
                        <c:v>281.20299999999997</c:v>
                      </c:pt>
                      <c:pt idx="3042">
                        <c:v>280.80200000000002</c:v>
                      </c:pt>
                      <c:pt idx="3043">
                        <c:v>279.012</c:v>
                      </c:pt>
                      <c:pt idx="3044">
                        <c:v>278.17899999999997</c:v>
                      </c:pt>
                      <c:pt idx="3045">
                        <c:v>283.471</c:v>
                      </c:pt>
                      <c:pt idx="3046">
                        <c:v>288.81900000000002</c:v>
                      </c:pt>
                      <c:pt idx="3047">
                        <c:v>287.887</c:v>
                      </c:pt>
                      <c:pt idx="3048">
                        <c:v>295.52199999999999</c:v>
                      </c:pt>
                      <c:pt idx="3049">
                        <c:v>299.24200000000002</c:v>
                      </c:pt>
                      <c:pt idx="3050">
                        <c:v>300.34399999999999</c:v>
                      </c:pt>
                      <c:pt idx="3051">
                        <c:v>305.471</c:v>
                      </c:pt>
                      <c:pt idx="3052">
                        <c:v>313.97000000000003</c:v>
                      </c:pt>
                      <c:pt idx="3053">
                        <c:v>313.25099999999998</c:v>
                      </c:pt>
                      <c:pt idx="3054">
                        <c:v>302.63799999999998</c:v>
                      </c:pt>
                      <c:pt idx="3055">
                        <c:v>298.065</c:v>
                      </c:pt>
                      <c:pt idx="3056">
                        <c:v>297.375</c:v>
                      </c:pt>
                      <c:pt idx="3057">
                        <c:v>300.61599999999999</c:v>
                      </c:pt>
                      <c:pt idx="3058">
                        <c:v>302.57100000000003</c:v>
                      </c:pt>
                      <c:pt idx="3059">
                        <c:v>302.81900000000002</c:v>
                      </c:pt>
                      <c:pt idx="3060">
                        <c:v>298.68400000000003</c:v>
                      </c:pt>
                      <c:pt idx="3061">
                        <c:v>296.41000000000003</c:v>
                      </c:pt>
                      <c:pt idx="3062">
                        <c:v>295.81799999999998</c:v>
                      </c:pt>
                      <c:pt idx="3063">
                        <c:v>294.40699999999998</c:v>
                      </c:pt>
                      <c:pt idx="3064">
                        <c:v>292.81700000000001</c:v>
                      </c:pt>
                      <c:pt idx="3065">
                        <c:v>296.12400000000002</c:v>
                      </c:pt>
                      <c:pt idx="3066">
                        <c:v>297.66500000000002</c:v>
                      </c:pt>
                      <c:pt idx="3067">
                        <c:v>297.93299999999999</c:v>
                      </c:pt>
                      <c:pt idx="3068">
                        <c:v>301.61900000000003</c:v>
                      </c:pt>
                      <c:pt idx="3069">
                        <c:v>299.82299999999998</c:v>
                      </c:pt>
                      <c:pt idx="3070">
                        <c:v>309.13499999999999</c:v>
                      </c:pt>
                      <c:pt idx="3071">
                        <c:v>315.04899999999998</c:v>
                      </c:pt>
                      <c:pt idx="3072">
                        <c:v>321.37</c:v>
                      </c:pt>
                      <c:pt idx="3073">
                        <c:v>329.31799999999998</c:v>
                      </c:pt>
                      <c:pt idx="3074">
                        <c:v>331.43</c:v>
                      </c:pt>
                      <c:pt idx="3075">
                        <c:v>335.423</c:v>
                      </c:pt>
                      <c:pt idx="3076">
                        <c:v>331.07900000000001</c:v>
                      </c:pt>
                      <c:pt idx="3077">
                        <c:v>344.529</c:v>
                      </c:pt>
                      <c:pt idx="3078">
                        <c:v>356.12700000000001</c:v>
                      </c:pt>
                      <c:pt idx="3079">
                        <c:v>357.11900000000003</c:v>
                      </c:pt>
                      <c:pt idx="3080">
                        <c:v>363.48899999999998</c:v>
                      </c:pt>
                      <c:pt idx="3081">
                        <c:v>354.24700000000001</c:v>
                      </c:pt>
                      <c:pt idx="3082">
                        <c:v>343.76600000000002</c:v>
                      </c:pt>
                      <c:pt idx="3083">
                        <c:v>351.14100000000002</c:v>
                      </c:pt>
                      <c:pt idx="3084">
                        <c:v>344.88600000000002</c:v>
                      </c:pt>
                      <c:pt idx="3085">
                        <c:v>342.03</c:v>
                      </c:pt>
                      <c:pt idx="3086">
                        <c:v>327.57499999999999</c:v>
                      </c:pt>
                      <c:pt idx="3087">
                        <c:v>331</c:v>
                      </c:pt>
                      <c:pt idx="3088">
                        <c:v>330.62799999999999</c:v>
                      </c:pt>
                      <c:pt idx="3089">
                        <c:v>345.69299999999998</c:v>
                      </c:pt>
                      <c:pt idx="3090">
                        <c:v>341.44400000000002</c:v>
                      </c:pt>
                      <c:pt idx="3091">
                        <c:v>338.99599999999998</c:v>
                      </c:pt>
                      <c:pt idx="3092">
                        <c:v>340.053</c:v>
                      </c:pt>
                      <c:pt idx="3093">
                        <c:v>355.00099999999998</c:v>
                      </c:pt>
                      <c:pt idx="3094">
                        <c:v>365.846</c:v>
                      </c:pt>
                      <c:pt idx="3095">
                        <c:v>373.03199999999998</c:v>
                      </c:pt>
                      <c:pt idx="3096">
                        <c:v>386.68700000000001</c:v>
                      </c:pt>
                      <c:pt idx="3097">
                        <c:v>375.404</c:v>
                      </c:pt>
                      <c:pt idx="3098">
                        <c:v>369.72199999999998</c:v>
                      </c:pt>
                      <c:pt idx="3099">
                        <c:v>372.46899999999999</c:v>
                      </c:pt>
                      <c:pt idx="3100">
                        <c:v>359.11399999999998</c:v>
                      </c:pt>
                      <c:pt idx="3101">
                        <c:v>352.46499999999997</c:v>
                      </c:pt>
                      <c:pt idx="3102">
                        <c:v>348.19400000000002</c:v>
                      </c:pt>
                      <c:pt idx="3103">
                        <c:v>345.39400000000001</c:v>
                      </c:pt>
                      <c:pt idx="3104">
                        <c:v>337.12200000000001</c:v>
                      </c:pt>
                      <c:pt idx="3105">
                        <c:v>331.755</c:v>
                      </c:pt>
                      <c:pt idx="3106">
                        <c:v>334.36399999999998</c:v>
                      </c:pt>
                      <c:pt idx="3107">
                        <c:v>335.83199999999999</c:v>
                      </c:pt>
                      <c:pt idx="3108">
                        <c:v>344.27300000000002</c:v>
                      </c:pt>
                      <c:pt idx="3109">
                        <c:v>330.63900000000001</c:v>
                      </c:pt>
                      <c:pt idx="3110">
                        <c:v>325.94900000000001</c:v>
                      </c:pt>
                      <c:pt idx="3111">
                        <c:v>318.92599999999999</c:v>
                      </c:pt>
                      <c:pt idx="3112">
                        <c:v>317.87099999999998</c:v>
                      </c:pt>
                      <c:pt idx="3113">
                        <c:v>313.98200000000003</c:v>
                      </c:pt>
                      <c:pt idx="3114">
                        <c:v>314.94799999999998</c:v>
                      </c:pt>
                      <c:pt idx="3115">
                        <c:v>308.714</c:v>
                      </c:pt>
                      <c:pt idx="3116">
                        <c:v>305.94600000000003</c:v>
                      </c:pt>
                      <c:pt idx="3117">
                        <c:v>299.11700000000002</c:v>
                      </c:pt>
                      <c:pt idx="3118">
                        <c:v>297.68700000000001</c:v>
                      </c:pt>
                      <c:pt idx="3119">
                        <c:v>301.69799999999998</c:v>
                      </c:pt>
                      <c:pt idx="3120">
                        <c:v>295.78899999999999</c:v>
                      </c:pt>
                      <c:pt idx="3121">
                        <c:v>280.00200000000001</c:v>
                      </c:pt>
                      <c:pt idx="3122">
                        <c:v>273.322</c:v>
                      </c:pt>
                      <c:pt idx="3123">
                        <c:v>280.36</c:v>
                      </c:pt>
                      <c:pt idx="3124">
                        <c:v>275.83300000000003</c:v>
                      </c:pt>
                      <c:pt idx="3125">
                        <c:v>286.95</c:v>
                      </c:pt>
                      <c:pt idx="3126">
                        <c:v>295.084</c:v>
                      </c:pt>
                      <c:pt idx="3127">
                        <c:v>296.36200000000002</c:v>
                      </c:pt>
                      <c:pt idx="3128">
                        <c:v>292.327</c:v>
                      </c:pt>
                      <c:pt idx="3129">
                        <c:v>290.59399999999999</c:v>
                      </c:pt>
                      <c:pt idx="3130">
                        <c:v>286.84800000000001</c:v>
                      </c:pt>
                      <c:pt idx="3131">
                        <c:v>287.81</c:v>
                      </c:pt>
                      <c:pt idx="3132">
                        <c:v>293.38900000000001</c:v>
                      </c:pt>
                      <c:pt idx="3133">
                        <c:v>299.51299999999998</c:v>
                      </c:pt>
                      <c:pt idx="3134">
                        <c:v>305.17500000000001</c:v>
                      </c:pt>
                      <c:pt idx="3135">
                        <c:v>304.024</c:v>
                      </c:pt>
                      <c:pt idx="3136">
                        <c:v>311.52499999999998</c:v>
                      </c:pt>
                      <c:pt idx="3137">
                        <c:v>309.76900000000001</c:v>
                      </c:pt>
                      <c:pt idx="3138">
                        <c:v>306.476</c:v>
                      </c:pt>
                      <c:pt idx="3139">
                        <c:v>297.71199999999999</c:v>
                      </c:pt>
                      <c:pt idx="3140">
                        <c:v>291.46499999999997</c:v>
                      </c:pt>
                      <c:pt idx="3141">
                        <c:v>288.86</c:v>
                      </c:pt>
                      <c:pt idx="3142">
                        <c:v>291.43599999999998</c:v>
                      </c:pt>
                      <c:pt idx="3143">
                        <c:v>289.81</c:v>
                      </c:pt>
                      <c:pt idx="3144">
                        <c:v>280.76799999999997</c:v>
                      </c:pt>
                      <c:pt idx="3145">
                        <c:v>279.834</c:v>
                      </c:pt>
                      <c:pt idx="3146">
                        <c:v>287.94200000000001</c:v>
                      </c:pt>
                      <c:pt idx="3147">
                        <c:v>289.70999999999998</c:v>
                      </c:pt>
                      <c:pt idx="3148">
                        <c:v>291.59699999999998</c:v>
                      </c:pt>
                      <c:pt idx="3149">
                        <c:v>288.37099999999998</c:v>
                      </c:pt>
                      <c:pt idx="3150">
                        <c:v>281.27999999999997</c:v>
                      </c:pt>
                      <c:pt idx="3151">
                        <c:v>286.863</c:v>
                      </c:pt>
                      <c:pt idx="3152">
                        <c:v>292.60000000000002</c:v>
                      </c:pt>
                      <c:pt idx="3153">
                        <c:v>291.95400000000001</c:v>
                      </c:pt>
                      <c:pt idx="3154">
                        <c:v>297.84800000000001</c:v>
                      </c:pt>
                      <c:pt idx="3155">
                        <c:v>302.322</c:v>
                      </c:pt>
                      <c:pt idx="3156">
                        <c:v>303.392</c:v>
                      </c:pt>
                      <c:pt idx="3157">
                        <c:v>299.51799999999997</c:v>
                      </c:pt>
                      <c:pt idx="3158">
                        <c:v>303.30200000000002</c:v>
                      </c:pt>
                      <c:pt idx="3159">
                        <c:v>301.25099999999998</c:v>
                      </c:pt>
                      <c:pt idx="3160">
                        <c:v>298.67899999999997</c:v>
                      </c:pt>
                      <c:pt idx="3161">
                        <c:v>296.2</c:v>
                      </c:pt>
                      <c:pt idx="3162">
                        <c:v>299.07400000000001</c:v>
                      </c:pt>
                      <c:pt idx="3163">
                        <c:v>297.32600000000002</c:v>
                      </c:pt>
                      <c:pt idx="3164">
                        <c:v>299.01</c:v>
                      </c:pt>
                      <c:pt idx="3165">
                        <c:v>305.98099999999999</c:v>
                      </c:pt>
                      <c:pt idx="3166">
                        <c:v>307.99799999999999</c:v>
                      </c:pt>
                      <c:pt idx="3167">
                        <c:v>307.697</c:v>
                      </c:pt>
                      <c:pt idx="3168">
                        <c:v>312.56599999999997</c:v>
                      </c:pt>
                      <c:pt idx="3169">
                        <c:v>312.66500000000002</c:v>
                      </c:pt>
                      <c:pt idx="3170">
                        <c:v>308.06900000000002</c:v>
                      </c:pt>
                      <c:pt idx="3171">
                        <c:v>305.60899999999998</c:v>
                      </c:pt>
                      <c:pt idx="3172">
                        <c:v>304.767</c:v>
                      </c:pt>
                      <c:pt idx="3173">
                        <c:v>302.23899999999998</c:v>
                      </c:pt>
                      <c:pt idx="3174">
                        <c:v>306.39499999999998</c:v>
                      </c:pt>
                      <c:pt idx="3175">
                        <c:v>304.62299999999999</c:v>
                      </c:pt>
                      <c:pt idx="3176">
                        <c:v>301.63900000000001</c:v>
                      </c:pt>
                      <c:pt idx="3177">
                        <c:v>298.73</c:v>
                      </c:pt>
                      <c:pt idx="3178">
                        <c:v>290.67500000000001</c:v>
                      </c:pt>
                      <c:pt idx="3179">
                        <c:v>284.25400000000002</c:v>
                      </c:pt>
                      <c:pt idx="3180">
                        <c:v>281.55399999999997</c:v>
                      </c:pt>
                      <c:pt idx="3181">
                        <c:v>285.63099999999997</c:v>
                      </c:pt>
                      <c:pt idx="3182">
                        <c:v>291.14100000000002</c:v>
                      </c:pt>
                      <c:pt idx="3183">
                        <c:v>300.67</c:v>
                      </c:pt>
                      <c:pt idx="3184">
                        <c:v>307.709</c:v>
                      </c:pt>
                      <c:pt idx="3185">
                        <c:v>309.06099999999998</c:v>
                      </c:pt>
                      <c:pt idx="3186">
                        <c:v>311.24799999999999</c:v>
                      </c:pt>
                      <c:pt idx="3187">
                        <c:v>309.005</c:v>
                      </c:pt>
                      <c:pt idx="3188">
                        <c:v>301.56799999999998</c:v>
                      </c:pt>
                      <c:pt idx="3189">
                        <c:v>297.97300000000001</c:v>
                      </c:pt>
                      <c:pt idx="3190">
                        <c:v>293.87900000000002</c:v>
                      </c:pt>
                      <c:pt idx="3191">
                        <c:v>286.096</c:v>
                      </c:pt>
                      <c:pt idx="3192">
                        <c:v>302.57400000000001</c:v>
                      </c:pt>
                      <c:pt idx="3193">
                        <c:v>312.66500000000002</c:v>
                      </c:pt>
                      <c:pt idx="3194">
                        <c:v>303.10899999999998</c:v>
                      </c:pt>
                      <c:pt idx="3195">
                        <c:v>285.40699999999998</c:v>
                      </c:pt>
                      <c:pt idx="3196">
                        <c:v>277.33</c:v>
                      </c:pt>
                      <c:pt idx="3197">
                        <c:v>273.04700000000003</c:v>
                      </c:pt>
                      <c:pt idx="3198">
                        <c:v>271.41199999999998</c:v>
                      </c:pt>
                      <c:pt idx="3199">
                        <c:v>279.30599999999998</c:v>
                      </c:pt>
                      <c:pt idx="3200">
                        <c:v>277.303</c:v>
                      </c:pt>
                      <c:pt idx="3201">
                        <c:v>280.28199999999998</c:v>
                      </c:pt>
                      <c:pt idx="3202">
                        <c:v>269.93299999999999</c:v>
                      </c:pt>
                      <c:pt idx="3203">
                        <c:v>265.05599999999998</c:v>
                      </c:pt>
                      <c:pt idx="3204">
                        <c:v>257.91899999999998</c:v>
                      </c:pt>
                      <c:pt idx="3205">
                        <c:v>256.12400000000002</c:v>
                      </c:pt>
                      <c:pt idx="3206">
                        <c:v>260.58300000000003</c:v>
                      </c:pt>
                      <c:pt idx="3207">
                        <c:v>263.22000000000003</c:v>
                      </c:pt>
                      <c:pt idx="3208">
                        <c:v>261.62400000000002</c:v>
                      </c:pt>
                      <c:pt idx="3209">
                        <c:v>260.72300000000001</c:v>
                      </c:pt>
                      <c:pt idx="3210">
                        <c:v>255.58699999999999</c:v>
                      </c:pt>
                      <c:pt idx="3211">
                        <c:v>256.08</c:v>
                      </c:pt>
                      <c:pt idx="3212">
                        <c:v>254.279</c:v>
                      </c:pt>
                      <c:pt idx="3213">
                        <c:v>259.86399999999998</c:v>
                      </c:pt>
                      <c:pt idx="3214">
                        <c:v>267.61900000000003</c:v>
                      </c:pt>
                      <c:pt idx="3215">
                        <c:v>270.63900000000001</c:v>
                      </c:pt>
                      <c:pt idx="3216">
                        <c:v>274.79300000000001</c:v>
                      </c:pt>
                      <c:pt idx="3217">
                        <c:v>273.41899999999998</c:v>
                      </c:pt>
                      <c:pt idx="3218">
                        <c:v>276.98599999999999</c:v>
                      </c:pt>
                      <c:pt idx="3219">
                        <c:v>278.14299999999997</c:v>
                      </c:pt>
                      <c:pt idx="3220">
                        <c:v>273.84800000000001</c:v>
                      </c:pt>
                      <c:pt idx="3221">
                        <c:v>267.27300000000002</c:v>
                      </c:pt>
                      <c:pt idx="3222">
                        <c:v>260.31599999999997</c:v>
                      </c:pt>
                      <c:pt idx="3223">
                        <c:v>255.715</c:v>
                      </c:pt>
                      <c:pt idx="3224">
                        <c:v>251.75200000000001</c:v>
                      </c:pt>
                      <c:pt idx="3225">
                        <c:v>253.00899999999999</c:v>
                      </c:pt>
                      <c:pt idx="3226">
                        <c:v>250.12700000000001</c:v>
                      </c:pt>
                      <c:pt idx="3227">
                        <c:v>250.422</c:v>
                      </c:pt>
                      <c:pt idx="3228">
                        <c:v>247.11</c:v>
                      </c:pt>
                      <c:pt idx="3229">
                        <c:v>246.08799999999999</c:v>
                      </c:pt>
                      <c:pt idx="3230">
                        <c:v>245.59299999999999</c:v>
                      </c:pt>
                      <c:pt idx="3231">
                        <c:v>242.46899999999999</c:v>
                      </c:pt>
                      <c:pt idx="3232">
                        <c:v>242.84399999999999</c:v>
                      </c:pt>
                      <c:pt idx="3233">
                        <c:v>243.839</c:v>
                      </c:pt>
                      <c:pt idx="3234">
                        <c:v>243.642</c:v>
                      </c:pt>
                      <c:pt idx="3235">
                        <c:v>246.77099999999999</c:v>
                      </c:pt>
                      <c:pt idx="3236">
                        <c:v>249.44499999999999</c:v>
                      </c:pt>
                      <c:pt idx="3237">
                        <c:v>248.29599999999999</c:v>
                      </c:pt>
                      <c:pt idx="3238">
                        <c:v>243.28</c:v>
                      </c:pt>
                      <c:pt idx="3239">
                        <c:v>244.19499999999999</c:v>
                      </c:pt>
                      <c:pt idx="3240">
                        <c:v>248.67500000000001</c:v>
                      </c:pt>
                      <c:pt idx="3241">
                        <c:v>250.03399999999999</c:v>
                      </c:pt>
                      <c:pt idx="3242">
                        <c:v>246.512</c:v>
                      </c:pt>
                      <c:pt idx="3243">
                        <c:v>244.77099999999999</c:v>
                      </c:pt>
                      <c:pt idx="3244">
                        <c:v>241.90100000000001</c:v>
                      </c:pt>
                      <c:pt idx="3245">
                        <c:v>235.84899999999999</c:v>
                      </c:pt>
                      <c:pt idx="3246">
                        <c:v>234.96100000000001</c:v>
                      </c:pt>
                      <c:pt idx="3247">
                        <c:v>239.68299999999999</c:v>
                      </c:pt>
                      <c:pt idx="3248">
                        <c:v>239.45699999999999</c:v>
                      </c:pt>
                      <c:pt idx="3249">
                        <c:v>247.39500000000001</c:v>
                      </c:pt>
                      <c:pt idx="3250">
                        <c:v>253.029</c:v>
                      </c:pt>
                      <c:pt idx="3251">
                        <c:v>252.10599999999999</c:v>
                      </c:pt>
                      <c:pt idx="3252">
                        <c:v>255.488</c:v>
                      </c:pt>
                      <c:pt idx="3253">
                        <c:v>252.64</c:v>
                      </c:pt>
                      <c:pt idx="3254">
                        <c:v>260.005</c:v>
                      </c:pt>
                      <c:pt idx="3255">
                        <c:v>250.15199999999999</c:v>
                      </c:pt>
                      <c:pt idx="3256">
                        <c:v>245.76599999999999</c:v>
                      </c:pt>
                      <c:pt idx="3257">
                        <c:v>250.18799999999999</c:v>
                      </c:pt>
                      <c:pt idx="3258">
                        <c:v>256.62</c:v>
                      </c:pt>
                      <c:pt idx="3259">
                        <c:v>249.989</c:v>
                      </c:pt>
                      <c:pt idx="3260">
                        <c:v>239.99199999999999</c:v>
                      </c:pt>
                      <c:pt idx="3261">
                        <c:v>245.643</c:v>
                      </c:pt>
                      <c:pt idx="3262">
                        <c:v>243.52799999999999</c:v>
                      </c:pt>
                      <c:pt idx="3263">
                        <c:v>244.98500000000001</c:v>
                      </c:pt>
                      <c:pt idx="3264">
                        <c:v>254.12100000000001</c:v>
                      </c:pt>
                      <c:pt idx="3265">
                        <c:v>252.464</c:v>
                      </c:pt>
                      <c:pt idx="3266">
                        <c:v>253.27</c:v>
                      </c:pt>
                      <c:pt idx="3267">
                        <c:v>252.91900000000001</c:v>
                      </c:pt>
                      <c:pt idx="3268">
                        <c:v>252.863</c:v>
                      </c:pt>
                      <c:pt idx="3269">
                        <c:v>255.34</c:v>
                      </c:pt>
                      <c:pt idx="3270">
                        <c:v>250.98699999999999</c:v>
                      </c:pt>
                      <c:pt idx="3271">
                        <c:v>250.339</c:v>
                      </c:pt>
                      <c:pt idx="3272">
                        <c:v>253.32400000000001</c:v>
                      </c:pt>
                      <c:pt idx="3273">
                        <c:v>254.964</c:v>
                      </c:pt>
                      <c:pt idx="3274">
                        <c:v>253.56399999999999</c:v>
                      </c:pt>
                      <c:pt idx="3275">
                        <c:v>248.87299999999999</c:v>
                      </c:pt>
                      <c:pt idx="3276">
                        <c:v>242.74600000000001</c:v>
                      </c:pt>
                      <c:pt idx="3277">
                        <c:v>240.672</c:v>
                      </c:pt>
                      <c:pt idx="3278">
                        <c:v>238.99799999999999</c:v>
                      </c:pt>
                      <c:pt idx="3279">
                        <c:v>240.44</c:v>
                      </c:pt>
                      <c:pt idx="3280">
                        <c:v>244.73</c:v>
                      </c:pt>
                      <c:pt idx="3281">
                        <c:v>246.56700000000001</c:v>
                      </c:pt>
                      <c:pt idx="3282">
                        <c:v>249.07599999999999</c:v>
                      </c:pt>
                      <c:pt idx="3283">
                        <c:v>250.66399999999999</c:v>
                      </c:pt>
                      <c:pt idx="3284">
                        <c:v>255.06299999999999</c:v>
                      </c:pt>
                      <c:pt idx="3285">
                        <c:v>260.59199999999998</c:v>
                      </c:pt>
                      <c:pt idx="3286">
                        <c:v>261.94900000000001</c:v>
                      </c:pt>
                      <c:pt idx="3287">
                        <c:v>262.52100000000002</c:v>
                      </c:pt>
                      <c:pt idx="3288">
                        <c:v>253.56299999999999</c:v>
                      </c:pt>
                      <c:pt idx="3289">
                        <c:v>247.38399999999999</c:v>
                      </c:pt>
                      <c:pt idx="3290">
                        <c:v>254.363</c:v>
                      </c:pt>
                      <c:pt idx="3291">
                        <c:v>276.36200000000002</c:v>
                      </c:pt>
                      <c:pt idx="3292">
                        <c:v>281.81</c:v>
                      </c:pt>
                      <c:pt idx="3293">
                        <c:v>290.44</c:v>
                      </c:pt>
                      <c:pt idx="3294">
                        <c:v>269.75099999999998</c:v>
                      </c:pt>
                      <c:pt idx="3295">
                        <c:v>273.81200000000001</c:v>
                      </c:pt>
                      <c:pt idx="3296">
                        <c:v>283.14699999999999</c:v>
                      </c:pt>
                      <c:pt idx="3297">
                        <c:v>281.36500000000001</c:v>
                      </c:pt>
                      <c:pt idx="3298">
                        <c:v>279.75700000000001</c:v>
                      </c:pt>
                      <c:pt idx="3299">
                        <c:v>274.97000000000003</c:v>
                      </c:pt>
                      <c:pt idx="3300">
                        <c:v>275.49900000000002</c:v>
                      </c:pt>
                      <c:pt idx="3301">
                        <c:v>275.8</c:v>
                      </c:pt>
                      <c:pt idx="3302">
                        <c:v>276.46100000000001</c:v>
                      </c:pt>
                      <c:pt idx="3303">
                        <c:v>272.87299999999999</c:v>
                      </c:pt>
                      <c:pt idx="3304">
                        <c:v>273.89</c:v>
                      </c:pt>
                      <c:pt idx="3305">
                        <c:v>267.15800000000002</c:v>
                      </c:pt>
                      <c:pt idx="3306">
                        <c:v>270.74599999999998</c:v>
                      </c:pt>
                      <c:pt idx="3307">
                        <c:v>270.62</c:v>
                      </c:pt>
                      <c:pt idx="3308">
                        <c:v>265.07600000000002</c:v>
                      </c:pt>
                      <c:pt idx="3309">
                        <c:v>253.51</c:v>
                      </c:pt>
                      <c:pt idx="3310">
                        <c:v>250.827</c:v>
                      </c:pt>
                      <c:pt idx="3311">
                        <c:v>246.63200000000001</c:v>
                      </c:pt>
                      <c:pt idx="3312">
                        <c:v>247.291</c:v>
                      </c:pt>
                      <c:pt idx="3313">
                        <c:v>245.16900000000001</c:v>
                      </c:pt>
                      <c:pt idx="3314">
                        <c:v>244.12700000000001</c:v>
                      </c:pt>
                      <c:pt idx="3315">
                        <c:v>246.10900000000001</c:v>
                      </c:pt>
                      <c:pt idx="3316">
                        <c:v>244.91</c:v>
                      </c:pt>
                      <c:pt idx="3317">
                        <c:v>241.95099999999999</c:v>
                      </c:pt>
                      <c:pt idx="3318">
                        <c:v>242.76599999999999</c:v>
                      </c:pt>
                      <c:pt idx="3319">
                        <c:v>240.45699999999999</c:v>
                      </c:pt>
                      <c:pt idx="3320">
                        <c:v>240.65299999999999</c:v>
                      </c:pt>
                      <c:pt idx="3321">
                        <c:v>242.309</c:v>
                      </c:pt>
                      <c:pt idx="3322">
                        <c:v>242.58799999999999</c:v>
                      </c:pt>
                      <c:pt idx="3323">
                        <c:v>241.864</c:v>
                      </c:pt>
                      <c:pt idx="3324">
                        <c:v>242.40700000000001</c:v>
                      </c:pt>
                      <c:pt idx="3325">
                        <c:v>242.197</c:v>
                      </c:pt>
                      <c:pt idx="3326">
                        <c:v>241.64500000000001</c:v>
                      </c:pt>
                      <c:pt idx="3327">
                        <c:v>242.82499999999999</c:v>
                      </c:pt>
                      <c:pt idx="3328">
                        <c:v>241.88</c:v>
                      </c:pt>
                      <c:pt idx="3329">
                        <c:v>243.27099999999999</c:v>
                      </c:pt>
                      <c:pt idx="3330">
                        <c:v>237.815</c:v>
                      </c:pt>
                      <c:pt idx="3331">
                        <c:v>231.80500000000001</c:v>
                      </c:pt>
                      <c:pt idx="3332">
                        <c:v>232.65600000000001</c:v>
                      </c:pt>
                      <c:pt idx="3333">
                        <c:v>234.64699999999999</c:v>
                      </c:pt>
                      <c:pt idx="3334">
                        <c:v>237.30500000000001</c:v>
                      </c:pt>
                      <c:pt idx="3335">
                        <c:v>234.232</c:v>
                      </c:pt>
                      <c:pt idx="3336">
                        <c:v>232.214</c:v>
                      </c:pt>
                      <c:pt idx="3337">
                        <c:v>231.34700000000001</c:v>
                      </c:pt>
                      <c:pt idx="3338">
                        <c:v>230.13300000000001</c:v>
                      </c:pt>
                      <c:pt idx="3339">
                        <c:v>229.55</c:v>
                      </c:pt>
                      <c:pt idx="3340">
                        <c:v>234.042</c:v>
                      </c:pt>
                      <c:pt idx="3341">
                        <c:v>236.07</c:v>
                      </c:pt>
                      <c:pt idx="3342">
                        <c:v>234.73699999999999</c:v>
                      </c:pt>
                      <c:pt idx="3343">
                        <c:v>234.44399999999999</c:v>
                      </c:pt>
                      <c:pt idx="3344">
                        <c:v>235.24299999999999</c:v>
                      </c:pt>
                      <c:pt idx="3345">
                        <c:v>234.137</c:v>
                      </c:pt>
                      <c:pt idx="3346">
                        <c:v>236.02</c:v>
                      </c:pt>
                      <c:pt idx="3347">
                        <c:v>237.88200000000001</c:v>
                      </c:pt>
                      <c:pt idx="3348">
                        <c:v>241.267</c:v>
                      </c:pt>
                      <c:pt idx="3349">
                        <c:v>242.453</c:v>
                      </c:pt>
                      <c:pt idx="3350">
                        <c:v>240.49100000000001</c:v>
                      </c:pt>
                      <c:pt idx="3351">
                        <c:v>237.21199999999999</c:v>
                      </c:pt>
                      <c:pt idx="3352">
                        <c:v>233.994</c:v>
                      </c:pt>
                      <c:pt idx="3353">
                        <c:v>234.727</c:v>
                      </c:pt>
                      <c:pt idx="3354">
                        <c:v>235.92500000000001</c:v>
                      </c:pt>
                      <c:pt idx="3355">
                        <c:v>238.94499999999999</c:v>
                      </c:pt>
                      <c:pt idx="3356">
                        <c:v>238.29400000000001</c:v>
                      </c:pt>
                      <c:pt idx="3357">
                        <c:v>235</c:v>
                      </c:pt>
                      <c:pt idx="3358">
                        <c:v>229.077</c:v>
                      </c:pt>
                      <c:pt idx="3359">
                        <c:v>228.369</c:v>
                      </c:pt>
                      <c:pt idx="3360">
                        <c:v>232.54400000000001</c:v>
                      </c:pt>
                      <c:pt idx="3361">
                        <c:v>235.33500000000001</c:v>
                      </c:pt>
                      <c:pt idx="3362">
                        <c:v>236.482</c:v>
                      </c:pt>
                      <c:pt idx="3363">
                        <c:v>236.74700000000001</c:v>
                      </c:pt>
                      <c:pt idx="3364">
                        <c:v>232.28299999999999</c:v>
                      </c:pt>
                      <c:pt idx="3365">
                        <c:v>229.989</c:v>
                      </c:pt>
                      <c:pt idx="3366">
                        <c:v>226.417</c:v>
                      </c:pt>
                      <c:pt idx="3367">
                        <c:v>228.06700000000001</c:v>
                      </c:pt>
                      <c:pt idx="3368">
                        <c:v>228.042</c:v>
                      </c:pt>
                      <c:pt idx="3369">
                        <c:v>230.19499999999999</c:v>
                      </c:pt>
                      <c:pt idx="3370">
                        <c:v>225.238</c:v>
                      </c:pt>
                      <c:pt idx="3371">
                        <c:v>228.08</c:v>
                      </c:pt>
                      <c:pt idx="3372">
                        <c:v>223.678</c:v>
                      </c:pt>
                      <c:pt idx="3373">
                        <c:v>221.1</c:v>
                      </c:pt>
                      <c:pt idx="3374">
                        <c:v>222.27</c:v>
                      </c:pt>
                      <c:pt idx="3375">
                        <c:v>228.61199999999999</c:v>
                      </c:pt>
                      <c:pt idx="3376">
                        <c:v>231.30500000000001</c:v>
                      </c:pt>
                      <c:pt idx="3377">
                        <c:v>229.018</c:v>
                      </c:pt>
                      <c:pt idx="3378">
                        <c:v>228.77199999999999</c:v>
                      </c:pt>
                      <c:pt idx="3379">
                        <c:v>231.91</c:v>
                      </c:pt>
                      <c:pt idx="3380">
                        <c:v>223.95</c:v>
                      </c:pt>
                      <c:pt idx="3381">
                        <c:v>223.58500000000001</c:v>
                      </c:pt>
                      <c:pt idx="3382">
                        <c:v>220.857</c:v>
                      </c:pt>
                      <c:pt idx="3383">
                        <c:v>230.15</c:v>
                      </c:pt>
                      <c:pt idx="3384">
                        <c:v>236.00299999999999</c:v>
                      </c:pt>
                      <c:pt idx="3385">
                        <c:v>237.49299999999999</c:v>
                      </c:pt>
                      <c:pt idx="3386">
                        <c:v>233.50800000000001</c:v>
                      </c:pt>
                      <c:pt idx="3387">
                        <c:v>228.292</c:v>
                      </c:pt>
                      <c:pt idx="3388">
                        <c:v>226.726</c:v>
                      </c:pt>
                      <c:pt idx="3389">
                        <c:v>225.32499999999999</c:v>
                      </c:pt>
                      <c:pt idx="3390">
                        <c:v>223.61199999999999</c:v>
                      </c:pt>
                      <c:pt idx="3391">
                        <c:v>223.6</c:v>
                      </c:pt>
                      <c:pt idx="3392">
                        <c:v>224.166</c:v>
                      </c:pt>
                      <c:pt idx="3393">
                        <c:v>224.81299999999999</c:v>
                      </c:pt>
                      <c:pt idx="3394">
                        <c:v>224.654</c:v>
                      </c:pt>
                      <c:pt idx="3395">
                        <c:v>225.43100000000001</c:v>
                      </c:pt>
                      <c:pt idx="3396">
                        <c:v>225.41800000000001</c:v>
                      </c:pt>
                      <c:pt idx="3397">
                        <c:v>223.88499999999999</c:v>
                      </c:pt>
                      <c:pt idx="3398">
                        <c:v>221.63900000000001</c:v>
                      </c:pt>
                      <c:pt idx="3399">
                        <c:v>222.83799999999999</c:v>
                      </c:pt>
                      <c:pt idx="3400">
                        <c:v>226.66800000000001</c:v>
                      </c:pt>
                      <c:pt idx="3401">
                        <c:v>225.51599999999999</c:v>
                      </c:pt>
                      <c:pt idx="3402">
                        <c:v>225.27699999999999</c:v>
                      </c:pt>
                      <c:pt idx="3403">
                        <c:v>225.899</c:v>
                      </c:pt>
                      <c:pt idx="3404">
                        <c:v>228.012</c:v>
                      </c:pt>
                      <c:pt idx="3405">
                        <c:v>228.05699999999999</c:v>
                      </c:pt>
                      <c:pt idx="3406">
                        <c:v>226.46600000000001</c:v>
                      </c:pt>
                      <c:pt idx="3407">
                        <c:v>225.17599999999999</c:v>
                      </c:pt>
                      <c:pt idx="3408">
                        <c:v>220.26</c:v>
                      </c:pt>
                      <c:pt idx="3409">
                        <c:v>216.7</c:v>
                      </c:pt>
                      <c:pt idx="3410">
                        <c:v>220.57400000000001</c:v>
                      </c:pt>
                      <c:pt idx="3411">
                        <c:v>218.536</c:v>
                      </c:pt>
                      <c:pt idx="3412">
                        <c:v>217.167</c:v>
                      </c:pt>
                      <c:pt idx="3413">
                        <c:v>217.262</c:v>
                      </c:pt>
                      <c:pt idx="3414">
                        <c:v>213.685</c:v>
                      </c:pt>
                      <c:pt idx="3415">
                        <c:v>213.10900000000001</c:v>
                      </c:pt>
                      <c:pt idx="3416">
                        <c:v>219.52</c:v>
                      </c:pt>
                      <c:pt idx="3417">
                        <c:v>219.89699999999999</c:v>
                      </c:pt>
                      <c:pt idx="3418">
                        <c:v>222.26599999999999</c:v>
                      </c:pt>
                      <c:pt idx="3419">
                        <c:v>223.846</c:v>
                      </c:pt>
                      <c:pt idx="3420">
                        <c:v>220.261</c:v>
                      </c:pt>
                      <c:pt idx="3421">
                        <c:v>219.994</c:v>
                      </c:pt>
                      <c:pt idx="3422">
                        <c:v>219.79400000000001</c:v>
                      </c:pt>
                      <c:pt idx="3423">
                        <c:v>217.67</c:v>
                      </c:pt>
                      <c:pt idx="3424">
                        <c:v>215.61</c:v>
                      </c:pt>
                      <c:pt idx="3425">
                        <c:v>221.333</c:v>
                      </c:pt>
                      <c:pt idx="3426">
                        <c:v>223.239</c:v>
                      </c:pt>
                      <c:pt idx="3427">
                        <c:v>216.94300000000001</c:v>
                      </c:pt>
                      <c:pt idx="3428">
                        <c:v>216.29</c:v>
                      </c:pt>
                      <c:pt idx="3429">
                        <c:v>214.292</c:v>
                      </c:pt>
                      <c:pt idx="3430">
                        <c:v>212.423</c:v>
                      </c:pt>
                      <c:pt idx="3431">
                        <c:v>214.04599999999999</c:v>
                      </c:pt>
                      <c:pt idx="3432">
                        <c:v>215.15</c:v>
                      </c:pt>
                      <c:pt idx="3433">
                        <c:v>214.67500000000001</c:v>
                      </c:pt>
                      <c:pt idx="3434">
                        <c:v>215.99100000000001</c:v>
                      </c:pt>
                      <c:pt idx="3435">
                        <c:v>219.351</c:v>
                      </c:pt>
                      <c:pt idx="3436">
                        <c:v>218.452</c:v>
                      </c:pt>
                      <c:pt idx="3437">
                        <c:v>218.417</c:v>
                      </c:pt>
                      <c:pt idx="3438">
                        <c:v>216.708</c:v>
                      </c:pt>
                      <c:pt idx="3439">
                        <c:v>216.124</c:v>
                      </c:pt>
                      <c:pt idx="3440">
                        <c:v>218.71700000000001</c:v>
                      </c:pt>
                      <c:pt idx="3441">
                        <c:v>218.03899999999999</c:v>
                      </c:pt>
                      <c:pt idx="3442">
                        <c:v>218.16</c:v>
                      </c:pt>
                      <c:pt idx="3443">
                        <c:v>217.33799999999999</c:v>
                      </c:pt>
                      <c:pt idx="3444">
                        <c:v>213.553</c:v>
                      </c:pt>
                      <c:pt idx="3445">
                        <c:v>212.63900000000001</c:v>
                      </c:pt>
                      <c:pt idx="3446">
                        <c:v>216.90100000000001</c:v>
                      </c:pt>
                      <c:pt idx="3447">
                        <c:v>221.107</c:v>
                      </c:pt>
                      <c:pt idx="3448">
                        <c:v>224.17099999999999</c:v>
                      </c:pt>
                      <c:pt idx="3449">
                        <c:v>229.328</c:v>
                      </c:pt>
                      <c:pt idx="3450">
                        <c:v>234.35400000000001</c:v>
                      </c:pt>
                      <c:pt idx="3451">
                        <c:v>230.6</c:v>
                      </c:pt>
                      <c:pt idx="3452">
                        <c:v>228.315</c:v>
                      </c:pt>
                      <c:pt idx="3453">
                        <c:v>225.50800000000001</c:v>
                      </c:pt>
                      <c:pt idx="3454">
                        <c:v>224.95099999999999</c:v>
                      </c:pt>
                      <c:pt idx="3455">
                        <c:v>225.65199999999999</c:v>
                      </c:pt>
                      <c:pt idx="3456">
                        <c:v>230.43899999999999</c:v>
                      </c:pt>
                      <c:pt idx="3457">
                        <c:v>230.24100000000001</c:v>
                      </c:pt>
                      <c:pt idx="3458">
                        <c:v>229.208</c:v>
                      </c:pt>
                      <c:pt idx="3459">
                        <c:v>228.11199999999999</c:v>
                      </c:pt>
                      <c:pt idx="3460">
                        <c:v>233.93100000000001</c:v>
                      </c:pt>
                      <c:pt idx="3461">
                        <c:v>237.86</c:v>
                      </c:pt>
                      <c:pt idx="3462">
                        <c:v>237.423</c:v>
                      </c:pt>
                      <c:pt idx="3463">
                        <c:v>235.91900000000001</c:v>
                      </c:pt>
                      <c:pt idx="3464">
                        <c:v>236.64</c:v>
                      </c:pt>
                      <c:pt idx="3465">
                        <c:v>233.07</c:v>
                      </c:pt>
                      <c:pt idx="3466">
                        <c:v>231.92699999999999</c:v>
                      </c:pt>
                      <c:pt idx="3467">
                        <c:v>230.506</c:v>
                      </c:pt>
                      <c:pt idx="3468">
                        <c:v>229.38900000000001</c:v>
                      </c:pt>
                      <c:pt idx="3469">
                        <c:v>228.786</c:v>
                      </c:pt>
                      <c:pt idx="3470">
                        <c:v>227.489</c:v>
                      </c:pt>
                      <c:pt idx="3471">
                        <c:v>230.755</c:v>
                      </c:pt>
                      <c:pt idx="3472">
                        <c:v>230.76499999999999</c:v>
                      </c:pt>
                      <c:pt idx="3473">
                        <c:v>230.715</c:v>
                      </c:pt>
                      <c:pt idx="3474">
                        <c:v>236.346</c:v>
                      </c:pt>
                      <c:pt idx="3475">
                        <c:v>233.12299999999999</c:v>
                      </c:pt>
                      <c:pt idx="3476">
                        <c:v>233.495</c:v>
                      </c:pt>
                      <c:pt idx="3477">
                        <c:v>231.65700000000001</c:v>
                      </c:pt>
                      <c:pt idx="3478">
                        <c:v>228.208</c:v>
                      </c:pt>
                      <c:pt idx="3479">
                        <c:v>225.97200000000001</c:v>
                      </c:pt>
                      <c:pt idx="3480">
                        <c:v>224.482</c:v>
                      </c:pt>
                      <c:pt idx="3481">
                        <c:v>225.09299999999999</c:v>
                      </c:pt>
                      <c:pt idx="3482">
                        <c:v>226.03299999999999</c:v>
                      </c:pt>
                      <c:pt idx="3483">
                        <c:v>225.60499999999999</c:v>
                      </c:pt>
                      <c:pt idx="3484">
                        <c:v>229.02500000000001</c:v>
                      </c:pt>
                      <c:pt idx="3485">
                        <c:v>231.74799999999999</c:v>
                      </c:pt>
                      <c:pt idx="3486">
                        <c:v>235.191</c:v>
                      </c:pt>
                      <c:pt idx="3487">
                        <c:v>235.61099999999999</c:v>
                      </c:pt>
                      <c:pt idx="3488">
                        <c:v>233.18</c:v>
                      </c:pt>
                      <c:pt idx="3489">
                        <c:v>233.56200000000001</c:v>
                      </c:pt>
                      <c:pt idx="3490">
                        <c:v>235.09800000000001</c:v>
                      </c:pt>
                      <c:pt idx="3491">
                        <c:v>239.13800000000001</c:v>
                      </c:pt>
                      <c:pt idx="3492">
                        <c:v>236.59</c:v>
                      </c:pt>
                      <c:pt idx="3493">
                        <c:v>236.851</c:v>
                      </c:pt>
                      <c:pt idx="3494">
                        <c:v>234.56700000000001</c:v>
                      </c:pt>
                      <c:pt idx="3495">
                        <c:v>234.03</c:v>
                      </c:pt>
                      <c:pt idx="3496">
                        <c:v>233.65799999999999</c:v>
                      </c:pt>
                      <c:pt idx="3497">
                        <c:v>232.47300000000001</c:v>
                      </c:pt>
                      <c:pt idx="3498">
                        <c:v>234.24199999999999</c:v>
                      </c:pt>
                      <c:pt idx="3499">
                        <c:v>234.62799999999999</c:v>
                      </c:pt>
                      <c:pt idx="3500">
                        <c:v>232.67099999999999</c:v>
                      </c:pt>
                      <c:pt idx="3501">
                        <c:v>230.57599999999999</c:v>
                      </c:pt>
                      <c:pt idx="3502">
                        <c:v>228.446</c:v>
                      </c:pt>
                      <c:pt idx="3503">
                        <c:v>228.12799999999999</c:v>
                      </c:pt>
                      <c:pt idx="3504">
                        <c:v>224.15</c:v>
                      </c:pt>
                      <c:pt idx="3505">
                        <c:v>222.46700000000001</c:v>
                      </c:pt>
                      <c:pt idx="3506">
                        <c:v>222.25700000000001</c:v>
                      </c:pt>
                      <c:pt idx="3507">
                        <c:v>222.714</c:v>
                      </c:pt>
                      <c:pt idx="3508">
                        <c:v>221.39400000000001</c:v>
                      </c:pt>
                      <c:pt idx="3509">
                        <c:v>222.47300000000001</c:v>
                      </c:pt>
                      <c:pt idx="3510">
                        <c:v>221.40600000000001</c:v>
                      </c:pt>
                      <c:pt idx="3511">
                        <c:v>221.08600000000001</c:v>
                      </c:pt>
                      <c:pt idx="3512">
                        <c:v>219.03100000000001</c:v>
                      </c:pt>
                      <c:pt idx="3513">
                        <c:v>218.05099999999999</c:v>
                      </c:pt>
                      <c:pt idx="3514">
                        <c:v>220.405</c:v>
                      </c:pt>
                      <c:pt idx="3515">
                        <c:v>236.524</c:v>
                      </c:pt>
                      <c:pt idx="3516">
                        <c:v>238.21199999999999</c:v>
                      </c:pt>
                      <c:pt idx="3517">
                        <c:v>234.97300000000001</c:v>
                      </c:pt>
                      <c:pt idx="3518">
                        <c:v>237.357</c:v>
                      </c:pt>
                      <c:pt idx="3519">
                        <c:v>232.97900000000001</c:v>
                      </c:pt>
                      <c:pt idx="3520">
                        <c:v>230.767</c:v>
                      </c:pt>
                      <c:pt idx="3521">
                        <c:v>227.96899999999999</c:v>
                      </c:pt>
                      <c:pt idx="3522">
                        <c:v>227.22</c:v>
                      </c:pt>
                      <c:pt idx="3523">
                        <c:v>222.15799999999999</c:v>
                      </c:pt>
                      <c:pt idx="3524">
                        <c:v>215.41499999999999</c:v>
                      </c:pt>
                      <c:pt idx="3525">
                        <c:v>213.559</c:v>
                      </c:pt>
                      <c:pt idx="3526">
                        <c:v>213.09200000000001</c:v>
                      </c:pt>
                      <c:pt idx="3527">
                        <c:v>214.17</c:v>
                      </c:pt>
                      <c:pt idx="3528">
                        <c:v>213.86199999999999</c:v>
                      </c:pt>
                      <c:pt idx="3529">
                        <c:v>216.03800000000001</c:v>
                      </c:pt>
                      <c:pt idx="3530">
                        <c:v>215.91300000000001</c:v>
                      </c:pt>
                      <c:pt idx="3531">
                        <c:v>216.672</c:v>
                      </c:pt>
                      <c:pt idx="3532">
                        <c:v>217.25200000000001</c:v>
                      </c:pt>
                      <c:pt idx="3533">
                        <c:v>218.82300000000001</c:v>
                      </c:pt>
                      <c:pt idx="3534">
                        <c:v>215.477</c:v>
                      </c:pt>
                      <c:pt idx="3535">
                        <c:v>211.929</c:v>
                      </c:pt>
                      <c:pt idx="3536">
                        <c:v>210.82</c:v>
                      </c:pt>
                      <c:pt idx="3537">
                        <c:v>210.19900000000001</c:v>
                      </c:pt>
                      <c:pt idx="3538">
                        <c:v>210.536</c:v>
                      </c:pt>
                      <c:pt idx="3539">
                        <c:v>210.613</c:v>
                      </c:pt>
                      <c:pt idx="3540">
                        <c:v>211.767</c:v>
                      </c:pt>
                      <c:pt idx="3541">
                        <c:v>213.75700000000001</c:v>
                      </c:pt>
                      <c:pt idx="3542">
                        <c:v>209.78</c:v>
                      </c:pt>
                      <c:pt idx="3543">
                        <c:v>208.357</c:v>
                      </c:pt>
                      <c:pt idx="3544">
                        <c:v>208.41499999999999</c:v>
                      </c:pt>
                      <c:pt idx="3545">
                        <c:v>211.52</c:v>
                      </c:pt>
                      <c:pt idx="3546">
                        <c:v>210.88900000000001</c:v>
                      </c:pt>
                      <c:pt idx="3547">
                        <c:v>211.29499999999999</c:v>
                      </c:pt>
                      <c:pt idx="3548">
                        <c:v>209.39099999999999</c:v>
                      </c:pt>
                      <c:pt idx="3549">
                        <c:v>212.637</c:v>
                      </c:pt>
                      <c:pt idx="3550">
                        <c:v>213.155</c:v>
                      </c:pt>
                      <c:pt idx="3551">
                        <c:v>215.71600000000001</c:v>
                      </c:pt>
                      <c:pt idx="3552">
                        <c:v>216.78299999999999</c:v>
                      </c:pt>
                      <c:pt idx="3553">
                        <c:v>216.31399999999999</c:v>
                      </c:pt>
                      <c:pt idx="3554">
                        <c:v>217.27600000000001</c:v>
                      </c:pt>
                      <c:pt idx="3555">
                        <c:v>218.964</c:v>
                      </c:pt>
                      <c:pt idx="3556">
                        <c:v>215.006</c:v>
                      </c:pt>
                      <c:pt idx="3557">
                        <c:v>211.94800000000001</c:v>
                      </c:pt>
                      <c:pt idx="3558">
                        <c:v>210.96299999999999</c:v>
                      </c:pt>
                      <c:pt idx="3559">
                        <c:v>208.71199999999999</c:v>
                      </c:pt>
                      <c:pt idx="3560">
                        <c:v>207.72300000000001</c:v>
                      </c:pt>
                      <c:pt idx="3561">
                        <c:v>206.41800000000001</c:v>
                      </c:pt>
                      <c:pt idx="3562">
                        <c:v>205.85400000000001</c:v>
                      </c:pt>
                      <c:pt idx="3563">
                        <c:v>202.874</c:v>
                      </c:pt>
                      <c:pt idx="3564">
                        <c:v>201.167</c:v>
                      </c:pt>
                      <c:pt idx="3565">
                        <c:v>203.02600000000001</c:v>
                      </c:pt>
                      <c:pt idx="3566">
                        <c:v>203.661</c:v>
                      </c:pt>
                      <c:pt idx="3567">
                        <c:v>203.59399999999999</c:v>
                      </c:pt>
                      <c:pt idx="3568">
                        <c:v>199.815</c:v>
                      </c:pt>
                      <c:pt idx="3569">
                        <c:v>197.751</c:v>
                      </c:pt>
                      <c:pt idx="3570">
                        <c:v>200.434</c:v>
                      </c:pt>
                      <c:pt idx="3571">
                        <c:v>202.059</c:v>
                      </c:pt>
                      <c:pt idx="3572">
                        <c:v>201.14599999999999</c:v>
                      </c:pt>
                      <c:pt idx="3573">
                        <c:v>200.697</c:v>
                      </c:pt>
                      <c:pt idx="3574">
                        <c:v>202.70500000000001</c:v>
                      </c:pt>
                      <c:pt idx="3575">
                        <c:v>201.96899999999999</c:v>
                      </c:pt>
                      <c:pt idx="3576">
                        <c:v>201.036</c:v>
                      </c:pt>
                      <c:pt idx="3577">
                        <c:v>199.52099999999999</c:v>
                      </c:pt>
                      <c:pt idx="3578">
                        <c:v>198.126</c:v>
                      </c:pt>
                      <c:pt idx="3579">
                        <c:v>196.91399999999999</c:v>
                      </c:pt>
                      <c:pt idx="3580">
                        <c:v>195.80799999999999</c:v>
                      </c:pt>
                      <c:pt idx="3581">
                        <c:v>194.92400000000001</c:v>
                      </c:pt>
                      <c:pt idx="3582">
                        <c:v>194.441</c:v>
                      </c:pt>
                      <c:pt idx="3583">
                        <c:v>194.12799999999999</c:v>
                      </c:pt>
                      <c:pt idx="3584">
                        <c:v>194.39</c:v>
                      </c:pt>
                      <c:pt idx="3585">
                        <c:v>194.279</c:v>
                      </c:pt>
                      <c:pt idx="3586">
                        <c:v>182.07300000000001</c:v>
                      </c:pt>
                      <c:pt idx="3587">
                        <c:v>181.63900000000001</c:v>
                      </c:pt>
                      <c:pt idx="3588">
                        <c:v>184.119</c:v>
                      </c:pt>
                      <c:pt idx="3589">
                        <c:v>192.809</c:v>
                      </c:pt>
                      <c:pt idx="3590">
                        <c:v>189.34299999999999</c:v>
                      </c:pt>
                      <c:pt idx="3591">
                        <c:v>185.18899999999999</c:v>
                      </c:pt>
                      <c:pt idx="3592">
                        <c:v>184.267</c:v>
                      </c:pt>
                      <c:pt idx="3593">
                        <c:v>183.26900000000001</c:v>
                      </c:pt>
                      <c:pt idx="3594">
                        <c:v>181.511</c:v>
                      </c:pt>
                      <c:pt idx="3595">
                        <c:v>181.179</c:v>
                      </c:pt>
                      <c:pt idx="3596">
                        <c:v>180.43899999999999</c:v>
                      </c:pt>
                      <c:pt idx="3597">
                        <c:v>179.261</c:v>
                      </c:pt>
                      <c:pt idx="3598">
                        <c:v>179.00399999999999</c:v>
                      </c:pt>
                      <c:pt idx="3599">
                        <c:v>176.887</c:v>
                      </c:pt>
                      <c:pt idx="3600">
                        <c:v>175.54300000000001</c:v>
                      </c:pt>
                      <c:pt idx="3601">
                        <c:v>175.60300000000001</c:v>
                      </c:pt>
                      <c:pt idx="3602">
                        <c:v>175.755</c:v>
                      </c:pt>
                      <c:pt idx="3603">
                        <c:v>175.01599999999999</c:v>
                      </c:pt>
                      <c:pt idx="3604">
                        <c:v>176.14099999999999</c:v>
                      </c:pt>
                      <c:pt idx="3605">
                        <c:v>174.613</c:v>
                      </c:pt>
                      <c:pt idx="3606">
                        <c:v>173.90600000000001</c:v>
                      </c:pt>
                      <c:pt idx="3607">
                        <c:v>173.77699999999999</c:v>
                      </c:pt>
                      <c:pt idx="3608">
                        <c:v>175.18199999999999</c:v>
                      </c:pt>
                      <c:pt idx="3609">
                        <c:v>175.72900000000001</c:v>
                      </c:pt>
                      <c:pt idx="3610">
                        <c:v>174.334</c:v>
                      </c:pt>
                      <c:pt idx="3611">
                        <c:v>173.256</c:v>
                      </c:pt>
                      <c:pt idx="3612">
                        <c:v>177.42699999999999</c:v>
                      </c:pt>
                      <c:pt idx="3613">
                        <c:v>180.422</c:v>
                      </c:pt>
                      <c:pt idx="3614">
                        <c:v>178.69900000000001</c:v>
                      </c:pt>
                      <c:pt idx="3615">
                        <c:v>179.303</c:v>
                      </c:pt>
                      <c:pt idx="3616">
                        <c:v>186.76400000000001</c:v>
                      </c:pt>
                      <c:pt idx="3617">
                        <c:v>195.29300000000001</c:v>
                      </c:pt>
                      <c:pt idx="3618">
                        <c:v>192.06</c:v>
                      </c:pt>
                      <c:pt idx="3619">
                        <c:v>194.465</c:v>
                      </c:pt>
                      <c:pt idx="3620">
                        <c:v>190.94499999999999</c:v>
                      </c:pt>
                      <c:pt idx="3621">
                        <c:v>186.18799999999999</c:v>
                      </c:pt>
                      <c:pt idx="3622">
                        <c:v>180.76499999999999</c:v>
                      </c:pt>
                      <c:pt idx="3623">
                        <c:v>178.16399999999999</c:v>
                      </c:pt>
                      <c:pt idx="3624">
                        <c:v>182.691</c:v>
                      </c:pt>
                      <c:pt idx="3625">
                        <c:v>184.785</c:v>
                      </c:pt>
                      <c:pt idx="3626">
                        <c:v>185.429</c:v>
                      </c:pt>
                      <c:pt idx="3627">
                        <c:v>184.072</c:v>
                      </c:pt>
                      <c:pt idx="3628">
                        <c:v>180.12299999999999</c:v>
                      </c:pt>
                      <c:pt idx="3629">
                        <c:v>182.70400000000001</c:v>
                      </c:pt>
                      <c:pt idx="3630">
                        <c:v>185.63</c:v>
                      </c:pt>
                      <c:pt idx="3631">
                        <c:v>188.89699999999999</c:v>
                      </c:pt>
                      <c:pt idx="3632">
                        <c:v>190.43799999999999</c:v>
                      </c:pt>
                      <c:pt idx="3633">
                        <c:v>186.82499999999999</c:v>
                      </c:pt>
                      <c:pt idx="3634">
                        <c:v>184.029</c:v>
                      </c:pt>
                      <c:pt idx="3635">
                        <c:v>185.566</c:v>
                      </c:pt>
                      <c:pt idx="3636">
                        <c:v>185.279</c:v>
                      </c:pt>
                      <c:pt idx="3637">
                        <c:v>182.27799999999999</c:v>
                      </c:pt>
                      <c:pt idx="3638">
                        <c:v>179.739</c:v>
                      </c:pt>
                      <c:pt idx="3639">
                        <c:v>178.13300000000001</c:v>
                      </c:pt>
                      <c:pt idx="3640">
                        <c:v>178.03700000000001</c:v>
                      </c:pt>
                      <c:pt idx="3641">
                        <c:v>179.06399999999999</c:v>
                      </c:pt>
                      <c:pt idx="3642">
                        <c:v>178.61199999999999</c:v>
                      </c:pt>
                      <c:pt idx="3643">
                        <c:v>181.001</c:v>
                      </c:pt>
                      <c:pt idx="3644">
                        <c:v>192.09800000000001</c:v>
                      </c:pt>
                      <c:pt idx="3645">
                        <c:v>186.72499999999999</c:v>
                      </c:pt>
                      <c:pt idx="3646">
                        <c:v>187.41300000000001</c:v>
                      </c:pt>
                      <c:pt idx="3647">
                        <c:v>191.714</c:v>
                      </c:pt>
                      <c:pt idx="3648">
                        <c:v>192.29400000000001</c:v>
                      </c:pt>
                      <c:pt idx="3649">
                        <c:v>188.82900000000001</c:v>
                      </c:pt>
                      <c:pt idx="3650">
                        <c:v>189.21100000000001</c:v>
                      </c:pt>
                      <c:pt idx="3651">
                        <c:v>186.26900000000001</c:v>
                      </c:pt>
                      <c:pt idx="3652">
                        <c:v>184.672</c:v>
                      </c:pt>
                      <c:pt idx="3653">
                        <c:v>185.791</c:v>
                      </c:pt>
                      <c:pt idx="3654">
                        <c:v>184.05799999999999</c:v>
                      </c:pt>
                      <c:pt idx="3655">
                        <c:v>180.84899999999999</c:v>
                      </c:pt>
                      <c:pt idx="3656">
                        <c:v>179.24199999999999</c:v>
                      </c:pt>
                      <c:pt idx="3657">
                        <c:v>180.232</c:v>
                      </c:pt>
                      <c:pt idx="3658">
                        <c:v>180.143</c:v>
                      </c:pt>
                      <c:pt idx="3659">
                        <c:v>178.28800000000001</c:v>
                      </c:pt>
                      <c:pt idx="3660">
                        <c:v>176.72200000000001</c:v>
                      </c:pt>
                      <c:pt idx="3661">
                        <c:v>175.58</c:v>
                      </c:pt>
                      <c:pt idx="3662">
                        <c:v>176.76400000000001</c:v>
                      </c:pt>
                      <c:pt idx="3663">
                        <c:v>176.762</c:v>
                      </c:pt>
                      <c:pt idx="3664">
                        <c:v>177.04900000000001</c:v>
                      </c:pt>
                      <c:pt idx="3665">
                        <c:v>174.73400000000001</c:v>
                      </c:pt>
                      <c:pt idx="3666">
                        <c:v>175.98400000000001</c:v>
                      </c:pt>
                      <c:pt idx="3667">
                        <c:v>178.649</c:v>
                      </c:pt>
                      <c:pt idx="3668">
                        <c:v>179.846</c:v>
                      </c:pt>
                      <c:pt idx="3669">
                        <c:v>180.96799999999999</c:v>
                      </c:pt>
                      <c:pt idx="3670">
                        <c:v>183.96700000000001</c:v>
                      </c:pt>
                      <c:pt idx="3671">
                        <c:v>184.69900000000001</c:v>
                      </c:pt>
                      <c:pt idx="3672">
                        <c:v>184.238</c:v>
                      </c:pt>
                      <c:pt idx="3673">
                        <c:v>185.72300000000001</c:v>
                      </c:pt>
                      <c:pt idx="3674">
                        <c:v>184.827</c:v>
                      </c:pt>
                      <c:pt idx="3675">
                        <c:v>186.62100000000001</c:v>
                      </c:pt>
                      <c:pt idx="3676">
                        <c:v>193.22</c:v>
                      </c:pt>
                      <c:pt idx="3677">
                        <c:v>187.95400000000001</c:v>
                      </c:pt>
                      <c:pt idx="3678">
                        <c:v>189.86</c:v>
                      </c:pt>
                      <c:pt idx="3679">
                        <c:v>194.989</c:v>
                      </c:pt>
                      <c:pt idx="3680">
                        <c:v>194.697</c:v>
                      </c:pt>
                      <c:pt idx="3681">
                        <c:v>186.48099999999999</c:v>
                      </c:pt>
                      <c:pt idx="3682">
                        <c:v>185.88</c:v>
                      </c:pt>
                      <c:pt idx="3683">
                        <c:v>186.95</c:v>
                      </c:pt>
                      <c:pt idx="3684">
                        <c:v>188.51900000000001</c:v>
                      </c:pt>
                      <c:pt idx="3685">
                        <c:v>187.071</c:v>
                      </c:pt>
                      <c:pt idx="3686">
                        <c:v>191.23400000000001</c:v>
                      </c:pt>
                      <c:pt idx="3687">
                        <c:v>195.303</c:v>
                      </c:pt>
                      <c:pt idx="3688">
                        <c:v>193.33699999999999</c:v>
                      </c:pt>
                      <c:pt idx="3689">
                        <c:v>191.624</c:v>
                      </c:pt>
                      <c:pt idx="3690">
                        <c:v>190.04499999999999</c:v>
                      </c:pt>
                      <c:pt idx="3691">
                        <c:v>189.71</c:v>
                      </c:pt>
                      <c:pt idx="3692">
                        <c:v>192.386</c:v>
                      </c:pt>
                      <c:pt idx="3693">
                        <c:v>193.09700000000001</c:v>
                      </c:pt>
                      <c:pt idx="3694">
                        <c:v>199.81100000000001</c:v>
                      </c:pt>
                      <c:pt idx="3695">
                        <c:v>201.779</c:v>
                      </c:pt>
                      <c:pt idx="3696">
                        <c:v>205.441</c:v>
                      </c:pt>
                      <c:pt idx="3697">
                        <c:v>203.71299999999999</c:v>
                      </c:pt>
                      <c:pt idx="3698">
                        <c:v>199.36</c:v>
                      </c:pt>
                      <c:pt idx="3699">
                        <c:v>200.27099999999999</c:v>
                      </c:pt>
                      <c:pt idx="3700">
                        <c:v>199.02</c:v>
                      </c:pt>
                      <c:pt idx="3701">
                        <c:v>200.63399999999999</c:v>
                      </c:pt>
                      <c:pt idx="3702">
                        <c:v>202.46899999999999</c:v>
                      </c:pt>
                      <c:pt idx="3703">
                        <c:v>205.28</c:v>
                      </c:pt>
                      <c:pt idx="3704">
                        <c:v>205.77</c:v>
                      </c:pt>
                      <c:pt idx="3705">
                        <c:v>204.113</c:v>
                      </c:pt>
                      <c:pt idx="3706">
                        <c:v>208.679</c:v>
                      </c:pt>
                      <c:pt idx="3707">
                        <c:v>208.517</c:v>
                      </c:pt>
                      <c:pt idx="3708">
                        <c:v>209.95699999999999</c:v>
                      </c:pt>
                      <c:pt idx="3709">
                        <c:v>211.548</c:v>
                      </c:pt>
                      <c:pt idx="3710">
                        <c:v>210.11699999999999</c:v>
                      </c:pt>
                      <c:pt idx="3711">
                        <c:v>209.55799999999999</c:v>
                      </c:pt>
                      <c:pt idx="3712">
                        <c:v>206.6</c:v>
                      </c:pt>
                      <c:pt idx="3713">
                        <c:v>206.684</c:v>
                      </c:pt>
                      <c:pt idx="3714">
                        <c:v>204.85300000000001</c:v>
                      </c:pt>
                      <c:pt idx="3715">
                        <c:v>207.06299999999999</c:v>
                      </c:pt>
                      <c:pt idx="3716">
                        <c:v>207.869</c:v>
                      </c:pt>
                      <c:pt idx="3717">
                        <c:v>206.76599999999999</c:v>
                      </c:pt>
                      <c:pt idx="3718">
                        <c:v>205.24199999999999</c:v>
                      </c:pt>
                      <c:pt idx="3719">
                        <c:v>199.01300000000001</c:v>
                      </c:pt>
                      <c:pt idx="3720">
                        <c:v>197.26300000000001</c:v>
                      </c:pt>
                      <c:pt idx="3721">
                        <c:v>192.38800000000001</c:v>
                      </c:pt>
                      <c:pt idx="3722">
                        <c:v>189.036</c:v>
                      </c:pt>
                      <c:pt idx="3723">
                        <c:v>186.672</c:v>
                      </c:pt>
                      <c:pt idx="3724">
                        <c:v>184.89699999999999</c:v>
                      </c:pt>
                      <c:pt idx="3725">
                        <c:v>191.928</c:v>
                      </c:pt>
                      <c:pt idx="3726">
                        <c:v>192.786</c:v>
                      </c:pt>
                      <c:pt idx="3727">
                        <c:v>190.27799999999999</c:v>
                      </c:pt>
                      <c:pt idx="3728">
                        <c:v>192.02500000000001</c:v>
                      </c:pt>
                      <c:pt idx="3729">
                        <c:v>192.786</c:v>
                      </c:pt>
                      <c:pt idx="3730">
                        <c:v>192.30500000000001</c:v>
                      </c:pt>
                      <c:pt idx="3731">
                        <c:v>192.066</c:v>
                      </c:pt>
                      <c:pt idx="3732">
                        <c:v>191.399</c:v>
                      </c:pt>
                      <c:pt idx="3733">
                        <c:v>191.02199999999999</c:v>
                      </c:pt>
                      <c:pt idx="3734">
                        <c:v>191.05</c:v>
                      </c:pt>
                      <c:pt idx="3735">
                        <c:v>188.41499999999999</c:v>
                      </c:pt>
                      <c:pt idx="3736">
                        <c:v>186.63900000000001</c:v>
                      </c:pt>
                      <c:pt idx="3737">
                        <c:v>184.81200000000001</c:v>
                      </c:pt>
                      <c:pt idx="3738">
                        <c:v>184.965</c:v>
                      </c:pt>
                      <c:pt idx="3739">
                        <c:v>185.96700000000001</c:v>
                      </c:pt>
                      <c:pt idx="3740">
                        <c:v>186.608</c:v>
                      </c:pt>
                      <c:pt idx="3741">
                        <c:v>186.26</c:v>
                      </c:pt>
                      <c:pt idx="3742">
                        <c:v>184.74299999999999</c:v>
                      </c:pt>
                      <c:pt idx="3743">
                        <c:v>184.416</c:v>
                      </c:pt>
                      <c:pt idx="3744">
                        <c:v>184.31299999999999</c:v>
                      </c:pt>
                      <c:pt idx="3745">
                        <c:v>185.08500000000001</c:v>
                      </c:pt>
                      <c:pt idx="3746">
                        <c:v>187.54599999999999</c:v>
                      </c:pt>
                      <c:pt idx="3747">
                        <c:v>190.02799999999999</c:v>
                      </c:pt>
                      <c:pt idx="3748">
                        <c:v>196.93</c:v>
                      </c:pt>
                      <c:pt idx="3749">
                        <c:v>191.48599999999999</c:v>
                      </c:pt>
                      <c:pt idx="3750">
                        <c:v>190.75700000000001</c:v>
                      </c:pt>
                      <c:pt idx="3751">
                        <c:v>190.44800000000001</c:v>
                      </c:pt>
                      <c:pt idx="3752">
                        <c:v>191.53399999999999</c:v>
                      </c:pt>
                      <c:pt idx="3753">
                        <c:v>191.876</c:v>
                      </c:pt>
                      <c:pt idx="3754">
                        <c:v>190.982</c:v>
                      </c:pt>
                      <c:pt idx="3755">
                        <c:v>190.37899999999999</c:v>
                      </c:pt>
                      <c:pt idx="3756">
                        <c:v>192</c:v>
                      </c:pt>
                      <c:pt idx="3757">
                        <c:v>190.93799999999999</c:v>
                      </c:pt>
                      <c:pt idx="3758">
                        <c:v>189.51900000000001</c:v>
                      </c:pt>
                      <c:pt idx="3759">
                        <c:v>191.029</c:v>
                      </c:pt>
                      <c:pt idx="3760">
                        <c:v>190.59200000000001</c:v>
                      </c:pt>
                      <c:pt idx="3761">
                        <c:v>192.37</c:v>
                      </c:pt>
                      <c:pt idx="3762">
                        <c:v>193.06800000000001</c:v>
                      </c:pt>
                      <c:pt idx="3763">
                        <c:v>193.44399999999999</c:v>
                      </c:pt>
                      <c:pt idx="3764">
                        <c:v>195.09399999999999</c:v>
                      </c:pt>
                      <c:pt idx="3765">
                        <c:v>195.834</c:v>
                      </c:pt>
                      <c:pt idx="3766">
                        <c:v>194.90199999999999</c:v>
                      </c:pt>
                      <c:pt idx="3767">
                        <c:v>194.65799999999999</c:v>
                      </c:pt>
                      <c:pt idx="3768">
                        <c:v>195.66900000000001</c:v>
                      </c:pt>
                      <c:pt idx="3769">
                        <c:v>195.874</c:v>
                      </c:pt>
                      <c:pt idx="3770">
                        <c:v>192.12799999999999</c:v>
                      </c:pt>
                      <c:pt idx="3771">
                        <c:v>188.09399999999999</c:v>
                      </c:pt>
                      <c:pt idx="3772">
                        <c:v>186.04499999999999</c:v>
                      </c:pt>
                      <c:pt idx="3773">
                        <c:v>184.208</c:v>
                      </c:pt>
                      <c:pt idx="3774">
                        <c:v>184.446</c:v>
                      </c:pt>
                      <c:pt idx="3775">
                        <c:v>184.23599999999999</c:v>
                      </c:pt>
                      <c:pt idx="3776">
                        <c:v>191.18299999999999</c:v>
                      </c:pt>
                      <c:pt idx="3777">
                        <c:v>190.09</c:v>
                      </c:pt>
                      <c:pt idx="3778">
                        <c:v>191.33099999999999</c:v>
                      </c:pt>
                      <c:pt idx="3779">
                        <c:v>191.4</c:v>
                      </c:pt>
                      <c:pt idx="3780">
                        <c:v>190.28100000000001</c:v>
                      </c:pt>
                      <c:pt idx="3781">
                        <c:v>187.233</c:v>
                      </c:pt>
                      <c:pt idx="3782">
                        <c:v>187.35400000000001</c:v>
                      </c:pt>
                      <c:pt idx="3783">
                        <c:v>187.74199999999999</c:v>
                      </c:pt>
                      <c:pt idx="3784">
                        <c:v>185.40600000000001</c:v>
                      </c:pt>
                      <c:pt idx="3785">
                        <c:v>186.11699999999999</c:v>
                      </c:pt>
                      <c:pt idx="3786">
                        <c:v>191.441</c:v>
                      </c:pt>
                      <c:pt idx="3787">
                        <c:v>196.042</c:v>
                      </c:pt>
                      <c:pt idx="3788">
                        <c:v>197.011</c:v>
                      </c:pt>
                      <c:pt idx="3789">
                        <c:v>195.62100000000001</c:v>
                      </c:pt>
                      <c:pt idx="3790">
                        <c:v>199.1</c:v>
                      </c:pt>
                      <c:pt idx="3791">
                        <c:v>199.47399999999999</c:v>
                      </c:pt>
                      <c:pt idx="3792">
                        <c:v>198.06299999999999</c:v>
                      </c:pt>
                      <c:pt idx="3793">
                        <c:v>198.119</c:v>
                      </c:pt>
                      <c:pt idx="3794">
                        <c:v>193.38900000000001</c:v>
                      </c:pt>
                      <c:pt idx="3795">
                        <c:v>194.87200000000001</c:v>
                      </c:pt>
                      <c:pt idx="3796">
                        <c:v>200.25299999999999</c:v>
                      </c:pt>
                      <c:pt idx="3797">
                        <c:v>200.982</c:v>
                      </c:pt>
                      <c:pt idx="3798">
                        <c:v>201.369</c:v>
                      </c:pt>
                      <c:pt idx="3799">
                        <c:v>202.35900000000001</c:v>
                      </c:pt>
                      <c:pt idx="3800">
                        <c:v>204.762</c:v>
                      </c:pt>
                      <c:pt idx="3801">
                        <c:v>203.387</c:v>
                      </c:pt>
                      <c:pt idx="3802">
                        <c:v>204.55099999999999</c:v>
                      </c:pt>
                      <c:pt idx="3803">
                        <c:v>207.36500000000001</c:v>
                      </c:pt>
                      <c:pt idx="3804">
                        <c:v>205.72900000000001</c:v>
                      </c:pt>
                      <c:pt idx="3805">
                        <c:v>206.19300000000001</c:v>
                      </c:pt>
                      <c:pt idx="3806">
                        <c:v>204.33600000000001</c:v>
                      </c:pt>
                      <c:pt idx="3807">
                        <c:v>201.57900000000001</c:v>
                      </c:pt>
                      <c:pt idx="3808">
                        <c:v>199.482</c:v>
                      </c:pt>
                      <c:pt idx="3809">
                        <c:v>198.108</c:v>
                      </c:pt>
                      <c:pt idx="3810">
                        <c:v>195.34899999999999</c:v>
                      </c:pt>
                      <c:pt idx="3811">
                        <c:v>196.55199999999999</c:v>
                      </c:pt>
                      <c:pt idx="3812">
                        <c:v>195.71899999999999</c:v>
                      </c:pt>
                      <c:pt idx="3813">
                        <c:v>196.70500000000001</c:v>
                      </c:pt>
                      <c:pt idx="3814">
                        <c:v>200.37299999999999</c:v>
                      </c:pt>
                      <c:pt idx="3815">
                        <c:v>202.315</c:v>
                      </c:pt>
                      <c:pt idx="3816">
                        <c:v>203.589</c:v>
                      </c:pt>
                      <c:pt idx="3817">
                        <c:v>205.74299999999999</c:v>
                      </c:pt>
                      <c:pt idx="3818">
                        <c:v>211.15700000000001</c:v>
                      </c:pt>
                      <c:pt idx="3819">
                        <c:v>216.97800000000001</c:v>
                      </c:pt>
                      <c:pt idx="3820">
                        <c:v>220.03</c:v>
                      </c:pt>
                      <c:pt idx="3821">
                        <c:v>218.923</c:v>
                      </c:pt>
                      <c:pt idx="3822">
                        <c:v>224.672</c:v>
                      </c:pt>
                      <c:pt idx="3823">
                        <c:v>225.28899999999999</c:v>
                      </c:pt>
                      <c:pt idx="3824">
                        <c:v>227.131</c:v>
                      </c:pt>
                      <c:pt idx="3825">
                        <c:v>220.876</c:v>
                      </c:pt>
                      <c:pt idx="3826">
                        <c:v>217.376</c:v>
                      </c:pt>
                      <c:pt idx="3827">
                        <c:v>216.965</c:v>
                      </c:pt>
                      <c:pt idx="3828">
                        <c:v>211.81399999999999</c:v>
                      </c:pt>
                      <c:pt idx="3829">
                        <c:v>213.71899999999999</c:v>
                      </c:pt>
                      <c:pt idx="3830">
                        <c:v>214.405</c:v>
                      </c:pt>
                      <c:pt idx="3831">
                        <c:v>214.85499999999999</c:v>
                      </c:pt>
                      <c:pt idx="3832">
                        <c:v>213.47399999999999</c:v>
                      </c:pt>
                      <c:pt idx="3833">
                        <c:v>213.22499999999999</c:v>
                      </c:pt>
                      <c:pt idx="3834">
                        <c:v>212.012</c:v>
                      </c:pt>
                      <c:pt idx="3835">
                        <c:v>209.65799999999999</c:v>
                      </c:pt>
                      <c:pt idx="3836">
                        <c:v>206.155</c:v>
                      </c:pt>
                      <c:pt idx="3837">
                        <c:v>206.3</c:v>
                      </c:pt>
                      <c:pt idx="3838">
                        <c:v>205.89500000000001</c:v>
                      </c:pt>
                      <c:pt idx="3839">
                        <c:v>208.56200000000001</c:v>
                      </c:pt>
                      <c:pt idx="3840">
                        <c:v>213.238</c:v>
                      </c:pt>
                      <c:pt idx="3841">
                        <c:v>220.92</c:v>
                      </c:pt>
                      <c:pt idx="3842">
                        <c:v>226.51599999999999</c:v>
                      </c:pt>
                      <c:pt idx="3843">
                        <c:v>231.74199999999999</c:v>
                      </c:pt>
                      <c:pt idx="3844">
                        <c:v>231.64</c:v>
                      </c:pt>
                      <c:pt idx="3845">
                        <c:v>234.86500000000001</c:v>
                      </c:pt>
                      <c:pt idx="3846">
                        <c:v>235.31899999999999</c:v>
                      </c:pt>
                      <c:pt idx="3847">
                        <c:v>234.042</c:v>
                      </c:pt>
                      <c:pt idx="3848">
                        <c:v>232.64099999999999</c:v>
                      </c:pt>
                      <c:pt idx="3849">
                        <c:v>232.535</c:v>
                      </c:pt>
                      <c:pt idx="3850">
                        <c:v>232.512</c:v>
                      </c:pt>
                      <c:pt idx="3851">
                        <c:v>231.518</c:v>
                      </c:pt>
                      <c:pt idx="3852">
                        <c:v>223.376</c:v>
                      </c:pt>
                      <c:pt idx="3853">
                        <c:v>213.774</c:v>
                      </c:pt>
                      <c:pt idx="3854">
                        <c:v>211.089</c:v>
                      </c:pt>
                      <c:pt idx="3855">
                        <c:v>206.71</c:v>
                      </c:pt>
                      <c:pt idx="3856">
                        <c:v>207.75399999999999</c:v>
                      </c:pt>
                      <c:pt idx="3857">
                        <c:v>210.60300000000001</c:v>
                      </c:pt>
                      <c:pt idx="3858">
                        <c:v>211.023</c:v>
                      </c:pt>
                      <c:pt idx="3859">
                        <c:v>210.05099999999999</c:v>
                      </c:pt>
                      <c:pt idx="3860">
                        <c:v>207.52099999999999</c:v>
                      </c:pt>
                      <c:pt idx="3861">
                        <c:v>206.50299999999999</c:v>
                      </c:pt>
                      <c:pt idx="3862">
                        <c:v>203.316</c:v>
                      </c:pt>
                      <c:pt idx="3863">
                        <c:v>201.55799999999999</c:v>
                      </c:pt>
                      <c:pt idx="3864">
                        <c:v>204.749</c:v>
                      </c:pt>
                      <c:pt idx="3865">
                        <c:v>204.90700000000001</c:v>
                      </c:pt>
                      <c:pt idx="3866">
                        <c:v>205.76400000000001</c:v>
                      </c:pt>
                      <c:pt idx="3867">
                        <c:v>205.06399999999999</c:v>
                      </c:pt>
                      <c:pt idx="3868">
                        <c:v>207.625</c:v>
                      </c:pt>
                      <c:pt idx="3869">
                        <c:v>206.79</c:v>
                      </c:pt>
                      <c:pt idx="3870">
                        <c:v>203.279</c:v>
                      </c:pt>
                      <c:pt idx="3871">
                        <c:v>200.16800000000001</c:v>
                      </c:pt>
                      <c:pt idx="3872">
                        <c:v>199.14099999999999</c:v>
                      </c:pt>
                      <c:pt idx="3873">
                        <c:v>196.96899999999999</c:v>
                      </c:pt>
                      <c:pt idx="3874">
                        <c:v>194.49199999999999</c:v>
                      </c:pt>
                      <c:pt idx="3875">
                        <c:v>193.98699999999999</c:v>
                      </c:pt>
                      <c:pt idx="3876">
                        <c:v>196.51599999999999</c:v>
                      </c:pt>
                      <c:pt idx="3877">
                        <c:v>198.65600000000001</c:v>
                      </c:pt>
                      <c:pt idx="3878">
                        <c:v>201.52500000000001</c:v>
                      </c:pt>
                      <c:pt idx="3879">
                        <c:v>199.62299999999999</c:v>
                      </c:pt>
                      <c:pt idx="3880">
                        <c:v>197.47399999999999</c:v>
                      </c:pt>
                      <c:pt idx="3881">
                        <c:v>197.47200000000001</c:v>
                      </c:pt>
                      <c:pt idx="3882">
                        <c:v>196.41900000000001</c:v>
                      </c:pt>
                      <c:pt idx="3883">
                        <c:v>193.60300000000001</c:v>
                      </c:pt>
                      <c:pt idx="3884">
                        <c:v>192.67099999999999</c:v>
                      </c:pt>
                      <c:pt idx="3885">
                        <c:v>193.8</c:v>
                      </c:pt>
                      <c:pt idx="3886">
                        <c:v>193.369</c:v>
                      </c:pt>
                      <c:pt idx="3887">
                        <c:v>191.67</c:v>
                      </c:pt>
                      <c:pt idx="3888">
                        <c:v>189.28899999999999</c:v>
                      </c:pt>
                      <c:pt idx="3889">
                        <c:v>186.69200000000001</c:v>
                      </c:pt>
                      <c:pt idx="3890">
                        <c:v>185.25200000000001</c:v>
                      </c:pt>
                      <c:pt idx="3891">
                        <c:v>185.624</c:v>
                      </c:pt>
                      <c:pt idx="3892">
                        <c:v>187.69900000000001</c:v>
                      </c:pt>
                      <c:pt idx="3893">
                        <c:v>189.946</c:v>
                      </c:pt>
                      <c:pt idx="3894">
                        <c:v>190.03</c:v>
                      </c:pt>
                      <c:pt idx="3895">
                        <c:v>190.494</c:v>
                      </c:pt>
                      <c:pt idx="3896">
                        <c:v>191.797</c:v>
                      </c:pt>
                      <c:pt idx="3897">
                        <c:v>191.24799999999999</c:v>
                      </c:pt>
                      <c:pt idx="3898">
                        <c:v>186.697</c:v>
                      </c:pt>
                      <c:pt idx="3899">
                        <c:v>187.827</c:v>
                      </c:pt>
                      <c:pt idx="3900">
                        <c:v>189.672</c:v>
                      </c:pt>
                      <c:pt idx="3901">
                        <c:v>188.74100000000001</c:v>
                      </c:pt>
                      <c:pt idx="3902">
                        <c:v>188.126</c:v>
                      </c:pt>
                      <c:pt idx="3903">
                        <c:v>186.85</c:v>
                      </c:pt>
                      <c:pt idx="3904">
                        <c:v>185.58500000000001</c:v>
                      </c:pt>
                      <c:pt idx="3905">
                        <c:v>189.62</c:v>
                      </c:pt>
                      <c:pt idx="3906">
                        <c:v>186.547</c:v>
                      </c:pt>
                      <c:pt idx="3907">
                        <c:v>187.768</c:v>
                      </c:pt>
                      <c:pt idx="3908">
                        <c:v>188.136</c:v>
                      </c:pt>
                      <c:pt idx="3909">
                        <c:v>189.904</c:v>
                      </c:pt>
                      <c:pt idx="3910">
                        <c:v>192.566</c:v>
                      </c:pt>
                      <c:pt idx="3911">
                        <c:v>185.821</c:v>
                      </c:pt>
                      <c:pt idx="3912">
                        <c:v>183.22499999999999</c:v>
                      </c:pt>
                      <c:pt idx="3913">
                        <c:v>179.904</c:v>
                      </c:pt>
                      <c:pt idx="3914">
                        <c:v>180.13399999999999</c:v>
                      </c:pt>
                      <c:pt idx="3915">
                        <c:v>179.80699999999999</c:v>
                      </c:pt>
                      <c:pt idx="3916">
                        <c:v>179.55</c:v>
                      </c:pt>
                      <c:pt idx="3917">
                        <c:v>179.34700000000001</c:v>
                      </c:pt>
                      <c:pt idx="3918">
                        <c:v>179.577</c:v>
                      </c:pt>
                      <c:pt idx="3919">
                        <c:v>177.67599999999999</c:v>
                      </c:pt>
                      <c:pt idx="3920">
                        <c:v>177.24</c:v>
                      </c:pt>
                      <c:pt idx="3921">
                        <c:v>176.18199999999999</c:v>
                      </c:pt>
                      <c:pt idx="3922">
                        <c:v>173.804</c:v>
                      </c:pt>
                      <c:pt idx="3923">
                        <c:v>172.506</c:v>
                      </c:pt>
                      <c:pt idx="3924">
                        <c:v>170.12299999999999</c:v>
                      </c:pt>
                      <c:pt idx="3925">
                        <c:v>168.58199999999999</c:v>
                      </c:pt>
                      <c:pt idx="3926">
                        <c:v>168.613</c:v>
                      </c:pt>
                      <c:pt idx="3927">
                        <c:v>168.42099999999999</c:v>
                      </c:pt>
                      <c:pt idx="3928">
                        <c:v>168.88300000000001</c:v>
                      </c:pt>
                      <c:pt idx="3929">
                        <c:v>168.83199999999999</c:v>
                      </c:pt>
                      <c:pt idx="3930">
                        <c:v>172.607</c:v>
                      </c:pt>
                      <c:pt idx="3931">
                        <c:v>172.619</c:v>
                      </c:pt>
                      <c:pt idx="3932">
                        <c:v>171.733</c:v>
                      </c:pt>
                      <c:pt idx="3933">
                        <c:v>171.946</c:v>
                      </c:pt>
                      <c:pt idx="3934">
                        <c:v>171.85499999999999</c:v>
                      </c:pt>
                      <c:pt idx="3935">
                        <c:v>172.39500000000001</c:v>
                      </c:pt>
                      <c:pt idx="3936">
                        <c:v>175.36799999999999</c:v>
                      </c:pt>
                      <c:pt idx="3937">
                        <c:v>174.22900000000001</c:v>
                      </c:pt>
                      <c:pt idx="3938">
                        <c:v>175.93799999999999</c:v>
                      </c:pt>
                      <c:pt idx="3939">
                        <c:v>180.8</c:v>
                      </c:pt>
                      <c:pt idx="3940">
                        <c:v>180.56399999999999</c:v>
                      </c:pt>
                      <c:pt idx="3941">
                        <c:v>181.39500000000001</c:v>
                      </c:pt>
                      <c:pt idx="3942">
                        <c:v>182.125</c:v>
                      </c:pt>
                      <c:pt idx="3943">
                        <c:v>187.67099999999999</c:v>
                      </c:pt>
                      <c:pt idx="3944">
                        <c:v>185.92099999999999</c:v>
                      </c:pt>
                      <c:pt idx="3945">
                        <c:v>184.714</c:v>
                      </c:pt>
                      <c:pt idx="3946">
                        <c:v>184.68799999999999</c:v>
                      </c:pt>
                      <c:pt idx="3947">
                        <c:v>185.31899999999999</c:v>
                      </c:pt>
                      <c:pt idx="3948">
                        <c:v>186.74199999999999</c:v>
                      </c:pt>
                      <c:pt idx="3949">
                        <c:v>184.965</c:v>
                      </c:pt>
                      <c:pt idx="3950">
                        <c:v>185.95500000000001</c:v>
                      </c:pt>
                      <c:pt idx="3951">
                        <c:v>190.483</c:v>
                      </c:pt>
                      <c:pt idx="3952">
                        <c:v>191.06800000000001</c:v>
                      </c:pt>
                      <c:pt idx="3953">
                        <c:v>189.54</c:v>
                      </c:pt>
                      <c:pt idx="3954">
                        <c:v>190.166</c:v>
                      </c:pt>
                      <c:pt idx="3955">
                        <c:v>191.673</c:v>
                      </c:pt>
                      <c:pt idx="3956">
                        <c:v>190.816</c:v>
                      </c:pt>
                      <c:pt idx="3957">
                        <c:v>194.05199999999999</c:v>
                      </c:pt>
                      <c:pt idx="3958">
                        <c:v>193.61</c:v>
                      </c:pt>
                      <c:pt idx="3959">
                        <c:v>190.809</c:v>
                      </c:pt>
                      <c:pt idx="3960">
                        <c:v>189.994</c:v>
                      </c:pt>
                      <c:pt idx="3961">
                        <c:v>189.839</c:v>
                      </c:pt>
                      <c:pt idx="3962">
                        <c:v>189.02500000000001</c:v>
                      </c:pt>
                      <c:pt idx="3963">
                        <c:v>186.178</c:v>
                      </c:pt>
                      <c:pt idx="3964">
                        <c:v>183.48699999999999</c:v>
                      </c:pt>
                      <c:pt idx="3965">
                        <c:v>184.75299999999999</c:v>
                      </c:pt>
                      <c:pt idx="3966">
                        <c:v>185.24799999999999</c:v>
                      </c:pt>
                      <c:pt idx="3967">
                        <c:v>186.21899999999999</c:v>
                      </c:pt>
                      <c:pt idx="3968">
                        <c:v>186.696</c:v>
                      </c:pt>
                      <c:pt idx="3969">
                        <c:v>179.64400000000001</c:v>
                      </c:pt>
                      <c:pt idx="3970">
                        <c:v>173.90600000000001</c:v>
                      </c:pt>
                      <c:pt idx="3971">
                        <c:v>171.85</c:v>
                      </c:pt>
                      <c:pt idx="3972">
                        <c:v>170.148</c:v>
                      </c:pt>
                      <c:pt idx="3973">
                        <c:v>171.928</c:v>
                      </c:pt>
                      <c:pt idx="3974">
                        <c:v>173.37299999999999</c:v>
                      </c:pt>
                      <c:pt idx="3975">
                        <c:v>172.74</c:v>
                      </c:pt>
                      <c:pt idx="3976">
                        <c:v>171.05500000000001</c:v>
                      </c:pt>
                      <c:pt idx="3977">
                        <c:v>169.95400000000001</c:v>
                      </c:pt>
                      <c:pt idx="3978">
                        <c:v>166.62</c:v>
                      </c:pt>
                      <c:pt idx="3979">
                        <c:v>166.55500000000001</c:v>
                      </c:pt>
                      <c:pt idx="3980">
                        <c:v>166.959</c:v>
                      </c:pt>
                      <c:pt idx="3981">
                        <c:v>166.85</c:v>
                      </c:pt>
                      <c:pt idx="3982">
                        <c:v>166.697</c:v>
                      </c:pt>
                      <c:pt idx="3983">
                        <c:v>167.614</c:v>
                      </c:pt>
                      <c:pt idx="3984">
                        <c:v>166.846</c:v>
                      </c:pt>
                      <c:pt idx="3985">
                        <c:v>165.27600000000001</c:v>
                      </c:pt>
                      <c:pt idx="3986">
                        <c:v>163.822</c:v>
                      </c:pt>
                      <c:pt idx="3987">
                        <c:v>163.22999999999999</c:v>
                      </c:pt>
                      <c:pt idx="3988">
                        <c:v>160.62299999999999</c:v>
                      </c:pt>
                      <c:pt idx="3989">
                        <c:v>160.62299999999999</c:v>
                      </c:pt>
                      <c:pt idx="3990">
                        <c:v>160.322</c:v>
                      </c:pt>
                      <c:pt idx="3991">
                        <c:v>160.91499999999999</c:v>
                      </c:pt>
                      <c:pt idx="3992">
                        <c:v>160.4</c:v>
                      </c:pt>
                      <c:pt idx="3993">
                        <c:v>148.803</c:v>
                      </c:pt>
                      <c:pt idx="3994">
                        <c:v>148.01499999999999</c:v>
                      </c:pt>
                      <c:pt idx="3995">
                        <c:v>146.614</c:v>
                      </c:pt>
                      <c:pt idx="3996">
                        <c:v>158.10300000000001</c:v>
                      </c:pt>
                      <c:pt idx="3997">
                        <c:v>158.59200000000001</c:v>
                      </c:pt>
                      <c:pt idx="3998">
                        <c:v>146.49600000000001</c:v>
                      </c:pt>
                      <c:pt idx="3999">
                        <c:v>146.38300000000001</c:v>
                      </c:pt>
                      <c:pt idx="4000">
                        <c:v>148.56800000000001</c:v>
                      </c:pt>
                      <c:pt idx="4001">
                        <c:v>168.20400000000001</c:v>
                      </c:pt>
                      <c:pt idx="4002">
                        <c:v>172.83500000000001</c:v>
                      </c:pt>
                      <c:pt idx="4003">
                        <c:v>178.82</c:v>
                      </c:pt>
                      <c:pt idx="4004">
                        <c:v>180.251</c:v>
                      </c:pt>
                      <c:pt idx="4005">
                        <c:v>168.827</c:v>
                      </c:pt>
                      <c:pt idx="4006">
                        <c:v>163.095</c:v>
                      </c:pt>
                      <c:pt idx="4007">
                        <c:v>162.702</c:v>
                      </c:pt>
                      <c:pt idx="4008">
                        <c:v>169.00800000000001</c:v>
                      </c:pt>
                      <c:pt idx="4009">
                        <c:v>165.11699999999999</c:v>
                      </c:pt>
                      <c:pt idx="4010">
                        <c:v>167.76400000000001</c:v>
                      </c:pt>
                      <c:pt idx="4011">
                        <c:v>168.52699999999999</c:v>
                      </c:pt>
                      <c:pt idx="4012">
                        <c:v>166.72900000000001</c:v>
                      </c:pt>
                      <c:pt idx="4013">
                        <c:v>169.166</c:v>
                      </c:pt>
                      <c:pt idx="4014">
                        <c:v>177.446</c:v>
                      </c:pt>
                      <c:pt idx="4015">
                        <c:v>164.91</c:v>
                      </c:pt>
                      <c:pt idx="4016">
                        <c:v>164.17099999999999</c:v>
                      </c:pt>
                      <c:pt idx="4017">
                        <c:v>166.52</c:v>
                      </c:pt>
                      <c:pt idx="4018">
                        <c:v>166.67099999999999</c:v>
                      </c:pt>
                      <c:pt idx="4019">
                        <c:v>175.52099999999999</c:v>
                      </c:pt>
                      <c:pt idx="4020">
                        <c:v>174.113</c:v>
                      </c:pt>
                      <c:pt idx="4021">
                        <c:v>162.46299999999999</c:v>
                      </c:pt>
                      <c:pt idx="4022">
                        <c:v>171.077</c:v>
                      </c:pt>
                      <c:pt idx="4023">
                        <c:v>170.643</c:v>
                      </c:pt>
                      <c:pt idx="4024">
                        <c:v>169.386</c:v>
                      </c:pt>
                      <c:pt idx="4025">
                        <c:v>164.73500000000001</c:v>
                      </c:pt>
                      <c:pt idx="4026">
                        <c:v>151</c:v>
                      </c:pt>
                      <c:pt idx="4027">
                        <c:v>158.999</c:v>
                      </c:pt>
                      <c:pt idx="4028">
                        <c:v>147.81299999999999</c:v>
                      </c:pt>
                      <c:pt idx="4029">
                        <c:v>148.446</c:v>
                      </c:pt>
                      <c:pt idx="4030">
                        <c:v>148.304</c:v>
                      </c:pt>
                      <c:pt idx="4031">
                        <c:v>146.453</c:v>
                      </c:pt>
                      <c:pt idx="4032">
                        <c:v>155.78399999999999</c:v>
                      </c:pt>
                      <c:pt idx="4033">
                        <c:v>146.56299999999999</c:v>
                      </c:pt>
                      <c:pt idx="4034">
                        <c:v>145.804</c:v>
                      </c:pt>
                      <c:pt idx="4035">
                        <c:v>156.05699999999999</c:v>
                      </c:pt>
                      <c:pt idx="4036">
                        <c:v>155.15899999999999</c:v>
                      </c:pt>
                      <c:pt idx="4037">
                        <c:v>163.011</c:v>
                      </c:pt>
                      <c:pt idx="4038">
                        <c:v>155.80600000000001</c:v>
                      </c:pt>
                      <c:pt idx="4039">
                        <c:v>158.69300000000001</c:v>
                      </c:pt>
                      <c:pt idx="4040">
                        <c:v>158.68899999999999</c:v>
                      </c:pt>
                      <c:pt idx="4041">
                        <c:v>168.52099999999999</c:v>
                      </c:pt>
                      <c:pt idx="4042">
                        <c:v>158.84200000000001</c:v>
                      </c:pt>
                      <c:pt idx="4043">
                        <c:v>158.565</c:v>
                      </c:pt>
                      <c:pt idx="4044">
                        <c:v>158.893</c:v>
                      </c:pt>
                      <c:pt idx="4045">
                        <c:v>160.364</c:v>
                      </c:pt>
                      <c:pt idx="4046">
                        <c:v>160.86699999999999</c:v>
                      </c:pt>
                      <c:pt idx="4047">
                        <c:v>161.24</c:v>
                      </c:pt>
                      <c:pt idx="4048">
                        <c:v>169.41499999999999</c:v>
                      </c:pt>
                      <c:pt idx="4049">
                        <c:v>160.34100000000001</c:v>
                      </c:pt>
                      <c:pt idx="4050">
                        <c:v>159.977</c:v>
                      </c:pt>
                      <c:pt idx="4051">
                        <c:v>158.39699999999999</c:v>
                      </c:pt>
                      <c:pt idx="4052">
                        <c:v>156.03399999999999</c:v>
                      </c:pt>
                      <c:pt idx="4053">
                        <c:v>156.964</c:v>
                      </c:pt>
                      <c:pt idx="4054">
                        <c:v>153.60400000000001</c:v>
                      </c:pt>
                      <c:pt idx="4055">
                        <c:v>163.214</c:v>
                      </c:pt>
                      <c:pt idx="4056">
                        <c:v>161.63800000000001</c:v>
                      </c:pt>
                      <c:pt idx="4057">
                        <c:v>161.52199999999999</c:v>
                      </c:pt>
                      <c:pt idx="4058">
                        <c:v>155.93199999999999</c:v>
                      </c:pt>
                      <c:pt idx="4059">
                        <c:v>160.21199999999999</c:v>
                      </c:pt>
                      <c:pt idx="4060">
                        <c:v>157.489</c:v>
                      </c:pt>
                      <c:pt idx="4061">
                        <c:v>154.84200000000001</c:v>
                      </c:pt>
                      <c:pt idx="4062">
                        <c:v>151.05699999999999</c:v>
                      </c:pt>
                      <c:pt idx="4063">
                        <c:v>148.38800000000001</c:v>
                      </c:pt>
                      <c:pt idx="4064">
                        <c:v>147.87799999999999</c:v>
                      </c:pt>
                      <c:pt idx="4065">
                        <c:v>148.31800000000001</c:v>
                      </c:pt>
                      <c:pt idx="4066">
                        <c:v>142.49199999999999</c:v>
                      </c:pt>
                      <c:pt idx="4067">
                        <c:v>141.827</c:v>
                      </c:pt>
                      <c:pt idx="4068">
                        <c:v>137.62</c:v>
                      </c:pt>
                      <c:pt idx="4069">
                        <c:v>147.06100000000001</c:v>
                      </c:pt>
                      <c:pt idx="4070">
                        <c:v>138.4</c:v>
                      </c:pt>
                      <c:pt idx="4071">
                        <c:v>144.852</c:v>
                      </c:pt>
                      <c:pt idx="4072">
                        <c:v>144.44800000000001</c:v>
                      </c:pt>
                      <c:pt idx="4073">
                        <c:v>145.59800000000001</c:v>
                      </c:pt>
                      <c:pt idx="4074">
                        <c:v>148.64699999999999</c:v>
                      </c:pt>
                      <c:pt idx="4075">
                        <c:v>151.02099999999999</c:v>
                      </c:pt>
                      <c:pt idx="4076">
                        <c:v>153.38499999999999</c:v>
                      </c:pt>
                      <c:pt idx="4077">
                        <c:v>152.798</c:v>
                      </c:pt>
                      <c:pt idx="4078">
                        <c:v>154.67099999999999</c:v>
                      </c:pt>
                      <c:pt idx="4079">
                        <c:v>157.863</c:v>
                      </c:pt>
                      <c:pt idx="4080">
                        <c:v>161.26300000000001</c:v>
                      </c:pt>
                      <c:pt idx="4081">
                        <c:v>159.762</c:v>
                      </c:pt>
                      <c:pt idx="4082">
                        <c:v>158.036</c:v>
                      </c:pt>
                      <c:pt idx="4083">
                        <c:v>157.75800000000001</c:v>
                      </c:pt>
                      <c:pt idx="4084">
                        <c:v>158.167</c:v>
                      </c:pt>
                      <c:pt idx="4085">
                        <c:v>159.68700000000001</c:v>
                      </c:pt>
                      <c:pt idx="4086">
                        <c:v>160.01300000000001</c:v>
                      </c:pt>
                      <c:pt idx="4087">
                        <c:v>159.82300000000001</c:v>
                      </c:pt>
                      <c:pt idx="4088">
                        <c:v>159.441</c:v>
                      </c:pt>
                      <c:pt idx="4089">
                        <c:v>161.28200000000001</c:v>
                      </c:pt>
                      <c:pt idx="4090">
                        <c:v>149.441</c:v>
                      </c:pt>
                      <c:pt idx="4091">
                        <c:v>154.821</c:v>
                      </c:pt>
                      <c:pt idx="4092">
                        <c:v>151.61199999999999</c:v>
                      </c:pt>
                      <c:pt idx="4093">
                        <c:v>149.72999999999999</c:v>
                      </c:pt>
                      <c:pt idx="4094">
                        <c:v>140.64099999999999</c:v>
                      </c:pt>
                      <c:pt idx="4095">
                        <c:v>147.024</c:v>
                      </c:pt>
                      <c:pt idx="4096">
                        <c:v>135.22800000000001</c:v>
                      </c:pt>
                      <c:pt idx="4097">
                        <c:v>135.45699999999999</c:v>
                      </c:pt>
                      <c:pt idx="4098">
                        <c:v>136.60599999999999</c:v>
                      </c:pt>
                      <c:pt idx="4099">
                        <c:v>136.07900000000001</c:v>
                      </c:pt>
                      <c:pt idx="4100">
                        <c:v>137.13200000000001</c:v>
                      </c:pt>
                      <c:pt idx="4101">
                        <c:v>141.01400000000001</c:v>
                      </c:pt>
                      <c:pt idx="4102">
                        <c:v>141.15899999999999</c:v>
                      </c:pt>
                      <c:pt idx="4103">
                        <c:v>142.197</c:v>
                      </c:pt>
                      <c:pt idx="4104">
                        <c:v>142.30600000000001</c:v>
                      </c:pt>
                      <c:pt idx="4105">
                        <c:v>142.53100000000001</c:v>
                      </c:pt>
                      <c:pt idx="4106">
                        <c:v>144.172</c:v>
                      </c:pt>
                      <c:pt idx="4107">
                        <c:v>142.172</c:v>
                      </c:pt>
                      <c:pt idx="4108">
                        <c:v>141.80799999999999</c:v>
                      </c:pt>
                      <c:pt idx="4109">
                        <c:v>141.483</c:v>
                      </c:pt>
                      <c:pt idx="4110">
                        <c:v>141.48099999999999</c:v>
                      </c:pt>
                      <c:pt idx="4111">
                        <c:v>138.91200000000001</c:v>
                      </c:pt>
                      <c:pt idx="4112">
                        <c:v>139.792</c:v>
                      </c:pt>
                      <c:pt idx="4113">
                        <c:v>140.41300000000001</c:v>
                      </c:pt>
                      <c:pt idx="4114">
                        <c:v>138.44200000000001</c:v>
                      </c:pt>
                      <c:pt idx="4115">
                        <c:v>129.12</c:v>
                      </c:pt>
                      <c:pt idx="4116">
                        <c:v>136.88200000000001</c:v>
                      </c:pt>
                      <c:pt idx="4117">
                        <c:v>129.12700000000001</c:v>
                      </c:pt>
                      <c:pt idx="4118">
                        <c:v>138.977</c:v>
                      </c:pt>
                      <c:pt idx="4119">
                        <c:v>139.893</c:v>
                      </c:pt>
                      <c:pt idx="4120">
                        <c:v>140.23699999999999</c:v>
                      </c:pt>
                      <c:pt idx="4121">
                        <c:v>140.22</c:v>
                      </c:pt>
                      <c:pt idx="4122">
                        <c:v>141.066</c:v>
                      </c:pt>
                      <c:pt idx="4123">
                        <c:v>141.483</c:v>
                      </c:pt>
                      <c:pt idx="4124">
                        <c:v>143.16300000000001</c:v>
                      </c:pt>
                      <c:pt idx="4125">
                        <c:v>144.613</c:v>
                      </c:pt>
                      <c:pt idx="4126">
                        <c:v>148.05500000000001</c:v>
                      </c:pt>
                      <c:pt idx="4127">
                        <c:v>149.47999999999999</c:v>
                      </c:pt>
                      <c:pt idx="4128">
                        <c:v>153.66300000000001</c:v>
                      </c:pt>
                      <c:pt idx="4129">
                        <c:v>140.14400000000001</c:v>
                      </c:pt>
                      <c:pt idx="4130">
                        <c:v>135.334</c:v>
                      </c:pt>
                      <c:pt idx="4131">
                        <c:v>139.17099999999999</c:v>
                      </c:pt>
                      <c:pt idx="4132">
                        <c:v>140.137</c:v>
                      </c:pt>
                      <c:pt idx="4133">
                        <c:v>148.61000000000001</c:v>
                      </c:pt>
                      <c:pt idx="4134">
                        <c:v>144.9</c:v>
                      </c:pt>
                      <c:pt idx="4135">
                        <c:v>133.934</c:v>
                      </c:pt>
                      <c:pt idx="4136">
                        <c:v>133.679</c:v>
                      </c:pt>
                      <c:pt idx="4137">
                        <c:v>135.667</c:v>
                      </c:pt>
                      <c:pt idx="4138">
                        <c:v>134.00299999999999</c:v>
                      </c:pt>
                      <c:pt idx="4139">
                        <c:v>133.93199999999999</c:v>
                      </c:pt>
                      <c:pt idx="4140">
                        <c:v>134.05600000000001</c:v>
                      </c:pt>
                      <c:pt idx="4141">
                        <c:v>131.607</c:v>
                      </c:pt>
                      <c:pt idx="4142">
                        <c:v>130.809</c:v>
                      </c:pt>
                      <c:pt idx="4143">
                        <c:v>132.04</c:v>
                      </c:pt>
                      <c:pt idx="4144">
                        <c:v>129.655</c:v>
                      </c:pt>
                      <c:pt idx="4145">
                        <c:v>130.32900000000001</c:v>
                      </c:pt>
                      <c:pt idx="4146">
                        <c:v>131.107</c:v>
                      </c:pt>
                      <c:pt idx="4147">
                        <c:v>131.262</c:v>
                      </c:pt>
                      <c:pt idx="4148">
                        <c:v>134.03299999999999</c:v>
                      </c:pt>
                      <c:pt idx="4149">
                        <c:v>137.86099999999999</c:v>
                      </c:pt>
                      <c:pt idx="4150">
                        <c:v>141.542</c:v>
                      </c:pt>
                      <c:pt idx="4151">
                        <c:v>152.07599999999999</c:v>
                      </c:pt>
                      <c:pt idx="4152">
                        <c:v>170.86500000000001</c:v>
                      </c:pt>
                      <c:pt idx="4153">
                        <c:v>170.239</c:v>
                      </c:pt>
                      <c:pt idx="4154">
                        <c:v>165.56100000000001</c:v>
                      </c:pt>
                      <c:pt idx="4155">
                        <c:v>157.309</c:v>
                      </c:pt>
                      <c:pt idx="4156">
                        <c:v>166.58</c:v>
                      </c:pt>
                      <c:pt idx="4157">
                        <c:v>181.096</c:v>
                      </c:pt>
                      <c:pt idx="4158">
                        <c:v>244.12700000000001</c:v>
                      </c:pt>
                      <c:pt idx="4159">
                        <c:v>270.72000000000003</c:v>
                      </c:pt>
                      <c:pt idx="4160">
                        <c:v>290.87099999999998</c:v>
                      </c:pt>
                      <c:pt idx="4161">
                        <c:v>321.53500000000003</c:v>
                      </c:pt>
                      <c:pt idx="4162">
                        <c:v>298.68200000000002</c:v>
                      </c:pt>
                      <c:pt idx="4163">
                        <c:v>330.55500000000001</c:v>
                      </c:pt>
                      <c:pt idx="4164">
                        <c:v>347.101</c:v>
                      </c:pt>
                      <c:pt idx="4165">
                        <c:v>396.34199999999998</c:v>
                      </c:pt>
                      <c:pt idx="4166">
                        <c:v>415.38799999999998</c:v>
                      </c:pt>
                      <c:pt idx="4167">
                        <c:v>401.76400000000001</c:v>
                      </c:pt>
                      <c:pt idx="4168">
                        <c:v>420.78</c:v>
                      </c:pt>
                      <c:pt idx="4169">
                        <c:v>382.38900000000001</c:v>
                      </c:pt>
                      <c:pt idx="4170">
                        <c:v>299.73399999999998</c:v>
                      </c:pt>
                      <c:pt idx="4171">
                        <c:v>261.06799999999998</c:v>
                      </c:pt>
                      <c:pt idx="4172">
                        <c:v>285.46100000000001</c:v>
                      </c:pt>
                      <c:pt idx="4173">
                        <c:v>301.28300000000002</c:v>
                      </c:pt>
                      <c:pt idx="4174">
                        <c:v>297.79300000000001</c:v>
                      </c:pt>
                      <c:pt idx="4175">
                        <c:v>321.26900000000001</c:v>
                      </c:pt>
                      <c:pt idx="4176">
                        <c:v>330.16399999999999</c:v>
                      </c:pt>
                      <c:pt idx="4177">
                        <c:v>330.411</c:v>
                      </c:pt>
                      <c:pt idx="4178">
                        <c:v>318.41899999999998</c:v>
                      </c:pt>
                      <c:pt idx="4179">
                        <c:v>310.625</c:v>
                      </c:pt>
                      <c:pt idx="4180">
                        <c:v>308.46100000000001</c:v>
                      </c:pt>
                      <c:pt idx="4181">
                        <c:v>291.17700000000002</c:v>
                      </c:pt>
                      <c:pt idx="4182">
                        <c:v>282.26400000000001</c:v>
                      </c:pt>
                      <c:pt idx="4183">
                        <c:v>285.43299999999999</c:v>
                      </c:pt>
                      <c:pt idx="4184">
                        <c:v>287.69799999999998</c:v>
                      </c:pt>
                      <c:pt idx="4185">
                        <c:v>307.98700000000002</c:v>
                      </c:pt>
                      <c:pt idx="4186">
                        <c:v>316.01900000000001</c:v>
                      </c:pt>
                      <c:pt idx="4187">
                        <c:v>316.45</c:v>
                      </c:pt>
                      <c:pt idx="4188">
                        <c:v>320.43400000000003</c:v>
                      </c:pt>
                      <c:pt idx="4189">
                        <c:v>332.72399999999999</c:v>
                      </c:pt>
                      <c:pt idx="4190">
                        <c:v>336.553</c:v>
                      </c:pt>
                      <c:pt idx="4191">
                        <c:v>333.10399999999998</c:v>
                      </c:pt>
                      <c:pt idx="4192">
                        <c:v>334.52800000000002</c:v>
                      </c:pt>
                      <c:pt idx="4193">
                        <c:v>342.22199999999998</c:v>
                      </c:pt>
                      <c:pt idx="4194">
                        <c:v>342.59100000000001</c:v>
                      </c:pt>
                      <c:pt idx="4195">
                        <c:v>323.86500000000001</c:v>
                      </c:pt>
                      <c:pt idx="4196">
                        <c:v>308.42599999999999</c:v>
                      </c:pt>
                      <c:pt idx="4197">
                        <c:v>308.93799999999999</c:v>
                      </c:pt>
                      <c:pt idx="4198">
                        <c:v>310.34100000000001</c:v>
                      </c:pt>
                      <c:pt idx="4199">
                        <c:v>300.49</c:v>
                      </c:pt>
                      <c:pt idx="4200">
                        <c:v>298.93299999999999</c:v>
                      </c:pt>
                      <c:pt idx="4201">
                        <c:v>297.25400000000002</c:v>
                      </c:pt>
                      <c:pt idx="4202">
                        <c:v>288.80700000000002</c:v>
                      </c:pt>
                      <c:pt idx="4203">
                        <c:v>284.65899999999999</c:v>
                      </c:pt>
                      <c:pt idx="4204">
                        <c:v>286.322</c:v>
                      </c:pt>
                      <c:pt idx="4205">
                        <c:v>295.30200000000002</c:v>
                      </c:pt>
                      <c:pt idx="4206">
                        <c:v>303.89100000000002</c:v>
                      </c:pt>
                      <c:pt idx="4207">
                        <c:v>306.52699999999999</c:v>
                      </c:pt>
                      <c:pt idx="4208">
                        <c:v>292.971</c:v>
                      </c:pt>
                      <c:pt idx="4209">
                        <c:v>286.99299999999999</c:v>
                      </c:pt>
                      <c:pt idx="4210">
                        <c:v>274.72199999999998</c:v>
                      </c:pt>
                      <c:pt idx="4211">
                        <c:v>261.31400000000002</c:v>
                      </c:pt>
                      <c:pt idx="4212">
                        <c:v>256.96600000000001</c:v>
                      </c:pt>
                      <c:pt idx="4213">
                        <c:v>257.78699999999998</c:v>
                      </c:pt>
                      <c:pt idx="4214">
                        <c:v>242.18700000000001</c:v>
                      </c:pt>
                      <c:pt idx="4215">
                        <c:v>229.952</c:v>
                      </c:pt>
                      <c:pt idx="4216">
                        <c:v>232.178</c:v>
                      </c:pt>
                      <c:pt idx="4217">
                        <c:v>236.851</c:v>
                      </c:pt>
                      <c:pt idx="4218">
                        <c:v>234.06700000000001</c:v>
                      </c:pt>
                      <c:pt idx="4219">
                        <c:v>218.29</c:v>
                      </c:pt>
                      <c:pt idx="4220">
                        <c:v>203.25399999999999</c:v>
                      </c:pt>
                      <c:pt idx="4221">
                        <c:v>200.24199999999999</c:v>
                      </c:pt>
                      <c:pt idx="4222">
                        <c:v>190.49700000000001</c:v>
                      </c:pt>
                      <c:pt idx="4223">
                        <c:v>187.96</c:v>
                      </c:pt>
                      <c:pt idx="4224">
                        <c:v>198.85</c:v>
                      </c:pt>
                      <c:pt idx="4225">
                        <c:v>203.369</c:v>
                      </c:pt>
                      <c:pt idx="4226">
                        <c:v>229.566</c:v>
                      </c:pt>
                      <c:pt idx="4227">
                        <c:v>233.40700000000001</c:v>
                      </c:pt>
                      <c:pt idx="4228">
                        <c:v>226.96</c:v>
                      </c:pt>
                      <c:pt idx="4229">
                        <c:v>215.416</c:v>
                      </c:pt>
                      <c:pt idx="4230">
                        <c:v>216.476</c:v>
                      </c:pt>
                      <c:pt idx="4231">
                        <c:v>221.23400000000001</c:v>
                      </c:pt>
                      <c:pt idx="4232">
                        <c:v>220.82</c:v>
                      </c:pt>
                      <c:pt idx="4233">
                        <c:v>221.005</c:v>
                      </c:pt>
                      <c:pt idx="4234">
                        <c:v>217.114</c:v>
                      </c:pt>
                      <c:pt idx="4235">
                        <c:v>222.488</c:v>
                      </c:pt>
                      <c:pt idx="4236">
                        <c:v>224.815</c:v>
                      </c:pt>
                      <c:pt idx="4237">
                        <c:v>229.261</c:v>
                      </c:pt>
                      <c:pt idx="4238">
                        <c:v>232.131</c:v>
                      </c:pt>
                      <c:pt idx="4239">
                        <c:v>225.57499999999999</c:v>
                      </c:pt>
                      <c:pt idx="4240">
                        <c:v>219.93700000000001</c:v>
                      </c:pt>
                      <c:pt idx="4241">
                        <c:v>204.51</c:v>
                      </c:pt>
                      <c:pt idx="4242">
                        <c:v>202.05600000000001</c:v>
                      </c:pt>
                      <c:pt idx="4243">
                        <c:v>200.69900000000001</c:v>
                      </c:pt>
                      <c:pt idx="4244">
                        <c:v>202.14</c:v>
                      </c:pt>
                      <c:pt idx="4245">
                        <c:v>207.27</c:v>
                      </c:pt>
                      <c:pt idx="4246">
                        <c:v>201.59</c:v>
                      </c:pt>
                      <c:pt idx="4247">
                        <c:v>204.76900000000001</c:v>
                      </c:pt>
                      <c:pt idx="4248">
                        <c:v>214.71799999999999</c:v>
                      </c:pt>
                      <c:pt idx="4249">
                        <c:v>215.39099999999999</c:v>
                      </c:pt>
                      <c:pt idx="4250">
                        <c:v>214.04900000000001</c:v>
                      </c:pt>
                      <c:pt idx="4251">
                        <c:v>211.94399999999999</c:v>
                      </c:pt>
                      <c:pt idx="4252">
                        <c:v>208.47499999999999</c:v>
                      </c:pt>
                      <c:pt idx="4253">
                        <c:v>202.24</c:v>
                      </c:pt>
                      <c:pt idx="4254">
                        <c:v>182.94499999999999</c:v>
                      </c:pt>
                      <c:pt idx="4255">
                        <c:v>184.285</c:v>
                      </c:pt>
                      <c:pt idx="4256">
                        <c:v>188.465</c:v>
                      </c:pt>
                      <c:pt idx="4257">
                        <c:v>193.47399999999999</c:v>
                      </c:pt>
                      <c:pt idx="4258">
                        <c:v>185.57400000000001</c:v>
                      </c:pt>
                      <c:pt idx="4259">
                        <c:v>187.59299999999999</c:v>
                      </c:pt>
                      <c:pt idx="4260">
                        <c:v>188.66800000000001</c:v>
                      </c:pt>
                      <c:pt idx="4261">
                        <c:v>189.45099999999999</c:v>
                      </c:pt>
                      <c:pt idx="4262">
                        <c:v>187.59800000000001</c:v>
                      </c:pt>
                      <c:pt idx="4263">
                        <c:v>188.77500000000001</c:v>
                      </c:pt>
                      <c:pt idx="4264">
                        <c:v>187.804</c:v>
                      </c:pt>
                      <c:pt idx="4265">
                        <c:v>186.94399999999999</c:v>
                      </c:pt>
                      <c:pt idx="4266">
                        <c:v>185.55500000000001</c:v>
                      </c:pt>
                      <c:pt idx="4267">
                        <c:v>185.83699999999999</c:v>
                      </c:pt>
                      <c:pt idx="4268">
                        <c:v>186.50800000000001</c:v>
                      </c:pt>
                      <c:pt idx="4269">
                        <c:v>186.53700000000001</c:v>
                      </c:pt>
                      <c:pt idx="4270">
                        <c:v>188.92599999999999</c:v>
                      </c:pt>
                      <c:pt idx="4271">
                        <c:v>191.53399999999999</c:v>
                      </c:pt>
                      <c:pt idx="4272">
                        <c:v>195.69499999999999</c:v>
                      </c:pt>
                      <c:pt idx="4273">
                        <c:v>196.483</c:v>
                      </c:pt>
                      <c:pt idx="4274">
                        <c:v>196.72</c:v>
                      </c:pt>
                      <c:pt idx="4275">
                        <c:v>195.85400000000001</c:v>
                      </c:pt>
                      <c:pt idx="4276">
                        <c:v>196.93600000000001</c:v>
                      </c:pt>
                      <c:pt idx="4277">
                        <c:v>195.46899999999999</c:v>
                      </c:pt>
                      <c:pt idx="4278">
                        <c:v>190.86</c:v>
                      </c:pt>
                      <c:pt idx="4279">
                        <c:v>188.697</c:v>
                      </c:pt>
                      <c:pt idx="4280">
                        <c:v>189.191</c:v>
                      </c:pt>
                      <c:pt idx="4281">
                        <c:v>190.31200000000001</c:v>
                      </c:pt>
                      <c:pt idx="4282">
                        <c:v>186.161</c:v>
                      </c:pt>
                      <c:pt idx="4283">
                        <c:v>183.59399999999999</c:v>
                      </c:pt>
                      <c:pt idx="4284">
                        <c:v>177.285</c:v>
                      </c:pt>
                      <c:pt idx="4285">
                        <c:v>171.536</c:v>
                      </c:pt>
                      <c:pt idx="4286">
                        <c:v>176.09700000000001</c:v>
                      </c:pt>
                      <c:pt idx="4287">
                        <c:v>181.626</c:v>
                      </c:pt>
                      <c:pt idx="4288">
                        <c:v>183.834</c:v>
                      </c:pt>
                      <c:pt idx="4289">
                        <c:v>188.05</c:v>
                      </c:pt>
                      <c:pt idx="4290">
                        <c:v>188.21799999999999</c:v>
                      </c:pt>
                      <c:pt idx="4291">
                        <c:v>188.416</c:v>
                      </c:pt>
                      <c:pt idx="4292">
                        <c:v>190.346</c:v>
                      </c:pt>
                      <c:pt idx="4293">
                        <c:v>186.24100000000001</c:v>
                      </c:pt>
                      <c:pt idx="4294">
                        <c:v>178.35499999999999</c:v>
                      </c:pt>
                      <c:pt idx="4295">
                        <c:v>178.422</c:v>
                      </c:pt>
                      <c:pt idx="4296">
                        <c:v>180.27799999999999</c:v>
                      </c:pt>
                      <c:pt idx="4297">
                        <c:v>183.69</c:v>
                      </c:pt>
                      <c:pt idx="4298">
                        <c:v>203.97300000000001</c:v>
                      </c:pt>
                      <c:pt idx="4299">
                        <c:v>208.26900000000001</c:v>
                      </c:pt>
                      <c:pt idx="4300">
                        <c:v>219.70500000000001</c:v>
                      </c:pt>
                      <c:pt idx="4301">
                        <c:v>226.05099999999999</c:v>
                      </c:pt>
                      <c:pt idx="4302">
                        <c:v>224.411</c:v>
                      </c:pt>
                      <c:pt idx="4303">
                        <c:v>220.179</c:v>
                      </c:pt>
                      <c:pt idx="4304">
                        <c:v>221.62299999999999</c:v>
                      </c:pt>
                      <c:pt idx="4305">
                        <c:v>218.852</c:v>
                      </c:pt>
                      <c:pt idx="4306">
                        <c:v>212.947</c:v>
                      </c:pt>
                      <c:pt idx="4307">
                        <c:v>212.05600000000001</c:v>
                      </c:pt>
                      <c:pt idx="4308">
                        <c:v>207.404</c:v>
                      </c:pt>
                      <c:pt idx="4309">
                        <c:v>200.69499999999999</c:v>
                      </c:pt>
                      <c:pt idx="4310">
                        <c:v>193.072</c:v>
                      </c:pt>
                      <c:pt idx="4311">
                        <c:v>188.14500000000001</c:v>
                      </c:pt>
                      <c:pt idx="4312">
                        <c:v>183.203</c:v>
                      </c:pt>
                      <c:pt idx="4313">
                        <c:v>181.12200000000001</c:v>
                      </c:pt>
                      <c:pt idx="4314">
                        <c:v>183.624</c:v>
                      </c:pt>
                      <c:pt idx="4315">
                        <c:v>187.024</c:v>
                      </c:pt>
                      <c:pt idx="4316">
                        <c:v>188.78899999999999</c:v>
                      </c:pt>
                      <c:pt idx="4317">
                        <c:v>186.31399999999999</c:v>
                      </c:pt>
                      <c:pt idx="4318">
                        <c:v>185.35300000000001</c:v>
                      </c:pt>
                      <c:pt idx="4319">
                        <c:v>185.602</c:v>
                      </c:pt>
                      <c:pt idx="4320">
                        <c:v>185.09299999999999</c:v>
                      </c:pt>
                      <c:pt idx="4321">
                        <c:v>185.286</c:v>
                      </c:pt>
                      <c:pt idx="4322">
                        <c:v>186.10900000000001</c:v>
                      </c:pt>
                      <c:pt idx="4323">
                        <c:v>189.06100000000001</c:v>
                      </c:pt>
                      <c:pt idx="4324">
                        <c:v>187.798</c:v>
                      </c:pt>
                      <c:pt idx="4325">
                        <c:v>191.45599999999999</c:v>
                      </c:pt>
                      <c:pt idx="4326">
                        <c:v>192.899</c:v>
                      </c:pt>
                      <c:pt idx="4327">
                        <c:v>192.33199999999999</c:v>
                      </c:pt>
                      <c:pt idx="4328">
                        <c:v>193.393</c:v>
                      </c:pt>
                      <c:pt idx="4329">
                        <c:v>190.13300000000001</c:v>
                      </c:pt>
                      <c:pt idx="4330">
                        <c:v>186.197</c:v>
                      </c:pt>
                      <c:pt idx="4331">
                        <c:v>176.51900000000001</c:v>
                      </c:pt>
                      <c:pt idx="4332">
                        <c:v>170.892</c:v>
                      </c:pt>
                      <c:pt idx="4333">
                        <c:v>156.86199999999999</c:v>
                      </c:pt>
                      <c:pt idx="4334">
                        <c:v>151.459</c:v>
                      </c:pt>
                      <c:pt idx="4335">
                        <c:v>150.887</c:v>
                      </c:pt>
                      <c:pt idx="4336">
                        <c:v>156.96</c:v>
                      </c:pt>
                      <c:pt idx="4337">
                        <c:v>162.773</c:v>
                      </c:pt>
                      <c:pt idx="4338">
                        <c:v>160.66999999999999</c:v>
                      </c:pt>
                      <c:pt idx="4339">
                        <c:v>160.38200000000001</c:v>
                      </c:pt>
                      <c:pt idx="4340">
                        <c:v>159.78800000000001</c:v>
                      </c:pt>
                      <c:pt idx="4341">
                        <c:v>159.43899999999999</c:v>
                      </c:pt>
                      <c:pt idx="4342">
                        <c:v>158.52099999999999</c:v>
                      </c:pt>
                      <c:pt idx="4343">
                        <c:v>158.04300000000001</c:v>
                      </c:pt>
                      <c:pt idx="4344">
                        <c:v>154.292</c:v>
                      </c:pt>
                      <c:pt idx="4345">
                        <c:v>153.79400000000001</c:v>
                      </c:pt>
                      <c:pt idx="4346">
                        <c:v>154.89599999999999</c:v>
                      </c:pt>
                      <c:pt idx="4347">
                        <c:v>152.38800000000001</c:v>
                      </c:pt>
                      <c:pt idx="4348">
                        <c:v>153.036</c:v>
                      </c:pt>
                      <c:pt idx="4349">
                        <c:v>143.59</c:v>
                      </c:pt>
                      <c:pt idx="4350">
                        <c:v>143.059</c:v>
                      </c:pt>
                      <c:pt idx="4351">
                        <c:v>143.79400000000001</c:v>
                      </c:pt>
                      <c:pt idx="4352">
                        <c:v>143.94300000000001</c:v>
                      </c:pt>
                      <c:pt idx="4353">
                        <c:v>146.44300000000001</c:v>
                      </c:pt>
                      <c:pt idx="4354">
                        <c:v>147.17699999999999</c:v>
                      </c:pt>
                      <c:pt idx="4355">
                        <c:v>149.12200000000001</c:v>
                      </c:pt>
                      <c:pt idx="4356">
                        <c:v>149.94999999999999</c:v>
                      </c:pt>
                      <c:pt idx="4357">
                        <c:v>154.11699999999999</c:v>
                      </c:pt>
                      <c:pt idx="4358">
                        <c:v>155.721</c:v>
                      </c:pt>
                      <c:pt idx="4359">
                        <c:v>157.74</c:v>
                      </c:pt>
                      <c:pt idx="4360">
                        <c:v>156.69900000000001</c:v>
                      </c:pt>
                      <c:pt idx="4361">
                        <c:v>156.10400000000001</c:v>
                      </c:pt>
                      <c:pt idx="4362">
                        <c:v>157.07300000000001</c:v>
                      </c:pt>
                      <c:pt idx="4363">
                        <c:v>159.62700000000001</c:v>
                      </c:pt>
                      <c:pt idx="4364">
                        <c:v>159.77600000000001</c:v>
                      </c:pt>
                      <c:pt idx="4365">
                        <c:v>157.20699999999999</c:v>
                      </c:pt>
                      <c:pt idx="4366">
                        <c:v>155.51599999999999</c:v>
                      </c:pt>
                      <c:pt idx="4367">
                        <c:v>154.71</c:v>
                      </c:pt>
                      <c:pt idx="4368">
                        <c:v>154.11600000000001</c:v>
                      </c:pt>
                      <c:pt idx="4369">
                        <c:v>153.614</c:v>
                      </c:pt>
                      <c:pt idx="4370">
                        <c:v>152.66300000000001</c:v>
                      </c:pt>
                      <c:pt idx="4371">
                        <c:v>152.17599999999999</c:v>
                      </c:pt>
                      <c:pt idx="4372">
                        <c:v>152.15700000000001</c:v>
                      </c:pt>
                      <c:pt idx="4373">
                        <c:v>151.53299999999999</c:v>
                      </c:pt>
                      <c:pt idx="4374">
                        <c:v>152.97300000000001</c:v>
                      </c:pt>
                      <c:pt idx="4375">
                        <c:v>152.10499999999999</c:v>
                      </c:pt>
                      <c:pt idx="4376">
                        <c:v>151.91499999999999</c:v>
                      </c:pt>
                      <c:pt idx="4377">
                        <c:v>152.624</c:v>
                      </c:pt>
                      <c:pt idx="4378">
                        <c:v>156.84899999999999</c:v>
                      </c:pt>
                      <c:pt idx="4379">
                        <c:v>161.04499999999999</c:v>
                      </c:pt>
                      <c:pt idx="4380">
                        <c:v>162.36799999999999</c:v>
                      </c:pt>
                      <c:pt idx="4381">
                        <c:v>163.57</c:v>
                      </c:pt>
                      <c:pt idx="4382">
                        <c:v>168.74100000000001</c:v>
                      </c:pt>
                      <c:pt idx="4383">
                        <c:v>169.881</c:v>
                      </c:pt>
                      <c:pt idx="4384">
                        <c:v>169.571</c:v>
                      </c:pt>
                      <c:pt idx="4385">
                        <c:v>168.35</c:v>
                      </c:pt>
                      <c:pt idx="4386">
                        <c:v>168.71199999999999</c:v>
                      </c:pt>
                      <c:pt idx="4387">
                        <c:v>170.46199999999999</c:v>
                      </c:pt>
                      <c:pt idx="4388">
                        <c:v>173.50299999999999</c:v>
                      </c:pt>
                      <c:pt idx="4389">
                        <c:v>174.423</c:v>
                      </c:pt>
                      <c:pt idx="4390">
                        <c:v>176.74100000000001</c:v>
                      </c:pt>
                      <c:pt idx="4391">
                        <c:v>178.08099999999999</c:v>
                      </c:pt>
                      <c:pt idx="4392">
                        <c:v>177.756</c:v>
                      </c:pt>
                      <c:pt idx="4393">
                        <c:v>177.09700000000001</c:v>
                      </c:pt>
                      <c:pt idx="4394">
                        <c:v>174.792</c:v>
                      </c:pt>
                      <c:pt idx="4395">
                        <c:v>170.96899999999999</c:v>
                      </c:pt>
                      <c:pt idx="4396">
                        <c:v>166.482</c:v>
                      </c:pt>
                      <c:pt idx="4397">
                        <c:v>162.47</c:v>
                      </c:pt>
                      <c:pt idx="4398">
                        <c:v>161.44900000000001</c:v>
                      </c:pt>
                      <c:pt idx="4399">
                        <c:v>162.45400000000001</c:v>
                      </c:pt>
                      <c:pt idx="4400">
                        <c:v>162.59399999999999</c:v>
                      </c:pt>
                      <c:pt idx="4401">
                        <c:v>161.57599999999999</c:v>
                      </c:pt>
                      <c:pt idx="4402">
                        <c:v>160.72499999999999</c:v>
                      </c:pt>
                      <c:pt idx="4403">
                        <c:v>160.452</c:v>
                      </c:pt>
                      <c:pt idx="4404">
                        <c:v>161.643</c:v>
                      </c:pt>
                      <c:pt idx="4405">
                        <c:v>163.71799999999999</c:v>
                      </c:pt>
                      <c:pt idx="4406">
                        <c:v>168.21899999999999</c:v>
                      </c:pt>
                      <c:pt idx="4407">
                        <c:v>169.589</c:v>
                      </c:pt>
                      <c:pt idx="4408">
                        <c:v>176.20699999999999</c:v>
                      </c:pt>
                      <c:pt idx="4409">
                        <c:v>171.143</c:v>
                      </c:pt>
                      <c:pt idx="4410">
                        <c:v>167.77600000000001</c:v>
                      </c:pt>
                      <c:pt idx="4411">
                        <c:v>173.54400000000001</c:v>
                      </c:pt>
                      <c:pt idx="4412">
                        <c:v>180.167</c:v>
                      </c:pt>
                      <c:pt idx="4413">
                        <c:v>181.03800000000001</c:v>
                      </c:pt>
                      <c:pt idx="4414">
                        <c:v>180.887</c:v>
                      </c:pt>
                      <c:pt idx="4415">
                        <c:v>184.53100000000001</c:v>
                      </c:pt>
                      <c:pt idx="4416">
                        <c:v>188.41900000000001</c:v>
                      </c:pt>
                      <c:pt idx="4417">
                        <c:v>189.99799999999999</c:v>
                      </c:pt>
                      <c:pt idx="4418">
                        <c:v>196.31899999999999</c:v>
                      </c:pt>
                      <c:pt idx="4419">
                        <c:v>192.607</c:v>
                      </c:pt>
                      <c:pt idx="4420">
                        <c:v>191.93</c:v>
                      </c:pt>
                      <c:pt idx="4421">
                        <c:v>182.28700000000001</c:v>
                      </c:pt>
                      <c:pt idx="4422">
                        <c:v>180.85900000000001</c:v>
                      </c:pt>
                      <c:pt idx="4423">
                        <c:v>184.72300000000001</c:v>
                      </c:pt>
                      <c:pt idx="4424">
                        <c:v>183.73099999999999</c:v>
                      </c:pt>
                      <c:pt idx="4425">
                        <c:v>182.45599999999999</c:v>
                      </c:pt>
                      <c:pt idx="4426">
                        <c:v>180.929</c:v>
                      </c:pt>
                      <c:pt idx="4427">
                        <c:v>180.82599999999999</c:v>
                      </c:pt>
                      <c:pt idx="4428">
                        <c:v>184.70400000000001</c:v>
                      </c:pt>
                      <c:pt idx="4429">
                        <c:v>186.96899999999999</c:v>
                      </c:pt>
                      <c:pt idx="4430">
                        <c:v>189.57400000000001</c:v>
                      </c:pt>
                      <c:pt idx="4431">
                        <c:v>195.96600000000001</c:v>
                      </c:pt>
                      <c:pt idx="4432">
                        <c:v>196.36099999999999</c:v>
                      </c:pt>
                      <c:pt idx="4433">
                        <c:v>190.80699999999999</c:v>
                      </c:pt>
                      <c:pt idx="4434">
                        <c:v>193.93600000000001</c:v>
                      </c:pt>
                      <c:pt idx="4435">
                        <c:v>200.53899999999999</c:v>
                      </c:pt>
                      <c:pt idx="4436">
                        <c:v>196.542</c:v>
                      </c:pt>
                      <c:pt idx="4437">
                        <c:v>194.53</c:v>
                      </c:pt>
                      <c:pt idx="4438">
                        <c:v>192.654</c:v>
                      </c:pt>
                      <c:pt idx="4439">
                        <c:v>189.15700000000001</c:v>
                      </c:pt>
                      <c:pt idx="4440">
                        <c:v>191.18899999999999</c:v>
                      </c:pt>
                      <c:pt idx="4441">
                        <c:v>190.809</c:v>
                      </c:pt>
                      <c:pt idx="4442">
                        <c:v>191.167</c:v>
                      </c:pt>
                      <c:pt idx="4443">
                        <c:v>191.03</c:v>
                      </c:pt>
                      <c:pt idx="4444">
                        <c:v>188.72200000000001</c:v>
                      </c:pt>
                      <c:pt idx="4445">
                        <c:v>184.27699999999999</c:v>
                      </c:pt>
                      <c:pt idx="4446">
                        <c:v>180.01300000000001</c:v>
                      </c:pt>
                      <c:pt idx="4447">
                        <c:v>173.09</c:v>
                      </c:pt>
                      <c:pt idx="4448">
                        <c:v>171.994</c:v>
                      </c:pt>
                      <c:pt idx="4449">
                        <c:v>177.15799999999999</c:v>
                      </c:pt>
                      <c:pt idx="4450">
                        <c:v>178.26499999999999</c:v>
                      </c:pt>
                      <c:pt idx="4451">
                        <c:v>179.71700000000001</c:v>
                      </c:pt>
                      <c:pt idx="4452">
                        <c:v>179.864</c:v>
                      </c:pt>
                      <c:pt idx="4453">
                        <c:v>181.43700000000001</c:v>
                      </c:pt>
                      <c:pt idx="4454">
                        <c:v>182.90600000000001</c:v>
                      </c:pt>
                      <c:pt idx="4455">
                        <c:v>178.75399999999999</c:v>
                      </c:pt>
                      <c:pt idx="4456">
                        <c:v>178.70400000000001</c:v>
                      </c:pt>
                      <c:pt idx="4457">
                        <c:v>181.62299999999999</c:v>
                      </c:pt>
                      <c:pt idx="4458">
                        <c:v>193.09800000000001</c:v>
                      </c:pt>
                      <c:pt idx="4459">
                        <c:v>197.93600000000001</c:v>
                      </c:pt>
                      <c:pt idx="4460">
                        <c:v>198.15100000000001</c:v>
                      </c:pt>
                      <c:pt idx="4461">
                        <c:v>202.386</c:v>
                      </c:pt>
                      <c:pt idx="4462">
                        <c:v>195.18899999999999</c:v>
                      </c:pt>
                      <c:pt idx="4463">
                        <c:v>184.14400000000001</c:v>
                      </c:pt>
                      <c:pt idx="4464">
                        <c:v>193.43899999999999</c:v>
                      </c:pt>
                      <c:pt idx="4465">
                        <c:v>190.58</c:v>
                      </c:pt>
                      <c:pt idx="4466">
                        <c:v>190.74299999999999</c:v>
                      </c:pt>
                      <c:pt idx="4467">
                        <c:v>188.23599999999999</c:v>
                      </c:pt>
                      <c:pt idx="4468">
                        <c:v>190.9</c:v>
                      </c:pt>
                      <c:pt idx="4469">
                        <c:v>191.18199999999999</c:v>
                      </c:pt>
                      <c:pt idx="4470">
                        <c:v>194.06700000000001</c:v>
                      </c:pt>
                      <c:pt idx="4471">
                        <c:v>205.636</c:v>
                      </c:pt>
                      <c:pt idx="4472">
                        <c:v>198.404</c:v>
                      </c:pt>
                      <c:pt idx="4473">
                        <c:v>199.24</c:v>
                      </c:pt>
                      <c:pt idx="4474">
                        <c:v>202.84800000000001</c:v>
                      </c:pt>
                      <c:pt idx="4475">
                        <c:v>204.494</c:v>
                      </c:pt>
                      <c:pt idx="4476">
                        <c:v>204.51599999999999</c:v>
                      </c:pt>
                      <c:pt idx="4477">
                        <c:v>203.012</c:v>
                      </c:pt>
                      <c:pt idx="4478">
                        <c:v>204.125</c:v>
                      </c:pt>
                      <c:pt idx="4479">
                        <c:v>200.24199999999999</c:v>
                      </c:pt>
                      <c:pt idx="4480">
                        <c:v>198.68100000000001</c:v>
                      </c:pt>
                      <c:pt idx="4481">
                        <c:v>208.21299999999999</c:v>
                      </c:pt>
                      <c:pt idx="4482">
                        <c:v>206.46899999999999</c:v>
                      </c:pt>
                      <c:pt idx="4483">
                        <c:v>196.88800000000001</c:v>
                      </c:pt>
                      <c:pt idx="4484">
                        <c:v>194.38900000000001</c:v>
                      </c:pt>
                      <c:pt idx="4485">
                        <c:v>190.53</c:v>
                      </c:pt>
                      <c:pt idx="4486">
                        <c:v>189.38200000000001</c:v>
                      </c:pt>
                      <c:pt idx="4487">
                        <c:v>195.86699999999999</c:v>
                      </c:pt>
                      <c:pt idx="4488">
                        <c:v>197.21299999999999</c:v>
                      </c:pt>
                      <c:pt idx="4489">
                        <c:v>198.76900000000001</c:v>
                      </c:pt>
                      <c:pt idx="4490">
                        <c:v>192.05199999999999</c:v>
                      </c:pt>
                      <c:pt idx="4491">
                        <c:v>192.96600000000001</c:v>
                      </c:pt>
                      <c:pt idx="4492">
                        <c:v>204.64099999999999</c:v>
                      </c:pt>
                      <c:pt idx="4493">
                        <c:v>200.02600000000001</c:v>
                      </c:pt>
                      <c:pt idx="4494">
                        <c:v>209.58699999999999</c:v>
                      </c:pt>
                      <c:pt idx="4495">
                        <c:v>200.81200000000001</c:v>
                      </c:pt>
                      <c:pt idx="4496">
                        <c:v>199.35</c:v>
                      </c:pt>
                      <c:pt idx="4497">
                        <c:v>205.523</c:v>
                      </c:pt>
                      <c:pt idx="4498">
                        <c:v>203.96</c:v>
                      </c:pt>
                      <c:pt idx="4499">
                        <c:v>194.054</c:v>
                      </c:pt>
                      <c:pt idx="4500">
                        <c:v>205.136</c:v>
                      </c:pt>
                      <c:pt idx="4501">
                        <c:v>205.28800000000001</c:v>
                      </c:pt>
                      <c:pt idx="4502">
                        <c:v>207.23099999999999</c:v>
                      </c:pt>
                      <c:pt idx="4503">
                        <c:v>206.738</c:v>
                      </c:pt>
                      <c:pt idx="4504">
                        <c:v>199.465</c:v>
                      </c:pt>
                      <c:pt idx="4505">
                        <c:v>199.018</c:v>
                      </c:pt>
                      <c:pt idx="4506">
                        <c:v>200.001</c:v>
                      </c:pt>
                      <c:pt idx="4507">
                        <c:v>200.983</c:v>
                      </c:pt>
                      <c:pt idx="4508">
                        <c:v>202.95</c:v>
                      </c:pt>
                      <c:pt idx="4509">
                        <c:v>203.60400000000001</c:v>
                      </c:pt>
                      <c:pt idx="4510">
                        <c:v>205.34</c:v>
                      </c:pt>
                      <c:pt idx="4511">
                        <c:v>206.65700000000001</c:v>
                      </c:pt>
                      <c:pt idx="4512">
                        <c:v>205.81899999999999</c:v>
                      </c:pt>
                      <c:pt idx="4513">
                        <c:v>210.447</c:v>
                      </c:pt>
                      <c:pt idx="4514">
                        <c:v>211.404</c:v>
                      </c:pt>
                      <c:pt idx="4515">
                        <c:v>208.36099999999999</c:v>
                      </c:pt>
                      <c:pt idx="4516">
                        <c:v>208.41300000000001</c:v>
                      </c:pt>
                      <c:pt idx="4517">
                        <c:v>208.08699999999999</c:v>
                      </c:pt>
                      <c:pt idx="4518">
                        <c:v>211.33699999999999</c:v>
                      </c:pt>
                      <c:pt idx="4519">
                        <c:v>216.57</c:v>
                      </c:pt>
                      <c:pt idx="4520">
                        <c:v>218.529</c:v>
                      </c:pt>
                      <c:pt idx="4521">
                        <c:v>214.87</c:v>
                      </c:pt>
                      <c:pt idx="4522">
                        <c:v>213.45400000000001</c:v>
                      </c:pt>
                      <c:pt idx="4523">
                        <c:v>216.125</c:v>
                      </c:pt>
                      <c:pt idx="4524">
                        <c:v>214.839</c:v>
                      </c:pt>
                      <c:pt idx="4525">
                        <c:v>214.696</c:v>
                      </c:pt>
                      <c:pt idx="4526">
                        <c:v>205.46199999999999</c:v>
                      </c:pt>
                      <c:pt idx="4527">
                        <c:v>206.46</c:v>
                      </c:pt>
                      <c:pt idx="4528">
                        <c:v>205.95400000000001</c:v>
                      </c:pt>
                      <c:pt idx="4529">
                        <c:v>208.9</c:v>
                      </c:pt>
                      <c:pt idx="4530">
                        <c:v>209.73500000000001</c:v>
                      </c:pt>
                      <c:pt idx="4531">
                        <c:v>207.62</c:v>
                      </c:pt>
                      <c:pt idx="4532">
                        <c:v>205.917</c:v>
                      </c:pt>
                      <c:pt idx="4533">
                        <c:v>204.10900000000001</c:v>
                      </c:pt>
                      <c:pt idx="4534">
                        <c:v>204.41399999999999</c:v>
                      </c:pt>
                      <c:pt idx="4535">
                        <c:v>205.10400000000001</c:v>
                      </c:pt>
                      <c:pt idx="4536">
                        <c:v>216.04400000000001</c:v>
                      </c:pt>
                      <c:pt idx="4537">
                        <c:v>208.613</c:v>
                      </c:pt>
                      <c:pt idx="4538">
                        <c:v>206.226</c:v>
                      </c:pt>
                      <c:pt idx="4539">
                        <c:v>205.53800000000001</c:v>
                      </c:pt>
                      <c:pt idx="4540">
                        <c:v>204.12299999999999</c:v>
                      </c:pt>
                      <c:pt idx="4541">
                        <c:v>204.393</c:v>
                      </c:pt>
                      <c:pt idx="4542">
                        <c:v>201.91</c:v>
                      </c:pt>
                      <c:pt idx="4543">
                        <c:v>194.33199999999999</c:v>
                      </c:pt>
                      <c:pt idx="4544">
                        <c:v>194.67099999999999</c:v>
                      </c:pt>
                      <c:pt idx="4545">
                        <c:v>194.87700000000001</c:v>
                      </c:pt>
                      <c:pt idx="4546">
                        <c:v>193.61799999999999</c:v>
                      </c:pt>
                      <c:pt idx="4547">
                        <c:v>193.65700000000001</c:v>
                      </c:pt>
                      <c:pt idx="4548">
                        <c:v>195.268</c:v>
                      </c:pt>
                      <c:pt idx="4549">
                        <c:v>199.05199999999999</c:v>
                      </c:pt>
                      <c:pt idx="4550">
                        <c:v>201.35900000000001</c:v>
                      </c:pt>
                      <c:pt idx="4551">
                        <c:v>201.393</c:v>
                      </c:pt>
                      <c:pt idx="4552">
                        <c:v>202.01400000000001</c:v>
                      </c:pt>
                      <c:pt idx="4553">
                        <c:v>202.417</c:v>
                      </c:pt>
                      <c:pt idx="4554">
                        <c:v>204.00899999999999</c:v>
                      </c:pt>
                      <c:pt idx="4555">
                        <c:v>203.63800000000001</c:v>
                      </c:pt>
                      <c:pt idx="4556">
                        <c:v>205.12899999999999</c:v>
                      </c:pt>
                      <c:pt idx="4557">
                        <c:v>205.77799999999999</c:v>
                      </c:pt>
                      <c:pt idx="4558">
                        <c:v>213.851</c:v>
                      </c:pt>
                      <c:pt idx="4559">
                        <c:v>220.09299999999999</c:v>
                      </c:pt>
                      <c:pt idx="4560">
                        <c:v>219.376</c:v>
                      </c:pt>
                      <c:pt idx="4561">
                        <c:v>219.369</c:v>
                      </c:pt>
                      <c:pt idx="4562">
                        <c:v>222.67699999999999</c:v>
                      </c:pt>
                      <c:pt idx="4563">
                        <c:v>225.476</c:v>
                      </c:pt>
                      <c:pt idx="4564">
                        <c:v>230.91399999999999</c:v>
                      </c:pt>
                      <c:pt idx="4565">
                        <c:v>233.489</c:v>
                      </c:pt>
                      <c:pt idx="4566">
                        <c:v>237.465</c:v>
                      </c:pt>
                      <c:pt idx="4567">
                        <c:v>240.09299999999999</c:v>
                      </c:pt>
                      <c:pt idx="4568">
                        <c:v>241.398</c:v>
                      </c:pt>
                      <c:pt idx="4569">
                        <c:v>243.71100000000001</c:v>
                      </c:pt>
                      <c:pt idx="4570">
                        <c:v>244.3</c:v>
                      </c:pt>
                      <c:pt idx="4571">
                        <c:v>238.77</c:v>
                      </c:pt>
                      <c:pt idx="4572">
                        <c:v>236.00399999999999</c:v>
                      </c:pt>
                      <c:pt idx="4573">
                        <c:v>235.518</c:v>
                      </c:pt>
                      <c:pt idx="4574">
                        <c:v>238.84899999999999</c:v>
                      </c:pt>
                      <c:pt idx="4575">
                        <c:v>237.661</c:v>
                      </c:pt>
                      <c:pt idx="4576">
                        <c:v>233.577</c:v>
                      </c:pt>
                      <c:pt idx="4577">
                        <c:v>232.16399999999999</c:v>
                      </c:pt>
                      <c:pt idx="4578">
                        <c:v>233.48599999999999</c:v>
                      </c:pt>
                      <c:pt idx="4579">
                        <c:v>230.08699999999999</c:v>
                      </c:pt>
                      <c:pt idx="4580">
                        <c:v>226.673</c:v>
                      </c:pt>
                      <c:pt idx="4581">
                        <c:v>226.80500000000001</c:v>
                      </c:pt>
                      <c:pt idx="4582">
                        <c:v>228.52600000000001</c:v>
                      </c:pt>
                      <c:pt idx="4583">
                        <c:v>227.011</c:v>
                      </c:pt>
                      <c:pt idx="4584">
                        <c:v>224.24700000000001</c:v>
                      </c:pt>
                      <c:pt idx="4585">
                        <c:v>224.87</c:v>
                      </c:pt>
                      <c:pt idx="4586">
                        <c:v>226.91499999999999</c:v>
                      </c:pt>
                      <c:pt idx="4587">
                        <c:v>232.56</c:v>
                      </c:pt>
                      <c:pt idx="4588">
                        <c:v>237.21799999999999</c:v>
                      </c:pt>
                      <c:pt idx="4589">
                        <c:v>238.30500000000001</c:v>
                      </c:pt>
                      <c:pt idx="4590">
                        <c:v>236.768</c:v>
                      </c:pt>
                      <c:pt idx="4591">
                        <c:v>234.42599999999999</c:v>
                      </c:pt>
                      <c:pt idx="4592">
                        <c:v>233.36699999999999</c:v>
                      </c:pt>
                      <c:pt idx="4593">
                        <c:v>231.87100000000001</c:v>
                      </c:pt>
                      <c:pt idx="4594">
                        <c:v>235.221</c:v>
                      </c:pt>
                      <c:pt idx="4595">
                        <c:v>240.852</c:v>
                      </c:pt>
                      <c:pt idx="4596">
                        <c:v>242.55099999999999</c:v>
                      </c:pt>
                      <c:pt idx="4597">
                        <c:v>243.43899999999999</c:v>
                      </c:pt>
                      <c:pt idx="4598">
                        <c:v>244.70699999999999</c:v>
                      </c:pt>
                      <c:pt idx="4599">
                        <c:v>246.917</c:v>
                      </c:pt>
                      <c:pt idx="4600">
                        <c:v>250.50899999999999</c:v>
                      </c:pt>
                      <c:pt idx="4601">
                        <c:v>254.351</c:v>
                      </c:pt>
                      <c:pt idx="4602">
                        <c:v>255.01499999999999</c:v>
                      </c:pt>
                      <c:pt idx="4603">
                        <c:v>257.75799999999998</c:v>
                      </c:pt>
                      <c:pt idx="4604">
                        <c:v>264.166</c:v>
                      </c:pt>
                      <c:pt idx="4605">
                        <c:v>269.45499999999998</c:v>
                      </c:pt>
                      <c:pt idx="4606">
                        <c:v>269.34899999999999</c:v>
                      </c:pt>
                      <c:pt idx="4607">
                        <c:v>285.70800000000003</c:v>
                      </c:pt>
                      <c:pt idx="4608">
                        <c:v>292.83800000000002</c:v>
                      </c:pt>
                      <c:pt idx="4609">
                        <c:v>298.70800000000003</c:v>
                      </c:pt>
                      <c:pt idx="4610">
                        <c:v>291.82100000000003</c:v>
                      </c:pt>
                      <c:pt idx="4611">
                        <c:v>283.04500000000002</c:v>
                      </c:pt>
                      <c:pt idx="4612">
                        <c:v>280.72800000000001</c:v>
                      </c:pt>
                      <c:pt idx="4613">
                        <c:v>279.16300000000001</c:v>
                      </c:pt>
                      <c:pt idx="4614">
                        <c:v>272.92399999999998</c:v>
                      </c:pt>
                      <c:pt idx="4615">
                        <c:v>270.214</c:v>
                      </c:pt>
                      <c:pt idx="4616">
                        <c:v>273.63299999999998</c:v>
                      </c:pt>
                      <c:pt idx="4617">
                        <c:v>274.72899999999998</c:v>
                      </c:pt>
                      <c:pt idx="4618">
                        <c:v>276.16899999999998</c:v>
                      </c:pt>
                      <c:pt idx="4619">
                        <c:v>279.86399999999998</c:v>
                      </c:pt>
                      <c:pt idx="4620">
                        <c:v>281.71899999999999</c:v>
                      </c:pt>
                      <c:pt idx="4621">
                        <c:v>282.94900000000001</c:v>
                      </c:pt>
                      <c:pt idx="4622">
                        <c:v>284.53100000000001</c:v>
                      </c:pt>
                      <c:pt idx="4623">
                        <c:v>287.31200000000001</c:v>
                      </c:pt>
                      <c:pt idx="4624">
                        <c:v>286.43799999999999</c:v>
                      </c:pt>
                      <c:pt idx="4625">
                        <c:v>284.72800000000001</c:v>
                      </c:pt>
                      <c:pt idx="4626">
                        <c:v>283.42700000000002</c:v>
                      </c:pt>
                      <c:pt idx="4627">
                        <c:v>281.26</c:v>
                      </c:pt>
                      <c:pt idx="4628">
                        <c:v>282.33999999999997</c:v>
                      </c:pt>
                      <c:pt idx="4629">
                        <c:v>279.81799999999998</c:v>
                      </c:pt>
                      <c:pt idx="4630">
                        <c:v>279.17099999999999</c:v>
                      </c:pt>
                      <c:pt idx="4631">
                        <c:v>277.00099999999998</c:v>
                      </c:pt>
                      <c:pt idx="4632">
                        <c:v>277.95999999999998</c:v>
                      </c:pt>
                      <c:pt idx="4633">
                        <c:v>273.05799999999999</c:v>
                      </c:pt>
                      <c:pt idx="4634">
                        <c:v>272.548</c:v>
                      </c:pt>
                      <c:pt idx="4635">
                        <c:v>275.34300000000002</c:v>
                      </c:pt>
                      <c:pt idx="4636">
                        <c:v>273.79399999999998</c:v>
                      </c:pt>
                      <c:pt idx="4637">
                        <c:v>274.54500000000002</c:v>
                      </c:pt>
                      <c:pt idx="4638">
                        <c:v>274.97500000000002</c:v>
                      </c:pt>
                      <c:pt idx="4639">
                        <c:v>274.40199999999999</c:v>
                      </c:pt>
                      <c:pt idx="4640">
                        <c:v>273.27499999999998</c:v>
                      </c:pt>
                      <c:pt idx="4641">
                        <c:v>275.92599999999999</c:v>
                      </c:pt>
                      <c:pt idx="4642">
                        <c:v>276.916</c:v>
                      </c:pt>
                      <c:pt idx="4643">
                        <c:v>277.44900000000001</c:v>
                      </c:pt>
                      <c:pt idx="4644">
                        <c:v>278.21800000000002</c:v>
                      </c:pt>
                      <c:pt idx="4645">
                        <c:v>278.25599999999997</c:v>
                      </c:pt>
                      <c:pt idx="4646">
                        <c:v>277.88200000000001</c:v>
                      </c:pt>
                      <c:pt idx="4647">
                        <c:v>279.64400000000001</c:v>
                      </c:pt>
                      <c:pt idx="4648">
                        <c:v>281.66699999999997</c:v>
                      </c:pt>
                      <c:pt idx="4649">
                        <c:v>281.62</c:v>
                      </c:pt>
                      <c:pt idx="4650">
                        <c:v>282.56400000000002</c:v>
                      </c:pt>
                      <c:pt idx="4651">
                        <c:v>285.14800000000002</c:v>
                      </c:pt>
                      <c:pt idx="4652">
                        <c:v>289.60300000000001</c:v>
                      </c:pt>
                      <c:pt idx="4653">
                        <c:v>290.13099999999997</c:v>
                      </c:pt>
                      <c:pt idx="4654">
                        <c:v>289.62299999999999</c:v>
                      </c:pt>
                      <c:pt idx="4655">
                        <c:v>288.93299999999999</c:v>
                      </c:pt>
                      <c:pt idx="4656">
                        <c:v>291.72399999999999</c:v>
                      </c:pt>
                      <c:pt idx="4657">
                        <c:v>295.42899999999997</c:v>
                      </c:pt>
                      <c:pt idx="4658">
                        <c:v>297.88299999999998</c:v>
                      </c:pt>
                      <c:pt idx="4659">
                        <c:v>298.09500000000003</c:v>
                      </c:pt>
                      <c:pt idx="4660">
                        <c:v>295.43</c:v>
                      </c:pt>
                      <c:pt idx="4661">
                        <c:v>294.65699999999998</c:v>
                      </c:pt>
                      <c:pt idx="4662">
                        <c:v>296.64999999999998</c:v>
                      </c:pt>
                      <c:pt idx="4663">
                        <c:v>297.68700000000001</c:v>
                      </c:pt>
                      <c:pt idx="4664">
                        <c:v>293.72500000000002</c:v>
                      </c:pt>
                      <c:pt idx="4665">
                        <c:v>292.89</c:v>
                      </c:pt>
                      <c:pt idx="4666">
                        <c:v>296.7</c:v>
                      </c:pt>
                      <c:pt idx="4667">
                        <c:v>300.988</c:v>
                      </c:pt>
                      <c:pt idx="4668">
                        <c:v>301.774</c:v>
                      </c:pt>
                      <c:pt idx="4669">
                        <c:v>302.51499999999999</c:v>
                      </c:pt>
                      <c:pt idx="4670">
                        <c:v>306.31400000000002</c:v>
                      </c:pt>
                      <c:pt idx="4671">
                        <c:v>304.40300000000002</c:v>
                      </c:pt>
                      <c:pt idx="4672">
                        <c:v>298.52199999999999</c:v>
                      </c:pt>
                      <c:pt idx="4673">
                        <c:v>298.85300000000001</c:v>
                      </c:pt>
                      <c:pt idx="4674">
                        <c:v>299.84100000000001</c:v>
                      </c:pt>
                      <c:pt idx="4675">
                        <c:v>298.03399999999999</c:v>
                      </c:pt>
                      <c:pt idx="4676">
                        <c:v>295.69900000000001</c:v>
                      </c:pt>
                      <c:pt idx="4677">
                        <c:v>298.56400000000002</c:v>
                      </c:pt>
                      <c:pt idx="4678">
                        <c:v>302.95600000000002</c:v>
                      </c:pt>
                      <c:pt idx="4679">
                        <c:v>299.48399999999998</c:v>
                      </c:pt>
                      <c:pt idx="4680">
                        <c:v>286.99</c:v>
                      </c:pt>
                      <c:pt idx="4681">
                        <c:v>283.149</c:v>
                      </c:pt>
                      <c:pt idx="4682">
                        <c:v>288.101</c:v>
                      </c:pt>
                      <c:pt idx="4683">
                        <c:v>288.29599999999999</c:v>
                      </c:pt>
                      <c:pt idx="4684">
                        <c:v>277.697</c:v>
                      </c:pt>
                      <c:pt idx="4685">
                        <c:v>265.93900000000002</c:v>
                      </c:pt>
                      <c:pt idx="4686">
                        <c:v>253.25299999999999</c:v>
                      </c:pt>
                      <c:pt idx="4687">
                        <c:v>249.33500000000001</c:v>
                      </c:pt>
                      <c:pt idx="4688">
                        <c:v>259.66800000000001</c:v>
                      </c:pt>
                      <c:pt idx="4689">
                        <c:v>273.89</c:v>
                      </c:pt>
                      <c:pt idx="4690">
                        <c:v>276.18700000000001</c:v>
                      </c:pt>
                      <c:pt idx="4691">
                        <c:v>272.93099999999998</c:v>
                      </c:pt>
                      <c:pt idx="4692">
                        <c:v>268.52999999999997</c:v>
                      </c:pt>
                      <c:pt idx="4693">
                        <c:v>266.52600000000001</c:v>
                      </c:pt>
                      <c:pt idx="4694">
                        <c:v>257.20299999999997</c:v>
                      </c:pt>
                      <c:pt idx="4695">
                        <c:v>256.99200000000002</c:v>
                      </c:pt>
                      <c:pt idx="4696">
                        <c:v>263.10500000000002</c:v>
                      </c:pt>
                      <c:pt idx="4697">
                        <c:v>265.22899999999998</c:v>
                      </c:pt>
                      <c:pt idx="4698">
                        <c:v>256.31299999999999</c:v>
                      </c:pt>
                      <c:pt idx="4699">
                        <c:v>254.56399999999999</c:v>
                      </c:pt>
                      <c:pt idx="4700">
                        <c:v>258.08699999999999</c:v>
                      </c:pt>
                      <c:pt idx="4701">
                        <c:v>259.39600000000002</c:v>
                      </c:pt>
                      <c:pt idx="4702">
                        <c:v>262.23200000000003</c:v>
                      </c:pt>
                      <c:pt idx="4703">
                        <c:v>268.50099999999998</c:v>
                      </c:pt>
                      <c:pt idx="4704">
                        <c:v>272.24599999999998</c:v>
                      </c:pt>
                      <c:pt idx="4705">
                        <c:v>276.71600000000001</c:v>
                      </c:pt>
                      <c:pt idx="4706">
                        <c:v>282.39699999999999</c:v>
                      </c:pt>
                      <c:pt idx="4707">
                        <c:v>284.43099999999998</c:v>
                      </c:pt>
                      <c:pt idx="4708">
                        <c:v>284.39800000000002</c:v>
                      </c:pt>
                      <c:pt idx="4709">
                        <c:v>287.83800000000002</c:v>
                      </c:pt>
                      <c:pt idx="4710">
                        <c:v>287.827</c:v>
                      </c:pt>
                      <c:pt idx="4711">
                        <c:v>288.75700000000001</c:v>
                      </c:pt>
                      <c:pt idx="4712">
                        <c:v>300.77800000000002</c:v>
                      </c:pt>
                      <c:pt idx="4713">
                        <c:v>303.09100000000001</c:v>
                      </c:pt>
                      <c:pt idx="4714">
                        <c:v>304.94499999999999</c:v>
                      </c:pt>
                      <c:pt idx="4715">
                        <c:v>307.73700000000002</c:v>
                      </c:pt>
                      <c:pt idx="4716">
                        <c:v>304.66899999999998</c:v>
                      </c:pt>
                      <c:pt idx="4717">
                        <c:v>313.51100000000002</c:v>
                      </c:pt>
                      <c:pt idx="4718">
                        <c:v>322.43299999999999</c:v>
                      </c:pt>
                      <c:pt idx="4719">
                        <c:v>332.10899999999998</c:v>
                      </c:pt>
                      <c:pt idx="4720">
                        <c:v>327.53699999999998</c:v>
                      </c:pt>
                      <c:pt idx="4721">
                        <c:v>325.66899999999998</c:v>
                      </c:pt>
                      <c:pt idx="4722">
                        <c:v>332.50900000000001</c:v>
                      </c:pt>
                      <c:pt idx="4723">
                        <c:v>341.97</c:v>
                      </c:pt>
                      <c:pt idx="4724">
                        <c:v>343.72199999999998</c:v>
                      </c:pt>
                      <c:pt idx="4725">
                        <c:v>346.13900000000001</c:v>
                      </c:pt>
                      <c:pt idx="4726">
                        <c:v>346.69200000000001</c:v>
                      </c:pt>
                      <c:pt idx="4727">
                        <c:v>341.90300000000002</c:v>
                      </c:pt>
                      <c:pt idx="4728">
                        <c:v>345.78500000000003</c:v>
                      </c:pt>
                      <c:pt idx="4729">
                        <c:v>345.20499999999998</c:v>
                      </c:pt>
                      <c:pt idx="4730">
                        <c:v>350.85500000000002</c:v>
                      </c:pt>
                      <c:pt idx="4731">
                        <c:v>354.48700000000002</c:v>
                      </c:pt>
                      <c:pt idx="4732">
                        <c:v>352.89299999999997</c:v>
                      </c:pt>
                      <c:pt idx="4733">
                        <c:v>343.60899999999998</c:v>
                      </c:pt>
                      <c:pt idx="4734">
                        <c:v>337.69</c:v>
                      </c:pt>
                      <c:pt idx="4735">
                        <c:v>324.18</c:v>
                      </c:pt>
                      <c:pt idx="4736">
                        <c:v>318.33199999999999</c:v>
                      </c:pt>
                      <c:pt idx="4737">
                        <c:v>317.64400000000001</c:v>
                      </c:pt>
                      <c:pt idx="4738">
                        <c:v>317.601</c:v>
                      </c:pt>
                      <c:pt idx="4739">
                        <c:v>307.67200000000003</c:v>
                      </c:pt>
                      <c:pt idx="4740">
                        <c:v>299.33699999999999</c:v>
                      </c:pt>
                      <c:pt idx="4741">
                        <c:v>294.351</c:v>
                      </c:pt>
                      <c:pt idx="4742">
                        <c:v>293.07100000000003</c:v>
                      </c:pt>
                      <c:pt idx="4743">
                        <c:v>299.00200000000001</c:v>
                      </c:pt>
                      <c:pt idx="4744">
                        <c:v>308.72199999999998</c:v>
                      </c:pt>
                      <c:pt idx="4745">
                        <c:v>318.99200000000002</c:v>
                      </c:pt>
                      <c:pt idx="4746">
                        <c:v>333.786</c:v>
                      </c:pt>
                      <c:pt idx="4747">
                        <c:v>347.36200000000002</c:v>
                      </c:pt>
                      <c:pt idx="4748">
                        <c:v>362.33600000000001</c:v>
                      </c:pt>
                      <c:pt idx="4749">
                        <c:v>366.56700000000001</c:v>
                      </c:pt>
                      <c:pt idx="4750">
                        <c:v>354.65</c:v>
                      </c:pt>
                      <c:pt idx="4751">
                        <c:v>352.59500000000003</c:v>
                      </c:pt>
                      <c:pt idx="4752">
                        <c:v>354.077</c:v>
                      </c:pt>
                      <c:pt idx="4753">
                        <c:v>349.31799999999998</c:v>
                      </c:pt>
                      <c:pt idx="4754">
                        <c:v>351.22899999999998</c:v>
                      </c:pt>
                      <c:pt idx="4755">
                        <c:v>359.435</c:v>
                      </c:pt>
                      <c:pt idx="4756">
                        <c:v>369.63400000000001</c:v>
                      </c:pt>
                      <c:pt idx="4757">
                        <c:v>369.54599999999999</c:v>
                      </c:pt>
                      <c:pt idx="4758">
                        <c:v>368.33199999999999</c:v>
                      </c:pt>
                      <c:pt idx="4759">
                        <c:v>378.22199999999998</c:v>
                      </c:pt>
                      <c:pt idx="4760">
                        <c:v>387.84100000000001</c:v>
                      </c:pt>
                      <c:pt idx="4761">
                        <c:v>386.15699999999998</c:v>
                      </c:pt>
                      <c:pt idx="4762">
                        <c:v>386.15699999999998</c:v>
                      </c:pt>
                      <c:pt idx="4763">
                        <c:v>392.58800000000002</c:v>
                      </c:pt>
                      <c:pt idx="4764">
                        <c:v>393.47399999999999</c:v>
                      </c:pt>
                      <c:pt idx="4765">
                        <c:v>385.55</c:v>
                      </c:pt>
                      <c:pt idx="4766">
                        <c:v>378.43400000000003</c:v>
                      </c:pt>
                      <c:pt idx="4767">
                        <c:v>384.34199999999998</c:v>
                      </c:pt>
                      <c:pt idx="4768">
                        <c:v>395.94200000000001</c:v>
                      </c:pt>
                      <c:pt idx="4769">
                        <c:v>407.142</c:v>
                      </c:pt>
                      <c:pt idx="4770">
                        <c:v>420.50099999999998</c:v>
                      </c:pt>
                      <c:pt idx="4771">
                        <c:v>420.79</c:v>
                      </c:pt>
                      <c:pt idx="4772">
                        <c:v>416.26900000000001</c:v>
                      </c:pt>
                      <c:pt idx="4773">
                        <c:v>399.82600000000002</c:v>
                      </c:pt>
                      <c:pt idx="4774">
                        <c:v>383.30799999999999</c:v>
                      </c:pt>
                      <c:pt idx="4775">
                        <c:v>377.428</c:v>
                      </c:pt>
                      <c:pt idx="4776">
                        <c:v>380.34399999999999</c:v>
                      </c:pt>
                      <c:pt idx="4777">
                        <c:v>377.78199999999998</c:v>
                      </c:pt>
                      <c:pt idx="4778">
                        <c:v>382.173</c:v>
                      </c:pt>
                      <c:pt idx="4779">
                        <c:v>376.67599999999999</c:v>
                      </c:pt>
                      <c:pt idx="4780">
                        <c:v>361.887</c:v>
                      </c:pt>
                      <c:pt idx="4781">
                        <c:v>351.97699999999998</c:v>
                      </c:pt>
                      <c:pt idx="4782">
                        <c:v>353.07299999999998</c:v>
                      </c:pt>
                      <c:pt idx="4783">
                        <c:v>356.75299999999999</c:v>
                      </c:pt>
                      <c:pt idx="4784">
                        <c:v>357.428</c:v>
                      </c:pt>
                      <c:pt idx="4785">
                        <c:v>351.21199999999999</c:v>
                      </c:pt>
                      <c:pt idx="4786">
                        <c:v>350.82900000000001</c:v>
                      </c:pt>
                      <c:pt idx="4787">
                        <c:v>344.39</c:v>
                      </c:pt>
                      <c:pt idx="4788">
                        <c:v>345.59699999999998</c:v>
                      </c:pt>
                      <c:pt idx="4789">
                        <c:v>333.14</c:v>
                      </c:pt>
                      <c:pt idx="4790">
                        <c:v>323.053</c:v>
                      </c:pt>
                      <c:pt idx="4791">
                        <c:v>316.10199999999998</c:v>
                      </c:pt>
                      <c:pt idx="4792">
                        <c:v>312.56099999999998</c:v>
                      </c:pt>
                      <c:pt idx="4793">
                        <c:v>314.59899999999999</c:v>
                      </c:pt>
                      <c:pt idx="4794">
                        <c:v>320.95</c:v>
                      </c:pt>
                      <c:pt idx="4795">
                        <c:v>329.6</c:v>
                      </c:pt>
                      <c:pt idx="4796">
                        <c:v>349.11099999999999</c:v>
                      </c:pt>
                      <c:pt idx="4797">
                        <c:v>355.92200000000003</c:v>
                      </c:pt>
                      <c:pt idx="4798">
                        <c:v>355.62599999999998</c:v>
                      </c:pt>
                      <c:pt idx="4799">
                        <c:v>346.42399999999998</c:v>
                      </c:pt>
                      <c:pt idx="4800">
                        <c:v>342.91899999999998</c:v>
                      </c:pt>
                      <c:pt idx="4801">
                        <c:v>348.31299999999999</c:v>
                      </c:pt>
                      <c:pt idx="4802">
                        <c:v>353.26799999999997</c:v>
                      </c:pt>
                      <c:pt idx="4803">
                        <c:v>362.95100000000002</c:v>
                      </c:pt>
                      <c:pt idx="4804">
                        <c:v>369.13600000000002</c:v>
                      </c:pt>
                      <c:pt idx="4805">
                        <c:v>368.09500000000003</c:v>
                      </c:pt>
                      <c:pt idx="4806">
                        <c:v>362.21100000000001</c:v>
                      </c:pt>
                      <c:pt idx="4807">
                        <c:v>365.392</c:v>
                      </c:pt>
                      <c:pt idx="4808">
                        <c:v>358.98899999999998</c:v>
                      </c:pt>
                      <c:pt idx="4809">
                        <c:v>349.93200000000002</c:v>
                      </c:pt>
                      <c:pt idx="4810">
                        <c:v>342.79899999999998</c:v>
                      </c:pt>
                      <c:pt idx="4811">
                        <c:v>335.78800000000001</c:v>
                      </c:pt>
                      <c:pt idx="4812">
                        <c:v>329.03899999999999</c:v>
                      </c:pt>
                      <c:pt idx="4813">
                        <c:v>339.58199999999999</c:v>
                      </c:pt>
                      <c:pt idx="4814">
                        <c:v>343.65300000000002</c:v>
                      </c:pt>
                      <c:pt idx="4815">
                        <c:v>344.72899999999998</c:v>
                      </c:pt>
                      <c:pt idx="4816">
                        <c:v>350.26400000000001</c:v>
                      </c:pt>
                      <c:pt idx="4817">
                        <c:v>348.09</c:v>
                      </c:pt>
                      <c:pt idx="4818">
                        <c:v>370.03</c:v>
                      </c:pt>
                      <c:pt idx="4819">
                        <c:v>377.399</c:v>
                      </c:pt>
                      <c:pt idx="4820">
                        <c:v>383.37099999999998</c:v>
                      </c:pt>
                      <c:pt idx="4821">
                        <c:v>397.41699999999997</c:v>
                      </c:pt>
                      <c:pt idx="4822">
                        <c:v>409.84</c:v>
                      </c:pt>
                      <c:pt idx="4823">
                        <c:v>435.709</c:v>
                      </c:pt>
                      <c:pt idx="4824">
                        <c:v>426.51799999999997</c:v>
                      </c:pt>
                      <c:pt idx="4825">
                        <c:v>427.96600000000001</c:v>
                      </c:pt>
                      <c:pt idx="4826">
                        <c:v>429.01</c:v>
                      </c:pt>
                      <c:pt idx="4827">
                        <c:v>417.84199999999998</c:v>
                      </c:pt>
                      <c:pt idx="4828">
                        <c:v>403.26400000000001</c:v>
                      </c:pt>
                      <c:pt idx="4829">
                        <c:v>402.71600000000001</c:v>
                      </c:pt>
                      <c:pt idx="4830">
                        <c:v>407.721</c:v>
                      </c:pt>
                      <c:pt idx="4831">
                        <c:v>422.63200000000001</c:v>
                      </c:pt>
                      <c:pt idx="4832">
                        <c:v>432.322</c:v>
                      </c:pt>
                      <c:pt idx="4833">
                        <c:v>432.22500000000002</c:v>
                      </c:pt>
                      <c:pt idx="4834">
                        <c:v>436.64</c:v>
                      </c:pt>
                      <c:pt idx="4835">
                        <c:v>439.21699999999998</c:v>
                      </c:pt>
                      <c:pt idx="4836">
                        <c:v>454.125</c:v>
                      </c:pt>
                      <c:pt idx="4837">
                        <c:v>459.13499999999999</c:v>
                      </c:pt>
                      <c:pt idx="4838">
                        <c:v>456.28500000000003</c:v>
                      </c:pt>
                      <c:pt idx="4839">
                        <c:v>463.34199999999998</c:v>
                      </c:pt>
                      <c:pt idx="4840">
                        <c:v>471.42099999999999</c:v>
                      </c:pt>
                      <c:pt idx="4841">
                        <c:v>475.07799999999997</c:v>
                      </c:pt>
                      <c:pt idx="4842">
                        <c:v>471.57799999999997</c:v>
                      </c:pt>
                      <c:pt idx="4843">
                        <c:v>461.04</c:v>
                      </c:pt>
                      <c:pt idx="4844">
                        <c:v>449.44900000000001</c:v>
                      </c:pt>
                      <c:pt idx="4845">
                        <c:v>433.33600000000001</c:v>
                      </c:pt>
                      <c:pt idx="4846">
                        <c:v>427.428</c:v>
                      </c:pt>
                      <c:pt idx="4847">
                        <c:v>435.25299999999999</c:v>
                      </c:pt>
                      <c:pt idx="4848">
                        <c:v>441.71800000000002</c:v>
                      </c:pt>
                      <c:pt idx="4849">
                        <c:v>449.23399999999998</c:v>
                      </c:pt>
                      <c:pt idx="4850">
                        <c:v>462.60599999999999</c:v>
                      </c:pt>
                      <c:pt idx="4851">
                        <c:v>455.58800000000002</c:v>
                      </c:pt>
                      <c:pt idx="4852">
                        <c:v>440.19799999999998</c:v>
                      </c:pt>
                      <c:pt idx="4853">
                        <c:v>424.94200000000001</c:v>
                      </c:pt>
                      <c:pt idx="4854">
                        <c:v>423.22699999999998</c:v>
                      </c:pt>
                      <c:pt idx="4855">
                        <c:v>397.12599999999998</c:v>
                      </c:pt>
                      <c:pt idx="4856">
                        <c:v>382.048</c:v>
                      </c:pt>
                      <c:pt idx="4857">
                        <c:v>377.68</c:v>
                      </c:pt>
                      <c:pt idx="4858">
                        <c:v>372.476</c:v>
                      </c:pt>
                      <c:pt idx="4859">
                        <c:v>378.33800000000002</c:v>
                      </c:pt>
                      <c:pt idx="4860">
                        <c:v>385.85700000000003</c:v>
                      </c:pt>
                      <c:pt idx="4861">
                        <c:v>387.95800000000003</c:v>
                      </c:pt>
                      <c:pt idx="4862">
                        <c:v>389.524</c:v>
                      </c:pt>
                      <c:pt idx="4863">
                        <c:v>383.97399999999999</c:v>
                      </c:pt>
                      <c:pt idx="4864">
                        <c:v>375.99200000000002</c:v>
                      </c:pt>
                      <c:pt idx="4865">
                        <c:v>372.91</c:v>
                      </c:pt>
                      <c:pt idx="4866">
                        <c:v>371.63</c:v>
                      </c:pt>
                      <c:pt idx="4867">
                        <c:v>379.34899999999999</c:v>
                      </c:pt>
                      <c:pt idx="4868">
                        <c:v>380.61200000000002</c:v>
                      </c:pt>
                      <c:pt idx="4869">
                        <c:v>371.69299999999998</c:v>
                      </c:pt>
                      <c:pt idx="4870">
                        <c:v>364.83699999999999</c:v>
                      </c:pt>
                      <c:pt idx="4871">
                        <c:v>353.214</c:v>
                      </c:pt>
                      <c:pt idx="4872">
                        <c:v>357.72699999999998</c:v>
                      </c:pt>
                      <c:pt idx="4873">
                        <c:v>365.26299999999998</c:v>
                      </c:pt>
                      <c:pt idx="4874">
                        <c:v>366.28199999999998</c:v>
                      </c:pt>
                      <c:pt idx="4875">
                        <c:v>357.99700000000001</c:v>
                      </c:pt>
                      <c:pt idx="4876">
                        <c:v>353.63900000000001</c:v>
                      </c:pt>
                      <c:pt idx="4877">
                        <c:v>353.37400000000002</c:v>
                      </c:pt>
                      <c:pt idx="4878">
                        <c:v>351.06799999999998</c:v>
                      </c:pt>
                      <c:pt idx="4879">
                        <c:v>348.90600000000001</c:v>
                      </c:pt>
                      <c:pt idx="4880">
                        <c:v>352.541</c:v>
                      </c:pt>
                      <c:pt idx="4881">
                        <c:v>361.70600000000002</c:v>
                      </c:pt>
                      <c:pt idx="4882">
                        <c:v>365.74700000000001</c:v>
                      </c:pt>
                      <c:pt idx="4883">
                        <c:v>368.76499999999999</c:v>
                      </c:pt>
                      <c:pt idx="4884">
                        <c:v>364.20699999999999</c:v>
                      </c:pt>
                      <c:pt idx="4885">
                        <c:v>363.93799999999999</c:v>
                      </c:pt>
                      <c:pt idx="4886">
                        <c:v>364.07600000000002</c:v>
                      </c:pt>
                      <c:pt idx="4887">
                        <c:v>362.23500000000001</c:v>
                      </c:pt>
                      <c:pt idx="4888">
                        <c:v>363.74299999999999</c:v>
                      </c:pt>
                      <c:pt idx="4889">
                        <c:v>360.36599999999999</c:v>
                      </c:pt>
                      <c:pt idx="4890">
                        <c:v>358.70100000000002</c:v>
                      </c:pt>
                      <c:pt idx="4891">
                        <c:v>357.995</c:v>
                      </c:pt>
                      <c:pt idx="4892">
                        <c:v>358.935</c:v>
                      </c:pt>
                      <c:pt idx="4893">
                        <c:v>355.22800000000001</c:v>
                      </c:pt>
                      <c:pt idx="4894">
                        <c:v>350.30599999999998</c:v>
                      </c:pt>
                      <c:pt idx="4895">
                        <c:v>353.29599999999999</c:v>
                      </c:pt>
                      <c:pt idx="4896">
                        <c:v>354.815</c:v>
                      </c:pt>
                      <c:pt idx="4897">
                        <c:v>349.697</c:v>
                      </c:pt>
                      <c:pt idx="4898">
                        <c:v>355.96899999999999</c:v>
                      </c:pt>
                      <c:pt idx="4899">
                        <c:v>356.07799999999997</c:v>
                      </c:pt>
                      <c:pt idx="4900">
                        <c:v>351.935</c:v>
                      </c:pt>
                      <c:pt idx="4901">
                        <c:v>349.87799999999999</c:v>
                      </c:pt>
                      <c:pt idx="4902">
                        <c:v>350.04199999999997</c:v>
                      </c:pt>
                      <c:pt idx="4903">
                        <c:v>352.74299999999999</c:v>
                      </c:pt>
                      <c:pt idx="4904">
                        <c:v>350.13200000000001</c:v>
                      </c:pt>
                      <c:pt idx="4905">
                        <c:v>352.30099999999999</c:v>
                      </c:pt>
                      <c:pt idx="4906">
                        <c:v>352.61500000000001</c:v>
                      </c:pt>
                      <c:pt idx="4907">
                        <c:v>349.55099999999999</c:v>
                      </c:pt>
                      <c:pt idx="4908">
                        <c:v>347.36200000000002</c:v>
                      </c:pt>
                      <c:pt idx="4909">
                        <c:v>345.88099999999997</c:v>
                      </c:pt>
                      <c:pt idx="4910">
                        <c:v>345.24900000000002</c:v>
                      </c:pt>
                      <c:pt idx="4911">
                        <c:v>346.69099999999997</c:v>
                      </c:pt>
                      <c:pt idx="4912">
                        <c:v>353.67200000000003</c:v>
                      </c:pt>
                      <c:pt idx="4913">
                        <c:v>355.25</c:v>
                      </c:pt>
                      <c:pt idx="4914">
                        <c:v>351.01299999999998</c:v>
                      </c:pt>
                      <c:pt idx="4915">
                        <c:v>338.4</c:v>
                      </c:pt>
                      <c:pt idx="4916">
                        <c:v>341.63499999999999</c:v>
                      </c:pt>
                      <c:pt idx="4917">
                        <c:v>349.13600000000002</c:v>
                      </c:pt>
                      <c:pt idx="4918">
                        <c:v>349.39600000000002</c:v>
                      </c:pt>
                      <c:pt idx="4919">
                        <c:v>353.35199999999998</c:v>
                      </c:pt>
                      <c:pt idx="4920">
                        <c:v>355.072</c:v>
                      </c:pt>
                      <c:pt idx="4921">
                        <c:v>361.58199999999999</c:v>
                      </c:pt>
                      <c:pt idx="4922">
                        <c:v>362.46600000000001</c:v>
                      </c:pt>
                      <c:pt idx="4923">
                        <c:v>360.09500000000003</c:v>
                      </c:pt>
                      <c:pt idx="4924">
                        <c:v>361.00099999999998</c:v>
                      </c:pt>
                      <c:pt idx="4925">
                        <c:v>363.99</c:v>
                      </c:pt>
                      <c:pt idx="4926">
                        <c:v>378.29</c:v>
                      </c:pt>
                      <c:pt idx="4927">
                        <c:v>378.815</c:v>
                      </c:pt>
                      <c:pt idx="4928">
                        <c:v>387.75099999999998</c:v>
                      </c:pt>
                      <c:pt idx="4929">
                        <c:v>386.714</c:v>
                      </c:pt>
                      <c:pt idx="4930">
                        <c:v>379.73700000000002</c:v>
                      </c:pt>
                      <c:pt idx="4931">
                        <c:v>377.06900000000002</c:v>
                      </c:pt>
                      <c:pt idx="4932">
                        <c:v>376.71499999999997</c:v>
                      </c:pt>
                      <c:pt idx="4933">
                        <c:v>379.00400000000002</c:v>
                      </c:pt>
                      <c:pt idx="4934">
                        <c:v>376.851</c:v>
                      </c:pt>
                      <c:pt idx="4935">
                        <c:v>376.93400000000003</c:v>
                      </c:pt>
                      <c:pt idx="4936">
                        <c:v>365.18700000000001</c:v>
                      </c:pt>
                      <c:pt idx="4937">
                        <c:v>352.93599999999998</c:v>
                      </c:pt>
                      <c:pt idx="4938">
                        <c:v>357.678</c:v>
                      </c:pt>
                      <c:pt idx="4939">
                        <c:v>364.13600000000002</c:v>
                      </c:pt>
                      <c:pt idx="4940">
                        <c:v>371.83100000000002</c:v>
                      </c:pt>
                      <c:pt idx="4941">
                        <c:v>382.32499999999999</c:v>
                      </c:pt>
                      <c:pt idx="4942">
                        <c:v>399.55700000000002</c:v>
                      </c:pt>
                      <c:pt idx="4943">
                        <c:v>404.64699999999999</c:v>
                      </c:pt>
                      <c:pt idx="4944">
                        <c:v>417.23399999999998</c:v>
                      </c:pt>
                      <c:pt idx="4945">
                        <c:v>416.44900000000001</c:v>
                      </c:pt>
                      <c:pt idx="4946">
                        <c:v>422.77699999999999</c:v>
                      </c:pt>
                      <c:pt idx="4947">
                        <c:v>457.56599999999997</c:v>
                      </c:pt>
                      <c:pt idx="4948">
                        <c:v>438.82</c:v>
                      </c:pt>
                      <c:pt idx="4949">
                        <c:v>429.91300000000001</c:v>
                      </c:pt>
                      <c:pt idx="4950">
                        <c:v>426.18799999999999</c:v>
                      </c:pt>
                      <c:pt idx="4951">
                        <c:v>425.28300000000002</c:v>
                      </c:pt>
                      <c:pt idx="4952">
                        <c:v>416.8</c:v>
                      </c:pt>
                      <c:pt idx="4953">
                        <c:v>413.56900000000002</c:v>
                      </c:pt>
                      <c:pt idx="4954">
                        <c:v>403.94499999999999</c:v>
                      </c:pt>
                      <c:pt idx="4955">
                        <c:v>393.839</c:v>
                      </c:pt>
                      <c:pt idx="4956">
                        <c:v>386.10899999999998</c:v>
                      </c:pt>
                      <c:pt idx="4957">
                        <c:v>381.89299999999997</c:v>
                      </c:pt>
                      <c:pt idx="4958">
                        <c:v>385.66199999999998</c:v>
                      </c:pt>
                      <c:pt idx="4959">
                        <c:v>392.96499999999997</c:v>
                      </c:pt>
                      <c:pt idx="4960">
                        <c:v>395.79899999999998</c:v>
                      </c:pt>
                      <c:pt idx="4961">
                        <c:v>396.27300000000002</c:v>
                      </c:pt>
                      <c:pt idx="4962">
                        <c:v>397.745</c:v>
                      </c:pt>
                      <c:pt idx="4963">
                        <c:v>392.447</c:v>
                      </c:pt>
                      <c:pt idx="4964">
                        <c:v>387.42899999999997</c:v>
                      </c:pt>
                      <c:pt idx="4965">
                        <c:v>383.09800000000001</c:v>
                      </c:pt>
                      <c:pt idx="4966">
                        <c:v>379.54</c:v>
                      </c:pt>
                      <c:pt idx="4967">
                        <c:v>379.60399999999998</c:v>
                      </c:pt>
                      <c:pt idx="4968">
                        <c:v>380.24200000000002</c:v>
                      </c:pt>
                      <c:pt idx="4969">
                        <c:v>382.50400000000002</c:v>
                      </c:pt>
                      <c:pt idx="4970">
                        <c:v>385.57600000000002</c:v>
                      </c:pt>
                      <c:pt idx="4971">
                        <c:v>384.68400000000003</c:v>
                      </c:pt>
                      <c:pt idx="4972">
                        <c:v>382.52800000000002</c:v>
                      </c:pt>
                      <c:pt idx="4973">
                        <c:v>382.46</c:v>
                      </c:pt>
                      <c:pt idx="4974">
                        <c:v>390.83800000000002</c:v>
                      </c:pt>
                      <c:pt idx="4975">
                        <c:v>406.56700000000001</c:v>
                      </c:pt>
                      <c:pt idx="4976">
                        <c:v>398.613</c:v>
                      </c:pt>
                      <c:pt idx="4977">
                        <c:v>395.53699999999998</c:v>
                      </c:pt>
                      <c:pt idx="4978">
                        <c:v>398.43799999999999</c:v>
                      </c:pt>
                      <c:pt idx="4979">
                        <c:v>401.12799999999999</c:v>
                      </c:pt>
                      <c:pt idx="4980">
                        <c:v>408.221</c:v>
                      </c:pt>
                      <c:pt idx="4981">
                        <c:v>407.15499999999997</c:v>
                      </c:pt>
                      <c:pt idx="4982">
                        <c:v>405.923</c:v>
                      </c:pt>
                      <c:pt idx="4983">
                        <c:v>410.12</c:v>
                      </c:pt>
                      <c:pt idx="4984">
                        <c:v>408.32400000000001</c:v>
                      </c:pt>
                      <c:pt idx="4985">
                        <c:v>402.863</c:v>
                      </c:pt>
                      <c:pt idx="4986">
                        <c:v>401.75099999999998</c:v>
                      </c:pt>
                      <c:pt idx="4987">
                        <c:v>402.38400000000001</c:v>
                      </c:pt>
                      <c:pt idx="4988">
                        <c:v>403.76100000000002</c:v>
                      </c:pt>
                      <c:pt idx="4989">
                        <c:v>398.58100000000002</c:v>
                      </c:pt>
                      <c:pt idx="4990">
                        <c:v>389.91800000000001</c:v>
                      </c:pt>
                      <c:pt idx="4991">
                        <c:v>389.12900000000002</c:v>
                      </c:pt>
                      <c:pt idx="4992">
                        <c:v>387.10399999999998</c:v>
                      </c:pt>
                      <c:pt idx="4993">
                        <c:v>387.07</c:v>
                      </c:pt>
                      <c:pt idx="4994">
                        <c:v>388.702</c:v>
                      </c:pt>
                      <c:pt idx="4995">
                        <c:v>387.09699999999998</c:v>
                      </c:pt>
                      <c:pt idx="4996">
                        <c:v>382.25799999999998</c:v>
                      </c:pt>
                      <c:pt idx="4997">
                        <c:v>380.17</c:v>
                      </c:pt>
                      <c:pt idx="4998">
                        <c:v>382.036</c:v>
                      </c:pt>
                      <c:pt idx="4999">
                        <c:v>382.33800000000002</c:v>
                      </c:pt>
                      <c:pt idx="5000">
                        <c:v>380.23399999999998</c:v>
                      </c:pt>
                      <c:pt idx="5001">
                        <c:v>375.416</c:v>
                      </c:pt>
                      <c:pt idx="5002">
                        <c:v>370.30399999999997</c:v>
                      </c:pt>
                      <c:pt idx="5003">
                        <c:v>363.435</c:v>
                      </c:pt>
                      <c:pt idx="5004">
                        <c:v>363.56700000000001</c:v>
                      </c:pt>
                      <c:pt idx="5005">
                        <c:v>356.96300000000002</c:v>
                      </c:pt>
                      <c:pt idx="5006">
                        <c:v>354.19200000000001</c:v>
                      </c:pt>
                      <c:pt idx="5007">
                        <c:v>350.61200000000002</c:v>
                      </c:pt>
                      <c:pt idx="5008">
                        <c:v>345.70499999999998</c:v>
                      </c:pt>
                      <c:pt idx="5009">
                        <c:v>343.93400000000003</c:v>
                      </c:pt>
                      <c:pt idx="5010">
                        <c:v>345.97500000000002</c:v>
                      </c:pt>
                      <c:pt idx="5011">
                        <c:v>345.56200000000001</c:v>
                      </c:pt>
                      <c:pt idx="5012">
                        <c:v>344.90699999999998</c:v>
                      </c:pt>
                      <c:pt idx="5013">
                        <c:v>346.68599999999998</c:v>
                      </c:pt>
                      <c:pt idx="5014">
                        <c:v>343.89100000000002</c:v>
                      </c:pt>
                      <c:pt idx="5015">
                        <c:v>340.678</c:v>
                      </c:pt>
                      <c:pt idx="5016">
                        <c:v>340.97</c:v>
                      </c:pt>
                      <c:pt idx="5017">
                        <c:v>341.85700000000003</c:v>
                      </c:pt>
                      <c:pt idx="5018">
                        <c:v>341.80399999999997</c:v>
                      </c:pt>
                      <c:pt idx="5019">
                        <c:v>341.70699999999999</c:v>
                      </c:pt>
                      <c:pt idx="5020">
                        <c:v>344.63</c:v>
                      </c:pt>
                      <c:pt idx="5021">
                        <c:v>343.26299999999998</c:v>
                      </c:pt>
                      <c:pt idx="5022">
                        <c:v>342.24700000000001</c:v>
                      </c:pt>
                      <c:pt idx="5023">
                        <c:v>341.32299999999998</c:v>
                      </c:pt>
                      <c:pt idx="5024">
                        <c:v>345.024</c:v>
                      </c:pt>
                      <c:pt idx="5025">
                        <c:v>349.50299999999999</c:v>
                      </c:pt>
                      <c:pt idx="5026">
                        <c:v>352.93</c:v>
                      </c:pt>
                      <c:pt idx="5027">
                        <c:v>354.52199999999999</c:v>
                      </c:pt>
                      <c:pt idx="5028">
                        <c:v>353.71600000000001</c:v>
                      </c:pt>
                      <c:pt idx="5029">
                        <c:v>347.53899999999999</c:v>
                      </c:pt>
                      <c:pt idx="5030">
                        <c:v>335.70100000000002</c:v>
                      </c:pt>
                      <c:pt idx="5031">
                        <c:v>329.63200000000001</c:v>
                      </c:pt>
                      <c:pt idx="5032">
                        <c:v>328.66</c:v>
                      </c:pt>
                      <c:pt idx="5033">
                        <c:v>325.137</c:v>
                      </c:pt>
                      <c:pt idx="5034">
                        <c:v>323.22399999999999</c:v>
                      </c:pt>
                      <c:pt idx="5035">
                        <c:v>323.90100000000001</c:v>
                      </c:pt>
                      <c:pt idx="5036">
                        <c:v>322.33600000000001</c:v>
                      </c:pt>
                      <c:pt idx="5037">
                        <c:v>318.15499999999997</c:v>
                      </c:pt>
                      <c:pt idx="5038">
                        <c:v>314.29199999999997</c:v>
                      </c:pt>
                      <c:pt idx="5039">
                        <c:v>311.63600000000002</c:v>
                      </c:pt>
                      <c:pt idx="5040">
                        <c:v>309.233</c:v>
                      </c:pt>
                      <c:pt idx="5041">
                        <c:v>307.08300000000003</c:v>
                      </c:pt>
                      <c:pt idx="5042">
                        <c:v>305.42399999999998</c:v>
                      </c:pt>
                      <c:pt idx="5043">
                        <c:v>307.92899999999997</c:v>
                      </c:pt>
                      <c:pt idx="5044">
                        <c:v>314.83100000000002</c:v>
                      </c:pt>
                      <c:pt idx="5045">
                        <c:v>318.738</c:v>
                      </c:pt>
                      <c:pt idx="5046">
                        <c:v>316.67599999999999</c:v>
                      </c:pt>
                      <c:pt idx="5047">
                        <c:v>314.68799999999999</c:v>
                      </c:pt>
                      <c:pt idx="5048">
                        <c:v>314.26400000000001</c:v>
                      </c:pt>
                      <c:pt idx="5049">
                        <c:v>314.79199999999997</c:v>
                      </c:pt>
                      <c:pt idx="5050">
                        <c:v>313.65600000000001</c:v>
                      </c:pt>
                      <c:pt idx="5051">
                        <c:v>312.96300000000002</c:v>
                      </c:pt>
                      <c:pt idx="5052">
                        <c:v>316.39999999999998</c:v>
                      </c:pt>
                      <c:pt idx="5053">
                        <c:v>323.77699999999999</c:v>
                      </c:pt>
                      <c:pt idx="5054">
                        <c:v>327.93700000000001</c:v>
                      </c:pt>
                      <c:pt idx="5055">
                        <c:v>330.50799999999998</c:v>
                      </c:pt>
                      <c:pt idx="5056">
                        <c:v>334.46699999999998</c:v>
                      </c:pt>
                      <c:pt idx="5057">
                        <c:v>335.52100000000002</c:v>
                      </c:pt>
                      <c:pt idx="5058">
                        <c:v>335.44</c:v>
                      </c:pt>
                      <c:pt idx="5059">
                        <c:v>330.56599999999997</c:v>
                      </c:pt>
                      <c:pt idx="5060">
                        <c:v>330.71600000000001</c:v>
                      </c:pt>
                      <c:pt idx="5061">
                        <c:v>329.24400000000003</c:v>
                      </c:pt>
                      <c:pt idx="5062">
                        <c:v>320.721</c:v>
                      </c:pt>
                      <c:pt idx="5063">
                        <c:v>315.22199999999998</c:v>
                      </c:pt>
                      <c:pt idx="5064">
                        <c:v>314.17500000000001</c:v>
                      </c:pt>
                      <c:pt idx="5065">
                        <c:v>316.23700000000002</c:v>
                      </c:pt>
                      <c:pt idx="5066">
                        <c:v>316.339</c:v>
                      </c:pt>
                      <c:pt idx="5067">
                        <c:v>316.00099999999998</c:v>
                      </c:pt>
                      <c:pt idx="5068">
                        <c:v>319.904</c:v>
                      </c:pt>
                      <c:pt idx="5069">
                        <c:v>323.19900000000001</c:v>
                      </c:pt>
                      <c:pt idx="5070">
                        <c:v>322.84899999999999</c:v>
                      </c:pt>
                      <c:pt idx="5071">
                        <c:v>321.64999999999998</c:v>
                      </c:pt>
                      <c:pt idx="5072">
                        <c:v>323.19600000000003</c:v>
                      </c:pt>
                      <c:pt idx="5073">
                        <c:v>326.42700000000002</c:v>
                      </c:pt>
                      <c:pt idx="5074">
                        <c:v>324.298</c:v>
                      </c:pt>
                      <c:pt idx="5075">
                        <c:v>320.74799999999999</c:v>
                      </c:pt>
                      <c:pt idx="5076">
                        <c:v>319.238</c:v>
                      </c:pt>
                      <c:pt idx="5077">
                        <c:v>322.04599999999999</c:v>
                      </c:pt>
                      <c:pt idx="5078">
                        <c:v>319.82799999999997</c:v>
                      </c:pt>
                      <c:pt idx="5079">
                        <c:v>331.41500000000002</c:v>
                      </c:pt>
                      <c:pt idx="5080">
                        <c:v>340.25799999999998</c:v>
                      </c:pt>
                      <c:pt idx="5081">
                        <c:v>333.79199999999997</c:v>
                      </c:pt>
                      <c:pt idx="5082">
                        <c:v>332.44200000000001</c:v>
                      </c:pt>
                      <c:pt idx="5083">
                        <c:v>337.06700000000001</c:v>
                      </c:pt>
                      <c:pt idx="5084">
                        <c:v>346.36200000000002</c:v>
                      </c:pt>
                      <c:pt idx="5085">
                        <c:v>347.07100000000003</c:v>
                      </c:pt>
                      <c:pt idx="5086">
                        <c:v>349.21699999999998</c:v>
                      </c:pt>
                      <c:pt idx="5087">
                        <c:v>355.23500000000001</c:v>
                      </c:pt>
                      <c:pt idx="5088">
                        <c:v>366.84199999999998</c:v>
                      </c:pt>
                      <c:pt idx="5089">
                        <c:v>371.22199999999998</c:v>
                      </c:pt>
                      <c:pt idx="5090">
                        <c:v>374.34500000000003</c:v>
                      </c:pt>
                      <c:pt idx="5091">
                        <c:v>371.42</c:v>
                      </c:pt>
                      <c:pt idx="5092">
                        <c:v>370.14499999999998</c:v>
                      </c:pt>
                      <c:pt idx="5093">
                        <c:v>361.24700000000001</c:v>
                      </c:pt>
                      <c:pt idx="5094">
                        <c:v>356.76100000000002</c:v>
                      </c:pt>
                      <c:pt idx="5095">
                        <c:v>356.17</c:v>
                      </c:pt>
                      <c:pt idx="5096">
                        <c:v>355.02800000000002</c:v>
                      </c:pt>
                      <c:pt idx="5097">
                        <c:v>348.01600000000002</c:v>
                      </c:pt>
                      <c:pt idx="5098">
                        <c:v>342.69299999999998</c:v>
                      </c:pt>
                      <c:pt idx="5099">
                        <c:v>352.536</c:v>
                      </c:pt>
                      <c:pt idx="5100">
                        <c:v>355.14699999999999</c:v>
                      </c:pt>
                      <c:pt idx="5101">
                        <c:v>358.05399999999997</c:v>
                      </c:pt>
                      <c:pt idx="5102">
                        <c:v>355.036</c:v>
                      </c:pt>
                      <c:pt idx="5103">
                        <c:v>351.375</c:v>
                      </c:pt>
                      <c:pt idx="5104">
                        <c:v>350.95400000000001</c:v>
                      </c:pt>
                      <c:pt idx="5105">
                        <c:v>352.76799999999997</c:v>
                      </c:pt>
                      <c:pt idx="5106">
                        <c:v>352.41</c:v>
                      </c:pt>
                      <c:pt idx="5107">
                        <c:v>342.31</c:v>
                      </c:pt>
                      <c:pt idx="5108">
                        <c:v>334.30599999999998</c:v>
                      </c:pt>
                      <c:pt idx="5109">
                        <c:v>329.64499999999998</c:v>
                      </c:pt>
                      <c:pt idx="5110">
                        <c:v>318.91800000000001</c:v>
                      </c:pt>
                      <c:pt idx="5111">
                        <c:v>312.40699999999998</c:v>
                      </c:pt>
                      <c:pt idx="5112">
                        <c:v>321.39</c:v>
                      </c:pt>
                      <c:pt idx="5113">
                        <c:v>327.65699999999998</c:v>
                      </c:pt>
                      <c:pt idx="5114">
                        <c:v>330.11700000000002</c:v>
                      </c:pt>
                      <c:pt idx="5115">
                        <c:v>334.22</c:v>
                      </c:pt>
                      <c:pt idx="5116">
                        <c:v>330.54300000000001</c:v>
                      </c:pt>
                      <c:pt idx="5117">
                        <c:v>327.51900000000001</c:v>
                      </c:pt>
                      <c:pt idx="5118">
                        <c:v>320.012</c:v>
                      </c:pt>
                      <c:pt idx="5119">
                        <c:v>314.25700000000001</c:v>
                      </c:pt>
                      <c:pt idx="5120">
                        <c:v>317.74299999999999</c:v>
                      </c:pt>
                      <c:pt idx="5121">
                        <c:v>317.95400000000001</c:v>
                      </c:pt>
                      <c:pt idx="5122">
                        <c:v>312.80200000000002</c:v>
                      </c:pt>
                      <c:pt idx="5123">
                        <c:v>311.71199999999999</c:v>
                      </c:pt>
                      <c:pt idx="5124">
                        <c:v>311.70800000000003</c:v>
                      </c:pt>
                      <c:pt idx="5125">
                        <c:v>312.30799999999999</c:v>
                      </c:pt>
                      <c:pt idx="5126">
                        <c:v>310.92599999999999</c:v>
                      </c:pt>
                      <c:pt idx="5127">
                        <c:v>310.17500000000001</c:v>
                      </c:pt>
                      <c:pt idx="5128">
                        <c:v>309.03800000000001</c:v>
                      </c:pt>
                      <c:pt idx="5129">
                        <c:v>304.78800000000001</c:v>
                      </c:pt>
                      <c:pt idx="5130">
                        <c:v>302.91899999999998</c:v>
                      </c:pt>
                      <c:pt idx="5131">
                        <c:v>300.88200000000001</c:v>
                      </c:pt>
                      <c:pt idx="5132">
                        <c:v>291.98200000000003</c:v>
                      </c:pt>
                      <c:pt idx="5133">
                        <c:v>289.77600000000001</c:v>
                      </c:pt>
                      <c:pt idx="5134">
                        <c:v>291.245</c:v>
                      </c:pt>
                      <c:pt idx="5135">
                        <c:v>291.24200000000002</c:v>
                      </c:pt>
                      <c:pt idx="5136">
                        <c:v>289.32400000000001</c:v>
                      </c:pt>
                      <c:pt idx="5137">
                        <c:v>286.67099999999999</c:v>
                      </c:pt>
                      <c:pt idx="5138">
                        <c:v>285.16899999999998</c:v>
                      </c:pt>
                      <c:pt idx="5139">
                        <c:v>279.74200000000002</c:v>
                      </c:pt>
                      <c:pt idx="5140">
                        <c:v>274.54599999999999</c:v>
                      </c:pt>
                      <c:pt idx="5141">
                        <c:v>276.77499999999998</c:v>
                      </c:pt>
                      <c:pt idx="5142">
                        <c:v>275.20699999999999</c:v>
                      </c:pt>
                      <c:pt idx="5143">
                        <c:v>274.38400000000001</c:v>
                      </c:pt>
                      <c:pt idx="5144">
                        <c:v>272.76</c:v>
                      </c:pt>
                      <c:pt idx="5145">
                        <c:v>269.58999999999997</c:v>
                      </c:pt>
                      <c:pt idx="5146">
                        <c:v>267.48399999999998</c:v>
                      </c:pt>
                      <c:pt idx="5147">
                        <c:v>266.82799999999997</c:v>
                      </c:pt>
                      <c:pt idx="5148">
                        <c:v>267.15300000000002</c:v>
                      </c:pt>
                      <c:pt idx="5149">
                        <c:v>266.67899999999997</c:v>
                      </c:pt>
                      <c:pt idx="5150">
                        <c:v>265.92700000000002</c:v>
                      </c:pt>
                      <c:pt idx="5151">
                        <c:v>265.43099999999998</c:v>
                      </c:pt>
                      <c:pt idx="5152">
                        <c:v>265.82900000000001</c:v>
                      </c:pt>
                      <c:pt idx="5153">
                        <c:v>274.10500000000002</c:v>
                      </c:pt>
                      <c:pt idx="5154">
                        <c:v>281.16300000000001</c:v>
                      </c:pt>
                      <c:pt idx="5155">
                        <c:v>286.40199999999999</c:v>
                      </c:pt>
                      <c:pt idx="5156">
                        <c:v>286.42899999999997</c:v>
                      </c:pt>
                      <c:pt idx="5157">
                        <c:v>287.11799999999999</c:v>
                      </c:pt>
                      <c:pt idx="5158">
                        <c:v>290.45400000000001</c:v>
                      </c:pt>
                      <c:pt idx="5159">
                        <c:v>284.62200000000001</c:v>
                      </c:pt>
                      <c:pt idx="5160">
                        <c:v>281.709</c:v>
                      </c:pt>
                      <c:pt idx="5161">
                        <c:v>278.31900000000002</c:v>
                      </c:pt>
                      <c:pt idx="5162">
                        <c:v>278.65800000000002</c:v>
                      </c:pt>
                      <c:pt idx="5163">
                        <c:v>284.274</c:v>
                      </c:pt>
                      <c:pt idx="5164">
                        <c:v>287.45699999999999</c:v>
                      </c:pt>
                      <c:pt idx="5165">
                        <c:v>288.02800000000002</c:v>
                      </c:pt>
                      <c:pt idx="5166">
                        <c:v>291.03500000000003</c:v>
                      </c:pt>
                      <c:pt idx="5167">
                        <c:v>290.73200000000003</c:v>
                      </c:pt>
                      <c:pt idx="5168">
                        <c:v>292.803</c:v>
                      </c:pt>
                      <c:pt idx="5169">
                        <c:v>293.77699999999999</c:v>
                      </c:pt>
                      <c:pt idx="5170">
                        <c:v>292.17899999999997</c:v>
                      </c:pt>
                      <c:pt idx="5171">
                        <c:v>289.47300000000001</c:v>
                      </c:pt>
                      <c:pt idx="5172">
                        <c:v>287.779</c:v>
                      </c:pt>
                      <c:pt idx="5173">
                        <c:v>284.80900000000003</c:v>
                      </c:pt>
                      <c:pt idx="5174">
                        <c:v>286.03100000000001</c:v>
                      </c:pt>
                      <c:pt idx="5175">
                        <c:v>293.55099999999999</c:v>
                      </c:pt>
                      <c:pt idx="5176">
                        <c:v>295.07799999999997</c:v>
                      </c:pt>
                      <c:pt idx="5177">
                        <c:v>299.16800000000001</c:v>
                      </c:pt>
                      <c:pt idx="5178">
                        <c:v>302.78100000000001</c:v>
                      </c:pt>
                      <c:pt idx="5179">
                        <c:v>300.30900000000003</c:v>
                      </c:pt>
                      <c:pt idx="5180">
                        <c:v>302.39600000000002</c:v>
                      </c:pt>
                      <c:pt idx="5181">
                        <c:v>302.52199999999999</c:v>
                      </c:pt>
                      <c:pt idx="5182">
                        <c:v>302.68</c:v>
                      </c:pt>
                      <c:pt idx="5183">
                        <c:v>300.70100000000002</c:v>
                      </c:pt>
                      <c:pt idx="5184">
                        <c:v>297.86799999999999</c:v>
                      </c:pt>
                      <c:pt idx="5185">
                        <c:v>293.608</c:v>
                      </c:pt>
                      <c:pt idx="5186">
                        <c:v>290.54199999999997</c:v>
                      </c:pt>
                      <c:pt idx="5187">
                        <c:v>289.09100000000001</c:v>
                      </c:pt>
                      <c:pt idx="5188">
                        <c:v>295.60399999999998</c:v>
                      </c:pt>
                      <c:pt idx="5189">
                        <c:v>295.30200000000002</c:v>
                      </c:pt>
                      <c:pt idx="5190">
                        <c:v>286.54599999999999</c:v>
                      </c:pt>
                      <c:pt idx="5191">
                        <c:v>278.97300000000001</c:v>
                      </c:pt>
                      <c:pt idx="5192">
                        <c:v>278.86399999999998</c:v>
                      </c:pt>
                      <c:pt idx="5193">
                        <c:v>281.62299999999999</c:v>
                      </c:pt>
                      <c:pt idx="5194">
                        <c:v>282.49099999999999</c:v>
                      </c:pt>
                      <c:pt idx="5195">
                        <c:v>278.702</c:v>
                      </c:pt>
                      <c:pt idx="5196">
                        <c:v>272.10500000000002</c:v>
                      </c:pt>
                      <c:pt idx="5197">
                        <c:v>272.17500000000001</c:v>
                      </c:pt>
                      <c:pt idx="5198">
                        <c:v>275.43700000000001</c:v>
                      </c:pt>
                      <c:pt idx="5199">
                        <c:v>280.25900000000001</c:v>
                      </c:pt>
                      <c:pt idx="5200">
                        <c:v>282.30599999999998</c:v>
                      </c:pt>
                      <c:pt idx="5201">
                        <c:v>285.495</c:v>
                      </c:pt>
                      <c:pt idx="5202">
                        <c:v>284.63499999999999</c:v>
                      </c:pt>
                      <c:pt idx="5203">
                        <c:v>283.12099999999998</c:v>
                      </c:pt>
                      <c:pt idx="5204">
                        <c:v>277.71199999999999</c:v>
                      </c:pt>
                      <c:pt idx="5205">
                        <c:v>279.976</c:v>
                      </c:pt>
                      <c:pt idx="5206">
                        <c:v>283.28100000000001</c:v>
                      </c:pt>
                      <c:pt idx="5207">
                        <c:v>285.53399999999999</c:v>
                      </c:pt>
                      <c:pt idx="5208">
                        <c:v>285.92599999999999</c:v>
                      </c:pt>
                      <c:pt idx="5209">
                        <c:v>291.84100000000001</c:v>
                      </c:pt>
                      <c:pt idx="5210">
                        <c:v>288.822</c:v>
                      </c:pt>
                      <c:pt idx="5211">
                        <c:v>291.03899999999999</c:v>
                      </c:pt>
                      <c:pt idx="5212">
                        <c:v>290.815</c:v>
                      </c:pt>
                      <c:pt idx="5213">
                        <c:v>290.88200000000001</c:v>
                      </c:pt>
                      <c:pt idx="5214">
                        <c:v>290.702</c:v>
                      </c:pt>
                      <c:pt idx="5215">
                        <c:v>288.77600000000001</c:v>
                      </c:pt>
                      <c:pt idx="5216">
                        <c:v>288.47199999999998</c:v>
                      </c:pt>
                      <c:pt idx="5217">
                        <c:v>289.91199999999998</c:v>
                      </c:pt>
                      <c:pt idx="5218">
                        <c:v>290.21699999999998</c:v>
                      </c:pt>
                      <c:pt idx="5219">
                        <c:v>290.83999999999997</c:v>
                      </c:pt>
                      <c:pt idx="5220">
                        <c:v>293.89600000000002</c:v>
                      </c:pt>
                      <c:pt idx="5221">
                        <c:v>295.30599999999998</c:v>
                      </c:pt>
                      <c:pt idx="5222">
                        <c:v>290.30599999999998</c:v>
                      </c:pt>
                      <c:pt idx="5223">
                        <c:v>285.18700000000001</c:v>
                      </c:pt>
                      <c:pt idx="5224">
                        <c:v>289.976</c:v>
                      </c:pt>
                      <c:pt idx="5225">
                        <c:v>294.738</c:v>
                      </c:pt>
                      <c:pt idx="5226">
                        <c:v>301.22800000000001</c:v>
                      </c:pt>
                      <c:pt idx="5227">
                        <c:v>309.82299999999998</c:v>
                      </c:pt>
                      <c:pt idx="5228">
                        <c:v>316.23399999999998</c:v>
                      </c:pt>
                      <c:pt idx="5229">
                        <c:v>317.09199999999998</c:v>
                      </c:pt>
                      <c:pt idx="5230">
                        <c:v>317.23700000000002</c:v>
                      </c:pt>
                      <c:pt idx="5231">
                        <c:v>318.26600000000002</c:v>
                      </c:pt>
                      <c:pt idx="5232">
                        <c:v>315.21800000000002</c:v>
                      </c:pt>
                      <c:pt idx="5233">
                        <c:v>309.57299999999998</c:v>
                      </c:pt>
                      <c:pt idx="5234">
                        <c:v>309.44</c:v>
                      </c:pt>
                      <c:pt idx="5235">
                        <c:v>311.72000000000003</c:v>
                      </c:pt>
                      <c:pt idx="5236">
                        <c:v>311.28300000000002</c:v>
                      </c:pt>
                      <c:pt idx="5237">
                        <c:v>306.98399999999998</c:v>
                      </c:pt>
                      <c:pt idx="5238">
                        <c:v>310.12599999999998</c:v>
                      </c:pt>
                      <c:pt idx="5239">
                        <c:v>314.78699999999998</c:v>
                      </c:pt>
                      <c:pt idx="5240">
                        <c:v>311.46800000000002</c:v>
                      </c:pt>
                      <c:pt idx="5241">
                        <c:v>304.28500000000003</c:v>
                      </c:pt>
                      <c:pt idx="5242">
                        <c:v>296.66000000000003</c:v>
                      </c:pt>
                      <c:pt idx="5243">
                        <c:v>294.80900000000003</c:v>
                      </c:pt>
                      <c:pt idx="5244">
                        <c:v>296.589</c:v>
                      </c:pt>
                      <c:pt idx="5245">
                        <c:v>296.14800000000002</c:v>
                      </c:pt>
                      <c:pt idx="5246">
                        <c:v>294.49400000000003</c:v>
                      </c:pt>
                      <c:pt idx="5247">
                        <c:v>294.77</c:v>
                      </c:pt>
                      <c:pt idx="5248">
                        <c:v>296.11200000000002</c:v>
                      </c:pt>
                      <c:pt idx="5249">
                        <c:v>289.70999999999998</c:v>
                      </c:pt>
                      <c:pt idx="5250">
                        <c:v>290.27</c:v>
                      </c:pt>
                      <c:pt idx="5251">
                        <c:v>294.09199999999998</c:v>
                      </c:pt>
                      <c:pt idx="5252">
                        <c:v>293.226</c:v>
                      </c:pt>
                      <c:pt idx="5253">
                        <c:v>293.524</c:v>
                      </c:pt>
                      <c:pt idx="5254">
                        <c:v>297.51600000000002</c:v>
                      </c:pt>
                      <c:pt idx="5255">
                        <c:v>305.58300000000003</c:v>
                      </c:pt>
                      <c:pt idx="5256">
                        <c:v>312.74099999999999</c:v>
                      </c:pt>
                      <c:pt idx="5257">
                        <c:v>308.65699999999998</c:v>
                      </c:pt>
                      <c:pt idx="5258">
                        <c:v>309.75299999999999</c:v>
                      </c:pt>
                      <c:pt idx="5259">
                        <c:v>308.11900000000003</c:v>
                      </c:pt>
                      <c:pt idx="5260">
                        <c:v>306.209</c:v>
                      </c:pt>
                      <c:pt idx="5261">
                        <c:v>305.13099999999997</c:v>
                      </c:pt>
                      <c:pt idx="5262">
                        <c:v>302.88099999999997</c:v>
                      </c:pt>
                      <c:pt idx="5263">
                        <c:v>303.80099999999999</c:v>
                      </c:pt>
                      <c:pt idx="5264">
                        <c:v>301.70999999999998</c:v>
                      </c:pt>
                      <c:pt idx="5265">
                        <c:v>303.26299999999998</c:v>
                      </c:pt>
                      <c:pt idx="5266">
                        <c:v>299.07900000000001</c:v>
                      </c:pt>
                      <c:pt idx="5267">
                        <c:v>297.80500000000001</c:v>
                      </c:pt>
                      <c:pt idx="5268">
                        <c:v>297.23</c:v>
                      </c:pt>
                      <c:pt idx="5269">
                        <c:v>298.20299999999997</c:v>
                      </c:pt>
                      <c:pt idx="5270">
                        <c:v>304.65499999999997</c:v>
                      </c:pt>
                      <c:pt idx="5271">
                        <c:v>310.66800000000001</c:v>
                      </c:pt>
                      <c:pt idx="5272">
                        <c:v>315.363</c:v>
                      </c:pt>
                      <c:pt idx="5273">
                        <c:v>312.75200000000001</c:v>
                      </c:pt>
                      <c:pt idx="5274">
                        <c:v>310.89</c:v>
                      </c:pt>
                      <c:pt idx="5275">
                        <c:v>314.15300000000002</c:v>
                      </c:pt>
                      <c:pt idx="5276">
                        <c:v>318.18200000000002</c:v>
                      </c:pt>
                      <c:pt idx="5277">
                        <c:v>315.75299999999999</c:v>
                      </c:pt>
                      <c:pt idx="5278">
                        <c:v>310.185</c:v>
                      </c:pt>
                      <c:pt idx="5279">
                        <c:v>316.25700000000001</c:v>
                      </c:pt>
                      <c:pt idx="5280">
                        <c:v>316.43</c:v>
                      </c:pt>
                      <c:pt idx="5281">
                        <c:v>314.50700000000001</c:v>
                      </c:pt>
                      <c:pt idx="5282">
                        <c:v>313.89800000000002</c:v>
                      </c:pt>
                      <c:pt idx="5283">
                        <c:v>311.02699999999999</c:v>
                      </c:pt>
                      <c:pt idx="5284">
                        <c:v>306.02300000000002</c:v>
                      </c:pt>
                      <c:pt idx="5285">
                        <c:v>304.12299999999999</c:v>
                      </c:pt>
                      <c:pt idx="5286">
                        <c:v>300.94400000000002</c:v>
                      </c:pt>
                      <c:pt idx="5287">
                        <c:v>299.44</c:v>
                      </c:pt>
                      <c:pt idx="5288">
                        <c:v>299.411</c:v>
                      </c:pt>
                      <c:pt idx="5289">
                        <c:v>296.37</c:v>
                      </c:pt>
                      <c:pt idx="5290">
                        <c:v>295.30099999999999</c:v>
                      </c:pt>
                      <c:pt idx="5291">
                        <c:v>293.85199999999998</c:v>
                      </c:pt>
                      <c:pt idx="5292">
                        <c:v>293.358</c:v>
                      </c:pt>
                      <c:pt idx="5293">
                        <c:v>294.00299999999999</c:v>
                      </c:pt>
                      <c:pt idx="5294">
                        <c:v>296.59500000000003</c:v>
                      </c:pt>
                      <c:pt idx="5295">
                        <c:v>300.57499999999999</c:v>
                      </c:pt>
                      <c:pt idx="5296">
                        <c:v>304.05500000000001</c:v>
                      </c:pt>
                      <c:pt idx="5297">
                        <c:v>303.89400000000001</c:v>
                      </c:pt>
                      <c:pt idx="5298">
                        <c:v>301.79300000000001</c:v>
                      </c:pt>
                      <c:pt idx="5299">
                        <c:v>306.95999999999998</c:v>
                      </c:pt>
                      <c:pt idx="5300">
                        <c:v>304.798</c:v>
                      </c:pt>
                      <c:pt idx="5301">
                        <c:v>305.16899999999998</c:v>
                      </c:pt>
                      <c:pt idx="5302">
                        <c:v>303.66800000000001</c:v>
                      </c:pt>
                      <c:pt idx="5303">
                        <c:v>305.8</c:v>
                      </c:pt>
                      <c:pt idx="5304">
                        <c:v>306.29700000000003</c:v>
                      </c:pt>
                      <c:pt idx="5305">
                        <c:v>310.964</c:v>
                      </c:pt>
                      <c:pt idx="5306">
                        <c:v>320.80599999999998</c:v>
                      </c:pt>
                      <c:pt idx="5307">
                        <c:v>329.69400000000002</c:v>
                      </c:pt>
                      <c:pt idx="5308">
                        <c:v>327.17200000000003</c:v>
                      </c:pt>
                      <c:pt idx="5309">
                        <c:v>329.92399999999998</c:v>
                      </c:pt>
                      <c:pt idx="5310">
                        <c:v>324.87799999999999</c:v>
                      </c:pt>
                      <c:pt idx="5311">
                        <c:v>321.61799999999999</c:v>
                      </c:pt>
                      <c:pt idx="5312">
                        <c:v>321.93900000000002</c:v>
                      </c:pt>
                      <c:pt idx="5313">
                        <c:v>320.52</c:v>
                      </c:pt>
                      <c:pt idx="5314">
                        <c:v>316.38200000000001</c:v>
                      </c:pt>
                      <c:pt idx="5315">
                        <c:v>306.65499999999997</c:v>
                      </c:pt>
                      <c:pt idx="5316">
                        <c:v>303.01299999999998</c:v>
                      </c:pt>
                      <c:pt idx="5317">
                        <c:v>299.85500000000002</c:v>
                      </c:pt>
                      <c:pt idx="5318">
                        <c:v>299.69400000000002</c:v>
                      </c:pt>
                      <c:pt idx="5319">
                        <c:v>298.78800000000001</c:v>
                      </c:pt>
                      <c:pt idx="5320">
                        <c:v>299.45999999999998</c:v>
                      </c:pt>
                      <c:pt idx="5321">
                        <c:v>296.99599999999998</c:v>
                      </c:pt>
                      <c:pt idx="5322">
                        <c:v>290.88499999999999</c:v>
                      </c:pt>
                      <c:pt idx="5323">
                        <c:v>292.209</c:v>
                      </c:pt>
                      <c:pt idx="5324">
                        <c:v>295.06900000000002</c:v>
                      </c:pt>
                      <c:pt idx="5325">
                        <c:v>294.59100000000001</c:v>
                      </c:pt>
                      <c:pt idx="5326">
                        <c:v>297.73599999999999</c:v>
                      </c:pt>
                      <c:pt idx="5327">
                        <c:v>299.39100000000002</c:v>
                      </c:pt>
                      <c:pt idx="5328">
                        <c:v>302.94099999999997</c:v>
                      </c:pt>
                      <c:pt idx="5329">
                        <c:v>307.59899999999999</c:v>
                      </c:pt>
                      <c:pt idx="5330">
                        <c:v>309.68299999999999</c:v>
                      </c:pt>
                      <c:pt idx="5331">
                        <c:v>310.56200000000001</c:v>
                      </c:pt>
                      <c:pt idx="5332">
                        <c:v>309.24700000000001</c:v>
                      </c:pt>
                      <c:pt idx="5333">
                        <c:v>311.75200000000001</c:v>
                      </c:pt>
                      <c:pt idx="5334">
                        <c:v>311.89100000000002</c:v>
                      </c:pt>
                      <c:pt idx="5335">
                        <c:v>310.036</c:v>
                      </c:pt>
                      <c:pt idx="5336">
                        <c:v>309.60399999999998</c:v>
                      </c:pt>
                      <c:pt idx="5337">
                        <c:v>311.53300000000002</c:v>
                      </c:pt>
                      <c:pt idx="5338">
                        <c:v>310.25700000000001</c:v>
                      </c:pt>
                      <c:pt idx="5339">
                        <c:v>306.22199999999998</c:v>
                      </c:pt>
                      <c:pt idx="5340">
                        <c:v>301.214</c:v>
                      </c:pt>
                      <c:pt idx="5341">
                        <c:v>309.36599999999999</c:v>
                      </c:pt>
                      <c:pt idx="5342">
                        <c:v>313.36200000000002</c:v>
                      </c:pt>
                      <c:pt idx="5343">
                        <c:v>313.49900000000002</c:v>
                      </c:pt>
                      <c:pt idx="5344">
                        <c:v>317.66699999999997</c:v>
                      </c:pt>
                      <c:pt idx="5345">
                        <c:v>318.24200000000002</c:v>
                      </c:pt>
                      <c:pt idx="5346">
                        <c:v>319.01</c:v>
                      </c:pt>
                      <c:pt idx="5347">
                        <c:v>318.92200000000003</c:v>
                      </c:pt>
                      <c:pt idx="5348">
                        <c:v>316.24700000000001</c:v>
                      </c:pt>
                      <c:pt idx="5349">
                        <c:v>313.71199999999999</c:v>
                      </c:pt>
                      <c:pt idx="5350">
                        <c:v>309.96199999999999</c:v>
                      </c:pt>
                      <c:pt idx="5351">
                        <c:v>306.99700000000001</c:v>
                      </c:pt>
                      <c:pt idx="5352">
                        <c:v>305.315</c:v>
                      </c:pt>
                      <c:pt idx="5353">
                        <c:v>304.74400000000003</c:v>
                      </c:pt>
                      <c:pt idx="5354">
                        <c:v>306.495</c:v>
                      </c:pt>
                      <c:pt idx="5355">
                        <c:v>309.97899999999998</c:v>
                      </c:pt>
                      <c:pt idx="5356">
                        <c:v>307.97500000000002</c:v>
                      </c:pt>
                      <c:pt idx="5357">
                        <c:v>308.3</c:v>
                      </c:pt>
                      <c:pt idx="5358">
                        <c:v>304.96600000000001</c:v>
                      </c:pt>
                      <c:pt idx="5359">
                        <c:v>304.85000000000002</c:v>
                      </c:pt>
                      <c:pt idx="5360">
                        <c:v>304.767</c:v>
                      </c:pt>
                      <c:pt idx="5361">
                        <c:v>305.94200000000001</c:v>
                      </c:pt>
                      <c:pt idx="5362">
                        <c:v>308.01</c:v>
                      </c:pt>
                      <c:pt idx="5363">
                        <c:v>311.28899999999999</c:v>
                      </c:pt>
                      <c:pt idx="5364">
                        <c:v>318.62599999999998</c:v>
                      </c:pt>
                      <c:pt idx="5365">
                        <c:v>318.15699999999998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4-C1B3-4C79-A6CD-8AA4F54CE65E}"/>
                  </c:ext>
                </c:extLst>
              </c15:ser>
            </c15:filteredLineSeries>
          </c:ext>
        </c:extLst>
      </c:lineChart>
      <c:lineChart>
        <c:grouping val="standard"/>
        <c:varyColors val="0"/>
        <c:ser>
          <c:idx val="4"/>
          <c:order val="4"/>
          <c:tx>
            <c:strRef>
              <c:f>Hoja2!$G$2</c:f>
              <c:strCache>
                <c:ptCount val="1"/>
                <c:pt idx="0">
                  <c:v>Spread EMBI Colombia (eje der.)</c:v>
                </c:pt>
              </c:strCache>
            </c:strRef>
          </c:tx>
          <c:spPr>
            <a:ln w="12700" cap="rnd">
              <a:solidFill>
                <a:srgbClr val="00B050"/>
              </a:solidFill>
              <a:round/>
            </a:ln>
            <a:effectLst/>
          </c:spPr>
          <c:marker>
            <c:symbol val="none"/>
          </c:marker>
          <c:cat>
            <c:numRef>
              <c:f>Hoja2!$B$316:$B$5735</c:f>
              <c:numCache>
                <c:formatCode>m/d/yyyy</c:formatCode>
                <c:ptCount val="5420"/>
                <c:pt idx="0">
                  <c:v>38070</c:v>
                </c:pt>
                <c:pt idx="1">
                  <c:v>38071</c:v>
                </c:pt>
                <c:pt idx="2">
                  <c:v>38072</c:v>
                </c:pt>
                <c:pt idx="3">
                  <c:v>38075</c:v>
                </c:pt>
                <c:pt idx="4">
                  <c:v>38076</c:v>
                </c:pt>
                <c:pt idx="5">
                  <c:v>38077</c:v>
                </c:pt>
                <c:pt idx="6">
                  <c:v>38078</c:v>
                </c:pt>
                <c:pt idx="7">
                  <c:v>38079</c:v>
                </c:pt>
                <c:pt idx="8">
                  <c:v>38082</c:v>
                </c:pt>
                <c:pt idx="9">
                  <c:v>38083</c:v>
                </c:pt>
                <c:pt idx="10">
                  <c:v>38084</c:v>
                </c:pt>
                <c:pt idx="11">
                  <c:v>38085</c:v>
                </c:pt>
                <c:pt idx="12">
                  <c:v>38089</c:v>
                </c:pt>
                <c:pt idx="13">
                  <c:v>38090</c:v>
                </c:pt>
                <c:pt idx="14">
                  <c:v>38091</c:v>
                </c:pt>
                <c:pt idx="15">
                  <c:v>38092</c:v>
                </c:pt>
                <c:pt idx="16">
                  <c:v>38093</c:v>
                </c:pt>
                <c:pt idx="17">
                  <c:v>38096</c:v>
                </c:pt>
                <c:pt idx="18">
                  <c:v>38097</c:v>
                </c:pt>
                <c:pt idx="19">
                  <c:v>38098</c:v>
                </c:pt>
                <c:pt idx="20">
                  <c:v>38099</c:v>
                </c:pt>
                <c:pt idx="21">
                  <c:v>38100</c:v>
                </c:pt>
                <c:pt idx="22">
                  <c:v>38103</c:v>
                </c:pt>
                <c:pt idx="23">
                  <c:v>38104</c:v>
                </c:pt>
                <c:pt idx="24">
                  <c:v>38105</c:v>
                </c:pt>
                <c:pt idx="25">
                  <c:v>38106</c:v>
                </c:pt>
                <c:pt idx="26">
                  <c:v>38107</c:v>
                </c:pt>
                <c:pt idx="27">
                  <c:v>38110</c:v>
                </c:pt>
                <c:pt idx="28">
                  <c:v>38111</c:v>
                </c:pt>
                <c:pt idx="29">
                  <c:v>38112</c:v>
                </c:pt>
                <c:pt idx="30">
                  <c:v>38113</c:v>
                </c:pt>
                <c:pt idx="31">
                  <c:v>38114</c:v>
                </c:pt>
                <c:pt idx="32">
                  <c:v>38117</c:v>
                </c:pt>
                <c:pt idx="33">
                  <c:v>38118</c:v>
                </c:pt>
                <c:pt idx="34">
                  <c:v>38119</c:v>
                </c:pt>
                <c:pt idx="35">
                  <c:v>38120</c:v>
                </c:pt>
                <c:pt idx="36">
                  <c:v>38121</c:v>
                </c:pt>
                <c:pt idx="37">
                  <c:v>38124</c:v>
                </c:pt>
                <c:pt idx="38">
                  <c:v>38125</c:v>
                </c:pt>
                <c:pt idx="39">
                  <c:v>38126</c:v>
                </c:pt>
                <c:pt idx="40">
                  <c:v>38127</c:v>
                </c:pt>
                <c:pt idx="41">
                  <c:v>38128</c:v>
                </c:pt>
                <c:pt idx="42">
                  <c:v>38131</c:v>
                </c:pt>
                <c:pt idx="43">
                  <c:v>38132</c:v>
                </c:pt>
                <c:pt idx="44">
                  <c:v>38133</c:v>
                </c:pt>
                <c:pt idx="45">
                  <c:v>38134</c:v>
                </c:pt>
                <c:pt idx="46">
                  <c:v>38135</c:v>
                </c:pt>
                <c:pt idx="47">
                  <c:v>38138</c:v>
                </c:pt>
                <c:pt idx="48">
                  <c:v>38139</c:v>
                </c:pt>
                <c:pt idx="49">
                  <c:v>38140</c:v>
                </c:pt>
                <c:pt idx="50">
                  <c:v>38141</c:v>
                </c:pt>
                <c:pt idx="51">
                  <c:v>38142</c:v>
                </c:pt>
                <c:pt idx="52">
                  <c:v>38145</c:v>
                </c:pt>
                <c:pt idx="53">
                  <c:v>38146</c:v>
                </c:pt>
                <c:pt idx="54">
                  <c:v>38147</c:v>
                </c:pt>
                <c:pt idx="55">
                  <c:v>38148</c:v>
                </c:pt>
                <c:pt idx="56">
                  <c:v>38149</c:v>
                </c:pt>
                <c:pt idx="57">
                  <c:v>38152</c:v>
                </c:pt>
                <c:pt idx="58">
                  <c:v>38153</c:v>
                </c:pt>
                <c:pt idx="59">
                  <c:v>38154</c:v>
                </c:pt>
                <c:pt idx="60">
                  <c:v>38155</c:v>
                </c:pt>
                <c:pt idx="61">
                  <c:v>38156</c:v>
                </c:pt>
                <c:pt idx="62">
                  <c:v>38159</c:v>
                </c:pt>
                <c:pt idx="63">
                  <c:v>38160</c:v>
                </c:pt>
                <c:pt idx="64">
                  <c:v>38161</c:v>
                </c:pt>
                <c:pt idx="65">
                  <c:v>38162</c:v>
                </c:pt>
                <c:pt idx="66">
                  <c:v>38163</c:v>
                </c:pt>
                <c:pt idx="67">
                  <c:v>38166</c:v>
                </c:pt>
                <c:pt idx="68">
                  <c:v>38167</c:v>
                </c:pt>
                <c:pt idx="69">
                  <c:v>38168</c:v>
                </c:pt>
                <c:pt idx="70">
                  <c:v>38169</c:v>
                </c:pt>
                <c:pt idx="71">
                  <c:v>38170</c:v>
                </c:pt>
                <c:pt idx="72">
                  <c:v>38174</c:v>
                </c:pt>
                <c:pt idx="73">
                  <c:v>38175</c:v>
                </c:pt>
                <c:pt idx="74">
                  <c:v>38176</c:v>
                </c:pt>
                <c:pt idx="75">
                  <c:v>38177</c:v>
                </c:pt>
                <c:pt idx="76">
                  <c:v>38180</c:v>
                </c:pt>
                <c:pt idx="77">
                  <c:v>38181</c:v>
                </c:pt>
                <c:pt idx="78">
                  <c:v>38182</c:v>
                </c:pt>
                <c:pt idx="79">
                  <c:v>38183</c:v>
                </c:pt>
                <c:pt idx="80">
                  <c:v>38184</c:v>
                </c:pt>
                <c:pt idx="81">
                  <c:v>38187</c:v>
                </c:pt>
                <c:pt idx="82">
                  <c:v>38188</c:v>
                </c:pt>
                <c:pt idx="83">
                  <c:v>38189</c:v>
                </c:pt>
                <c:pt idx="84">
                  <c:v>38190</c:v>
                </c:pt>
                <c:pt idx="85">
                  <c:v>38191</c:v>
                </c:pt>
                <c:pt idx="86">
                  <c:v>38194</c:v>
                </c:pt>
                <c:pt idx="87">
                  <c:v>38195</c:v>
                </c:pt>
                <c:pt idx="88">
                  <c:v>38196</c:v>
                </c:pt>
                <c:pt idx="89">
                  <c:v>38197</c:v>
                </c:pt>
                <c:pt idx="90">
                  <c:v>38198</c:v>
                </c:pt>
                <c:pt idx="91">
                  <c:v>38201</c:v>
                </c:pt>
                <c:pt idx="92">
                  <c:v>38202</c:v>
                </c:pt>
                <c:pt idx="93">
                  <c:v>38203</c:v>
                </c:pt>
                <c:pt idx="94">
                  <c:v>38204</c:v>
                </c:pt>
                <c:pt idx="95">
                  <c:v>38205</c:v>
                </c:pt>
                <c:pt idx="96">
                  <c:v>38208</c:v>
                </c:pt>
                <c:pt idx="97">
                  <c:v>38209</c:v>
                </c:pt>
                <c:pt idx="98">
                  <c:v>38210</c:v>
                </c:pt>
                <c:pt idx="99">
                  <c:v>38211</c:v>
                </c:pt>
                <c:pt idx="100">
                  <c:v>38212</c:v>
                </c:pt>
                <c:pt idx="101">
                  <c:v>38215</c:v>
                </c:pt>
                <c:pt idx="102">
                  <c:v>38216</c:v>
                </c:pt>
                <c:pt idx="103">
                  <c:v>38217</c:v>
                </c:pt>
                <c:pt idx="104">
                  <c:v>38218</c:v>
                </c:pt>
                <c:pt idx="105">
                  <c:v>38219</c:v>
                </c:pt>
                <c:pt idx="106">
                  <c:v>38222</c:v>
                </c:pt>
                <c:pt idx="107">
                  <c:v>38223</c:v>
                </c:pt>
                <c:pt idx="108">
                  <c:v>38224</c:v>
                </c:pt>
                <c:pt idx="109">
                  <c:v>38225</c:v>
                </c:pt>
                <c:pt idx="110">
                  <c:v>38226</c:v>
                </c:pt>
                <c:pt idx="111">
                  <c:v>38229</c:v>
                </c:pt>
                <c:pt idx="112">
                  <c:v>38230</c:v>
                </c:pt>
                <c:pt idx="113">
                  <c:v>38231</c:v>
                </c:pt>
                <c:pt idx="114">
                  <c:v>38232</c:v>
                </c:pt>
                <c:pt idx="115">
                  <c:v>38233</c:v>
                </c:pt>
                <c:pt idx="116">
                  <c:v>38236</c:v>
                </c:pt>
                <c:pt idx="117">
                  <c:v>38237</c:v>
                </c:pt>
                <c:pt idx="118">
                  <c:v>38238</c:v>
                </c:pt>
                <c:pt idx="119">
                  <c:v>38239</c:v>
                </c:pt>
                <c:pt idx="120">
                  <c:v>38240</c:v>
                </c:pt>
                <c:pt idx="121">
                  <c:v>38243</c:v>
                </c:pt>
                <c:pt idx="122">
                  <c:v>38244</c:v>
                </c:pt>
                <c:pt idx="123">
                  <c:v>38245</c:v>
                </c:pt>
                <c:pt idx="124">
                  <c:v>38246</c:v>
                </c:pt>
                <c:pt idx="125">
                  <c:v>38247</c:v>
                </c:pt>
                <c:pt idx="126">
                  <c:v>38250</c:v>
                </c:pt>
                <c:pt idx="127">
                  <c:v>38251</c:v>
                </c:pt>
                <c:pt idx="128">
                  <c:v>38252</c:v>
                </c:pt>
                <c:pt idx="129">
                  <c:v>38253</c:v>
                </c:pt>
                <c:pt idx="130">
                  <c:v>38254</c:v>
                </c:pt>
                <c:pt idx="131">
                  <c:v>38257</c:v>
                </c:pt>
                <c:pt idx="132">
                  <c:v>38258</c:v>
                </c:pt>
                <c:pt idx="133">
                  <c:v>38259</c:v>
                </c:pt>
                <c:pt idx="134">
                  <c:v>38260</c:v>
                </c:pt>
                <c:pt idx="135">
                  <c:v>38261</c:v>
                </c:pt>
                <c:pt idx="136">
                  <c:v>38264</c:v>
                </c:pt>
                <c:pt idx="137">
                  <c:v>38265</c:v>
                </c:pt>
                <c:pt idx="138">
                  <c:v>38266</c:v>
                </c:pt>
                <c:pt idx="139">
                  <c:v>38267</c:v>
                </c:pt>
                <c:pt idx="140">
                  <c:v>38268</c:v>
                </c:pt>
                <c:pt idx="141">
                  <c:v>38271</c:v>
                </c:pt>
                <c:pt idx="142">
                  <c:v>38272</c:v>
                </c:pt>
                <c:pt idx="143">
                  <c:v>38273</c:v>
                </c:pt>
                <c:pt idx="144">
                  <c:v>38274</c:v>
                </c:pt>
                <c:pt idx="145">
                  <c:v>38275</c:v>
                </c:pt>
                <c:pt idx="146">
                  <c:v>38278</c:v>
                </c:pt>
                <c:pt idx="147">
                  <c:v>38279</c:v>
                </c:pt>
                <c:pt idx="148">
                  <c:v>38280</c:v>
                </c:pt>
                <c:pt idx="149">
                  <c:v>38281</c:v>
                </c:pt>
                <c:pt idx="150">
                  <c:v>38282</c:v>
                </c:pt>
                <c:pt idx="151">
                  <c:v>38285</c:v>
                </c:pt>
                <c:pt idx="152">
                  <c:v>38286</c:v>
                </c:pt>
                <c:pt idx="153">
                  <c:v>38287</c:v>
                </c:pt>
                <c:pt idx="154">
                  <c:v>38288</c:v>
                </c:pt>
                <c:pt idx="155">
                  <c:v>38289</c:v>
                </c:pt>
                <c:pt idx="156">
                  <c:v>38292</c:v>
                </c:pt>
                <c:pt idx="157">
                  <c:v>38293</c:v>
                </c:pt>
                <c:pt idx="158">
                  <c:v>38294</c:v>
                </c:pt>
                <c:pt idx="159">
                  <c:v>38295</c:v>
                </c:pt>
                <c:pt idx="160">
                  <c:v>38296</c:v>
                </c:pt>
                <c:pt idx="161">
                  <c:v>38299</c:v>
                </c:pt>
                <c:pt idx="162">
                  <c:v>38300</c:v>
                </c:pt>
                <c:pt idx="163">
                  <c:v>38301</c:v>
                </c:pt>
                <c:pt idx="164">
                  <c:v>38302</c:v>
                </c:pt>
                <c:pt idx="165">
                  <c:v>38303</c:v>
                </c:pt>
                <c:pt idx="166">
                  <c:v>38306</c:v>
                </c:pt>
                <c:pt idx="167">
                  <c:v>38307</c:v>
                </c:pt>
                <c:pt idx="168">
                  <c:v>38308</c:v>
                </c:pt>
                <c:pt idx="169">
                  <c:v>38309</c:v>
                </c:pt>
                <c:pt idx="170">
                  <c:v>38310</c:v>
                </c:pt>
                <c:pt idx="171">
                  <c:v>38313</c:v>
                </c:pt>
                <c:pt idx="172">
                  <c:v>38314</c:v>
                </c:pt>
                <c:pt idx="173">
                  <c:v>38315</c:v>
                </c:pt>
                <c:pt idx="174">
                  <c:v>38316</c:v>
                </c:pt>
                <c:pt idx="175">
                  <c:v>38317</c:v>
                </c:pt>
                <c:pt idx="176">
                  <c:v>38320</c:v>
                </c:pt>
                <c:pt idx="177">
                  <c:v>38321</c:v>
                </c:pt>
                <c:pt idx="178">
                  <c:v>38322</c:v>
                </c:pt>
                <c:pt idx="179">
                  <c:v>38323</c:v>
                </c:pt>
                <c:pt idx="180">
                  <c:v>38324</c:v>
                </c:pt>
                <c:pt idx="181">
                  <c:v>38327</c:v>
                </c:pt>
                <c:pt idx="182">
                  <c:v>38328</c:v>
                </c:pt>
                <c:pt idx="183">
                  <c:v>38329</c:v>
                </c:pt>
                <c:pt idx="184">
                  <c:v>38330</c:v>
                </c:pt>
                <c:pt idx="185">
                  <c:v>38331</c:v>
                </c:pt>
                <c:pt idx="186">
                  <c:v>38334</c:v>
                </c:pt>
                <c:pt idx="187">
                  <c:v>38335</c:v>
                </c:pt>
                <c:pt idx="188">
                  <c:v>38336</c:v>
                </c:pt>
                <c:pt idx="189">
                  <c:v>38337</c:v>
                </c:pt>
                <c:pt idx="190">
                  <c:v>38338</c:v>
                </c:pt>
                <c:pt idx="191">
                  <c:v>38341</c:v>
                </c:pt>
                <c:pt idx="192">
                  <c:v>38342</c:v>
                </c:pt>
                <c:pt idx="193">
                  <c:v>38343</c:v>
                </c:pt>
                <c:pt idx="194">
                  <c:v>38344</c:v>
                </c:pt>
                <c:pt idx="195">
                  <c:v>38345</c:v>
                </c:pt>
                <c:pt idx="196">
                  <c:v>38348</c:v>
                </c:pt>
                <c:pt idx="197">
                  <c:v>38349</c:v>
                </c:pt>
                <c:pt idx="198">
                  <c:v>38350</c:v>
                </c:pt>
                <c:pt idx="199">
                  <c:v>38351</c:v>
                </c:pt>
                <c:pt idx="200">
                  <c:v>38352</c:v>
                </c:pt>
                <c:pt idx="201">
                  <c:v>38355</c:v>
                </c:pt>
                <c:pt idx="202">
                  <c:v>38356</c:v>
                </c:pt>
                <c:pt idx="203">
                  <c:v>38357</c:v>
                </c:pt>
                <c:pt idx="204">
                  <c:v>38358</c:v>
                </c:pt>
                <c:pt idx="205">
                  <c:v>38359</c:v>
                </c:pt>
                <c:pt idx="206">
                  <c:v>38362</c:v>
                </c:pt>
                <c:pt idx="207">
                  <c:v>38363</c:v>
                </c:pt>
                <c:pt idx="208">
                  <c:v>38364</c:v>
                </c:pt>
                <c:pt idx="209">
                  <c:v>38365</c:v>
                </c:pt>
                <c:pt idx="210">
                  <c:v>38366</c:v>
                </c:pt>
                <c:pt idx="211">
                  <c:v>38369</c:v>
                </c:pt>
                <c:pt idx="212">
                  <c:v>38370</c:v>
                </c:pt>
                <c:pt idx="213">
                  <c:v>38371</c:v>
                </c:pt>
                <c:pt idx="214">
                  <c:v>38372</c:v>
                </c:pt>
                <c:pt idx="215">
                  <c:v>38373</c:v>
                </c:pt>
                <c:pt idx="216">
                  <c:v>38376</c:v>
                </c:pt>
                <c:pt idx="217">
                  <c:v>38377</c:v>
                </c:pt>
                <c:pt idx="218">
                  <c:v>38378</c:v>
                </c:pt>
                <c:pt idx="219">
                  <c:v>38379</c:v>
                </c:pt>
                <c:pt idx="220">
                  <c:v>38380</c:v>
                </c:pt>
                <c:pt idx="221">
                  <c:v>38383</c:v>
                </c:pt>
                <c:pt idx="222">
                  <c:v>38384</c:v>
                </c:pt>
                <c:pt idx="223">
                  <c:v>38385</c:v>
                </c:pt>
                <c:pt idx="224">
                  <c:v>38386</c:v>
                </c:pt>
                <c:pt idx="225">
                  <c:v>38387</c:v>
                </c:pt>
                <c:pt idx="226">
                  <c:v>38390</c:v>
                </c:pt>
                <c:pt idx="227">
                  <c:v>38391</c:v>
                </c:pt>
                <c:pt idx="228">
                  <c:v>38392</c:v>
                </c:pt>
                <c:pt idx="229">
                  <c:v>38393</c:v>
                </c:pt>
                <c:pt idx="230">
                  <c:v>38394</c:v>
                </c:pt>
                <c:pt idx="231">
                  <c:v>38397</c:v>
                </c:pt>
                <c:pt idx="232">
                  <c:v>38398</c:v>
                </c:pt>
                <c:pt idx="233">
                  <c:v>38399</c:v>
                </c:pt>
                <c:pt idx="234">
                  <c:v>38400</c:v>
                </c:pt>
                <c:pt idx="235">
                  <c:v>38401</c:v>
                </c:pt>
                <c:pt idx="236">
                  <c:v>38404</c:v>
                </c:pt>
                <c:pt idx="237">
                  <c:v>38405</c:v>
                </c:pt>
                <c:pt idx="238">
                  <c:v>38406</c:v>
                </c:pt>
                <c:pt idx="239">
                  <c:v>38407</c:v>
                </c:pt>
                <c:pt idx="240">
                  <c:v>38408</c:v>
                </c:pt>
                <c:pt idx="241">
                  <c:v>38411</c:v>
                </c:pt>
                <c:pt idx="242">
                  <c:v>38412</c:v>
                </c:pt>
                <c:pt idx="243">
                  <c:v>38413</c:v>
                </c:pt>
                <c:pt idx="244">
                  <c:v>38414</c:v>
                </c:pt>
                <c:pt idx="245">
                  <c:v>38415</c:v>
                </c:pt>
                <c:pt idx="246">
                  <c:v>38418</c:v>
                </c:pt>
                <c:pt idx="247">
                  <c:v>38419</c:v>
                </c:pt>
                <c:pt idx="248">
                  <c:v>38420</c:v>
                </c:pt>
                <c:pt idx="249">
                  <c:v>38421</c:v>
                </c:pt>
                <c:pt idx="250">
                  <c:v>38422</c:v>
                </c:pt>
                <c:pt idx="251">
                  <c:v>38425</c:v>
                </c:pt>
                <c:pt idx="252">
                  <c:v>38426</c:v>
                </c:pt>
                <c:pt idx="253">
                  <c:v>38427</c:v>
                </c:pt>
                <c:pt idx="254">
                  <c:v>38428</c:v>
                </c:pt>
                <c:pt idx="255">
                  <c:v>38429</c:v>
                </c:pt>
                <c:pt idx="256">
                  <c:v>38432</c:v>
                </c:pt>
                <c:pt idx="257">
                  <c:v>38433</c:v>
                </c:pt>
                <c:pt idx="258">
                  <c:v>38434</c:v>
                </c:pt>
                <c:pt idx="259">
                  <c:v>38435</c:v>
                </c:pt>
                <c:pt idx="260">
                  <c:v>38436</c:v>
                </c:pt>
                <c:pt idx="261">
                  <c:v>38439</c:v>
                </c:pt>
                <c:pt idx="262">
                  <c:v>38440</c:v>
                </c:pt>
                <c:pt idx="263">
                  <c:v>38441</c:v>
                </c:pt>
                <c:pt idx="264">
                  <c:v>38442</c:v>
                </c:pt>
                <c:pt idx="265">
                  <c:v>38443</c:v>
                </c:pt>
                <c:pt idx="266">
                  <c:v>38446</c:v>
                </c:pt>
                <c:pt idx="267">
                  <c:v>38447</c:v>
                </c:pt>
                <c:pt idx="268">
                  <c:v>38448</c:v>
                </c:pt>
                <c:pt idx="269">
                  <c:v>38449</c:v>
                </c:pt>
                <c:pt idx="270">
                  <c:v>38450</c:v>
                </c:pt>
                <c:pt idx="271">
                  <c:v>38453</c:v>
                </c:pt>
                <c:pt idx="272">
                  <c:v>38454</c:v>
                </c:pt>
                <c:pt idx="273">
                  <c:v>38455</c:v>
                </c:pt>
                <c:pt idx="274">
                  <c:v>38456</c:v>
                </c:pt>
                <c:pt idx="275">
                  <c:v>38457</c:v>
                </c:pt>
                <c:pt idx="276">
                  <c:v>38460</c:v>
                </c:pt>
                <c:pt idx="277">
                  <c:v>38461</c:v>
                </c:pt>
                <c:pt idx="278">
                  <c:v>38462</c:v>
                </c:pt>
                <c:pt idx="279">
                  <c:v>38463</c:v>
                </c:pt>
                <c:pt idx="280">
                  <c:v>38464</c:v>
                </c:pt>
                <c:pt idx="281">
                  <c:v>38467</c:v>
                </c:pt>
                <c:pt idx="282">
                  <c:v>38468</c:v>
                </c:pt>
                <c:pt idx="283">
                  <c:v>38469</c:v>
                </c:pt>
                <c:pt idx="284">
                  <c:v>38470</c:v>
                </c:pt>
                <c:pt idx="285">
                  <c:v>38471</c:v>
                </c:pt>
                <c:pt idx="286">
                  <c:v>38474</c:v>
                </c:pt>
                <c:pt idx="287">
                  <c:v>38475</c:v>
                </c:pt>
                <c:pt idx="288">
                  <c:v>38476</c:v>
                </c:pt>
                <c:pt idx="289">
                  <c:v>38477</c:v>
                </c:pt>
                <c:pt idx="290">
                  <c:v>38478</c:v>
                </c:pt>
                <c:pt idx="291">
                  <c:v>38481</c:v>
                </c:pt>
                <c:pt idx="292">
                  <c:v>38482</c:v>
                </c:pt>
                <c:pt idx="293">
                  <c:v>38483</c:v>
                </c:pt>
                <c:pt idx="294">
                  <c:v>38484</c:v>
                </c:pt>
                <c:pt idx="295">
                  <c:v>38485</c:v>
                </c:pt>
                <c:pt idx="296">
                  <c:v>38488</c:v>
                </c:pt>
                <c:pt idx="297">
                  <c:v>38489</c:v>
                </c:pt>
                <c:pt idx="298">
                  <c:v>38490</c:v>
                </c:pt>
                <c:pt idx="299">
                  <c:v>38491</c:v>
                </c:pt>
                <c:pt idx="300">
                  <c:v>38492</c:v>
                </c:pt>
                <c:pt idx="301">
                  <c:v>38495</c:v>
                </c:pt>
                <c:pt idx="302">
                  <c:v>38496</c:v>
                </c:pt>
                <c:pt idx="303">
                  <c:v>38497</c:v>
                </c:pt>
                <c:pt idx="304">
                  <c:v>38498</c:v>
                </c:pt>
                <c:pt idx="305">
                  <c:v>38499</c:v>
                </c:pt>
                <c:pt idx="306">
                  <c:v>38503</c:v>
                </c:pt>
                <c:pt idx="307">
                  <c:v>38504</c:v>
                </c:pt>
                <c:pt idx="308">
                  <c:v>38505</c:v>
                </c:pt>
                <c:pt idx="309">
                  <c:v>38506</c:v>
                </c:pt>
                <c:pt idx="310">
                  <c:v>38509</c:v>
                </c:pt>
                <c:pt idx="311">
                  <c:v>38510</c:v>
                </c:pt>
                <c:pt idx="312">
                  <c:v>38511</c:v>
                </c:pt>
                <c:pt idx="313">
                  <c:v>38512</c:v>
                </c:pt>
                <c:pt idx="314">
                  <c:v>38513</c:v>
                </c:pt>
                <c:pt idx="315">
                  <c:v>38516</c:v>
                </c:pt>
                <c:pt idx="316">
                  <c:v>38517</c:v>
                </c:pt>
                <c:pt idx="317">
                  <c:v>38518</c:v>
                </c:pt>
                <c:pt idx="318">
                  <c:v>38519</c:v>
                </c:pt>
                <c:pt idx="319">
                  <c:v>38520</c:v>
                </c:pt>
                <c:pt idx="320">
                  <c:v>38523</c:v>
                </c:pt>
                <c:pt idx="321">
                  <c:v>38524</c:v>
                </c:pt>
                <c:pt idx="322">
                  <c:v>38525</c:v>
                </c:pt>
                <c:pt idx="323">
                  <c:v>38526</c:v>
                </c:pt>
                <c:pt idx="324">
                  <c:v>38527</c:v>
                </c:pt>
                <c:pt idx="325">
                  <c:v>38530</c:v>
                </c:pt>
                <c:pt idx="326">
                  <c:v>38531</c:v>
                </c:pt>
                <c:pt idx="327">
                  <c:v>38532</c:v>
                </c:pt>
                <c:pt idx="328">
                  <c:v>38533</c:v>
                </c:pt>
                <c:pt idx="329">
                  <c:v>38534</c:v>
                </c:pt>
                <c:pt idx="330">
                  <c:v>38537</c:v>
                </c:pt>
                <c:pt idx="331">
                  <c:v>38538</c:v>
                </c:pt>
                <c:pt idx="332">
                  <c:v>38539</c:v>
                </c:pt>
                <c:pt idx="333">
                  <c:v>38540</c:v>
                </c:pt>
                <c:pt idx="334">
                  <c:v>38541</c:v>
                </c:pt>
                <c:pt idx="335">
                  <c:v>38544</c:v>
                </c:pt>
                <c:pt idx="336">
                  <c:v>38545</c:v>
                </c:pt>
                <c:pt idx="337">
                  <c:v>38546</c:v>
                </c:pt>
                <c:pt idx="338">
                  <c:v>38547</c:v>
                </c:pt>
                <c:pt idx="339">
                  <c:v>38548</c:v>
                </c:pt>
                <c:pt idx="340">
                  <c:v>38551</c:v>
                </c:pt>
                <c:pt idx="341">
                  <c:v>38552</c:v>
                </c:pt>
                <c:pt idx="342">
                  <c:v>38553</c:v>
                </c:pt>
                <c:pt idx="343">
                  <c:v>38554</c:v>
                </c:pt>
                <c:pt idx="344">
                  <c:v>38555</c:v>
                </c:pt>
                <c:pt idx="345">
                  <c:v>38558</c:v>
                </c:pt>
                <c:pt idx="346">
                  <c:v>38559</c:v>
                </c:pt>
                <c:pt idx="347">
                  <c:v>38560</c:v>
                </c:pt>
                <c:pt idx="348">
                  <c:v>38561</c:v>
                </c:pt>
                <c:pt idx="349">
                  <c:v>38562</c:v>
                </c:pt>
                <c:pt idx="350">
                  <c:v>38565</c:v>
                </c:pt>
                <c:pt idx="351">
                  <c:v>38566</c:v>
                </c:pt>
                <c:pt idx="352">
                  <c:v>38567</c:v>
                </c:pt>
                <c:pt idx="353">
                  <c:v>38568</c:v>
                </c:pt>
                <c:pt idx="354">
                  <c:v>38569</c:v>
                </c:pt>
                <c:pt idx="355">
                  <c:v>38572</c:v>
                </c:pt>
                <c:pt idx="356">
                  <c:v>38573</c:v>
                </c:pt>
                <c:pt idx="357">
                  <c:v>38574</c:v>
                </c:pt>
                <c:pt idx="358">
                  <c:v>38575</c:v>
                </c:pt>
                <c:pt idx="359">
                  <c:v>38576</c:v>
                </c:pt>
                <c:pt idx="360">
                  <c:v>38579</c:v>
                </c:pt>
                <c:pt idx="361">
                  <c:v>38580</c:v>
                </c:pt>
                <c:pt idx="362">
                  <c:v>38581</c:v>
                </c:pt>
                <c:pt idx="363">
                  <c:v>38582</c:v>
                </c:pt>
                <c:pt idx="364">
                  <c:v>38583</c:v>
                </c:pt>
                <c:pt idx="365">
                  <c:v>38586</c:v>
                </c:pt>
                <c:pt idx="366">
                  <c:v>38587</c:v>
                </c:pt>
                <c:pt idx="367">
                  <c:v>38588</c:v>
                </c:pt>
                <c:pt idx="368">
                  <c:v>38589</c:v>
                </c:pt>
                <c:pt idx="369">
                  <c:v>38590</c:v>
                </c:pt>
                <c:pt idx="370">
                  <c:v>38593</c:v>
                </c:pt>
                <c:pt idx="371">
                  <c:v>38594</c:v>
                </c:pt>
                <c:pt idx="372">
                  <c:v>38595</c:v>
                </c:pt>
                <c:pt idx="373">
                  <c:v>38596</c:v>
                </c:pt>
                <c:pt idx="374">
                  <c:v>38597</c:v>
                </c:pt>
                <c:pt idx="375">
                  <c:v>38600</c:v>
                </c:pt>
                <c:pt idx="376">
                  <c:v>38601</c:v>
                </c:pt>
                <c:pt idx="377">
                  <c:v>38602</c:v>
                </c:pt>
                <c:pt idx="378">
                  <c:v>38603</c:v>
                </c:pt>
                <c:pt idx="379">
                  <c:v>38604</c:v>
                </c:pt>
                <c:pt idx="380">
                  <c:v>38607</c:v>
                </c:pt>
                <c:pt idx="381">
                  <c:v>38608</c:v>
                </c:pt>
                <c:pt idx="382">
                  <c:v>38609</c:v>
                </c:pt>
                <c:pt idx="383">
                  <c:v>38610</c:v>
                </c:pt>
                <c:pt idx="384">
                  <c:v>38611</c:v>
                </c:pt>
                <c:pt idx="385">
                  <c:v>38614</c:v>
                </c:pt>
                <c:pt idx="386">
                  <c:v>38615</c:v>
                </c:pt>
                <c:pt idx="387">
                  <c:v>38616</c:v>
                </c:pt>
                <c:pt idx="388">
                  <c:v>38617</c:v>
                </c:pt>
                <c:pt idx="389">
                  <c:v>38618</c:v>
                </c:pt>
                <c:pt idx="390">
                  <c:v>38621</c:v>
                </c:pt>
                <c:pt idx="391">
                  <c:v>38622</c:v>
                </c:pt>
                <c:pt idx="392">
                  <c:v>38623</c:v>
                </c:pt>
                <c:pt idx="393">
                  <c:v>38624</c:v>
                </c:pt>
                <c:pt idx="394">
                  <c:v>38625</c:v>
                </c:pt>
                <c:pt idx="395">
                  <c:v>38628</c:v>
                </c:pt>
                <c:pt idx="396">
                  <c:v>38629</c:v>
                </c:pt>
                <c:pt idx="397">
                  <c:v>38630</c:v>
                </c:pt>
                <c:pt idx="398">
                  <c:v>38631</c:v>
                </c:pt>
                <c:pt idx="399">
                  <c:v>38632</c:v>
                </c:pt>
                <c:pt idx="400">
                  <c:v>38635</c:v>
                </c:pt>
                <c:pt idx="401">
                  <c:v>38636</c:v>
                </c:pt>
                <c:pt idx="402">
                  <c:v>38637</c:v>
                </c:pt>
                <c:pt idx="403">
                  <c:v>38638</c:v>
                </c:pt>
                <c:pt idx="404">
                  <c:v>38639</c:v>
                </c:pt>
                <c:pt idx="405">
                  <c:v>38642</c:v>
                </c:pt>
                <c:pt idx="406">
                  <c:v>38643</c:v>
                </c:pt>
                <c:pt idx="407">
                  <c:v>38644</c:v>
                </c:pt>
                <c:pt idx="408">
                  <c:v>38645</c:v>
                </c:pt>
                <c:pt idx="409">
                  <c:v>38646</c:v>
                </c:pt>
                <c:pt idx="410">
                  <c:v>38649</c:v>
                </c:pt>
                <c:pt idx="411">
                  <c:v>38650</c:v>
                </c:pt>
                <c:pt idx="412">
                  <c:v>38651</c:v>
                </c:pt>
                <c:pt idx="413">
                  <c:v>38652</c:v>
                </c:pt>
                <c:pt idx="414">
                  <c:v>38653</c:v>
                </c:pt>
                <c:pt idx="415">
                  <c:v>38656</c:v>
                </c:pt>
                <c:pt idx="416">
                  <c:v>38657</c:v>
                </c:pt>
                <c:pt idx="417">
                  <c:v>38658</c:v>
                </c:pt>
                <c:pt idx="418">
                  <c:v>38659</c:v>
                </c:pt>
                <c:pt idx="419">
                  <c:v>38660</c:v>
                </c:pt>
                <c:pt idx="420">
                  <c:v>38663</c:v>
                </c:pt>
                <c:pt idx="421">
                  <c:v>38664</c:v>
                </c:pt>
                <c:pt idx="422">
                  <c:v>38665</c:v>
                </c:pt>
                <c:pt idx="423">
                  <c:v>38666</c:v>
                </c:pt>
                <c:pt idx="424">
                  <c:v>38667</c:v>
                </c:pt>
                <c:pt idx="425">
                  <c:v>38670</c:v>
                </c:pt>
                <c:pt idx="426">
                  <c:v>38671</c:v>
                </c:pt>
                <c:pt idx="427">
                  <c:v>38672</c:v>
                </c:pt>
                <c:pt idx="428">
                  <c:v>38673</c:v>
                </c:pt>
                <c:pt idx="429">
                  <c:v>38674</c:v>
                </c:pt>
                <c:pt idx="430">
                  <c:v>38677</c:v>
                </c:pt>
                <c:pt idx="431">
                  <c:v>38678</c:v>
                </c:pt>
                <c:pt idx="432">
                  <c:v>38679</c:v>
                </c:pt>
                <c:pt idx="433">
                  <c:v>38680</c:v>
                </c:pt>
                <c:pt idx="434">
                  <c:v>38681</c:v>
                </c:pt>
                <c:pt idx="435">
                  <c:v>38684</c:v>
                </c:pt>
                <c:pt idx="436">
                  <c:v>38685</c:v>
                </c:pt>
                <c:pt idx="437">
                  <c:v>38686</c:v>
                </c:pt>
                <c:pt idx="438">
                  <c:v>38687</c:v>
                </c:pt>
                <c:pt idx="439">
                  <c:v>38688</c:v>
                </c:pt>
                <c:pt idx="440">
                  <c:v>38691</c:v>
                </c:pt>
                <c:pt idx="441">
                  <c:v>38692</c:v>
                </c:pt>
                <c:pt idx="442">
                  <c:v>38693</c:v>
                </c:pt>
                <c:pt idx="443">
                  <c:v>38694</c:v>
                </c:pt>
                <c:pt idx="444">
                  <c:v>38695</c:v>
                </c:pt>
                <c:pt idx="445">
                  <c:v>38698</c:v>
                </c:pt>
                <c:pt idx="446">
                  <c:v>38699</c:v>
                </c:pt>
                <c:pt idx="447">
                  <c:v>38700</c:v>
                </c:pt>
                <c:pt idx="448">
                  <c:v>38701</c:v>
                </c:pt>
                <c:pt idx="449">
                  <c:v>38702</c:v>
                </c:pt>
                <c:pt idx="450">
                  <c:v>38705</c:v>
                </c:pt>
                <c:pt idx="451">
                  <c:v>38706</c:v>
                </c:pt>
                <c:pt idx="452">
                  <c:v>38707</c:v>
                </c:pt>
                <c:pt idx="453">
                  <c:v>38708</c:v>
                </c:pt>
                <c:pt idx="454">
                  <c:v>38709</c:v>
                </c:pt>
                <c:pt idx="455">
                  <c:v>38712</c:v>
                </c:pt>
                <c:pt idx="456">
                  <c:v>38713</c:v>
                </c:pt>
                <c:pt idx="457">
                  <c:v>38714</c:v>
                </c:pt>
                <c:pt idx="458">
                  <c:v>38715</c:v>
                </c:pt>
                <c:pt idx="459">
                  <c:v>38716</c:v>
                </c:pt>
                <c:pt idx="460">
                  <c:v>38719</c:v>
                </c:pt>
                <c:pt idx="461">
                  <c:v>38720</c:v>
                </c:pt>
                <c:pt idx="462">
                  <c:v>38721</c:v>
                </c:pt>
                <c:pt idx="463">
                  <c:v>38722</c:v>
                </c:pt>
                <c:pt idx="464">
                  <c:v>38723</c:v>
                </c:pt>
                <c:pt idx="465">
                  <c:v>38726</c:v>
                </c:pt>
                <c:pt idx="466">
                  <c:v>38727</c:v>
                </c:pt>
                <c:pt idx="467">
                  <c:v>38728</c:v>
                </c:pt>
                <c:pt idx="468">
                  <c:v>38729</c:v>
                </c:pt>
                <c:pt idx="469">
                  <c:v>38730</c:v>
                </c:pt>
                <c:pt idx="470">
                  <c:v>38733</c:v>
                </c:pt>
                <c:pt idx="471">
                  <c:v>38734</c:v>
                </c:pt>
                <c:pt idx="472">
                  <c:v>38735</c:v>
                </c:pt>
                <c:pt idx="473">
                  <c:v>38736</c:v>
                </c:pt>
                <c:pt idx="474">
                  <c:v>38737</c:v>
                </c:pt>
                <c:pt idx="475">
                  <c:v>38740</c:v>
                </c:pt>
                <c:pt idx="476">
                  <c:v>38741</c:v>
                </c:pt>
                <c:pt idx="477">
                  <c:v>38742</c:v>
                </c:pt>
                <c:pt idx="478">
                  <c:v>38743</c:v>
                </c:pt>
                <c:pt idx="479">
                  <c:v>38744</c:v>
                </c:pt>
                <c:pt idx="480">
                  <c:v>38747</c:v>
                </c:pt>
                <c:pt idx="481">
                  <c:v>38748</c:v>
                </c:pt>
                <c:pt idx="482">
                  <c:v>38749</c:v>
                </c:pt>
                <c:pt idx="483">
                  <c:v>38750</c:v>
                </c:pt>
                <c:pt idx="484">
                  <c:v>38751</c:v>
                </c:pt>
                <c:pt idx="485">
                  <c:v>38754</c:v>
                </c:pt>
                <c:pt idx="486">
                  <c:v>38755</c:v>
                </c:pt>
                <c:pt idx="487">
                  <c:v>38756</c:v>
                </c:pt>
                <c:pt idx="488">
                  <c:v>38757</c:v>
                </c:pt>
                <c:pt idx="489">
                  <c:v>38758</c:v>
                </c:pt>
                <c:pt idx="490">
                  <c:v>38761</c:v>
                </c:pt>
                <c:pt idx="491">
                  <c:v>38762</c:v>
                </c:pt>
                <c:pt idx="492">
                  <c:v>38763</c:v>
                </c:pt>
                <c:pt idx="493">
                  <c:v>38764</c:v>
                </c:pt>
                <c:pt idx="494">
                  <c:v>38765</c:v>
                </c:pt>
                <c:pt idx="495">
                  <c:v>38768</c:v>
                </c:pt>
                <c:pt idx="496">
                  <c:v>38769</c:v>
                </c:pt>
                <c:pt idx="497">
                  <c:v>38770</c:v>
                </c:pt>
                <c:pt idx="498">
                  <c:v>38771</c:v>
                </c:pt>
                <c:pt idx="499">
                  <c:v>38772</c:v>
                </c:pt>
                <c:pt idx="500">
                  <c:v>38775</c:v>
                </c:pt>
                <c:pt idx="501">
                  <c:v>38776</c:v>
                </c:pt>
                <c:pt idx="502">
                  <c:v>38777</c:v>
                </c:pt>
                <c:pt idx="503">
                  <c:v>38778</c:v>
                </c:pt>
                <c:pt idx="504">
                  <c:v>38779</c:v>
                </c:pt>
                <c:pt idx="505">
                  <c:v>38782</c:v>
                </c:pt>
                <c:pt idx="506">
                  <c:v>38783</c:v>
                </c:pt>
                <c:pt idx="507">
                  <c:v>38784</c:v>
                </c:pt>
                <c:pt idx="508">
                  <c:v>38785</c:v>
                </c:pt>
                <c:pt idx="509">
                  <c:v>38786</c:v>
                </c:pt>
                <c:pt idx="510">
                  <c:v>38789</c:v>
                </c:pt>
                <c:pt idx="511">
                  <c:v>38790</c:v>
                </c:pt>
                <c:pt idx="512">
                  <c:v>38791</c:v>
                </c:pt>
                <c:pt idx="513">
                  <c:v>38792</c:v>
                </c:pt>
                <c:pt idx="514">
                  <c:v>38793</c:v>
                </c:pt>
                <c:pt idx="515">
                  <c:v>38796</c:v>
                </c:pt>
                <c:pt idx="516">
                  <c:v>38797</c:v>
                </c:pt>
                <c:pt idx="517">
                  <c:v>38798</c:v>
                </c:pt>
                <c:pt idx="518">
                  <c:v>38799</c:v>
                </c:pt>
                <c:pt idx="519">
                  <c:v>38800</c:v>
                </c:pt>
                <c:pt idx="520">
                  <c:v>38803</c:v>
                </c:pt>
                <c:pt idx="521">
                  <c:v>38804</c:v>
                </c:pt>
                <c:pt idx="522">
                  <c:v>38805</c:v>
                </c:pt>
                <c:pt idx="523">
                  <c:v>38806</c:v>
                </c:pt>
                <c:pt idx="524">
                  <c:v>38807</c:v>
                </c:pt>
                <c:pt idx="525">
                  <c:v>38810</c:v>
                </c:pt>
                <c:pt idx="526">
                  <c:v>38811</c:v>
                </c:pt>
                <c:pt idx="527">
                  <c:v>38812</c:v>
                </c:pt>
                <c:pt idx="528">
                  <c:v>38813</c:v>
                </c:pt>
                <c:pt idx="529">
                  <c:v>38814</c:v>
                </c:pt>
                <c:pt idx="530">
                  <c:v>38817</c:v>
                </c:pt>
                <c:pt idx="531">
                  <c:v>38818</c:v>
                </c:pt>
                <c:pt idx="532">
                  <c:v>38819</c:v>
                </c:pt>
                <c:pt idx="533">
                  <c:v>38820</c:v>
                </c:pt>
                <c:pt idx="534">
                  <c:v>38821</c:v>
                </c:pt>
                <c:pt idx="535">
                  <c:v>38824</c:v>
                </c:pt>
                <c:pt idx="536">
                  <c:v>38825</c:v>
                </c:pt>
                <c:pt idx="537">
                  <c:v>38826</c:v>
                </c:pt>
                <c:pt idx="538">
                  <c:v>38827</c:v>
                </c:pt>
                <c:pt idx="539">
                  <c:v>38828</c:v>
                </c:pt>
                <c:pt idx="540">
                  <c:v>38831</c:v>
                </c:pt>
                <c:pt idx="541">
                  <c:v>38832</c:v>
                </c:pt>
                <c:pt idx="542">
                  <c:v>38833</c:v>
                </c:pt>
                <c:pt idx="543">
                  <c:v>38834</c:v>
                </c:pt>
                <c:pt idx="544">
                  <c:v>38835</c:v>
                </c:pt>
                <c:pt idx="545">
                  <c:v>38838</c:v>
                </c:pt>
                <c:pt idx="546">
                  <c:v>38839</c:v>
                </c:pt>
                <c:pt idx="547">
                  <c:v>38840</c:v>
                </c:pt>
                <c:pt idx="548">
                  <c:v>38841</c:v>
                </c:pt>
                <c:pt idx="549">
                  <c:v>38842</c:v>
                </c:pt>
                <c:pt idx="550">
                  <c:v>38845</c:v>
                </c:pt>
                <c:pt idx="551">
                  <c:v>38846</c:v>
                </c:pt>
                <c:pt idx="552">
                  <c:v>38847</c:v>
                </c:pt>
                <c:pt idx="553">
                  <c:v>38848</c:v>
                </c:pt>
                <c:pt idx="554">
                  <c:v>38849</c:v>
                </c:pt>
                <c:pt idx="555">
                  <c:v>38852</c:v>
                </c:pt>
                <c:pt idx="556">
                  <c:v>38853</c:v>
                </c:pt>
                <c:pt idx="557">
                  <c:v>38854</c:v>
                </c:pt>
                <c:pt idx="558">
                  <c:v>38855</c:v>
                </c:pt>
                <c:pt idx="559">
                  <c:v>38856</c:v>
                </c:pt>
                <c:pt idx="560">
                  <c:v>38859</c:v>
                </c:pt>
                <c:pt idx="561">
                  <c:v>38860</c:v>
                </c:pt>
                <c:pt idx="562">
                  <c:v>38861</c:v>
                </c:pt>
                <c:pt idx="563">
                  <c:v>38862</c:v>
                </c:pt>
                <c:pt idx="564">
                  <c:v>38863</c:v>
                </c:pt>
                <c:pt idx="565">
                  <c:v>38866</c:v>
                </c:pt>
                <c:pt idx="566">
                  <c:v>38867</c:v>
                </c:pt>
                <c:pt idx="567">
                  <c:v>38868</c:v>
                </c:pt>
                <c:pt idx="568">
                  <c:v>38869</c:v>
                </c:pt>
                <c:pt idx="569">
                  <c:v>38870</c:v>
                </c:pt>
                <c:pt idx="570">
                  <c:v>38873</c:v>
                </c:pt>
                <c:pt idx="571">
                  <c:v>38874</c:v>
                </c:pt>
                <c:pt idx="572">
                  <c:v>38875</c:v>
                </c:pt>
                <c:pt idx="573">
                  <c:v>38876</c:v>
                </c:pt>
                <c:pt idx="574">
                  <c:v>38877</c:v>
                </c:pt>
                <c:pt idx="575">
                  <c:v>38880</c:v>
                </c:pt>
                <c:pt idx="576">
                  <c:v>38881</c:v>
                </c:pt>
                <c:pt idx="577">
                  <c:v>38882</c:v>
                </c:pt>
                <c:pt idx="578">
                  <c:v>38883</c:v>
                </c:pt>
                <c:pt idx="579">
                  <c:v>38884</c:v>
                </c:pt>
                <c:pt idx="580">
                  <c:v>38887</c:v>
                </c:pt>
                <c:pt idx="581">
                  <c:v>38888</c:v>
                </c:pt>
                <c:pt idx="582">
                  <c:v>38889</c:v>
                </c:pt>
                <c:pt idx="583">
                  <c:v>38890</c:v>
                </c:pt>
                <c:pt idx="584">
                  <c:v>38891</c:v>
                </c:pt>
                <c:pt idx="585">
                  <c:v>38894</c:v>
                </c:pt>
                <c:pt idx="586">
                  <c:v>38895</c:v>
                </c:pt>
                <c:pt idx="587">
                  <c:v>38896</c:v>
                </c:pt>
                <c:pt idx="588">
                  <c:v>38897</c:v>
                </c:pt>
                <c:pt idx="589">
                  <c:v>38898</c:v>
                </c:pt>
                <c:pt idx="590">
                  <c:v>38901</c:v>
                </c:pt>
                <c:pt idx="591">
                  <c:v>38902</c:v>
                </c:pt>
                <c:pt idx="592">
                  <c:v>38903</c:v>
                </c:pt>
                <c:pt idx="593">
                  <c:v>38904</c:v>
                </c:pt>
                <c:pt idx="594">
                  <c:v>38905</c:v>
                </c:pt>
                <c:pt idx="595">
                  <c:v>38908</c:v>
                </c:pt>
                <c:pt idx="596">
                  <c:v>38909</c:v>
                </c:pt>
                <c:pt idx="597">
                  <c:v>38910</c:v>
                </c:pt>
                <c:pt idx="598">
                  <c:v>38911</c:v>
                </c:pt>
                <c:pt idx="599">
                  <c:v>38912</c:v>
                </c:pt>
                <c:pt idx="600">
                  <c:v>38915</c:v>
                </c:pt>
                <c:pt idx="601">
                  <c:v>38916</c:v>
                </c:pt>
                <c:pt idx="602">
                  <c:v>38917</c:v>
                </c:pt>
                <c:pt idx="603">
                  <c:v>38918</c:v>
                </c:pt>
                <c:pt idx="604">
                  <c:v>38919</c:v>
                </c:pt>
                <c:pt idx="605">
                  <c:v>38922</c:v>
                </c:pt>
                <c:pt idx="606">
                  <c:v>38923</c:v>
                </c:pt>
                <c:pt idx="607">
                  <c:v>38924</c:v>
                </c:pt>
                <c:pt idx="608">
                  <c:v>38925</c:v>
                </c:pt>
                <c:pt idx="609">
                  <c:v>38926</c:v>
                </c:pt>
                <c:pt idx="610">
                  <c:v>38929</c:v>
                </c:pt>
                <c:pt idx="611">
                  <c:v>38930</c:v>
                </c:pt>
                <c:pt idx="612">
                  <c:v>38931</c:v>
                </c:pt>
                <c:pt idx="613">
                  <c:v>38932</c:v>
                </c:pt>
                <c:pt idx="614">
                  <c:v>38933</c:v>
                </c:pt>
                <c:pt idx="615">
                  <c:v>38936</c:v>
                </c:pt>
                <c:pt idx="616">
                  <c:v>38937</c:v>
                </c:pt>
                <c:pt idx="617">
                  <c:v>38938</c:v>
                </c:pt>
                <c:pt idx="618">
                  <c:v>38939</c:v>
                </c:pt>
                <c:pt idx="619">
                  <c:v>38940</c:v>
                </c:pt>
                <c:pt idx="620">
                  <c:v>38943</c:v>
                </c:pt>
                <c:pt idx="621">
                  <c:v>38944</c:v>
                </c:pt>
                <c:pt idx="622">
                  <c:v>38945</c:v>
                </c:pt>
                <c:pt idx="623">
                  <c:v>38946</c:v>
                </c:pt>
                <c:pt idx="624">
                  <c:v>38947</c:v>
                </c:pt>
                <c:pt idx="625">
                  <c:v>38950</c:v>
                </c:pt>
                <c:pt idx="626">
                  <c:v>38951</c:v>
                </c:pt>
                <c:pt idx="627">
                  <c:v>38952</c:v>
                </c:pt>
                <c:pt idx="628">
                  <c:v>38953</c:v>
                </c:pt>
                <c:pt idx="629">
                  <c:v>38954</c:v>
                </c:pt>
                <c:pt idx="630">
                  <c:v>38957</c:v>
                </c:pt>
                <c:pt idx="631">
                  <c:v>38958</c:v>
                </c:pt>
                <c:pt idx="632">
                  <c:v>38959</c:v>
                </c:pt>
                <c:pt idx="633">
                  <c:v>38960</c:v>
                </c:pt>
                <c:pt idx="634">
                  <c:v>38961</c:v>
                </c:pt>
                <c:pt idx="635">
                  <c:v>38964</c:v>
                </c:pt>
                <c:pt idx="636">
                  <c:v>38965</c:v>
                </c:pt>
                <c:pt idx="637">
                  <c:v>38966</c:v>
                </c:pt>
                <c:pt idx="638">
                  <c:v>38967</c:v>
                </c:pt>
                <c:pt idx="639">
                  <c:v>38968</c:v>
                </c:pt>
                <c:pt idx="640">
                  <c:v>38971</c:v>
                </c:pt>
                <c:pt idx="641">
                  <c:v>38972</c:v>
                </c:pt>
                <c:pt idx="642">
                  <c:v>38973</c:v>
                </c:pt>
                <c:pt idx="643">
                  <c:v>38974</c:v>
                </c:pt>
                <c:pt idx="644">
                  <c:v>38975</c:v>
                </c:pt>
                <c:pt idx="645">
                  <c:v>38978</c:v>
                </c:pt>
                <c:pt idx="646">
                  <c:v>38979</c:v>
                </c:pt>
                <c:pt idx="647">
                  <c:v>38980</c:v>
                </c:pt>
                <c:pt idx="648">
                  <c:v>38981</c:v>
                </c:pt>
                <c:pt idx="649">
                  <c:v>38982</c:v>
                </c:pt>
                <c:pt idx="650">
                  <c:v>38985</c:v>
                </c:pt>
                <c:pt idx="651">
                  <c:v>38986</c:v>
                </c:pt>
                <c:pt idx="652">
                  <c:v>38987</c:v>
                </c:pt>
                <c:pt idx="653">
                  <c:v>38988</c:v>
                </c:pt>
                <c:pt idx="654">
                  <c:v>38989</c:v>
                </c:pt>
                <c:pt idx="655">
                  <c:v>38992</c:v>
                </c:pt>
                <c:pt idx="656">
                  <c:v>38993</c:v>
                </c:pt>
                <c:pt idx="657">
                  <c:v>38994</c:v>
                </c:pt>
                <c:pt idx="658">
                  <c:v>38995</c:v>
                </c:pt>
                <c:pt idx="659">
                  <c:v>38996</c:v>
                </c:pt>
                <c:pt idx="660">
                  <c:v>38999</c:v>
                </c:pt>
                <c:pt idx="661">
                  <c:v>39000</c:v>
                </c:pt>
                <c:pt idx="662">
                  <c:v>39001</c:v>
                </c:pt>
                <c:pt idx="663">
                  <c:v>39002</c:v>
                </c:pt>
                <c:pt idx="664">
                  <c:v>39003</c:v>
                </c:pt>
                <c:pt idx="665">
                  <c:v>39006</c:v>
                </c:pt>
                <c:pt idx="666">
                  <c:v>39007</c:v>
                </c:pt>
                <c:pt idx="667">
                  <c:v>39008</c:v>
                </c:pt>
                <c:pt idx="668">
                  <c:v>39009</c:v>
                </c:pt>
                <c:pt idx="669">
                  <c:v>39010</c:v>
                </c:pt>
                <c:pt idx="670">
                  <c:v>39013</c:v>
                </c:pt>
                <c:pt idx="671">
                  <c:v>39014</c:v>
                </c:pt>
                <c:pt idx="672">
                  <c:v>39015</c:v>
                </c:pt>
                <c:pt idx="673">
                  <c:v>39016</c:v>
                </c:pt>
                <c:pt idx="674">
                  <c:v>39017</c:v>
                </c:pt>
                <c:pt idx="675">
                  <c:v>39020</c:v>
                </c:pt>
                <c:pt idx="676">
                  <c:v>39021</c:v>
                </c:pt>
                <c:pt idx="677">
                  <c:v>39022</c:v>
                </c:pt>
                <c:pt idx="678">
                  <c:v>39023</c:v>
                </c:pt>
                <c:pt idx="679">
                  <c:v>39024</c:v>
                </c:pt>
                <c:pt idx="680">
                  <c:v>39027</c:v>
                </c:pt>
                <c:pt idx="681">
                  <c:v>39028</c:v>
                </c:pt>
                <c:pt idx="682">
                  <c:v>39029</c:v>
                </c:pt>
                <c:pt idx="683">
                  <c:v>39030</c:v>
                </c:pt>
                <c:pt idx="684">
                  <c:v>39031</c:v>
                </c:pt>
                <c:pt idx="685">
                  <c:v>39034</c:v>
                </c:pt>
                <c:pt idx="686">
                  <c:v>39035</c:v>
                </c:pt>
                <c:pt idx="687">
                  <c:v>39036</c:v>
                </c:pt>
                <c:pt idx="688">
                  <c:v>39037</c:v>
                </c:pt>
                <c:pt idx="689">
                  <c:v>39038</c:v>
                </c:pt>
                <c:pt idx="690">
                  <c:v>39041</c:v>
                </c:pt>
                <c:pt idx="691">
                  <c:v>39042</c:v>
                </c:pt>
                <c:pt idx="692">
                  <c:v>39043</c:v>
                </c:pt>
                <c:pt idx="693">
                  <c:v>39044</c:v>
                </c:pt>
                <c:pt idx="694">
                  <c:v>39045</c:v>
                </c:pt>
                <c:pt idx="695">
                  <c:v>39048</c:v>
                </c:pt>
                <c:pt idx="696">
                  <c:v>39049</c:v>
                </c:pt>
                <c:pt idx="697">
                  <c:v>39050</c:v>
                </c:pt>
                <c:pt idx="698">
                  <c:v>39051</c:v>
                </c:pt>
                <c:pt idx="699">
                  <c:v>39052</c:v>
                </c:pt>
                <c:pt idx="700">
                  <c:v>39055</c:v>
                </c:pt>
                <c:pt idx="701">
                  <c:v>39056</c:v>
                </c:pt>
                <c:pt idx="702">
                  <c:v>39057</c:v>
                </c:pt>
                <c:pt idx="703">
                  <c:v>39058</c:v>
                </c:pt>
                <c:pt idx="704">
                  <c:v>39059</c:v>
                </c:pt>
                <c:pt idx="705">
                  <c:v>39062</c:v>
                </c:pt>
                <c:pt idx="706">
                  <c:v>39063</c:v>
                </c:pt>
                <c:pt idx="707">
                  <c:v>39064</c:v>
                </c:pt>
                <c:pt idx="708">
                  <c:v>39065</c:v>
                </c:pt>
                <c:pt idx="709">
                  <c:v>39066</c:v>
                </c:pt>
                <c:pt idx="710">
                  <c:v>39069</c:v>
                </c:pt>
                <c:pt idx="711">
                  <c:v>39070</c:v>
                </c:pt>
                <c:pt idx="712">
                  <c:v>39071</c:v>
                </c:pt>
                <c:pt idx="713">
                  <c:v>39072</c:v>
                </c:pt>
                <c:pt idx="714">
                  <c:v>39073</c:v>
                </c:pt>
                <c:pt idx="715">
                  <c:v>39077</c:v>
                </c:pt>
                <c:pt idx="716">
                  <c:v>39078</c:v>
                </c:pt>
                <c:pt idx="717">
                  <c:v>39079</c:v>
                </c:pt>
                <c:pt idx="718">
                  <c:v>39080</c:v>
                </c:pt>
                <c:pt idx="719">
                  <c:v>39083</c:v>
                </c:pt>
                <c:pt idx="720">
                  <c:v>39084</c:v>
                </c:pt>
                <c:pt idx="721">
                  <c:v>39085</c:v>
                </c:pt>
                <c:pt idx="722">
                  <c:v>39086</c:v>
                </c:pt>
                <c:pt idx="723">
                  <c:v>39087</c:v>
                </c:pt>
                <c:pt idx="724">
                  <c:v>39090</c:v>
                </c:pt>
                <c:pt idx="725">
                  <c:v>39091</c:v>
                </c:pt>
                <c:pt idx="726">
                  <c:v>39092</c:v>
                </c:pt>
                <c:pt idx="727">
                  <c:v>39093</c:v>
                </c:pt>
                <c:pt idx="728">
                  <c:v>39094</c:v>
                </c:pt>
                <c:pt idx="729">
                  <c:v>39097</c:v>
                </c:pt>
                <c:pt idx="730">
                  <c:v>39098</c:v>
                </c:pt>
                <c:pt idx="731">
                  <c:v>39099</c:v>
                </c:pt>
                <c:pt idx="732">
                  <c:v>39100</c:v>
                </c:pt>
                <c:pt idx="733">
                  <c:v>39101</c:v>
                </c:pt>
                <c:pt idx="734">
                  <c:v>39104</c:v>
                </c:pt>
                <c:pt idx="735">
                  <c:v>39105</c:v>
                </c:pt>
                <c:pt idx="736">
                  <c:v>39106</c:v>
                </c:pt>
                <c:pt idx="737">
                  <c:v>39107</c:v>
                </c:pt>
                <c:pt idx="738">
                  <c:v>39108</c:v>
                </c:pt>
                <c:pt idx="739">
                  <c:v>39111</c:v>
                </c:pt>
                <c:pt idx="740">
                  <c:v>39112</c:v>
                </c:pt>
                <c:pt idx="741">
                  <c:v>39113</c:v>
                </c:pt>
                <c:pt idx="742">
                  <c:v>39114</c:v>
                </c:pt>
                <c:pt idx="743">
                  <c:v>39115</c:v>
                </c:pt>
                <c:pt idx="744">
                  <c:v>39118</c:v>
                </c:pt>
                <c:pt idx="745">
                  <c:v>39119</c:v>
                </c:pt>
                <c:pt idx="746">
                  <c:v>39120</c:v>
                </c:pt>
                <c:pt idx="747">
                  <c:v>39121</c:v>
                </c:pt>
                <c:pt idx="748">
                  <c:v>39122</c:v>
                </c:pt>
                <c:pt idx="749">
                  <c:v>39125</c:v>
                </c:pt>
                <c:pt idx="750">
                  <c:v>39126</c:v>
                </c:pt>
                <c:pt idx="751">
                  <c:v>39127</c:v>
                </c:pt>
                <c:pt idx="752">
                  <c:v>39128</c:v>
                </c:pt>
                <c:pt idx="753">
                  <c:v>39129</c:v>
                </c:pt>
                <c:pt idx="754">
                  <c:v>39132</c:v>
                </c:pt>
                <c:pt idx="755">
                  <c:v>39133</c:v>
                </c:pt>
                <c:pt idx="756">
                  <c:v>39134</c:v>
                </c:pt>
                <c:pt idx="757">
                  <c:v>39135</c:v>
                </c:pt>
                <c:pt idx="758">
                  <c:v>39136</c:v>
                </c:pt>
                <c:pt idx="759">
                  <c:v>39139</c:v>
                </c:pt>
                <c:pt idx="760">
                  <c:v>39140</c:v>
                </c:pt>
                <c:pt idx="761">
                  <c:v>39141</c:v>
                </c:pt>
                <c:pt idx="762">
                  <c:v>39142</c:v>
                </c:pt>
                <c:pt idx="763">
                  <c:v>39143</c:v>
                </c:pt>
                <c:pt idx="764">
                  <c:v>39146</c:v>
                </c:pt>
                <c:pt idx="765">
                  <c:v>39147</c:v>
                </c:pt>
                <c:pt idx="766">
                  <c:v>39148</c:v>
                </c:pt>
                <c:pt idx="767">
                  <c:v>39149</c:v>
                </c:pt>
                <c:pt idx="768">
                  <c:v>39150</c:v>
                </c:pt>
                <c:pt idx="769">
                  <c:v>39153</c:v>
                </c:pt>
                <c:pt idx="770">
                  <c:v>39154</c:v>
                </c:pt>
                <c:pt idx="771">
                  <c:v>39155</c:v>
                </c:pt>
                <c:pt idx="772">
                  <c:v>39156</c:v>
                </c:pt>
                <c:pt idx="773">
                  <c:v>39157</c:v>
                </c:pt>
                <c:pt idx="774">
                  <c:v>39160</c:v>
                </c:pt>
                <c:pt idx="775">
                  <c:v>39161</c:v>
                </c:pt>
                <c:pt idx="776">
                  <c:v>39162</c:v>
                </c:pt>
                <c:pt idx="777">
                  <c:v>39163</c:v>
                </c:pt>
                <c:pt idx="778">
                  <c:v>39164</c:v>
                </c:pt>
                <c:pt idx="779">
                  <c:v>39167</c:v>
                </c:pt>
                <c:pt idx="780">
                  <c:v>39168</c:v>
                </c:pt>
                <c:pt idx="781">
                  <c:v>39169</c:v>
                </c:pt>
                <c:pt idx="782">
                  <c:v>39170</c:v>
                </c:pt>
                <c:pt idx="783">
                  <c:v>39171</c:v>
                </c:pt>
                <c:pt idx="784">
                  <c:v>39174</c:v>
                </c:pt>
                <c:pt idx="785">
                  <c:v>39175</c:v>
                </c:pt>
                <c:pt idx="786">
                  <c:v>39176</c:v>
                </c:pt>
                <c:pt idx="787">
                  <c:v>39177</c:v>
                </c:pt>
                <c:pt idx="788">
                  <c:v>39178</c:v>
                </c:pt>
                <c:pt idx="789">
                  <c:v>39181</c:v>
                </c:pt>
                <c:pt idx="790">
                  <c:v>39182</c:v>
                </c:pt>
                <c:pt idx="791">
                  <c:v>39183</c:v>
                </c:pt>
                <c:pt idx="792">
                  <c:v>39184</c:v>
                </c:pt>
                <c:pt idx="793">
                  <c:v>39185</c:v>
                </c:pt>
                <c:pt idx="794">
                  <c:v>39188</c:v>
                </c:pt>
                <c:pt idx="795">
                  <c:v>39189</c:v>
                </c:pt>
                <c:pt idx="796">
                  <c:v>39190</c:v>
                </c:pt>
                <c:pt idx="797">
                  <c:v>39191</c:v>
                </c:pt>
                <c:pt idx="798">
                  <c:v>39192</c:v>
                </c:pt>
                <c:pt idx="799">
                  <c:v>39195</c:v>
                </c:pt>
                <c:pt idx="800">
                  <c:v>39196</c:v>
                </c:pt>
                <c:pt idx="801">
                  <c:v>39197</c:v>
                </c:pt>
                <c:pt idx="802">
                  <c:v>39198</c:v>
                </c:pt>
                <c:pt idx="803">
                  <c:v>39199</c:v>
                </c:pt>
                <c:pt idx="804">
                  <c:v>39202</c:v>
                </c:pt>
                <c:pt idx="805">
                  <c:v>39203</c:v>
                </c:pt>
                <c:pt idx="806">
                  <c:v>39204</c:v>
                </c:pt>
                <c:pt idx="807">
                  <c:v>39205</c:v>
                </c:pt>
                <c:pt idx="808">
                  <c:v>39206</c:v>
                </c:pt>
                <c:pt idx="809">
                  <c:v>39209</c:v>
                </c:pt>
                <c:pt idx="810">
                  <c:v>39210</c:v>
                </c:pt>
                <c:pt idx="811">
                  <c:v>39211</c:v>
                </c:pt>
                <c:pt idx="812">
                  <c:v>39212</c:v>
                </c:pt>
                <c:pt idx="813">
                  <c:v>39213</c:v>
                </c:pt>
                <c:pt idx="814">
                  <c:v>39216</c:v>
                </c:pt>
                <c:pt idx="815">
                  <c:v>39217</c:v>
                </c:pt>
                <c:pt idx="816">
                  <c:v>39218</c:v>
                </c:pt>
                <c:pt idx="817">
                  <c:v>39219</c:v>
                </c:pt>
                <c:pt idx="818">
                  <c:v>39220</c:v>
                </c:pt>
                <c:pt idx="819">
                  <c:v>39223</c:v>
                </c:pt>
                <c:pt idx="820">
                  <c:v>39224</c:v>
                </c:pt>
                <c:pt idx="821">
                  <c:v>39225</c:v>
                </c:pt>
                <c:pt idx="822">
                  <c:v>39226</c:v>
                </c:pt>
                <c:pt idx="823">
                  <c:v>39227</c:v>
                </c:pt>
                <c:pt idx="824">
                  <c:v>39230</c:v>
                </c:pt>
                <c:pt idx="825">
                  <c:v>39231</c:v>
                </c:pt>
                <c:pt idx="826">
                  <c:v>39232</c:v>
                </c:pt>
                <c:pt idx="827">
                  <c:v>39233</c:v>
                </c:pt>
                <c:pt idx="828">
                  <c:v>39234</c:v>
                </c:pt>
                <c:pt idx="829">
                  <c:v>39237</c:v>
                </c:pt>
                <c:pt idx="830">
                  <c:v>39238</c:v>
                </c:pt>
                <c:pt idx="831">
                  <c:v>39239</c:v>
                </c:pt>
                <c:pt idx="832">
                  <c:v>39240</c:v>
                </c:pt>
                <c:pt idx="833">
                  <c:v>39241</c:v>
                </c:pt>
                <c:pt idx="834">
                  <c:v>39244</c:v>
                </c:pt>
                <c:pt idx="835">
                  <c:v>39245</c:v>
                </c:pt>
                <c:pt idx="836">
                  <c:v>39246</c:v>
                </c:pt>
                <c:pt idx="837">
                  <c:v>39247</c:v>
                </c:pt>
                <c:pt idx="838">
                  <c:v>39248</c:v>
                </c:pt>
                <c:pt idx="839">
                  <c:v>39251</c:v>
                </c:pt>
                <c:pt idx="840">
                  <c:v>39252</c:v>
                </c:pt>
                <c:pt idx="841">
                  <c:v>39253</c:v>
                </c:pt>
                <c:pt idx="842">
                  <c:v>39254</c:v>
                </c:pt>
                <c:pt idx="843">
                  <c:v>39255</c:v>
                </c:pt>
                <c:pt idx="844">
                  <c:v>39258</c:v>
                </c:pt>
                <c:pt idx="845">
                  <c:v>39259</c:v>
                </c:pt>
                <c:pt idx="846">
                  <c:v>39260</c:v>
                </c:pt>
                <c:pt idx="847">
                  <c:v>39261</c:v>
                </c:pt>
                <c:pt idx="848">
                  <c:v>39262</c:v>
                </c:pt>
                <c:pt idx="849">
                  <c:v>39265</c:v>
                </c:pt>
                <c:pt idx="850">
                  <c:v>39266</c:v>
                </c:pt>
                <c:pt idx="851">
                  <c:v>39267</c:v>
                </c:pt>
                <c:pt idx="852">
                  <c:v>39268</c:v>
                </c:pt>
                <c:pt idx="853">
                  <c:v>39269</c:v>
                </c:pt>
                <c:pt idx="854">
                  <c:v>39272</c:v>
                </c:pt>
                <c:pt idx="855">
                  <c:v>39273</c:v>
                </c:pt>
                <c:pt idx="856">
                  <c:v>39274</c:v>
                </c:pt>
                <c:pt idx="857">
                  <c:v>39275</c:v>
                </c:pt>
                <c:pt idx="858">
                  <c:v>39276</c:v>
                </c:pt>
                <c:pt idx="859">
                  <c:v>39279</c:v>
                </c:pt>
                <c:pt idx="860">
                  <c:v>39280</c:v>
                </c:pt>
                <c:pt idx="861">
                  <c:v>39281</c:v>
                </c:pt>
                <c:pt idx="862">
                  <c:v>39282</c:v>
                </c:pt>
                <c:pt idx="863">
                  <c:v>39283</c:v>
                </c:pt>
                <c:pt idx="864">
                  <c:v>39286</c:v>
                </c:pt>
                <c:pt idx="865">
                  <c:v>39287</c:v>
                </c:pt>
                <c:pt idx="866">
                  <c:v>39288</c:v>
                </c:pt>
                <c:pt idx="867">
                  <c:v>39289</c:v>
                </c:pt>
                <c:pt idx="868">
                  <c:v>39290</c:v>
                </c:pt>
                <c:pt idx="869">
                  <c:v>39293</c:v>
                </c:pt>
                <c:pt idx="870">
                  <c:v>39294</c:v>
                </c:pt>
                <c:pt idx="871">
                  <c:v>39295</c:v>
                </c:pt>
                <c:pt idx="872">
                  <c:v>39296</c:v>
                </c:pt>
                <c:pt idx="873">
                  <c:v>39297</c:v>
                </c:pt>
                <c:pt idx="874">
                  <c:v>39300</c:v>
                </c:pt>
                <c:pt idx="875">
                  <c:v>39301</c:v>
                </c:pt>
                <c:pt idx="876">
                  <c:v>39302</c:v>
                </c:pt>
                <c:pt idx="877">
                  <c:v>39303</c:v>
                </c:pt>
                <c:pt idx="878">
                  <c:v>39304</c:v>
                </c:pt>
                <c:pt idx="879">
                  <c:v>39307</c:v>
                </c:pt>
                <c:pt idx="880">
                  <c:v>39308</c:v>
                </c:pt>
                <c:pt idx="881">
                  <c:v>39309</c:v>
                </c:pt>
                <c:pt idx="882">
                  <c:v>39310</c:v>
                </c:pt>
                <c:pt idx="883">
                  <c:v>39311</c:v>
                </c:pt>
                <c:pt idx="884">
                  <c:v>39314</c:v>
                </c:pt>
                <c:pt idx="885">
                  <c:v>39315</c:v>
                </c:pt>
                <c:pt idx="886">
                  <c:v>39316</c:v>
                </c:pt>
                <c:pt idx="887">
                  <c:v>39317</c:v>
                </c:pt>
                <c:pt idx="888">
                  <c:v>39318</c:v>
                </c:pt>
                <c:pt idx="889">
                  <c:v>39321</c:v>
                </c:pt>
                <c:pt idx="890">
                  <c:v>39322</c:v>
                </c:pt>
                <c:pt idx="891">
                  <c:v>39323</c:v>
                </c:pt>
                <c:pt idx="892">
                  <c:v>39324</c:v>
                </c:pt>
                <c:pt idx="893">
                  <c:v>39325</c:v>
                </c:pt>
                <c:pt idx="894">
                  <c:v>39328</c:v>
                </c:pt>
                <c:pt idx="895">
                  <c:v>39329</c:v>
                </c:pt>
                <c:pt idx="896">
                  <c:v>39330</c:v>
                </c:pt>
                <c:pt idx="897">
                  <c:v>39331</c:v>
                </c:pt>
                <c:pt idx="898">
                  <c:v>39332</c:v>
                </c:pt>
                <c:pt idx="899">
                  <c:v>39335</c:v>
                </c:pt>
                <c:pt idx="900">
                  <c:v>39336</c:v>
                </c:pt>
                <c:pt idx="901">
                  <c:v>39337</c:v>
                </c:pt>
                <c:pt idx="902">
                  <c:v>39338</c:v>
                </c:pt>
                <c:pt idx="903">
                  <c:v>39339</c:v>
                </c:pt>
                <c:pt idx="904">
                  <c:v>39342</c:v>
                </c:pt>
                <c:pt idx="905">
                  <c:v>39343</c:v>
                </c:pt>
                <c:pt idx="906">
                  <c:v>39344</c:v>
                </c:pt>
                <c:pt idx="907">
                  <c:v>39345</c:v>
                </c:pt>
                <c:pt idx="908">
                  <c:v>39346</c:v>
                </c:pt>
                <c:pt idx="909">
                  <c:v>39349</c:v>
                </c:pt>
                <c:pt idx="910">
                  <c:v>39350</c:v>
                </c:pt>
                <c:pt idx="911">
                  <c:v>39351</c:v>
                </c:pt>
                <c:pt idx="912">
                  <c:v>39352</c:v>
                </c:pt>
                <c:pt idx="913">
                  <c:v>39353</c:v>
                </c:pt>
                <c:pt idx="914">
                  <c:v>39356</c:v>
                </c:pt>
                <c:pt idx="915">
                  <c:v>39357</c:v>
                </c:pt>
                <c:pt idx="916">
                  <c:v>39358</c:v>
                </c:pt>
                <c:pt idx="917">
                  <c:v>39359</c:v>
                </c:pt>
                <c:pt idx="918">
                  <c:v>39360</c:v>
                </c:pt>
                <c:pt idx="919">
                  <c:v>39363</c:v>
                </c:pt>
                <c:pt idx="920">
                  <c:v>39364</c:v>
                </c:pt>
                <c:pt idx="921">
                  <c:v>39365</c:v>
                </c:pt>
                <c:pt idx="922">
                  <c:v>39366</c:v>
                </c:pt>
                <c:pt idx="923">
                  <c:v>39367</c:v>
                </c:pt>
                <c:pt idx="924">
                  <c:v>39370</c:v>
                </c:pt>
                <c:pt idx="925">
                  <c:v>39371</c:v>
                </c:pt>
                <c:pt idx="926">
                  <c:v>39372</c:v>
                </c:pt>
                <c:pt idx="927">
                  <c:v>39373</c:v>
                </c:pt>
                <c:pt idx="928">
                  <c:v>39374</c:v>
                </c:pt>
                <c:pt idx="929">
                  <c:v>39377</c:v>
                </c:pt>
                <c:pt idx="930">
                  <c:v>39378</c:v>
                </c:pt>
                <c:pt idx="931">
                  <c:v>39379</c:v>
                </c:pt>
                <c:pt idx="932">
                  <c:v>39380</c:v>
                </c:pt>
                <c:pt idx="933">
                  <c:v>39381</c:v>
                </c:pt>
                <c:pt idx="934">
                  <c:v>39384</c:v>
                </c:pt>
                <c:pt idx="935">
                  <c:v>39385</c:v>
                </c:pt>
                <c:pt idx="936">
                  <c:v>39386</c:v>
                </c:pt>
                <c:pt idx="937">
                  <c:v>39387</c:v>
                </c:pt>
                <c:pt idx="938">
                  <c:v>39388</c:v>
                </c:pt>
                <c:pt idx="939">
                  <c:v>39391</c:v>
                </c:pt>
                <c:pt idx="940">
                  <c:v>39392</c:v>
                </c:pt>
                <c:pt idx="941">
                  <c:v>39393</c:v>
                </c:pt>
                <c:pt idx="942">
                  <c:v>39394</c:v>
                </c:pt>
                <c:pt idx="943">
                  <c:v>39395</c:v>
                </c:pt>
                <c:pt idx="944">
                  <c:v>39398</c:v>
                </c:pt>
                <c:pt idx="945">
                  <c:v>39399</c:v>
                </c:pt>
                <c:pt idx="946">
                  <c:v>39400</c:v>
                </c:pt>
                <c:pt idx="947">
                  <c:v>39401</c:v>
                </c:pt>
                <c:pt idx="948">
                  <c:v>39402</c:v>
                </c:pt>
                <c:pt idx="949">
                  <c:v>39405</c:v>
                </c:pt>
                <c:pt idx="950">
                  <c:v>39406</c:v>
                </c:pt>
                <c:pt idx="951">
                  <c:v>39407</c:v>
                </c:pt>
                <c:pt idx="952">
                  <c:v>39408</c:v>
                </c:pt>
                <c:pt idx="953">
                  <c:v>39409</c:v>
                </c:pt>
                <c:pt idx="954">
                  <c:v>39412</c:v>
                </c:pt>
                <c:pt idx="955">
                  <c:v>39413</c:v>
                </c:pt>
                <c:pt idx="956">
                  <c:v>39414</c:v>
                </c:pt>
                <c:pt idx="957">
                  <c:v>39415</c:v>
                </c:pt>
                <c:pt idx="958">
                  <c:v>39416</c:v>
                </c:pt>
                <c:pt idx="959">
                  <c:v>39419</c:v>
                </c:pt>
                <c:pt idx="960">
                  <c:v>39420</c:v>
                </c:pt>
                <c:pt idx="961">
                  <c:v>39421</c:v>
                </c:pt>
                <c:pt idx="962">
                  <c:v>39422</c:v>
                </c:pt>
                <c:pt idx="963">
                  <c:v>39423</c:v>
                </c:pt>
                <c:pt idx="964">
                  <c:v>39426</c:v>
                </c:pt>
                <c:pt idx="965">
                  <c:v>39427</c:v>
                </c:pt>
                <c:pt idx="966">
                  <c:v>39428</c:v>
                </c:pt>
                <c:pt idx="967">
                  <c:v>39429</c:v>
                </c:pt>
                <c:pt idx="968">
                  <c:v>39430</c:v>
                </c:pt>
                <c:pt idx="969">
                  <c:v>39433</c:v>
                </c:pt>
                <c:pt idx="970">
                  <c:v>39434</c:v>
                </c:pt>
                <c:pt idx="971">
                  <c:v>39435</c:v>
                </c:pt>
                <c:pt idx="972">
                  <c:v>39436</c:v>
                </c:pt>
                <c:pt idx="973">
                  <c:v>39437</c:v>
                </c:pt>
                <c:pt idx="974">
                  <c:v>39440</c:v>
                </c:pt>
                <c:pt idx="975">
                  <c:v>39441</c:v>
                </c:pt>
                <c:pt idx="976">
                  <c:v>39442</c:v>
                </c:pt>
                <c:pt idx="977">
                  <c:v>39443</c:v>
                </c:pt>
                <c:pt idx="978">
                  <c:v>39444</c:v>
                </c:pt>
                <c:pt idx="979">
                  <c:v>39447</c:v>
                </c:pt>
                <c:pt idx="980">
                  <c:v>39448</c:v>
                </c:pt>
                <c:pt idx="981">
                  <c:v>39449</c:v>
                </c:pt>
                <c:pt idx="982">
                  <c:v>39450</c:v>
                </c:pt>
                <c:pt idx="983">
                  <c:v>39451</c:v>
                </c:pt>
                <c:pt idx="984">
                  <c:v>39454</c:v>
                </c:pt>
                <c:pt idx="985">
                  <c:v>39455</c:v>
                </c:pt>
                <c:pt idx="986">
                  <c:v>39456</c:v>
                </c:pt>
                <c:pt idx="987">
                  <c:v>39457</c:v>
                </c:pt>
                <c:pt idx="988">
                  <c:v>39458</c:v>
                </c:pt>
                <c:pt idx="989">
                  <c:v>39461</c:v>
                </c:pt>
                <c:pt idx="990">
                  <c:v>39462</c:v>
                </c:pt>
                <c:pt idx="991">
                  <c:v>39463</c:v>
                </c:pt>
                <c:pt idx="992">
                  <c:v>39464</c:v>
                </c:pt>
                <c:pt idx="993">
                  <c:v>39465</c:v>
                </c:pt>
                <c:pt idx="994">
                  <c:v>39468</c:v>
                </c:pt>
                <c:pt idx="995">
                  <c:v>39469</c:v>
                </c:pt>
                <c:pt idx="996">
                  <c:v>39470</c:v>
                </c:pt>
                <c:pt idx="997">
                  <c:v>39471</c:v>
                </c:pt>
                <c:pt idx="998">
                  <c:v>39472</c:v>
                </c:pt>
                <c:pt idx="999">
                  <c:v>39475</c:v>
                </c:pt>
                <c:pt idx="1000">
                  <c:v>39476</c:v>
                </c:pt>
                <c:pt idx="1001">
                  <c:v>39477</c:v>
                </c:pt>
                <c:pt idx="1002">
                  <c:v>39478</c:v>
                </c:pt>
                <c:pt idx="1003">
                  <c:v>39479</c:v>
                </c:pt>
                <c:pt idx="1004">
                  <c:v>39482</c:v>
                </c:pt>
                <c:pt idx="1005">
                  <c:v>39483</c:v>
                </c:pt>
                <c:pt idx="1006">
                  <c:v>39484</c:v>
                </c:pt>
                <c:pt idx="1007">
                  <c:v>39485</c:v>
                </c:pt>
                <c:pt idx="1008">
                  <c:v>39486</c:v>
                </c:pt>
                <c:pt idx="1009">
                  <c:v>39489</c:v>
                </c:pt>
                <c:pt idx="1010">
                  <c:v>39490</c:v>
                </c:pt>
                <c:pt idx="1011">
                  <c:v>39491</c:v>
                </c:pt>
                <c:pt idx="1012">
                  <c:v>39492</c:v>
                </c:pt>
                <c:pt idx="1013">
                  <c:v>39493</c:v>
                </c:pt>
                <c:pt idx="1014">
                  <c:v>39496</c:v>
                </c:pt>
                <c:pt idx="1015">
                  <c:v>39497</c:v>
                </c:pt>
                <c:pt idx="1016">
                  <c:v>39498</c:v>
                </c:pt>
                <c:pt idx="1017">
                  <c:v>39499</c:v>
                </c:pt>
                <c:pt idx="1018">
                  <c:v>39500</c:v>
                </c:pt>
                <c:pt idx="1019">
                  <c:v>39503</c:v>
                </c:pt>
                <c:pt idx="1020">
                  <c:v>39504</c:v>
                </c:pt>
                <c:pt idx="1021">
                  <c:v>39505</c:v>
                </c:pt>
                <c:pt idx="1022">
                  <c:v>39506</c:v>
                </c:pt>
                <c:pt idx="1023">
                  <c:v>39507</c:v>
                </c:pt>
                <c:pt idx="1024">
                  <c:v>39510</c:v>
                </c:pt>
                <c:pt idx="1025">
                  <c:v>39511</c:v>
                </c:pt>
                <c:pt idx="1026">
                  <c:v>39512</c:v>
                </c:pt>
                <c:pt idx="1027">
                  <c:v>39513</c:v>
                </c:pt>
                <c:pt idx="1028">
                  <c:v>39514</c:v>
                </c:pt>
                <c:pt idx="1029">
                  <c:v>39517</c:v>
                </c:pt>
                <c:pt idx="1030">
                  <c:v>39518</c:v>
                </c:pt>
                <c:pt idx="1031">
                  <c:v>39519</c:v>
                </c:pt>
                <c:pt idx="1032">
                  <c:v>39520</c:v>
                </c:pt>
                <c:pt idx="1033">
                  <c:v>39521</c:v>
                </c:pt>
                <c:pt idx="1034">
                  <c:v>39524</c:v>
                </c:pt>
                <c:pt idx="1035">
                  <c:v>39525</c:v>
                </c:pt>
                <c:pt idx="1036">
                  <c:v>39526</c:v>
                </c:pt>
                <c:pt idx="1037">
                  <c:v>39527</c:v>
                </c:pt>
                <c:pt idx="1038">
                  <c:v>39528</c:v>
                </c:pt>
                <c:pt idx="1039">
                  <c:v>39531</c:v>
                </c:pt>
                <c:pt idx="1040">
                  <c:v>39532</c:v>
                </c:pt>
                <c:pt idx="1041">
                  <c:v>39533</c:v>
                </c:pt>
                <c:pt idx="1042">
                  <c:v>39534</c:v>
                </c:pt>
                <c:pt idx="1043">
                  <c:v>39535</c:v>
                </c:pt>
                <c:pt idx="1044">
                  <c:v>39538</c:v>
                </c:pt>
                <c:pt idx="1045">
                  <c:v>39539</c:v>
                </c:pt>
                <c:pt idx="1046">
                  <c:v>39540</c:v>
                </c:pt>
                <c:pt idx="1047">
                  <c:v>39541</c:v>
                </c:pt>
                <c:pt idx="1048">
                  <c:v>39542</c:v>
                </c:pt>
                <c:pt idx="1049">
                  <c:v>39545</c:v>
                </c:pt>
                <c:pt idx="1050">
                  <c:v>39546</c:v>
                </c:pt>
                <c:pt idx="1051">
                  <c:v>39547</c:v>
                </c:pt>
                <c:pt idx="1052">
                  <c:v>39548</c:v>
                </c:pt>
                <c:pt idx="1053">
                  <c:v>39549</c:v>
                </c:pt>
                <c:pt idx="1054">
                  <c:v>39552</c:v>
                </c:pt>
                <c:pt idx="1055">
                  <c:v>39553</c:v>
                </c:pt>
                <c:pt idx="1056">
                  <c:v>39554</c:v>
                </c:pt>
                <c:pt idx="1057">
                  <c:v>39555</c:v>
                </c:pt>
                <c:pt idx="1058">
                  <c:v>39556</c:v>
                </c:pt>
                <c:pt idx="1059">
                  <c:v>39559</c:v>
                </c:pt>
                <c:pt idx="1060">
                  <c:v>39560</c:v>
                </c:pt>
                <c:pt idx="1061">
                  <c:v>39561</c:v>
                </c:pt>
                <c:pt idx="1062">
                  <c:v>39562</c:v>
                </c:pt>
                <c:pt idx="1063">
                  <c:v>39563</c:v>
                </c:pt>
                <c:pt idx="1064">
                  <c:v>39566</c:v>
                </c:pt>
                <c:pt idx="1065">
                  <c:v>39567</c:v>
                </c:pt>
                <c:pt idx="1066">
                  <c:v>39568</c:v>
                </c:pt>
                <c:pt idx="1067">
                  <c:v>39569</c:v>
                </c:pt>
                <c:pt idx="1068">
                  <c:v>39570</c:v>
                </c:pt>
                <c:pt idx="1069">
                  <c:v>39573</c:v>
                </c:pt>
                <c:pt idx="1070">
                  <c:v>39574</c:v>
                </c:pt>
                <c:pt idx="1071">
                  <c:v>39575</c:v>
                </c:pt>
                <c:pt idx="1072">
                  <c:v>39576</c:v>
                </c:pt>
                <c:pt idx="1073">
                  <c:v>39577</c:v>
                </c:pt>
                <c:pt idx="1074">
                  <c:v>39580</c:v>
                </c:pt>
                <c:pt idx="1075">
                  <c:v>39581</c:v>
                </c:pt>
                <c:pt idx="1076">
                  <c:v>39582</c:v>
                </c:pt>
                <c:pt idx="1077">
                  <c:v>39583</c:v>
                </c:pt>
                <c:pt idx="1078">
                  <c:v>39584</c:v>
                </c:pt>
                <c:pt idx="1079">
                  <c:v>39587</c:v>
                </c:pt>
                <c:pt idx="1080">
                  <c:v>39588</c:v>
                </c:pt>
                <c:pt idx="1081">
                  <c:v>39589</c:v>
                </c:pt>
                <c:pt idx="1082">
                  <c:v>39590</c:v>
                </c:pt>
                <c:pt idx="1083">
                  <c:v>39591</c:v>
                </c:pt>
                <c:pt idx="1084">
                  <c:v>39594</c:v>
                </c:pt>
                <c:pt idx="1085">
                  <c:v>39595</c:v>
                </c:pt>
                <c:pt idx="1086">
                  <c:v>39596</c:v>
                </c:pt>
                <c:pt idx="1087">
                  <c:v>39597</c:v>
                </c:pt>
                <c:pt idx="1088">
                  <c:v>39598</c:v>
                </c:pt>
                <c:pt idx="1089">
                  <c:v>39601</c:v>
                </c:pt>
                <c:pt idx="1090">
                  <c:v>39602</c:v>
                </c:pt>
                <c:pt idx="1091">
                  <c:v>39603</c:v>
                </c:pt>
                <c:pt idx="1092">
                  <c:v>39604</c:v>
                </c:pt>
                <c:pt idx="1093">
                  <c:v>39605</c:v>
                </c:pt>
                <c:pt idx="1094">
                  <c:v>39608</c:v>
                </c:pt>
                <c:pt idx="1095">
                  <c:v>39609</c:v>
                </c:pt>
                <c:pt idx="1096">
                  <c:v>39610</c:v>
                </c:pt>
                <c:pt idx="1097">
                  <c:v>39611</c:v>
                </c:pt>
                <c:pt idx="1098">
                  <c:v>39612</c:v>
                </c:pt>
                <c:pt idx="1099">
                  <c:v>39615</c:v>
                </c:pt>
                <c:pt idx="1100">
                  <c:v>39616</c:v>
                </c:pt>
                <c:pt idx="1101">
                  <c:v>39617</c:v>
                </c:pt>
                <c:pt idx="1102">
                  <c:v>39618</c:v>
                </c:pt>
                <c:pt idx="1103">
                  <c:v>39619</c:v>
                </c:pt>
                <c:pt idx="1104">
                  <c:v>39622</c:v>
                </c:pt>
                <c:pt idx="1105">
                  <c:v>39623</c:v>
                </c:pt>
                <c:pt idx="1106">
                  <c:v>39624</c:v>
                </c:pt>
                <c:pt idx="1107">
                  <c:v>39625</c:v>
                </c:pt>
                <c:pt idx="1108">
                  <c:v>39626</c:v>
                </c:pt>
                <c:pt idx="1109">
                  <c:v>39629</c:v>
                </c:pt>
                <c:pt idx="1110">
                  <c:v>39630</c:v>
                </c:pt>
                <c:pt idx="1111">
                  <c:v>39631</c:v>
                </c:pt>
                <c:pt idx="1112">
                  <c:v>39632</c:v>
                </c:pt>
                <c:pt idx="1113">
                  <c:v>39633</c:v>
                </c:pt>
                <c:pt idx="1114">
                  <c:v>39636</c:v>
                </c:pt>
                <c:pt idx="1115">
                  <c:v>39637</c:v>
                </c:pt>
                <c:pt idx="1116">
                  <c:v>39638</c:v>
                </c:pt>
                <c:pt idx="1117">
                  <c:v>39639</c:v>
                </c:pt>
                <c:pt idx="1118">
                  <c:v>39640</c:v>
                </c:pt>
                <c:pt idx="1119">
                  <c:v>39643</c:v>
                </c:pt>
                <c:pt idx="1120">
                  <c:v>39644</c:v>
                </c:pt>
                <c:pt idx="1121">
                  <c:v>39645</c:v>
                </c:pt>
                <c:pt idx="1122">
                  <c:v>39646</c:v>
                </c:pt>
                <c:pt idx="1123">
                  <c:v>39647</c:v>
                </c:pt>
                <c:pt idx="1124">
                  <c:v>39650</c:v>
                </c:pt>
                <c:pt idx="1125">
                  <c:v>39651</c:v>
                </c:pt>
                <c:pt idx="1126">
                  <c:v>39652</c:v>
                </c:pt>
                <c:pt idx="1127">
                  <c:v>39653</c:v>
                </c:pt>
                <c:pt idx="1128">
                  <c:v>39654</c:v>
                </c:pt>
                <c:pt idx="1129">
                  <c:v>39657</c:v>
                </c:pt>
                <c:pt idx="1130">
                  <c:v>39658</c:v>
                </c:pt>
                <c:pt idx="1131">
                  <c:v>39659</c:v>
                </c:pt>
                <c:pt idx="1132">
                  <c:v>39660</c:v>
                </c:pt>
                <c:pt idx="1133">
                  <c:v>39661</c:v>
                </c:pt>
                <c:pt idx="1134">
                  <c:v>39664</c:v>
                </c:pt>
                <c:pt idx="1135">
                  <c:v>39665</c:v>
                </c:pt>
                <c:pt idx="1136">
                  <c:v>39666</c:v>
                </c:pt>
                <c:pt idx="1137">
                  <c:v>39667</c:v>
                </c:pt>
                <c:pt idx="1138">
                  <c:v>39668</c:v>
                </c:pt>
                <c:pt idx="1139">
                  <c:v>39671</c:v>
                </c:pt>
                <c:pt idx="1140">
                  <c:v>39672</c:v>
                </c:pt>
                <c:pt idx="1141">
                  <c:v>39673</c:v>
                </c:pt>
                <c:pt idx="1142">
                  <c:v>39674</c:v>
                </c:pt>
                <c:pt idx="1143">
                  <c:v>39675</c:v>
                </c:pt>
                <c:pt idx="1144">
                  <c:v>39678</c:v>
                </c:pt>
                <c:pt idx="1145">
                  <c:v>39679</c:v>
                </c:pt>
                <c:pt idx="1146">
                  <c:v>39680</c:v>
                </c:pt>
                <c:pt idx="1147">
                  <c:v>39681</c:v>
                </c:pt>
                <c:pt idx="1148">
                  <c:v>39682</c:v>
                </c:pt>
                <c:pt idx="1149">
                  <c:v>39685</c:v>
                </c:pt>
                <c:pt idx="1150">
                  <c:v>39686</c:v>
                </c:pt>
                <c:pt idx="1151">
                  <c:v>39687</c:v>
                </c:pt>
                <c:pt idx="1152">
                  <c:v>39688</c:v>
                </c:pt>
                <c:pt idx="1153">
                  <c:v>39689</c:v>
                </c:pt>
                <c:pt idx="1154">
                  <c:v>39692</c:v>
                </c:pt>
                <c:pt idx="1155">
                  <c:v>39693</c:v>
                </c:pt>
                <c:pt idx="1156">
                  <c:v>39694</c:v>
                </c:pt>
                <c:pt idx="1157">
                  <c:v>39695</c:v>
                </c:pt>
                <c:pt idx="1158">
                  <c:v>39696</c:v>
                </c:pt>
                <c:pt idx="1159">
                  <c:v>39699</c:v>
                </c:pt>
                <c:pt idx="1160">
                  <c:v>39700</c:v>
                </c:pt>
                <c:pt idx="1161">
                  <c:v>39701</c:v>
                </c:pt>
                <c:pt idx="1162">
                  <c:v>39702</c:v>
                </c:pt>
                <c:pt idx="1163">
                  <c:v>39703</c:v>
                </c:pt>
                <c:pt idx="1164">
                  <c:v>39706</c:v>
                </c:pt>
                <c:pt idx="1165">
                  <c:v>39707</c:v>
                </c:pt>
                <c:pt idx="1166">
                  <c:v>39708</c:v>
                </c:pt>
                <c:pt idx="1167">
                  <c:v>39709</c:v>
                </c:pt>
                <c:pt idx="1168">
                  <c:v>39710</c:v>
                </c:pt>
                <c:pt idx="1169">
                  <c:v>39713</c:v>
                </c:pt>
                <c:pt idx="1170">
                  <c:v>39714</c:v>
                </c:pt>
                <c:pt idx="1171">
                  <c:v>39715</c:v>
                </c:pt>
                <c:pt idx="1172">
                  <c:v>39716</c:v>
                </c:pt>
                <c:pt idx="1173">
                  <c:v>39717</c:v>
                </c:pt>
                <c:pt idx="1174">
                  <c:v>39720</c:v>
                </c:pt>
                <c:pt idx="1175">
                  <c:v>39721</c:v>
                </c:pt>
                <c:pt idx="1176">
                  <c:v>39722</c:v>
                </c:pt>
                <c:pt idx="1177">
                  <c:v>39723</c:v>
                </c:pt>
                <c:pt idx="1178">
                  <c:v>39724</c:v>
                </c:pt>
                <c:pt idx="1179">
                  <c:v>39727</c:v>
                </c:pt>
                <c:pt idx="1180">
                  <c:v>39728</c:v>
                </c:pt>
                <c:pt idx="1181">
                  <c:v>39729</c:v>
                </c:pt>
                <c:pt idx="1182">
                  <c:v>39730</c:v>
                </c:pt>
                <c:pt idx="1183">
                  <c:v>39731</c:v>
                </c:pt>
                <c:pt idx="1184">
                  <c:v>39734</c:v>
                </c:pt>
                <c:pt idx="1185">
                  <c:v>39735</c:v>
                </c:pt>
                <c:pt idx="1186">
                  <c:v>39736</c:v>
                </c:pt>
                <c:pt idx="1187">
                  <c:v>39737</c:v>
                </c:pt>
                <c:pt idx="1188">
                  <c:v>39738</c:v>
                </c:pt>
                <c:pt idx="1189">
                  <c:v>39741</c:v>
                </c:pt>
                <c:pt idx="1190">
                  <c:v>39742</c:v>
                </c:pt>
                <c:pt idx="1191">
                  <c:v>39743</c:v>
                </c:pt>
                <c:pt idx="1192">
                  <c:v>39744</c:v>
                </c:pt>
                <c:pt idx="1193">
                  <c:v>39745</c:v>
                </c:pt>
                <c:pt idx="1194">
                  <c:v>39748</c:v>
                </c:pt>
                <c:pt idx="1195">
                  <c:v>39749</c:v>
                </c:pt>
                <c:pt idx="1196">
                  <c:v>39750</c:v>
                </c:pt>
                <c:pt idx="1197">
                  <c:v>39751</c:v>
                </c:pt>
                <c:pt idx="1198">
                  <c:v>39752</c:v>
                </c:pt>
                <c:pt idx="1199">
                  <c:v>39755</c:v>
                </c:pt>
                <c:pt idx="1200">
                  <c:v>39756</c:v>
                </c:pt>
                <c:pt idx="1201">
                  <c:v>39757</c:v>
                </c:pt>
                <c:pt idx="1202">
                  <c:v>39758</c:v>
                </c:pt>
                <c:pt idx="1203">
                  <c:v>39759</c:v>
                </c:pt>
                <c:pt idx="1204">
                  <c:v>39762</c:v>
                </c:pt>
                <c:pt idx="1205">
                  <c:v>39763</c:v>
                </c:pt>
                <c:pt idx="1206">
                  <c:v>39764</c:v>
                </c:pt>
                <c:pt idx="1207">
                  <c:v>39765</c:v>
                </c:pt>
                <c:pt idx="1208">
                  <c:v>39766</c:v>
                </c:pt>
                <c:pt idx="1209">
                  <c:v>39769</c:v>
                </c:pt>
                <c:pt idx="1210">
                  <c:v>39770</c:v>
                </c:pt>
                <c:pt idx="1211">
                  <c:v>39771</c:v>
                </c:pt>
                <c:pt idx="1212">
                  <c:v>39772</c:v>
                </c:pt>
                <c:pt idx="1213">
                  <c:v>39773</c:v>
                </c:pt>
                <c:pt idx="1214">
                  <c:v>39776</c:v>
                </c:pt>
                <c:pt idx="1215">
                  <c:v>39777</c:v>
                </c:pt>
                <c:pt idx="1216">
                  <c:v>39778</c:v>
                </c:pt>
                <c:pt idx="1217">
                  <c:v>39779</c:v>
                </c:pt>
                <c:pt idx="1218">
                  <c:v>39780</c:v>
                </c:pt>
                <c:pt idx="1219">
                  <c:v>39783</c:v>
                </c:pt>
                <c:pt idx="1220">
                  <c:v>39784</c:v>
                </c:pt>
                <c:pt idx="1221">
                  <c:v>39785</c:v>
                </c:pt>
                <c:pt idx="1222">
                  <c:v>39786</c:v>
                </c:pt>
                <c:pt idx="1223">
                  <c:v>39787</c:v>
                </c:pt>
                <c:pt idx="1224">
                  <c:v>39790</c:v>
                </c:pt>
                <c:pt idx="1225">
                  <c:v>39791</c:v>
                </c:pt>
                <c:pt idx="1226">
                  <c:v>39792</c:v>
                </c:pt>
                <c:pt idx="1227">
                  <c:v>39793</c:v>
                </c:pt>
                <c:pt idx="1228">
                  <c:v>39794</c:v>
                </c:pt>
                <c:pt idx="1229">
                  <c:v>39797</c:v>
                </c:pt>
                <c:pt idx="1230">
                  <c:v>39798</c:v>
                </c:pt>
                <c:pt idx="1231">
                  <c:v>39799</c:v>
                </c:pt>
                <c:pt idx="1232">
                  <c:v>39800</c:v>
                </c:pt>
                <c:pt idx="1233">
                  <c:v>39801</c:v>
                </c:pt>
                <c:pt idx="1234">
                  <c:v>39804</c:v>
                </c:pt>
                <c:pt idx="1235">
                  <c:v>39805</c:v>
                </c:pt>
                <c:pt idx="1236">
                  <c:v>39806</c:v>
                </c:pt>
                <c:pt idx="1237">
                  <c:v>39808</c:v>
                </c:pt>
                <c:pt idx="1238">
                  <c:v>39811</c:v>
                </c:pt>
                <c:pt idx="1239">
                  <c:v>39812</c:v>
                </c:pt>
                <c:pt idx="1240">
                  <c:v>39813</c:v>
                </c:pt>
                <c:pt idx="1241">
                  <c:v>39814</c:v>
                </c:pt>
                <c:pt idx="1242">
                  <c:v>39815</c:v>
                </c:pt>
                <c:pt idx="1243">
                  <c:v>39818</c:v>
                </c:pt>
                <c:pt idx="1244">
                  <c:v>39819</c:v>
                </c:pt>
                <c:pt idx="1245">
                  <c:v>39820</c:v>
                </c:pt>
                <c:pt idx="1246">
                  <c:v>39821</c:v>
                </c:pt>
                <c:pt idx="1247">
                  <c:v>39822</c:v>
                </c:pt>
                <c:pt idx="1248">
                  <c:v>39825</c:v>
                </c:pt>
                <c:pt idx="1249">
                  <c:v>39826</c:v>
                </c:pt>
                <c:pt idx="1250">
                  <c:v>39827</c:v>
                </c:pt>
                <c:pt idx="1251">
                  <c:v>39828</c:v>
                </c:pt>
                <c:pt idx="1252">
                  <c:v>39829</c:v>
                </c:pt>
                <c:pt idx="1253">
                  <c:v>39832</c:v>
                </c:pt>
                <c:pt idx="1254">
                  <c:v>39833</c:v>
                </c:pt>
                <c:pt idx="1255">
                  <c:v>39834</c:v>
                </c:pt>
                <c:pt idx="1256">
                  <c:v>39835</c:v>
                </c:pt>
                <c:pt idx="1257">
                  <c:v>39836</c:v>
                </c:pt>
                <c:pt idx="1258">
                  <c:v>39839</c:v>
                </c:pt>
                <c:pt idx="1259">
                  <c:v>39840</c:v>
                </c:pt>
                <c:pt idx="1260">
                  <c:v>39841</c:v>
                </c:pt>
                <c:pt idx="1261">
                  <c:v>39842</c:v>
                </c:pt>
                <c:pt idx="1262">
                  <c:v>39843</c:v>
                </c:pt>
                <c:pt idx="1263">
                  <c:v>39846</c:v>
                </c:pt>
                <c:pt idx="1264">
                  <c:v>39847</c:v>
                </c:pt>
                <c:pt idx="1265">
                  <c:v>39848</c:v>
                </c:pt>
                <c:pt idx="1266">
                  <c:v>39849</c:v>
                </c:pt>
                <c:pt idx="1267">
                  <c:v>39850</c:v>
                </c:pt>
                <c:pt idx="1268">
                  <c:v>39853</c:v>
                </c:pt>
                <c:pt idx="1269">
                  <c:v>39854</c:v>
                </c:pt>
                <c:pt idx="1270">
                  <c:v>39855</c:v>
                </c:pt>
                <c:pt idx="1271">
                  <c:v>39856</c:v>
                </c:pt>
                <c:pt idx="1272">
                  <c:v>39857</c:v>
                </c:pt>
                <c:pt idx="1273">
                  <c:v>39860</c:v>
                </c:pt>
                <c:pt idx="1274">
                  <c:v>39861</c:v>
                </c:pt>
                <c:pt idx="1275">
                  <c:v>39862</c:v>
                </c:pt>
                <c:pt idx="1276">
                  <c:v>39863</c:v>
                </c:pt>
                <c:pt idx="1277">
                  <c:v>39864</c:v>
                </c:pt>
                <c:pt idx="1278">
                  <c:v>39867</c:v>
                </c:pt>
                <c:pt idx="1279">
                  <c:v>39868</c:v>
                </c:pt>
                <c:pt idx="1280">
                  <c:v>39869</c:v>
                </c:pt>
                <c:pt idx="1281">
                  <c:v>39870</c:v>
                </c:pt>
                <c:pt idx="1282">
                  <c:v>39871</c:v>
                </c:pt>
                <c:pt idx="1283">
                  <c:v>39874</c:v>
                </c:pt>
                <c:pt idx="1284">
                  <c:v>39875</c:v>
                </c:pt>
                <c:pt idx="1285">
                  <c:v>39876</c:v>
                </c:pt>
                <c:pt idx="1286">
                  <c:v>39877</c:v>
                </c:pt>
                <c:pt idx="1287">
                  <c:v>39878</c:v>
                </c:pt>
                <c:pt idx="1288">
                  <c:v>39881</c:v>
                </c:pt>
                <c:pt idx="1289">
                  <c:v>39882</c:v>
                </c:pt>
                <c:pt idx="1290">
                  <c:v>39883</c:v>
                </c:pt>
                <c:pt idx="1291">
                  <c:v>39884</c:v>
                </c:pt>
                <c:pt idx="1292">
                  <c:v>39885</c:v>
                </c:pt>
                <c:pt idx="1293">
                  <c:v>39888</c:v>
                </c:pt>
                <c:pt idx="1294">
                  <c:v>39889</c:v>
                </c:pt>
                <c:pt idx="1295">
                  <c:v>39890</c:v>
                </c:pt>
                <c:pt idx="1296">
                  <c:v>39891</c:v>
                </c:pt>
                <c:pt idx="1297">
                  <c:v>39892</c:v>
                </c:pt>
                <c:pt idx="1298">
                  <c:v>39895</c:v>
                </c:pt>
                <c:pt idx="1299">
                  <c:v>39896</c:v>
                </c:pt>
                <c:pt idx="1300">
                  <c:v>39897</c:v>
                </c:pt>
                <c:pt idx="1301">
                  <c:v>39898</c:v>
                </c:pt>
                <c:pt idx="1302">
                  <c:v>39899</c:v>
                </c:pt>
                <c:pt idx="1303">
                  <c:v>39902</c:v>
                </c:pt>
                <c:pt idx="1304">
                  <c:v>39903</c:v>
                </c:pt>
                <c:pt idx="1305">
                  <c:v>39904</c:v>
                </c:pt>
                <c:pt idx="1306">
                  <c:v>39905</c:v>
                </c:pt>
                <c:pt idx="1307">
                  <c:v>39906</c:v>
                </c:pt>
                <c:pt idx="1308">
                  <c:v>39909</c:v>
                </c:pt>
                <c:pt idx="1309">
                  <c:v>39910</c:v>
                </c:pt>
                <c:pt idx="1310">
                  <c:v>39911</c:v>
                </c:pt>
                <c:pt idx="1311">
                  <c:v>39912</c:v>
                </c:pt>
                <c:pt idx="1312">
                  <c:v>39913</c:v>
                </c:pt>
                <c:pt idx="1313">
                  <c:v>39916</c:v>
                </c:pt>
                <c:pt idx="1314">
                  <c:v>39917</c:v>
                </c:pt>
                <c:pt idx="1315">
                  <c:v>39918</c:v>
                </c:pt>
                <c:pt idx="1316">
                  <c:v>39919</c:v>
                </c:pt>
                <c:pt idx="1317">
                  <c:v>39920</c:v>
                </c:pt>
                <c:pt idx="1318">
                  <c:v>39923</c:v>
                </c:pt>
                <c:pt idx="1319">
                  <c:v>39924</c:v>
                </c:pt>
                <c:pt idx="1320">
                  <c:v>39925</c:v>
                </c:pt>
                <c:pt idx="1321">
                  <c:v>39926</c:v>
                </c:pt>
                <c:pt idx="1322">
                  <c:v>39927</c:v>
                </c:pt>
                <c:pt idx="1323">
                  <c:v>39930</c:v>
                </c:pt>
                <c:pt idx="1324">
                  <c:v>39931</c:v>
                </c:pt>
                <c:pt idx="1325">
                  <c:v>39932</c:v>
                </c:pt>
                <c:pt idx="1326">
                  <c:v>39933</c:v>
                </c:pt>
                <c:pt idx="1327">
                  <c:v>39934</c:v>
                </c:pt>
                <c:pt idx="1328">
                  <c:v>39937</c:v>
                </c:pt>
                <c:pt idx="1329">
                  <c:v>39938</c:v>
                </c:pt>
                <c:pt idx="1330">
                  <c:v>39939</c:v>
                </c:pt>
                <c:pt idx="1331">
                  <c:v>39940</c:v>
                </c:pt>
                <c:pt idx="1332">
                  <c:v>39941</c:v>
                </c:pt>
                <c:pt idx="1333">
                  <c:v>39944</c:v>
                </c:pt>
                <c:pt idx="1334">
                  <c:v>39945</c:v>
                </c:pt>
                <c:pt idx="1335">
                  <c:v>39946</c:v>
                </c:pt>
                <c:pt idx="1336">
                  <c:v>39947</c:v>
                </c:pt>
                <c:pt idx="1337">
                  <c:v>39948</c:v>
                </c:pt>
                <c:pt idx="1338">
                  <c:v>39951</c:v>
                </c:pt>
                <c:pt idx="1339">
                  <c:v>39952</c:v>
                </c:pt>
                <c:pt idx="1340">
                  <c:v>39953</c:v>
                </c:pt>
                <c:pt idx="1341">
                  <c:v>39954</c:v>
                </c:pt>
                <c:pt idx="1342">
                  <c:v>39955</c:v>
                </c:pt>
                <c:pt idx="1343">
                  <c:v>39958</c:v>
                </c:pt>
                <c:pt idx="1344">
                  <c:v>39959</c:v>
                </c:pt>
                <c:pt idx="1345">
                  <c:v>39960</c:v>
                </c:pt>
                <c:pt idx="1346">
                  <c:v>39961</c:v>
                </c:pt>
                <c:pt idx="1347">
                  <c:v>39962</c:v>
                </c:pt>
                <c:pt idx="1348">
                  <c:v>39965</c:v>
                </c:pt>
                <c:pt idx="1349">
                  <c:v>39966</c:v>
                </c:pt>
                <c:pt idx="1350">
                  <c:v>39967</c:v>
                </c:pt>
                <c:pt idx="1351">
                  <c:v>39968</c:v>
                </c:pt>
                <c:pt idx="1352">
                  <c:v>39969</c:v>
                </c:pt>
                <c:pt idx="1353">
                  <c:v>39972</c:v>
                </c:pt>
                <c:pt idx="1354">
                  <c:v>39973</c:v>
                </c:pt>
                <c:pt idx="1355">
                  <c:v>39974</c:v>
                </c:pt>
                <c:pt idx="1356">
                  <c:v>39975</c:v>
                </c:pt>
                <c:pt idx="1357">
                  <c:v>39976</c:v>
                </c:pt>
                <c:pt idx="1358">
                  <c:v>39979</c:v>
                </c:pt>
                <c:pt idx="1359">
                  <c:v>39980</c:v>
                </c:pt>
                <c:pt idx="1360">
                  <c:v>39981</c:v>
                </c:pt>
                <c:pt idx="1361">
                  <c:v>39982</c:v>
                </c:pt>
                <c:pt idx="1362">
                  <c:v>39983</c:v>
                </c:pt>
                <c:pt idx="1363">
                  <c:v>39986</c:v>
                </c:pt>
                <c:pt idx="1364">
                  <c:v>39987</c:v>
                </c:pt>
                <c:pt idx="1365">
                  <c:v>39988</c:v>
                </c:pt>
                <c:pt idx="1366">
                  <c:v>39989</c:v>
                </c:pt>
                <c:pt idx="1367">
                  <c:v>39990</c:v>
                </c:pt>
                <c:pt idx="1368">
                  <c:v>39993</c:v>
                </c:pt>
                <c:pt idx="1369">
                  <c:v>39994</c:v>
                </c:pt>
                <c:pt idx="1370">
                  <c:v>39995</c:v>
                </c:pt>
                <c:pt idx="1371">
                  <c:v>39996</c:v>
                </c:pt>
                <c:pt idx="1372">
                  <c:v>39997</c:v>
                </c:pt>
                <c:pt idx="1373">
                  <c:v>40000</c:v>
                </c:pt>
                <c:pt idx="1374">
                  <c:v>40001</c:v>
                </c:pt>
                <c:pt idx="1375">
                  <c:v>40002</c:v>
                </c:pt>
                <c:pt idx="1376">
                  <c:v>40003</c:v>
                </c:pt>
                <c:pt idx="1377">
                  <c:v>40004</c:v>
                </c:pt>
                <c:pt idx="1378">
                  <c:v>40007</c:v>
                </c:pt>
                <c:pt idx="1379">
                  <c:v>40008</c:v>
                </c:pt>
                <c:pt idx="1380">
                  <c:v>40009</c:v>
                </c:pt>
                <c:pt idx="1381">
                  <c:v>40010</c:v>
                </c:pt>
                <c:pt idx="1382">
                  <c:v>40011</c:v>
                </c:pt>
                <c:pt idx="1383">
                  <c:v>40014</c:v>
                </c:pt>
                <c:pt idx="1384">
                  <c:v>40015</c:v>
                </c:pt>
                <c:pt idx="1385">
                  <c:v>40016</c:v>
                </c:pt>
                <c:pt idx="1386">
                  <c:v>40017</c:v>
                </c:pt>
                <c:pt idx="1387">
                  <c:v>40018</c:v>
                </c:pt>
                <c:pt idx="1388">
                  <c:v>40021</c:v>
                </c:pt>
                <c:pt idx="1389">
                  <c:v>40022</c:v>
                </c:pt>
                <c:pt idx="1390">
                  <c:v>40023</c:v>
                </c:pt>
                <c:pt idx="1391">
                  <c:v>40024</c:v>
                </c:pt>
                <c:pt idx="1392">
                  <c:v>40025</c:v>
                </c:pt>
                <c:pt idx="1393">
                  <c:v>40028</c:v>
                </c:pt>
                <c:pt idx="1394">
                  <c:v>40029</c:v>
                </c:pt>
                <c:pt idx="1395">
                  <c:v>40030</c:v>
                </c:pt>
                <c:pt idx="1396">
                  <c:v>40031</c:v>
                </c:pt>
                <c:pt idx="1397">
                  <c:v>40032</c:v>
                </c:pt>
                <c:pt idx="1398">
                  <c:v>40035</c:v>
                </c:pt>
                <c:pt idx="1399">
                  <c:v>40036</c:v>
                </c:pt>
                <c:pt idx="1400">
                  <c:v>40037</c:v>
                </c:pt>
                <c:pt idx="1401">
                  <c:v>40038</c:v>
                </c:pt>
                <c:pt idx="1402">
                  <c:v>40039</c:v>
                </c:pt>
                <c:pt idx="1403">
                  <c:v>40042</c:v>
                </c:pt>
                <c:pt idx="1404">
                  <c:v>40043</c:v>
                </c:pt>
                <c:pt idx="1405">
                  <c:v>40044</c:v>
                </c:pt>
                <c:pt idx="1406">
                  <c:v>40045</c:v>
                </c:pt>
                <c:pt idx="1407">
                  <c:v>40046</c:v>
                </c:pt>
                <c:pt idx="1408">
                  <c:v>40049</c:v>
                </c:pt>
                <c:pt idx="1409">
                  <c:v>40050</c:v>
                </c:pt>
                <c:pt idx="1410">
                  <c:v>40051</c:v>
                </c:pt>
                <c:pt idx="1411">
                  <c:v>40052</c:v>
                </c:pt>
                <c:pt idx="1412">
                  <c:v>40053</c:v>
                </c:pt>
                <c:pt idx="1413">
                  <c:v>40056</c:v>
                </c:pt>
                <c:pt idx="1414">
                  <c:v>40057</c:v>
                </c:pt>
                <c:pt idx="1415">
                  <c:v>40058</c:v>
                </c:pt>
                <c:pt idx="1416">
                  <c:v>40059</c:v>
                </c:pt>
                <c:pt idx="1417">
                  <c:v>40060</c:v>
                </c:pt>
                <c:pt idx="1418">
                  <c:v>40063</c:v>
                </c:pt>
                <c:pt idx="1419">
                  <c:v>40064</c:v>
                </c:pt>
                <c:pt idx="1420">
                  <c:v>40065</c:v>
                </c:pt>
                <c:pt idx="1421">
                  <c:v>40066</c:v>
                </c:pt>
                <c:pt idx="1422">
                  <c:v>40067</c:v>
                </c:pt>
                <c:pt idx="1423">
                  <c:v>40070</c:v>
                </c:pt>
                <c:pt idx="1424">
                  <c:v>40071</c:v>
                </c:pt>
                <c:pt idx="1425">
                  <c:v>40072</c:v>
                </c:pt>
                <c:pt idx="1426">
                  <c:v>40073</c:v>
                </c:pt>
                <c:pt idx="1427">
                  <c:v>40074</c:v>
                </c:pt>
                <c:pt idx="1428">
                  <c:v>40077</c:v>
                </c:pt>
                <c:pt idx="1429">
                  <c:v>40078</c:v>
                </c:pt>
                <c:pt idx="1430">
                  <c:v>40079</c:v>
                </c:pt>
                <c:pt idx="1431">
                  <c:v>40080</c:v>
                </c:pt>
                <c:pt idx="1432">
                  <c:v>40081</c:v>
                </c:pt>
                <c:pt idx="1433">
                  <c:v>40084</c:v>
                </c:pt>
                <c:pt idx="1434">
                  <c:v>40085</c:v>
                </c:pt>
                <c:pt idx="1435">
                  <c:v>40086</c:v>
                </c:pt>
                <c:pt idx="1436">
                  <c:v>40087</c:v>
                </c:pt>
                <c:pt idx="1437">
                  <c:v>40088</c:v>
                </c:pt>
                <c:pt idx="1438">
                  <c:v>40091</c:v>
                </c:pt>
                <c:pt idx="1439">
                  <c:v>40092</c:v>
                </c:pt>
                <c:pt idx="1440">
                  <c:v>40093</c:v>
                </c:pt>
                <c:pt idx="1441">
                  <c:v>40094</c:v>
                </c:pt>
                <c:pt idx="1442">
                  <c:v>40095</c:v>
                </c:pt>
                <c:pt idx="1443">
                  <c:v>40098</c:v>
                </c:pt>
                <c:pt idx="1444">
                  <c:v>40099</c:v>
                </c:pt>
                <c:pt idx="1445">
                  <c:v>40100</c:v>
                </c:pt>
                <c:pt idx="1446">
                  <c:v>40101</c:v>
                </c:pt>
                <c:pt idx="1447">
                  <c:v>40102</c:v>
                </c:pt>
                <c:pt idx="1448">
                  <c:v>40105</c:v>
                </c:pt>
                <c:pt idx="1449">
                  <c:v>40106</c:v>
                </c:pt>
                <c:pt idx="1450">
                  <c:v>40107</c:v>
                </c:pt>
                <c:pt idx="1451">
                  <c:v>40108</c:v>
                </c:pt>
                <c:pt idx="1452">
                  <c:v>40109</c:v>
                </c:pt>
                <c:pt idx="1453">
                  <c:v>40112</c:v>
                </c:pt>
                <c:pt idx="1454">
                  <c:v>40113</c:v>
                </c:pt>
                <c:pt idx="1455">
                  <c:v>40114</c:v>
                </c:pt>
                <c:pt idx="1456">
                  <c:v>40115</c:v>
                </c:pt>
                <c:pt idx="1457">
                  <c:v>40116</c:v>
                </c:pt>
                <c:pt idx="1458">
                  <c:v>40119</c:v>
                </c:pt>
                <c:pt idx="1459">
                  <c:v>40120</c:v>
                </c:pt>
                <c:pt idx="1460">
                  <c:v>40121</c:v>
                </c:pt>
                <c:pt idx="1461">
                  <c:v>40122</c:v>
                </c:pt>
                <c:pt idx="1462">
                  <c:v>40123</c:v>
                </c:pt>
                <c:pt idx="1463">
                  <c:v>40126</c:v>
                </c:pt>
                <c:pt idx="1464">
                  <c:v>40127</c:v>
                </c:pt>
                <c:pt idx="1465">
                  <c:v>40128</c:v>
                </c:pt>
                <c:pt idx="1466">
                  <c:v>40129</c:v>
                </c:pt>
                <c:pt idx="1467">
                  <c:v>40130</c:v>
                </c:pt>
                <c:pt idx="1468">
                  <c:v>40133</c:v>
                </c:pt>
                <c:pt idx="1469">
                  <c:v>40134</c:v>
                </c:pt>
                <c:pt idx="1470">
                  <c:v>40135</c:v>
                </c:pt>
                <c:pt idx="1471">
                  <c:v>40136</c:v>
                </c:pt>
                <c:pt idx="1472">
                  <c:v>40137</c:v>
                </c:pt>
                <c:pt idx="1473">
                  <c:v>40140</c:v>
                </c:pt>
                <c:pt idx="1474">
                  <c:v>40141</c:v>
                </c:pt>
                <c:pt idx="1475">
                  <c:v>40142</c:v>
                </c:pt>
                <c:pt idx="1476">
                  <c:v>40143</c:v>
                </c:pt>
                <c:pt idx="1477">
                  <c:v>40144</c:v>
                </c:pt>
                <c:pt idx="1478">
                  <c:v>40147</c:v>
                </c:pt>
                <c:pt idx="1479">
                  <c:v>40148</c:v>
                </c:pt>
                <c:pt idx="1480">
                  <c:v>40149</c:v>
                </c:pt>
                <c:pt idx="1481">
                  <c:v>40150</c:v>
                </c:pt>
                <c:pt idx="1482">
                  <c:v>40151</c:v>
                </c:pt>
                <c:pt idx="1483">
                  <c:v>40154</c:v>
                </c:pt>
                <c:pt idx="1484">
                  <c:v>40155</c:v>
                </c:pt>
                <c:pt idx="1485">
                  <c:v>40156</c:v>
                </c:pt>
                <c:pt idx="1486">
                  <c:v>40157</c:v>
                </c:pt>
                <c:pt idx="1487">
                  <c:v>40158</c:v>
                </c:pt>
                <c:pt idx="1488">
                  <c:v>40161</c:v>
                </c:pt>
                <c:pt idx="1489">
                  <c:v>40162</c:v>
                </c:pt>
                <c:pt idx="1490">
                  <c:v>40163</c:v>
                </c:pt>
                <c:pt idx="1491">
                  <c:v>40164</c:v>
                </c:pt>
                <c:pt idx="1492">
                  <c:v>40165</c:v>
                </c:pt>
                <c:pt idx="1493">
                  <c:v>40168</c:v>
                </c:pt>
                <c:pt idx="1494">
                  <c:v>40169</c:v>
                </c:pt>
                <c:pt idx="1495">
                  <c:v>40170</c:v>
                </c:pt>
                <c:pt idx="1496">
                  <c:v>40171</c:v>
                </c:pt>
                <c:pt idx="1497">
                  <c:v>40172</c:v>
                </c:pt>
                <c:pt idx="1498">
                  <c:v>40175</c:v>
                </c:pt>
                <c:pt idx="1499">
                  <c:v>40176</c:v>
                </c:pt>
                <c:pt idx="1500">
                  <c:v>40177</c:v>
                </c:pt>
                <c:pt idx="1501">
                  <c:v>40178</c:v>
                </c:pt>
                <c:pt idx="1502">
                  <c:v>40179</c:v>
                </c:pt>
                <c:pt idx="1503">
                  <c:v>40182</c:v>
                </c:pt>
                <c:pt idx="1504">
                  <c:v>40183</c:v>
                </c:pt>
                <c:pt idx="1505">
                  <c:v>40184</c:v>
                </c:pt>
                <c:pt idx="1506">
                  <c:v>40185</c:v>
                </c:pt>
                <c:pt idx="1507">
                  <c:v>40186</c:v>
                </c:pt>
                <c:pt idx="1508">
                  <c:v>40189</c:v>
                </c:pt>
                <c:pt idx="1509">
                  <c:v>40190</c:v>
                </c:pt>
                <c:pt idx="1510">
                  <c:v>40191</c:v>
                </c:pt>
                <c:pt idx="1511">
                  <c:v>40192</c:v>
                </c:pt>
                <c:pt idx="1512">
                  <c:v>40193</c:v>
                </c:pt>
                <c:pt idx="1513">
                  <c:v>40196</c:v>
                </c:pt>
                <c:pt idx="1514">
                  <c:v>40197</c:v>
                </c:pt>
                <c:pt idx="1515">
                  <c:v>40198</c:v>
                </c:pt>
                <c:pt idx="1516">
                  <c:v>40199</c:v>
                </c:pt>
                <c:pt idx="1517">
                  <c:v>40200</c:v>
                </c:pt>
                <c:pt idx="1518">
                  <c:v>40203</c:v>
                </c:pt>
                <c:pt idx="1519">
                  <c:v>40204</c:v>
                </c:pt>
                <c:pt idx="1520">
                  <c:v>40205</c:v>
                </c:pt>
                <c:pt idx="1521">
                  <c:v>40206</c:v>
                </c:pt>
                <c:pt idx="1522">
                  <c:v>40207</c:v>
                </c:pt>
                <c:pt idx="1523">
                  <c:v>40210</c:v>
                </c:pt>
                <c:pt idx="1524">
                  <c:v>40211</c:v>
                </c:pt>
                <c:pt idx="1525">
                  <c:v>40212</c:v>
                </c:pt>
                <c:pt idx="1526">
                  <c:v>40213</c:v>
                </c:pt>
                <c:pt idx="1527">
                  <c:v>40214</c:v>
                </c:pt>
                <c:pt idx="1528">
                  <c:v>40217</c:v>
                </c:pt>
                <c:pt idx="1529">
                  <c:v>40218</c:v>
                </c:pt>
                <c:pt idx="1530">
                  <c:v>40219</c:v>
                </c:pt>
                <c:pt idx="1531">
                  <c:v>40220</c:v>
                </c:pt>
                <c:pt idx="1532">
                  <c:v>40221</c:v>
                </c:pt>
                <c:pt idx="1533">
                  <c:v>40224</c:v>
                </c:pt>
                <c:pt idx="1534">
                  <c:v>40225</c:v>
                </c:pt>
                <c:pt idx="1535">
                  <c:v>40226</c:v>
                </c:pt>
                <c:pt idx="1536">
                  <c:v>40227</c:v>
                </c:pt>
                <c:pt idx="1537">
                  <c:v>40228</c:v>
                </c:pt>
                <c:pt idx="1538">
                  <c:v>40231</c:v>
                </c:pt>
                <c:pt idx="1539">
                  <c:v>40232</c:v>
                </c:pt>
                <c:pt idx="1540">
                  <c:v>40233</c:v>
                </c:pt>
                <c:pt idx="1541">
                  <c:v>40234</c:v>
                </c:pt>
                <c:pt idx="1542">
                  <c:v>40235</c:v>
                </c:pt>
                <c:pt idx="1543">
                  <c:v>40238</c:v>
                </c:pt>
                <c:pt idx="1544">
                  <c:v>40239</c:v>
                </c:pt>
                <c:pt idx="1545">
                  <c:v>40240</c:v>
                </c:pt>
                <c:pt idx="1546">
                  <c:v>40241</c:v>
                </c:pt>
                <c:pt idx="1547">
                  <c:v>40242</c:v>
                </c:pt>
                <c:pt idx="1548">
                  <c:v>40245</c:v>
                </c:pt>
                <c:pt idx="1549">
                  <c:v>40246</c:v>
                </c:pt>
                <c:pt idx="1550">
                  <c:v>40247</c:v>
                </c:pt>
                <c:pt idx="1551">
                  <c:v>40248</c:v>
                </c:pt>
                <c:pt idx="1552">
                  <c:v>40249</c:v>
                </c:pt>
                <c:pt idx="1553">
                  <c:v>40252</c:v>
                </c:pt>
                <c:pt idx="1554">
                  <c:v>40253</c:v>
                </c:pt>
                <c:pt idx="1555">
                  <c:v>40254</c:v>
                </c:pt>
                <c:pt idx="1556">
                  <c:v>40255</c:v>
                </c:pt>
                <c:pt idx="1557">
                  <c:v>40256</c:v>
                </c:pt>
                <c:pt idx="1558">
                  <c:v>40259</c:v>
                </c:pt>
                <c:pt idx="1559">
                  <c:v>40260</c:v>
                </c:pt>
                <c:pt idx="1560">
                  <c:v>40261</c:v>
                </c:pt>
                <c:pt idx="1561">
                  <c:v>40262</c:v>
                </c:pt>
                <c:pt idx="1562">
                  <c:v>40263</c:v>
                </c:pt>
                <c:pt idx="1563">
                  <c:v>40266</c:v>
                </c:pt>
                <c:pt idx="1564">
                  <c:v>40267</c:v>
                </c:pt>
                <c:pt idx="1565">
                  <c:v>40268</c:v>
                </c:pt>
                <c:pt idx="1566">
                  <c:v>40269</c:v>
                </c:pt>
                <c:pt idx="1567">
                  <c:v>40270</c:v>
                </c:pt>
                <c:pt idx="1568">
                  <c:v>40273</c:v>
                </c:pt>
                <c:pt idx="1569">
                  <c:v>40274</c:v>
                </c:pt>
                <c:pt idx="1570">
                  <c:v>40275</c:v>
                </c:pt>
                <c:pt idx="1571">
                  <c:v>40276</c:v>
                </c:pt>
                <c:pt idx="1572">
                  <c:v>40277</c:v>
                </c:pt>
                <c:pt idx="1573">
                  <c:v>40280</c:v>
                </c:pt>
                <c:pt idx="1574">
                  <c:v>40281</c:v>
                </c:pt>
                <c:pt idx="1575">
                  <c:v>40282</c:v>
                </c:pt>
                <c:pt idx="1576">
                  <c:v>40283</c:v>
                </c:pt>
                <c:pt idx="1577">
                  <c:v>40284</c:v>
                </c:pt>
                <c:pt idx="1578">
                  <c:v>40287</c:v>
                </c:pt>
                <c:pt idx="1579">
                  <c:v>40288</c:v>
                </c:pt>
                <c:pt idx="1580">
                  <c:v>40289</c:v>
                </c:pt>
                <c:pt idx="1581">
                  <c:v>40290</c:v>
                </c:pt>
                <c:pt idx="1582">
                  <c:v>40291</c:v>
                </c:pt>
                <c:pt idx="1583">
                  <c:v>40294</c:v>
                </c:pt>
                <c:pt idx="1584">
                  <c:v>40295</c:v>
                </c:pt>
                <c:pt idx="1585">
                  <c:v>40296</c:v>
                </c:pt>
                <c:pt idx="1586">
                  <c:v>40297</c:v>
                </c:pt>
                <c:pt idx="1587">
                  <c:v>40298</c:v>
                </c:pt>
                <c:pt idx="1588">
                  <c:v>40301</c:v>
                </c:pt>
                <c:pt idx="1589">
                  <c:v>40302</c:v>
                </c:pt>
                <c:pt idx="1590">
                  <c:v>40303</c:v>
                </c:pt>
                <c:pt idx="1591">
                  <c:v>40304</c:v>
                </c:pt>
                <c:pt idx="1592">
                  <c:v>40305</c:v>
                </c:pt>
                <c:pt idx="1593">
                  <c:v>40308</c:v>
                </c:pt>
                <c:pt idx="1594">
                  <c:v>40309</c:v>
                </c:pt>
                <c:pt idx="1595">
                  <c:v>40310</c:v>
                </c:pt>
                <c:pt idx="1596">
                  <c:v>40311</c:v>
                </c:pt>
                <c:pt idx="1597">
                  <c:v>40312</c:v>
                </c:pt>
                <c:pt idx="1598">
                  <c:v>40315</c:v>
                </c:pt>
                <c:pt idx="1599">
                  <c:v>40316</c:v>
                </c:pt>
                <c:pt idx="1600">
                  <c:v>40317</c:v>
                </c:pt>
                <c:pt idx="1601">
                  <c:v>40318</c:v>
                </c:pt>
                <c:pt idx="1602">
                  <c:v>40319</c:v>
                </c:pt>
                <c:pt idx="1603">
                  <c:v>40322</c:v>
                </c:pt>
                <c:pt idx="1604">
                  <c:v>40323</c:v>
                </c:pt>
                <c:pt idx="1605">
                  <c:v>40324</c:v>
                </c:pt>
                <c:pt idx="1606">
                  <c:v>40325</c:v>
                </c:pt>
                <c:pt idx="1607">
                  <c:v>40326</c:v>
                </c:pt>
                <c:pt idx="1608">
                  <c:v>40329</c:v>
                </c:pt>
                <c:pt idx="1609">
                  <c:v>40330</c:v>
                </c:pt>
                <c:pt idx="1610">
                  <c:v>40331</c:v>
                </c:pt>
                <c:pt idx="1611">
                  <c:v>40332</c:v>
                </c:pt>
                <c:pt idx="1612">
                  <c:v>40333</c:v>
                </c:pt>
                <c:pt idx="1613">
                  <c:v>40336</c:v>
                </c:pt>
                <c:pt idx="1614">
                  <c:v>40337</c:v>
                </c:pt>
                <c:pt idx="1615">
                  <c:v>40338</c:v>
                </c:pt>
                <c:pt idx="1616">
                  <c:v>40339</c:v>
                </c:pt>
                <c:pt idx="1617">
                  <c:v>40340</c:v>
                </c:pt>
                <c:pt idx="1618">
                  <c:v>40343</c:v>
                </c:pt>
                <c:pt idx="1619">
                  <c:v>40344</c:v>
                </c:pt>
                <c:pt idx="1620">
                  <c:v>40345</c:v>
                </c:pt>
                <c:pt idx="1621">
                  <c:v>40346</c:v>
                </c:pt>
                <c:pt idx="1622">
                  <c:v>40347</c:v>
                </c:pt>
                <c:pt idx="1623">
                  <c:v>40350</c:v>
                </c:pt>
                <c:pt idx="1624">
                  <c:v>40351</c:v>
                </c:pt>
                <c:pt idx="1625">
                  <c:v>40352</c:v>
                </c:pt>
                <c:pt idx="1626">
                  <c:v>40353</c:v>
                </c:pt>
                <c:pt idx="1627">
                  <c:v>40354</c:v>
                </c:pt>
                <c:pt idx="1628">
                  <c:v>40357</c:v>
                </c:pt>
                <c:pt idx="1629">
                  <c:v>40358</c:v>
                </c:pt>
                <c:pt idx="1630">
                  <c:v>40359</c:v>
                </c:pt>
                <c:pt idx="1631">
                  <c:v>40360</c:v>
                </c:pt>
                <c:pt idx="1632">
                  <c:v>40361</c:v>
                </c:pt>
                <c:pt idx="1633">
                  <c:v>40364</c:v>
                </c:pt>
                <c:pt idx="1634">
                  <c:v>40365</c:v>
                </c:pt>
                <c:pt idx="1635">
                  <c:v>40366</c:v>
                </c:pt>
                <c:pt idx="1636">
                  <c:v>40367</c:v>
                </c:pt>
                <c:pt idx="1637">
                  <c:v>40368</c:v>
                </c:pt>
                <c:pt idx="1638">
                  <c:v>40371</c:v>
                </c:pt>
                <c:pt idx="1639">
                  <c:v>40372</c:v>
                </c:pt>
                <c:pt idx="1640">
                  <c:v>40373</c:v>
                </c:pt>
                <c:pt idx="1641">
                  <c:v>40374</c:v>
                </c:pt>
                <c:pt idx="1642">
                  <c:v>40375</c:v>
                </c:pt>
                <c:pt idx="1643">
                  <c:v>40378</c:v>
                </c:pt>
                <c:pt idx="1644">
                  <c:v>40379</c:v>
                </c:pt>
                <c:pt idx="1645">
                  <c:v>40380</c:v>
                </c:pt>
                <c:pt idx="1646">
                  <c:v>40381</c:v>
                </c:pt>
                <c:pt idx="1647">
                  <c:v>40382</c:v>
                </c:pt>
                <c:pt idx="1648">
                  <c:v>40385</c:v>
                </c:pt>
                <c:pt idx="1649">
                  <c:v>40386</c:v>
                </c:pt>
                <c:pt idx="1650">
                  <c:v>40387</c:v>
                </c:pt>
                <c:pt idx="1651">
                  <c:v>40388</c:v>
                </c:pt>
                <c:pt idx="1652">
                  <c:v>40389</c:v>
                </c:pt>
                <c:pt idx="1653">
                  <c:v>40392</c:v>
                </c:pt>
                <c:pt idx="1654">
                  <c:v>40393</c:v>
                </c:pt>
                <c:pt idx="1655">
                  <c:v>40394</c:v>
                </c:pt>
                <c:pt idx="1656">
                  <c:v>40395</c:v>
                </c:pt>
                <c:pt idx="1657">
                  <c:v>40396</c:v>
                </c:pt>
                <c:pt idx="1658">
                  <c:v>40399</c:v>
                </c:pt>
                <c:pt idx="1659">
                  <c:v>40400</c:v>
                </c:pt>
                <c:pt idx="1660">
                  <c:v>40401</c:v>
                </c:pt>
                <c:pt idx="1661">
                  <c:v>40402</c:v>
                </c:pt>
                <c:pt idx="1662">
                  <c:v>40403</c:v>
                </c:pt>
                <c:pt idx="1663">
                  <c:v>40406</c:v>
                </c:pt>
                <c:pt idx="1664">
                  <c:v>40407</c:v>
                </c:pt>
                <c:pt idx="1665">
                  <c:v>40408</c:v>
                </c:pt>
                <c:pt idx="1666">
                  <c:v>40409</c:v>
                </c:pt>
                <c:pt idx="1667">
                  <c:v>40410</c:v>
                </c:pt>
                <c:pt idx="1668">
                  <c:v>40413</c:v>
                </c:pt>
                <c:pt idx="1669">
                  <c:v>40414</c:v>
                </c:pt>
                <c:pt idx="1670">
                  <c:v>40415</c:v>
                </c:pt>
                <c:pt idx="1671">
                  <c:v>40416</c:v>
                </c:pt>
                <c:pt idx="1672">
                  <c:v>40417</c:v>
                </c:pt>
                <c:pt idx="1673">
                  <c:v>40420</c:v>
                </c:pt>
                <c:pt idx="1674">
                  <c:v>40421</c:v>
                </c:pt>
                <c:pt idx="1675">
                  <c:v>40422</c:v>
                </c:pt>
                <c:pt idx="1676">
                  <c:v>40423</c:v>
                </c:pt>
                <c:pt idx="1677">
                  <c:v>40424</c:v>
                </c:pt>
                <c:pt idx="1678">
                  <c:v>40427</c:v>
                </c:pt>
                <c:pt idx="1679">
                  <c:v>40428</c:v>
                </c:pt>
                <c:pt idx="1680">
                  <c:v>40429</c:v>
                </c:pt>
                <c:pt idx="1681">
                  <c:v>40430</c:v>
                </c:pt>
                <c:pt idx="1682">
                  <c:v>40431</c:v>
                </c:pt>
                <c:pt idx="1683">
                  <c:v>40434</c:v>
                </c:pt>
                <c:pt idx="1684">
                  <c:v>40435</c:v>
                </c:pt>
                <c:pt idx="1685">
                  <c:v>40436</c:v>
                </c:pt>
                <c:pt idx="1686">
                  <c:v>40437</c:v>
                </c:pt>
                <c:pt idx="1687">
                  <c:v>40438</c:v>
                </c:pt>
                <c:pt idx="1688">
                  <c:v>40441</c:v>
                </c:pt>
                <c:pt idx="1689">
                  <c:v>40442</c:v>
                </c:pt>
                <c:pt idx="1690">
                  <c:v>40443</c:v>
                </c:pt>
                <c:pt idx="1691">
                  <c:v>40444</c:v>
                </c:pt>
                <c:pt idx="1692">
                  <c:v>40445</c:v>
                </c:pt>
                <c:pt idx="1693">
                  <c:v>40448</c:v>
                </c:pt>
                <c:pt idx="1694">
                  <c:v>40449</c:v>
                </c:pt>
                <c:pt idx="1695">
                  <c:v>40450</c:v>
                </c:pt>
                <c:pt idx="1696">
                  <c:v>40451</c:v>
                </c:pt>
                <c:pt idx="1697">
                  <c:v>40452</c:v>
                </c:pt>
                <c:pt idx="1698">
                  <c:v>40455</c:v>
                </c:pt>
                <c:pt idx="1699">
                  <c:v>40456</c:v>
                </c:pt>
                <c:pt idx="1700">
                  <c:v>40457</c:v>
                </c:pt>
                <c:pt idx="1701">
                  <c:v>40458</c:v>
                </c:pt>
                <c:pt idx="1702">
                  <c:v>40459</c:v>
                </c:pt>
                <c:pt idx="1703">
                  <c:v>40462</c:v>
                </c:pt>
                <c:pt idx="1704">
                  <c:v>40463</c:v>
                </c:pt>
                <c:pt idx="1705">
                  <c:v>40464</c:v>
                </c:pt>
                <c:pt idx="1706">
                  <c:v>40465</c:v>
                </c:pt>
                <c:pt idx="1707">
                  <c:v>40466</c:v>
                </c:pt>
                <c:pt idx="1708">
                  <c:v>40469</c:v>
                </c:pt>
                <c:pt idx="1709">
                  <c:v>40470</c:v>
                </c:pt>
                <c:pt idx="1710">
                  <c:v>40471</c:v>
                </c:pt>
                <c:pt idx="1711">
                  <c:v>40472</c:v>
                </c:pt>
                <c:pt idx="1712">
                  <c:v>40473</c:v>
                </c:pt>
                <c:pt idx="1713">
                  <c:v>40476</c:v>
                </c:pt>
                <c:pt idx="1714">
                  <c:v>40477</c:v>
                </c:pt>
                <c:pt idx="1715">
                  <c:v>40478</c:v>
                </c:pt>
                <c:pt idx="1716">
                  <c:v>40479</c:v>
                </c:pt>
                <c:pt idx="1717">
                  <c:v>40480</c:v>
                </c:pt>
                <c:pt idx="1718">
                  <c:v>40483</c:v>
                </c:pt>
                <c:pt idx="1719">
                  <c:v>40484</c:v>
                </c:pt>
                <c:pt idx="1720">
                  <c:v>40485</c:v>
                </c:pt>
                <c:pt idx="1721">
                  <c:v>40486</c:v>
                </c:pt>
                <c:pt idx="1722">
                  <c:v>40487</c:v>
                </c:pt>
                <c:pt idx="1723">
                  <c:v>40490</c:v>
                </c:pt>
                <c:pt idx="1724">
                  <c:v>40491</c:v>
                </c:pt>
                <c:pt idx="1725">
                  <c:v>40492</c:v>
                </c:pt>
                <c:pt idx="1726">
                  <c:v>40493</c:v>
                </c:pt>
                <c:pt idx="1727">
                  <c:v>40494</c:v>
                </c:pt>
                <c:pt idx="1728">
                  <c:v>40497</c:v>
                </c:pt>
                <c:pt idx="1729">
                  <c:v>40498</c:v>
                </c:pt>
                <c:pt idx="1730">
                  <c:v>40499</c:v>
                </c:pt>
                <c:pt idx="1731">
                  <c:v>40500</c:v>
                </c:pt>
                <c:pt idx="1732">
                  <c:v>40501</c:v>
                </c:pt>
                <c:pt idx="1733">
                  <c:v>40504</c:v>
                </c:pt>
                <c:pt idx="1734">
                  <c:v>40505</c:v>
                </c:pt>
                <c:pt idx="1735">
                  <c:v>40506</c:v>
                </c:pt>
                <c:pt idx="1736">
                  <c:v>40507</c:v>
                </c:pt>
                <c:pt idx="1737">
                  <c:v>40508</c:v>
                </c:pt>
                <c:pt idx="1738">
                  <c:v>40511</c:v>
                </c:pt>
                <c:pt idx="1739">
                  <c:v>40512</c:v>
                </c:pt>
                <c:pt idx="1740">
                  <c:v>40513</c:v>
                </c:pt>
                <c:pt idx="1741">
                  <c:v>40514</c:v>
                </c:pt>
                <c:pt idx="1742">
                  <c:v>40515</c:v>
                </c:pt>
                <c:pt idx="1743">
                  <c:v>40518</c:v>
                </c:pt>
                <c:pt idx="1744">
                  <c:v>40519</c:v>
                </c:pt>
                <c:pt idx="1745">
                  <c:v>40520</c:v>
                </c:pt>
                <c:pt idx="1746">
                  <c:v>40521</c:v>
                </c:pt>
                <c:pt idx="1747">
                  <c:v>40522</c:v>
                </c:pt>
                <c:pt idx="1748">
                  <c:v>40525</c:v>
                </c:pt>
                <c:pt idx="1749">
                  <c:v>40526</c:v>
                </c:pt>
                <c:pt idx="1750">
                  <c:v>40527</c:v>
                </c:pt>
                <c:pt idx="1751">
                  <c:v>40528</c:v>
                </c:pt>
                <c:pt idx="1752">
                  <c:v>40529</c:v>
                </c:pt>
                <c:pt idx="1753">
                  <c:v>40532</c:v>
                </c:pt>
                <c:pt idx="1754">
                  <c:v>40533</c:v>
                </c:pt>
                <c:pt idx="1755">
                  <c:v>40534</c:v>
                </c:pt>
                <c:pt idx="1756">
                  <c:v>40535</c:v>
                </c:pt>
                <c:pt idx="1757">
                  <c:v>40536</c:v>
                </c:pt>
                <c:pt idx="1758">
                  <c:v>40539</c:v>
                </c:pt>
                <c:pt idx="1759">
                  <c:v>40540</c:v>
                </c:pt>
                <c:pt idx="1760">
                  <c:v>40541</c:v>
                </c:pt>
                <c:pt idx="1761">
                  <c:v>40542</c:v>
                </c:pt>
                <c:pt idx="1762">
                  <c:v>40543</c:v>
                </c:pt>
                <c:pt idx="1763">
                  <c:v>40546</c:v>
                </c:pt>
                <c:pt idx="1764">
                  <c:v>40547</c:v>
                </c:pt>
                <c:pt idx="1765">
                  <c:v>40548</c:v>
                </c:pt>
                <c:pt idx="1766">
                  <c:v>40549</c:v>
                </c:pt>
                <c:pt idx="1767">
                  <c:v>40550</c:v>
                </c:pt>
                <c:pt idx="1768">
                  <c:v>40553</c:v>
                </c:pt>
                <c:pt idx="1769">
                  <c:v>40554</c:v>
                </c:pt>
                <c:pt idx="1770">
                  <c:v>40555</c:v>
                </c:pt>
                <c:pt idx="1771">
                  <c:v>40556</c:v>
                </c:pt>
                <c:pt idx="1772">
                  <c:v>40557</c:v>
                </c:pt>
                <c:pt idx="1773">
                  <c:v>40560</c:v>
                </c:pt>
                <c:pt idx="1774">
                  <c:v>40561</c:v>
                </c:pt>
                <c:pt idx="1775">
                  <c:v>40562</c:v>
                </c:pt>
                <c:pt idx="1776">
                  <c:v>40563</c:v>
                </c:pt>
                <c:pt idx="1777">
                  <c:v>40564</c:v>
                </c:pt>
                <c:pt idx="1778">
                  <c:v>40567</c:v>
                </c:pt>
                <c:pt idx="1779">
                  <c:v>40568</c:v>
                </c:pt>
                <c:pt idx="1780">
                  <c:v>40569</c:v>
                </c:pt>
                <c:pt idx="1781">
                  <c:v>40570</c:v>
                </c:pt>
                <c:pt idx="1782">
                  <c:v>40571</c:v>
                </c:pt>
                <c:pt idx="1783">
                  <c:v>40574</c:v>
                </c:pt>
                <c:pt idx="1784">
                  <c:v>40575</c:v>
                </c:pt>
                <c:pt idx="1785">
                  <c:v>40576</c:v>
                </c:pt>
                <c:pt idx="1786">
                  <c:v>40577</c:v>
                </c:pt>
                <c:pt idx="1787">
                  <c:v>40578</c:v>
                </c:pt>
                <c:pt idx="1788">
                  <c:v>40581</c:v>
                </c:pt>
                <c:pt idx="1789">
                  <c:v>40582</c:v>
                </c:pt>
                <c:pt idx="1790">
                  <c:v>40583</c:v>
                </c:pt>
                <c:pt idx="1791">
                  <c:v>40584</c:v>
                </c:pt>
                <c:pt idx="1792">
                  <c:v>40585</c:v>
                </c:pt>
                <c:pt idx="1793">
                  <c:v>40588</c:v>
                </c:pt>
                <c:pt idx="1794">
                  <c:v>40589</c:v>
                </c:pt>
                <c:pt idx="1795">
                  <c:v>40590</c:v>
                </c:pt>
                <c:pt idx="1796">
                  <c:v>40591</c:v>
                </c:pt>
                <c:pt idx="1797">
                  <c:v>40592</c:v>
                </c:pt>
                <c:pt idx="1798">
                  <c:v>40595</c:v>
                </c:pt>
                <c:pt idx="1799">
                  <c:v>40596</c:v>
                </c:pt>
                <c:pt idx="1800">
                  <c:v>40597</c:v>
                </c:pt>
                <c:pt idx="1801">
                  <c:v>40598</c:v>
                </c:pt>
                <c:pt idx="1802">
                  <c:v>40599</c:v>
                </c:pt>
                <c:pt idx="1803">
                  <c:v>40602</c:v>
                </c:pt>
                <c:pt idx="1804">
                  <c:v>40603</c:v>
                </c:pt>
                <c:pt idx="1805">
                  <c:v>40604</c:v>
                </c:pt>
                <c:pt idx="1806">
                  <c:v>40605</c:v>
                </c:pt>
                <c:pt idx="1807">
                  <c:v>40606</c:v>
                </c:pt>
                <c:pt idx="1808">
                  <c:v>40609</c:v>
                </c:pt>
                <c:pt idx="1809">
                  <c:v>40610</c:v>
                </c:pt>
                <c:pt idx="1810">
                  <c:v>40611</c:v>
                </c:pt>
                <c:pt idx="1811">
                  <c:v>40612</c:v>
                </c:pt>
                <c:pt idx="1812">
                  <c:v>40613</c:v>
                </c:pt>
                <c:pt idx="1813">
                  <c:v>40616</c:v>
                </c:pt>
                <c:pt idx="1814">
                  <c:v>40617</c:v>
                </c:pt>
                <c:pt idx="1815">
                  <c:v>40618</c:v>
                </c:pt>
                <c:pt idx="1816">
                  <c:v>40619</c:v>
                </c:pt>
                <c:pt idx="1817">
                  <c:v>40620</c:v>
                </c:pt>
                <c:pt idx="1818">
                  <c:v>40623</c:v>
                </c:pt>
                <c:pt idx="1819">
                  <c:v>40624</c:v>
                </c:pt>
                <c:pt idx="1820">
                  <c:v>40625</c:v>
                </c:pt>
                <c:pt idx="1821">
                  <c:v>40626</c:v>
                </c:pt>
                <c:pt idx="1822">
                  <c:v>40627</c:v>
                </c:pt>
                <c:pt idx="1823">
                  <c:v>40630</c:v>
                </c:pt>
                <c:pt idx="1824">
                  <c:v>40631</c:v>
                </c:pt>
                <c:pt idx="1825">
                  <c:v>40632</c:v>
                </c:pt>
                <c:pt idx="1826">
                  <c:v>40633</c:v>
                </c:pt>
                <c:pt idx="1827">
                  <c:v>40634</c:v>
                </c:pt>
                <c:pt idx="1828">
                  <c:v>40637</c:v>
                </c:pt>
                <c:pt idx="1829">
                  <c:v>40638</c:v>
                </c:pt>
                <c:pt idx="1830">
                  <c:v>40639</c:v>
                </c:pt>
                <c:pt idx="1831">
                  <c:v>40640</c:v>
                </c:pt>
                <c:pt idx="1832">
                  <c:v>40641</c:v>
                </c:pt>
                <c:pt idx="1833">
                  <c:v>40644</c:v>
                </c:pt>
                <c:pt idx="1834">
                  <c:v>40645</c:v>
                </c:pt>
                <c:pt idx="1835">
                  <c:v>40646</c:v>
                </c:pt>
                <c:pt idx="1836">
                  <c:v>40647</c:v>
                </c:pt>
                <c:pt idx="1837">
                  <c:v>40648</c:v>
                </c:pt>
                <c:pt idx="1838">
                  <c:v>40651</c:v>
                </c:pt>
                <c:pt idx="1839">
                  <c:v>40652</c:v>
                </c:pt>
                <c:pt idx="1840">
                  <c:v>40653</c:v>
                </c:pt>
                <c:pt idx="1841">
                  <c:v>40654</c:v>
                </c:pt>
                <c:pt idx="1842">
                  <c:v>40655</c:v>
                </c:pt>
                <c:pt idx="1843">
                  <c:v>40658</c:v>
                </c:pt>
                <c:pt idx="1844">
                  <c:v>40659</c:v>
                </c:pt>
                <c:pt idx="1845">
                  <c:v>40660</c:v>
                </c:pt>
                <c:pt idx="1846">
                  <c:v>40661</c:v>
                </c:pt>
                <c:pt idx="1847">
                  <c:v>40662</c:v>
                </c:pt>
                <c:pt idx="1848">
                  <c:v>40665</c:v>
                </c:pt>
                <c:pt idx="1849">
                  <c:v>40666</c:v>
                </c:pt>
                <c:pt idx="1850">
                  <c:v>40667</c:v>
                </c:pt>
                <c:pt idx="1851">
                  <c:v>40668</c:v>
                </c:pt>
                <c:pt idx="1852">
                  <c:v>40669</c:v>
                </c:pt>
                <c:pt idx="1853">
                  <c:v>40672</c:v>
                </c:pt>
                <c:pt idx="1854">
                  <c:v>40673</c:v>
                </c:pt>
                <c:pt idx="1855">
                  <c:v>40674</c:v>
                </c:pt>
                <c:pt idx="1856">
                  <c:v>40675</c:v>
                </c:pt>
                <c:pt idx="1857">
                  <c:v>40676</c:v>
                </c:pt>
                <c:pt idx="1858">
                  <c:v>40679</c:v>
                </c:pt>
                <c:pt idx="1859">
                  <c:v>40680</c:v>
                </c:pt>
                <c:pt idx="1860">
                  <c:v>40681</c:v>
                </c:pt>
                <c:pt idx="1861">
                  <c:v>40682</c:v>
                </c:pt>
                <c:pt idx="1862">
                  <c:v>40683</c:v>
                </c:pt>
                <c:pt idx="1863">
                  <c:v>40686</c:v>
                </c:pt>
                <c:pt idx="1864">
                  <c:v>40687</c:v>
                </c:pt>
                <c:pt idx="1865">
                  <c:v>40688</c:v>
                </c:pt>
                <c:pt idx="1866">
                  <c:v>40689</c:v>
                </c:pt>
                <c:pt idx="1867">
                  <c:v>40690</c:v>
                </c:pt>
                <c:pt idx="1868">
                  <c:v>40693</c:v>
                </c:pt>
                <c:pt idx="1869">
                  <c:v>40694</c:v>
                </c:pt>
                <c:pt idx="1870">
                  <c:v>40695</c:v>
                </c:pt>
                <c:pt idx="1871">
                  <c:v>40696</c:v>
                </c:pt>
                <c:pt idx="1872">
                  <c:v>40697</c:v>
                </c:pt>
                <c:pt idx="1873">
                  <c:v>40700</c:v>
                </c:pt>
                <c:pt idx="1874">
                  <c:v>40701</c:v>
                </c:pt>
                <c:pt idx="1875">
                  <c:v>40702</c:v>
                </c:pt>
                <c:pt idx="1876">
                  <c:v>40703</c:v>
                </c:pt>
                <c:pt idx="1877">
                  <c:v>40704</c:v>
                </c:pt>
                <c:pt idx="1878">
                  <c:v>40707</c:v>
                </c:pt>
                <c:pt idx="1879">
                  <c:v>40708</c:v>
                </c:pt>
                <c:pt idx="1880">
                  <c:v>40709</c:v>
                </c:pt>
                <c:pt idx="1881">
                  <c:v>40710</c:v>
                </c:pt>
                <c:pt idx="1882">
                  <c:v>40711</c:v>
                </c:pt>
                <c:pt idx="1883">
                  <c:v>40714</c:v>
                </c:pt>
                <c:pt idx="1884">
                  <c:v>40715</c:v>
                </c:pt>
                <c:pt idx="1885">
                  <c:v>40716</c:v>
                </c:pt>
                <c:pt idx="1886">
                  <c:v>40717</c:v>
                </c:pt>
                <c:pt idx="1887">
                  <c:v>40718</c:v>
                </c:pt>
                <c:pt idx="1888">
                  <c:v>40721</c:v>
                </c:pt>
                <c:pt idx="1889">
                  <c:v>40722</c:v>
                </c:pt>
                <c:pt idx="1890">
                  <c:v>40723</c:v>
                </c:pt>
                <c:pt idx="1891">
                  <c:v>40724</c:v>
                </c:pt>
                <c:pt idx="1892">
                  <c:v>40725</c:v>
                </c:pt>
                <c:pt idx="1893">
                  <c:v>40728</c:v>
                </c:pt>
                <c:pt idx="1894">
                  <c:v>40729</c:v>
                </c:pt>
                <c:pt idx="1895">
                  <c:v>40730</c:v>
                </c:pt>
                <c:pt idx="1896">
                  <c:v>40731</c:v>
                </c:pt>
                <c:pt idx="1897">
                  <c:v>40732</c:v>
                </c:pt>
                <c:pt idx="1898">
                  <c:v>40735</c:v>
                </c:pt>
                <c:pt idx="1899">
                  <c:v>40736</c:v>
                </c:pt>
                <c:pt idx="1900">
                  <c:v>40737</c:v>
                </c:pt>
                <c:pt idx="1901">
                  <c:v>40738</c:v>
                </c:pt>
                <c:pt idx="1902">
                  <c:v>40739</c:v>
                </c:pt>
                <c:pt idx="1903">
                  <c:v>40742</c:v>
                </c:pt>
                <c:pt idx="1904">
                  <c:v>40743</c:v>
                </c:pt>
                <c:pt idx="1905">
                  <c:v>40744</c:v>
                </c:pt>
                <c:pt idx="1906">
                  <c:v>40745</c:v>
                </c:pt>
                <c:pt idx="1907">
                  <c:v>40746</c:v>
                </c:pt>
                <c:pt idx="1908">
                  <c:v>40749</c:v>
                </c:pt>
                <c:pt idx="1909">
                  <c:v>40750</c:v>
                </c:pt>
                <c:pt idx="1910">
                  <c:v>40751</c:v>
                </c:pt>
                <c:pt idx="1911">
                  <c:v>40752</c:v>
                </c:pt>
                <c:pt idx="1912">
                  <c:v>40753</c:v>
                </c:pt>
                <c:pt idx="1913">
                  <c:v>40756</c:v>
                </c:pt>
                <c:pt idx="1914">
                  <c:v>40757</c:v>
                </c:pt>
                <c:pt idx="1915">
                  <c:v>40758</c:v>
                </c:pt>
                <c:pt idx="1916">
                  <c:v>40759</c:v>
                </c:pt>
                <c:pt idx="1917">
                  <c:v>40760</c:v>
                </c:pt>
                <c:pt idx="1918">
                  <c:v>40763</c:v>
                </c:pt>
                <c:pt idx="1919">
                  <c:v>40764</c:v>
                </c:pt>
                <c:pt idx="1920">
                  <c:v>40765</c:v>
                </c:pt>
                <c:pt idx="1921">
                  <c:v>40766</c:v>
                </c:pt>
                <c:pt idx="1922">
                  <c:v>40767</c:v>
                </c:pt>
                <c:pt idx="1923">
                  <c:v>40770</c:v>
                </c:pt>
                <c:pt idx="1924">
                  <c:v>40771</c:v>
                </c:pt>
                <c:pt idx="1925">
                  <c:v>40772</c:v>
                </c:pt>
                <c:pt idx="1926">
                  <c:v>40773</c:v>
                </c:pt>
                <c:pt idx="1927">
                  <c:v>40774</c:v>
                </c:pt>
                <c:pt idx="1928">
                  <c:v>40777</c:v>
                </c:pt>
                <c:pt idx="1929">
                  <c:v>40778</c:v>
                </c:pt>
                <c:pt idx="1930">
                  <c:v>40779</c:v>
                </c:pt>
                <c:pt idx="1931">
                  <c:v>40780</c:v>
                </c:pt>
                <c:pt idx="1932">
                  <c:v>40781</c:v>
                </c:pt>
                <c:pt idx="1933">
                  <c:v>40784</c:v>
                </c:pt>
                <c:pt idx="1934">
                  <c:v>40785</c:v>
                </c:pt>
                <c:pt idx="1935">
                  <c:v>40786</c:v>
                </c:pt>
                <c:pt idx="1936">
                  <c:v>40787</c:v>
                </c:pt>
                <c:pt idx="1937">
                  <c:v>40788</c:v>
                </c:pt>
                <c:pt idx="1938">
                  <c:v>40791</c:v>
                </c:pt>
                <c:pt idx="1939">
                  <c:v>40792</c:v>
                </c:pt>
                <c:pt idx="1940">
                  <c:v>40793</c:v>
                </c:pt>
                <c:pt idx="1941">
                  <c:v>40794</c:v>
                </c:pt>
                <c:pt idx="1942">
                  <c:v>40795</c:v>
                </c:pt>
                <c:pt idx="1943">
                  <c:v>40798</c:v>
                </c:pt>
                <c:pt idx="1944">
                  <c:v>40799</c:v>
                </c:pt>
                <c:pt idx="1945">
                  <c:v>40800</c:v>
                </c:pt>
                <c:pt idx="1946">
                  <c:v>40801</c:v>
                </c:pt>
                <c:pt idx="1947">
                  <c:v>40802</c:v>
                </c:pt>
                <c:pt idx="1948">
                  <c:v>40805</c:v>
                </c:pt>
                <c:pt idx="1949">
                  <c:v>40806</c:v>
                </c:pt>
                <c:pt idx="1950">
                  <c:v>40807</c:v>
                </c:pt>
                <c:pt idx="1951">
                  <c:v>40808</c:v>
                </c:pt>
                <c:pt idx="1952">
                  <c:v>40809</c:v>
                </c:pt>
                <c:pt idx="1953">
                  <c:v>40812</c:v>
                </c:pt>
                <c:pt idx="1954">
                  <c:v>40813</c:v>
                </c:pt>
                <c:pt idx="1955">
                  <c:v>40814</c:v>
                </c:pt>
                <c:pt idx="1956">
                  <c:v>40815</c:v>
                </c:pt>
                <c:pt idx="1957">
                  <c:v>40816</c:v>
                </c:pt>
                <c:pt idx="1958">
                  <c:v>40819</c:v>
                </c:pt>
                <c:pt idx="1959">
                  <c:v>40820</c:v>
                </c:pt>
                <c:pt idx="1960">
                  <c:v>40821</c:v>
                </c:pt>
                <c:pt idx="1961">
                  <c:v>40822</c:v>
                </c:pt>
                <c:pt idx="1962">
                  <c:v>40823</c:v>
                </c:pt>
                <c:pt idx="1963">
                  <c:v>40826</c:v>
                </c:pt>
                <c:pt idx="1964">
                  <c:v>40827</c:v>
                </c:pt>
                <c:pt idx="1965">
                  <c:v>40828</c:v>
                </c:pt>
                <c:pt idx="1966">
                  <c:v>40829</c:v>
                </c:pt>
                <c:pt idx="1967">
                  <c:v>40830</c:v>
                </c:pt>
                <c:pt idx="1968">
                  <c:v>40833</c:v>
                </c:pt>
                <c:pt idx="1969">
                  <c:v>40834</c:v>
                </c:pt>
                <c:pt idx="1970">
                  <c:v>40835</c:v>
                </c:pt>
                <c:pt idx="1971">
                  <c:v>40836</c:v>
                </c:pt>
                <c:pt idx="1972">
                  <c:v>40837</c:v>
                </c:pt>
                <c:pt idx="1973">
                  <c:v>40840</c:v>
                </c:pt>
                <c:pt idx="1974">
                  <c:v>40841</c:v>
                </c:pt>
                <c:pt idx="1975">
                  <c:v>40842</c:v>
                </c:pt>
                <c:pt idx="1976">
                  <c:v>40843</c:v>
                </c:pt>
                <c:pt idx="1977">
                  <c:v>40844</c:v>
                </c:pt>
                <c:pt idx="1978">
                  <c:v>40847</c:v>
                </c:pt>
                <c:pt idx="1979">
                  <c:v>40848</c:v>
                </c:pt>
                <c:pt idx="1980">
                  <c:v>40849</c:v>
                </c:pt>
                <c:pt idx="1981">
                  <c:v>40850</c:v>
                </c:pt>
                <c:pt idx="1982">
                  <c:v>40851</c:v>
                </c:pt>
                <c:pt idx="1983">
                  <c:v>40854</c:v>
                </c:pt>
                <c:pt idx="1984">
                  <c:v>40855</c:v>
                </c:pt>
                <c:pt idx="1985">
                  <c:v>40856</c:v>
                </c:pt>
                <c:pt idx="1986">
                  <c:v>40857</c:v>
                </c:pt>
                <c:pt idx="1987">
                  <c:v>40858</c:v>
                </c:pt>
                <c:pt idx="1988">
                  <c:v>40861</c:v>
                </c:pt>
                <c:pt idx="1989">
                  <c:v>40862</c:v>
                </c:pt>
                <c:pt idx="1990">
                  <c:v>40863</c:v>
                </c:pt>
                <c:pt idx="1991">
                  <c:v>40864</c:v>
                </c:pt>
                <c:pt idx="1992">
                  <c:v>40865</c:v>
                </c:pt>
                <c:pt idx="1993">
                  <c:v>40868</c:v>
                </c:pt>
                <c:pt idx="1994">
                  <c:v>40869</c:v>
                </c:pt>
                <c:pt idx="1995">
                  <c:v>40870</c:v>
                </c:pt>
                <c:pt idx="1996">
                  <c:v>40871</c:v>
                </c:pt>
                <c:pt idx="1997">
                  <c:v>40872</c:v>
                </c:pt>
                <c:pt idx="1998">
                  <c:v>40875</c:v>
                </c:pt>
                <c:pt idx="1999">
                  <c:v>40876</c:v>
                </c:pt>
                <c:pt idx="2000">
                  <c:v>40877</c:v>
                </c:pt>
                <c:pt idx="2001">
                  <c:v>40878</c:v>
                </c:pt>
                <c:pt idx="2002">
                  <c:v>40879</c:v>
                </c:pt>
                <c:pt idx="2003">
                  <c:v>40882</c:v>
                </c:pt>
                <c:pt idx="2004">
                  <c:v>40883</c:v>
                </c:pt>
                <c:pt idx="2005">
                  <c:v>40884</c:v>
                </c:pt>
                <c:pt idx="2006">
                  <c:v>40885</c:v>
                </c:pt>
                <c:pt idx="2007">
                  <c:v>40886</c:v>
                </c:pt>
                <c:pt idx="2008">
                  <c:v>40889</c:v>
                </c:pt>
                <c:pt idx="2009">
                  <c:v>40890</c:v>
                </c:pt>
                <c:pt idx="2010">
                  <c:v>40891</c:v>
                </c:pt>
                <c:pt idx="2011">
                  <c:v>40892</c:v>
                </c:pt>
                <c:pt idx="2012">
                  <c:v>40893</c:v>
                </c:pt>
                <c:pt idx="2013">
                  <c:v>40896</c:v>
                </c:pt>
                <c:pt idx="2014">
                  <c:v>40897</c:v>
                </c:pt>
                <c:pt idx="2015">
                  <c:v>40898</c:v>
                </c:pt>
                <c:pt idx="2016">
                  <c:v>40899</c:v>
                </c:pt>
                <c:pt idx="2017">
                  <c:v>40900</c:v>
                </c:pt>
                <c:pt idx="2018">
                  <c:v>40903</c:v>
                </c:pt>
                <c:pt idx="2019">
                  <c:v>40904</c:v>
                </c:pt>
                <c:pt idx="2020">
                  <c:v>40905</c:v>
                </c:pt>
                <c:pt idx="2021">
                  <c:v>40906</c:v>
                </c:pt>
                <c:pt idx="2022">
                  <c:v>40907</c:v>
                </c:pt>
                <c:pt idx="2023">
                  <c:v>40910</c:v>
                </c:pt>
                <c:pt idx="2024">
                  <c:v>40911</c:v>
                </c:pt>
                <c:pt idx="2025">
                  <c:v>40912</c:v>
                </c:pt>
                <c:pt idx="2026">
                  <c:v>40913</c:v>
                </c:pt>
                <c:pt idx="2027">
                  <c:v>40914</c:v>
                </c:pt>
                <c:pt idx="2028">
                  <c:v>40917</c:v>
                </c:pt>
                <c:pt idx="2029">
                  <c:v>40918</c:v>
                </c:pt>
                <c:pt idx="2030">
                  <c:v>40919</c:v>
                </c:pt>
                <c:pt idx="2031">
                  <c:v>40920</c:v>
                </c:pt>
                <c:pt idx="2032">
                  <c:v>40921</c:v>
                </c:pt>
                <c:pt idx="2033">
                  <c:v>40924</c:v>
                </c:pt>
                <c:pt idx="2034">
                  <c:v>40925</c:v>
                </c:pt>
                <c:pt idx="2035">
                  <c:v>40926</c:v>
                </c:pt>
                <c:pt idx="2036">
                  <c:v>40927</c:v>
                </c:pt>
                <c:pt idx="2037">
                  <c:v>40928</c:v>
                </c:pt>
                <c:pt idx="2038">
                  <c:v>40931</c:v>
                </c:pt>
                <c:pt idx="2039">
                  <c:v>40932</c:v>
                </c:pt>
                <c:pt idx="2040">
                  <c:v>40933</c:v>
                </c:pt>
                <c:pt idx="2041">
                  <c:v>40934</c:v>
                </c:pt>
                <c:pt idx="2042">
                  <c:v>40935</c:v>
                </c:pt>
                <c:pt idx="2043">
                  <c:v>40938</c:v>
                </c:pt>
                <c:pt idx="2044">
                  <c:v>40939</c:v>
                </c:pt>
                <c:pt idx="2045">
                  <c:v>40940</c:v>
                </c:pt>
                <c:pt idx="2046">
                  <c:v>40941</c:v>
                </c:pt>
                <c:pt idx="2047">
                  <c:v>40942</c:v>
                </c:pt>
                <c:pt idx="2048">
                  <c:v>40945</c:v>
                </c:pt>
                <c:pt idx="2049">
                  <c:v>40946</c:v>
                </c:pt>
                <c:pt idx="2050">
                  <c:v>40947</c:v>
                </c:pt>
                <c:pt idx="2051">
                  <c:v>40948</c:v>
                </c:pt>
                <c:pt idx="2052">
                  <c:v>40949</c:v>
                </c:pt>
                <c:pt idx="2053">
                  <c:v>40952</c:v>
                </c:pt>
                <c:pt idx="2054">
                  <c:v>40953</c:v>
                </c:pt>
                <c:pt idx="2055">
                  <c:v>40954</c:v>
                </c:pt>
                <c:pt idx="2056">
                  <c:v>40955</c:v>
                </c:pt>
                <c:pt idx="2057">
                  <c:v>40956</c:v>
                </c:pt>
                <c:pt idx="2058">
                  <c:v>40959</c:v>
                </c:pt>
                <c:pt idx="2059">
                  <c:v>40960</c:v>
                </c:pt>
                <c:pt idx="2060">
                  <c:v>40961</c:v>
                </c:pt>
                <c:pt idx="2061">
                  <c:v>40962</c:v>
                </c:pt>
                <c:pt idx="2062">
                  <c:v>40963</c:v>
                </c:pt>
                <c:pt idx="2063">
                  <c:v>40966</c:v>
                </c:pt>
                <c:pt idx="2064">
                  <c:v>40967</c:v>
                </c:pt>
                <c:pt idx="2065">
                  <c:v>40968</c:v>
                </c:pt>
                <c:pt idx="2066">
                  <c:v>40969</c:v>
                </c:pt>
                <c:pt idx="2067">
                  <c:v>40970</c:v>
                </c:pt>
                <c:pt idx="2068">
                  <c:v>40973</c:v>
                </c:pt>
                <c:pt idx="2069">
                  <c:v>40974</c:v>
                </c:pt>
                <c:pt idx="2070">
                  <c:v>40975</c:v>
                </c:pt>
                <c:pt idx="2071">
                  <c:v>40976</c:v>
                </c:pt>
                <c:pt idx="2072">
                  <c:v>40977</c:v>
                </c:pt>
                <c:pt idx="2073">
                  <c:v>40980</c:v>
                </c:pt>
                <c:pt idx="2074">
                  <c:v>40981</c:v>
                </c:pt>
                <c:pt idx="2075">
                  <c:v>40982</c:v>
                </c:pt>
                <c:pt idx="2076">
                  <c:v>40983</c:v>
                </c:pt>
                <c:pt idx="2077">
                  <c:v>40984</c:v>
                </c:pt>
                <c:pt idx="2078">
                  <c:v>40987</c:v>
                </c:pt>
                <c:pt idx="2079">
                  <c:v>40988</c:v>
                </c:pt>
                <c:pt idx="2080">
                  <c:v>40989</c:v>
                </c:pt>
                <c:pt idx="2081">
                  <c:v>40990</c:v>
                </c:pt>
                <c:pt idx="2082">
                  <c:v>40991</c:v>
                </c:pt>
                <c:pt idx="2083">
                  <c:v>40994</c:v>
                </c:pt>
                <c:pt idx="2084">
                  <c:v>40995</c:v>
                </c:pt>
                <c:pt idx="2085">
                  <c:v>40996</c:v>
                </c:pt>
                <c:pt idx="2086">
                  <c:v>40997</c:v>
                </c:pt>
                <c:pt idx="2087">
                  <c:v>40998</c:v>
                </c:pt>
                <c:pt idx="2088">
                  <c:v>41001</c:v>
                </c:pt>
                <c:pt idx="2089">
                  <c:v>41002</c:v>
                </c:pt>
                <c:pt idx="2090">
                  <c:v>41003</c:v>
                </c:pt>
                <c:pt idx="2091">
                  <c:v>41004</c:v>
                </c:pt>
                <c:pt idx="2092">
                  <c:v>41005</c:v>
                </c:pt>
                <c:pt idx="2093">
                  <c:v>41008</c:v>
                </c:pt>
                <c:pt idx="2094">
                  <c:v>41009</c:v>
                </c:pt>
                <c:pt idx="2095">
                  <c:v>41010</c:v>
                </c:pt>
                <c:pt idx="2096">
                  <c:v>41011</c:v>
                </c:pt>
                <c:pt idx="2097">
                  <c:v>41012</c:v>
                </c:pt>
                <c:pt idx="2098">
                  <c:v>41015</c:v>
                </c:pt>
                <c:pt idx="2099">
                  <c:v>41016</c:v>
                </c:pt>
                <c:pt idx="2100">
                  <c:v>41017</c:v>
                </c:pt>
                <c:pt idx="2101">
                  <c:v>41018</c:v>
                </c:pt>
                <c:pt idx="2102">
                  <c:v>41019</c:v>
                </c:pt>
                <c:pt idx="2103">
                  <c:v>41022</c:v>
                </c:pt>
                <c:pt idx="2104">
                  <c:v>41023</c:v>
                </c:pt>
                <c:pt idx="2105">
                  <c:v>41024</c:v>
                </c:pt>
                <c:pt idx="2106">
                  <c:v>41025</c:v>
                </c:pt>
                <c:pt idx="2107">
                  <c:v>41026</c:v>
                </c:pt>
                <c:pt idx="2108">
                  <c:v>41029</c:v>
                </c:pt>
                <c:pt idx="2109">
                  <c:v>41030</c:v>
                </c:pt>
                <c:pt idx="2110">
                  <c:v>41031</c:v>
                </c:pt>
                <c:pt idx="2111">
                  <c:v>41032</c:v>
                </c:pt>
                <c:pt idx="2112">
                  <c:v>41033</c:v>
                </c:pt>
                <c:pt idx="2113">
                  <c:v>41036</c:v>
                </c:pt>
                <c:pt idx="2114">
                  <c:v>41037</c:v>
                </c:pt>
                <c:pt idx="2115">
                  <c:v>41038</c:v>
                </c:pt>
                <c:pt idx="2116">
                  <c:v>41039</c:v>
                </c:pt>
                <c:pt idx="2117">
                  <c:v>41040</c:v>
                </c:pt>
                <c:pt idx="2118">
                  <c:v>41043</c:v>
                </c:pt>
                <c:pt idx="2119">
                  <c:v>41044</c:v>
                </c:pt>
                <c:pt idx="2120">
                  <c:v>41045</c:v>
                </c:pt>
                <c:pt idx="2121">
                  <c:v>41046</c:v>
                </c:pt>
                <c:pt idx="2122">
                  <c:v>41047</c:v>
                </c:pt>
                <c:pt idx="2123">
                  <c:v>41050</c:v>
                </c:pt>
                <c:pt idx="2124">
                  <c:v>41051</c:v>
                </c:pt>
                <c:pt idx="2125">
                  <c:v>41052</c:v>
                </c:pt>
                <c:pt idx="2126">
                  <c:v>41053</c:v>
                </c:pt>
                <c:pt idx="2127">
                  <c:v>41054</c:v>
                </c:pt>
                <c:pt idx="2128">
                  <c:v>41057</c:v>
                </c:pt>
                <c:pt idx="2129">
                  <c:v>41058</c:v>
                </c:pt>
                <c:pt idx="2130">
                  <c:v>41059</c:v>
                </c:pt>
                <c:pt idx="2131">
                  <c:v>41060</c:v>
                </c:pt>
                <c:pt idx="2132">
                  <c:v>41061</c:v>
                </c:pt>
                <c:pt idx="2133">
                  <c:v>41064</c:v>
                </c:pt>
                <c:pt idx="2134">
                  <c:v>41065</c:v>
                </c:pt>
                <c:pt idx="2135">
                  <c:v>41066</c:v>
                </c:pt>
                <c:pt idx="2136">
                  <c:v>41067</c:v>
                </c:pt>
                <c:pt idx="2137">
                  <c:v>41068</c:v>
                </c:pt>
                <c:pt idx="2138">
                  <c:v>41071</c:v>
                </c:pt>
                <c:pt idx="2139">
                  <c:v>41072</c:v>
                </c:pt>
                <c:pt idx="2140">
                  <c:v>41073</c:v>
                </c:pt>
                <c:pt idx="2141">
                  <c:v>41074</c:v>
                </c:pt>
                <c:pt idx="2142">
                  <c:v>41075</c:v>
                </c:pt>
                <c:pt idx="2143">
                  <c:v>41078</c:v>
                </c:pt>
                <c:pt idx="2144">
                  <c:v>41079</c:v>
                </c:pt>
                <c:pt idx="2145">
                  <c:v>41080</c:v>
                </c:pt>
                <c:pt idx="2146">
                  <c:v>41081</c:v>
                </c:pt>
                <c:pt idx="2147">
                  <c:v>41082</c:v>
                </c:pt>
                <c:pt idx="2148">
                  <c:v>41085</c:v>
                </c:pt>
                <c:pt idx="2149">
                  <c:v>41086</c:v>
                </c:pt>
                <c:pt idx="2150">
                  <c:v>41087</c:v>
                </c:pt>
                <c:pt idx="2151">
                  <c:v>41088</c:v>
                </c:pt>
                <c:pt idx="2152">
                  <c:v>41089</c:v>
                </c:pt>
                <c:pt idx="2153">
                  <c:v>41092</c:v>
                </c:pt>
                <c:pt idx="2154">
                  <c:v>41093</c:v>
                </c:pt>
                <c:pt idx="2155">
                  <c:v>41094</c:v>
                </c:pt>
                <c:pt idx="2156">
                  <c:v>41095</c:v>
                </c:pt>
                <c:pt idx="2157">
                  <c:v>41096</c:v>
                </c:pt>
                <c:pt idx="2158">
                  <c:v>41099</c:v>
                </c:pt>
                <c:pt idx="2159">
                  <c:v>41100</c:v>
                </c:pt>
                <c:pt idx="2160">
                  <c:v>41101</c:v>
                </c:pt>
                <c:pt idx="2161">
                  <c:v>41102</c:v>
                </c:pt>
                <c:pt idx="2162">
                  <c:v>41103</c:v>
                </c:pt>
                <c:pt idx="2163">
                  <c:v>41106</c:v>
                </c:pt>
                <c:pt idx="2164">
                  <c:v>41107</c:v>
                </c:pt>
                <c:pt idx="2165">
                  <c:v>41108</c:v>
                </c:pt>
                <c:pt idx="2166">
                  <c:v>41109</c:v>
                </c:pt>
                <c:pt idx="2167">
                  <c:v>41110</c:v>
                </c:pt>
                <c:pt idx="2168">
                  <c:v>41113</c:v>
                </c:pt>
                <c:pt idx="2169">
                  <c:v>41114</c:v>
                </c:pt>
                <c:pt idx="2170">
                  <c:v>41115</c:v>
                </c:pt>
                <c:pt idx="2171">
                  <c:v>41116</c:v>
                </c:pt>
                <c:pt idx="2172">
                  <c:v>41117</c:v>
                </c:pt>
                <c:pt idx="2173">
                  <c:v>41120</c:v>
                </c:pt>
                <c:pt idx="2174">
                  <c:v>41121</c:v>
                </c:pt>
                <c:pt idx="2175">
                  <c:v>41122</c:v>
                </c:pt>
                <c:pt idx="2176">
                  <c:v>41123</c:v>
                </c:pt>
                <c:pt idx="2177">
                  <c:v>41124</c:v>
                </c:pt>
                <c:pt idx="2178">
                  <c:v>41127</c:v>
                </c:pt>
                <c:pt idx="2179">
                  <c:v>41128</c:v>
                </c:pt>
                <c:pt idx="2180">
                  <c:v>41129</c:v>
                </c:pt>
                <c:pt idx="2181">
                  <c:v>41130</c:v>
                </c:pt>
                <c:pt idx="2182">
                  <c:v>41131</c:v>
                </c:pt>
                <c:pt idx="2183">
                  <c:v>41134</c:v>
                </c:pt>
                <c:pt idx="2184">
                  <c:v>41135</c:v>
                </c:pt>
                <c:pt idx="2185">
                  <c:v>41136</c:v>
                </c:pt>
                <c:pt idx="2186">
                  <c:v>41137</c:v>
                </c:pt>
                <c:pt idx="2187">
                  <c:v>41138</c:v>
                </c:pt>
                <c:pt idx="2188">
                  <c:v>41141</c:v>
                </c:pt>
                <c:pt idx="2189">
                  <c:v>41142</c:v>
                </c:pt>
                <c:pt idx="2190">
                  <c:v>41143</c:v>
                </c:pt>
                <c:pt idx="2191">
                  <c:v>41144</c:v>
                </c:pt>
                <c:pt idx="2192">
                  <c:v>41145</c:v>
                </c:pt>
                <c:pt idx="2193">
                  <c:v>41148</c:v>
                </c:pt>
                <c:pt idx="2194">
                  <c:v>41149</c:v>
                </c:pt>
                <c:pt idx="2195">
                  <c:v>41150</c:v>
                </c:pt>
                <c:pt idx="2196">
                  <c:v>41151</c:v>
                </c:pt>
                <c:pt idx="2197">
                  <c:v>41152</c:v>
                </c:pt>
                <c:pt idx="2198">
                  <c:v>41155</c:v>
                </c:pt>
                <c:pt idx="2199">
                  <c:v>41156</c:v>
                </c:pt>
                <c:pt idx="2200">
                  <c:v>41157</c:v>
                </c:pt>
                <c:pt idx="2201">
                  <c:v>41158</c:v>
                </c:pt>
                <c:pt idx="2202">
                  <c:v>41159</c:v>
                </c:pt>
                <c:pt idx="2203">
                  <c:v>41162</c:v>
                </c:pt>
                <c:pt idx="2204">
                  <c:v>41163</c:v>
                </c:pt>
                <c:pt idx="2205">
                  <c:v>41164</c:v>
                </c:pt>
                <c:pt idx="2206">
                  <c:v>41165</c:v>
                </c:pt>
                <c:pt idx="2207">
                  <c:v>41166</c:v>
                </c:pt>
                <c:pt idx="2208">
                  <c:v>41169</c:v>
                </c:pt>
                <c:pt idx="2209">
                  <c:v>41170</c:v>
                </c:pt>
                <c:pt idx="2210">
                  <c:v>41171</c:v>
                </c:pt>
                <c:pt idx="2211">
                  <c:v>41172</c:v>
                </c:pt>
                <c:pt idx="2212">
                  <c:v>41173</c:v>
                </c:pt>
                <c:pt idx="2213">
                  <c:v>41176</c:v>
                </c:pt>
                <c:pt idx="2214">
                  <c:v>41177</c:v>
                </c:pt>
                <c:pt idx="2215">
                  <c:v>41178</c:v>
                </c:pt>
                <c:pt idx="2216">
                  <c:v>41179</c:v>
                </c:pt>
                <c:pt idx="2217">
                  <c:v>41180</c:v>
                </c:pt>
                <c:pt idx="2218">
                  <c:v>41183</c:v>
                </c:pt>
                <c:pt idx="2219">
                  <c:v>41184</c:v>
                </c:pt>
                <c:pt idx="2220">
                  <c:v>41185</c:v>
                </c:pt>
                <c:pt idx="2221">
                  <c:v>41186</c:v>
                </c:pt>
                <c:pt idx="2222">
                  <c:v>41187</c:v>
                </c:pt>
                <c:pt idx="2223">
                  <c:v>41190</c:v>
                </c:pt>
                <c:pt idx="2224">
                  <c:v>41191</c:v>
                </c:pt>
                <c:pt idx="2225">
                  <c:v>41192</c:v>
                </c:pt>
                <c:pt idx="2226">
                  <c:v>41193</c:v>
                </c:pt>
                <c:pt idx="2227">
                  <c:v>41194</c:v>
                </c:pt>
                <c:pt idx="2228">
                  <c:v>41197</c:v>
                </c:pt>
                <c:pt idx="2229">
                  <c:v>41198</c:v>
                </c:pt>
                <c:pt idx="2230">
                  <c:v>41199</c:v>
                </c:pt>
                <c:pt idx="2231">
                  <c:v>41200</c:v>
                </c:pt>
                <c:pt idx="2232">
                  <c:v>41201</c:v>
                </c:pt>
                <c:pt idx="2233">
                  <c:v>41204</c:v>
                </c:pt>
                <c:pt idx="2234">
                  <c:v>41205</c:v>
                </c:pt>
                <c:pt idx="2235">
                  <c:v>41206</c:v>
                </c:pt>
                <c:pt idx="2236">
                  <c:v>41207</c:v>
                </c:pt>
                <c:pt idx="2237">
                  <c:v>41208</c:v>
                </c:pt>
                <c:pt idx="2238">
                  <c:v>41211</c:v>
                </c:pt>
                <c:pt idx="2239">
                  <c:v>41212</c:v>
                </c:pt>
                <c:pt idx="2240">
                  <c:v>41213</c:v>
                </c:pt>
                <c:pt idx="2241">
                  <c:v>41214</c:v>
                </c:pt>
                <c:pt idx="2242">
                  <c:v>41215</c:v>
                </c:pt>
                <c:pt idx="2243">
                  <c:v>41218</c:v>
                </c:pt>
                <c:pt idx="2244">
                  <c:v>41219</c:v>
                </c:pt>
                <c:pt idx="2245">
                  <c:v>41220</c:v>
                </c:pt>
                <c:pt idx="2246">
                  <c:v>41221</c:v>
                </c:pt>
                <c:pt idx="2247">
                  <c:v>41222</c:v>
                </c:pt>
                <c:pt idx="2248">
                  <c:v>41225</c:v>
                </c:pt>
                <c:pt idx="2249">
                  <c:v>41226</c:v>
                </c:pt>
                <c:pt idx="2250">
                  <c:v>41227</c:v>
                </c:pt>
                <c:pt idx="2251">
                  <c:v>41228</c:v>
                </c:pt>
                <c:pt idx="2252">
                  <c:v>41229</c:v>
                </c:pt>
                <c:pt idx="2253">
                  <c:v>41232</c:v>
                </c:pt>
                <c:pt idx="2254">
                  <c:v>41233</c:v>
                </c:pt>
                <c:pt idx="2255">
                  <c:v>41234</c:v>
                </c:pt>
                <c:pt idx="2256">
                  <c:v>41235</c:v>
                </c:pt>
                <c:pt idx="2257">
                  <c:v>41236</c:v>
                </c:pt>
                <c:pt idx="2258">
                  <c:v>41239</c:v>
                </c:pt>
                <c:pt idx="2259">
                  <c:v>41240</c:v>
                </c:pt>
                <c:pt idx="2260">
                  <c:v>41241</c:v>
                </c:pt>
                <c:pt idx="2261">
                  <c:v>41242</c:v>
                </c:pt>
                <c:pt idx="2262">
                  <c:v>41243</c:v>
                </c:pt>
                <c:pt idx="2263">
                  <c:v>41246</c:v>
                </c:pt>
                <c:pt idx="2264">
                  <c:v>41247</c:v>
                </c:pt>
                <c:pt idx="2265">
                  <c:v>41248</c:v>
                </c:pt>
                <c:pt idx="2266">
                  <c:v>41249</c:v>
                </c:pt>
                <c:pt idx="2267">
                  <c:v>41250</c:v>
                </c:pt>
                <c:pt idx="2268">
                  <c:v>41253</c:v>
                </c:pt>
                <c:pt idx="2269">
                  <c:v>41254</c:v>
                </c:pt>
                <c:pt idx="2270">
                  <c:v>41255</c:v>
                </c:pt>
                <c:pt idx="2271">
                  <c:v>41256</c:v>
                </c:pt>
                <c:pt idx="2272">
                  <c:v>41257</c:v>
                </c:pt>
                <c:pt idx="2273">
                  <c:v>41260</c:v>
                </c:pt>
                <c:pt idx="2274">
                  <c:v>41261</c:v>
                </c:pt>
                <c:pt idx="2275">
                  <c:v>41262</c:v>
                </c:pt>
                <c:pt idx="2276">
                  <c:v>41263</c:v>
                </c:pt>
                <c:pt idx="2277">
                  <c:v>41264</c:v>
                </c:pt>
                <c:pt idx="2278">
                  <c:v>41267</c:v>
                </c:pt>
                <c:pt idx="2279">
                  <c:v>41268</c:v>
                </c:pt>
                <c:pt idx="2280">
                  <c:v>41269</c:v>
                </c:pt>
                <c:pt idx="2281">
                  <c:v>41270</c:v>
                </c:pt>
                <c:pt idx="2282">
                  <c:v>41271</c:v>
                </c:pt>
                <c:pt idx="2283">
                  <c:v>41274</c:v>
                </c:pt>
                <c:pt idx="2284">
                  <c:v>41275</c:v>
                </c:pt>
                <c:pt idx="2285">
                  <c:v>41276</c:v>
                </c:pt>
                <c:pt idx="2286">
                  <c:v>41277</c:v>
                </c:pt>
                <c:pt idx="2287">
                  <c:v>41278</c:v>
                </c:pt>
                <c:pt idx="2288">
                  <c:v>41281</c:v>
                </c:pt>
                <c:pt idx="2289">
                  <c:v>41282</c:v>
                </c:pt>
                <c:pt idx="2290">
                  <c:v>41283</c:v>
                </c:pt>
                <c:pt idx="2291">
                  <c:v>41284</c:v>
                </c:pt>
                <c:pt idx="2292">
                  <c:v>41285</c:v>
                </c:pt>
                <c:pt idx="2293">
                  <c:v>41288</c:v>
                </c:pt>
                <c:pt idx="2294">
                  <c:v>41289</c:v>
                </c:pt>
                <c:pt idx="2295">
                  <c:v>41290</c:v>
                </c:pt>
                <c:pt idx="2296">
                  <c:v>41291</c:v>
                </c:pt>
                <c:pt idx="2297">
                  <c:v>41292</c:v>
                </c:pt>
                <c:pt idx="2298">
                  <c:v>41295</c:v>
                </c:pt>
                <c:pt idx="2299">
                  <c:v>41296</c:v>
                </c:pt>
                <c:pt idx="2300">
                  <c:v>41297</c:v>
                </c:pt>
                <c:pt idx="2301">
                  <c:v>41298</c:v>
                </c:pt>
                <c:pt idx="2302">
                  <c:v>41299</c:v>
                </c:pt>
                <c:pt idx="2303">
                  <c:v>41302</c:v>
                </c:pt>
                <c:pt idx="2304">
                  <c:v>41303</c:v>
                </c:pt>
                <c:pt idx="2305">
                  <c:v>41304</c:v>
                </c:pt>
                <c:pt idx="2306">
                  <c:v>41305</c:v>
                </c:pt>
                <c:pt idx="2307">
                  <c:v>41306</c:v>
                </c:pt>
                <c:pt idx="2308">
                  <c:v>41309</c:v>
                </c:pt>
                <c:pt idx="2309">
                  <c:v>41310</c:v>
                </c:pt>
                <c:pt idx="2310">
                  <c:v>41311</c:v>
                </c:pt>
                <c:pt idx="2311">
                  <c:v>41312</c:v>
                </c:pt>
                <c:pt idx="2312">
                  <c:v>41313</c:v>
                </c:pt>
                <c:pt idx="2313">
                  <c:v>41316</c:v>
                </c:pt>
                <c:pt idx="2314">
                  <c:v>41317</c:v>
                </c:pt>
                <c:pt idx="2315">
                  <c:v>41318</c:v>
                </c:pt>
                <c:pt idx="2316">
                  <c:v>41319</c:v>
                </c:pt>
                <c:pt idx="2317">
                  <c:v>41320</c:v>
                </c:pt>
                <c:pt idx="2318">
                  <c:v>41323</c:v>
                </c:pt>
                <c:pt idx="2319">
                  <c:v>41324</c:v>
                </c:pt>
                <c:pt idx="2320">
                  <c:v>41325</c:v>
                </c:pt>
                <c:pt idx="2321">
                  <c:v>41326</c:v>
                </c:pt>
                <c:pt idx="2322">
                  <c:v>41327</c:v>
                </c:pt>
                <c:pt idx="2323">
                  <c:v>41330</c:v>
                </c:pt>
                <c:pt idx="2324">
                  <c:v>41331</c:v>
                </c:pt>
                <c:pt idx="2325">
                  <c:v>41332</c:v>
                </c:pt>
                <c:pt idx="2326">
                  <c:v>41333</c:v>
                </c:pt>
                <c:pt idx="2327">
                  <c:v>41334</c:v>
                </c:pt>
                <c:pt idx="2328">
                  <c:v>41337</c:v>
                </c:pt>
                <c:pt idx="2329">
                  <c:v>41338</c:v>
                </c:pt>
                <c:pt idx="2330">
                  <c:v>41339</c:v>
                </c:pt>
                <c:pt idx="2331">
                  <c:v>41340</c:v>
                </c:pt>
                <c:pt idx="2332">
                  <c:v>41341</c:v>
                </c:pt>
                <c:pt idx="2333">
                  <c:v>41344</c:v>
                </c:pt>
                <c:pt idx="2334">
                  <c:v>41345</c:v>
                </c:pt>
                <c:pt idx="2335">
                  <c:v>41346</c:v>
                </c:pt>
                <c:pt idx="2336">
                  <c:v>41347</c:v>
                </c:pt>
                <c:pt idx="2337">
                  <c:v>41348</c:v>
                </c:pt>
                <c:pt idx="2338">
                  <c:v>41351</c:v>
                </c:pt>
                <c:pt idx="2339">
                  <c:v>41352</c:v>
                </c:pt>
                <c:pt idx="2340">
                  <c:v>41353</c:v>
                </c:pt>
                <c:pt idx="2341">
                  <c:v>41354</c:v>
                </c:pt>
                <c:pt idx="2342">
                  <c:v>41355</c:v>
                </c:pt>
                <c:pt idx="2343">
                  <c:v>41358</c:v>
                </c:pt>
                <c:pt idx="2344">
                  <c:v>41359</c:v>
                </c:pt>
                <c:pt idx="2345">
                  <c:v>41360</c:v>
                </c:pt>
                <c:pt idx="2346">
                  <c:v>41361</c:v>
                </c:pt>
                <c:pt idx="2347">
                  <c:v>41362</c:v>
                </c:pt>
                <c:pt idx="2348">
                  <c:v>41365</c:v>
                </c:pt>
                <c:pt idx="2349">
                  <c:v>41366</c:v>
                </c:pt>
                <c:pt idx="2350">
                  <c:v>41367</c:v>
                </c:pt>
                <c:pt idx="2351">
                  <c:v>41368</c:v>
                </c:pt>
                <c:pt idx="2352">
                  <c:v>41369</c:v>
                </c:pt>
                <c:pt idx="2353">
                  <c:v>41372</c:v>
                </c:pt>
                <c:pt idx="2354">
                  <c:v>41373</c:v>
                </c:pt>
                <c:pt idx="2355">
                  <c:v>41374</c:v>
                </c:pt>
                <c:pt idx="2356">
                  <c:v>41375</c:v>
                </c:pt>
                <c:pt idx="2357">
                  <c:v>41376</c:v>
                </c:pt>
                <c:pt idx="2358">
                  <c:v>41379</c:v>
                </c:pt>
                <c:pt idx="2359">
                  <c:v>41380</c:v>
                </c:pt>
                <c:pt idx="2360">
                  <c:v>41381</c:v>
                </c:pt>
                <c:pt idx="2361">
                  <c:v>41382</c:v>
                </c:pt>
                <c:pt idx="2362">
                  <c:v>41383</c:v>
                </c:pt>
                <c:pt idx="2363">
                  <c:v>41386</c:v>
                </c:pt>
                <c:pt idx="2364">
                  <c:v>41387</c:v>
                </c:pt>
                <c:pt idx="2365">
                  <c:v>41388</c:v>
                </c:pt>
                <c:pt idx="2366">
                  <c:v>41389</c:v>
                </c:pt>
                <c:pt idx="2367">
                  <c:v>41390</c:v>
                </c:pt>
                <c:pt idx="2368">
                  <c:v>41393</c:v>
                </c:pt>
                <c:pt idx="2369">
                  <c:v>41394</c:v>
                </c:pt>
                <c:pt idx="2370">
                  <c:v>41395</c:v>
                </c:pt>
                <c:pt idx="2371">
                  <c:v>41396</c:v>
                </c:pt>
                <c:pt idx="2372">
                  <c:v>41397</c:v>
                </c:pt>
                <c:pt idx="2373">
                  <c:v>41400</c:v>
                </c:pt>
                <c:pt idx="2374">
                  <c:v>41401</c:v>
                </c:pt>
                <c:pt idx="2375">
                  <c:v>41402</c:v>
                </c:pt>
                <c:pt idx="2376">
                  <c:v>41403</c:v>
                </c:pt>
                <c:pt idx="2377">
                  <c:v>41404</c:v>
                </c:pt>
                <c:pt idx="2378">
                  <c:v>41407</c:v>
                </c:pt>
                <c:pt idx="2379">
                  <c:v>41408</c:v>
                </c:pt>
                <c:pt idx="2380">
                  <c:v>41409</c:v>
                </c:pt>
                <c:pt idx="2381">
                  <c:v>41410</c:v>
                </c:pt>
                <c:pt idx="2382">
                  <c:v>41411</c:v>
                </c:pt>
                <c:pt idx="2383">
                  <c:v>41414</c:v>
                </c:pt>
                <c:pt idx="2384">
                  <c:v>41415</c:v>
                </c:pt>
                <c:pt idx="2385">
                  <c:v>41416</c:v>
                </c:pt>
                <c:pt idx="2386">
                  <c:v>41417</c:v>
                </c:pt>
                <c:pt idx="2387">
                  <c:v>41418</c:v>
                </c:pt>
                <c:pt idx="2388">
                  <c:v>41421</c:v>
                </c:pt>
                <c:pt idx="2389">
                  <c:v>41422</c:v>
                </c:pt>
                <c:pt idx="2390">
                  <c:v>41423</c:v>
                </c:pt>
                <c:pt idx="2391">
                  <c:v>41424</c:v>
                </c:pt>
                <c:pt idx="2392">
                  <c:v>41425</c:v>
                </c:pt>
                <c:pt idx="2393">
                  <c:v>41428</c:v>
                </c:pt>
                <c:pt idx="2394">
                  <c:v>41429</c:v>
                </c:pt>
                <c:pt idx="2395">
                  <c:v>41430</c:v>
                </c:pt>
                <c:pt idx="2396">
                  <c:v>41431</c:v>
                </c:pt>
                <c:pt idx="2397">
                  <c:v>41432</c:v>
                </c:pt>
                <c:pt idx="2398">
                  <c:v>41435</c:v>
                </c:pt>
                <c:pt idx="2399">
                  <c:v>41436</c:v>
                </c:pt>
                <c:pt idx="2400">
                  <c:v>41437</c:v>
                </c:pt>
                <c:pt idx="2401">
                  <c:v>41438</c:v>
                </c:pt>
                <c:pt idx="2402">
                  <c:v>41439</c:v>
                </c:pt>
                <c:pt idx="2403">
                  <c:v>41442</c:v>
                </c:pt>
                <c:pt idx="2404">
                  <c:v>41443</c:v>
                </c:pt>
                <c:pt idx="2405">
                  <c:v>41444</c:v>
                </c:pt>
                <c:pt idx="2406">
                  <c:v>41445</c:v>
                </c:pt>
                <c:pt idx="2407">
                  <c:v>41446</c:v>
                </c:pt>
                <c:pt idx="2408">
                  <c:v>41449</c:v>
                </c:pt>
                <c:pt idx="2409">
                  <c:v>41450</c:v>
                </c:pt>
                <c:pt idx="2410">
                  <c:v>41451</c:v>
                </c:pt>
                <c:pt idx="2411">
                  <c:v>41452</c:v>
                </c:pt>
                <c:pt idx="2412">
                  <c:v>41453</c:v>
                </c:pt>
                <c:pt idx="2413">
                  <c:v>41456</c:v>
                </c:pt>
                <c:pt idx="2414">
                  <c:v>41457</c:v>
                </c:pt>
                <c:pt idx="2415">
                  <c:v>41458</c:v>
                </c:pt>
                <c:pt idx="2416">
                  <c:v>41459</c:v>
                </c:pt>
                <c:pt idx="2417">
                  <c:v>41460</c:v>
                </c:pt>
                <c:pt idx="2418">
                  <c:v>41463</c:v>
                </c:pt>
                <c:pt idx="2419">
                  <c:v>41464</c:v>
                </c:pt>
                <c:pt idx="2420">
                  <c:v>41465</c:v>
                </c:pt>
                <c:pt idx="2421">
                  <c:v>41466</c:v>
                </c:pt>
                <c:pt idx="2422">
                  <c:v>41467</c:v>
                </c:pt>
                <c:pt idx="2423">
                  <c:v>41470</c:v>
                </c:pt>
                <c:pt idx="2424">
                  <c:v>41471</c:v>
                </c:pt>
                <c:pt idx="2425">
                  <c:v>41472</c:v>
                </c:pt>
                <c:pt idx="2426">
                  <c:v>41473</c:v>
                </c:pt>
                <c:pt idx="2427">
                  <c:v>41474</c:v>
                </c:pt>
                <c:pt idx="2428">
                  <c:v>41477</c:v>
                </c:pt>
                <c:pt idx="2429">
                  <c:v>41478</c:v>
                </c:pt>
                <c:pt idx="2430">
                  <c:v>41479</c:v>
                </c:pt>
                <c:pt idx="2431">
                  <c:v>41480</c:v>
                </c:pt>
                <c:pt idx="2432">
                  <c:v>41481</c:v>
                </c:pt>
                <c:pt idx="2433">
                  <c:v>41484</c:v>
                </c:pt>
                <c:pt idx="2434">
                  <c:v>41485</c:v>
                </c:pt>
                <c:pt idx="2435">
                  <c:v>41486</c:v>
                </c:pt>
                <c:pt idx="2436">
                  <c:v>41487</c:v>
                </c:pt>
                <c:pt idx="2437">
                  <c:v>41488</c:v>
                </c:pt>
                <c:pt idx="2438">
                  <c:v>41491</c:v>
                </c:pt>
                <c:pt idx="2439">
                  <c:v>41492</c:v>
                </c:pt>
                <c:pt idx="2440">
                  <c:v>41493</c:v>
                </c:pt>
                <c:pt idx="2441">
                  <c:v>41494</c:v>
                </c:pt>
                <c:pt idx="2442">
                  <c:v>41495</c:v>
                </c:pt>
                <c:pt idx="2443">
                  <c:v>41498</c:v>
                </c:pt>
                <c:pt idx="2444">
                  <c:v>41499</c:v>
                </c:pt>
                <c:pt idx="2445">
                  <c:v>41500</c:v>
                </c:pt>
                <c:pt idx="2446">
                  <c:v>41501</c:v>
                </c:pt>
                <c:pt idx="2447">
                  <c:v>41502</c:v>
                </c:pt>
                <c:pt idx="2448">
                  <c:v>41505</c:v>
                </c:pt>
                <c:pt idx="2449">
                  <c:v>41506</c:v>
                </c:pt>
                <c:pt idx="2450">
                  <c:v>41507</c:v>
                </c:pt>
                <c:pt idx="2451">
                  <c:v>41508</c:v>
                </c:pt>
                <c:pt idx="2452">
                  <c:v>41509</c:v>
                </c:pt>
                <c:pt idx="2453">
                  <c:v>41512</c:v>
                </c:pt>
                <c:pt idx="2454">
                  <c:v>41513</c:v>
                </c:pt>
                <c:pt idx="2455">
                  <c:v>41514</c:v>
                </c:pt>
                <c:pt idx="2456">
                  <c:v>41515</c:v>
                </c:pt>
                <c:pt idx="2457">
                  <c:v>41516</c:v>
                </c:pt>
                <c:pt idx="2458">
                  <c:v>41519</c:v>
                </c:pt>
                <c:pt idx="2459">
                  <c:v>41520</c:v>
                </c:pt>
                <c:pt idx="2460">
                  <c:v>41521</c:v>
                </c:pt>
                <c:pt idx="2461">
                  <c:v>41522</c:v>
                </c:pt>
                <c:pt idx="2462">
                  <c:v>41523</c:v>
                </c:pt>
                <c:pt idx="2463">
                  <c:v>41526</c:v>
                </c:pt>
                <c:pt idx="2464">
                  <c:v>41527</c:v>
                </c:pt>
                <c:pt idx="2465">
                  <c:v>41528</c:v>
                </c:pt>
                <c:pt idx="2466">
                  <c:v>41529</c:v>
                </c:pt>
                <c:pt idx="2467">
                  <c:v>41530</c:v>
                </c:pt>
                <c:pt idx="2468">
                  <c:v>41533</c:v>
                </c:pt>
                <c:pt idx="2469">
                  <c:v>41534</c:v>
                </c:pt>
                <c:pt idx="2470">
                  <c:v>41535</c:v>
                </c:pt>
                <c:pt idx="2471">
                  <c:v>41536</c:v>
                </c:pt>
                <c:pt idx="2472">
                  <c:v>41537</c:v>
                </c:pt>
                <c:pt idx="2473">
                  <c:v>41540</c:v>
                </c:pt>
                <c:pt idx="2474">
                  <c:v>41541</c:v>
                </c:pt>
                <c:pt idx="2475">
                  <c:v>41542</c:v>
                </c:pt>
                <c:pt idx="2476">
                  <c:v>41543</c:v>
                </c:pt>
                <c:pt idx="2477">
                  <c:v>41544</c:v>
                </c:pt>
                <c:pt idx="2478">
                  <c:v>41547</c:v>
                </c:pt>
                <c:pt idx="2479">
                  <c:v>41548</c:v>
                </c:pt>
                <c:pt idx="2480">
                  <c:v>41549</c:v>
                </c:pt>
                <c:pt idx="2481">
                  <c:v>41550</c:v>
                </c:pt>
                <c:pt idx="2482">
                  <c:v>41551</c:v>
                </c:pt>
                <c:pt idx="2483">
                  <c:v>41554</c:v>
                </c:pt>
                <c:pt idx="2484">
                  <c:v>41555</c:v>
                </c:pt>
                <c:pt idx="2485">
                  <c:v>41556</c:v>
                </c:pt>
                <c:pt idx="2486">
                  <c:v>41557</c:v>
                </c:pt>
                <c:pt idx="2487">
                  <c:v>41558</c:v>
                </c:pt>
                <c:pt idx="2488">
                  <c:v>41561</c:v>
                </c:pt>
                <c:pt idx="2489">
                  <c:v>41562</c:v>
                </c:pt>
                <c:pt idx="2490">
                  <c:v>41563</c:v>
                </c:pt>
                <c:pt idx="2491">
                  <c:v>41564</c:v>
                </c:pt>
                <c:pt idx="2492">
                  <c:v>41565</c:v>
                </c:pt>
                <c:pt idx="2493">
                  <c:v>41568</c:v>
                </c:pt>
                <c:pt idx="2494">
                  <c:v>41569</c:v>
                </c:pt>
                <c:pt idx="2495">
                  <c:v>41570</c:v>
                </c:pt>
                <c:pt idx="2496">
                  <c:v>41571</c:v>
                </c:pt>
                <c:pt idx="2497">
                  <c:v>41572</c:v>
                </c:pt>
                <c:pt idx="2498">
                  <c:v>41575</c:v>
                </c:pt>
                <c:pt idx="2499">
                  <c:v>41576</c:v>
                </c:pt>
                <c:pt idx="2500">
                  <c:v>41577</c:v>
                </c:pt>
                <c:pt idx="2501">
                  <c:v>41578</c:v>
                </c:pt>
                <c:pt idx="2502">
                  <c:v>41579</c:v>
                </c:pt>
                <c:pt idx="2503">
                  <c:v>41582</c:v>
                </c:pt>
                <c:pt idx="2504">
                  <c:v>41583</c:v>
                </c:pt>
                <c:pt idx="2505">
                  <c:v>41584</c:v>
                </c:pt>
                <c:pt idx="2506">
                  <c:v>41585</c:v>
                </c:pt>
                <c:pt idx="2507">
                  <c:v>41586</c:v>
                </c:pt>
                <c:pt idx="2508">
                  <c:v>41589</c:v>
                </c:pt>
                <c:pt idx="2509">
                  <c:v>41590</c:v>
                </c:pt>
                <c:pt idx="2510">
                  <c:v>41591</c:v>
                </c:pt>
                <c:pt idx="2511">
                  <c:v>41592</c:v>
                </c:pt>
                <c:pt idx="2512">
                  <c:v>41593</c:v>
                </c:pt>
                <c:pt idx="2513">
                  <c:v>41596</c:v>
                </c:pt>
                <c:pt idx="2514">
                  <c:v>41597</c:v>
                </c:pt>
                <c:pt idx="2515">
                  <c:v>41598</c:v>
                </c:pt>
                <c:pt idx="2516">
                  <c:v>41599</c:v>
                </c:pt>
                <c:pt idx="2517">
                  <c:v>41600</c:v>
                </c:pt>
                <c:pt idx="2518">
                  <c:v>41603</c:v>
                </c:pt>
                <c:pt idx="2519">
                  <c:v>41604</c:v>
                </c:pt>
                <c:pt idx="2520">
                  <c:v>41605</c:v>
                </c:pt>
                <c:pt idx="2521">
                  <c:v>41606</c:v>
                </c:pt>
                <c:pt idx="2522">
                  <c:v>41607</c:v>
                </c:pt>
                <c:pt idx="2523">
                  <c:v>41610</c:v>
                </c:pt>
                <c:pt idx="2524">
                  <c:v>41611</c:v>
                </c:pt>
                <c:pt idx="2525">
                  <c:v>41612</c:v>
                </c:pt>
                <c:pt idx="2526">
                  <c:v>41613</c:v>
                </c:pt>
                <c:pt idx="2527">
                  <c:v>41614</c:v>
                </c:pt>
                <c:pt idx="2528">
                  <c:v>41617</c:v>
                </c:pt>
                <c:pt idx="2529">
                  <c:v>41618</c:v>
                </c:pt>
                <c:pt idx="2530">
                  <c:v>41619</c:v>
                </c:pt>
                <c:pt idx="2531">
                  <c:v>41620</c:v>
                </c:pt>
                <c:pt idx="2532">
                  <c:v>41621</c:v>
                </c:pt>
                <c:pt idx="2533">
                  <c:v>41624</c:v>
                </c:pt>
                <c:pt idx="2534">
                  <c:v>41625</c:v>
                </c:pt>
                <c:pt idx="2535">
                  <c:v>41626</c:v>
                </c:pt>
                <c:pt idx="2536">
                  <c:v>41627</c:v>
                </c:pt>
                <c:pt idx="2537">
                  <c:v>41628</c:v>
                </c:pt>
                <c:pt idx="2538">
                  <c:v>41631</c:v>
                </c:pt>
                <c:pt idx="2539">
                  <c:v>41632</c:v>
                </c:pt>
                <c:pt idx="2540">
                  <c:v>41633</c:v>
                </c:pt>
                <c:pt idx="2541">
                  <c:v>41634</c:v>
                </c:pt>
                <c:pt idx="2542">
                  <c:v>41635</c:v>
                </c:pt>
                <c:pt idx="2543">
                  <c:v>41638</c:v>
                </c:pt>
                <c:pt idx="2544">
                  <c:v>41639</c:v>
                </c:pt>
                <c:pt idx="2545">
                  <c:v>41640</c:v>
                </c:pt>
                <c:pt idx="2546">
                  <c:v>41641</c:v>
                </c:pt>
                <c:pt idx="2547">
                  <c:v>41642</c:v>
                </c:pt>
                <c:pt idx="2548">
                  <c:v>41645</c:v>
                </c:pt>
                <c:pt idx="2549">
                  <c:v>41646</c:v>
                </c:pt>
                <c:pt idx="2550">
                  <c:v>41647</c:v>
                </c:pt>
                <c:pt idx="2551">
                  <c:v>41648</c:v>
                </c:pt>
                <c:pt idx="2552">
                  <c:v>41649</c:v>
                </c:pt>
                <c:pt idx="2553">
                  <c:v>41652</c:v>
                </c:pt>
                <c:pt idx="2554">
                  <c:v>41653</c:v>
                </c:pt>
                <c:pt idx="2555">
                  <c:v>41654</c:v>
                </c:pt>
                <c:pt idx="2556">
                  <c:v>41655</c:v>
                </c:pt>
                <c:pt idx="2557">
                  <c:v>41656</c:v>
                </c:pt>
                <c:pt idx="2558">
                  <c:v>41659</c:v>
                </c:pt>
                <c:pt idx="2559">
                  <c:v>41660</c:v>
                </c:pt>
                <c:pt idx="2560">
                  <c:v>41661</c:v>
                </c:pt>
                <c:pt idx="2561">
                  <c:v>41662</c:v>
                </c:pt>
                <c:pt idx="2562">
                  <c:v>41663</c:v>
                </c:pt>
                <c:pt idx="2563">
                  <c:v>41666</c:v>
                </c:pt>
                <c:pt idx="2564">
                  <c:v>41667</c:v>
                </c:pt>
                <c:pt idx="2565">
                  <c:v>41668</c:v>
                </c:pt>
                <c:pt idx="2566">
                  <c:v>41669</c:v>
                </c:pt>
                <c:pt idx="2567">
                  <c:v>41670</c:v>
                </c:pt>
                <c:pt idx="2568">
                  <c:v>41673</c:v>
                </c:pt>
                <c:pt idx="2569">
                  <c:v>41674</c:v>
                </c:pt>
                <c:pt idx="2570">
                  <c:v>41675</c:v>
                </c:pt>
                <c:pt idx="2571">
                  <c:v>41676</c:v>
                </c:pt>
                <c:pt idx="2572">
                  <c:v>41677</c:v>
                </c:pt>
                <c:pt idx="2573">
                  <c:v>41680</c:v>
                </c:pt>
                <c:pt idx="2574">
                  <c:v>41681</c:v>
                </c:pt>
                <c:pt idx="2575">
                  <c:v>41682</c:v>
                </c:pt>
                <c:pt idx="2576">
                  <c:v>41683</c:v>
                </c:pt>
                <c:pt idx="2577">
                  <c:v>41684</c:v>
                </c:pt>
                <c:pt idx="2578">
                  <c:v>41687</c:v>
                </c:pt>
                <c:pt idx="2579">
                  <c:v>41688</c:v>
                </c:pt>
                <c:pt idx="2580">
                  <c:v>41689</c:v>
                </c:pt>
                <c:pt idx="2581">
                  <c:v>41690</c:v>
                </c:pt>
                <c:pt idx="2582">
                  <c:v>41691</c:v>
                </c:pt>
                <c:pt idx="2583">
                  <c:v>41694</c:v>
                </c:pt>
                <c:pt idx="2584">
                  <c:v>41695</c:v>
                </c:pt>
                <c:pt idx="2585">
                  <c:v>41696</c:v>
                </c:pt>
                <c:pt idx="2586">
                  <c:v>41697</c:v>
                </c:pt>
                <c:pt idx="2587">
                  <c:v>41698</c:v>
                </c:pt>
                <c:pt idx="2588">
                  <c:v>41701</c:v>
                </c:pt>
                <c:pt idx="2589">
                  <c:v>41702</c:v>
                </c:pt>
                <c:pt idx="2590">
                  <c:v>41703</c:v>
                </c:pt>
                <c:pt idx="2591">
                  <c:v>41704</c:v>
                </c:pt>
                <c:pt idx="2592">
                  <c:v>41705</c:v>
                </c:pt>
                <c:pt idx="2593">
                  <c:v>41708</c:v>
                </c:pt>
                <c:pt idx="2594">
                  <c:v>41709</c:v>
                </c:pt>
                <c:pt idx="2595">
                  <c:v>41710</c:v>
                </c:pt>
                <c:pt idx="2596">
                  <c:v>41711</c:v>
                </c:pt>
                <c:pt idx="2597">
                  <c:v>41712</c:v>
                </c:pt>
                <c:pt idx="2598">
                  <c:v>41715</c:v>
                </c:pt>
                <c:pt idx="2599">
                  <c:v>41716</c:v>
                </c:pt>
                <c:pt idx="2600">
                  <c:v>41717</c:v>
                </c:pt>
                <c:pt idx="2601">
                  <c:v>41718</c:v>
                </c:pt>
                <c:pt idx="2602">
                  <c:v>41719</c:v>
                </c:pt>
                <c:pt idx="2603">
                  <c:v>41722</c:v>
                </c:pt>
                <c:pt idx="2604">
                  <c:v>41723</c:v>
                </c:pt>
                <c:pt idx="2605">
                  <c:v>41724</c:v>
                </c:pt>
                <c:pt idx="2606">
                  <c:v>41725</c:v>
                </c:pt>
                <c:pt idx="2607">
                  <c:v>41726</c:v>
                </c:pt>
                <c:pt idx="2608">
                  <c:v>41729</c:v>
                </c:pt>
                <c:pt idx="2609">
                  <c:v>41730</c:v>
                </c:pt>
                <c:pt idx="2610">
                  <c:v>41731</c:v>
                </c:pt>
                <c:pt idx="2611">
                  <c:v>41732</c:v>
                </c:pt>
                <c:pt idx="2612">
                  <c:v>41733</c:v>
                </c:pt>
                <c:pt idx="2613">
                  <c:v>41736</c:v>
                </c:pt>
                <c:pt idx="2614">
                  <c:v>41737</c:v>
                </c:pt>
                <c:pt idx="2615">
                  <c:v>41738</c:v>
                </c:pt>
                <c:pt idx="2616">
                  <c:v>41739</c:v>
                </c:pt>
                <c:pt idx="2617">
                  <c:v>41740</c:v>
                </c:pt>
                <c:pt idx="2618">
                  <c:v>41743</c:v>
                </c:pt>
                <c:pt idx="2619">
                  <c:v>41744</c:v>
                </c:pt>
                <c:pt idx="2620">
                  <c:v>41745</c:v>
                </c:pt>
                <c:pt idx="2621">
                  <c:v>41746</c:v>
                </c:pt>
                <c:pt idx="2622">
                  <c:v>41747</c:v>
                </c:pt>
                <c:pt idx="2623">
                  <c:v>41750</c:v>
                </c:pt>
                <c:pt idx="2624">
                  <c:v>41751</c:v>
                </c:pt>
                <c:pt idx="2625">
                  <c:v>41752</c:v>
                </c:pt>
                <c:pt idx="2626">
                  <c:v>41753</c:v>
                </c:pt>
                <c:pt idx="2627">
                  <c:v>41754</c:v>
                </c:pt>
                <c:pt idx="2628">
                  <c:v>41757</c:v>
                </c:pt>
                <c:pt idx="2629">
                  <c:v>41758</c:v>
                </c:pt>
                <c:pt idx="2630">
                  <c:v>41759</c:v>
                </c:pt>
                <c:pt idx="2631">
                  <c:v>41760</c:v>
                </c:pt>
                <c:pt idx="2632">
                  <c:v>41761</c:v>
                </c:pt>
                <c:pt idx="2633">
                  <c:v>41764</c:v>
                </c:pt>
                <c:pt idx="2634">
                  <c:v>41765</c:v>
                </c:pt>
                <c:pt idx="2635">
                  <c:v>41766</c:v>
                </c:pt>
                <c:pt idx="2636">
                  <c:v>41767</c:v>
                </c:pt>
                <c:pt idx="2637">
                  <c:v>41768</c:v>
                </c:pt>
                <c:pt idx="2638">
                  <c:v>41771</c:v>
                </c:pt>
                <c:pt idx="2639">
                  <c:v>41772</c:v>
                </c:pt>
                <c:pt idx="2640">
                  <c:v>41773</c:v>
                </c:pt>
                <c:pt idx="2641">
                  <c:v>41774</c:v>
                </c:pt>
                <c:pt idx="2642">
                  <c:v>41775</c:v>
                </c:pt>
                <c:pt idx="2643">
                  <c:v>41778</c:v>
                </c:pt>
                <c:pt idx="2644">
                  <c:v>41779</c:v>
                </c:pt>
                <c:pt idx="2645">
                  <c:v>41780</c:v>
                </c:pt>
                <c:pt idx="2646">
                  <c:v>41781</c:v>
                </c:pt>
                <c:pt idx="2647">
                  <c:v>41782</c:v>
                </c:pt>
                <c:pt idx="2648">
                  <c:v>41785</c:v>
                </c:pt>
                <c:pt idx="2649">
                  <c:v>41786</c:v>
                </c:pt>
                <c:pt idx="2650">
                  <c:v>41787</c:v>
                </c:pt>
                <c:pt idx="2651">
                  <c:v>41788</c:v>
                </c:pt>
                <c:pt idx="2652">
                  <c:v>41789</c:v>
                </c:pt>
                <c:pt idx="2653">
                  <c:v>41792</c:v>
                </c:pt>
                <c:pt idx="2654">
                  <c:v>41793</c:v>
                </c:pt>
                <c:pt idx="2655">
                  <c:v>41794</c:v>
                </c:pt>
                <c:pt idx="2656">
                  <c:v>41795</c:v>
                </c:pt>
                <c:pt idx="2657">
                  <c:v>41796</c:v>
                </c:pt>
                <c:pt idx="2658">
                  <c:v>41799</c:v>
                </c:pt>
                <c:pt idx="2659">
                  <c:v>41800</c:v>
                </c:pt>
                <c:pt idx="2660">
                  <c:v>41801</c:v>
                </c:pt>
                <c:pt idx="2661">
                  <c:v>41802</c:v>
                </c:pt>
                <c:pt idx="2662">
                  <c:v>41803</c:v>
                </c:pt>
                <c:pt idx="2663">
                  <c:v>41806</c:v>
                </c:pt>
                <c:pt idx="2664">
                  <c:v>41807</c:v>
                </c:pt>
                <c:pt idx="2665">
                  <c:v>41808</c:v>
                </c:pt>
                <c:pt idx="2666">
                  <c:v>41809</c:v>
                </c:pt>
                <c:pt idx="2667">
                  <c:v>41810</c:v>
                </c:pt>
                <c:pt idx="2668">
                  <c:v>41813</c:v>
                </c:pt>
                <c:pt idx="2669">
                  <c:v>41814</c:v>
                </c:pt>
                <c:pt idx="2670">
                  <c:v>41815</c:v>
                </c:pt>
                <c:pt idx="2671">
                  <c:v>41816</c:v>
                </c:pt>
                <c:pt idx="2672">
                  <c:v>41817</c:v>
                </c:pt>
                <c:pt idx="2673">
                  <c:v>41820</c:v>
                </c:pt>
                <c:pt idx="2674">
                  <c:v>41821</c:v>
                </c:pt>
                <c:pt idx="2675">
                  <c:v>41822</c:v>
                </c:pt>
                <c:pt idx="2676">
                  <c:v>41823</c:v>
                </c:pt>
                <c:pt idx="2677">
                  <c:v>41824</c:v>
                </c:pt>
                <c:pt idx="2678">
                  <c:v>41827</c:v>
                </c:pt>
                <c:pt idx="2679">
                  <c:v>41828</c:v>
                </c:pt>
                <c:pt idx="2680">
                  <c:v>41829</c:v>
                </c:pt>
                <c:pt idx="2681">
                  <c:v>41830</c:v>
                </c:pt>
                <c:pt idx="2682">
                  <c:v>41831</c:v>
                </c:pt>
                <c:pt idx="2683">
                  <c:v>41834</c:v>
                </c:pt>
                <c:pt idx="2684">
                  <c:v>41835</c:v>
                </c:pt>
                <c:pt idx="2685">
                  <c:v>41836</c:v>
                </c:pt>
                <c:pt idx="2686">
                  <c:v>41837</c:v>
                </c:pt>
                <c:pt idx="2687">
                  <c:v>41838</c:v>
                </c:pt>
                <c:pt idx="2688">
                  <c:v>41841</c:v>
                </c:pt>
                <c:pt idx="2689">
                  <c:v>41842</c:v>
                </c:pt>
                <c:pt idx="2690">
                  <c:v>41843</c:v>
                </c:pt>
                <c:pt idx="2691">
                  <c:v>41844</c:v>
                </c:pt>
                <c:pt idx="2692">
                  <c:v>41845</c:v>
                </c:pt>
                <c:pt idx="2693">
                  <c:v>41848</c:v>
                </c:pt>
                <c:pt idx="2694">
                  <c:v>41849</c:v>
                </c:pt>
                <c:pt idx="2695">
                  <c:v>41850</c:v>
                </c:pt>
                <c:pt idx="2696">
                  <c:v>41851</c:v>
                </c:pt>
                <c:pt idx="2697">
                  <c:v>41852</c:v>
                </c:pt>
                <c:pt idx="2698">
                  <c:v>41855</c:v>
                </c:pt>
                <c:pt idx="2699">
                  <c:v>41856</c:v>
                </c:pt>
                <c:pt idx="2700">
                  <c:v>41857</c:v>
                </c:pt>
                <c:pt idx="2701">
                  <c:v>41858</c:v>
                </c:pt>
                <c:pt idx="2702">
                  <c:v>41859</c:v>
                </c:pt>
                <c:pt idx="2703">
                  <c:v>41862</c:v>
                </c:pt>
                <c:pt idx="2704">
                  <c:v>41863</c:v>
                </c:pt>
                <c:pt idx="2705">
                  <c:v>41864</c:v>
                </c:pt>
                <c:pt idx="2706">
                  <c:v>41865</c:v>
                </c:pt>
                <c:pt idx="2707">
                  <c:v>41866</c:v>
                </c:pt>
                <c:pt idx="2708">
                  <c:v>41869</c:v>
                </c:pt>
                <c:pt idx="2709">
                  <c:v>41870</c:v>
                </c:pt>
                <c:pt idx="2710">
                  <c:v>41871</c:v>
                </c:pt>
                <c:pt idx="2711">
                  <c:v>41872</c:v>
                </c:pt>
                <c:pt idx="2712">
                  <c:v>41873</c:v>
                </c:pt>
                <c:pt idx="2713">
                  <c:v>41876</c:v>
                </c:pt>
                <c:pt idx="2714">
                  <c:v>41877</c:v>
                </c:pt>
                <c:pt idx="2715">
                  <c:v>41878</c:v>
                </c:pt>
                <c:pt idx="2716">
                  <c:v>41879</c:v>
                </c:pt>
                <c:pt idx="2717">
                  <c:v>41880</c:v>
                </c:pt>
                <c:pt idx="2718">
                  <c:v>41883</c:v>
                </c:pt>
                <c:pt idx="2719">
                  <c:v>41884</c:v>
                </c:pt>
                <c:pt idx="2720">
                  <c:v>41885</c:v>
                </c:pt>
                <c:pt idx="2721">
                  <c:v>41886</c:v>
                </c:pt>
                <c:pt idx="2722">
                  <c:v>41887</c:v>
                </c:pt>
                <c:pt idx="2723">
                  <c:v>41890</c:v>
                </c:pt>
                <c:pt idx="2724">
                  <c:v>41891</c:v>
                </c:pt>
                <c:pt idx="2725">
                  <c:v>41892</c:v>
                </c:pt>
                <c:pt idx="2726">
                  <c:v>41893</c:v>
                </c:pt>
                <c:pt idx="2727">
                  <c:v>41894</c:v>
                </c:pt>
                <c:pt idx="2728">
                  <c:v>41897</c:v>
                </c:pt>
                <c:pt idx="2729">
                  <c:v>41898</c:v>
                </c:pt>
                <c:pt idx="2730">
                  <c:v>41899</c:v>
                </c:pt>
                <c:pt idx="2731">
                  <c:v>41900</c:v>
                </c:pt>
                <c:pt idx="2732">
                  <c:v>41901</c:v>
                </c:pt>
                <c:pt idx="2733">
                  <c:v>41904</c:v>
                </c:pt>
                <c:pt idx="2734">
                  <c:v>41905</c:v>
                </c:pt>
                <c:pt idx="2735">
                  <c:v>41906</c:v>
                </c:pt>
                <c:pt idx="2736">
                  <c:v>41907</c:v>
                </c:pt>
                <c:pt idx="2737">
                  <c:v>41908</c:v>
                </c:pt>
                <c:pt idx="2738">
                  <c:v>41911</c:v>
                </c:pt>
                <c:pt idx="2739">
                  <c:v>41912</c:v>
                </c:pt>
                <c:pt idx="2740">
                  <c:v>41913</c:v>
                </c:pt>
                <c:pt idx="2741">
                  <c:v>41914</c:v>
                </c:pt>
                <c:pt idx="2742">
                  <c:v>41915</c:v>
                </c:pt>
                <c:pt idx="2743">
                  <c:v>41918</c:v>
                </c:pt>
                <c:pt idx="2744">
                  <c:v>41919</c:v>
                </c:pt>
                <c:pt idx="2745">
                  <c:v>41920</c:v>
                </c:pt>
                <c:pt idx="2746">
                  <c:v>41921</c:v>
                </c:pt>
                <c:pt idx="2747">
                  <c:v>41922</c:v>
                </c:pt>
                <c:pt idx="2748">
                  <c:v>41925</c:v>
                </c:pt>
                <c:pt idx="2749">
                  <c:v>41926</c:v>
                </c:pt>
                <c:pt idx="2750">
                  <c:v>41927</c:v>
                </c:pt>
                <c:pt idx="2751">
                  <c:v>41928</c:v>
                </c:pt>
                <c:pt idx="2752">
                  <c:v>41929</c:v>
                </c:pt>
                <c:pt idx="2753">
                  <c:v>41932</c:v>
                </c:pt>
                <c:pt idx="2754">
                  <c:v>41933</c:v>
                </c:pt>
                <c:pt idx="2755">
                  <c:v>41934</c:v>
                </c:pt>
                <c:pt idx="2756">
                  <c:v>41935</c:v>
                </c:pt>
                <c:pt idx="2757">
                  <c:v>41936</c:v>
                </c:pt>
                <c:pt idx="2758">
                  <c:v>41939</c:v>
                </c:pt>
                <c:pt idx="2759">
                  <c:v>41940</c:v>
                </c:pt>
                <c:pt idx="2760">
                  <c:v>41941</c:v>
                </c:pt>
                <c:pt idx="2761">
                  <c:v>41942</c:v>
                </c:pt>
                <c:pt idx="2762">
                  <c:v>41943</c:v>
                </c:pt>
                <c:pt idx="2763">
                  <c:v>41946</c:v>
                </c:pt>
                <c:pt idx="2764">
                  <c:v>41947</c:v>
                </c:pt>
                <c:pt idx="2765">
                  <c:v>41948</c:v>
                </c:pt>
                <c:pt idx="2766">
                  <c:v>41949</c:v>
                </c:pt>
                <c:pt idx="2767">
                  <c:v>41950</c:v>
                </c:pt>
                <c:pt idx="2768">
                  <c:v>41953</c:v>
                </c:pt>
                <c:pt idx="2769">
                  <c:v>41954</c:v>
                </c:pt>
                <c:pt idx="2770">
                  <c:v>41955</c:v>
                </c:pt>
                <c:pt idx="2771">
                  <c:v>41956</c:v>
                </c:pt>
                <c:pt idx="2772">
                  <c:v>41957</c:v>
                </c:pt>
                <c:pt idx="2773">
                  <c:v>41960</c:v>
                </c:pt>
                <c:pt idx="2774">
                  <c:v>41961</c:v>
                </c:pt>
                <c:pt idx="2775">
                  <c:v>41962</c:v>
                </c:pt>
                <c:pt idx="2776">
                  <c:v>41963</c:v>
                </c:pt>
                <c:pt idx="2777">
                  <c:v>41964</c:v>
                </c:pt>
                <c:pt idx="2778">
                  <c:v>41967</c:v>
                </c:pt>
                <c:pt idx="2779">
                  <c:v>41968</c:v>
                </c:pt>
                <c:pt idx="2780">
                  <c:v>41969</c:v>
                </c:pt>
                <c:pt idx="2781">
                  <c:v>41970</c:v>
                </c:pt>
                <c:pt idx="2782">
                  <c:v>41971</c:v>
                </c:pt>
                <c:pt idx="2783">
                  <c:v>41974</c:v>
                </c:pt>
                <c:pt idx="2784">
                  <c:v>41975</c:v>
                </c:pt>
                <c:pt idx="2785">
                  <c:v>41976</c:v>
                </c:pt>
                <c:pt idx="2786">
                  <c:v>41977</c:v>
                </c:pt>
                <c:pt idx="2787">
                  <c:v>41978</c:v>
                </c:pt>
                <c:pt idx="2788">
                  <c:v>41981</c:v>
                </c:pt>
                <c:pt idx="2789">
                  <c:v>41982</c:v>
                </c:pt>
                <c:pt idx="2790">
                  <c:v>41983</c:v>
                </c:pt>
                <c:pt idx="2791">
                  <c:v>41984</c:v>
                </c:pt>
                <c:pt idx="2792">
                  <c:v>41985</c:v>
                </c:pt>
                <c:pt idx="2793">
                  <c:v>41988</c:v>
                </c:pt>
                <c:pt idx="2794">
                  <c:v>41989</c:v>
                </c:pt>
                <c:pt idx="2795">
                  <c:v>41990</c:v>
                </c:pt>
                <c:pt idx="2796">
                  <c:v>41991</c:v>
                </c:pt>
                <c:pt idx="2797">
                  <c:v>41992</c:v>
                </c:pt>
                <c:pt idx="2798">
                  <c:v>41995</c:v>
                </c:pt>
                <c:pt idx="2799">
                  <c:v>41996</c:v>
                </c:pt>
                <c:pt idx="2800">
                  <c:v>41997</c:v>
                </c:pt>
                <c:pt idx="2801">
                  <c:v>41998</c:v>
                </c:pt>
                <c:pt idx="2802">
                  <c:v>41999</c:v>
                </c:pt>
                <c:pt idx="2803">
                  <c:v>42002</c:v>
                </c:pt>
                <c:pt idx="2804">
                  <c:v>42003</c:v>
                </c:pt>
                <c:pt idx="2805">
                  <c:v>42004</c:v>
                </c:pt>
                <c:pt idx="2806">
                  <c:v>42005</c:v>
                </c:pt>
                <c:pt idx="2807">
                  <c:v>42006</c:v>
                </c:pt>
                <c:pt idx="2808">
                  <c:v>42009</c:v>
                </c:pt>
                <c:pt idx="2809">
                  <c:v>42010</c:v>
                </c:pt>
                <c:pt idx="2810">
                  <c:v>42011</c:v>
                </c:pt>
                <c:pt idx="2811">
                  <c:v>42012</c:v>
                </c:pt>
                <c:pt idx="2812">
                  <c:v>42013</c:v>
                </c:pt>
                <c:pt idx="2813">
                  <c:v>42016</c:v>
                </c:pt>
                <c:pt idx="2814">
                  <c:v>42017</c:v>
                </c:pt>
                <c:pt idx="2815">
                  <c:v>42018</c:v>
                </c:pt>
                <c:pt idx="2816">
                  <c:v>42019</c:v>
                </c:pt>
                <c:pt idx="2817">
                  <c:v>42020</c:v>
                </c:pt>
                <c:pt idx="2818">
                  <c:v>42023</c:v>
                </c:pt>
                <c:pt idx="2819">
                  <c:v>42024</c:v>
                </c:pt>
                <c:pt idx="2820">
                  <c:v>42025</c:v>
                </c:pt>
                <c:pt idx="2821">
                  <c:v>42026</c:v>
                </c:pt>
                <c:pt idx="2822">
                  <c:v>42027</c:v>
                </c:pt>
                <c:pt idx="2823">
                  <c:v>42030</c:v>
                </c:pt>
                <c:pt idx="2824">
                  <c:v>42031</c:v>
                </c:pt>
                <c:pt idx="2825">
                  <c:v>42032</c:v>
                </c:pt>
                <c:pt idx="2826">
                  <c:v>42033</c:v>
                </c:pt>
                <c:pt idx="2827">
                  <c:v>42034</c:v>
                </c:pt>
                <c:pt idx="2828">
                  <c:v>42037</c:v>
                </c:pt>
                <c:pt idx="2829">
                  <c:v>42038</c:v>
                </c:pt>
                <c:pt idx="2830">
                  <c:v>42039</c:v>
                </c:pt>
                <c:pt idx="2831">
                  <c:v>42040</c:v>
                </c:pt>
                <c:pt idx="2832">
                  <c:v>42041</c:v>
                </c:pt>
                <c:pt idx="2833">
                  <c:v>42044</c:v>
                </c:pt>
                <c:pt idx="2834">
                  <c:v>42045</c:v>
                </c:pt>
                <c:pt idx="2835">
                  <c:v>42046</c:v>
                </c:pt>
                <c:pt idx="2836">
                  <c:v>42047</c:v>
                </c:pt>
                <c:pt idx="2837">
                  <c:v>42048</c:v>
                </c:pt>
                <c:pt idx="2838">
                  <c:v>42051</c:v>
                </c:pt>
                <c:pt idx="2839">
                  <c:v>42052</c:v>
                </c:pt>
                <c:pt idx="2840">
                  <c:v>42053</c:v>
                </c:pt>
                <c:pt idx="2841">
                  <c:v>42054</c:v>
                </c:pt>
                <c:pt idx="2842">
                  <c:v>42055</c:v>
                </c:pt>
                <c:pt idx="2843">
                  <c:v>42058</c:v>
                </c:pt>
                <c:pt idx="2844">
                  <c:v>42059</c:v>
                </c:pt>
                <c:pt idx="2845">
                  <c:v>42060</c:v>
                </c:pt>
                <c:pt idx="2846">
                  <c:v>42061</c:v>
                </c:pt>
                <c:pt idx="2847">
                  <c:v>42062</c:v>
                </c:pt>
                <c:pt idx="2848">
                  <c:v>42065</c:v>
                </c:pt>
                <c:pt idx="2849">
                  <c:v>42066</c:v>
                </c:pt>
                <c:pt idx="2850">
                  <c:v>42067</c:v>
                </c:pt>
                <c:pt idx="2851">
                  <c:v>42068</c:v>
                </c:pt>
                <c:pt idx="2852">
                  <c:v>42069</c:v>
                </c:pt>
                <c:pt idx="2853">
                  <c:v>42072</c:v>
                </c:pt>
                <c:pt idx="2854">
                  <c:v>42073</c:v>
                </c:pt>
                <c:pt idx="2855">
                  <c:v>42074</c:v>
                </c:pt>
                <c:pt idx="2856">
                  <c:v>42075</c:v>
                </c:pt>
                <c:pt idx="2857">
                  <c:v>42076</c:v>
                </c:pt>
                <c:pt idx="2858">
                  <c:v>42079</c:v>
                </c:pt>
                <c:pt idx="2859">
                  <c:v>42080</c:v>
                </c:pt>
                <c:pt idx="2860">
                  <c:v>42081</c:v>
                </c:pt>
                <c:pt idx="2861">
                  <c:v>42082</c:v>
                </c:pt>
                <c:pt idx="2862">
                  <c:v>42083</c:v>
                </c:pt>
                <c:pt idx="2863">
                  <c:v>42086</c:v>
                </c:pt>
                <c:pt idx="2864">
                  <c:v>42087</c:v>
                </c:pt>
                <c:pt idx="2865">
                  <c:v>42088</c:v>
                </c:pt>
                <c:pt idx="2866">
                  <c:v>42089</c:v>
                </c:pt>
                <c:pt idx="2867">
                  <c:v>42090</c:v>
                </c:pt>
                <c:pt idx="2868">
                  <c:v>42093</c:v>
                </c:pt>
                <c:pt idx="2869">
                  <c:v>42094</c:v>
                </c:pt>
                <c:pt idx="2870">
                  <c:v>42095</c:v>
                </c:pt>
                <c:pt idx="2871">
                  <c:v>42096</c:v>
                </c:pt>
                <c:pt idx="2872">
                  <c:v>42097</c:v>
                </c:pt>
                <c:pt idx="2873">
                  <c:v>42100</c:v>
                </c:pt>
                <c:pt idx="2874">
                  <c:v>42101</c:v>
                </c:pt>
                <c:pt idx="2875">
                  <c:v>42102</c:v>
                </c:pt>
                <c:pt idx="2876">
                  <c:v>42103</c:v>
                </c:pt>
                <c:pt idx="2877">
                  <c:v>42104</c:v>
                </c:pt>
                <c:pt idx="2878">
                  <c:v>42107</c:v>
                </c:pt>
                <c:pt idx="2879">
                  <c:v>42108</c:v>
                </c:pt>
                <c:pt idx="2880">
                  <c:v>42109</c:v>
                </c:pt>
                <c:pt idx="2881">
                  <c:v>42110</c:v>
                </c:pt>
                <c:pt idx="2882">
                  <c:v>42111</c:v>
                </c:pt>
                <c:pt idx="2883">
                  <c:v>42114</c:v>
                </c:pt>
                <c:pt idx="2884">
                  <c:v>42115</c:v>
                </c:pt>
                <c:pt idx="2885">
                  <c:v>42116</c:v>
                </c:pt>
                <c:pt idx="2886">
                  <c:v>42117</c:v>
                </c:pt>
                <c:pt idx="2887">
                  <c:v>42118</c:v>
                </c:pt>
                <c:pt idx="2888">
                  <c:v>42121</c:v>
                </c:pt>
                <c:pt idx="2889">
                  <c:v>42122</c:v>
                </c:pt>
                <c:pt idx="2890">
                  <c:v>42123</c:v>
                </c:pt>
                <c:pt idx="2891">
                  <c:v>42124</c:v>
                </c:pt>
                <c:pt idx="2892">
                  <c:v>42125</c:v>
                </c:pt>
                <c:pt idx="2893">
                  <c:v>42128</c:v>
                </c:pt>
                <c:pt idx="2894">
                  <c:v>42129</c:v>
                </c:pt>
                <c:pt idx="2895">
                  <c:v>42130</c:v>
                </c:pt>
                <c:pt idx="2896">
                  <c:v>42131</c:v>
                </c:pt>
                <c:pt idx="2897">
                  <c:v>42132</c:v>
                </c:pt>
                <c:pt idx="2898">
                  <c:v>42135</c:v>
                </c:pt>
                <c:pt idx="2899">
                  <c:v>42136</c:v>
                </c:pt>
                <c:pt idx="2900">
                  <c:v>42137</c:v>
                </c:pt>
                <c:pt idx="2901">
                  <c:v>42138</c:v>
                </c:pt>
                <c:pt idx="2902">
                  <c:v>42139</c:v>
                </c:pt>
                <c:pt idx="2903">
                  <c:v>42142</c:v>
                </c:pt>
                <c:pt idx="2904">
                  <c:v>42143</c:v>
                </c:pt>
                <c:pt idx="2905">
                  <c:v>42144</c:v>
                </c:pt>
                <c:pt idx="2906">
                  <c:v>42145</c:v>
                </c:pt>
                <c:pt idx="2907">
                  <c:v>42146</c:v>
                </c:pt>
                <c:pt idx="2908">
                  <c:v>42149</c:v>
                </c:pt>
                <c:pt idx="2909">
                  <c:v>42150</c:v>
                </c:pt>
                <c:pt idx="2910">
                  <c:v>42151</c:v>
                </c:pt>
                <c:pt idx="2911">
                  <c:v>42152</c:v>
                </c:pt>
                <c:pt idx="2912">
                  <c:v>42153</c:v>
                </c:pt>
                <c:pt idx="2913">
                  <c:v>42156</c:v>
                </c:pt>
                <c:pt idx="2914">
                  <c:v>42157</c:v>
                </c:pt>
                <c:pt idx="2915">
                  <c:v>42158</c:v>
                </c:pt>
                <c:pt idx="2916">
                  <c:v>42159</c:v>
                </c:pt>
                <c:pt idx="2917">
                  <c:v>42160</c:v>
                </c:pt>
                <c:pt idx="2918">
                  <c:v>42163</c:v>
                </c:pt>
                <c:pt idx="2919">
                  <c:v>42164</c:v>
                </c:pt>
                <c:pt idx="2920">
                  <c:v>42165</c:v>
                </c:pt>
                <c:pt idx="2921">
                  <c:v>42166</c:v>
                </c:pt>
                <c:pt idx="2922">
                  <c:v>42167</c:v>
                </c:pt>
                <c:pt idx="2923">
                  <c:v>42170</c:v>
                </c:pt>
                <c:pt idx="2924">
                  <c:v>42171</c:v>
                </c:pt>
                <c:pt idx="2925">
                  <c:v>42172</c:v>
                </c:pt>
                <c:pt idx="2926">
                  <c:v>42173</c:v>
                </c:pt>
                <c:pt idx="2927">
                  <c:v>42174</c:v>
                </c:pt>
                <c:pt idx="2928">
                  <c:v>42177</c:v>
                </c:pt>
                <c:pt idx="2929">
                  <c:v>42178</c:v>
                </c:pt>
                <c:pt idx="2930">
                  <c:v>42179</c:v>
                </c:pt>
                <c:pt idx="2931">
                  <c:v>42180</c:v>
                </c:pt>
                <c:pt idx="2932">
                  <c:v>42181</c:v>
                </c:pt>
                <c:pt idx="2933">
                  <c:v>42184</c:v>
                </c:pt>
                <c:pt idx="2934">
                  <c:v>42185</c:v>
                </c:pt>
                <c:pt idx="2935">
                  <c:v>42186</c:v>
                </c:pt>
                <c:pt idx="2936">
                  <c:v>42187</c:v>
                </c:pt>
                <c:pt idx="2937">
                  <c:v>42188</c:v>
                </c:pt>
                <c:pt idx="2938">
                  <c:v>42191</c:v>
                </c:pt>
                <c:pt idx="2939">
                  <c:v>42192</c:v>
                </c:pt>
                <c:pt idx="2940">
                  <c:v>42193</c:v>
                </c:pt>
                <c:pt idx="2941">
                  <c:v>42194</c:v>
                </c:pt>
                <c:pt idx="2942">
                  <c:v>42195</c:v>
                </c:pt>
                <c:pt idx="2943">
                  <c:v>42198</c:v>
                </c:pt>
                <c:pt idx="2944">
                  <c:v>42199</c:v>
                </c:pt>
                <c:pt idx="2945">
                  <c:v>42200</c:v>
                </c:pt>
                <c:pt idx="2946">
                  <c:v>42201</c:v>
                </c:pt>
                <c:pt idx="2947">
                  <c:v>42202</c:v>
                </c:pt>
                <c:pt idx="2948">
                  <c:v>42205</c:v>
                </c:pt>
                <c:pt idx="2949">
                  <c:v>42206</c:v>
                </c:pt>
                <c:pt idx="2950">
                  <c:v>42207</c:v>
                </c:pt>
                <c:pt idx="2951">
                  <c:v>42208</c:v>
                </c:pt>
                <c:pt idx="2952">
                  <c:v>42209</c:v>
                </c:pt>
                <c:pt idx="2953">
                  <c:v>42212</c:v>
                </c:pt>
                <c:pt idx="2954">
                  <c:v>42213</c:v>
                </c:pt>
                <c:pt idx="2955">
                  <c:v>42214</c:v>
                </c:pt>
                <c:pt idx="2956">
                  <c:v>42215</c:v>
                </c:pt>
                <c:pt idx="2957">
                  <c:v>42216</c:v>
                </c:pt>
                <c:pt idx="2958">
                  <c:v>42219</c:v>
                </c:pt>
                <c:pt idx="2959">
                  <c:v>42220</c:v>
                </c:pt>
                <c:pt idx="2960">
                  <c:v>42221</c:v>
                </c:pt>
                <c:pt idx="2961">
                  <c:v>42222</c:v>
                </c:pt>
                <c:pt idx="2962">
                  <c:v>42223</c:v>
                </c:pt>
                <c:pt idx="2963">
                  <c:v>42226</c:v>
                </c:pt>
                <c:pt idx="2964">
                  <c:v>42227</c:v>
                </c:pt>
                <c:pt idx="2965">
                  <c:v>42228</c:v>
                </c:pt>
                <c:pt idx="2966">
                  <c:v>42229</c:v>
                </c:pt>
                <c:pt idx="2967">
                  <c:v>42230</c:v>
                </c:pt>
                <c:pt idx="2968">
                  <c:v>42233</c:v>
                </c:pt>
                <c:pt idx="2969">
                  <c:v>42234</c:v>
                </c:pt>
                <c:pt idx="2970">
                  <c:v>42235</c:v>
                </c:pt>
                <c:pt idx="2971">
                  <c:v>42236</c:v>
                </c:pt>
                <c:pt idx="2972">
                  <c:v>42237</c:v>
                </c:pt>
                <c:pt idx="2973">
                  <c:v>42240</c:v>
                </c:pt>
                <c:pt idx="2974">
                  <c:v>42241</c:v>
                </c:pt>
                <c:pt idx="2975">
                  <c:v>42242</c:v>
                </c:pt>
                <c:pt idx="2976">
                  <c:v>42243</c:v>
                </c:pt>
                <c:pt idx="2977">
                  <c:v>42244</c:v>
                </c:pt>
                <c:pt idx="2978">
                  <c:v>42247</c:v>
                </c:pt>
                <c:pt idx="2979">
                  <c:v>42248</c:v>
                </c:pt>
                <c:pt idx="2980">
                  <c:v>42249</c:v>
                </c:pt>
                <c:pt idx="2981">
                  <c:v>42250</c:v>
                </c:pt>
                <c:pt idx="2982">
                  <c:v>42251</c:v>
                </c:pt>
                <c:pt idx="2983">
                  <c:v>42254</c:v>
                </c:pt>
                <c:pt idx="2984">
                  <c:v>42255</c:v>
                </c:pt>
                <c:pt idx="2985">
                  <c:v>42256</c:v>
                </c:pt>
                <c:pt idx="2986">
                  <c:v>42257</c:v>
                </c:pt>
                <c:pt idx="2987">
                  <c:v>42258</c:v>
                </c:pt>
                <c:pt idx="2988">
                  <c:v>42261</c:v>
                </c:pt>
                <c:pt idx="2989">
                  <c:v>42262</c:v>
                </c:pt>
                <c:pt idx="2990">
                  <c:v>42263</c:v>
                </c:pt>
                <c:pt idx="2991">
                  <c:v>42264</c:v>
                </c:pt>
                <c:pt idx="2992">
                  <c:v>42265</c:v>
                </c:pt>
                <c:pt idx="2993">
                  <c:v>42268</c:v>
                </c:pt>
                <c:pt idx="2994">
                  <c:v>42269</c:v>
                </c:pt>
                <c:pt idx="2995">
                  <c:v>42270</c:v>
                </c:pt>
                <c:pt idx="2996">
                  <c:v>42271</c:v>
                </c:pt>
                <c:pt idx="2997">
                  <c:v>42272</c:v>
                </c:pt>
                <c:pt idx="2998">
                  <c:v>42275</c:v>
                </c:pt>
                <c:pt idx="2999">
                  <c:v>42276</c:v>
                </c:pt>
                <c:pt idx="3000">
                  <c:v>42277</c:v>
                </c:pt>
                <c:pt idx="3001">
                  <c:v>42278</c:v>
                </c:pt>
                <c:pt idx="3002">
                  <c:v>42279</c:v>
                </c:pt>
                <c:pt idx="3003">
                  <c:v>42282</c:v>
                </c:pt>
                <c:pt idx="3004">
                  <c:v>42283</c:v>
                </c:pt>
                <c:pt idx="3005">
                  <c:v>42284</c:v>
                </c:pt>
                <c:pt idx="3006">
                  <c:v>42285</c:v>
                </c:pt>
                <c:pt idx="3007">
                  <c:v>42286</c:v>
                </c:pt>
                <c:pt idx="3008">
                  <c:v>42289</c:v>
                </c:pt>
                <c:pt idx="3009">
                  <c:v>42290</c:v>
                </c:pt>
                <c:pt idx="3010">
                  <c:v>42291</c:v>
                </c:pt>
                <c:pt idx="3011">
                  <c:v>42292</c:v>
                </c:pt>
                <c:pt idx="3012">
                  <c:v>42293</c:v>
                </c:pt>
                <c:pt idx="3013">
                  <c:v>42296</c:v>
                </c:pt>
                <c:pt idx="3014">
                  <c:v>42297</c:v>
                </c:pt>
                <c:pt idx="3015">
                  <c:v>42298</c:v>
                </c:pt>
                <c:pt idx="3016">
                  <c:v>42299</c:v>
                </c:pt>
                <c:pt idx="3017">
                  <c:v>42300</c:v>
                </c:pt>
                <c:pt idx="3018">
                  <c:v>42303</c:v>
                </c:pt>
                <c:pt idx="3019">
                  <c:v>42304</c:v>
                </c:pt>
                <c:pt idx="3020">
                  <c:v>42305</c:v>
                </c:pt>
                <c:pt idx="3021">
                  <c:v>42306</c:v>
                </c:pt>
                <c:pt idx="3022">
                  <c:v>42307</c:v>
                </c:pt>
                <c:pt idx="3023">
                  <c:v>42310</c:v>
                </c:pt>
                <c:pt idx="3024">
                  <c:v>42311</c:v>
                </c:pt>
                <c:pt idx="3025">
                  <c:v>42312</c:v>
                </c:pt>
                <c:pt idx="3026">
                  <c:v>42313</c:v>
                </c:pt>
                <c:pt idx="3027">
                  <c:v>42314</c:v>
                </c:pt>
                <c:pt idx="3028">
                  <c:v>42317</c:v>
                </c:pt>
                <c:pt idx="3029">
                  <c:v>42318</c:v>
                </c:pt>
                <c:pt idx="3030">
                  <c:v>42319</c:v>
                </c:pt>
                <c:pt idx="3031">
                  <c:v>42320</c:v>
                </c:pt>
                <c:pt idx="3032">
                  <c:v>42321</c:v>
                </c:pt>
                <c:pt idx="3033">
                  <c:v>42324</c:v>
                </c:pt>
                <c:pt idx="3034">
                  <c:v>42325</c:v>
                </c:pt>
                <c:pt idx="3035">
                  <c:v>42326</c:v>
                </c:pt>
                <c:pt idx="3036">
                  <c:v>42327</c:v>
                </c:pt>
                <c:pt idx="3037">
                  <c:v>42328</c:v>
                </c:pt>
                <c:pt idx="3038">
                  <c:v>42331</c:v>
                </c:pt>
                <c:pt idx="3039">
                  <c:v>42332</c:v>
                </c:pt>
                <c:pt idx="3040">
                  <c:v>42333</c:v>
                </c:pt>
                <c:pt idx="3041">
                  <c:v>42334</c:v>
                </c:pt>
                <c:pt idx="3042">
                  <c:v>42335</c:v>
                </c:pt>
                <c:pt idx="3043">
                  <c:v>42338</c:v>
                </c:pt>
                <c:pt idx="3044">
                  <c:v>42339</c:v>
                </c:pt>
                <c:pt idx="3045">
                  <c:v>42340</c:v>
                </c:pt>
                <c:pt idx="3046">
                  <c:v>42341</c:v>
                </c:pt>
                <c:pt idx="3047">
                  <c:v>42342</c:v>
                </c:pt>
                <c:pt idx="3048">
                  <c:v>42345</c:v>
                </c:pt>
                <c:pt idx="3049">
                  <c:v>42346</c:v>
                </c:pt>
                <c:pt idx="3050">
                  <c:v>42347</c:v>
                </c:pt>
                <c:pt idx="3051">
                  <c:v>42348</c:v>
                </c:pt>
                <c:pt idx="3052">
                  <c:v>42349</c:v>
                </c:pt>
                <c:pt idx="3053">
                  <c:v>42352</c:v>
                </c:pt>
                <c:pt idx="3054">
                  <c:v>42353</c:v>
                </c:pt>
                <c:pt idx="3055">
                  <c:v>42354</c:v>
                </c:pt>
                <c:pt idx="3056">
                  <c:v>42355</c:v>
                </c:pt>
                <c:pt idx="3057">
                  <c:v>42356</c:v>
                </c:pt>
                <c:pt idx="3058">
                  <c:v>42359</c:v>
                </c:pt>
                <c:pt idx="3059">
                  <c:v>42360</c:v>
                </c:pt>
                <c:pt idx="3060">
                  <c:v>42361</c:v>
                </c:pt>
                <c:pt idx="3061">
                  <c:v>42362</c:v>
                </c:pt>
                <c:pt idx="3062">
                  <c:v>42363</c:v>
                </c:pt>
                <c:pt idx="3063">
                  <c:v>42366</c:v>
                </c:pt>
                <c:pt idx="3064">
                  <c:v>42367</c:v>
                </c:pt>
                <c:pt idx="3065">
                  <c:v>42368</c:v>
                </c:pt>
                <c:pt idx="3066">
                  <c:v>42369</c:v>
                </c:pt>
                <c:pt idx="3067">
                  <c:v>42370</c:v>
                </c:pt>
                <c:pt idx="3068">
                  <c:v>42373</c:v>
                </c:pt>
                <c:pt idx="3069">
                  <c:v>42374</c:v>
                </c:pt>
                <c:pt idx="3070">
                  <c:v>42375</c:v>
                </c:pt>
                <c:pt idx="3071">
                  <c:v>42376</c:v>
                </c:pt>
                <c:pt idx="3072">
                  <c:v>42377</c:v>
                </c:pt>
                <c:pt idx="3073">
                  <c:v>42380</c:v>
                </c:pt>
                <c:pt idx="3074">
                  <c:v>42381</c:v>
                </c:pt>
                <c:pt idx="3075">
                  <c:v>42382</c:v>
                </c:pt>
                <c:pt idx="3076">
                  <c:v>42383</c:v>
                </c:pt>
                <c:pt idx="3077">
                  <c:v>42384</c:v>
                </c:pt>
                <c:pt idx="3078">
                  <c:v>42387</c:v>
                </c:pt>
                <c:pt idx="3079">
                  <c:v>42388</c:v>
                </c:pt>
                <c:pt idx="3080">
                  <c:v>42389</c:v>
                </c:pt>
                <c:pt idx="3081">
                  <c:v>42390</c:v>
                </c:pt>
                <c:pt idx="3082">
                  <c:v>42391</c:v>
                </c:pt>
                <c:pt idx="3083">
                  <c:v>42394</c:v>
                </c:pt>
                <c:pt idx="3084">
                  <c:v>42395</c:v>
                </c:pt>
                <c:pt idx="3085">
                  <c:v>42396</c:v>
                </c:pt>
                <c:pt idx="3086">
                  <c:v>42397</c:v>
                </c:pt>
                <c:pt idx="3087">
                  <c:v>42398</c:v>
                </c:pt>
                <c:pt idx="3088">
                  <c:v>42401</c:v>
                </c:pt>
                <c:pt idx="3089">
                  <c:v>42402</c:v>
                </c:pt>
                <c:pt idx="3090">
                  <c:v>42403</c:v>
                </c:pt>
                <c:pt idx="3091">
                  <c:v>42404</c:v>
                </c:pt>
                <c:pt idx="3092">
                  <c:v>42405</c:v>
                </c:pt>
                <c:pt idx="3093">
                  <c:v>42408</c:v>
                </c:pt>
                <c:pt idx="3094">
                  <c:v>42409</c:v>
                </c:pt>
                <c:pt idx="3095">
                  <c:v>42410</c:v>
                </c:pt>
                <c:pt idx="3096">
                  <c:v>42411</c:v>
                </c:pt>
                <c:pt idx="3097">
                  <c:v>42412</c:v>
                </c:pt>
                <c:pt idx="3098">
                  <c:v>42415</c:v>
                </c:pt>
                <c:pt idx="3099">
                  <c:v>42416</c:v>
                </c:pt>
                <c:pt idx="3100">
                  <c:v>42417</c:v>
                </c:pt>
                <c:pt idx="3101">
                  <c:v>42418</c:v>
                </c:pt>
                <c:pt idx="3102">
                  <c:v>42419</c:v>
                </c:pt>
                <c:pt idx="3103">
                  <c:v>42422</c:v>
                </c:pt>
                <c:pt idx="3104">
                  <c:v>42423</c:v>
                </c:pt>
                <c:pt idx="3105">
                  <c:v>42424</c:v>
                </c:pt>
                <c:pt idx="3106">
                  <c:v>42425</c:v>
                </c:pt>
                <c:pt idx="3107">
                  <c:v>42426</c:v>
                </c:pt>
                <c:pt idx="3108">
                  <c:v>42429</c:v>
                </c:pt>
                <c:pt idx="3109">
                  <c:v>42430</c:v>
                </c:pt>
                <c:pt idx="3110">
                  <c:v>42431</c:v>
                </c:pt>
                <c:pt idx="3111">
                  <c:v>42432</c:v>
                </c:pt>
                <c:pt idx="3112">
                  <c:v>42433</c:v>
                </c:pt>
                <c:pt idx="3113">
                  <c:v>42436</c:v>
                </c:pt>
                <c:pt idx="3114">
                  <c:v>42437</c:v>
                </c:pt>
                <c:pt idx="3115">
                  <c:v>42438</c:v>
                </c:pt>
                <c:pt idx="3116">
                  <c:v>42439</c:v>
                </c:pt>
                <c:pt idx="3117">
                  <c:v>42440</c:v>
                </c:pt>
                <c:pt idx="3118">
                  <c:v>42443</c:v>
                </c:pt>
                <c:pt idx="3119">
                  <c:v>42444</c:v>
                </c:pt>
                <c:pt idx="3120">
                  <c:v>42445</c:v>
                </c:pt>
                <c:pt idx="3121">
                  <c:v>42446</c:v>
                </c:pt>
                <c:pt idx="3122">
                  <c:v>42447</c:v>
                </c:pt>
                <c:pt idx="3123">
                  <c:v>42450</c:v>
                </c:pt>
                <c:pt idx="3124">
                  <c:v>42451</c:v>
                </c:pt>
                <c:pt idx="3125">
                  <c:v>42452</c:v>
                </c:pt>
                <c:pt idx="3126">
                  <c:v>42453</c:v>
                </c:pt>
                <c:pt idx="3127">
                  <c:v>42454</c:v>
                </c:pt>
                <c:pt idx="3128">
                  <c:v>42457</c:v>
                </c:pt>
                <c:pt idx="3129">
                  <c:v>42458</c:v>
                </c:pt>
                <c:pt idx="3130">
                  <c:v>42459</c:v>
                </c:pt>
                <c:pt idx="3131">
                  <c:v>42460</c:v>
                </c:pt>
                <c:pt idx="3132">
                  <c:v>42461</c:v>
                </c:pt>
                <c:pt idx="3133">
                  <c:v>42464</c:v>
                </c:pt>
                <c:pt idx="3134">
                  <c:v>42465</c:v>
                </c:pt>
                <c:pt idx="3135">
                  <c:v>42466</c:v>
                </c:pt>
                <c:pt idx="3136">
                  <c:v>42467</c:v>
                </c:pt>
                <c:pt idx="3137">
                  <c:v>42468</c:v>
                </c:pt>
                <c:pt idx="3138">
                  <c:v>42471</c:v>
                </c:pt>
                <c:pt idx="3139">
                  <c:v>42472</c:v>
                </c:pt>
                <c:pt idx="3140">
                  <c:v>42473</c:v>
                </c:pt>
                <c:pt idx="3141">
                  <c:v>42474</c:v>
                </c:pt>
                <c:pt idx="3142">
                  <c:v>42475</c:v>
                </c:pt>
                <c:pt idx="3143">
                  <c:v>42478</c:v>
                </c:pt>
                <c:pt idx="3144">
                  <c:v>42479</c:v>
                </c:pt>
                <c:pt idx="3145">
                  <c:v>42480</c:v>
                </c:pt>
                <c:pt idx="3146">
                  <c:v>42481</c:v>
                </c:pt>
                <c:pt idx="3147">
                  <c:v>42482</c:v>
                </c:pt>
                <c:pt idx="3148">
                  <c:v>42485</c:v>
                </c:pt>
                <c:pt idx="3149">
                  <c:v>42486</c:v>
                </c:pt>
                <c:pt idx="3150">
                  <c:v>42487</c:v>
                </c:pt>
                <c:pt idx="3151">
                  <c:v>42488</c:v>
                </c:pt>
                <c:pt idx="3152">
                  <c:v>42489</c:v>
                </c:pt>
                <c:pt idx="3153">
                  <c:v>42492</c:v>
                </c:pt>
                <c:pt idx="3154">
                  <c:v>42493</c:v>
                </c:pt>
                <c:pt idx="3155">
                  <c:v>42494</c:v>
                </c:pt>
                <c:pt idx="3156">
                  <c:v>42495</c:v>
                </c:pt>
                <c:pt idx="3157">
                  <c:v>42496</c:v>
                </c:pt>
                <c:pt idx="3158">
                  <c:v>42499</c:v>
                </c:pt>
                <c:pt idx="3159">
                  <c:v>42500</c:v>
                </c:pt>
                <c:pt idx="3160">
                  <c:v>42501</c:v>
                </c:pt>
                <c:pt idx="3161">
                  <c:v>42502</c:v>
                </c:pt>
                <c:pt idx="3162">
                  <c:v>42503</c:v>
                </c:pt>
                <c:pt idx="3163">
                  <c:v>42506</c:v>
                </c:pt>
                <c:pt idx="3164">
                  <c:v>42507</c:v>
                </c:pt>
                <c:pt idx="3165">
                  <c:v>42508</c:v>
                </c:pt>
                <c:pt idx="3166">
                  <c:v>42509</c:v>
                </c:pt>
                <c:pt idx="3167">
                  <c:v>42510</c:v>
                </c:pt>
                <c:pt idx="3168">
                  <c:v>42513</c:v>
                </c:pt>
                <c:pt idx="3169">
                  <c:v>42514</c:v>
                </c:pt>
                <c:pt idx="3170">
                  <c:v>42515</c:v>
                </c:pt>
                <c:pt idx="3171">
                  <c:v>42516</c:v>
                </c:pt>
                <c:pt idx="3172">
                  <c:v>42517</c:v>
                </c:pt>
                <c:pt idx="3173">
                  <c:v>42520</c:v>
                </c:pt>
                <c:pt idx="3174">
                  <c:v>42521</c:v>
                </c:pt>
                <c:pt idx="3175">
                  <c:v>42522</c:v>
                </c:pt>
                <c:pt idx="3176">
                  <c:v>42523</c:v>
                </c:pt>
                <c:pt idx="3177">
                  <c:v>42524</c:v>
                </c:pt>
                <c:pt idx="3178">
                  <c:v>42527</c:v>
                </c:pt>
                <c:pt idx="3179">
                  <c:v>42528</c:v>
                </c:pt>
                <c:pt idx="3180">
                  <c:v>42529</c:v>
                </c:pt>
                <c:pt idx="3181">
                  <c:v>42530</c:v>
                </c:pt>
                <c:pt idx="3182">
                  <c:v>42531</c:v>
                </c:pt>
                <c:pt idx="3183">
                  <c:v>42534</c:v>
                </c:pt>
                <c:pt idx="3184">
                  <c:v>42535</c:v>
                </c:pt>
                <c:pt idx="3185">
                  <c:v>42536</c:v>
                </c:pt>
                <c:pt idx="3186">
                  <c:v>42537</c:v>
                </c:pt>
                <c:pt idx="3187">
                  <c:v>42538</c:v>
                </c:pt>
                <c:pt idx="3188">
                  <c:v>42541</c:v>
                </c:pt>
                <c:pt idx="3189">
                  <c:v>42542</c:v>
                </c:pt>
                <c:pt idx="3190">
                  <c:v>42543</c:v>
                </c:pt>
                <c:pt idx="3191">
                  <c:v>42544</c:v>
                </c:pt>
                <c:pt idx="3192">
                  <c:v>42545</c:v>
                </c:pt>
                <c:pt idx="3193">
                  <c:v>42548</c:v>
                </c:pt>
                <c:pt idx="3194">
                  <c:v>42549</c:v>
                </c:pt>
                <c:pt idx="3195">
                  <c:v>42550</c:v>
                </c:pt>
                <c:pt idx="3196">
                  <c:v>42551</c:v>
                </c:pt>
                <c:pt idx="3197">
                  <c:v>42552</c:v>
                </c:pt>
                <c:pt idx="3198">
                  <c:v>42555</c:v>
                </c:pt>
                <c:pt idx="3199">
                  <c:v>42556</c:v>
                </c:pt>
                <c:pt idx="3200">
                  <c:v>42557</c:v>
                </c:pt>
                <c:pt idx="3201">
                  <c:v>42558</c:v>
                </c:pt>
                <c:pt idx="3202">
                  <c:v>42559</c:v>
                </c:pt>
                <c:pt idx="3203">
                  <c:v>42562</c:v>
                </c:pt>
                <c:pt idx="3204">
                  <c:v>42563</c:v>
                </c:pt>
                <c:pt idx="3205">
                  <c:v>42564</c:v>
                </c:pt>
                <c:pt idx="3206">
                  <c:v>42565</c:v>
                </c:pt>
                <c:pt idx="3207">
                  <c:v>42566</c:v>
                </c:pt>
                <c:pt idx="3208">
                  <c:v>42569</c:v>
                </c:pt>
                <c:pt idx="3209">
                  <c:v>42570</c:v>
                </c:pt>
                <c:pt idx="3210">
                  <c:v>42571</c:v>
                </c:pt>
                <c:pt idx="3211">
                  <c:v>42572</c:v>
                </c:pt>
                <c:pt idx="3212">
                  <c:v>42573</c:v>
                </c:pt>
                <c:pt idx="3213">
                  <c:v>42576</c:v>
                </c:pt>
                <c:pt idx="3214">
                  <c:v>42577</c:v>
                </c:pt>
                <c:pt idx="3215">
                  <c:v>42578</c:v>
                </c:pt>
                <c:pt idx="3216">
                  <c:v>42579</c:v>
                </c:pt>
                <c:pt idx="3217">
                  <c:v>42580</c:v>
                </c:pt>
                <c:pt idx="3218">
                  <c:v>42583</c:v>
                </c:pt>
                <c:pt idx="3219">
                  <c:v>42584</c:v>
                </c:pt>
                <c:pt idx="3220">
                  <c:v>42585</c:v>
                </c:pt>
                <c:pt idx="3221">
                  <c:v>42586</c:v>
                </c:pt>
                <c:pt idx="3222">
                  <c:v>42587</c:v>
                </c:pt>
                <c:pt idx="3223">
                  <c:v>42590</c:v>
                </c:pt>
                <c:pt idx="3224">
                  <c:v>42591</c:v>
                </c:pt>
                <c:pt idx="3225">
                  <c:v>42592</c:v>
                </c:pt>
                <c:pt idx="3226">
                  <c:v>42593</c:v>
                </c:pt>
                <c:pt idx="3227">
                  <c:v>42594</c:v>
                </c:pt>
                <c:pt idx="3228">
                  <c:v>42597</c:v>
                </c:pt>
                <c:pt idx="3229">
                  <c:v>42598</c:v>
                </c:pt>
                <c:pt idx="3230">
                  <c:v>42599</c:v>
                </c:pt>
                <c:pt idx="3231">
                  <c:v>42600</c:v>
                </c:pt>
                <c:pt idx="3232">
                  <c:v>42601</c:v>
                </c:pt>
                <c:pt idx="3233">
                  <c:v>42604</c:v>
                </c:pt>
                <c:pt idx="3234">
                  <c:v>42605</c:v>
                </c:pt>
                <c:pt idx="3235">
                  <c:v>42606</c:v>
                </c:pt>
                <c:pt idx="3236">
                  <c:v>42607</c:v>
                </c:pt>
                <c:pt idx="3237">
                  <c:v>42608</c:v>
                </c:pt>
                <c:pt idx="3238">
                  <c:v>42611</c:v>
                </c:pt>
                <c:pt idx="3239">
                  <c:v>42612</c:v>
                </c:pt>
                <c:pt idx="3240">
                  <c:v>42613</c:v>
                </c:pt>
                <c:pt idx="3241">
                  <c:v>42614</c:v>
                </c:pt>
                <c:pt idx="3242">
                  <c:v>42615</c:v>
                </c:pt>
                <c:pt idx="3243">
                  <c:v>42618</c:v>
                </c:pt>
                <c:pt idx="3244">
                  <c:v>42619</c:v>
                </c:pt>
                <c:pt idx="3245">
                  <c:v>42620</c:v>
                </c:pt>
                <c:pt idx="3246">
                  <c:v>42621</c:v>
                </c:pt>
                <c:pt idx="3247">
                  <c:v>42622</c:v>
                </c:pt>
                <c:pt idx="3248">
                  <c:v>42625</c:v>
                </c:pt>
                <c:pt idx="3249">
                  <c:v>42626</c:v>
                </c:pt>
                <c:pt idx="3250">
                  <c:v>42627</c:v>
                </c:pt>
                <c:pt idx="3251">
                  <c:v>42628</c:v>
                </c:pt>
                <c:pt idx="3252">
                  <c:v>42629</c:v>
                </c:pt>
                <c:pt idx="3253">
                  <c:v>42632</c:v>
                </c:pt>
                <c:pt idx="3254">
                  <c:v>42633</c:v>
                </c:pt>
                <c:pt idx="3255">
                  <c:v>42634</c:v>
                </c:pt>
                <c:pt idx="3256">
                  <c:v>42635</c:v>
                </c:pt>
                <c:pt idx="3257">
                  <c:v>42636</c:v>
                </c:pt>
                <c:pt idx="3258">
                  <c:v>42639</c:v>
                </c:pt>
                <c:pt idx="3259">
                  <c:v>42640</c:v>
                </c:pt>
                <c:pt idx="3260">
                  <c:v>42641</c:v>
                </c:pt>
                <c:pt idx="3261">
                  <c:v>42642</c:v>
                </c:pt>
                <c:pt idx="3262">
                  <c:v>42643</c:v>
                </c:pt>
                <c:pt idx="3263">
                  <c:v>42646</c:v>
                </c:pt>
                <c:pt idx="3264">
                  <c:v>42647</c:v>
                </c:pt>
                <c:pt idx="3265">
                  <c:v>42648</c:v>
                </c:pt>
                <c:pt idx="3266">
                  <c:v>42649</c:v>
                </c:pt>
                <c:pt idx="3267">
                  <c:v>42650</c:v>
                </c:pt>
                <c:pt idx="3268">
                  <c:v>42653</c:v>
                </c:pt>
                <c:pt idx="3269">
                  <c:v>42654</c:v>
                </c:pt>
                <c:pt idx="3270">
                  <c:v>42655</c:v>
                </c:pt>
                <c:pt idx="3271">
                  <c:v>42656</c:v>
                </c:pt>
                <c:pt idx="3272">
                  <c:v>42657</c:v>
                </c:pt>
                <c:pt idx="3273">
                  <c:v>42660</c:v>
                </c:pt>
                <c:pt idx="3274">
                  <c:v>42661</c:v>
                </c:pt>
                <c:pt idx="3275">
                  <c:v>42662</c:v>
                </c:pt>
                <c:pt idx="3276">
                  <c:v>42663</c:v>
                </c:pt>
                <c:pt idx="3277">
                  <c:v>42664</c:v>
                </c:pt>
                <c:pt idx="3278">
                  <c:v>42667</c:v>
                </c:pt>
                <c:pt idx="3279">
                  <c:v>42668</c:v>
                </c:pt>
                <c:pt idx="3280">
                  <c:v>42669</c:v>
                </c:pt>
                <c:pt idx="3281">
                  <c:v>42670</c:v>
                </c:pt>
                <c:pt idx="3282">
                  <c:v>42671</c:v>
                </c:pt>
                <c:pt idx="3283">
                  <c:v>42674</c:v>
                </c:pt>
                <c:pt idx="3284">
                  <c:v>42675</c:v>
                </c:pt>
                <c:pt idx="3285">
                  <c:v>42676</c:v>
                </c:pt>
                <c:pt idx="3286">
                  <c:v>42677</c:v>
                </c:pt>
                <c:pt idx="3287">
                  <c:v>42678</c:v>
                </c:pt>
                <c:pt idx="3288">
                  <c:v>42681</c:v>
                </c:pt>
                <c:pt idx="3289">
                  <c:v>42682</c:v>
                </c:pt>
                <c:pt idx="3290">
                  <c:v>42683</c:v>
                </c:pt>
                <c:pt idx="3291">
                  <c:v>42684</c:v>
                </c:pt>
                <c:pt idx="3292">
                  <c:v>42685</c:v>
                </c:pt>
                <c:pt idx="3293">
                  <c:v>42688</c:v>
                </c:pt>
                <c:pt idx="3294">
                  <c:v>42689</c:v>
                </c:pt>
                <c:pt idx="3295">
                  <c:v>42690</c:v>
                </c:pt>
                <c:pt idx="3296">
                  <c:v>42691</c:v>
                </c:pt>
                <c:pt idx="3297">
                  <c:v>42692</c:v>
                </c:pt>
                <c:pt idx="3298">
                  <c:v>42695</c:v>
                </c:pt>
                <c:pt idx="3299">
                  <c:v>42696</c:v>
                </c:pt>
                <c:pt idx="3300">
                  <c:v>42697</c:v>
                </c:pt>
                <c:pt idx="3301">
                  <c:v>42698</c:v>
                </c:pt>
                <c:pt idx="3302">
                  <c:v>42699</c:v>
                </c:pt>
                <c:pt idx="3303">
                  <c:v>42702</c:v>
                </c:pt>
                <c:pt idx="3304">
                  <c:v>42703</c:v>
                </c:pt>
                <c:pt idx="3305">
                  <c:v>42704</c:v>
                </c:pt>
                <c:pt idx="3306">
                  <c:v>42705</c:v>
                </c:pt>
                <c:pt idx="3307">
                  <c:v>42706</c:v>
                </c:pt>
                <c:pt idx="3308">
                  <c:v>42709</c:v>
                </c:pt>
                <c:pt idx="3309">
                  <c:v>42710</c:v>
                </c:pt>
                <c:pt idx="3310">
                  <c:v>42711</c:v>
                </c:pt>
                <c:pt idx="3311">
                  <c:v>42712</c:v>
                </c:pt>
                <c:pt idx="3312">
                  <c:v>42713</c:v>
                </c:pt>
                <c:pt idx="3313">
                  <c:v>42716</c:v>
                </c:pt>
                <c:pt idx="3314">
                  <c:v>42717</c:v>
                </c:pt>
                <c:pt idx="3315">
                  <c:v>42718</c:v>
                </c:pt>
                <c:pt idx="3316">
                  <c:v>42719</c:v>
                </c:pt>
                <c:pt idx="3317">
                  <c:v>42720</c:v>
                </c:pt>
                <c:pt idx="3318">
                  <c:v>42723</c:v>
                </c:pt>
                <c:pt idx="3319">
                  <c:v>42724</c:v>
                </c:pt>
                <c:pt idx="3320">
                  <c:v>42725</c:v>
                </c:pt>
                <c:pt idx="3321">
                  <c:v>42726</c:v>
                </c:pt>
                <c:pt idx="3322">
                  <c:v>42727</c:v>
                </c:pt>
                <c:pt idx="3323">
                  <c:v>42730</c:v>
                </c:pt>
                <c:pt idx="3324">
                  <c:v>42731</c:v>
                </c:pt>
                <c:pt idx="3325">
                  <c:v>42732</c:v>
                </c:pt>
                <c:pt idx="3326">
                  <c:v>42733</c:v>
                </c:pt>
                <c:pt idx="3327">
                  <c:v>42734</c:v>
                </c:pt>
                <c:pt idx="3328">
                  <c:v>42737</c:v>
                </c:pt>
                <c:pt idx="3329">
                  <c:v>42738</c:v>
                </c:pt>
                <c:pt idx="3330">
                  <c:v>42739</c:v>
                </c:pt>
                <c:pt idx="3331">
                  <c:v>42740</c:v>
                </c:pt>
                <c:pt idx="3332">
                  <c:v>42741</c:v>
                </c:pt>
                <c:pt idx="3333">
                  <c:v>42744</c:v>
                </c:pt>
                <c:pt idx="3334">
                  <c:v>42745</c:v>
                </c:pt>
                <c:pt idx="3335">
                  <c:v>42746</c:v>
                </c:pt>
                <c:pt idx="3336">
                  <c:v>42747</c:v>
                </c:pt>
                <c:pt idx="3337">
                  <c:v>42748</c:v>
                </c:pt>
                <c:pt idx="3338">
                  <c:v>42751</c:v>
                </c:pt>
                <c:pt idx="3339">
                  <c:v>42752</c:v>
                </c:pt>
                <c:pt idx="3340">
                  <c:v>42753</c:v>
                </c:pt>
                <c:pt idx="3341">
                  <c:v>42754</c:v>
                </c:pt>
                <c:pt idx="3342">
                  <c:v>42755</c:v>
                </c:pt>
                <c:pt idx="3343">
                  <c:v>42758</c:v>
                </c:pt>
                <c:pt idx="3344">
                  <c:v>42759</c:v>
                </c:pt>
                <c:pt idx="3345">
                  <c:v>42760</c:v>
                </c:pt>
                <c:pt idx="3346">
                  <c:v>42761</c:v>
                </c:pt>
                <c:pt idx="3347">
                  <c:v>42762</c:v>
                </c:pt>
                <c:pt idx="3348">
                  <c:v>42765</c:v>
                </c:pt>
                <c:pt idx="3349">
                  <c:v>42766</c:v>
                </c:pt>
                <c:pt idx="3350">
                  <c:v>42767</c:v>
                </c:pt>
                <c:pt idx="3351">
                  <c:v>42768</c:v>
                </c:pt>
                <c:pt idx="3352">
                  <c:v>42769</c:v>
                </c:pt>
                <c:pt idx="3353">
                  <c:v>42772</c:v>
                </c:pt>
                <c:pt idx="3354">
                  <c:v>42773</c:v>
                </c:pt>
                <c:pt idx="3355">
                  <c:v>42774</c:v>
                </c:pt>
                <c:pt idx="3356">
                  <c:v>42775</c:v>
                </c:pt>
                <c:pt idx="3357">
                  <c:v>42776</c:v>
                </c:pt>
                <c:pt idx="3358">
                  <c:v>42779</c:v>
                </c:pt>
                <c:pt idx="3359">
                  <c:v>42780</c:v>
                </c:pt>
                <c:pt idx="3360">
                  <c:v>42781</c:v>
                </c:pt>
                <c:pt idx="3361">
                  <c:v>42782</c:v>
                </c:pt>
                <c:pt idx="3362">
                  <c:v>42783</c:v>
                </c:pt>
                <c:pt idx="3363">
                  <c:v>42786</c:v>
                </c:pt>
                <c:pt idx="3364">
                  <c:v>42787</c:v>
                </c:pt>
                <c:pt idx="3365">
                  <c:v>42788</c:v>
                </c:pt>
                <c:pt idx="3366">
                  <c:v>42789</c:v>
                </c:pt>
                <c:pt idx="3367">
                  <c:v>42790</c:v>
                </c:pt>
                <c:pt idx="3368">
                  <c:v>42793</c:v>
                </c:pt>
                <c:pt idx="3369">
                  <c:v>42794</c:v>
                </c:pt>
                <c:pt idx="3370">
                  <c:v>42795</c:v>
                </c:pt>
                <c:pt idx="3371">
                  <c:v>42796</c:v>
                </c:pt>
                <c:pt idx="3372">
                  <c:v>42797</c:v>
                </c:pt>
                <c:pt idx="3373">
                  <c:v>42800</c:v>
                </c:pt>
                <c:pt idx="3374">
                  <c:v>42801</c:v>
                </c:pt>
                <c:pt idx="3375">
                  <c:v>42802</c:v>
                </c:pt>
                <c:pt idx="3376">
                  <c:v>42803</c:v>
                </c:pt>
                <c:pt idx="3377">
                  <c:v>42804</c:v>
                </c:pt>
                <c:pt idx="3378">
                  <c:v>42807</c:v>
                </c:pt>
                <c:pt idx="3379">
                  <c:v>42808</c:v>
                </c:pt>
                <c:pt idx="3380">
                  <c:v>42809</c:v>
                </c:pt>
                <c:pt idx="3381">
                  <c:v>42810</c:v>
                </c:pt>
                <c:pt idx="3382">
                  <c:v>42811</c:v>
                </c:pt>
                <c:pt idx="3383">
                  <c:v>42814</c:v>
                </c:pt>
                <c:pt idx="3384">
                  <c:v>42815</c:v>
                </c:pt>
                <c:pt idx="3385">
                  <c:v>42816</c:v>
                </c:pt>
                <c:pt idx="3386">
                  <c:v>42817</c:v>
                </c:pt>
                <c:pt idx="3387">
                  <c:v>42818</c:v>
                </c:pt>
                <c:pt idx="3388">
                  <c:v>42821</c:v>
                </c:pt>
                <c:pt idx="3389">
                  <c:v>42822</c:v>
                </c:pt>
                <c:pt idx="3390">
                  <c:v>42823</c:v>
                </c:pt>
                <c:pt idx="3391">
                  <c:v>42824</c:v>
                </c:pt>
                <c:pt idx="3392">
                  <c:v>42825</c:v>
                </c:pt>
                <c:pt idx="3393">
                  <c:v>42828</c:v>
                </c:pt>
                <c:pt idx="3394">
                  <c:v>42829</c:v>
                </c:pt>
                <c:pt idx="3395">
                  <c:v>42830</c:v>
                </c:pt>
                <c:pt idx="3396">
                  <c:v>42831</c:v>
                </c:pt>
                <c:pt idx="3397">
                  <c:v>42832</c:v>
                </c:pt>
                <c:pt idx="3398">
                  <c:v>42835</c:v>
                </c:pt>
                <c:pt idx="3399">
                  <c:v>42836</c:v>
                </c:pt>
                <c:pt idx="3400">
                  <c:v>42837</c:v>
                </c:pt>
                <c:pt idx="3401">
                  <c:v>42838</c:v>
                </c:pt>
                <c:pt idx="3402">
                  <c:v>42839</c:v>
                </c:pt>
                <c:pt idx="3403">
                  <c:v>42842</c:v>
                </c:pt>
                <c:pt idx="3404">
                  <c:v>42843</c:v>
                </c:pt>
                <c:pt idx="3405">
                  <c:v>42844</c:v>
                </c:pt>
                <c:pt idx="3406">
                  <c:v>42845</c:v>
                </c:pt>
                <c:pt idx="3407">
                  <c:v>42846</c:v>
                </c:pt>
                <c:pt idx="3408">
                  <c:v>42849</c:v>
                </c:pt>
                <c:pt idx="3409">
                  <c:v>42850</c:v>
                </c:pt>
                <c:pt idx="3410">
                  <c:v>42851</c:v>
                </c:pt>
                <c:pt idx="3411">
                  <c:v>42852</c:v>
                </c:pt>
                <c:pt idx="3412">
                  <c:v>42853</c:v>
                </c:pt>
                <c:pt idx="3413">
                  <c:v>42856</c:v>
                </c:pt>
                <c:pt idx="3414">
                  <c:v>42857</c:v>
                </c:pt>
                <c:pt idx="3415">
                  <c:v>42858</c:v>
                </c:pt>
                <c:pt idx="3416">
                  <c:v>42859</c:v>
                </c:pt>
                <c:pt idx="3417">
                  <c:v>42860</c:v>
                </c:pt>
                <c:pt idx="3418">
                  <c:v>42863</c:v>
                </c:pt>
                <c:pt idx="3419">
                  <c:v>42864</c:v>
                </c:pt>
                <c:pt idx="3420">
                  <c:v>42865</c:v>
                </c:pt>
                <c:pt idx="3421">
                  <c:v>42866</c:v>
                </c:pt>
                <c:pt idx="3422">
                  <c:v>42867</c:v>
                </c:pt>
                <c:pt idx="3423">
                  <c:v>42870</c:v>
                </c:pt>
                <c:pt idx="3424">
                  <c:v>42871</c:v>
                </c:pt>
                <c:pt idx="3425">
                  <c:v>42872</c:v>
                </c:pt>
                <c:pt idx="3426">
                  <c:v>42873</c:v>
                </c:pt>
                <c:pt idx="3427">
                  <c:v>42874</c:v>
                </c:pt>
                <c:pt idx="3428">
                  <c:v>42877</c:v>
                </c:pt>
                <c:pt idx="3429">
                  <c:v>42878</c:v>
                </c:pt>
                <c:pt idx="3430">
                  <c:v>42879</c:v>
                </c:pt>
                <c:pt idx="3431">
                  <c:v>42880</c:v>
                </c:pt>
                <c:pt idx="3432">
                  <c:v>42881</c:v>
                </c:pt>
                <c:pt idx="3433">
                  <c:v>42884</c:v>
                </c:pt>
                <c:pt idx="3434">
                  <c:v>42885</c:v>
                </c:pt>
                <c:pt idx="3435">
                  <c:v>42886</c:v>
                </c:pt>
                <c:pt idx="3436">
                  <c:v>42887</c:v>
                </c:pt>
                <c:pt idx="3437">
                  <c:v>42888</c:v>
                </c:pt>
                <c:pt idx="3438">
                  <c:v>42891</c:v>
                </c:pt>
                <c:pt idx="3439">
                  <c:v>42892</c:v>
                </c:pt>
                <c:pt idx="3440">
                  <c:v>42893</c:v>
                </c:pt>
                <c:pt idx="3441">
                  <c:v>42894</c:v>
                </c:pt>
                <c:pt idx="3442">
                  <c:v>42895</c:v>
                </c:pt>
                <c:pt idx="3443">
                  <c:v>42898</c:v>
                </c:pt>
                <c:pt idx="3444">
                  <c:v>42899</c:v>
                </c:pt>
                <c:pt idx="3445">
                  <c:v>42900</c:v>
                </c:pt>
                <c:pt idx="3446">
                  <c:v>42901</c:v>
                </c:pt>
                <c:pt idx="3447">
                  <c:v>42902</c:v>
                </c:pt>
                <c:pt idx="3448">
                  <c:v>42905</c:v>
                </c:pt>
                <c:pt idx="3449">
                  <c:v>42906</c:v>
                </c:pt>
                <c:pt idx="3450">
                  <c:v>42907</c:v>
                </c:pt>
                <c:pt idx="3451">
                  <c:v>42908</c:v>
                </c:pt>
                <c:pt idx="3452">
                  <c:v>42909</c:v>
                </c:pt>
                <c:pt idx="3453">
                  <c:v>42912</c:v>
                </c:pt>
                <c:pt idx="3454">
                  <c:v>42913</c:v>
                </c:pt>
                <c:pt idx="3455">
                  <c:v>42914</c:v>
                </c:pt>
                <c:pt idx="3456">
                  <c:v>42915</c:v>
                </c:pt>
                <c:pt idx="3457">
                  <c:v>42916</c:v>
                </c:pt>
                <c:pt idx="3458">
                  <c:v>42919</c:v>
                </c:pt>
                <c:pt idx="3459">
                  <c:v>42920</c:v>
                </c:pt>
                <c:pt idx="3460">
                  <c:v>42921</c:v>
                </c:pt>
                <c:pt idx="3461">
                  <c:v>42922</c:v>
                </c:pt>
                <c:pt idx="3462">
                  <c:v>42923</c:v>
                </c:pt>
                <c:pt idx="3463">
                  <c:v>42926</c:v>
                </c:pt>
                <c:pt idx="3464">
                  <c:v>42927</c:v>
                </c:pt>
                <c:pt idx="3465">
                  <c:v>42928</c:v>
                </c:pt>
                <c:pt idx="3466">
                  <c:v>42929</c:v>
                </c:pt>
                <c:pt idx="3467">
                  <c:v>42930</c:v>
                </c:pt>
                <c:pt idx="3468">
                  <c:v>42933</c:v>
                </c:pt>
                <c:pt idx="3469">
                  <c:v>42934</c:v>
                </c:pt>
                <c:pt idx="3470">
                  <c:v>42935</c:v>
                </c:pt>
                <c:pt idx="3471">
                  <c:v>42936</c:v>
                </c:pt>
                <c:pt idx="3472">
                  <c:v>42937</c:v>
                </c:pt>
                <c:pt idx="3473">
                  <c:v>42940</c:v>
                </c:pt>
                <c:pt idx="3474">
                  <c:v>42941</c:v>
                </c:pt>
                <c:pt idx="3475">
                  <c:v>42942</c:v>
                </c:pt>
                <c:pt idx="3476">
                  <c:v>42943</c:v>
                </c:pt>
                <c:pt idx="3477">
                  <c:v>42944</c:v>
                </c:pt>
                <c:pt idx="3478">
                  <c:v>42947</c:v>
                </c:pt>
                <c:pt idx="3479">
                  <c:v>42948</c:v>
                </c:pt>
                <c:pt idx="3480">
                  <c:v>42949</c:v>
                </c:pt>
                <c:pt idx="3481">
                  <c:v>42950</c:v>
                </c:pt>
                <c:pt idx="3482">
                  <c:v>42951</c:v>
                </c:pt>
                <c:pt idx="3483">
                  <c:v>42954</c:v>
                </c:pt>
                <c:pt idx="3484">
                  <c:v>42955</c:v>
                </c:pt>
                <c:pt idx="3485">
                  <c:v>42956</c:v>
                </c:pt>
                <c:pt idx="3486">
                  <c:v>42957</c:v>
                </c:pt>
                <c:pt idx="3487">
                  <c:v>42958</c:v>
                </c:pt>
                <c:pt idx="3488">
                  <c:v>42961</c:v>
                </c:pt>
                <c:pt idx="3489">
                  <c:v>42962</c:v>
                </c:pt>
                <c:pt idx="3490">
                  <c:v>42963</c:v>
                </c:pt>
                <c:pt idx="3491">
                  <c:v>42964</c:v>
                </c:pt>
                <c:pt idx="3492">
                  <c:v>42965</c:v>
                </c:pt>
                <c:pt idx="3493">
                  <c:v>42968</c:v>
                </c:pt>
                <c:pt idx="3494">
                  <c:v>42969</c:v>
                </c:pt>
                <c:pt idx="3495">
                  <c:v>42970</c:v>
                </c:pt>
                <c:pt idx="3496">
                  <c:v>42971</c:v>
                </c:pt>
                <c:pt idx="3497">
                  <c:v>42972</c:v>
                </c:pt>
                <c:pt idx="3498">
                  <c:v>42975</c:v>
                </c:pt>
                <c:pt idx="3499">
                  <c:v>42976</c:v>
                </c:pt>
                <c:pt idx="3500">
                  <c:v>42977</c:v>
                </c:pt>
                <c:pt idx="3501">
                  <c:v>42978</c:v>
                </c:pt>
                <c:pt idx="3502">
                  <c:v>42979</c:v>
                </c:pt>
                <c:pt idx="3503">
                  <c:v>42982</c:v>
                </c:pt>
                <c:pt idx="3504">
                  <c:v>42983</c:v>
                </c:pt>
                <c:pt idx="3505">
                  <c:v>42984</c:v>
                </c:pt>
                <c:pt idx="3506">
                  <c:v>42985</c:v>
                </c:pt>
                <c:pt idx="3507">
                  <c:v>42986</c:v>
                </c:pt>
                <c:pt idx="3508">
                  <c:v>42989</c:v>
                </c:pt>
                <c:pt idx="3509">
                  <c:v>42990</c:v>
                </c:pt>
                <c:pt idx="3510">
                  <c:v>42991</c:v>
                </c:pt>
                <c:pt idx="3511">
                  <c:v>42992</c:v>
                </c:pt>
                <c:pt idx="3512">
                  <c:v>42993</c:v>
                </c:pt>
                <c:pt idx="3513">
                  <c:v>42996</c:v>
                </c:pt>
                <c:pt idx="3514">
                  <c:v>42997</c:v>
                </c:pt>
                <c:pt idx="3515">
                  <c:v>42998</c:v>
                </c:pt>
                <c:pt idx="3516">
                  <c:v>42999</c:v>
                </c:pt>
                <c:pt idx="3517">
                  <c:v>43000</c:v>
                </c:pt>
                <c:pt idx="3518">
                  <c:v>43003</c:v>
                </c:pt>
                <c:pt idx="3519">
                  <c:v>43004</c:v>
                </c:pt>
                <c:pt idx="3520">
                  <c:v>43005</c:v>
                </c:pt>
                <c:pt idx="3521">
                  <c:v>43006</c:v>
                </c:pt>
                <c:pt idx="3522">
                  <c:v>43007</c:v>
                </c:pt>
                <c:pt idx="3523">
                  <c:v>43010</c:v>
                </c:pt>
                <c:pt idx="3524">
                  <c:v>43011</c:v>
                </c:pt>
                <c:pt idx="3525">
                  <c:v>43012</c:v>
                </c:pt>
                <c:pt idx="3526">
                  <c:v>43013</c:v>
                </c:pt>
                <c:pt idx="3527">
                  <c:v>43014</c:v>
                </c:pt>
                <c:pt idx="3528">
                  <c:v>43017</c:v>
                </c:pt>
                <c:pt idx="3529">
                  <c:v>43018</c:v>
                </c:pt>
                <c:pt idx="3530">
                  <c:v>43019</c:v>
                </c:pt>
                <c:pt idx="3531">
                  <c:v>43020</c:v>
                </c:pt>
                <c:pt idx="3532">
                  <c:v>43021</c:v>
                </c:pt>
                <c:pt idx="3533">
                  <c:v>43024</c:v>
                </c:pt>
                <c:pt idx="3534">
                  <c:v>43025</c:v>
                </c:pt>
                <c:pt idx="3535">
                  <c:v>43026</c:v>
                </c:pt>
                <c:pt idx="3536">
                  <c:v>43027</c:v>
                </c:pt>
                <c:pt idx="3537">
                  <c:v>43028</c:v>
                </c:pt>
                <c:pt idx="3538">
                  <c:v>43031</c:v>
                </c:pt>
                <c:pt idx="3539">
                  <c:v>43032</c:v>
                </c:pt>
                <c:pt idx="3540">
                  <c:v>43033</c:v>
                </c:pt>
                <c:pt idx="3541">
                  <c:v>43034</c:v>
                </c:pt>
                <c:pt idx="3542">
                  <c:v>43035</c:v>
                </c:pt>
                <c:pt idx="3543">
                  <c:v>43038</c:v>
                </c:pt>
                <c:pt idx="3544">
                  <c:v>43039</c:v>
                </c:pt>
                <c:pt idx="3545">
                  <c:v>43040</c:v>
                </c:pt>
                <c:pt idx="3546">
                  <c:v>43041</c:v>
                </c:pt>
                <c:pt idx="3547">
                  <c:v>43042</c:v>
                </c:pt>
                <c:pt idx="3548">
                  <c:v>43045</c:v>
                </c:pt>
                <c:pt idx="3549">
                  <c:v>43046</c:v>
                </c:pt>
                <c:pt idx="3550">
                  <c:v>43047</c:v>
                </c:pt>
                <c:pt idx="3551">
                  <c:v>43048</c:v>
                </c:pt>
                <c:pt idx="3552">
                  <c:v>43049</c:v>
                </c:pt>
                <c:pt idx="3553">
                  <c:v>43052</c:v>
                </c:pt>
                <c:pt idx="3554">
                  <c:v>43053</c:v>
                </c:pt>
                <c:pt idx="3555">
                  <c:v>43054</c:v>
                </c:pt>
                <c:pt idx="3556">
                  <c:v>43055</c:v>
                </c:pt>
                <c:pt idx="3557">
                  <c:v>43056</c:v>
                </c:pt>
                <c:pt idx="3558">
                  <c:v>43059</c:v>
                </c:pt>
                <c:pt idx="3559">
                  <c:v>43060</c:v>
                </c:pt>
                <c:pt idx="3560">
                  <c:v>43061</c:v>
                </c:pt>
                <c:pt idx="3561">
                  <c:v>43062</c:v>
                </c:pt>
                <c:pt idx="3562">
                  <c:v>43063</c:v>
                </c:pt>
                <c:pt idx="3563">
                  <c:v>43066</c:v>
                </c:pt>
                <c:pt idx="3564">
                  <c:v>43067</c:v>
                </c:pt>
                <c:pt idx="3565">
                  <c:v>43068</c:v>
                </c:pt>
                <c:pt idx="3566">
                  <c:v>43069</c:v>
                </c:pt>
                <c:pt idx="3567">
                  <c:v>43070</c:v>
                </c:pt>
                <c:pt idx="3568">
                  <c:v>43073</c:v>
                </c:pt>
                <c:pt idx="3569">
                  <c:v>43074</c:v>
                </c:pt>
                <c:pt idx="3570">
                  <c:v>43075</c:v>
                </c:pt>
                <c:pt idx="3571">
                  <c:v>43076</c:v>
                </c:pt>
                <c:pt idx="3572">
                  <c:v>43077</c:v>
                </c:pt>
                <c:pt idx="3573">
                  <c:v>43080</c:v>
                </c:pt>
                <c:pt idx="3574">
                  <c:v>43081</c:v>
                </c:pt>
                <c:pt idx="3575">
                  <c:v>43082</c:v>
                </c:pt>
                <c:pt idx="3576">
                  <c:v>43083</c:v>
                </c:pt>
                <c:pt idx="3577">
                  <c:v>43084</c:v>
                </c:pt>
                <c:pt idx="3578">
                  <c:v>43087</c:v>
                </c:pt>
                <c:pt idx="3579">
                  <c:v>43088</c:v>
                </c:pt>
                <c:pt idx="3580">
                  <c:v>43089</c:v>
                </c:pt>
                <c:pt idx="3581">
                  <c:v>43090</c:v>
                </c:pt>
                <c:pt idx="3582">
                  <c:v>43091</c:v>
                </c:pt>
                <c:pt idx="3583">
                  <c:v>43094</c:v>
                </c:pt>
                <c:pt idx="3584">
                  <c:v>43095</c:v>
                </c:pt>
                <c:pt idx="3585">
                  <c:v>43096</c:v>
                </c:pt>
                <c:pt idx="3586">
                  <c:v>43097</c:v>
                </c:pt>
                <c:pt idx="3587">
                  <c:v>43098</c:v>
                </c:pt>
                <c:pt idx="3588">
                  <c:v>43101</c:v>
                </c:pt>
                <c:pt idx="3589">
                  <c:v>43102</c:v>
                </c:pt>
                <c:pt idx="3590">
                  <c:v>43103</c:v>
                </c:pt>
                <c:pt idx="3591">
                  <c:v>43104</c:v>
                </c:pt>
                <c:pt idx="3592">
                  <c:v>43105</c:v>
                </c:pt>
                <c:pt idx="3593">
                  <c:v>43108</c:v>
                </c:pt>
                <c:pt idx="3594">
                  <c:v>43109</c:v>
                </c:pt>
                <c:pt idx="3595">
                  <c:v>43110</c:v>
                </c:pt>
                <c:pt idx="3596">
                  <c:v>43111</c:v>
                </c:pt>
                <c:pt idx="3597">
                  <c:v>43112</c:v>
                </c:pt>
                <c:pt idx="3598">
                  <c:v>43115</c:v>
                </c:pt>
                <c:pt idx="3599">
                  <c:v>43116</c:v>
                </c:pt>
                <c:pt idx="3600">
                  <c:v>43117</c:v>
                </c:pt>
                <c:pt idx="3601">
                  <c:v>43118</c:v>
                </c:pt>
                <c:pt idx="3602">
                  <c:v>43119</c:v>
                </c:pt>
                <c:pt idx="3603">
                  <c:v>43122</c:v>
                </c:pt>
                <c:pt idx="3604">
                  <c:v>43123</c:v>
                </c:pt>
                <c:pt idx="3605">
                  <c:v>43124</c:v>
                </c:pt>
                <c:pt idx="3606">
                  <c:v>43125</c:v>
                </c:pt>
                <c:pt idx="3607">
                  <c:v>43126</c:v>
                </c:pt>
                <c:pt idx="3608">
                  <c:v>43129</c:v>
                </c:pt>
                <c:pt idx="3609">
                  <c:v>43130</c:v>
                </c:pt>
                <c:pt idx="3610">
                  <c:v>43131</c:v>
                </c:pt>
                <c:pt idx="3611">
                  <c:v>43132</c:v>
                </c:pt>
                <c:pt idx="3612">
                  <c:v>43133</c:v>
                </c:pt>
                <c:pt idx="3613">
                  <c:v>43136</c:v>
                </c:pt>
                <c:pt idx="3614">
                  <c:v>43137</c:v>
                </c:pt>
                <c:pt idx="3615">
                  <c:v>43138</c:v>
                </c:pt>
                <c:pt idx="3616">
                  <c:v>43139</c:v>
                </c:pt>
                <c:pt idx="3617">
                  <c:v>43140</c:v>
                </c:pt>
                <c:pt idx="3618">
                  <c:v>43143</c:v>
                </c:pt>
                <c:pt idx="3619">
                  <c:v>43144</c:v>
                </c:pt>
                <c:pt idx="3620">
                  <c:v>43145</c:v>
                </c:pt>
                <c:pt idx="3621">
                  <c:v>43146</c:v>
                </c:pt>
                <c:pt idx="3622">
                  <c:v>43147</c:v>
                </c:pt>
                <c:pt idx="3623">
                  <c:v>43150</c:v>
                </c:pt>
                <c:pt idx="3624">
                  <c:v>43151</c:v>
                </c:pt>
                <c:pt idx="3625">
                  <c:v>43152</c:v>
                </c:pt>
                <c:pt idx="3626">
                  <c:v>43153</c:v>
                </c:pt>
                <c:pt idx="3627">
                  <c:v>43154</c:v>
                </c:pt>
                <c:pt idx="3628">
                  <c:v>43157</c:v>
                </c:pt>
                <c:pt idx="3629">
                  <c:v>43158</c:v>
                </c:pt>
                <c:pt idx="3630">
                  <c:v>43159</c:v>
                </c:pt>
                <c:pt idx="3631">
                  <c:v>43160</c:v>
                </c:pt>
                <c:pt idx="3632">
                  <c:v>43161</c:v>
                </c:pt>
                <c:pt idx="3633">
                  <c:v>43164</c:v>
                </c:pt>
                <c:pt idx="3634">
                  <c:v>43165</c:v>
                </c:pt>
                <c:pt idx="3635">
                  <c:v>43166</c:v>
                </c:pt>
                <c:pt idx="3636">
                  <c:v>43167</c:v>
                </c:pt>
                <c:pt idx="3637">
                  <c:v>43168</c:v>
                </c:pt>
                <c:pt idx="3638">
                  <c:v>43171</c:v>
                </c:pt>
                <c:pt idx="3639">
                  <c:v>43172</c:v>
                </c:pt>
                <c:pt idx="3640">
                  <c:v>43173</c:v>
                </c:pt>
                <c:pt idx="3641">
                  <c:v>43174</c:v>
                </c:pt>
                <c:pt idx="3642">
                  <c:v>43175</c:v>
                </c:pt>
                <c:pt idx="3643">
                  <c:v>43178</c:v>
                </c:pt>
                <c:pt idx="3644">
                  <c:v>43179</c:v>
                </c:pt>
                <c:pt idx="3645">
                  <c:v>43180</c:v>
                </c:pt>
                <c:pt idx="3646">
                  <c:v>43181</c:v>
                </c:pt>
                <c:pt idx="3647">
                  <c:v>43182</c:v>
                </c:pt>
                <c:pt idx="3648">
                  <c:v>43185</c:v>
                </c:pt>
                <c:pt idx="3649">
                  <c:v>43186</c:v>
                </c:pt>
                <c:pt idx="3650">
                  <c:v>43187</c:v>
                </c:pt>
                <c:pt idx="3651">
                  <c:v>43188</c:v>
                </c:pt>
                <c:pt idx="3652">
                  <c:v>43189</c:v>
                </c:pt>
                <c:pt idx="3653">
                  <c:v>43192</c:v>
                </c:pt>
                <c:pt idx="3654">
                  <c:v>43193</c:v>
                </c:pt>
                <c:pt idx="3655">
                  <c:v>43194</c:v>
                </c:pt>
                <c:pt idx="3656">
                  <c:v>43195</c:v>
                </c:pt>
                <c:pt idx="3657">
                  <c:v>43196</c:v>
                </c:pt>
                <c:pt idx="3658">
                  <c:v>43199</c:v>
                </c:pt>
                <c:pt idx="3659">
                  <c:v>43200</c:v>
                </c:pt>
                <c:pt idx="3660">
                  <c:v>43201</c:v>
                </c:pt>
                <c:pt idx="3661">
                  <c:v>43202</c:v>
                </c:pt>
                <c:pt idx="3662">
                  <c:v>43203</c:v>
                </c:pt>
                <c:pt idx="3663">
                  <c:v>43206</c:v>
                </c:pt>
                <c:pt idx="3664">
                  <c:v>43207</c:v>
                </c:pt>
                <c:pt idx="3665">
                  <c:v>43208</c:v>
                </c:pt>
                <c:pt idx="3666">
                  <c:v>43209</c:v>
                </c:pt>
                <c:pt idx="3667">
                  <c:v>43210</c:v>
                </c:pt>
                <c:pt idx="3668">
                  <c:v>43213</c:v>
                </c:pt>
                <c:pt idx="3669">
                  <c:v>43214</c:v>
                </c:pt>
                <c:pt idx="3670">
                  <c:v>43215</c:v>
                </c:pt>
                <c:pt idx="3671">
                  <c:v>43216</c:v>
                </c:pt>
                <c:pt idx="3672">
                  <c:v>43217</c:v>
                </c:pt>
                <c:pt idx="3673">
                  <c:v>43220</c:v>
                </c:pt>
                <c:pt idx="3674">
                  <c:v>43221</c:v>
                </c:pt>
                <c:pt idx="3675">
                  <c:v>43222</c:v>
                </c:pt>
                <c:pt idx="3676">
                  <c:v>43223</c:v>
                </c:pt>
                <c:pt idx="3677">
                  <c:v>43224</c:v>
                </c:pt>
                <c:pt idx="3678">
                  <c:v>43227</c:v>
                </c:pt>
                <c:pt idx="3679">
                  <c:v>43228</c:v>
                </c:pt>
                <c:pt idx="3680">
                  <c:v>43229</c:v>
                </c:pt>
                <c:pt idx="3681">
                  <c:v>43230</c:v>
                </c:pt>
                <c:pt idx="3682">
                  <c:v>43231</c:v>
                </c:pt>
                <c:pt idx="3683">
                  <c:v>43234</c:v>
                </c:pt>
                <c:pt idx="3684">
                  <c:v>43235</c:v>
                </c:pt>
                <c:pt idx="3685">
                  <c:v>43236</c:v>
                </c:pt>
                <c:pt idx="3686">
                  <c:v>43237</c:v>
                </c:pt>
                <c:pt idx="3687">
                  <c:v>43238</c:v>
                </c:pt>
                <c:pt idx="3688">
                  <c:v>43241</c:v>
                </c:pt>
                <c:pt idx="3689">
                  <c:v>43242</c:v>
                </c:pt>
                <c:pt idx="3690">
                  <c:v>43243</c:v>
                </c:pt>
                <c:pt idx="3691">
                  <c:v>43244</c:v>
                </c:pt>
                <c:pt idx="3692">
                  <c:v>43245</c:v>
                </c:pt>
                <c:pt idx="3693">
                  <c:v>43248</c:v>
                </c:pt>
                <c:pt idx="3694">
                  <c:v>43249</c:v>
                </c:pt>
                <c:pt idx="3695">
                  <c:v>43250</c:v>
                </c:pt>
                <c:pt idx="3696">
                  <c:v>43251</c:v>
                </c:pt>
                <c:pt idx="3697">
                  <c:v>43252</c:v>
                </c:pt>
                <c:pt idx="3698">
                  <c:v>43255</c:v>
                </c:pt>
                <c:pt idx="3699">
                  <c:v>43256</c:v>
                </c:pt>
                <c:pt idx="3700">
                  <c:v>43257</c:v>
                </c:pt>
                <c:pt idx="3701">
                  <c:v>43258</c:v>
                </c:pt>
                <c:pt idx="3702">
                  <c:v>43259</c:v>
                </c:pt>
                <c:pt idx="3703">
                  <c:v>43262</c:v>
                </c:pt>
                <c:pt idx="3704">
                  <c:v>43263</c:v>
                </c:pt>
                <c:pt idx="3705">
                  <c:v>43264</c:v>
                </c:pt>
                <c:pt idx="3706">
                  <c:v>43265</c:v>
                </c:pt>
                <c:pt idx="3707">
                  <c:v>43266</c:v>
                </c:pt>
                <c:pt idx="3708">
                  <c:v>43269</c:v>
                </c:pt>
                <c:pt idx="3709">
                  <c:v>43270</c:v>
                </c:pt>
                <c:pt idx="3710">
                  <c:v>43271</c:v>
                </c:pt>
                <c:pt idx="3711">
                  <c:v>43272</c:v>
                </c:pt>
                <c:pt idx="3712">
                  <c:v>43273</c:v>
                </c:pt>
                <c:pt idx="3713">
                  <c:v>43276</c:v>
                </c:pt>
                <c:pt idx="3714">
                  <c:v>43277</c:v>
                </c:pt>
                <c:pt idx="3715">
                  <c:v>43278</c:v>
                </c:pt>
                <c:pt idx="3716">
                  <c:v>43279</c:v>
                </c:pt>
                <c:pt idx="3717">
                  <c:v>43280</c:v>
                </c:pt>
                <c:pt idx="3718">
                  <c:v>43283</c:v>
                </c:pt>
                <c:pt idx="3719">
                  <c:v>43284</c:v>
                </c:pt>
                <c:pt idx="3720">
                  <c:v>43285</c:v>
                </c:pt>
                <c:pt idx="3721">
                  <c:v>43286</c:v>
                </c:pt>
                <c:pt idx="3722">
                  <c:v>43287</c:v>
                </c:pt>
                <c:pt idx="3723">
                  <c:v>43290</c:v>
                </c:pt>
                <c:pt idx="3724">
                  <c:v>43291</c:v>
                </c:pt>
                <c:pt idx="3725">
                  <c:v>43292</c:v>
                </c:pt>
                <c:pt idx="3726">
                  <c:v>43293</c:v>
                </c:pt>
                <c:pt idx="3727">
                  <c:v>43294</c:v>
                </c:pt>
                <c:pt idx="3728">
                  <c:v>43297</c:v>
                </c:pt>
                <c:pt idx="3729">
                  <c:v>43298</c:v>
                </c:pt>
                <c:pt idx="3730">
                  <c:v>43299</c:v>
                </c:pt>
                <c:pt idx="3731">
                  <c:v>43300</c:v>
                </c:pt>
                <c:pt idx="3732">
                  <c:v>43301</c:v>
                </c:pt>
                <c:pt idx="3733">
                  <c:v>43304</c:v>
                </c:pt>
                <c:pt idx="3734">
                  <c:v>43305</c:v>
                </c:pt>
                <c:pt idx="3735">
                  <c:v>43306</c:v>
                </c:pt>
                <c:pt idx="3736">
                  <c:v>43307</c:v>
                </c:pt>
                <c:pt idx="3737">
                  <c:v>43308</c:v>
                </c:pt>
                <c:pt idx="3738">
                  <c:v>43311</c:v>
                </c:pt>
                <c:pt idx="3739">
                  <c:v>43312</c:v>
                </c:pt>
                <c:pt idx="3740">
                  <c:v>43313</c:v>
                </c:pt>
                <c:pt idx="3741">
                  <c:v>43314</c:v>
                </c:pt>
                <c:pt idx="3742">
                  <c:v>43315</c:v>
                </c:pt>
                <c:pt idx="3743">
                  <c:v>43318</c:v>
                </c:pt>
                <c:pt idx="3744">
                  <c:v>43319</c:v>
                </c:pt>
                <c:pt idx="3745">
                  <c:v>43320</c:v>
                </c:pt>
                <c:pt idx="3746">
                  <c:v>43321</c:v>
                </c:pt>
                <c:pt idx="3747">
                  <c:v>43322</c:v>
                </c:pt>
                <c:pt idx="3748">
                  <c:v>43325</c:v>
                </c:pt>
                <c:pt idx="3749">
                  <c:v>43326</c:v>
                </c:pt>
                <c:pt idx="3750">
                  <c:v>43327</c:v>
                </c:pt>
                <c:pt idx="3751">
                  <c:v>43328</c:v>
                </c:pt>
                <c:pt idx="3752">
                  <c:v>43329</c:v>
                </c:pt>
                <c:pt idx="3753">
                  <c:v>43332</c:v>
                </c:pt>
                <c:pt idx="3754">
                  <c:v>43333</c:v>
                </c:pt>
                <c:pt idx="3755">
                  <c:v>43334</c:v>
                </c:pt>
                <c:pt idx="3756">
                  <c:v>43335</c:v>
                </c:pt>
                <c:pt idx="3757">
                  <c:v>43336</c:v>
                </c:pt>
                <c:pt idx="3758">
                  <c:v>43339</c:v>
                </c:pt>
                <c:pt idx="3759">
                  <c:v>43340</c:v>
                </c:pt>
                <c:pt idx="3760">
                  <c:v>43341</c:v>
                </c:pt>
                <c:pt idx="3761">
                  <c:v>43342</c:v>
                </c:pt>
                <c:pt idx="3762">
                  <c:v>43343</c:v>
                </c:pt>
                <c:pt idx="3763">
                  <c:v>43346</c:v>
                </c:pt>
                <c:pt idx="3764">
                  <c:v>43347</c:v>
                </c:pt>
                <c:pt idx="3765">
                  <c:v>43348</c:v>
                </c:pt>
                <c:pt idx="3766">
                  <c:v>43349</c:v>
                </c:pt>
                <c:pt idx="3767">
                  <c:v>43350</c:v>
                </c:pt>
                <c:pt idx="3768">
                  <c:v>43353</c:v>
                </c:pt>
                <c:pt idx="3769">
                  <c:v>43354</c:v>
                </c:pt>
                <c:pt idx="3770">
                  <c:v>43355</c:v>
                </c:pt>
                <c:pt idx="3771">
                  <c:v>43356</c:v>
                </c:pt>
                <c:pt idx="3772">
                  <c:v>43357</c:v>
                </c:pt>
                <c:pt idx="3773">
                  <c:v>43360</c:v>
                </c:pt>
                <c:pt idx="3774">
                  <c:v>43361</c:v>
                </c:pt>
                <c:pt idx="3775">
                  <c:v>43362</c:v>
                </c:pt>
                <c:pt idx="3776">
                  <c:v>43363</c:v>
                </c:pt>
                <c:pt idx="3777">
                  <c:v>43364</c:v>
                </c:pt>
                <c:pt idx="3778">
                  <c:v>43367</c:v>
                </c:pt>
                <c:pt idx="3779">
                  <c:v>43368</c:v>
                </c:pt>
                <c:pt idx="3780">
                  <c:v>43369</c:v>
                </c:pt>
                <c:pt idx="3781">
                  <c:v>43370</c:v>
                </c:pt>
                <c:pt idx="3782">
                  <c:v>43371</c:v>
                </c:pt>
                <c:pt idx="3783">
                  <c:v>43374</c:v>
                </c:pt>
                <c:pt idx="3784">
                  <c:v>43375</c:v>
                </c:pt>
                <c:pt idx="3785">
                  <c:v>43376</c:v>
                </c:pt>
                <c:pt idx="3786">
                  <c:v>43377</c:v>
                </c:pt>
                <c:pt idx="3787">
                  <c:v>43378</c:v>
                </c:pt>
                <c:pt idx="3788">
                  <c:v>43381</c:v>
                </c:pt>
                <c:pt idx="3789">
                  <c:v>43382</c:v>
                </c:pt>
                <c:pt idx="3790">
                  <c:v>43383</c:v>
                </c:pt>
                <c:pt idx="3791">
                  <c:v>43384</c:v>
                </c:pt>
                <c:pt idx="3792">
                  <c:v>43385</c:v>
                </c:pt>
                <c:pt idx="3793">
                  <c:v>43388</c:v>
                </c:pt>
                <c:pt idx="3794">
                  <c:v>43389</c:v>
                </c:pt>
                <c:pt idx="3795">
                  <c:v>43390</c:v>
                </c:pt>
                <c:pt idx="3796">
                  <c:v>43391</c:v>
                </c:pt>
                <c:pt idx="3797">
                  <c:v>43392</c:v>
                </c:pt>
                <c:pt idx="3798">
                  <c:v>43395</c:v>
                </c:pt>
                <c:pt idx="3799">
                  <c:v>43396</c:v>
                </c:pt>
                <c:pt idx="3800">
                  <c:v>43397</c:v>
                </c:pt>
                <c:pt idx="3801">
                  <c:v>43398</c:v>
                </c:pt>
                <c:pt idx="3802">
                  <c:v>43399</c:v>
                </c:pt>
                <c:pt idx="3803">
                  <c:v>43402</c:v>
                </c:pt>
                <c:pt idx="3804">
                  <c:v>43403</c:v>
                </c:pt>
                <c:pt idx="3805">
                  <c:v>43404</c:v>
                </c:pt>
                <c:pt idx="3806">
                  <c:v>43405</c:v>
                </c:pt>
                <c:pt idx="3807">
                  <c:v>43406</c:v>
                </c:pt>
                <c:pt idx="3808">
                  <c:v>43409</c:v>
                </c:pt>
                <c:pt idx="3809">
                  <c:v>43410</c:v>
                </c:pt>
                <c:pt idx="3810">
                  <c:v>43411</c:v>
                </c:pt>
                <c:pt idx="3811">
                  <c:v>43412</c:v>
                </c:pt>
                <c:pt idx="3812">
                  <c:v>43413</c:v>
                </c:pt>
                <c:pt idx="3813">
                  <c:v>43416</c:v>
                </c:pt>
                <c:pt idx="3814">
                  <c:v>43417</c:v>
                </c:pt>
                <c:pt idx="3815">
                  <c:v>43418</c:v>
                </c:pt>
                <c:pt idx="3816">
                  <c:v>43419</c:v>
                </c:pt>
                <c:pt idx="3817">
                  <c:v>43420</c:v>
                </c:pt>
                <c:pt idx="3818">
                  <c:v>43423</c:v>
                </c:pt>
                <c:pt idx="3819">
                  <c:v>43424</c:v>
                </c:pt>
                <c:pt idx="3820">
                  <c:v>43425</c:v>
                </c:pt>
                <c:pt idx="3821">
                  <c:v>43426</c:v>
                </c:pt>
                <c:pt idx="3822">
                  <c:v>43427</c:v>
                </c:pt>
                <c:pt idx="3823">
                  <c:v>43430</c:v>
                </c:pt>
                <c:pt idx="3824">
                  <c:v>43431</c:v>
                </c:pt>
                <c:pt idx="3825">
                  <c:v>43432</c:v>
                </c:pt>
                <c:pt idx="3826">
                  <c:v>43433</c:v>
                </c:pt>
                <c:pt idx="3827">
                  <c:v>43434</c:v>
                </c:pt>
                <c:pt idx="3828">
                  <c:v>43437</c:v>
                </c:pt>
                <c:pt idx="3829">
                  <c:v>43438</c:v>
                </c:pt>
                <c:pt idx="3830">
                  <c:v>43439</c:v>
                </c:pt>
                <c:pt idx="3831">
                  <c:v>43440</c:v>
                </c:pt>
                <c:pt idx="3832">
                  <c:v>43441</c:v>
                </c:pt>
                <c:pt idx="3833">
                  <c:v>43444</c:v>
                </c:pt>
                <c:pt idx="3834">
                  <c:v>43445</c:v>
                </c:pt>
                <c:pt idx="3835">
                  <c:v>43446</c:v>
                </c:pt>
                <c:pt idx="3836">
                  <c:v>43447</c:v>
                </c:pt>
                <c:pt idx="3837">
                  <c:v>43448</c:v>
                </c:pt>
                <c:pt idx="3838">
                  <c:v>43451</c:v>
                </c:pt>
                <c:pt idx="3839">
                  <c:v>43452</c:v>
                </c:pt>
                <c:pt idx="3840">
                  <c:v>43453</c:v>
                </c:pt>
                <c:pt idx="3841">
                  <c:v>43454</c:v>
                </c:pt>
                <c:pt idx="3842">
                  <c:v>43455</c:v>
                </c:pt>
                <c:pt idx="3843">
                  <c:v>43458</c:v>
                </c:pt>
                <c:pt idx="3844">
                  <c:v>43459</c:v>
                </c:pt>
                <c:pt idx="3845">
                  <c:v>43460</c:v>
                </c:pt>
                <c:pt idx="3846">
                  <c:v>43461</c:v>
                </c:pt>
                <c:pt idx="3847">
                  <c:v>43462</c:v>
                </c:pt>
                <c:pt idx="3848">
                  <c:v>43465</c:v>
                </c:pt>
                <c:pt idx="3849">
                  <c:v>43466</c:v>
                </c:pt>
                <c:pt idx="3850">
                  <c:v>43467</c:v>
                </c:pt>
                <c:pt idx="3851">
                  <c:v>43468</c:v>
                </c:pt>
                <c:pt idx="3852">
                  <c:v>43469</c:v>
                </c:pt>
                <c:pt idx="3853">
                  <c:v>43472</c:v>
                </c:pt>
                <c:pt idx="3854">
                  <c:v>43473</c:v>
                </c:pt>
                <c:pt idx="3855">
                  <c:v>43474</c:v>
                </c:pt>
                <c:pt idx="3856">
                  <c:v>43475</c:v>
                </c:pt>
                <c:pt idx="3857">
                  <c:v>43476</c:v>
                </c:pt>
                <c:pt idx="3858">
                  <c:v>43479</c:v>
                </c:pt>
                <c:pt idx="3859">
                  <c:v>43480</c:v>
                </c:pt>
                <c:pt idx="3860">
                  <c:v>43481</c:v>
                </c:pt>
                <c:pt idx="3861">
                  <c:v>43482</c:v>
                </c:pt>
                <c:pt idx="3862">
                  <c:v>43483</c:v>
                </c:pt>
                <c:pt idx="3863">
                  <c:v>43486</c:v>
                </c:pt>
                <c:pt idx="3864">
                  <c:v>43487</c:v>
                </c:pt>
                <c:pt idx="3865">
                  <c:v>43488</c:v>
                </c:pt>
                <c:pt idx="3866">
                  <c:v>43489</c:v>
                </c:pt>
                <c:pt idx="3867">
                  <c:v>43490</c:v>
                </c:pt>
                <c:pt idx="3868">
                  <c:v>43493</c:v>
                </c:pt>
                <c:pt idx="3869">
                  <c:v>43494</c:v>
                </c:pt>
                <c:pt idx="3870">
                  <c:v>43495</c:v>
                </c:pt>
                <c:pt idx="3871">
                  <c:v>43496</c:v>
                </c:pt>
                <c:pt idx="3872">
                  <c:v>43497</c:v>
                </c:pt>
                <c:pt idx="3873">
                  <c:v>43500</c:v>
                </c:pt>
                <c:pt idx="3874">
                  <c:v>43501</c:v>
                </c:pt>
                <c:pt idx="3875">
                  <c:v>43502</c:v>
                </c:pt>
                <c:pt idx="3876">
                  <c:v>43503</c:v>
                </c:pt>
                <c:pt idx="3877">
                  <c:v>43504</c:v>
                </c:pt>
                <c:pt idx="3878">
                  <c:v>43507</c:v>
                </c:pt>
                <c:pt idx="3879">
                  <c:v>43508</c:v>
                </c:pt>
                <c:pt idx="3880">
                  <c:v>43509</c:v>
                </c:pt>
                <c:pt idx="3881">
                  <c:v>43510</c:v>
                </c:pt>
                <c:pt idx="3882">
                  <c:v>43511</c:v>
                </c:pt>
                <c:pt idx="3883">
                  <c:v>43514</c:v>
                </c:pt>
                <c:pt idx="3884">
                  <c:v>43515</c:v>
                </c:pt>
                <c:pt idx="3885">
                  <c:v>43516</c:v>
                </c:pt>
                <c:pt idx="3886">
                  <c:v>43517</c:v>
                </c:pt>
                <c:pt idx="3887">
                  <c:v>43518</c:v>
                </c:pt>
                <c:pt idx="3888">
                  <c:v>43521</c:v>
                </c:pt>
                <c:pt idx="3889">
                  <c:v>43522</c:v>
                </c:pt>
                <c:pt idx="3890">
                  <c:v>43523</c:v>
                </c:pt>
                <c:pt idx="3891">
                  <c:v>43524</c:v>
                </c:pt>
                <c:pt idx="3892">
                  <c:v>43525</c:v>
                </c:pt>
                <c:pt idx="3893">
                  <c:v>43528</c:v>
                </c:pt>
                <c:pt idx="3894">
                  <c:v>43529</c:v>
                </c:pt>
                <c:pt idx="3895">
                  <c:v>43530</c:v>
                </c:pt>
                <c:pt idx="3896">
                  <c:v>43531</c:v>
                </c:pt>
                <c:pt idx="3897">
                  <c:v>43532</c:v>
                </c:pt>
                <c:pt idx="3898">
                  <c:v>43535</c:v>
                </c:pt>
                <c:pt idx="3899">
                  <c:v>43536</c:v>
                </c:pt>
                <c:pt idx="3900">
                  <c:v>43537</c:v>
                </c:pt>
                <c:pt idx="3901">
                  <c:v>43538</c:v>
                </c:pt>
                <c:pt idx="3902">
                  <c:v>43539</c:v>
                </c:pt>
                <c:pt idx="3903">
                  <c:v>43542</c:v>
                </c:pt>
                <c:pt idx="3904">
                  <c:v>43543</c:v>
                </c:pt>
                <c:pt idx="3905">
                  <c:v>43544</c:v>
                </c:pt>
                <c:pt idx="3906">
                  <c:v>43545</c:v>
                </c:pt>
                <c:pt idx="3907">
                  <c:v>43546</c:v>
                </c:pt>
                <c:pt idx="3908">
                  <c:v>43549</c:v>
                </c:pt>
                <c:pt idx="3909">
                  <c:v>43550</c:v>
                </c:pt>
                <c:pt idx="3910">
                  <c:v>43551</c:v>
                </c:pt>
                <c:pt idx="3911">
                  <c:v>43552</c:v>
                </c:pt>
                <c:pt idx="3912">
                  <c:v>43553</c:v>
                </c:pt>
                <c:pt idx="3913">
                  <c:v>43556</c:v>
                </c:pt>
                <c:pt idx="3914">
                  <c:v>43557</c:v>
                </c:pt>
                <c:pt idx="3915">
                  <c:v>43558</c:v>
                </c:pt>
                <c:pt idx="3916">
                  <c:v>43559</c:v>
                </c:pt>
                <c:pt idx="3917">
                  <c:v>43560</c:v>
                </c:pt>
                <c:pt idx="3918">
                  <c:v>43563</c:v>
                </c:pt>
                <c:pt idx="3919">
                  <c:v>43564</c:v>
                </c:pt>
                <c:pt idx="3920">
                  <c:v>43565</c:v>
                </c:pt>
                <c:pt idx="3921">
                  <c:v>43566</c:v>
                </c:pt>
                <c:pt idx="3922">
                  <c:v>43567</c:v>
                </c:pt>
                <c:pt idx="3923">
                  <c:v>43570</c:v>
                </c:pt>
                <c:pt idx="3924">
                  <c:v>43571</c:v>
                </c:pt>
                <c:pt idx="3925">
                  <c:v>43572</c:v>
                </c:pt>
                <c:pt idx="3926">
                  <c:v>43573</c:v>
                </c:pt>
                <c:pt idx="3927">
                  <c:v>43574</c:v>
                </c:pt>
                <c:pt idx="3928">
                  <c:v>43577</c:v>
                </c:pt>
                <c:pt idx="3929">
                  <c:v>43578</c:v>
                </c:pt>
                <c:pt idx="3930">
                  <c:v>43579</c:v>
                </c:pt>
                <c:pt idx="3931">
                  <c:v>43580</c:v>
                </c:pt>
                <c:pt idx="3932">
                  <c:v>43581</c:v>
                </c:pt>
                <c:pt idx="3933">
                  <c:v>43584</c:v>
                </c:pt>
                <c:pt idx="3934">
                  <c:v>43585</c:v>
                </c:pt>
                <c:pt idx="3935">
                  <c:v>43586</c:v>
                </c:pt>
                <c:pt idx="3936">
                  <c:v>43587</c:v>
                </c:pt>
                <c:pt idx="3937">
                  <c:v>43588</c:v>
                </c:pt>
                <c:pt idx="3938">
                  <c:v>43591</c:v>
                </c:pt>
                <c:pt idx="3939">
                  <c:v>43592</c:v>
                </c:pt>
                <c:pt idx="3940">
                  <c:v>43593</c:v>
                </c:pt>
                <c:pt idx="3941">
                  <c:v>43594</c:v>
                </c:pt>
                <c:pt idx="3942">
                  <c:v>43595</c:v>
                </c:pt>
                <c:pt idx="3943">
                  <c:v>43598</c:v>
                </c:pt>
                <c:pt idx="3944">
                  <c:v>43599</c:v>
                </c:pt>
                <c:pt idx="3945">
                  <c:v>43600</c:v>
                </c:pt>
                <c:pt idx="3946">
                  <c:v>43601</c:v>
                </c:pt>
                <c:pt idx="3947">
                  <c:v>43602</c:v>
                </c:pt>
                <c:pt idx="3948">
                  <c:v>43605</c:v>
                </c:pt>
                <c:pt idx="3949">
                  <c:v>43606</c:v>
                </c:pt>
                <c:pt idx="3950">
                  <c:v>43607</c:v>
                </c:pt>
                <c:pt idx="3951">
                  <c:v>43608</c:v>
                </c:pt>
                <c:pt idx="3952">
                  <c:v>43609</c:v>
                </c:pt>
                <c:pt idx="3953">
                  <c:v>43612</c:v>
                </c:pt>
                <c:pt idx="3954">
                  <c:v>43613</c:v>
                </c:pt>
                <c:pt idx="3955">
                  <c:v>43614</c:v>
                </c:pt>
                <c:pt idx="3956">
                  <c:v>43615</c:v>
                </c:pt>
                <c:pt idx="3957">
                  <c:v>43616</c:v>
                </c:pt>
                <c:pt idx="3958">
                  <c:v>43619</c:v>
                </c:pt>
                <c:pt idx="3959">
                  <c:v>43620</c:v>
                </c:pt>
                <c:pt idx="3960">
                  <c:v>43621</c:v>
                </c:pt>
                <c:pt idx="3961">
                  <c:v>43622</c:v>
                </c:pt>
                <c:pt idx="3962">
                  <c:v>43623</c:v>
                </c:pt>
                <c:pt idx="3963">
                  <c:v>43626</c:v>
                </c:pt>
                <c:pt idx="3964">
                  <c:v>43627</c:v>
                </c:pt>
                <c:pt idx="3965">
                  <c:v>43628</c:v>
                </c:pt>
                <c:pt idx="3966">
                  <c:v>43629</c:v>
                </c:pt>
                <c:pt idx="3967">
                  <c:v>43630</c:v>
                </c:pt>
                <c:pt idx="3968">
                  <c:v>43633</c:v>
                </c:pt>
                <c:pt idx="3969">
                  <c:v>43634</c:v>
                </c:pt>
                <c:pt idx="3970">
                  <c:v>43635</c:v>
                </c:pt>
                <c:pt idx="3971">
                  <c:v>43636</c:v>
                </c:pt>
                <c:pt idx="3972">
                  <c:v>43637</c:v>
                </c:pt>
                <c:pt idx="3973">
                  <c:v>43640</c:v>
                </c:pt>
                <c:pt idx="3974">
                  <c:v>43641</c:v>
                </c:pt>
                <c:pt idx="3975">
                  <c:v>43642</c:v>
                </c:pt>
                <c:pt idx="3976">
                  <c:v>43643</c:v>
                </c:pt>
                <c:pt idx="3977">
                  <c:v>43644</c:v>
                </c:pt>
                <c:pt idx="3978">
                  <c:v>43647</c:v>
                </c:pt>
                <c:pt idx="3979">
                  <c:v>43648</c:v>
                </c:pt>
                <c:pt idx="3980">
                  <c:v>43649</c:v>
                </c:pt>
                <c:pt idx="3981">
                  <c:v>43650</c:v>
                </c:pt>
                <c:pt idx="3982">
                  <c:v>43651</c:v>
                </c:pt>
                <c:pt idx="3983">
                  <c:v>43654</c:v>
                </c:pt>
                <c:pt idx="3984">
                  <c:v>43655</c:v>
                </c:pt>
                <c:pt idx="3985">
                  <c:v>43656</c:v>
                </c:pt>
                <c:pt idx="3986">
                  <c:v>43657</c:v>
                </c:pt>
                <c:pt idx="3987">
                  <c:v>43658</c:v>
                </c:pt>
                <c:pt idx="3988">
                  <c:v>43661</c:v>
                </c:pt>
                <c:pt idx="3989">
                  <c:v>43662</c:v>
                </c:pt>
                <c:pt idx="3990">
                  <c:v>43663</c:v>
                </c:pt>
                <c:pt idx="3991">
                  <c:v>43664</c:v>
                </c:pt>
                <c:pt idx="3992">
                  <c:v>43665</c:v>
                </c:pt>
                <c:pt idx="3993">
                  <c:v>43668</c:v>
                </c:pt>
                <c:pt idx="3994">
                  <c:v>43669</c:v>
                </c:pt>
                <c:pt idx="3995">
                  <c:v>43670</c:v>
                </c:pt>
                <c:pt idx="3996">
                  <c:v>43671</c:v>
                </c:pt>
                <c:pt idx="3997">
                  <c:v>43672</c:v>
                </c:pt>
                <c:pt idx="3998">
                  <c:v>43675</c:v>
                </c:pt>
                <c:pt idx="3999">
                  <c:v>43676</c:v>
                </c:pt>
                <c:pt idx="4000">
                  <c:v>43677</c:v>
                </c:pt>
                <c:pt idx="4001">
                  <c:v>43678</c:v>
                </c:pt>
                <c:pt idx="4002">
                  <c:v>43679</c:v>
                </c:pt>
                <c:pt idx="4003">
                  <c:v>43682</c:v>
                </c:pt>
                <c:pt idx="4004">
                  <c:v>43683</c:v>
                </c:pt>
                <c:pt idx="4005">
                  <c:v>43684</c:v>
                </c:pt>
                <c:pt idx="4006">
                  <c:v>43685</c:v>
                </c:pt>
                <c:pt idx="4007">
                  <c:v>43686</c:v>
                </c:pt>
                <c:pt idx="4008">
                  <c:v>43689</c:v>
                </c:pt>
                <c:pt idx="4009">
                  <c:v>43690</c:v>
                </c:pt>
                <c:pt idx="4010">
                  <c:v>43691</c:v>
                </c:pt>
                <c:pt idx="4011">
                  <c:v>43692</c:v>
                </c:pt>
                <c:pt idx="4012">
                  <c:v>43693</c:v>
                </c:pt>
                <c:pt idx="4013">
                  <c:v>43696</c:v>
                </c:pt>
                <c:pt idx="4014">
                  <c:v>43697</c:v>
                </c:pt>
                <c:pt idx="4015">
                  <c:v>43698</c:v>
                </c:pt>
                <c:pt idx="4016">
                  <c:v>43699</c:v>
                </c:pt>
                <c:pt idx="4017">
                  <c:v>43700</c:v>
                </c:pt>
                <c:pt idx="4018">
                  <c:v>43703</c:v>
                </c:pt>
                <c:pt idx="4019">
                  <c:v>43704</c:v>
                </c:pt>
                <c:pt idx="4020">
                  <c:v>43705</c:v>
                </c:pt>
                <c:pt idx="4021">
                  <c:v>43706</c:v>
                </c:pt>
                <c:pt idx="4022">
                  <c:v>43707</c:v>
                </c:pt>
                <c:pt idx="4023">
                  <c:v>43710</c:v>
                </c:pt>
                <c:pt idx="4024">
                  <c:v>43711</c:v>
                </c:pt>
                <c:pt idx="4025">
                  <c:v>43712</c:v>
                </c:pt>
                <c:pt idx="4026">
                  <c:v>43713</c:v>
                </c:pt>
                <c:pt idx="4027">
                  <c:v>43714</c:v>
                </c:pt>
                <c:pt idx="4028">
                  <c:v>43717</c:v>
                </c:pt>
                <c:pt idx="4029">
                  <c:v>43718</c:v>
                </c:pt>
                <c:pt idx="4030">
                  <c:v>43719</c:v>
                </c:pt>
                <c:pt idx="4031">
                  <c:v>43720</c:v>
                </c:pt>
                <c:pt idx="4032">
                  <c:v>43721</c:v>
                </c:pt>
                <c:pt idx="4033">
                  <c:v>43724</c:v>
                </c:pt>
                <c:pt idx="4034">
                  <c:v>43725</c:v>
                </c:pt>
                <c:pt idx="4035">
                  <c:v>43726</c:v>
                </c:pt>
                <c:pt idx="4036">
                  <c:v>43727</c:v>
                </c:pt>
                <c:pt idx="4037">
                  <c:v>43728</c:v>
                </c:pt>
                <c:pt idx="4038">
                  <c:v>43731</c:v>
                </c:pt>
                <c:pt idx="4039">
                  <c:v>43732</c:v>
                </c:pt>
                <c:pt idx="4040">
                  <c:v>43733</c:v>
                </c:pt>
                <c:pt idx="4041">
                  <c:v>43734</c:v>
                </c:pt>
                <c:pt idx="4042">
                  <c:v>43735</c:v>
                </c:pt>
                <c:pt idx="4043">
                  <c:v>43738</c:v>
                </c:pt>
                <c:pt idx="4044">
                  <c:v>43739</c:v>
                </c:pt>
                <c:pt idx="4045">
                  <c:v>43740</c:v>
                </c:pt>
                <c:pt idx="4046">
                  <c:v>43741</c:v>
                </c:pt>
                <c:pt idx="4047">
                  <c:v>43742</c:v>
                </c:pt>
                <c:pt idx="4048">
                  <c:v>43745</c:v>
                </c:pt>
                <c:pt idx="4049">
                  <c:v>43746</c:v>
                </c:pt>
                <c:pt idx="4050">
                  <c:v>43747</c:v>
                </c:pt>
                <c:pt idx="4051">
                  <c:v>43748</c:v>
                </c:pt>
                <c:pt idx="4052">
                  <c:v>43749</c:v>
                </c:pt>
                <c:pt idx="4053">
                  <c:v>43752</c:v>
                </c:pt>
                <c:pt idx="4054">
                  <c:v>43753</c:v>
                </c:pt>
                <c:pt idx="4055">
                  <c:v>43754</c:v>
                </c:pt>
                <c:pt idx="4056">
                  <c:v>43755</c:v>
                </c:pt>
                <c:pt idx="4057">
                  <c:v>43756</c:v>
                </c:pt>
                <c:pt idx="4058">
                  <c:v>43759</c:v>
                </c:pt>
                <c:pt idx="4059">
                  <c:v>43760</c:v>
                </c:pt>
                <c:pt idx="4060">
                  <c:v>43761</c:v>
                </c:pt>
                <c:pt idx="4061">
                  <c:v>43762</c:v>
                </c:pt>
                <c:pt idx="4062">
                  <c:v>43763</c:v>
                </c:pt>
                <c:pt idx="4063">
                  <c:v>43766</c:v>
                </c:pt>
                <c:pt idx="4064">
                  <c:v>43767</c:v>
                </c:pt>
                <c:pt idx="4065">
                  <c:v>43768</c:v>
                </c:pt>
                <c:pt idx="4066">
                  <c:v>43769</c:v>
                </c:pt>
                <c:pt idx="4067">
                  <c:v>43770</c:v>
                </c:pt>
                <c:pt idx="4068">
                  <c:v>43773</c:v>
                </c:pt>
                <c:pt idx="4069">
                  <c:v>43774</c:v>
                </c:pt>
                <c:pt idx="4070">
                  <c:v>43775</c:v>
                </c:pt>
                <c:pt idx="4071">
                  <c:v>43776</c:v>
                </c:pt>
                <c:pt idx="4072">
                  <c:v>43777</c:v>
                </c:pt>
                <c:pt idx="4073">
                  <c:v>43780</c:v>
                </c:pt>
                <c:pt idx="4074">
                  <c:v>43781</c:v>
                </c:pt>
                <c:pt idx="4075">
                  <c:v>43782</c:v>
                </c:pt>
                <c:pt idx="4076">
                  <c:v>43783</c:v>
                </c:pt>
                <c:pt idx="4077">
                  <c:v>43784</c:v>
                </c:pt>
                <c:pt idx="4078">
                  <c:v>43787</c:v>
                </c:pt>
                <c:pt idx="4079">
                  <c:v>43788</c:v>
                </c:pt>
                <c:pt idx="4080">
                  <c:v>43789</c:v>
                </c:pt>
                <c:pt idx="4081">
                  <c:v>43790</c:v>
                </c:pt>
                <c:pt idx="4082">
                  <c:v>43791</c:v>
                </c:pt>
                <c:pt idx="4083">
                  <c:v>43794</c:v>
                </c:pt>
                <c:pt idx="4084">
                  <c:v>43795</c:v>
                </c:pt>
                <c:pt idx="4085">
                  <c:v>43796</c:v>
                </c:pt>
                <c:pt idx="4086">
                  <c:v>43797</c:v>
                </c:pt>
                <c:pt idx="4087">
                  <c:v>43798</c:v>
                </c:pt>
                <c:pt idx="4088">
                  <c:v>43801</c:v>
                </c:pt>
                <c:pt idx="4089">
                  <c:v>43802</c:v>
                </c:pt>
                <c:pt idx="4090">
                  <c:v>43803</c:v>
                </c:pt>
                <c:pt idx="4091">
                  <c:v>43804</c:v>
                </c:pt>
                <c:pt idx="4092">
                  <c:v>43805</c:v>
                </c:pt>
                <c:pt idx="4093">
                  <c:v>43808</c:v>
                </c:pt>
                <c:pt idx="4094">
                  <c:v>43809</c:v>
                </c:pt>
                <c:pt idx="4095">
                  <c:v>43810</c:v>
                </c:pt>
                <c:pt idx="4096">
                  <c:v>43811</c:v>
                </c:pt>
                <c:pt idx="4097">
                  <c:v>43812</c:v>
                </c:pt>
                <c:pt idx="4098">
                  <c:v>43815</c:v>
                </c:pt>
                <c:pt idx="4099">
                  <c:v>43816</c:v>
                </c:pt>
                <c:pt idx="4100">
                  <c:v>43817</c:v>
                </c:pt>
                <c:pt idx="4101">
                  <c:v>43818</c:v>
                </c:pt>
                <c:pt idx="4102">
                  <c:v>43819</c:v>
                </c:pt>
                <c:pt idx="4103">
                  <c:v>43822</c:v>
                </c:pt>
                <c:pt idx="4104">
                  <c:v>43823</c:v>
                </c:pt>
                <c:pt idx="4105">
                  <c:v>43824</c:v>
                </c:pt>
                <c:pt idx="4106">
                  <c:v>43825</c:v>
                </c:pt>
                <c:pt idx="4107">
                  <c:v>43826</c:v>
                </c:pt>
                <c:pt idx="4108">
                  <c:v>43829</c:v>
                </c:pt>
                <c:pt idx="4109">
                  <c:v>43830</c:v>
                </c:pt>
                <c:pt idx="4110">
                  <c:v>43831</c:v>
                </c:pt>
                <c:pt idx="4111">
                  <c:v>43832</c:v>
                </c:pt>
                <c:pt idx="4112">
                  <c:v>43833</c:v>
                </c:pt>
                <c:pt idx="4113">
                  <c:v>43836</c:v>
                </c:pt>
                <c:pt idx="4114">
                  <c:v>43837</c:v>
                </c:pt>
                <c:pt idx="4115">
                  <c:v>43838</c:v>
                </c:pt>
                <c:pt idx="4116">
                  <c:v>43839</c:v>
                </c:pt>
                <c:pt idx="4117">
                  <c:v>43840</c:v>
                </c:pt>
                <c:pt idx="4118">
                  <c:v>43843</c:v>
                </c:pt>
                <c:pt idx="4119">
                  <c:v>43844</c:v>
                </c:pt>
                <c:pt idx="4120">
                  <c:v>43845</c:v>
                </c:pt>
                <c:pt idx="4121">
                  <c:v>43846</c:v>
                </c:pt>
                <c:pt idx="4122">
                  <c:v>43847</c:v>
                </c:pt>
                <c:pt idx="4123">
                  <c:v>43850</c:v>
                </c:pt>
                <c:pt idx="4124">
                  <c:v>43851</c:v>
                </c:pt>
                <c:pt idx="4125">
                  <c:v>43852</c:v>
                </c:pt>
                <c:pt idx="4126">
                  <c:v>43853</c:v>
                </c:pt>
                <c:pt idx="4127">
                  <c:v>43854</c:v>
                </c:pt>
                <c:pt idx="4128">
                  <c:v>43857</c:v>
                </c:pt>
                <c:pt idx="4129">
                  <c:v>43858</c:v>
                </c:pt>
                <c:pt idx="4130">
                  <c:v>43859</c:v>
                </c:pt>
                <c:pt idx="4131">
                  <c:v>43860</c:v>
                </c:pt>
                <c:pt idx="4132">
                  <c:v>43861</c:v>
                </c:pt>
                <c:pt idx="4133">
                  <c:v>43864</c:v>
                </c:pt>
                <c:pt idx="4134">
                  <c:v>43865</c:v>
                </c:pt>
                <c:pt idx="4135">
                  <c:v>43866</c:v>
                </c:pt>
                <c:pt idx="4136">
                  <c:v>43867</c:v>
                </c:pt>
                <c:pt idx="4137">
                  <c:v>43868</c:v>
                </c:pt>
                <c:pt idx="4138">
                  <c:v>43871</c:v>
                </c:pt>
                <c:pt idx="4139">
                  <c:v>43872</c:v>
                </c:pt>
                <c:pt idx="4140">
                  <c:v>43873</c:v>
                </c:pt>
                <c:pt idx="4141">
                  <c:v>43874</c:v>
                </c:pt>
                <c:pt idx="4142">
                  <c:v>43875</c:v>
                </c:pt>
                <c:pt idx="4143">
                  <c:v>43878</c:v>
                </c:pt>
                <c:pt idx="4144">
                  <c:v>43879</c:v>
                </c:pt>
                <c:pt idx="4145">
                  <c:v>43880</c:v>
                </c:pt>
                <c:pt idx="4146">
                  <c:v>43881</c:v>
                </c:pt>
                <c:pt idx="4147">
                  <c:v>43882</c:v>
                </c:pt>
                <c:pt idx="4148">
                  <c:v>43885</c:v>
                </c:pt>
                <c:pt idx="4149">
                  <c:v>43886</c:v>
                </c:pt>
                <c:pt idx="4150">
                  <c:v>43887</c:v>
                </c:pt>
                <c:pt idx="4151">
                  <c:v>43888</c:v>
                </c:pt>
                <c:pt idx="4152">
                  <c:v>43889</c:v>
                </c:pt>
                <c:pt idx="4153">
                  <c:v>43892</c:v>
                </c:pt>
                <c:pt idx="4154">
                  <c:v>43893</c:v>
                </c:pt>
                <c:pt idx="4155">
                  <c:v>43894</c:v>
                </c:pt>
                <c:pt idx="4156">
                  <c:v>43895</c:v>
                </c:pt>
                <c:pt idx="4157">
                  <c:v>43896</c:v>
                </c:pt>
                <c:pt idx="4158">
                  <c:v>43899</c:v>
                </c:pt>
                <c:pt idx="4159">
                  <c:v>43900</c:v>
                </c:pt>
                <c:pt idx="4160">
                  <c:v>43901</c:v>
                </c:pt>
                <c:pt idx="4161">
                  <c:v>43902</c:v>
                </c:pt>
                <c:pt idx="4162">
                  <c:v>43903</c:v>
                </c:pt>
                <c:pt idx="4163">
                  <c:v>43906</c:v>
                </c:pt>
                <c:pt idx="4164">
                  <c:v>43907</c:v>
                </c:pt>
                <c:pt idx="4165">
                  <c:v>43908</c:v>
                </c:pt>
                <c:pt idx="4166">
                  <c:v>43909</c:v>
                </c:pt>
                <c:pt idx="4167">
                  <c:v>43910</c:v>
                </c:pt>
                <c:pt idx="4168">
                  <c:v>43913</c:v>
                </c:pt>
                <c:pt idx="4169">
                  <c:v>43914</c:v>
                </c:pt>
                <c:pt idx="4170">
                  <c:v>43915</c:v>
                </c:pt>
                <c:pt idx="4171">
                  <c:v>43916</c:v>
                </c:pt>
                <c:pt idx="4172">
                  <c:v>43917</c:v>
                </c:pt>
                <c:pt idx="4173">
                  <c:v>43920</c:v>
                </c:pt>
                <c:pt idx="4174">
                  <c:v>43921</c:v>
                </c:pt>
                <c:pt idx="4175">
                  <c:v>43922</c:v>
                </c:pt>
                <c:pt idx="4176">
                  <c:v>43923</c:v>
                </c:pt>
                <c:pt idx="4177">
                  <c:v>43924</c:v>
                </c:pt>
                <c:pt idx="4178">
                  <c:v>43927</c:v>
                </c:pt>
                <c:pt idx="4179">
                  <c:v>43928</c:v>
                </c:pt>
                <c:pt idx="4180">
                  <c:v>43929</c:v>
                </c:pt>
                <c:pt idx="4181">
                  <c:v>43930</c:v>
                </c:pt>
                <c:pt idx="4182">
                  <c:v>43931</c:v>
                </c:pt>
                <c:pt idx="4183">
                  <c:v>43934</c:v>
                </c:pt>
                <c:pt idx="4184">
                  <c:v>43935</c:v>
                </c:pt>
                <c:pt idx="4185">
                  <c:v>43936</c:v>
                </c:pt>
                <c:pt idx="4186">
                  <c:v>43937</c:v>
                </c:pt>
                <c:pt idx="4187">
                  <c:v>43938</c:v>
                </c:pt>
                <c:pt idx="4188">
                  <c:v>43941</c:v>
                </c:pt>
                <c:pt idx="4189">
                  <c:v>43942</c:v>
                </c:pt>
                <c:pt idx="4190">
                  <c:v>43943</c:v>
                </c:pt>
                <c:pt idx="4191">
                  <c:v>43944</c:v>
                </c:pt>
                <c:pt idx="4192">
                  <c:v>43945</c:v>
                </c:pt>
                <c:pt idx="4193">
                  <c:v>43948</c:v>
                </c:pt>
                <c:pt idx="4194">
                  <c:v>43949</c:v>
                </c:pt>
                <c:pt idx="4195">
                  <c:v>43950</c:v>
                </c:pt>
                <c:pt idx="4196">
                  <c:v>43951</c:v>
                </c:pt>
                <c:pt idx="4197">
                  <c:v>43952</c:v>
                </c:pt>
                <c:pt idx="4198">
                  <c:v>43955</c:v>
                </c:pt>
                <c:pt idx="4199">
                  <c:v>43956</c:v>
                </c:pt>
                <c:pt idx="4200">
                  <c:v>43957</c:v>
                </c:pt>
                <c:pt idx="4201">
                  <c:v>43958</c:v>
                </c:pt>
                <c:pt idx="4202">
                  <c:v>43959</c:v>
                </c:pt>
                <c:pt idx="4203">
                  <c:v>43962</c:v>
                </c:pt>
                <c:pt idx="4204">
                  <c:v>43963</c:v>
                </c:pt>
                <c:pt idx="4205">
                  <c:v>43964</c:v>
                </c:pt>
                <c:pt idx="4206">
                  <c:v>43965</c:v>
                </c:pt>
                <c:pt idx="4207">
                  <c:v>43966</c:v>
                </c:pt>
                <c:pt idx="4208">
                  <c:v>43969</c:v>
                </c:pt>
                <c:pt idx="4209">
                  <c:v>43970</c:v>
                </c:pt>
                <c:pt idx="4210">
                  <c:v>43971</c:v>
                </c:pt>
                <c:pt idx="4211">
                  <c:v>43972</c:v>
                </c:pt>
                <c:pt idx="4212">
                  <c:v>43973</c:v>
                </c:pt>
                <c:pt idx="4213">
                  <c:v>43976</c:v>
                </c:pt>
                <c:pt idx="4214">
                  <c:v>43977</c:v>
                </c:pt>
                <c:pt idx="4215">
                  <c:v>43978</c:v>
                </c:pt>
                <c:pt idx="4216">
                  <c:v>43979</c:v>
                </c:pt>
                <c:pt idx="4217">
                  <c:v>43980</c:v>
                </c:pt>
                <c:pt idx="4218">
                  <c:v>43983</c:v>
                </c:pt>
                <c:pt idx="4219">
                  <c:v>43984</c:v>
                </c:pt>
                <c:pt idx="4220">
                  <c:v>43985</c:v>
                </c:pt>
                <c:pt idx="4221">
                  <c:v>43986</c:v>
                </c:pt>
                <c:pt idx="4222">
                  <c:v>43987</c:v>
                </c:pt>
                <c:pt idx="4223">
                  <c:v>43990</c:v>
                </c:pt>
                <c:pt idx="4224">
                  <c:v>43991</c:v>
                </c:pt>
                <c:pt idx="4225">
                  <c:v>43992</c:v>
                </c:pt>
                <c:pt idx="4226">
                  <c:v>43993</c:v>
                </c:pt>
                <c:pt idx="4227">
                  <c:v>43994</c:v>
                </c:pt>
                <c:pt idx="4228">
                  <c:v>43997</c:v>
                </c:pt>
                <c:pt idx="4229">
                  <c:v>43998</c:v>
                </c:pt>
                <c:pt idx="4230">
                  <c:v>43999</c:v>
                </c:pt>
                <c:pt idx="4231">
                  <c:v>44000</c:v>
                </c:pt>
                <c:pt idx="4232">
                  <c:v>44001</c:v>
                </c:pt>
                <c:pt idx="4233">
                  <c:v>44004</c:v>
                </c:pt>
                <c:pt idx="4234">
                  <c:v>44005</c:v>
                </c:pt>
                <c:pt idx="4235">
                  <c:v>44006</c:v>
                </c:pt>
                <c:pt idx="4236">
                  <c:v>44007</c:v>
                </c:pt>
                <c:pt idx="4237">
                  <c:v>44008</c:v>
                </c:pt>
                <c:pt idx="4238">
                  <c:v>44011</c:v>
                </c:pt>
                <c:pt idx="4239">
                  <c:v>44012</c:v>
                </c:pt>
                <c:pt idx="4240">
                  <c:v>44013</c:v>
                </c:pt>
                <c:pt idx="4241">
                  <c:v>44014</c:v>
                </c:pt>
                <c:pt idx="4242">
                  <c:v>44015</c:v>
                </c:pt>
                <c:pt idx="4243">
                  <c:v>44018</c:v>
                </c:pt>
                <c:pt idx="4244">
                  <c:v>44019</c:v>
                </c:pt>
                <c:pt idx="4245">
                  <c:v>44020</c:v>
                </c:pt>
                <c:pt idx="4246">
                  <c:v>44021</c:v>
                </c:pt>
                <c:pt idx="4247">
                  <c:v>44022</c:v>
                </c:pt>
                <c:pt idx="4248">
                  <c:v>44025</c:v>
                </c:pt>
                <c:pt idx="4249">
                  <c:v>44026</c:v>
                </c:pt>
                <c:pt idx="4250">
                  <c:v>44027</c:v>
                </c:pt>
                <c:pt idx="4251">
                  <c:v>44028</c:v>
                </c:pt>
                <c:pt idx="4252">
                  <c:v>44029</c:v>
                </c:pt>
                <c:pt idx="4253">
                  <c:v>44032</c:v>
                </c:pt>
                <c:pt idx="4254">
                  <c:v>44033</c:v>
                </c:pt>
                <c:pt idx="4255">
                  <c:v>44034</c:v>
                </c:pt>
                <c:pt idx="4256">
                  <c:v>44035</c:v>
                </c:pt>
                <c:pt idx="4257">
                  <c:v>44036</c:v>
                </c:pt>
                <c:pt idx="4258">
                  <c:v>44039</c:v>
                </c:pt>
                <c:pt idx="4259">
                  <c:v>44040</c:v>
                </c:pt>
                <c:pt idx="4260">
                  <c:v>44041</c:v>
                </c:pt>
                <c:pt idx="4261">
                  <c:v>44042</c:v>
                </c:pt>
                <c:pt idx="4262">
                  <c:v>44043</c:v>
                </c:pt>
                <c:pt idx="4263">
                  <c:v>44046</c:v>
                </c:pt>
                <c:pt idx="4264">
                  <c:v>44047</c:v>
                </c:pt>
                <c:pt idx="4265">
                  <c:v>44048</c:v>
                </c:pt>
                <c:pt idx="4266">
                  <c:v>44049</c:v>
                </c:pt>
                <c:pt idx="4267">
                  <c:v>44050</c:v>
                </c:pt>
                <c:pt idx="4268">
                  <c:v>44053</c:v>
                </c:pt>
                <c:pt idx="4269">
                  <c:v>44054</c:v>
                </c:pt>
                <c:pt idx="4270">
                  <c:v>44055</c:v>
                </c:pt>
                <c:pt idx="4271">
                  <c:v>44056</c:v>
                </c:pt>
                <c:pt idx="4272">
                  <c:v>44057</c:v>
                </c:pt>
                <c:pt idx="4273">
                  <c:v>44060</c:v>
                </c:pt>
                <c:pt idx="4274">
                  <c:v>44061</c:v>
                </c:pt>
                <c:pt idx="4275">
                  <c:v>44062</c:v>
                </c:pt>
                <c:pt idx="4276">
                  <c:v>44063</c:v>
                </c:pt>
                <c:pt idx="4277">
                  <c:v>44064</c:v>
                </c:pt>
                <c:pt idx="4278">
                  <c:v>44067</c:v>
                </c:pt>
                <c:pt idx="4279">
                  <c:v>44068</c:v>
                </c:pt>
                <c:pt idx="4280">
                  <c:v>44069</c:v>
                </c:pt>
                <c:pt idx="4281">
                  <c:v>44070</c:v>
                </c:pt>
                <c:pt idx="4282">
                  <c:v>44071</c:v>
                </c:pt>
                <c:pt idx="4283">
                  <c:v>44074</c:v>
                </c:pt>
                <c:pt idx="4284">
                  <c:v>44075</c:v>
                </c:pt>
                <c:pt idx="4285">
                  <c:v>44076</c:v>
                </c:pt>
                <c:pt idx="4286">
                  <c:v>44077</c:v>
                </c:pt>
                <c:pt idx="4287">
                  <c:v>44078</c:v>
                </c:pt>
                <c:pt idx="4288">
                  <c:v>44081</c:v>
                </c:pt>
                <c:pt idx="4289">
                  <c:v>44082</c:v>
                </c:pt>
                <c:pt idx="4290">
                  <c:v>44083</c:v>
                </c:pt>
                <c:pt idx="4291">
                  <c:v>44084</c:v>
                </c:pt>
                <c:pt idx="4292">
                  <c:v>44085</c:v>
                </c:pt>
                <c:pt idx="4293">
                  <c:v>44088</c:v>
                </c:pt>
                <c:pt idx="4294">
                  <c:v>44089</c:v>
                </c:pt>
                <c:pt idx="4295">
                  <c:v>44090</c:v>
                </c:pt>
                <c:pt idx="4296">
                  <c:v>44091</c:v>
                </c:pt>
                <c:pt idx="4297">
                  <c:v>44092</c:v>
                </c:pt>
                <c:pt idx="4298">
                  <c:v>44095</c:v>
                </c:pt>
                <c:pt idx="4299">
                  <c:v>44096</c:v>
                </c:pt>
                <c:pt idx="4300">
                  <c:v>44097</c:v>
                </c:pt>
                <c:pt idx="4301">
                  <c:v>44098</c:v>
                </c:pt>
                <c:pt idx="4302">
                  <c:v>44099</c:v>
                </c:pt>
                <c:pt idx="4303">
                  <c:v>44102</c:v>
                </c:pt>
                <c:pt idx="4304">
                  <c:v>44103</c:v>
                </c:pt>
                <c:pt idx="4305">
                  <c:v>44104</c:v>
                </c:pt>
                <c:pt idx="4306">
                  <c:v>44105</c:v>
                </c:pt>
                <c:pt idx="4307">
                  <c:v>44106</c:v>
                </c:pt>
                <c:pt idx="4308">
                  <c:v>44109</c:v>
                </c:pt>
                <c:pt idx="4309">
                  <c:v>44110</c:v>
                </c:pt>
                <c:pt idx="4310">
                  <c:v>44111</c:v>
                </c:pt>
                <c:pt idx="4311">
                  <c:v>44112</c:v>
                </c:pt>
                <c:pt idx="4312">
                  <c:v>44113</c:v>
                </c:pt>
                <c:pt idx="4313">
                  <c:v>44116</c:v>
                </c:pt>
                <c:pt idx="4314">
                  <c:v>44117</c:v>
                </c:pt>
                <c:pt idx="4315">
                  <c:v>44118</c:v>
                </c:pt>
                <c:pt idx="4316">
                  <c:v>44119</c:v>
                </c:pt>
                <c:pt idx="4317">
                  <c:v>44120</c:v>
                </c:pt>
                <c:pt idx="4318">
                  <c:v>44123</c:v>
                </c:pt>
                <c:pt idx="4319">
                  <c:v>44124</c:v>
                </c:pt>
                <c:pt idx="4320">
                  <c:v>44125</c:v>
                </c:pt>
                <c:pt idx="4321">
                  <c:v>44126</c:v>
                </c:pt>
                <c:pt idx="4322">
                  <c:v>44127</c:v>
                </c:pt>
                <c:pt idx="4323">
                  <c:v>44130</c:v>
                </c:pt>
                <c:pt idx="4324">
                  <c:v>44131</c:v>
                </c:pt>
                <c:pt idx="4325">
                  <c:v>44132</c:v>
                </c:pt>
                <c:pt idx="4326">
                  <c:v>44133</c:v>
                </c:pt>
                <c:pt idx="4327">
                  <c:v>44134</c:v>
                </c:pt>
                <c:pt idx="4328">
                  <c:v>44137</c:v>
                </c:pt>
                <c:pt idx="4329">
                  <c:v>44138</c:v>
                </c:pt>
                <c:pt idx="4330">
                  <c:v>44139</c:v>
                </c:pt>
                <c:pt idx="4331">
                  <c:v>44140</c:v>
                </c:pt>
                <c:pt idx="4332">
                  <c:v>44141</c:v>
                </c:pt>
                <c:pt idx="4333">
                  <c:v>44144</c:v>
                </c:pt>
                <c:pt idx="4334">
                  <c:v>44145</c:v>
                </c:pt>
                <c:pt idx="4335">
                  <c:v>44146</c:v>
                </c:pt>
                <c:pt idx="4336">
                  <c:v>44147</c:v>
                </c:pt>
                <c:pt idx="4337">
                  <c:v>44148</c:v>
                </c:pt>
                <c:pt idx="4338">
                  <c:v>44151</c:v>
                </c:pt>
                <c:pt idx="4339">
                  <c:v>44152</c:v>
                </c:pt>
                <c:pt idx="4340">
                  <c:v>44153</c:v>
                </c:pt>
                <c:pt idx="4341">
                  <c:v>44154</c:v>
                </c:pt>
                <c:pt idx="4342">
                  <c:v>44155</c:v>
                </c:pt>
                <c:pt idx="4343">
                  <c:v>44158</c:v>
                </c:pt>
                <c:pt idx="4344">
                  <c:v>44159</c:v>
                </c:pt>
                <c:pt idx="4345">
                  <c:v>44160</c:v>
                </c:pt>
                <c:pt idx="4346">
                  <c:v>44161</c:v>
                </c:pt>
                <c:pt idx="4347">
                  <c:v>44162</c:v>
                </c:pt>
                <c:pt idx="4348">
                  <c:v>44165</c:v>
                </c:pt>
                <c:pt idx="4349">
                  <c:v>44166</c:v>
                </c:pt>
                <c:pt idx="4350">
                  <c:v>44167</c:v>
                </c:pt>
                <c:pt idx="4351">
                  <c:v>44168</c:v>
                </c:pt>
                <c:pt idx="4352">
                  <c:v>44169</c:v>
                </c:pt>
                <c:pt idx="4353">
                  <c:v>44172</c:v>
                </c:pt>
                <c:pt idx="4354">
                  <c:v>44173</c:v>
                </c:pt>
                <c:pt idx="4355">
                  <c:v>44174</c:v>
                </c:pt>
                <c:pt idx="4356">
                  <c:v>44175</c:v>
                </c:pt>
                <c:pt idx="4357">
                  <c:v>44176</c:v>
                </c:pt>
                <c:pt idx="4358">
                  <c:v>44179</c:v>
                </c:pt>
                <c:pt idx="4359">
                  <c:v>44180</c:v>
                </c:pt>
                <c:pt idx="4360">
                  <c:v>44181</c:v>
                </c:pt>
                <c:pt idx="4361">
                  <c:v>44182</c:v>
                </c:pt>
                <c:pt idx="4362">
                  <c:v>44183</c:v>
                </c:pt>
                <c:pt idx="4363">
                  <c:v>44186</c:v>
                </c:pt>
                <c:pt idx="4364">
                  <c:v>44187</c:v>
                </c:pt>
                <c:pt idx="4365">
                  <c:v>44188</c:v>
                </c:pt>
                <c:pt idx="4366">
                  <c:v>44189</c:v>
                </c:pt>
                <c:pt idx="4367">
                  <c:v>44190</c:v>
                </c:pt>
                <c:pt idx="4368">
                  <c:v>44193</c:v>
                </c:pt>
                <c:pt idx="4369">
                  <c:v>44194</c:v>
                </c:pt>
                <c:pt idx="4370">
                  <c:v>44195</c:v>
                </c:pt>
                <c:pt idx="4371">
                  <c:v>44196</c:v>
                </c:pt>
                <c:pt idx="4372">
                  <c:v>44197</c:v>
                </c:pt>
                <c:pt idx="4373">
                  <c:v>44200</c:v>
                </c:pt>
                <c:pt idx="4374">
                  <c:v>44201</c:v>
                </c:pt>
                <c:pt idx="4375">
                  <c:v>44202</c:v>
                </c:pt>
                <c:pt idx="4376">
                  <c:v>44203</c:v>
                </c:pt>
                <c:pt idx="4377">
                  <c:v>44204</c:v>
                </c:pt>
                <c:pt idx="4378">
                  <c:v>44207</c:v>
                </c:pt>
                <c:pt idx="4379">
                  <c:v>44208</c:v>
                </c:pt>
                <c:pt idx="4380">
                  <c:v>44209</c:v>
                </c:pt>
                <c:pt idx="4381">
                  <c:v>44210</c:v>
                </c:pt>
                <c:pt idx="4382">
                  <c:v>44211</c:v>
                </c:pt>
                <c:pt idx="4383">
                  <c:v>44214</c:v>
                </c:pt>
                <c:pt idx="4384">
                  <c:v>44215</c:v>
                </c:pt>
                <c:pt idx="4385">
                  <c:v>44216</c:v>
                </c:pt>
                <c:pt idx="4386">
                  <c:v>44217</c:v>
                </c:pt>
                <c:pt idx="4387">
                  <c:v>44218</c:v>
                </c:pt>
                <c:pt idx="4388">
                  <c:v>44221</c:v>
                </c:pt>
                <c:pt idx="4389">
                  <c:v>44222</c:v>
                </c:pt>
                <c:pt idx="4390">
                  <c:v>44223</c:v>
                </c:pt>
                <c:pt idx="4391">
                  <c:v>44224</c:v>
                </c:pt>
                <c:pt idx="4392">
                  <c:v>44225</c:v>
                </c:pt>
                <c:pt idx="4393">
                  <c:v>44228</c:v>
                </c:pt>
                <c:pt idx="4394">
                  <c:v>44229</c:v>
                </c:pt>
                <c:pt idx="4395">
                  <c:v>44230</c:v>
                </c:pt>
                <c:pt idx="4396">
                  <c:v>44231</c:v>
                </c:pt>
                <c:pt idx="4397">
                  <c:v>44232</c:v>
                </c:pt>
                <c:pt idx="4398">
                  <c:v>44235</c:v>
                </c:pt>
                <c:pt idx="4399">
                  <c:v>44236</c:v>
                </c:pt>
                <c:pt idx="4400">
                  <c:v>44237</c:v>
                </c:pt>
                <c:pt idx="4401">
                  <c:v>44238</c:v>
                </c:pt>
                <c:pt idx="4402">
                  <c:v>44239</c:v>
                </c:pt>
                <c:pt idx="4403">
                  <c:v>44242</c:v>
                </c:pt>
                <c:pt idx="4404">
                  <c:v>44243</c:v>
                </c:pt>
                <c:pt idx="4405">
                  <c:v>44244</c:v>
                </c:pt>
                <c:pt idx="4406">
                  <c:v>44245</c:v>
                </c:pt>
                <c:pt idx="4407">
                  <c:v>44246</c:v>
                </c:pt>
                <c:pt idx="4408">
                  <c:v>44249</c:v>
                </c:pt>
                <c:pt idx="4409">
                  <c:v>44250</c:v>
                </c:pt>
                <c:pt idx="4410">
                  <c:v>44251</c:v>
                </c:pt>
                <c:pt idx="4411">
                  <c:v>44252</c:v>
                </c:pt>
                <c:pt idx="4412">
                  <c:v>44253</c:v>
                </c:pt>
                <c:pt idx="4413">
                  <c:v>44256</c:v>
                </c:pt>
                <c:pt idx="4414">
                  <c:v>44257</c:v>
                </c:pt>
                <c:pt idx="4415">
                  <c:v>44258</c:v>
                </c:pt>
                <c:pt idx="4416">
                  <c:v>44259</c:v>
                </c:pt>
                <c:pt idx="4417">
                  <c:v>44260</c:v>
                </c:pt>
                <c:pt idx="4418">
                  <c:v>44263</c:v>
                </c:pt>
                <c:pt idx="4419">
                  <c:v>44264</c:v>
                </c:pt>
                <c:pt idx="4420">
                  <c:v>44265</c:v>
                </c:pt>
                <c:pt idx="4421">
                  <c:v>44266</c:v>
                </c:pt>
                <c:pt idx="4422">
                  <c:v>44267</c:v>
                </c:pt>
                <c:pt idx="4423">
                  <c:v>44270</c:v>
                </c:pt>
                <c:pt idx="4424">
                  <c:v>44271</c:v>
                </c:pt>
                <c:pt idx="4425">
                  <c:v>44272</c:v>
                </c:pt>
                <c:pt idx="4426">
                  <c:v>44273</c:v>
                </c:pt>
                <c:pt idx="4427">
                  <c:v>44274</c:v>
                </c:pt>
                <c:pt idx="4428">
                  <c:v>44277</c:v>
                </c:pt>
                <c:pt idx="4429">
                  <c:v>44278</c:v>
                </c:pt>
                <c:pt idx="4430">
                  <c:v>44279</c:v>
                </c:pt>
                <c:pt idx="4431">
                  <c:v>44280</c:v>
                </c:pt>
                <c:pt idx="4432">
                  <c:v>44281</c:v>
                </c:pt>
                <c:pt idx="4433">
                  <c:v>44284</c:v>
                </c:pt>
                <c:pt idx="4434">
                  <c:v>44285</c:v>
                </c:pt>
                <c:pt idx="4435">
                  <c:v>44286</c:v>
                </c:pt>
                <c:pt idx="4436">
                  <c:v>44287</c:v>
                </c:pt>
                <c:pt idx="4437">
                  <c:v>44288</c:v>
                </c:pt>
                <c:pt idx="4438">
                  <c:v>44291</c:v>
                </c:pt>
                <c:pt idx="4439">
                  <c:v>44292</c:v>
                </c:pt>
                <c:pt idx="4440">
                  <c:v>44293</c:v>
                </c:pt>
                <c:pt idx="4441">
                  <c:v>44294</c:v>
                </c:pt>
                <c:pt idx="4442">
                  <c:v>44295</c:v>
                </c:pt>
                <c:pt idx="4443">
                  <c:v>44298</c:v>
                </c:pt>
                <c:pt idx="4444">
                  <c:v>44299</c:v>
                </c:pt>
                <c:pt idx="4445">
                  <c:v>44300</c:v>
                </c:pt>
                <c:pt idx="4446">
                  <c:v>44301</c:v>
                </c:pt>
                <c:pt idx="4447">
                  <c:v>44302</c:v>
                </c:pt>
                <c:pt idx="4448">
                  <c:v>44305</c:v>
                </c:pt>
                <c:pt idx="4449">
                  <c:v>44306</c:v>
                </c:pt>
                <c:pt idx="4450">
                  <c:v>44307</c:v>
                </c:pt>
                <c:pt idx="4451">
                  <c:v>44308</c:v>
                </c:pt>
                <c:pt idx="4452">
                  <c:v>44309</c:v>
                </c:pt>
                <c:pt idx="4453">
                  <c:v>44312</c:v>
                </c:pt>
                <c:pt idx="4454">
                  <c:v>44313</c:v>
                </c:pt>
                <c:pt idx="4455">
                  <c:v>44314</c:v>
                </c:pt>
                <c:pt idx="4456">
                  <c:v>44315</c:v>
                </c:pt>
                <c:pt idx="4457">
                  <c:v>44316</c:v>
                </c:pt>
                <c:pt idx="4458">
                  <c:v>44319</c:v>
                </c:pt>
                <c:pt idx="4459">
                  <c:v>44320</c:v>
                </c:pt>
                <c:pt idx="4460">
                  <c:v>44321</c:v>
                </c:pt>
                <c:pt idx="4461">
                  <c:v>44322</c:v>
                </c:pt>
                <c:pt idx="4462">
                  <c:v>44323</c:v>
                </c:pt>
                <c:pt idx="4463">
                  <c:v>44326</c:v>
                </c:pt>
                <c:pt idx="4464">
                  <c:v>44327</c:v>
                </c:pt>
                <c:pt idx="4465">
                  <c:v>44328</c:v>
                </c:pt>
                <c:pt idx="4466">
                  <c:v>44329</c:v>
                </c:pt>
                <c:pt idx="4467">
                  <c:v>44330</c:v>
                </c:pt>
                <c:pt idx="4468">
                  <c:v>44333</c:v>
                </c:pt>
                <c:pt idx="4469">
                  <c:v>44334</c:v>
                </c:pt>
                <c:pt idx="4470">
                  <c:v>44335</c:v>
                </c:pt>
                <c:pt idx="4471">
                  <c:v>44336</c:v>
                </c:pt>
                <c:pt idx="4472">
                  <c:v>44337</c:v>
                </c:pt>
                <c:pt idx="4473">
                  <c:v>44340</c:v>
                </c:pt>
                <c:pt idx="4474">
                  <c:v>44341</c:v>
                </c:pt>
                <c:pt idx="4475">
                  <c:v>44342</c:v>
                </c:pt>
                <c:pt idx="4476">
                  <c:v>44343</c:v>
                </c:pt>
                <c:pt idx="4477">
                  <c:v>44344</c:v>
                </c:pt>
                <c:pt idx="4478">
                  <c:v>44347</c:v>
                </c:pt>
                <c:pt idx="4479">
                  <c:v>44348</c:v>
                </c:pt>
                <c:pt idx="4480">
                  <c:v>44349</c:v>
                </c:pt>
                <c:pt idx="4481">
                  <c:v>44350</c:v>
                </c:pt>
                <c:pt idx="4482">
                  <c:v>44351</c:v>
                </c:pt>
                <c:pt idx="4483">
                  <c:v>44354</c:v>
                </c:pt>
                <c:pt idx="4484">
                  <c:v>44355</c:v>
                </c:pt>
                <c:pt idx="4485">
                  <c:v>44356</c:v>
                </c:pt>
                <c:pt idx="4486">
                  <c:v>44357</c:v>
                </c:pt>
                <c:pt idx="4487">
                  <c:v>44358</c:v>
                </c:pt>
                <c:pt idx="4488">
                  <c:v>44361</c:v>
                </c:pt>
                <c:pt idx="4489">
                  <c:v>44362</c:v>
                </c:pt>
                <c:pt idx="4490">
                  <c:v>44363</c:v>
                </c:pt>
                <c:pt idx="4491">
                  <c:v>44364</c:v>
                </c:pt>
                <c:pt idx="4492">
                  <c:v>44365</c:v>
                </c:pt>
                <c:pt idx="4493">
                  <c:v>44368</c:v>
                </c:pt>
                <c:pt idx="4494">
                  <c:v>44369</c:v>
                </c:pt>
                <c:pt idx="4495">
                  <c:v>44370</c:v>
                </c:pt>
                <c:pt idx="4496">
                  <c:v>44371</c:v>
                </c:pt>
                <c:pt idx="4497">
                  <c:v>44372</c:v>
                </c:pt>
                <c:pt idx="4498">
                  <c:v>44375</c:v>
                </c:pt>
                <c:pt idx="4499">
                  <c:v>44376</c:v>
                </c:pt>
                <c:pt idx="4500">
                  <c:v>44377</c:v>
                </c:pt>
                <c:pt idx="4501">
                  <c:v>44378</c:v>
                </c:pt>
                <c:pt idx="4502">
                  <c:v>44379</c:v>
                </c:pt>
                <c:pt idx="4503">
                  <c:v>44382</c:v>
                </c:pt>
                <c:pt idx="4504">
                  <c:v>44383</c:v>
                </c:pt>
                <c:pt idx="4505">
                  <c:v>44384</c:v>
                </c:pt>
                <c:pt idx="4506">
                  <c:v>44385</c:v>
                </c:pt>
                <c:pt idx="4507">
                  <c:v>44386</c:v>
                </c:pt>
                <c:pt idx="4508">
                  <c:v>44389</c:v>
                </c:pt>
                <c:pt idx="4509">
                  <c:v>44390</c:v>
                </c:pt>
                <c:pt idx="4510">
                  <c:v>44391</c:v>
                </c:pt>
                <c:pt idx="4511">
                  <c:v>44392</c:v>
                </c:pt>
                <c:pt idx="4512">
                  <c:v>44393</c:v>
                </c:pt>
                <c:pt idx="4513">
                  <c:v>44396</c:v>
                </c:pt>
                <c:pt idx="4514">
                  <c:v>44397</c:v>
                </c:pt>
                <c:pt idx="4515">
                  <c:v>44398</c:v>
                </c:pt>
                <c:pt idx="4516">
                  <c:v>44399</c:v>
                </c:pt>
                <c:pt idx="4517">
                  <c:v>44400</c:v>
                </c:pt>
                <c:pt idx="4518">
                  <c:v>44403</c:v>
                </c:pt>
                <c:pt idx="4519">
                  <c:v>44404</c:v>
                </c:pt>
                <c:pt idx="4520">
                  <c:v>44405</c:v>
                </c:pt>
                <c:pt idx="4521">
                  <c:v>44406</c:v>
                </c:pt>
                <c:pt idx="4522">
                  <c:v>44407</c:v>
                </c:pt>
                <c:pt idx="4523">
                  <c:v>44410</c:v>
                </c:pt>
                <c:pt idx="4524">
                  <c:v>44411</c:v>
                </c:pt>
                <c:pt idx="4525">
                  <c:v>44412</c:v>
                </c:pt>
                <c:pt idx="4526">
                  <c:v>44413</c:v>
                </c:pt>
                <c:pt idx="4527">
                  <c:v>44414</c:v>
                </c:pt>
                <c:pt idx="4528">
                  <c:v>44417</c:v>
                </c:pt>
                <c:pt idx="4529">
                  <c:v>44418</c:v>
                </c:pt>
                <c:pt idx="4530">
                  <c:v>44419</c:v>
                </c:pt>
                <c:pt idx="4531">
                  <c:v>44420</c:v>
                </c:pt>
                <c:pt idx="4532">
                  <c:v>44421</c:v>
                </c:pt>
                <c:pt idx="4533">
                  <c:v>44424</c:v>
                </c:pt>
                <c:pt idx="4534">
                  <c:v>44425</c:v>
                </c:pt>
                <c:pt idx="4535">
                  <c:v>44426</c:v>
                </c:pt>
                <c:pt idx="4536">
                  <c:v>44427</c:v>
                </c:pt>
                <c:pt idx="4537">
                  <c:v>44428</c:v>
                </c:pt>
                <c:pt idx="4538">
                  <c:v>44431</c:v>
                </c:pt>
                <c:pt idx="4539">
                  <c:v>44432</c:v>
                </c:pt>
                <c:pt idx="4540">
                  <c:v>44433</c:v>
                </c:pt>
                <c:pt idx="4541">
                  <c:v>44434</c:v>
                </c:pt>
                <c:pt idx="4542">
                  <c:v>44435</c:v>
                </c:pt>
                <c:pt idx="4543">
                  <c:v>44438</c:v>
                </c:pt>
                <c:pt idx="4544">
                  <c:v>44439</c:v>
                </c:pt>
                <c:pt idx="4545">
                  <c:v>44440</c:v>
                </c:pt>
                <c:pt idx="4546">
                  <c:v>44441</c:v>
                </c:pt>
                <c:pt idx="4547">
                  <c:v>44442</c:v>
                </c:pt>
                <c:pt idx="4548">
                  <c:v>44445</c:v>
                </c:pt>
                <c:pt idx="4549">
                  <c:v>44446</c:v>
                </c:pt>
                <c:pt idx="4550">
                  <c:v>44447</c:v>
                </c:pt>
                <c:pt idx="4551">
                  <c:v>44448</c:v>
                </c:pt>
                <c:pt idx="4552">
                  <c:v>44449</c:v>
                </c:pt>
                <c:pt idx="4553">
                  <c:v>44452</c:v>
                </c:pt>
                <c:pt idx="4554">
                  <c:v>44453</c:v>
                </c:pt>
                <c:pt idx="4555">
                  <c:v>44454</c:v>
                </c:pt>
                <c:pt idx="4556">
                  <c:v>44455</c:v>
                </c:pt>
                <c:pt idx="4557">
                  <c:v>44456</c:v>
                </c:pt>
                <c:pt idx="4558">
                  <c:v>44459</c:v>
                </c:pt>
                <c:pt idx="4559">
                  <c:v>44460</c:v>
                </c:pt>
                <c:pt idx="4560">
                  <c:v>44461</c:v>
                </c:pt>
                <c:pt idx="4561">
                  <c:v>44462</c:v>
                </c:pt>
                <c:pt idx="4562">
                  <c:v>44463</c:v>
                </c:pt>
                <c:pt idx="4563">
                  <c:v>44466</c:v>
                </c:pt>
                <c:pt idx="4564">
                  <c:v>44467</c:v>
                </c:pt>
                <c:pt idx="4565">
                  <c:v>44468</c:v>
                </c:pt>
                <c:pt idx="4566">
                  <c:v>44469</c:v>
                </c:pt>
                <c:pt idx="4567">
                  <c:v>44470</c:v>
                </c:pt>
                <c:pt idx="4568">
                  <c:v>44473</c:v>
                </c:pt>
                <c:pt idx="4569">
                  <c:v>44474</c:v>
                </c:pt>
                <c:pt idx="4570">
                  <c:v>44475</c:v>
                </c:pt>
                <c:pt idx="4571">
                  <c:v>44476</c:v>
                </c:pt>
                <c:pt idx="4572">
                  <c:v>44477</c:v>
                </c:pt>
                <c:pt idx="4573">
                  <c:v>44480</c:v>
                </c:pt>
                <c:pt idx="4574">
                  <c:v>44481</c:v>
                </c:pt>
                <c:pt idx="4575">
                  <c:v>44482</c:v>
                </c:pt>
                <c:pt idx="4576">
                  <c:v>44483</c:v>
                </c:pt>
                <c:pt idx="4577">
                  <c:v>44484</c:v>
                </c:pt>
                <c:pt idx="4578">
                  <c:v>44487</c:v>
                </c:pt>
                <c:pt idx="4579">
                  <c:v>44488</c:v>
                </c:pt>
                <c:pt idx="4580">
                  <c:v>44489</c:v>
                </c:pt>
                <c:pt idx="4581">
                  <c:v>44490</c:v>
                </c:pt>
                <c:pt idx="4582">
                  <c:v>44491</c:v>
                </c:pt>
                <c:pt idx="4583">
                  <c:v>44494</c:v>
                </c:pt>
                <c:pt idx="4584">
                  <c:v>44495</c:v>
                </c:pt>
                <c:pt idx="4585">
                  <c:v>44496</c:v>
                </c:pt>
                <c:pt idx="4586">
                  <c:v>44497</c:v>
                </c:pt>
                <c:pt idx="4587">
                  <c:v>44498</c:v>
                </c:pt>
                <c:pt idx="4588">
                  <c:v>44501</c:v>
                </c:pt>
                <c:pt idx="4589">
                  <c:v>44502</c:v>
                </c:pt>
                <c:pt idx="4590">
                  <c:v>44503</c:v>
                </c:pt>
                <c:pt idx="4591">
                  <c:v>44504</c:v>
                </c:pt>
                <c:pt idx="4592">
                  <c:v>44505</c:v>
                </c:pt>
                <c:pt idx="4593">
                  <c:v>44508</c:v>
                </c:pt>
                <c:pt idx="4594">
                  <c:v>44509</c:v>
                </c:pt>
                <c:pt idx="4595">
                  <c:v>44510</c:v>
                </c:pt>
                <c:pt idx="4596">
                  <c:v>44511</c:v>
                </c:pt>
                <c:pt idx="4597">
                  <c:v>44512</c:v>
                </c:pt>
                <c:pt idx="4598">
                  <c:v>44515</c:v>
                </c:pt>
                <c:pt idx="4599">
                  <c:v>44516</c:v>
                </c:pt>
                <c:pt idx="4600">
                  <c:v>44517</c:v>
                </c:pt>
                <c:pt idx="4601">
                  <c:v>44518</c:v>
                </c:pt>
                <c:pt idx="4602">
                  <c:v>44519</c:v>
                </c:pt>
                <c:pt idx="4603">
                  <c:v>44522</c:v>
                </c:pt>
                <c:pt idx="4604">
                  <c:v>44523</c:v>
                </c:pt>
                <c:pt idx="4605">
                  <c:v>44524</c:v>
                </c:pt>
                <c:pt idx="4606">
                  <c:v>44525</c:v>
                </c:pt>
                <c:pt idx="4607">
                  <c:v>44526</c:v>
                </c:pt>
                <c:pt idx="4608">
                  <c:v>44529</c:v>
                </c:pt>
                <c:pt idx="4609">
                  <c:v>44530</c:v>
                </c:pt>
                <c:pt idx="4610">
                  <c:v>44531</c:v>
                </c:pt>
                <c:pt idx="4611">
                  <c:v>44532</c:v>
                </c:pt>
                <c:pt idx="4612">
                  <c:v>44533</c:v>
                </c:pt>
                <c:pt idx="4613">
                  <c:v>44536</c:v>
                </c:pt>
                <c:pt idx="4614">
                  <c:v>44537</c:v>
                </c:pt>
                <c:pt idx="4615">
                  <c:v>44538</c:v>
                </c:pt>
                <c:pt idx="4616">
                  <c:v>44539</c:v>
                </c:pt>
                <c:pt idx="4617">
                  <c:v>44540</c:v>
                </c:pt>
                <c:pt idx="4618">
                  <c:v>44543</c:v>
                </c:pt>
                <c:pt idx="4619">
                  <c:v>44544</c:v>
                </c:pt>
                <c:pt idx="4620">
                  <c:v>44545</c:v>
                </c:pt>
                <c:pt idx="4621">
                  <c:v>44546</c:v>
                </c:pt>
                <c:pt idx="4622">
                  <c:v>44547</c:v>
                </c:pt>
                <c:pt idx="4623">
                  <c:v>44550</c:v>
                </c:pt>
                <c:pt idx="4624">
                  <c:v>44551</c:v>
                </c:pt>
                <c:pt idx="4625">
                  <c:v>44552</c:v>
                </c:pt>
                <c:pt idx="4626">
                  <c:v>44553</c:v>
                </c:pt>
                <c:pt idx="4627">
                  <c:v>44554</c:v>
                </c:pt>
                <c:pt idx="4628">
                  <c:v>44557</c:v>
                </c:pt>
                <c:pt idx="4629">
                  <c:v>44558</c:v>
                </c:pt>
                <c:pt idx="4630">
                  <c:v>44559</c:v>
                </c:pt>
                <c:pt idx="4631">
                  <c:v>44560</c:v>
                </c:pt>
                <c:pt idx="4632">
                  <c:v>44561</c:v>
                </c:pt>
                <c:pt idx="4633">
                  <c:v>44564</c:v>
                </c:pt>
                <c:pt idx="4634">
                  <c:v>44565</c:v>
                </c:pt>
                <c:pt idx="4635">
                  <c:v>44566</c:v>
                </c:pt>
                <c:pt idx="4636">
                  <c:v>44567</c:v>
                </c:pt>
                <c:pt idx="4637">
                  <c:v>44568</c:v>
                </c:pt>
                <c:pt idx="4638">
                  <c:v>44571</c:v>
                </c:pt>
                <c:pt idx="4639">
                  <c:v>44572</c:v>
                </c:pt>
                <c:pt idx="4640">
                  <c:v>44573</c:v>
                </c:pt>
                <c:pt idx="4641">
                  <c:v>44574</c:v>
                </c:pt>
                <c:pt idx="4642">
                  <c:v>44575</c:v>
                </c:pt>
                <c:pt idx="4643">
                  <c:v>44578</c:v>
                </c:pt>
                <c:pt idx="4644">
                  <c:v>44579</c:v>
                </c:pt>
                <c:pt idx="4645">
                  <c:v>44580</c:v>
                </c:pt>
                <c:pt idx="4646">
                  <c:v>44581</c:v>
                </c:pt>
                <c:pt idx="4647">
                  <c:v>44582</c:v>
                </c:pt>
                <c:pt idx="4648">
                  <c:v>44585</c:v>
                </c:pt>
                <c:pt idx="4649">
                  <c:v>44586</c:v>
                </c:pt>
                <c:pt idx="4650">
                  <c:v>44587</c:v>
                </c:pt>
                <c:pt idx="4651">
                  <c:v>44588</c:v>
                </c:pt>
                <c:pt idx="4652">
                  <c:v>44589</c:v>
                </c:pt>
                <c:pt idx="4653">
                  <c:v>44592</c:v>
                </c:pt>
                <c:pt idx="4654">
                  <c:v>44593</c:v>
                </c:pt>
                <c:pt idx="4655">
                  <c:v>44594</c:v>
                </c:pt>
                <c:pt idx="4656">
                  <c:v>44595</c:v>
                </c:pt>
                <c:pt idx="4657">
                  <c:v>44596</c:v>
                </c:pt>
                <c:pt idx="4658">
                  <c:v>44599</c:v>
                </c:pt>
                <c:pt idx="4659">
                  <c:v>44600</c:v>
                </c:pt>
                <c:pt idx="4660">
                  <c:v>44601</c:v>
                </c:pt>
                <c:pt idx="4661">
                  <c:v>44602</c:v>
                </c:pt>
                <c:pt idx="4662">
                  <c:v>44603</c:v>
                </c:pt>
                <c:pt idx="4663">
                  <c:v>44606</c:v>
                </c:pt>
                <c:pt idx="4664">
                  <c:v>44607</c:v>
                </c:pt>
                <c:pt idx="4665">
                  <c:v>44608</c:v>
                </c:pt>
                <c:pt idx="4666">
                  <c:v>44609</c:v>
                </c:pt>
                <c:pt idx="4667">
                  <c:v>44610</c:v>
                </c:pt>
                <c:pt idx="4668">
                  <c:v>44613</c:v>
                </c:pt>
                <c:pt idx="4669">
                  <c:v>44614</c:v>
                </c:pt>
                <c:pt idx="4670">
                  <c:v>44615</c:v>
                </c:pt>
                <c:pt idx="4671">
                  <c:v>44616</c:v>
                </c:pt>
                <c:pt idx="4672">
                  <c:v>44617</c:v>
                </c:pt>
                <c:pt idx="4673">
                  <c:v>44620</c:v>
                </c:pt>
                <c:pt idx="4674">
                  <c:v>44621</c:v>
                </c:pt>
                <c:pt idx="4675">
                  <c:v>44622</c:v>
                </c:pt>
                <c:pt idx="4676">
                  <c:v>44623</c:v>
                </c:pt>
                <c:pt idx="4677">
                  <c:v>44624</c:v>
                </c:pt>
                <c:pt idx="4678">
                  <c:v>44627</c:v>
                </c:pt>
                <c:pt idx="4679">
                  <c:v>44628</c:v>
                </c:pt>
                <c:pt idx="4680">
                  <c:v>44629</c:v>
                </c:pt>
                <c:pt idx="4681">
                  <c:v>44630</c:v>
                </c:pt>
                <c:pt idx="4682">
                  <c:v>44631</c:v>
                </c:pt>
                <c:pt idx="4683">
                  <c:v>44634</c:v>
                </c:pt>
                <c:pt idx="4684">
                  <c:v>44635</c:v>
                </c:pt>
                <c:pt idx="4685">
                  <c:v>44636</c:v>
                </c:pt>
                <c:pt idx="4686">
                  <c:v>44637</c:v>
                </c:pt>
                <c:pt idx="4687">
                  <c:v>44638</c:v>
                </c:pt>
                <c:pt idx="4688">
                  <c:v>44641</c:v>
                </c:pt>
                <c:pt idx="4689">
                  <c:v>44642</c:v>
                </c:pt>
                <c:pt idx="4690">
                  <c:v>44643</c:v>
                </c:pt>
                <c:pt idx="4691">
                  <c:v>44644</c:v>
                </c:pt>
                <c:pt idx="4692">
                  <c:v>44645</c:v>
                </c:pt>
                <c:pt idx="4693">
                  <c:v>44648</c:v>
                </c:pt>
                <c:pt idx="4694">
                  <c:v>44649</c:v>
                </c:pt>
                <c:pt idx="4695">
                  <c:v>44650</c:v>
                </c:pt>
                <c:pt idx="4696">
                  <c:v>44651</c:v>
                </c:pt>
                <c:pt idx="4697">
                  <c:v>44652</c:v>
                </c:pt>
                <c:pt idx="4698">
                  <c:v>44655</c:v>
                </c:pt>
                <c:pt idx="4699">
                  <c:v>44656</c:v>
                </c:pt>
                <c:pt idx="4700">
                  <c:v>44657</c:v>
                </c:pt>
                <c:pt idx="4701">
                  <c:v>44658</c:v>
                </c:pt>
                <c:pt idx="4702">
                  <c:v>44659</c:v>
                </c:pt>
                <c:pt idx="4703">
                  <c:v>44662</c:v>
                </c:pt>
                <c:pt idx="4704">
                  <c:v>44663</c:v>
                </c:pt>
                <c:pt idx="4705">
                  <c:v>44664</c:v>
                </c:pt>
                <c:pt idx="4706">
                  <c:v>44665</c:v>
                </c:pt>
                <c:pt idx="4707">
                  <c:v>44666</c:v>
                </c:pt>
                <c:pt idx="4708">
                  <c:v>44669</c:v>
                </c:pt>
                <c:pt idx="4709">
                  <c:v>44670</c:v>
                </c:pt>
                <c:pt idx="4710">
                  <c:v>44671</c:v>
                </c:pt>
                <c:pt idx="4711">
                  <c:v>44672</c:v>
                </c:pt>
                <c:pt idx="4712">
                  <c:v>44673</c:v>
                </c:pt>
                <c:pt idx="4713">
                  <c:v>44676</c:v>
                </c:pt>
                <c:pt idx="4714">
                  <c:v>44677</c:v>
                </c:pt>
                <c:pt idx="4715">
                  <c:v>44678</c:v>
                </c:pt>
                <c:pt idx="4716">
                  <c:v>44679</c:v>
                </c:pt>
                <c:pt idx="4717">
                  <c:v>44680</c:v>
                </c:pt>
                <c:pt idx="4718">
                  <c:v>44683</c:v>
                </c:pt>
                <c:pt idx="4719">
                  <c:v>44684</c:v>
                </c:pt>
                <c:pt idx="4720">
                  <c:v>44685</c:v>
                </c:pt>
                <c:pt idx="4721">
                  <c:v>44686</c:v>
                </c:pt>
                <c:pt idx="4722">
                  <c:v>44687</c:v>
                </c:pt>
                <c:pt idx="4723">
                  <c:v>44690</c:v>
                </c:pt>
                <c:pt idx="4724">
                  <c:v>44691</c:v>
                </c:pt>
                <c:pt idx="4725">
                  <c:v>44692</c:v>
                </c:pt>
                <c:pt idx="4726">
                  <c:v>44693</c:v>
                </c:pt>
                <c:pt idx="4727">
                  <c:v>44694</c:v>
                </c:pt>
                <c:pt idx="4728">
                  <c:v>44697</c:v>
                </c:pt>
                <c:pt idx="4729">
                  <c:v>44698</c:v>
                </c:pt>
                <c:pt idx="4730">
                  <c:v>44699</c:v>
                </c:pt>
                <c:pt idx="4731">
                  <c:v>44700</c:v>
                </c:pt>
                <c:pt idx="4732">
                  <c:v>44701</c:v>
                </c:pt>
                <c:pt idx="4733">
                  <c:v>44704</c:v>
                </c:pt>
                <c:pt idx="4734">
                  <c:v>44705</c:v>
                </c:pt>
                <c:pt idx="4735">
                  <c:v>44706</c:v>
                </c:pt>
                <c:pt idx="4736">
                  <c:v>44707</c:v>
                </c:pt>
                <c:pt idx="4737">
                  <c:v>44708</c:v>
                </c:pt>
                <c:pt idx="4738">
                  <c:v>44711</c:v>
                </c:pt>
                <c:pt idx="4739">
                  <c:v>44712</c:v>
                </c:pt>
                <c:pt idx="4740">
                  <c:v>44713</c:v>
                </c:pt>
                <c:pt idx="4741">
                  <c:v>44714</c:v>
                </c:pt>
                <c:pt idx="4742">
                  <c:v>44715</c:v>
                </c:pt>
                <c:pt idx="4743">
                  <c:v>44718</c:v>
                </c:pt>
                <c:pt idx="4744">
                  <c:v>44719</c:v>
                </c:pt>
                <c:pt idx="4745">
                  <c:v>44720</c:v>
                </c:pt>
                <c:pt idx="4746">
                  <c:v>44721</c:v>
                </c:pt>
                <c:pt idx="4747">
                  <c:v>44722</c:v>
                </c:pt>
                <c:pt idx="4748">
                  <c:v>44725</c:v>
                </c:pt>
                <c:pt idx="4749">
                  <c:v>44726</c:v>
                </c:pt>
                <c:pt idx="4750">
                  <c:v>44727</c:v>
                </c:pt>
                <c:pt idx="4751">
                  <c:v>44728</c:v>
                </c:pt>
                <c:pt idx="4752">
                  <c:v>44729</c:v>
                </c:pt>
                <c:pt idx="4753">
                  <c:v>44732</c:v>
                </c:pt>
                <c:pt idx="4754">
                  <c:v>44733</c:v>
                </c:pt>
                <c:pt idx="4755">
                  <c:v>44734</c:v>
                </c:pt>
                <c:pt idx="4756">
                  <c:v>44735</c:v>
                </c:pt>
                <c:pt idx="4757">
                  <c:v>44736</c:v>
                </c:pt>
                <c:pt idx="4758">
                  <c:v>44739</c:v>
                </c:pt>
                <c:pt idx="4759">
                  <c:v>44740</c:v>
                </c:pt>
                <c:pt idx="4760">
                  <c:v>44741</c:v>
                </c:pt>
                <c:pt idx="4761">
                  <c:v>44742</c:v>
                </c:pt>
                <c:pt idx="4762">
                  <c:v>44743</c:v>
                </c:pt>
                <c:pt idx="4763">
                  <c:v>44747</c:v>
                </c:pt>
                <c:pt idx="4764">
                  <c:v>44748</c:v>
                </c:pt>
                <c:pt idx="4765">
                  <c:v>44749</c:v>
                </c:pt>
                <c:pt idx="4766">
                  <c:v>44750</c:v>
                </c:pt>
                <c:pt idx="4767">
                  <c:v>44753</c:v>
                </c:pt>
                <c:pt idx="4768">
                  <c:v>44754</c:v>
                </c:pt>
                <c:pt idx="4769">
                  <c:v>44755</c:v>
                </c:pt>
                <c:pt idx="4770">
                  <c:v>44756</c:v>
                </c:pt>
                <c:pt idx="4771">
                  <c:v>44757</c:v>
                </c:pt>
                <c:pt idx="4772">
                  <c:v>44760</c:v>
                </c:pt>
                <c:pt idx="4773">
                  <c:v>44761</c:v>
                </c:pt>
                <c:pt idx="4774">
                  <c:v>44762</c:v>
                </c:pt>
                <c:pt idx="4775">
                  <c:v>44763</c:v>
                </c:pt>
                <c:pt idx="4776">
                  <c:v>44764</c:v>
                </c:pt>
                <c:pt idx="4777">
                  <c:v>44767</c:v>
                </c:pt>
                <c:pt idx="4778">
                  <c:v>44768</c:v>
                </c:pt>
                <c:pt idx="4779">
                  <c:v>44769</c:v>
                </c:pt>
                <c:pt idx="4780">
                  <c:v>44770</c:v>
                </c:pt>
                <c:pt idx="4781">
                  <c:v>44771</c:v>
                </c:pt>
                <c:pt idx="4782">
                  <c:v>44774</c:v>
                </c:pt>
                <c:pt idx="4783">
                  <c:v>44775</c:v>
                </c:pt>
                <c:pt idx="4784">
                  <c:v>44776</c:v>
                </c:pt>
                <c:pt idx="4785">
                  <c:v>44777</c:v>
                </c:pt>
                <c:pt idx="4786">
                  <c:v>44778</c:v>
                </c:pt>
                <c:pt idx="4787">
                  <c:v>44781</c:v>
                </c:pt>
                <c:pt idx="4788">
                  <c:v>44782</c:v>
                </c:pt>
                <c:pt idx="4789">
                  <c:v>44783</c:v>
                </c:pt>
                <c:pt idx="4790">
                  <c:v>44784</c:v>
                </c:pt>
                <c:pt idx="4791">
                  <c:v>44785</c:v>
                </c:pt>
                <c:pt idx="4792">
                  <c:v>44788</c:v>
                </c:pt>
                <c:pt idx="4793">
                  <c:v>44789</c:v>
                </c:pt>
                <c:pt idx="4794">
                  <c:v>44790</c:v>
                </c:pt>
                <c:pt idx="4795">
                  <c:v>44791</c:v>
                </c:pt>
                <c:pt idx="4796">
                  <c:v>44792</c:v>
                </c:pt>
                <c:pt idx="4797">
                  <c:v>44795</c:v>
                </c:pt>
                <c:pt idx="4798">
                  <c:v>44796</c:v>
                </c:pt>
                <c:pt idx="4799">
                  <c:v>44797</c:v>
                </c:pt>
                <c:pt idx="4800">
                  <c:v>44798</c:v>
                </c:pt>
                <c:pt idx="4801">
                  <c:v>44799</c:v>
                </c:pt>
                <c:pt idx="4802">
                  <c:v>44802</c:v>
                </c:pt>
                <c:pt idx="4803">
                  <c:v>44803</c:v>
                </c:pt>
                <c:pt idx="4804">
                  <c:v>44804</c:v>
                </c:pt>
                <c:pt idx="4805">
                  <c:v>44805</c:v>
                </c:pt>
                <c:pt idx="4806">
                  <c:v>44806</c:v>
                </c:pt>
                <c:pt idx="4807">
                  <c:v>44809</c:v>
                </c:pt>
                <c:pt idx="4808">
                  <c:v>44810</c:v>
                </c:pt>
                <c:pt idx="4809">
                  <c:v>44811</c:v>
                </c:pt>
                <c:pt idx="4810">
                  <c:v>44812</c:v>
                </c:pt>
                <c:pt idx="4811">
                  <c:v>44813</c:v>
                </c:pt>
                <c:pt idx="4812">
                  <c:v>44816</c:v>
                </c:pt>
                <c:pt idx="4813">
                  <c:v>44817</c:v>
                </c:pt>
                <c:pt idx="4814">
                  <c:v>44818</c:v>
                </c:pt>
                <c:pt idx="4815">
                  <c:v>44819</c:v>
                </c:pt>
                <c:pt idx="4816">
                  <c:v>44820</c:v>
                </c:pt>
                <c:pt idx="4817">
                  <c:v>44823</c:v>
                </c:pt>
                <c:pt idx="4818">
                  <c:v>44824</c:v>
                </c:pt>
                <c:pt idx="4819">
                  <c:v>44825</c:v>
                </c:pt>
                <c:pt idx="4820">
                  <c:v>44826</c:v>
                </c:pt>
                <c:pt idx="4821">
                  <c:v>44827</c:v>
                </c:pt>
                <c:pt idx="4822">
                  <c:v>44830</c:v>
                </c:pt>
                <c:pt idx="4823">
                  <c:v>44831</c:v>
                </c:pt>
                <c:pt idx="4824">
                  <c:v>44832</c:v>
                </c:pt>
                <c:pt idx="4825">
                  <c:v>44833</c:v>
                </c:pt>
                <c:pt idx="4826">
                  <c:v>44834</c:v>
                </c:pt>
                <c:pt idx="4827">
                  <c:v>44837</c:v>
                </c:pt>
                <c:pt idx="4828">
                  <c:v>44838</c:v>
                </c:pt>
                <c:pt idx="4829">
                  <c:v>44839</c:v>
                </c:pt>
                <c:pt idx="4830">
                  <c:v>44840</c:v>
                </c:pt>
                <c:pt idx="4831">
                  <c:v>44841</c:v>
                </c:pt>
                <c:pt idx="4832">
                  <c:v>44844</c:v>
                </c:pt>
                <c:pt idx="4833">
                  <c:v>44845</c:v>
                </c:pt>
                <c:pt idx="4834">
                  <c:v>44846</c:v>
                </c:pt>
                <c:pt idx="4835">
                  <c:v>44847</c:v>
                </c:pt>
                <c:pt idx="4836">
                  <c:v>44848</c:v>
                </c:pt>
                <c:pt idx="4837">
                  <c:v>44851</c:v>
                </c:pt>
                <c:pt idx="4838">
                  <c:v>44852</c:v>
                </c:pt>
                <c:pt idx="4839">
                  <c:v>44853</c:v>
                </c:pt>
                <c:pt idx="4840">
                  <c:v>44854</c:v>
                </c:pt>
                <c:pt idx="4841">
                  <c:v>44855</c:v>
                </c:pt>
                <c:pt idx="4842">
                  <c:v>44858</c:v>
                </c:pt>
                <c:pt idx="4843">
                  <c:v>44859</c:v>
                </c:pt>
                <c:pt idx="4844">
                  <c:v>44860</c:v>
                </c:pt>
                <c:pt idx="4845">
                  <c:v>44861</c:v>
                </c:pt>
                <c:pt idx="4846">
                  <c:v>44862</c:v>
                </c:pt>
                <c:pt idx="4847">
                  <c:v>44865</c:v>
                </c:pt>
                <c:pt idx="4848">
                  <c:v>44866</c:v>
                </c:pt>
                <c:pt idx="4849">
                  <c:v>44867</c:v>
                </c:pt>
                <c:pt idx="4850">
                  <c:v>44868</c:v>
                </c:pt>
                <c:pt idx="4851">
                  <c:v>44869</c:v>
                </c:pt>
                <c:pt idx="4852">
                  <c:v>44872</c:v>
                </c:pt>
                <c:pt idx="4853">
                  <c:v>44873</c:v>
                </c:pt>
                <c:pt idx="4854">
                  <c:v>44874</c:v>
                </c:pt>
                <c:pt idx="4855">
                  <c:v>44875</c:v>
                </c:pt>
                <c:pt idx="4856">
                  <c:v>44876</c:v>
                </c:pt>
                <c:pt idx="4857">
                  <c:v>44879</c:v>
                </c:pt>
                <c:pt idx="4858">
                  <c:v>44880</c:v>
                </c:pt>
                <c:pt idx="4859">
                  <c:v>44881</c:v>
                </c:pt>
                <c:pt idx="4860">
                  <c:v>44882</c:v>
                </c:pt>
                <c:pt idx="4861">
                  <c:v>44883</c:v>
                </c:pt>
                <c:pt idx="4862">
                  <c:v>44886</c:v>
                </c:pt>
                <c:pt idx="4863">
                  <c:v>44887</c:v>
                </c:pt>
                <c:pt idx="4864">
                  <c:v>44888</c:v>
                </c:pt>
                <c:pt idx="4865">
                  <c:v>44889</c:v>
                </c:pt>
                <c:pt idx="4866">
                  <c:v>44890</c:v>
                </c:pt>
                <c:pt idx="4867">
                  <c:v>44893</c:v>
                </c:pt>
                <c:pt idx="4868">
                  <c:v>44894</c:v>
                </c:pt>
                <c:pt idx="4869">
                  <c:v>44895</c:v>
                </c:pt>
                <c:pt idx="4870">
                  <c:v>44896</c:v>
                </c:pt>
                <c:pt idx="4871">
                  <c:v>44897</c:v>
                </c:pt>
                <c:pt idx="4872">
                  <c:v>44900</c:v>
                </c:pt>
                <c:pt idx="4873">
                  <c:v>44901</c:v>
                </c:pt>
                <c:pt idx="4874">
                  <c:v>44902</c:v>
                </c:pt>
                <c:pt idx="4875">
                  <c:v>44903</c:v>
                </c:pt>
                <c:pt idx="4876">
                  <c:v>44904</c:v>
                </c:pt>
                <c:pt idx="4877">
                  <c:v>44907</c:v>
                </c:pt>
                <c:pt idx="4878">
                  <c:v>44908</c:v>
                </c:pt>
                <c:pt idx="4879">
                  <c:v>44909</c:v>
                </c:pt>
                <c:pt idx="4880">
                  <c:v>44910</c:v>
                </c:pt>
                <c:pt idx="4881">
                  <c:v>44911</c:v>
                </c:pt>
                <c:pt idx="4882">
                  <c:v>44914</c:v>
                </c:pt>
                <c:pt idx="4883">
                  <c:v>44915</c:v>
                </c:pt>
                <c:pt idx="4884">
                  <c:v>44916</c:v>
                </c:pt>
                <c:pt idx="4885">
                  <c:v>44917</c:v>
                </c:pt>
                <c:pt idx="4886">
                  <c:v>44918</c:v>
                </c:pt>
                <c:pt idx="4887">
                  <c:v>44921</c:v>
                </c:pt>
                <c:pt idx="4888">
                  <c:v>44922</c:v>
                </c:pt>
                <c:pt idx="4889">
                  <c:v>44923</c:v>
                </c:pt>
                <c:pt idx="4890">
                  <c:v>44924</c:v>
                </c:pt>
                <c:pt idx="4891">
                  <c:v>44925</c:v>
                </c:pt>
                <c:pt idx="4892">
                  <c:v>44928</c:v>
                </c:pt>
                <c:pt idx="4893">
                  <c:v>44929</c:v>
                </c:pt>
                <c:pt idx="4894">
                  <c:v>44930</c:v>
                </c:pt>
                <c:pt idx="4895">
                  <c:v>44931</c:v>
                </c:pt>
                <c:pt idx="4896">
                  <c:v>44932</c:v>
                </c:pt>
                <c:pt idx="4897">
                  <c:v>44935</c:v>
                </c:pt>
                <c:pt idx="4898">
                  <c:v>44936</c:v>
                </c:pt>
                <c:pt idx="4899">
                  <c:v>44937</c:v>
                </c:pt>
                <c:pt idx="4900">
                  <c:v>44938</c:v>
                </c:pt>
                <c:pt idx="4901">
                  <c:v>44939</c:v>
                </c:pt>
                <c:pt idx="4902">
                  <c:v>44942</c:v>
                </c:pt>
                <c:pt idx="4903">
                  <c:v>44943</c:v>
                </c:pt>
                <c:pt idx="4904">
                  <c:v>44944</c:v>
                </c:pt>
                <c:pt idx="4905">
                  <c:v>44945</c:v>
                </c:pt>
                <c:pt idx="4906">
                  <c:v>44946</c:v>
                </c:pt>
                <c:pt idx="4907">
                  <c:v>44949</c:v>
                </c:pt>
                <c:pt idx="4908">
                  <c:v>44950</c:v>
                </c:pt>
                <c:pt idx="4909">
                  <c:v>44951</c:v>
                </c:pt>
                <c:pt idx="4910">
                  <c:v>44952</c:v>
                </c:pt>
                <c:pt idx="4911">
                  <c:v>44953</c:v>
                </c:pt>
                <c:pt idx="4912">
                  <c:v>44956</c:v>
                </c:pt>
                <c:pt idx="4913">
                  <c:v>44957</c:v>
                </c:pt>
                <c:pt idx="4914">
                  <c:v>44958</c:v>
                </c:pt>
                <c:pt idx="4915">
                  <c:v>44959</c:v>
                </c:pt>
                <c:pt idx="4916">
                  <c:v>44960</c:v>
                </c:pt>
                <c:pt idx="4917">
                  <c:v>44963</c:v>
                </c:pt>
                <c:pt idx="4918">
                  <c:v>44964</c:v>
                </c:pt>
                <c:pt idx="4919">
                  <c:v>44965</c:v>
                </c:pt>
                <c:pt idx="4920">
                  <c:v>44966</c:v>
                </c:pt>
                <c:pt idx="4921">
                  <c:v>44967</c:v>
                </c:pt>
                <c:pt idx="4922">
                  <c:v>44970</c:v>
                </c:pt>
                <c:pt idx="4923">
                  <c:v>44971</c:v>
                </c:pt>
                <c:pt idx="4924">
                  <c:v>44972</c:v>
                </c:pt>
                <c:pt idx="4925">
                  <c:v>44973</c:v>
                </c:pt>
                <c:pt idx="4926">
                  <c:v>44974</c:v>
                </c:pt>
                <c:pt idx="4927">
                  <c:v>44977</c:v>
                </c:pt>
                <c:pt idx="4928">
                  <c:v>44978</c:v>
                </c:pt>
                <c:pt idx="4929">
                  <c:v>44979</c:v>
                </c:pt>
                <c:pt idx="4930">
                  <c:v>44980</c:v>
                </c:pt>
                <c:pt idx="4931">
                  <c:v>44981</c:v>
                </c:pt>
                <c:pt idx="4932">
                  <c:v>44984</c:v>
                </c:pt>
                <c:pt idx="4933">
                  <c:v>44985</c:v>
                </c:pt>
                <c:pt idx="4934">
                  <c:v>44986</c:v>
                </c:pt>
                <c:pt idx="4935">
                  <c:v>44987</c:v>
                </c:pt>
                <c:pt idx="4936">
                  <c:v>44988</c:v>
                </c:pt>
                <c:pt idx="4937">
                  <c:v>44991</c:v>
                </c:pt>
                <c:pt idx="4938">
                  <c:v>44992</c:v>
                </c:pt>
                <c:pt idx="4939">
                  <c:v>44993</c:v>
                </c:pt>
                <c:pt idx="4940">
                  <c:v>44994</c:v>
                </c:pt>
                <c:pt idx="4941">
                  <c:v>44995</c:v>
                </c:pt>
                <c:pt idx="4942">
                  <c:v>44998</c:v>
                </c:pt>
                <c:pt idx="4943">
                  <c:v>44999</c:v>
                </c:pt>
                <c:pt idx="4944">
                  <c:v>45000</c:v>
                </c:pt>
                <c:pt idx="4945">
                  <c:v>45001</c:v>
                </c:pt>
                <c:pt idx="4946">
                  <c:v>45002</c:v>
                </c:pt>
                <c:pt idx="4947">
                  <c:v>45005</c:v>
                </c:pt>
                <c:pt idx="4948">
                  <c:v>45006</c:v>
                </c:pt>
                <c:pt idx="4949">
                  <c:v>45007</c:v>
                </c:pt>
                <c:pt idx="4950">
                  <c:v>45008</c:v>
                </c:pt>
                <c:pt idx="4951">
                  <c:v>45009</c:v>
                </c:pt>
                <c:pt idx="4952">
                  <c:v>45012</c:v>
                </c:pt>
                <c:pt idx="4953">
                  <c:v>45013</c:v>
                </c:pt>
                <c:pt idx="4954">
                  <c:v>45014</c:v>
                </c:pt>
                <c:pt idx="4955">
                  <c:v>45015</c:v>
                </c:pt>
                <c:pt idx="4956">
                  <c:v>45016</c:v>
                </c:pt>
                <c:pt idx="4957">
                  <c:v>45019</c:v>
                </c:pt>
                <c:pt idx="4958">
                  <c:v>45020</c:v>
                </c:pt>
                <c:pt idx="4959">
                  <c:v>45021</c:v>
                </c:pt>
                <c:pt idx="4960">
                  <c:v>45022</c:v>
                </c:pt>
                <c:pt idx="4961">
                  <c:v>45023</c:v>
                </c:pt>
                <c:pt idx="4962">
                  <c:v>45026</c:v>
                </c:pt>
                <c:pt idx="4963">
                  <c:v>45027</c:v>
                </c:pt>
                <c:pt idx="4964">
                  <c:v>45028</c:v>
                </c:pt>
                <c:pt idx="4965">
                  <c:v>45029</c:v>
                </c:pt>
                <c:pt idx="4966">
                  <c:v>45030</c:v>
                </c:pt>
                <c:pt idx="4967">
                  <c:v>45033</c:v>
                </c:pt>
                <c:pt idx="4968">
                  <c:v>45034</c:v>
                </c:pt>
                <c:pt idx="4969">
                  <c:v>45035</c:v>
                </c:pt>
                <c:pt idx="4970">
                  <c:v>45036</c:v>
                </c:pt>
                <c:pt idx="4971">
                  <c:v>45037</c:v>
                </c:pt>
                <c:pt idx="4972">
                  <c:v>45040</c:v>
                </c:pt>
                <c:pt idx="4973">
                  <c:v>45041</c:v>
                </c:pt>
                <c:pt idx="4974">
                  <c:v>45042</c:v>
                </c:pt>
                <c:pt idx="4975">
                  <c:v>45043</c:v>
                </c:pt>
                <c:pt idx="4976">
                  <c:v>45044</c:v>
                </c:pt>
                <c:pt idx="4977">
                  <c:v>45047</c:v>
                </c:pt>
                <c:pt idx="4978">
                  <c:v>45048</c:v>
                </c:pt>
                <c:pt idx="4979">
                  <c:v>45049</c:v>
                </c:pt>
                <c:pt idx="4980">
                  <c:v>45050</c:v>
                </c:pt>
                <c:pt idx="4981">
                  <c:v>45051</c:v>
                </c:pt>
                <c:pt idx="4982">
                  <c:v>45054</c:v>
                </c:pt>
                <c:pt idx="4983">
                  <c:v>45055</c:v>
                </c:pt>
                <c:pt idx="4984">
                  <c:v>45056</c:v>
                </c:pt>
                <c:pt idx="4985">
                  <c:v>45057</c:v>
                </c:pt>
                <c:pt idx="4986">
                  <c:v>45058</c:v>
                </c:pt>
                <c:pt idx="4987">
                  <c:v>45061</c:v>
                </c:pt>
                <c:pt idx="4988">
                  <c:v>45062</c:v>
                </c:pt>
                <c:pt idx="4989">
                  <c:v>45063</c:v>
                </c:pt>
                <c:pt idx="4990">
                  <c:v>45064</c:v>
                </c:pt>
                <c:pt idx="4991">
                  <c:v>45065</c:v>
                </c:pt>
                <c:pt idx="4992">
                  <c:v>45068</c:v>
                </c:pt>
                <c:pt idx="4993">
                  <c:v>45069</c:v>
                </c:pt>
                <c:pt idx="4994">
                  <c:v>45070</c:v>
                </c:pt>
                <c:pt idx="4995">
                  <c:v>45071</c:v>
                </c:pt>
                <c:pt idx="4996">
                  <c:v>45072</c:v>
                </c:pt>
                <c:pt idx="4997">
                  <c:v>45075</c:v>
                </c:pt>
                <c:pt idx="4998">
                  <c:v>45076</c:v>
                </c:pt>
                <c:pt idx="4999">
                  <c:v>45077</c:v>
                </c:pt>
                <c:pt idx="5000">
                  <c:v>45078</c:v>
                </c:pt>
                <c:pt idx="5001">
                  <c:v>45079</c:v>
                </c:pt>
                <c:pt idx="5002">
                  <c:v>45082</c:v>
                </c:pt>
                <c:pt idx="5003">
                  <c:v>45083</c:v>
                </c:pt>
                <c:pt idx="5004">
                  <c:v>45084</c:v>
                </c:pt>
                <c:pt idx="5005">
                  <c:v>45085</c:v>
                </c:pt>
                <c:pt idx="5006">
                  <c:v>45086</c:v>
                </c:pt>
                <c:pt idx="5007">
                  <c:v>45089</c:v>
                </c:pt>
                <c:pt idx="5008">
                  <c:v>45090</c:v>
                </c:pt>
                <c:pt idx="5009">
                  <c:v>45091</c:v>
                </c:pt>
                <c:pt idx="5010">
                  <c:v>45092</c:v>
                </c:pt>
                <c:pt idx="5011">
                  <c:v>45093</c:v>
                </c:pt>
                <c:pt idx="5012">
                  <c:v>45096</c:v>
                </c:pt>
                <c:pt idx="5013">
                  <c:v>45097</c:v>
                </c:pt>
                <c:pt idx="5014">
                  <c:v>45098</c:v>
                </c:pt>
                <c:pt idx="5015">
                  <c:v>45099</c:v>
                </c:pt>
                <c:pt idx="5016">
                  <c:v>45100</c:v>
                </c:pt>
                <c:pt idx="5017">
                  <c:v>45103</c:v>
                </c:pt>
                <c:pt idx="5018">
                  <c:v>45104</c:v>
                </c:pt>
                <c:pt idx="5019">
                  <c:v>45105</c:v>
                </c:pt>
                <c:pt idx="5020">
                  <c:v>45106</c:v>
                </c:pt>
                <c:pt idx="5021">
                  <c:v>45107</c:v>
                </c:pt>
                <c:pt idx="5022">
                  <c:v>45110</c:v>
                </c:pt>
                <c:pt idx="5023">
                  <c:v>45111</c:v>
                </c:pt>
                <c:pt idx="5024">
                  <c:v>45112</c:v>
                </c:pt>
                <c:pt idx="5025">
                  <c:v>45113</c:v>
                </c:pt>
                <c:pt idx="5026">
                  <c:v>45114</c:v>
                </c:pt>
                <c:pt idx="5027">
                  <c:v>45117</c:v>
                </c:pt>
                <c:pt idx="5028">
                  <c:v>45118</c:v>
                </c:pt>
                <c:pt idx="5029">
                  <c:v>45119</c:v>
                </c:pt>
                <c:pt idx="5030">
                  <c:v>45120</c:v>
                </c:pt>
                <c:pt idx="5031">
                  <c:v>45121</c:v>
                </c:pt>
                <c:pt idx="5032">
                  <c:v>45124</c:v>
                </c:pt>
                <c:pt idx="5033">
                  <c:v>45125</c:v>
                </c:pt>
                <c:pt idx="5034">
                  <c:v>45126</c:v>
                </c:pt>
                <c:pt idx="5035">
                  <c:v>45127</c:v>
                </c:pt>
                <c:pt idx="5036">
                  <c:v>45128</c:v>
                </c:pt>
                <c:pt idx="5037">
                  <c:v>45131</c:v>
                </c:pt>
                <c:pt idx="5038">
                  <c:v>45132</c:v>
                </c:pt>
                <c:pt idx="5039">
                  <c:v>45133</c:v>
                </c:pt>
                <c:pt idx="5040">
                  <c:v>45134</c:v>
                </c:pt>
                <c:pt idx="5041">
                  <c:v>45135</c:v>
                </c:pt>
                <c:pt idx="5042">
                  <c:v>45138</c:v>
                </c:pt>
                <c:pt idx="5043">
                  <c:v>45139</c:v>
                </c:pt>
                <c:pt idx="5044">
                  <c:v>45140</c:v>
                </c:pt>
                <c:pt idx="5045">
                  <c:v>45141</c:v>
                </c:pt>
                <c:pt idx="5046">
                  <c:v>45142</c:v>
                </c:pt>
                <c:pt idx="5047">
                  <c:v>45145</c:v>
                </c:pt>
                <c:pt idx="5048">
                  <c:v>45146</c:v>
                </c:pt>
                <c:pt idx="5049">
                  <c:v>45147</c:v>
                </c:pt>
                <c:pt idx="5050">
                  <c:v>45148</c:v>
                </c:pt>
                <c:pt idx="5051">
                  <c:v>45149</c:v>
                </c:pt>
                <c:pt idx="5052">
                  <c:v>45152</c:v>
                </c:pt>
                <c:pt idx="5053">
                  <c:v>45153</c:v>
                </c:pt>
                <c:pt idx="5054">
                  <c:v>45154</c:v>
                </c:pt>
                <c:pt idx="5055">
                  <c:v>45155</c:v>
                </c:pt>
                <c:pt idx="5056">
                  <c:v>45156</c:v>
                </c:pt>
                <c:pt idx="5057">
                  <c:v>45159</c:v>
                </c:pt>
                <c:pt idx="5058">
                  <c:v>45160</c:v>
                </c:pt>
                <c:pt idx="5059">
                  <c:v>45161</c:v>
                </c:pt>
                <c:pt idx="5060">
                  <c:v>45162</c:v>
                </c:pt>
                <c:pt idx="5061">
                  <c:v>45163</c:v>
                </c:pt>
                <c:pt idx="5062">
                  <c:v>45166</c:v>
                </c:pt>
                <c:pt idx="5063">
                  <c:v>45167</c:v>
                </c:pt>
                <c:pt idx="5064">
                  <c:v>45168</c:v>
                </c:pt>
                <c:pt idx="5065">
                  <c:v>45169</c:v>
                </c:pt>
                <c:pt idx="5066">
                  <c:v>45170</c:v>
                </c:pt>
                <c:pt idx="5067">
                  <c:v>45173</c:v>
                </c:pt>
                <c:pt idx="5068">
                  <c:v>45174</c:v>
                </c:pt>
                <c:pt idx="5069">
                  <c:v>45175</c:v>
                </c:pt>
                <c:pt idx="5070">
                  <c:v>45176</c:v>
                </c:pt>
                <c:pt idx="5071">
                  <c:v>45177</c:v>
                </c:pt>
                <c:pt idx="5072">
                  <c:v>45180</c:v>
                </c:pt>
                <c:pt idx="5073">
                  <c:v>45181</c:v>
                </c:pt>
                <c:pt idx="5074">
                  <c:v>45182</c:v>
                </c:pt>
                <c:pt idx="5075">
                  <c:v>45183</c:v>
                </c:pt>
                <c:pt idx="5076">
                  <c:v>45184</c:v>
                </c:pt>
                <c:pt idx="5077">
                  <c:v>45187</c:v>
                </c:pt>
                <c:pt idx="5078">
                  <c:v>45188</c:v>
                </c:pt>
                <c:pt idx="5079">
                  <c:v>45189</c:v>
                </c:pt>
                <c:pt idx="5080">
                  <c:v>45190</c:v>
                </c:pt>
                <c:pt idx="5081">
                  <c:v>45191</c:v>
                </c:pt>
                <c:pt idx="5082">
                  <c:v>45194</c:v>
                </c:pt>
                <c:pt idx="5083">
                  <c:v>45195</c:v>
                </c:pt>
                <c:pt idx="5084">
                  <c:v>45196</c:v>
                </c:pt>
                <c:pt idx="5085">
                  <c:v>45197</c:v>
                </c:pt>
                <c:pt idx="5086">
                  <c:v>45198</c:v>
                </c:pt>
                <c:pt idx="5087">
                  <c:v>45201</c:v>
                </c:pt>
                <c:pt idx="5088">
                  <c:v>45202</c:v>
                </c:pt>
                <c:pt idx="5089">
                  <c:v>45203</c:v>
                </c:pt>
                <c:pt idx="5090">
                  <c:v>45204</c:v>
                </c:pt>
                <c:pt idx="5091">
                  <c:v>45205</c:v>
                </c:pt>
                <c:pt idx="5092">
                  <c:v>45208</c:v>
                </c:pt>
                <c:pt idx="5093">
                  <c:v>45209</c:v>
                </c:pt>
                <c:pt idx="5094">
                  <c:v>45210</c:v>
                </c:pt>
                <c:pt idx="5095">
                  <c:v>45211</c:v>
                </c:pt>
                <c:pt idx="5096">
                  <c:v>45212</c:v>
                </c:pt>
                <c:pt idx="5097">
                  <c:v>45215</c:v>
                </c:pt>
                <c:pt idx="5098">
                  <c:v>45216</c:v>
                </c:pt>
                <c:pt idx="5099">
                  <c:v>45217</c:v>
                </c:pt>
                <c:pt idx="5100">
                  <c:v>45218</c:v>
                </c:pt>
                <c:pt idx="5101">
                  <c:v>45219</c:v>
                </c:pt>
                <c:pt idx="5102">
                  <c:v>45222</c:v>
                </c:pt>
                <c:pt idx="5103">
                  <c:v>45223</c:v>
                </c:pt>
                <c:pt idx="5104">
                  <c:v>45224</c:v>
                </c:pt>
                <c:pt idx="5105">
                  <c:v>45225</c:v>
                </c:pt>
                <c:pt idx="5106">
                  <c:v>45226</c:v>
                </c:pt>
                <c:pt idx="5107">
                  <c:v>45229</c:v>
                </c:pt>
                <c:pt idx="5108">
                  <c:v>45230</c:v>
                </c:pt>
                <c:pt idx="5109">
                  <c:v>45231</c:v>
                </c:pt>
                <c:pt idx="5110">
                  <c:v>45232</c:v>
                </c:pt>
                <c:pt idx="5111">
                  <c:v>45233</c:v>
                </c:pt>
                <c:pt idx="5112">
                  <c:v>45236</c:v>
                </c:pt>
                <c:pt idx="5113">
                  <c:v>45237</c:v>
                </c:pt>
                <c:pt idx="5114">
                  <c:v>45238</c:v>
                </c:pt>
                <c:pt idx="5115">
                  <c:v>45239</c:v>
                </c:pt>
                <c:pt idx="5116">
                  <c:v>45240</c:v>
                </c:pt>
                <c:pt idx="5117">
                  <c:v>45243</c:v>
                </c:pt>
                <c:pt idx="5118">
                  <c:v>45244</c:v>
                </c:pt>
                <c:pt idx="5119">
                  <c:v>45245</c:v>
                </c:pt>
                <c:pt idx="5120">
                  <c:v>45246</c:v>
                </c:pt>
                <c:pt idx="5121">
                  <c:v>45247</c:v>
                </c:pt>
                <c:pt idx="5122">
                  <c:v>45250</c:v>
                </c:pt>
                <c:pt idx="5123">
                  <c:v>45251</c:v>
                </c:pt>
                <c:pt idx="5124">
                  <c:v>45252</c:v>
                </c:pt>
                <c:pt idx="5125">
                  <c:v>45253</c:v>
                </c:pt>
                <c:pt idx="5126">
                  <c:v>45254</c:v>
                </c:pt>
                <c:pt idx="5127">
                  <c:v>45257</c:v>
                </c:pt>
                <c:pt idx="5128">
                  <c:v>45258</c:v>
                </c:pt>
                <c:pt idx="5129">
                  <c:v>45259</c:v>
                </c:pt>
                <c:pt idx="5130">
                  <c:v>45260</c:v>
                </c:pt>
                <c:pt idx="5131">
                  <c:v>45261</c:v>
                </c:pt>
                <c:pt idx="5132">
                  <c:v>45264</c:v>
                </c:pt>
                <c:pt idx="5133">
                  <c:v>45265</c:v>
                </c:pt>
                <c:pt idx="5134">
                  <c:v>45266</c:v>
                </c:pt>
                <c:pt idx="5135">
                  <c:v>45267</c:v>
                </c:pt>
                <c:pt idx="5136">
                  <c:v>45268</c:v>
                </c:pt>
                <c:pt idx="5137">
                  <c:v>45271</c:v>
                </c:pt>
                <c:pt idx="5138">
                  <c:v>45272</c:v>
                </c:pt>
                <c:pt idx="5139">
                  <c:v>45273</c:v>
                </c:pt>
                <c:pt idx="5140">
                  <c:v>45274</c:v>
                </c:pt>
                <c:pt idx="5141">
                  <c:v>45275</c:v>
                </c:pt>
                <c:pt idx="5142">
                  <c:v>45278</c:v>
                </c:pt>
                <c:pt idx="5143">
                  <c:v>45279</c:v>
                </c:pt>
                <c:pt idx="5144">
                  <c:v>45280</c:v>
                </c:pt>
                <c:pt idx="5145">
                  <c:v>45281</c:v>
                </c:pt>
                <c:pt idx="5146">
                  <c:v>45282</c:v>
                </c:pt>
                <c:pt idx="5147">
                  <c:v>45285</c:v>
                </c:pt>
                <c:pt idx="5148">
                  <c:v>45286</c:v>
                </c:pt>
                <c:pt idx="5149">
                  <c:v>45287</c:v>
                </c:pt>
                <c:pt idx="5150">
                  <c:v>45288</c:v>
                </c:pt>
                <c:pt idx="5151">
                  <c:v>45289</c:v>
                </c:pt>
                <c:pt idx="5152">
                  <c:v>45292</c:v>
                </c:pt>
                <c:pt idx="5153">
                  <c:v>45293</c:v>
                </c:pt>
                <c:pt idx="5154">
                  <c:v>45294</c:v>
                </c:pt>
                <c:pt idx="5155">
                  <c:v>45295</c:v>
                </c:pt>
                <c:pt idx="5156">
                  <c:v>45296</c:v>
                </c:pt>
                <c:pt idx="5157">
                  <c:v>45299</c:v>
                </c:pt>
                <c:pt idx="5158">
                  <c:v>45300</c:v>
                </c:pt>
                <c:pt idx="5159">
                  <c:v>45301</c:v>
                </c:pt>
                <c:pt idx="5160">
                  <c:v>45302</c:v>
                </c:pt>
                <c:pt idx="5161">
                  <c:v>45303</c:v>
                </c:pt>
                <c:pt idx="5162">
                  <c:v>45306</c:v>
                </c:pt>
                <c:pt idx="5163">
                  <c:v>45307</c:v>
                </c:pt>
                <c:pt idx="5164">
                  <c:v>45308</c:v>
                </c:pt>
                <c:pt idx="5165">
                  <c:v>45309</c:v>
                </c:pt>
                <c:pt idx="5166">
                  <c:v>45310</c:v>
                </c:pt>
                <c:pt idx="5167">
                  <c:v>45313</c:v>
                </c:pt>
                <c:pt idx="5168">
                  <c:v>45314</c:v>
                </c:pt>
                <c:pt idx="5169">
                  <c:v>45315</c:v>
                </c:pt>
                <c:pt idx="5170">
                  <c:v>45316</c:v>
                </c:pt>
                <c:pt idx="5171">
                  <c:v>45317</c:v>
                </c:pt>
                <c:pt idx="5172">
                  <c:v>45320</c:v>
                </c:pt>
                <c:pt idx="5173">
                  <c:v>45321</c:v>
                </c:pt>
                <c:pt idx="5174">
                  <c:v>45322</c:v>
                </c:pt>
                <c:pt idx="5175">
                  <c:v>45323</c:v>
                </c:pt>
                <c:pt idx="5176">
                  <c:v>45324</c:v>
                </c:pt>
                <c:pt idx="5177">
                  <c:v>45327</c:v>
                </c:pt>
                <c:pt idx="5178">
                  <c:v>45328</c:v>
                </c:pt>
                <c:pt idx="5179">
                  <c:v>45329</c:v>
                </c:pt>
                <c:pt idx="5180">
                  <c:v>45330</c:v>
                </c:pt>
                <c:pt idx="5181">
                  <c:v>45331</c:v>
                </c:pt>
                <c:pt idx="5182">
                  <c:v>45334</c:v>
                </c:pt>
                <c:pt idx="5183">
                  <c:v>45335</c:v>
                </c:pt>
                <c:pt idx="5184">
                  <c:v>45336</c:v>
                </c:pt>
                <c:pt idx="5185">
                  <c:v>45337</c:v>
                </c:pt>
                <c:pt idx="5186">
                  <c:v>45338</c:v>
                </c:pt>
                <c:pt idx="5187">
                  <c:v>45341</c:v>
                </c:pt>
                <c:pt idx="5188">
                  <c:v>45342</c:v>
                </c:pt>
                <c:pt idx="5189">
                  <c:v>45343</c:v>
                </c:pt>
                <c:pt idx="5190">
                  <c:v>45344</c:v>
                </c:pt>
                <c:pt idx="5191">
                  <c:v>45345</c:v>
                </c:pt>
                <c:pt idx="5192">
                  <c:v>45348</c:v>
                </c:pt>
                <c:pt idx="5193">
                  <c:v>45349</c:v>
                </c:pt>
                <c:pt idx="5194">
                  <c:v>45350</c:v>
                </c:pt>
                <c:pt idx="5195">
                  <c:v>45351</c:v>
                </c:pt>
                <c:pt idx="5196">
                  <c:v>45352</c:v>
                </c:pt>
                <c:pt idx="5197">
                  <c:v>45355</c:v>
                </c:pt>
                <c:pt idx="5198">
                  <c:v>45356</c:v>
                </c:pt>
                <c:pt idx="5199">
                  <c:v>45357</c:v>
                </c:pt>
                <c:pt idx="5200">
                  <c:v>45358</c:v>
                </c:pt>
                <c:pt idx="5201">
                  <c:v>45359</c:v>
                </c:pt>
                <c:pt idx="5202">
                  <c:v>45362</c:v>
                </c:pt>
                <c:pt idx="5203">
                  <c:v>45363</c:v>
                </c:pt>
                <c:pt idx="5204">
                  <c:v>45364</c:v>
                </c:pt>
                <c:pt idx="5205">
                  <c:v>45365</c:v>
                </c:pt>
                <c:pt idx="5206">
                  <c:v>45366</c:v>
                </c:pt>
                <c:pt idx="5207">
                  <c:v>45369</c:v>
                </c:pt>
                <c:pt idx="5208">
                  <c:v>45370</c:v>
                </c:pt>
                <c:pt idx="5209">
                  <c:v>45371</c:v>
                </c:pt>
                <c:pt idx="5210">
                  <c:v>45372</c:v>
                </c:pt>
                <c:pt idx="5211">
                  <c:v>45373</c:v>
                </c:pt>
                <c:pt idx="5212">
                  <c:v>45376</c:v>
                </c:pt>
                <c:pt idx="5213">
                  <c:v>45377</c:v>
                </c:pt>
                <c:pt idx="5214">
                  <c:v>45378</c:v>
                </c:pt>
                <c:pt idx="5215">
                  <c:v>45379</c:v>
                </c:pt>
                <c:pt idx="5216">
                  <c:v>45380</c:v>
                </c:pt>
                <c:pt idx="5217">
                  <c:v>45383</c:v>
                </c:pt>
                <c:pt idx="5218">
                  <c:v>45384</c:v>
                </c:pt>
                <c:pt idx="5219">
                  <c:v>45385</c:v>
                </c:pt>
                <c:pt idx="5220">
                  <c:v>45386</c:v>
                </c:pt>
                <c:pt idx="5221">
                  <c:v>45387</c:v>
                </c:pt>
                <c:pt idx="5222">
                  <c:v>45390</c:v>
                </c:pt>
                <c:pt idx="5223">
                  <c:v>45391</c:v>
                </c:pt>
                <c:pt idx="5224">
                  <c:v>45392</c:v>
                </c:pt>
                <c:pt idx="5225">
                  <c:v>45393</c:v>
                </c:pt>
                <c:pt idx="5226">
                  <c:v>45394</c:v>
                </c:pt>
                <c:pt idx="5227">
                  <c:v>45397</c:v>
                </c:pt>
                <c:pt idx="5228">
                  <c:v>45398</c:v>
                </c:pt>
                <c:pt idx="5229">
                  <c:v>45399</c:v>
                </c:pt>
                <c:pt idx="5230">
                  <c:v>45400</c:v>
                </c:pt>
                <c:pt idx="5231">
                  <c:v>45401</c:v>
                </c:pt>
                <c:pt idx="5232">
                  <c:v>45404</c:v>
                </c:pt>
                <c:pt idx="5233">
                  <c:v>45405</c:v>
                </c:pt>
                <c:pt idx="5234">
                  <c:v>45406</c:v>
                </c:pt>
                <c:pt idx="5235">
                  <c:v>45407</c:v>
                </c:pt>
                <c:pt idx="5236">
                  <c:v>45408</c:v>
                </c:pt>
                <c:pt idx="5237">
                  <c:v>45411</c:v>
                </c:pt>
                <c:pt idx="5238">
                  <c:v>45412</c:v>
                </c:pt>
                <c:pt idx="5239">
                  <c:v>45413</c:v>
                </c:pt>
                <c:pt idx="5240">
                  <c:v>45414</c:v>
                </c:pt>
                <c:pt idx="5241">
                  <c:v>45415</c:v>
                </c:pt>
                <c:pt idx="5242">
                  <c:v>45418</c:v>
                </c:pt>
                <c:pt idx="5243">
                  <c:v>45419</c:v>
                </c:pt>
                <c:pt idx="5244">
                  <c:v>45420</c:v>
                </c:pt>
                <c:pt idx="5245">
                  <c:v>45421</c:v>
                </c:pt>
                <c:pt idx="5246">
                  <c:v>45422</c:v>
                </c:pt>
                <c:pt idx="5247">
                  <c:v>45425</c:v>
                </c:pt>
                <c:pt idx="5248">
                  <c:v>45426</c:v>
                </c:pt>
                <c:pt idx="5249">
                  <c:v>45427</c:v>
                </c:pt>
                <c:pt idx="5250">
                  <c:v>45428</c:v>
                </c:pt>
                <c:pt idx="5251">
                  <c:v>45429</c:v>
                </c:pt>
                <c:pt idx="5252">
                  <c:v>45432</c:v>
                </c:pt>
                <c:pt idx="5253">
                  <c:v>45433</c:v>
                </c:pt>
                <c:pt idx="5254">
                  <c:v>45434</c:v>
                </c:pt>
                <c:pt idx="5255">
                  <c:v>45435</c:v>
                </c:pt>
                <c:pt idx="5256">
                  <c:v>45436</c:v>
                </c:pt>
                <c:pt idx="5257">
                  <c:v>45439</c:v>
                </c:pt>
                <c:pt idx="5258">
                  <c:v>45440</c:v>
                </c:pt>
                <c:pt idx="5259">
                  <c:v>45441</c:v>
                </c:pt>
                <c:pt idx="5260">
                  <c:v>45442</c:v>
                </c:pt>
                <c:pt idx="5261">
                  <c:v>45443</c:v>
                </c:pt>
                <c:pt idx="5262">
                  <c:v>45446</c:v>
                </c:pt>
                <c:pt idx="5263">
                  <c:v>45447</c:v>
                </c:pt>
                <c:pt idx="5264">
                  <c:v>45448</c:v>
                </c:pt>
                <c:pt idx="5265">
                  <c:v>45449</c:v>
                </c:pt>
                <c:pt idx="5266">
                  <c:v>45450</c:v>
                </c:pt>
                <c:pt idx="5267">
                  <c:v>45453</c:v>
                </c:pt>
                <c:pt idx="5268">
                  <c:v>45454</c:v>
                </c:pt>
                <c:pt idx="5269">
                  <c:v>45455</c:v>
                </c:pt>
                <c:pt idx="5270">
                  <c:v>45456</c:v>
                </c:pt>
                <c:pt idx="5271">
                  <c:v>45457</c:v>
                </c:pt>
                <c:pt idx="5272">
                  <c:v>45460</c:v>
                </c:pt>
                <c:pt idx="5273">
                  <c:v>45461</c:v>
                </c:pt>
                <c:pt idx="5274">
                  <c:v>45462</c:v>
                </c:pt>
                <c:pt idx="5275">
                  <c:v>45463</c:v>
                </c:pt>
                <c:pt idx="5276">
                  <c:v>45464</c:v>
                </c:pt>
                <c:pt idx="5277">
                  <c:v>45467</c:v>
                </c:pt>
                <c:pt idx="5278">
                  <c:v>45468</c:v>
                </c:pt>
                <c:pt idx="5279">
                  <c:v>45469</c:v>
                </c:pt>
                <c:pt idx="5280">
                  <c:v>45470</c:v>
                </c:pt>
                <c:pt idx="5281">
                  <c:v>45471</c:v>
                </c:pt>
                <c:pt idx="5282">
                  <c:v>45474</c:v>
                </c:pt>
                <c:pt idx="5283">
                  <c:v>45475</c:v>
                </c:pt>
                <c:pt idx="5284">
                  <c:v>45476</c:v>
                </c:pt>
                <c:pt idx="5285">
                  <c:v>45477</c:v>
                </c:pt>
                <c:pt idx="5286">
                  <c:v>45478</c:v>
                </c:pt>
                <c:pt idx="5287">
                  <c:v>45481</c:v>
                </c:pt>
                <c:pt idx="5288">
                  <c:v>45482</c:v>
                </c:pt>
                <c:pt idx="5289">
                  <c:v>45483</c:v>
                </c:pt>
                <c:pt idx="5290">
                  <c:v>45484</c:v>
                </c:pt>
                <c:pt idx="5291">
                  <c:v>45485</c:v>
                </c:pt>
                <c:pt idx="5292">
                  <c:v>45488</c:v>
                </c:pt>
                <c:pt idx="5293">
                  <c:v>45489</c:v>
                </c:pt>
                <c:pt idx="5294">
                  <c:v>45490</c:v>
                </c:pt>
                <c:pt idx="5295">
                  <c:v>45491</c:v>
                </c:pt>
                <c:pt idx="5296">
                  <c:v>45492</c:v>
                </c:pt>
                <c:pt idx="5297">
                  <c:v>45495</c:v>
                </c:pt>
                <c:pt idx="5298">
                  <c:v>45496</c:v>
                </c:pt>
                <c:pt idx="5299">
                  <c:v>45497</c:v>
                </c:pt>
                <c:pt idx="5300">
                  <c:v>45498</c:v>
                </c:pt>
                <c:pt idx="5301">
                  <c:v>45499</c:v>
                </c:pt>
                <c:pt idx="5302">
                  <c:v>45502</c:v>
                </c:pt>
                <c:pt idx="5303">
                  <c:v>45503</c:v>
                </c:pt>
                <c:pt idx="5304">
                  <c:v>45504</c:v>
                </c:pt>
                <c:pt idx="5305">
                  <c:v>45505</c:v>
                </c:pt>
                <c:pt idx="5306">
                  <c:v>45506</c:v>
                </c:pt>
                <c:pt idx="5307">
                  <c:v>45509</c:v>
                </c:pt>
                <c:pt idx="5308">
                  <c:v>45510</c:v>
                </c:pt>
                <c:pt idx="5309">
                  <c:v>45511</c:v>
                </c:pt>
                <c:pt idx="5310">
                  <c:v>45512</c:v>
                </c:pt>
                <c:pt idx="5311">
                  <c:v>45513</c:v>
                </c:pt>
                <c:pt idx="5312">
                  <c:v>45516</c:v>
                </c:pt>
                <c:pt idx="5313">
                  <c:v>45517</c:v>
                </c:pt>
                <c:pt idx="5314">
                  <c:v>45518</c:v>
                </c:pt>
                <c:pt idx="5315">
                  <c:v>45519</c:v>
                </c:pt>
                <c:pt idx="5316">
                  <c:v>45520</c:v>
                </c:pt>
                <c:pt idx="5317">
                  <c:v>45523</c:v>
                </c:pt>
                <c:pt idx="5318">
                  <c:v>45524</c:v>
                </c:pt>
                <c:pt idx="5319">
                  <c:v>45525</c:v>
                </c:pt>
                <c:pt idx="5320">
                  <c:v>45526</c:v>
                </c:pt>
                <c:pt idx="5321">
                  <c:v>45527</c:v>
                </c:pt>
                <c:pt idx="5322">
                  <c:v>45530</c:v>
                </c:pt>
                <c:pt idx="5323">
                  <c:v>45531</c:v>
                </c:pt>
                <c:pt idx="5324">
                  <c:v>45532</c:v>
                </c:pt>
                <c:pt idx="5325">
                  <c:v>45533</c:v>
                </c:pt>
                <c:pt idx="5326">
                  <c:v>45534</c:v>
                </c:pt>
                <c:pt idx="5327">
                  <c:v>45537</c:v>
                </c:pt>
                <c:pt idx="5328">
                  <c:v>45538</c:v>
                </c:pt>
                <c:pt idx="5329">
                  <c:v>45539</c:v>
                </c:pt>
                <c:pt idx="5330">
                  <c:v>45540</c:v>
                </c:pt>
                <c:pt idx="5331">
                  <c:v>45541</c:v>
                </c:pt>
                <c:pt idx="5332">
                  <c:v>45544</c:v>
                </c:pt>
                <c:pt idx="5333">
                  <c:v>45545</c:v>
                </c:pt>
                <c:pt idx="5334">
                  <c:v>45546</c:v>
                </c:pt>
                <c:pt idx="5335">
                  <c:v>45547</c:v>
                </c:pt>
                <c:pt idx="5336">
                  <c:v>45548</c:v>
                </c:pt>
                <c:pt idx="5337">
                  <c:v>45551</c:v>
                </c:pt>
                <c:pt idx="5338">
                  <c:v>45552</c:v>
                </c:pt>
                <c:pt idx="5339">
                  <c:v>45553</c:v>
                </c:pt>
                <c:pt idx="5340">
                  <c:v>45554</c:v>
                </c:pt>
                <c:pt idx="5341">
                  <c:v>45555</c:v>
                </c:pt>
                <c:pt idx="5342">
                  <c:v>45558</c:v>
                </c:pt>
                <c:pt idx="5343">
                  <c:v>45559</c:v>
                </c:pt>
                <c:pt idx="5344">
                  <c:v>45560</c:v>
                </c:pt>
                <c:pt idx="5345">
                  <c:v>45561</c:v>
                </c:pt>
                <c:pt idx="5346">
                  <c:v>45562</c:v>
                </c:pt>
                <c:pt idx="5347">
                  <c:v>45565</c:v>
                </c:pt>
                <c:pt idx="5348">
                  <c:v>45566</c:v>
                </c:pt>
                <c:pt idx="5349">
                  <c:v>45567</c:v>
                </c:pt>
                <c:pt idx="5350">
                  <c:v>45568</c:v>
                </c:pt>
                <c:pt idx="5351">
                  <c:v>45569</c:v>
                </c:pt>
                <c:pt idx="5352">
                  <c:v>45572</c:v>
                </c:pt>
                <c:pt idx="5353">
                  <c:v>45573</c:v>
                </c:pt>
                <c:pt idx="5354">
                  <c:v>45574</c:v>
                </c:pt>
                <c:pt idx="5355">
                  <c:v>45575</c:v>
                </c:pt>
                <c:pt idx="5356">
                  <c:v>45576</c:v>
                </c:pt>
                <c:pt idx="5357">
                  <c:v>45579</c:v>
                </c:pt>
                <c:pt idx="5358">
                  <c:v>45580</c:v>
                </c:pt>
                <c:pt idx="5359">
                  <c:v>45581</c:v>
                </c:pt>
                <c:pt idx="5360">
                  <c:v>45582</c:v>
                </c:pt>
                <c:pt idx="5361">
                  <c:v>45583</c:v>
                </c:pt>
                <c:pt idx="5362">
                  <c:v>45586</c:v>
                </c:pt>
                <c:pt idx="5363">
                  <c:v>45587</c:v>
                </c:pt>
                <c:pt idx="5364">
                  <c:v>45588</c:v>
                </c:pt>
                <c:pt idx="5365">
                  <c:v>45589</c:v>
                </c:pt>
                <c:pt idx="5366">
                  <c:v>45590</c:v>
                </c:pt>
                <c:pt idx="5367">
                  <c:v>45593</c:v>
                </c:pt>
                <c:pt idx="5368">
                  <c:v>45594</c:v>
                </c:pt>
                <c:pt idx="5369">
                  <c:v>45595</c:v>
                </c:pt>
                <c:pt idx="5370">
                  <c:v>45596</c:v>
                </c:pt>
                <c:pt idx="5371">
                  <c:v>45597</c:v>
                </c:pt>
                <c:pt idx="5372">
                  <c:v>45601</c:v>
                </c:pt>
                <c:pt idx="5373">
                  <c:v>45602</c:v>
                </c:pt>
                <c:pt idx="5374">
                  <c:v>45603</c:v>
                </c:pt>
                <c:pt idx="5375">
                  <c:v>45604</c:v>
                </c:pt>
                <c:pt idx="5376">
                  <c:v>45608</c:v>
                </c:pt>
                <c:pt idx="5377">
                  <c:v>45609</c:v>
                </c:pt>
                <c:pt idx="5378">
                  <c:v>45610</c:v>
                </c:pt>
                <c:pt idx="5379">
                  <c:v>45611</c:v>
                </c:pt>
                <c:pt idx="5380">
                  <c:v>45614</c:v>
                </c:pt>
                <c:pt idx="5381">
                  <c:v>45615</c:v>
                </c:pt>
                <c:pt idx="5382">
                  <c:v>45616</c:v>
                </c:pt>
                <c:pt idx="5383">
                  <c:v>45617</c:v>
                </c:pt>
                <c:pt idx="5384">
                  <c:v>45618</c:v>
                </c:pt>
                <c:pt idx="5385">
                  <c:v>45621</c:v>
                </c:pt>
                <c:pt idx="5386">
                  <c:v>45622</c:v>
                </c:pt>
                <c:pt idx="5387">
                  <c:v>45623</c:v>
                </c:pt>
                <c:pt idx="5388">
                  <c:v>45624</c:v>
                </c:pt>
                <c:pt idx="5389">
                  <c:v>45625</c:v>
                </c:pt>
                <c:pt idx="5390">
                  <c:v>45628</c:v>
                </c:pt>
                <c:pt idx="5391">
                  <c:v>45629</c:v>
                </c:pt>
                <c:pt idx="5392">
                  <c:v>45630</c:v>
                </c:pt>
                <c:pt idx="5393">
                  <c:v>45631</c:v>
                </c:pt>
                <c:pt idx="5394">
                  <c:v>45632</c:v>
                </c:pt>
                <c:pt idx="5395">
                  <c:v>45635</c:v>
                </c:pt>
                <c:pt idx="5396">
                  <c:v>45636</c:v>
                </c:pt>
                <c:pt idx="5397">
                  <c:v>45637</c:v>
                </c:pt>
                <c:pt idx="5398">
                  <c:v>45638</c:v>
                </c:pt>
                <c:pt idx="5399">
                  <c:v>45639</c:v>
                </c:pt>
                <c:pt idx="5400">
                  <c:v>45642</c:v>
                </c:pt>
                <c:pt idx="5401">
                  <c:v>45643</c:v>
                </c:pt>
                <c:pt idx="5402">
                  <c:v>45644</c:v>
                </c:pt>
                <c:pt idx="5403">
                  <c:v>45645</c:v>
                </c:pt>
                <c:pt idx="5404">
                  <c:v>45646</c:v>
                </c:pt>
                <c:pt idx="5405">
                  <c:v>45649</c:v>
                </c:pt>
                <c:pt idx="5406">
                  <c:v>45650</c:v>
                </c:pt>
                <c:pt idx="5407">
                  <c:v>45652</c:v>
                </c:pt>
                <c:pt idx="5408">
                  <c:v>45653</c:v>
                </c:pt>
                <c:pt idx="5409">
                  <c:v>45656</c:v>
                </c:pt>
                <c:pt idx="5410">
                  <c:v>45657</c:v>
                </c:pt>
                <c:pt idx="5411">
                  <c:v>45659</c:v>
                </c:pt>
                <c:pt idx="5412">
                  <c:v>45660</c:v>
                </c:pt>
                <c:pt idx="5413">
                  <c:v>45663</c:v>
                </c:pt>
                <c:pt idx="5414">
                  <c:v>45664</c:v>
                </c:pt>
                <c:pt idx="5415">
                  <c:v>45665</c:v>
                </c:pt>
                <c:pt idx="5416">
                  <c:v>45666</c:v>
                </c:pt>
                <c:pt idx="5417">
                  <c:v>45667</c:v>
                </c:pt>
                <c:pt idx="5418">
                  <c:v>45670</c:v>
                </c:pt>
                <c:pt idx="5419">
                  <c:v>45671</c:v>
                </c:pt>
              </c:numCache>
            </c:numRef>
          </c:cat>
          <c:val>
            <c:numRef>
              <c:f>Hoja2!$G$316:$G$5735</c:f>
              <c:numCache>
                <c:formatCode>General</c:formatCode>
                <c:ptCount val="5420"/>
                <c:pt idx="933">
                  <c:v>1.6012</c:v>
                </c:pt>
                <c:pt idx="934">
                  <c:v>1.57447</c:v>
                </c:pt>
                <c:pt idx="935">
                  <c:v>1.4785299999999999</c:v>
                </c:pt>
                <c:pt idx="936">
                  <c:v>1.6069899999999999</c:v>
                </c:pt>
                <c:pt idx="937">
                  <c:v>1.68363</c:v>
                </c:pt>
                <c:pt idx="938">
                  <c:v>1.6622300000000001</c:v>
                </c:pt>
                <c:pt idx="939">
                  <c:v>1.6515200000000001</c:v>
                </c:pt>
                <c:pt idx="940">
                  <c:v>1.75928</c:v>
                </c:pt>
                <c:pt idx="941">
                  <c:v>1.84754</c:v>
                </c:pt>
                <c:pt idx="942">
                  <c:v>1.8789499999999999</c:v>
                </c:pt>
                <c:pt idx="943">
                  <c:v>1.8789499999999999</c:v>
                </c:pt>
                <c:pt idx="944">
                  <c:v>1.8655600000000001</c:v>
                </c:pt>
                <c:pt idx="945">
                  <c:v>1.8346800000000001</c:v>
                </c:pt>
                <c:pt idx="946">
                  <c:v>1.9368099999999999</c:v>
                </c:pt>
                <c:pt idx="947">
                  <c:v>2.0092099999999999</c:v>
                </c:pt>
                <c:pt idx="948">
                  <c:v>2.09422</c:v>
                </c:pt>
                <c:pt idx="949">
                  <c:v>2.0990600000000001</c:v>
                </c:pt>
                <c:pt idx="950">
                  <c:v>2.1927400000000001</c:v>
                </c:pt>
                <c:pt idx="951">
                  <c:v>2.1927400000000001</c:v>
                </c:pt>
                <c:pt idx="952">
                  <c:v>2.1776499999999999</c:v>
                </c:pt>
                <c:pt idx="953">
                  <c:v>2.40632</c:v>
                </c:pt>
                <c:pt idx="954">
                  <c:v>2.2840699999999998</c:v>
                </c:pt>
                <c:pt idx="955">
                  <c:v>2.0979700000000001</c:v>
                </c:pt>
                <c:pt idx="956">
                  <c:v>2.1457299999999999</c:v>
                </c:pt>
                <c:pt idx="957">
                  <c:v>2.0039899999999999</c:v>
                </c:pt>
                <c:pt idx="958">
                  <c:v>2.0766800000000001</c:v>
                </c:pt>
                <c:pt idx="959">
                  <c:v>2.10853</c:v>
                </c:pt>
                <c:pt idx="960">
                  <c:v>2.0513499999999998</c:v>
                </c:pt>
                <c:pt idx="961">
                  <c:v>1.94191</c:v>
                </c:pt>
                <c:pt idx="962">
                  <c:v>1.8527899999999999</c:v>
                </c:pt>
                <c:pt idx="963">
                  <c:v>1.7708200000000001</c:v>
                </c:pt>
                <c:pt idx="964">
                  <c:v>1.8970800000000001</c:v>
                </c:pt>
                <c:pt idx="965">
                  <c:v>1.87991</c:v>
                </c:pt>
                <c:pt idx="966">
                  <c:v>1.7676400000000001</c:v>
                </c:pt>
                <c:pt idx="967">
                  <c:v>1.70885</c:v>
                </c:pt>
                <c:pt idx="968">
                  <c:v>1.8035000000000001</c:v>
                </c:pt>
                <c:pt idx="969">
                  <c:v>1.8499399999999999</c:v>
                </c:pt>
                <c:pt idx="970">
                  <c:v>1.9165300000000001</c:v>
                </c:pt>
                <c:pt idx="971">
                  <c:v>1.9774400000000001</c:v>
                </c:pt>
                <c:pt idx="972">
                  <c:v>1.87019</c:v>
                </c:pt>
                <c:pt idx="973">
                  <c:v>1.7996399999999999</c:v>
                </c:pt>
                <c:pt idx="974">
                  <c:v>1.7996399999999999</c:v>
                </c:pt>
                <c:pt idx="975">
                  <c:v>1.76772</c:v>
                </c:pt>
                <c:pt idx="976">
                  <c:v>1.77458</c:v>
                </c:pt>
                <c:pt idx="977">
                  <c:v>1.85527</c:v>
                </c:pt>
                <c:pt idx="978">
                  <c:v>1.9529700000000001</c:v>
                </c:pt>
                <c:pt idx="979">
                  <c:v>1.9529700000000001</c:v>
                </c:pt>
                <c:pt idx="980">
                  <c:v>2.0790199999999999</c:v>
                </c:pt>
                <c:pt idx="981">
                  <c:v>2.0996999999999999</c:v>
                </c:pt>
                <c:pt idx="982">
                  <c:v>2.20275</c:v>
                </c:pt>
                <c:pt idx="983">
                  <c:v>2.1917300000000002</c:v>
                </c:pt>
                <c:pt idx="984">
                  <c:v>2.2027399999999999</c:v>
                </c:pt>
                <c:pt idx="985">
                  <c:v>2.3489800000000001</c:v>
                </c:pt>
                <c:pt idx="986">
                  <c:v>2.2128100000000002</c:v>
                </c:pt>
                <c:pt idx="987">
                  <c:v>2.2596599999999998</c:v>
                </c:pt>
                <c:pt idx="988">
                  <c:v>2.2941099999999999</c:v>
                </c:pt>
                <c:pt idx="989">
                  <c:v>2.4096500000000001</c:v>
                </c:pt>
                <c:pt idx="990">
                  <c:v>2.3794300000000002</c:v>
                </c:pt>
                <c:pt idx="991">
                  <c:v>2.50292</c:v>
                </c:pt>
                <c:pt idx="992">
                  <c:v>2.5882299999999998</c:v>
                </c:pt>
                <c:pt idx="993">
                  <c:v>#N/A</c:v>
                </c:pt>
                <c:pt idx="994">
                  <c:v>2.79874</c:v>
                </c:pt>
                <c:pt idx="995">
                  <c:v>2.8489399999999998</c:v>
                </c:pt>
                <c:pt idx="996">
                  <c:v>2.5149699999999999</c:v>
                </c:pt>
                <c:pt idx="997">
                  <c:v>2.5697700000000001</c:v>
                </c:pt>
                <c:pt idx="998">
                  <c:v>2.5860799999999999</c:v>
                </c:pt>
                <c:pt idx="999">
                  <c:v>2.52827</c:v>
                </c:pt>
                <c:pt idx="1000">
                  <c:v>2.3908499999999999</c:v>
                </c:pt>
                <c:pt idx="1001">
                  <c:v>2.5633499999999998</c:v>
                </c:pt>
                <c:pt idx="1002">
                  <c:v>2.5678899999999998</c:v>
                </c:pt>
                <c:pt idx="1003">
                  <c:v>2.5094799999999999</c:v>
                </c:pt>
                <c:pt idx="1004">
                  <c:v>2.6288399999999998</c:v>
                </c:pt>
                <c:pt idx="1005">
                  <c:v>2.6178300000000001</c:v>
                </c:pt>
                <c:pt idx="1006">
                  <c:v>2.4727399999999999</c:v>
                </c:pt>
                <c:pt idx="1007">
                  <c:v>2.6247699999999998</c:v>
                </c:pt>
                <c:pt idx="1008">
                  <c:v>2.6165600000000002</c:v>
                </c:pt>
                <c:pt idx="1009">
                  <c:v>2.5213399999999999</c:v>
                </c:pt>
                <c:pt idx="1010">
                  <c:v>2.4621300000000002</c:v>
                </c:pt>
                <c:pt idx="1011">
                  <c:v>2.4653399999999999</c:v>
                </c:pt>
                <c:pt idx="1012">
                  <c:v>2.5481699999999998</c:v>
                </c:pt>
                <c:pt idx="1013">
                  <c:v>#N/A</c:v>
                </c:pt>
                <c:pt idx="1014">
                  <c:v>2.51729</c:v>
                </c:pt>
                <c:pt idx="1015">
                  <c:v>2.40584</c:v>
                </c:pt>
                <c:pt idx="1016">
                  <c:v>2.5143499999999999</c:v>
                </c:pt>
                <c:pt idx="1017">
                  <c:v>2.44055</c:v>
                </c:pt>
                <c:pt idx="1018">
                  <c:v>2.2884799999999998</c:v>
                </c:pt>
                <c:pt idx="1019">
                  <c:v>2.2896100000000001</c:v>
                </c:pt>
                <c:pt idx="1020">
                  <c:v>2.31602</c:v>
                </c:pt>
                <c:pt idx="1021">
                  <c:v>2.4787499999999998</c:v>
                </c:pt>
                <c:pt idx="1022">
                  <c:v>2.5768300000000002</c:v>
                </c:pt>
                <c:pt idx="1023">
                  <c:v>2.7019700000000002</c:v>
                </c:pt>
                <c:pt idx="1024">
                  <c:v>2.5958999999999999</c:v>
                </c:pt>
                <c:pt idx="1025">
                  <c:v>2.4739499999999999</c:v>
                </c:pt>
                <c:pt idx="1026">
                  <c:v>2.51939</c:v>
                </c:pt>
                <c:pt idx="1027">
                  <c:v>2.6510899999999999</c:v>
                </c:pt>
                <c:pt idx="1028">
                  <c:v>2.73116</c:v>
                </c:pt>
                <c:pt idx="1029">
                  <c:v>2.50881</c:v>
                </c:pt>
                <c:pt idx="1030">
                  <c:v>2.5912999999999999</c:v>
                </c:pt>
                <c:pt idx="1031">
                  <c:v>2.58751</c:v>
                </c:pt>
                <c:pt idx="1032">
                  <c:v>2.69469</c:v>
                </c:pt>
                <c:pt idx="1033">
                  <c:v>2.8589699999999998</c:v>
                </c:pt>
                <c:pt idx="1034">
                  <c:v>2.70783</c:v>
                </c:pt>
                <c:pt idx="1035">
                  <c:v>2.77067</c:v>
                </c:pt>
                <c:pt idx="1036">
                  <c:v>2.7733699999999999</c:v>
                </c:pt>
                <c:pt idx="1037">
                  <c:v>#N/A</c:v>
                </c:pt>
                <c:pt idx="1038">
                  <c:v>2.5711200000000001</c:v>
                </c:pt>
                <c:pt idx="1039">
                  <c:v>2.5883099999999999</c:v>
                </c:pt>
                <c:pt idx="1040">
                  <c:v>2.61713</c:v>
                </c:pt>
                <c:pt idx="1041">
                  <c:v>2.5417200000000002</c:v>
                </c:pt>
                <c:pt idx="1042">
                  <c:v>2.5510000000000002</c:v>
                </c:pt>
                <c:pt idx="1043">
                  <c:v>2.5801400000000001</c:v>
                </c:pt>
                <c:pt idx="1044">
                  <c:v>2.4441700000000002</c:v>
                </c:pt>
                <c:pt idx="1045">
                  <c:v>2.36124</c:v>
                </c:pt>
                <c:pt idx="1046">
                  <c:v>2.2923300000000002</c:v>
                </c:pt>
                <c:pt idx="1047">
                  <c:v>2.3078500000000002</c:v>
                </c:pt>
                <c:pt idx="1048">
                  <c:v>2.21991</c:v>
                </c:pt>
                <c:pt idx="1049">
                  <c:v>2.2288199999999998</c:v>
                </c:pt>
                <c:pt idx="1050">
                  <c:v>2.3243800000000001</c:v>
                </c:pt>
                <c:pt idx="1051">
                  <c:v>2.2230699999999999</c:v>
                </c:pt>
                <c:pt idx="1052">
                  <c:v>2.2805399999999998</c:v>
                </c:pt>
                <c:pt idx="1053">
                  <c:v>2.2434500000000002</c:v>
                </c:pt>
                <c:pt idx="1054">
                  <c:v>2.1889599999999998</c:v>
                </c:pt>
                <c:pt idx="1055">
                  <c:v>2.0076900000000002</c:v>
                </c:pt>
                <c:pt idx="1056">
                  <c:v>2.00454</c:v>
                </c:pt>
                <c:pt idx="1057">
                  <c:v>2.0055900000000002</c:v>
                </c:pt>
                <c:pt idx="1058">
                  <c:v>2.04494</c:v>
                </c:pt>
                <c:pt idx="1059">
                  <c:v>2.0829200000000001</c:v>
                </c:pt>
                <c:pt idx="1060">
                  <c:v>2.09009</c:v>
                </c:pt>
                <c:pt idx="1061">
                  <c:v>2.0312000000000001</c:v>
                </c:pt>
                <c:pt idx="1062">
                  <c:v>2.0230000000000001</c:v>
                </c:pt>
                <c:pt idx="1063">
                  <c:v>2.0247199999999999</c:v>
                </c:pt>
                <c:pt idx="1064">
                  <c:v>2.04514</c:v>
                </c:pt>
                <c:pt idx="1065">
                  <c:v>2.02075</c:v>
                </c:pt>
                <c:pt idx="1066">
                  <c:v>1.8918900000000001</c:v>
                </c:pt>
                <c:pt idx="1067">
                  <c:v>1.8519099999999999</c:v>
                </c:pt>
                <c:pt idx="1068">
                  <c:v>1.8292999999999999</c:v>
                </c:pt>
                <c:pt idx="1069">
                  <c:v>1.7368300000000001</c:v>
                </c:pt>
                <c:pt idx="1070">
                  <c:v>1.8347599999999999</c:v>
                </c:pt>
                <c:pt idx="1071">
                  <c:v>1.9293800000000001</c:v>
                </c:pt>
                <c:pt idx="1072">
                  <c:v>1.98584</c:v>
                </c:pt>
                <c:pt idx="1073">
                  <c:v>1.9568000000000001</c:v>
                </c:pt>
                <c:pt idx="1074">
                  <c:v>1.84578</c:v>
                </c:pt>
                <c:pt idx="1075">
                  <c:v>1.8004599999999999</c:v>
                </c:pt>
                <c:pt idx="1076">
                  <c:v>1.7875700000000001</c:v>
                </c:pt>
                <c:pt idx="1077">
                  <c:v>1.6875500000000001</c:v>
                </c:pt>
                <c:pt idx="1078">
                  <c:v>1.7174400000000001</c:v>
                </c:pt>
                <c:pt idx="1079">
                  <c:v>1.8409899999999999</c:v>
                </c:pt>
                <c:pt idx="1080">
                  <c:v>1.7977000000000001</c:v>
                </c:pt>
                <c:pt idx="1081">
                  <c:v>1.68323</c:v>
                </c:pt>
                <c:pt idx="1082">
                  <c:v>1.77817</c:v>
                </c:pt>
                <c:pt idx="1083">
                  <c:v>#N/A</c:v>
                </c:pt>
                <c:pt idx="1084">
                  <c:v>1.7217899999999999</c:v>
                </c:pt>
                <c:pt idx="1085">
                  <c:v>1.72681</c:v>
                </c:pt>
                <c:pt idx="1086">
                  <c:v>1.6279999999999999</c:v>
                </c:pt>
                <c:pt idx="1087">
                  <c:v>1.5552600000000001</c:v>
                </c:pt>
                <c:pt idx="1088">
                  <c:v>1.61476</c:v>
                </c:pt>
                <c:pt idx="1089">
                  <c:v>1.69736</c:v>
                </c:pt>
                <c:pt idx="1090">
                  <c:v>1.659</c:v>
                </c:pt>
                <c:pt idx="1091">
                  <c:v>1.62805</c:v>
                </c:pt>
                <c:pt idx="1092">
                  <c:v>1.73441</c:v>
                </c:pt>
                <c:pt idx="1093">
                  <c:v>1.7344999999999999</c:v>
                </c:pt>
                <c:pt idx="1094">
                  <c:v>1.6659299999999999</c:v>
                </c:pt>
                <c:pt idx="1095">
                  <c:v>1.75858</c:v>
                </c:pt>
                <c:pt idx="1096">
                  <c:v>1.7011400000000001</c:v>
                </c:pt>
                <c:pt idx="1097">
                  <c:v>1.66231</c:v>
                </c:pt>
                <c:pt idx="1098">
                  <c:v>1.69574</c:v>
                </c:pt>
                <c:pt idx="1099">
                  <c:v>1.71773</c:v>
                </c:pt>
                <c:pt idx="1100">
                  <c:v>1.82663</c:v>
                </c:pt>
                <c:pt idx="1101">
                  <c:v>1.79897</c:v>
                </c:pt>
                <c:pt idx="1102">
                  <c:v>1.8149</c:v>
                </c:pt>
                <c:pt idx="1103">
                  <c:v>1.8122</c:v>
                </c:pt>
                <c:pt idx="1104">
                  <c:v>1.8900699999999999</c:v>
                </c:pt>
                <c:pt idx="1105">
                  <c:v>1.9584699999999999</c:v>
                </c:pt>
                <c:pt idx="1106">
                  <c:v>2.1621199999999998</c:v>
                </c:pt>
                <c:pt idx="1107">
                  <c:v>2.1926800000000002</c:v>
                </c:pt>
                <c:pt idx="1108">
                  <c:v>2.2138300000000002</c:v>
                </c:pt>
                <c:pt idx="1109">
                  <c:v>2.2806999999999999</c:v>
                </c:pt>
                <c:pt idx="1110">
                  <c:v>2.2821099999999999</c:v>
                </c:pt>
                <c:pt idx="1111">
                  <c:v>2.2336399999999998</c:v>
                </c:pt>
                <c:pt idx="1112">
                  <c:v>#N/A</c:v>
                </c:pt>
                <c:pt idx="1113">
                  <c:v>2.2585299999999999</c:v>
                </c:pt>
                <c:pt idx="1114">
                  <c:v>2.2763300000000002</c:v>
                </c:pt>
                <c:pt idx="1115">
                  <c:v>2.2709800000000002</c:v>
                </c:pt>
                <c:pt idx="1116">
                  <c:v>2.30993</c:v>
                </c:pt>
                <c:pt idx="1117">
                  <c:v>2.3010799999999998</c:v>
                </c:pt>
                <c:pt idx="1118">
                  <c:v>2.3621099999999999</c:v>
                </c:pt>
                <c:pt idx="1119">
                  <c:v>2.3657599999999999</c:v>
                </c:pt>
                <c:pt idx="1120">
                  <c:v>2.27895</c:v>
                </c:pt>
                <c:pt idx="1121">
                  <c:v>2.12426</c:v>
                </c:pt>
                <c:pt idx="1122">
                  <c:v>2.0935800000000002</c:v>
                </c:pt>
                <c:pt idx="1123">
                  <c:v>2.0958399999999999</c:v>
                </c:pt>
                <c:pt idx="1124">
                  <c:v>2.0297000000000001</c:v>
                </c:pt>
                <c:pt idx="1125">
                  <c:v>1.97902</c:v>
                </c:pt>
                <c:pt idx="1126">
                  <c:v>2.0764300000000002</c:v>
                </c:pt>
                <c:pt idx="1127">
                  <c:v>1.98672</c:v>
                </c:pt>
                <c:pt idx="1128">
                  <c:v>2.06975</c:v>
                </c:pt>
                <c:pt idx="1129">
                  <c:v>2.0125899999999999</c:v>
                </c:pt>
                <c:pt idx="1130">
                  <c:v>2.0213999999999999</c:v>
                </c:pt>
                <c:pt idx="1131">
                  <c:v>2.0885500000000001</c:v>
                </c:pt>
                <c:pt idx="1132">
                  <c:v>2.1202700000000001</c:v>
                </c:pt>
                <c:pt idx="1133">
                  <c:v>2.1111</c:v>
                </c:pt>
                <c:pt idx="1134">
                  <c:v>2.0845199999999999</c:v>
                </c:pt>
                <c:pt idx="1135">
                  <c:v>2.0769000000000002</c:v>
                </c:pt>
                <c:pt idx="1136">
                  <c:v>2.1626500000000002</c:v>
                </c:pt>
                <c:pt idx="1137">
                  <c:v>2.1734399999999998</c:v>
                </c:pt>
                <c:pt idx="1138">
                  <c:v>2.15646</c:v>
                </c:pt>
                <c:pt idx="1139">
                  <c:v>2.2034500000000001</c:v>
                </c:pt>
                <c:pt idx="1140">
                  <c:v>2.1658900000000001</c:v>
                </c:pt>
                <c:pt idx="1141">
                  <c:v>2.2103799999999998</c:v>
                </c:pt>
                <c:pt idx="1142">
                  <c:v>2.2465199999999999</c:v>
                </c:pt>
                <c:pt idx="1143">
                  <c:v>2.2885</c:v>
                </c:pt>
                <c:pt idx="1144">
                  <c:v>2.27949</c:v>
                </c:pt>
                <c:pt idx="1145">
                  <c:v>2.3317700000000001</c:v>
                </c:pt>
                <c:pt idx="1146">
                  <c:v>2.2836799999999999</c:v>
                </c:pt>
                <c:pt idx="1147">
                  <c:v>2.2591600000000001</c:v>
                </c:pt>
                <c:pt idx="1148">
                  <c:v>2.3328700000000002</c:v>
                </c:pt>
                <c:pt idx="1149">
                  <c:v>2.3152599999999999</c:v>
                </c:pt>
                <c:pt idx="1150">
                  <c:v>2.3101500000000001</c:v>
                </c:pt>
                <c:pt idx="1151">
                  <c:v>2.26891</c:v>
                </c:pt>
                <c:pt idx="1152">
                  <c:v>2.2349399999999999</c:v>
                </c:pt>
                <c:pt idx="1153">
                  <c:v>#N/A</c:v>
                </c:pt>
                <c:pt idx="1154">
                  <c:v>2.3006600000000001</c:v>
                </c:pt>
                <c:pt idx="1155">
                  <c:v>2.35243</c:v>
                </c:pt>
                <c:pt idx="1156">
                  <c:v>2.42014</c:v>
                </c:pt>
                <c:pt idx="1157">
                  <c:v>2.419</c:v>
                </c:pt>
                <c:pt idx="1158">
                  <c:v>2.35127</c:v>
                </c:pt>
                <c:pt idx="1159">
                  <c:v>2.4826700000000002</c:v>
                </c:pt>
                <c:pt idx="1160">
                  <c:v>2.4960599999999999</c:v>
                </c:pt>
                <c:pt idx="1161">
                  <c:v>2.5029699999999999</c:v>
                </c:pt>
                <c:pt idx="1162">
                  <c:v>2.48448</c:v>
                </c:pt>
                <c:pt idx="1163">
                  <c:v>2.9129200000000002</c:v>
                </c:pt>
                <c:pt idx="1164">
                  <c:v>3.2631100000000002</c:v>
                </c:pt>
                <c:pt idx="1165">
                  <c:v>3.44123</c:v>
                </c:pt>
                <c:pt idx="1166">
                  <c:v>3.1711399999999998</c:v>
                </c:pt>
                <c:pt idx="1167">
                  <c:v>2.5956399999999999</c:v>
                </c:pt>
                <c:pt idx="1168">
                  <c:v>2.53525</c:v>
                </c:pt>
                <c:pt idx="1169">
                  <c:v>2.6618200000000001</c:v>
                </c:pt>
                <c:pt idx="1170">
                  <c:v>2.7593899999999998</c:v>
                </c:pt>
                <c:pt idx="1171">
                  <c:v>2.71312</c:v>
                </c:pt>
                <c:pt idx="1172">
                  <c:v>2.9130099999999999</c:v>
                </c:pt>
                <c:pt idx="1173">
                  <c:v>3.3261799999999999</c:v>
                </c:pt>
                <c:pt idx="1174">
                  <c:v>3.1759200000000001</c:v>
                </c:pt>
                <c:pt idx="1175">
                  <c:v>3.2417500000000001</c:v>
                </c:pt>
                <c:pt idx="1176">
                  <c:v>3.4995799999999999</c:v>
                </c:pt>
                <c:pt idx="1177">
                  <c:v>3.4691000000000001</c:v>
                </c:pt>
                <c:pt idx="1178">
                  <c:v>4.2118200000000003</c:v>
                </c:pt>
                <c:pt idx="1179">
                  <c:v>4.3509700000000002</c:v>
                </c:pt>
                <c:pt idx="1180">
                  <c:v>4.78728</c:v>
                </c:pt>
                <c:pt idx="1181">
                  <c:v>4.7907299999999999</c:v>
                </c:pt>
                <c:pt idx="1182">
                  <c:v>5.6379000000000001</c:v>
                </c:pt>
                <c:pt idx="1183">
                  <c:v>#N/A</c:v>
                </c:pt>
                <c:pt idx="1184">
                  <c:v>4.7795300000000003</c:v>
                </c:pt>
                <c:pt idx="1185">
                  <c:v>5.0132500000000002</c:v>
                </c:pt>
                <c:pt idx="1186">
                  <c:v>5.39771</c:v>
                </c:pt>
                <c:pt idx="1187">
                  <c:v>5.2147500000000004</c:v>
                </c:pt>
                <c:pt idx="1188">
                  <c:v>5.2984</c:v>
                </c:pt>
                <c:pt idx="1189">
                  <c:v>5.85466</c:v>
                </c:pt>
                <c:pt idx="1190">
                  <c:v>6.9904400000000004</c:v>
                </c:pt>
                <c:pt idx="1191">
                  <c:v>7.4120600000000003</c:v>
                </c:pt>
                <c:pt idx="1192">
                  <c:v>7.0934100000000004</c:v>
                </c:pt>
                <c:pt idx="1193">
                  <c:v>6.7214299999999998</c:v>
                </c:pt>
                <c:pt idx="1194">
                  <c:v>6.4005400000000003</c:v>
                </c:pt>
                <c:pt idx="1195">
                  <c:v>6.1129800000000003</c:v>
                </c:pt>
                <c:pt idx="1196">
                  <c:v>5.68581</c:v>
                </c:pt>
                <c:pt idx="1197">
                  <c:v>5.3090099999999998</c:v>
                </c:pt>
                <c:pt idx="1198">
                  <c:v>5.13957</c:v>
                </c:pt>
                <c:pt idx="1199">
                  <c:v>4.6782899999999996</c:v>
                </c:pt>
                <c:pt idx="1200">
                  <c:v>4.9292600000000002</c:v>
                </c:pt>
                <c:pt idx="1201">
                  <c:v>5.0642899999999997</c:v>
                </c:pt>
                <c:pt idx="1202">
                  <c:v>5.04453</c:v>
                </c:pt>
                <c:pt idx="1203">
                  <c:v>4.9768699999999999</c:v>
                </c:pt>
                <c:pt idx="1204">
                  <c:v>#N/A</c:v>
                </c:pt>
                <c:pt idx="1205">
                  <c:v>5.2608100000000002</c:v>
                </c:pt>
                <c:pt idx="1206">
                  <c:v>5.4804599999999999</c:v>
                </c:pt>
                <c:pt idx="1207">
                  <c:v>5.3723799999999997</c:v>
                </c:pt>
                <c:pt idx="1208">
                  <c:v>5.3917999999999999</c:v>
                </c:pt>
                <c:pt idx="1209">
                  <c:v>5.65001</c:v>
                </c:pt>
                <c:pt idx="1210">
                  <c:v>6.0115999999999996</c:v>
                </c:pt>
                <c:pt idx="1211">
                  <c:v>6.45974</c:v>
                </c:pt>
                <c:pt idx="1212">
                  <c:v>6.4558099999999996</c:v>
                </c:pt>
                <c:pt idx="1213">
                  <c:v>6.0289999999999999</c:v>
                </c:pt>
                <c:pt idx="1214">
                  <c:v>5.7655599999999998</c:v>
                </c:pt>
                <c:pt idx="1215">
                  <c:v>5.7426399999999997</c:v>
                </c:pt>
                <c:pt idx="1216">
                  <c:v>#N/A</c:v>
                </c:pt>
                <c:pt idx="1217">
                  <c:v>5.7542900000000001</c:v>
                </c:pt>
                <c:pt idx="1218">
                  <c:v>6.0964400000000003</c:v>
                </c:pt>
                <c:pt idx="1219">
                  <c:v>5.9834199999999997</c:v>
                </c:pt>
                <c:pt idx="1220">
                  <c:v>5.9528499999999998</c:v>
                </c:pt>
                <c:pt idx="1221">
                  <c:v>5.9240899999999996</c:v>
                </c:pt>
                <c:pt idx="1222">
                  <c:v>5.8273799999999998</c:v>
                </c:pt>
                <c:pt idx="1223">
                  <c:v>5.6965899999999996</c:v>
                </c:pt>
                <c:pt idx="1224">
                  <c:v>5.63415</c:v>
                </c:pt>
                <c:pt idx="1225">
                  <c:v>5.4649700000000001</c:v>
                </c:pt>
                <c:pt idx="1226">
                  <c:v>5.3944799999999997</c:v>
                </c:pt>
                <c:pt idx="1227">
                  <c:v>5.3384499999999999</c:v>
                </c:pt>
                <c:pt idx="1228">
                  <c:v>5.3964600000000003</c:v>
                </c:pt>
                <c:pt idx="1229">
                  <c:v>5.4202500000000002</c:v>
                </c:pt>
                <c:pt idx="1230">
                  <c:v>5.1207700000000003</c:v>
                </c:pt>
                <c:pt idx="1231">
                  <c:v>5.0648600000000004</c:v>
                </c:pt>
                <c:pt idx="1232">
                  <c:v>5.0282</c:v>
                </c:pt>
                <c:pt idx="1233">
                  <c:v>5.0566800000000001</c:v>
                </c:pt>
                <c:pt idx="1234">
                  <c:v>4.9856299999999996</c:v>
                </c:pt>
                <c:pt idx="1235">
                  <c:v>4.9742499999999996</c:v>
                </c:pt>
                <c:pt idx="1236">
                  <c:v>4.9765100000000002</c:v>
                </c:pt>
                <c:pt idx="1237">
                  <c:v>5.0587499999999999</c:v>
                </c:pt>
                <c:pt idx="1238">
                  <c:v>4.9961500000000001</c:v>
                </c:pt>
                <c:pt idx="1239">
                  <c:v>4.9755799999999999</c:v>
                </c:pt>
                <c:pt idx="1240">
                  <c:v>#N/A</c:v>
                </c:pt>
                <c:pt idx="1241">
                  <c:v>4.7414399999999999</c:v>
                </c:pt>
                <c:pt idx="1242">
                  <c:v>4.6007999999999996</c:v>
                </c:pt>
                <c:pt idx="1243">
                  <c:v>4.6995500000000003</c:v>
                </c:pt>
                <c:pt idx="1244">
                  <c:v>4.8604200000000004</c:v>
                </c:pt>
                <c:pt idx="1245">
                  <c:v>5.0173100000000002</c:v>
                </c:pt>
                <c:pt idx="1246">
                  <c:v>5.0493199999999998</c:v>
                </c:pt>
                <c:pt idx="1247">
                  <c:v>5.1493900000000004</c:v>
                </c:pt>
                <c:pt idx="1248">
                  <c:v>5.21767</c:v>
                </c:pt>
                <c:pt idx="1249">
                  <c:v>5.3239599999999996</c:v>
                </c:pt>
                <c:pt idx="1250">
                  <c:v>5.4032</c:v>
                </c:pt>
                <c:pt idx="1251">
                  <c:v>5.2062600000000003</c:v>
                </c:pt>
                <c:pt idx="1252">
                  <c:v>#N/A</c:v>
                </c:pt>
                <c:pt idx="1253">
                  <c:v>5.3192599999999999</c:v>
                </c:pt>
                <c:pt idx="1254">
                  <c:v>5.21774</c:v>
                </c:pt>
                <c:pt idx="1255">
                  <c:v>5.1682300000000003</c:v>
                </c:pt>
                <c:pt idx="1256">
                  <c:v>5.1390700000000002</c:v>
                </c:pt>
                <c:pt idx="1257">
                  <c:v>5.0370400000000002</c:v>
                </c:pt>
                <c:pt idx="1258">
                  <c:v>4.9980000000000002</c:v>
                </c:pt>
                <c:pt idx="1259">
                  <c:v>4.80253</c:v>
                </c:pt>
                <c:pt idx="1260">
                  <c:v>4.77738</c:v>
                </c:pt>
                <c:pt idx="1261">
                  <c:v>4.7183099999999998</c:v>
                </c:pt>
                <c:pt idx="1262">
                  <c:v>4.8902400000000004</c:v>
                </c:pt>
                <c:pt idx="1263">
                  <c:v>4.76051</c:v>
                </c:pt>
                <c:pt idx="1264">
                  <c:v>4.7570499999999996</c:v>
                </c:pt>
                <c:pt idx="1265">
                  <c:v>4.7930900000000003</c:v>
                </c:pt>
                <c:pt idx="1266">
                  <c:v>4.6362899999999998</c:v>
                </c:pt>
                <c:pt idx="1267">
                  <c:v>4.5657399999999999</c:v>
                </c:pt>
                <c:pt idx="1268">
                  <c:v>4.7466699999999999</c:v>
                </c:pt>
                <c:pt idx="1269">
                  <c:v>4.8863599999999998</c:v>
                </c:pt>
                <c:pt idx="1270">
                  <c:v>4.9728000000000003</c:v>
                </c:pt>
                <c:pt idx="1271">
                  <c:v>4.7702299999999997</c:v>
                </c:pt>
                <c:pt idx="1272">
                  <c:v>#N/A</c:v>
                </c:pt>
                <c:pt idx="1273">
                  <c:v>5.0044899999999997</c:v>
                </c:pt>
                <c:pt idx="1274">
                  <c:v>4.9052300000000004</c:v>
                </c:pt>
                <c:pt idx="1275">
                  <c:v>4.7114799999999999</c:v>
                </c:pt>
                <c:pt idx="1276">
                  <c:v>4.7746599999999999</c:v>
                </c:pt>
                <c:pt idx="1277">
                  <c:v>4.87737</c:v>
                </c:pt>
                <c:pt idx="1278">
                  <c:v>4.8141400000000001</c:v>
                </c:pt>
                <c:pt idx="1279">
                  <c:v>4.6778399999999998</c:v>
                </c:pt>
                <c:pt idx="1280">
                  <c:v>4.6288</c:v>
                </c:pt>
                <c:pt idx="1281">
                  <c:v>4.5951300000000002</c:v>
                </c:pt>
                <c:pt idx="1282">
                  <c:v>4.7961799999999997</c:v>
                </c:pt>
                <c:pt idx="1283">
                  <c:v>4.8192899999999996</c:v>
                </c:pt>
                <c:pt idx="1284">
                  <c:v>4.7246499999999996</c:v>
                </c:pt>
                <c:pt idx="1285">
                  <c:v>4.9870900000000002</c:v>
                </c:pt>
                <c:pt idx="1286">
                  <c:v>5.0566000000000004</c:v>
                </c:pt>
                <c:pt idx="1287">
                  <c:v>4.9823399999999998</c:v>
                </c:pt>
                <c:pt idx="1288">
                  <c:v>4.8631000000000002</c:v>
                </c:pt>
                <c:pt idx="1289">
                  <c:v>4.9620600000000001</c:v>
                </c:pt>
                <c:pt idx="1290">
                  <c:v>4.9541199999999996</c:v>
                </c:pt>
                <c:pt idx="1291">
                  <c:v>4.8748899999999997</c:v>
                </c:pt>
                <c:pt idx="1292">
                  <c:v>4.8086000000000002</c:v>
                </c:pt>
                <c:pt idx="1293">
                  <c:v>4.7390699999999999</c:v>
                </c:pt>
                <c:pt idx="1294">
                  <c:v>4.9827899999999996</c:v>
                </c:pt>
                <c:pt idx="1295">
                  <c:v>4.7854999999999999</c:v>
                </c:pt>
                <c:pt idx="1296">
                  <c:v>4.7837399999999999</c:v>
                </c:pt>
                <c:pt idx="1297">
                  <c:v>4.7483300000000002</c:v>
                </c:pt>
                <c:pt idx="1298">
                  <c:v>4.7527600000000003</c:v>
                </c:pt>
                <c:pt idx="1299">
                  <c:v>4.6642999999999999</c:v>
                </c:pt>
                <c:pt idx="1300">
                  <c:v>4.7045399999999997</c:v>
                </c:pt>
                <c:pt idx="1301">
                  <c:v>4.6837799999999996</c:v>
                </c:pt>
                <c:pt idx="1302">
                  <c:v>4.8441999999999998</c:v>
                </c:pt>
                <c:pt idx="1303">
                  <c:v>4.8571</c:v>
                </c:pt>
                <c:pt idx="1304">
                  <c:v>4.9253999999999998</c:v>
                </c:pt>
                <c:pt idx="1305">
                  <c:v>4.7492000000000001</c:v>
                </c:pt>
                <c:pt idx="1306">
                  <c:v>4.45214</c:v>
                </c:pt>
                <c:pt idx="1307">
                  <c:v>4.4210900000000004</c:v>
                </c:pt>
                <c:pt idx="1308">
                  <c:v>4.4264200000000002</c:v>
                </c:pt>
                <c:pt idx="1309">
                  <c:v>4.3746499999999999</c:v>
                </c:pt>
                <c:pt idx="1310">
                  <c:v>4.2418100000000001</c:v>
                </c:pt>
                <c:pt idx="1311">
                  <c:v>#N/A</c:v>
                </c:pt>
                <c:pt idx="1312">
                  <c:v>4.2239800000000001</c:v>
                </c:pt>
                <c:pt idx="1313">
                  <c:v>4.3540200000000002</c:v>
                </c:pt>
                <c:pt idx="1314">
                  <c:v>4.3117999999999999</c:v>
                </c:pt>
                <c:pt idx="1315">
                  <c:v>4.1326799999999997</c:v>
                </c:pt>
                <c:pt idx="1316">
                  <c:v>4.0016499999999997</c:v>
                </c:pt>
                <c:pt idx="1317">
                  <c:v>4.2336499999999999</c:v>
                </c:pt>
                <c:pt idx="1318">
                  <c:v>4.0585000000000004</c:v>
                </c:pt>
                <c:pt idx="1319">
                  <c:v>3.9849199999999998</c:v>
                </c:pt>
                <c:pt idx="1320">
                  <c:v>4.06365</c:v>
                </c:pt>
                <c:pt idx="1321">
                  <c:v>3.90395</c:v>
                </c:pt>
                <c:pt idx="1322">
                  <c:v>3.9580700000000002</c:v>
                </c:pt>
                <c:pt idx="1323">
                  <c:v>3.7855099999999999</c:v>
                </c:pt>
                <c:pt idx="1324">
                  <c:v>3.5062799999999998</c:v>
                </c:pt>
                <c:pt idx="1325">
                  <c:v>3.5307400000000002</c:v>
                </c:pt>
                <c:pt idx="1326">
                  <c:v>3.4862700000000002</c:v>
                </c:pt>
                <c:pt idx="1327">
                  <c:v>3.4093200000000001</c:v>
                </c:pt>
                <c:pt idx="1328">
                  <c:v>3.3002500000000001</c:v>
                </c:pt>
                <c:pt idx="1329">
                  <c:v>3.2220200000000001</c:v>
                </c:pt>
                <c:pt idx="1330">
                  <c:v>3.16317</c:v>
                </c:pt>
                <c:pt idx="1331">
                  <c:v>3.1567799999999999</c:v>
                </c:pt>
                <c:pt idx="1332">
                  <c:v>3.3238500000000002</c:v>
                </c:pt>
                <c:pt idx="1333">
                  <c:v>3.3440300000000001</c:v>
                </c:pt>
                <c:pt idx="1334">
                  <c:v>3.5276800000000001</c:v>
                </c:pt>
                <c:pt idx="1335">
                  <c:v>3.48224</c:v>
                </c:pt>
                <c:pt idx="1336">
                  <c:v>3.4498099999999998</c:v>
                </c:pt>
                <c:pt idx="1337">
                  <c:v>3.2890600000000001</c:v>
                </c:pt>
                <c:pt idx="1338">
                  <c:v>3.20892</c:v>
                </c:pt>
                <c:pt idx="1339">
                  <c:v>3.1750500000000001</c:v>
                </c:pt>
                <c:pt idx="1340">
                  <c:v>3.1325099999999999</c:v>
                </c:pt>
                <c:pt idx="1341">
                  <c:v>3.0736599999999998</c:v>
                </c:pt>
                <c:pt idx="1342">
                  <c:v>#N/A</c:v>
                </c:pt>
                <c:pt idx="1343">
                  <c:v>2.99885</c:v>
                </c:pt>
                <c:pt idx="1344">
                  <c:v>2.8400500000000002</c:v>
                </c:pt>
                <c:pt idx="1345">
                  <c:v>2.96028</c:v>
                </c:pt>
                <c:pt idx="1346">
                  <c:v>3.11171</c:v>
                </c:pt>
                <c:pt idx="1347">
                  <c:v>2.8390200000000001</c:v>
                </c:pt>
                <c:pt idx="1348">
                  <c:v>2.95479</c:v>
                </c:pt>
                <c:pt idx="1349">
                  <c:v>3.0929600000000002</c:v>
                </c:pt>
                <c:pt idx="1350">
                  <c:v>2.98116</c:v>
                </c:pt>
                <c:pt idx="1351">
                  <c:v>2.8636900000000001</c:v>
                </c:pt>
                <c:pt idx="1352">
                  <c:v>2.8277000000000001</c:v>
                </c:pt>
                <c:pt idx="1353">
                  <c:v>2.7642600000000002</c:v>
                </c:pt>
                <c:pt idx="1354">
                  <c:v>2.8008999999999999</c:v>
                </c:pt>
                <c:pt idx="1355">
                  <c:v>2.7819400000000001</c:v>
                </c:pt>
                <c:pt idx="1356">
                  <c:v>2.81793</c:v>
                </c:pt>
                <c:pt idx="1357">
                  <c:v>2.9051800000000001</c:v>
                </c:pt>
                <c:pt idx="1358">
                  <c:v>2.99153</c:v>
                </c:pt>
                <c:pt idx="1359">
                  <c:v>3.08162</c:v>
                </c:pt>
                <c:pt idx="1360">
                  <c:v>2.9846599999999999</c:v>
                </c:pt>
                <c:pt idx="1361">
                  <c:v>3.0570200000000001</c:v>
                </c:pt>
                <c:pt idx="1362">
                  <c:v>3.1868400000000001</c:v>
                </c:pt>
                <c:pt idx="1363">
                  <c:v>3.1972499999999999</c:v>
                </c:pt>
                <c:pt idx="1364">
                  <c:v>3.0774400000000002</c:v>
                </c:pt>
                <c:pt idx="1365">
                  <c:v>3.1190600000000002</c:v>
                </c:pt>
                <c:pt idx="1366">
                  <c:v>3.11103</c:v>
                </c:pt>
                <c:pt idx="1367">
                  <c:v>3.0178799999999999</c:v>
                </c:pt>
                <c:pt idx="1368">
                  <c:v>3.0093299999999998</c:v>
                </c:pt>
                <c:pt idx="1369">
                  <c:v>2.9093499999999999</c:v>
                </c:pt>
                <c:pt idx="1370">
                  <c:v>3.0537100000000001</c:v>
                </c:pt>
                <c:pt idx="1371">
                  <c:v>#N/A</c:v>
                </c:pt>
                <c:pt idx="1372">
                  <c:v>3.06304</c:v>
                </c:pt>
                <c:pt idx="1373">
                  <c:v>3.1678700000000002</c:v>
                </c:pt>
                <c:pt idx="1374">
                  <c:v>3.3555000000000001</c:v>
                </c:pt>
                <c:pt idx="1375">
                  <c:v>3.19835</c:v>
                </c:pt>
                <c:pt idx="1376">
                  <c:v>3.3281399999999999</c:v>
                </c:pt>
                <c:pt idx="1377">
                  <c:v>3.32158</c:v>
                </c:pt>
                <c:pt idx="1378">
                  <c:v>3.24282</c:v>
                </c:pt>
                <c:pt idx="1379">
                  <c:v>3.08812</c:v>
                </c:pt>
                <c:pt idx="1380">
                  <c:v>2.95363</c:v>
                </c:pt>
                <c:pt idx="1381">
                  <c:v>2.85364</c:v>
                </c:pt>
                <c:pt idx="1382">
                  <c:v>2.8985799999999999</c:v>
                </c:pt>
                <c:pt idx="1383">
                  <c:v>3.02475</c:v>
                </c:pt>
                <c:pt idx="1384">
                  <c:v>2.93127</c:v>
                </c:pt>
                <c:pt idx="1385">
                  <c:v>2.6738</c:v>
                </c:pt>
                <c:pt idx="1386">
                  <c:v>2.7070699999999999</c:v>
                </c:pt>
                <c:pt idx="1387">
                  <c:v>2.63923</c:v>
                </c:pt>
                <c:pt idx="1388">
                  <c:v>2.6990099999999999</c:v>
                </c:pt>
                <c:pt idx="1389">
                  <c:v>2.7342399999999998</c:v>
                </c:pt>
                <c:pt idx="1390">
                  <c:v>2.72776</c:v>
                </c:pt>
                <c:pt idx="1391">
                  <c:v>2.8435000000000001</c:v>
                </c:pt>
                <c:pt idx="1392">
                  <c:v>2.5491899999999998</c:v>
                </c:pt>
                <c:pt idx="1393">
                  <c:v>2.4344399999999999</c:v>
                </c:pt>
                <c:pt idx="1394">
                  <c:v>2.3199100000000001</c:v>
                </c:pt>
                <c:pt idx="1395">
                  <c:v>2.39832</c:v>
                </c:pt>
                <c:pt idx="1396">
                  <c:v>2.2614200000000002</c:v>
                </c:pt>
                <c:pt idx="1397">
                  <c:v>2.3979200000000001</c:v>
                </c:pt>
                <c:pt idx="1398">
                  <c:v>2.55524</c:v>
                </c:pt>
                <c:pt idx="1399">
                  <c:v>2.6174499999999998</c:v>
                </c:pt>
                <c:pt idx="1400">
                  <c:v>2.6800799999999998</c:v>
                </c:pt>
                <c:pt idx="1401">
                  <c:v>2.7232400000000001</c:v>
                </c:pt>
                <c:pt idx="1402">
                  <c:v>2.7711600000000001</c:v>
                </c:pt>
                <c:pt idx="1403">
                  <c:v>2.6573000000000002</c:v>
                </c:pt>
                <c:pt idx="1404">
                  <c:v>2.71888</c:v>
                </c:pt>
                <c:pt idx="1405">
                  <c:v>2.7461899999999999</c:v>
                </c:pt>
                <c:pt idx="1406">
                  <c:v>2.6037300000000001</c:v>
                </c:pt>
                <c:pt idx="1407">
                  <c:v>2.64594</c:v>
                </c:pt>
                <c:pt idx="1408">
                  <c:v>2.6606700000000001</c:v>
                </c:pt>
                <c:pt idx="1409">
                  <c:v>2.7286899999999998</c:v>
                </c:pt>
                <c:pt idx="1410">
                  <c:v>2.7192500000000002</c:v>
                </c:pt>
                <c:pt idx="1411">
                  <c:v>2.7607699999999999</c:v>
                </c:pt>
                <c:pt idx="1412">
                  <c:v>2.87507</c:v>
                </c:pt>
                <c:pt idx="1413">
                  <c:v>2.8661300000000001</c:v>
                </c:pt>
                <c:pt idx="1414">
                  <c:v>2.9066999999999998</c:v>
                </c:pt>
                <c:pt idx="1415">
                  <c:v>2.7580200000000001</c:v>
                </c:pt>
                <c:pt idx="1416">
                  <c:v>2.6938800000000001</c:v>
                </c:pt>
                <c:pt idx="1417">
                  <c:v>#N/A</c:v>
                </c:pt>
                <c:pt idx="1418">
                  <c:v>2.4628100000000002</c:v>
                </c:pt>
                <c:pt idx="1419">
                  <c:v>2.5239500000000001</c:v>
                </c:pt>
                <c:pt idx="1420">
                  <c:v>2.6088900000000002</c:v>
                </c:pt>
                <c:pt idx="1421">
                  <c:v>2.5677300000000001</c:v>
                </c:pt>
                <c:pt idx="1422">
                  <c:v>2.5213899999999998</c:v>
                </c:pt>
                <c:pt idx="1423">
                  <c:v>2.4307400000000001</c:v>
                </c:pt>
                <c:pt idx="1424">
                  <c:v>2.2937599999999998</c:v>
                </c:pt>
                <c:pt idx="1425">
                  <c:v>2.3705099999999999</c:v>
                </c:pt>
                <c:pt idx="1426">
                  <c:v>2.26993</c:v>
                </c:pt>
                <c:pt idx="1427">
                  <c:v>2.31508</c:v>
                </c:pt>
                <c:pt idx="1428">
                  <c:v>2.3365</c:v>
                </c:pt>
                <c:pt idx="1429">
                  <c:v>2.37696</c:v>
                </c:pt>
                <c:pt idx="1430">
                  <c:v>2.4613399999999999</c:v>
                </c:pt>
                <c:pt idx="1431">
                  <c:v>2.5037699999999998</c:v>
                </c:pt>
                <c:pt idx="1432">
                  <c:v>2.4474900000000002</c:v>
                </c:pt>
                <c:pt idx="1433">
                  <c:v>2.4277500000000001</c:v>
                </c:pt>
                <c:pt idx="1434">
                  <c:v>2.2340200000000001</c:v>
                </c:pt>
                <c:pt idx="1435">
                  <c:v>2.3543699999999999</c:v>
                </c:pt>
                <c:pt idx="1436">
                  <c:v>2.29691</c:v>
                </c:pt>
                <c:pt idx="1437">
                  <c:v>2.2009099999999999</c:v>
                </c:pt>
                <c:pt idx="1438">
                  <c:v>2.11775</c:v>
                </c:pt>
                <c:pt idx="1439">
                  <c:v>2.1652999999999998</c:v>
                </c:pt>
                <c:pt idx="1440">
                  <c:v>1.97512</c:v>
                </c:pt>
                <c:pt idx="1441">
                  <c:v>1.7595000000000001</c:v>
                </c:pt>
                <c:pt idx="1442">
                  <c:v>#N/A</c:v>
                </c:pt>
                <c:pt idx="1443">
                  <c:v>2.00658</c:v>
                </c:pt>
                <c:pt idx="1444">
                  <c:v>1.9815100000000001</c:v>
                </c:pt>
                <c:pt idx="1445">
                  <c:v>2.00813</c:v>
                </c:pt>
                <c:pt idx="1446">
                  <c:v>2.0880100000000001</c:v>
                </c:pt>
                <c:pt idx="1447">
                  <c:v>2.1660900000000001</c:v>
                </c:pt>
                <c:pt idx="1448">
                  <c:v>2.2769200000000001</c:v>
                </c:pt>
                <c:pt idx="1449">
                  <c:v>2.2741899999999999</c:v>
                </c:pt>
                <c:pt idx="1450">
                  <c:v>2.2808899999999999</c:v>
                </c:pt>
                <c:pt idx="1451">
                  <c:v>2.2450299999999999</c:v>
                </c:pt>
                <c:pt idx="1452">
                  <c:v>2.2286700000000002</c:v>
                </c:pt>
                <c:pt idx="1453">
                  <c:v>2.5226299999999999</c:v>
                </c:pt>
                <c:pt idx="1454">
                  <c:v>2.6307</c:v>
                </c:pt>
                <c:pt idx="1455">
                  <c:v>2.3064800000000001</c:v>
                </c:pt>
                <c:pt idx="1456">
                  <c:v>2.3660399999999999</c:v>
                </c:pt>
                <c:pt idx="1457">
                  <c:v>2.2972000000000001</c:v>
                </c:pt>
                <c:pt idx="1458">
                  <c:v>2.30158</c:v>
                </c:pt>
                <c:pt idx="1459">
                  <c:v>2.2103299999999999</c:v>
                </c:pt>
                <c:pt idx="1460">
                  <c:v>2.2242099999999998</c:v>
                </c:pt>
                <c:pt idx="1461">
                  <c:v>2.2040099999999998</c:v>
                </c:pt>
                <c:pt idx="1462">
                  <c:v>2.0759699999999999</c:v>
                </c:pt>
                <c:pt idx="1463">
                  <c:v>2.0032800000000002</c:v>
                </c:pt>
                <c:pt idx="1464">
                  <c:v>#N/A</c:v>
                </c:pt>
                <c:pt idx="1465">
                  <c:v>2.0603099999999999</c:v>
                </c:pt>
                <c:pt idx="1466">
                  <c:v>2.0824799999999999</c:v>
                </c:pt>
                <c:pt idx="1467">
                  <c:v>2.1237400000000002</c:v>
                </c:pt>
                <c:pt idx="1468">
                  <c:v>2.1684199999999998</c:v>
                </c:pt>
                <c:pt idx="1469">
                  <c:v>2.14798</c:v>
                </c:pt>
                <c:pt idx="1470">
                  <c:v>2.2009099999999999</c:v>
                </c:pt>
                <c:pt idx="1471">
                  <c:v>2.16465</c:v>
                </c:pt>
                <c:pt idx="1472">
                  <c:v>2.11042</c:v>
                </c:pt>
                <c:pt idx="1473">
                  <c:v>2.0623399999999998</c:v>
                </c:pt>
                <c:pt idx="1474">
                  <c:v>2.00393</c:v>
                </c:pt>
                <c:pt idx="1475">
                  <c:v>#N/A</c:v>
                </c:pt>
                <c:pt idx="1476">
                  <c:v>2.1522700000000001</c:v>
                </c:pt>
                <c:pt idx="1477">
                  <c:v>2.2342</c:v>
                </c:pt>
                <c:pt idx="1478">
                  <c:v>2.1204499999999999</c:v>
                </c:pt>
                <c:pt idx="1479">
                  <c:v>2.1081300000000001</c:v>
                </c:pt>
                <c:pt idx="1480">
                  <c:v>2.0442300000000002</c:v>
                </c:pt>
                <c:pt idx="1481">
                  <c:v>1.97431</c:v>
                </c:pt>
                <c:pt idx="1482">
                  <c:v>2.0243199999999999</c:v>
                </c:pt>
                <c:pt idx="1483">
                  <c:v>2.1126</c:v>
                </c:pt>
                <c:pt idx="1484">
                  <c:v>2.1366999999999998</c:v>
                </c:pt>
                <c:pt idx="1485">
                  <c:v>2.09734</c:v>
                </c:pt>
                <c:pt idx="1486">
                  <c:v>2.0669200000000001</c:v>
                </c:pt>
                <c:pt idx="1487">
                  <c:v>2.0534599999999998</c:v>
                </c:pt>
                <c:pt idx="1488">
                  <c:v>2.0672799999999998</c:v>
                </c:pt>
                <c:pt idx="1489">
                  <c:v>2.1551499999999999</c:v>
                </c:pt>
                <c:pt idx="1490">
                  <c:v>2.2787299999999999</c:v>
                </c:pt>
                <c:pt idx="1491">
                  <c:v>2.1463999999999999</c:v>
                </c:pt>
                <c:pt idx="1492">
                  <c:v>2.0374500000000002</c:v>
                </c:pt>
                <c:pt idx="1493">
                  <c:v>2.1115300000000001</c:v>
                </c:pt>
                <c:pt idx="1494">
                  <c:v>2.1240899999999998</c:v>
                </c:pt>
                <c:pt idx="1495">
                  <c:v>2.0803600000000002</c:v>
                </c:pt>
                <c:pt idx="1496">
                  <c:v>#N/A</c:v>
                </c:pt>
                <c:pt idx="1497">
                  <c:v>2.0104099999999998</c:v>
                </c:pt>
                <c:pt idx="1498">
                  <c:v>2.0274200000000002</c:v>
                </c:pt>
                <c:pt idx="1499">
                  <c:v>2.0288200000000001</c:v>
                </c:pt>
                <c:pt idx="1500">
                  <c:v>1.9821299999999999</c:v>
                </c:pt>
                <c:pt idx="1501">
                  <c:v>#N/A</c:v>
                </c:pt>
                <c:pt idx="1502">
                  <c:v>1.9082399999999999</c:v>
                </c:pt>
                <c:pt idx="1503">
                  <c:v>1.89547</c:v>
                </c:pt>
                <c:pt idx="1504">
                  <c:v>1.8851500000000001</c:v>
                </c:pt>
                <c:pt idx="1505">
                  <c:v>1.9351100000000001</c:v>
                </c:pt>
                <c:pt idx="1506">
                  <c:v>1.89934</c:v>
                </c:pt>
                <c:pt idx="1507">
                  <c:v>1.8572500000000001</c:v>
                </c:pt>
                <c:pt idx="1508">
                  <c:v>1.98678</c:v>
                </c:pt>
                <c:pt idx="1509">
                  <c:v>1.9611499999999999</c:v>
                </c:pt>
                <c:pt idx="1510">
                  <c:v>2.0926399999999998</c:v>
                </c:pt>
                <c:pt idx="1511">
                  <c:v>2.1441699999999999</c:v>
                </c:pt>
                <c:pt idx="1512">
                  <c:v>#N/A</c:v>
                </c:pt>
                <c:pt idx="1513">
                  <c:v>2.1100300000000001</c:v>
                </c:pt>
                <c:pt idx="1514">
                  <c:v>2.2066699999999999</c:v>
                </c:pt>
                <c:pt idx="1515">
                  <c:v>2.3014700000000001</c:v>
                </c:pt>
                <c:pt idx="1516">
                  <c:v>2.3220999999999998</c:v>
                </c:pt>
                <c:pt idx="1517">
                  <c:v>2.2427199999999998</c:v>
                </c:pt>
                <c:pt idx="1518">
                  <c:v>2.1938200000000001</c:v>
                </c:pt>
                <c:pt idx="1519">
                  <c:v>2.3281999999999998</c:v>
                </c:pt>
                <c:pt idx="1520">
                  <c:v>2.33405</c:v>
                </c:pt>
                <c:pt idx="1521">
                  <c:v>2.4070299999999998</c:v>
                </c:pt>
                <c:pt idx="1522">
                  <c:v>2.36694</c:v>
                </c:pt>
                <c:pt idx="1523">
                  <c:v>2.4291900000000002</c:v>
                </c:pt>
                <c:pt idx="1524">
                  <c:v>2.39486</c:v>
                </c:pt>
                <c:pt idx="1525">
                  <c:v>2.6032700000000002</c:v>
                </c:pt>
                <c:pt idx="1526">
                  <c:v>2.7077599999999999</c:v>
                </c:pt>
                <c:pt idx="1527">
                  <c:v>2.65639</c:v>
                </c:pt>
                <c:pt idx="1528">
                  <c:v>2.5150000000000001</c:v>
                </c:pt>
                <c:pt idx="1529">
                  <c:v>2.3835099999999998</c:v>
                </c:pt>
                <c:pt idx="1530">
                  <c:v>2.2535799999999999</c:v>
                </c:pt>
                <c:pt idx="1531">
                  <c:v>2.2907999999999999</c:v>
                </c:pt>
                <c:pt idx="1532">
                  <c:v>#N/A</c:v>
                </c:pt>
                <c:pt idx="1533">
                  <c:v>2.2789199999999998</c:v>
                </c:pt>
                <c:pt idx="1534">
                  <c:v>2.2501899999999999</c:v>
                </c:pt>
                <c:pt idx="1535">
                  <c:v>2.1915399999999998</c:v>
                </c:pt>
                <c:pt idx="1536">
                  <c:v>2.24065</c:v>
                </c:pt>
                <c:pt idx="1537">
                  <c:v>2.2194400000000001</c:v>
                </c:pt>
                <c:pt idx="1538">
                  <c:v>2.3994200000000001</c:v>
                </c:pt>
                <c:pt idx="1539">
                  <c:v>2.2420399999999998</c:v>
                </c:pt>
                <c:pt idx="1540">
                  <c:v>2.2019799999999998</c:v>
                </c:pt>
                <c:pt idx="1541">
                  <c:v>2.1099700000000001</c:v>
                </c:pt>
                <c:pt idx="1542">
                  <c:v>1.9964599999999999</c:v>
                </c:pt>
                <c:pt idx="1543">
                  <c:v>2.0152000000000001</c:v>
                </c:pt>
                <c:pt idx="1544">
                  <c:v>2.0819200000000002</c:v>
                </c:pt>
                <c:pt idx="1545">
                  <c:v>2.0464500000000001</c:v>
                </c:pt>
                <c:pt idx="1546">
                  <c:v>1.9067400000000001</c:v>
                </c:pt>
                <c:pt idx="1547">
                  <c:v>1.87294</c:v>
                </c:pt>
                <c:pt idx="1548">
                  <c:v>1.8553200000000001</c:v>
                </c:pt>
                <c:pt idx="1549">
                  <c:v>1.8567800000000001</c:v>
                </c:pt>
                <c:pt idx="1550">
                  <c:v>1.85432</c:v>
                </c:pt>
                <c:pt idx="1551">
                  <c:v>1.88053</c:v>
                </c:pt>
                <c:pt idx="1552">
                  <c:v>1.9269000000000001</c:v>
                </c:pt>
                <c:pt idx="1553">
                  <c:v>1.94506</c:v>
                </c:pt>
                <c:pt idx="1554">
                  <c:v>1.91936</c:v>
                </c:pt>
                <c:pt idx="1555">
                  <c:v>1.9200299999999999</c:v>
                </c:pt>
                <c:pt idx="1556">
                  <c:v>1.92462</c:v>
                </c:pt>
                <c:pt idx="1557">
                  <c:v>1.9476100000000001</c:v>
                </c:pt>
                <c:pt idx="1558">
                  <c:v>1.88747</c:v>
                </c:pt>
                <c:pt idx="1559">
                  <c:v>1.80884</c:v>
                </c:pt>
                <c:pt idx="1560">
                  <c:v>1.8122400000000001</c:v>
                </c:pt>
                <c:pt idx="1561">
                  <c:v>1.7861899999999999</c:v>
                </c:pt>
                <c:pt idx="1562">
                  <c:v>1.7454499999999999</c:v>
                </c:pt>
                <c:pt idx="1563">
                  <c:v>1.7239800000000001</c:v>
                </c:pt>
                <c:pt idx="1564">
                  <c:v>1.726</c:v>
                </c:pt>
                <c:pt idx="1565">
                  <c:v>1.70892</c:v>
                </c:pt>
                <c:pt idx="1566">
                  <c:v>#N/A</c:v>
                </c:pt>
                <c:pt idx="1567">
                  <c:v>1.57565</c:v>
                </c:pt>
                <c:pt idx="1568">
                  <c:v>1.5920000000000001</c:v>
                </c:pt>
                <c:pt idx="1569">
                  <c:v>1.7065900000000001</c:v>
                </c:pt>
                <c:pt idx="1570">
                  <c:v>1.66056</c:v>
                </c:pt>
                <c:pt idx="1571">
                  <c:v>1.6676899999999999</c:v>
                </c:pt>
                <c:pt idx="1572">
                  <c:v>1.7407300000000001</c:v>
                </c:pt>
                <c:pt idx="1573">
                  <c:v>1.7319199999999999</c:v>
                </c:pt>
                <c:pt idx="1574">
                  <c:v>1.6655500000000001</c:v>
                </c:pt>
                <c:pt idx="1575">
                  <c:v>1.62449</c:v>
                </c:pt>
                <c:pt idx="1576">
                  <c:v>1.7327600000000001</c:v>
                </c:pt>
                <c:pt idx="1577">
                  <c:v>1.7251399999999999</c:v>
                </c:pt>
                <c:pt idx="1578">
                  <c:v>1.7325900000000001</c:v>
                </c:pt>
                <c:pt idx="1579">
                  <c:v>1.7872600000000001</c:v>
                </c:pt>
                <c:pt idx="1580">
                  <c:v>1.7506600000000001</c:v>
                </c:pt>
                <c:pt idx="1581">
                  <c:v>1.69784</c:v>
                </c:pt>
                <c:pt idx="1582">
                  <c:v>1.69537</c:v>
                </c:pt>
                <c:pt idx="1583">
                  <c:v>1.88035</c:v>
                </c:pt>
                <c:pt idx="1584">
                  <c:v>1.8026199999999999</c:v>
                </c:pt>
                <c:pt idx="1585">
                  <c:v>1.8709199999999999</c:v>
                </c:pt>
                <c:pt idx="1586">
                  <c:v>1.9219299999999999</c:v>
                </c:pt>
                <c:pt idx="1587">
                  <c:v>1.85887</c:v>
                </c:pt>
                <c:pt idx="1588">
                  <c:v>2.0147599999999999</c:v>
                </c:pt>
                <c:pt idx="1589">
                  <c:v>2.19638</c:v>
                </c:pt>
                <c:pt idx="1590">
                  <c:v>2.5282800000000001</c:v>
                </c:pt>
                <c:pt idx="1591">
                  <c:v>2.4737399999999998</c:v>
                </c:pt>
                <c:pt idx="1592">
                  <c:v>2.1469200000000002</c:v>
                </c:pt>
                <c:pt idx="1593">
                  <c:v>2.1076700000000002</c:v>
                </c:pt>
                <c:pt idx="1594">
                  <c:v>2.0242800000000001</c:v>
                </c:pt>
                <c:pt idx="1595">
                  <c:v>2.0364200000000001</c:v>
                </c:pt>
                <c:pt idx="1596">
                  <c:v>2.1870099999999999</c:v>
                </c:pt>
                <c:pt idx="1597">
                  <c:v>2.1780400000000002</c:v>
                </c:pt>
                <c:pt idx="1598">
                  <c:v>2.3434599999999999</c:v>
                </c:pt>
                <c:pt idx="1599">
                  <c:v>2.4281600000000001</c:v>
                </c:pt>
                <c:pt idx="1600">
                  <c:v>2.6160700000000001</c:v>
                </c:pt>
                <c:pt idx="1601">
                  <c:v>2.61571</c:v>
                </c:pt>
                <c:pt idx="1602">
                  <c:v>2.5056400000000001</c:v>
                </c:pt>
                <c:pt idx="1603">
                  <c:v>2.60162</c:v>
                </c:pt>
                <c:pt idx="1604">
                  <c:v>2.4807199999999998</c:v>
                </c:pt>
                <c:pt idx="1605">
                  <c:v>2.3434300000000001</c:v>
                </c:pt>
                <c:pt idx="1606">
                  <c:v>2.4136500000000001</c:v>
                </c:pt>
                <c:pt idx="1607">
                  <c:v>#N/A</c:v>
                </c:pt>
                <c:pt idx="1608">
                  <c:v>2.3370199999999999</c:v>
                </c:pt>
                <c:pt idx="1609">
                  <c:v>2.2526700000000002</c:v>
                </c:pt>
                <c:pt idx="1610">
                  <c:v>2.1659799999999998</c:v>
                </c:pt>
                <c:pt idx="1611">
                  <c:v>2.38191</c:v>
                </c:pt>
                <c:pt idx="1612">
                  <c:v>2.3619599999999998</c:v>
                </c:pt>
                <c:pt idx="1613">
                  <c:v>2.42374</c:v>
                </c:pt>
                <c:pt idx="1614">
                  <c:v>2.3664000000000001</c:v>
                </c:pt>
                <c:pt idx="1615">
                  <c:v>2.20479</c:v>
                </c:pt>
                <c:pt idx="1616">
                  <c:v>2.3150599999999999</c:v>
                </c:pt>
                <c:pt idx="1617">
                  <c:v>2.2219199999999999</c:v>
                </c:pt>
                <c:pt idx="1618">
                  <c:v>2.1015299999999999</c:v>
                </c:pt>
                <c:pt idx="1619">
                  <c:v>2.09545</c:v>
                </c:pt>
                <c:pt idx="1620">
                  <c:v>2.17334</c:v>
                </c:pt>
                <c:pt idx="1621">
                  <c:v>2.1208200000000001</c:v>
                </c:pt>
                <c:pt idx="1622">
                  <c:v>2.09531</c:v>
                </c:pt>
                <c:pt idx="1623">
                  <c:v>2.1615600000000001</c:v>
                </c:pt>
                <c:pt idx="1624">
                  <c:v>2.1719900000000001</c:v>
                </c:pt>
                <c:pt idx="1625">
                  <c:v>2.1693899999999999</c:v>
                </c:pt>
                <c:pt idx="1626">
                  <c:v>2.1862300000000001</c:v>
                </c:pt>
                <c:pt idx="1627">
                  <c:v>2.1721599999999999</c:v>
                </c:pt>
                <c:pt idx="1628">
                  <c:v>2.2974600000000001</c:v>
                </c:pt>
                <c:pt idx="1629">
                  <c:v>2.29311</c:v>
                </c:pt>
                <c:pt idx="1630">
                  <c:v>2.3142100000000001</c:v>
                </c:pt>
                <c:pt idx="1631">
                  <c:v>2.2815300000000001</c:v>
                </c:pt>
                <c:pt idx="1632">
                  <c:v>#N/A</c:v>
                </c:pt>
                <c:pt idx="1633">
                  <c:v>2.2761399999999998</c:v>
                </c:pt>
                <c:pt idx="1634">
                  <c:v>2.1938200000000001</c:v>
                </c:pt>
                <c:pt idx="1635">
                  <c:v>2.1590400000000001</c:v>
                </c:pt>
                <c:pt idx="1636">
                  <c:v>2.0564499999999999</c:v>
                </c:pt>
                <c:pt idx="1637">
                  <c:v>2.0487600000000001</c:v>
                </c:pt>
                <c:pt idx="1638">
                  <c:v>1.9117200000000001</c:v>
                </c:pt>
                <c:pt idx="1639">
                  <c:v>1.9052500000000001</c:v>
                </c:pt>
                <c:pt idx="1640">
                  <c:v>1.9521900000000001</c:v>
                </c:pt>
                <c:pt idx="1641">
                  <c:v>1.99597</c:v>
                </c:pt>
                <c:pt idx="1642">
                  <c:v>1.9607399999999999</c:v>
                </c:pt>
                <c:pt idx="1643">
                  <c:v>1.97061</c:v>
                </c:pt>
                <c:pt idx="1644">
                  <c:v>2.02339</c:v>
                </c:pt>
                <c:pt idx="1645">
                  <c:v>1.91662</c:v>
                </c:pt>
                <c:pt idx="1646">
                  <c:v>1.81416</c:v>
                </c:pt>
                <c:pt idx="1647">
                  <c:v>1.6974199999999999</c:v>
                </c:pt>
                <c:pt idx="1648">
                  <c:v>1.6921999999999999</c:v>
                </c:pt>
                <c:pt idx="1649">
                  <c:v>1.7549300000000001</c:v>
                </c:pt>
                <c:pt idx="1650">
                  <c:v>1.7556400000000001</c:v>
                </c:pt>
                <c:pt idx="1651">
                  <c:v>1.8256699999999999</c:v>
                </c:pt>
                <c:pt idx="1652">
                  <c:v>1.7301299999999999</c:v>
                </c:pt>
                <c:pt idx="1653">
                  <c:v>1.7476</c:v>
                </c:pt>
                <c:pt idx="1654">
                  <c:v>1.6733100000000001</c:v>
                </c:pt>
                <c:pt idx="1655">
                  <c:v>1.70082</c:v>
                </c:pt>
                <c:pt idx="1656">
                  <c:v>1.7378100000000001</c:v>
                </c:pt>
                <c:pt idx="1657">
                  <c:v>1.53776</c:v>
                </c:pt>
                <c:pt idx="1658">
                  <c:v>1.5589999999999999</c:v>
                </c:pt>
                <c:pt idx="1659">
                  <c:v>1.5091300000000001</c:v>
                </c:pt>
                <c:pt idx="1660">
                  <c:v>1.5185299999999999</c:v>
                </c:pt>
                <c:pt idx="1661">
                  <c:v>1.62748</c:v>
                </c:pt>
                <c:pt idx="1662">
                  <c:v>1.69506</c:v>
                </c:pt>
                <c:pt idx="1663">
                  <c:v>1.4969300000000001</c:v>
                </c:pt>
                <c:pt idx="1664">
                  <c:v>1.4237299999999999</c:v>
                </c:pt>
                <c:pt idx="1665">
                  <c:v>1.49719</c:v>
                </c:pt>
                <c:pt idx="1666">
                  <c:v>1.5341499999999999</c:v>
                </c:pt>
                <c:pt idx="1667">
                  <c:v>1.53599</c:v>
                </c:pt>
                <c:pt idx="1668">
                  <c:v>1.70791</c:v>
                </c:pt>
                <c:pt idx="1669">
                  <c:v>1.7314000000000001</c:v>
                </c:pt>
                <c:pt idx="1670">
                  <c:v>1.8141700000000001</c:v>
                </c:pt>
                <c:pt idx="1671">
                  <c:v>1.7786599999999999</c:v>
                </c:pt>
                <c:pt idx="1672">
                  <c:v>1.93381</c:v>
                </c:pt>
                <c:pt idx="1673">
                  <c:v>1.97217</c:v>
                </c:pt>
                <c:pt idx="1674">
                  <c:v>1.87571</c:v>
                </c:pt>
                <c:pt idx="1675">
                  <c:v>1.7569699999999999</c:v>
                </c:pt>
                <c:pt idx="1676">
                  <c:v>1.72458</c:v>
                </c:pt>
                <c:pt idx="1677">
                  <c:v>#N/A</c:v>
                </c:pt>
                <c:pt idx="1678">
                  <c:v>1.8441799999999999</c:v>
                </c:pt>
                <c:pt idx="1679">
                  <c:v>1.8964000000000001</c:v>
                </c:pt>
                <c:pt idx="1680">
                  <c:v>1.8082100000000001</c:v>
                </c:pt>
                <c:pt idx="1681">
                  <c:v>1.7116499999999999</c:v>
                </c:pt>
                <c:pt idx="1682">
                  <c:v>1.77092</c:v>
                </c:pt>
                <c:pt idx="1683">
                  <c:v>1.7691300000000001</c:v>
                </c:pt>
                <c:pt idx="1684">
                  <c:v>1.6613199999999999</c:v>
                </c:pt>
                <c:pt idx="1685">
                  <c:v>1.6161000000000001</c:v>
                </c:pt>
                <c:pt idx="1686">
                  <c:v>1.6387</c:v>
                </c:pt>
                <c:pt idx="1687">
                  <c:v>1.73875</c:v>
                </c:pt>
                <c:pt idx="1688">
                  <c:v>1.8608100000000001</c:v>
                </c:pt>
                <c:pt idx="1689">
                  <c:v>1.8102</c:v>
                </c:pt>
                <c:pt idx="1690">
                  <c:v>1.81972</c:v>
                </c:pt>
                <c:pt idx="1691">
                  <c:v>1.73742</c:v>
                </c:pt>
                <c:pt idx="1692">
                  <c:v>1.7486299999999999</c:v>
                </c:pt>
                <c:pt idx="1693">
                  <c:v>1.77972</c:v>
                </c:pt>
                <c:pt idx="1694">
                  <c:v>1.6832400000000001</c:v>
                </c:pt>
                <c:pt idx="1695">
                  <c:v>1.68662</c:v>
                </c:pt>
                <c:pt idx="1696">
                  <c:v>1.65683</c:v>
                </c:pt>
                <c:pt idx="1697">
                  <c:v>1.6935800000000001</c:v>
                </c:pt>
                <c:pt idx="1698">
                  <c:v>1.72786</c:v>
                </c:pt>
                <c:pt idx="1699">
                  <c:v>1.7665200000000001</c:v>
                </c:pt>
                <c:pt idx="1700">
                  <c:v>1.7475400000000001</c:v>
                </c:pt>
                <c:pt idx="1701">
                  <c:v>1.71224</c:v>
                </c:pt>
                <c:pt idx="1702">
                  <c:v>#N/A</c:v>
                </c:pt>
                <c:pt idx="1703">
                  <c:v>1.5781099999999999</c:v>
                </c:pt>
                <c:pt idx="1704">
                  <c:v>1.56795</c:v>
                </c:pt>
                <c:pt idx="1705">
                  <c:v>1.5146500000000001</c:v>
                </c:pt>
                <c:pt idx="1706">
                  <c:v>1.5105200000000001</c:v>
                </c:pt>
                <c:pt idx="1707">
                  <c:v>1.60534</c:v>
                </c:pt>
                <c:pt idx="1708">
                  <c:v>1.64656</c:v>
                </c:pt>
                <c:pt idx="1709">
                  <c:v>1.6213</c:v>
                </c:pt>
                <c:pt idx="1710">
                  <c:v>1.6369</c:v>
                </c:pt>
                <c:pt idx="1711">
                  <c:v>1.51153</c:v>
                </c:pt>
                <c:pt idx="1712">
                  <c:v>1.4495400000000001</c:v>
                </c:pt>
                <c:pt idx="1713">
                  <c:v>1.4369700000000001</c:v>
                </c:pt>
                <c:pt idx="1714">
                  <c:v>1.3595699999999999</c:v>
                </c:pt>
                <c:pt idx="1715">
                  <c:v>1.35758</c:v>
                </c:pt>
                <c:pt idx="1716">
                  <c:v>1.3802700000000001</c:v>
                </c:pt>
                <c:pt idx="1717">
                  <c:v>1.32159</c:v>
                </c:pt>
                <c:pt idx="1718">
                  <c:v>1.36277</c:v>
                </c:pt>
                <c:pt idx="1719">
                  <c:v>1.34996</c:v>
                </c:pt>
                <c:pt idx="1720">
                  <c:v>1.3660600000000001</c:v>
                </c:pt>
                <c:pt idx="1721">
                  <c:v>1.3523000000000001</c:v>
                </c:pt>
                <c:pt idx="1722">
                  <c:v>1.4723200000000001</c:v>
                </c:pt>
                <c:pt idx="1723">
                  <c:v>1.43428</c:v>
                </c:pt>
                <c:pt idx="1724">
                  <c:v>1.46608</c:v>
                </c:pt>
                <c:pt idx="1725">
                  <c:v>#N/A</c:v>
                </c:pt>
                <c:pt idx="1726">
                  <c:v>1.51312</c:v>
                </c:pt>
                <c:pt idx="1727">
                  <c:v>1.44686</c:v>
                </c:pt>
                <c:pt idx="1728">
                  <c:v>1.6823600000000001</c:v>
                </c:pt>
                <c:pt idx="1729">
                  <c:v>1.5774600000000001</c:v>
                </c:pt>
                <c:pt idx="1730">
                  <c:v>1.57125</c:v>
                </c:pt>
                <c:pt idx="1731">
                  <c:v>1.58569</c:v>
                </c:pt>
                <c:pt idx="1732">
                  <c:v>1.62998</c:v>
                </c:pt>
                <c:pt idx="1733">
                  <c:v>1.6842900000000001</c:v>
                </c:pt>
                <c:pt idx="1734">
                  <c:v>1.52878</c:v>
                </c:pt>
                <c:pt idx="1735">
                  <c:v>#N/A</c:v>
                </c:pt>
                <c:pt idx="1736">
                  <c:v>1.52878</c:v>
                </c:pt>
                <c:pt idx="1737">
                  <c:v>1.6879299999999999</c:v>
                </c:pt>
                <c:pt idx="1738">
                  <c:v>1.8049500000000001</c:v>
                </c:pt>
                <c:pt idx="1739">
                  <c:v>1.6556299999999999</c:v>
                </c:pt>
                <c:pt idx="1740">
                  <c:v>1.6102700000000001</c:v>
                </c:pt>
                <c:pt idx="1741">
                  <c:v>1.5630900000000001</c:v>
                </c:pt>
                <c:pt idx="1742">
                  <c:v>1.5819399999999999</c:v>
                </c:pt>
                <c:pt idx="1743">
                  <c:v>1.48038</c:v>
                </c:pt>
                <c:pt idx="1744">
                  <c:v>1.5023599999999999</c:v>
                </c:pt>
                <c:pt idx="1745">
                  <c:v>1.4803299999999999</c:v>
                </c:pt>
                <c:pt idx="1746">
                  <c:v>1.4480900000000001</c:v>
                </c:pt>
                <c:pt idx="1747">
                  <c:v>1.5376099999999999</c:v>
                </c:pt>
                <c:pt idx="1748">
                  <c:v>1.4845699999999999</c:v>
                </c:pt>
                <c:pt idx="1749">
                  <c:v>1.55393</c:v>
                </c:pt>
                <c:pt idx="1750">
                  <c:v>1.6452800000000001</c:v>
                </c:pt>
                <c:pt idx="1751">
                  <c:v>1.8008</c:v>
                </c:pt>
                <c:pt idx="1752">
                  <c:v>1.70004</c:v>
                </c:pt>
                <c:pt idx="1753">
                  <c:v>1.7177500000000001</c:v>
                </c:pt>
                <c:pt idx="1754">
                  <c:v>1.6742900000000001</c:v>
                </c:pt>
                <c:pt idx="1755">
                  <c:v>1.6493100000000001</c:v>
                </c:pt>
                <c:pt idx="1756">
                  <c:v>#N/A</c:v>
                </c:pt>
                <c:pt idx="1757">
                  <c:v>1.6288</c:v>
                </c:pt>
                <c:pt idx="1758">
                  <c:v>1.61435</c:v>
                </c:pt>
                <c:pt idx="1759">
                  <c:v>1.66354</c:v>
                </c:pt>
                <c:pt idx="1760">
                  <c:v>1.62409</c:v>
                </c:pt>
                <c:pt idx="1761">
                  <c:v>1.7195800000000001</c:v>
                </c:pt>
                <c:pt idx="1762">
                  <c:v>1.63208</c:v>
                </c:pt>
                <c:pt idx="1763">
                  <c:v>1.4149499999999999</c:v>
                </c:pt>
                <c:pt idx="1764">
                  <c:v>1.3713599999999999</c:v>
                </c:pt>
                <c:pt idx="1765">
                  <c:v>1.41466</c:v>
                </c:pt>
                <c:pt idx="1766">
                  <c:v>1.47106</c:v>
                </c:pt>
                <c:pt idx="1767">
                  <c:v>1.51555</c:v>
                </c:pt>
                <c:pt idx="1768">
                  <c:v>1.43512</c:v>
                </c:pt>
                <c:pt idx="1769">
                  <c:v>1.38341</c:v>
                </c:pt>
                <c:pt idx="1770">
                  <c:v>1.43083</c:v>
                </c:pt>
                <c:pt idx="1771">
                  <c:v>1.42309</c:v>
                </c:pt>
                <c:pt idx="1772">
                  <c:v>#N/A</c:v>
                </c:pt>
                <c:pt idx="1773">
                  <c:v>1.40185</c:v>
                </c:pt>
                <c:pt idx="1774">
                  <c:v>1.4821500000000001</c:v>
                </c:pt>
                <c:pt idx="1775">
                  <c:v>1.47312</c:v>
                </c:pt>
                <c:pt idx="1776">
                  <c:v>1.47078</c:v>
                </c:pt>
                <c:pt idx="1777">
                  <c:v>1.41774</c:v>
                </c:pt>
                <c:pt idx="1778">
                  <c:v>1.51586</c:v>
                </c:pt>
                <c:pt idx="1779">
                  <c:v>1.4152100000000001</c:v>
                </c:pt>
                <c:pt idx="1780">
                  <c:v>1.4561900000000001</c:v>
                </c:pt>
                <c:pt idx="1781">
                  <c:v>1.5656300000000001</c:v>
                </c:pt>
                <c:pt idx="1782">
                  <c:v>1.49949</c:v>
                </c:pt>
                <c:pt idx="1783">
                  <c:v>1.40551</c:v>
                </c:pt>
                <c:pt idx="1784">
                  <c:v>1.3565799999999999</c:v>
                </c:pt>
                <c:pt idx="1785">
                  <c:v>1.4008799999999999</c:v>
                </c:pt>
                <c:pt idx="1786">
                  <c:v>1.34819</c:v>
                </c:pt>
                <c:pt idx="1787">
                  <c:v>1.4035200000000001</c:v>
                </c:pt>
                <c:pt idx="1788">
                  <c:v>1.3871</c:v>
                </c:pt>
                <c:pt idx="1789">
                  <c:v>1.46916</c:v>
                </c:pt>
                <c:pt idx="1790">
                  <c:v>1.50996</c:v>
                </c:pt>
                <c:pt idx="1791">
                  <c:v>1.54436</c:v>
                </c:pt>
                <c:pt idx="1792">
                  <c:v>1.5721700000000001</c:v>
                </c:pt>
                <c:pt idx="1793">
                  <c:v>1.60686</c:v>
                </c:pt>
                <c:pt idx="1794">
                  <c:v>1.53067</c:v>
                </c:pt>
                <c:pt idx="1795">
                  <c:v>1.5126299999999999</c:v>
                </c:pt>
                <c:pt idx="1796">
                  <c:v>1.5032399999999999</c:v>
                </c:pt>
                <c:pt idx="1797">
                  <c:v>#N/A</c:v>
                </c:pt>
                <c:pt idx="1798">
                  <c:v>1.60581</c:v>
                </c:pt>
                <c:pt idx="1799">
                  <c:v>1.6179399999999999</c:v>
                </c:pt>
                <c:pt idx="1800">
                  <c:v>1.6472599999999999</c:v>
                </c:pt>
                <c:pt idx="1801">
                  <c:v>1.6630100000000001</c:v>
                </c:pt>
                <c:pt idx="1802">
                  <c:v>1.60097</c:v>
                </c:pt>
                <c:pt idx="1803">
                  <c:v>1.5932299999999999</c:v>
                </c:pt>
                <c:pt idx="1804">
                  <c:v>1.5460700000000001</c:v>
                </c:pt>
                <c:pt idx="1805">
                  <c:v>1.4427000000000001</c:v>
                </c:pt>
                <c:pt idx="1806">
                  <c:v>1.50911</c:v>
                </c:pt>
                <c:pt idx="1807">
                  <c:v>1.498</c:v>
                </c:pt>
                <c:pt idx="1808">
                  <c:v>1.4292800000000001</c:v>
                </c:pt>
                <c:pt idx="1809">
                  <c:v>1.46522</c:v>
                </c:pt>
                <c:pt idx="1810">
                  <c:v>1.56911</c:v>
                </c:pt>
                <c:pt idx="1811">
                  <c:v>1.4917199999999999</c:v>
                </c:pt>
                <c:pt idx="1812">
                  <c:v>1.5495099999999999</c:v>
                </c:pt>
                <c:pt idx="1813">
                  <c:v>1.5848599999999999</c:v>
                </c:pt>
                <c:pt idx="1814">
                  <c:v>1.6812800000000001</c:v>
                </c:pt>
                <c:pt idx="1815">
                  <c:v>1.64022</c:v>
                </c:pt>
                <c:pt idx="1816">
                  <c:v>1.61602</c:v>
                </c:pt>
                <c:pt idx="1817">
                  <c:v>1.6041000000000001</c:v>
                </c:pt>
                <c:pt idx="1818">
                  <c:v>1.6364399999999999</c:v>
                </c:pt>
                <c:pt idx="1819">
                  <c:v>1.60206</c:v>
                </c:pt>
                <c:pt idx="1820">
                  <c:v>1.5576700000000001</c:v>
                </c:pt>
                <c:pt idx="1821">
                  <c:v>1.5220899999999999</c:v>
                </c:pt>
                <c:pt idx="1822">
                  <c:v>1.5183199999999999</c:v>
                </c:pt>
                <c:pt idx="1823">
                  <c:v>1.5587599999999999</c:v>
                </c:pt>
                <c:pt idx="1824">
                  <c:v>1.53498</c:v>
                </c:pt>
                <c:pt idx="1825">
                  <c:v>1.53389</c:v>
                </c:pt>
                <c:pt idx="1826">
                  <c:v>1.5380499999999999</c:v>
                </c:pt>
                <c:pt idx="1827">
                  <c:v>1.5579099999999999</c:v>
                </c:pt>
                <c:pt idx="1828">
                  <c:v>1.51799</c:v>
                </c:pt>
                <c:pt idx="1829">
                  <c:v>1.47214</c:v>
                </c:pt>
                <c:pt idx="1830">
                  <c:v>1.4696199999999999</c:v>
                </c:pt>
                <c:pt idx="1831">
                  <c:v>1.4577</c:v>
                </c:pt>
                <c:pt idx="1832">
                  <c:v>1.4648099999999999</c:v>
                </c:pt>
                <c:pt idx="1833">
                  <c:v>1.5382199999999999</c:v>
                </c:pt>
                <c:pt idx="1834">
                  <c:v>1.5503199999999999</c:v>
                </c:pt>
                <c:pt idx="1835">
                  <c:v>1.5277400000000001</c:v>
                </c:pt>
                <c:pt idx="1836">
                  <c:v>1.5538400000000001</c:v>
                </c:pt>
                <c:pt idx="1837">
                  <c:v>1.5929</c:v>
                </c:pt>
                <c:pt idx="1838">
                  <c:v>1.59033</c:v>
                </c:pt>
                <c:pt idx="1839">
                  <c:v>1.50336</c:v>
                </c:pt>
                <c:pt idx="1840">
                  <c:v>1.4997799999999999</c:v>
                </c:pt>
                <c:pt idx="1841">
                  <c:v>#N/A</c:v>
                </c:pt>
                <c:pt idx="1842">
                  <c:v>1.5351900000000001</c:v>
                </c:pt>
                <c:pt idx="1843">
                  <c:v>1.53128</c:v>
                </c:pt>
                <c:pt idx="1844">
                  <c:v>1.48543</c:v>
                </c:pt>
                <c:pt idx="1845">
                  <c:v>1.4631799999999999</c:v>
                </c:pt>
                <c:pt idx="1846">
                  <c:v>1.47296</c:v>
                </c:pt>
                <c:pt idx="1847">
                  <c:v>1.4217599999999999</c:v>
                </c:pt>
                <c:pt idx="1848">
                  <c:v>1.4277899999999999</c:v>
                </c:pt>
                <c:pt idx="1849">
                  <c:v>1.4567699999999999</c:v>
                </c:pt>
                <c:pt idx="1850">
                  <c:v>1.46031</c:v>
                </c:pt>
                <c:pt idx="1851">
                  <c:v>1.4533799999999999</c:v>
                </c:pt>
                <c:pt idx="1852">
                  <c:v>1.45384</c:v>
                </c:pt>
                <c:pt idx="1853">
                  <c:v>1.41856</c:v>
                </c:pt>
                <c:pt idx="1854">
                  <c:v>1.46177</c:v>
                </c:pt>
                <c:pt idx="1855">
                  <c:v>1.44922</c:v>
                </c:pt>
                <c:pt idx="1856">
                  <c:v>1.47821</c:v>
                </c:pt>
                <c:pt idx="1857">
                  <c:v>1.51888</c:v>
                </c:pt>
                <c:pt idx="1858">
                  <c:v>1.5442899999999999</c:v>
                </c:pt>
                <c:pt idx="1859">
                  <c:v>1.4972700000000001</c:v>
                </c:pt>
                <c:pt idx="1860">
                  <c:v>1.48706</c:v>
                </c:pt>
                <c:pt idx="1861">
                  <c:v>1.45825</c:v>
                </c:pt>
                <c:pt idx="1862">
                  <c:v>1.4698199999999999</c:v>
                </c:pt>
                <c:pt idx="1863">
                  <c:v>1.48078</c:v>
                </c:pt>
                <c:pt idx="1864">
                  <c:v>1.4735100000000001</c:v>
                </c:pt>
                <c:pt idx="1865">
                  <c:v>1.5368200000000001</c:v>
                </c:pt>
                <c:pt idx="1866">
                  <c:v>1.5350900000000001</c:v>
                </c:pt>
                <c:pt idx="1867">
                  <c:v>#N/A</c:v>
                </c:pt>
                <c:pt idx="1868">
                  <c:v>1.4410799999999999</c:v>
                </c:pt>
                <c:pt idx="1869">
                  <c:v>1.4155899999999999</c:v>
                </c:pt>
                <c:pt idx="1870">
                  <c:v>1.39463</c:v>
                </c:pt>
                <c:pt idx="1871">
                  <c:v>1.4175500000000001</c:v>
                </c:pt>
                <c:pt idx="1872">
                  <c:v>1.44496</c:v>
                </c:pt>
                <c:pt idx="1873">
                  <c:v>1.4484699999999999</c:v>
                </c:pt>
                <c:pt idx="1874">
                  <c:v>1.51712</c:v>
                </c:pt>
                <c:pt idx="1875">
                  <c:v>1.50021</c:v>
                </c:pt>
                <c:pt idx="1876">
                  <c:v>1.5019100000000001</c:v>
                </c:pt>
                <c:pt idx="1877">
                  <c:v>1.51179</c:v>
                </c:pt>
                <c:pt idx="1878">
                  <c:v>1.41029</c:v>
                </c:pt>
                <c:pt idx="1879">
                  <c:v>1.4859199999999999</c:v>
                </c:pt>
                <c:pt idx="1880">
                  <c:v>1.56623</c:v>
                </c:pt>
                <c:pt idx="1881">
                  <c:v>1.5145299999999999</c:v>
                </c:pt>
                <c:pt idx="1882">
                  <c:v>1.4936199999999999</c:v>
                </c:pt>
                <c:pt idx="1883">
                  <c:v>1.4735</c:v>
                </c:pt>
                <c:pt idx="1884">
                  <c:v>1.4139299999999999</c:v>
                </c:pt>
                <c:pt idx="1885">
                  <c:v>1.4896199999999999</c:v>
                </c:pt>
                <c:pt idx="1886">
                  <c:v>1.51807</c:v>
                </c:pt>
                <c:pt idx="1887">
                  <c:v>1.4446000000000001</c:v>
                </c:pt>
                <c:pt idx="1888">
                  <c:v>1.3568199999999999</c:v>
                </c:pt>
                <c:pt idx="1889">
                  <c:v>1.3012300000000001</c:v>
                </c:pt>
                <c:pt idx="1890">
                  <c:v>1.21407</c:v>
                </c:pt>
                <c:pt idx="1891">
                  <c:v>1.1936500000000001</c:v>
                </c:pt>
                <c:pt idx="1892">
                  <c:v>#N/A</c:v>
                </c:pt>
                <c:pt idx="1893">
                  <c:v>1.3165500000000001</c:v>
                </c:pt>
                <c:pt idx="1894">
                  <c:v>1.3491500000000001</c:v>
                </c:pt>
                <c:pt idx="1895">
                  <c:v>1.3209299999999999</c:v>
                </c:pt>
                <c:pt idx="1896">
                  <c:v>1.4345300000000001</c:v>
                </c:pt>
                <c:pt idx="1897">
                  <c:v>1.5591200000000001</c:v>
                </c:pt>
                <c:pt idx="1898">
                  <c:v>1.5738700000000001</c:v>
                </c:pt>
                <c:pt idx="1899">
                  <c:v>1.57342</c:v>
                </c:pt>
                <c:pt idx="1900">
                  <c:v>1.4871700000000001</c:v>
                </c:pt>
                <c:pt idx="1901">
                  <c:v>1.52007</c:v>
                </c:pt>
                <c:pt idx="1902">
                  <c:v>1.48515</c:v>
                </c:pt>
                <c:pt idx="1903">
                  <c:v>1.5096700000000001</c:v>
                </c:pt>
                <c:pt idx="1904">
                  <c:v>1.44547</c:v>
                </c:pt>
                <c:pt idx="1905">
                  <c:v>1.3946400000000001</c:v>
                </c:pt>
                <c:pt idx="1906">
                  <c:v>1.42319</c:v>
                </c:pt>
                <c:pt idx="1907">
                  <c:v>1.3837900000000001</c:v>
                </c:pt>
                <c:pt idx="1908">
                  <c:v>1.41307</c:v>
                </c:pt>
                <c:pt idx="1909">
                  <c:v>1.3496600000000001</c:v>
                </c:pt>
                <c:pt idx="1910">
                  <c:v>1.3243100000000001</c:v>
                </c:pt>
                <c:pt idx="1911">
                  <c:v>1.3190500000000001</c:v>
                </c:pt>
                <c:pt idx="1912">
                  <c:v>1.23858</c:v>
                </c:pt>
                <c:pt idx="1913">
                  <c:v>1.2705200000000001</c:v>
                </c:pt>
                <c:pt idx="1914">
                  <c:v>1.3112299999999999</c:v>
                </c:pt>
                <c:pt idx="1915">
                  <c:v>1.4729099999999999</c:v>
                </c:pt>
                <c:pt idx="1916">
                  <c:v>1.4581599999999999</c:v>
                </c:pt>
                <c:pt idx="1917">
                  <c:v>1.76979</c:v>
                </c:pt>
                <c:pt idx="1918">
                  <c:v>1.8643400000000001</c:v>
                </c:pt>
                <c:pt idx="1919">
                  <c:v>1.9621200000000001</c:v>
                </c:pt>
                <c:pt idx="1920">
                  <c:v>1.9511499999999999</c:v>
                </c:pt>
                <c:pt idx="1921">
                  <c:v>1.91123</c:v>
                </c:pt>
                <c:pt idx="1922">
                  <c:v>1.8055000000000001</c:v>
                </c:pt>
                <c:pt idx="1923">
                  <c:v>1.85561</c:v>
                </c:pt>
                <c:pt idx="1924">
                  <c:v>1.72021</c:v>
                </c:pt>
                <c:pt idx="1925">
                  <c:v>1.8278300000000001</c:v>
                </c:pt>
                <c:pt idx="1926">
                  <c:v>1.82694</c:v>
                </c:pt>
                <c:pt idx="1927">
                  <c:v>1.79925</c:v>
                </c:pt>
                <c:pt idx="1928">
                  <c:v>1.7807500000000001</c:v>
                </c:pt>
                <c:pt idx="1929">
                  <c:v>1.7076800000000001</c:v>
                </c:pt>
                <c:pt idx="1930">
                  <c:v>1.77542</c:v>
                </c:pt>
                <c:pt idx="1931">
                  <c:v>1.8251299999999999</c:v>
                </c:pt>
                <c:pt idx="1932">
                  <c:v>1.73567</c:v>
                </c:pt>
                <c:pt idx="1933">
                  <c:v>1.7501100000000001</c:v>
                </c:pt>
                <c:pt idx="1934">
                  <c:v>1.6475500000000001</c:v>
                </c:pt>
                <c:pt idx="1935">
                  <c:v>1.7460199999999999</c:v>
                </c:pt>
                <c:pt idx="1936">
                  <c:v>1.8531</c:v>
                </c:pt>
                <c:pt idx="1937">
                  <c:v>#N/A</c:v>
                </c:pt>
                <c:pt idx="1938">
                  <c:v>1.87846</c:v>
                </c:pt>
                <c:pt idx="1939">
                  <c:v>1.8656600000000001</c:v>
                </c:pt>
                <c:pt idx="1940">
                  <c:v>1.9332</c:v>
                </c:pt>
                <c:pt idx="1941">
                  <c:v>2.0540799999999999</c:v>
                </c:pt>
                <c:pt idx="1942">
                  <c:v>2.1104599999999998</c:v>
                </c:pt>
                <c:pt idx="1943">
                  <c:v>2.0609600000000001</c:v>
                </c:pt>
                <c:pt idx="1944">
                  <c:v>2.08616</c:v>
                </c:pt>
                <c:pt idx="1945">
                  <c:v>2.0245700000000002</c:v>
                </c:pt>
                <c:pt idx="1946">
                  <c:v>2.03823</c:v>
                </c:pt>
                <c:pt idx="1947">
                  <c:v>2.2061999999999999</c:v>
                </c:pt>
                <c:pt idx="1948">
                  <c:v>2.1405500000000002</c:v>
                </c:pt>
                <c:pt idx="1949">
                  <c:v>2.2383299999999999</c:v>
                </c:pt>
                <c:pt idx="1950">
                  <c:v>2.5304099999999998</c:v>
                </c:pt>
                <c:pt idx="1951">
                  <c:v>2.4977800000000001</c:v>
                </c:pt>
                <c:pt idx="1952">
                  <c:v>2.5487799999999998</c:v>
                </c:pt>
                <c:pt idx="1953">
                  <c:v>2.3999899999999998</c:v>
                </c:pt>
                <c:pt idx="1954">
                  <c:v>2.4061400000000002</c:v>
                </c:pt>
                <c:pt idx="1955">
                  <c:v>2.3824700000000001</c:v>
                </c:pt>
                <c:pt idx="1956">
                  <c:v>2.4047700000000001</c:v>
                </c:pt>
                <c:pt idx="1957">
                  <c:v>2.5414400000000001</c:v>
                </c:pt>
                <c:pt idx="1958">
                  <c:v>2.5484499999999999</c:v>
                </c:pt>
                <c:pt idx="1959">
                  <c:v>2.4770699999999999</c:v>
                </c:pt>
                <c:pt idx="1960">
                  <c:v>2.3410299999999999</c:v>
                </c:pt>
                <c:pt idx="1961">
                  <c:v>2.2879800000000001</c:v>
                </c:pt>
                <c:pt idx="1962">
                  <c:v>#N/A</c:v>
                </c:pt>
                <c:pt idx="1963">
                  <c:v>2.0603199999999999</c:v>
                </c:pt>
                <c:pt idx="1964">
                  <c:v>1.9126700000000001</c:v>
                </c:pt>
                <c:pt idx="1965">
                  <c:v>1.9841599999999999</c:v>
                </c:pt>
                <c:pt idx="1966">
                  <c:v>1.8886799999999999</c:v>
                </c:pt>
                <c:pt idx="1967">
                  <c:v>1.9560500000000001</c:v>
                </c:pt>
                <c:pt idx="1968">
                  <c:v>1.9577100000000001</c:v>
                </c:pt>
                <c:pt idx="1969">
                  <c:v>1.9811700000000001</c:v>
                </c:pt>
                <c:pt idx="1970">
                  <c:v>2.0042200000000001</c:v>
                </c:pt>
                <c:pt idx="1971">
                  <c:v>1.9598500000000001</c:v>
                </c:pt>
                <c:pt idx="1972">
                  <c:v>1.94716</c:v>
                </c:pt>
                <c:pt idx="1973">
                  <c:v>2.03355</c:v>
                </c:pt>
                <c:pt idx="1974">
                  <c:v>1.9374800000000001</c:v>
                </c:pt>
                <c:pt idx="1975">
                  <c:v>1.70442</c:v>
                </c:pt>
                <c:pt idx="1976">
                  <c:v>1.8043400000000001</c:v>
                </c:pt>
                <c:pt idx="1977">
                  <c:v>1.8821099999999999</c:v>
                </c:pt>
                <c:pt idx="1978">
                  <c:v>1.9591400000000001</c:v>
                </c:pt>
                <c:pt idx="1979">
                  <c:v>1.9389000000000001</c:v>
                </c:pt>
                <c:pt idx="1980">
                  <c:v>1.78728</c:v>
                </c:pt>
                <c:pt idx="1981">
                  <c:v>1.80762</c:v>
                </c:pt>
                <c:pt idx="1982">
                  <c:v>1.8683799999999999</c:v>
                </c:pt>
                <c:pt idx="1983">
                  <c:v>1.80921</c:v>
                </c:pt>
                <c:pt idx="1984">
                  <c:v>1.9647600000000001</c:v>
                </c:pt>
                <c:pt idx="1985">
                  <c:v>1.8668800000000001</c:v>
                </c:pt>
                <c:pt idx="1986">
                  <c:v>#N/A</c:v>
                </c:pt>
                <c:pt idx="1987">
                  <c:v>1.8900399999999999</c:v>
                </c:pt>
                <c:pt idx="1988">
                  <c:v>1.8775500000000001</c:v>
                </c:pt>
                <c:pt idx="1989">
                  <c:v>1.9035</c:v>
                </c:pt>
                <c:pt idx="1990">
                  <c:v>1.99987</c:v>
                </c:pt>
                <c:pt idx="1991">
                  <c:v>1.9749399999999999</c:v>
                </c:pt>
                <c:pt idx="1992">
                  <c:v>2.0510000000000002</c:v>
                </c:pt>
                <c:pt idx="1993">
                  <c:v>2.09354</c:v>
                </c:pt>
                <c:pt idx="1994">
                  <c:v>2.1709999999999998</c:v>
                </c:pt>
                <c:pt idx="1995">
                  <c:v>#N/A</c:v>
                </c:pt>
                <c:pt idx="1996">
                  <c:v>2.1709999999999998</c:v>
                </c:pt>
                <c:pt idx="1997">
                  <c:v>2.1014499999999998</c:v>
                </c:pt>
                <c:pt idx="1998">
                  <c:v>2.0907800000000001</c:v>
                </c:pt>
                <c:pt idx="1999">
                  <c:v>1.9912099999999999</c:v>
                </c:pt>
                <c:pt idx="2000">
                  <c:v>1.8949100000000001</c:v>
                </c:pt>
                <c:pt idx="2001">
                  <c:v>1.9147400000000001</c:v>
                </c:pt>
                <c:pt idx="2002">
                  <c:v>1.8685</c:v>
                </c:pt>
                <c:pt idx="2003">
                  <c:v>1.7972999999999999</c:v>
                </c:pt>
                <c:pt idx="2004">
                  <c:v>1.8666</c:v>
                </c:pt>
                <c:pt idx="2005">
                  <c:v>1.9016900000000001</c:v>
                </c:pt>
                <c:pt idx="2006">
                  <c:v>1.7925199999999999</c:v>
                </c:pt>
                <c:pt idx="2007">
                  <c:v>1.8254600000000001</c:v>
                </c:pt>
                <c:pt idx="2008">
                  <c:v>1.82396</c:v>
                </c:pt>
                <c:pt idx="2009">
                  <c:v>1.8909400000000001</c:v>
                </c:pt>
                <c:pt idx="2010">
                  <c:v>1.8989499999999999</c:v>
                </c:pt>
                <c:pt idx="2011">
                  <c:v>1.972</c:v>
                </c:pt>
                <c:pt idx="2012">
                  <c:v>2.0096799999999999</c:v>
                </c:pt>
                <c:pt idx="2013">
                  <c:v>1.9089799999999999</c:v>
                </c:pt>
                <c:pt idx="2014">
                  <c:v>1.8584499999999999</c:v>
                </c:pt>
                <c:pt idx="2015">
                  <c:v>1.86877</c:v>
                </c:pt>
                <c:pt idx="2016">
                  <c:v>1.78325</c:v>
                </c:pt>
                <c:pt idx="2017">
                  <c:v>#N/A</c:v>
                </c:pt>
                <c:pt idx="2018">
                  <c:v>1.8014300000000001</c:v>
                </c:pt>
                <c:pt idx="2019">
                  <c:v>1.90252</c:v>
                </c:pt>
                <c:pt idx="2020">
                  <c:v>1.9074500000000001</c:v>
                </c:pt>
                <c:pt idx="2021">
                  <c:v>1.9096200000000001</c:v>
                </c:pt>
                <c:pt idx="2022">
                  <c:v>#N/A</c:v>
                </c:pt>
                <c:pt idx="2023">
                  <c:v>1.8410599999999999</c:v>
                </c:pt>
                <c:pt idx="2024">
                  <c:v>1.8444400000000001</c:v>
                </c:pt>
                <c:pt idx="2025">
                  <c:v>1.8680099999999999</c:v>
                </c:pt>
                <c:pt idx="2026">
                  <c:v>1.89893</c:v>
                </c:pt>
                <c:pt idx="2027">
                  <c:v>1.9148400000000001</c:v>
                </c:pt>
                <c:pt idx="2028">
                  <c:v>1.9940899999999999</c:v>
                </c:pt>
                <c:pt idx="2029">
                  <c:v>2.0885600000000002</c:v>
                </c:pt>
                <c:pt idx="2030">
                  <c:v>2.06081</c:v>
                </c:pt>
                <c:pt idx="2031">
                  <c:v>2.13185</c:v>
                </c:pt>
                <c:pt idx="2032">
                  <c:v>#N/A</c:v>
                </c:pt>
                <c:pt idx="2033">
                  <c:v>2.1137800000000002</c:v>
                </c:pt>
                <c:pt idx="2034">
                  <c:v>2.0619999999999998</c:v>
                </c:pt>
                <c:pt idx="2035">
                  <c:v>1.9729699999999999</c:v>
                </c:pt>
                <c:pt idx="2036">
                  <c:v>1.9111100000000001</c:v>
                </c:pt>
                <c:pt idx="2037">
                  <c:v>1.9037999999999999</c:v>
                </c:pt>
                <c:pt idx="2038">
                  <c:v>1.93102</c:v>
                </c:pt>
                <c:pt idx="2039">
                  <c:v>1.9092</c:v>
                </c:pt>
                <c:pt idx="2040">
                  <c:v>1.95496</c:v>
                </c:pt>
                <c:pt idx="2041">
                  <c:v>1.96289</c:v>
                </c:pt>
                <c:pt idx="2042">
                  <c:v>1.99657</c:v>
                </c:pt>
                <c:pt idx="2043">
                  <c:v>2.0022500000000001</c:v>
                </c:pt>
                <c:pt idx="2044">
                  <c:v>1.88916</c:v>
                </c:pt>
                <c:pt idx="2045">
                  <c:v>1.9063699999999999</c:v>
                </c:pt>
                <c:pt idx="2046">
                  <c:v>1.7968500000000001</c:v>
                </c:pt>
                <c:pt idx="2047">
                  <c:v>1.8396399999999999</c:v>
                </c:pt>
                <c:pt idx="2048">
                  <c:v>1.7714000000000001</c:v>
                </c:pt>
                <c:pt idx="2049">
                  <c:v>1.7700499999999999</c:v>
                </c:pt>
                <c:pt idx="2050">
                  <c:v>1.7076199999999999</c:v>
                </c:pt>
                <c:pt idx="2051">
                  <c:v>1.77817</c:v>
                </c:pt>
                <c:pt idx="2052">
                  <c:v>1.7008399999999999</c:v>
                </c:pt>
                <c:pt idx="2053">
                  <c:v>1.7355799999999999</c:v>
                </c:pt>
                <c:pt idx="2054">
                  <c:v>1.7500899999999999</c:v>
                </c:pt>
                <c:pt idx="2055">
                  <c:v>1.7239100000000001</c:v>
                </c:pt>
                <c:pt idx="2056">
                  <c:v>1.6825600000000001</c:v>
                </c:pt>
                <c:pt idx="2057">
                  <c:v>#N/A</c:v>
                </c:pt>
                <c:pt idx="2058">
                  <c:v>1.6793199999999999</c:v>
                </c:pt>
                <c:pt idx="2059">
                  <c:v>1.6834800000000001</c:v>
                </c:pt>
                <c:pt idx="2060">
                  <c:v>1.7578199999999999</c:v>
                </c:pt>
                <c:pt idx="2061">
                  <c:v>1.75989</c:v>
                </c:pt>
                <c:pt idx="2062">
                  <c:v>1.7837000000000001</c:v>
                </c:pt>
                <c:pt idx="2063">
                  <c:v>1.7597</c:v>
                </c:pt>
                <c:pt idx="2064">
                  <c:v>1.70974</c:v>
                </c:pt>
                <c:pt idx="2065">
                  <c:v>1.6432199999999999</c:v>
                </c:pt>
                <c:pt idx="2066">
                  <c:v>1.59439</c:v>
                </c:pt>
                <c:pt idx="2067">
                  <c:v>1.63819</c:v>
                </c:pt>
                <c:pt idx="2068">
                  <c:v>1.7174400000000001</c:v>
                </c:pt>
                <c:pt idx="2069">
                  <c:v>1.6398999999999999</c:v>
                </c:pt>
                <c:pt idx="2070">
                  <c:v>1.56847</c:v>
                </c:pt>
                <c:pt idx="2071">
                  <c:v>1.54661</c:v>
                </c:pt>
                <c:pt idx="2072">
                  <c:v>1.4581999999999999</c:v>
                </c:pt>
                <c:pt idx="2073">
                  <c:v>1.4273100000000001</c:v>
                </c:pt>
                <c:pt idx="2074">
                  <c:v>1.3733500000000001</c:v>
                </c:pt>
                <c:pt idx="2075">
                  <c:v>1.4160699999999999</c:v>
                </c:pt>
                <c:pt idx="2076">
                  <c:v>1.43194</c:v>
                </c:pt>
                <c:pt idx="2077">
                  <c:v>1.3771</c:v>
                </c:pt>
                <c:pt idx="2078">
                  <c:v>1.39598</c:v>
                </c:pt>
                <c:pt idx="2079">
                  <c:v>1.3948400000000001</c:v>
                </c:pt>
                <c:pt idx="2080">
                  <c:v>1.42496</c:v>
                </c:pt>
                <c:pt idx="2081">
                  <c:v>1.4393899999999999</c:v>
                </c:pt>
                <c:pt idx="2082">
                  <c:v>1.4571000000000001</c:v>
                </c:pt>
                <c:pt idx="2083">
                  <c:v>1.48234</c:v>
                </c:pt>
                <c:pt idx="2084">
                  <c:v>1.46424</c:v>
                </c:pt>
                <c:pt idx="2085">
                  <c:v>1.5030300000000001</c:v>
                </c:pt>
                <c:pt idx="2086">
                  <c:v>1.41093</c:v>
                </c:pt>
                <c:pt idx="2087">
                  <c:v>1.4343399999999999</c:v>
                </c:pt>
                <c:pt idx="2088">
                  <c:v>1.3593200000000001</c:v>
                </c:pt>
                <c:pt idx="2089">
                  <c:v>1.42245</c:v>
                </c:pt>
                <c:pt idx="2090">
                  <c:v>1.4915700000000001</c:v>
                </c:pt>
                <c:pt idx="2091">
                  <c:v>#N/A</c:v>
                </c:pt>
                <c:pt idx="2092">
                  <c:v>1.58504</c:v>
                </c:pt>
                <c:pt idx="2093">
                  <c:v>1.5867199999999999</c:v>
                </c:pt>
                <c:pt idx="2094">
                  <c:v>1.5004200000000001</c:v>
                </c:pt>
                <c:pt idx="2095">
                  <c:v>1.43055</c:v>
                </c:pt>
                <c:pt idx="2096">
                  <c:v>1.50678</c:v>
                </c:pt>
                <c:pt idx="2097">
                  <c:v>1.4922299999999999</c:v>
                </c:pt>
                <c:pt idx="2098">
                  <c:v>1.4280900000000001</c:v>
                </c:pt>
                <c:pt idx="2099">
                  <c:v>1.4454400000000001</c:v>
                </c:pt>
                <c:pt idx="2100">
                  <c:v>1.3726100000000001</c:v>
                </c:pt>
                <c:pt idx="2101">
                  <c:v>1.4071100000000001</c:v>
                </c:pt>
                <c:pt idx="2102">
                  <c:v>1.4791300000000001</c:v>
                </c:pt>
                <c:pt idx="2103">
                  <c:v>1.4712400000000001</c:v>
                </c:pt>
                <c:pt idx="2104">
                  <c:v>1.4979499999999999</c:v>
                </c:pt>
                <c:pt idx="2105">
                  <c:v>1.5164200000000001</c:v>
                </c:pt>
                <c:pt idx="2106">
                  <c:v>1.52016</c:v>
                </c:pt>
                <c:pt idx="2107">
                  <c:v>1.5194700000000001</c:v>
                </c:pt>
                <c:pt idx="2108">
                  <c:v>1.48228</c:v>
                </c:pt>
                <c:pt idx="2109">
                  <c:v>1.4717800000000001</c:v>
                </c:pt>
                <c:pt idx="2110">
                  <c:v>1.42763</c:v>
                </c:pt>
                <c:pt idx="2111">
                  <c:v>1.4461900000000001</c:v>
                </c:pt>
                <c:pt idx="2112">
                  <c:v>1.4636400000000001</c:v>
                </c:pt>
                <c:pt idx="2113">
                  <c:v>1.50038</c:v>
                </c:pt>
                <c:pt idx="2114">
                  <c:v>1.5488299999999999</c:v>
                </c:pt>
                <c:pt idx="2115">
                  <c:v>1.5434699999999999</c:v>
                </c:pt>
                <c:pt idx="2116">
                  <c:v>1.6215999999999999</c:v>
                </c:pt>
                <c:pt idx="2117">
                  <c:v>1.6957500000000001</c:v>
                </c:pt>
                <c:pt idx="2118">
                  <c:v>1.75105</c:v>
                </c:pt>
                <c:pt idx="2119">
                  <c:v>1.7741499999999999</c:v>
                </c:pt>
                <c:pt idx="2120">
                  <c:v>1.8915999999999999</c:v>
                </c:pt>
                <c:pt idx="2121">
                  <c:v>1.9045399999999999</c:v>
                </c:pt>
                <c:pt idx="2122">
                  <c:v>1.8913899999999999</c:v>
                </c:pt>
                <c:pt idx="2123">
                  <c:v>1.87812</c:v>
                </c:pt>
                <c:pt idx="2124">
                  <c:v>1.952</c:v>
                </c:pt>
                <c:pt idx="2125">
                  <c:v>1.9293199999999999</c:v>
                </c:pt>
                <c:pt idx="2126">
                  <c:v>1.9402999999999999</c:v>
                </c:pt>
                <c:pt idx="2127">
                  <c:v>#N/A</c:v>
                </c:pt>
                <c:pt idx="2128">
                  <c:v>1.9579599999999999</c:v>
                </c:pt>
                <c:pt idx="2129">
                  <c:v>2.0178799999999999</c:v>
                </c:pt>
                <c:pt idx="2130">
                  <c:v>2.0749300000000002</c:v>
                </c:pt>
                <c:pt idx="2131">
                  <c:v>2.10745</c:v>
                </c:pt>
                <c:pt idx="2132">
                  <c:v>2.0581</c:v>
                </c:pt>
                <c:pt idx="2133">
                  <c:v>1.91116</c:v>
                </c:pt>
                <c:pt idx="2134">
                  <c:v>1.76552</c:v>
                </c:pt>
                <c:pt idx="2135">
                  <c:v>1.7965599999999999</c:v>
                </c:pt>
                <c:pt idx="2136">
                  <c:v>1.76739</c:v>
                </c:pt>
                <c:pt idx="2137">
                  <c:v>1.8247</c:v>
                </c:pt>
                <c:pt idx="2138">
                  <c:v>1.70312</c:v>
                </c:pt>
                <c:pt idx="2139">
                  <c:v>1.64724</c:v>
                </c:pt>
                <c:pt idx="2140">
                  <c:v>1.63652</c:v>
                </c:pt>
                <c:pt idx="2141">
                  <c:v>1.5502400000000001</c:v>
                </c:pt>
                <c:pt idx="2142">
                  <c:v>1.62673</c:v>
                </c:pt>
                <c:pt idx="2143">
                  <c:v>1.62921</c:v>
                </c:pt>
                <c:pt idx="2144">
                  <c:v>1.6449</c:v>
                </c:pt>
                <c:pt idx="2145">
                  <c:v>1.66862</c:v>
                </c:pt>
                <c:pt idx="2146">
                  <c:v>1.61781</c:v>
                </c:pt>
                <c:pt idx="2147">
                  <c:v>1.69343</c:v>
                </c:pt>
                <c:pt idx="2148">
                  <c:v>1.6908000000000001</c:v>
                </c:pt>
                <c:pt idx="2149">
                  <c:v>1.6712800000000001</c:v>
                </c:pt>
                <c:pt idx="2150">
                  <c:v>1.6812100000000001</c:v>
                </c:pt>
                <c:pt idx="2151">
                  <c:v>1.58205</c:v>
                </c:pt>
                <c:pt idx="2152">
                  <c:v>1.65465</c:v>
                </c:pt>
                <c:pt idx="2153">
                  <c:v>1.5761099999999999</c:v>
                </c:pt>
                <c:pt idx="2154">
                  <c:v>#N/A</c:v>
                </c:pt>
                <c:pt idx="2155">
                  <c:v>1.5668599999999999</c:v>
                </c:pt>
                <c:pt idx="2156">
                  <c:v>1.6005799999999999</c:v>
                </c:pt>
                <c:pt idx="2157">
                  <c:v>1.57904</c:v>
                </c:pt>
                <c:pt idx="2158">
                  <c:v>1.5521199999999999</c:v>
                </c:pt>
                <c:pt idx="2159">
                  <c:v>1.5086299999999999</c:v>
                </c:pt>
                <c:pt idx="2160">
                  <c:v>1.51074</c:v>
                </c:pt>
                <c:pt idx="2161">
                  <c:v>1.4677800000000001</c:v>
                </c:pt>
                <c:pt idx="2162">
                  <c:v>1.4279299999999999</c:v>
                </c:pt>
                <c:pt idx="2163">
                  <c:v>1.38906</c:v>
                </c:pt>
                <c:pt idx="2164">
                  <c:v>1.4273400000000001</c:v>
                </c:pt>
                <c:pt idx="2165">
                  <c:v>1.4017900000000001</c:v>
                </c:pt>
                <c:pt idx="2166">
                  <c:v>1.4532799999999999</c:v>
                </c:pt>
                <c:pt idx="2167">
                  <c:v>1.5070399999999999</c:v>
                </c:pt>
                <c:pt idx="2168">
                  <c:v>1.59026</c:v>
                </c:pt>
                <c:pt idx="2169">
                  <c:v>1.5995600000000001</c:v>
                </c:pt>
                <c:pt idx="2170">
                  <c:v>1.5622100000000001</c:v>
                </c:pt>
                <c:pt idx="2171">
                  <c:v>1.42666</c:v>
                </c:pt>
                <c:pt idx="2172">
                  <c:v>1.4234599999999999</c:v>
                </c:pt>
                <c:pt idx="2173">
                  <c:v>1.3954800000000001</c:v>
                </c:pt>
                <c:pt idx="2174">
                  <c:v>1.27922</c:v>
                </c:pt>
                <c:pt idx="2175">
                  <c:v>1.36185</c:v>
                </c:pt>
                <c:pt idx="2176">
                  <c:v>1.2892399999999999</c:v>
                </c:pt>
                <c:pt idx="2177">
                  <c:v>1.28925</c:v>
                </c:pt>
                <c:pt idx="2178">
                  <c:v>1.24481</c:v>
                </c:pt>
                <c:pt idx="2179">
                  <c:v>1.21949</c:v>
                </c:pt>
                <c:pt idx="2180">
                  <c:v>1.23099</c:v>
                </c:pt>
                <c:pt idx="2181">
                  <c:v>1.2647900000000001</c:v>
                </c:pt>
                <c:pt idx="2182">
                  <c:v>1.2589600000000001</c:v>
                </c:pt>
                <c:pt idx="2183">
                  <c:v>1.2470699999999999</c:v>
                </c:pt>
                <c:pt idx="2184">
                  <c:v>1.2424200000000001</c:v>
                </c:pt>
                <c:pt idx="2185">
                  <c:v>1.2729299999999999</c:v>
                </c:pt>
                <c:pt idx="2186">
                  <c:v>1.2917099999999999</c:v>
                </c:pt>
                <c:pt idx="2187">
                  <c:v>1.29322</c:v>
                </c:pt>
                <c:pt idx="2188">
                  <c:v>1.2803100000000001</c:v>
                </c:pt>
                <c:pt idx="2189">
                  <c:v>1.2821199999999999</c:v>
                </c:pt>
                <c:pt idx="2190">
                  <c:v>1.3088500000000001</c:v>
                </c:pt>
                <c:pt idx="2191">
                  <c:v>1.3076399999999999</c:v>
                </c:pt>
                <c:pt idx="2192">
                  <c:v>1.3517999999999999</c:v>
                </c:pt>
                <c:pt idx="2193">
                  <c:v>1.3176699999999999</c:v>
                </c:pt>
                <c:pt idx="2194">
                  <c:v>1.3349599999999999</c:v>
                </c:pt>
                <c:pt idx="2195">
                  <c:v>1.3001199999999999</c:v>
                </c:pt>
                <c:pt idx="2196">
                  <c:v>1.3699399999999999</c:v>
                </c:pt>
                <c:pt idx="2197">
                  <c:v>#N/A</c:v>
                </c:pt>
                <c:pt idx="2198">
                  <c:v>1.33996</c:v>
                </c:pt>
                <c:pt idx="2199">
                  <c:v>1.3335699999999999</c:v>
                </c:pt>
                <c:pt idx="2200">
                  <c:v>1.2825599999999999</c:v>
                </c:pt>
                <c:pt idx="2201">
                  <c:v>1.2774099999999999</c:v>
                </c:pt>
                <c:pt idx="2202">
                  <c:v>1.2602199999999999</c:v>
                </c:pt>
                <c:pt idx="2203">
                  <c:v>1.2497400000000001</c:v>
                </c:pt>
                <c:pt idx="2204">
                  <c:v>1.20486</c:v>
                </c:pt>
                <c:pt idx="2205">
                  <c:v>1.21716</c:v>
                </c:pt>
                <c:pt idx="2206">
                  <c:v>1.18859</c:v>
                </c:pt>
                <c:pt idx="2207">
                  <c:v>1.1937199999999999</c:v>
                </c:pt>
                <c:pt idx="2208">
                  <c:v>1.20059</c:v>
                </c:pt>
                <c:pt idx="2209">
                  <c:v>1.2246300000000001</c:v>
                </c:pt>
                <c:pt idx="2210">
                  <c:v>1.2236499999999999</c:v>
                </c:pt>
                <c:pt idx="2211">
                  <c:v>1.21583</c:v>
                </c:pt>
                <c:pt idx="2212">
                  <c:v>1.25458</c:v>
                </c:pt>
                <c:pt idx="2213">
                  <c:v>1.31016</c:v>
                </c:pt>
                <c:pt idx="2214">
                  <c:v>1.3409800000000001</c:v>
                </c:pt>
                <c:pt idx="2215">
                  <c:v>1.3080099999999999</c:v>
                </c:pt>
                <c:pt idx="2216">
                  <c:v>1.3159700000000001</c:v>
                </c:pt>
                <c:pt idx="2217">
                  <c:v>1.2880499999999999</c:v>
                </c:pt>
                <c:pt idx="2218">
                  <c:v>1.2448300000000001</c:v>
                </c:pt>
                <c:pt idx="2219">
                  <c:v>1.1885300000000001</c:v>
                </c:pt>
                <c:pt idx="2220">
                  <c:v>1.14489</c:v>
                </c:pt>
                <c:pt idx="2221">
                  <c:v>1.0643100000000001</c:v>
                </c:pt>
                <c:pt idx="2222">
                  <c:v>#N/A</c:v>
                </c:pt>
                <c:pt idx="2223">
                  <c:v>1.0774600000000001</c:v>
                </c:pt>
                <c:pt idx="2224">
                  <c:v>1.1315299999999999</c:v>
                </c:pt>
                <c:pt idx="2225">
                  <c:v>1.1237200000000001</c:v>
                </c:pt>
                <c:pt idx="2226">
                  <c:v>1.0983700000000001</c:v>
                </c:pt>
                <c:pt idx="2227">
                  <c:v>1.0689299999999999</c:v>
                </c:pt>
                <c:pt idx="2228">
                  <c:v>1.0157700000000001</c:v>
                </c:pt>
                <c:pt idx="2229">
                  <c:v>0.97797000000000001</c:v>
                </c:pt>
                <c:pt idx="2230">
                  <c:v>0.95557000000000003</c:v>
                </c:pt>
                <c:pt idx="2231">
                  <c:v>1.02763</c:v>
                </c:pt>
                <c:pt idx="2232">
                  <c:v>1.0435000000000001</c:v>
                </c:pt>
                <c:pt idx="2233">
                  <c:v>1.0594399999999999</c:v>
                </c:pt>
                <c:pt idx="2234">
                  <c:v>1.06891</c:v>
                </c:pt>
                <c:pt idx="2235">
                  <c:v>1.0637799999999999</c:v>
                </c:pt>
                <c:pt idx="2236">
                  <c:v>1.1502399999999999</c:v>
                </c:pt>
                <c:pt idx="2237">
                  <c:v>1.18686</c:v>
                </c:pt>
                <c:pt idx="2238">
                  <c:v>#N/A</c:v>
                </c:pt>
                <c:pt idx="2239">
                  <c:v>1.2204200000000001</c:v>
                </c:pt>
                <c:pt idx="2240">
                  <c:v>1.1737200000000001</c:v>
                </c:pt>
                <c:pt idx="2241">
                  <c:v>1.17109</c:v>
                </c:pt>
                <c:pt idx="2242">
                  <c:v>1.1543399999999999</c:v>
                </c:pt>
                <c:pt idx="2243">
                  <c:v>1.0902499999999999</c:v>
                </c:pt>
                <c:pt idx="2244">
                  <c:v>1.1641699999999999</c:v>
                </c:pt>
                <c:pt idx="2245">
                  <c:v>1.19947</c:v>
                </c:pt>
                <c:pt idx="2246">
                  <c:v>1.2181900000000001</c:v>
                </c:pt>
                <c:pt idx="2247">
                  <c:v>#N/A</c:v>
                </c:pt>
                <c:pt idx="2248">
                  <c:v>1.26329</c:v>
                </c:pt>
                <c:pt idx="2249">
                  <c:v>1.2928200000000001</c:v>
                </c:pt>
                <c:pt idx="2250">
                  <c:v>1.2964100000000001</c:v>
                </c:pt>
                <c:pt idx="2251">
                  <c:v>1.2932600000000001</c:v>
                </c:pt>
                <c:pt idx="2252">
                  <c:v>1.3025199999999999</c:v>
                </c:pt>
                <c:pt idx="2253">
                  <c:v>1.26738</c:v>
                </c:pt>
                <c:pt idx="2254">
                  <c:v>1.2531300000000001</c:v>
                </c:pt>
                <c:pt idx="2255">
                  <c:v>#N/A</c:v>
                </c:pt>
                <c:pt idx="2256">
                  <c:v>1.2531300000000001</c:v>
                </c:pt>
                <c:pt idx="2257">
                  <c:v>1.2641500000000001</c:v>
                </c:pt>
                <c:pt idx="2258">
                  <c:v>1.2466200000000001</c:v>
                </c:pt>
                <c:pt idx="2259">
                  <c:v>1.22342</c:v>
                </c:pt>
                <c:pt idx="2260">
                  <c:v>1.2059200000000001</c:v>
                </c:pt>
                <c:pt idx="2261">
                  <c:v>1.2404299999999999</c:v>
                </c:pt>
                <c:pt idx="2262">
                  <c:v>1.23394</c:v>
                </c:pt>
                <c:pt idx="2263">
                  <c:v>1.21587</c:v>
                </c:pt>
                <c:pt idx="2264">
                  <c:v>1.24</c:v>
                </c:pt>
                <c:pt idx="2265">
                  <c:v>1.2463900000000001</c:v>
                </c:pt>
                <c:pt idx="2266">
                  <c:v>1.22526</c:v>
                </c:pt>
                <c:pt idx="2267">
                  <c:v>1.2238199999999999</c:v>
                </c:pt>
                <c:pt idx="2268">
                  <c:v>1.21173</c:v>
                </c:pt>
                <c:pt idx="2269">
                  <c:v>1.1787000000000001</c:v>
                </c:pt>
                <c:pt idx="2270">
                  <c:v>1.1606700000000001</c:v>
                </c:pt>
                <c:pt idx="2271">
                  <c:v>1.1645799999999999</c:v>
                </c:pt>
                <c:pt idx="2272">
                  <c:v>1.1098300000000001</c:v>
                </c:pt>
                <c:pt idx="2273">
                  <c:v>1.07605</c:v>
                </c:pt>
                <c:pt idx="2274">
                  <c:v>1.08569</c:v>
                </c:pt>
                <c:pt idx="2275">
                  <c:v>1.08877</c:v>
                </c:pt>
                <c:pt idx="2276">
                  <c:v>1.1290899999999999</c:v>
                </c:pt>
                <c:pt idx="2277">
                  <c:v>1.11314</c:v>
                </c:pt>
                <c:pt idx="2278">
                  <c:v>#N/A</c:v>
                </c:pt>
                <c:pt idx="2279">
                  <c:v>1.1227799999999999</c:v>
                </c:pt>
                <c:pt idx="2280">
                  <c:v>1.16048</c:v>
                </c:pt>
                <c:pt idx="2281">
                  <c:v>1.17483</c:v>
                </c:pt>
                <c:pt idx="2282">
                  <c:v>1.1201000000000001</c:v>
                </c:pt>
                <c:pt idx="2283">
                  <c:v>#N/A</c:v>
                </c:pt>
                <c:pt idx="2284">
                  <c:v>1.05139</c:v>
                </c:pt>
                <c:pt idx="2285">
                  <c:v>1.0157499999999999</c:v>
                </c:pt>
                <c:pt idx="2286">
                  <c:v>1.0448999999999999</c:v>
                </c:pt>
                <c:pt idx="2287">
                  <c:v>1.0841400000000001</c:v>
                </c:pt>
                <c:pt idx="2288">
                  <c:v>1.15496</c:v>
                </c:pt>
                <c:pt idx="2289">
                  <c:v>1.16852</c:v>
                </c:pt>
                <c:pt idx="2290">
                  <c:v>1.1468799999999999</c:v>
                </c:pt>
                <c:pt idx="2291">
                  <c:v>1.1775</c:v>
                </c:pt>
                <c:pt idx="2292">
                  <c:v>1.1440399999999999</c:v>
                </c:pt>
                <c:pt idx="2293">
                  <c:v>1.1332800000000001</c:v>
                </c:pt>
                <c:pt idx="2294">
                  <c:v>1.1156200000000001</c:v>
                </c:pt>
                <c:pt idx="2295">
                  <c:v>1.07168</c:v>
                </c:pt>
                <c:pt idx="2296">
                  <c:v>1.07372</c:v>
                </c:pt>
                <c:pt idx="2297">
                  <c:v>#N/A</c:v>
                </c:pt>
                <c:pt idx="2298">
                  <c:v>1.0930200000000001</c:v>
                </c:pt>
                <c:pt idx="2299">
                  <c:v>1.13124</c:v>
                </c:pt>
                <c:pt idx="2300">
                  <c:v>1.1285700000000001</c:v>
                </c:pt>
                <c:pt idx="2301">
                  <c:v>1.0905100000000001</c:v>
                </c:pt>
                <c:pt idx="2302">
                  <c:v>1.1273500000000001</c:v>
                </c:pt>
                <c:pt idx="2303">
                  <c:v>1.1718500000000001</c:v>
                </c:pt>
                <c:pt idx="2304">
                  <c:v>1.2416100000000001</c:v>
                </c:pt>
                <c:pt idx="2305">
                  <c:v>1.3187</c:v>
                </c:pt>
                <c:pt idx="2306">
                  <c:v>1.2864599999999999</c:v>
                </c:pt>
                <c:pt idx="2307">
                  <c:v>1.32636</c:v>
                </c:pt>
                <c:pt idx="2308">
                  <c:v>1.2706900000000001</c:v>
                </c:pt>
                <c:pt idx="2309">
                  <c:v>1.28908</c:v>
                </c:pt>
                <c:pt idx="2310">
                  <c:v>1.2488999999999999</c:v>
                </c:pt>
                <c:pt idx="2311">
                  <c:v>1.2239100000000001</c:v>
                </c:pt>
                <c:pt idx="2312">
                  <c:v>1.2344599999999999</c:v>
                </c:pt>
                <c:pt idx="2313">
                  <c:v>1.2349399999999999</c:v>
                </c:pt>
                <c:pt idx="2314">
                  <c:v>1.2360500000000001</c:v>
                </c:pt>
                <c:pt idx="2315">
                  <c:v>1.2680499999999999</c:v>
                </c:pt>
                <c:pt idx="2316">
                  <c:v>1.2799100000000001</c:v>
                </c:pt>
                <c:pt idx="2317">
                  <c:v>#N/A</c:v>
                </c:pt>
                <c:pt idx="2318">
                  <c:v>1.2823899999999999</c:v>
                </c:pt>
                <c:pt idx="2319">
                  <c:v>1.33697</c:v>
                </c:pt>
                <c:pt idx="2320">
                  <c:v>1.3765799999999999</c:v>
                </c:pt>
                <c:pt idx="2321">
                  <c:v>1.40333</c:v>
                </c:pt>
                <c:pt idx="2322">
                  <c:v>1.4286700000000001</c:v>
                </c:pt>
                <c:pt idx="2323">
                  <c:v>1.4283699999999999</c:v>
                </c:pt>
                <c:pt idx="2324">
                  <c:v>1.4105000000000001</c:v>
                </c:pt>
                <c:pt idx="2325">
                  <c:v>1.41333</c:v>
                </c:pt>
                <c:pt idx="2326">
                  <c:v>1.4342999999999999</c:v>
                </c:pt>
                <c:pt idx="2327">
                  <c:v>1.39601</c:v>
                </c:pt>
                <c:pt idx="2328">
                  <c:v>1.3453900000000001</c:v>
                </c:pt>
                <c:pt idx="2329">
                  <c:v>1.28583</c:v>
                </c:pt>
                <c:pt idx="2330">
                  <c:v>1.2605</c:v>
                </c:pt>
                <c:pt idx="2331">
                  <c:v>1.28165</c:v>
                </c:pt>
                <c:pt idx="2332">
                  <c:v>1.3115399999999999</c:v>
                </c:pt>
                <c:pt idx="2333">
                  <c:v>1.3212699999999999</c:v>
                </c:pt>
                <c:pt idx="2334">
                  <c:v>1.3622399999999999</c:v>
                </c:pt>
                <c:pt idx="2335">
                  <c:v>1.35643</c:v>
                </c:pt>
                <c:pt idx="2336">
                  <c:v>1.44431</c:v>
                </c:pt>
                <c:pt idx="2337">
                  <c:v>1.4700299999999999</c:v>
                </c:pt>
                <c:pt idx="2338">
                  <c:v>1.5187900000000001</c:v>
                </c:pt>
                <c:pt idx="2339">
                  <c:v>1.4957800000000001</c:v>
                </c:pt>
                <c:pt idx="2340">
                  <c:v>1.5047200000000001</c:v>
                </c:pt>
                <c:pt idx="2341">
                  <c:v>1.5315300000000001</c:v>
                </c:pt>
                <c:pt idx="2342">
                  <c:v>1.51715</c:v>
                </c:pt>
                <c:pt idx="2343">
                  <c:v>1.4978199999999999</c:v>
                </c:pt>
                <c:pt idx="2344">
                  <c:v>1.50021</c:v>
                </c:pt>
                <c:pt idx="2345">
                  <c:v>1.4675100000000001</c:v>
                </c:pt>
                <c:pt idx="2346">
                  <c:v>#N/A</c:v>
                </c:pt>
                <c:pt idx="2347">
                  <c:v>1.4768699999999999</c:v>
                </c:pt>
                <c:pt idx="2348">
                  <c:v>1.4120200000000001</c:v>
                </c:pt>
                <c:pt idx="2349">
                  <c:v>1.38002</c:v>
                </c:pt>
                <c:pt idx="2350">
                  <c:v>1.32996</c:v>
                </c:pt>
                <c:pt idx="2351">
                  <c:v>1.33345</c:v>
                </c:pt>
                <c:pt idx="2352">
                  <c:v>1.26939</c:v>
                </c:pt>
                <c:pt idx="2353">
                  <c:v>1.2562599999999999</c:v>
                </c:pt>
                <c:pt idx="2354">
                  <c:v>1.23268</c:v>
                </c:pt>
                <c:pt idx="2355">
                  <c:v>1.24394</c:v>
                </c:pt>
                <c:pt idx="2356">
                  <c:v>1.2699400000000001</c:v>
                </c:pt>
                <c:pt idx="2357">
                  <c:v>1.30471</c:v>
                </c:pt>
                <c:pt idx="2358">
                  <c:v>1.2696000000000001</c:v>
                </c:pt>
                <c:pt idx="2359">
                  <c:v>1.2704599999999999</c:v>
                </c:pt>
                <c:pt idx="2360">
                  <c:v>1.30901</c:v>
                </c:pt>
                <c:pt idx="2361">
                  <c:v>1.3208599999999999</c:v>
                </c:pt>
                <c:pt idx="2362">
                  <c:v>1.34378</c:v>
                </c:pt>
                <c:pt idx="2363">
                  <c:v>1.32704</c:v>
                </c:pt>
                <c:pt idx="2364">
                  <c:v>1.3469599999999999</c:v>
                </c:pt>
                <c:pt idx="2365">
                  <c:v>1.3470500000000001</c:v>
                </c:pt>
                <c:pt idx="2366">
                  <c:v>1.36486</c:v>
                </c:pt>
                <c:pt idx="2367">
                  <c:v>1.3169</c:v>
                </c:pt>
                <c:pt idx="2368">
                  <c:v>1.30572</c:v>
                </c:pt>
                <c:pt idx="2369">
                  <c:v>1.2634399999999999</c:v>
                </c:pt>
                <c:pt idx="2370">
                  <c:v>1.2107300000000001</c:v>
                </c:pt>
                <c:pt idx="2371">
                  <c:v>1.2085600000000001</c:v>
                </c:pt>
                <c:pt idx="2372">
                  <c:v>1.2200899999999999</c:v>
                </c:pt>
                <c:pt idx="2373">
                  <c:v>1.2140899999999999</c:v>
                </c:pt>
                <c:pt idx="2374">
                  <c:v>1.2400199999999999</c:v>
                </c:pt>
                <c:pt idx="2375">
                  <c:v>1.2067099999999999</c:v>
                </c:pt>
                <c:pt idx="2376">
                  <c:v>1.1841200000000001</c:v>
                </c:pt>
                <c:pt idx="2377">
                  <c:v>1.24309</c:v>
                </c:pt>
                <c:pt idx="2378">
                  <c:v>1.2186900000000001</c:v>
                </c:pt>
                <c:pt idx="2379">
                  <c:v>1.2801199999999999</c:v>
                </c:pt>
                <c:pt idx="2380">
                  <c:v>1.3547800000000001</c:v>
                </c:pt>
                <c:pt idx="2381">
                  <c:v>1.3207899999999999</c:v>
                </c:pt>
                <c:pt idx="2382">
                  <c:v>1.3414900000000001</c:v>
                </c:pt>
                <c:pt idx="2383">
                  <c:v>1.38792</c:v>
                </c:pt>
                <c:pt idx="2384">
                  <c:v>1.3581799999999999</c:v>
                </c:pt>
                <c:pt idx="2385">
                  <c:v>1.45302</c:v>
                </c:pt>
                <c:pt idx="2386">
                  <c:v>1.4753799999999999</c:v>
                </c:pt>
                <c:pt idx="2387">
                  <c:v>#N/A</c:v>
                </c:pt>
                <c:pt idx="2388">
                  <c:v>1.50789</c:v>
                </c:pt>
                <c:pt idx="2389">
                  <c:v>1.6771</c:v>
                </c:pt>
                <c:pt idx="2390">
                  <c:v>1.63463</c:v>
                </c:pt>
                <c:pt idx="2391">
                  <c:v>1.66788</c:v>
                </c:pt>
                <c:pt idx="2392">
                  <c:v>1.7017100000000001</c:v>
                </c:pt>
                <c:pt idx="2393">
                  <c:v>1.6495</c:v>
                </c:pt>
                <c:pt idx="2394">
                  <c:v>1.6937599999999999</c:v>
                </c:pt>
                <c:pt idx="2395">
                  <c:v>1.73498</c:v>
                </c:pt>
                <c:pt idx="2396">
                  <c:v>1.63995</c:v>
                </c:pt>
                <c:pt idx="2397">
                  <c:v>1.7042299999999999</c:v>
                </c:pt>
                <c:pt idx="2398">
                  <c:v>1.8754900000000001</c:v>
                </c:pt>
                <c:pt idx="2399">
                  <c:v>1.7355</c:v>
                </c:pt>
                <c:pt idx="2400">
                  <c:v>1.5942099999999999</c:v>
                </c:pt>
                <c:pt idx="2401">
                  <c:v>1.64334</c:v>
                </c:pt>
                <c:pt idx="2402">
                  <c:v>1.6163000000000001</c:v>
                </c:pt>
                <c:pt idx="2403">
                  <c:v>1.70319</c:v>
                </c:pt>
                <c:pt idx="2404">
                  <c:v>1.78247</c:v>
                </c:pt>
                <c:pt idx="2405">
                  <c:v>1.93163</c:v>
                </c:pt>
                <c:pt idx="2406">
                  <c:v>1.9501299999999999</c:v>
                </c:pt>
                <c:pt idx="2407">
                  <c:v>2.0765099999999999</c:v>
                </c:pt>
                <c:pt idx="2408">
                  <c:v>2.0417800000000002</c:v>
                </c:pt>
                <c:pt idx="2409">
                  <c:v>2.01755</c:v>
                </c:pt>
                <c:pt idx="2410">
                  <c:v>1.9946200000000001</c:v>
                </c:pt>
                <c:pt idx="2411">
                  <c:v>1.927</c:v>
                </c:pt>
                <c:pt idx="2412">
                  <c:v>1.8282499999999999</c:v>
                </c:pt>
                <c:pt idx="2413">
                  <c:v>1.77885</c:v>
                </c:pt>
                <c:pt idx="2414">
                  <c:v>1.8341099999999999</c:v>
                </c:pt>
                <c:pt idx="2415">
                  <c:v>#N/A</c:v>
                </c:pt>
                <c:pt idx="2416">
                  <c:v>1.80019</c:v>
                </c:pt>
                <c:pt idx="2417">
                  <c:v>1.8888100000000001</c:v>
                </c:pt>
                <c:pt idx="2418">
                  <c:v>1.8892800000000001</c:v>
                </c:pt>
                <c:pt idx="2419">
                  <c:v>1.8221000000000001</c:v>
                </c:pt>
                <c:pt idx="2420">
                  <c:v>1.8450899999999999</c:v>
                </c:pt>
                <c:pt idx="2421">
                  <c:v>1.76698</c:v>
                </c:pt>
                <c:pt idx="2422">
                  <c:v>1.6209</c:v>
                </c:pt>
                <c:pt idx="2423">
                  <c:v>1.5728599999999999</c:v>
                </c:pt>
                <c:pt idx="2424">
                  <c:v>1.5051000000000001</c:v>
                </c:pt>
                <c:pt idx="2425">
                  <c:v>1.43537</c:v>
                </c:pt>
                <c:pt idx="2426">
                  <c:v>1.47054</c:v>
                </c:pt>
                <c:pt idx="2427">
                  <c:v>1.47746</c:v>
                </c:pt>
                <c:pt idx="2428">
                  <c:v>1.4814700000000001</c:v>
                </c:pt>
                <c:pt idx="2429">
                  <c:v>1.54681</c:v>
                </c:pt>
                <c:pt idx="2430">
                  <c:v>1.5886899999999999</c:v>
                </c:pt>
                <c:pt idx="2431">
                  <c:v>1.68171</c:v>
                </c:pt>
                <c:pt idx="2432">
                  <c:v>1.73339</c:v>
                </c:pt>
                <c:pt idx="2433">
                  <c:v>1.7715700000000001</c:v>
                </c:pt>
                <c:pt idx="2434">
                  <c:v>1.8064199999999999</c:v>
                </c:pt>
                <c:pt idx="2435">
                  <c:v>1.8089900000000001</c:v>
                </c:pt>
                <c:pt idx="2436">
                  <c:v>1.82711</c:v>
                </c:pt>
                <c:pt idx="2437">
                  <c:v>1.7755300000000001</c:v>
                </c:pt>
                <c:pt idx="2438">
                  <c:v>1.7158599999999999</c:v>
                </c:pt>
                <c:pt idx="2439">
                  <c:v>1.76003</c:v>
                </c:pt>
                <c:pt idx="2440">
                  <c:v>1.76345</c:v>
                </c:pt>
                <c:pt idx="2441">
                  <c:v>1.7596499999999999</c:v>
                </c:pt>
                <c:pt idx="2442">
                  <c:v>1.72865</c:v>
                </c:pt>
                <c:pt idx="2443">
                  <c:v>1.69478</c:v>
                </c:pt>
                <c:pt idx="2444">
                  <c:v>1.71421</c:v>
                </c:pt>
                <c:pt idx="2445">
                  <c:v>1.75779</c:v>
                </c:pt>
                <c:pt idx="2446">
                  <c:v>1.77386</c:v>
                </c:pt>
                <c:pt idx="2447">
                  <c:v>1.8524099999999999</c:v>
                </c:pt>
                <c:pt idx="2448">
                  <c:v>1.87382</c:v>
                </c:pt>
                <c:pt idx="2449">
                  <c:v>1.91709</c:v>
                </c:pt>
                <c:pt idx="2450">
                  <c:v>1.8768800000000001</c:v>
                </c:pt>
                <c:pt idx="2451">
                  <c:v>1.8932199999999999</c:v>
                </c:pt>
                <c:pt idx="2452">
                  <c:v>1.87923</c:v>
                </c:pt>
                <c:pt idx="2453">
                  <c:v>1.9486000000000001</c:v>
                </c:pt>
                <c:pt idx="2454">
                  <c:v>1.94747</c:v>
                </c:pt>
                <c:pt idx="2455">
                  <c:v>1.9953799999999999</c:v>
                </c:pt>
                <c:pt idx="2456">
                  <c:v>1.9766900000000001</c:v>
                </c:pt>
                <c:pt idx="2457">
                  <c:v>#N/A</c:v>
                </c:pt>
                <c:pt idx="2458">
                  <c:v>1.9393499999999999</c:v>
                </c:pt>
                <c:pt idx="2459">
                  <c:v>1.95885</c:v>
                </c:pt>
                <c:pt idx="2460">
                  <c:v>1.94285</c:v>
                </c:pt>
                <c:pt idx="2461">
                  <c:v>1.89035</c:v>
                </c:pt>
                <c:pt idx="2462">
                  <c:v>1.8339099999999999</c:v>
                </c:pt>
                <c:pt idx="2463">
                  <c:v>1.9296</c:v>
                </c:pt>
                <c:pt idx="2464">
                  <c:v>1.86676</c:v>
                </c:pt>
                <c:pt idx="2465">
                  <c:v>1.8822300000000001</c:v>
                </c:pt>
                <c:pt idx="2466">
                  <c:v>1.84755</c:v>
                </c:pt>
                <c:pt idx="2467">
                  <c:v>1.7526200000000001</c:v>
                </c:pt>
                <c:pt idx="2468">
                  <c:v>1.68859</c:v>
                </c:pt>
                <c:pt idx="2469">
                  <c:v>1.5502499999999999</c:v>
                </c:pt>
                <c:pt idx="2470">
                  <c:v>1.6145</c:v>
                </c:pt>
                <c:pt idx="2471">
                  <c:v>1.6614199999999999</c:v>
                </c:pt>
                <c:pt idx="2472">
                  <c:v>1.69085</c:v>
                </c:pt>
                <c:pt idx="2473">
                  <c:v>1.76007</c:v>
                </c:pt>
                <c:pt idx="2474">
                  <c:v>1.77484</c:v>
                </c:pt>
                <c:pt idx="2475">
                  <c:v>1.8259399999999999</c:v>
                </c:pt>
                <c:pt idx="2476">
                  <c:v>1.8368800000000001</c:v>
                </c:pt>
                <c:pt idx="2477">
                  <c:v>1.86619</c:v>
                </c:pt>
                <c:pt idx="2478">
                  <c:v>1.8506899999999999</c:v>
                </c:pt>
                <c:pt idx="2479">
                  <c:v>1.8668</c:v>
                </c:pt>
                <c:pt idx="2480">
                  <c:v>1.8505199999999999</c:v>
                </c:pt>
                <c:pt idx="2481">
                  <c:v>1.80138</c:v>
                </c:pt>
                <c:pt idx="2482">
                  <c:v>1.7879499999999999</c:v>
                </c:pt>
                <c:pt idx="2483">
                  <c:v>1.76048</c:v>
                </c:pt>
                <c:pt idx="2484">
                  <c:v>1.7363599999999999</c:v>
                </c:pt>
                <c:pt idx="2485">
                  <c:v>1.6958800000000001</c:v>
                </c:pt>
                <c:pt idx="2486">
                  <c:v>1.6598900000000001</c:v>
                </c:pt>
                <c:pt idx="2487">
                  <c:v>#N/A</c:v>
                </c:pt>
                <c:pt idx="2488">
                  <c:v>1.6151500000000001</c:v>
                </c:pt>
                <c:pt idx="2489">
                  <c:v>1.6559600000000001</c:v>
                </c:pt>
                <c:pt idx="2490">
                  <c:v>1.6747700000000001</c:v>
                </c:pt>
                <c:pt idx="2491">
                  <c:v>1.60625</c:v>
                </c:pt>
                <c:pt idx="2492">
                  <c:v>1.6001700000000001</c:v>
                </c:pt>
                <c:pt idx="2493">
                  <c:v>1.64289</c:v>
                </c:pt>
                <c:pt idx="2494">
                  <c:v>1.65811</c:v>
                </c:pt>
                <c:pt idx="2495">
                  <c:v>1.6883699999999999</c:v>
                </c:pt>
                <c:pt idx="2496">
                  <c:v>1.7269099999999999</c:v>
                </c:pt>
                <c:pt idx="2497">
                  <c:v>1.7299899999999999</c:v>
                </c:pt>
                <c:pt idx="2498">
                  <c:v>1.73377</c:v>
                </c:pt>
                <c:pt idx="2499">
                  <c:v>1.6771499999999999</c:v>
                </c:pt>
                <c:pt idx="2500">
                  <c:v>1.6968700000000001</c:v>
                </c:pt>
                <c:pt idx="2501">
                  <c:v>1.7110099999999999</c:v>
                </c:pt>
                <c:pt idx="2502">
                  <c:v>1.7132000000000001</c:v>
                </c:pt>
                <c:pt idx="2503">
                  <c:v>1.7430099999999999</c:v>
                </c:pt>
                <c:pt idx="2504">
                  <c:v>1.7754799999999999</c:v>
                </c:pt>
                <c:pt idx="2505">
                  <c:v>1.83969</c:v>
                </c:pt>
                <c:pt idx="2506">
                  <c:v>1.85145</c:v>
                </c:pt>
                <c:pt idx="2507">
                  <c:v>#N/A</c:v>
                </c:pt>
                <c:pt idx="2508">
                  <c:v>1.8984000000000001</c:v>
                </c:pt>
                <c:pt idx="2509">
                  <c:v>1.9040900000000001</c:v>
                </c:pt>
                <c:pt idx="2510">
                  <c:v>1.8394999999999999</c:v>
                </c:pt>
                <c:pt idx="2511">
                  <c:v>1.79941</c:v>
                </c:pt>
                <c:pt idx="2512">
                  <c:v>1.7873399999999999</c:v>
                </c:pt>
                <c:pt idx="2513">
                  <c:v>1.79426</c:v>
                </c:pt>
                <c:pt idx="2514">
                  <c:v>1.7977300000000001</c:v>
                </c:pt>
                <c:pt idx="2515">
                  <c:v>1.8295699999999999</c:v>
                </c:pt>
                <c:pt idx="2516">
                  <c:v>1.84964</c:v>
                </c:pt>
                <c:pt idx="2517">
                  <c:v>1.87551</c:v>
                </c:pt>
                <c:pt idx="2518">
                  <c:v>1.8971800000000001</c:v>
                </c:pt>
                <c:pt idx="2519">
                  <c:v>1.9016200000000001</c:v>
                </c:pt>
                <c:pt idx="2520">
                  <c:v>#N/A</c:v>
                </c:pt>
                <c:pt idx="2521">
                  <c:v>1.9016200000000001</c:v>
                </c:pt>
                <c:pt idx="2522">
                  <c:v>1.90252</c:v>
                </c:pt>
                <c:pt idx="2523">
                  <c:v>1.9282600000000001</c:v>
                </c:pt>
                <c:pt idx="2524">
                  <c:v>1.9311700000000001</c:v>
                </c:pt>
                <c:pt idx="2525">
                  <c:v>1.9255</c:v>
                </c:pt>
                <c:pt idx="2526">
                  <c:v>1.8774500000000001</c:v>
                </c:pt>
                <c:pt idx="2527">
                  <c:v>1.8863399999999999</c:v>
                </c:pt>
                <c:pt idx="2528">
                  <c:v>1.86758</c:v>
                </c:pt>
                <c:pt idx="2529">
                  <c:v>1.83653</c:v>
                </c:pt>
                <c:pt idx="2530">
                  <c:v>1.76546</c:v>
                </c:pt>
                <c:pt idx="2531">
                  <c:v>1.7364200000000001</c:v>
                </c:pt>
                <c:pt idx="2532">
                  <c:v>1.7235100000000001</c:v>
                </c:pt>
                <c:pt idx="2533">
                  <c:v>1.7754300000000001</c:v>
                </c:pt>
                <c:pt idx="2534">
                  <c:v>1.7573799999999999</c:v>
                </c:pt>
                <c:pt idx="2535">
                  <c:v>1.7372399999999999</c:v>
                </c:pt>
                <c:pt idx="2536">
                  <c:v>1.7256199999999999</c:v>
                </c:pt>
                <c:pt idx="2537">
                  <c:v>1.7018800000000001</c:v>
                </c:pt>
                <c:pt idx="2538">
                  <c:v>1.6410800000000001</c:v>
                </c:pt>
                <c:pt idx="2539">
                  <c:v>#N/A</c:v>
                </c:pt>
                <c:pt idx="2540">
                  <c:v>1.631</c:v>
                </c:pt>
                <c:pt idx="2541">
                  <c:v>1.63642</c:v>
                </c:pt>
                <c:pt idx="2542">
                  <c:v>1.6719299999999999</c:v>
                </c:pt>
                <c:pt idx="2543">
                  <c:v>1.6319600000000001</c:v>
                </c:pt>
                <c:pt idx="2544">
                  <c:v>#N/A</c:v>
                </c:pt>
                <c:pt idx="2545">
                  <c:v>1.6896100000000001</c:v>
                </c:pt>
                <c:pt idx="2546">
                  <c:v>1.6731</c:v>
                </c:pt>
                <c:pt idx="2547">
                  <c:v>1.70312</c:v>
                </c:pt>
                <c:pt idx="2548">
                  <c:v>1.7238599999999999</c:v>
                </c:pt>
                <c:pt idx="2549">
                  <c:v>1.71061</c:v>
                </c:pt>
                <c:pt idx="2550">
                  <c:v>1.71207</c:v>
                </c:pt>
                <c:pt idx="2551">
                  <c:v>1.7653799999999999</c:v>
                </c:pt>
                <c:pt idx="2552">
                  <c:v>1.7779499999999999</c:v>
                </c:pt>
                <c:pt idx="2553">
                  <c:v>1.7374700000000001</c:v>
                </c:pt>
                <c:pt idx="2554">
                  <c:v>1.6775800000000001</c:v>
                </c:pt>
                <c:pt idx="2555">
                  <c:v>1.7174199999999999</c:v>
                </c:pt>
                <c:pt idx="2556">
                  <c:v>1.7444299999999999</c:v>
                </c:pt>
                <c:pt idx="2557">
                  <c:v>#N/A</c:v>
                </c:pt>
                <c:pt idx="2558">
                  <c:v>1.7736799999999999</c:v>
                </c:pt>
                <c:pt idx="2559">
                  <c:v>1.83684</c:v>
                </c:pt>
                <c:pt idx="2560">
                  <c:v>1.9570099999999999</c:v>
                </c:pt>
                <c:pt idx="2561">
                  <c:v>2.0179800000000001</c:v>
                </c:pt>
                <c:pt idx="2562">
                  <c:v>2.0217999999999998</c:v>
                </c:pt>
                <c:pt idx="2563">
                  <c:v>2.01084</c:v>
                </c:pt>
                <c:pt idx="2564">
                  <c:v>2.0879500000000002</c:v>
                </c:pt>
                <c:pt idx="2565">
                  <c:v>2.0931799999999998</c:v>
                </c:pt>
                <c:pt idx="2566">
                  <c:v>2.0809799999999998</c:v>
                </c:pt>
                <c:pt idx="2567">
                  <c:v>2.14303</c:v>
                </c:pt>
                <c:pt idx="2568">
                  <c:v>2.0410300000000001</c:v>
                </c:pt>
                <c:pt idx="2569">
                  <c:v>1.9697199999999999</c:v>
                </c:pt>
                <c:pt idx="2570">
                  <c:v>1.92008</c:v>
                </c:pt>
                <c:pt idx="2571">
                  <c:v>1.8842300000000001</c:v>
                </c:pt>
                <c:pt idx="2572">
                  <c:v>1.92038</c:v>
                </c:pt>
                <c:pt idx="2573">
                  <c:v>1.8984300000000001</c:v>
                </c:pt>
                <c:pt idx="2574">
                  <c:v>1.8705099999999999</c:v>
                </c:pt>
                <c:pt idx="2575">
                  <c:v>1.8430500000000001</c:v>
                </c:pt>
                <c:pt idx="2576">
                  <c:v>1.8287100000000001</c:v>
                </c:pt>
                <c:pt idx="2577">
                  <c:v>#N/A</c:v>
                </c:pt>
                <c:pt idx="2578">
                  <c:v>1.8612899999999999</c:v>
                </c:pt>
                <c:pt idx="2579">
                  <c:v>1.8336300000000001</c:v>
                </c:pt>
                <c:pt idx="2580">
                  <c:v>1.84789</c:v>
                </c:pt>
                <c:pt idx="2581">
                  <c:v>1.86252</c:v>
                </c:pt>
                <c:pt idx="2582">
                  <c:v>1.77948</c:v>
                </c:pt>
                <c:pt idx="2583">
                  <c:v>1.8121799999999999</c:v>
                </c:pt>
                <c:pt idx="2584">
                  <c:v>1.8565400000000001</c:v>
                </c:pt>
                <c:pt idx="2585">
                  <c:v>1.8205800000000001</c:v>
                </c:pt>
                <c:pt idx="2586">
                  <c:v>1.83948</c:v>
                </c:pt>
                <c:pt idx="2587">
                  <c:v>1.9077599999999999</c:v>
                </c:pt>
                <c:pt idx="2588">
                  <c:v>1.7749900000000001</c:v>
                </c:pt>
                <c:pt idx="2589">
                  <c:v>1.7179199999999999</c:v>
                </c:pt>
                <c:pt idx="2590">
                  <c:v>1.7003299999999999</c:v>
                </c:pt>
                <c:pt idx="2591">
                  <c:v>1.7023299999999999</c:v>
                </c:pt>
                <c:pt idx="2592">
                  <c:v>1.72498</c:v>
                </c:pt>
                <c:pt idx="2593">
                  <c:v>1.7542899999999999</c:v>
                </c:pt>
                <c:pt idx="2594">
                  <c:v>1.7325900000000001</c:v>
                </c:pt>
                <c:pt idx="2595">
                  <c:v>1.8162400000000001</c:v>
                </c:pt>
                <c:pt idx="2596">
                  <c:v>1.8340799999999999</c:v>
                </c:pt>
                <c:pt idx="2597">
                  <c:v>1.8109200000000001</c:v>
                </c:pt>
                <c:pt idx="2598">
                  <c:v>1.78122</c:v>
                </c:pt>
                <c:pt idx="2599">
                  <c:v>1.77264</c:v>
                </c:pt>
                <c:pt idx="2600">
                  <c:v>1.81934</c:v>
                </c:pt>
                <c:pt idx="2601">
                  <c:v>1.8064100000000001</c:v>
                </c:pt>
                <c:pt idx="2602">
                  <c:v>1.8480099999999999</c:v>
                </c:pt>
                <c:pt idx="2603">
                  <c:v>1.7885800000000001</c:v>
                </c:pt>
                <c:pt idx="2604">
                  <c:v>1.7426600000000001</c:v>
                </c:pt>
                <c:pt idx="2605">
                  <c:v>1.7112000000000001</c:v>
                </c:pt>
                <c:pt idx="2606">
                  <c:v>1.7055499999999999</c:v>
                </c:pt>
                <c:pt idx="2607">
                  <c:v>1.68493</c:v>
                </c:pt>
                <c:pt idx="2608">
                  <c:v>1.59613</c:v>
                </c:pt>
                <c:pt idx="2609">
                  <c:v>1.6051</c:v>
                </c:pt>
                <c:pt idx="2610">
                  <c:v>1.6149100000000001</c:v>
                </c:pt>
                <c:pt idx="2611">
                  <c:v>1.6071899999999999</c:v>
                </c:pt>
                <c:pt idx="2612">
                  <c:v>1.58168</c:v>
                </c:pt>
                <c:pt idx="2613">
                  <c:v>1.5990800000000001</c:v>
                </c:pt>
                <c:pt idx="2614">
                  <c:v>1.59667</c:v>
                </c:pt>
                <c:pt idx="2615">
                  <c:v>1.5987</c:v>
                </c:pt>
                <c:pt idx="2616">
                  <c:v>1.62436</c:v>
                </c:pt>
                <c:pt idx="2617">
                  <c:v>1.6434</c:v>
                </c:pt>
                <c:pt idx="2618">
                  <c:v>1.67984</c:v>
                </c:pt>
                <c:pt idx="2619">
                  <c:v>1.6691</c:v>
                </c:pt>
                <c:pt idx="2620">
                  <c:v>1.58185</c:v>
                </c:pt>
                <c:pt idx="2621">
                  <c:v>#N/A</c:v>
                </c:pt>
                <c:pt idx="2622">
                  <c:v>1.5854600000000001</c:v>
                </c:pt>
                <c:pt idx="2623">
                  <c:v>1.6115699999999999</c:v>
                </c:pt>
                <c:pt idx="2624">
                  <c:v>1.6444000000000001</c:v>
                </c:pt>
                <c:pt idx="2625">
                  <c:v>1.6469499999999999</c:v>
                </c:pt>
                <c:pt idx="2626">
                  <c:v>1.66473</c:v>
                </c:pt>
                <c:pt idx="2627">
                  <c:v>1.6387700000000001</c:v>
                </c:pt>
                <c:pt idx="2628">
                  <c:v>1.60494</c:v>
                </c:pt>
                <c:pt idx="2629">
                  <c:v>1.5658799999999999</c:v>
                </c:pt>
                <c:pt idx="2630">
                  <c:v>1.5873600000000001</c:v>
                </c:pt>
                <c:pt idx="2631">
                  <c:v>1.5855999999999999</c:v>
                </c:pt>
                <c:pt idx="2632">
                  <c:v>1.59765</c:v>
                </c:pt>
                <c:pt idx="2633">
                  <c:v>1.5620400000000001</c:v>
                </c:pt>
                <c:pt idx="2634">
                  <c:v>1.5303500000000001</c:v>
                </c:pt>
                <c:pt idx="2635">
                  <c:v>1.4721200000000001</c:v>
                </c:pt>
                <c:pt idx="2636">
                  <c:v>1.4924200000000001</c:v>
                </c:pt>
                <c:pt idx="2637">
                  <c:v>1.48569</c:v>
                </c:pt>
                <c:pt idx="2638">
                  <c:v>1.4875100000000001</c:v>
                </c:pt>
                <c:pt idx="2639">
                  <c:v>1.50274</c:v>
                </c:pt>
                <c:pt idx="2640">
                  <c:v>1.54776</c:v>
                </c:pt>
                <c:pt idx="2641">
                  <c:v>1.55925</c:v>
                </c:pt>
                <c:pt idx="2642">
                  <c:v>1.53443</c:v>
                </c:pt>
                <c:pt idx="2643">
                  <c:v>1.6160300000000001</c:v>
                </c:pt>
                <c:pt idx="2644">
                  <c:v>1.56494</c:v>
                </c:pt>
                <c:pt idx="2645">
                  <c:v>1.56589</c:v>
                </c:pt>
                <c:pt idx="2646">
                  <c:v>1.57605</c:v>
                </c:pt>
                <c:pt idx="2647">
                  <c:v>#N/A</c:v>
                </c:pt>
                <c:pt idx="2648">
                  <c:v>1.56402</c:v>
                </c:pt>
                <c:pt idx="2649">
                  <c:v>1.5387200000000001</c:v>
                </c:pt>
                <c:pt idx="2650">
                  <c:v>1.4539899999999999</c:v>
                </c:pt>
                <c:pt idx="2651">
                  <c:v>1.4714799999999999</c:v>
                </c:pt>
                <c:pt idx="2652">
                  <c:v>1.44286</c:v>
                </c:pt>
                <c:pt idx="2653">
                  <c:v>1.4361600000000001</c:v>
                </c:pt>
                <c:pt idx="2654">
                  <c:v>1.44754</c:v>
                </c:pt>
                <c:pt idx="2655">
                  <c:v>1.4220299999999999</c:v>
                </c:pt>
                <c:pt idx="2656">
                  <c:v>1.3328</c:v>
                </c:pt>
                <c:pt idx="2657">
                  <c:v>1.3295399999999999</c:v>
                </c:pt>
                <c:pt idx="2658">
                  <c:v>1.36117</c:v>
                </c:pt>
                <c:pt idx="2659">
                  <c:v>1.4596</c:v>
                </c:pt>
                <c:pt idx="2660">
                  <c:v>1.5038400000000001</c:v>
                </c:pt>
                <c:pt idx="2661">
                  <c:v>1.4580900000000001</c:v>
                </c:pt>
                <c:pt idx="2662">
                  <c:v>1.4991099999999999</c:v>
                </c:pt>
                <c:pt idx="2663">
                  <c:v>1.4891300000000001</c:v>
                </c:pt>
                <c:pt idx="2664">
                  <c:v>1.4785900000000001</c:v>
                </c:pt>
                <c:pt idx="2665">
                  <c:v>1.48614</c:v>
                </c:pt>
                <c:pt idx="2666">
                  <c:v>1.4916499999999999</c:v>
                </c:pt>
                <c:pt idx="2667">
                  <c:v>1.4691099999999999</c:v>
                </c:pt>
                <c:pt idx="2668">
                  <c:v>1.4612700000000001</c:v>
                </c:pt>
                <c:pt idx="2669">
                  <c:v>1.4303600000000001</c:v>
                </c:pt>
                <c:pt idx="2670">
                  <c:v>1.4239299999999999</c:v>
                </c:pt>
                <c:pt idx="2671">
                  <c:v>1.4347300000000001</c:v>
                </c:pt>
                <c:pt idx="2672">
                  <c:v>1.43506</c:v>
                </c:pt>
                <c:pt idx="2673">
                  <c:v>1.4092499999999999</c:v>
                </c:pt>
                <c:pt idx="2674">
                  <c:v>1.3986499999999999</c:v>
                </c:pt>
                <c:pt idx="2675">
                  <c:v>1.40743</c:v>
                </c:pt>
                <c:pt idx="2676">
                  <c:v>#N/A</c:v>
                </c:pt>
                <c:pt idx="2677">
                  <c:v>1.41578</c:v>
                </c:pt>
                <c:pt idx="2678">
                  <c:v>1.44408</c:v>
                </c:pt>
                <c:pt idx="2679">
                  <c:v>1.4779599999999999</c:v>
                </c:pt>
                <c:pt idx="2680">
                  <c:v>1.48926</c:v>
                </c:pt>
                <c:pt idx="2681">
                  <c:v>1.50573</c:v>
                </c:pt>
                <c:pt idx="2682">
                  <c:v>1.5140199999999999</c:v>
                </c:pt>
                <c:pt idx="2683">
                  <c:v>1.5166999999999999</c:v>
                </c:pt>
                <c:pt idx="2684">
                  <c:v>1.51553</c:v>
                </c:pt>
                <c:pt idx="2685">
                  <c:v>1.55427</c:v>
                </c:pt>
                <c:pt idx="2686">
                  <c:v>1.4737100000000001</c:v>
                </c:pt>
                <c:pt idx="2687">
                  <c:v>1.4654499999999999</c:v>
                </c:pt>
                <c:pt idx="2688">
                  <c:v>1.42153</c:v>
                </c:pt>
                <c:pt idx="2689">
                  <c:v>1.37093</c:v>
                </c:pt>
                <c:pt idx="2690">
                  <c:v>1.3797999999999999</c:v>
                </c:pt>
                <c:pt idx="2691">
                  <c:v>1.4452400000000001</c:v>
                </c:pt>
                <c:pt idx="2692">
                  <c:v>1.4520900000000001</c:v>
                </c:pt>
                <c:pt idx="2693">
                  <c:v>1.50892</c:v>
                </c:pt>
                <c:pt idx="2694">
                  <c:v>1.4154</c:v>
                </c:pt>
                <c:pt idx="2695">
                  <c:v>1.4521500000000001</c:v>
                </c:pt>
                <c:pt idx="2696">
                  <c:v>1.5891</c:v>
                </c:pt>
                <c:pt idx="2697">
                  <c:v>1.5749299999999999</c:v>
                </c:pt>
                <c:pt idx="2698">
                  <c:v>1.62398</c:v>
                </c:pt>
                <c:pt idx="2699">
                  <c:v>1.60595</c:v>
                </c:pt>
                <c:pt idx="2700">
                  <c:v>1.65794</c:v>
                </c:pt>
                <c:pt idx="2701">
                  <c:v>1.6588099999999999</c:v>
                </c:pt>
                <c:pt idx="2702">
                  <c:v>1.6263700000000001</c:v>
                </c:pt>
                <c:pt idx="2703">
                  <c:v>1.58948</c:v>
                </c:pt>
                <c:pt idx="2704">
                  <c:v>1.5807800000000001</c:v>
                </c:pt>
                <c:pt idx="2705">
                  <c:v>1.5183800000000001</c:v>
                </c:pt>
                <c:pt idx="2706">
                  <c:v>1.53176</c:v>
                </c:pt>
                <c:pt idx="2707">
                  <c:v>1.5153300000000001</c:v>
                </c:pt>
                <c:pt idx="2708">
                  <c:v>1.47523</c:v>
                </c:pt>
                <c:pt idx="2709">
                  <c:v>1.45041</c:v>
                </c:pt>
                <c:pt idx="2710">
                  <c:v>1.45594</c:v>
                </c:pt>
                <c:pt idx="2711">
                  <c:v>1.47095</c:v>
                </c:pt>
                <c:pt idx="2712">
                  <c:v>1.4604600000000001</c:v>
                </c:pt>
                <c:pt idx="2713">
                  <c:v>1.4694400000000001</c:v>
                </c:pt>
                <c:pt idx="2714">
                  <c:v>1.4536800000000001</c:v>
                </c:pt>
                <c:pt idx="2715">
                  <c:v>1.46736</c:v>
                </c:pt>
                <c:pt idx="2716">
                  <c:v>1.46315</c:v>
                </c:pt>
                <c:pt idx="2717">
                  <c:v>#N/A</c:v>
                </c:pt>
                <c:pt idx="2718">
                  <c:v>1.44123</c:v>
                </c:pt>
                <c:pt idx="2719">
                  <c:v>1.4263300000000001</c:v>
                </c:pt>
                <c:pt idx="2720">
                  <c:v>1.43103</c:v>
                </c:pt>
                <c:pt idx="2721">
                  <c:v>1.41381</c:v>
                </c:pt>
                <c:pt idx="2722">
                  <c:v>1.4296199999999999</c:v>
                </c:pt>
                <c:pt idx="2723">
                  <c:v>1.5062500000000001</c:v>
                </c:pt>
                <c:pt idx="2724">
                  <c:v>1.5070699999999999</c:v>
                </c:pt>
                <c:pt idx="2725">
                  <c:v>1.5016499999999999</c:v>
                </c:pt>
                <c:pt idx="2726">
                  <c:v>1.51387</c:v>
                </c:pt>
                <c:pt idx="2727">
                  <c:v>1.5465</c:v>
                </c:pt>
                <c:pt idx="2728">
                  <c:v>1.56134</c:v>
                </c:pt>
                <c:pt idx="2729">
                  <c:v>1.4963</c:v>
                </c:pt>
                <c:pt idx="2730">
                  <c:v>1.5074099999999999</c:v>
                </c:pt>
                <c:pt idx="2731">
                  <c:v>1.50132</c:v>
                </c:pt>
                <c:pt idx="2732">
                  <c:v>1.5285200000000001</c:v>
                </c:pt>
                <c:pt idx="2733">
                  <c:v>1.53538</c:v>
                </c:pt>
                <c:pt idx="2734">
                  <c:v>1.5052000000000001</c:v>
                </c:pt>
                <c:pt idx="2735">
                  <c:v>1.58623</c:v>
                </c:pt>
                <c:pt idx="2736">
                  <c:v>1.6135200000000001</c:v>
                </c:pt>
                <c:pt idx="2737">
                  <c:v>1.7031400000000001</c:v>
                </c:pt>
                <c:pt idx="2738">
                  <c:v>1.6899500000000001</c:v>
                </c:pt>
                <c:pt idx="2739">
                  <c:v>1.7644899999999999</c:v>
                </c:pt>
                <c:pt idx="2740">
                  <c:v>1.6852199999999999</c:v>
                </c:pt>
                <c:pt idx="2741">
                  <c:v>1.68408</c:v>
                </c:pt>
                <c:pt idx="2742">
                  <c:v>1.69825</c:v>
                </c:pt>
                <c:pt idx="2743">
                  <c:v>1.7601199999999999</c:v>
                </c:pt>
                <c:pt idx="2744">
                  <c:v>1.75614</c:v>
                </c:pt>
                <c:pt idx="2745">
                  <c:v>1.7265699999999999</c:v>
                </c:pt>
                <c:pt idx="2746">
                  <c:v>1.7578</c:v>
                </c:pt>
                <c:pt idx="2747">
                  <c:v>#N/A</c:v>
                </c:pt>
                <c:pt idx="2748">
                  <c:v>1.8487499999999999</c:v>
                </c:pt>
                <c:pt idx="2749">
                  <c:v>1.8407899999999999</c:v>
                </c:pt>
                <c:pt idx="2750">
                  <c:v>1.79338</c:v>
                </c:pt>
                <c:pt idx="2751">
                  <c:v>1.7331300000000001</c:v>
                </c:pt>
                <c:pt idx="2752">
                  <c:v>1.75084</c:v>
                </c:pt>
                <c:pt idx="2753">
                  <c:v>1.7550600000000001</c:v>
                </c:pt>
                <c:pt idx="2754">
                  <c:v>1.7268399999999999</c:v>
                </c:pt>
                <c:pt idx="2755">
                  <c:v>1.68448</c:v>
                </c:pt>
                <c:pt idx="2756">
                  <c:v>1.7265200000000001</c:v>
                </c:pt>
                <c:pt idx="2757">
                  <c:v>1.7585599999999999</c:v>
                </c:pt>
                <c:pt idx="2758">
                  <c:v>1.71262</c:v>
                </c:pt>
                <c:pt idx="2759">
                  <c:v>1.6823699999999999</c:v>
                </c:pt>
                <c:pt idx="2760">
                  <c:v>1.72834</c:v>
                </c:pt>
                <c:pt idx="2761">
                  <c:v>1.71556</c:v>
                </c:pt>
                <c:pt idx="2762">
                  <c:v>1.7199199999999999</c:v>
                </c:pt>
                <c:pt idx="2763">
                  <c:v>1.7408399999999999</c:v>
                </c:pt>
                <c:pt idx="2764">
                  <c:v>1.72628</c:v>
                </c:pt>
                <c:pt idx="2765">
                  <c:v>1.6931499999999999</c:v>
                </c:pt>
                <c:pt idx="2766">
                  <c:v>1.7348300000000001</c:v>
                </c:pt>
                <c:pt idx="2767">
                  <c:v>1.6975</c:v>
                </c:pt>
                <c:pt idx="2768">
                  <c:v>#N/A</c:v>
                </c:pt>
                <c:pt idx="2769">
                  <c:v>1.69241</c:v>
                </c:pt>
                <c:pt idx="2770">
                  <c:v>1.67659</c:v>
                </c:pt>
                <c:pt idx="2771">
                  <c:v>1.7173099999999999</c:v>
                </c:pt>
                <c:pt idx="2772">
                  <c:v>1.7324900000000001</c:v>
                </c:pt>
                <c:pt idx="2773">
                  <c:v>1.74823</c:v>
                </c:pt>
                <c:pt idx="2774">
                  <c:v>1.72943</c:v>
                </c:pt>
                <c:pt idx="2775">
                  <c:v>1.76363</c:v>
                </c:pt>
                <c:pt idx="2776">
                  <c:v>1.7302599999999999</c:v>
                </c:pt>
                <c:pt idx="2777">
                  <c:v>1.7269300000000001</c:v>
                </c:pt>
                <c:pt idx="2778">
                  <c:v>1.7761100000000001</c:v>
                </c:pt>
                <c:pt idx="2779">
                  <c:v>1.75376</c:v>
                </c:pt>
                <c:pt idx="2780">
                  <c:v>#N/A</c:v>
                </c:pt>
                <c:pt idx="2781">
                  <c:v>1.75376</c:v>
                </c:pt>
                <c:pt idx="2782">
                  <c:v>1.8110299999999999</c:v>
                </c:pt>
                <c:pt idx="2783">
                  <c:v>1.74841</c:v>
                </c:pt>
                <c:pt idx="2784">
                  <c:v>1.7458199999999999</c:v>
                </c:pt>
                <c:pt idx="2785">
                  <c:v>1.7775700000000001</c:v>
                </c:pt>
                <c:pt idx="2786">
                  <c:v>1.81029</c:v>
                </c:pt>
                <c:pt idx="2787">
                  <c:v>1.9432799999999999</c:v>
                </c:pt>
                <c:pt idx="2788">
                  <c:v>1.9914099999999999</c:v>
                </c:pt>
                <c:pt idx="2789">
                  <c:v>2.11863</c:v>
                </c:pt>
                <c:pt idx="2790">
                  <c:v>2.1801699999999999</c:v>
                </c:pt>
                <c:pt idx="2791">
                  <c:v>2.29528</c:v>
                </c:pt>
                <c:pt idx="2792">
                  <c:v>2.38584</c:v>
                </c:pt>
                <c:pt idx="2793">
                  <c:v>2.53416</c:v>
                </c:pt>
                <c:pt idx="2794">
                  <c:v>2.34524</c:v>
                </c:pt>
                <c:pt idx="2795">
                  <c:v>2.06758</c:v>
                </c:pt>
                <c:pt idx="2796">
                  <c:v>1.96757</c:v>
                </c:pt>
                <c:pt idx="2797">
                  <c:v>1.9437800000000001</c:v>
                </c:pt>
                <c:pt idx="2798">
                  <c:v>1.8704099999999999</c:v>
                </c:pt>
                <c:pt idx="2799">
                  <c:v>1.88384</c:v>
                </c:pt>
                <c:pt idx="2800">
                  <c:v>#N/A</c:v>
                </c:pt>
                <c:pt idx="2801">
                  <c:v>1.86737</c:v>
                </c:pt>
                <c:pt idx="2802">
                  <c:v>1.89341</c:v>
                </c:pt>
                <c:pt idx="2803">
                  <c:v>1.9068099999999999</c:v>
                </c:pt>
                <c:pt idx="2804">
                  <c:v>1.9614400000000001</c:v>
                </c:pt>
                <c:pt idx="2805">
                  <c:v>#N/A</c:v>
                </c:pt>
                <c:pt idx="2806">
                  <c:v>2.02311</c:v>
                </c:pt>
                <c:pt idx="2807">
                  <c:v>2.2136</c:v>
                </c:pt>
                <c:pt idx="2808">
                  <c:v>2.2722500000000001</c:v>
                </c:pt>
                <c:pt idx="2809">
                  <c:v>2.20702</c:v>
                </c:pt>
                <c:pt idx="2810">
                  <c:v>2.1534</c:v>
                </c:pt>
                <c:pt idx="2811">
                  <c:v>2.2002700000000002</c:v>
                </c:pt>
                <c:pt idx="2812">
                  <c:v>2.3100800000000001</c:v>
                </c:pt>
                <c:pt idx="2813">
                  <c:v>2.3495200000000001</c:v>
                </c:pt>
                <c:pt idx="2814">
                  <c:v>2.3998200000000001</c:v>
                </c:pt>
                <c:pt idx="2815">
                  <c:v>2.4511400000000001</c:v>
                </c:pt>
                <c:pt idx="2816">
                  <c:v>2.4197099999999998</c:v>
                </c:pt>
                <c:pt idx="2817">
                  <c:v>#N/A</c:v>
                </c:pt>
                <c:pt idx="2818">
                  <c:v>2.4142100000000002</c:v>
                </c:pt>
                <c:pt idx="2819">
                  <c:v>2.41513</c:v>
                </c:pt>
                <c:pt idx="2820">
                  <c:v>2.37751</c:v>
                </c:pt>
                <c:pt idx="2821">
                  <c:v>2.3043</c:v>
                </c:pt>
                <c:pt idx="2822">
                  <c:v>2.3142499999999999</c:v>
                </c:pt>
                <c:pt idx="2823">
                  <c:v>2.3052700000000002</c:v>
                </c:pt>
                <c:pt idx="2824">
                  <c:v>2.3829799999999999</c:v>
                </c:pt>
                <c:pt idx="2825">
                  <c:v>2.3188</c:v>
                </c:pt>
                <c:pt idx="2826">
                  <c:v>2.2898100000000001</c:v>
                </c:pt>
                <c:pt idx="2827">
                  <c:v>2.1869499999999999</c:v>
                </c:pt>
                <c:pt idx="2828">
                  <c:v>2.1158800000000002</c:v>
                </c:pt>
                <c:pt idx="2829">
                  <c:v>2.18296</c:v>
                </c:pt>
                <c:pt idx="2830">
                  <c:v>2.1423299999999998</c:v>
                </c:pt>
                <c:pt idx="2831">
                  <c:v>2.1164000000000001</c:v>
                </c:pt>
                <c:pt idx="2832">
                  <c:v>2.12046</c:v>
                </c:pt>
                <c:pt idx="2833">
                  <c:v>2.1766999999999999</c:v>
                </c:pt>
                <c:pt idx="2834">
                  <c:v>2.16967</c:v>
                </c:pt>
                <c:pt idx="2835">
                  <c:v>2.1430699999999998</c:v>
                </c:pt>
                <c:pt idx="2836">
                  <c:v>2.06969</c:v>
                </c:pt>
                <c:pt idx="2837">
                  <c:v>#N/A</c:v>
                </c:pt>
                <c:pt idx="2838">
                  <c:v>1.98838</c:v>
                </c:pt>
                <c:pt idx="2839">
                  <c:v>2.0588000000000002</c:v>
                </c:pt>
                <c:pt idx="2840">
                  <c:v>2.0138500000000001</c:v>
                </c:pt>
                <c:pt idx="2841">
                  <c:v>1.97038</c:v>
                </c:pt>
                <c:pt idx="2842">
                  <c:v>2.0169999999999999</c:v>
                </c:pt>
                <c:pt idx="2843">
                  <c:v>2.0412499999999998</c:v>
                </c:pt>
                <c:pt idx="2844">
                  <c:v>2.00732</c:v>
                </c:pt>
                <c:pt idx="2845">
                  <c:v>1.9571400000000001</c:v>
                </c:pt>
                <c:pt idx="2846">
                  <c:v>1.98786</c:v>
                </c:pt>
                <c:pt idx="2847">
                  <c:v>1.93988</c:v>
                </c:pt>
                <c:pt idx="2848">
                  <c:v>1.9706699999999999</c:v>
                </c:pt>
                <c:pt idx="2849">
                  <c:v>2.0127299999999999</c:v>
                </c:pt>
                <c:pt idx="2850">
                  <c:v>2.0747</c:v>
                </c:pt>
                <c:pt idx="2851">
                  <c:v>2.0881699999999999</c:v>
                </c:pt>
                <c:pt idx="2852">
                  <c:v>2.1445599999999998</c:v>
                </c:pt>
                <c:pt idx="2853">
                  <c:v>2.2597399999999999</c:v>
                </c:pt>
                <c:pt idx="2854">
                  <c:v>2.2583600000000001</c:v>
                </c:pt>
                <c:pt idx="2855">
                  <c:v>2.19767</c:v>
                </c:pt>
                <c:pt idx="2856">
                  <c:v>2.27597</c:v>
                </c:pt>
                <c:pt idx="2857">
                  <c:v>2.3463699999999998</c:v>
                </c:pt>
                <c:pt idx="2858">
                  <c:v>2.37927</c:v>
                </c:pt>
                <c:pt idx="2859">
                  <c:v>2.3823799999999999</c:v>
                </c:pt>
                <c:pt idx="2860">
                  <c:v>2.3454600000000001</c:v>
                </c:pt>
                <c:pt idx="2861">
                  <c:v>2.32185</c:v>
                </c:pt>
                <c:pt idx="2862">
                  <c:v>2.3217599999999998</c:v>
                </c:pt>
                <c:pt idx="2863">
                  <c:v>2.3138899999999998</c:v>
                </c:pt>
                <c:pt idx="2864">
                  <c:v>2.2753100000000002</c:v>
                </c:pt>
                <c:pt idx="2865">
                  <c:v>2.2258</c:v>
                </c:pt>
                <c:pt idx="2866">
                  <c:v>2.24864</c:v>
                </c:pt>
                <c:pt idx="2867">
                  <c:v>2.20302</c:v>
                </c:pt>
                <c:pt idx="2868">
                  <c:v>2.2170800000000002</c:v>
                </c:pt>
                <c:pt idx="2869">
                  <c:v>2.2462900000000001</c:v>
                </c:pt>
                <c:pt idx="2870">
                  <c:v>2.1818200000000001</c:v>
                </c:pt>
                <c:pt idx="2871">
                  <c:v>2.2054200000000002</c:v>
                </c:pt>
                <c:pt idx="2872">
                  <c:v>2.1318600000000001</c:v>
                </c:pt>
                <c:pt idx="2873">
                  <c:v>2.1706699999999999</c:v>
                </c:pt>
                <c:pt idx="2874">
                  <c:v>2.1667999999999998</c:v>
                </c:pt>
                <c:pt idx="2875">
                  <c:v>2.1363599999999998</c:v>
                </c:pt>
                <c:pt idx="2876">
                  <c:v>2.1544300000000001</c:v>
                </c:pt>
                <c:pt idx="2877">
                  <c:v>2.1503199999999998</c:v>
                </c:pt>
                <c:pt idx="2878">
                  <c:v>2.1734100000000001</c:v>
                </c:pt>
                <c:pt idx="2879">
                  <c:v>2.1652399999999998</c:v>
                </c:pt>
                <c:pt idx="2880">
                  <c:v>2.19373</c:v>
                </c:pt>
                <c:pt idx="2881">
                  <c:v>2.2524600000000001</c:v>
                </c:pt>
                <c:pt idx="2882">
                  <c:v>2.2282099999999998</c:v>
                </c:pt>
                <c:pt idx="2883">
                  <c:v>2.1659999999999999</c:v>
                </c:pt>
                <c:pt idx="2884">
                  <c:v>2.1024099999999999</c:v>
                </c:pt>
                <c:pt idx="2885">
                  <c:v>2.12086</c:v>
                </c:pt>
                <c:pt idx="2886">
                  <c:v>2.1078700000000001</c:v>
                </c:pt>
                <c:pt idx="2887">
                  <c:v>2.1206200000000002</c:v>
                </c:pt>
                <c:pt idx="2888">
                  <c:v>2.0701000000000001</c:v>
                </c:pt>
                <c:pt idx="2889">
                  <c:v>2.0797699999999999</c:v>
                </c:pt>
                <c:pt idx="2890">
                  <c:v>2.12798</c:v>
                </c:pt>
                <c:pt idx="2891">
                  <c:v>2.1221899999999998</c:v>
                </c:pt>
                <c:pt idx="2892">
                  <c:v>2.0756899999999998</c:v>
                </c:pt>
                <c:pt idx="2893">
                  <c:v>2.06088</c:v>
                </c:pt>
                <c:pt idx="2894">
                  <c:v>1.9980500000000001</c:v>
                </c:pt>
                <c:pt idx="2895">
                  <c:v>2.08649</c:v>
                </c:pt>
                <c:pt idx="2896">
                  <c:v>2.0479799999999999</c:v>
                </c:pt>
                <c:pt idx="2897">
                  <c:v>2.0045999999999999</c:v>
                </c:pt>
                <c:pt idx="2898">
                  <c:v>2.0886999999999998</c:v>
                </c:pt>
                <c:pt idx="2899">
                  <c:v>2.0613999999999999</c:v>
                </c:pt>
                <c:pt idx="2900">
                  <c:v>2.09022</c:v>
                </c:pt>
                <c:pt idx="2901">
                  <c:v>2.1204399999999999</c:v>
                </c:pt>
                <c:pt idx="2902">
                  <c:v>2.0561199999999999</c:v>
                </c:pt>
                <c:pt idx="2903">
                  <c:v>2.0868799999999998</c:v>
                </c:pt>
                <c:pt idx="2904">
                  <c:v>2.0750799999999998</c:v>
                </c:pt>
                <c:pt idx="2905">
                  <c:v>2.0672100000000002</c:v>
                </c:pt>
                <c:pt idx="2906">
                  <c:v>2.0614699999999999</c:v>
                </c:pt>
                <c:pt idx="2907">
                  <c:v>#N/A</c:v>
                </c:pt>
                <c:pt idx="2908">
                  <c:v>2.1302599999999998</c:v>
                </c:pt>
                <c:pt idx="2909">
                  <c:v>2.1608800000000001</c:v>
                </c:pt>
                <c:pt idx="2910">
                  <c:v>2.18885</c:v>
                </c:pt>
                <c:pt idx="2911">
                  <c:v>2.20282</c:v>
                </c:pt>
                <c:pt idx="2912">
                  <c:v>2.1741999999999999</c:v>
                </c:pt>
                <c:pt idx="2913">
                  <c:v>2.1311300000000002</c:v>
                </c:pt>
                <c:pt idx="2914">
                  <c:v>2.1219000000000001</c:v>
                </c:pt>
                <c:pt idx="2915">
                  <c:v>2.22641</c:v>
                </c:pt>
                <c:pt idx="2916">
                  <c:v>2.1979500000000001</c:v>
                </c:pt>
                <c:pt idx="2917">
                  <c:v>2.2498499999999999</c:v>
                </c:pt>
                <c:pt idx="2918">
                  <c:v>2.2761200000000001</c:v>
                </c:pt>
                <c:pt idx="2919">
                  <c:v>2.28932</c:v>
                </c:pt>
                <c:pt idx="2920">
                  <c:v>2.2699199999999999</c:v>
                </c:pt>
                <c:pt idx="2921">
                  <c:v>2.2685499999999998</c:v>
                </c:pt>
                <c:pt idx="2922">
                  <c:v>2.3023099999999999</c:v>
                </c:pt>
                <c:pt idx="2923">
                  <c:v>2.3469000000000002</c:v>
                </c:pt>
                <c:pt idx="2924">
                  <c:v>2.3626800000000001</c:v>
                </c:pt>
                <c:pt idx="2925">
                  <c:v>2.2286000000000001</c:v>
                </c:pt>
                <c:pt idx="2926">
                  <c:v>2.2653699999999999</c:v>
                </c:pt>
                <c:pt idx="2927">
                  <c:v>2.2296200000000002</c:v>
                </c:pt>
                <c:pt idx="2928">
                  <c:v>2.1722800000000002</c:v>
                </c:pt>
                <c:pt idx="2929">
                  <c:v>2.2130000000000001</c:v>
                </c:pt>
                <c:pt idx="2930">
                  <c:v>2.24431</c:v>
                </c:pt>
                <c:pt idx="2931">
                  <c:v>2.2165599999999999</c:v>
                </c:pt>
                <c:pt idx="2932">
                  <c:v>2.35365</c:v>
                </c:pt>
                <c:pt idx="2933">
                  <c:v>2.3298700000000001</c:v>
                </c:pt>
                <c:pt idx="2934">
                  <c:v>2.2444899999999999</c:v>
                </c:pt>
                <c:pt idx="2935">
                  <c:v>2.2315999999999998</c:v>
                </c:pt>
                <c:pt idx="2936">
                  <c:v>#N/A</c:v>
                </c:pt>
                <c:pt idx="2937">
                  <c:v>2.3505400000000001</c:v>
                </c:pt>
                <c:pt idx="2938">
                  <c:v>2.4129900000000002</c:v>
                </c:pt>
                <c:pt idx="2939">
                  <c:v>2.4661599999999999</c:v>
                </c:pt>
                <c:pt idx="2940">
                  <c:v>2.40164</c:v>
                </c:pt>
                <c:pt idx="2941">
                  <c:v>2.31976</c:v>
                </c:pt>
                <c:pt idx="2942">
                  <c:v>2.2995399999999999</c:v>
                </c:pt>
                <c:pt idx="2943">
                  <c:v>2.3080400000000001</c:v>
                </c:pt>
                <c:pt idx="2944">
                  <c:v>2.3794400000000002</c:v>
                </c:pt>
                <c:pt idx="2945">
                  <c:v>2.36422</c:v>
                </c:pt>
                <c:pt idx="2946">
                  <c:v>2.3748800000000001</c:v>
                </c:pt>
                <c:pt idx="2947">
                  <c:v>2.3792300000000002</c:v>
                </c:pt>
                <c:pt idx="2948">
                  <c:v>2.41778</c:v>
                </c:pt>
                <c:pt idx="2949">
                  <c:v>2.472</c:v>
                </c:pt>
                <c:pt idx="2950">
                  <c:v>2.5772499999999998</c:v>
                </c:pt>
                <c:pt idx="2951">
                  <c:v>2.5991599999999999</c:v>
                </c:pt>
                <c:pt idx="2952">
                  <c:v>2.6871399999999999</c:v>
                </c:pt>
                <c:pt idx="2953">
                  <c:v>2.6460900000000001</c:v>
                </c:pt>
                <c:pt idx="2954">
                  <c:v>2.5356900000000002</c:v>
                </c:pt>
                <c:pt idx="2955">
                  <c:v>2.4605399999999999</c:v>
                </c:pt>
                <c:pt idx="2956">
                  <c:v>2.4962900000000001</c:v>
                </c:pt>
                <c:pt idx="2957">
                  <c:v>2.5875900000000001</c:v>
                </c:pt>
                <c:pt idx="2958">
                  <c:v>2.5633599999999999</c:v>
                </c:pt>
                <c:pt idx="2959">
                  <c:v>2.49044</c:v>
                </c:pt>
                <c:pt idx="2960">
                  <c:v>2.5932200000000001</c:v>
                </c:pt>
                <c:pt idx="2961">
                  <c:v>2.6455000000000002</c:v>
                </c:pt>
                <c:pt idx="2962">
                  <c:v>2.6255500000000001</c:v>
                </c:pt>
                <c:pt idx="2963">
                  <c:v>2.7603399999999998</c:v>
                </c:pt>
                <c:pt idx="2964">
                  <c:v>2.6867299999999998</c:v>
                </c:pt>
                <c:pt idx="2965">
                  <c:v>2.6544099999999999</c:v>
                </c:pt>
                <c:pt idx="2966">
                  <c:v>2.6600999999999999</c:v>
                </c:pt>
                <c:pt idx="2967">
                  <c:v>2.6995399999999998</c:v>
                </c:pt>
                <c:pt idx="2968">
                  <c:v>2.6873</c:v>
                </c:pt>
                <c:pt idx="2969">
                  <c:v>2.80688</c:v>
                </c:pt>
                <c:pt idx="2970">
                  <c:v>2.87188</c:v>
                </c:pt>
                <c:pt idx="2971">
                  <c:v>2.9586700000000001</c:v>
                </c:pt>
                <c:pt idx="2972">
                  <c:v>3.09937</c:v>
                </c:pt>
                <c:pt idx="2973">
                  <c:v>2.9936400000000001</c:v>
                </c:pt>
                <c:pt idx="2974">
                  <c:v>3.0172099999999999</c:v>
                </c:pt>
                <c:pt idx="2975">
                  <c:v>2.8858299999999999</c:v>
                </c:pt>
                <c:pt idx="2976">
                  <c:v>2.8288899999999999</c:v>
                </c:pt>
                <c:pt idx="2977">
                  <c:v>2.7729200000000001</c:v>
                </c:pt>
                <c:pt idx="2978">
                  <c:v>2.8715999999999999</c:v>
                </c:pt>
                <c:pt idx="2979">
                  <c:v>2.8625500000000001</c:v>
                </c:pt>
                <c:pt idx="2980">
                  <c:v>2.8881199999999998</c:v>
                </c:pt>
                <c:pt idx="2981">
                  <c:v>2.9070399999999998</c:v>
                </c:pt>
                <c:pt idx="2982">
                  <c:v>#N/A</c:v>
                </c:pt>
                <c:pt idx="2983">
                  <c:v>2.8405200000000002</c:v>
                </c:pt>
                <c:pt idx="2984">
                  <c:v>2.7931900000000001</c:v>
                </c:pt>
                <c:pt idx="2985">
                  <c:v>2.8080799999999999</c:v>
                </c:pt>
                <c:pt idx="2986">
                  <c:v>2.8530600000000002</c:v>
                </c:pt>
                <c:pt idx="2987">
                  <c:v>2.8393799999999998</c:v>
                </c:pt>
                <c:pt idx="2988">
                  <c:v>2.7136</c:v>
                </c:pt>
                <c:pt idx="2989">
                  <c:v>2.6514899999999999</c:v>
                </c:pt>
                <c:pt idx="2990">
                  <c:v>2.6612100000000001</c:v>
                </c:pt>
                <c:pt idx="2991">
                  <c:v>2.6760299999999999</c:v>
                </c:pt>
                <c:pt idx="2992">
                  <c:v>2.75414</c:v>
                </c:pt>
                <c:pt idx="2993">
                  <c:v>2.94374</c:v>
                </c:pt>
                <c:pt idx="2994">
                  <c:v>2.9842599999999999</c:v>
                </c:pt>
                <c:pt idx="2995">
                  <c:v>3.11741</c:v>
                </c:pt>
                <c:pt idx="2996">
                  <c:v>3.1457999999999999</c:v>
                </c:pt>
                <c:pt idx="2997">
                  <c:v>3.2832699999999999</c:v>
                </c:pt>
                <c:pt idx="2998">
                  <c:v>3.2912599999999999</c:v>
                </c:pt>
                <c:pt idx="2999">
                  <c:v>3.17882</c:v>
                </c:pt>
                <c:pt idx="3000">
                  <c:v>3.1034199999999998</c:v>
                </c:pt>
                <c:pt idx="3001">
                  <c:v>3.0992899999999999</c:v>
                </c:pt>
                <c:pt idx="3002">
                  <c:v>2.9056600000000001</c:v>
                </c:pt>
                <c:pt idx="3003">
                  <c:v>2.8902299999999999</c:v>
                </c:pt>
                <c:pt idx="3004">
                  <c:v>2.8379500000000002</c:v>
                </c:pt>
                <c:pt idx="3005">
                  <c:v>2.72424</c:v>
                </c:pt>
                <c:pt idx="3006">
                  <c:v>2.6909700000000001</c:v>
                </c:pt>
                <c:pt idx="3007">
                  <c:v>#N/A</c:v>
                </c:pt>
                <c:pt idx="3008">
                  <c:v>2.8106300000000002</c:v>
                </c:pt>
                <c:pt idx="3009">
                  <c:v>2.8162799999999999</c:v>
                </c:pt>
                <c:pt idx="3010">
                  <c:v>2.7432400000000001</c:v>
                </c:pt>
                <c:pt idx="3011">
                  <c:v>2.6810399999999999</c:v>
                </c:pt>
                <c:pt idx="3012">
                  <c:v>2.7322500000000001</c:v>
                </c:pt>
                <c:pt idx="3013">
                  <c:v>2.7814800000000002</c:v>
                </c:pt>
                <c:pt idx="3014">
                  <c:v>2.8972600000000002</c:v>
                </c:pt>
                <c:pt idx="3015">
                  <c:v>2.9029099999999999</c:v>
                </c:pt>
                <c:pt idx="3016">
                  <c:v>2.7924500000000001</c:v>
                </c:pt>
                <c:pt idx="3017">
                  <c:v>2.7765399999999998</c:v>
                </c:pt>
                <c:pt idx="3018">
                  <c:v>2.8400500000000002</c:v>
                </c:pt>
                <c:pt idx="3019">
                  <c:v>2.7852800000000002</c:v>
                </c:pt>
                <c:pt idx="3020">
                  <c:v>2.8087900000000001</c:v>
                </c:pt>
                <c:pt idx="3021">
                  <c:v>2.8268499999999999</c:v>
                </c:pt>
                <c:pt idx="3022">
                  <c:v>2.80959</c:v>
                </c:pt>
                <c:pt idx="3023">
                  <c:v>2.7027800000000002</c:v>
                </c:pt>
                <c:pt idx="3024">
                  <c:v>2.7201599999999999</c:v>
                </c:pt>
                <c:pt idx="3025">
                  <c:v>2.7002899999999999</c:v>
                </c:pt>
                <c:pt idx="3026">
                  <c:v>2.7071000000000001</c:v>
                </c:pt>
                <c:pt idx="3027">
                  <c:v>2.7721200000000001</c:v>
                </c:pt>
                <c:pt idx="3028">
                  <c:v>2.7596400000000001</c:v>
                </c:pt>
                <c:pt idx="3029">
                  <c:v>#N/A</c:v>
                </c:pt>
                <c:pt idx="3030">
                  <c:v>2.7962799999999999</c:v>
                </c:pt>
                <c:pt idx="3031">
                  <c:v>2.8871799999999999</c:v>
                </c:pt>
                <c:pt idx="3032">
                  <c:v>2.85033</c:v>
                </c:pt>
                <c:pt idx="3033">
                  <c:v>2.8559199999999998</c:v>
                </c:pt>
                <c:pt idx="3034">
                  <c:v>2.8816600000000001</c:v>
                </c:pt>
                <c:pt idx="3035">
                  <c:v>2.8603499999999999</c:v>
                </c:pt>
                <c:pt idx="3036">
                  <c:v>2.8329200000000001</c:v>
                </c:pt>
                <c:pt idx="3037">
                  <c:v>2.8188499999999999</c:v>
                </c:pt>
                <c:pt idx="3038">
                  <c:v>2.80091</c:v>
                </c:pt>
                <c:pt idx="3039">
                  <c:v>2.8311500000000001</c:v>
                </c:pt>
                <c:pt idx="3040">
                  <c:v>#N/A</c:v>
                </c:pt>
                <c:pt idx="3041">
                  <c:v>2.83643</c:v>
                </c:pt>
                <c:pt idx="3042">
                  <c:v>2.8580299999999998</c:v>
                </c:pt>
                <c:pt idx="3043">
                  <c:v>2.90158</c:v>
                </c:pt>
                <c:pt idx="3044">
                  <c:v>2.8965999999999998</c:v>
                </c:pt>
                <c:pt idx="3045">
                  <c:v>2.8860100000000002</c:v>
                </c:pt>
                <c:pt idx="3046">
                  <c:v>2.9033899999999999</c:v>
                </c:pt>
                <c:pt idx="3047">
                  <c:v>3.0358800000000001</c:v>
                </c:pt>
                <c:pt idx="3048">
                  <c:v>3.0834999999999999</c:v>
                </c:pt>
                <c:pt idx="3049">
                  <c:v>3.0825200000000001</c:v>
                </c:pt>
                <c:pt idx="3050">
                  <c:v>3.15334</c:v>
                </c:pt>
                <c:pt idx="3051">
                  <c:v>3.3866399999999999</c:v>
                </c:pt>
                <c:pt idx="3052">
                  <c:v>3.34565</c:v>
                </c:pt>
                <c:pt idx="3053">
                  <c:v>3.2219000000000002</c:v>
                </c:pt>
                <c:pt idx="3054">
                  <c:v>3.2233700000000001</c:v>
                </c:pt>
                <c:pt idx="3055">
                  <c:v>3.18024</c:v>
                </c:pt>
                <c:pt idx="3056">
                  <c:v>3.2642000000000002</c:v>
                </c:pt>
                <c:pt idx="3057">
                  <c:v>3.2553000000000001</c:v>
                </c:pt>
                <c:pt idx="3058">
                  <c:v>3.2125599999999999</c:v>
                </c:pt>
                <c:pt idx="3059">
                  <c:v>3.1724600000000001</c:v>
                </c:pt>
                <c:pt idx="3060">
                  <c:v>3.1945999999999999</c:v>
                </c:pt>
                <c:pt idx="3061">
                  <c:v>#N/A</c:v>
                </c:pt>
                <c:pt idx="3062">
                  <c:v>3.2105899999999998</c:v>
                </c:pt>
                <c:pt idx="3063">
                  <c:v>3.0842100000000001</c:v>
                </c:pt>
                <c:pt idx="3064">
                  <c:v>3.1235200000000001</c:v>
                </c:pt>
                <c:pt idx="3065">
                  <c:v>3.1718099999999998</c:v>
                </c:pt>
                <c:pt idx="3066">
                  <c:v>#N/A</c:v>
                </c:pt>
                <c:pt idx="3067">
                  <c:v>3.2232799999999999</c:v>
                </c:pt>
                <c:pt idx="3068">
                  <c:v>3.1641699999999999</c:v>
                </c:pt>
                <c:pt idx="3069">
                  <c:v>3.28993</c:v>
                </c:pt>
                <c:pt idx="3070">
                  <c:v>3.4222899999999998</c:v>
                </c:pt>
                <c:pt idx="3071">
                  <c:v>3.51756</c:v>
                </c:pt>
                <c:pt idx="3072">
                  <c:v>3.5078399999999998</c:v>
                </c:pt>
                <c:pt idx="3073">
                  <c:v>3.6195200000000001</c:v>
                </c:pt>
                <c:pt idx="3074">
                  <c:v>3.7796699999999999</c:v>
                </c:pt>
                <c:pt idx="3075">
                  <c:v>3.7366199999999998</c:v>
                </c:pt>
                <c:pt idx="3076">
                  <c:v>3.9756800000000001</c:v>
                </c:pt>
                <c:pt idx="3077">
                  <c:v>#N/A</c:v>
                </c:pt>
                <c:pt idx="3078">
                  <c:v>4.01999</c:v>
                </c:pt>
                <c:pt idx="3079">
                  <c:v>4.1764200000000002</c:v>
                </c:pt>
                <c:pt idx="3080">
                  <c:v>4.0750099999999998</c:v>
                </c:pt>
                <c:pt idx="3081">
                  <c:v>3.7738999999999998</c:v>
                </c:pt>
                <c:pt idx="3082">
                  <c:v>3.8245</c:v>
                </c:pt>
                <c:pt idx="3083">
                  <c:v>3.7353900000000002</c:v>
                </c:pt>
                <c:pt idx="3084">
                  <c:v>3.6900400000000002</c:v>
                </c:pt>
                <c:pt idx="3085">
                  <c:v>3.6916000000000002</c:v>
                </c:pt>
                <c:pt idx="3086">
                  <c:v>3.7757000000000001</c:v>
                </c:pt>
                <c:pt idx="3087">
                  <c:v>3.8207100000000001</c:v>
                </c:pt>
                <c:pt idx="3088">
                  <c:v>4.0236799999999997</c:v>
                </c:pt>
                <c:pt idx="3089">
                  <c:v>3.95533</c:v>
                </c:pt>
                <c:pt idx="3090">
                  <c:v>3.9656799999999999</c:v>
                </c:pt>
                <c:pt idx="3091">
                  <c:v>3.9697900000000002</c:v>
                </c:pt>
                <c:pt idx="3092">
                  <c:v>4.2456300000000002</c:v>
                </c:pt>
                <c:pt idx="3093">
                  <c:v>4.2661499999999997</c:v>
                </c:pt>
                <c:pt idx="3094">
                  <c:v>4.1911199999999997</c:v>
                </c:pt>
                <c:pt idx="3095">
                  <c:v>4.3346999999999998</c:v>
                </c:pt>
                <c:pt idx="3096">
                  <c:v>4.1135599999999997</c:v>
                </c:pt>
                <c:pt idx="3097">
                  <c:v>#N/A</c:v>
                </c:pt>
                <c:pt idx="3098">
                  <c:v>4.0444599999999999</c:v>
                </c:pt>
                <c:pt idx="3099">
                  <c:v>3.8214700000000001</c:v>
                </c:pt>
                <c:pt idx="3100">
                  <c:v>3.8188499999999999</c:v>
                </c:pt>
                <c:pt idx="3101">
                  <c:v>3.77501</c:v>
                </c:pt>
                <c:pt idx="3102">
                  <c:v>3.7002799999999998</c:v>
                </c:pt>
                <c:pt idx="3103">
                  <c:v>3.7502</c:v>
                </c:pt>
                <c:pt idx="3104">
                  <c:v>3.65625</c:v>
                </c:pt>
                <c:pt idx="3105">
                  <c:v>3.6613699999999998</c:v>
                </c:pt>
                <c:pt idx="3106">
                  <c:v>3.66133</c:v>
                </c:pt>
                <c:pt idx="3107">
                  <c:v>3.6784500000000002</c:v>
                </c:pt>
                <c:pt idx="3108">
                  <c:v>3.5028999999999999</c:v>
                </c:pt>
                <c:pt idx="3109">
                  <c:v>3.48061</c:v>
                </c:pt>
                <c:pt idx="3110">
                  <c:v>3.3365999999999998</c:v>
                </c:pt>
                <c:pt idx="3111">
                  <c:v>3.2738499999999999</c:v>
                </c:pt>
                <c:pt idx="3112">
                  <c:v>3.25352</c:v>
                </c:pt>
                <c:pt idx="3113">
                  <c:v>3.3148</c:v>
                </c:pt>
                <c:pt idx="3114">
                  <c:v>3.2068599999999998</c:v>
                </c:pt>
                <c:pt idx="3115">
                  <c:v>3.1619000000000002</c:v>
                </c:pt>
                <c:pt idx="3116">
                  <c:v>3.08277</c:v>
                </c:pt>
                <c:pt idx="3117">
                  <c:v>3.1192299999999999</c:v>
                </c:pt>
                <c:pt idx="3118">
                  <c:v>3.2018900000000001</c:v>
                </c:pt>
                <c:pt idx="3119">
                  <c:v>3.0710000000000002</c:v>
                </c:pt>
                <c:pt idx="3120">
                  <c:v>2.8980399999999999</c:v>
                </c:pt>
                <c:pt idx="3121">
                  <c:v>2.8237100000000002</c:v>
                </c:pt>
                <c:pt idx="3122">
                  <c:v>2.7921100000000001</c:v>
                </c:pt>
                <c:pt idx="3123">
                  <c:v>2.7933400000000002</c:v>
                </c:pt>
                <c:pt idx="3124">
                  <c:v>2.9148700000000001</c:v>
                </c:pt>
                <c:pt idx="3125">
                  <c:v>2.9912999999999998</c:v>
                </c:pt>
                <c:pt idx="3126">
                  <c:v>#N/A</c:v>
                </c:pt>
                <c:pt idx="3127">
                  <c:v>2.9889199999999998</c:v>
                </c:pt>
                <c:pt idx="3128">
                  <c:v>3.0497399999999999</c:v>
                </c:pt>
                <c:pt idx="3129">
                  <c:v>2.9708100000000002</c:v>
                </c:pt>
                <c:pt idx="3130">
                  <c:v>2.95322</c:v>
                </c:pt>
                <c:pt idx="3131">
                  <c:v>2.91534</c:v>
                </c:pt>
                <c:pt idx="3132">
                  <c:v>2.95295</c:v>
                </c:pt>
                <c:pt idx="3133">
                  <c:v>3.0732900000000001</c:v>
                </c:pt>
                <c:pt idx="3134">
                  <c:v>3.00332</c:v>
                </c:pt>
                <c:pt idx="3135">
                  <c:v>3.1602899999999998</c:v>
                </c:pt>
                <c:pt idx="3136">
                  <c:v>3.11334</c:v>
                </c:pt>
                <c:pt idx="3137">
                  <c:v>3.0365799999999998</c:v>
                </c:pt>
                <c:pt idx="3138">
                  <c:v>2.94042</c:v>
                </c:pt>
                <c:pt idx="3139">
                  <c:v>2.86477</c:v>
                </c:pt>
                <c:pt idx="3140">
                  <c:v>2.81352</c:v>
                </c:pt>
                <c:pt idx="3141">
                  <c:v>2.8748100000000001</c:v>
                </c:pt>
                <c:pt idx="3142">
                  <c:v>2.86076</c:v>
                </c:pt>
                <c:pt idx="3143">
                  <c:v>2.7348499999999998</c:v>
                </c:pt>
                <c:pt idx="3144">
                  <c:v>2.6522100000000002</c:v>
                </c:pt>
                <c:pt idx="3145">
                  <c:v>2.6709299999999998</c:v>
                </c:pt>
                <c:pt idx="3146">
                  <c:v>2.7499099999999999</c:v>
                </c:pt>
                <c:pt idx="3147">
                  <c:v>2.7696700000000001</c:v>
                </c:pt>
                <c:pt idx="3148">
                  <c:v>2.77088</c:v>
                </c:pt>
                <c:pt idx="3149">
                  <c:v>2.7635200000000002</c:v>
                </c:pt>
                <c:pt idx="3150">
                  <c:v>2.7639800000000001</c:v>
                </c:pt>
                <c:pt idx="3151">
                  <c:v>2.7816100000000001</c:v>
                </c:pt>
                <c:pt idx="3152">
                  <c:v>2.7513700000000001</c:v>
                </c:pt>
                <c:pt idx="3153">
                  <c:v>2.8485800000000001</c:v>
                </c:pt>
                <c:pt idx="3154">
                  <c:v>2.9358499999999998</c:v>
                </c:pt>
                <c:pt idx="3155">
                  <c:v>2.96034</c:v>
                </c:pt>
                <c:pt idx="3156">
                  <c:v>2.9162599999999999</c:v>
                </c:pt>
                <c:pt idx="3157">
                  <c:v>2.9546100000000002</c:v>
                </c:pt>
                <c:pt idx="3158">
                  <c:v>2.90387</c:v>
                </c:pt>
                <c:pt idx="3159">
                  <c:v>2.8645200000000002</c:v>
                </c:pt>
                <c:pt idx="3160">
                  <c:v>2.8196400000000001</c:v>
                </c:pt>
                <c:pt idx="3161">
                  <c:v>2.8851100000000001</c:v>
                </c:pt>
                <c:pt idx="3162">
                  <c:v>2.80959</c:v>
                </c:pt>
                <c:pt idx="3163">
                  <c:v>2.8001200000000002</c:v>
                </c:pt>
                <c:pt idx="3164">
                  <c:v>2.80783</c:v>
                </c:pt>
                <c:pt idx="3165">
                  <c:v>2.9888300000000001</c:v>
                </c:pt>
                <c:pt idx="3166">
                  <c:v>3.01498</c:v>
                </c:pt>
                <c:pt idx="3167">
                  <c:v>3.0376400000000001</c:v>
                </c:pt>
                <c:pt idx="3168">
                  <c:v>3.0163799999999998</c:v>
                </c:pt>
                <c:pt idx="3169">
                  <c:v>2.9626299999999999</c:v>
                </c:pt>
                <c:pt idx="3170">
                  <c:v>2.9574699999999998</c:v>
                </c:pt>
                <c:pt idx="3171">
                  <c:v>2.9327899999999998</c:v>
                </c:pt>
                <c:pt idx="3172">
                  <c:v>#N/A</c:v>
                </c:pt>
                <c:pt idx="3173">
                  <c:v>2.9652099999999999</c:v>
                </c:pt>
                <c:pt idx="3174">
                  <c:v>2.9200599999999999</c:v>
                </c:pt>
                <c:pt idx="3175">
                  <c:v>2.86259</c:v>
                </c:pt>
                <c:pt idx="3176">
                  <c:v>2.8441000000000001</c:v>
                </c:pt>
                <c:pt idx="3177">
                  <c:v>2.7799</c:v>
                </c:pt>
                <c:pt idx="3178">
                  <c:v>2.7014499999999999</c:v>
                </c:pt>
                <c:pt idx="3179">
                  <c:v>2.6613500000000001</c:v>
                </c:pt>
                <c:pt idx="3180">
                  <c:v>2.7140499999999999</c:v>
                </c:pt>
                <c:pt idx="3181">
                  <c:v>2.8168299999999999</c:v>
                </c:pt>
                <c:pt idx="3182">
                  <c:v>2.8989799999999999</c:v>
                </c:pt>
                <c:pt idx="3183">
                  <c:v>3.0043199999999999</c:v>
                </c:pt>
                <c:pt idx="3184">
                  <c:v>2.96713</c:v>
                </c:pt>
                <c:pt idx="3185">
                  <c:v>3.0118499999999999</c:v>
                </c:pt>
                <c:pt idx="3186">
                  <c:v>2.9459499999999998</c:v>
                </c:pt>
                <c:pt idx="3187">
                  <c:v>2.8111700000000002</c:v>
                </c:pt>
                <c:pt idx="3188">
                  <c:v>2.7730600000000001</c:v>
                </c:pt>
                <c:pt idx="3189">
                  <c:v>2.7335799999999999</c:v>
                </c:pt>
                <c:pt idx="3190">
                  <c:v>2.6319599999999999</c:v>
                </c:pt>
                <c:pt idx="3191">
                  <c:v>2.79549</c:v>
                </c:pt>
                <c:pt idx="3192">
                  <c:v>2.90341</c:v>
                </c:pt>
                <c:pt idx="3193">
                  <c:v>2.81168</c:v>
                </c:pt>
                <c:pt idx="3194">
                  <c:v>2.6261399999999999</c:v>
                </c:pt>
                <c:pt idx="3195">
                  <c:v>2.57437</c:v>
                </c:pt>
                <c:pt idx="3196">
                  <c:v>2.5610599999999999</c:v>
                </c:pt>
                <c:pt idx="3197">
                  <c:v>#N/A</c:v>
                </c:pt>
                <c:pt idx="3198">
                  <c:v>2.5845199999999999</c:v>
                </c:pt>
                <c:pt idx="3199">
                  <c:v>2.5773600000000001</c:v>
                </c:pt>
                <c:pt idx="3200">
                  <c:v>2.5941399999999999</c:v>
                </c:pt>
                <c:pt idx="3201">
                  <c:v>2.54548</c:v>
                </c:pt>
                <c:pt idx="3202">
                  <c:v>2.4646400000000002</c:v>
                </c:pt>
                <c:pt idx="3203">
                  <c:v>2.3997299999999999</c:v>
                </c:pt>
                <c:pt idx="3204">
                  <c:v>2.4374199999999999</c:v>
                </c:pt>
                <c:pt idx="3205">
                  <c:v>2.4136700000000002</c:v>
                </c:pt>
                <c:pt idx="3206">
                  <c:v>2.3908399999999999</c:v>
                </c:pt>
                <c:pt idx="3207">
                  <c:v>2.4056700000000002</c:v>
                </c:pt>
                <c:pt idx="3208">
                  <c:v>2.39852</c:v>
                </c:pt>
                <c:pt idx="3209">
                  <c:v>2.33466</c:v>
                </c:pt>
                <c:pt idx="3210">
                  <c:v>2.3925000000000001</c:v>
                </c:pt>
                <c:pt idx="3211">
                  <c:v>2.39378</c:v>
                </c:pt>
                <c:pt idx="3212">
                  <c:v>2.47099</c:v>
                </c:pt>
                <c:pt idx="3213">
                  <c:v>2.5369799999999998</c:v>
                </c:pt>
                <c:pt idx="3214">
                  <c:v>2.6350500000000001</c:v>
                </c:pt>
                <c:pt idx="3215">
                  <c:v>2.6715399999999998</c:v>
                </c:pt>
                <c:pt idx="3216">
                  <c:v>2.7000299999999999</c:v>
                </c:pt>
                <c:pt idx="3217">
                  <c:v>2.6702699999999999</c:v>
                </c:pt>
                <c:pt idx="3218">
                  <c:v>2.66079</c:v>
                </c:pt>
                <c:pt idx="3219">
                  <c:v>2.61721</c:v>
                </c:pt>
                <c:pt idx="3220">
                  <c:v>2.5246900000000001</c:v>
                </c:pt>
                <c:pt idx="3221">
                  <c:v>2.4142999999999999</c:v>
                </c:pt>
                <c:pt idx="3222">
                  <c:v>2.3821599999999998</c:v>
                </c:pt>
                <c:pt idx="3223">
                  <c:v>2.4182600000000001</c:v>
                </c:pt>
                <c:pt idx="3224">
                  <c:v>2.3855400000000002</c:v>
                </c:pt>
                <c:pt idx="3225">
                  <c:v>2.3123399999999998</c:v>
                </c:pt>
                <c:pt idx="3226">
                  <c:v>2.3048700000000002</c:v>
                </c:pt>
                <c:pt idx="3227">
                  <c:v>2.2378900000000002</c:v>
                </c:pt>
                <c:pt idx="3228">
                  <c:v>2.1856100000000001</c:v>
                </c:pt>
                <c:pt idx="3229">
                  <c:v>2.2100300000000002</c:v>
                </c:pt>
                <c:pt idx="3230">
                  <c:v>2.1907299999999998</c:v>
                </c:pt>
                <c:pt idx="3231">
                  <c:v>2.1896900000000001</c:v>
                </c:pt>
                <c:pt idx="3232">
                  <c:v>2.2509299999999999</c:v>
                </c:pt>
                <c:pt idx="3233">
                  <c:v>2.2254800000000001</c:v>
                </c:pt>
                <c:pt idx="3234">
                  <c:v>2.2782900000000001</c:v>
                </c:pt>
                <c:pt idx="3235">
                  <c:v>2.3030400000000002</c:v>
                </c:pt>
                <c:pt idx="3236">
                  <c:v>2.2287699999999999</c:v>
                </c:pt>
                <c:pt idx="3237">
                  <c:v>2.2730800000000002</c:v>
                </c:pt>
                <c:pt idx="3238">
                  <c:v>2.2700300000000002</c:v>
                </c:pt>
                <c:pt idx="3239">
                  <c:v>2.31941</c:v>
                </c:pt>
                <c:pt idx="3240">
                  <c:v>2.3670100000000001</c:v>
                </c:pt>
                <c:pt idx="3241">
                  <c:v>2.32158</c:v>
                </c:pt>
                <c:pt idx="3242">
                  <c:v>#N/A</c:v>
                </c:pt>
                <c:pt idx="3243">
                  <c:v>2.2766500000000001</c:v>
                </c:pt>
                <c:pt idx="3244">
                  <c:v>2.22234</c:v>
                </c:pt>
                <c:pt idx="3245">
                  <c:v>2.1718899999999999</c:v>
                </c:pt>
                <c:pt idx="3246">
                  <c:v>2.2674799999999999</c:v>
                </c:pt>
                <c:pt idx="3247">
                  <c:v>2.2701799999999999</c:v>
                </c:pt>
                <c:pt idx="3248">
                  <c:v>2.34097</c:v>
                </c:pt>
                <c:pt idx="3249">
                  <c:v>2.43004</c:v>
                </c:pt>
                <c:pt idx="3250">
                  <c:v>2.4335599999999999</c:v>
                </c:pt>
                <c:pt idx="3251">
                  <c:v>2.53165</c:v>
                </c:pt>
                <c:pt idx="3252">
                  <c:v>2.4662799999999998</c:v>
                </c:pt>
                <c:pt idx="3253">
                  <c:v>2.42096</c:v>
                </c:pt>
                <c:pt idx="3254">
                  <c:v>2.2592699999999999</c:v>
                </c:pt>
                <c:pt idx="3255">
                  <c:v>2.22201</c:v>
                </c:pt>
                <c:pt idx="3256">
                  <c:v>2.29325</c:v>
                </c:pt>
                <c:pt idx="3257">
                  <c:v>2.3573200000000001</c:v>
                </c:pt>
                <c:pt idx="3258">
                  <c:v>2.3101400000000001</c:v>
                </c:pt>
                <c:pt idx="3259">
                  <c:v>2.18513</c:v>
                </c:pt>
                <c:pt idx="3260">
                  <c:v>2.2390099999999999</c:v>
                </c:pt>
                <c:pt idx="3261">
                  <c:v>2.2101899999999999</c:v>
                </c:pt>
                <c:pt idx="3262">
                  <c:v>2.2789000000000001</c:v>
                </c:pt>
                <c:pt idx="3263">
                  <c:v>2.34246</c:v>
                </c:pt>
                <c:pt idx="3264">
                  <c:v>2.3237299999999999</c:v>
                </c:pt>
                <c:pt idx="3265">
                  <c:v>2.3166699999999998</c:v>
                </c:pt>
                <c:pt idx="3266">
                  <c:v>2.2995800000000002</c:v>
                </c:pt>
                <c:pt idx="3267">
                  <c:v>#N/A</c:v>
                </c:pt>
                <c:pt idx="3268">
                  <c:v>2.32267</c:v>
                </c:pt>
                <c:pt idx="3269">
                  <c:v>2.3086099999999998</c:v>
                </c:pt>
                <c:pt idx="3270">
                  <c:v>2.28491</c:v>
                </c:pt>
                <c:pt idx="3271">
                  <c:v>2.2716699999999999</c:v>
                </c:pt>
                <c:pt idx="3272">
                  <c:v>2.31413</c:v>
                </c:pt>
                <c:pt idx="3273">
                  <c:v>2.30965</c:v>
                </c:pt>
                <c:pt idx="3274">
                  <c:v>2.2411300000000001</c:v>
                </c:pt>
                <c:pt idx="3275">
                  <c:v>2.2320199999999999</c:v>
                </c:pt>
                <c:pt idx="3276">
                  <c:v>2.23366</c:v>
                </c:pt>
                <c:pt idx="3277">
                  <c:v>2.2329699999999999</c:v>
                </c:pt>
                <c:pt idx="3278">
                  <c:v>2.27948</c:v>
                </c:pt>
                <c:pt idx="3279">
                  <c:v>2.2771499999999998</c:v>
                </c:pt>
                <c:pt idx="3280">
                  <c:v>2.3019400000000001</c:v>
                </c:pt>
                <c:pt idx="3281">
                  <c:v>2.31169</c:v>
                </c:pt>
                <c:pt idx="3282">
                  <c:v>2.3720599999999998</c:v>
                </c:pt>
                <c:pt idx="3283">
                  <c:v>2.47715</c:v>
                </c:pt>
                <c:pt idx="3284">
                  <c:v>2.4666000000000001</c:v>
                </c:pt>
                <c:pt idx="3285">
                  <c:v>2.4228200000000002</c:v>
                </c:pt>
                <c:pt idx="3286">
                  <c:v>2.45228</c:v>
                </c:pt>
                <c:pt idx="3287">
                  <c:v>2.3105099999999998</c:v>
                </c:pt>
                <c:pt idx="3288">
                  <c:v>2.2191900000000002</c:v>
                </c:pt>
                <c:pt idx="3289">
                  <c:v>2.25142</c:v>
                </c:pt>
                <c:pt idx="3290">
                  <c:v>2.5050400000000002</c:v>
                </c:pt>
                <c:pt idx="3291">
                  <c:v>#N/A</c:v>
                </c:pt>
                <c:pt idx="3292">
                  <c:v>2.6395</c:v>
                </c:pt>
                <c:pt idx="3293">
                  <c:v>2.4830000000000001</c:v>
                </c:pt>
                <c:pt idx="3294">
                  <c:v>2.5691899999999999</c:v>
                </c:pt>
                <c:pt idx="3295">
                  <c:v>2.6014499999999998</c:v>
                </c:pt>
                <c:pt idx="3296">
                  <c:v>2.6959499999999998</c:v>
                </c:pt>
                <c:pt idx="3297">
                  <c:v>2.6718999999999999</c:v>
                </c:pt>
                <c:pt idx="3298">
                  <c:v>2.6017600000000001</c:v>
                </c:pt>
                <c:pt idx="3299">
                  <c:v>2.6078700000000001</c:v>
                </c:pt>
                <c:pt idx="3300">
                  <c:v>#N/A</c:v>
                </c:pt>
                <c:pt idx="3301">
                  <c:v>2.6408299999999998</c:v>
                </c:pt>
                <c:pt idx="3302">
                  <c:v>2.5562999999999998</c:v>
                </c:pt>
                <c:pt idx="3303">
                  <c:v>2.5664199999999999</c:v>
                </c:pt>
                <c:pt idx="3304">
                  <c:v>2.5217399999999999</c:v>
                </c:pt>
                <c:pt idx="3305">
                  <c:v>2.5516200000000002</c:v>
                </c:pt>
                <c:pt idx="3306">
                  <c:v>2.5052099999999999</c:v>
                </c:pt>
                <c:pt idx="3307">
                  <c:v>2.4184100000000002</c:v>
                </c:pt>
                <c:pt idx="3308">
                  <c:v>2.3408699999999998</c:v>
                </c:pt>
                <c:pt idx="3309">
                  <c:v>2.3267699999999998</c:v>
                </c:pt>
                <c:pt idx="3310">
                  <c:v>2.3307600000000002</c:v>
                </c:pt>
                <c:pt idx="3311">
                  <c:v>2.3109099999999998</c:v>
                </c:pt>
                <c:pt idx="3312">
                  <c:v>2.3298899999999998</c:v>
                </c:pt>
                <c:pt idx="3313">
                  <c:v>2.2915899999999998</c:v>
                </c:pt>
                <c:pt idx="3314">
                  <c:v>2.21888</c:v>
                </c:pt>
                <c:pt idx="3315">
                  <c:v>2.2206100000000002</c:v>
                </c:pt>
                <c:pt idx="3316">
                  <c:v>2.1795800000000001</c:v>
                </c:pt>
                <c:pt idx="3317">
                  <c:v>2.19469</c:v>
                </c:pt>
                <c:pt idx="3318">
                  <c:v>2.1741999999999999</c:v>
                </c:pt>
                <c:pt idx="3319">
                  <c:v>2.1788799999999999</c:v>
                </c:pt>
                <c:pt idx="3320">
                  <c:v>2.1960899999999999</c:v>
                </c:pt>
                <c:pt idx="3321">
                  <c:v>2.2062300000000001</c:v>
                </c:pt>
                <c:pt idx="3322">
                  <c:v>#N/A</c:v>
                </c:pt>
                <c:pt idx="3323">
                  <c:v>2.1783700000000001</c:v>
                </c:pt>
                <c:pt idx="3324">
                  <c:v>2.2236500000000001</c:v>
                </c:pt>
                <c:pt idx="3325">
                  <c:v>2.2387600000000001</c:v>
                </c:pt>
                <c:pt idx="3326">
                  <c:v>2.2487400000000002</c:v>
                </c:pt>
                <c:pt idx="3327">
                  <c:v>#N/A</c:v>
                </c:pt>
                <c:pt idx="3328">
                  <c:v>2.2470699999999999</c:v>
                </c:pt>
                <c:pt idx="3329">
                  <c:v>2.1850700000000001</c:v>
                </c:pt>
                <c:pt idx="3330">
                  <c:v>2.1313</c:v>
                </c:pt>
                <c:pt idx="3331">
                  <c:v>2.0973099999999998</c:v>
                </c:pt>
                <c:pt idx="3332">
                  <c:v>2.10114</c:v>
                </c:pt>
                <c:pt idx="3333">
                  <c:v>2.1381899999999998</c:v>
                </c:pt>
                <c:pt idx="3334">
                  <c:v>2.1438799999999998</c:v>
                </c:pt>
                <c:pt idx="3335">
                  <c:v>2.0876000000000001</c:v>
                </c:pt>
                <c:pt idx="3336">
                  <c:v>2.0644800000000001</c:v>
                </c:pt>
                <c:pt idx="3337">
                  <c:v>#N/A</c:v>
                </c:pt>
                <c:pt idx="3338">
                  <c:v>2.0486800000000001</c:v>
                </c:pt>
                <c:pt idx="3339">
                  <c:v>2.0598900000000002</c:v>
                </c:pt>
                <c:pt idx="3340">
                  <c:v>2.10859</c:v>
                </c:pt>
                <c:pt idx="3341">
                  <c:v>2.1046999999999998</c:v>
                </c:pt>
                <c:pt idx="3342">
                  <c:v>2.09497</c:v>
                </c:pt>
                <c:pt idx="3343">
                  <c:v>2.1014900000000001</c:v>
                </c:pt>
                <c:pt idx="3344">
                  <c:v>2.06874</c:v>
                </c:pt>
                <c:pt idx="3345">
                  <c:v>2.1244900000000002</c:v>
                </c:pt>
                <c:pt idx="3346">
                  <c:v>2.09382</c:v>
                </c:pt>
                <c:pt idx="3347">
                  <c:v>2.1070099999999998</c:v>
                </c:pt>
                <c:pt idx="3348">
                  <c:v>2.09192</c:v>
                </c:pt>
                <c:pt idx="3349">
                  <c:v>2.03322</c:v>
                </c:pt>
                <c:pt idx="3350">
                  <c:v>1.97095</c:v>
                </c:pt>
                <c:pt idx="3351">
                  <c:v>1.9049700000000001</c:v>
                </c:pt>
                <c:pt idx="3352">
                  <c:v>1.9273100000000001</c:v>
                </c:pt>
                <c:pt idx="3353">
                  <c:v>1.96522</c:v>
                </c:pt>
                <c:pt idx="3354">
                  <c:v>2.0523699999999998</c:v>
                </c:pt>
                <c:pt idx="3355">
                  <c:v>2.0011899999999998</c:v>
                </c:pt>
                <c:pt idx="3356">
                  <c:v>1.9761899999999999</c:v>
                </c:pt>
                <c:pt idx="3357">
                  <c:v>1.94676</c:v>
                </c:pt>
                <c:pt idx="3358">
                  <c:v>1.9280200000000001</c:v>
                </c:pt>
                <c:pt idx="3359">
                  <c:v>1.9755799999999999</c:v>
                </c:pt>
                <c:pt idx="3360">
                  <c:v>2.0052400000000001</c:v>
                </c:pt>
                <c:pt idx="3361">
                  <c:v>2.0222899999999999</c:v>
                </c:pt>
                <c:pt idx="3362">
                  <c:v>#N/A</c:v>
                </c:pt>
                <c:pt idx="3363">
                  <c:v>1.99129</c:v>
                </c:pt>
                <c:pt idx="3364">
                  <c:v>1.99159</c:v>
                </c:pt>
                <c:pt idx="3365">
                  <c:v>1.9900800000000001</c:v>
                </c:pt>
                <c:pt idx="3366">
                  <c:v>2.0569999999999999</c:v>
                </c:pt>
                <c:pt idx="3367">
                  <c:v>2.0448200000000001</c:v>
                </c:pt>
                <c:pt idx="3368">
                  <c:v>2.02468</c:v>
                </c:pt>
                <c:pt idx="3369">
                  <c:v>1.95295</c:v>
                </c:pt>
                <c:pt idx="3370">
                  <c:v>1.9570799999999999</c:v>
                </c:pt>
                <c:pt idx="3371">
                  <c:v>1.94333</c:v>
                </c:pt>
                <c:pt idx="3372">
                  <c:v>1.9240200000000001</c:v>
                </c:pt>
                <c:pt idx="3373">
                  <c:v>1.93868</c:v>
                </c:pt>
                <c:pt idx="3374">
                  <c:v>2.0381100000000001</c:v>
                </c:pt>
                <c:pt idx="3375">
                  <c:v>2.0782500000000002</c:v>
                </c:pt>
                <c:pt idx="3376">
                  <c:v>2.00474</c:v>
                </c:pt>
                <c:pt idx="3377">
                  <c:v>2.00976</c:v>
                </c:pt>
                <c:pt idx="3378">
                  <c:v>2.0907300000000002</c:v>
                </c:pt>
                <c:pt idx="3379">
                  <c:v>2.0546799999999998</c:v>
                </c:pt>
                <c:pt idx="3380">
                  <c:v>1.9645900000000001</c:v>
                </c:pt>
                <c:pt idx="3381">
                  <c:v>1.9172499999999999</c:v>
                </c:pt>
                <c:pt idx="3382">
                  <c:v>1.92333</c:v>
                </c:pt>
                <c:pt idx="3383">
                  <c:v>1.9463999999999999</c:v>
                </c:pt>
                <c:pt idx="3384">
                  <c:v>1.9846299999999999</c:v>
                </c:pt>
                <c:pt idx="3385">
                  <c:v>1.93605</c:v>
                </c:pt>
                <c:pt idx="3386">
                  <c:v>1.8906499999999999</c:v>
                </c:pt>
                <c:pt idx="3387">
                  <c:v>1.8641300000000001</c:v>
                </c:pt>
                <c:pt idx="3388">
                  <c:v>1.8256300000000001</c:v>
                </c:pt>
                <c:pt idx="3389">
                  <c:v>1.8448500000000001</c:v>
                </c:pt>
                <c:pt idx="3390">
                  <c:v>1.88442</c:v>
                </c:pt>
                <c:pt idx="3391">
                  <c:v>1.9214</c:v>
                </c:pt>
                <c:pt idx="3392">
                  <c:v>1.9643600000000001</c:v>
                </c:pt>
                <c:pt idx="3393">
                  <c:v>1.9470400000000001</c:v>
                </c:pt>
                <c:pt idx="3394">
                  <c:v>1.94163</c:v>
                </c:pt>
                <c:pt idx="3395">
                  <c:v>1.9569099999999999</c:v>
                </c:pt>
                <c:pt idx="3396">
                  <c:v>1.9395100000000001</c:v>
                </c:pt>
                <c:pt idx="3397">
                  <c:v>1.96719</c:v>
                </c:pt>
                <c:pt idx="3398">
                  <c:v>2.01105</c:v>
                </c:pt>
                <c:pt idx="3399">
                  <c:v>2.0095499999999999</c:v>
                </c:pt>
                <c:pt idx="3400">
                  <c:v>2.0120800000000001</c:v>
                </c:pt>
                <c:pt idx="3401">
                  <c:v>#N/A</c:v>
                </c:pt>
                <c:pt idx="3402">
                  <c:v>1.98437</c:v>
                </c:pt>
                <c:pt idx="3403">
                  <c:v>2.0335399999999999</c:v>
                </c:pt>
                <c:pt idx="3404">
                  <c:v>1.9838899999999999</c:v>
                </c:pt>
                <c:pt idx="3405">
                  <c:v>1.9816</c:v>
                </c:pt>
                <c:pt idx="3406">
                  <c:v>1.9522900000000001</c:v>
                </c:pt>
                <c:pt idx="3407">
                  <c:v>1.9152</c:v>
                </c:pt>
                <c:pt idx="3408">
                  <c:v>1.90425</c:v>
                </c:pt>
                <c:pt idx="3409">
                  <c:v>1.93889</c:v>
                </c:pt>
                <c:pt idx="3410">
                  <c:v>1.94665</c:v>
                </c:pt>
                <c:pt idx="3411">
                  <c:v>1.9463200000000001</c:v>
                </c:pt>
                <c:pt idx="3412">
                  <c:v>1.9101399999999999</c:v>
                </c:pt>
                <c:pt idx="3413">
                  <c:v>1.91151</c:v>
                </c:pt>
                <c:pt idx="3414">
                  <c:v>1.8980900000000001</c:v>
                </c:pt>
                <c:pt idx="3415">
                  <c:v>1.94221</c:v>
                </c:pt>
                <c:pt idx="3416">
                  <c:v>1.95347</c:v>
                </c:pt>
                <c:pt idx="3417">
                  <c:v>1.9388399999999999</c:v>
                </c:pt>
                <c:pt idx="3418">
                  <c:v>1.9443699999999999</c:v>
                </c:pt>
                <c:pt idx="3419">
                  <c:v>1.9065799999999999</c:v>
                </c:pt>
                <c:pt idx="3420">
                  <c:v>1.8953100000000001</c:v>
                </c:pt>
                <c:pt idx="3421">
                  <c:v>1.92666</c:v>
                </c:pt>
                <c:pt idx="3422">
                  <c:v>1.89717</c:v>
                </c:pt>
                <c:pt idx="3423">
                  <c:v>1.88887</c:v>
                </c:pt>
                <c:pt idx="3424">
                  <c:v>1.97638</c:v>
                </c:pt>
                <c:pt idx="3425">
                  <c:v>2.0085999999999999</c:v>
                </c:pt>
                <c:pt idx="3426">
                  <c:v>1.9834099999999999</c:v>
                </c:pt>
                <c:pt idx="3427">
                  <c:v>1.9648699999999999</c:v>
                </c:pt>
                <c:pt idx="3428">
                  <c:v>1.9335</c:v>
                </c:pt>
                <c:pt idx="3429">
                  <c:v>1.9288099999999999</c:v>
                </c:pt>
                <c:pt idx="3430">
                  <c:v>1.9568099999999999</c:v>
                </c:pt>
                <c:pt idx="3431">
                  <c:v>1.98187</c:v>
                </c:pt>
                <c:pt idx="3432">
                  <c:v>#N/A</c:v>
                </c:pt>
                <c:pt idx="3433">
                  <c:v>1.9914799999999999</c:v>
                </c:pt>
                <c:pt idx="3434">
                  <c:v>2.0280800000000001</c:v>
                </c:pt>
                <c:pt idx="3435">
                  <c:v>2.0144799999999998</c:v>
                </c:pt>
                <c:pt idx="3436">
                  <c:v>2.0139800000000001</c:v>
                </c:pt>
                <c:pt idx="3437">
                  <c:v>1.9536500000000001</c:v>
                </c:pt>
                <c:pt idx="3438">
                  <c:v>1.94272</c:v>
                </c:pt>
                <c:pt idx="3439">
                  <c:v>1.8811800000000001</c:v>
                </c:pt>
                <c:pt idx="3440">
                  <c:v>1.9027499999999999</c:v>
                </c:pt>
                <c:pt idx="3441">
                  <c:v>1.8711199999999999</c:v>
                </c:pt>
                <c:pt idx="3442">
                  <c:v>1.8466100000000001</c:v>
                </c:pt>
                <c:pt idx="3443">
                  <c:v>1.827</c:v>
                </c:pt>
                <c:pt idx="3444">
                  <c:v>1.8626199999999999</c:v>
                </c:pt>
                <c:pt idx="3445">
                  <c:v>1.91269</c:v>
                </c:pt>
                <c:pt idx="3446">
                  <c:v>1.9486000000000001</c:v>
                </c:pt>
                <c:pt idx="3447">
                  <c:v>1.9737100000000001</c:v>
                </c:pt>
                <c:pt idx="3448">
                  <c:v>2.0691799999999998</c:v>
                </c:pt>
                <c:pt idx="3449">
                  <c:v>2.09484</c:v>
                </c:pt>
                <c:pt idx="3450">
                  <c:v>2.0662799999999999</c:v>
                </c:pt>
                <c:pt idx="3451">
                  <c:v>2.0180400000000001</c:v>
                </c:pt>
                <c:pt idx="3452">
                  <c:v>2.0056099999999999</c:v>
                </c:pt>
                <c:pt idx="3453">
                  <c:v>2.00346</c:v>
                </c:pt>
                <c:pt idx="3454">
                  <c:v>1.9905200000000001</c:v>
                </c:pt>
                <c:pt idx="3455">
                  <c:v>2.0161799999999999</c:v>
                </c:pt>
                <c:pt idx="3456">
                  <c:v>1.99909</c:v>
                </c:pt>
                <c:pt idx="3457">
                  <c:v>1.9672000000000001</c:v>
                </c:pt>
                <c:pt idx="3458">
                  <c:v>#N/A</c:v>
                </c:pt>
                <c:pt idx="3459">
                  <c:v>2.0218699999999998</c:v>
                </c:pt>
                <c:pt idx="3460">
                  <c:v>2.06792</c:v>
                </c:pt>
                <c:pt idx="3461">
                  <c:v>2.0574400000000002</c:v>
                </c:pt>
                <c:pt idx="3462">
                  <c:v>2.0382799999999999</c:v>
                </c:pt>
                <c:pt idx="3463">
                  <c:v>2.0133000000000001</c:v>
                </c:pt>
                <c:pt idx="3464">
                  <c:v>2.0171000000000001</c:v>
                </c:pt>
                <c:pt idx="3465">
                  <c:v>2.0272199999999998</c:v>
                </c:pt>
                <c:pt idx="3466">
                  <c:v>2.0372699999999999</c:v>
                </c:pt>
                <c:pt idx="3467">
                  <c:v>2.0384199999999999</c:v>
                </c:pt>
                <c:pt idx="3468">
                  <c:v>2.0304700000000002</c:v>
                </c:pt>
                <c:pt idx="3469">
                  <c:v>2.0080200000000001</c:v>
                </c:pt>
                <c:pt idx="3470">
                  <c:v>1.9835</c:v>
                </c:pt>
                <c:pt idx="3471">
                  <c:v>1.97688</c:v>
                </c:pt>
                <c:pt idx="3472">
                  <c:v>2.0120300000000002</c:v>
                </c:pt>
                <c:pt idx="3473">
                  <c:v>1.97167</c:v>
                </c:pt>
                <c:pt idx="3474">
                  <c:v>1.95261</c:v>
                </c:pt>
                <c:pt idx="3475">
                  <c:v>1.9333499999999999</c:v>
                </c:pt>
                <c:pt idx="3476">
                  <c:v>1.9500299999999999</c:v>
                </c:pt>
                <c:pt idx="3477">
                  <c:v>1.9421999999999999</c:v>
                </c:pt>
                <c:pt idx="3478">
                  <c:v>1.95644</c:v>
                </c:pt>
                <c:pt idx="3479">
                  <c:v>1.9686900000000001</c:v>
                </c:pt>
                <c:pt idx="3480">
                  <c:v>2.0137</c:v>
                </c:pt>
                <c:pt idx="3481">
                  <c:v>1.9966600000000001</c:v>
                </c:pt>
                <c:pt idx="3482">
                  <c:v>1.9723299999999999</c:v>
                </c:pt>
                <c:pt idx="3483">
                  <c:v>1.95279</c:v>
                </c:pt>
                <c:pt idx="3484">
                  <c:v>2.0187900000000001</c:v>
                </c:pt>
                <c:pt idx="3485">
                  <c:v>2.0982500000000002</c:v>
                </c:pt>
                <c:pt idx="3486">
                  <c:v>2.0785900000000002</c:v>
                </c:pt>
                <c:pt idx="3487">
                  <c:v>2.0260400000000001</c:v>
                </c:pt>
                <c:pt idx="3488">
                  <c:v>1.9833400000000001</c:v>
                </c:pt>
                <c:pt idx="3489">
                  <c:v>1.9943500000000001</c:v>
                </c:pt>
                <c:pt idx="3490">
                  <c:v>2.0407299999999999</c:v>
                </c:pt>
                <c:pt idx="3491">
                  <c:v>2.0310299999999999</c:v>
                </c:pt>
                <c:pt idx="3492">
                  <c:v>2.0325099999999998</c:v>
                </c:pt>
                <c:pt idx="3493">
                  <c:v>2.0162800000000001</c:v>
                </c:pt>
                <c:pt idx="3494">
                  <c:v>2.0400700000000001</c:v>
                </c:pt>
                <c:pt idx="3495">
                  <c:v>1.9916799999999999</c:v>
                </c:pt>
                <c:pt idx="3496">
                  <c:v>1.99915</c:v>
                </c:pt>
                <c:pt idx="3497">
                  <c:v>1.9966299999999999</c:v>
                </c:pt>
                <c:pt idx="3498">
                  <c:v>2.0125600000000001</c:v>
                </c:pt>
                <c:pt idx="3499">
                  <c:v>1.98946</c:v>
                </c:pt>
                <c:pt idx="3500">
                  <c:v>1.94963</c:v>
                </c:pt>
                <c:pt idx="3501">
                  <c:v>1.91323</c:v>
                </c:pt>
                <c:pt idx="3502">
                  <c:v>#N/A</c:v>
                </c:pt>
                <c:pt idx="3503">
                  <c:v>1.94499</c:v>
                </c:pt>
                <c:pt idx="3504">
                  <c:v>1.9367799999999999</c:v>
                </c:pt>
                <c:pt idx="3505">
                  <c:v>1.9278200000000001</c:v>
                </c:pt>
                <c:pt idx="3506">
                  <c:v>1.92153</c:v>
                </c:pt>
                <c:pt idx="3507">
                  <c:v>1.8766</c:v>
                </c:pt>
                <c:pt idx="3508">
                  <c:v>1.8744400000000001</c:v>
                </c:pt>
                <c:pt idx="3509">
                  <c:v>1.83992</c:v>
                </c:pt>
                <c:pt idx="3510">
                  <c:v>1.8543000000000001</c:v>
                </c:pt>
                <c:pt idx="3511">
                  <c:v>1.8597900000000001</c:v>
                </c:pt>
                <c:pt idx="3512">
                  <c:v>1.8521399999999999</c:v>
                </c:pt>
                <c:pt idx="3513">
                  <c:v>1.8616699999999999</c:v>
                </c:pt>
                <c:pt idx="3514">
                  <c:v>1.8827400000000001</c:v>
                </c:pt>
                <c:pt idx="3515">
                  <c:v>1.90974</c:v>
                </c:pt>
                <c:pt idx="3516">
                  <c:v>1.8911</c:v>
                </c:pt>
                <c:pt idx="3517">
                  <c:v>1.9314899999999999</c:v>
                </c:pt>
                <c:pt idx="3518">
                  <c:v>1.9290499999999999</c:v>
                </c:pt>
                <c:pt idx="3519">
                  <c:v>1.9068000000000001</c:v>
                </c:pt>
                <c:pt idx="3520">
                  <c:v>1.8717200000000001</c:v>
                </c:pt>
                <c:pt idx="3521">
                  <c:v>1.8450599999999999</c:v>
                </c:pt>
                <c:pt idx="3522">
                  <c:v>1.84595</c:v>
                </c:pt>
                <c:pt idx="3523">
                  <c:v>1.8299399999999999</c:v>
                </c:pt>
                <c:pt idx="3524">
                  <c:v>1.83795</c:v>
                </c:pt>
                <c:pt idx="3525">
                  <c:v>1.83907</c:v>
                </c:pt>
                <c:pt idx="3526">
                  <c:v>1.86398</c:v>
                </c:pt>
                <c:pt idx="3527">
                  <c:v>#N/A</c:v>
                </c:pt>
                <c:pt idx="3528">
                  <c:v>1.89422</c:v>
                </c:pt>
                <c:pt idx="3529">
                  <c:v>1.9004300000000001</c:v>
                </c:pt>
                <c:pt idx="3530">
                  <c:v>1.8868</c:v>
                </c:pt>
                <c:pt idx="3531">
                  <c:v>1.89811</c:v>
                </c:pt>
                <c:pt idx="3532">
                  <c:v>1.8715299999999999</c:v>
                </c:pt>
                <c:pt idx="3533">
                  <c:v>1.8512200000000001</c:v>
                </c:pt>
                <c:pt idx="3534">
                  <c:v>1.8340000000000001</c:v>
                </c:pt>
                <c:pt idx="3535">
                  <c:v>1.8443400000000001</c:v>
                </c:pt>
                <c:pt idx="3536">
                  <c:v>1.83768</c:v>
                </c:pt>
                <c:pt idx="3537">
                  <c:v>1.8298000000000001</c:v>
                </c:pt>
                <c:pt idx="3538">
                  <c:v>1.8393600000000001</c:v>
                </c:pt>
                <c:pt idx="3539">
                  <c:v>1.84918</c:v>
                </c:pt>
                <c:pt idx="3540">
                  <c:v>1.85619</c:v>
                </c:pt>
                <c:pt idx="3541">
                  <c:v>1.8425199999999999</c:v>
                </c:pt>
                <c:pt idx="3542">
                  <c:v>1.8398600000000001</c:v>
                </c:pt>
                <c:pt idx="3543">
                  <c:v>1.8338399999999999</c:v>
                </c:pt>
                <c:pt idx="3544">
                  <c:v>1.8475299999999999</c:v>
                </c:pt>
                <c:pt idx="3545">
                  <c:v>1.8378699999999999</c:v>
                </c:pt>
                <c:pt idx="3546">
                  <c:v>1.8627</c:v>
                </c:pt>
                <c:pt idx="3547">
                  <c:v>1.8717299999999999</c:v>
                </c:pt>
                <c:pt idx="3548">
                  <c:v>1.92083</c:v>
                </c:pt>
                <c:pt idx="3549">
                  <c:v>1.8974899999999999</c:v>
                </c:pt>
                <c:pt idx="3550">
                  <c:v>1.9137299999999999</c:v>
                </c:pt>
                <c:pt idx="3551">
                  <c:v>1.883</c:v>
                </c:pt>
                <c:pt idx="3552">
                  <c:v>1.88619</c:v>
                </c:pt>
                <c:pt idx="3553">
                  <c:v>1.89896</c:v>
                </c:pt>
                <c:pt idx="3554">
                  <c:v>1.96014</c:v>
                </c:pt>
                <c:pt idx="3555">
                  <c:v>1.8829800000000001</c:v>
                </c:pt>
                <c:pt idx="3556">
                  <c:v>1.88357</c:v>
                </c:pt>
                <c:pt idx="3557">
                  <c:v>1.87662</c:v>
                </c:pt>
                <c:pt idx="3558">
                  <c:v>1.8729800000000001</c:v>
                </c:pt>
                <c:pt idx="3559">
                  <c:v>1.85799</c:v>
                </c:pt>
                <c:pt idx="3560">
                  <c:v>#N/A</c:v>
                </c:pt>
                <c:pt idx="3561">
                  <c:v>1.83446</c:v>
                </c:pt>
                <c:pt idx="3562">
                  <c:v>1.8085800000000001</c:v>
                </c:pt>
                <c:pt idx="3563">
                  <c:v>1.7740499999999999</c:v>
                </c:pt>
                <c:pt idx="3564">
                  <c:v>1.7724599999999999</c:v>
                </c:pt>
                <c:pt idx="3565">
                  <c:v>1.7552399999999999</c:v>
                </c:pt>
                <c:pt idx="3566">
                  <c:v>1.7786</c:v>
                </c:pt>
                <c:pt idx="3567">
                  <c:v>1.75308</c:v>
                </c:pt>
                <c:pt idx="3568">
                  <c:v>1.74434</c:v>
                </c:pt>
                <c:pt idx="3569">
                  <c:v>1.7723100000000001</c:v>
                </c:pt>
                <c:pt idx="3570">
                  <c:v>1.7714000000000001</c:v>
                </c:pt>
                <c:pt idx="3571">
                  <c:v>1.7541199999999999</c:v>
                </c:pt>
                <c:pt idx="3572">
                  <c:v>1.7607900000000001</c:v>
                </c:pt>
                <c:pt idx="3573">
                  <c:v>1.77318</c:v>
                </c:pt>
                <c:pt idx="3574">
                  <c:v>1.7898099999999999</c:v>
                </c:pt>
                <c:pt idx="3575">
                  <c:v>1.7720899999999999</c:v>
                </c:pt>
                <c:pt idx="3576">
                  <c:v>1.75553</c:v>
                </c:pt>
                <c:pt idx="3577">
                  <c:v>1.7085900000000001</c:v>
                </c:pt>
                <c:pt idx="3578">
                  <c:v>1.6707700000000001</c:v>
                </c:pt>
                <c:pt idx="3579">
                  <c:v>1.64849</c:v>
                </c:pt>
                <c:pt idx="3580">
                  <c:v>1.67133</c:v>
                </c:pt>
                <c:pt idx="3581">
                  <c:v>1.6869499999999999</c:v>
                </c:pt>
                <c:pt idx="3582">
                  <c:v>#N/A</c:v>
                </c:pt>
                <c:pt idx="3583">
                  <c:v>1.7021500000000001</c:v>
                </c:pt>
                <c:pt idx="3584">
                  <c:v>1.7469300000000001</c:v>
                </c:pt>
                <c:pt idx="3585">
                  <c:v>1.71638</c:v>
                </c:pt>
                <c:pt idx="3586">
                  <c:v>1.72512</c:v>
                </c:pt>
                <c:pt idx="3587">
                  <c:v>#N/A</c:v>
                </c:pt>
                <c:pt idx="3588">
                  <c:v>1.6784699999999999</c:v>
                </c:pt>
                <c:pt idx="3589">
                  <c:v>1.65846</c:v>
                </c:pt>
                <c:pt idx="3590">
                  <c:v>1.65333</c:v>
                </c:pt>
                <c:pt idx="3591">
                  <c:v>1.62805</c:v>
                </c:pt>
                <c:pt idx="3592">
                  <c:v>1.6325000000000001</c:v>
                </c:pt>
                <c:pt idx="3593">
                  <c:v>1.6130199999999999</c:v>
                </c:pt>
                <c:pt idx="3594">
                  <c:v>1.6378200000000001</c:v>
                </c:pt>
                <c:pt idx="3595">
                  <c:v>1.64446</c:v>
                </c:pt>
                <c:pt idx="3596">
                  <c:v>1.63771</c:v>
                </c:pt>
                <c:pt idx="3597">
                  <c:v>#N/A</c:v>
                </c:pt>
                <c:pt idx="3598">
                  <c:v>1.6206</c:v>
                </c:pt>
                <c:pt idx="3599">
                  <c:v>1.5722700000000001</c:v>
                </c:pt>
                <c:pt idx="3600">
                  <c:v>1.5738700000000001</c:v>
                </c:pt>
                <c:pt idx="3601">
                  <c:v>1.5636699999999999</c:v>
                </c:pt>
                <c:pt idx="3602">
                  <c:v>1.5511200000000001</c:v>
                </c:pt>
                <c:pt idx="3603">
                  <c:v>1.5491900000000001</c:v>
                </c:pt>
                <c:pt idx="3604">
                  <c:v>1.5421800000000001</c:v>
                </c:pt>
                <c:pt idx="3605">
                  <c:v>1.5480400000000001</c:v>
                </c:pt>
                <c:pt idx="3606">
                  <c:v>1.5244800000000001</c:v>
                </c:pt>
                <c:pt idx="3607">
                  <c:v>1.5362899999999999</c:v>
                </c:pt>
                <c:pt idx="3608">
                  <c:v>1.5307599999999999</c:v>
                </c:pt>
                <c:pt idx="3609">
                  <c:v>1.5279700000000001</c:v>
                </c:pt>
                <c:pt idx="3610">
                  <c:v>1.52942</c:v>
                </c:pt>
                <c:pt idx="3611">
                  <c:v>1.5763400000000001</c:v>
                </c:pt>
                <c:pt idx="3612">
                  <c:v>1.7117500000000001</c:v>
                </c:pt>
                <c:pt idx="3613">
                  <c:v>1.66587</c:v>
                </c:pt>
                <c:pt idx="3614">
                  <c:v>1.5907100000000001</c:v>
                </c:pt>
                <c:pt idx="3615">
                  <c:v>1.7655000000000001</c:v>
                </c:pt>
                <c:pt idx="3616">
                  <c:v>1.89466</c:v>
                </c:pt>
                <c:pt idx="3617">
                  <c:v>1.8196399999999999</c:v>
                </c:pt>
                <c:pt idx="3618">
                  <c:v>1.87079</c:v>
                </c:pt>
                <c:pt idx="3619">
                  <c:v>1.8374200000000001</c:v>
                </c:pt>
                <c:pt idx="3620">
                  <c:v>1.7518</c:v>
                </c:pt>
                <c:pt idx="3621">
                  <c:v>1.6657299999999999</c:v>
                </c:pt>
                <c:pt idx="3622">
                  <c:v>#N/A</c:v>
                </c:pt>
                <c:pt idx="3623">
                  <c:v>1.7325200000000001</c:v>
                </c:pt>
                <c:pt idx="3624">
                  <c:v>1.7281299999999999</c:v>
                </c:pt>
                <c:pt idx="3625">
                  <c:v>1.7642500000000001</c:v>
                </c:pt>
                <c:pt idx="3626">
                  <c:v>1.7930699999999999</c:v>
                </c:pt>
                <c:pt idx="3627">
                  <c:v>1.7364999999999999</c:v>
                </c:pt>
                <c:pt idx="3628">
                  <c:v>1.69428</c:v>
                </c:pt>
                <c:pt idx="3629">
                  <c:v>1.7806900000000001</c:v>
                </c:pt>
                <c:pt idx="3630">
                  <c:v>1.85042</c:v>
                </c:pt>
                <c:pt idx="3631">
                  <c:v>1.79817</c:v>
                </c:pt>
                <c:pt idx="3632">
                  <c:v>1.7625900000000001</c:v>
                </c:pt>
                <c:pt idx="3633">
                  <c:v>1.75871</c:v>
                </c:pt>
                <c:pt idx="3634">
                  <c:v>1.78257</c:v>
                </c:pt>
                <c:pt idx="3635">
                  <c:v>1.78512</c:v>
                </c:pt>
                <c:pt idx="3636">
                  <c:v>1.72624</c:v>
                </c:pt>
                <c:pt idx="3637">
                  <c:v>1.7371399999999999</c:v>
                </c:pt>
                <c:pt idx="3638">
                  <c:v>1.78251</c:v>
                </c:pt>
                <c:pt idx="3639">
                  <c:v>1.7926500000000001</c:v>
                </c:pt>
                <c:pt idx="3640">
                  <c:v>1.7817499999999999</c:v>
                </c:pt>
                <c:pt idx="3641">
                  <c:v>1.77383</c:v>
                </c:pt>
                <c:pt idx="3642">
                  <c:v>1.80271</c:v>
                </c:pt>
                <c:pt idx="3643">
                  <c:v>1.7975000000000001</c:v>
                </c:pt>
                <c:pt idx="3644">
                  <c:v>1.7591399999999999</c:v>
                </c:pt>
                <c:pt idx="3645">
                  <c:v>1.8067599999999999</c:v>
                </c:pt>
                <c:pt idx="3646">
                  <c:v>1.8435600000000001</c:v>
                </c:pt>
                <c:pt idx="3647">
                  <c:v>1.8048299999999999</c:v>
                </c:pt>
                <c:pt idx="3648">
                  <c:v>1.80776</c:v>
                </c:pt>
                <c:pt idx="3649">
                  <c:v>1.8087599999999999</c:v>
                </c:pt>
                <c:pt idx="3650">
                  <c:v>1.80494</c:v>
                </c:pt>
                <c:pt idx="3651">
                  <c:v>#N/A</c:v>
                </c:pt>
                <c:pt idx="3652">
                  <c:v>1.81856</c:v>
                </c:pt>
                <c:pt idx="3653">
                  <c:v>1.7438100000000001</c:v>
                </c:pt>
                <c:pt idx="3654">
                  <c:v>1.7395499999999999</c:v>
                </c:pt>
                <c:pt idx="3655">
                  <c:v>1.69347</c:v>
                </c:pt>
                <c:pt idx="3656">
                  <c:v>1.73864</c:v>
                </c:pt>
                <c:pt idx="3657">
                  <c:v>1.74318</c:v>
                </c:pt>
                <c:pt idx="3658">
                  <c:v>1.7381599999999999</c:v>
                </c:pt>
                <c:pt idx="3659">
                  <c:v>1.7161200000000001</c:v>
                </c:pt>
                <c:pt idx="3660">
                  <c:v>1.6868099999999999</c:v>
                </c:pt>
                <c:pt idx="3661">
                  <c:v>1.7090000000000001</c:v>
                </c:pt>
                <c:pt idx="3662">
                  <c:v>1.72844</c:v>
                </c:pt>
                <c:pt idx="3663">
                  <c:v>1.74569</c:v>
                </c:pt>
                <c:pt idx="3664">
                  <c:v>1.70198</c:v>
                </c:pt>
                <c:pt idx="3665">
                  <c:v>1.6991099999999999</c:v>
                </c:pt>
                <c:pt idx="3666">
                  <c:v>1.6949000000000001</c:v>
                </c:pt>
                <c:pt idx="3667">
                  <c:v>1.7048300000000001</c:v>
                </c:pt>
                <c:pt idx="3668">
                  <c:v>1.7095100000000001</c:v>
                </c:pt>
                <c:pt idx="3669">
                  <c:v>1.7123600000000001</c:v>
                </c:pt>
                <c:pt idx="3670">
                  <c:v>1.7552099999999999</c:v>
                </c:pt>
                <c:pt idx="3671">
                  <c:v>1.7869200000000001</c:v>
                </c:pt>
                <c:pt idx="3672">
                  <c:v>1.8154999999999999</c:v>
                </c:pt>
                <c:pt idx="3673">
                  <c:v>1.81718</c:v>
                </c:pt>
                <c:pt idx="3674">
                  <c:v>1.8791</c:v>
                </c:pt>
                <c:pt idx="3675">
                  <c:v>1.97523</c:v>
                </c:pt>
                <c:pt idx="3676">
                  <c:v>1.9482200000000001</c:v>
                </c:pt>
                <c:pt idx="3677">
                  <c:v>1.9068799999999999</c:v>
                </c:pt>
                <c:pt idx="3678">
                  <c:v>1.9504300000000001</c:v>
                </c:pt>
                <c:pt idx="3679">
                  <c:v>1.9053100000000001</c:v>
                </c:pt>
                <c:pt idx="3680">
                  <c:v>1.8138099999999999</c:v>
                </c:pt>
                <c:pt idx="3681">
                  <c:v>1.7748200000000001</c:v>
                </c:pt>
                <c:pt idx="3682">
                  <c:v>1.77</c:v>
                </c:pt>
                <c:pt idx="3683">
                  <c:v>1.8025800000000001</c:v>
                </c:pt>
                <c:pt idx="3684">
                  <c:v>1.77691</c:v>
                </c:pt>
                <c:pt idx="3685">
                  <c:v>1.8581399999999999</c:v>
                </c:pt>
                <c:pt idx="3686">
                  <c:v>1.9272100000000001</c:v>
                </c:pt>
                <c:pt idx="3687">
                  <c:v>1.93798</c:v>
                </c:pt>
                <c:pt idx="3688">
                  <c:v>1.8873</c:v>
                </c:pt>
                <c:pt idx="3689">
                  <c:v>1.89202</c:v>
                </c:pt>
                <c:pt idx="3690">
                  <c:v>1.8913899999999999</c:v>
                </c:pt>
                <c:pt idx="3691">
                  <c:v>1.91879</c:v>
                </c:pt>
                <c:pt idx="3692">
                  <c:v>#N/A</c:v>
                </c:pt>
                <c:pt idx="3693">
                  <c:v>2.0495299999999999</c:v>
                </c:pt>
                <c:pt idx="3694">
                  <c:v>2.00745</c:v>
                </c:pt>
                <c:pt idx="3695">
                  <c:v>2.0500099999999999</c:v>
                </c:pt>
                <c:pt idx="3696">
                  <c:v>1.9926600000000001</c:v>
                </c:pt>
                <c:pt idx="3697">
                  <c:v>1.9239200000000001</c:v>
                </c:pt>
                <c:pt idx="3698">
                  <c:v>1.9426699999999999</c:v>
                </c:pt>
                <c:pt idx="3699">
                  <c:v>1.9265000000000001</c:v>
                </c:pt>
                <c:pt idx="3700">
                  <c:v>2.02434</c:v>
                </c:pt>
                <c:pt idx="3701">
                  <c:v>2.0359600000000002</c:v>
                </c:pt>
                <c:pt idx="3702">
                  <c:v>2.0529999999999999</c:v>
                </c:pt>
                <c:pt idx="3703">
                  <c:v>2.0432100000000002</c:v>
                </c:pt>
                <c:pt idx="3704">
                  <c:v>2.00685</c:v>
                </c:pt>
                <c:pt idx="3705">
                  <c:v>2.0172699999999999</c:v>
                </c:pt>
                <c:pt idx="3706">
                  <c:v>1.99166</c:v>
                </c:pt>
                <c:pt idx="3707">
                  <c:v>2.0247899999999999</c:v>
                </c:pt>
                <c:pt idx="3708">
                  <c:v>2.0625900000000001</c:v>
                </c:pt>
                <c:pt idx="3709">
                  <c:v>2.0103200000000001</c:v>
                </c:pt>
                <c:pt idx="3710">
                  <c:v>1.9886699999999999</c:v>
                </c:pt>
                <c:pt idx="3711">
                  <c:v>1.9478800000000001</c:v>
                </c:pt>
                <c:pt idx="3712">
                  <c:v>1.9845200000000001</c:v>
                </c:pt>
                <c:pt idx="3713">
                  <c:v>1.98211</c:v>
                </c:pt>
                <c:pt idx="3714">
                  <c:v>2.0332300000000001</c:v>
                </c:pt>
                <c:pt idx="3715">
                  <c:v>1.99613</c:v>
                </c:pt>
                <c:pt idx="3716">
                  <c:v>1.9687300000000001</c:v>
                </c:pt>
                <c:pt idx="3717">
                  <c:v>1.9573400000000001</c:v>
                </c:pt>
                <c:pt idx="3718">
                  <c:v>1.9218299999999999</c:v>
                </c:pt>
                <c:pt idx="3719">
                  <c:v>#N/A</c:v>
                </c:pt>
                <c:pt idx="3720">
                  <c:v>1.8671899999999999</c:v>
                </c:pt>
                <c:pt idx="3721">
                  <c:v>1.8156600000000001</c:v>
                </c:pt>
                <c:pt idx="3722">
                  <c:v>1.7554399999999999</c:v>
                </c:pt>
                <c:pt idx="3723">
                  <c:v>1.73674</c:v>
                </c:pt>
                <c:pt idx="3724">
                  <c:v>1.81748</c:v>
                </c:pt>
                <c:pt idx="3725">
                  <c:v>1.82637</c:v>
                </c:pt>
                <c:pt idx="3726">
                  <c:v>1.78661</c:v>
                </c:pt>
                <c:pt idx="3727">
                  <c:v>1.80328</c:v>
                </c:pt>
                <c:pt idx="3728">
                  <c:v>1.7914699999999999</c:v>
                </c:pt>
                <c:pt idx="3729">
                  <c:v>1.78179</c:v>
                </c:pt>
                <c:pt idx="3730">
                  <c:v>1.8151900000000001</c:v>
                </c:pt>
                <c:pt idx="3731">
                  <c:v>1.7971699999999999</c:v>
                </c:pt>
                <c:pt idx="3732">
                  <c:v>1.7908500000000001</c:v>
                </c:pt>
                <c:pt idx="3733">
                  <c:v>1.81328</c:v>
                </c:pt>
                <c:pt idx="3734">
                  <c:v>1.7949299999999999</c:v>
                </c:pt>
                <c:pt idx="3735">
                  <c:v>1.73353</c:v>
                </c:pt>
                <c:pt idx="3736">
                  <c:v>1.72879</c:v>
                </c:pt>
                <c:pt idx="3737">
                  <c:v>1.7328600000000001</c:v>
                </c:pt>
                <c:pt idx="3738">
                  <c:v>1.77254</c:v>
                </c:pt>
                <c:pt idx="3739">
                  <c:v>1.8001400000000001</c:v>
                </c:pt>
                <c:pt idx="3740">
                  <c:v>1.7959099999999999</c:v>
                </c:pt>
                <c:pt idx="3741">
                  <c:v>1.7829600000000001</c:v>
                </c:pt>
                <c:pt idx="3742">
                  <c:v>1.7802800000000001</c:v>
                </c:pt>
                <c:pt idx="3743">
                  <c:v>1.7786599999999999</c:v>
                </c:pt>
                <c:pt idx="3744">
                  <c:v>1.8023199999999999</c:v>
                </c:pt>
                <c:pt idx="3745">
                  <c:v>1.84765</c:v>
                </c:pt>
                <c:pt idx="3746">
                  <c:v>1.93431</c:v>
                </c:pt>
                <c:pt idx="3747">
                  <c:v>1.9369700000000001</c:v>
                </c:pt>
                <c:pt idx="3748">
                  <c:v>1.88283</c:v>
                </c:pt>
                <c:pt idx="3749">
                  <c:v>1.9044399999999999</c:v>
                </c:pt>
                <c:pt idx="3750">
                  <c:v>1.86748</c:v>
                </c:pt>
                <c:pt idx="3751">
                  <c:v>1.8262499999999999</c:v>
                </c:pt>
                <c:pt idx="3752">
                  <c:v>1.8333200000000001</c:v>
                </c:pt>
                <c:pt idx="3753">
                  <c:v>1.8216300000000001</c:v>
                </c:pt>
                <c:pt idx="3754">
                  <c:v>1.8169200000000001</c:v>
                </c:pt>
                <c:pt idx="3755">
                  <c:v>1.81481</c:v>
                </c:pt>
                <c:pt idx="3756">
                  <c:v>1.8140099999999999</c:v>
                </c:pt>
                <c:pt idx="3757">
                  <c:v>1.7854699999999999</c:v>
                </c:pt>
                <c:pt idx="3758">
                  <c:v>1.7396100000000001</c:v>
                </c:pt>
                <c:pt idx="3759">
                  <c:v>1.7513700000000001</c:v>
                </c:pt>
                <c:pt idx="3760">
                  <c:v>1.8006599999999999</c:v>
                </c:pt>
                <c:pt idx="3761">
                  <c:v>1.83863</c:v>
                </c:pt>
                <c:pt idx="3762">
                  <c:v>#N/A</c:v>
                </c:pt>
                <c:pt idx="3763">
                  <c:v>1.83632</c:v>
                </c:pt>
                <c:pt idx="3764">
                  <c:v>1.81247</c:v>
                </c:pt>
                <c:pt idx="3765">
                  <c:v>1.82908</c:v>
                </c:pt>
                <c:pt idx="3766">
                  <c:v>1.8170299999999999</c:v>
                </c:pt>
                <c:pt idx="3767">
                  <c:v>1.8538600000000001</c:v>
                </c:pt>
                <c:pt idx="3768">
                  <c:v>1.84674</c:v>
                </c:pt>
                <c:pt idx="3769">
                  <c:v>1.83209</c:v>
                </c:pt>
                <c:pt idx="3770">
                  <c:v>1.7722899999999999</c:v>
                </c:pt>
                <c:pt idx="3771">
                  <c:v>1.7409600000000001</c:v>
                </c:pt>
                <c:pt idx="3772">
                  <c:v>1.75996</c:v>
                </c:pt>
                <c:pt idx="3773">
                  <c:v>1.74864</c:v>
                </c:pt>
                <c:pt idx="3774">
                  <c:v>1.7235499999999999</c:v>
                </c:pt>
                <c:pt idx="3775">
                  <c:v>1.7335799999999999</c:v>
                </c:pt>
                <c:pt idx="3776">
                  <c:v>1.72543</c:v>
                </c:pt>
                <c:pt idx="3777">
                  <c:v>1.7173099999999999</c:v>
                </c:pt>
                <c:pt idx="3778">
                  <c:v>1.7153</c:v>
                </c:pt>
                <c:pt idx="3779">
                  <c:v>1.7305699999999999</c:v>
                </c:pt>
                <c:pt idx="3780">
                  <c:v>1.6935</c:v>
                </c:pt>
                <c:pt idx="3781">
                  <c:v>1.6783300000000001</c:v>
                </c:pt>
                <c:pt idx="3782">
                  <c:v>1.68519</c:v>
                </c:pt>
                <c:pt idx="3783">
                  <c:v>1.6932799999999999</c:v>
                </c:pt>
                <c:pt idx="3784">
                  <c:v>1.65828</c:v>
                </c:pt>
                <c:pt idx="3785">
                  <c:v>1.68215</c:v>
                </c:pt>
                <c:pt idx="3786">
                  <c:v>1.6871499999999999</c:v>
                </c:pt>
                <c:pt idx="3787">
                  <c:v>#N/A</c:v>
                </c:pt>
                <c:pt idx="3788">
                  <c:v>1.7097199999999999</c:v>
                </c:pt>
                <c:pt idx="3789">
                  <c:v>1.7233799999999999</c:v>
                </c:pt>
                <c:pt idx="3790">
                  <c:v>1.81762</c:v>
                </c:pt>
                <c:pt idx="3791">
                  <c:v>1.79738</c:v>
                </c:pt>
                <c:pt idx="3792">
                  <c:v>1.7954399999999999</c:v>
                </c:pt>
                <c:pt idx="3793">
                  <c:v>1.7812699999999999</c:v>
                </c:pt>
                <c:pt idx="3794">
                  <c:v>1.77014</c:v>
                </c:pt>
                <c:pt idx="3795">
                  <c:v>1.8338399999999999</c:v>
                </c:pt>
                <c:pt idx="3796">
                  <c:v>1.84304</c:v>
                </c:pt>
                <c:pt idx="3797">
                  <c:v>1.86073</c:v>
                </c:pt>
                <c:pt idx="3798">
                  <c:v>1.83839</c:v>
                </c:pt>
                <c:pt idx="3799">
                  <c:v>1.86846</c:v>
                </c:pt>
                <c:pt idx="3800">
                  <c:v>1.8411299999999999</c:v>
                </c:pt>
                <c:pt idx="3801">
                  <c:v>1.90612</c:v>
                </c:pt>
                <c:pt idx="3802">
                  <c:v>1.9421299999999999</c:v>
                </c:pt>
                <c:pt idx="3803">
                  <c:v>1.90293</c:v>
                </c:pt>
                <c:pt idx="3804">
                  <c:v>1.8567800000000001</c:v>
                </c:pt>
                <c:pt idx="3805">
                  <c:v>1.8573500000000001</c:v>
                </c:pt>
                <c:pt idx="3806">
                  <c:v>1.81674</c:v>
                </c:pt>
                <c:pt idx="3807">
                  <c:v>1.8329299999999999</c:v>
                </c:pt>
                <c:pt idx="3808">
                  <c:v>1.84717</c:v>
                </c:pt>
                <c:pt idx="3809">
                  <c:v>1.8208899999999999</c:v>
                </c:pt>
                <c:pt idx="3810">
                  <c:v>1.87155</c:v>
                </c:pt>
                <c:pt idx="3811">
                  <c:v>1.9040600000000001</c:v>
                </c:pt>
                <c:pt idx="3812">
                  <c:v>#N/A</c:v>
                </c:pt>
                <c:pt idx="3813">
                  <c:v>1.99109</c:v>
                </c:pt>
                <c:pt idx="3814">
                  <c:v>2.0219399999999998</c:v>
                </c:pt>
                <c:pt idx="3815">
                  <c:v>2.05396</c:v>
                </c:pt>
                <c:pt idx="3816">
                  <c:v>2.0608</c:v>
                </c:pt>
                <c:pt idx="3817">
                  <c:v>2.1209600000000002</c:v>
                </c:pt>
                <c:pt idx="3818">
                  <c:v>2.1749399999999999</c:v>
                </c:pt>
                <c:pt idx="3819">
                  <c:v>2.1362299999999999</c:v>
                </c:pt>
                <c:pt idx="3820">
                  <c:v>#N/A</c:v>
                </c:pt>
                <c:pt idx="3821">
                  <c:v>2.14086</c:v>
                </c:pt>
                <c:pt idx="3822">
                  <c:v>2.1683300000000001</c:v>
                </c:pt>
                <c:pt idx="3823">
                  <c:v>2.1986699999999999</c:v>
                </c:pt>
                <c:pt idx="3824">
                  <c:v>2.1305000000000001</c:v>
                </c:pt>
                <c:pt idx="3825">
                  <c:v>2.10704</c:v>
                </c:pt>
                <c:pt idx="3826">
                  <c:v>2.0962999999999998</c:v>
                </c:pt>
                <c:pt idx="3827">
                  <c:v>2.0689299999999999</c:v>
                </c:pt>
                <c:pt idx="3828">
                  <c:v>2.1345700000000001</c:v>
                </c:pt>
                <c:pt idx="3829">
                  <c:v>#N/A</c:v>
                </c:pt>
                <c:pt idx="3830">
                  <c:v>2.1398899999999998</c:v>
                </c:pt>
                <c:pt idx="3831">
                  <c:v>2.08575</c:v>
                </c:pt>
                <c:pt idx="3832">
                  <c:v>2.0785999999999998</c:v>
                </c:pt>
                <c:pt idx="3833">
                  <c:v>2.02277</c:v>
                </c:pt>
                <c:pt idx="3834">
                  <c:v>1.9612700000000001</c:v>
                </c:pt>
                <c:pt idx="3835">
                  <c:v>1.9661299999999999</c:v>
                </c:pt>
                <c:pt idx="3836">
                  <c:v>1.9815100000000001</c:v>
                </c:pt>
                <c:pt idx="3837">
                  <c:v>2.0072100000000002</c:v>
                </c:pt>
                <c:pt idx="3838">
                  <c:v>2.05572</c:v>
                </c:pt>
                <c:pt idx="3839">
                  <c:v>2.1402299999999999</c:v>
                </c:pt>
                <c:pt idx="3840">
                  <c:v>2.1416900000000001</c:v>
                </c:pt>
                <c:pt idx="3841">
                  <c:v>2.1854399999999998</c:v>
                </c:pt>
                <c:pt idx="3842">
                  <c:v>2.22993</c:v>
                </c:pt>
                <c:pt idx="3843">
                  <c:v>#N/A</c:v>
                </c:pt>
                <c:pt idx="3844">
                  <c:v>2.1941899999999999</c:v>
                </c:pt>
                <c:pt idx="3845">
                  <c:v>2.2093699999999998</c:v>
                </c:pt>
                <c:pt idx="3846">
                  <c:v>2.2319900000000001</c:v>
                </c:pt>
                <c:pt idx="3847">
                  <c:v>2.2768700000000002</c:v>
                </c:pt>
                <c:pt idx="3848">
                  <c:v>#N/A</c:v>
                </c:pt>
                <c:pt idx="3849">
                  <c:v>2.2804099999999998</c:v>
                </c:pt>
                <c:pt idx="3850">
                  <c:v>2.3211300000000001</c:v>
                </c:pt>
                <c:pt idx="3851">
                  <c:v>2.1322700000000001</c:v>
                </c:pt>
                <c:pt idx="3852">
                  <c:v>2.03288</c:v>
                </c:pt>
                <c:pt idx="3853">
                  <c:v>2.0064099999999998</c:v>
                </c:pt>
                <c:pt idx="3854">
                  <c:v>#N/A</c:v>
                </c:pt>
                <c:pt idx="3855">
                  <c:v>#N/A</c:v>
                </c:pt>
                <c:pt idx="3856">
                  <c:v>#N/A</c:v>
                </c:pt>
                <c:pt idx="3857">
                  <c:v>#N/A</c:v>
                </c:pt>
                <c:pt idx="3858">
                  <c:v>#N/A</c:v>
                </c:pt>
                <c:pt idx="3859">
                  <c:v>1.96956</c:v>
                </c:pt>
                <c:pt idx="3860">
                  <c:v>#N/A</c:v>
                </c:pt>
                <c:pt idx="3861">
                  <c:v>#N/A</c:v>
                </c:pt>
                <c:pt idx="3862">
                  <c:v>#N/A</c:v>
                </c:pt>
                <c:pt idx="3863">
                  <c:v>#N/A</c:v>
                </c:pt>
                <c:pt idx="3864">
                  <c:v>#N/A</c:v>
                </c:pt>
                <c:pt idx="3865">
                  <c:v>#N/A</c:v>
                </c:pt>
                <c:pt idx="3866">
                  <c:v>1.9402999999999999</c:v>
                </c:pt>
                <c:pt idx="3867">
                  <c:v>#N/A</c:v>
                </c:pt>
                <c:pt idx="3868">
                  <c:v>1.9899500000000001</c:v>
                </c:pt>
                <c:pt idx="3869">
                  <c:v>1.94845</c:v>
                </c:pt>
                <c:pt idx="3870">
                  <c:v>1.90865</c:v>
                </c:pt>
                <c:pt idx="3871">
                  <c:v>1.8552</c:v>
                </c:pt>
                <c:pt idx="3872">
                  <c:v>1.82297</c:v>
                </c:pt>
                <c:pt idx="3873">
                  <c:v>1.8227599999999999</c:v>
                </c:pt>
                <c:pt idx="3874">
                  <c:v>1.8573200000000001</c:v>
                </c:pt>
                <c:pt idx="3875">
                  <c:v>1.9333100000000001</c:v>
                </c:pt>
                <c:pt idx="3876">
                  <c:v>1.9401600000000001</c:v>
                </c:pt>
                <c:pt idx="3877">
                  <c:v>1.97695</c:v>
                </c:pt>
                <c:pt idx="3878">
                  <c:v>1.9428099999999999</c:v>
                </c:pt>
                <c:pt idx="3879">
                  <c:v>1.91187</c:v>
                </c:pt>
                <c:pt idx="3880">
                  <c:v>1.9555199999999999</c:v>
                </c:pt>
                <c:pt idx="3881">
                  <c:v>1.9587000000000001</c:v>
                </c:pt>
                <c:pt idx="3882">
                  <c:v>#N/A</c:v>
                </c:pt>
                <c:pt idx="3883">
                  <c:v>1.9495499999999999</c:v>
                </c:pt>
                <c:pt idx="3884">
                  <c:v>1.9291400000000001</c:v>
                </c:pt>
                <c:pt idx="3885">
                  <c:v>1.9173899999999999</c:v>
                </c:pt>
                <c:pt idx="3886">
                  <c:v>1.9171199999999999</c:v>
                </c:pt>
                <c:pt idx="3887">
                  <c:v>1.90696</c:v>
                </c:pt>
                <c:pt idx="3888">
                  <c:v>1.9119999999999999</c:v>
                </c:pt>
                <c:pt idx="3889">
                  <c:v>1.86276</c:v>
                </c:pt>
                <c:pt idx="3890">
                  <c:v>1.85612</c:v>
                </c:pt>
                <c:pt idx="3891">
                  <c:v>1.85361</c:v>
                </c:pt>
                <c:pt idx="3892">
                  <c:v>1.89286</c:v>
                </c:pt>
                <c:pt idx="3893">
                  <c:v>1.8942600000000001</c:v>
                </c:pt>
                <c:pt idx="3894">
                  <c:v>1.8898999999999999</c:v>
                </c:pt>
                <c:pt idx="3895">
                  <c:v>1.92533</c:v>
                </c:pt>
                <c:pt idx="3896">
                  <c:v>1.94533</c:v>
                </c:pt>
                <c:pt idx="3897">
                  <c:v>1.8999200000000001</c:v>
                </c:pt>
                <c:pt idx="3898">
                  <c:v>1.92441</c:v>
                </c:pt>
                <c:pt idx="3899">
                  <c:v>1.91282</c:v>
                </c:pt>
                <c:pt idx="3900">
                  <c:v>1.8675999999999999</c:v>
                </c:pt>
                <c:pt idx="3901">
                  <c:v>1.8807799999999999</c:v>
                </c:pt>
                <c:pt idx="3902">
                  <c:v>1.8631</c:v>
                </c:pt>
                <c:pt idx="3903">
                  <c:v>1.84043</c:v>
                </c:pt>
                <c:pt idx="3904">
                  <c:v>1.86917</c:v>
                </c:pt>
                <c:pt idx="3905">
                  <c:v>1.82877</c:v>
                </c:pt>
                <c:pt idx="3906">
                  <c:v>1.87622</c:v>
                </c:pt>
                <c:pt idx="3907">
                  <c:v>1.9081900000000001</c:v>
                </c:pt>
                <c:pt idx="3908">
                  <c:v>1.8565400000000001</c:v>
                </c:pt>
                <c:pt idx="3909">
                  <c:v>1.8697900000000001</c:v>
                </c:pt>
                <c:pt idx="3910">
                  <c:v>1.86978</c:v>
                </c:pt>
                <c:pt idx="3911">
                  <c:v>1.83894</c:v>
                </c:pt>
                <c:pt idx="3912">
                  <c:v>1.7884599999999999</c:v>
                </c:pt>
                <c:pt idx="3913">
                  <c:v>1.84809</c:v>
                </c:pt>
                <c:pt idx="3914">
                  <c:v>#N/A</c:v>
                </c:pt>
                <c:pt idx="3915">
                  <c:v>1.79382</c:v>
                </c:pt>
                <c:pt idx="3916">
                  <c:v>1.79562</c:v>
                </c:pt>
                <c:pt idx="3917">
                  <c:v>1.7901100000000001</c:v>
                </c:pt>
                <c:pt idx="3918">
                  <c:v>1.7841899999999999</c:v>
                </c:pt>
                <c:pt idx="3919">
                  <c:v>1.8047899999999999</c:v>
                </c:pt>
                <c:pt idx="3920">
                  <c:v>1.7792300000000001</c:v>
                </c:pt>
                <c:pt idx="3921">
                  <c:v>#N/A</c:v>
                </c:pt>
                <c:pt idx="3922">
                  <c:v>#N/A</c:v>
                </c:pt>
                <c:pt idx="3923">
                  <c:v>#N/A</c:v>
                </c:pt>
                <c:pt idx="3924">
                  <c:v>#N/A</c:v>
                </c:pt>
                <c:pt idx="3925">
                  <c:v>#N/A</c:v>
                </c:pt>
                <c:pt idx="3926">
                  <c:v>#N/A</c:v>
                </c:pt>
                <c:pt idx="3927">
                  <c:v>1.7461599999999999</c:v>
                </c:pt>
                <c:pt idx="3928">
                  <c:v>1.72221</c:v>
                </c:pt>
                <c:pt idx="3929">
                  <c:v>1.7393400000000001</c:v>
                </c:pt>
                <c:pt idx="3930">
                  <c:v>1.7503599999999999</c:v>
                </c:pt>
                <c:pt idx="3931">
                  <c:v>1.7307699999999999</c:v>
                </c:pt>
                <c:pt idx="3932">
                  <c:v>1.7189099999999999</c:v>
                </c:pt>
                <c:pt idx="3933">
                  <c:v>1.75606</c:v>
                </c:pt>
                <c:pt idx="3934">
                  <c:v>1.7355700000000001</c:v>
                </c:pt>
                <c:pt idx="3935">
                  <c:v>1.7512399999999999</c:v>
                </c:pt>
                <c:pt idx="3936">
                  <c:v>1.7474400000000001</c:v>
                </c:pt>
                <c:pt idx="3937">
                  <c:v>1.7705500000000001</c:v>
                </c:pt>
                <c:pt idx="3938">
                  <c:v>1.8533299999999999</c:v>
                </c:pt>
                <c:pt idx="3939">
                  <c:v>1.82535</c:v>
                </c:pt>
                <c:pt idx="3940">
                  <c:v>1.88415</c:v>
                </c:pt>
                <c:pt idx="3941">
                  <c:v>1.87355</c:v>
                </c:pt>
                <c:pt idx="3942">
                  <c:v>1.95353</c:v>
                </c:pt>
                <c:pt idx="3943">
                  <c:v>1.88612</c:v>
                </c:pt>
                <c:pt idx="3944">
                  <c:v>1.89849</c:v>
                </c:pt>
                <c:pt idx="3945">
                  <c:v>1.88568</c:v>
                </c:pt>
                <c:pt idx="3946">
                  <c:v>1.9047799999999999</c:v>
                </c:pt>
                <c:pt idx="3947">
                  <c:v>1.90588</c:v>
                </c:pt>
                <c:pt idx="3948">
                  <c:v>1.8869400000000001</c:v>
                </c:pt>
                <c:pt idx="3949">
                  <c:v>1.91658</c:v>
                </c:pt>
                <c:pt idx="3950">
                  <c:v>2.0118200000000002</c:v>
                </c:pt>
                <c:pt idx="3951">
                  <c:v>1.96959</c:v>
                </c:pt>
                <c:pt idx="3952">
                  <c:v>#N/A</c:v>
                </c:pt>
                <c:pt idx="3953">
                  <c:v>2.0068100000000002</c:v>
                </c:pt>
                <c:pt idx="3954">
                  <c:v>2.0208499999999998</c:v>
                </c:pt>
                <c:pt idx="3955">
                  <c:v>2.0475300000000001</c:v>
                </c:pt>
                <c:pt idx="3956">
                  <c:v>2.1177800000000002</c:v>
                </c:pt>
                <c:pt idx="3957">
                  <c:v>2.1373099999999998</c:v>
                </c:pt>
                <c:pt idx="3958">
                  <c:v>2.0295999999999998</c:v>
                </c:pt>
                <c:pt idx="3959">
                  <c:v>1.98346</c:v>
                </c:pt>
                <c:pt idx="3960">
                  <c:v>1.9657199999999999</c:v>
                </c:pt>
                <c:pt idx="3961">
                  <c:v>1.9663999999999999</c:v>
                </c:pt>
                <c:pt idx="3962">
                  <c:v>1.9098200000000001</c:v>
                </c:pt>
                <c:pt idx="3963">
                  <c:v>1.86582</c:v>
                </c:pt>
                <c:pt idx="3964">
                  <c:v>1.8771199999999999</c:v>
                </c:pt>
                <c:pt idx="3965">
                  <c:v>1.92865</c:v>
                </c:pt>
                <c:pt idx="3966">
                  <c:v>1.91448</c:v>
                </c:pt>
                <c:pt idx="3967">
                  <c:v>1.92611</c:v>
                </c:pt>
                <c:pt idx="3968">
                  <c:v>1.8762700000000001</c:v>
                </c:pt>
                <c:pt idx="3969">
                  <c:v>1.8695600000000001</c:v>
                </c:pt>
                <c:pt idx="3970">
                  <c:v>1.7900100000000001</c:v>
                </c:pt>
                <c:pt idx="3971">
                  <c:v>1.74203</c:v>
                </c:pt>
                <c:pt idx="3972">
                  <c:v>1.7919799999999999</c:v>
                </c:pt>
                <c:pt idx="3973">
                  <c:v>1.8454200000000001</c:v>
                </c:pt>
                <c:pt idx="3974">
                  <c:v>1.8442000000000001</c:v>
                </c:pt>
                <c:pt idx="3975">
                  <c:v>1.8332599999999999</c:v>
                </c:pt>
                <c:pt idx="3976">
                  <c:v>1.8149599999999999</c:v>
                </c:pt>
                <c:pt idx="3977">
                  <c:v>1.7426999999999999</c:v>
                </c:pt>
                <c:pt idx="3978">
                  <c:v>1.7726299999999999</c:v>
                </c:pt>
                <c:pt idx="3979">
                  <c:v>1.7817000000000001</c:v>
                </c:pt>
                <c:pt idx="3980">
                  <c:v>#N/A</c:v>
                </c:pt>
                <c:pt idx="3981">
                  <c:v>1.7448399999999999</c:v>
                </c:pt>
                <c:pt idx="3982">
                  <c:v>1.7181</c:v>
                </c:pt>
                <c:pt idx="3983">
                  <c:v>1.72316</c:v>
                </c:pt>
                <c:pt idx="3984">
                  <c:v>1.7131700000000001</c:v>
                </c:pt>
                <c:pt idx="3985">
                  <c:v>1.6872400000000001</c:v>
                </c:pt>
                <c:pt idx="3986">
                  <c:v>1.7069799999999999</c:v>
                </c:pt>
                <c:pt idx="3987">
                  <c:v>1.7112700000000001</c:v>
                </c:pt>
                <c:pt idx="3988">
                  <c:v>1.70549</c:v>
                </c:pt>
                <c:pt idx="3989">
                  <c:v>1.7579400000000001</c:v>
                </c:pt>
                <c:pt idx="3990">
                  <c:v>1.76986</c:v>
                </c:pt>
                <c:pt idx="3991">
                  <c:v>1.74979</c:v>
                </c:pt>
                <c:pt idx="3992">
                  <c:v>1.71713</c:v>
                </c:pt>
                <c:pt idx="3993">
                  <c:v>1.6760999999999999</c:v>
                </c:pt>
                <c:pt idx="3994">
                  <c:v>1.6918599999999999</c:v>
                </c:pt>
                <c:pt idx="3995">
                  <c:v>1.6754</c:v>
                </c:pt>
                <c:pt idx="3996">
                  <c:v>1.6873100000000001</c:v>
                </c:pt>
                <c:pt idx="3997">
                  <c:v>1.68218</c:v>
                </c:pt>
                <c:pt idx="3998">
                  <c:v>1.7249099999999999</c:v>
                </c:pt>
                <c:pt idx="3999">
                  <c:v>1.7534000000000001</c:v>
                </c:pt>
                <c:pt idx="4000">
                  <c:v>1.8593299999999999</c:v>
                </c:pt>
                <c:pt idx="4001">
                  <c:v>1.8786700000000001</c:v>
                </c:pt>
                <c:pt idx="4002">
                  <c:v>1.9564900000000001</c:v>
                </c:pt>
                <c:pt idx="4003">
                  <c:v>1.9459900000000001</c:v>
                </c:pt>
                <c:pt idx="4004">
                  <c:v>1.87616</c:v>
                </c:pt>
                <c:pt idx="4005">
                  <c:v>1.82056</c:v>
                </c:pt>
                <c:pt idx="4006">
                  <c:v>1.7841499999999999</c:v>
                </c:pt>
                <c:pt idx="4007">
                  <c:v>1.89564</c:v>
                </c:pt>
                <c:pt idx="4008">
                  <c:v>1.83914</c:v>
                </c:pt>
                <c:pt idx="4009">
                  <c:v>1.8941600000000001</c:v>
                </c:pt>
                <c:pt idx="4010">
                  <c:v>1.9449399999999999</c:v>
                </c:pt>
                <c:pt idx="4011">
                  <c:v>1.9198500000000001</c:v>
                </c:pt>
                <c:pt idx="4012">
                  <c:v>1.8766099999999999</c:v>
                </c:pt>
                <c:pt idx="4013">
                  <c:v>1.91414</c:v>
                </c:pt>
                <c:pt idx="4014">
                  <c:v>1.8754599999999999</c:v>
                </c:pt>
                <c:pt idx="4015">
                  <c:v>1.8345400000000001</c:v>
                </c:pt>
                <c:pt idx="4016">
                  <c:v>1.89394</c:v>
                </c:pt>
                <c:pt idx="4017">
                  <c:v>1.87609</c:v>
                </c:pt>
                <c:pt idx="4018">
                  <c:v>1.8956900000000001</c:v>
                </c:pt>
                <c:pt idx="4019">
                  <c:v>1.8468800000000001</c:v>
                </c:pt>
                <c:pt idx="4020">
                  <c:v>1.78637</c:v>
                </c:pt>
                <c:pt idx="4021">
                  <c:v>1.78624</c:v>
                </c:pt>
                <c:pt idx="4022">
                  <c:v>#N/A</c:v>
                </c:pt>
                <c:pt idx="4023">
                  <c:v>1.79311</c:v>
                </c:pt>
                <c:pt idx="4024">
                  <c:v>1.7737099999999999</c:v>
                </c:pt>
                <c:pt idx="4025">
                  <c:v>1.7128099999999999</c:v>
                </c:pt>
                <c:pt idx="4026">
                  <c:v>1.76254</c:v>
                </c:pt>
                <c:pt idx="4027">
                  <c:v>1.7377899999999999</c:v>
                </c:pt>
                <c:pt idx="4028">
                  <c:v>1.7436199999999999</c:v>
                </c:pt>
                <c:pt idx="4029">
                  <c:v>1.7198199999999999</c:v>
                </c:pt>
                <c:pt idx="4030">
                  <c:v>1.6833199999999999</c:v>
                </c:pt>
                <c:pt idx="4031">
                  <c:v>1.70068</c:v>
                </c:pt>
                <c:pt idx="4032">
                  <c:v>1.7531099999999999</c:v>
                </c:pt>
                <c:pt idx="4033">
                  <c:v>1.7589600000000001</c:v>
                </c:pt>
                <c:pt idx="4034">
                  <c:v>1.7423299999999999</c:v>
                </c:pt>
                <c:pt idx="4035">
                  <c:v>1.72488</c:v>
                </c:pt>
                <c:pt idx="4036">
                  <c:v>1.7433700000000001</c:v>
                </c:pt>
                <c:pt idx="4037">
                  <c:v>1.73068</c:v>
                </c:pt>
                <c:pt idx="4038">
                  <c:v>1.8210200000000001</c:v>
                </c:pt>
                <c:pt idx="4039">
                  <c:v>1.79515</c:v>
                </c:pt>
                <c:pt idx="4040">
                  <c:v>1.8061499999999999</c:v>
                </c:pt>
                <c:pt idx="4041">
                  <c:v>1.83832</c:v>
                </c:pt>
                <c:pt idx="4042">
                  <c:v>1.82514</c:v>
                </c:pt>
                <c:pt idx="4043">
                  <c:v>1.85626</c:v>
                </c:pt>
                <c:pt idx="4044">
                  <c:v>1.9165300000000001</c:v>
                </c:pt>
                <c:pt idx="4045">
                  <c:v>1.9391</c:v>
                </c:pt>
                <c:pt idx="4046">
                  <c:v>1.8870499999999999</c:v>
                </c:pt>
                <c:pt idx="4047">
                  <c:v>1.83494</c:v>
                </c:pt>
                <c:pt idx="4048">
                  <c:v>1.8544499999999999</c:v>
                </c:pt>
                <c:pt idx="4049">
                  <c:v>1.8295699999999999</c:v>
                </c:pt>
                <c:pt idx="4050">
                  <c:v>1.7991600000000001</c:v>
                </c:pt>
                <c:pt idx="4051">
                  <c:v>1.7376400000000001</c:v>
                </c:pt>
                <c:pt idx="4052">
                  <c:v>#N/A</c:v>
                </c:pt>
                <c:pt idx="4053">
                  <c:v>1.73803</c:v>
                </c:pt>
                <c:pt idx="4054">
                  <c:v>1.74929</c:v>
                </c:pt>
                <c:pt idx="4055">
                  <c:v>1.7738499999999999</c:v>
                </c:pt>
                <c:pt idx="4056">
                  <c:v>1.75942</c:v>
                </c:pt>
                <c:pt idx="4057">
                  <c:v>1.7234400000000001</c:v>
                </c:pt>
                <c:pt idx="4058">
                  <c:v>1.7321599999999999</c:v>
                </c:pt>
                <c:pt idx="4059">
                  <c:v>1.73929</c:v>
                </c:pt>
                <c:pt idx="4060">
                  <c:v>1.7301200000000001</c:v>
                </c:pt>
                <c:pt idx="4061">
                  <c:v>1.69414</c:v>
                </c:pt>
                <c:pt idx="4062">
                  <c:v>1.69024</c:v>
                </c:pt>
                <c:pt idx="4063">
                  <c:v>1.7284299999999999</c:v>
                </c:pt>
                <c:pt idx="4064">
                  <c:v>1.80609</c:v>
                </c:pt>
                <c:pt idx="4065">
                  <c:v>1.8186199999999999</c:v>
                </c:pt>
                <c:pt idx="4066">
                  <c:v>1.7862100000000001</c:v>
                </c:pt>
                <c:pt idx="4067">
                  <c:v>1.7597700000000001</c:v>
                </c:pt>
                <c:pt idx="4068">
                  <c:v>1.76478</c:v>
                </c:pt>
                <c:pt idx="4069">
                  <c:v>1.7887500000000001</c:v>
                </c:pt>
                <c:pt idx="4070">
                  <c:v>1.7296400000000001</c:v>
                </c:pt>
                <c:pt idx="4071">
                  <c:v>1.7145300000000001</c:v>
                </c:pt>
                <c:pt idx="4072">
                  <c:v>#N/A</c:v>
                </c:pt>
                <c:pt idx="4073">
                  <c:v>1.74458</c:v>
                </c:pt>
                <c:pt idx="4074">
                  <c:v>1.77542</c:v>
                </c:pt>
                <c:pt idx="4075">
                  <c:v>1.8106</c:v>
                </c:pt>
                <c:pt idx="4076">
                  <c:v>1.80714</c:v>
                </c:pt>
                <c:pt idx="4077">
                  <c:v>1.8547400000000001</c:v>
                </c:pt>
                <c:pt idx="4078">
                  <c:v>1.9173800000000001</c:v>
                </c:pt>
                <c:pt idx="4079">
                  <c:v>1.9276899999999999</c:v>
                </c:pt>
                <c:pt idx="4080">
                  <c:v>1.8774999999999999</c:v>
                </c:pt>
                <c:pt idx="4081">
                  <c:v>1.8349599999999999</c:v>
                </c:pt>
                <c:pt idx="4082">
                  <c:v>1.8404</c:v>
                </c:pt>
                <c:pt idx="4083">
                  <c:v>1.88995</c:v>
                </c:pt>
                <c:pt idx="4084">
                  <c:v>1.89</c:v>
                </c:pt>
                <c:pt idx="4085">
                  <c:v>#N/A</c:v>
                </c:pt>
                <c:pt idx="4086">
                  <c:v>1.8750599999999999</c:v>
                </c:pt>
                <c:pt idx="4087">
                  <c:v>1.8802399999999999</c:v>
                </c:pt>
                <c:pt idx="4088">
                  <c:v>1.97553</c:v>
                </c:pt>
                <c:pt idx="4089">
                  <c:v>1.8885099999999999</c:v>
                </c:pt>
                <c:pt idx="4090">
                  <c:v>1.8456900000000001</c:v>
                </c:pt>
                <c:pt idx="4091">
                  <c:v>1.77729</c:v>
                </c:pt>
                <c:pt idx="4092">
                  <c:v>1.7779100000000001</c:v>
                </c:pt>
                <c:pt idx="4093">
                  <c:v>1.75536</c:v>
                </c:pt>
                <c:pt idx="4094">
                  <c:v>1.7722899999999999</c:v>
                </c:pt>
                <c:pt idx="4095">
                  <c:v>1.67415</c:v>
                </c:pt>
                <c:pt idx="4096">
                  <c:v>1.7023699999999999</c:v>
                </c:pt>
                <c:pt idx="4097">
                  <c:v>1.61931</c:v>
                </c:pt>
                <c:pt idx="4098">
                  <c:v>1.6246700000000001</c:v>
                </c:pt>
                <c:pt idx="4099">
                  <c:v>1.58799</c:v>
                </c:pt>
                <c:pt idx="4100">
                  <c:v>1.62839</c:v>
                </c:pt>
                <c:pt idx="4101">
                  <c:v>1.6326400000000001</c:v>
                </c:pt>
                <c:pt idx="4102">
                  <c:v>1.61951</c:v>
                </c:pt>
                <c:pt idx="4103">
                  <c:v>1.6400999999999999</c:v>
                </c:pt>
                <c:pt idx="4104">
                  <c:v>#N/A</c:v>
                </c:pt>
                <c:pt idx="4105">
                  <c:v>1.6478200000000001</c:v>
                </c:pt>
                <c:pt idx="4106">
                  <c:v>1.65934</c:v>
                </c:pt>
                <c:pt idx="4107">
                  <c:v>#N/A</c:v>
                </c:pt>
                <c:pt idx="4108">
                  <c:v>#N/A</c:v>
                </c:pt>
                <c:pt idx="4109">
                  <c:v>#N/A</c:v>
                </c:pt>
                <c:pt idx="4110">
                  <c:v>1.6501300000000001</c:v>
                </c:pt>
                <c:pt idx="4111">
                  <c:v>1.7145300000000001</c:v>
                </c:pt>
                <c:pt idx="4112">
                  <c:v>1.66588</c:v>
                </c:pt>
                <c:pt idx="4113">
                  <c:v>1.6724399999999999</c:v>
                </c:pt>
                <c:pt idx="4114">
                  <c:v>1.6306400000000001</c:v>
                </c:pt>
                <c:pt idx="4115">
                  <c:v>1.6656299999999999</c:v>
                </c:pt>
                <c:pt idx="4116">
                  <c:v>1.68459</c:v>
                </c:pt>
                <c:pt idx="4117">
                  <c:v>1.66998</c:v>
                </c:pt>
                <c:pt idx="4118">
                  <c:v>1.6809700000000001</c:v>
                </c:pt>
                <c:pt idx="4119">
                  <c:v>1.68848</c:v>
                </c:pt>
                <c:pt idx="4120">
                  <c:v>1.68221</c:v>
                </c:pt>
                <c:pt idx="4121">
                  <c:v>1.65072</c:v>
                </c:pt>
                <c:pt idx="4122">
                  <c:v>#N/A</c:v>
                </c:pt>
                <c:pt idx="4123">
                  <c:v>#N/A</c:v>
                </c:pt>
                <c:pt idx="4124">
                  <c:v>1.7032700000000001</c:v>
                </c:pt>
                <c:pt idx="4125">
                  <c:v>1.73817</c:v>
                </c:pt>
                <c:pt idx="4126">
                  <c:v>#N/A</c:v>
                </c:pt>
                <c:pt idx="4127">
                  <c:v>#N/A</c:v>
                </c:pt>
                <c:pt idx="4128">
                  <c:v>1.7666999999999999</c:v>
                </c:pt>
                <c:pt idx="4129">
                  <c:v>1.7775000000000001</c:v>
                </c:pt>
                <c:pt idx="4130">
                  <c:v>1.7493099999999999</c:v>
                </c:pt>
                <c:pt idx="4131">
                  <c:v>1.7567900000000001</c:v>
                </c:pt>
                <c:pt idx="4132">
                  <c:v>1.7631300000000001</c:v>
                </c:pt>
                <c:pt idx="4133">
                  <c:v>1.7251300000000001</c:v>
                </c:pt>
                <c:pt idx="4134">
                  <c:v>1.67363</c:v>
                </c:pt>
                <c:pt idx="4135">
                  <c:v>1.6764600000000001</c:v>
                </c:pt>
                <c:pt idx="4136">
                  <c:v>1.7061900000000001</c:v>
                </c:pt>
                <c:pt idx="4137">
                  <c:v>1.7272099999999999</c:v>
                </c:pt>
                <c:pt idx="4138">
                  <c:v>1.6834800000000001</c:v>
                </c:pt>
                <c:pt idx="4139">
                  <c:v>1.65099</c:v>
                </c:pt>
                <c:pt idx="4140">
                  <c:v>1.65452</c:v>
                </c:pt>
                <c:pt idx="4141">
                  <c:v>1.6462699999999999</c:v>
                </c:pt>
                <c:pt idx="4142">
                  <c:v>#N/A</c:v>
                </c:pt>
                <c:pt idx="4143">
                  <c:v>1.6575299999999999</c:v>
                </c:pt>
                <c:pt idx="4144">
                  <c:v>1.61886</c:v>
                </c:pt>
                <c:pt idx="4145">
                  <c:v>1.6526700000000001</c:v>
                </c:pt>
                <c:pt idx="4146">
                  <c:v>1.67353</c:v>
                </c:pt>
                <c:pt idx="4147">
                  <c:v>1.7234799999999999</c:v>
                </c:pt>
                <c:pt idx="4148">
                  <c:v>1.7977300000000001</c:v>
                </c:pt>
                <c:pt idx="4149">
                  <c:v>1.81846</c:v>
                </c:pt>
                <c:pt idx="4150">
                  <c:v>1.92364</c:v>
                </c:pt>
                <c:pt idx="4151">
                  <c:v>2.1215600000000001</c:v>
                </c:pt>
                <c:pt idx="4152">
                  <c:v>2.05098</c:v>
                </c:pt>
                <c:pt idx="4153">
                  <c:v>1.9974799999999999</c:v>
                </c:pt>
                <c:pt idx="4154">
                  <c:v>1.88931</c:v>
                </c:pt>
                <c:pt idx="4155">
                  <c:v>2.0085500000000001</c:v>
                </c:pt>
                <c:pt idx="4156">
                  <c:v>2.2009400000000001</c:v>
                </c:pt>
                <c:pt idx="4157">
                  <c:v>2.8438099999999999</c:v>
                </c:pt>
                <c:pt idx="4158">
                  <c:v>2.6402999999999999</c:v>
                </c:pt>
                <c:pt idx="4159">
                  <c:v>2.9329000000000001</c:v>
                </c:pt>
                <c:pt idx="4160">
                  <c:v>3.5977999999999999</c:v>
                </c:pt>
                <c:pt idx="4161">
                  <c:v>3.3614299999999999</c:v>
                </c:pt>
                <c:pt idx="4162">
                  <c:v>4.04847</c:v>
                </c:pt>
                <c:pt idx="4163">
                  <c:v>3.8249</c:v>
                </c:pt>
                <c:pt idx="4164">
                  <c:v>4.6856200000000001</c:v>
                </c:pt>
                <c:pt idx="4165">
                  <c:v>4.9337900000000001</c:v>
                </c:pt>
                <c:pt idx="4166">
                  <c:v>4.6483999999999996</c:v>
                </c:pt>
                <c:pt idx="4167">
                  <c:v>4.8776999999999999</c:v>
                </c:pt>
                <c:pt idx="4168">
                  <c:v>4.5697900000000002</c:v>
                </c:pt>
                <c:pt idx="4169">
                  <c:v>3.79589</c:v>
                </c:pt>
                <c:pt idx="4170">
                  <c:v>3.4558200000000001</c:v>
                </c:pt>
                <c:pt idx="4171">
                  <c:v>3.89547</c:v>
                </c:pt>
                <c:pt idx="4172">
                  <c:v>3.9076900000000001</c:v>
                </c:pt>
                <c:pt idx="4173">
                  <c:v>3.7639800000000001</c:v>
                </c:pt>
                <c:pt idx="4174">
                  <c:v>4.0472999999999999</c:v>
                </c:pt>
                <c:pt idx="4175">
                  <c:v>4.09192</c:v>
                </c:pt>
                <c:pt idx="4176">
                  <c:v>4.1741700000000002</c:v>
                </c:pt>
                <c:pt idx="4177">
                  <c:v>3.9965199999999999</c:v>
                </c:pt>
                <c:pt idx="4178">
                  <c:v>3.8525399999999999</c:v>
                </c:pt>
                <c:pt idx="4179">
                  <c:v>3.7954599999999998</c:v>
                </c:pt>
                <c:pt idx="4180">
                  <c:v>3.5452300000000001</c:v>
                </c:pt>
                <c:pt idx="4181">
                  <c:v>#N/A</c:v>
                </c:pt>
                <c:pt idx="4182">
                  <c:v>3.3992100000000001</c:v>
                </c:pt>
                <c:pt idx="4183">
                  <c:v>3.30952</c:v>
                </c:pt>
                <c:pt idx="4184">
                  <c:v>3.5872099999999998</c:v>
                </c:pt>
                <c:pt idx="4185">
                  <c:v>3.7414000000000001</c:v>
                </c:pt>
                <c:pt idx="4186">
                  <c:v>3.6823299999999999</c:v>
                </c:pt>
                <c:pt idx="4187">
                  <c:v>3.7810899999999998</c:v>
                </c:pt>
                <c:pt idx="4188">
                  <c:v>3.9775</c:v>
                </c:pt>
                <c:pt idx="4189">
                  <c:v>4.0458699999999999</c:v>
                </c:pt>
                <c:pt idx="4190">
                  <c:v>4.0899900000000002</c:v>
                </c:pt>
                <c:pt idx="4191">
                  <c:v>4.2016</c:v>
                </c:pt>
                <c:pt idx="4192">
                  <c:v>4.2671299999999999</c:v>
                </c:pt>
                <c:pt idx="4193">
                  <c:v>4.29901</c:v>
                </c:pt>
                <c:pt idx="4194">
                  <c:v>4.1783299999999999</c:v>
                </c:pt>
                <c:pt idx="4195">
                  <c:v>3.9238</c:v>
                </c:pt>
                <c:pt idx="4196">
                  <c:v>3.8742000000000001</c:v>
                </c:pt>
                <c:pt idx="4197">
                  <c:v>3.84355</c:v>
                </c:pt>
                <c:pt idx="4198">
                  <c:v>3.6633</c:v>
                </c:pt>
                <c:pt idx="4199">
                  <c:v>3.6556299999999999</c:v>
                </c:pt>
                <c:pt idx="4200">
                  <c:v>3.6687699999999999</c:v>
                </c:pt>
                <c:pt idx="4201">
                  <c:v>3.51193</c:v>
                </c:pt>
                <c:pt idx="4202">
                  <c:v>3.4571800000000001</c:v>
                </c:pt>
                <c:pt idx="4203">
                  <c:v>3.4663400000000002</c:v>
                </c:pt>
                <c:pt idx="4204">
                  <c:v>3.60188</c:v>
                </c:pt>
                <c:pt idx="4205">
                  <c:v>3.68493</c:v>
                </c:pt>
                <c:pt idx="4206">
                  <c:v>3.6067</c:v>
                </c:pt>
                <c:pt idx="4207">
                  <c:v>3.3771599999999999</c:v>
                </c:pt>
                <c:pt idx="4208">
                  <c:v>3.3516400000000002</c:v>
                </c:pt>
                <c:pt idx="4209">
                  <c:v>3.2079800000000001</c:v>
                </c:pt>
                <c:pt idx="4210">
                  <c:v>3.0249999999999999</c:v>
                </c:pt>
                <c:pt idx="4211">
                  <c:v>2.9821200000000001</c:v>
                </c:pt>
                <c:pt idx="4212">
                  <c:v>#N/A</c:v>
                </c:pt>
                <c:pt idx="4213">
                  <c:v>2.8568899999999999</c:v>
                </c:pt>
                <c:pt idx="4214">
                  <c:v>2.88009</c:v>
                </c:pt>
                <c:pt idx="4215">
                  <c:v>2.8352499999999998</c:v>
                </c:pt>
                <c:pt idx="4216">
                  <c:v>2.8848400000000001</c:v>
                </c:pt>
                <c:pt idx="4217">
                  <c:v>2.8749400000000001</c:v>
                </c:pt>
                <c:pt idx="4218">
                  <c:v>2.7728000000000002</c:v>
                </c:pt>
                <c:pt idx="4219">
                  <c:v>2.6580900000000001</c:v>
                </c:pt>
                <c:pt idx="4220">
                  <c:v>2.7021299999999999</c:v>
                </c:pt>
                <c:pt idx="4221">
                  <c:v>2.6598799999999998</c:v>
                </c:pt>
                <c:pt idx="4222">
                  <c:v>2.6362100000000002</c:v>
                </c:pt>
                <c:pt idx="4223">
                  <c:v>2.67767</c:v>
                </c:pt>
                <c:pt idx="4224">
                  <c:v>2.7640500000000001</c:v>
                </c:pt>
                <c:pt idx="4225">
                  <c:v>3.0107400000000002</c:v>
                </c:pt>
                <c:pt idx="4226">
                  <c:v>2.9705900000000001</c:v>
                </c:pt>
                <c:pt idx="4227">
                  <c:v>2.9679899999999999</c:v>
                </c:pt>
                <c:pt idx="4228">
                  <c:v>2.7991299999999999</c:v>
                </c:pt>
                <c:pt idx="4229">
                  <c:v>2.9275099999999998</c:v>
                </c:pt>
                <c:pt idx="4230">
                  <c:v>2.95763</c:v>
                </c:pt>
                <c:pt idx="4231">
                  <c:v>2.9252600000000002</c:v>
                </c:pt>
                <c:pt idx="4232">
                  <c:v>2.9581599999999999</c:v>
                </c:pt>
                <c:pt idx="4233">
                  <c:v>2.9456500000000001</c:v>
                </c:pt>
                <c:pt idx="4234">
                  <c:v>2.99335</c:v>
                </c:pt>
                <c:pt idx="4235">
                  <c:v>2.9859599999999999</c:v>
                </c:pt>
                <c:pt idx="4236">
                  <c:v>3.0408300000000001</c:v>
                </c:pt>
                <c:pt idx="4237">
                  <c:v>3.0438800000000001</c:v>
                </c:pt>
                <c:pt idx="4238">
                  <c:v>2.9290500000000002</c:v>
                </c:pt>
                <c:pt idx="4239">
                  <c:v>2.8535200000000001</c:v>
                </c:pt>
                <c:pt idx="4240">
                  <c:v>2.7920400000000001</c:v>
                </c:pt>
                <c:pt idx="4241">
                  <c:v>#N/A</c:v>
                </c:pt>
                <c:pt idx="4242">
                  <c:v>2.7301099999999998</c:v>
                </c:pt>
                <c:pt idx="4243">
                  <c:v>2.8008199999999999</c:v>
                </c:pt>
                <c:pt idx="4244">
                  <c:v>2.8019699999999998</c:v>
                </c:pt>
                <c:pt idx="4245">
                  <c:v>2.9102800000000002</c:v>
                </c:pt>
                <c:pt idx="4246">
                  <c:v>2.91614</c:v>
                </c:pt>
                <c:pt idx="4247">
                  <c:v>2.8861400000000001</c:v>
                </c:pt>
                <c:pt idx="4248">
                  <c:v>2.9273400000000001</c:v>
                </c:pt>
                <c:pt idx="4249">
                  <c:v>2.84449</c:v>
                </c:pt>
                <c:pt idx="4250">
                  <c:v>2.7955999999999999</c:v>
                </c:pt>
                <c:pt idx="4251">
                  <c:v>2.72377</c:v>
                </c:pt>
                <c:pt idx="4252">
                  <c:v>2.6329899999999999</c:v>
                </c:pt>
                <c:pt idx="4253">
                  <c:v>2.53193</c:v>
                </c:pt>
                <c:pt idx="4254">
                  <c:v>2.5132300000000001</c:v>
                </c:pt>
                <c:pt idx="4255">
                  <c:v>2.5868600000000002</c:v>
                </c:pt>
                <c:pt idx="4256">
                  <c:v>2.6407699999999998</c:v>
                </c:pt>
                <c:pt idx="4257">
                  <c:v>2.5988799999999999</c:v>
                </c:pt>
                <c:pt idx="4258">
                  <c:v>2.6347200000000002</c:v>
                </c:pt>
                <c:pt idx="4259">
                  <c:v>2.5708600000000001</c:v>
                </c:pt>
                <c:pt idx="4260">
                  <c:v>2.59768</c:v>
                </c:pt>
                <c:pt idx="4261">
                  <c:v>2.5317500000000002</c:v>
                </c:pt>
                <c:pt idx="4262">
                  <c:v>2.4764200000000001</c:v>
                </c:pt>
                <c:pt idx="4263">
                  <c:v>2.48943</c:v>
                </c:pt>
                <c:pt idx="4264">
                  <c:v>2.39208</c:v>
                </c:pt>
                <c:pt idx="4265">
                  <c:v>2.3134600000000001</c:v>
                </c:pt>
                <c:pt idx="4266">
                  <c:v>2.3084600000000002</c:v>
                </c:pt>
                <c:pt idx="4267">
                  <c:v>2.2773500000000002</c:v>
                </c:pt>
                <c:pt idx="4268">
                  <c:v>2.2323300000000001</c:v>
                </c:pt>
                <c:pt idx="4269">
                  <c:v>2.2536200000000002</c:v>
                </c:pt>
                <c:pt idx="4270">
                  <c:v>2.2726199999999999</c:v>
                </c:pt>
                <c:pt idx="4271">
                  <c:v>2.35039</c:v>
                </c:pt>
                <c:pt idx="4272">
                  <c:v>2.38056</c:v>
                </c:pt>
                <c:pt idx="4273">
                  <c:v>2.4128599999999998</c:v>
                </c:pt>
                <c:pt idx="4274">
                  <c:v>2.4262000000000001</c:v>
                </c:pt>
                <c:pt idx="4275">
                  <c:v>2.48698</c:v>
                </c:pt>
                <c:pt idx="4276">
                  <c:v>#N/A</c:v>
                </c:pt>
                <c:pt idx="4277">
                  <c:v>#N/A</c:v>
                </c:pt>
                <c:pt idx="4278">
                  <c:v>#N/A</c:v>
                </c:pt>
                <c:pt idx="4279">
                  <c:v>#N/A</c:v>
                </c:pt>
                <c:pt idx="4280">
                  <c:v>#N/A</c:v>
                </c:pt>
                <c:pt idx="4281">
                  <c:v>#N/A</c:v>
                </c:pt>
                <c:pt idx="4282">
                  <c:v>#N/A</c:v>
                </c:pt>
                <c:pt idx="4283">
                  <c:v>2.4344600000000001</c:v>
                </c:pt>
                <c:pt idx="4284">
                  <c:v>2.4070999999999998</c:v>
                </c:pt>
                <c:pt idx="4285">
                  <c:v>2.4851700000000001</c:v>
                </c:pt>
                <c:pt idx="4286">
                  <c:v>2.4438399999999998</c:v>
                </c:pt>
                <c:pt idx="4287">
                  <c:v>#N/A</c:v>
                </c:pt>
                <c:pt idx="4288">
                  <c:v>2.5044400000000002</c:v>
                </c:pt>
                <c:pt idx="4289">
                  <c:v>2.4575999999999998</c:v>
                </c:pt>
                <c:pt idx="4290">
                  <c:v>2.4861499999999999</c:v>
                </c:pt>
                <c:pt idx="4291">
                  <c:v>2.5141900000000001</c:v>
                </c:pt>
                <c:pt idx="4292">
                  <c:v>2.5122</c:v>
                </c:pt>
                <c:pt idx="4293">
                  <c:v>2.4488599999999998</c:v>
                </c:pt>
                <c:pt idx="4294">
                  <c:v>2.4237199999999999</c:v>
                </c:pt>
                <c:pt idx="4295">
                  <c:v>2.4599600000000001</c:v>
                </c:pt>
                <c:pt idx="4296">
                  <c:v>2.4788999999999999</c:v>
                </c:pt>
                <c:pt idx="4297">
                  <c:v>2.5791900000000001</c:v>
                </c:pt>
                <c:pt idx="4298">
                  <c:v>2.6059800000000002</c:v>
                </c:pt>
                <c:pt idx="4299">
                  <c:v>2.7258499999999999</c:v>
                </c:pt>
                <c:pt idx="4300">
                  <c:v>2.7323</c:v>
                </c:pt>
                <c:pt idx="4301">
                  <c:v>2.6945399999999999</c:v>
                </c:pt>
                <c:pt idx="4302">
                  <c:v>2.65178</c:v>
                </c:pt>
                <c:pt idx="4303">
                  <c:v>2.6855699999999998</c:v>
                </c:pt>
                <c:pt idx="4304">
                  <c:v>2.6245099999999999</c:v>
                </c:pt>
                <c:pt idx="4305">
                  <c:v>2.6382500000000002</c:v>
                </c:pt>
                <c:pt idx="4306">
                  <c:v>2.6020099999999999</c:v>
                </c:pt>
                <c:pt idx="4307">
                  <c:v>2.50969</c:v>
                </c:pt>
                <c:pt idx="4308">
                  <c:v>2.5118100000000001</c:v>
                </c:pt>
                <c:pt idx="4309">
                  <c:v>2.4540299999999999</c:v>
                </c:pt>
                <c:pt idx="4310">
                  <c:v>2.37636</c:v>
                </c:pt>
                <c:pt idx="4311">
                  <c:v>2.33663</c:v>
                </c:pt>
                <c:pt idx="4312">
                  <c:v>#N/A</c:v>
                </c:pt>
                <c:pt idx="4313">
                  <c:v>2.3517399999999999</c:v>
                </c:pt>
                <c:pt idx="4314">
                  <c:v>2.32172</c:v>
                </c:pt>
                <c:pt idx="4315">
                  <c:v>2.3043499999999999</c:v>
                </c:pt>
                <c:pt idx="4316">
                  <c:v>2.2776700000000001</c:v>
                </c:pt>
                <c:pt idx="4317">
                  <c:v>2.28437</c:v>
                </c:pt>
                <c:pt idx="4318">
                  <c:v>2.2901199999999999</c:v>
                </c:pt>
                <c:pt idx="4319">
                  <c:v>2.3403299999999998</c:v>
                </c:pt>
                <c:pt idx="4320">
                  <c:v>2.3499099999999999</c:v>
                </c:pt>
                <c:pt idx="4321">
                  <c:v>2.4047900000000002</c:v>
                </c:pt>
                <c:pt idx="4322">
                  <c:v>2.42448</c:v>
                </c:pt>
                <c:pt idx="4323">
                  <c:v>2.4186000000000001</c:v>
                </c:pt>
                <c:pt idx="4324">
                  <c:v>2.4730799999999999</c:v>
                </c:pt>
                <c:pt idx="4325">
                  <c:v>2.4603199999999998</c:v>
                </c:pt>
                <c:pt idx="4326">
                  <c:v>2.4403100000000002</c:v>
                </c:pt>
                <c:pt idx="4327">
                  <c:v>2.44842</c:v>
                </c:pt>
                <c:pt idx="4328">
                  <c:v>2.4032100000000001</c:v>
                </c:pt>
                <c:pt idx="4329">
                  <c:v>2.2960400000000001</c:v>
                </c:pt>
                <c:pt idx="4330">
                  <c:v>2.2366899999999998</c:v>
                </c:pt>
                <c:pt idx="4331">
                  <c:v>2.20668</c:v>
                </c:pt>
                <c:pt idx="4332">
                  <c:v>2.03694</c:v>
                </c:pt>
                <c:pt idx="4333">
                  <c:v>2.03281</c:v>
                </c:pt>
                <c:pt idx="4334">
                  <c:v>#N/A</c:v>
                </c:pt>
                <c:pt idx="4335">
                  <c:v>2.06473</c:v>
                </c:pt>
                <c:pt idx="4336">
                  <c:v>2.0695800000000002</c:v>
                </c:pt>
                <c:pt idx="4337">
                  <c:v>2.0672199999999998</c:v>
                </c:pt>
                <c:pt idx="4338">
                  <c:v>2.1203099999999999</c:v>
                </c:pt>
                <c:pt idx="4339">
                  <c:v>2.12033</c:v>
                </c:pt>
                <c:pt idx="4340">
                  <c:v>2.1551</c:v>
                </c:pt>
                <c:pt idx="4341">
                  <c:v>2.1534</c:v>
                </c:pt>
                <c:pt idx="4342">
                  <c:v>2.1523400000000001</c:v>
                </c:pt>
                <c:pt idx="4343">
                  <c:v>2.1767400000000001</c:v>
                </c:pt>
                <c:pt idx="4344">
                  <c:v>2.2082099999999998</c:v>
                </c:pt>
                <c:pt idx="4345">
                  <c:v>#N/A</c:v>
                </c:pt>
                <c:pt idx="4346">
                  <c:v>2.2370399999999999</c:v>
                </c:pt>
                <c:pt idx="4347">
                  <c:v>2.2754099999999999</c:v>
                </c:pt>
                <c:pt idx="4348">
                  <c:v>2.18018</c:v>
                </c:pt>
                <c:pt idx="4349">
                  <c:v>2.1499000000000001</c:v>
                </c:pt>
                <c:pt idx="4350">
                  <c:v>2.12384</c:v>
                </c:pt>
                <c:pt idx="4351">
                  <c:v>2.0861900000000002</c:v>
                </c:pt>
                <c:pt idx="4352">
                  <c:v>2.12426</c:v>
                </c:pt>
                <c:pt idx="4353">
                  <c:v>2.16092</c:v>
                </c:pt>
                <c:pt idx="4354">
                  <c:v>2.1611099999999999</c:v>
                </c:pt>
                <c:pt idx="4355">
                  <c:v>2.16404</c:v>
                </c:pt>
                <c:pt idx="4356">
                  <c:v>2.15246</c:v>
                </c:pt>
                <c:pt idx="4357">
                  <c:v>2.1429900000000002</c:v>
                </c:pt>
                <c:pt idx="4358">
                  <c:v>2.0983000000000001</c:v>
                </c:pt>
                <c:pt idx="4359">
                  <c:v>2.0826600000000002</c:v>
                </c:pt>
                <c:pt idx="4360">
                  <c:v>2.0576699999999999</c:v>
                </c:pt>
                <c:pt idx="4361">
                  <c:v>2.0537800000000002</c:v>
                </c:pt>
                <c:pt idx="4362">
                  <c:v>2.0722</c:v>
                </c:pt>
                <c:pt idx="4363">
                  <c:v>2.0774400000000002</c:v>
                </c:pt>
                <c:pt idx="4364">
                  <c:v>2.0374500000000002</c:v>
                </c:pt>
                <c:pt idx="4365">
                  <c:v>2.0661100000000001</c:v>
                </c:pt>
                <c:pt idx="4366">
                  <c:v>#N/A</c:v>
                </c:pt>
                <c:pt idx="4367">
                  <c:v>2.0665200000000001</c:v>
                </c:pt>
                <c:pt idx="4368">
                  <c:v>2.0506000000000002</c:v>
                </c:pt>
                <c:pt idx="4369">
                  <c:v>2.05626</c:v>
                </c:pt>
                <c:pt idx="4370">
                  <c:v>2.0555599999999998</c:v>
                </c:pt>
                <c:pt idx="4371">
                  <c:v>#N/A</c:v>
                </c:pt>
                <c:pt idx="4372">
                  <c:v>2.08053</c:v>
                </c:pt>
                <c:pt idx="4373">
                  <c:v>2.0891500000000001</c:v>
                </c:pt>
                <c:pt idx="4374">
                  <c:v>2.0940099999999999</c:v>
                </c:pt>
                <c:pt idx="4375">
                  <c:v>2.0996999999999999</c:v>
                </c:pt>
                <c:pt idx="4376">
                  <c:v>2.0604200000000001</c:v>
                </c:pt>
                <c:pt idx="4377">
                  <c:v>2.09911</c:v>
                </c:pt>
                <c:pt idx="4378">
                  <c:v>2.16838</c:v>
                </c:pt>
                <c:pt idx="4379">
                  <c:v>2.1926600000000001</c:v>
                </c:pt>
                <c:pt idx="4380">
                  <c:v>2.1575299999999999</c:v>
                </c:pt>
                <c:pt idx="4381">
                  <c:v>2.2042099999999998</c:v>
                </c:pt>
                <c:pt idx="4382">
                  <c:v>#N/A</c:v>
                </c:pt>
                <c:pt idx="4383">
                  <c:v>2.2129300000000001</c:v>
                </c:pt>
                <c:pt idx="4384">
                  <c:v>2.2141899999999999</c:v>
                </c:pt>
                <c:pt idx="4385">
                  <c:v>2.19625</c:v>
                </c:pt>
                <c:pt idx="4386">
                  <c:v>2.2064300000000001</c:v>
                </c:pt>
                <c:pt idx="4387">
                  <c:v>2.2280799999999998</c:v>
                </c:pt>
                <c:pt idx="4388">
                  <c:v>2.2170999999999998</c:v>
                </c:pt>
                <c:pt idx="4389">
                  <c:v>2.2487900000000001</c:v>
                </c:pt>
                <c:pt idx="4390">
                  <c:v>2.2292299999999998</c:v>
                </c:pt>
                <c:pt idx="4391">
                  <c:v>2.1869100000000001</c:v>
                </c:pt>
                <c:pt idx="4392">
                  <c:v>2.1945999999999999</c:v>
                </c:pt>
                <c:pt idx="4393">
                  <c:v>2.1522399999999999</c:v>
                </c:pt>
                <c:pt idx="4394">
                  <c:v>2.1557499999999998</c:v>
                </c:pt>
                <c:pt idx="4395">
                  <c:v>2.1492200000000001</c:v>
                </c:pt>
                <c:pt idx="4396">
                  <c:v>2.1065100000000001</c:v>
                </c:pt>
                <c:pt idx="4397">
                  <c:v>2.1128999999999998</c:v>
                </c:pt>
                <c:pt idx="4398">
                  <c:v>2.1079699999999999</c:v>
                </c:pt>
                <c:pt idx="4399">
                  <c:v>2.1150000000000002</c:v>
                </c:pt>
                <c:pt idx="4400">
                  <c:v>2.0845400000000001</c:v>
                </c:pt>
                <c:pt idx="4401">
                  <c:v>2.06941</c:v>
                </c:pt>
                <c:pt idx="4402">
                  <c:v>#N/A</c:v>
                </c:pt>
                <c:pt idx="4403">
                  <c:v>2.0810499999999998</c:v>
                </c:pt>
                <c:pt idx="4404">
                  <c:v>2.0977199999999998</c:v>
                </c:pt>
                <c:pt idx="4405">
                  <c:v>2.0982599999999998</c:v>
                </c:pt>
                <c:pt idx="4406">
                  <c:v>2.10487</c:v>
                </c:pt>
                <c:pt idx="4407">
                  <c:v>2.15578</c:v>
                </c:pt>
                <c:pt idx="4408">
                  <c:v>2.1884199999999998</c:v>
                </c:pt>
                <c:pt idx="4409">
                  <c:v>2.1587499999999999</c:v>
                </c:pt>
                <c:pt idx="4410">
                  <c:v>2.2307800000000002</c:v>
                </c:pt>
                <c:pt idx="4411">
                  <c:v>2.3226800000000001</c:v>
                </c:pt>
                <c:pt idx="4412">
                  <c:v>2.2507299999999999</c:v>
                </c:pt>
                <c:pt idx="4413">
                  <c:v>2.2584900000000001</c:v>
                </c:pt>
                <c:pt idx="4414">
                  <c:v>2.2361800000000001</c:v>
                </c:pt>
                <c:pt idx="4415">
                  <c:v>2.2315999999999998</c:v>
                </c:pt>
                <c:pt idx="4416">
                  <c:v>2.37846</c:v>
                </c:pt>
                <c:pt idx="4417">
                  <c:v>2.50047</c:v>
                </c:pt>
                <c:pt idx="4418">
                  <c:v>2.4684400000000002</c:v>
                </c:pt>
                <c:pt idx="4419">
                  <c:v>2.3409499999999999</c:v>
                </c:pt>
                <c:pt idx="4420">
                  <c:v>2.2768600000000001</c:v>
                </c:pt>
                <c:pt idx="4421">
                  <c:v>2.2240500000000001</c:v>
                </c:pt>
                <c:pt idx="4422">
                  <c:v>2.2181899999999999</c:v>
                </c:pt>
                <c:pt idx="4423">
                  <c:v>2.1519499999999998</c:v>
                </c:pt>
                <c:pt idx="4424">
                  <c:v>2.1386699999999998</c:v>
                </c:pt>
                <c:pt idx="4425">
                  <c:v>2.1268799999999999</c:v>
                </c:pt>
                <c:pt idx="4426">
                  <c:v>2.1114600000000001</c:v>
                </c:pt>
                <c:pt idx="4427">
                  <c:v>2.1356799999999998</c:v>
                </c:pt>
                <c:pt idx="4428">
                  <c:v>2.12907</c:v>
                </c:pt>
                <c:pt idx="4429">
                  <c:v>2.1680600000000001</c:v>
                </c:pt>
                <c:pt idx="4430">
                  <c:v>2.2147899999999998</c:v>
                </c:pt>
                <c:pt idx="4431">
                  <c:v>2.2273700000000001</c:v>
                </c:pt>
                <c:pt idx="4432">
                  <c:v>2.2030400000000001</c:v>
                </c:pt>
                <c:pt idx="4433">
                  <c:v>2.2429100000000002</c:v>
                </c:pt>
                <c:pt idx="4434">
                  <c:v>2.1630400000000001</c:v>
                </c:pt>
                <c:pt idx="4435">
                  <c:v>2.1149300000000002</c:v>
                </c:pt>
                <c:pt idx="4436">
                  <c:v>#N/A</c:v>
                </c:pt>
                <c:pt idx="4437">
                  <c:v>2.0823100000000001</c:v>
                </c:pt>
                <c:pt idx="4438">
                  <c:v>2.0937000000000001</c:v>
                </c:pt>
                <c:pt idx="4439">
                  <c:v>2.1278199999999998</c:v>
                </c:pt>
                <c:pt idx="4440">
                  <c:v>2.16208</c:v>
                </c:pt>
                <c:pt idx="4441">
                  <c:v>2.1332100000000001</c:v>
                </c:pt>
                <c:pt idx="4442">
                  <c:v>2.1535700000000002</c:v>
                </c:pt>
                <c:pt idx="4443">
                  <c:v>2.18737</c:v>
                </c:pt>
                <c:pt idx="4444">
                  <c:v>2.1490200000000002</c:v>
                </c:pt>
                <c:pt idx="4445">
                  <c:v>2.1513800000000001</c:v>
                </c:pt>
                <c:pt idx="4446">
                  <c:v>2.1167400000000001</c:v>
                </c:pt>
                <c:pt idx="4447">
                  <c:v>2.1620699999999999</c:v>
                </c:pt>
                <c:pt idx="4448">
                  <c:v>2.2527400000000002</c:v>
                </c:pt>
                <c:pt idx="4449">
                  <c:v>2.2394500000000002</c:v>
                </c:pt>
                <c:pt idx="4450">
                  <c:v>2.2907299999999999</c:v>
                </c:pt>
                <c:pt idx="4451">
                  <c:v>2.2837000000000001</c:v>
                </c:pt>
                <c:pt idx="4452">
                  <c:v>2.32863</c:v>
                </c:pt>
                <c:pt idx="4453">
                  <c:v>2.3732799999999998</c:v>
                </c:pt>
                <c:pt idx="4454">
                  <c:v>2.3595700000000002</c:v>
                </c:pt>
                <c:pt idx="4455">
                  <c:v>2.3193800000000002</c:v>
                </c:pt>
                <c:pt idx="4456">
                  <c:v>2.25983</c:v>
                </c:pt>
                <c:pt idx="4457">
                  <c:v>2.3661500000000002</c:v>
                </c:pt>
                <c:pt idx="4458">
                  <c:v>2.39459</c:v>
                </c:pt>
                <c:pt idx="4459">
                  <c:v>2.42028</c:v>
                </c:pt>
                <c:pt idx="4460">
                  <c:v>2.3657599999999999</c:v>
                </c:pt>
                <c:pt idx="4461">
                  <c:v>2.24526</c:v>
                </c:pt>
                <c:pt idx="4462">
                  <c:v>2.1951000000000001</c:v>
                </c:pt>
                <c:pt idx="4463">
                  <c:v>2.23291</c:v>
                </c:pt>
                <c:pt idx="4464">
                  <c:v>2.2631800000000002</c:v>
                </c:pt>
                <c:pt idx="4465">
                  <c:v>2.27156</c:v>
                </c:pt>
                <c:pt idx="4466">
                  <c:v>2.29833</c:v>
                </c:pt>
                <c:pt idx="4467">
                  <c:v>2.3101400000000001</c:v>
                </c:pt>
                <c:pt idx="4468">
                  <c:v>2.28749</c:v>
                </c:pt>
                <c:pt idx="4469">
                  <c:v>2.3012700000000001</c:v>
                </c:pt>
                <c:pt idx="4470">
                  <c:v>2.4029799999999999</c:v>
                </c:pt>
                <c:pt idx="4471">
                  <c:v>2.4107099999999999</c:v>
                </c:pt>
                <c:pt idx="4472">
                  <c:v>2.4458099999999998</c:v>
                </c:pt>
                <c:pt idx="4473">
                  <c:v>2.5418099999999999</c:v>
                </c:pt>
                <c:pt idx="4474">
                  <c:v>2.51858</c:v>
                </c:pt>
                <c:pt idx="4475">
                  <c:v>2.5044900000000001</c:v>
                </c:pt>
                <c:pt idx="4476">
                  <c:v>2.4764200000000001</c:v>
                </c:pt>
                <c:pt idx="4477">
                  <c:v>#N/A</c:v>
                </c:pt>
                <c:pt idx="4478">
                  <c:v>2.4603100000000002</c:v>
                </c:pt>
                <c:pt idx="4479">
                  <c:v>2.4518300000000002</c:v>
                </c:pt>
                <c:pt idx="4480">
                  <c:v>2.44767</c:v>
                </c:pt>
                <c:pt idx="4481">
                  <c:v>2.4327200000000002</c:v>
                </c:pt>
                <c:pt idx="4482">
                  <c:v>2.3940100000000002</c:v>
                </c:pt>
                <c:pt idx="4483">
                  <c:v>2.37642</c:v>
                </c:pt>
                <c:pt idx="4484">
                  <c:v>2.3482599999999998</c:v>
                </c:pt>
                <c:pt idx="4485">
                  <c:v>2.3523800000000001</c:v>
                </c:pt>
                <c:pt idx="4486">
                  <c:v>2.3352499999999998</c:v>
                </c:pt>
                <c:pt idx="4487">
                  <c:v>2.36964</c:v>
                </c:pt>
                <c:pt idx="4488">
                  <c:v>2.4029199999999999</c:v>
                </c:pt>
                <c:pt idx="4489">
                  <c:v>2.3973100000000001</c:v>
                </c:pt>
                <c:pt idx="4490">
                  <c:v>2.4277600000000001</c:v>
                </c:pt>
                <c:pt idx="4491">
                  <c:v>2.52285</c:v>
                </c:pt>
                <c:pt idx="4492">
                  <c:v>2.5020699999999998</c:v>
                </c:pt>
                <c:pt idx="4493">
                  <c:v>2.53152</c:v>
                </c:pt>
                <c:pt idx="4494">
                  <c:v>2.51444</c:v>
                </c:pt>
                <c:pt idx="4495">
                  <c:v>2.49857</c:v>
                </c:pt>
                <c:pt idx="4496">
                  <c:v>2.4405000000000001</c:v>
                </c:pt>
                <c:pt idx="4497">
                  <c:v>2.4441099999999998</c:v>
                </c:pt>
                <c:pt idx="4498">
                  <c:v>2.4529200000000002</c:v>
                </c:pt>
                <c:pt idx="4499">
                  <c:v>2.4704799999999998</c:v>
                </c:pt>
                <c:pt idx="4500">
                  <c:v>2.4901800000000001</c:v>
                </c:pt>
                <c:pt idx="4501">
                  <c:v>2.5560499999999999</c:v>
                </c:pt>
                <c:pt idx="4502">
                  <c:v>#N/A</c:v>
                </c:pt>
                <c:pt idx="4503">
                  <c:v>2.5870500000000001</c:v>
                </c:pt>
                <c:pt idx="4504">
                  <c:v>2.5950099999999998</c:v>
                </c:pt>
                <c:pt idx="4505">
                  <c:v>2.6171899999999999</c:v>
                </c:pt>
                <c:pt idx="4506">
                  <c:v>2.6086</c:v>
                </c:pt>
                <c:pt idx="4507">
                  <c:v>2.6415000000000002</c:v>
                </c:pt>
                <c:pt idx="4508">
                  <c:v>2.6662300000000001</c:v>
                </c:pt>
                <c:pt idx="4509">
                  <c:v>2.6804700000000001</c:v>
                </c:pt>
                <c:pt idx="4510">
                  <c:v>2.68512</c:v>
                </c:pt>
                <c:pt idx="4511">
                  <c:v>2.6294300000000002</c:v>
                </c:pt>
                <c:pt idx="4512">
                  <c:v>2.6961499999999998</c:v>
                </c:pt>
                <c:pt idx="4513">
                  <c:v>2.6798099999999998</c:v>
                </c:pt>
                <c:pt idx="4514">
                  <c:v>2.6819000000000002</c:v>
                </c:pt>
                <c:pt idx="4515">
                  <c:v>2.7269800000000002</c:v>
                </c:pt>
                <c:pt idx="4516">
                  <c:v>2.7251400000000001</c:v>
                </c:pt>
                <c:pt idx="4517">
                  <c:v>2.7625199999999999</c:v>
                </c:pt>
                <c:pt idx="4518">
                  <c:v>2.8266300000000002</c:v>
                </c:pt>
                <c:pt idx="4519">
                  <c:v>2.8339699999999999</c:v>
                </c:pt>
                <c:pt idx="4520">
                  <c:v>2.7671399999999999</c:v>
                </c:pt>
                <c:pt idx="4521">
                  <c:v>2.7589800000000002</c:v>
                </c:pt>
                <c:pt idx="4522">
                  <c:v>2.7585999999999999</c:v>
                </c:pt>
                <c:pt idx="4523">
                  <c:v>2.7648899999999998</c:v>
                </c:pt>
                <c:pt idx="4524">
                  <c:v>2.7748499999999998</c:v>
                </c:pt>
                <c:pt idx="4525">
                  <c:v>2.75983</c:v>
                </c:pt>
                <c:pt idx="4526">
                  <c:v>2.73597</c:v>
                </c:pt>
                <c:pt idx="4527">
                  <c:v>2.75312</c:v>
                </c:pt>
                <c:pt idx="4528">
                  <c:v>2.7672400000000001</c:v>
                </c:pt>
                <c:pt idx="4529">
                  <c:v>2.7877100000000001</c:v>
                </c:pt>
                <c:pt idx="4530">
                  <c:v>2.7721</c:v>
                </c:pt>
                <c:pt idx="4531">
                  <c:v>2.79053</c:v>
                </c:pt>
                <c:pt idx="4532">
                  <c:v>2.8063899999999999</c:v>
                </c:pt>
                <c:pt idx="4533">
                  <c:v>2.8026599999999999</c:v>
                </c:pt>
                <c:pt idx="4534">
                  <c:v>2.8025799999999998</c:v>
                </c:pt>
                <c:pt idx="4535">
                  <c:v>2.8535300000000001</c:v>
                </c:pt>
                <c:pt idx="4536">
                  <c:v>2.85608</c:v>
                </c:pt>
                <c:pt idx="4537">
                  <c:v>2.8551099999999998</c:v>
                </c:pt>
                <c:pt idx="4538">
                  <c:v>2.8143699999999998</c:v>
                </c:pt>
                <c:pt idx="4539">
                  <c:v>2.72682</c:v>
                </c:pt>
                <c:pt idx="4540">
                  <c:v>2.7261500000000001</c:v>
                </c:pt>
                <c:pt idx="4541">
                  <c:v>2.7079599999999999</c:v>
                </c:pt>
                <c:pt idx="4542">
                  <c:v>2.6895500000000001</c:v>
                </c:pt>
                <c:pt idx="4543">
                  <c:v>2.7239</c:v>
                </c:pt>
                <c:pt idx="4544">
                  <c:v>2.71265</c:v>
                </c:pt>
                <c:pt idx="4545">
                  <c:v>2.7051099999999999</c:v>
                </c:pt>
                <c:pt idx="4546">
                  <c:v>2.7013099999999999</c:v>
                </c:pt>
                <c:pt idx="4547">
                  <c:v>#N/A</c:v>
                </c:pt>
                <c:pt idx="4548">
                  <c:v>2.6947199999999998</c:v>
                </c:pt>
                <c:pt idx="4549">
                  <c:v>2.72214</c:v>
                </c:pt>
                <c:pt idx="4550">
                  <c:v>2.7446700000000002</c:v>
                </c:pt>
                <c:pt idx="4551">
                  <c:v>2.72804</c:v>
                </c:pt>
                <c:pt idx="4552">
                  <c:v>2.7762699999999998</c:v>
                </c:pt>
                <c:pt idx="4553">
                  <c:v>2.8088700000000002</c:v>
                </c:pt>
                <c:pt idx="4554">
                  <c:v>2.7717499999999999</c:v>
                </c:pt>
                <c:pt idx="4555">
                  <c:v>2.7878500000000002</c:v>
                </c:pt>
                <c:pt idx="4556">
                  <c:v>2.7880400000000001</c:v>
                </c:pt>
                <c:pt idx="4557">
                  <c:v>2.91188</c:v>
                </c:pt>
                <c:pt idx="4558">
                  <c:v>2.8825599999999998</c:v>
                </c:pt>
                <c:pt idx="4559">
                  <c:v>2.8978899999999999</c:v>
                </c:pt>
                <c:pt idx="4560">
                  <c:v>2.8552</c:v>
                </c:pt>
                <c:pt idx="4561">
                  <c:v>2.8933900000000001</c:v>
                </c:pt>
                <c:pt idx="4562">
                  <c:v>2.9336099999999998</c:v>
                </c:pt>
                <c:pt idx="4563">
                  <c:v>2.98386</c:v>
                </c:pt>
                <c:pt idx="4564">
                  <c:v>2.9914999999999998</c:v>
                </c:pt>
                <c:pt idx="4565">
                  <c:v>3.0137100000000001</c:v>
                </c:pt>
                <c:pt idx="4566">
                  <c:v>3.0184600000000001</c:v>
                </c:pt>
                <c:pt idx="4567">
                  <c:v>3.0148899999999998</c:v>
                </c:pt>
                <c:pt idx="4568">
                  <c:v>2.9718900000000001</c:v>
                </c:pt>
                <c:pt idx="4569">
                  <c:v>2.9804900000000001</c:v>
                </c:pt>
                <c:pt idx="4570">
                  <c:v>2.8887700000000001</c:v>
                </c:pt>
                <c:pt idx="4571">
                  <c:v>2.8608500000000001</c:v>
                </c:pt>
                <c:pt idx="4572">
                  <c:v>#N/A</c:v>
                </c:pt>
                <c:pt idx="4573">
                  <c:v>2.88741</c:v>
                </c:pt>
                <c:pt idx="4574">
                  <c:v>2.8797000000000001</c:v>
                </c:pt>
                <c:pt idx="4575">
                  <c:v>2.8753600000000001</c:v>
                </c:pt>
                <c:pt idx="4576">
                  <c:v>2.8681999999999999</c:v>
                </c:pt>
                <c:pt idx="4577">
                  <c:v>2.9051100000000001</c:v>
                </c:pt>
                <c:pt idx="4578">
                  <c:v>2.8448099999999998</c:v>
                </c:pt>
                <c:pt idx="4579">
                  <c:v>2.8446099999999999</c:v>
                </c:pt>
                <c:pt idx="4580">
                  <c:v>2.8349500000000001</c:v>
                </c:pt>
                <c:pt idx="4581">
                  <c:v>2.8711099999999998</c:v>
                </c:pt>
                <c:pt idx="4582">
                  <c:v>2.8841999999999999</c:v>
                </c:pt>
                <c:pt idx="4583">
                  <c:v>2.87798</c:v>
                </c:pt>
                <c:pt idx="4584">
                  <c:v>2.9124400000000001</c:v>
                </c:pt>
                <c:pt idx="4585">
                  <c:v>2.9392499999999999</c:v>
                </c:pt>
                <c:pt idx="4586">
                  <c:v>3.0186500000000001</c:v>
                </c:pt>
                <c:pt idx="4587">
                  <c:v>3.0321400000000001</c:v>
                </c:pt>
                <c:pt idx="4588">
                  <c:v>3.0775999999999999</c:v>
                </c:pt>
                <c:pt idx="4589">
                  <c:v>3.05932</c:v>
                </c:pt>
                <c:pt idx="4590">
                  <c:v>3.0992799999999998</c:v>
                </c:pt>
                <c:pt idx="4591">
                  <c:v>3.12947</c:v>
                </c:pt>
                <c:pt idx="4592">
                  <c:v>3.0030600000000001</c:v>
                </c:pt>
                <c:pt idx="4593">
                  <c:v>3.0726900000000001</c:v>
                </c:pt>
                <c:pt idx="4594">
                  <c:v>3.0720800000000001</c:v>
                </c:pt>
                <c:pt idx="4595">
                  <c:v>#N/A</c:v>
                </c:pt>
                <c:pt idx="4596">
                  <c:v>3.0907100000000001</c:v>
                </c:pt>
                <c:pt idx="4597">
                  <c:v>3.0657999999999999</c:v>
                </c:pt>
                <c:pt idx="4598">
                  <c:v>3.09728</c:v>
                </c:pt>
                <c:pt idx="4599">
                  <c:v>3.11795</c:v>
                </c:pt>
                <c:pt idx="4600">
                  <c:v>3.1546799999999999</c:v>
                </c:pt>
                <c:pt idx="4601">
                  <c:v>3.1625999999999999</c:v>
                </c:pt>
                <c:pt idx="4602">
                  <c:v>3.1423299999999998</c:v>
                </c:pt>
                <c:pt idx="4603">
                  <c:v>3.2224499999999998</c:v>
                </c:pt>
                <c:pt idx="4604">
                  <c:v>3.30064</c:v>
                </c:pt>
                <c:pt idx="4605">
                  <c:v>#N/A</c:v>
                </c:pt>
                <c:pt idx="4606">
                  <c:v>3.5847600000000002</c:v>
                </c:pt>
                <c:pt idx="4607">
                  <c:v>3.56758</c:v>
                </c:pt>
                <c:pt idx="4608">
                  <c:v>3.5919699999999999</c:v>
                </c:pt>
                <c:pt idx="4609">
                  <c:v>3.4580000000000002</c:v>
                </c:pt>
                <c:pt idx="4610">
                  <c:v>3.3894899999999999</c:v>
                </c:pt>
                <c:pt idx="4611">
                  <c:v>3.4134000000000002</c:v>
                </c:pt>
                <c:pt idx="4612">
                  <c:v>3.37547</c:v>
                </c:pt>
                <c:pt idx="4613">
                  <c:v>3.32023</c:v>
                </c:pt>
                <c:pt idx="4614">
                  <c:v>3.2972600000000001</c:v>
                </c:pt>
                <c:pt idx="4615">
                  <c:v>3.2850000000000001</c:v>
                </c:pt>
                <c:pt idx="4616">
                  <c:v>3.34023</c:v>
                </c:pt>
                <c:pt idx="4617">
                  <c:v>3.4208599999999998</c:v>
                </c:pt>
                <c:pt idx="4618">
                  <c:v>3.4323800000000002</c:v>
                </c:pt>
                <c:pt idx="4619">
                  <c:v>3.4657300000000002</c:v>
                </c:pt>
                <c:pt idx="4620">
                  <c:v>3.4937</c:v>
                </c:pt>
                <c:pt idx="4621">
                  <c:v>3.52616</c:v>
                </c:pt>
                <c:pt idx="4622">
                  <c:v>3.5799400000000001</c:v>
                </c:pt>
                <c:pt idx="4623">
                  <c:v>3.5691099999999998</c:v>
                </c:pt>
                <c:pt idx="4624">
                  <c:v>3.5864799999999999</c:v>
                </c:pt>
                <c:pt idx="4625">
                  <c:v>3.5429499999999998</c:v>
                </c:pt>
                <c:pt idx="4626">
                  <c:v>#N/A</c:v>
                </c:pt>
                <c:pt idx="4627">
                  <c:v>3.5615999999999999</c:v>
                </c:pt>
                <c:pt idx="4628">
                  <c:v>3.5461499999999999</c:v>
                </c:pt>
                <c:pt idx="4629">
                  <c:v>3.4926900000000001</c:v>
                </c:pt>
                <c:pt idx="4630">
                  <c:v>3.52441</c:v>
                </c:pt>
                <c:pt idx="4631">
                  <c:v>3.52963</c:v>
                </c:pt>
                <c:pt idx="4632">
                  <c:v>3.4519199999999999</c:v>
                </c:pt>
                <c:pt idx="4633">
                  <c:v>3.4531399999999999</c:v>
                </c:pt>
                <c:pt idx="4634">
                  <c:v>3.4197799999999998</c:v>
                </c:pt>
                <c:pt idx="4635">
                  <c:v>3.4765999999999999</c:v>
                </c:pt>
                <c:pt idx="4636">
                  <c:v>3.4895900000000002</c:v>
                </c:pt>
                <c:pt idx="4637">
                  <c:v>3.5295100000000001</c:v>
                </c:pt>
                <c:pt idx="4638">
                  <c:v>3.5245799999999998</c:v>
                </c:pt>
                <c:pt idx="4639">
                  <c:v>3.49125</c:v>
                </c:pt>
                <c:pt idx="4640">
                  <c:v>3.5129199999999998</c:v>
                </c:pt>
                <c:pt idx="4641">
                  <c:v>3.4925299999999999</c:v>
                </c:pt>
                <c:pt idx="4642">
                  <c:v>#N/A</c:v>
                </c:pt>
                <c:pt idx="4643">
                  <c:v>3.5180099999999999</c:v>
                </c:pt>
                <c:pt idx="4644">
                  <c:v>3.4881199999999999</c:v>
                </c:pt>
                <c:pt idx="4645">
                  <c:v>3.4801799999999998</c:v>
                </c:pt>
                <c:pt idx="4646">
                  <c:v>3.5918000000000001</c:v>
                </c:pt>
                <c:pt idx="4647">
                  <c:v>3.63944</c:v>
                </c:pt>
                <c:pt idx="4648">
                  <c:v>3.6660599999999999</c:v>
                </c:pt>
                <c:pt idx="4649">
                  <c:v>3.6190899999999999</c:v>
                </c:pt>
                <c:pt idx="4650">
                  <c:v>3.7301299999999999</c:v>
                </c:pt>
                <c:pt idx="4651">
                  <c:v>3.77081</c:v>
                </c:pt>
                <c:pt idx="4652">
                  <c:v>3.7354500000000002</c:v>
                </c:pt>
                <c:pt idx="4653">
                  <c:v>3.70505</c:v>
                </c:pt>
                <c:pt idx="4654">
                  <c:v>3.6568800000000001</c:v>
                </c:pt>
                <c:pt idx="4655">
                  <c:v>3.6310500000000001</c:v>
                </c:pt>
                <c:pt idx="4656">
                  <c:v>3.64114</c:v>
                </c:pt>
                <c:pt idx="4657">
                  <c:v>3.6661700000000002</c:v>
                </c:pt>
                <c:pt idx="4658">
                  <c:v>3.60772</c:v>
                </c:pt>
                <c:pt idx="4659">
                  <c:v>3.5266099999999998</c:v>
                </c:pt>
                <c:pt idx="4660">
                  <c:v>3.5026000000000002</c:v>
                </c:pt>
                <c:pt idx="4661">
                  <c:v>3.6506500000000002</c:v>
                </c:pt>
                <c:pt idx="4662">
                  <c:v>3.6599699999999999</c:v>
                </c:pt>
                <c:pt idx="4663">
                  <c:v>3.6034000000000002</c:v>
                </c:pt>
                <c:pt idx="4664">
                  <c:v>3.6692200000000001</c:v>
                </c:pt>
                <c:pt idx="4665">
                  <c:v>3.7433900000000002</c:v>
                </c:pt>
                <c:pt idx="4666">
                  <c:v>3.8073899999999998</c:v>
                </c:pt>
                <c:pt idx="4667">
                  <c:v>#N/A</c:v>
                </c:pt>
                <c:pt idx="4668">
                  <c:v>3.87846</c:v>
                </c:pt>
                <c:pt idx="4669">
                  <c:v>3.9462999999999999</c:v>
                </c:pt>
                <c:pt idx="4670">
                  <c:v>3.93344</c:v>
                </c:pt>
                <c:pt idx="4671">
                  <c:v>3.8008899999999999</c:v>
                </c:pt>
                <c:pt idx="4672">
                  <c:v>3.8549199999999999</c:v>
                </c:pt>
                <c:pt idx="4673">
                  <c:v>3.9078400000000002</c:v>
                </c:pt>
                <c:pt idx="4674">
                  <c:v>3.8460800000000002</c:v>
                </c:pt>
                <c:pt idx="4675">
                  <c:v>3.9131100000000001</c:v>
                </c:pt>
                <c:pt idx="4676">
                  <c:v>4.1159400000000002</c:v>
                </c:pt>
                <c:pt idx="4677">
                  <c:v>4.14093</c:v>
                </c:pt>
                <c:pt idx="4678">
                  <c:v>4.0842599999999996</c:v>
                </c:pt>
                <c:pt idx="4679">
                  <c:v>3.8708499999999999</c:v>
                </c:pt>
                <c:pt idx="4680">
                  <c:v>3.8140999999999998</c:v>
                </c:pt>
                <c:pt idx="4681">
                  <c:v>3.7976200000000002</c:v>
                </c:pt>
                <c:pt idx="4682">
                  <c:v>3.7401</c:v>
                </c:pt>
                <c:pt idx="4683">
                  <c:v>3.6256300000000001</c:v>
                </c:pt>
                <c:pt idx="4684">
                  <c:v>3.5327000000000002</c:v>
                </c:pt>
                <c:pt idx="4685">
                  <c:v>3.3557199999999998</c:v>
                </c:pt>
                <c:pt idx="4686">
                  <c:v>3.3868800000000001</c:v>
                </c:pt>
                <c:pt idx="4687">
                  <c:v>3.4641799999999998</c:v>
                </c:pt>
                <c:pt idx="4688">
                  <c:v>3.4739</c:v>
                </c:pt>
                <c:pt idx="4689">
                  <c:v>3.5997599999999998</c:v>
                </c:pt>
                <c:pt idx="4690">
                  <c:v>3.48427</c:v>
                </c:pt>
                <c:pt idx="4691">
                  <c:v>3.3816700000000002</c:v>
                </c:pt>
                <c:pt idx="4692">
                  <c:v>3.3365900000000002</c:v>
                </c:pt>
                <c:pt idx="4693">
                  <c:v>3.2886700000000002</c:v>
                </c:pt>
                <c:pt idx="4694">
                  <c:v>3.2884799999999998</c:v>
                </c:pt>
                <c:pt idx="4695">
                  <c:v>3.3786499999999999</c:v>
                </c:pt>
                <c:pt idx="4696">
                  <c:v>3.45533</c:v>
                </c:pt>
                <c:pt idx="4697">
                  <c:v>3.2340900000000001</c:v>
                </c:pt>
                <c:pt idx="4698">
                  <c:v>3.17415</c:v>
                </c:pt>
                <c:pt idx="4699">
                  <c:v>3.2240799999999998</c:v>
                </c:pt>
                <c:pt idx="4700">
                  <c:v>3.2200099999999998</c:v>
                </c:pt>
                <c:pt idx="4701">
                  <c:v>3.27522</c:v>
                </c:pt>
                <c:pt idx="4702">
                  <c:v>3.3910499999999999</c:v>
                </c:pt>
                <c:pt idx="4703">
                  <c:v>3.4512700000000001</c:v>
                </c:pt>
                <c:pt idx="4704">
                  <c:v>3.50047</c:v>
                </c:pt>
                <c:pt idx="4705">
                  <c:v>3.45092</c:v>
                </c:pt>
                <c:pt idx="4706">
                  <c:v>#N/A</c:v>
                </c:pt>
                <c:pt idx="4707">
                  <c:v>3.4668700000000001</c:v>
                </c:pt>
                <c:pt idx="4708">
                  <c:v>3.4742799999999998</c:v>
                </c:pt>
                <c:pt idx="4709">
                  <c:v>3.4593699999999998</c:v>
                </c:pt>
                <c:pt idx="4710">
                  <c:v>3.4447899999999998</c:v>
                </c:pt>
                <c:pt idx="4711">
                  <c:v>3.5357799999999999</c:v>
                </c:pt>
                <c:pt idx="4712">
                  <c:v>3.5765699999999998</c:v>
                </c:pt>
                <c:pt idx="4713">
                  <c:v>3.60745</c:v>
                </c:pt>
                <c:pt idx="4714">
                  <c:v>3.5855700000000001</c:v>
                </c:pt>
                <c:pt idx="4715">
                  <c:v>3.6589299999999998</c:v>
                </c:pt>
                <c:pt idx="4716">
                  <c:v>3.7454900000000002</c:v>
                </c:pt>
                <c:pt idx="4717">
                  <c:v>3.8730600000000002</c:v>
                </c:pt>
                <c:pt idx="4718">
                  <c:v>3.8664999999999998</c:v>
                </c:pt>
                <c:pt idx="4719">
                  <c:v>3.8279999999999998</c:v>
                </c:pt>
                <c:pt idx="4720">
                  <c:v>3.7875399999999999</c:v>
                </c:pt>
                <c:pt idx="4721">
                  <c:v>3.8091900000000001</c:v>
                </c:pt>
                <c:pt idx="4722">
                  <c:v>4.0782600000000002</c:v>
                </c:pt>
                <c:pt idx="4723">
                  <c:v>3.9614799999999999</c:v>
                </c:pt>
                <c:pt idx="4724">
                  <c:v>3.8904399999999999</c:v>
                </c:pt>
                <c:pt idx="4725">
                  <c:v>3.9281000000000001</c:v>
                </c:pt>
                <c:pt idx="4726">
                  <c:v>3.8641000000000001</c:v>
                </c:pt>
                <c:pt idx="4727">
                  <c:v>3.9047499999999999</c:v>
                </c:pt>
                <c:pt idx="4728">
                  <c:v>3.8870800000000001</c:v>
                </c:pt>
                <c:pt idx="4729">
                  <c:v>4.06942</c:v>
                </c:pt>
                <c:pt idx="4730">
                  <c:v>4.0701799999999997</c:v>
                </c:pt>
                <c:pt idx="4731">
                  <c:v>4.0700099999999999</c:v>
                </c:pt>
                <c:pt idx="4732">
                  <c:v>3.8877000000000002</c:v>
                </c:pt>
                <c:pt idx="4733">
                  <c:v>3.8346300000000002</c:v>
                </c:pt>
                <c:pt idx="4734">
                  <c:v>3.6148099999999999</c:v>
                </c:pt>
                <c:pt idx="4735">
                  <c:v>3.5764900000000002</c:v>
                </c:pt>
                <c:pt idx="4736">
                  <c:v>3.5450300000000001</c:v>
                </c:pt>
                <c:pt idx="4737">
                  <c:v>#N/A</c:v>
                </c:pt>
                <c:pt idx="4738">
                  <c:v>3.3697699999999999</c:v>
                </c:pt>
                <c:pt idx="4739">
                  <c:v>3.34091</c:v>
                </c:pt>
                <c:pt idx="4740">
                  <c:v>3.34816</c:v>
                </c:pt>
                <c:pt idx="4741">
                  <c:v>3.3455900000000001</c:v>
                </c:pt>
                <c:pt idx="4742">
                  <c:v>3.3643700000000001</c:v>
                </c:pt>
                <c:pt idx="4743">
                  <c:v>3.45804</c:v>
                </c:pt>
                <c:pt idx="4744">
                  <c:v>3.4948999999999999</c:v>
                </c:pt>
                <c:pt idx="4745">
                  <c:v>3.7861500000000001</c:v>
                </c:pt>
                <c:pt idx="4746">
                  <c:v>3.8167300000000002</c:v>
                </c:pt>
                <c:pt idx="4747">
                  <c:v>3.9628299999999999</c:v>
                </c:pt>
                <c:pt idx="4748">
                  <c:v>3.9832200000000002</c:v>
                </c:pt>
                <c:pt idx="4749">
                  <c:v>3.8046199999999999</c:v>
                </c:pt>
                <c:pt idx="4750">
                  <c:v>3.8664700000000001</c:v>
                </c:pt>
                <c:pt idx="4751">
                  <c:v>3.8660299999999999</c:v>
                </c:pt>
                <c:pt idx="4752">
                  <c:v>#N/A</c:v>
                </c:pt>
                <c:pt idx="4753">
                  <c:v>3.9659800000000001</c:v>
                </c:pt>
                <c:pt idx="4754">
                  <c:v>4.1300800000000004</c:v>
                </c:pt>
                <c:pt idx="4755">
                  <c:v>4.1931599999999998</c:v>
                </c:pt>
                <c:pt idx="4756">
                  <c:v>4.1910100000000003</c:v>
                </c:pt>
                <c:pt idx="4757">
                  <c:v>4.2228700000000003</c:v>
                </c:pt>
                <c:pt idx="4758">
                  <c:v>4.4688400000000001</c:v>
                </c:pt>
                <c:pt idx="4759">
                  <c:v>4.5794499999999996</c:v>
                </c:pt>
                <c:pt idx="4760">
                  <c:v>4.4620300000000004</c:v>
                </c:pt>
                <c:pt idx="4761">
                  <c:v>4.4080199999999996</c:v>
                </c:pt>
                <c:pt idx="4762">
                  <c:v>4.4497099999999996</c:v>
                </c:pt>
                <c:pt idx="4763">
                  <c:v>4.3478199999999996</c:v>
                </c:pt>
                <c:pt idx="4764">
                  <c:v>4.3020399999999999</c:v>
                </c:pt>
                <c:pt idx="4765">
                  <c:v>4.2423299999999999</c:v>
                </c:pt>
                <c:pt idx="4766">
                  <c:v>4.3730099999999998</c:v>
                </c:pt>
                <c:pt idx="4767">
                  <c:v>4.4776199999999999</c:v>
                </c:pt>
                <c:pt idx="4768">
                  <c:v>4.6101900000000002</c:v>
                </c:pt>
                <c:pt idx="4769">
                  <c:v>4.6964399999999999</c:v>
                </c:pt>
                <c:pt idx="4770">
                  <c:v>4.7361399999999998</c:v>
                </c:pt>
                <c:pt idx="4771">
                  <c:v>4.6006900000000002</c:v>
                </c:pt>
                <c:pt idx="4772">
                  <c:v>4.4724500000000003</c:v>
                </c:pt>
                <c:pt idx="4773">
                  <c:v>4.2335700000000003</c:v>
                </c:pt>
                <c:pt idx="4774">
                  <c:v>4.3664699999999996</c:v>
                </c:pt>
                <c:pt idx="4775">
                  <c:v>4.3484999999999996</c:v>
                </c:pt>
                <c:pt idx="4776">
                  <c:v>4.2549599999999996</c:v>
                </c:pt>
                <c:pt idx="4777">
                  <c:v>4.2677500000000004</c:v>
                </c:pt>
                <c:pt idx="4778">
                  <c:v>4.1791900000000002</c:v>
                </c:pt>
                <c:pt idx="4779">
                  <c:v>4.1380400000000002</c:v>
                </c:pt>
                <c:pt idx="4780">
                  <c:v>4.0270700000000001</c:v>
                </c:pt>
                <c:pt idx="4781">
                  <c:v>4.1264500000000002</c:v>
                </c:pt>
                <c:pt idx="4782">
                  <c:v>4.0887599999999997</c:v>
                </c:pt>
                <c:pt idx="4783">
                  <c:v>4.14602</c:v>
                </c:pt>
                <c:pt idx="4784">
                  <c:v>4.0361900000000004</c:v>
                </c:pt>
                <c:pt idx="4785">
                  <c:v>3.9831400000000001</c:v>
                </c:pt>
                <c:pt idx="4786">
                  <c:v>3.9657300000000002</c:v>
                </c:pt>
                <c:pt idx="4787">
                  <c:v>4.0593300000000001</c:v>
                </c:pt>
                <c:pt idx="4788">
                  <c:v>3.8609900000000001</c:v>
                </c:pt>
                <c:pt idx="4789">
                  <c:v>3.6939299999999999</c:v>
                </c:pt>
                <c:pt idx="4790">
                  <c:v>3.7724000000000002</c:v>
                </c:pt>
                <c:pt idx="4791">
                  <c:v>3.7785899999999999</c:v>
                </c:pt>
                <c:pt idx="4792">
                  <c:v>3.84816</c:v>
                </c:pt>
                <c:pt idx="4793">
                  <c:v>3.9144100000000002</c:v>
                </c:pt>
                <c:pt idx="4794">
                  <c:v>3.93858</c:v>
                </c:pt>
                <c:pt idx="4795">
                  <c:v>4.0112300000000003</c:v>
                </c:pt>
                <c:pt idx="4796">
                  <c:v>4.1161700000000003</c:v>
                </c:pt>
                <c:pt idx="4797">
                  <c:v>4.0826500000000001</c:v>
                </c:pt>
                <c:pt idx="4798">
                  <c:v>3.9962399999999998</c:v>
                </c:pt>
                <c:pt idx="4799">
                  <c:v>3.9876100000000001</c:v>
                </c:pt>
                <c:pt idx="4800">
                  <c:v>4.0289099999999998</c:v>
                </c:pt>
                <c:pt idx="4801">
                  <c:v>4.1638099999999998</c:v>
                </c:pt>
                <c:pt idx="4802">
                  <c:v>4.2100400000000002</c:v>
                </c:pt>
                <c:pt idx="4803">
                  <c:v>4.2446200000000003</c:v>
                </c:pt>
                <c:pt idx="4804">
                  <c:v>4.2510700000000003</c:v>
                </c:pt>
                <c:pt idx="4805">
                  <c:v>4.2939999999999996</c:v>
                </c:pt>
                <c:pt idx="4806">
                  <c:v>#N/A</c:v>
                </c:pt>
                <c:pt idx="4807">
                  <c:v>4.2682599999999997</c:v>
                </c:pt>
                <c:pt idx="4808">
                  <c:v>4.2430599999999998</c:v>
                </c:pt>
                <c:pt idx="4809">
                  <c:v>4.1140999999999996</c:v>
                </c:pt>
                <c:pt idx="4810">
                  <c:v>4.0032100000000002</c:v>
                </c:pt>
                <c:pt idx="4811">
                  <c:v>3.7848000000000002</c:v>
                </c:pt>
                <c:pt idx="4812">
                  <c:v>3.91174</c:v>
                </c:pt>
                <c:pt idx="4813">
                  <c:v>3.9903</c:v>
                </c:pt>
                <c:pt idx="4814">
                  <c:v>3.9653700000000001</c:v>
                </c:pt>
                <c:pt idx="4815">
                  <c:v>4.1337999999999999</c:v>
                </c:pt>
                <c:pt idx="4816">
                  <c:v>4.1357499999999998</c:v>
                </c:pt>
                <c:pt idx="4817">
                  <c:v>4.2138799999999996</c:v>
                </c:pt>
                <c:pt idx="4818">
                  <c:v>4.1711299999999998</c:v>
                </c:pt>
                <c:pt idx="4819">
                  <c:v>4.1648399999999999</c:v>
                </c:pt>
                <c:pt idx="4820">
                  <c:v>4.3168800000000003</c:v>
                </c:pt>
                <c:pt idx="4821">
                  <c:v>4.5010199999999996</c:v>
                </c:pt>
                <c:pt idx="4822">
                  <c:v>4.60419</c:v>
                </c:pt>
                <c:pt idx="4823">
                  <c:v>4.6112900000000003</c:v>
                </c:pt>
                <c:pt idx="4824">
                  <c:v>4.6968300000000003</c:v>
                </c:pt>
                <c:pt idx="4825">
                  <c:v>4.5971799999999998</c:v>
                </c:pt>
                <c:pt idx="4826">
                  <c:v>4.5110900000000003</c:v>
                </c:pt>
                <c:pt idx="4827">
                  <c:v>4.2157999999999998</c:v>
                </c:pt>
                <c:pt idx="4828">
                  <c:v>4.3612799999999998</c:v>
                </c:pt>
                <c:pt idx="4829">
                  <c:v>4.40618</c:v>
                </c:pt>
                <c:pt idx="4830">
                  <c:v>4.5921900000000004</c:v>
                </c:pt>
                <c:pt idx="4831">
                  <c:v>#N/A</c:v>
                </c:pt>
                <c:pt idx="4832">
                  <c:v>4.78796</c:v>
                </c:pt>
                <c:pt idx="4833">
                  <c:v>4.8208599999999997</c:v>
                </c:pt>
                <c:pt idx="4834">
                  <c:v>4.7965900000000001</c:v>
                </c:pt>
                <c:pt idx="4835">
                  <c:v>4.8538800000000002</c:v>
                </c:pt>
                <c:pt idx="4836">
                  <c:v>4.8534499999999996</c:v>
                </c:pt>
                <c:pt idx="4837">
                  <c:v>4.8335299999999997</c:v>
                </c:pt>
                <c:pt idx="4838">
                  <c:v>5.0068700000000002</c:v>
                </c:pt>
                <c:pt idx="4839">
                  <c:v>5.2170899999999998</c:v>
                </c:pt>
                <c:pt idx="4840">
                  <c:v>5.1400699999999997</c:v>
                </c:pt>
                <c:pt idx="4841">
                  <c:v>5.0164799999999996</c:v>
                </c:pt>
                <c:pt idx="4842">
                  <c:v>4.7748799999999996</c:v>
                </c:pt>
                <c:pt idx="4843">
                  <c:v>4.7076099999999999</c:v>
                </c:pt>
                <c:pt idx="4844">
                  <c:v>4.4540800000000003</c:v>
                </c:pt>
                <c:pt idx="4845">
                  <c:v>4.3792099999999996</c:v>
                </c:pt>
                <c:pt idx="4846">
                  <c:v>4.5589399999999998</c:v>
                </c:pt>
                <c:pt idx="4847">
                  <c:v>4.5273000000000003</c:v>
                </c:pt>
                <c:pt idx="4848">
                  <c:v>4.6302700000000003</c:v>
                </c:pt>
                <c:pt idx="4849">
                  <c:v>4.6448400000000003</c:v>
                </c:pt>
                <c:pt idx="4850">
                  <c:v>4.5074899999999998</c:v>
                </c:pt>
                <c:pt idx="4851">
                  <c:v>4.31189</c:v>
                </c:pt>
                <c:pt idx="4852">
                  <c:v>4.2865700000000002</c:v>
                </c:pt>
                <c:pt idx="4853">
                  <c:v>4.38727</c:v>
                </c:pt>
                <c:pt idx="4854">
                  <c:v>4.2034500000000001</c:v>
                </c:pt>
                <c:pt idx="4855">
                  <c:v>#N/A</c:v>
                </c:pt>
                <c:pt idx="4856">
                  <c:v>3.9829300000000001</c:v>
                </c:pt>
                <c:pt idx="4857">
                  <c:v>3.91046</c:v>
                </c:pt>
                <c:pt idx="4858">
                  <c:v>3.9411900000000002</c:v>
                </c:pt>
                <c:pt idx="4859">
                  <c:v>4.0316000000000001</c:v>
                </c:pt>
                <c:pt idx="4860">
                  <c:v>4.0336499999999997</c:v>
                </c:pt>
                <c:pt idx="4861">
                  <c:v>3.9819900000000001</c:v>
                </c:pt>
                <c:pt idx="4862">
                  <c:v>3.9641500000000001</c:v>
                </c:pt>
                <c:pt idx="4863">
                  <c:v>4.0069100000000004</c:v>
                </c:pt>
                <c:pt idx="4864">
                  <c:v>#N/A</c:v>
                </c:pt>
                <c:pt idx="4865">
                  <c:v>4.01614</c:v>
                </c:pt>
                <c:pt idx="4866">
                  <c:v>4.0376500000000002</c:v>
                </c:pt>
                <c:pt idx="4867">
                  <c:v>4.0335000000000001</c:v>
                </c:pt>
                <c:pt idx="4868">
                  <c:v>4.0442200000000001</c:v>
                </c:pt>
                <c:pt idx="4869">
                  <c:v>3.9283199999999998</c:v>
                </c:pt>
                <c:pt idx="4870">
                  <c:v>3.8341500000000002</c:v>
                </c:pt>
                <c:pt idx="4871">
                  <c:v>3.8315899999999998</c:v>
                </c:pt>
                <c:pt idx="4872">
                  <c:v>3.9828199999999998</c:v>
                </c:pt>
                <c:pt idx="4873">
                  <c:v>4.0208500000000003</c:v>
                </c:pt>
                <c:pt idx="4874">
                  <c:v>3.9022000000000001</c:v>
                </c:pt>
                <c:pt idx="4875">
                  <c:v>3.7817599999999998</c:v>
                </c:pt>
                <c:pt idx="4876">
                  <c:v>3.7916099999999999</c:v>
                </c:pt>
                <c:pt idx="4877">
                  <c:v>3.7185600000000001</c:v>
                </c:pt>
                <c:pt idx="4878">
                  <c:v>3.80145</c:v>
                </c:pt>
                <c:pt idx="4879">
                  <c:v>3.8393600000000001</c:v>
                </c:pt>
                <c:pt idx="4880">
                  <c:v>3.9118400000000002</c:v>
                </c:pt>
                <c:pt idx="4881">
                  <c:v>3.9521500000000001</c:v>
                </c:pt>
                <c:pt idx="4882">
                  <c:v>3.9633699999999998</c:v>
                </c:pt>
                <c:pt idx="4883">
                  <c:v>3.78687</c:v>
                </c:pt>
                <c:pt idx="4884">
                  <c:v>3.7592599999999998</c:v>
                </c:pt>
                <c:pt idx="4885">
                  <c:v>3.7232099999999999</c:v>
                </c:pt>
                <c:pt idx="4886">
                  <c:v>#N/A</c:v>
                </c:pt>
                <c:pt idx="4887">
                  <c:v>3.6972499999999999</c:v>
                </c:pt>
                <c:pt idx="4888">
                  <c:v>3.6749800000000001</c:v>
                </c:pt>
                <c:pt idx="4889">
                  <c:v>3.70174</c:v>
                </c:pt>
                <c:pt idx="4890">
                  <c:v>3.6923900000000001</c:v>
                </c:pt>
                <c:pt idx="4891">
                  <c:v>#N/A</c:v>
                </c:pt>
                <c:pt idx="4892">
                  <c:v>3.67997</c:v>
                </c:pt>
                <c:pt idx="4893">
                  <c:v>3.66337</c:v>
                </c:pt>
                <c:pt idx="4894">
                  <c:v>3.7551100000000002</c:v>
                </c:pt>
                <c:pt idx="4895">
                  <c:v>3.8161</c:v>
                </c:pt>
                <c:pt idx="4896">
                  <c:v>3.8211599999999999</c:v>
                </c:pt>
                <c:pt idx="4897">
                  <c:v>3.8468499999999999</c:v>
                </c:pt>
                <c:pt idx="4898">
                  <c:v>3.8025000000000002</c:v>
                </c:pt>
                <c:pt idx="4899">
                  <c:v>3.76593</c:v>
                </c:pt>
                <c:pt idx="4900">
                  <c:v>3.6980200000000001</c:v>
                </c:pt>
                <c:pt idx="4901">
                  <c:v>#N/A</c:v>
                </c:pt>
                <c:pt idx="4902">
                  <c:v>3.6755</c:v>
                </c:pt>
                <c:pt idx="4903">
                  <c:v>3.6579899999999999</c:v>
                </c:pt>
                <c:pt idx="4904">
                  <c:v>3.65503</c:v>
                </c:pt>
                <c:pt idx="4905">
                  <c:v>3.6117300000000001</c:v>
                </c:pt>
                <c:pt idx="4906">
                  <c:v>#N/A</c:v>
                </c:pt>
                <c:pt idx="4907">
                  <c:v>3.6181800000000002</c:v>
                </c:pt>
                <c:pt idx="4908">
                  <c:v>3.62216</c:v>
                </c:pt>
                <c:pt idx="4909">
                  <c:v>3.5834700000000002</c:v>
                </c:pt>
                <c:pt idx="4910">
                  <c:v>3.66411</c:v>
                </c:pt>
                <c:pt idx="4911">
                  <c:v>3.7584</c:v>
                </c:pt>
                <c:pt idx="4912">
                  <c:v>3.7567499999999998</c:v>
                </c:pt>
                <c:pt idx="4913">
                  <c:v>3.7102599999999999</c:v>
                </c:pt>
                <c:pt idx="4914">
                  <c:v>3.60432</c:v>
                </c:pt>
                <c:pt idx="4915">
                  <c:v>3.5902099999999999</c:v>
                </c:pt>
                <c:pt idx="4916">
                  <c:v>3.61409</c:v>
                </c:pt>
                <c:pt idx="4917">
                  <c:v>3.62182</c:v>
                </c:pt>
                <c:pt idx="4918">
                  <c:v>3.6778900000000001</c:v>
                </c:pt>
                <c:pt idx="4919">
                  <c:v>3.7087400000000001</c:v>
                </c:pt>
                <c:pt idx="4920">
                  <c:v>3.79148</c:v>
                </c:pt>
                <c:pt idx="4921">
                  <c:v>3.79393</c:v>
                </c:pt>
                <c:pt idx="4922">
                  <c:v>3.7908300000000001</c:v>
                </c:pt>
                <c:pt idx="4923">
                  <c:v>3.8801100000000002</c:v>
                </c:pt>
                <c:pt idx="4924">
                  <c:v>3.8884500000000002</c:v>
                </c:pt>
                <c:pt idx="4925">
                  <c:v>4.1097299999999999</c:v>
                </c:pt>
                <c:pt idx="4926">
                  <c:v>#N/A</c:v>
                </c:pt>
                <c:pt idx="4927">
                  <c:v>4.1711099999999997</c:v>
                </c:pt>
                <c:pt idx="4928">
                  <c:v>4.1600900000000003</c:v>
                </c:pt>
                <c:pt idx="4929">
                  <c:v>3.9476</c:v>
                </c:pt>
                <c:pt idx="4930">
                  <c:v>3.9104199999999998</c:v>
                </c:pt>
                <c:pt idx="4931">
                  <c:v>3.86666</c:v>
                </c:pt>
                <c:pt idx="4932">
                  <c:v>3.9318900000000001</c:v>
                </c:pt>
                <c:pt idx="4933">
                  <c:v>3.9537599999999999</c:v>
                </c:pt>
                <c:pt idx="4934">
                  <c:v>3.9894400000000001</c:v>
                </c:pt>
                <c:pt idx="4935">
                  <c:v>3.9157299999999999</c:v>
                </c:pt>
                <c:pt idx="4936">
                  <c:v>3.84897</c:v>
                </c:pt>
                <c:pt idx="4937">
                  <c:v>3.8830499999999999</c:v>
                </c:pt>
                <c:pt idx="4938">
                  <c:v>3.9291299999999998</c:v>
                </c:pt>
                <c:pt idx="4939">
                  <c:v>4.0510999999999999</c:v>
                </c:pt>
                <c:pt idx="4940">
                  <c:v>4.1714099999999998</c:v>
                </c:pt>
                <c:pt idx="4941">
                  <c:v>4.2958999999999996</c:v>
                </c:pt>
                <c:pt idx="4942">
                  <c:v>4.2210200000000002</c:v>
                </c:pt>
                <c:pt idx="4943">
                  <c:v>4.4806999999999997</c:v>
                </c:pt>
                <c:pt idx="4944">
                  <c:v>4.3468600000000004</c:v>
                </c:pt>
                <c:pt idx="4945">
                  <c:v>4.4733000000000001</c:v>
                </c:pt>
                <c:pt idx="4946">
                  <c:v>4.4157799999999998</c:v>
                </c:pt>
                <c:pt idx="4947">
                  <c:v>4.2193100000000001</c:v>
                </c:pt>
                <c:pt idx="4948">
                  <c:v>4.2574899999999998</c:v>
                </c:pt>
                <c:pt idx="4949">
                  <c:v>4.2055999999999996</c:v>
                </c:pt>
                <c:pt idx="4950">
                  <c:v>4.1939099999999998</c:v>
                </c:pt>
                <c:pt idx="4951">
                  <c:v>4.0718500000000004</c:v>
                </c:pt>
                <c:pt idx="4952">
                  <c:v>4.0771300000000004</c:v>
                </c:pt>
                <c:pt idx="4953">
                  <c:v>3.9297499999999999</c:v>
                </c:pt>
                <c:pt idx="4954">
                  <c:v>3.91093</c:v>
                </c:pt>
                <c:pt idx="4955">
                  <c:v>3.8203100000000001</c:v>
                </c:pt>
                <c:pt idx="4956">
                  <c:v>3.7521</c:v>
                </c:pt>
                <c:pt idx="4957">
                  <c:v>3.8820700000000001</c:v>
                </c:pt>
                <c:pt idx="4958">
                  <c:v>#N/A</c:v>
                </c:pt>
                <c:pt idx="4959">
                  <c:v>4.0362</c:v>
                </c:pt>
                <c:pt idx="4960">
                  <c:v>3.9731700000000001</c:v>
                </c:pt>
                <c:pt idx="4961">
                  <c:v>4.0089399999999999</c:v>
                </c:pt>
                <c:pt idx="4962">
                  <c:v>4.0282400000000003</c:v>
                </c:pt>
                <c:pt idx="4963">
                  <c:v>4.0377200000000002</c:v>
                </c:pt>
                <c:pt idx="4964">
                  <c:v>3.99133</c:v>
                </c:pt>
                <c:pt idx="4965">
                  <c:v>3.9580500000000001</c:v>
                </c:pt>
                <c:pt idx="4966">
                  <c:v>3.9597500000000001</c:v>
                </c:pt>
                <c:pt idx="4967">
                  <c:v>3.9625599999999999</c:v>
                </c:pt>
                <c:pt idx="4968">
                  <c:v>3.9802</c:v>
                </c:pt>
                <c:pt idx="4969">
                  <c:v>4.0554300000000003</c:v>
                </c:pt>
                <c:pt idx="4970">
                  <c:v>4.0060700000000002</c:v>
                </c:pt>
                <c:pt idx="4971">
                  <c:v>4.01614</c:v>
                </c:pt>
                <c:pt idx="4972">
                  <c:v>4.0064700000000002</c:v>
                </c:pt>
                <c:pt idx="4973">
                  <c:v>4.3209400000000002</c:v>
                </c:pt>
                <c:pt idx="4974">
                  <c:v>4.25244</c:v>
                </c:pt>
                <c:pt idx="4975">
                  <c:v>4.22112</c:v>
                </c:pt>
                <c:pt idx="4976">
                  <c:v>4.1379299999999999</c:v>
                </c:pt>
                <c:pt idx="4977">
                  <c:v>4.2526299999999999</c:v>
                </c:pt>
                <c:pt idx="4978">
                  <c:v>4.2511999999999999</c:v>
                </c:pt>
                <c:pt idx="4979">
                  <c:v>4.2749699999999997</c:v>
                </c:pt>
                <c:pt idx="4980">
                  <c:v>4.2453500000000002</c:v>
                </c:pt>
                <c:pt idx="4981">
                  <c:v>4.2086399999999999</c:v>
                </c:pt>
                <c:pt idx="4982">
                  <c:v>4.1963699999999999</c:v>
                </c:pt>
                <c:pt idx="4983">
                  <c:v>4.18893</c:v>
                </c:pt>
                <c:pt idx="4984">
                  <c:v>4.1629100000000001</c:v>
                </c:pt>
                <c:pt idx="4985">
                  <c:v>4.1832399999999996</c:v>
                </c:pt>
                <c:pt idx="4986">
                  <c:v>4.2103999999999999</c:v>
                </c:pt>
                <c:pt idx="4987">
                  <c:v>4.1532499999999999</c:v>
                </c:pt>
                <c:pt idx="4988">
                  <c:v>4.1125400000000001</c:v>
                </c:pt>
                <c:pt idx="4989">
                  <c:v>4.0439100000000003</c:v>
                </c:pt>
                <c:pt idx="4990">
                  <c:v>4.0279999999999996</c:v>
                </c:pt>
                <c:pt idx="4991">
                  <c:v>4.0287899999999999</c:v>
                </c:pt>
                <c:pt idx="4992">
                  <c:v>4.0625200000000001</c:v>
                </c:pt>
                <c:pt idx="4993">
                  <c:v>4.05959</c:v>
                </c:pt>
                <c:pt idx="4994">
                  <c:v>4.0114799999999997</c:v>
                </c:pt>
                <c:pt idx="4995">
                  <c:v>4.0254599999999998</c:v>
                </c:pt>
                <c:pt idx="4996">
                  <c:v>#N/A</c:v>
                </c:pt>
                <c:pt idx="4997">
                  <c:v>4.00624</c:v>
                </c:pt>
                <c:pt idx="4998">
                  <c:v>4.0606499999999999</c:v>
                </c:pt>
                <c:pt idx="4999">
                  <c:v>4.0766799999999996</c:v>
                </c:pt>
                <c:pt idx="5000">
                  <c:v>3.9211800000000001</c:v>
                </c:pt>
                <c:pt idx="5001">
                  <c:v>3.7970999999999999</c:v>
                </c:pt>
                <c:pt idx="5002">
                  <c:v>3.6776800000000001</c:v>
                </c:pt>
                <c:pt idx="5003">
                  <c:v>3.64208</c:v>
                </c:pt>
                <c:pt idx="5004">
                  <c:v>3.6777000000000002</c:v>
                </c:pt>
                <c:pt idx="5005">
                  <c:v>3.6325799999999999</c:v>
                </c:pt>
                <c:pt idx="5006">
                  <c:v>3.6068099999999998</c:v>
                </c:pt>
                <c:pt idx="5007">
                  <c:v>3.4908800000000002</c:v>
                </c:pt>
                <c:pt idx="5008">
                  <c:v>3.4799199999999999</c:v>
                </c:pt>
                <c:pt idx="5009">
                  <c:v>3.5869800000000001</c:v>
                </c:pt>
                <c:pt idx="5010">
                  <c:v>3.5590899999999999</c:v>
                </c:pt>
                <c:pt idx="5011">
                  <c:v>#N/A</c:v>
                </c:pt>
                <c:pt idx="5012">
                  <c:v>3.6240600000000001</c:v>
                </c:pt>
                <c:pt idx="5013">
                  <c:v>3.6502300000000001</c:v>
                </c:pt>
                <c:pt idx="5014">
                  <c:v>3.6073200000000001</c:v>
                </c:pt>
                <c:pt idx="5015">
                  <c:v>3.6539999999999999</c:v>
                </c:pt>
                <c:pt idx="5016">
                  <c:v>3.6705299999999998</c:v>
                </c:pt>
                <c:pt idx="5017">
                  <c:v>3.64195</c:v>
                </c:pt>
                <c:pt idx="5018">
                  <c:v>3.73177</c:v>
                </c:pt>
                <c:pt idx="5019">
                  <c:v>3.70018</c:v>
                </c:pt>
                <c:pt idx="5020">
                  <c:v>#N/A</c:v>
                </c:pt>
                <c:pt idx="5021">
                  <c:v>3.6144799999999999</c:v>
                </c:pt>
                <c:pt idx="5022">
                  <c:v>#N/A</c:v>
                </c:pt>
                <c:pt idx="5023">
                  <c:v>3.5680499999999999</c:v>
                </c:pt>
                <c:pt idx="5024">
                  <c:v>3.6270199999999999</c:v>
                </c:pt>
                <c:pt idx="5025">
                  <c:v>3.64737</c:v>
                </c:pt>
                <c:pt idx="5026">
                  <c:v>3.6764999999999999</c:v>
                </c:pt>
                <c:pt idx="5027">
                  <c:v>3.6193</c:v>
                </c:pt>
                <c:pt idx="5028">
                  <c:v>3.5766</c:v>
                </c:pt>
                <c:pt idx="5029">
                  <c:v>3.3952499999999999</c:v>
                </c:pt>
                <c:pt idx="5030">
                  <c:v>3.32023</c:v>
                </c:pt>
                <c:pt idx="5031">
                  <c:v>3.3432400000000002</c:v>
                </c:pt>
                <c:pt idx="5032">
                  <c:v>3.2802600000000002</c:v>
                </c:pt>
                <c:pt idx="5033">
                  <c:v>3.29941</c:v>
                </c:pt>
                <c:pt idx="5034">
                  <c:v>3.2838799999999999</c:v>
                </c:pt>
                <c:pt idx="5035">
                  <c:v>3.2804099999999998</c:v>
                </c:pt>
                <c:pt idx="5036">
                  <c:v>3.2477</c:v>
                </c:pt>
                <c:pt idx="5037">
                  <c:v>3.2724000000000002</c:v>
                </c:pt>
                <c:pt idx="5038">
                  <c:v>3.26356</c:v>
                </c:pt>
                <c:pt idx="5039">
                  <c:v>3.16269</c:v>
                </c:pt>
                <c:pt idx="5040">
                  <c:v>3.17828</c:v>
                </c:pt>
                <c:pt idx="5041">
                  <c:v>3.1314299999999999</c:v>
                </c:pt>
                <c:pt idx="5042">
                  <c:v>3.1342599999999998</c:v>
                </c:pt>
                <c:pt idx="5043">
                  <c:v>3.1675200000000001</c:v>
                </c:pt>
                <c:pt idx="5044">
                  <c:v>3.1754099999999998</c:v>
                </c:pt>
                <c:pt idx="5045">
                  <c:v>3.1817799999999998</c:v>
                </c:pt>
                <c:pt idx="5046">
                  <c:v>3.1675800000000001</c:v>
                </c:pt>
                <c:pt idx="5047">
                  <c:v>3.1777299999999999</c:v>
                </c:pt>
                <c:pt idx="5048">
                  <c:v>3.1804800000000002</c:v>
                </c:pt>
                <c:pt idx="5049">
                  <c:v>3.0978400000000001</c:v>
                </c:pt>
                <c:pt idx="5050">
                  <c:v>3.0889700000000002</c:v>
                </c:pt>
                <c:pt idx="5051">
                  <c:v>3.1280299999999999</c:v>
                </c:pt>
                <c:pt idx="5052">
                  <c:v>#N/A</c:v>
                </c:pt>
                <c:pt idx="5053">
                  <c:v>3.2157800000000001</c:v>
                </c:pt>
                <c:pt idx="5054">
                  <c:v>3.27434</c:v>
                </c:pt>
                <c:pt idx="5055">
                  <c:v>3.3115899999999998</c:v>
                </c:pt>
                <c:pt idx="5056">
                  <c:v>3.3134700000000001</c:v>
                </c:pt>
                <c:pt idx="5057">
                  <c:v>#N/A</c:v>
                </c:pt>
                <c:pt idx="5058">
                  <c:v>3.3173300000000001</c:v>
                </c:pt>
                <c:pt idx="5059">
                  <c:v>3.3517999999999999</c:v>
                </c:pt>
                <c:pt idx="5060">
                  <c:v>3.4203700000000001</c:v>
                </c:pt>
                <c:pt idx="5061">
                  <c:v>3.3966799999999999</c:v>
                </c:pt>
                <c:pt idx="5062">
                  <c:v>3.3588</c:v>
                </c:pt>
                <c:pt idx="5063">
                  <c:v>3.2439100000000001</c:v>
                </c:pt>
                <c:pt idx="5064">
                  <c:v>3.2129099999999999</c:v>
                </c:pt>
                <c:pt idx="5065">
                  <c:v>3.1967099999999999</c:v>
                </c:pt>
                <c:pt idx="5066">
                  <c:v>#N/A</c:v>
                </c:pt>
                <c:pt idx="5067">
                  <c:v>3.2284700000000002</c:v>
                </c:pt>
                <c:pt idx="5068">
                  <c:v>3.33595</c:v>
                </c:pt>
                <c:pt idx="5069">
                  <c:v>3.3690500000000001</c:v>
                </c:pt>
                <c:pt idx="5070">
                  <c:v>3.3635600000000001</c:v>
                </c:pt>
                <c:pt idx="5071">
                  <c:v>3.4043299999999999</c:v>
                </c:pt>
                <c:pt idx="5072">
                  <c:v>3.4524599999999999</c:v>
                </c:pt>
                <c:pt idx="5073">
                  <c:v>3.4119600000000001</c:v>
                </c:pt>
                <c:pt idx="5074">
                  <c:v>3.2967499999999998</c:v>
                </c:pt>
                <c:pt idx="5075">
                  <c:v>3.2860999999999998</c:v>
                </c:pt>
                <c:pt idx="5076">
                  <c:v>3.2962400000000001</c:v>
                </c:pt>
                <c:pt idx="5077">
                  <c:v>3.2300300000000002</c:v>
                </c:pt>
                <c:pt idx="5078">
                  <c:v>3.1480000000000001</c:v>
                </c:pt>
                <c:pt idx="5079">
                  <c:v>3.1802600000000001</c:v>
                </c:pt>
                <c:pt idx="5080">
                  <c:v>3.21529</c:v>
                </c:pt>
                <c:pt idx="5081">
                  <c:v>3.18547</c:v>
                </c:pt>
                <c:pt idx="5082">
                  <c:v>3.25183</c:v>
                </c:pt>
                <c:pt idx="5083">
                  <c:v>3.30132</c:v>
                </c:pt>
                <c:pt idx="5084">
                  <c:v>3.3621300000000001</c:v>
                </c:pt>
                <c:pt idx="5085">
                  <c:v>3.35317</c:v>
                </c:pt>
                <c:pt idx="5086">
                  <c:v>3.38964</c:v>
                </c:pt>
                <c:pt idx="5087">
                  <c:v>3.5138600000000002</c:v>
                </c:pt>
                <c:pt idx="5088">
                  <c:v>3.5767500000000001</c:v>
                </c:pt>
                <c:pt idx="5089">
                  <c:v>3.6206700000000001</c:v>
                </c:pt>
                <c:pt idx="5090">
                  <c:v>3.5963799999999999</c:v>
                </c:pt>
                <c:pt idx="5091">
                  <c:v>#N/A</c:v>
                </c:pt>
                <c:pt idx="5092">
                  <c:v>3.5886499999999999</c:v>
                </c:pt>
                <c:pt idx="5093">
                  <c:v>3.5531600000000001</c:v>
                </c:pt>
                <c:pt idx="5094">
                  <c:v>3.5410499999999998</c:v>
                </c:pt>
                <c:pt idx="5095">
                  <c:v>3.5037799999999999</c:v>
                </c:pt>
                <c:pt idx="5096">
                  <c:v>3.4602900000000001</c:v>
                </c:pt>
                <c:pt idx="5097">
                  <c:v>3.4297399999999998</c:v>
                </c:pt>
                <c:pt idx="5098">
                  <c:v>3.43865</c:v>
                </c:pt>
                <c:pt idx="5099">
                  <c:v>3.4171100000000001</c:v>
                </c:pt>
                <c:pt idx="5100">
                  <c:v>3.4969100000000002</c:v>
                </c:pt>
                <c:pt idx="5101">
                  <c:v>3.4329200000000002</c:v>
                </c:pt>
                <c:pt idx="5102">
                  <c:v>3.41492</c:v>
                </c:pt>
                <c:pt idx="5103">
                  <c:v>3.3811599999999999</c:v>
                </c:pt>
                <c:pt idx="5104">
                  <c:v>3.42462</c:v>
                </c:pt>
                <c:pt idx="5105">
                  <c:v>3.4327899999999998</c:v>
                </c:pt>
                <c:pt idx="5106">
                  <c:v>3.294</c:v>
                </c:pt>
                <c:pt idx="5107">
                  <c:v>3.2340599999999999</c:v>
                </c:pt>
                <c:pt idx="5108">
                  <c:v>3.20885</c:v>
                </c:pt>
                <c:pt idx="5109">
                  <c:v>3.02983</c:v>
                </c:pt>
                <c:pt idx="5110">
                  <c:v>2.9880900000000001</c:v>
                </c:pt>
                <c:pt idx="5111">
                  <c:v>3.1213000000000002</c:v>
                </c:pt>
                <c:pt idx="5112">
                  <c:v>3.1663800000000002</c:v>
                </c:pt>
                <c:pt idx="5113">
                  <c:v>3.18723</c:v>
                </c:pt>
                <c:pt idx="5114">
                  <c:v>3.16567</c:v>
                </c:pt>
                <c:pt idx="5115">
                  <c:v>3.14133</c:v>
                </c:pt>
                <c:pt idx="5116">
                  <c:v>3.19163</c:v>
                </c:pt>
                <c:pt idx="5117">
                  <c:v>3.1122399999999999</c:v>
                </c:pt>
                <c:pt idx="5118">
                  <c:v>3.11565</c:v>
                </c:pt>
                <c:pt idx="5119">
                  <c:v>3.2337799999999999</c:v>
                </c:pt>
                <c:pt idx="5120">
                  <c:v>3.2254999999999998</c:v>
                </c:pt>
                <c:pt idx="5121">
                  <c:v>3.2118099999999998</c:v>
                </c:pt>
                <c:pt idx="5122">
                  <c:v>3.18126</c:v>
                </c:pt>
                <c:pt idx="5123">
                  <c:v>3.1501700000000001</c:v>
                </c:pt>
                <c:pt idx="5124">
                  <c:v>#N/A</c:v>
                </c:pt>
                <c:pt idx="5125">
                  <c:v>3.0896300000000001</c:v>
                </c:pt>
                <c:pt idx="5126">
                  <c:v>3.1283099999999999</c:v>
                </c:pt>
                <c:pt idx="5127">
                  <c:v>3.0947100000000001</c:v>
                </c:pt>
                <c:pt idx="5128">
                  <c:v>3.0089299999999999</c:v>
                </c:pt>
                <c:pt idx="5129">
                  <c:v>3.0380500000000001</c:v>
                </c:pt>
                <c:pt idx="5130">
                  <c:v>2.9961099999999998</c:v>
                </c:pt>
                <c:pt idx="5131">
                  <c:v>2.96468</c:v>
                </c:pt>
                <c:pt idx="5132">
                  <c:v>2.9849199999999998</c:v>
                </c:pt>
                <c:pt idx="5133">
                  <c:v>2.9964599999999999</c:v>
                </c:pt>
                <c:pt idx="5134">
                  <c:v>2.99594</c:v>
                </c:pt>
                <c:pt idx="5135">
                  <c:v>2.9906000000000001</c:v>
                </c:pt>
                <c:pt idx="5136">
                  <c:v>2.97458</c:v>
                </c:pt>
                <c:pt idx="5137">
                  <c:v>3.0096500000000002</c:v>
                </c:pt>
                <c:pt idx="5138">
                  <c:v>3.0768900000000001</c:v>
                </c:pt>
                <c:pt idx="5139">
                  <c:v>2.9441000000000002</c:v>
                </c:pt>
                <c:pt idx="5140">
                  <c:v>2.94224</c:v>
                </c:pt>
                <c:pt idx="5141">
                  <c:v>2.9480900000000001</c:v>
                </c:pt>
                <c:pt idx="5142">
                  <c:v>2.8935200000000001</c:v>
                </c:pt>
                <c:pt idx="5143">
                  <c:v>2.86267</c:v>
                </c:pt>
                <c:pt idx="5144">
                  <c:v>2.8041299999999998</c:v>
                </c:pt>
                <c:pt idx="5145">
                  <c:v>2.77624</c:v>
                </c:pt>
                <c:pt idx="5146">
                  <c:v>#N/A</c:v>
                </c:pt>
                <c:pt idx="5147">
                  <c:v>2.7819699999999998</c:v>
                </c:pt>
                <c:pt idx="5148">
                  <c:v>2.83765</c:v>
                </c:pt>
                <c:pt idx="5149">
                  <c:v>2.7518899999999999</c:v>
                </c:pt>
                <c:pt idx="5150">
                  <c:v>2.7189700000000001</c:v>
                </c:pt>
                <c:pt idx="5151">
                  <c:v>#N/A</c:v>
                </c:pt>
                <c:pt idx="5152">
                  <c:v>2.8319399999999999</c:v>
                </c:pt>
                <c:pt idx="5153">
                  <c:v>2.8319399999999999</c:v>
                </c:pt>
                <c:pt idx="5154">
                  <c:v>3.0074900000000002</c:v>
                </c:pt>
                <c:pt idx="5155">
                  <c:v>2.96922</c:v>
                </c:pt>
                <c:pt idx="5156">
                  <c:v>2.9447399999999999</c:v>
                </c:pt>
                <c:pt idx="5157">
                  <c:v>3.0800399999999999</c:v>
                </c:pt>
                <c:pt idx="5158">
                  <c:v>3.1177600000000001</c:v>
                </c:pt>
                <c:pt idx="5159">
                  <c:v>3.0381499999999999</c:v>
                </c:pt>
                <c:pt idx="5160">
                  <c:v>3.0092500000000002</c:v>
                </c:pt>
                <c:pt idx="5161">
                  <c:v>2.9546299999999999</c:v>
                </c:pt>
                <c:pt idx="5162">
                  <c:v>2.9204300000000001</c:v>
                </c:pt>
                <c:pt idx="5163">
                  <c:v>2.98624</c:v>
                </c:pt>
                <c:pt idx="5164">
                  <c:v>3.0221499999999999</c:v>
                </c:pt>
                <c:pt idx="5165">
                  <c:v>3.0969000000000002</c:v>
                </c:pt>
                <c:pt idx="5166">
                  <c:v>3.1241699999999999</c:v>
                </c:pt>
                <c:pt idx="5167">
                  <c:v>3.1759400000000002</c:v>
                </c:pt>
                <c:pt idx="5168">
                  <c:v>3.1155200000000001</c:v>
                </c:pt>
                <c:pt idx="5169">
                  <c:v>3.09904</c:v>
                </c:pt>
                <c:pt idx="5170">
                  <c:v>3.0550799999999998</c:v>
                </c:pt>
                <c:pt idx="5171">
                  <c:v>3.0045999999999999</c:v>
                </c:pt>
                <c:pt idx="5172">
                  <c:v>3.0072000000000001</c:v>
                </c:pt>
                <c:pt idx="5173">
                  <c:v>3.09612</c:v>
                </c:pt>
                <c:pt idx="5174">
                  <c:v>3.09612</c:v>
                </c:pt>
                <c:pt idx="5175">
                  <c:v>3.2063600000000001</c:v>
                </c:pt>
                <c:pt idx="5176">
                  <c:v>3.2440600000000002</c:v>
                </c:pt>
                <c:pt idx="5177">
                  <c:v>3.2295600000000002</c:v>
                </c:pt>
                <c:pt idx="5178">
                  <c:v>3.1853199999999999</c:v>
                </c:pt>
                <c:pt idx="5179">
                  <c:v>3.21095</c:v>
                </c:pt>
                <c:pt idx="5180">
                  <c:v>3.2231100000000001</c:v>
                </c:pt>
                <c:pt idx="5181">
                  <c:v>3.1810999999999998</c:v>
                </c:pt>
                <c:pt idx="5182">
                  <c:v>3.1265399999999999</c:v>
                </c:pt>
                <c:pt idx="5183">
                  <c:v>3.1038299999999999</c:v>
                </c:pt>
                <c:pt idx="5184">
                  <c:v>3.0214400000000001</c:v>
                </c:pt>
                <c:pt idx="5185">
                  <c:v>3.0182799999999999</c:v>
                </c:pt>
                <c:pt idx="5186">
                  <c:v>3.0408499999999998</c:v>
                </c:pt>
                <c:pt idx="5187">
                  <c:v>3.0322200000000001</c:v>
                </c:pt>
                <c:pt idx="5188">
                  <c:v>2.98007</c:v>
                </c:pt>
                <c:pt idx="5189">
                  <c:v>2.9700799999999998</c:v>
                </c:pt>
                <c:pt idx="5190">
                  <c:v>2.9743499999999998</c:v>
                </c:pt>
                <c:pt idx="5191">
                  <c:v>2.9935200000000002</c:v>
                </c:pt>
                <c:pt idx="5192">
                  <c:v>2.9932500000000002</c:v>
                </c:pt>
                <c:pt idx="5193">
                  <c:v>3.0104799999999998</c:v>
                </c:pt>
                <c:pt idx="5194">
                  <c:v>3.0242</c:v>
                </c:pt>
                <c:pt idx="5195">
                  <c:v>3.0681600000000002</c:v>
                </c:pt>
                <c:pt idx="5196">
                  <c:v>3.0530900000000001</c:v>
                </c:pt>
                <c:pt idx="5197">
                  <c:v>3.08053</c:v>
                </c:pt>
                <c:pt idx="5198">
                  <c:v>3.0675699999999999</c:v>
                </c:pt>
                <c:pt idx="5199">
                  <c:v>3.05206</c:v>
                </c:pt>
                <c:pt idx="5200">
                  <c:v>3.00834</c:v>
                </c:pt>
                <c:pt idx="5201">
                  <c:v>2.9191199999999999</c:v>
                </c:pt>
                <c:pt idx="5202">
                  <c:v>2.9098199999999999</c:v>
                </c:pt>
                <c:pt idx="5203">
                  <c:v>2.9219599999999999</c:v>
                </c:pt>
                <c:pt idx="5204">
                  <c:v>2.9280599999999999</c:v>
                </c:pt>
                <c:pt idx="5205">
                  <c:v>2.94394</c:v>
                </c:pt>
                <c:pt idx="5206">
                  <c:v>2.87608</c:v>
                </c:pt>
                <c:pt idx="5207">
                  <c:v>2.7944100000000001</c:v>
                </c:pt>
                <c:pt idx="5208">
                  <c:v>2.8706700000000001</c:v>
                </c:pt>
                <c:pt idx="5209">
                  <c:v>2.8802599999999998</c:v>
                </c:pt>
                <c:pt idx="5210">
                  <c:v>2.91859</c:v>
                </c:pt>
                <c:pt idx="5211">
                  <c:v>2.9206099999999999</c:v>
                </c:pt>
                <c:pt idx="5212">
                  <c:v>2.90218</c:v>
                </c:pt>
                <c:pt idx="5213">
                  <c:v>2.9120900000000001</c:v>
                </c:pt>
                <c:pt idx="5214">
                  <c:v>2.8532600000000001</c:v>
                </c:pt>
                <c:pt idx="5215">
                  <c:v>2.8750499999999999</c:v>
                </c:pt>
                <c:pt idx="5216">
                  <c:v>2.8118099999999999</c:v>
                </c:pt>
                <c:pt idx="5217">
                  <c:v>2.78145</c:v>
                </c:pt>
                <c:pt idx="5218">
                  <c:v>2.7706200000000001</c:v>
                </c:pt>
                <c:pt idx="5219">
                  <c:v>2.7494800000000001</c:v>
                </c:pt>
                <c:pt idx="5220">
                  <c:v>2.7658200000000002</c:v>
                </c:pt>
                <c:pt idx="5221">
                  <c:v>2.8607200000000002</c:v>
                </c:pt>
                <c:pt idx="5222">
                  <c:v>2.9569000000000001</c:v>
                </c:pt>
                <c:pt idx="5223">
                  <c:v>2.9649999999999999</c:v>
                </c:pt>
                <c:pt idx="5224">
                  <c:v>3.0048400000000002</c:v>
                </c:pt>
                <c:pt idx="5225">
                  <c:v>3.0217900000000002</c:v>
                </c:pt>
                <c:pt idx="5226">
                  <c:v>3.0464699999999998</c:v>
                </c:pt>
                <c:pt idx="5227">
                  <c:v>2.9849800000000002</c:v>
                </c:pt>
                <c:pt idx="5228">
                  <c:v>2.9737900000000002</c:v>
                </c:pt>
                <c:pt idx="5229">
                  <c:v>2.99647</c:v>
                </c:pt>
                <c:pt idx="5230">
                  <c:v>2.93512</c:v>
                </c:pt>
                <c:pt idx="5231">
                  <c:v>3.0293800000000002</c:v>
                </c:pt>
                <c:pt idx="5232">
                  <c:v>3.04176</c:v>
                </c:pt>
                <c:pt idx="5233">
                  <c:v>2.9941900000000001</c:v>
                </c:pt>
                <c:pt idx="5234">
                  <c:v>2.9352499999999999</c:v>
                </c:pt>
                <c:pt idx="5235">
                  <c:v>2.8292899999999999</c:v>
                </c:pt>
                <c:pt idx="5236">
                  <c:v>2.86856</c:v>
                </c:pt>
                <c:pt idx="5237">
                  <c:v>2.9002599999999998</c:v>
                </c:pt>
                <c:pt idx="5238">
                  <c:v>2.8886500000000002</c:v>
                </c:pt>
                <c:pt idx="5239">
                  <c:v>2.87534</c:v>
                </c:pt>
                <c:pt idx="5240">
                  <c:v>2.8953000000000002</c:v>
                </c:pt>
                <c:pt idx="5241">
                  <c:v>2.94218</c:v>
                </c:pt>
                <c:pt idx="5242">
                  <c:v>2.9067500000000002</c:v>
                </c:pt>
                <c:pt idx="5243">
                  <c:v>2.9190399999999999</c:v>
                </c:pt>
                <c:pt idx="5244">
                  <c:v>2.9420199999999999</c:v>
                </c:pt>
                <c:pt idx="5245">
                  <c:v>2.9081800000000002</c:v>
                </c:pt>
                <c:pt idx="5246">
                  <c:v>2.9501499999999998</c:v>
                </c:pt>
                <c:pt idx="5247">
                  <c:v>3.0076399999999999</c:v>
                </c:pt>
                <c:pt idx="5248">
                  <c:v>3.06135</c:v>
                </c:pt>
                <c:pt idx="5249">
                  <c:v>3.1061100000000001</c:v>
                </c:pt>
                <c:pt idx="5250">
                  <c:v>3.1730200000000002</c:v>
                </c:pt>
                <c:pt idx="5251">
                  <c:v>3.03146</c:v>
                </c:pt>
                <c:pt idx="5252">
                  <c:v>3.0217000000000001</c:v>
                </c:pt>
                <c:pt idx="5253">
                  <c:v>3.0573800000000002</c:v>
                </c:pt>
                <c:pt idx="5254">
                  <c:v>3.0999300000000001</c:v>
                </c:pt>
                <c:pt idx="5255">
                  <c:v>3.1243099999999999</c:v>
                </c:pt>
                <c:pt idx="5256">
                  <c:v>3.1175199999999998</c:v>
                </c:pt>
                <c:pt idx="5257">
                  <c:v>2.99403</c:v>
                </c:pt>
                <c:pt idx="5258">
                  <c:v>2.9982600000000001</c:v>
                </c:pt>
                <c:pt idx="5259">
                  <c:v>3.0528400000000002</c:v>
                </c:pt>
                <c:pt idx="5260">
                  <c:v>3.0276100000000001</c:v>
                </c:pt>
                <c:pt idx="5261">
                  <c:v>3.14968</c:v>
                </c:pt>
                <c:pt idx="5262">
                  <c:v>3.23563</c:v>
                </c:pt>
                <c:pt idx="5263">
                  <c:v>3.2898499999999999</c:v>
                </c:pt>
                <c:pt idx="5264">
                  <c:v>3.20601</c:v>
                </c:pt>
                <c:pt idx="5265">
                  <c:v>3.2313000000000001</c:v>
                </c:pt>
                <c:pt idx="5266">
                  <c:v>3.2230300000000001</c:v>
                </c:pt>
                <c:pt idx="5267">
                  <c:v>3.1883499999999998</c:v>
                </c:pt>
                <c:pt idx="5268">
                  <c:v>3.12757</c:v>
                </c:pt>
                <c:pt idx="5269">
                  <c:v>3.11131</c:v>
                </c:pt>
                <c:pt idx="5270">
                  <c:v>3.1092499999999998</c:v>
                </c:pt>
                <c:pt idx="5271">
                  <c:v>3.0539399999999999</c:v>
                </c:pt>
                <c:pt idx="5272">
                  <c:v>3.1610499999999999</c:v>
                </c:pt>
                <c:pt idx="5273">
                  <c:v>3.1477200000000001</c:v>
                </c:pt>
                <c:pt idx="5274">
                  <c:v>3.0618099999999999</c:v>
                </c:pt>
                <c:pt idx="5275">
                  <c:v>3.0555099999999999</c:v>
                </c:pt>
                <c:pt idx="5276">
                  <c:v>3.0200100000000001</c:v>
                </c:pt>
                <c:pt idx="5277">
                  <c:v>3.06819</c:v>
                </c:pt>
                <c:pt idx="5278">
                  <c:v>3.0365199999999999</c:v>
                </c:pt>
                <c:pt idx="5279">
                  <c:v>3.0413800000000002</c:v>
                </c:pt>
                <c:pt idx="5280">
                  <c:v>3.01688</c:v>
                </c:pt>
                <c:pt idx="5281">
                  <c:v>3.03891</c:v>
                </c:pt>
                <c:pt idx="5282">
                  <c:v>3.0245299999999999</c:v>
                </c:pt>
                <c:pt idx="5283">
                  <c:v>3.1252499999999999</c:v>
                </c:pt>
                <c:pt idx="5284">
                  <c:v>3.12799</c:v>
                </c:pt>
                <c:pt idx="5285">
                  <c:v>3.1637400000000002</c:v>
                </c:pt>
                <c:pt idx="5286">
                  <c:v>3.1141999999999999</c:v>
                </c:pt>
                <c:pt idx="5287">
                  <c:v>3.06019</c:v>
                </c:pt>
                <c:pt idx="5288">
                  <c:v>3.0931700000000002</c:v>
                </c:pt>
                <c:pt idx="5289">
                  <c:v>3.0791499999999998</c:v>
                </c:pt>
                <c:pt idx="5290">
                  <c:v>3.0778099999999999</c:v>
                </c:pt>
                <c:pt idx="5291">
                  <c:v>3.1129899999999999</c:v>
                </c:pt>
                <c:pt idx="5292">
                  <c:v>3.1326800000000001</c:v>
                </c:pt>
                <c:pt idx="5293">
                  <c:v>3.15164</c:v>
                </c:pt>
                <c:pt idx="5294">
                  <c:v>3.2745299999999999</c:v>
                </c:pt>
                <c:pt idx="5295">
                  <c:v>3.3649200000000001</c:v>
                </c:pt>
                <c:pt idx="5296">
                  <c:v>3.3915600000000001</c:v>
                </c:pt>
                <c:pt idx="5297">
                  <c:v>3.3876599999999999</c:v>
                </c:pt>
                <c:pt idx="5298">
                  <c:v>3.31291</c:v>
                </c:pt>
                <c:pt idx="5299">
                  <c:v>3.29006</c:v>
                </c:pt>
                <c:pt idx="5300">
                  <c:v>3.26444</c:v>
                </c:pt>
                <c:pt idx="5301">
                  <c:v>3.2835800000000002</c:v>
                </c:pt>
                <c:pt idx="5302">
                  <c:v>3.2414999999999998</c:v>
                </c:pt>
                <c:pt idx="5303">
                  <c:v>3.23787</c:v>
                </c:pt>
                <c:pt idx="5304">
                  <c:v>3.2140300000000002</c:v>
                </c:pt>
                <c:pt idx="5305">
                  <c:v>3.1976100000000001</c:v>
                </c:pt>
                <c:pt idx="5306">
                  <c:v>3.1553499999999999</c:v>
                </c:pt>
                <c:pt idx="5307">
                  <c:v>3.1518999999999999</c:v>
                </c:pt>
                <c:pt idx="5308">
                  <c:v>3.1269100000000001</c:v>
                </c:pt>
                <c:pt idx="5309">
                  <c:v>3.1261800000000002</c:v>
                </c:pt>
                <c:pt idx="5310">
                  <c:v>3.1450399999999998</c:v>
                </c:pt>
                <c:pt idx="5311">
                  <c:v>3.1145</c:v>
                </c:pt>
                <c:pt idx="5312">
                  <c:v>3.11795</c:v>
                </c:pt>
                <c:pt idx="5313">
                  <c:v>3.1721400000000002</c:v>
                </c:pt>
                <c:pt idx="5314">
                  <c:v>3.1815699999999998</c:v>
                </c:pt>
                <c:pt idx="5315">
                  <c:v>3.1345100000000001</c:v>
                </c:pt>
                <c:pt idx="5316">
                  <c:v>3.2448399999999999</c:v>
                </c:pt>
                <c:pt idx="5317">
                  <c:v>3.29941</c:v>
                </c:pt>
                <c:pt idx="5318">
                  <c:v>3.2886099999999998</c:v>
                </c:pt>
                <c:pt idx="5319">
                  <c:v>3.3345600000000002</c:v>
                </c:pt>
                <c:pt idx="5320">
                  <c:v>3.3607100000000001</c:v>
                </c:pt>
                <c:pt idx="5321">
                  <c:v>3.4049299999999998</c:v>
                </c:pt>
                <c:pt idx="5322">
                  <c:v>3.37669</c:v>
                </c:pt>
                <c:pt idx="5323">
                  <c:v>3.3352300000000001</c:v>
                </c:pt>
                <c:pt idx="5324">
                  <c:v>3.3085200000000001</c:v>
                </c:pt>
                <c:pt idx="5325">
                  <c:v>3.27657</c:v>
                </c:pt>
                <c:pt idx="5326">
                  <c:v>3.21088</c:v>
                </c:pt>
                <c:pt idx="5327">
                  <c:v>3.1665700000000001</c:v>
                </c:pt>
                <c:pt idx="5328">
                  <c:v>3.1743600000000001</c:v>
                </c:pt>
                <c:pt idx="5329">
                  <c:v>3.1293500000000001</c:v>
                </c:pt>
                <c:pt idx="5330">
                  <c:v>3.14818</c:v>
                </c:pt>
                <c:pt idx="5331">
                  <c:v>3.1418499999999998</c:v>
                </c:pt>
                <c:pt idx="5332">
                  <c:v>3.1646800000000002</c:v>
                </c:pt>
                <c:pt idx="5333">
                  <c:v>3.1941899999999999</c:v>
                </c:pt>
                <c:pt idx="5334">
                  <c:v>3.2073800000000001</c:v>
                </c:pt>
                <c:pt idx="5335">
                  <c:v>3.1715100000000001</c:v>
                </c:pt>
                <c:pt idx="5336">
                  <c:v>3.27657</c:v>
                </c:pt>
                <c:pt idx="5337">
                  <c:v>3.21088</c:v>
                </c:pt>
                <c:pt idx="5338">
                  <c:v>3.1665700000000001</c:v>
                </c:pt>
                <c:pt idx="5339">
                  <c:v>3.1743600000000001</c:v>
                </c:pt>
                <c:pt idx="5340">
                  <c:v>3.1293500000000001</c:v>
                </c:pt>
                <c:pt idx="5341">
                  <c:v>3.14818</c:v>
                </c:pt>
                <c:pt idx="5342">
                  <c:v>3.1418499999999998</c:v>
                </c:pt>
                <c:pt idx="5343">
                  <c:v>3.1646800000000002</c:v>
                </c:pt>
                <c:pt idx="5344">
                  <c:v>3.1941899999999999</c:v>
                </c:pt>
                <c:pt idx="5345">
                  <c:v>3.2073800000000001</c:v>
                </c:pt>
                <c:pt idx="5346">
                  <c:v>3.1715100000000001</c:v>
                </c:pt>
                <c:pt idx="5347">
                  <c:v>3.1577299999999999</c:v>
                </c:pt>
                <c:pt idx="5348">
                  <c:v>3.1577299999999999</c:v>
                </c:pt>
                <c:pt idx="5349">
                  <c:v>3.1213700000000002</c:v>
                </c:pt>
                <c:pt idx="5350">
                  <c:v>3.0797599999999998</c:v>
                </c:pt>
                <c:pt idx="5351">
                  <c:v>3.0246599999999999</c:v>
                </c:pt>
                <c:pt idx="5352">
                  <c:v>3.0392999999999999</c:v>
                </c:pt>
                <c:pt idx="5353">
                  <c:v>3.0693000000000001</c:v>
                </c:pt>
                <c:pt idx="5354">
                  <c:v>3.0752600000000001</c:v>
                </c:pt>
                <c:pt idx="5355">
                  <c:v>3.1138499999999998</c:v>
                </c:pt>
                <c:pt idx="5356">
                  <c:v>3.1040700000000001</c:v>
                </c:pt>
                <c:pt idx="5357">
                  <c:v>3.0871</c:v>
                </c:pt>
                <c:pt idx="5358">
                  <c:v>3.0584600000000002</c:v>
                </c:pt>
                <c:pt idx="5359">
                  <c:v>3.01173</c:v>
                </c:pt>
                <c:pt idx="5360">
                  <c:v>3.03071</c:v>
                </c:pt>
                <c:pt idx="5361">
                  <c:v>3.04623</c:v>
                </c:pt>
                <c:pt idx="5362">
                  <c:v>3.13415</c:v>
                </c:pt>
                <c:pt idx="5363">
                  <c:v>3.13767</c:v>
                </c:pt>
                <c:pt idx="5364">
                  <c:v>3.1827000000000001</c:v>
                </c:pt>
                <c:pt idx="5365">
                  <c:v>3.19625</c:v>
                </c:pt>
                <c:pt idx="5366">
                  <c:v>3.19625</c:v>
                </c:pt>
                <c:pt idx="5367">
                  <c:v>3.20689</c:v>
                </c:pt>
                <c:pt idx="5368">
                  <c:v>3.2608100000000002</c:v>
                </c:pt>
                <c:pt idx="5369">
                  <c:v>3.3679999999999999</c:v>
                </c:pt>
                <c:pt idx="5370">
                  <c:v>3.3679999999999999</c:v>
                </c:pt>
                <c:pt idx="5371">
                  <c:v>3.3392499999999998</c:v>
                </c:pt>
                <c:pt idx="5372">
                  <c:v>3.4256899999999999</c:v>
                </c:pt>
                <c:pt idx="5373">
                  <c:v>3.4619200000000001</c:v>
                </c:pt>
                <c:pt idx="5374">
                  <c:v>3.3845200000000002</c:v>
                </c:pt>
                <c:pt idx="5375">
                  <c:v>3.16554</c:v>
                </c:pt>
                <c:pt idx="5376">
                  <c:v>3.1824599999999998</c:v>
                </c:pt>
                <c:pt idx="5377">
                  <c:v>3.1158700000000001</c:v>
                </c:pt>
                <c:pt idx="5378">
                  <c:v>3.1140500000000002</c:v>
                </c:pt>
                <c:pt idx="5379">
                  <c:v>3.1936300000000002</c:v>
                </c:pt>
                <c:pt idx="5380">
                  <c:v>3.2785700000000002</c:v>
                </c:pt>
                <c:pt idx="5381">
                  <c:v>3.2829600000000001</c:v>
                </c:pt>
                <c:pt idx="5382">
                  <c:v>3.2164799999999998</c:v>
                </c:pt>
                <c:pt idx="5383">
                  <c:v>3.1259600000000001</c:v>
                </c:pt>
                <c:pt idx="5384">
                  <c:v>3.12439</c:v>
                </c:pt>
                <c:pt idx="5385">
                  <c:v>3.1602600000000001</c:v>
                </c:pt>
                <c:pt idx="5386">
                  <c:v>3.23434</c:v>
                </c:pt>
                <c:pt idx="5387">
                  <c:v>3.2176100000000001</c:v>
                </c:pt>
                <c:pt idx="5388">
                  <c:v>3.2082899999999999</c:v>
                </c:pt>
                <c:pt idx="5389">
                  <c:v>3.3</c:v>
                </c:pt>
                <c:pt idx="5390">
                  <c:v>3.32</c:v>
                </c:pt>
                <c:pt idx="5391">
                  <c:v>3.26</c:v>
                </c:pt>
                <c:pt idx="5392">
                  <c:v>3.31</c:v>
                </c:pt>
                <c:pt idx="5393">
                  <c:v>3.29</c:v>
                </c:pt>
                <c:pt idx="5394">
                  <c:v>3.26058</c:v>
                </c:pt>
                <c:pt idx="5395">
                  <c:v>3.2318500000000001</c:v>
                </c:pt>
                <c:pt idx="5396">
                  <c:v>3.2271200000000002</c:v>
                </c:pt>
                <c:pt idx="5397">
                  <c:v>3.1587499999999999</c:v>
                </c:pt>
                <c:pt idx="5398">
                  <c:v>3.0537200000000002</c:v>
                </c:pt>
                <c:pt idx="5399">
                  <c:v>3.0877599999999998</c:v>
                </c:pt>
                <c:pt idx="5400">
                  <c:v>3.1596299999999999</c:v>
                </c:pt>
                <c:pt idx="5401">
                  <c:v>3.1939000000000002</c:v>
                </c:pt>
                <c:pt idx="5402">
                  <c:v>3.1425100000000001</c:v>
                </c:pt>
                <c:pt idx="5403">
                  <c:v>3.2858800000000001</c:v>
                </c:pt>
                <c:pt idx="5404">
                  <c:v>3.2516500000000002</c:v>
                </c:pt>
                <c:pt idx="5405">
                  <c:v>3.2158199999999999</c:v>
                </c:pt>
                <c:pt idx="5406">
                  <c:v>3.2515800000000001</c:v>
                </c:pt>
                <c:pt idx="5407">
                  <c:v>3.2677700000000001</c:v>
                </c:pt>
                <c:pt idx="5408">
                  <c:v>3.2263999999999999</c:v>
                </c:pt>
                <c:pt idx="5409">
                  <c:v>3.3123</c:v>
                </c:pt>
                <c:pt idx="5410">
                  <c:v>3.29908</c:v>
                </c:pt>
                <c:pt idx="5411">
                  <c:v>3.3217500000000002</c:v>
                </c:pt>
                <c:pt idx="5412">
                  <c:v>3.2480799999999999</c:v>
                </c:pt>
                <c:pt idx="5413">
                  <c:v>3.2297500000000001</c:v>
                </c:pt>
                <c:pt idx="5414">
                  <c:v>3.2080000000000002</c:v>
                </c:pt>
                <c:pt idx="5415">
                  <c:v>3.2861899999999999</c:v>
                </c:pt>
                <c:pt idx="5416">
                  <c:v>3.2798600000000002</c:v>
                </c:pt>
                <c:pt idx="5417">
                  <c:v>3.2740999999999998</c:v>
                </c:pt>
                <c:pt idx="5418">
                  <c:v>3.2658</c:v>
                </c:pt>
                <c:pt idx="5419">
                  <c:v>3.2379600000000002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1B3-4C79-A6CD-8AA4F54CE6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63472816"/>
        <c:axId val="1763461776"/>
      </c:lineChart>
      <c:dateAx>
        <c:axId val="1763444016"/>
        <c:scaling>
          <c:orientation val="minMax"/>
          <c:min val="4530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/d/yyyy" sourceLinked="1"/>
        <c:majorTickMark val="none"/>
        <c:minorTickMark val="none"/>
        <c:tickLblPos val="nextTo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763457936"/>
        <c:crosses val="autoZero"/>
        <c:auto val="1"/>
        <c:lblOffset val="100"/>
        <c:baseTimeUnit val="days"/>
      </c:dateAx>
      <c:valAx>
        <c:axId val="1763457936"/>
        <c:scaling>
          <c:orientation val="minMax"/>
          <c:max val="12.5"/>
          <c:min val="8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763444016"/>
        <c:crosses val="autoZero"/>
        <c:crossBetween val="between"/>
        <c:majorUnit val="1"/>
      </c:valAx>
      <c:valAx>
        <c:axId val="1763461776"/>
        <c:scaling>
          <c:orientation val="minMax"/>
          <c:max val="3.7"/>
          <c:min val="2.7"/>
        </c:scaling>
        <c:delete val="0"/>
        <c:axPos val="r"/>
        <c:numFmt formatCode="0.0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763472816"/>
        <c:crosses val="max"/>
        <c:crossBetween val="between"/>
        <c:majorUnit val="0.2"/>
      </c:valAx>
      <c:dateAx>
        <c:axId val="1763472816"/>
        <c:scaling>
          <c:orientation val="minMax"/>
        </c:scaling>
        <c:delete val="1"/>
        <c:axPos val="b"/>
        <c:numFmt formatCode="m/d/yyyy" sourceLinked="1"/>
        <c:majorTickMark val="out"/>
        <c:minorTickMark val="none"/>
        <c:tickLblPos val="nextTo"/>
        <c:crossAx val="1763461776"/>
        <c:crosses val="autoZero"/>
        <c:auto val="1"/>
        <c:lblOffset val="100"/>
        <c:baseTimeUnit val="days"/>
      </c:date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4.631203703703704E-2"/>
          <c:y val="9.0571580227702272E-2"/>
          <c:w val="0.90804527915668154"/>
          <c:h val="0.79340134986774491"/>
        </c:manualLayout>
      </c:layout>
      <c:lineChart>
        <c:grouping val="standard"/>
        <c:varyColors val="0"/>
        <c:ser>
          <c:idx val="1"/>
          <c:order val="0"/>
          <c:tx>
            <c:strRef>
              <c:f>'Tasa Adquisición'!$C$4</c:f>
              <c:strCache>
                <c:ptCount val="1"/>
                <c:pt idx="0">
                  <c:v>No VIS Pesos</c:v>
                </c:pt>
              </c:strCache>
            </c:strRef>
          </c:tx>
          <c:spPr>
            <a:ln w="28575" cap="rnd">
              <a:solidFill>
                <a:srgbClr val="03989E"/>
              </a:solidFill>
              <a:round/>
            </a:ln>
            <a:effectLst/>
          </c:spPr>
          <c:marker>
            <c:symbol val="none"/>
          </c:marker>
          <c:dLbls>
            <c:dLbl>
              <c:idx val="265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B47A-4726-B9EB-D79BECB8DE5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'Tasa Adquisición'!$A$5:$A$270</c:f>
              <c:numCache>
                <c:formatCode>mmm\-yy</c:formatCode>
                <c:ptCount val="266"/>
                <c:pt idx="0">
                  <c:v>37622</c:v>
                </c:pt>
                <c:pt idx="1">
                  <c:v>37653</c:v>
                </c:pt>
                <c:pt idx="2">
                  <c:v>37681</c:v>
                </c:pt>
                <c:pt idx="3">
                  <c:v>37712</c:v>
                </c:pt>
                <c:pt idx="4">
                  <c:v>37742</c:v>
                </c:pt>
                <c:pt idx="5">
                  <c:v>37773</c:v>
                </c:pt>
                <c:pt idx="6">
                  <c:v>37803</c:v>
                </c:pt>
                <c:pt idx="7">
                  <c:v>37834</c:v>
                </c:pt>
                <c:pt idx="8">
                  <c:v>37865</c:v>
                </c:pt>
                <c:pt idx="9">
                  <c:v>37895</c:v>
                </c:pt>
                <c:pt idx="10">
                  <c:v>37926</c:v>
                </c:pt>
                <c:pt idx="11">
                  <c:v>37956</c:v>
                </c:pt>
                <c:pt idx="12">
                  <c:v>37987</c:v>
                </c:pt>
                <c:pt idx="13">
                  <c:v>38018</c:v>
                </c:pt>
                <c:pt idx="14">
                  <c:v>38047</c:v>
                </c:pt>
                <c:pt idx="15">
                  <c:v>38078</c:v>
                </c:pt>
                <c:pt idx="16">
                  <c:v>38108</c:v>
                </c:pt>
                <c:pt idx="17">
                  <c:v>38139</c:v>
                </c:pt>
                <c:pt idx="18">
                  <c:v>38169</c:v>
                </c:pt>
                <c:pt idx="19">
                  <c:v>38200</c:v>
                </c:pt>
                <c:pt idx="20">
                  <c:v>38231</c:v>
                </c:pt>
                <c:pt idx="21">
                  <c:v>38261</c:v>
                </c:pt>
                <c:pt idx="22">
                  <c:v>38292</c:v>
                </c:pt>
                <c:pt idx="23">
                  <c:v>38322</c:v>
                </c:pt>
                <c:pt idx="24">
                  <c:v>38353</c:v>
                </c:pt>
                <c:pt idx="25">
                  <c:v>38384</c:v>
                </c:pt>
                <c:pt idx="26">
                  <c:v>38412</c:v>
                </c:pt>
                <c:pt idx="27">
                  <c:v>38443</c:v>
                </c:pt>
                <c:pt idx="28">
                  <c:v>38473</c:v>
                </c:pt>
                <c:pt idx="29">
                  <c:v>38504</c:v>
                </c:pt>
                <c:pt idx="30">
                  <c:v>38534</c:v>
                </c:pt>
                <c:pt idx="31">
                  <c:v>38565</c:v>
                </c:pt>
                <c:pt idx="32">
                  <c:v>38596</c:v>
                </c:pt>
                <c:pt idx="33">
                  <c:v>38626</c:v>
                </c:pt>
                <c:pt idx="34">
                  <c:v>38657</c:v>
                </c:pt>
                <c:pt idx="35">
                  <c:v>38687</c:v>
                </c:pt>
                <c:pt idx="36">
                  <c:v>38718</c:v>
                </c:pt>
                <c:pt idx="37">
                  <c:v>38749</c:v>
                </c:pt>
                <c:pt idx="38">
                  <c:v>38777</c:v>
                </c:pt>
                <c:pt idx="39">
                  <c:v>38808</c:v>
                </c:pt>
                <c:pt idx="40">
                  <c:v>38838</c:v>
                </c:pt>
                <c:pt idx="41">
                  <c:v>38869</c:v>
                </c:pt>
                <c:pt idx="42">
                  <c:v>38899</c:v>
                </c:pt>
                <c:pt idx="43">
                  <c:v>38930</c:v>
                </c:pt>
                <c:pt idx="44">
                  <c:v>38961</c:v>
                </c:pt>
                <c:pt idx="45">
                  <c:v>38991</c:v>
                </c:pt>
                <c:pt idx="46">
                  <c:v>39022</c:v>
                </c:pt>
                <c:pt idx="47">
                  <c:v>39052</c:v>
                </c:pt>
                <c:pt idx="48">
                  <c:v>39083</c:v>
                </c:pt>
                <c:pt idx="49">
                  <c:v>39114</c:v>
                </c:pt>
                <c:pt idx="50">
                  <c:v>39142</c:v>
                </c:pt>
                <c:pt idx="51">
                  <c:v>39173</c:v>
                </c:pt>
                <c:pt idx="52">
                  <c:v>39203</c:v>
                </c:pt>
                <c:pt idx="53">
                  <c:v>39234</c:v>
                </c:pt>
                <c:pt idx="54">
                  <c:v>39264</c:v>
                </c:pt>
                <c:pt idx="55">
                  <c:v>39295</c:v>
                </c:pt>
                <c:pt idx="56">
                  <c:v>39326</c:v>
                </c:pt>
                <c:pt idx="57">
                  <c:v>39356</c:v>
                </c:pt>
                <c:pt idx="58">
                  <c:v>39387</c:v>
                </c:pt>
                <c:pt idx="59">
                  <c:v>39417</c:v>
                </c:pt>
                <c:pt idx="60">
                  <c:v>39448</c:v>
                </c:pt>
                <c:pt idx="61">
                  <c:v>39479</c:v>
                </c:pt>
                <c:pt idx="62">
                  <c:v>39508</c:v>
                </c:pt>
                <c:pt idx="63">
                  <c:v>39539</c:v>
                </c:pt>
                <c:pt idx="64">
                  <c:v>39569</c:v>
                </c:pt>
                <c:pt idx="65">
                  <c:v>39600</c:v>
                </c:pt>
                <c:pt idx="66">
                  <c:v>39630</c:v>
                </c:pt>
                <c:pt idx="67">
                  <c:v>39661</c:v>
                </c:pt>
                <c:pt idx="68">
                  <c:v>39692</c:v>
                </c:pt>
                <c:pt idx="69">
                  <c:v>39722</c:v>
                </c:pt>
                <c:pt idx="70">
                  <c:v>39753</c:v>
                </c:pt>
                <c:pt idx="71">
                  <c:v>39783</c:v>
                </c:pt>
                <c:pt idx="72">
                  <c:v>39814</c:v>
                </c:pt>
                <c:pt idx="73">
                  <c:v>39845</c:v>
                </c:pt>
                <c:pt idx="74">
                  <c:v>39873</c:v>
                </c:pt>
                <c:pt idx="75">
                  <c:v>39904</c:v>
                </c:pt>
                <c:pt idx="76">
                  <c:v>39934</c:v>
                </c:pt>
                <c:pt idx="77">
                  <c:v>39965</c:v>
                </c:pt>
                <c:pt idx="78">
                  <c:v>39995</c:v>
                </c:pt>
                <c:pt idx="79">
                  <c:v>40026</c:v>
                </c:pt>
                <c:pt idx="80">
                  <c:v>40057</c:v>
                </c:pt>
                <c:pt idx="81">
                  <c:v>40087</c:v>
                </c:pt>
                <c:pt idx="82">
                  <c:v>40118</c:v>
                </c:pt>
                <c:pt idx="83">
                  <c:v>40148</c:v>
                </c:pt>
                <c:pt idx="84">
                  <c:v>40179</c:v>
                </c:pt>
                <c:pt idx="85">
                  <c:v>40210</c:v>
                </c:pt>
                <c:pt idx="86">
                  <c:v>40238</c:v>
                </c:pt>
                <c:pt idx="87">
                  <c:v>40269</c:v>
                </c:pt>
                <c:pt idx="88">
                  <c:v>40299</c:v>
                </c:pt>
                <c:pt idx="89">
                  <c:v>40330</c:v>
                </c:pt>
                <c:pt idx="90">
                  <c:v>40360</c:v>
                </c:pt>
                <c:pt idx="91">
                  <c:v>40391</c:v>
                </c:pt>
                <c:pt idx="92">
                  <c:v>40422</c:v>
                </c:pt>
                <c:pt idx="93">
                  <c:v>40452</c:v>
                </c:pt>
                <c:pt idx="94">
                  <c:v>40483</c:v>
                </c:pt>
                <c:pt idx="95">
                  <c:v>40513</c:v>
                </c:pt>
                <c:pt idx="96">
                  <c:v>40544</c:v>
                </c:pt>
                <c:pt idx="97">
                  <c:v>40575</c:v>
                </c:pt>
                <c:pt idx="98">
                  <c:v>40603</c:v>
                </c:pt>
                <c:pt idx="99">
                  <c:v>40634</c:v>
                </c:pt>
                <c:pt idx="100">
                  <c:v>40664</c:v>
                </c:pt>
                <c:pt idx="101">
                  <c:v>40695</c:v>
                </c:pt>
                <c:pt idx="102">
                  <c:v>40725</c:v>
                </c:pt>
                <c:pt idx="103">
                  <c:v>40756</c:v>
                </c:pt>
                <c:pt idx="104">
                  <c:v>40787</c:v>
                </c:pt>
                <c:pt idx="105">
                  <c:v>40817</c:v>
                </c:pt>
                <c:pt idx="106">
                  <c:v>40848</c:v>
                </c:pt>
                <c:pt idx="107">
                  <c:v>40878</c:v>
                </c:pt>
                <c:pt idx="108">
                  <c:v>40909</c:v>
                </c:pt>
                <c:pt idx="109">
                  <c:v>40940</c:v>
                </c:pt>
                <c:pt idx="110">
                  <c:v>40969</c:v>
                </c:pt>
                <c:pt idx="111">
                  <c:v>41000</c:v>
                </c:pt>
                <c:pt idx="112">
                  <c:v>41030</c:v>
                </c:pt>
                <c:pt idx="113">
                  <c:v>41061</c:v>
                </c:pt>
                <c:pt idx="114">
                  <c:v>41091</c:v>
                </c:pt>
                <c:pt idx="115">
                  <c:v>41122</c:v>
                </c:pt>
                <c:pt idx="116">
                  <c:v>41153</c:v>
                </c:pt>
                <c:pt idx="117">
                  <c:v>41183</c:v>
                </c:pt>
                <c:pt idx="118">
                  <c:v>41214</c:v>
                </c:pt>
                <c:pt idx="119">
                  <c:v>41244</c:v>
                </c:pt>
                <c:pt idx="120">
                  <c:v>41275</c:v>
                </c:pt>
                <c:pt idx="121">
                  <c:v>41306</c:v>
                </c:pt>
                <c:pt idx="122">
                  <c:v>41334</c:v>
                </c:pt>
                <c:pt idx="123">
                  <c:v>41365</c:v>
                </c:pt>
                <c:pt idx="124">
                  <c:v>41395</c:v>
                </c:pt>
                <c:pt idx="125">
                  <c:v>41426</c:v>
                </c:pt>
                <c:pt idx="126">
                  <c:v>41456</c:v>
                </c:pt>
                <c:pt idx="127">
                  <c:v>41487</c:v>
                </c:pt>
                <c:pt idx="128">
                  <c:v>41518</c:v>
                </c:pt>
                <c:pt idx="129">
                  <c:v>41548</c:v>
                </c:pt>
                <c:pt idx="130">
                  <c:v>41579</c:v>
                </c:pt>
                <c:pt idx="131">
                  <c:v>41609</c:v>
                </c:pt>
                <c:pt idx="132">
                  <c:v>41640</c:v>
                </c:pt>
                <c:pt idx="133">
                  <c:v>41671</c:v>
                </c:pt>
                <c:pt idx="134">
                  <c:v>41699</c:v>
                </c:pt>
                <c:pt idx="135">
                  <c:v>41730</c:v>
                </c:pt>
                <c:pt idx="136">
                  <c:v>41760</c:v>
                </c:pt>
                <c:pt idx="137">
                  <c:v>41791</c:v>
                </c:pt>
                <c:pt idx="138">
                  <c:v>41821</c:v>
                </c:pt>
                <c:pt idx="139">
                  <c:v>41852</c:v>
                </c:pt>
                <c:pt idx="140">
                  <c:v>41883</c:v>
                </c:pt>
                <c:pt idx="141">
                  <c:v>41913</c:v>
                </c:pt>
                <c:pt idx="142">
                  <c:v>41944</c:v>
                </c:pt>
                <c:pt idx="143">
                  <c:v>41974</c:v>
                </c:pt>
                <c:pt idx="144">
                  <c:v>42005</c:v>
                </c:pt>
                <c:pt idx="145">
                  <c:v>42036</c:v>
                </c:pt>
                <c:pt idx="146">
                  <c:v>42064</c:v>
                </c:pt>
                <c:pt idx="147">
                  <c:v>42095</c:v>
                </c:pt>
                <c:pt idx="148">
                  <c:v>42125</c:v>
                </c:pt>
                <c:pt idx="149">
                  <c:v>42156</c:v>
                </c:pt>
                <c:pt idx="150">
                  <c:v>42186</c:v>
                </c:pt>
                <c:pt idx="151">
                  <c:v>42217</c:v>
                </c:pt>
                <c:pt idx="152">
                  <c:v>42248</c:v>
                </c:pt>
                <c:pt idx="153">
                  <c:v>42278</c:v>
                </c:pt>
                <c:pt idx="154">
                  <c:v>42309</c:v>
                </c:pt>
                <c:pt idx="155">
                  <c:v>42339</c:v>
                </c:pt>
                <c:pt idx="156">
                  <c:v>42370</c:v>
                </c:pt>
                <c:pt idx="157">
                  <c:v>42401</c:v>
                </c:pt>
                <c:pt idx="158">
                  <c:v>42430</c:v>
                </c:pt>
                <c:pt idx="159">
                  <c:v>42461</c:v>
                </c:pt>
                <c:pt idx="160">
                  <c:v>42491</c:v>
                </c:pt>
                <c:pt idx="161">
                  <c:v>42522</c:v>
                </c:pt>
                <c:pt idx="162">
                  <c:v>42552</c:v>
                </c:pt>
                <c:pt idx="163">
                  <c:v>42583</c:v>
                </c:pt>
                <c:pt idx="164">
                  <c:v>42614</c:v>
                </c:pt>
                <c:pt idx="165">
                  <c:v>42644</c:v>
                </c:pt>
                <c:pt idx="166">
                  <c:v>42675</c:v>
                </c:pt>
                <c:pt idx="167">
                  <c:v>42705</c:v>
                </c:pt>
                <c:pt idx="168">
                  <c:v>42736</c:v>
                </c:pt>
                <c:pt idx="169">
                  <c:v>42767</c:v>
                </c:pt>
                <c:pt idx="170">
                  <c:v>42795</c:v>
                </c:pt>
                <c:pt idx="171">
                  <c:v>42826</c:v>
                </c:pt>
                <c:pt idx="172">
                  <c:v>42856</c:v>
                </c:pt>
                <c:pt idx="173">
                  <c:v>42887</c:v>
                </c:pt>
                <c:pt idx="174">
                  <c:v>42917</c:v>
                </c:pt>
                <c:pt idx="175">
                  <c:v>42948</c:v>
                </c:pt>
                <c:pt idx="176">
                  <c:v>42979</c:v>
                </c:pt>
                <c:pt idx="177">
                  <c:v>43009</c:v>
                </c:pt>
                <c:pt idx="178">
                  <c:v>43040</c:v>
                </c:pt>
                <c:pt idx="179">
                  <c:v>43070</c:v>
                </c:pt>
                <c:pt idx="180">
                  <c:v>43101</c:v>
                </c:pt>
                <c:pt idx="181">
                  <c:v>43132</c:v>
                </c:pt>
                <c:pt idx="182">
                  <c:v>43160</c:v>
                </c:pt>
                <c:pt idx="183">
                  <c:v>43191</c:v>
                </c:pt>
                <c:pt idx="184">
                  <c:v>43221</c:v>
                </c:pt>
                <c:pt idx="185">
                  <c:v>43252</c:v>
                </c:pt>
                <c:pt idx="186">
                  <c:v>43282</c:v>
                </c:pt>
                <c:pt idx="187">
                  <c:v>43313</c:v>
                </c:pt>
                <c:pt idx="188">
                  <c:v>43344</c:v>
                </c:pt>
                <c:pt idx="189">
                  <c:v>43374</c:v>
                </c:pt>
                <c:pt idx="190">
                  <c:v>43405</c:v>
                </c:pt>
                <c:pt idx="191">
                  <c:v>43435</c:v>
                </c:pt>
                <c:pt idx="192">
                  <c:v>43466</c:v>
                </c:pt>
                <c:pt idx="193">
                  <c:v>43497</c:v>
                </c:pt>
                <c:pt idx="194">
                  <c:v>43525</c:v>
                </c:pt>
                <c:pt idx="195">
                  <c:v>43556</c:v>
                </c:pt>
                <c:pt idx="196">
                  <c:v>43586</c:v>
                </c:pt>
                <c:pt idx="197">
                  <c:v>43617</c:v>
                </c:pt>
                <c:pt idx="198">
                  <c:v>43647</c:v>
                </c:pt>
                <c:pt idx="199">
                  <c:v>43678</c:v>
                </c:pt>
                <c:pt idx="200">
                  <c:v>43709</c:v>
                </c:pt>
                <c:pt idx="201">
                  <c:v>43739</c:v>
                </c:pt>
                <c:pt idx="202">
                  <c:v>43770</c:v>
                </c:pt>
                <c:pt idx="203">
                  <c:v>43800</c:v>
                </c:pt>
                <c:pt idx="204">
                  <c:v>43831</c:v>
                </c:pt>
                <c:pt idx="205">
                  <c:v>43862</c:v>
                </c:pt>
                <c:pt idx="206">
                  <c:v>43891</c:v>
                </c:pt>
                <c:pt idx="207">
                  <c:v>43922</c:v>
                </c:pt>
                <c:pt idx="208">
                  <c:v>43952</c:v>
                </c:pt>
                <c:pt idx="209">
                  <c:v>43983</c:v>
                </c:pt>
                <c:pt idx="210">
                  <c:v>44013</c:v>
                </c:pt>
                <c:pt idx="211">
                  <c:v>44044</c:v>
                </c:pt>
                <c:pt idx="212">
                  <c:v>44075</c:v>
                </c:pt>
                <c:pt idx="213">
                  <c:v>44105</c:v>
                </c:pt>
                <c:pt idx="214">
                  <c:v>44136</c:v>
                </c:pt>
                <c:pt idx="215">
                  <c:v>44166</c:v>
                </c:pt>
                <c:pt idx="216">
                  <c:v>44197</c:v>
                </c:pt>
                <c:pt idx="217">
                  <c:v>44228</c:v>
                </c:pt>
                <c:pt idx="218">
                  <c:v>44256</c:v>
                </c:pt>
                <c:pt idx="219">
                  <c:v>44287</c:v>
                </c:pt>
                <c:pt idx="220">
                  <c:v>44317</c:v>
                </c:pt>
                <c:pt idx="221">
                  <c:v>44348</c:v>
                </c:pt>
                <c:pt idx="222">
                  <c:v>44378</c:v>
                </c:pt>
                <c:pt idx="223">
                  <c:v>44409</c:v>
                </c:pt>
                <c:pt idx="224">
                  <c:v>44440</c:v>
                </c:pt>
                <c:pt idx="225">
                  <c:v>44470</c:v>
                </c:pt>
                <c:pt idx="226">
                  <c:v>44501</c:v>
                </c:pt>
                <c:pt idx="227">
                  <c:v>44531</c:v>
                </c:pt>
                <c:pt idx="228">
                  <c:v>44562</c:v>
                </c:pt>
                <c:pt idx="229">
                  <c:v>44593</c:v>
                </c:pt>
                <c:pt idx="230">
                  <c:v>44621</c:v>
                </c:pt>
                <c:pt idx="231">
                  <c:v>44652</c:v>
                </c:pt>
                <c:pt idx="232">
                  <c:v>44682</c:v>
                </c:pt>
                <c:pt idx="233">
                  <c:v>44713</c:v>
                </c:pt>
                <c:pt idx="234">
                  <c:v>44743</c:v>
                </c:pt>
                <c:pt idx="235">
                  <c:v>44774</c:v>
                </c:pt>
                <c:pt idx="236">
                  <c:v>44805</c:v>
                </c:pt>
                <c:pt idx="237">
                  <c:v>44835</c:v>
                </c:pt>
                <c:pt idx="238">
                  <c:v>44866</c:v>
                </c:pt>
                <c:pt idx="239">
                  <c:v>44896</c:v>
                </c:pt>
                <c:pt idx="240">
                  <c:v>44927</c:v>
                </c:pt>
                <c:pt idx="241">
                  <c:v>44958</c:v>
                </c:pt>
                <c:pt idx="242">
                  <c:v>44986</c:v>
                </c:pt>
                <c:pt idx="243">
                  <c:v>45017</c:v>
                </c:pt>
                <c:pt idx="244">
                  <c:v>45047</c:v>
                </c:pt>
                <c:pt idx="245">
                  <c:v>45078</c:v>
                </c:pt>
                <c:pt idx="246">
                  <c:v>45108</c:v>
                </c:pt>
                <c:pt idx="247">
                  <c:v>45139</c:v>
                </c:pt>
                <c:pt idx="248">
                  <c:v>45170</c:v>
                </c:pt>
                <c:pt idx="249">
                  <c:v>45200</c:v>
                </c:pt>
                <c:pt idx="250">
                  <c:v>45231</c:v>
                </c:pt>
                <c:pt idx="251">
                  <c:v>45261</c:v>
                </c:pt>
                <c:pt idx="252">
                  <c:v>45292</c:v>
                </c:pt>
                <c:pt idx="253">
                  <c:v>45323</c:v>
                </c:pt>
                <c:pt idx="254">
                  <c:v>45352</c:v>
                </c:pt>
                <c:pt idx="255">
                  <c:v>45383</c:v>
                </c:pt>
                <c:pt idx="256">
                  <c:v>45413</c:v>
                </c:pt>
                <c:pt idx="257">
                  <c:v>45444</c:v>
                </c:pt>
                <c:pt idx="258">
                  <c:v>45474</c:v>
                </c:pt>
                <c:pt idx="259">
                  <c:v>45505</c:v>
                </c:pt>
                <c:pt idx="260">
                  <c:v>45536</c:v>
                </c:pt>
                <c:pt idx="261">
                  <c:v>45566</c:v>
                </c:pt>
                <c:pt idx="262">
                  <c:v>45597</c:v>
                </c:pt>
                <c:pt idx="263">
                  <c:v>45627</c:v>
                </c:pt>
                <c:pt idx="264">
                  <c:v>45658</c:v>
                </c:pt>
                <c:pt idx="265">
                  <c:v>45689</c:v>
                </c:pt>
              </c:numCache>
            </c:numRef>
          </c:cat>
          <c:val>
            <c:numRef>
              <c:f>'Tasa Adquisición'!$C$5:$C$270</c:f>
              <c:numCache>
                <c:formatCode>0.00%</c:formatCode>
                <c:ptCount val="266"/>
                <c:pt idx="0">
                  <c:v>0.16080000000000003</c:v>
                </c:pt>
                <c:pt idx="1">
                  <c:v>0.16079999999999997</c:v>
                </c:pt>
                <c:pt idx="2">
                  <c:v>0.16079999999999997</c:v>
                </c:pt>
                <c:pt idx="3">
                  <c:v>0.16124357323746985</c:v>
                </c:pt>
                <c:pt idx="4">
                  <c:v>0.16079999999999994</c:v>
                </c:pt>
                <c:pt idx="5">
                  <c:v>0.16079999999999997</c:v>
                </c:pt>
                <c:pt idx="6">
                  <c:v>0.17532173493512079</c:v>
                </c:pt>
                <c:pt idx="7">
                  <c:v>0.18884584572214844</c:v>
                </c:pt>
                <c:pt idx="8">
                  <c:v>0.1991157214943475</c:v>
                </c:pt>
                <c:pt idx="9">
                  <c:v>0.19886871330289715</c:v>
                </c:pt>
                <c:pt idx="10">
                  <c:v>0.20188482385155762</c:v>
                </c:pt>
                <c:pt idx="11">
                  <c:v>0.19444300962857272</c:v>
                </c:pt>
                <c:pt idx="12">
                  <c:v>0.19056687363496722</c:v>
                </c:pt>
                <c:pt idx="13">
                  <c:v>0.19916266645052652</c:v>
                </c:pt>
                <c:pt idx="14">
                  <c:v>0.20131767854237576</c:v>
                </c:pt>
                <c:pt idx="15">
                  <c:v>0.20179419836056589</c:v>
                </c:pt>
                <c:pt idx="16">
                  <c:v>0.1991053888563255</c:v>
                </c:pt>
                <c:pt idx="17">
                  <c:v>0.19457024842780538</c:v>
                </c:pt>
                <c:pt idx="18">
                  <c:v>0.19190187181784904</c:v>
                </c:pt>
                <c:pt idx="19">
                  <c:v>0.18986593738742757</c:v>
                </c:pt>
                <c:pt idx="20">
                  <c:v>0.19119074869977859</c:v>
                </c:pt>
                <c:pt idx="21">
                  <c:v>0.19065283926428381</c:v>
                </c:pt>
                <c:pt idx="22">
                  <c:v>0.19067591422353122</c:v>
                </c:pt>
                <c:pt idx="23">
                  <c:v>0.19032473702337593</c:v>
                </c:pt>
                <c:pt idx="24">
                  <c:v>0.18915400022283635</c:v>
                </c:pt>
                <c:pt idx="25">
                  <c:v>0.18963374913577014</c:v>
                </c:pt>
                <c:pt idx="26">
                  <c:v>0.18602475463415771</c:v>
                </c:pt>
                <c:pt idx="27">
                  <c:v>0.18802391806953048</c:v>
                </c:pt>
                <c:pt idx="28">
                  <c:v>0.18698824321170501</c:v>
                </c:pt>
                <c:pt idx="29">
                  <c:v>0.18675671392830409</c:v>
                </c:pt>
                <c:pt idx="30">
                  <c:v>0.18601082496776711</c:v>
                </c:pt>
                <c:pt idx="31">
                  <c:v>0.18420032918961265</c:v>
                </c:pt>
                <c:pt idx="32">
                  <c:v>0.18463249154340913</c:v>
                </c:pt>
                <c:pt idx="33">
                  <c:v>0.18438968624569119</c:v>
                </c:pt>
                <c:pt idx="34">
                  <c:v>0.18415611845377317</c:v>
                </c:pt>
                <c:pt idx="35">
                  <c:v>0.18445642777264076</c:v>
                </c:pt>
                <c:pt idx="36">
                  <c:v>0.18149512697940776</c:v>
                </c:pt>
                <c:pt idx="37">
                  <c:v>0.17835929212563401</c:v>
                </c:pt>
                <c:pt idx="38">
                  <c:v>0.16780181628267762</c:v>
                </c:pt>
                <c:pt idx="39">
                  <c:v>0.15387056730159407</c:v>
                </c:pt>
                <c:pt idx="40">
                  <c:v>0.15324083658146714</c:v>
                </c:pt>
                <c:pt idx="41">
                  <c:v>0.15135672246150722</c:v>
                </c:pt>
                <c:pt idx="42">
                  <c:v>0.14503211883192782</c:v>
                </c:pt>
                <c:pt idx="43">
                  <c:v>0.14332005768361167</c:v>
                </c:pt>
                <c:pt idx="44">
                  <c:v>0.14166788670481686</c:v>
                </c:pt>
                <c:pt idx="45">
                  <c:v>0.13881139191563505</c:v>
                </c:pt>
                <c:pt idx="46">
                  <c:v>0.14081627391104093</c:v>
                </c:pt>
                <c:pt idx="47">
                  <c:v>0.14084152807760003</c:v>
                </c:pt>
                <c:pt idx="48">
                  <c:v>0.13789431679089842</c:v>
                </c:pt>
                <c:pt idx="49">
                  <c:v>0.13989114880217232</c:v>
                </c:pt>
                <c:pt idx="50">
                  <c:v>0.14301327734597807</c:v>
                </c:pt>
                <c:pt idx="51">
                  <c:v>0.14265278336796322</c:v>
                </c:pt>
                <c:pt idx="52">
                  <c:v>0.14634649508899636</c:v>
                </c:pt>
                <c:pt idx="53">
                  <c:v>0.15472341804571305</c:v>
                </c:pt>
                <c:pt idx="54">
                  <c:v>0.15412607153696226</c:v>
                </c:pt>
                <c:pt idx="55">
                  <c:v>0.15849237908303673</c:v>
                </c:pt>
                <c:pt idx="56">
                  <c:v>0.15747495602089845</c:v>
                </c:pt>
                <c:pt idx="57">
                  <c:v>0.15651727568089274</c:v>
                </c:pt>
                <c:pt idx="58">
                  <c:v>0.15873204687118114</c:v>
                </c:pt>
                <c:pt idx="59">
                  <c:v>0.159113448031206</c:v>
                </c:pt>
                <c:pt idx="60">
                  <c:v>0.16004784922878987</c:v>
                </c:pt>
                <c:pt idx="61">
                  <c:v>0.16267634128476183</c:v>
                </c:pt>
                <c:pt idx="62">
                  <c:v>0.16328117758547075</c:v>
                </c:pt>
                <c:pt idx="63">
                  <c:v>0.16426486102918347</c:v>
                </c:pt>
                <c:pt idx="64">
                  <c:v>0.16690645389887135</c:v>
                </c:pt>
                <c:pt idx="65">
                  <c:v>0.16568176516674513</c:v>
                </c:pt>
                <c:pt idx="66">
                  <c:v>0.16482767072395763</c:v>
                </c:pt>
                <c:pt idx="67">
                  <c:v>0.1685720286534827</c:v>
                </c:pt>
                <c:pt idx="68">
                  <c:v>0.17010539158287366</c:v>
                </c:pt>
                <c:pt idx="69">
                  <c:v>0.17030577385484519</c:v>
                </c:pt>
                <c:pt idx="70">
                  <c:v>0.17119754734733433</c:v>
                </c:pt>
                <c:pt idx="71">
                  <c:v>0.17224717924648369</c:v>
                </c:pt>
                <c:pt idx="72">
                  <c:v>0.17244754582582028</c:v>
                </c:pt>
                <c:pt idx="73">
                  <c:v>0.16816688315207057</c:v>
                </c:pt>
                <c:pt idx="74">
                  <c:v>0.16328665975770762</c:v>
                </c:pt>
                <c:pt idx="75">
                  <c:v>0.16363164714200201</c:v>
                </c:pt>
                <c:pt idx="76">
                  <c:v>0.1580838961425646</c:v>
                </c:pt>
                <c:pt idx="77">
                  <c:v>0.14944862853854962</c:v>
                </c:pt>
                <c:pt idx="78">
                  <c:v>0.14695327334827107</c:v>
                </c:pt>
                <c:pt idx="79">
                  <c:v>0.14559818875287248</c:v>
                </c:pt>
                <c:pt idx="80">
                  <c:v>0.14512412308595909</c:v>
                </c:pt>
                <c:pt idx="81">
                  <c:v>0.14382620397705151</c:v>
                </c:pt>
                <c:pt idx="82">
                  <c:v>0.14283313354698823</c:v>
                </c:pt>
                <c:pt idx="83">
                  <c:v>0.14016522709448756</c:v>
                </c:pt>
                <c:pt idx="84">
                  <c:v>0.13777327573565168</c:v>
                </c:pt>
                <c:pt idx="85">
                  <c:v>0.13704077116573579</c:v>
                </c:pt>
                <c:pt idx="86">
                  <c:v>0.13654468751296112</c:v>
                </c:pt>
                <c:pt idx="87">
                  <c:v>0.13636777583736609</c:v>
                </c:pt>
                <c:pt idx="88">
                  <c:v>0.13374892219321616</c:v>
                </c:pt>
                <c:pt idx="89">
                  <c:v>0.13129302243199117</c:v>
                </c:pt>
                <c:pt idx="90">
                  <c:v>0.12988261025877507</c:v>
                </c:pt>
                <c:pt idx="91">
                  <c:v>0.12997274788360527</c:v>
                </c:pt>
                <c:pt idx="92">
                  <c:v>0.12920061814754108</c:v>
                </c:pt>
                <c:pt idx="93">
                  <c:v>0.12877663027216071</c:v>
                </c:pt>
                <c:pt idx="94">
                  <c:v>0.12807677922563537</c:v>
                </c:pt>
                <c:pt idx="95">
                  <c:v>0.12951193449526222</c:v>
                </c:pt>
                <c:pt idx="96">
                  <c:v>0.12871298775937615</c:v>
                </c:pt>
                <c:pt idx="97">
                  <c:v>0.12859907951243937</c:v>
                </c:pt>
                <c:pt idx="98">
                  <c:v>0.12910675893700774</c:v>
                </c:pt>
                <c:pt idx="99">
                  <c:v>0.1299949740469224</c:v>
                </c:pt>
                <c:pt idx="100">
                  <c:v>0.12821965974214636</c:v>
                </c:pt>
                <c:pt idx="101">
                  <c:v>0.12831149488770022</c:v>
                </c:pt>
                <c:pt idx="102">
                  <c:v>0.13067566577275602</c:v>
                </c:pt>
                <c:pt idx="103">
                  <c:v>0.1302436626267168</c:v>
                </c:pt>
                <c:pt idx="104">
                  <c:v>0.13266176842056376</c:v>
                </c:pt>
                <c:pt idx="105">
                  <c:v>0.13375698555259488</c:v>
                </c:pt>
                <c:pt idx="106">
                  <c:v>0.13206576178736693</c:v>
                </c:pt>
                <c:pt idx="107">
                  <c:v>0.13023567855858656</c:v>
                </c:pt>
                <c:pt idx="108">
                  <c:v>0.13471157994330782</c:v>
                </c:pt>
                <c:pt idx="109">
                  <c:v>0.13511469877792887</c:v>
                </c:pt>
                <c:pt idx="110">
                  <c:v>0.13558500163308443</c:v>
                </c:pt>
                <c:pt idx="111">
                  <c:v>0.13421848411368875</c:v>
                </c:pt>
                <c:pt idx="112">
                  <c:v>0.13425637498380044</c:v>
                </c:pt>
                <c:pt idx="113">
                  <c:v>0.13205995089201339</c:v>
                </c:pt>
                <c:pt idx="114">
                  <c:v>0.13064200509516516</c:v>
                </c:pt>
                <c:pt idx="115">
                  <c:v>0.13248317695661835</c:v>
                </c:pt>
                <c:pt idx="116">
                  <c:v>0.13228923623558911</c:v>
                </c:pt>
                <c:pt idx="117">
                  <c:v>0.12956581039462661</c:v>
                </c:pt>
                <c:pt idx="118">
                  <c:v>0.13090816711634928</c:v>
                </c:pt>
                <c:pt idx="119">
                  <c:v>0.12909480810503152</c:v>
                </c:pt>
                <c:pt idx="120">
                  <c:v>0.12497033649873789</c:v>
                </c:pt>
                <c:pt idx="121">
                  <c:v>0.12565651759599258</c:v>
                </c:pt>
                <c:pt idx="122">
                  <c:v>0.12399147192524969</c:v>
                </c:pt>
                <c:pt idx="123">
                  <c:v>0.12023539814463886</c:v>
                </c:pt>
                <c:pt idx="124">
                  <c:v>0.11090778767038577</c:v>
                </c:pt>
                <c:pt idx="125">
                  <c:v>0.10817424587073171</c:v>
                </c:pt>
                <c:pt idx="126">
                  <c:v>0.10765404247259225</c:v>
                </c:pt>
                <c:pt idx="127">
                  <c:v>0.10829468754846577</c:v>
                </c:pt>
                <c:pt idx="128">
                  <c:v>0.10821773980337408</c:v>
                </c:pt>
                <c:pt idx="129">
                  <c:v>0.10828826839614508</c:v>
                </c:pt>
                <c:pt idx="130">
                  <c:v>0.10803308832701865</c:v>
                </c:pt>
                <c:pt idx="131">
                  <c:v>0.10811093863176099</c:v>
                </c:pt>
                <c:pt idx="132">
                  <c:v>0.10946005369241585</c:v>
                </c:pt>
                <c:pt idx="133">
                  <c:v>0.11005023742875789</c:v>
                </c:pt>
                <c:pt idx="134">
                  <c:v>0.11034535044238496</c:v>
                </c:pt>
                <c:pt idx="135">
                  <c:v>0.11151848246337619</c:v>
                </c:pt>
                <c:pt idx="136">
                  <c:v>0.11146556282957355</c:v>
                </c:pt>
                <c:pt idx="137">
                  <c:v>0.11265562081238033</c:v>
                </c:pt>
                <c:pt idx="138">
                  <c:v>0.11272829338823456</c:v>
                </c:pt>
                <c:pt idx="139">
                  <c:v>0.11373869311673285</c:v>
                </c:pt>
                <c:pt idx="140">
                  <c:v>0.11108564220476025</c:v>
                </c:pt>
                <c:pt idx="141">
                  <c:v>0.11208558096557115</c:v>
                </c:pt>
                <c:pt idx="142">
                  <c:v>0.11076965685287356</c:v>
                </c:pt>
                <c:pt idx="143">
                  <c:v>0.11089692739592212</c:v>
                </c:pt>
                <c:pt idx="144">
                  <c:v>0.10962723654929622</c:v>
                </c:pt>
                <c:pt idx="145">
                  <c:v>0.11050227132125742</c:v>
                </c:pt>
                <c:pt idx="146">
                  <c:v>0.11014594295579584</c:v>
                </c:pt>
                <c:pt idx="147">
                  <c:v>0.10957970276898896</c:v>
                </c:pt>
                <c:pt idx="148">
                  <c:v>0.10992928773806891</c:v>
                </c:pt>
                <c:pt idx="149">
                  <c:v>0.10954942225550461</c:v>
                </c:pt>
                <c:pt idx="150">
                  <c:v>0.10811564282834564</c:v>
                </c:pt>
                <c:pt idx="151">
                  <c:v>0.10775124623647185</c:v>
                </c:pt>
                <c:pt idx="152">
                  <c:v>0.10723438840235594</c:v>
                </c:pt>
                <c:pt idx="153">
                  <c:v>0.10788701979180899</c:v>
                </c:pt>
                <c:pt idx="154">
                  <c:v>0.10940388867555831</c:v>
                </c:pt>
                <c:pt idx="155">
                  <c:v>0.11058685149489747</c:v>
                </c:pt>
                <c:pt idx="156">
                  <c:v>0.11219728951507893</c:v>
                </c:pt>
                <c:pt idx="157">
                  <c:v>0.1152804774899093</c:v>
                </c:pt>
                <c:pt idx="158">
                  <c:v>0.11665608922697411</c:v>
                </c:pt>
                <c:pt idx="159">
                  <c:v>0.11835437901217306</c:v>
                </c:pt>
                <c:pt idx="160">
                  <c:v>0.12074003702594764</c:v>
                </c:pt>
                <c:pt idx="161">
                  <c:v>0.12141292432369237</c:v>
                </c:pt>
                <c:pt idx="162">
                  <c:v>0.12271301157385894</c:v>
                </c:pt>
                <c:pt idx="163">
                  <c:v>0.12280901635136797</c:v>
                </c:pt>
                <c:pt idx="164">
                  <c:v>0.12409959700202906</c:v>
                </c:pt>
                <c:pt idx="165">
                  <c:v>0.12374986802034521</c:v>
                </c:pt>
                <c:pt idx="166">
                  <c:v>0.12432536770710741</c:v>
                </c:pt>
                <c:pt idx="167">
                  <c:v>0.12425461590946622</c:v>
                </c:pt>
                <c:pt idx="168">
                  <c:v>0.1228170985673764</c:v>
                </c:pt>
                <c:pt idx="169">
                  <c:v>0.12444675553193399</c:v>
                </c:pt>
                <c:pt idx="170">
                  <c:v>0.12302064735281931</c:v>
                </c:pt>
                <c:pt idx="171">
                  <c:v>0.12301714282518972</c:v>
                </c:pt>
                <c:pt idx="172">
                  <c:v>0.12315297535358281</c:v>
                </c:pt>
                <c:pt idx="173">
                  <c:v>0.12011325977200181</c:v>
                </c:pt>
                <c:pt idx="174">
                  <c:v>0.11506316219052078</c:v>
                </c:pt>
                <c:pt idx="175">
                  <c:v>0.11265547843028142</c:v>
                </c:pt>
                <c:pt idx="176">
                  <c:v>0.11066053031287491</c:v>
                </c:pt>
                <c:pt idx="177">
                  <c:v>0.10865715586385934</c:v>
                </c:pt>
                <c:pt idx="178">
                  <c:v>0.1086796255625644</c:v>
                </c:pt>
                <c:pt idx="179">
                  <c:v>0.10802988767794783</c:v>
                </c:pt>
                <c:pt idx="180">
                  <c:v>0.10683025514518558</c:v>
                </c:pt>
                <c:pt idx="181">
                  <c:v>0.10671466855949779</c:v>
                </c:pt>
                <c:pt idx="182">
                  <c:v>0.10777475582780449</c:v>
                </c:pt>
                <c:pt idx="183">
                  <c:v>0.106629698744876</c:v>
                </c:pt>
                <c:pt idx="184">
                  <c:v>0.106173974682718</c:v>
                </c:pt>
                <c:pt idx="185">
                  <c:v>0.10599585498039885</c:v>
                </c:pt>
                <c:pt idx="186">
                  <c:v>0.10584989852388478</c:v>
                </c:pt>
                <c:pt idx="187">
                  <c:v>0.10520693893547461</c:v>
                </c:pt>
                <c:pt idx="188">
                  <c:v>0.10496383871057859</c:v>
                </c:pt>
                <c:pt idx="189">
                  <c:v>0.10487789086042394</c:v>
                </c:pt>
                <c:pt idx="190">
                  <c:v>0.1045965944879875</c:v>
                </c:pt>
                <c:pt idx="191">
                  <c:v>0.10379679962585961</c:v>
                </c:pt>
                <c:pt idx="192">
                  <c:v>0.10360978662839698</c:v>
                </c:pt>
                <c:pt idx="193">
                  <c:v>0.10445389785641102</c:v>
                </c:pt>
                <c:pt idx="194">
                  <c:v>0.10429746134250163</c:v>
                </c:pt>
                <c:pt idx="195">
                  <c:v>0.1038299632000156</c:v>
                </c:pt>
                <c:pt idx="196">
                  <c:v>0.10492302515349806</c:v>
                </c:pt>
                <c:pt idx="197">
                  <c:v>0.10510155237089619</c:v>
                </c:pt>
                <c:pt idx="198">
                  <c:v>0.10471521907765252</c:v>
                </c:pt>
                <c:pt idx="199">
                  <c:v>0.10395480184938811</c:v>
                </c:pt>
                <c:pt idx="200">
                  <c:v>0.10336600747883137</c:v>
                </c:pt>
                <c:pt idx="201">
                  <c:v>0.1034028177243118</c:v>
                </c:pt>
                <c:pt idx="202">
                  <c:v>0.10371687585647438</c:v>
                </c:pt>
                <c:pt idx="203">
                  <c:v>0.10354492776948387</c:v>
                </c:pt>
                <c:pt idx="204">
                  <c:v>0.10345661456834947</c:v>
                </c:pt>
                <c:pt idx="205">
                  <c:v>0.10408050904011526</c:v>
                </c:pt>
                <c:pt idx="206">
                  <c:v>0.10392600270791519</c:v>
                </c:pt>
                <c:pt idx="207">
                  <c:v>0.10345812253187388</c:v>
                </c:pt>
                <c:pt idx="208">
                  <c:v>0.1034074182523515</c:v>
                </c:pt>
                <c:pt idx="209">
                  <c:v>0.10331697002201649</c:v>
                </c:pt>
                <c:pt idx="210">
                  <c:v>0.10339134572158536</c:v>
                </c:pt>
                <c:pt idx="211">
                  <c:v>0.10339424699734998</c:v>
                </c:pt>
                <c:pt idx="212">
                  <c:v>0.10167785155792373</c:v>
                </c:pt>
                <c:pt idx="213">
                  <c:v>9.8889362677962042E-2</c:v>
                </c:pt>
                <c:pt idx="214">
                  <c:v>9.7333216004265491E-2</c:v>
                </c:pt>
                <c:pt idx="215">
                  <c:v>9.5460562274889471E-2</c:v>
                </c:pt>
                <c:pt idx="216">
                  <c:v>9.4211418434866162E-2</c:v>
                </c:pt>
                <c:pt idx="217">
                  <c:v>9.3031942490914427E-2</c:v>
                </c:pt>
                <c:pt idx="218">
                  <c:v>9.1270723693112496E-2</c:v>
                </c:pt>
                <c:pt idx="219">
                  <c:v>9.0421865160786777E-2</c:v>
                </c:pt>
                <c:pt idx="220">
                  <c:v>8.9020560822284253E-2</c:v>
                </c:pt>
                <c:pt idx="221">
                  <c:v>8.9146915663530862E-2</c:v>
                </c:pt>
                <c:pt idx="222">
                  <c:v>8.8545897525657793E-2</c:v>
                </c:pt>
                <c:pt idx="223">
                  <c:v>8.9225611078666361E-2</c:v>
                </c:pt>
                <c:pt idx="224">
                  <c:v>8.9587125472039453E-2</c:v>
                </c:pt>
                <c:pt idx="225">
                  <c:v>9.010153738594448E-2</c:v>
                </c:pt>
                <c:pt idx="226">
                  <c:v>9.1676906025106628E-2</c:v>
                </c:pt>
                <c:pt idx="227">
                  <c:v>9.3153478048618149E-2</c:v>
                </c:pt>
                <c:pt idx="228">
                  <c:v>9.3509569277203913E-2</c:v>
                </c:pt>
                <c:pt idx="229">
                  <c:v>9.5855056902413333E-2</c:v>
                </c:pt>
                <c:pt idx="230">
                  <c:v>0.10072901544316532</c:v>
                </c:pt>
                <c:pt idx="231">
                  <c:v>0.10614689098310391</c:v>
                </c:pt>
                <c:pt idx="232">
                  <c:v>0.11351132078051993</c:v>
                </c:pt>
                <c:pt idx="233">
                  <c:v>0.1180058506697976</c:v>
                </c:pt>
                <c:pt idx="234">
                  <c:v>0.1239169822357661</c:v>
                </c:pt>
                <c:pt idx="235">
                  <c:v>0.13287114880824913</c:v>
                </c:pt>
                <c:pt idx="236">
                  <c:v>0.14356533768589996</c:v>
                </c:pt>
                <c:pt idx="237">
                  <c:v>0.15397860154586071</c:v>
                </c:pt>
                <c:pt idx="238">
                  <c:v>0.15825188197259832</c:v>
                </c:pt>
                <c:pt idx="239">
                  <c:v>0.1680382247053499</c:v>
                </c:pt>
                <c:pt idx="240">
                  <c:v>0.17300684057864033</c:v>
                </c:pt>
                <c:pt idx="241">
                  <c:v>0.1803254889322547</c:v>
                </c:pt>
                <c:pt idx="242">
                  <c:v>0.18043159276640897</c:v>
                </c:pt>
                <c:pt idx="243">
                  <c:v>0.17945563007519763</c:v>
                </c:pt>
                <c:pt idx="244">
                  <c:v>0.1761744200102337</c:v>
                </c:pt>
                <c:pt idx="245">
                  <c:v>0.17482351695816756</c:v>
                </c:pt>
                <c:pt idx="246">
                  <c:v>0.17238134405939898</c:v>
                </c:pt>
                <c:pt idx="247">
                  <c:v>0.17131189356466142</c:v>
                </c:pt>
                <c:pt idx="248">
                  <c:v>0.17146512350305737</c:v>
                </c:pt>
                <c:pt idx="249">
                  <c:v>0.16945266763923503</c:v>
                </c:pt>
                <c:pt idx="250">
                  <c:v>0.16830064560648561</c:v>
                </c:pt>
                <c:pt idx="251">
                  <c:v>0.1682611380714075</c:v>
                </c:pt>
                <c:pt idx="252">
                  <c:v>0.16662900251006935</c:v>
                </c:pt>
                <c:pt idx="253">
                  <c:v>0.1648712315511201</c:v>
                </c:pt>
                <c:pt idx="254">
                  <c:v>0.16002787801905224</c:v>
                </c:pt>
                <c:pt idx="255">
                  <c:v>0.15281347065062492</c:v>
                </c:pt>
                <c:pt idx="256">
                  <c:v>0.14795148528186403</c:v>
                </c:pt>
                <c:pt idx="257">
                  <c:v>0.14643837577220556</c:v>
                </c:pt>
                <c:pt idx="258">
                  <c:v>0.13776072448860427</c:v>
                </c:pt>
                <c:pt idx="259">
                  <c:v>0.12490015658652531</c:v>
                </c:pt>
                <c:pt idx="260">
                  <c:v>0.11785032956395294</c:v>
                </c:pt>
                <c:pt idx="261">
                  <c:v>0.11567547201149778</c:v>
                </c:pt>
                <c:pt idx="262">
                  <c:v>0.11492148185911295</c:v>
                </c:pt>
                <c:pt idx="263">
                  <c:v>0.11297628394300738</c:v>
                </c:pt>
                <c:pt idx="264">
                  <c:v>0.11270181254158249</c:v>
                </c:pt>
                <c:pt idx="265">
                  <c:v>0.1157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F135-44DA-BC70-A4284546EFA5}"/>
            </c:ext>
          </c:extLst>
        </c:ser>
        <c:ser>
          <c:idx val="2"/>
          <c:order val="1"/>
          <c:tx>
            <c:strRef>
              <c:f>'Tasa Adquisición'!$D$4</c:f>
              <c:strCache>
                <c:ptCount val="1"/>
                <c:pt idx="0">
                  <c:v>VIS Pesos</c:v>
                </c:pt>
              </c:strCache>
            </c:strRef>
          </c:tx>
          <c:spPr>
            <a:ln w="28575" cap="rnd">
              <a:solidFill>
                <a:srgbClr val="7030A0"/>
              </a:solidFill>
              <a:prstDash val="sysDash"/>
              <a:round/>
            </a:ln>
            <a:effectLst/>
          </c:spPr>
          <c:marker>
            <c:symbol val="none"/>
          </c:marker>
          <c:dLbls>
            <c:dLbl>
              <c:idx val="265"/>
              <c:layout>
                <c:manualLayout>
                  <c:x val="0"/>
                  <c:y val="3.740074813276028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47A-4726-B9EB-D79BECB8DE5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7030A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'Tasa Adquisición'!$A$5:$A$270</c:f>
              <c:numCache>
                <c:formatCode>mmm\-yy</c:formatCode>
                <c:ptCount val="266"/>
                <c:pt idx="0">
                  <c:v>37622</c:v>
                </c:pt>
                <c:pt idx="1">
                  <c:v>37653</c:v>
                </c:pt>
                <c:pt idx="2">
                  <c:v>37681</c:v>
                </c:pt>
                <c:pt idx="3">
                  <c:v>37712</c:v>
                </c:pt>
                <c:pt idx="4">
                  <c:v>37742</c:v>
                </c:pt>
                <c:pt idx="5">
                  <c:v>37773</c:v>
                </c:pt>
                <c:pt idx="6">
                  <c:v>37803</c:v>
                </c:pt>
                <c:pt idx="7">
                  <c:v>37834</c:v>
                </c:pt>
                <c:pt idx="8">
                  <c:v>37865</c:v>
                </c:pt>
                <c:pt idx="9">
                  <c:v>37895</c:v>
                </c:pt>
                <c:pt idx="10">
                  <c:v>37926</c:v>
                </c:pt>
                <c:pt idx="11">
                  <c:v>37956</c:v>
                </c:pt>
                <c:pt idx="12">
                  <c:v>37987</c:v>
                </c:pt>
                <c:pt idx="13">
                  <c:v>38018</c:v>
                </c:pt>
                <c:pt idx="14">
                  <c:v>38047</c:v>
                </c:pt>
                <c:pt idx="15">
                  <c:v>38078</c:v>
                </c:pt>
                <c:pt idx="16">
                  <c:v>38108</c:v>
                </c:pt>
                <c:pt idx="17">
                  <c:v>38139</c:v>
                </c:pt>
                <c:pt idx="18">
                  <c:v>38169</c:v>
                </c:pt>
                <c:pt idx="19">
                  <c:v>38200</c:v>
                </c:pt>
                <c:pt idx="20">
                  <c:v>38231</c:v>
                </c:pt>
                <c:pt idx="21">
                  <c:v>38261</c:v>
                </c:pt>
                <c:pt idx="22">
                  <c:v>38292</c:v>
                </c:pt>
                <c:pt idx="23">
                  <c:v>38322</c:v>
                </c:pt>
                <c:pt idx="24">
                  <c:v>38353</c:v>
                </c:pt>
                <c:pt idx="25">
                  <c:v>38384</c:v>
                </c:pt>
                <c:pt idx="26">
                  <c:v>38412</c:v>
                </c:pt>
                <c:pt idx="27">
                  <c:v>38443</c:v>
                </c:pt>
                <c:pt idx="28">
                  <c:v>38473</c:v>
                </c:pt>
                <c:pt idx="29">
                  <c:v>38504</c:v>
                </c:pt>
                <c:pt idx="30">
                  <c:v>38534</c:v>
                </c:pt>
                <c:pt idx="31">
                  <c:v>38565</c:v>
                </c:pt>
                <c:pt idx="32">
                  <c:v>38596</c:v>
                </c:pt>
                <c:pt idx="33">
                  <c:v>38626</c:v>
                </c:pt>
                <c:pt idx="34">
                  <c:v>38657</c:v>
                </c:pt>
                <c:pt idx="35">
                  <c:v>38687</c:v>
                </c:pt>
                <c:pt idx="36">
                  <c:v>38718</c:v>
                </c:pt>
                <c:pt idx="37">
                  <c:v>38749</c:v>
                </c:pt>
                <c:pt idx="38">
                  <c:v>38777</c:v>
                </c:pt>
                <c:pt idx="39">
                  <c:v>38808</c:v>
                </c:pt>
                <c:pt idx="40">
                  <c:v>38838</c:v>
                </c:pt>
                <c:pt idx="41">
                  <c:v>38869</c:v>
                </c:pt>
                <c:pt idx="42">
                  <c:v>38899</c:v>
                </c:pt>
                <c:pt idx="43">
                  <c:v>38930</c:v>
                </c:pt>
                <c:pt idx="44">
                  <c:v>38961</c:v>
                </c:pt>
                <c:pt idx="45">
                  <c:v>38991</c:v>
                </c:pt>
                <c:pt idx="46">
                  <c:v>39022</c:v>
                </c:pt>
                <c:pt idx="47">
                  <c:v>39052</c:v>
                </c:pt>
                <c:pt idx="48">
                  <c:v>39083</c:v>
                </c:pt>
                <c:pt idx="49">
                  <c:v>39114</c:v>
                </c:pt>
                <c:pt idx="50">
                  <c:v>39142</c:v>
                </c:pt>
                <c:pt idx="51">
                  <c:v>39173</c:v>
                </c:pt>
                <c:pt idx="52">
                  <c:v>39203</c:v>
                </c:pt>
                <c:pt idx="53">
                  <c:v>39234</c:v>
                </c:pt>
                <c:pt idx="54">
                  <c:v>39264</c:v>
                </c:pt>
                <c:pt idx="55">
                  <c:v>39295</c:v>
                </c:pt>
                <c:pt idx="56">
                  <c:v>39326</c:v>
                </c:pt>
                <c:pt idx="57">
                  <c:v>39356</c:v>
                </c:pt>
                <c:pt idx="58">
                  <c:v>39387</c:v>
                </c:pt>
                <c:pt idx="59">
                  <c:v>39417</c:v>
                </c:pt>
                <c:pt idx="60">
                  <c:v>39448</c:v>
                </c:pt>
                <c:pt idx="61">
                  <c:v>39479</c:v>
                </c:pt>
                <c:pt idx="62">
                  <c:v>39508</c:v>
                </c:pt>
                <c:pt idx="63">
                  <c:v>39539</c:v>
                </c:pt>
                <c:pt idx="64">
                  <c:v>39569</c:v>
                </c:pt>
                <c:pt idx="65">
                  <c:v>39600</c:v>
                </c:pt>
                <c:pt idx="66">
                  <c:v>39630</c:v>
                </c:pt>
                <c:pt idx="67">
                  <c:v>39661</c:v>
                </c:pt>
                <c:pt idx="68">
                  <c:v>39692</c:v>
                </c:pt>
                <c:pt idx="69">
                  <c:v>39722</c:v>
                </c:pt>
                <c:pt idx="70">
                  <c:v>39753</c:v>
                </c:pt>
                <c:pt idx="71">
                  <c:v>39783</c:v>
                </c:pt>
                <c:pt idx="72">
                  <c:v>39814</c:v>
                </c:pt>
                <c:pt idx="73">
                  <c:v>39845</c:v>
                </c:pt>
                <c:pt idx="74">
                  <c:v>39873</c:v>
                </c:pt>
                <c:pt idx="75">
                  <c:v>39904</c:v>
                </c:pt>
                <c:pt idx="76">
                  <c:v>39934</c:v>
                </c:pt>
                <c:pt idx="77">
                  <c:v>39965</c:v>
                </c:pt>
                <c:pt idx="78">
                  <c:v>39995</c:v>
                </c:pt>
                <c:pt idx="79">
                  <c:v>40026</c:v>
                </c:pt>
                <c:pt idx="80">
                  <c:v>40057</c:v>
                </c:pt>
                <c:pt idx="81">
                  <c:v>40087</c:v>
                </c:pt>
                <c:pt idx="82">
                  <c:v>40118</c:v>
                </c:pt>
                <c:pt idx="83">
                  <c:v>40148</c:v>
                </c:pt>
                <c:pt idx="84">
                  <c:v>40179</c:v>
                </c:pt>
                <c:pt idx="85">
                  <c:v>40210</c:v>
                </c:pt>
                <c:pt idx="86">
                  <c:v>40238</c:v>
                </c:pt>
                <c:pt idx="87">
                  <c:v>40269</c:v>
                </c:pt>
                <c:pt idx="88">
                  <c:v>40299</c:v>
                </c:pt>
                <c:pt idx="89">
                  <c:v>40330</c:v>
                </c:pt>
                <c:pt idx="90">
                  <c:v>40360</c:v>
                </c:pt>
                <c:pt idx="91">
                  <c:v>40391</c:v>
                </c:pt>
                <c:pt idx="92">
                  <c:v>40422</c:v>
                </c:pt>
                <c:pt idx="93">
                  <c:v>40452</c:v>
                </c:pt>
                <c:pt idx="94">
                  <c:v>40483</c:v>
                </c:pt>
                <c:pt idx="95">
                  <c:v>40513</c:v>
                </c:pt>
                <c:pt idx="96">
                  <c:v>40544</c:v>
                </c:pt>
                <c:pt idx="97">
                  <c:v>40575</c:v>
                </c:pt>
                <c:pt idx="98">
                  <c:v>40603</c:v>
                </c:pt>
                <c:pt idx="99">
                  <c:v>40634</c:v>
                </c:pt>
                <c:pt idx="100">
                  <c:v>40664</c:v>
                </c:pt>
                <c:pt idx="101">
                  <c:v>40695</c:v>
                </c:pt>
                <c:pt idx="102">
                  <c:v>40725</c:v>
                </c:pt>
                <c:pt idx="103">
                  <c:v>40756</c:v>
                </c:pt>
                <c:pt idx="104">
                  <c:v>40787</c:v>
                </c:pt>
                <c:pt idx="105">
                  <c:v>40817</c:v>
                </c:pt>
                <c:pt idx="106">
                  <c:v>40848</c:v>
                </c:pt>
                <c:pt idx="107">
                  <c:v>40878</c:v>
                </c:pt>
                <c:pt idx="108">
                  <c:v>40909</c:v>
                </c:pt>
                <c:pt idx="109">
                  <c:v>40940</c:v>
                </c:pt>
                <c:pt idx="110">
                  <c:v>40969</c:v>
                </c:pt>
                <c:pt idx="111">
                  <c:v>41000</c:v>
                </c:pt>
                <c:pt idx="112">
                  <c:v>41030</c:v>
                </c:pt>
                <c:pt idx="113">
                  <c:v>41061</c:v>
                </c:pt>
                <c:pt idx="114">
                  <c:v>41091</c:v>
                </c:pt>
                <c:pt idx="115">
                  <c:v>41122</c:v>
                </c:pt>
                <c:pt idx="116">
                  <c:v>41153</c:v>
                </c:pt>
                <c:pt idx="117">
                  <c:v>41183</c:v>
                </c:pt>
                <c:pt idx="118">
                  <c:v>41214</c:v>
                </c:pt>
                <c:pt idx="119">
                  <c:v>41244</c:v>
                </c:pt>
                <c:pt idx="120">
                  <c:v>41275</c:v>
                </c:pt>
                <c:pt idx="121">
                  <c:v>41306</c:v>
                </c:pt>
                <c:pt idx="122">
                  <c:v>41334</c:v>
                </c:pt>
                <c:pt idx="123">
                  <c:v>41365</c:v>
                </c:pt>
                <c:pt idx="124">
                  <c:v>41395</c:v>
                </c:pt>
                <c:pt idx="125">
                  <c:v>41426</c:v>
                </c:pt>
                <c:pt idx="126">
                  <c:v>41456</c:v>
                </c:pt>
                <c:pt idx="127">
                  <c:v>41487</c:v>
                </c:pt>
                <c:pt idx="128">
                  <c:v>41518</c:v>
                </c:pt>
                <c:pt idx="129">
                  <c:v>41548</c:v>
                </c:pt>
                <c:pt idx="130">
                  <c:v>41579</c:v>
                </c:pt>
                <c:pt idx="131">
                  <c:v>41609</c:v>
                </c:pt>
                <c:pt idx="132">
                  <c:v>41640</c:v>
                </c:pt>
                <c:pt idx="133">
                  <c:v>41671</c:v>
                </c:pt>
                <c:pt idx="134">
                  <c:v>41699</c:v>
                </c:pt>
                <c:pt idx="135">
                  <c:v>41730</c:v>
                </c:pt>
                <c:pt idx="136">
                  <c:v>41760</c:v>
                </c:pt>
                <c:pt idx="137">
                  <c:v>41791</c:v>
                </c:pt>
                <c:pt idx="138">
                  <c:v>41821</c:v>
                </c:pt>
                <c:pt idx="139">
                  <c:v>41852</c:v>
                </c:pt>
                <c:pt idx="140">
                  <c:v>41883</c:v>
                </c:pt>
                <c:pt idx="141">
                  <c:v>41913</c:v>
                </c:pt>
                <c:pt idx="142">
                  <c:v>41944</c:v>
                </c:pt>
                <c:pt idx="143">
                  <c:v>41974</c:v>
                </c:pt>
                <c:pt idx="144">
                  <c:v>42005</c:v>
                </c:pt>
                <c:pt idx="145">
                  <c:v>42036</c:v>
                </c:pt>
                <c:pt idx="146">
                  <c:v>42064</c:v>
                </c:pt>
                <c:pt idx="147">
                  <c:v>42095</c:v>
                </c:pt>
                <c:pt idx="148">
                  <c:v>42125</c:v>
                </c:pt>
                <c:pt idx="149">
                  <c:v>42156</c:v>
                </c:pt>
                <c:pt idx="150">
                  <c:v>42186</c:v>
                </c:pt>
                <c:pt idx="151">
                  <c:v>42217</c:v>
                </c:pt>
                <c:pt idx="152">
                  <c:v>42248</c:v>
                </c:pt>
                <c:pt idx="153">
                  <c:v>42278</c:v>
                </c:pt>
                <c:pt idx="154">
                  <c:v>42309</c:v>
                </c:pt>
                <c:pt idx="155">
                  <c:v>42339</c:v>
                </c:pt>
                <c:pt idx="156">
                  <c:v>42370</c:v>
                </c:pt>
                <c:pt idx="157">
                  <c:v>42401</c:v>
                </c:pt>
                <c:pt idx="158">
                  <c:v>42430</c:v>
                </c:pt>
                <c:pt idx="159">
                  <c:v>42461</c:v>
                </c:pt>
                <c:pt idx="160">
                  <c:v>42491</c:v>
                </c:pt>
                <c:pt idx="161">
                  <c:v>42522</c:v>
                </c:pt>
                <c:pt idx="162">
                  <c:v>42552</c:v>
                </c:pt>
                <c:pt idx="163">
                  <c:v>42583</c:v>
                </c:pt>
                <c:pt idx="164">
                  <c:v>42614</c:v>
                </c:pt>
                <c:pt idx="165">
                  <c:v>42644</c:v>
                </c:pt>
                <c:pt idx="166">
                  <c:v>42675</c:v>
                </c:pt>
                <c:pt idx="167">
                  <c:v>42705</c:v>
                </c:pt>
                <c:pt idx="168">
                  <c:v>42736</c:v>
                </c:pt>
                <c:pt idx="169">
                  <c:v>42767</c:v>
                </c:pt>
                <c:pt idx="170">
                  <c:v>42795</c:v>
                </c:pt>
                <c:pt idx="171">
                  <c:v>42826</c:v>
                </c:pt>
                <c:pt idx="172">
                  <c:v>42856</c:v>
                </c:pt>
                <c:pt idx="173">
                  <c:v>42887</c:v>
                </c:pt>
                <c:pt idx="174">
                  <c:v>42917</c:v>
                </c:pt>
                <c:pt idx="175">
                  <c:v>42948</c:v>
                </c:pt>
                <c:pt idx="176">
                  <c:v>42979</c:v>
                </c:pt>
                <c:pt idx="177">
                  <c:v>43009</c:v>
                </c:pt>
                <c:pt idx="178">
                  <c:v>43040</c:v>
                </c:pt>
                <c:pt idx="179">
                  <c:v>43070</c:v>
                </c:pt>
                <c:pt idx="180">
                  <c:v>43101</c:v>
                </c:pt>
                <c:pt idx="181">
                  <c:v>43132</c:v>
                </c:pt>
                <c:pt idx="182">
                  <c:v>43160</c:v>
                </c:pt>
                <c:pt idx="183">
                  <c:v>43191</c:v>
                </c:pt>
                <c:pt idx="184">
                  <c:v>43221</c:v>
                </c:pt>
                <c:pt idx="185">
                  <c:v>43252</c:v>
                </c:pt>
                <c:pt idx="186">
                  <c:v>43282</c:v>
                </c:pt>
                <c:pt idx="187">
                  <c:v>43313</c:v>
                </c:pt>
                <c:pt idx="188">
                  <c:v>43344</c:v>
                </c:pt>
                <c:pt idx="189">
                  <c:v>43374</c:v>
                </c:pt>
                <c:pt idx="190">
                  <c:v>43405</c:v>
                </c:pt>
                <c:pt idx="191">
                  <c:v>43435</c:v>
                </c:pt>
                <c:pt idx="192">
                  <c:v>43466</c:v>
                </c:pt>
                <c:pt idx="193">
                  <c:v>43497</c:v>
                </c:pt>
                <c:pt idx="194">
                  <c:v>43525</c:v>
                </c:pt>
                <c:pt idx="195">
                  <c:v>43556</c:v>
                </c:pt>
                <c:pt idx="196">
                  <c:v>43586</c:v>
                </c:pt>
                <c:pt idx="197">
                  <c:v>43617</c:v>
                </c:pt>
                <c:pt idx="198">
                  <c:v>43647</c:v>
                </c:pt>
                <c:pt idx="199">
                  <c:v>43678</c:v>
                </c:pt>
                <c:pt idx="200">
                  <c:v>43709</c:v>
                </c:pt>
                <c:pt idx="201">
                  <c:v>43739</c:v>
                </c:pt>
                <c:pt idx="202">
                  <c:v>43770</c:v>
                </c:pt>
                <c:pt idx="203">
                  <c:v>43800</c:v>
                </c:pt>
                <c:pt idx="204">
                  <c:v>43831</c:v>
                </c:pt>
                <c:pt idx="205">
                  <c:v>43862</c:v>
                </c:pt>
                <c:pt idx="206">
                  <c:v>43891</c:v>
                </c:pt>
                <c:pt idx="207">
                  <c:v>43922</c:v>
                </c:pt>
                <c:pt idx="208">
                  <c:v>43952</c:v>
                </c:pt>
                <c:pt idx="209">
                  <c:v>43983</c:v>
                </c:pt>
                <c:pt idx="210">
                  <c:v>44013</c:v>
                </c:pt>
                <c:pt idx="211">
                  <c:v>44044</c:v>
                </c:pt>
                <c:pt idx="212">
                  <c:v>44075</c:v>
                </c:pt>
                <c:pt idx="213">
                  <c:v>44105</c:v>
                </c:pt>
                <c:pt idx="214">
                  <c:v>44136</c:v>
                </c:pt>
                <c:pt idx="215">
                  <c:v>44166</c:v>
                </c:pt>
                <c:pt idx="216">
                  <c:v>44197</c:v>
                </c:pt>
                <c:pt idx="217">
                  <c:v>44228</c:v>
                </c:pt>
                <c:pt idx="218">
                  <c:v>44256</c:v>
                </c:pt>
                <c:pt idx="219">
                  <c:v>44287</c:v>
                </c:pt>
                <c:pt idx="220">
                  <c:v>44317</c:v>
                </c:pt>
                <c:pt idx="221">
                  <c:v>44348</c:v>
                </c:pt>
                <c:pt idx="222">
                  <c:v>44378</c:v>
                </c:pt>
                <c:pt idx="223">
                  <c:v>44409</c:v>
                </c:pt>
                <c:pt idx="224">
                  <c:v>44440</c:v>
                </c:pt>
                <c:pt idx="225">
                  <c:v>44470</c:v>
                </c:pt>
                <c:pt idx="226">
                  <c:v>44501</c:v>
                </c:pt>
                <c:pt idx="227">
                  <c:v>44531</c:v>
                </c:pt>
                <c:pt idx="228">
                  <c:v>44562</c:v>
                </c:pt>
                <c:pt idx="229">
                  <c:v>44593</c:v>
                </c:pt>
                <c:pt idx="230">
                  <c:v>44621</c:v>
                </c:pt>
                <c:pt idx="231">
                  <c:v>44652</c:v>
                </c:pt>
                <c:pt idx="232">
                  <c:v>44682</c:v>
                </c:pt>
                <c:pt idx="233">
                  <c:v>44713</c:v>
                </c:pt>
                <c:pt idx="234">
                  <c:v>44743</c:v>
                </c:pt>
                <c:pt idx="235">
                  <c:v>44774</c:v>
                </c:pt>
                <c:pt idx="236">
                  <c:v>44805</c:v>
                </c:pt>
                <c:pt idx="237">
                  <c:v>44835</c:v>
                </c:pt>
                <c:pt idx="238">
                  <c:v>44866</c:v>
                </c:pt>
                <c:pt idx="239">
                  <c:v>44896</c:v>
                </c:pt>
                <c:pt idx="240">
                  <c:v>44927</c:v>
                </c:pt>
                <c:pt idx="241">
                  <c:v>44958</c:v>
                </c:pt>
                <c:pt idx="242">
                  <c:v>44986</c:v>
                </c:pt>
                <c:pt idx="243">
                  <c:v>45017</c:v>
                </c:pt>
                <c:pt idx="244">
                  <c:v>45047</c:v>
                </c:pt>
                <c:pt idx="245">
                  <c:v>45078</c:v>
                </c:pt>
                <c:pt idx="246">
                  <c:v>45108</c:v>
                </c:pt>
                <c:pt idx="247">
                  <c:v>45139</c:v>
                </c:pt>
                <c:pt idx="248">
                  <c:v>45170</c:v>
                </c:pt>
                <c:pt idx="249">
                  <c:v>45200</c:v>
                </c:pt>
                <c:pt idx="250">
                  <c:v>45231</c:v>
                </c:pt>
                <c:pt idx="251">
                  <c:v>45261</c:v>
                </c:pt>
                <c:pt idx="252">
                  <c:v>45292</c:v>
                </c:pt>
                <c:pt idx="253">
                  <c:v>45323</c:v>
                </c:pt>
                <c:pt idx="254">
                  <c:v>45352</c:v>
                </c:pt>
                <c:pt idx="255">
                  <c:v>45383</c:v>
                </c:pt>
                <c:pt idx="256">
                  <c:v>45413</c:v>
                </c:pt>
                <c:pt idx="257">
                  <c:v>45444</c:v>
                </c:pt>
                <c:pt idx="258">
                  <c:v>45474</c:v>
                </c:pt>
                <c:pt idx="259">
                  <c:v>45505</c:v>
                </c:pt>
                <c:pt idx="260">
                  <c:v>45536</c:v>
                </c:pt>
                <c:pt idx="261">
                  <c:v>45566</c:v>
                </c:pt>
                <c:pt idx="262">
                  <c:v>45597</c:v>
                </c:pt>
                <c:pt idx="263">
                  <c:v>45627</c:v>
                </c:pt>
                <c:pt idx="264">
                  <c:v>45658</c:v>
                </c:pt>
                <c:pt idx="265">
                  <c:v>45689</c:v>
                </c:pt>
              </c:numCache>
            </c:numRef>
          </c:cat>
          <c:val>
            <c:numRef>
              <c:f>'Tasa Adquisición'!$D$5:$D$270</c:f>
              <c:numCache>
                <c:formatCode>0.00%</c:formatCode>
                <c:ptCount val="266"/>
                <c:pt idx="0">
                  <c:v>0.16080000000000003</c:v>
                </c:pt>
                <c:pt idx="1">
                  <c:v>0.16079999999999997</c:v>
                </c:pt>
                <c:pt idx="2">
                  <c:v>0.16079999999999997</c:v>
                </c:pt>
                <c:pt idx="3">
                  <c:v>0.16079999999999994</c:v>
                </c:pt>
                <c:pt idx="4">
                  <c:v>0.16079999999999997</c:v>
                </c:pt>
                <c:pt idx="5">
                  <c:v>0.16079999999999997</c:v>
                </c:pt>
                <c:pt idx="6">
                  <c:v>0.16079999999999997</c:v>
                </c:pt>
                <c:pt idx="7">
                  <c:v>0.16079999999999997</c:v>
                </c:pt>
                <c:pt idx="8">
                  <c:v>0.16079999999999997</c:v>
                </c:pt>
                <c:pt idx="9">
                  <c:v>0.16079999999999997</c:v>
                </c:pt>
                <c:pt idx="10">
                  <c:v>0.16079999999999994</c:v>
                </c:pt>
                <c:pt idx="11">
                  <c:v>0.16079999999999997</c:v>
                </c:pt>
                <c:pt idx="12">
                  <c:v>0.16079999999999997</c:v>
                </c:pt>
                <c:pt idx="13">
                  <c:v>0.16079999999999997</c:v>
                </c:pt>
                <c:pt idx="14">
                  <c:v>0.16079999999999994</c:v>
                </c:pt>
                <c:pt idx="15">
                  <c:v>0.16079999999999997</c:v>
                </c:pt>
                <c:pt idx="16">
                  <c:v>0.16080000000000003</c:v>
                </c:pt>
                <c:pt idx="17">
                  <c:v>0.16079999999999997</c:v>
                </c:pt>
                <c:pt idx="18">
                  <c:v>0.16079999999999992</c:v>
                </c:pt>
                <c:pt idx="19">
                  <c:v>0.16079999999999997</c:v>
                </c:pt>
                <c:pt idx="20">
                  <c:v>0.16080000000000003</c:v>
                </c:pt>
                <c:pt idx="21">
                  <c:v>0.16079999999999994</c:v>
                </c:pt>
                <c:pt idx="22">
                  <c:v>0.16226351933795877</c:v>
                </c:pt>
                <c:pt idx="23">
                  <c:v>0.16079999999999997</c:v>
                </c:pt>
                <c:pt idx="24">
                  <c:v>0.16079999999999994</c:v>
                </c:pt>
                <c:pt idx="25">
                  <c:v>0.16079999999999997</c:v>
                </c:pt>
                <c:pt idx="26">
                  <c:v>0.16079999999999997</c:v>
                </c:pt>
                <c:pt idx="27">
                  <c:v>0.16079999999999994</c:v>
                </c:pt>
                <c:pt idx="28">
                  <c:v>0.16015915088612914</c:v>
                </c:pt>
                <c:pt idx="29">
                  <c:v>0.16010000000000002</c:v>
                </c:pt>
                <c:pt idx="30">
                  <c:v>0.1583</c:v>
                </c:pt>
                <c:pt idx="31">
                  <c:v>0.15835635276532137</c:v>
                </c:pt>
                <c:pt idx="32">
                  <c:v>0.15257681717535643</c:v>
                </c:pt>
                <c:pt idx="33">
                  <c:v>0.15116585465368976</c:v>
                </c:pt>
                <c:pt idx="34">
                  <c:v>0.14882236716755518</c:v>
                </c:pt>
                <c:pt idx="35">
                  <c:v>0.15322134021538708</c:v>
                </c:pt>
                <c:pt idx="36">
                  <c:v>0.14409833109745804</c:v>
                </c:pt>
                <c:pt idx="37">
                  <c:v>0.15161713105194571</c:v>
                </c:pt>
                <c:pt idx="38">
                  <c:v>0.1533069865798696</c:v>
                </c:pt>
                <c:pt idx="39">
                  <c:v>0.14435404769749202</c:v>
                </c:pt>
                <c:pt idx="40">
                  <c:v>0.14140258541827203</c:v>
                </c:pt>
                <c:pt idx="41">
                  <c:v>0.13475274712751847</c:v>
                </c:pt>
                <c:pt idx="42">
                  <c:v>0.13272406571287818</c:v>
                </c:pt>
                <c:pt idx="43">
                  <c:v>0.13308611634524936</c:v>
                </c:pt>
                <c:pt idx="44">
                  <c:v>0.13256227341740803</c:v>
                </c:pt>
                <c:pt idx="45">
                  <c:v>0.13211621028828049</c:v>
                </c:pt>
                <c:pt idx="46">
                  <c:v>0.13283182891657444</c:v>
                </c:pt>
                <c:pt idx="47">
                  <c:v>0.13322801645751883</c:v>
                </c:pt>
                <c:pt idx="48">
                  <c:v>0.13178626092110637</c:v>
                </c:pt>
                <c:pt idx="49">
                  <c:v>0.13441759854655744</c:v>
                </c:pt>
                <c:pt idx="50">
                  <c:v>0.13956462667159175</c:v>
                </c:pt>
                <c:pt idx="51">
                  <c:v>0.13999916557376157</c:v>
                </c:pt>
                <c:pt idx="52">
                  <c:v>0.14337266826870507</c:v>
                </c:pt>
                <c:pt idx="53">
                  <c:v>0.15156534322351059</c:v>
                </c:pt>
                <c:pt idx="54">
                  <c:v>0.1530138400967703</c:v>
                </c:pt>
                <c:pt idx="55">
                  <c:v>0.15504873106634562</c:v>
                </c:pt>
                <c:pt idx="56">
                  <c:v>0.1540479227736693</c:v>
                </c:pt>
                <c:pt idx="57">
                  <c:v>0.1526839590010404</c:v>
                </c:pt>
                <c:pt idx="58">
                  <c:v>0.15402693136614498</c:v>
                </c:pt>
                <c:pt idx="59">
                  <c:v>0.1566257331596006</c:v>
                </c:pt>
                <c:pt idx="60">
                  <c:v>0.15611816476445026</c:v>
                </c:pt>
                <c:pt idx="61">
                  <c:v>0.15950864934247977</c:v>
                </c:pt>
                <c:pt idx="62">
                  <c:v>0.16015363216291079</c:v>
                </c:pt>
                <c:pt idx="63">
                  <c:v>0.16063164976351527</c:v>
                </c:pt>
                <c:pt idx="64">
                  <c:v>0.16174206667529537</c:v>
                </c:pt>
                <c:pt idx="65">
                  <c:v>0.1616812573138128</c:v>
                </c:pt>
                <c:pt idx="66">
                  <c:v>0.16263415802495204</c:v>
                </c:pt>
                <c:pt idx="67">
                  <c:v>0.16514385772388551</c:v>
                </c:pt>
                <c:pt idx="68">
                  <c:v>0.16862987819176442</c:v>
                </c:pt>
                <c:pt idx="69">
                  <c:v>0.16978821515530279</c:v>
                </c:pt>
                <c:pt idx="70">
                  <c:v>0.16924379935238762</c:v>
                </c:pt>
                <c:pt idx="71">
                  <c:v>0.17036173545062699</c:v>
                </c:pt>
                <c:pt idx="72">
                  <c:v>0.17034225084788848</c:v>
                </c:pt>
                <c:pt idx="73">
                  <c:v>0.1670080546569094</c:v>
                </c:pt>
                <c:pt idx="74">
                  <c:v>0.16481743135702981</c:v>
                </c:pt>
                <c:pt idx="75">
                  <c:v>0.16360111974083769</c:v>
                </c:pt>
                <c:pt idx="76">
                  <c:v>0.15930740381559241</c:v>
                </c:pt>
                <c:pt idx="77">
                  <c:v>0.1519625311694156</c:v>
                </c:pt>
                <c:pt idx="78">
                  <c:v>0.14938771545875043</c:v>
                </c:pt>
                <c:pt idx="79">
                  <c:v>0.14431193226517502</c:v>
                </c:pt>
                <c:pt idx="80">
                  <c:v>0.14205762334027122</c:v>
                </c:pt>
                <c:pt idx="81">
                  <c:v>0.14037856118845765</c:v>
                </c:pt>
                <c:pt idx="82">
                  <c:v>0.13922547971581206</c:v>
                </c:pt>
                <c:pt idx="83">
                  <c:v>0.13562699639773559</c:v>
                </c:pt>
                <c:pt idx="84">
                  <c:v>0.13128224859573701</c:v>
                </c:pt>
                <c:pt idx="85">
                  <c:v>0.1291977781211836</c:v>
                </c:pt>
                <c:pt idx="86">
                  <c:v>0.12945963324097901</c:v>
                </c:pt>
                <c:pt idx="87">
                  <c:v>0.12813414112863664</c:v>
                </c:pt>
                <c:pt idx="88">
                  <c:v>0.12757036867083318</c:v>
                </c:pt>
                <c:pt idx="89">
                  <c:v>0.12536276086115558</c:v>
                </c:pt>
                <c:pt idx="90">
                  <c:v>0.12762240564216623</c:v>
                </c:pt>
                <c:pt idx="91">
                  <c:v>0.12787751253157503</c:v>
                </c:pt>
                <c:pt idx="92">
                  <c:v>0.1273136294343061</c:v>
                </c:pt>
                <c:pt idx="93">
                  <c:v>0.12720881630001779</c:v>
                </c:pt>
                <c:pt idx="94">
                  <c:v>0.12683739162734084</c:v>
                </c:pt>
                <c:pt idx="95">
                  <c:v>0.12781051809187907</c:v>
                </c:pt>
                <c:pt idx="96">
                  <c:v>0.12852759234385783</c:v>
                </c:pt>
                <c:pt idx="97">
                  <c:v>0.12940376668856665</c:v>
                </c:pt>
                <c:pt idx="98">
                  <c:v>0.13002543630357777</c:v>
                </c:pt>
                <c:pt idx="99">
                  <c:v>0.12769080911087763</c:v>
                </c:pt>
                <c:pt idx="100">
                  <c:v>0.12624618229282469</c:v>
                </c:pt>
                <c:pt idx="101">
                  <c:v>0.12655721512992224</c:v>
                </c:pt>
                <c:pt idx="102">
                  <c:v>0.12878757108670311</c:v>
                </c:pt>
                <c:pt idx="103">
                  <c:v>0.12996729679436844</c:v>
                </c:pt>
                <c:pt idx="104">
                  <c:v>0.13164372735716007</c:v>
                </c:pt>
                <c:pt idx="105">
                  <c:v>0.13309634994227931</c:v>
                </c:pt>
                <c:pt idx="106">
                  <c:v>0.13335699030884973</c:v>
                </c:pt>
                <c:pt idx="107">
                  <c:v>0.13184139284455598</c:v>
                </c:pt>
                <c:pt idx="108">
                  <c:v>0.13453396059701234</c:v>
                </c:pt>
                <c:pt idx="109">
                  <c:v>0.13398383032818173</c:v>
                </c:pt>
                <c:pt idx="110">
                  <c:v>0.13468250107945934</c:v>
                </c:pt>
                <c:pt idx="111">
                  <c:v>0.13483468133246326</c:v>
                </c:pt>
                <c:pt idx="112">
                  <c:v>0.13468694630581812</c:v>
                </c:pt>
                <c:pt idx="113">
                  <c:v>0.13414020782711425</c:v>
                </c:pt>
                <c:pt idx="114">
                  <c:v>0.13125358798785938</c:v>
                </c:pt>
                <c:pt idx="115">
                  <c:v>0.13461052624735126</c:v>
                </c:pt>
                <c:pt idx="116">
                  <c:v>0.13305406443353329</c:v>
                </c:pt>
                <c:pt idx="117">
                  <c:v>0.13132401679902095</c:v>
                </c:pt>
                <c:pt idx="118">
                  <c:v>0.13018622453357073</c:v>
                </c:pt>
                <c:pt idx="119">
                  <c:v>0.12909691359507705</c:v>
                </c:pt>
                <c:pt idx="120">
                  <c:v>0.1285115928393285</c:v>
                </c:pt>
                <c:pt idx="121">
                  <c:v>0.12736971757015333</c:v>
                </c:pt>
                <c:pt idx="122">
                  <c:v>0.12598672332176261</c:v>
                </c:pt>
                <c:pt idx="123">
                  <c:v>0.12105202249862518</c:v>
                </c:pt>
                <c:pt idx="124">
                  <c:v>0.1167276197226315</c:v>
                </c:pt>
                <c:pt idx="125">
                  <c:v>0.11548364471916775</c:v>
                </c:pt>
                <c:pt idx="126">
                  <c:v>0.11731258062603946</c:v>
                </c:pt>
                <c:pt idx="127">
                  <c:v>0.11826349025884117</c:v>
                </c:pt>
                <c:pt idx="128">
                  <c:v>0.11939034629923602</c:v>
                </c:pt>
                <c:pt idx="129">
                  <c:v>0.11984085702758163</c:v>
                </c:pt>
                <c:pt idx="130">
                  <c:v>0.11969862668463911</c:v>
                </c:pt>
                <c:pt idx="131">
                  <c:v>0.11955116206792478</c:v>
                </c:pt>
                <c:pt idx="132">
                  <c:v>0.11977199234515426</c:v>
                </c:pt>
                <c:pt idx="133">
                  <c:v>0.11980572639181222</c:v>
                </c:pt>
                <c:pt idx="134">
                  <c:v>0.12019526037097088</c:v>
                </c:pt>
                <c:pt idx="135">
                  <c:v>0.12081086603584877</c:v>
                </c:pt>
                <c:pt idx="136">
                  <c:v>0.12098283655701136</c:v>
                </c:pt>
                <c:pt idx="137">
                  <c:v>0.12168285659589811</c:v>
                </c:pt>
                <c:pt idx="138">
                  <c:v>0.12089001727946153</c:v>
                </c:pt>
                <c:pt idx="139">
                  <c:v>0.12121528379419269</c:v>
                </c:pt>
                <c:pt idx="140">
                  <c:v>0.11944589819042065</c:v>
                </c:pt>
                <c:pt idx="141">
                  <c:v>0.11906011471760541</c:v>
                </c:pt>
                <c:pt idx="142">
                  <c:v>0.11913531064853457</c:v>
                </c:pt>
                <c:pt idx="143">
                  <c:v>0.1185223545750079</c:v>
                </c:pt>
                <c:pt idx="144">
                  <c:v>0.11909801703389862</c:v>
                </c:pt>
                <c:pt idx="145">
                  <c:v>0.11942078020094396</c:v>
                </c:pt>
                <c:pt idx="146">
                  <c:v>0.1193239661624385</c:v>
                </c:pt>
                <c:pt idx="147">
                  <c:v>0.12018101318909558</c:v>
                </c:pt>
                <c:pt idx="148">
                  <c:v>0.11967899544823299</c:v>
                </c:pt>
                <c:pt idx="149">
                  <c:v>0.11993166223582596</c:v>
                </c:pt>
                <c:pt idx="150">
                  <c:v>0.11908216020312531</c:v>
                </c:pt>
                <c:pt idx="151">
                  <c:v>0.11884892291919399</c:v>
                </c:pt>
                <c:pt idx="152">
                  <c:v>0.11905849140934235</c:v>
                </c:pt>
                <c:pt idx="153">
                  <c:v>0.11972888469935</c:v>
                </c:pt>
                <c:pt idx="154">
                  <c:v>0.12338450958816574</c:v>
                </c:pt>
                <c:pt idx="155">
                  <c:v>0.12444438520506738</c:v>
                </c:pt>
                <c:pt idx="156">
                  <c:v>0.12335163632886369</c:v>
                </c:pt>
                <c:pt idx="157">
                  <c:v>0.12591304305546372</c:v>
                </c:pt>
                <c:pt idx="158">
                  <c:v>0.12606095817088328</c:v>
                </c:pt>
                <c:pt idx="159">
                  <c:v>0.12698923643536911</c:v>
                </c:pt>
                <c:pt idx="160">
                  <c:v>0.12834407754750785</c:v>
                </c:pt>
                <c:pt idx="161">
                  <c:v>0.1280678478928792</c:v>
                </c:pt>
                <c:pt idx="162">
                  <c:v>0.12813231072386488</c:v>
                </c:pt>
                <c:pt idx="163">
                  <c:v>0.12749577585276695</c:v>
                </c:pt>
                <c:pt idx="164">
                  <c:v>0.12813111033849198</c:v>
                </c:pt>
                <c:pt idx="165">
                  <c:v>0.12792659480816729</c:v>
                </c:pt>
                <c:pt idx="166">
                  <c:v>0.12905771803933389</c:v>
                </c:pt>
                <c:pt idx="167">
                  <c:v>0.12862159526898087</c:v>
                </c:pt>
                <c:pt idx="168">
                  <c:v>0.12841306018650459</c:v>
                </c:pt>
                <c:pt idx="169">
                  <c:v>0.12747979683852903</c:v>
                </c:pt>
                <c:pt idx="170">
                  <c:v>0.12883002195801688</c:v>
                </c:pt>
                <c:pt idx="171">
                  <c:v>0.12773341303147551</c:v>
                </c:pt>
                <c:pt idx="172">
                  <c:v>0.1285786636810925</c:v>
                </c:pt>
                <c:pt idx="173">
                  <c:v>0.12646276657670993</c:v>
                </c:pt>
                <c:pt idx="174">
                  <c:v>0.12297638021590684</c:v>
                </c:pt>
                <c:pt idx="175">
                  <c:v>0.12122312001983294</c:v>
                </c:pt>
                <c:pt idx="176">
                  <c:v>0.12099117351970344</c:v>
                </c:pt>
                <c:pt idx="177">
                  <c:v>0.11978150140011108</c:v>
                </c:pt>
                <c:pt idx="178">
                  <c:v>0.11939691060340774</c:v>
                </c:pt>
                <c:pt idx="179">
                  <c:v>0.11904278280846882</c:v>
                </c:pt>
                <c:pt idx="180">
                  <c:v>0.11785781126161279</c:v>
                </c:pt>
                <c:pt idx="181">
                  <c:v>0.11912425173629294</c:v>
                </c:pt>
                <c:pt idx="182">
                  <c:v>0.1177993485476613</c:v>
                </c:pt>
                <c:pt idx="183">
                  <c:v>0.11763062407737712</c:v>
                </c:pt>
                <c:pt idx="184">
                  <c:v>0.11770678735730083</c:v>
                </c:pt>
                <c:pt idx="185">
                  <c:v>0.11652767440681905</c:v>
                </c:pt>
                <c:pt idx="186">
                  <c:v>0.116601681289859</c:v>
                </c:pt>
                <c:pt idx="187">
                  <c:v>0.11640967176496679</c:v>
                </c:pt>
                <c:pt idx="188">
                  <c:v>0.11681960733405049</c:v>
                </c:pt>
                <c:pt idx="189">
                  <c:v>0.11735385806645819</c:v>
                </c:pt>
                <c:pt idx="190">
                  <c:v>0.1170148445578918</c:v>
                </c:pt>
                <c:pt idx="191">
                  <c:v>0.11591588995419354</c:v>
                </c:pt>
                <c:pt idx="192">
                  <c:v>0.11660054475040076</c:v>
                </c:pt>
                <c:pt idx="193">
                  <c:v>0.11723062542574816</c:v>
                </c:pt>
                <c:pt idx="194">
                  <c:v>0.11529946964415835</c:v>
                </c:pt>
                <c:pt idx="195">
                  <c:v>0.11595905386530596</c:v>
                </c:pt>
                <c:pt idx="196">
                  <c:v>0.11531140697930559</c:v>
                </c:pt>
                <c:pt idx="197">
                  <c:v>0.11477498217774337</c:v>
                </c:pt>
                <c:pt idx="198">
                  <c:v>0.11520465056196245</c:v>
                </c:pt>
                <c:pt idx="199">
                  <c:v>0.11459425706302963</c:v>
                </c:pt>
                <c:pt idx="200">
                  <c:v>0.11493334096146622</c:v>
                </c:pt>
                <c:pt idx="201">
                  <c:v>0.11415654766547266</c:v>
                </c:pt>
                <c:pt idx="202">
                  <c:v>0.11319514061707943</c:v>
                </c:pt>
                <c:pt idx="203">
                  <c:v>0.11315062046370394</c:v>
                </c:pt>
                <c:pt idx="204">
                  <c:v>0.11393842707977227</c:v>
                </c:pt>
                <c:pt idx="205">
                  <c:v>0.11625850176304246</c:v>
                </c:pt>
                <c:pt idx="206">
                  <c:v>0.1159907897398733</c:v>
                </c:pt>
                <c:pt idx="207">
                  <c:v>0.11609825679939678</c:v>
                </c:pt>
                <c:pt idx="208">
                  <c:v>0.11590456042852081</c:v>
                </c:pt>
                <c:pt idx="209">
                  <c:v>0.11704799044374065</c:v>
                </c:pt>
                <c:pt idx="210">
                  <c:v>0.11682527778267131</c:v>
                </c:pt>
                <c:pt idx="211">
                  <c:v>0.11656518539616149</c:v>
                </c:pt>
                <c:pt idx="212">
                  <c:v>0.1152728739306605</c:v>
                </c:pt>
                <c:pt idx="213">
                  <c:v>0.11482400567575303</c:v>
                </c:pt>
                <c:pt idx="214">
                  <c:v>0.11383515762219561</c:v>
                </c:pt>
                <c:pt idx="215">
                  <c:v>0.11366157479478295</c:v>
                </c:pt>
                <c:pt idx="216">
                  <c:v>0.1133455058786358</c:v>
                </c:pt>
                <c:pt idx="217">
                  <c:v>0.10878571450854374</c:v>
                </c:pt>
                <c:pt idx="218">
                  <c:v>0.10649398549640259</c:v>
                </c:pt>
                <c:pt idx="219">
                  <c:v>0.10714553482269994</c:v>
                </c:pt>
                <c:pt idx="220">
                  <c:v>0.10691804215048709</c:v>
                </c:pt>
                <c:pt idx="221">
                  <c:v>0.10510508328886323</c:v>
                </c:pt>
                <c:pt idx="222">
                  <c:v>0.10554578849989048</c:v>
                </c:pt>
                <c:pt idx="223">
                  <c:v>0.10507724758904147</c:v>
                </c:pt>
                <c:pt idx="224">
                  <c:v>0.10431526327402342</c:v>
                </c:pt>
                <c:pt idx="225">
                  <c:v>0.10476925840865796</c:v>
                </c:pt>
                <c:pt idx="226">
                  <c:v>0.10783993685987642</c:v>
                </c:pt>
                <c:pt idx="227">
                  <c:v>0.10829497268620937</c:v>
                </c:pt>
                <c:pt idx="228">
                  <c:v>0.10714246091327122</c:v>
                </c:pt>
                <c:pt idx="229">
                  <c:v>0.10836462343557569</c:v>
                </c:pt>
                <c:pt idx="230">
                  <c:v>0.11133107655724112</c:v>
                </c:pt>
                <c:pt idx="231">
                  <c:v>0.11557135875229817</c:v>
                </c:pt>
                <c:pt idx="232">
                  <c:v>0.12101995826619984</c:v>
                </c:pt>
                <c:pt idx="233">
                  <c:v>0.12372618963931954</c:v>
                </c:pt>
                <c:pt idx="234">
                  <c:v>0.12620603017021106</c:v>
                </c:pt>
                <c:pt idx="235">
                  <c:v>0.13443815846931836</c:v>
                </c:pt>
                <c:pt idx="236">
                  <c:v>0.14234563746992071</c:v>
                </c:pt>
                <c:pt idx="237">
                  <c:v>0.15351607845644624</c:v>
                </c:pt>
                <c:pt idx="238">
                  <c:v>0.15531876599956915</c:v>
                </c:pt>
                <c:pt idx="239">
                  <c:v>0.15807265686769309</c:v>
                </c:pt>
                <c:pt idx="240">
                  <c:v>0.16584789874092037</c:v>
                </c:pt>
                <c:pt idx="241">
                  <c:v>0.16570279091129458</c:v>
                </c:pt>
                <c:pt idx="242">
                  <c:v>0.15888817655472226</c:v>
                </c:pt>
                <c:pt idx="243">
                  <c:v>0.15481843569153397</c:v>
                </c:pt>
                <c:pt idx="244">
                  <c:v>0.15109468865073863</c:v>
                </c:pt>
                <c:pt idx="245">
                  <c:v>0.15023450305155733</c:v>
                </c:pt>
                <c:pt idx="246">
                  <c:v>0.1502051107254655</c:v>
                </c:pt>
                <c:pt idx="247">
                  <c:v>0.1480547434283177</c:v>
                </c:pt>
                <c:pt idx="248">
                  <c:v>0.14641403507147019</c:v>
                </c:pt>
                <c:pt idx="249">
                  <c:v>0.1470213829722857</c:v>
                </c:pt>
                <c:pt idx="250">
                  <c:v>0.14491991819955466</c:v>
                </c:pt>
                <c:pt idx="251">
                  <c:v>0.14332440584949727</c:v>
                </c:pt>
                <c:pt idx="252">
                  <c:v>0.14472292830973166</c:v>
                </c:pt>
                <c:pt idx="253">
                  <c:v>0.14324914033139058</c:v>
                </c:pt>
                <c:pt idx="254">
                  <c:v>0.13816200040663781</c:v>
                </c:pt>
                <c:pt idx="255">
                  <c:v>0.1335309429649405</c:v>
                </c:pt>
                <c:pt idx="256">
                  <c:v>0.13167074256216474</c:v>
                </c:pt>
                <c:pt idx="257">
                  <c:v>0.13064674157963058</c:v>
                </c:pt>
                <c:pt idx="258">
                  <c:v>0.12617593248741615</c:v>
                </c:pt>
                <c:pt idx="259">
                  <c:v>0.11843397913228787</c:v>
                </c:pt>
                <c:pt idx="260">
                  <c:v>0.11620284958529183</c:v>
                </c:pt>
                <c:pt idx="261">
                  <c:v>0.11513499885490688</c:v>
                </c:pt>
                <c:pt idx="262">
                  <c:v>0.11458594254323166</c:v>
                </c:pt>
                <c:pt idx="263">
                  <c:v>0.11234553158497571</c:v>
                </c:pt>
                <c:pt idx="264">
                  <c:v>0.1119802522788695</c:v>
                </c:pt>
                <c:pt idx="265">
                  <c:v>0.11360000000000001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8-F135-44DA-BC70-A4284546EFA5}"/>
            </c:ext>
          </c:extLst>
        </c:ser>
        <c:ser>
          <c:idx val="5"/>
          <c:order val="5"/>
          <c:tx>
            <c:strRef>
              <c:f>'Tasa Adquisición'!$G$4</c:f>
              <c:strCache>
                <c:ptCount val="1"/>
                <c:pt idx="0">
                  <c:v>TES a 10 años</c:v>
                </c:pt>
              </c:strCache>
              <c:extLst xmlns:c15="http://schemas.microsoft.com/office/drawing/2012/chart"/>
            </c:strRef>
          </c:tx>
          <c:spPr>
            <a:ln w="28575" cap="rnd">
              <a:solidFill>
                <a:srgbClr val="4EA72E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265"/>
              <c:layout>
                <c:manualLayout>
                  <c:x val="0"/>
                  <c:y val="-3.740074813276028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47A-4726-B9EB-D79BECB8DE5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B05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'Tasa Adquisición'!$A$5:$A$270</c:f>
              <c:numCache>
                <c:formatCode>mmm\-yy</c:formatCode>
                <c:ptCount val="266"/>
                <c:pt idx="0">
                  <c:v>37622</c:v>
                </c:pt>
                <c:pt idx="1">
                  <c:v>37653</c:v>
                </c:pt>
                <c:pt idx="2">
                  <c:v>37681</c:v>
                </c:pt>
                <c:pt idx="3">
                  <c:v>37712</c:v>
                </c:pt>
                <c:pt idx="4">
                  <c:v>37742</c:v>
                </c:pt>
                <c:pt idx="5">
                  <c:v>37773</c:v>
                </c:pt>
                <c:pt idx="6">
                  <c:v>37803</c:v>
                </c:pt>
                <c:pt idx="7">
                  <c:v>37834</c:v>
                </c:pt>
                <c:pt idx="8">
                  <c:v>37865</c:v>
                </c:pt>
                <c:pt idx="9">
                  <c:v>37895</c:v>
                </c:pt>
                <c:pt idx="10">
                  <c:v>37926</c:v>
                </c:pt>
                <c:pt idx="11">
                  <c:v>37956</c:v>
                </c:pt>
                <c:pt idx="12">
                  <c:v>37987</c:v>
                </c:pt>
                <c:pt idx="13">
                  <c:v>38018</c:v>
                </c:pt>
                <c:pt idx="14">
                  <c:v>38047</c:v>
                </c:pt>
                <c:pt idx="15">
                  <c:v>38078</c:v>
                </c:pt>
                <c:pt idx="16">
                  <c:v>38108</c:v>
                </c:pt>
                <c:pt idx="17">
                  <c:v>38139</c:v>
                </c:pt>
                <c:pt idx="18">
                  <c:v>38169</c:v>
                </c:pt>
                <c:pt idx="19">
                  <c:v>38200</c:v>
                </c:pt>
                <c:pt idx="20">
                  <c:v>38231</c:v>
                </c:pt>
                <c:pt idx="21">
                  <c:v>38261</c:v>
                </c:pt>
                <c:pt idx="22">
                  <c:v>38292</c:v>
                </c:pt>
                <c:pt idx="23">
                  <c:v>38322</c:v>
                </c:pt>
                <c:pt idx="24">
                  <c:v>38353</c:v>
                </c:pt>
                <c:pt idx="25">
                  <c:v>38384</c:v>
                </c:pt>
                <c:pt idx="26">
                  <c:v>38412</c:v>
                </c:pt>
                <c:pt idx="27">
                  <c:v>38443</c:v>
                </c:pt>
                <c:pt idx="28">
                  <c:v>38473</c:v>
                </c:pt>
                <c:pt idx="29">
                  <c:v>38504</c:v>
                </c:pt>
                <c:pt idx="30">
                  <c:v>38534</c:v>
                </c:pt>
                <c:pt idx="31">
                  <c:v>38565</c:v>
                </c:pt>
                <c:pt idx="32">
                  <c:v>38596</c:v>
                </c:pt>
                <c:pt idx="33">
                  <c:v>38626</c:v>
                </c:pt>
                <c:pt idx="34">
                  <c:v>38657</c:v>
                </c:pt>
                <c:pt idx="35">
                  <c:v>38687</c:v>
                </c:pt>
                <c:pt idx="36">
                  <c:v>38718</c:v>
                </c:pt>
                <c:pt idx="37">
                  <c:v>38749</c:v>
                </c:pt>
                <c:pt idx="38">
                  <c:v>38777</c:v>
                </c:pt>
                <c:pt idx="39">
                  <c:v>38808</c:v>
                </c:pt>
                <c:pt idx="40">
                  <c:v>38838</c:v>
                </c:pt>
                <c:pt idx="41">
                  <c:v>38869</c:v>
                </c:pt>
                <c:pt idx="42">
                  <c:v>38899</c:v>
                </c:pt>
                <c:pt idx="43">
                  <c:v>38930</c:v>
                </c:pt>
                <c:pt idx="44">
                  <c:v>38961</c:v>
                </c:pt>
                <c:pt idx="45">
                  <c:v>38991</c:v>
                </c:pt>
                <c:pt idx="46">
                  <c:v>39022</c:v>
                </c:pt>
                <c:pt idx="47">
                  <c:v>39052</c:v>
                </c:pt>
                <c:pt idx="48">
                  <c:v>39083</c:v>
                </c:pt>
                <c:pt idx="49">
                  <c:v>39114</c:v>
                </c:pt>
                <c:pt idx="50">
                  <c:v>39142</c:v>
                </c:pt>
                <c:pt idx="51">
                  <c:v>39173</c:v>
                </c:pt>
                <c:pt idx="52">
                  <c:v>39203</c:v>
                </c:pt>
                <c:pt idx="53">
                  <c:v>39234</c:v>
                </c:pt>
                <c:pt idx="54">
                  <c:v>39264</c:v>
                </c:pt>
                <c:pt idx="55">
                  <c:v>39295</c:v>
                </c:pt>
                <c:pt idx="56">
                  <c:v>39326</c:v>
                </c:pt>
                <c:pt idx="57">
                  <c:v>39356</c:v>
                </c:pt>
                <c:pt idx="58">
                  <c:v>39387</c:v>
                </c:pt>
                <c:pt idx="59">
                  <c:v>39417</c:v>
                </c:pt>
                <c:pt idx="60">
                  <c:v>39448</c:v>
                </c:pt>
                <c:pt idx="61">
                  <c:v>39479</c:v>
                </c:pt>
                <c:pt idx="62">
                  <c:v>39508</c:v>
                </c:pt>
                <c:pt idx="63">
                  <c:v>39539</c:v>
                </c:pt>
                <c:pt idx="64">
                  <c:v>39569</c:v>
                </c:pt>
                <c:pt idx="65">
                  <c:v>39600</c:v>
                </c:pt>
                <c:pt idx="66">
                  <c:v>39630</c:v>
                </c:pt>
                <c:pt idx="67">
                  <c:v>39661</c:v>
                </c:pt>
                <c:pt idx="68">
                  <c:v>39692</c:v>
                </c:pt>
                <c:pt idx="69">
                  <c:v>39722</c:v>
                </c:pt>
                <c:pt idx="70">
                  <c:v>39753</c:v>
                </c:pt>
                <c:pt idx="71">
                  <c:v>39783</c:v>
                </c:pt>
                <c:pt idx="72">
                  <c:v>39814</c:v>
                </c:pt>
                <c:pt idx="73">
                  <c:v>39845</c:v>
                </c:pt>
                <c:pt idx="74">
                  <c:v>39873</c:v>
                </c:pt>
                <c:pt idx="75">
                  <c:v>39904</c:v>
                </c:pt>
                <c:pt idx="76">
                  <c:v>39934</c:v>
                </c:pt>
                <c:pt idx="77">
                  <c:v>39965</c:v>
                </c:pt>
                <c:pt idx="78">
                  <c:v>39995</c:v>
                </c:pt>
                <c:pt idx="79">
                  <c:v>40026</c:v>
                </c:pt>
                <c:pt idx="80">
                  <c:v>40057</c:v>
                </c:pt>
                <c:pt idx="81">
                  <c:v>40087</c:v>
                </c:pt>
                <c:pt idx="82">
                  <c:v>40118</c:v>
                </c:pt>
                <c:pt idx="83">
                  <c:v>40148</c:v>
                </c:pt>
                <c:pt idx="84">
                  <c:v>40179</c:v>
                </c:pt>
                <c:pt idx="85">
                  <c:v>40210</c:v>
                </c:pt>
                <c:pt idx="86">
                  <c:v>40238</c:v>
                </c:pt>
                <c:pt idx="87">
                  <c:v>40269</c:v>
                </c:pt>
                <c:pt idx="88">
                  <c:v>40299</c:v>
                </c:pt>
                <c:pt idx="89">
                  <c:v>40330</c:v>
                </c:pt>
                <c:pt idx="90">
                  <c:v>40360</c:v>
                </c:pt>
                <c:pt idx="91">
                  <c:v>40391</c:v>
                </c:pt>
                <c:pt idx="92">
                  <c:v>40422</c:v>
                </c:pt>
                <c:pt idx="93">
                  <c:v>40452</c:v>
                </c:pt>
                <c:pt idx="94">
                  <c:v>40483</c:v>
                </c:pt>
                <c:pt idx="95">
                  <c:v>40513</c:v>
                </c:pt>
                <c:pt idx="96">
                  <c:v>40544</c:v>
                </c:pt>
                <c:pt idx="97">
                  <c:v>40575</c:v>
                </c:pt>
                <c:pt idx="98">
                  <c:v>40603</c:v>
                </c:pt>
                <c:pt idx="99">
                  <c:v>40634</c:v>
                </c:pt>
                <c:pt idx="100">
                  <c:v>40664</c:v>
                </c:pt>
                <c:pt idx="101">
                  <c:v>40695</c:v>
                </c:pt>
                <c:pt idx="102">
                  <c:v>40725</c:v>
                </c:pt>
                <c:pt idx="103">
                  <c:v>40756</c:v>
                </c:pt>
                <c:pt idx="104">
                  <c:v>40787</c:v>
                </c:pt>
                <c:pt idx="105">
                  <c:v>40817</c:v>
                </c:pt>
                <c:pt idx="106">
                  <c:v>40848</c:v>
                </c:pt>
                <c:pt idx="107">
                  <c:v>40878</c:v>
                </c:pt>
                <c:pt idx="108">
                  <c:v>40909</c:v>
                </c:pt>
                <c:pt idx="109">
                  <c:v>40940</c:v>
                </c:pt>
                <c:pt idx="110">
                  <c:v>40969</c:v>
                </c:pt>
                <c:pt idx="111">
                  <c:v>41000</c:v>
                </c:pt>
                <c:pt idx="112">
                  <c:v>41030</c:v>
                </c:pt>
                <c:pt idx="113">
                  <c:v>41061</c:v>
                </c:pt>
                <c:pt idx="114">
                  <c:v>41091</c:v>
                </c:pt>
                <c:pt idx="115">
                  <c:v>41122</c:v>
                </c:pt>
                <c:pt idx="116">
                  <c:v>41153</c:v>
                </c:pt>
                <c:pt idx="117">
                  <c:v>41183</c:v>
                </c:pt>
                <c:pt idx="118">
                  <c:v>41214</c:v>
                </c:pt>
                <c:pt idx="119">
                  <c:v>41244</c:v>
                </c:pt>
                <c:pt idx="120">
                  <c:v>41275</c:v>
                </c:pt>
                <c:pt idx="121">
                  <c:v>41306</c:v>
                </c:pt>
                <c:pt idx="122">
                  <c:v>41334</c:v>
                </c:pt>
                <c:pt idx="123">
                  <c:v>41365</c:v>
                </c:pt>
                <c:pt idx="124">
                  <c:v>41395</c:v>
                </c:pt>
                <c:pt idx="125">
                  <c:v>41426</c:v>
                </c:pt>
                <c:pt idx="126">
                  <c:v>41456</c:v>
                </c:pt>
                <c:pt idx="127">
                  <c:v>41487</c:v>
                </c:pt>
                <c:pt idx="128">
                  <c:v>41518</c:v>
                </c:pt>
                <c:pt idx="129">
                  <c:v>41548</c:v>
                </c:pt>
                <c:pt idx="130">
                  <c:v>41579</c:v>
                </c:pt>
                <c:pt idx="131">
                  <c:v>41609</c:v>
                </c:pt>
                <c:pt idx="132">
                  <c:v>41640</c:v>
                </c:pt>
                <c:pt idx="133">
                  <c:v>41671</c:v>
                </c:pt>
                <c:pt idx="134">
                  <c:v>41699</c:v>
                </c:pt>
                <c:pt idx="135">
                  <c:v>41730</c:v>
                </c:pt>
                <c:pt idx="136">
                  <c:v>41760</c:v>
                </c:pt>
                <c:pt idx="137">
                  <c:v>41791</c:v>
                </c:pt>
                <c:pt idx="138">
                  <c:v>41821</c:v>
                </c:pt>
                <c:pt idx="139">
                  <c:v>41852</c:v>
                </c:pt>
                <c:pt idx="140">
                  <c:v>41883</c:v>
                </c:pt>
                <c:pt idx="141">
                  <c:v>41913</c:v>
                </c:pt>
                <c:pt idx="142">
                  <c:v>41944</c:v>
                </c:pt>
                <c:pt idx="143">
                  <c:v>41974</c:v>
                </c:pt>
                <c:pt idx="144">
                  <c:v>42005</c:v>
                </c:pt>
                <c:pt idx="145">
                  <c:v>42036</c:v>
                </c:pt>
                <c:pt idx="146">
                  <c:v>42064</c:v>
                </c:pt>
                <c:pt idx="147">
                  <c:v>42095</c:v>
                </c:pt>
                <c:pt idx="148">
                  <c:v>42125</c:v>
                </c:pt>
                <c:pt idx="149">
                  <c:v>42156</c:v>
                </c:pt>
                <c:pt idx="150">
                  <c:v>42186</c:v>
                </c:pt>
                <c:pt idx="151">
                  <c:v>42217</c:v>
                </c:pt>
                <c:pt idx="152">
                  <c:v>42248</c:v>
                </c:pt>
                <c:pt idx="153">
                  <c:v>42278</c:v>
                </c:pt>
                <c:pt idx="154">
                  <c:v>42309</c:v>
                </c:pt>
                <c:pt idx="155">
                  <c:v>42339</c:v>
                </c:pt>
                <c:pt idx="156">
                  <c:v>42370</c:v>
                </c:pt>
                <c:pt idx="157">
                  <c:v>42401</c:v>
                </c:pt>
                <c:pt idx="158">
                  <c:v>42430</c:v>
                </c:pt>
                <c:pt idx="159">
                  <c:v>42461</c:v>
                </c:pt>
                <c:pt idx="160">
                  <c:v>42491</c:v>
                </c:pt>
                <c:pt idx="161">
                  <c:v>42522</c:v>
                </c:pt>
                <c:pt idx="162">
                  <c:v>42552</c:v>
                </c:pt>
                <c:pt idx="163">
                  <c:v>42583</c:v>
                </c:pt>
                <c:pt idx="164">
                  <c:v>42614</c:v>
                </c:pt>
                <c:pt idx="165">
                  <c:v>42644</c:v>
                </c:pt>
                <c:pt idx="166">
                  <c:v>42675</c:v>
                </c:pt>
                <c:pt idx="167">
                  <c:v>42705</c:v>
                </c:pt>
                <c:pt idx="168">
                  <c:v>42736</c:v>
                </c:pt>
                <c:pt idx="169">
                  <c:v>42767</c:v>
                </c:pt>
                <c:pt idx="170">
                  <c:v>42795</c:v>
                </c:pt>
                <c:pt idx="171">
                  <c:v>42826</c:v>
                </c:pt>
                <c:pt idx="172">
                  <c:v>42856</c:v>
                </c:pt>
                <c:pt idx="173">
                  <c:v>42887</c:v>
                </c:pt>
                <c:pt idx="174">
                  <c:v>42917</c:v>
                </c:pt>
                <c:pt idx="175">
                  <c:v>42948</c:v>
                </c:pt>
                <c:pt idx="176">
                  <c:v>42979</c:v>
                </c:pt>
                <c:pt idx="177">
                  <c:v>43009</c:v>
                </c:pt>
                <c:pt idx="178">
                  <c:v>43040</c:v>
                </c:pt>
                <c:pt idx="179">
                  <c:v>43070</c:v>
                </c:pt>
                <c:pt idx="180">
                  <c:v>43101</c:v>
                </c:pt>
                <c:pt idx="181">
                  <c:v>43132</c:v>
                </c:pt>
                <c:pt idx="182">
                  <c:v>43160</c:v>
                </c:pt>
                <c:pt idx="183">
                  <c:v>43191</c:v>
                </c:pt>
                <c:pt idx="184">
                  <c:v>43221</c:v>
                </c:pt>
                <c:pt idx="185">
                  <c:v>43252</c:v>
                </c:pt>
                <c:pt idx="186">
                  <c:v>43282</c:v>
                </c:pt>
                <c:pt idx="187">
                  <c:v>43313</c:v>
                </c:pt>
                <c:pt idx="188">
                  <c:v>43344</c:v>
                </c:pt>
                <c:pt idx="189">
                  <c:v>43374</c:v>
                </c:pt>
                <c:pt idx="190">
                  <c:v>43405</c:v>
                </c:pt>
                <c:pt idx="191">
                  <c:v>43435</c:v>
                </c:pt>
                <c:pt idx="192">
                  <c:v>43466</c:v>
                </c:pt>
                <c:pt idx="193">
                  <c:v>43497</c:v>
                </c:pt>
                <c:pt idx="194">
                  <c:v>43525</c:v>
                </c:pt>
                <c:pt idx="195">
                  <c:v>43556</c:v>
                </c:pt>
                <c:pt idx="196">
                  <c:v>43586</c:v>
                </c:pt>
                <c:pt idx="197">
                  <c:v>43617</c:v>
                </c:pt>
                <c:pt idx="198">
                  <c:v>43647</c:v>
                </c:pt>
                <c:pt idx="199">
                  <c:v>43678</c:v>
                </c:pt>
                <c:pt idx="200">
                  <c:v>43709</c:v>
                </c:pt>
                <c:pt idx="201">
                  <c:v>43739</c:v>
                </c:pt>
                <c:pt idx="202">
                  <c:v>43770</c:v>
                </c:pt>
                <c:pt idx="203">
                  <c:v>43800</c:v>
                </c:pt>
                <c:pt idx="204">
                  <c:v>43831</c:v>
                </c:pt>
                <c:pt idx="205">
                  <c:v>43862</c:v>
                </c:pt>
                <c:pt idx="206">
                  <c:v>43891</c:v>
                </c:pt>
                <c:pt idx="207">
                  <c:v>43922</c:v>
                </c:pt>
                <c:pt idx="208">
                  <c:v>43952</c:v>
                </c:pt>
                <c:pt idx="209">
                  <c:v>43983</c:v>
                </c:pt>
                <c:pt idx="210">
                  <c:v>44013</c:v>
                </c:pt>
                <c:pt idx="211">
                  <c:v>44044</c:v>
                </c:pt>
                <c:pt idx="212">
                  <c:v>44075</c:v>
                </c:pt>
                <c:pt idx="213">
                  <c:v>44105</c:v>
                </c:pt>
                <c:pt idx="214">
                  <c:v>44136</c:v>
                </c:pt>
                <c:pt idx="215">
                  <c:v>44166</c:v>
                </c:pt>
                <c:pt idx="216">
                  <c:v>44197</c:v>
                </c:pt>
                <c:pt idx="217">
                  <c:v>44228</c:v>
                </c:pt>
                <c:pt idx="218">
                  <c:v>44256</c:v>
                </c:pt>
                <c:pt idx="219">
                  <c:v>44287</c:v>
                </c:pt>
                <c:pt idx="220">
                  <c:v>44317</c:v>
                </c:pt>
                <c:pt idx="221">
                  <c:v>44348</c:v>
                </c:pt>
                <c:pt idx="222">
                  <c:v>44378</c:v>
                </c:pt>
                <c:pt idx="223">
                  <c:v>44409</c:v>
                </c:pt>
                <c:pt idx="224">
                  <c:v>44440</c:v>
                </c:pt>
                <c:pt idx="225">
                  <c:v>44470</c:v>
                </c:pt>
                <c:pt idx="226">
                  <c:v>44501</c:v>
                </c:pt>
                <c:pt idx="227">
                  <c:v>44531</c:v>
                </c:pt>
                <c:pt idx="228">
                  <c:v>44562</c:v>
                </c:pt>
                <c:pt idx="229">
                  <c:v>44593</c:v>
                </c:pt>
                <c:pt idx="230">
                  <c:v>44621</c:v>
                </c:pt>
                <c:pt idx="231">
                  <c:v>44652</c:v>
                </c:pt>
                <c:pt idx="232">
                  <c:v>44682</c:v>
                </c:pt>
                <c:pt idx="233">
                  <c:v>44713</c:v>
                </c:pt>
                <c:pt idx="234">
                  <c:v>44743</c:v>
                </c:pt>
                <c:pt idx="235">
                  <c:v>44774</c:v>
                </c:pt>
                <c:pt idx="236">
                  <c:v>44805</c:v>
                </c:pt>
                <c:pt idx="237">
                  <c:v>44835</c:v>
                </c:pt>
                <c:pt idx="238">
                  <c:v>44866</c:v>
                </c:pt>
                <c:pt idx="239">
                  <c:v>44896</c:v>
                </c:pt>
                <c:pt idx="240">
                  <c:v>44927</c:v>
                </c:pt>
                <c:pt idx="241">
                  <c:v>44958</c:v>
                </c:pt>
                <c:pt idx="242">
                  <c:v>44986</c:v>
                </c:pt>
                <c:pt idx="243">
                  <c:v>45017</c:v>
                </c:pt>
                <c:pt idx="244">
                  <c:v>45047</c:v>
                </c:pt>
                <c:pt idx="245">
                  <c:v>45078</c:v>
                </c:pt>
                <c:pt idx="246">
                  <c:v>45108</c:v>
                </c:pt>
                <c:pt idx="247">
                  <c:v>45139</c:v>
                </c:pt>
                <c:pt idx="248">
                  <c:v>45170</c:v>
                </c:pt>
                <c:pt idx="249">
                  <c:v>45200</c:v>
                </c:pt>
                <c:pt idx="250">
                  <c:v>45231</c:v>
                </c:pt>
                <c:pt idx="251">
                  <c:v>45261</c:v>
                </c:pt>
                <c:pt idx="252">
                  <c:v>45292</c:v>
                </c:pt>
                <c:pt idx="253">
                  <c:v>45323</c:v>
                </c:pt>
                <c:pt idx="254">
                  <c:v>45352</c:v>
                </c:pt>
                <c:pt idx="255">
                  <c:v>45383</c:v>
                </c:pt>
                <c:pt idx="256">
                  <c:v>45413</c:v>
                </c:pt>
                <c:pt idx="257">
                  <c:v>45444</c:v>
                </c:pt>
                <c:pt idx="258">
                  <c:v>45474</c:v>
                </c:pt>
                <c:pt idx="259">
                  <c:v>45505</c:v>
                </c:pt>
                <c:pt idx="260">
                  <c:v>45536</c:v>
                </c:pt>
                <c:pt idx="261">
                  <c:v>45566</c:v>
                </c:pt>
                <c:pt idx="262">
                  <c:v>45597</c:v>
                </c:pt>
                <c:pt idx="263">
                  <c:v>45627</c:v>
                </c:pt>
                <c:pt idx="264">
                  <c:v>45658</c:v>
                </c:pt>
                <c:pt idx="265">
                  <c:v>45689</c:v>
                </c:pt>
              </c:numCache>
            </c:numRef>
          </c:cat>
          <c:val>
            <c:numRef>
              <c:f>'Tasa Adquisición'!$G$5:$G$270</c:f>
              <c:numCache>
                <c:formatCode>0.00%</c:formatCode>
                <c:ptCount val="266"/>
                <c:pt idx="0">
                  <c:v>0.15893448182120901</c:v>
                </c:pt>
                <c:pt idx="1">
                  <c:v>0.16104503802665002</c:v>
                </c:pt>
                <c:pt idx="2">
                  <c:v>0.145510224341241</c:v>
                </c:pt>
                <c:pt idx="3">
                  <c:v>0.161818002654428</c:v>
                </c:pt>
                <c:pt idx="4">
                  <c:v>0.14967949401102099</c:v>
                </c:pt>
                <c:pt idx="5">
                  <c:v>0.15229693362146102</c:v>
                </c:pt>
                <c:pt idx="6">
                  <c:v>0.14955871765250101</c:v>
                </c:pt>
                <c:pt idx="7">
                  <c:v>0.15053420453434702</c:v>
                </c:pt>
                <c:pt idx="8">
                  <c:v>0.153365504976506</c:v>
                </c:pt>
                <c:pt idx="9">
                  <c:v>0.14411544676403099</c:v>
                </c:pt>
                <c:pt idx="10">
                  <c:v>0.14805985417231099</c:v>
                </c:pt>
                <c:pt idx="11">
                  <c:v>0.14765415148056898</c:v>
                </c:pt>
                <c:pt idx="12">
                  <c:v>0.14463429371814099</c:v>
                </c:pt>
                <c:pt idx="13">
                  <c:v>0.14377350638664299</c:v>
                </c:pt>
                <c:pt idx="14">
                  <c:v>0.132716515687962</c:v>
                </c:pt>
                <c:pt idx="15">
                  <c:v>0.12774528162968099</c:v>
                </c:pt>
                <c:pt idx="16">
                  <c:v>0.14489635074913498</c:v>
                </c:pt>
                <c:pt idx="17">
                  <c:v>0.15271762628187399</c:v>
                </c:pt>
                <c:pt idx="18">
                  <c:v>0.155157001820934</c:v>
                </c:pt>
                <c:pt idx="19">
                  <c:v>0.15129891699856698</c:v>
                </c:pt>
                <c:pt idx="20">
                  <c:v>0.146468294133618</c:v>
                </c:pt>
                <c:pt idx="21">
                  <c:v>0.14626712344156201</c:v>
                </c:pt>
                <c:pt idx="22">
                  <c:v>0.139365003980812</c:v>
                </c:pt>
                <c:pt idx="23">
                  <c:v>0.13575972505457601</c:v>
                </c:pt>
                <c:pt idx="24">
                  <c:v>0.13360148654031101</c:v>
                </c:pt>
                <c:pt idx="25">
                  <c:v>0.130895087861613</c:v>
                </c:pt>
                <c:pt idx="26">
                  <c:v>0.134079506947125</c:v>
                </c:pt>
                <c:pt idx="27">
                  <c:v>0.13644085231209099</c:v>
                </c:pt>
                <c:pt idx="28">
                  <c:v>0.133226160801652</c:v>
                </c:pt>
                <c:pt idx="29">
                  <c:v>0.123669014859092</c:v>
                </c:pt>
                <c:pt idx="30">
                  <c:v>0.11332736917425701</c:v>
                </c:pt>
                <c:pt idx="31">
                  <c:v>0.108193086434341</c:v>
                </c:pt>
                <c:pt idx="32">
                  <c:v>8.9189369434089297E-2</c:v>
                </c:pt>
                <c:pt idx="33">
                  <c:v>9.6717065434801505E-2</c:v>
                </c:pt>
                <c:pt idx="34">
                  <c:v>9.5028293830521304E-2</c:v>
                </c:pt>
                <c:pt idx="35">
                  <c:v>9.2266730287525509E-2</c:v>
                </c:pt>
                <c:pt idx="36">
                  <c:v>8.3918166762594809E-2</c:v>
                </c:pt>
                <c:pt idx="37">
                  <c:v>7.2617293377057301E-2</c:v>
                </c:pt>
                <c:pt idx="38">
                  <c:v>7.8150574548581805E-2</c:v>
                </c:pt>
                <c:pt idx="39">
                  <c:v>9.0068126824389E-2</c:v>
                </c:pt>
                <c:pt idx="40">
                  <c:v>9.9679208336184807E-2</c:v>
                </c:pt>
                <c:pt idx="41">
                  <c:v>0.10908579931608701</c:v>
                </c:pt>
                <c:pt idx="42">
                  <c:v>9.7324620278000207E-2</c:v>
                </c:pt>
                <c:pt idx="43">
                  <c:v>9.565305404414319E-2</c:v>
                </c:pt>
                <c:pt idx="44">
                  <c:v>9.6641141583312606E-2</c:v>
                </c:pt>
                <c:pt idx="45">
                  <c:v>9.3208401432787497E-2</c:v>
                </c:pt>
                <c:pt idx="46">
                  <c:v>9.2718888079830003E-2</c:v>
                </c:pt>
                <c:pt idx="47">
                  <c:v>8.9565191914716499E-2</c:v>
                </c:pt>
                <c:pt idx="48">
                  <c:v>9.4524582804092802E-2</c:v>
                </c:pt>
                <c:pt idx="49">
                  <c:v>9.8639699269291906E-2</c:v>
                </c:pt>
                <c:pt idx="50">
                  <c:v>9.9406302025778312E-2</c:v>
                </c:pt>
                <c:pt idx="51">
                  <c:v>0.10084662028253501</c:v>
                </c:pt>
                <c:pt idx="52">
                  <c:v>9.8781996929299093E-2</c:v>
                </c:pt>
                <c:pt idx="53">
                  <c:v>9.93681656049967E-2</c:v>
                </c:pt>
                <c:pt idx="54">
                  <c:v>9.9138601855322209E-2</c:v>
                </c:pt>
                <c:pt idx="55">
                  <c:v>0.106239025302112</c:v>
                </c:pt>
                <c:pt idx="56">
                  <c:v>0.10164026636491201</c:v>
                </c:pt>
                <c:pt idx="57">
                  <c:v>0.101568221953107</c:v>
                </c:pt>
                <c:pt idx="58">
                  <c:v>0.10210530248875999</c:v>
                </c:pt>
                <c:pt idx="59">
                  <c:v>0.103137674240521</c:v>
                </c:pt>
                <c:pt idx="60">
                  <c:v>0.112058078341552</c:v>
                </c:pt>
                <c:pt idx="61">
                  <c:v>0.11590103277342599</c:v>
                </c:pt>
                <c:pt idx="62">
                  <c:v>0.11631816292650299</c:v>
                </c:pt>
                <c:pt idx="63">
                  <c:v>0.109801910913417</c:v>
                </c:pt>
                <c:pt idx="64">
                  <c:v>0.114785187064378</c:v>
                </c:pt>
                <c:pt idx="65">
                  <c:v>0.12763302555157199</c:v>
                </c:pt>
                <c:pt idx="66">
                  <c:v>0.124673834890378</c:v>
                </c:pt>
                <c:pt idx="67">
                  <c:v>0.11390818902503</c:v>
                </c:pt>
                <c:pt idx="68">
                  <c:v>0.121107048470406</c:v>
                </c:pt>
                <c:pt idx="69">
                  <c:v>0.13577083442509</c:v>
                </c:pt>
                <c:pt idx="70">
                  <c:v>0.12633891454951399</c:v>
                </c:pt>
                <c:pt idx="71">
                  <c:v>0.108838157425167</c:v>
                </c:pt>
                <c:pt idx="72">
                  <c:v>9.8022453437363696E-2</c:v>
                </c:pt>
                <c:pt idx="73">
                  <c:v>0.100118015062151</c:v>
                </c:pt>
                <c:pt idx="74">
                  <c:v>0.100890118217058</c:v>
                </c:pt>
                <c:pt idx="75">
                  <c:v>9.1897685371394006E-2</c:v>
                </c:pt>
                <c:pt idx="76">
                  <c:v>9.3616147059031291E-2</c:v>
                </c:pt>
                <c:pt idx="77">
                  <c:v>9.962926942644261E-2</c:v>
                </c:pt>
                <c:pt idx="78">
                  <c:v>9.4869945687152096E-2</c:v>
                </c:pt>
                <c:pt idx="79">
                  <c:v>0.10104551229344799</c:v>
                </c:pt>
                <c:pt idx="80">
                  <c:v>9.54416564247976E-2</c:v>
                </c:pt>
                <c:pt idx="81">
                  <c:v>8.8608558607797705E-2</c:v>
                </c:pt>
                <c:pt idx="82">
                  <c:v>8.3180381327275899E-2</c:v>
                </c:pt>
                <c:pt idx="83">
                  <c:v>8.9446357132422397E-2</c:v>
                </c:pt>
                <c:pt idx="84">
                  <c:v>9.2027489847425009E-2</c:v>
                </c:pt>
                <c:pt idx="85">
                  <c:v>9.6950696103542511E-2</c:v>
                </c:pt>
                <c:pt idx="86">
                  <c:v>9.4138567032403697E-2</c:v>
                </c:pt>
                <c:pt idx="87">
                  <c:v>8.8592180917609398E-2</c:v>
                </c:pt>
                <c:pt idx="88">
                  <c:v>8.6144344246334409E-2</c:v>
                </c:pt>
                <c:pt idx="89">
                  <c:v>8.3764295529547006E-2</c:v>
                </c:pt>
                <c:pt idx="90">
                  <c:v>7.9454754132929406E-2</c:v>
                </c:pt>
                <c:pt idx="91">
                  <c:v>7.5977579257058503E-2</c:v>
                </c:pt>
                <c:pt idx="92">
                  <c:v>7.8969500808441506E-2</c:v>
                </c:pt>
                <c:pt idx="93">
                  <c:v>7.5042748109105398E-2</c:v>
                </c:pt>
                <c:pt idx="94">
                  <c:v>8.2172115307342891E-2</c:v>
                </c:pt>
                <c:pt idx="95">
                  <c:v>8.260756853104001E-2</c:v>
                </c:pt>
                <c:pt idx="96">
                  <c:v>8.5143946049124508E-2</c:v>
                </c:pt>
                <c:pt idx="97">
                  <c:v>8.9189721680725906E-2</c:v>
                </c:pt>
                <c:pt idx="98">
                  <c:v>8.7627770723091997E-2</c:v>
                </c:pt>
                <c:pt idx="99">
                  <c:v>8.6419903550049415E-2</c:v>
                </c:pt>
                <c:pt idx="100">
                  <c:v>8.3395424786721101E-2</c:v>
                </c:pt>
                <c:pt idx="101">
                  <c:v>7.8712219324039004E-2</c:v>
                </c:pt>
                <c:pt idx="102">
                  <c:v>7.80531090172778E-2</c:v>
                </c:pt>
                <c:pt idx="103">
                  <c:v>7.4739044245782704E-2</c:v>
                </c:pt>
                <c:pt idx="104">
                  <c:v>7.5994655175587594E-2</c:v>
                </c:pt>
                <c:pt idx="105">
                  <c:v>7.6096044254793604E-2</c:v>
                </c:pt>
                <c:pt idx="106">
                  <c:v>7.74828555478108E-2</c:v>
                </c:pt>
                <c:pt idx="107">
                  <c:v>7.7767968705264201E-2</c:v>
                </c:pt>
                <c:pt idx="108">
                  <c:v>7.5029034573024095E-2</c:v>
                </c:pt>
                <c:pt idx="109">
                  <c:v>7.4491182746848697E-2</c:v>
                </c:pt>
                <c:pt idx="110">
                  <c:v>7.3595037561751897E-2</c:v>
                </c:pt>
                <c:pt idx="111">
                  <c:v>7.2133873595802506E-2</c:v>
                </c:pt>
                <c:pt idx="112">
                  <c:v>7.2651746809895806E-2</c:v>
                </c:pt>
                <c:pt idx="113">
                  <c:v>7.1069375308998498E-2</c:v>
                </c:pt>
                <c:pt idx="114">
                  <c:v>6.7377338604721698E-2</c:v>
                </c:pt>
                <c:pt idx="115">
                  <c:v>6.7380140362581289E-2</c:v>
                </c:pt>
                <c:pt idx="116">
                  <c:v>6.4217578880616397E-2</c:v>
                </c:pt>
                <c:pt idx="117">
                  <c:v>6.2445062426424398E-2</c:v>
                </c:pt>
                <c:pt idx="118">
                  <c:v>6.0136910991232001E-2</c:v>
                </c:pt>
                <c:pt idx="119">
                  <c:v>5.7126766805219706E-2</c:v>
                </c:pt>
                <c:pt idx="120">
                  <c:v>5.3242668105014095E-2</c:v>
                </c:pt>
                <c:pt idx="121">
                  <c:v>5.0735537253965998E-2</c:v>
                </c:pt>
                <c:pt idx="122">
                  <c:v>5.1010955005446904E-2</c:v>
                </c:pt>
                <c:pt idx="123">
                  <c:v>5.0887515846894701E-2</c:v>
                </c:pt>
                <c:pt idx="124">
                  <c:v>6.1240829181525597E-2</c:v>
                </c:pt>
                <c:pt idx="125">
                  <c:v>7.12922529835541E-2</c:v>
                </c:pt>
                <c:pt idx="126">
                  <c:v>7.5009688028170804E-2</c:v>
                </c:pt>
                <c:pt idx="127">
                  <c:v>7.7550679876172493E-2</c:v>
                </c:pt>
                <c:pt idx="128">
                  <c:v>7.3300613397558806E-2</c:v>
                </c:pt>
                <c:pt idx="129">
                  <c:v>6.8965366028755803E-2</c:v>
                </c:pt>
                <c:pt idx="130">
                  <c:v>7.3298155582717101E-2</c:v>
                </c:pt>
                <c:pt idx="131">
                  <c:v>7.28948696416227E-2</c:v>
                </c:pt>
                <c:pt idx="132">
                  <c:v>7.6448474487088192E-2</c:v>
                </c:pt>
                <c:pt idx="133">
                  <c:v>7.6360958216094094E-2</c:v>
                </c:pt>
                <c:pt idx="134">
                  <c:v>6.7809413032954E-2</c:v>
                </c:pt>
                <c:pt idx="135">
                  <c:v>6.7797463583720602E-2</c:v>
                </c:pt>
                <c:pt idx="136">
                  <c:v>6.6488226568821002E-2</c:v>
                </c:pt>
                <c:pt idx="137">
                  <c:v>6.9146922455580906E-2</c:v>
                </c:pt>
                <c:pt idx="138">
                  <c:v>6.9804550822697597E-2</c:v>
                </c:pt>
                <c:pt idx="139">
                  <c:v>6.7296593928772797E-2</c:v>
                </c:pt>
                <c:pt idx="140">
                  <c:v>7.1914462006757704E-2</c:v>
                </c:pt>
                <c:pt idx="141">
                  <c:v>6.9355296096154304E-2</c:v>
                </c:pt>
                <c:pt idx="142">
                  <c:v>6.9250082777378999E-2</c:v>
                </c:pt>
                <c:pt idx="143">
                  <c:v>7.49721252275794E-2</c:v>
                </c:pt>
                <c:pt idx="144">
                  <c:v>6.9385987875780708E-2</c:v>
                </c:pt>
                <c:pt idx="145">
                  <c:v>6.9584476920458604E-2</c:v>
                </c:pt>
                <c:pt idx="146">
                  <c:v>7.4193593336935204E-2</c:v>
                </c:pt>
                <c:pt idx="147">
                  <c:v>7.1771766873477097E-2</c:v>
                </c:pt>
                <c:pt idx="148">
                  <c:v>7.3354702304132408E-2</c:v>
                </c:pt>
                <c:pt idx="149">
                  <c:v>7.8229567310485193E-2</c:v>
                </c:pt>
                <c:pt idx="150">
                  <c:v>7.7501053585112695E-2</c:v>
                </c:pt>
                <c:pt idx="151">
                  <c:v>8.3499887925577207E-2</c:v>
                </c:pt>
                <c:pt idx="152">
                  <c:v>8.6299626993333795E-2</c:v>
                </c:pt>
                <c:pt idx="153">
                  <c:v>8.2567503342378307E-2</c:v>
                </c:pt>
                <c:pt idx="154">
                  <c:v>8.7161492657826509E-2</c:v>
                </c:pt>
                <c:pt idx="155">
                  <c:v>8.8770617129010493E-2</c:v>
                </c:pt>
                <c:pt idx="156">
                  <c:v>9.2069644291887298E-2</c:v>
                </c:pt>
                <c:pt idx="157">
                  <c:v>9.1897102906373498E-2</c:v>
                </c:pt>
                <c:pt idx="158">
                  <c:v>8.3536740263584305E-2</c:v>
                </c:pt>
                <c:pt idx="159">
                  <c:v>8.2176303030284698E-2</c:v>
                </c:pt>
                <c:pt idx="160">
                  <c:v>8.1588256108794208E-2</c:v>
                </c:pt>
                <c:pt idx="161">
                  <c:v>7.5663534922764397E-2</c:v>
                </c:pt>
                <c:pt idx="162">
                  <c:v>7.6386749746941693E-2</c:v>
                </c:pt>
                <c:pt idx="163">
                  <c:v>7.4954569235890597E-2</c:v>
                </c:pt>
                <c:pt idx="164">
                  <c:v>7.0218245304484603E-2</c:v>
                </c:pt>
                <c:pt idx="165">
                  <c:v>7.4223716218377506E-2</c:v>
                </c:pt>
                <c:pt idx="166">
                  <c:v>7.4142446321433603E-2</c:v>
                </c:pt>
                <c:pt idx="167">
                  <c:v>7.1847224958109301E-2</c:v>
                </c:pt>
                <c:pt idx="168">
                  <c:v>6.9412594398704203E-2</c:v>
                </c:pt>
                <c:pt idx="169">
                  <c:v>7.0527741214284193E-2</c:v>
                </c:pt>
                <c:pt idx="170">
                  <c:v>6.77365296379598E-2</c:v>
                </c:pt>
                <c:pt idx="171">
                  <c:v>6.4152633474527307E-2</c:v>
                </c:pt>
                <c:pt idx="172">
                  <c:v>6.4156870506895905E-2</c:v>
                </c:pt>
                <c:pt idx="173">
                  <c:v>6.7001118043989102E-2</c:v>
                </c:pt>
                <c:pt idx="174">
                  <c:v>7.0177018315113998E-2</c:v>
                </c:pt>
                <c:pt idx="175">
                  <c:v>6.9181643527196801E-2</c:v>
                </c:pt>
                <c:pt idx="176">
                  <c:v>6.7637684186444197E-2</c:v>
                </c:pt>
                <c:pt idx="177">
                  <c:v>6.8296142605032903E-2</c:v>
                </c:pt>
                <c:pt idx="178">
                  <c:v>6.6938108859998902E-2</c:v>
                </c:pt>
                <c:pt idx="179">
                  <c:v>6.7356189737247107E-2</c:v>
                </c:pt>
                <c:pt idx="180">
                  <c:v>6.6863126441612394E-2</c:v>
                </c:pt>
                <c:pt idx="181">
                  <c:v>6.9414318273200395E-2</c:v>
                </c:pt>
                <c:pt idx="182">
                  <c:v>6.7300095002986102E-2</c:v>
                </c:pt>
                <c:pt idx="183">
                  <c:v>6.6532813515602002E-2</c:v>
                </c:pt>
                <c:pt idx="184">
                  <c:v>6.8917649597642294E-2</c:v>
                </c:pt>
                <c:pt idx="185">
                  <c:v>6.9354612694188009E-2</c:v>
                </c:pt>
                <c:pt idx="186">
                  <c:v>7.11964707945833E-2</c:v>
                </c:pt>
                <c:pt idx="187">
                  <c:v>7.0909719886997902E-2</c:v>
                </c:pt>
                <c:pt idx="188">
                  <c:v>7.1485380522477507E-2</c:v>
                </c:pt>
                <c:pt idx="189">
                  <c:v>7.4593722722408204E-2</c:v>
                </c:pt>
                <c:pt idx="190">
                  <c:v>7.2710072991986202E-2</c:v>
                </c:pt>
                <c:pt idx="191">
                  <c:v>7.0150233293737305E-2</c:v>
                </c:pt>
                <c:pt idx="192">
                  <c:v>6.989872717954379E-2</c:v>
                </c:pt>
                <c:pt idx="193">
                  <c:v>6.9798807614265199E-2</c:v>
                </c:pt>
                <c:pt idx="194">
                  <c:v>6.7146914581913408E-2</c:v>
                </c:pt>
                <c:pt idx="195">
                  <c:v>6.9350175736921593E-2</c:v>
                </c:pt>
                <c:pt idx="196">
                  <c:v>6.7577442393157397E-2</c:v>
                </c:pt>
                <c:pt idx="197">
                  <c:v>6.2162082539080697E-2</c:v>
                </c:pt>
                <c:pt idx="198">
                  <c:v>6.0854793078434097E-2</c:v>
                </c:pt>
                <c:pt idx="199">
                  <c:v>6.1103120483530102E-2</c:v>
                </c:pt>
                <c:pt idx="200">
                  <c:v>6.0716550465325002E-2</c:v>
                </c:pt>
                <c:pt idx="201">
                  <c:v>6.1006368233131901E-2</c:v>
                </c:pt>
                <c:pt idx="202">
                  <c:v>6.5826958031794808E-2</c:v>
                </c:pt>
                <c:pt idx="203">
                  <c:v>6.42116779251998E-2</c:v>
                </c:pt>
                <c:pt idx="204">
                  <c:v>6.0206158183398202E-2</c:v>
                </c:pt>
                <c:pt idx="205">
                  <c:v>6.2223569871840204E-2</c:v>
                </c:pt>
                <c:pt idx="206">
                  <c:v>7.2575040556160403E-2</c:v>
                </c:pt>
                <c:pt idx="207">
                  <c:v>7.2034827414815997E-2</c:v>
                </c:pt>
                <c:pt idx="208">
                  <c:v>6.2540548893272291E-2</c:v>
                </c:pt>
                <c:pt idx="209">
                  <c:v>6.6490161539984202E-2</c:v>
                </c:pt>
                <c:pt idx="210">
                  <c:v>6.3094447860347694E-2</c:v>
                </c:pt>
                <c:pt idx="211">
                  <c:v>6.2067571657353604E-2</c:v>
                </c:pt>
                <c:pt idx="212">
                  <c:v>5.9814349876235198E-2</c:v>
                </c:pt>
                <c:pt idx="213">
                  <c:v>6.2115109131192503E-2</c:v>
                </c:pt>
                <c:pt idx="214">
                  <c:v>5.9285671974194598E-2</c:v>
                </c:pt>
                <c:pt idx="215">
                  <c:v>5.7606427436237999E-2</c:v>
                </c:pt>
                <c:pt idx="216">
                  <c:v>5.8996295097268898E-2</c:v>
                </c:pt>
                <c:pt idx="217">
                  <c:v>6.43672997415764E-2</c:v>
                </c:pt>
                <c:pt idx="218">
                  <c:v>7.4547846241510105E-2</c:v>
                </c:pt>
                <c:pt idx="219">
                  <c:v>7.46318369774948E-2</c:v>
                </c:pt>
                <c:pt idx="220">
                  <c:v>7.7524794495963598E-2</c:v>
                </c:pt>
                <c:pt idx="221">
                  <c:v>7.5836140185042297E-2</c:v>
                </c:pt>
                <c:pt idx="222">
                  <c:v>7.6008927857906403E-2</c:v>
                </c:pt>
                <c:pt idx="223">
                  <c:v>7.6018542955288607E-2</c:v>
                </c:pt>
                <c:pt idx="224">
                  <c:v>8.0532484299378593E-2</c:v>
                </c:pt>
                <c:pt idx="225">
                  <c:v>8.4044294466708094E-2</c:v>
                </c:pt>
                <c:pt idx="226">
                  <c:v>8.8025551288575199E-2</c:v>
                </c:pt>
                <c:pt idx="227">
                  <c:v>8.4612896193349302E-2</c:v>
                </c:pt>
                <c:pt idx="228">
                  <c:v>9.4272194290879893E-2</c:v>
                </c:pt>
                <c:pt idx="229">
                  <c:v>9.7359204269369795E-2</c:v>
                </c:pt>
                <c:pt idx="230">
                  <c:v>9.9743333749991989E-2</c:v>
                </c:pt>
                <c:pt idx="231">
                  <c:v>0.105363261440756</c:v>
                </c:pt>
                <c:pt idx="232">
                  <c:v>0.10780426554990401</c:v>
                </c:pt>
                <c:pt idx="233">
                  <c:v>0.11605994332188199</c:v>
                </c:pt>
                <c:pt idx="234">
                  <c:v>0.12615605240637801</c:v>
                </c:pt>
                <c:pt idx="235">
                  <c:v>0.12207217924416099</c:v>
                </c:pt>
                <c:pt idx="236">
                  <c:v>0.129176846637301</c:v>
                </c:pt>
                <c:pt idx="237">
                  <c:v>0.13925938426594001</c:v>
                </c:pt>
                <c:pt idx="238">
                  <c:v>0.132309105010114</c:v>
                </c:pt>
                <c:pt idx="239">
                  <c:v>0.132251613855845</c:v>
                </c:pt>
                <c:pt idx="240">
                  <c:v>0.12259834888918199</c:v>
                </c:pt>
                <c:pt idx="241">
                  <c:v>0.134333755727954</c:v>
                </c:pt>
                <c:pt idx="242">
                  <c:v>0.119481722973973</c:v>
                </c:pt>
                <c:pt idx="243">
                  <c:v>0.11890927453501501</c:v>
                </c:pt>
                <c:pt idx="244">
                  <c:v>0.111129753217157</c:v>
                </c:pt>
                <c:pt idx="245">
                  <c:v>0.101529015137026</c:v>
                </c:pt>
                <c:pt idx="246">
                  <c:v>0.10223505611346599</c:v>
                </c:pt>
                <c:pt idx="247">
                  <c:v>0.10696751585070301</c:v>
                </c:pt>
                <c:pt idx="248">
                  <c:v>0.118653059006396</c:v>
                </c:pt>
                <c:pt idx="249">
                  <c:v>0.11805708959191101</c:v>
                </c:pt>
                <c:pt idx="250">
                  <c:v>0.107445856033862</c:v>
                </c:pt>
                <c:pt idx="251">
                  <c:v>9.9433886373104005E-2</c:v>
                </c:pt>
                <c:pt idx="252">
                  <c:v>9.6155037879672001E-2</c:v>
                </c:pt>
                <c:pt idx="253">
                  <c:v>0.10066793298520199</c:v>
                </c:pt>
                <c:pt idx="254">
                  <c:v>0.103177339623558</c:v>
                </c:pt>
                <c:pt idx="255">
                  <c:v>0.10807906586829899</c:v>
                </c:pt>
                <c:pt idx="256">
                  <c:v>0.111945209026259</c:v>
                </c:pt>
                <c:pt idx="257">
                  <c:v>0.11121410463037501</c:v>
                </c:pt>
                <c:pt idx="258">
                  <c:v>0.11114034862045701</c:v>
                </c:pt>
                <c:pt idx="259">
                  <c:v>0.10532815832394</c:v>
                </c:pt>
                <c:pt idx="260">
                  <c:v>0.104596124368496</c:v>
                </c:pt>
                <c:pt idx="261">
                  <c:v>0.11373534394587899</c:v>
                </c:pt>
                <c:pt idx="262">
                  <c:v>0.114075027897921</c:v>
                </c:pt>
                <c:pt idx="263">
                  <c:v>0.124329617420409</c:v>
                </c:pt>
                <c:pt idx="264">
                  <c:v>0.120251239844617</c:v>
                </c:pt>
                <c:pt idx="265">
                  <c:v>0.1198</c:v>
                </c:pt>
              </c:numCache>
            </c:numRef>
          </c:val>
          <c:smooth val="1"/>
          <c:extLst xmlns:c15="http://schemas.microsoft.com/office/drawing/2012/chart">
            <c:ext xmlns:c16="http://schemas.microsoft.com/office/drawing/2014/chart" uri="{C3380CC4-5D6E-409C-BE32-E72D297353CC}">
              <c16:uniqueId val="{0000000E-F135-44DA-BC70-A4284546EFA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49223935"/>
        <c:axId val="249226335"/>
        <c:extLst>
          <c:ext xmlns:c15="http://schemas.microsoft.com/office/drawing/2012/chart" uri="{02D57815-91ED-43cb-92C2-25804820EDAC}">
            <c15:filteredLineSeries>
              <c15:ser>
                <c:idx val="0"/>
                <c:order val="2"/>
                <c:tx>
                  <c:strRef>
                    <c:extLst>
                      <c:ext uri="{02D57815-91ED-43cb-92C2-25804820EDAC}">
                        <c15:formulaRef>
                          <c15:sqref>'Tasa Adquisición'!$B$4</c15:sqref>
                        </c15:formulaRef>
                      </c:ext>
                    </c:extLst>
                    <c:strCache>
                      <c:ptCount val="1"/>
                      <c:pt idx="0">
                        <c:v>No VIS UVR</c:v>
                      </c:pt>
                    </c:strCache>
                  </c:strRef>
                </c:tx>
                <c:spPr>
                  <a:ln w="28575" cap="rnd">
                    <a:solidFill>
                      <a:srgbClr val="002060"/>
                    </a:solidFill>
                    <a:round/>
                  </a:ln>
                  <a:effectLst/>
                </c:spPr>
                <c:marker>
                  <c:symbol val="none"/>
                </c:marker>
                <c:dLbls>
                  <c:dLbl>
                    <c:idx val="263"/>
                    <c:layout>
                      <c:manualLayout>
                        <c:x val="0"/>
                        <c:y val="-2.4933832088506859E-3"/>
                      </c:manualLayout>
                    </c:layout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9-F135-44DA-BC70-A4284546EFA5}"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200" b="1" i="0" u="none" strike="noStrike" kern="1200" baseline="0">
                          <a:solidFill>
                            <a:srgbClr val="002060"/>
                          </a:solidFill>
                          <a:latin typeface="Dosis" pitchFamily="2" charset="0"/>
                          <a:ea typeface="+mn-ea"/>
                          <a:cs typeface="+mn-cs"/>
                        </a:defRPr>
                      </a:pPr>
                      <a:endParaRPr lang="es-CO"/>
                    </a:p>
                  </c:txPr>
                  <c:showLegendKey val="0"/>
                  <c:showVal val="0"/>
                  <c:showCatName val="0"/>
                  <c:showSerName val="0"/>
                  <c:showPercent val="0"/>
                  <c:showBubbleSize val="0"/>
                  <c:extLst>
                    <c:ext uri="{CE6537A1-D6FC-4f65-9D91-7224C49458BB}">
                      <c15:showLeaderLines val="0"/>
                    </c:ext>
                  </c:extLst>
                </c:dLbls>
                <c:cat>
                  <c:numRef>
                    <c:extLst>
                      <c:ext uri="{02D57815-91ED-43cb-92C2-25804820EDAC}">
                        <c15:formulaRef>
                          <c15:sqref>'Tasa Adquisición'!$A$5:$A$270</c15:sqref>
                        </c15:formulaRef>
                      </c:ext>
                    </c:extLst>
                    <c:numCache>
                      <c:formatCode>mmm\-yy</c:formatCode>
                      <c:ptCount val="266"/>
                      <c:pt idx="0">
                        <c:v>37622</c:v>
                      </c:pt>
                      <c:pt idx="1">
                        <c:v>37653</c:v>
                      </c:pt>
                      <c:pt idx="2">
                        <c:v>37681</c:v>
                      </c:pt>
                      <c:pt idx="3">
                        <c:v>37712</c:v>
                      </c:pt>
                      <c:pt idx="4">
                        <c:v>37742</c:v>
                      </c:pt>
                      <c:pt idx="5">
                        <c:v>37773</c:v>
                      </c:pt>
                      <c:pt idx="6">
                        <c:v>37803</c:v>
                      </c:pt>
                      <c:pt idx="7">
                        <c:v>37834</c:v>
                      </c:pt>
                      <c:pt idx="8">
                        <c:v>37865</c:v>
                      </c:pt>
                      <c:pt idx="9">
                        <c:v>37895</c:v>
                      </c:pt>
                      <c:pt idx="10">
                        <c:v>37926</c:v>
                      </c:pt>
                      <c:pt idx="11">
                        <c:v>37956</c:v>
                      </c:pt>
                      <c:pt idx="12">
                        <c:v>37987</c:v>
                      </c:pt>
                      <c:pt idx="13">
                        <c:v>38018</c:v>
                      </c:pt>
                      <c:pt idx="14">
                        <c:v>38047</c:v>
                      </c:pt>
                      <c:pt idx="15">
                        <c:v>38078</c:v>
                      </c:pt>
                      <c:pt idx="16">
                        <c:v>38108</c:v>
                      </c:pt>
                      <c:pt idx="17">
                        <c:v>38139</c:v>
                      </c:pt>
                      <c:pt idx="18">
                        <c:v>38169</c:v>
                      </c:pt>
                      <c:pt idx="19">
                        <c:v>38200</c:v>
                      </c:pt>
                      <c:pt idx="20">
                        <c:v>38231</c:v>
                      </c:pt>
                      <c:pt idx="21">
                        <c:v>38261</c:v>
                      </c:pt>
                      <c:pt idx="22">
                        <c:v>38292</c:v>
                      </c:pt>
                      <c:pt idx="23">
                        <c:v>38322</c:v>
                      </c:pt>
                      <c:pt idx="24">
                        <c:v>38353</c:v>
                      </c:pt>
                      <c:pt idx="25">
                        <c:v>38384</c:v>
                      </c:pt>
                      <c:pt idx="26">
                        <c:v>38412</c:v>
                      </c:pt>
                      <c:pt idx="27">
                        <c:v>38443</c:v>
                      </c:pt>
                      <c:pt idx="28">
                        <c:v>38473</c:v>
                      </c:pt>
                      <c:pt idx="29">
                        <c:v>38504</c:v>
                      </c:pt>
                      <c:pt idx="30">
                        <c:v>38534</c:v>
                      </c:pt>
                      <c:pt idx="31">
                        <c:v>38565</c:v>
                      </c:pt>
                      <c:pt idx="32">
                        <c:v>38596</c:v>
                      </c:pt>
                      <c:pt idx="33">
                        <c:v>38626</c:v>
                      </c:pt>
                      <c:pt idx="34">
                        <c:v>38657</c:v>
                      </c:pt>
                      <c:pt idx="35">
                        <c:v>38687</c:v>
                      </c:pt>
                      <c:pt idx="36">
                        <c:v>38718</c:v>
                      </c:pt>
                      <c:pt idx="37">
                        <c:v>38749</c:v>
                      </c:pt>
                      <c:pt idx="38">
                        <c:v>38777</c:v>
                      </c:pt>
                      <c:pt idx="39">
                        <c:v>38808</c:v>
                      </c:pt>
                      <c:pt idx="40">
                        <c:v>38838</c:v>
                      </c:pt>
                      <c:pt idx="41">
                        <c:v>38869</c:v>
                      </c:pt>
                      <c:pt idx="42">
                        <c:v>38899</c:v>
                      </c:pt>
                      <c:pt idx="43">
                        <c:v>38930</c:v>
                      </c:pt>
                      <c:pt idx="44">
                        <c:v>38961</c:v>
                      </c:pt>
                      <c:pt idx="45">
                        <c:v>38991</c:v>
                      </c:pt>
                      <c:pt idx="46">
                        <c:v>39022</c:v>
                      </c:pt>
                      <c:pt idx="47">
                        <c:v>39052</c:v>
                      </c:pt>
                      <c:pt idx="48">
                        <c:v>39083</c:v>
                      </c:pt>
                      <c:pt idx="49">
                        <c:v>39114</c:v>
                      </c:pt>
                      <c:pt idx="50">
                        <c:v>39142</c:v>
                      </c:pt>
                      <c:pt idx="51">
                        <c:v>39173</c:v>
                      </c:pt>
                      <c:pt idx="52">
                        <c:v>39203</c:v>
                      </c:pt>
                      <c:pt idx="53">
                        <c:v>39234</c:v>
                      </c:pt>
                      <c:pt idx="54">
                        <c:v>39264</c:v>
                      </c:pt>
                      <c:pt idx="55">
                        <c:v>39295</c:v>
                      </c:pt>
                      <c:pt idx="56">
                        <c:v>39326</c:v>
                      </c:pt>
                      <c:pt idx="57">
                        <c:v>39356</c:v>
                      </c:pt>
                      <c:pt idx="58">
                        <c:v>39387</c:v>
                      </c:pt>
                      <c:pt idx="59">
                        <c:v>39417</c:v>
                      </c:pt>
                      <c:pt idx="60">
                        <c:v>39448</c:v>
                      </c:pt>
                      <c:pt idx="61">
                        <c:v>39479</c:v>
                      </c:pt>
                      <c:pt idx="62">
                        <c:v>39508</c:v>
                      </c:pt>
                      <c:pt idx="63">
                        <c:v>39539</c:v>
                      </c:pt>
                      <c:pt idx="64">
                        <c:v>39569</c:v>
                      </c:pt>
                      <c:pt idx="65">
                        <c:v>39600</c:v>
                      </c:pt>
                      <c:pt idx="66">
                        <c:v>39630</c:v>
                      </c:pt>
                      <c:pt idx="67">
                        <c:v>39661</c:v>
                      </c:pt>
                      <c:pt idx="68">
                        <c:v>39692</c:v>
                      </c:pt>
                      <c:pt idx="69">
                        <c:v>39722</c:v>
                      </c:pt>
                      <c:pt idx="70">
                        <c:v>39753</c:v>
                      </c:pt>
                      <c:pt idx="71">
                        <c:v>39783</c:v>
                      </c:pt>
                      <c:pt idx="72">
                        <c:v>39814</c:v>
                      </c:pt>
                      <c:pt idx="73">
                        <c:v>39845</c:v>
                      </c:pt>
                      <c:pt idx="74">
                        <c:v>39873</c:v>
                      </c:pt>
                      <c:pt idx="75">
                        <c:v>39904</c:v>
                      </c:pt>
                      <c:pt idx="76">
                        <c:v>39934</c:v>
                      </c:pt>
                      <c:pt idx="77">
                        <c:v>39965</c:v>
                      </c:pt>
                      <c:pt idx="78">
                        <c:v>39995</c:v>
                      </c:pt>
                      <c:pt idx="79">
                        <c:v>40026</c:v>
                      </c:pt>
                      <c:pt idx="80">
                        <c:v>40057</c:v>
                      </c:pt>
                      <c:pt idx="81">
                        <c:v>40087</c:v>
                      </c:pt>
                      <c:pt idx="82">
                        <c:v>40118</c:v>
                      </c:pt>
                      <c:pt idx="83">
                        <c:v>40148</c:v>
                      </c:pt>
                      <c:pt idx="84">
                        <c:v>40179</c:v>
                      </c:pt>
                      <c:pt idx="85">
                        <c:v>40210</c:v>
                      </c:pt>
                      <c:pt idx="86">
                        <c:v>40238</c:v>
                      </c:pt>
                      <c:pt idx="87">
                        <c:v>40269</c:v>
                      </c:pt>
                      <c:pt idx="88">
                        <c:v>40299</c:v>
                      </c:pt>
                      <c:pt idx="89">
                        <c:v>40330</c:v>
                      </c:pt>
                      <c:pt idx="90">
                        <c:v>40360</c:v>
                      </c:pt>
                      <c:pt idx="91">
                        <c:v>40391</c:v>
                      </c:pt>
                      <c:pt idx="92">
                        <c:v>40422</c:v>
                      </c:pt>
                      <c:pt idx="93">
                        <c:v>40452</c:v>
                      </c:pt>
                      <c:pt idx="94">
                        <c:v>40483</c:v>
                      </c:pt>
                      <c:pt idx="95">
                        <c:v>40513</c:v>
                      </c:pt>
                      <c:pt idx="96">
                        <c:v>40544</c:v>
                      </c:pt>
                      <c:pt idx="97">
                        <c:v>40575</c:v>
                      </c:pt>
                      <c:pt idx="98">
                        <c:v>40603</c:v>
                      </c:pt>
                      <c:pt idx="99">
                        <c:v>40634</c:v>
                      </c:pt>
                      <c:pt idx="100">
                        <c:v>40664</c:v>
                      </c:pt>
                      <c:pt idx="101">
                        <c:v>40695</c:v>
                      </c:pt>
                      <c:pt idx="102">
                        <c:v>40725</c:v>
                      </c:pt>
                      <c:pt idx="103">
                        <c:v>40756</c:v>
                      </c:pt>
                      <c:pt idx="104">
                        <c:v>40787</c:v>
                      </c:pt>
                      <c:pt idx="105">
                        <c:v>40817</c:v>
                      </c:pt>
                      <c:pt idx="106">
                        <c:v>40848</c:v>
                      </c:pt>
                      <c:pt idx="107">
                        <c:v>40878</c:v>
                      </c:pt>
                      <c:pt idx="108">
                        <c:v>40909</c:v>
                      </c:pt>
                      <c:pt idx="109">
                        <c:v>40940</c:v>
                      </c:pt>
                      <c:pt idx="110">
                        <c:v>40969</c:v>
                      </c:pt>
                      <c:pt idx="111">
                        <c:v>41000</c:v>
                      </c:pt>
                      <c:pt idx="112">
                        <c:v>41030</c:v>
                      </c:pt>
                      <c:pt idx="113">
                        <c:v>41061</c:v>
                      </c:pt>
                      <c:pt idx="114">
                        <c:v>41091</c:v>
                      </c:pt>
                      <c:pt idx="115">
                        <c:v>41122</c:v>
                      </c:pt>
                      <c:pt idx="116">
                        <c:v>41153</c:v>
                      </c:pt>
                      <c:pt idx="117">
                        <c:v>41183</c:v>
                      </c:pt>
                      <c:pt idx="118">
                        <c:v>41214</c:v>
                      </c:pt>
                      <c:pt idx="119">
                        <c:v>41244</c:v>
                      </c:pt>
                      <c:pt idx="120">
                        <c:v>41275</c:v>
                      </c:pt>
                      <c:pt idx="121">
                        <c:v>41306</c:v>
                      </c:pt>
                      <c:pt idx="122">
                        <c:v>41334</c:v>
                      </c:pt>
                      <c:pt idx="123">
                        <c:v>41365</c:v>
                      </c:pt>
                      <c:pt idx="124">
                        <c:v>41395</c:v>
                      </c:pt>
                      <c:pt idx="125">
                        <c:v>41426</c:v>
                      </c:pt>
                      <c:pt idx="126">
                        <c:v>41456</c:v>
                      </c:pt>
                      <c:pt idx="127">
                        <c:v>41487</c:v>
                      </c:pt>
                      <c:pt idx="128">
                        <c:v>41518</c:v>
                      </c:pt>
                      <c:pt idx="129">
                        <c:v>41548</c:v>
                      </c:pt>
                      <c:pt idx="130">
                        <c:v>41579</c:v>
                      </c:pt>
                      <c:pt idx="131">
                        <c:v>41609</c:v>
                      </c:pt>
                      <c:pt idx="132">
                        <c:v>41640</c:v>
                      </c:pt>
                      <c:pt idx="133">
                        <c:v>41671</c:v>
                      </c:pt>
                      <c:pt idx="134">
                        <c:v>41699</c:v>
                      </c:pt>
                      <c:pt idx="135">
                        <c:v>41730</c:v>
                      </c:pt>
                      <c:pt idx="136">
                        <c:v>41760</c:v>
                      </c:pt>
                      <c:pt idx="137">
                        <c:v>41791</c:v>
                      </c:pt>
                      <c:pt idx="138">
                        <c:v>41821</c:v>
                      </c:pt>
                      <c:pt idx="139">
                        <c:v>41852</c:v>
                      </c:pt>
                      <c:pt idx="140">
                        <c:v>41883</c:v>
                      </c:pt>
                      <c:pt idx="141">
                        <c:v>41913</c:v>
                      </c:pt>
                      <c:pt idx="142">
                        <c:v>41944</c:v>
                      </c:pt>
                      <c:pt idx="143">
                        <c:v>41974</c:v>
                      </c:pt>
                      <c:pt idx="144">
                        <c:v>42005</c:v>
                      </c:pt>
                      <c:pt idx="145">
                        <c:v>42036</c:v>
                      </c:pt>
                      <c:pt idx="146">
                        <c:v>42064</c:v>
                      </c:pt>
                      <c:pt idx="147">
                        <c:v>42095</c:v>
                      </c:pt>
                      <c:pt idx="148">
                        <c:v>42125</c:v>
                      </c:pt>
                      <c:pt idx="149">
                        <c:v>42156</c:v>
                      </c:pt>
                      <c:pt idx="150">
                        <c:v>42186</c:v>
                      </c:pt>
                      <c:pt idx="151">
                        <c:v>42217</c:v>
                      </c:pt>
                      <c:pt idx="152">
                        <c:v>42248</c:v>
                      </c:pt>
                      <c:pt idx="153">
                        <c:v>42278</c:v>
                      </c:pt>
                      <c:pt idx="154">
                        <c:v>42309</c:v>
                      </c:pt>
                      <c:pt idx="155">
                        <c:v>42339</c:v>
                      </c:pt>
                      <c:pt idx="156">
                        <c:v>42370</c:v>
                      </c:pt>
                      <c:pt idx="157">
                        <c:v>42401</c:v>
                      </c:pt>
                      <c:pt idx="158">
                        <c:v>42430</c:v>
                      </c:pt>
                      <c:pt idx="159">
                        <c:v>42461</c:v>
                      </c:pt>
                      <c:pt idx="160">
                        <c:v>42491</c:v>
                      </c:pt>
                      <c:pt idx="161">
                        <c:v>42522</c:v>
                      </c:pt>
                      <c:pt idx="162">
                        <c:v>42552</c:v>
                      </c:pt>
                      <c:pt idx="163">
                        <c:v>42583</c:v>
                      </c:pt>
                      <c:pt idx="164">
                        <c:v>42614</c:v>
                      </c:pt>
                      <c:pt idx="165">
                        <c:v>42644</c:v>
                      </c:pt>
                      <c:pt idx="166">
                        <c:v>42675</c:v>
                      </c:pt>
                      <c:pt idx="167">
                        <c:v>42705</c:v>
                      </c:pt>
                      <c:pt idx="168">
                        <c:v>42736</c:v>
                      </c:pt>
                      <c:pt idx="169">
                        <c:v>42767</c:v>
                      </c:pt>
                      <c:pt idx="170">
                        <c:v>42795</c:v>
                      </c:pt>
                      <c:pt idx="171">
                        <c:v>42826</c:v>
                      </c:pt>
                      <c:pt idx="172">
                        <c:v>42856</c:v>
                      </c:pt>
                      <c:pt idx="173">
                        <c:v>42887</c:v>
                      </c:pt>
                      <c:pt idx="174">
                        <c:v>42917</c:v>
                      </c:pt>
                      <c:pt idx="175">
                        <c:v>42948</c:v>
                      </c:pt>
                      <c:pt idx="176">
                        <c:v>42979</c:v>
                      </c:pt>
                      <c:pt idx="177">
                        <c:v>43009</c:v>
                      </c:pt>
                      <c:pt idx="178">
                        <c:v>43040</c:v>
                      </c:pt>
                      <c:pt idx="179">
                        <c:v>43070</c:v>
                      </c:pt>
                      <c:pt idx="180">
                        <c:v>43101</c:v>
                      </c:pt>
                      <c:pt idx="181">
                        <c:v>43132</c:v>
                      </c:pt>
                      <c:pt idx="182">
                        <c:v>43160</c:v>
                      </c:pt>
                      <c:pt idx="183">
                        <c:v>43191</c:v>
                      </c:pt>
                      <c:pt idx="184">
                        <c:v>43221</c:v>
                      </c:pt>
                      <c:pt idx="185">
                        <c:v>43252</c:v>
                      </c:pt>
                      <c:pt idx="186">
                        <c:v>43282</c:v>
                      </c:pt>
                      <c:pt idx="187">
                        <c:v>43313</c:v>
                      </c:pt>
                      <c:pt idx="188">
                        <c:v>43344</c:v>
                      </c:pt>
                      <c:pt idx="189">
                        <c:v>43374</c:v>
                      </c:pt>
                      <c:pt idx="190">
                        <c:v>43405</c:v>
                      </c:pt>
                      <c:pt idx="191">
                        <c:v>43435</c:v>
                      </c:pt>
                      <c:pt idx="192">
                        <c:v>43466</c:v>
                      </c:pt>
                      <c:pt idx="193">
                        <c:v>43497</c:v>
                      </c:pt>
                      <c:pt idx="194">
                        <c:v>43525</c:v>
                      </c:pt>
                      <c:pt idx="195">
                        <c:v>43556</c:v>
                      </c:pt>
                      <c:pt idx="196">
                        <c:v>43586</c:v>
                      </c:pt>
                      <c:pt idx="197">
                        <c:v>43617</c:v>
                      </c:pt>
                      <c:pt idx="198">
                        <c:v>43647</c:v>
                      </c:pt>
                      <c:pt idx="199">
                        <c:v>43678</c:v>
                      </c:pt>
                      <c:pt idx="200">
                        <c:v>43709</c:v>
                      </c:pt>
                      <c:pt idx="201">
                        <c:v>43739</c:v>
                      </c:pt>
                      <c:pt idx="202">
                        <c:v>43770</c:v>
                      </c:pt>
                      <c:pt idx="203">
                        <c:v>43800</c:v>
                      </c:pt>
                      <c:pt idx="204">
                        <c:v>43831</c:v>
                      </c:pt>
                      <c:pt idx="205">
                        <c:v>43862</c:v>
                      </c:pt>
                      <c:pt idx="206">
                        <c:v>43891</c:v>
                      </c:pt>
                      <c:pt idx="207">
                        <c:v>43922</c:v>
                      </c:pt>
                      <c:pt idx="208">
                        <c:v>43952</c:v>
                      </c:pt>
                      <c:pt idx="209">
                        <c:v>43983</c:v>
                      </c:pt>
                      <c:pt idx="210">
                        <c:v>44013</c:v>
                      </c:pt>
                      <c:pt idx="211">
                        <c:v>44044</c:v>
                      </c:pt>
                      <c:pt idx="212">
                        <c:v>44075</c:v>
                      </c:pt>
                      <c:pt idx="213">
                        <c:v>44105</c:v>
                      </c:pt>
                      <c:pt idx="214">
                        <c:v>44136</c:v>
                      </c:pt>
                      <c:pt idx="215">
                        <c:v>44166</c:v>
                      </c:pt>
                      <c:pt idx="216">
                        <c:v>44197</c:v>
                      </c:pt>
                      <c:pt idx="217">
                        <c:v>44228</c:v>
                      </c:pt>
                      <c:pt idx="218">
                        <c:v>44256</c:v>
                      </c:pt>
                      <c:pt idx="219">
                        <c:v>44287</c:v>
                      </c:pt>
                      <c:pt idx="220">
                        <c:v>44317</c:v>
                      </c:pt>
                      <c:pt idx="221">
                        <c:v>44348</c:v>
                      </c:pt>
                      <c:pt idx="222">
                        <c:v>44378</c:v>
                      </c:pt>
                      <c:pt idx="223">
                        <c:v>44409</c:v>
                      </c:pt>
                      <c:pt idx="224">
                        <c:v>44440</c:v>
                      </c:pt>
                      <c:pt idx="225">
                        <c:v>44470</c:v>
                      </c:pt>
                      <c:pt idx="226">
                        <c:v>44501</c:v>
                      </c:pt>
                      <c:pt idx="227">
                        <c:v>44531</c:v>
                      </c:pt>
                      <c:pt idx="228">
                        <c:v>44562</c:v>
                      </c:pt>
                      <c:pt idx="229">
                        <c:v>44593</c:v>
                      </c:pt>
                      <c:pt idx="230">
                        <c:v>44621</c:v>
                      </c:pt>
                      <c:pt idx="231">
                        <c:v>44652</c:v>
                      </c:pt>
                      <c:pt idx="232">
                        <c:v>44682</c:v>
                      </c:pt>
                      <c:pt idx="233">
                        <c:v>44713</c:v>
                      </c:pt>
                      <c:pt idx="234">
                        <c:v>44743</c:v>
                      </c:pt>
                      <c:pt idx="235">
                        <c:v>44774</c:v>
                      </c:pt>
                      <c:pt idx="236">
                        <c:v>44805</c:v>
                      </c:pt>
                      <c:pt idx="237">
                        <c:v>44835</c:v>
                      </c:pt>
                      <c:pt idx="238">
                        <c:v>44866</c:v>
                      </c:pt>
                      <c:pt idx="239">
                        <c:v>44896</c:v>
                      </c:pt>
                      <c:pt idx="240">
                        <c:v>44927</c:v>
                      </c:pt>
                      <c:pt idx="241">
                        <c:v>44958</c:v>
                      </c:pt>
                      <c:pt idx="242">
                        <c:v>44986</c:v>
                      </c:pt>
                      <c:pt idx="243">
                        <c:v>45017</c:v>
                      </c:pt>
                      <c:pt idx="244">
                        <c:v>45047</c:v>
                      </c:pt>
                      <c:pt idx="245">
                        <c:v>45078</c:v>
                      </c:pt>
                      <c:pt idx="246">
                        <c:v>45108</c:v>
                      </c:pt>
                      <c:pt idx="247">
                        <c:v>45139</c:v>
                      </c:pt>
                      <c:pt idx="248">
                        <c:v>45170</c:v>
                      </c:pt>
                      <c:pt idx="249">
                        <c:v>45200</c:v>
                      </c:pt>
                      <c:pt idx="250">
                        <c:v>45231</c:v>
                      </c:pt>
                      <c:pt idx="251">
                        <c:v>45261</c:v>
                      </c:pt>
                      <c:pt idx="252">
                        <c:v>45292</c:v>
                      </c:pt>
                      <c:pt idx="253">
                        <c:v>45323</c:v>
                      </c:pt>
                      <c:pt idx="254">
                        <c:v>45352</c:v>
                      </c:pt>
                      <c:pt idx="255">
                        <c:v>45383</c:v>
                      </c:pt>
                      <c:pt idx="256">
                        <c:v>45413</c:v>
                      </c:pt>
                      <c:pt idx="257">
                        <c:v>45444</c:v>
                      </c:pt>
                      <c:pt idx="258">
                        <c:v>45474</c:v>
                      </c:pt>
                      <c:pt idx="259">
                        <c:v>45505</c:v>
                      </c:pt>
                      <c:pt idx="260">
                        <c:v>45536</c:v>
                      </c:pt>
                      <c:pt idx="261">
                        <c:v>45566</c:v>
                      </c:pt>
                      <c:pt idx="262">
                        <c:v>45597</c:v>
                      </c:pt>
                      <c:pt idx="263">
                        <c:v>45627</c:v>
                      </c:pt>
                      <c:pt idx="264">
                        <c:v>45658</c:v>
                      </c:pt>
                      <c:pt idx="265">
                        <c:v>45689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'Tasa Adquisición'!$B$5:$B$268</c15:sqref>
                        </c15:formulaRef>
                      </c:ext>
                    </c:extLst>
                    <c:numCache>
                      <c:formatCode>General</c:formatCode>
                      <c:ptCount val="264"/>
                      <c:pt idx="234" formatCode="0.00%">
                        <c:v>0.14431070125763013</c:v>
                      </c:pt>
                      <c:pt idx="235" formatCode="0.00%">
                        <c:v>0.15370549805690875</c:v>
                      </c:pt>
                      <c:pt idx="236" formatCode="0.00%">
                        <c:v>0.15972174660511762</c:v>
                      </c:pt>
                      <c:pt idx="237" formatCode="0.00%">
                        <c:v>0.19171486206121294</c:v>
                      </c:pt>
                      <c:pt idx="238" formatCode="0.00%">
                        <c:v>0.19164144076134948</c:v>
                      </c:pt>
                      <c:pt idx="239" formatCode="0.00%">
                        <c:v>0.19928631866304322</c:v>
                      </c:pt>
                      <c:pt idx="240" formatCode="0.00%">
                        <c:v>0.20979346179606939</c:v>
                      </c:pt>
                      <c:pt idx="241" formatCode="0.00%">
                        <c:v>0.22741883139712057</c:v>
                      </c:pt>
                      <c:pt idx="242" formatCode="0.00%">
                        <c:v>0.22421597870270055</c:v>
                      </c:pt>
                      <c:pt idx="243" formatCode="0.00%">
                        <c:v>0.22324422361010721</c:v>
                      </c:pt>
                      <c:pt idx="244" formatCode="0.00%">
                        <c:v>0.22327764336129691</c:v>
                      </c:pt>
                      <c:pt idx="245" formatCode="0.00%">
                        <c:v>0.21027754447971286</c:v>
                      </c:pt>
                      <c:pt idx="246" formatCode="0.00%">
                        <c:v>0.20891795588244227</c:v>
                      </c:pt>
                      <c:pt idx="247" formatCode="0.00%">
                        <c:v>0.2057544067169407</c:v>
                      </c:pt>
                      <c:pt idx="248" formatCode="0.00%">
                        <c:v>0.20051254425646475</c:v>
                      </c:pt>
                      <c:pt idx="249" formatCode="0.00%">
                        <c:v>0.19816172234230908</c:v>
                      </c:pt>
                      <c:pt idx="250" formatCode="0.00%">
                        <c:v>0.19323420394985341</c:v>
                      </c:pt>
                      <c:pt idx="251" formatCode="0.00%">
                        <c:v>0.18168209360217763</c:v>
                      </c:pt>
                      <c:pt idx="252" formatCode="0.00%">
                        <c:v>0.17899887516836904</c:v>
                      </c:pt>
                      <c:pt idx="253" formatCode="0.00%">
                        <c:v>0.17060486811026618</c:v>
                      </c:pt>
                      <c:pt idx="254" formatCode="0.00%">
                        <c:v>0.15879470668136716</c:v>
                      </c:pt>
                      <c:pt idx="255" formatCode="0.00%">
                        <c:v>0.15421213539641188</c:v>
                      </c:pt>
                      <c:pt idx="256" formatCode="0.00%">
                        <c:v>0.14826336114851346</c:v>
                      </c:pt>
                      <c:pt idx="257" formatCode="0.00%">
                        <c:v>0.14672416028661855</c:v>
                      </c:pt>
                      <c:pt idx="258" formatCode="0.00%">
                        <c:v>0.14747053914330868</c:v>
                      </c:pt>
                      <c:pt idx="259" formatCode="0.00%">
                        <c:v>0.14691305620114201</c:v>
                      </c:pt>
                      <c:pt idx="260" formatCode="0.00%">
                        <c:v>0.14408380910385218</c:v>
                      </c:pt>
                      <c:pt idx="261" formatCode="0.00%">
                        <c:v>0.1363272615906542</c:v>
                      </c:pt>
                      <c:pt idx="262" formatCode="0.00%">
                        <c:v>0.13134624397160333</c:v>
                      </c:pt>
                      <c:pt idx="263" formatCode="0.00%">
                        <c:v>0.12805962731034659</c:v>
                      </c:pt>
                    </c:numCache>
                  </c:numRef>
                </c:val>
                <c:smooth val="1"/>
                <c:extLst>
                  <c:ext xmlns:c16="http://schemas.microsoft.com/office/drawing/2014/chart" uri="{C3380CC4-5D6E-409C-BE32-E72D297353CC}">
                    <c16:uniqueId val="{0000000A-F135-44DA-BC70-A4284546EFA5}"/>
                  </c:ext>
                </c:extLst>
              </c15:ser>
            </c15:filteredLineSeries>
            <c15:filteredLineSeries>
              <c15:ser>
                <c:idx val="3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'Tasa Adquisición'!$E$4</c15:sqref>
                        </c15:formulaRef>
                      </c:ext>
                    </c:extLst>
                    <c:strCache>
                      <c:ptCount val="1"/>
                      <c:pt idx="0">
                        <c:v>VIS UVR</c:v>
                      </c:pt>
                    </c:strCache>
                  </c:strRef>
                </c:tx>
                <c:spPr>
                  <a:ln w="28575" cap="rnd">
                    <a:solidFill>
                      <a:srgbClr val="92D050"/>
                    </a:solidFill>
                    <a:round/>
                  </a:ln>
                  <a:effectLst/>
                </c:spPr>
                <c:marker>
                  <c:symbol val="none"/>
                </c:marker>
                <c:dLbls>
                  <c:dLbl>
                    <c:idx val="263"/>
                    <c:layout>
                      <c:manualLayout>
                        <c:x val="0"/>
                        <c:y val="-2.9920598506208231E-2"/>
                      </c:manualLayout>
                    </c:layout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 xmlns:c15="http://schemas.microsoft.com/office/drawing/2012/chart">
                      <c:ext xmlns:c15="http://schemas.microsoft.com/office/drawing/2012/chart" uri="{CE6537A1-D6FC-4f65-9D91-7224C49458BB}"/>
                      <c:ext xmlns:c16="http://schemas.microsoft.com/office/drawing/2014/chart" uri="{C3380CC4-5D6E-409C-BE32-E72D297353CC}">
                        <c16:uniqueId val="{0000000B-F135-44DA-BC70-A4284546EFA5}"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0">
                      <a:spAutoFit/>
                    </a:bodyPr>
                    <a:lstStyle/>
                    <a:p>
                      <a:pPr algn="ctr">
                        <a:defRPr lang="en-US" sz="1200" b="1" i="0" u="none" strike="noStrike" kern="1200" baseline="0">
                          <a:solidFill>
                            <a:srgbClr val="92D050"/>
                          </a:solidFill>
                          <a:latin typeface="Dosis" pitchFamily="2" charset="0"/>
                          <a:ea typeface="+mn-ea"/>
                          <a:cs typeface="+mn-cs"/>
                        </a:defRPr>
                      </a:pPr>
                      <a:endParaRPr lang="es-CO"/>
                    </a:p>
                  </c:txPr>
                  <c:showLegendKey val="0"/>
                  <c:showVal val="0"/>
                  <c:showCatName val="0"/>
                  <c:showSerName val="0"/>
                  <c:showPercent val="0"/>
                  <c:showBubbleSize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'Tasa Adquisición'!$A$5:$A$270</c15:sqref>
                        </c15:formulaRef>
                      </c:ext>
                    </c:extLst>
                    <c:numCache>
                      <c:formatCode>mmm\-yy</c:formatCode>
                      <c:ptCount val="266"/>
                      <c:pt idx="0">
                        <c:v>37622</c:v>
                      </c:pt>
                      <c:pt idx="1">
                        <c:v>37653</c:v>
                      </c:pt>
                      <c:pt idx="2">
                        <c:v>37681</c:v>
                      </c:pt>
                      <c:pt idx="3">
                        <c:v>37712</c:v>
                      </c:pt>
                      <c:pt idx="4">
                        <c:v>37742</c:v>
                      </c:pt>
                      <c:pt idx="5">
                        <c:v>37773</c:v>
                      </c:pt>
                      <c:pt idx="6">
                        <c:v>37803</c:v>
                      </c:pt>
                      <c:pt idx="7">
                        <c:v>37834</c:v>
                      </c:pt>
                      <c:pt idx="8">
                        <c:v>37865</c:v>
                      </c:pt>
                      <c:pt idx="9">
                        <c:v>37895</c:v>
                      </c:pt>
                      <c:pt idx="10">
                        <c:v>37926</c:v>
                      </c:pt>
                      <c:pt idx="11">
                        <c:v>37956</c:v>
                      </c:pt>
                      <c:pt idx="12">
                        <c:v>37987</c:v>
                      </c:pt>
                      <c:pt idx="13">
                        <c:v>38018</c:v>
                      </c:pt>
                      <c:pt idx="14">
                        <c:v>38047</c:v>
                      </c:pt>
                      <c:pt idx="15">
                        <c:v>38078</c:v>
                      </c:pt>
                      <c:pt idx="16">
                        <c:v>38108</c:v>
                      </c:pt>
                      <c:pt idx="17">
                        <c:v>38139</c:v>
                      </c:pt>
                      <c:pt idx="18">
                        <c:v>38169</c:v>
                      </c:pt>
                      <c:pt idx="19">
                        <c:v>38200</c:v>
                      </c:pt>
                      <c:pt idx="20">
                        <c:v>38231</c:v>
                      </c:pt>
                      <c:pt idx="21">
                        <c:v>38261</c:v>
                      </c:pt>
                      <c:pt idx="22">
                        <c:v>38292</c:v>
                      </c:pt>
                      <c:pt idx="23">
                        <c:v>38322</c:v>
                      </c:pt>
                      <c:pt idx="24">
                        <c:v>38353</c:v>
                      </c:pt>
                      <c:pt idx="25">
                        <c:v>38384</c:v>
                      </c:pt>
                      <c:pt idx="26">
                        <c:v>38412</c:v>
                      </c:pt>
                      <c:pt idx="27">
                        <c:v>38443</c:v>
                      </c:pt>
                      <c:pt idx="28">
                        <c:v>38473</c:v>
                      </c:pt>
                      <c:pt idx="29">
                        <c:v>38504</c:v>
                      </c:pt>
                      <c:pt idx="30">
                        <c:v>38534</c:v>
                      </c:pt>
                      <c:pt idx="31">
                        <c:v>38565</c:v>
                      </c:pt>
                      <c:pt idx="32">
                        <c:v>38596</c:v>
                      </c:pt>
                      <c:pt idx="33">
                        <c:v>38626</c:v>
                      </c:pt>
                      <c:pt idx="34">
                        <c:v>38657</c:v>
                      </c:pt>
                      <c:pt idx="35">
                        <c:v>38687</c:v>
                      </c:pt>
                      <c:pt idx="36">
                        <c:v>38718</c:v>
                      </c:pt>
                      <c:pt idx="37">
                        <c:v>38749</c:v>
                      </c:pt>
                      <c:pt idx="38">
                        <c:v>38777</c:v>
                      </c:pt>
                      <c:pt idx="39">
                        <c:v>38808</c:v>
                      </c:pt>
                      <c:pt idx="40">
                        <c:v>38838</c:v>
                      </c:pt>
                      <c:pt idx="41">
                        <c:v>38869</c:v>
                      </c:pt>
                      <c:pt idx="42">
                        <c:v>38899</c:v>
                      </c:pt>
                      <c:pt idx="43">
                        <c:v>38930</c:v>
                      </c:pt>
                      <c:pt idx="44">
                        <c:v>38961</c:v>
                      </c:pt>
                      <c:pt idx="45">
                        <c:v>38991</c:v>
                      </c:pt>
                      <c:pt idx="46">
                        <c:v>39022</c:v>
                      </c:pt>
                      <c:pt idx="47">
                        <c:v>39052</c:v>
                      </c:pt>
                      <c:pt idx="48">
                        <c:v>39083</c:v>
                      </c:pt>
                      <c:pt idx="49">
                        <c:v>39114</c:v>
                      </c:pt>
                      <c:pt idx="50">
                        <c:v>39142</c:v>
                      </c:pt>
                      <c:pt idx="51">
                        <c:v>39173</c:v>
                      </c:pt>
                      <c:pt idx="52">
                        <c:v>39203</c:v>
                      </c:pt>
                      <c:pt idx="53">
                        <c:v>39234</c:v>
                      </c:pt>
                      <c:pt idx="54">
                        <c:v>39264</c:v>
                      </c:pt>
                      <c:pt idx="55">
                        <c:v>39295</c:v>
                      </c:pt>
                      <c:pt idx="56">
                        <c:v>39326</c:v>
                      </c:pt>
                      <c:pt idx="57">
                        <c:v>39356</c:v>
                      </c:pt>
                      <c:pt idx="58">
                        <c:v>39387</c:v>
                      </c:pt>
                      <c:pt idx="59">
                        <c:v>39417</c:v>
                      </c:pt>
                      <c:pt idx="60">
                        <c:v>39448</c:v>
                      </c:pt>
                      <c:pt idx="61">
                        <c:v>39479</c:v>
                      </c:pt>
                      <c:pt idx="62">
                        <c:v>39508</c:v>
                      </c:pt>
                      <c:pt idx="63">
                        <c:v>39539</c:v>
                      </c:pt>
                      <c:pt idx="64">
                        <c:v>39569</c:v>
                      </c:pt>
                      <c:pt idx="65">
                        <c:v>39600</c:v>
                      </c:pt>
                      <c:pt idx="66">
                        <c:v>39630</c:v>
                      </c:pt>
                      <c:pt idx="67">
                        <c:v>39661</c:v>
                      </c:pt>
                      <c:pt idx="68">
                        <c:v>39692</c:v>
                      </c:pt>
                      <c:pt idx="69">
                        <c:v>39722</c:v>
                      </c:pt>
                      <c:pt idx="70">
                        <c:v>39753</c:v>
                      </c:pt>
                      <c:pt idx="71">
                        <c:v>39783</c:v>
                      </c:pt>
                      <c:pt idx="72">
                        <c:v>39814</c:v>
                      </c:pt>
                      <c:pt idx="73">
                        <c:v>39845</c:v>
                      </c:pt>
                      <c:pt idx="74">
                        <c:v>39873</c:v>
                      </c:pt>
                      <c:pt idx="75">
                        <c:v>39904</c:v>
                      </c:pt>
                      <c:pt idx="76">
                        <c:v>39934</c:v>
                      </c:pt>
                      <c:pt idx="77">
                        <c:v>39965</c:v>
                      </c:pt>
                      <c:pt idx="78">
                        <c:v>39995</c:v>
                      </c:pt>
                      <c:pt idx="79">
                        <c:v>40026</c:v>
                      </c:pt>
                      <c:pt idx="80">
                        <c:v>40057</c:v>
                      </c:pt>
                      <c:pt idx="81">
                        <c:v>40087</c:v>
                      </c:pt>
                      <c:pt idx="82">
                        <c:v>40118</c:v>
                      </c:pt>
                      <c:pt idx="83">
                        <c:v>40148</c:v>
                      </c:pt>
                      <c:pt idx="84">
                        <c:v>40179</c:v>
                      </c:pt>
                      <c:pt idx="85">
                        <c:v>40210</c:v>
                      </c:pt>
                      <c:pt idx="86">
                        <c:v>40238</c:v>
                      </c:pt>
                      <c:pt idx="87">
                        <c:v>40269</c:v>
                      </c:pt>
                      <c:pt idx="88">
                        <c:v>40299</c:v>
                      </c:pt>
                      <c:pt idx="89">
                        <c:v>40330</c:v>
                      </c:pt>
                      <c:pt idx="90">
                        <c:v>40360</c:v>
                      </c:pt>
                      <c:pt idx="91">
                        <c:v>40391</c:v>
                      </c:pt>
                      <c:pt idx="92">
                        <c:v>40422</c:v>
                      </c:pt>
                      <c:pt idx="93">
                        <c:v>40452</c:v>
                      </c:pt>
                      <c:pt idx="94">
                        <c:v>40483</c:v>
                      </c:pt>
                      <c:pt idx="95">
                        <c:v>40513</c:v>
                      </c:pt>
                      <c:pt idx="96">
                        <c:v>40544</c:v>
                      </c:pt>
                      <c:pt idx="97">
                        <c:v>40575</c:v>
                      </c:pt>
                      <c:pt idx="98">
                        <c:v>40603</c:v>
                      </c:pt>
                      <c:pt idx="99">
                        <c:v>40634</c:v>
                      </c:pt>
                      <c:pt idx="100">
                        <c:v>40664</c:v>
                      </c:pt>
                      <c:pt idx="101">
                        <c:v>40695</c:v>
                      </c:pt>
                      <c:pt idx="102">
                        <c:v>40725</c:v>
                      </c:pt>
                      <c:pt idx="103">
                        <c:v>40756</c:v>
                      </c:pt>
                      <c:pt idx="104">
                        <c:v>40787</c:v>
                      </c:pt>
                      <c:pt idx="105">
                        <c:v>40817</c:v>
                      </c:pt>
                      <c:pt idx="106">
                        <c:v>40848</c:v>
                      </c:pt>
                      <c:pt idx="107">
                        <c:v>40878</c:v>
                      </c:pt>
                      <c:pt idx="108">
                        <c:v>40909</c:v>
                      </c:pt>
                      <c:pt idx="109">
                        <c:v>40940</c:v>
                      </c:pt>
                      <c:pt idx="110">
                        <c:v>40969</c:v>
                      </c:pt>
                      <c:pt idx="111">
                        <c:v>41000</c:v>
                      </c:pt>
                      <c:pt idx="112">
                        <c:v>41030</c:v>
                      </c:pt>
                      <c:pt idx="113">
                        <c:v>41061</c:v>
                      </c:pt>
                      <c:pt idx="114">
                        <c:v>41091</c:v>
                      </c:pt>
                      <c:pt idx="115">
                        <c:v>41122</c:v>
                      </c:pt>
                      <c:pt idx="116">
                        <c:v>41153</c:v>
                      </c:pt>
                      <c:pt idx="117">
                        <c:v>41183</c:v>
                      </c:pt>
                      <c:pt idx="118">
                        <c:v>41214</c:v>
                      </c:pt>
                      <c:pt idx="119">
                        <c:v>41244</c:v>
                      </c:pt>
                      <c:pt idx="120">
                        <c:v>41275</c:v>
                      </c:pt>
                      <c:pt idx="121">
                        <c:v>41306</c:v>
                      </c:pt>
                      <c:pt idx="122">
                        <c:v>41334</c:v>
                      </c:pt>
                      <c:pt idx="123">
                        <c:v>41365</c:v>
                      </c:pt>
                      <c:pt idx="124">
                        <c:v>41395</c:v>
                      </c:pt>
                      <c:pt idx="125">
                        <c:v>41426</c:v>
                      </c:pt>
                      <c:pt idx="126">
                        <c:v>41456</c:v>
                      </c:pt>
                      <c:pt idx="127">
                        <c:v>41487</c:v>
                      </c:pt>
                      <c:pt idx="128">
                        <c:v>41518</c:v>
                      </c:pt>
                      <c:pt idx="129">
                        <c:v>41548</c:v>
                      </c:pt>
                      <c:pt idx="130">
                        <c:v>41579</c:v>
                      </c:pt>
                      <c:pt idx="131">
                        <c:v>41609</c:v>
                      </c:pt>
                      <c:pt idx="132">
                        <c:v>41640</c:v>
                      </c:pt>
                      <c:pt idx="133">
                        <c:v>41671</c:v>
                      </c:pt>
                      <c:pt idx="134">
                        <c:v>41699</c:v>
                      </c:pt>
                      <c:pt idx="135">
                        <c:v>41730</c:v>
                      </c:pt>
                      <c:pt idx="136">
                        <c:v>41760</c:v>
                      </c:pt>
                      <c:pt idx="137">
                        <c:v>41791</c:v>
                      </c:pt>
                      <c:pt idx="138">
                        <c:v>41821</c:v>
                      </c:pt>
                      <c:pt idx="139">
                        <c:v>41852</c:v>
                      </c:pt>
                      <c:pt idx="140">
                        <c:v>41883</c:v>
                      </c:pt>
                      <c:pt idx="141">
                        <c:v>41913</c:v>
                      </c:pt>
                      <c:pt idx="142">
                        <c:v>41944</c:v>
                      </c:pt>
                      <c:pt idx="143">
                        <c:v>41974</c:v>
                      </c:pt>
                      <c:pt idx="144">
                        <c:v>42005</c:v>
                      </c:pt>
                      <c:pt idx="145">
                        <c:v>42036</c:v>
                      </c:pt>
                      <c:pt idx="146">
                        <c:v>42064</c:v>
                      </c:pt>
                      <c:pt idx="147">
                        <c:v>42095</c:v>
                      </c:pt>
                      <c:pt idx="148">
                        <c:v>42125</c:v>
                      </c:pt>
                      <c:pt idx="149">
                        <c:v>42156</c:v>
                      </c:pt>
                      <c:pt idx="150">
                        <c:v>42186</c:v>
                      </c:pt>
                      <c:pt idx="151">
                        <c:v>42217</c:v>
                      </c:pt>
                      <c:pt idx="152">
                        <c:v>42248</c:v>
                      </c:pt>
                      <c:pt idx="153">
                        <c:v>42278</c:v>
                      </c:pt>
                      <c:pt idx="154">
                        <c:v>42309</c:v>
                      </c:pt>
                      <c:pt idx="155">
                        <c:v>42339</c:v>
                      </c:pt>
                      <c:pt idx="156">
                        <c:v>42370</c:v>
                      </c:pt>
                      <c:pt idx="157">
                        <c:v>42401</c:v>
                      </c:pt>
                      <c:pt idx="158">
                        <c:v>42430</c:v>
                      </c:pt>
                      <c:pt idx="159">
                        <c:v>42461</c:v>
                      </c:pt>
                      <c:pt idx="160">
                        <c:v>42491</c:v>
                      </c:pt>
                      <c:pt idx="161">
                        <c:v>42522</c:v>
                      </c:pt>
                      <c:pt idx="162">
                        <c:v>42552</c:v>
                      </c:pt>
                      <c:pt idx="163">
                        <c:v>42583</c:v>
                      </c:pt>
                      <c:pt idx="164">
                        <c:v>42614</c:v>
                      </c:pt>
                      <c:pt idx="165">
                        <c:v>42644</c:v>
                      </c:pt>
                      <c:pt idx="166">
                        <c:v>42675</c:v>
                      </c:pt>
                      <c:pt idx="167">
                        <c:v>42705</c:v>
                      </c:pt>
                      <c:pt idx="168">
                        <c:v>42736</c:v>
                      </c:pt>
                      <c:pt idx="169">
                        <c:v>42767</c:v>
                      </c:pt>
                      <c:pt idx="170">
                        <c:v>42795</c:v>
                      </c:pt>
                      <c:pt idx="171">
                        <c:v>42826</c:v>
                      </c:pt>
                      <c:pt idx="172">
                        <c:v>42856</c:v>
                      </c:pt>
                      <c:pt idx="173">
                        <c:v>42887</c:v>
                      </c:pt>
                      <c:pt idx="174">
                        <c:v>42917</c:v>
                      </c:pt>
                      <c:pt idx="175">
                        <c:v>42948</c:v>
                      </c:pt>
                      <c:pt idx="176">
                        <c:v>42979</c:v>
                      </c:pt>
                      <c:pt idx="177">
                        <c:v>43009</c:v>
                      </c:pt>
                      <c:pt idx="178">
                        <c:v>43040</c:v>
                      </c:pt>
                      <c:pt idx="179">
                        <c:v>43070</c:v>
                      </c:pt>
                      <c:pt idx="180">
                        <c:v>43101</c:v>
                      </c:pt>
                      <c:pt idx="181">
                        <c:v>43132</c:v>
                      </c:pt>
                      <c:pt idx="182">
                        <c:v>43160</c:v>
                      </c:pt>
                      <c:pt idx="183">
                        <c:v>43191</c:v>
                      </c:pt>
                      <c:pt idx="184">
                        <c:v>43221</c:v>
                      </c:pt>
                      <c:pt idx="185">
                        <c:v>43252</c:v>
                      </c:pt>
                      <c:pt idx="186">
                        <c:v>43282</c:v>
                      </c:pt>
                      <c:pt idx="187">
                        <c:v>43313</c:v>
                      </c:pt>
                      <c:pt idx="188">
                        <c:v>43344</c:v>
                      </c:pt>
                      <c:pt idx="189">
                        <c:v>43374</c:v>
                      </c:pt>
                      <c:pt idx="190">
                        <c:v>43405</c:v>
                      </c:pt>
                      <c:pt idx="191">
                        <c:v>43435</c:v>
                      </c:pt>
                      <c:pt idx="192">
                        <c:v>43466</c:v>
                      </c:pt>
                      <c:pt idx="193">
                        <c:v>43497</c:v>
                      </c:pt>
                      <c:pt idx="194">
                        <c:v>43525</c:v>
                      </c:pt>
                      <c:pt idx="195">
                        <c:v>43556</c:v>
                      </c:pt>
                      <c:pt idx="196">
                        <c:v>43586</c:v>
                      </c:pt>
                      <c:pt idx="197">
                        <c:v>43617</c:v>
                      </c:pt>
                      <c:pt idx="198">
                        <c:v>43647</c:v>
                      </c:pt>
                      <c:pt idx="199">
                        <c:v>43678</c:v>
                      </c:pt>
                      <c:pt idx="200">
                        <c:v>43709</c:v>
                      </c:pt>
                      <c:pt idx="201">
                        <c:v>43739</c:v>
                      </c:pt>
                      <c:pt idx="202">
                        <c:v>43770</c:v>
                      </c:pt>
                      <c:pt idx="203">
                        <c:v>43800</c:v>
                      </c:pt>
                      <c:pt idx="204">
                        <c:v>43831</c:v>
                      </c:pt>
                      <c:pt idx="205">
                        <c:v>43862</c:v>
                      </c:pt>
                      <c:pt idx="206">
                        <c:v>43891</c:v>
                      </c:pt>
                      <c:pt idx="207">
                        <c:v>43922</c:v>
                      </c:pt>
                      <c:pt idx="208">
                        <c:v>43952</c:v>
                      </c:pt>
                      <c:pt idx="209">
                        <c:v>43983</c:v>
                      </c:pt>
                      <c:pt idx="210">
                        <c:v>44013</c:v>
                      </c:pt>
                      <c:pt idx="211">
                        <c:v>44044</c:v>
                      </c:pt>
                      <c:pt idx="212">
                        <c:v>44075</c:v>
                      </c:pt>
                      <c:pt idx="213">
                        <c:v>44105</c:v>
                      </c:pt>
                      <c:pt idx="214">
                        <c:v>44136</c:v>
                      </c:pt>
                      <c:pt idx="215">
                        <c:v>44166</c:v>
                      </c:pt>
                      <c:pt idx="216">
                        <c:v>44197</c:v>
                      </c:pt>
                      <c:pt idx="217">
                        <c:v>44228</c:v>
                      </c:pt>
                      <c:pt idx="218">
                        <c:v>44256</c:v>
                      </c:pt>
                      <c:pt idx="219">
                        <c:v>44287</c:v>
                      </c:pt>
                      <c:pt idx="220">
                        <c:v>44317</c:v>
                      </c:pt>
                      <c:pt idx="221">
                        <c:v>44348</c:v>
                      </c:pt>
                      <c:pt idx="222">
                        <c:v>44378</c:v>
                      </c:pt>
                      <c:pt idx="223">
                        <c:v>44409</c:v>
                      </c:pt>
                      <c:pt idx="224">
                        <c:v>44440</c:v>
                      </c:pt>
                      <c:pt idx="225">
                        <c:v>44470</c:v>
                      </c:pt>
                      <c:pt idx="226">
                        <c:v>44501</c:v>
                      </c:pt>
                      <c:pt idx="227">
                        <c:v>44531</c:v>
                      </c:pt>
                      <c:pt idx="228">
                        <c:v>44562</c:v>
                      </c:pt>
                      <c:pt idx="229">
                        <c:v>44593</c:v>
                      </c:pt>
                      <c:pt idx="230">
                        <c:v>44621</c:v>
                      </c:pt>
                      <c:pt idx="231">
                        <c:v>44652</c:v>
                      </c:pt>
                      <c:pt idx="232">
                        <c:v>44682</c:v>
                      </c:pt>
                      <c:pt idx="233">
                        <c:v>44713</c:v>
                      </c:pt>
                      <c:pt idx="234">
                        <c:v>44743</c:v>
                      </c:pt>
                      <c:pt idx="235">
                        <c:v>44774</c:v>
                      </c:pt>
                      <c:pt idx="236">
                        <c:v>44805</c:v>
                      </c:pt>
                      <c:pt idx="237">
                        <c:v>44835</c:v>
                      </c:pt>
                      <c:pt idx="238">
                        <c:v>44866</c:v>
                      </c:pt>
                      <c:pt idx="239">
                        <c:v>44896</c:v>
                      </c:pt>
                      <c:pt idx="240">
                        <c:v>44927</c:v>
                      </c:pt>
                      <c:pt idx="241">
                        <c:v>44958</c:v>
                      </c:pt>
                      <c:pt idx="242">
                        <c:v>44986</c:v>
                      </c:pt>
                      <c:pt idx="243">
                        <c:v>45017</c:v>
                      </c:pt>
                      <c:pt idx="244">
                        <c:v>45047</c:v>
                      </c:pt>
                      <c:pt idx="245">
                        <c:v>45078</c:v>
                      </c:pt>
                      <c:pt idx="246">
                        <c:v>45108</c:v>
                      </c:pt>
                      <c:pt idx="247">
                        <c:v>45139</c:v>
                      </c:pt>
                      <c:pt idx="248">
                        <c:v>45170</c:v>
                      </c:pt>
                      <c:pt idx="249">
                        <c:v>45200</c:v>
                      </c:pt>
                      <c:pt idx="250">
                        <c:v>45231</c:v>
                      </c:pt>
                      <c:pt idx="251">
                        <c:v>45261</c:v>
                      </c:pt>
                      <c:pt idx="252">
                        <c:v>45292</c:v>
                      </c:pt>
                      <c:pt idx="253">
                        <c:v>45323</c:v>
                      </c:pt>
                      <c:pt idx="254">
                        <c:v>45352</c:v>
                      </c:pt>
                      <c:pt idx="255">
                        <c:v>45383</c:v>
                      </c:pt>
                      <c:pt idx="256">
                        <c:v>45413</c:v>
                      </c:pt>
                      <c:pt idx="257">
                        <c:v>45444</c:v>
                      </c:pt>
                      <c:pt idx="258">
                        <c:v>45474</c:v>
                      </c:pt>
                      <c:pt idx="259">
                        <c:v>45505</c:v>
                      </c:pt>
                      <c:pt idx="260">
                        <c:v>45536</c:v>
                      </c:pt>
                      <c:pt idx="261">
                        <c:v>45566</c:v>
                      </c:pt>
                      <c:pt idx="262">
                        <c:v>45597</c:v>
                      </c:pt>
                      <c:pt idx="263">
                        <c:v>45627</c:v>
                      </c:pt>
                      <c:pt idx="264">
                        <c:v>45658</c:v>
                      </c:pt>
                      <c:pt idx="265">
                        <c:v>45689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'Tasa Adquisición'!$E$5:$E$268</c15:sqref>
                        </c15:formulaRef>
                      </c:ext>
                    </c:extLst>
                    <c:numCache>
                      <c:formatCode>General</c:formatCode>
                      <c:ptCount val="264"/>
                      <c:pt idx="234" formatCode="0.00%">
                        <c:v>0.14901689065323234</c:v>
                      </c:pt>
                      <c:pt idx="235" formatCode="0.00%">
                        <c:v>0.15988782848456326</c:v>
                      </c:pt>
                      <c:pt idx="236" formatCode="0.00%">
                        <c:v>0.16386482794641147</c:v>
                      </c:pt>
                      <c:pt idx="237" formatCode="0.00%">
                        <c:v>0.19538224077337343</c:v>
                      </c:pt>
                      <c:pt idx="238" formatCode="0.00%">
                        <c:v>0.19525043127241126</c:v>
                      </c:pt>
                      <c:pt idx="239" formatCode="0.00%">
                        <c:v>0.19434951138427387</c:v>
                      </c:pt>
                      <c:pt idx="240" formatCode="0.00%">
                        <c:v>0.20403766434453541</c:v>
                      </c:pt>
                      <c:pt idx="241" formatCode="0.00%">
                        <c:v>0.20579697328883537</c:v>
                      </c:pt>
                      <c:pt idx="242" formatCode="0.00%">
                        <c:v>0.20406749642450511</c:v>
                      </c:pt>
                      <c:pt idx="243" formatCode="0.00%">
                        <c:v>0.21061218059315265</c:v>
                      </c:pt>
                      <c:pt idx="244" formatCode="0.00%">
                        <c:v>0.21257907379243021</c:v>
                      </c:pt>
                      <c:pt idx="245" formatCode="0.00%">
                        <c:v>0.20996733624347466</c:v>
                      </c:pt>
                      <c:pt idx="246" formatCode="0.00%">
                        <c:v>0.2044727185141812</c:v>
                      </c:pt>
                      <c:pt idx="247" formatCode="0.00%">
                        <c:v>0.19804476876520657</c:v>
                      </c:pt>
                      <c:pt idx="248" formatCode="0.00%">
                        <c:v>0.19232248700122248</c:v>
                      </c:pt>
                      <c:pt idx="249" formatCode="0.00%">
                        <c:v>0.18628920564900223</c:v>
                      </c:pt>
                      <c:pt idx="250" formatCode="0.00%">
                        <c:v>0.18458438326248611</c:v>
                      </c:pt>
                      <c:pt idx="251" formatCode="0.00%">
                        <c:v>0.17318058185213772</c:v>
                      </c:pt>
                      <c:pt idx="252" formatCode="0.00%">
                        <c:v>0.16706745473521312</c:v>
                      </c:pt>
                      <c:pt idx="253" formatCode="0.00%">
                        <c:v>0.15816632007348161</c:v>
                      </c:pt>
                      <c:pt idx="254" formatCode="0.00%">
                        <c:v>0.15047605093744262</c:v>
                      </c:pt>
                      <c:pt idx="255" formatCode="0.00%">
                        <c:v>0.14320681351655407</c:v>
                      </c:pt>
                      <c:pt idx="256" formatCode="0.00%">
                        <c:v>0.13700756476428616</c:v>
                      </c:pt>
                      <c:pt idx="257" formatCode="0.00%">
                        <c:v>0.13642392812156376</c:v>
                      </c:pt>
                      <c:pt idx="258" formatCode="0.00%">
                        <c:v>0.13503689805270333</c:v>
                      </c:pt>
                      <c:pt idx="259" formatCode="0.00%">
                        <c:v>0.13289367581036582</c:v>
                      </c:pt>
                      <c:pt idx="260" formatCode="0.00%">
                        <c:v>0.12835277599028067</c:v>
                      </c:pt>
                      <c:pt idx="261" formatCode="0.00%">
                        <c:v>0.12306061178452611</c:v>
                      </c:pt>
                      <c:pt idx="262" formatCode="0.00%">
                        <c:v>0.1187656248714463</c:v>
                      </c:pt>
                      <c:pt idx="263" formatCode="0.00%">
                        <c:v>0.11437352917786227</c:v>
                      </c:pt>
                    </c:numCache>
                  </c:numRef>
                </c:val>
                <c:smooth val="1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C-F135-44DA-BC70-A4284546EFA5}"/>
                  </c:ext>
                </c:extLst>
              </c15:ser>
            </c15:filteredLineSeries>
            <c15:filteredLineSeries>
              <c15:ser>
                <c:idx val="4"/>
                <c:order val="4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'Tasa Adquisición'!$F$4</c15:sqref>
                        </c15:formulaRef>
                      </c:ext>
                    </c:extLst>
                    <c:strCache>
                      <c:ptCount val="1"/>
                      <c:pt idx="0">
                        <c:v>No VIS UVR (margen)</c:v>
                      </c:pt>
                    </c:strCache>
                  </c:strRef>
                </c:tx>
                <c:spPr>
                  <a:ln w="28575" cap="rnd">
                    <a:solidFill>
                      <a:schemeClr val="accent5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'Tasa Adquisición'!$A$5:$A$270</c15:sqref>
                        </c15:formulaRef>
                      </c:ext>
                    </c:extLst>
                    <c:numCache>
                      <c:formatCode>mmm\-yy</c:formatCode>
                      <c:ptCount val="266"/>
                      <c:pt idx="0">
                        <c:v>37622</c:v>
                      </c:pt>
                      <c:pt idx="1">
                        <c:v>37653</c:v>
                      </c:pt>
                      <c:pt idx="2">
                        <c:v>37681</c:v>
                      </c:pt>
                      <c:pt idx="3">
                        <c:v>37712</c:v>
                      </c:pt>
                      <c:pt idx="4">
                        <c:v>37742</c:v>
                      </c:pt>
                      <c:pt idx="5">
                        <c:v>37773</c:v>
                      </c:pt>
                      <c:pt idx="6">
                        <c:v>37803</c:v>
                      </c:pt>
                      <c:pt idx="7">
                        <c:v>37834</c:v>
                      </c:pt>
                      <c:pt idx="8">
                        <c:v>37865</c:v>
                      </c:pt>
                      <c:pt idx="9">
                        <c:v>37895</c:v>
                      </c:pt>
                      <c:pt idx="10">
                        <c:v>37926</c:v>
                      </c:pt>
                      <c:pt idx="11">
                        <c:v>37956</c:v>
                      </c:pt>
                      <c:pt idx="12">
                        <c:v>37987</c:v>
                      </c:pt>
                      <c:pt idx="13">
                        <c:v>38018</c:v>
                      </c:pt>
                      <c:pt idx="14">
                        <c:v>38047</c:v>
                      </c:pt>
                      <c:pt idx="15">
                        <c:v>38078</c:v>
                      </c:pt>
                      <c:pt idx="16">
                        <c:v>38108</c:v>
                      </c:pt>
                      <c:pt idx="17">
                        <c:v>38139</c:v>
                      </c:pt>
                      <c:pt idx="18">
                        <c:v>38169</c:v>
                      </c:pt>
                      <c:pt idx="19">
                        <c:v>38200</c:v>
                      </c:pt>
                      <c:pt idx="20">
                        <c:v>38231</c:v>
                      </c:pt>
                      <c:pt idx="21">
                        <c:v>38261</c:v>
                      </c:pt>
                      <c:pt idx="22">
                        <c:v>38292</c:v>
                      </c:pt>
                      <c:pt idx="23">
                        <c:v>38322</c:v>
                      </c:pt>
                      <c:pt idx="24">
                        <c:v>38353</c:v>
                      </c:pt>
                      <c:pt idx="25">
                        <c:v>38384</c:v>
                      </c:pt>
                      <c:pt idx="26">
                        <c:v>38412</c:v>
                      </c:pt>
                      <c:pt idx="27">
                        <c:v>38443</c:v>
                      </c:pt>
                      <c:pt idx="28">
                        <c:v>38473</c:v>
                      </c:pt>
                      <c:pt idx="29">
                        <c:v>38504</c:v>
                      </c:pt>
                      <c:pt idx="30">
                        <c:v>38534</c:v>
                      </c:pt>
                      <c:pt idx="31">
                        <c:v>38565</c:v>
                      </c:pt>
                      <c:pt idx="32">
                        <c:v>38596</c:v>
                      </c:pt>
                      <c:pt idx="33">
                        <c:v>38626</c:v>
                      </c:pt>
                      <c:pt idx="34">
                        <c:v>38657</c:v>
                      </c:pt>
                      <c:pt idx="35">
                        <c:v>38687</c:v>
                      </c:pt>
                      <c:pt idx="36">
                        <c:v>38718</c:v>
                      </c:pt>
                      <c:pt idx="37">
                        <c:v>38749</c:v>
                      </c:pt>
                      <c:pt idx="38">
                        <c:v>38777</c:v>
                      </c:pt>
                      <c:pt idx="39">
                        <c:v>38808</c:v>
                      </c:pt>
                      <c:pt idx="40">
                        <c:v>38838</c:v>
                      </c:pt>
                      <c:pt idx="41">
                        <c:v>38869</c:v>
                      </c:pt>
                      <c:pt idx="42">
                        <c:v>38899</c:v>
                      </c:pt>
                      <c:pt idx="43">
                        <c:v>38930</c:v>
                      </c:pt>
                      <c:pt idx="44">
                        <c:v>38961</c:v>
                      </c:pt>
                      <c:pt idx="45">
                        <c:v>38991</c:v>
                      </c:pt>
                      <c:pt idx="46">
                        <c:v>39022</c:v>
                      </c:pt>
                      <c:pt idx="47">
                        <c:v>39052</c:v>
                      </c:pt>
                      <c:pt idx="48">
                        <c:v>39083</c:v>
                      </c:pt>
                      <c:pt idx="49">
                        <c:v>39114</c:v>
                      </c:pt>
                      <c:pt idx="50">
                        <c:v>39142</c:v>
                      </c:pt>
                      <c:pt idx="51">
                        <c:v>39173</c:v>
                      </c:pt>
                      <c:pt idx="52">
                        <c:v>39203</c:v>
                      </c:pt>
                      <c:pt idx="53">
                        <c:v>39234</c:v>
                      </c:pt>
                      <c:pt idx="54">
                        <c:v>39264</c:v>
                      </c:pt>
                      <c:pt idx="55">
                        <c:v>39295</c:v>
                      </c:pt>
                      <c:pt idx="56">
                        <c:v>39326</c:v>
                      </c:pt>
                      <c:pt idx="57">
                        <c:v>39356</c:v>
                      </c:pt>
                      <c:pt idx="58">
                        <c:v>39387</c:v>
                      </c:pt>
                      <c:pt idx="59">
                        <c:v>39417</c:v>
                      </c:pt>
                      <c:pt idx="60">
                        <c:v>39448</c:v>
                      </c:pt>
                      <c:pt idx="61">
                        <c:v>39479</c:v>
                      </c:pt>
                      <c:pt idx="62">
                        <c:v>39508</c:v>
                      </c:pt>
                      <c:pt idx="63">
                        <c:v>39539</c:v>
                      </c:pt>
                      <c:pt idx="64">
                        <c:v>39569</c:v>
                      </c:pt>
                      <c:pt idx="65">
                        <c:v>39600</c:v>
                      </c:pt>
                      <c:pt idx="66">
                        <c:v>39630</c:v>
                      </c:pt>
                      <c:pt idx="67">
                        <c:v>39661</c:v>
                      </c:pt>
                      <c:pt idx="68">
                        <c:v>39692</c:v>
                      </c:pt>
                      <c:pt idx="69">
                        <c:v>39722</c:v>
                      </c:pt>
                      <c:pt idx="70">
                        <c:v>39753</c:v>
                      </c:pt>
                      <c:pt idx="71">
                        <c:v>39783</c:v>
                      </c:pt>
                      <c:pt idx="72">
                        <c:v>39814</c:v>
                      </c:pt>
                      <c:pt idx="73">
                        <c:v>39845</c:v>
                      </c:pt>
                      <c:pt idx="74">
                        <c:v>39873</c:v>
                      </c:pt>
                      <c:pt idx="75">
                        <c:v>39904</c:v>
                      </c:pt>
                      <c:pt idx="76">
                        <c:v>39934</c:v>
                      </c:pt>
                      <c:pt idx="77">
                        <c:v>39965</c:v>
                      </c:pt>
                      <c:pt idx="78">
                        <c:v>39995</c:v>
                      </c:pt>
                      <c:pt idx="79">
                        <c:v>40026</c:v>
                      </c:pt>
                      <c:pt idx="80">
                        <c:v>40057</c:v>
                      </c:pt>
                      <c:pt idx="81">
                        <c:v>40087</c:v>
                      </c:pt>
                      <c:pt idx="82">
                        <c:v>40118</c:v>
                      </c:pt>
                      <c:pt idx="83">
                        <c:v>40148</c:v>
                      </c:pt>
                      <c:pt idx="84">
                        <c:v>40179</c:v>
                      </c:pt>
                      <c:pt idx="85">
                        <c:v>40210</c:v>
                      </c:pt>
                      <c:pt idx="86">
                        <c:v>40238</c:v>
                      </c:pt>
                      <c:pt idx="87">
                        <c:v>40269</c:v>
                      </c:pt>
                      <c:pt idx="88">
                        <c:v>40299</c:v>
                      </c:pt>
                      <c:pt idx="89">
                        <c:v>40330</c:v>
                      </c:pt>
                      <c:pt idx="90">
                        <c:v>40360</c:v>
                      </c:pt>
                      <c:pt idx="91">
                        <c:v>40391</c:v>
                      </c:pt>
                      <c:pt idx="92">
                        <c:v>40422</c:v>
                      </c:pt>
                      <c:pt idx="93">
                        <c:v>40452</c:v>
                      </c:pt>
                      <c:pt idx="94">
                        <c:v>40483</c:v>
                      </c:pt>
                      <c:pt idx="95">
                        <c:v>40513</c:v>
                      </c:pt>
                      <c:pt idx="96">
                        <c:v>40544</c:v>
                      </c:pt>
                      <c:pt idx="97">
                        <c:v>40575</c:v>
                      </c:pt>
                      <c:pt idx="98">
                        <c:v>40603</c:v>
                      </c:pt>
                      <c:pt idx="99">
                        <c:v>40634</c:v>
                      </c:pt>
                      <c:pt idx="100">
                        <c:v>40664</c:v>
                      </c:pt>
                      <c:pt idx="101">
                        <c:v>40695</c:v>
                      </c:pt>
                      <c:pt idx="102">
                        <c:v>40725</c:v>
                      </c:pt>
                      <c:pt idx="103">
                        <c:v>40756</c:v>
                      </c:pt>
                      <c:pt idx="104">
                        <c:v>40787</c:v>
                      </c:pt>
                      <c:pt idx="105">
                        <c:v>40817</c:v>
                      </c:pt>
                      <c:pt idx="106">
                        <c:v>40848</c:v>
                      </c:pt>
                      <c:pt idx="107">
                        <c:v>40878</c:v>
                      </c:pt>
                      <c:pt idx="108">
                        <c:v>40909</c:v>
                      </c:pt>
                      <c:pt idx="109">
                        <c:v>40940</c:v>
                      </c:pt>
                      <c:pt idx="110">
                        <c:v>40969</c:v>
                      </c:pt>
                      <c:pt idx="111">
                        <c:v>41000</c:v>
                      </c:pt>
                      <c:pt idx="112">
                        <c:v>41030</c:v>
                      </c:pt>
                      <c:pt idx="113">
                        <c:v>41061</c:v>
                      </c:pt>
                      <c:pt idx="114">
                        <c:v>41091</c:v>
                      </c:pt>
                      <c:pt idx="115">
                        <c:v>41122</c:v>
                      </c:pt>
                      <c:pt idx="116">
                        <c:v>41153</c:v>
                      </c:pt>
                      <c:pt idx="117">
                        <c:v>41183</c:v>
                      </c:pt>
                      <c:pt idx="118">
                        <c:v>41214</c:v>
                      </c:pt>
                      <c:pt idx="119">
                        <c:v>41244</c:v>
                      </c:pt>
                      <c:pt idx="120">
                        <c:v>41275</c:v>
                      </c:pt>
                      <c:pt idx="121">
                        <c:v>41306</c:v>
                      </c:pt>
                      <c:pt idx="122">
                        <c:v>41334</c:v>
                      </c:pt>
                      <c:pt idx="123">
                        <c:v>41365</c:v>
                      </c:pt>
                      <c:pt idx="124">
                        <c:v>41395</c:v>
                      </c:pt>
                      <c:pt idx="125">
                        <c:v>41426</c:v>
                      </c:pt>
                      <c:pt idx="126">
                        <c:v>41456</c:v>
                      </c:pt>
                      <c:pt idx="127">
                        <c:v>41487</c:v>
                      </c:pt>
                      <c:pt idx="128">
                        <c:v>41518</c:v>
                      </c:pt>
                      <c:pt idx="129">
                        <c:v>41548</c:v>
                      </c:pt>
                      <c:pt idx="130">
                        <c:v>41579</c:v>
                      </c:pt>
                      <c:pt idx="131">
                        <c:v>41609</c:v>
                      </c:pt>
                      <c:pt idx="132">
                        <c:v>41640</c:v>
                      </c:pt>
                      <c:pt idx="133">
                        <c:v>41671</c:v>
                      </c:pt>
                      <c:pt idx="134">
                        <c:v>41699</c:v>
                      </c:pt>
                      <c:pt idx="135">
                        <c:v>41730</c:v>
                      </c:pt>
                      <c:pt idx="136">
                        <c:v>41760</c:v>
                      </c:pt>
                      <c:pt idx="137">
                        <c:v>41791</c:v>
                      </c:pt>
                      <c:pt idx="138">
                        <c:v>41821</c:v>
                      </c:pt>
                      <c:pt idx="139">
                        <c:v>41852</c:v>
                      </c:pt>
                      <c:pt idx="140">
                        <c:v>41883</c:v>
                      </c:pt>
                      <c:pt idx="141">
                        <c:v>41913</c:v>
                      </c:pt>
                      <c:pt idx="142">
                        <c:v>41944</c:v>
                      </c:pt>
                      <c:pt idx="143">
                        <c:v>41974</c:v>
                      </c:pt>
                      <c:pt idx="144">
                        <c:v>42005</c:v>
                      </c:pt>
                      <c:pt idx="145">
                        <c:v>42036</c:v>
                      </c:pt>
                      <c:pt idx="146">
                        <c:v>42064</c:v>
                      </c:pt>
                      <c:pt idx="147">
                        <c:v>42095</c:v>
                      </c:pt>
                      <c:pt idx="148">
                        <c:v>42125</c:v>
                      </c:pt>
                      <c:pt idx="149">
                        <c:v>42156</c:v>
                      </c:pt>
                      <c:pt idx="150">
                        <c:v>42186</c:v>
                      </c:pt>
                      <c:pt idx="151">
                        <c:v>42217</c:v>
                      </c:pt>
                      <c:pt idx="152">
                        <c:v>42248</c:v>
                      </c:pt>
                      <c:pt idx="153">
                        <c:v>42278</c:v>
                      </c:pt>
                      <c:pt idx="154">
                        <c:v>42309</c:v>
                      </c:pt>
                      <c:pt idx="155">
                        <c:v>42339</c:v>
                      </c:pt>
                      <c:pt idx="156">
                        <c:v>42370</c:v>
                      </c:pt>
                      <c:pt idx="157">
                        <c:v>42401</c:v>
                      </c:pt>
                      <c:pt idx="158">
                        <c:v>42430</c:v>
                      </c:pt>
                      <c:pt idx="159">
                        <c:v>42461</c:v>
                      </c:pt>
                      <c:pt idx="160">
                        <c:v>42491</c:v>
                      </c:pt>
                      <c:pt idx="161">
                        <c:v>42522</c:v>
                      </c:pt>
                      <c:pt idx="162">
                        <c:v>42552</c:v>
                      </c:pt>
                      <c:pt idx="163">
                        <c:v>42583</c:v>
                      </c:pt>
                      <c:pt idx="164">
                        <c:v>42614</c:v>
                      </c:pt>
                      <c:pt idx="165">
                        <c:v>42644</c:v>
                      </c:pt>
                      <c:pt idx="166">
                        <c:v>42675</c:v>
                      </c:pt>
                      <c:pt idx="167">
                        <c:v>42705</c:v>
                      </c:pt>
                      <c:pt idx="168">
                        <c:v>42736</c:v>
                      </c:pt>
                      <c:pt idx="169">
                        <c:v>42767</c:v>
                      </c:pt>
                      <c:pt idx="170">
                        <c:v>42795</c:v>
                      </c:pt>
                      <c:pt idx="171">
                        <c:v>42826</c:v>
                      </c:pt>
                      <c:pt idx="172">
                        <c:v>42856</c:v>
                      </c:pt>
                      <c:pt idx="173">
                        <c:v>42887</c:v>
                      </c:pt>
                      <c:pt idx="174">
                        <c:v>42917</c:v>
                      </c:pt>
                      <c:pt idx="175">
                        <c:v>42948</c:v>
                      </c:pt>
                      <c:pt idx="176">
                        <c:v>42979</c:v>
                      </c:pt>
                      <c:pt idx="177">
                        <c:v>43009</c:v>
                      </c:pt>
                      <c:pt idx="178">
                        <c:v>43040</c:v>
                      </c:pt>
                      <c:pt idx="179">
                        <c:v>43070</c:v>
                      </c:pt>
                      <c:pt idx="180">
                        <c:v>43101</c:v>
                      </c:pt>
                      <c:pt idx="181">
                        <c:v>43132</c:v>
                      </c:pt>
                      <c:pt idx="182">
                        <c:v>43160</c:v>
                      </c:pt>
                      <c:pt idx="183">
                        <c:v>43191</c:v>
                      </c:pt>
                      <c:pt idx="184">
                        <c:v>43221</c:v>
                      </c:pt>
                      <c:pt idx="185">
                        <c:v>43252</c:v>
                      </c:pt>
                      <c:pt idx="186">
                        <c:v>43282</c:v>
                      </c:pt>
                      <c:pt idx="187">
                        <c:v>43313</c:v>
                      </c:pt>
                      <c:pt idx="188">
                        <c:v>43344</c:v>
                      </c:pt>
                      <c:pt idx="189">
                        <c:v>43374</c:v>
                      </c:pt>
                      <c:pt idx="190">
                        <c:v>43405</c:v>
                      </c:pt>
                      <c:pt idx="191">
                        <c:v>43435</c:v>
                      </c:pt>
                      <c:pt idx="192">
                        <c:v>43466</c:v>
                      </c:pt>
                      <c:pt idx="193">
                        <c:v>43497</c:v>
                      </c:pt>
                      <c:pt idx="194">
                        <c:v>43525</c:v>
                      </c:pt>
                      <c:pt idx="195">
                        <c:v>43556</c:v>
                      </c:pt>
                      <c:pt idx="196">
                        <c:v>43586</c:v>
                      </c:pt>
                      <c:pt idx="197">
                        <c:v>43617</c:v>
                      </c:pt>
                      <c:pt idx="198">
                        <c:v>43647</c:v>
                      </c:pt>
                      <c:pt idx="199">
                        <c:v>43678</c:v>
                      </c:pt>
                      <c:pt idx="200">
                        <c:v>43709</c:v>
                      </c:pt>
                      <c:pt idx="201">
                        <c:v>43739</c:v>
                      </c:pt>
                      <c:pt idx="202">
                        <c:v>43770</c:v>
                      </c:pt>
                      <c:pt idx="203">
                        <c:v>43800</c:v>
                      </c:pt>
                      <c:pt idx="204">
                        <c:v>43831</c:v>
                      </c:pt>
                      <c:pt idx="205">
                        <c:v>43862</c:v>
                      </c:pt>
                      <c:pt idx="206">
                        <c:v>43891</c:v>
                      </c:pt>
                      <c:pt idx="207">
                        <c:v>43922</c:v>
                      </c:pt>
                      <c:pt idx="208">
                        <c:v>43952</c:v>
                      </c:pt>
                      <c:pt idx="209">
                        <c:v>43983</c:v>
                      </c:pt>
                      <c:pt idx="210">
                        <c:v>44013</c:v>
                      </c:pt>
                      <c:pt idx="211">
                        <c:v>44044</c:v>
                      </c:pt>
                      <c:pt idx="212">
                        <c:v>44075</c:v>
                      </c:pt>
                      <c:pt idx="213">
                        <c:v>44105</c:v>
                      </c:pt>
                      <c:pt idx="214">
                        <c:v>44136</c:v>
                      </c:pt>
                      <c:pt idx="215">
                        <c:v>44166</c:v>
                      </c:pt>
                      <c:pt idx="216">
                        <c:v>44197</c:v>
                      </c:pt>
                      <c:pt idx="217">
                        <c:v>44228</c:v>
                      </c:pt>
                      <c:pt idx="218">
                        <c:v>44256</c:v>
                      </c:pt>
                      <c:pt idx="219">
                        <c:v>44287</c:v>
                      </c:pt>
                      <c:pt idx="220">
                        <c:v>44317</c:v>
                      </c:pt>
                      <c:pt idx="221">
                        <c:v>44348</c:v>
                      </c:pt>
                      <c:pt idx="222">
                        <c:v>44378</c:v>
                      </c:pt>
                      <c:pt idx="223">
                        <c:v>44409</c:v>
                      </c:pt>
                      <c:pt idx="224">
                        <c:v>44440</c:v>
                      </c:pt>
                      <c:pt idx="225">
                        <c:v>44470</c:v>
                      </c:pt>
                      <c:pt idx="226">
                        <c:v>44501</c:v>
                      </c:pt>
                      <c:pt idx="227">
                        <c:v>44531</c:v>
                      </c:pt>
                      <c:pt idx="228">
                        <c:v>44562</c:v>
                      </c:pt>
                      <c:pt idx="229">
                        <c:v>44593</c:v>
                      </c:pt>
                      <c:pt idx="230">
                        <c:v>44621</c:v>
                      </c:pt>
                      <c:pt idx="231">
                        <c:v>44652</c:v>
                      </c:pt>
                      <c:pt idx="232">
                        <c:v>44682</c:v>
                      </c:pt>
                      <c:pt idx="233">
                        <c:v>44713</c:v>
                      </c:pt>
                      <c:pt idx="234">
                        <c:v>44743</c:v>
                      </c:pt>
                      <c:pt idx="235">
                        <c:v>44774</c:v>
                      </c:pt>
                      <c:pt idx="236">
                        <c:v>44805</c:v>
                      </c:pt>
                      <c:pt idx="237">
                        <c:v>44835</c:v>
                      </c:pt>
                      <c:pt idx="238">
                        <c:v>44866</c:v>
                      </c:pt>
                      <c:pt idx="239">
                        <c:v>44896</c:v>
                      </c:pt>
                      <c:pt idx="240">
                        <c:v>44927</c:v>
                      </c:pt>
                      <c:pt idx="241">
                        <c:v>44958</c:v>
                      </c:pt>
                      <c:pt idx="242">
                        <c:v>44986</c:v>
                      </c:pt>
                      <c:pt idx="243">
                        <c:v>45017</c:v>
                      </c:pt>
                      <c:pt idx="244">
                        <c:v>45047</c:v>
                      </c:pt>
                      <c:pt idx="245">
                        <c:v>45078</c:v>
                      </c:pt>
                      <c:pt idx="246">
                        <c:v>45108</c:v>
                      </c:pt>
                      <c:pt idx="247">
                        <c:v>45139</c:v>
                      </c:pt>
                      <c:pt idx="248">
                        <c:v>45170</c:v>
                      </c:pt>
                      <c:pt idx="249">
                        <c:v>45200</c:v>
                      </c:pt>
                      <c:pt idx="250">
                        <c:v>45231</c:v>
                      </c:pt>
                      <c:pt idx="251">
                        <c:v>45261</c:v>
                      </c:pt>
                      <c:pt idx="252">
                        <c:v>45292</c:v>
                      </c:pt>
                      <c:pt idx="253">
                        <c:v>45323</c:v>
                      </c:pt>
                      <c:pt idx="254">
                        <c:v>45352</c:v>
                      </c:pt>
                      <c:pt idx="255">
                        <c:v>45383</c:v>
                      </c:pt>
                      <c:pt idx="256">
                        <c:v>45413</c:v>
                      </c:pt>
                      <c:pt idx="257">
                        <c:v>45444</c:v>
                      </c:pt>
                      <c:pt idx="258">
                        <c:v>45474</c:v>
                      </c:pt>
                      <c:pt idx="259">
                        <c:v>45505</c:v>
                      </c:pt>
                      <c:pt idx="260">
                        <c:v>45536</c:v>
                      </c:pt>
                      <c:pt idx="261">
                        <c:v>45566</c:v>
                      </c:pt>
                      <c:pt idx="262">
                        <c:v>45597</c:v>
                      </c:pt>
                      <c:pt idx="263">
                        <c:v>45627</c:v>
                      </c:pt>
                      <c:pt idx="264">
                        <c:v>45658</c:v>
                      </c:pt>
                      <c:pt idx="265">
                        <c:v>45689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'Tasa Adquisición'!$F$5:$F$268</c15:sqref>
                        </c15:formulaRef>
                      </c:ext>
                    </c:extLst>
                    <c:numCache>
                      <c:formatCode>0.00%</c:formatCode>
                      <c:ptCount val="264"/>
                      <c:pt idx="0">
                        <c:v>0.13542015600983517</c:v>
                      </c:pt>
                      <c:pt idx="1">
                        <c:v>0.13603471642247977</c:v>
                      </c:pt>
                      <c:pt idx="2">
                        <c:v>0.13550741505000363</c:v>
                      </c:pt>
                      <c:pt idx="3">
                        <c:v>0.1355031295960118</c:v>
                      </c:pt>
                      <c:pt idx="4">
                        <c:v>0.1346515655361159</c:v>
                      </c:pt>
                      <c:pt idx="5">
                        <c:v>0.13480388521628067</c:v>
                      </c:pt>
                      <c:pt idx="6">
                        <c:v>0.13505035082427569</c:v>
                      </c:pt>
                      <c:pt idx="7">
                        <c:v>0.13349192644087823</c:v>
                      </c:pt>
                      <c:pt idx="8">
                        <c:v>0.13489360752040511</c:v>
                      </c:pt>
                      <c:pt idx="9">
                        <c:v>0.13624909013011471</c:v>
                      </c:pt>
                      <c:pt idx="10">
                        <c:v>0.13491715989935829</c:v>
                      </c:pt>
                      <c:pt idx="11">
                        <c:v>0.135358349761039</c:v>
                      </c:pt>
                      <c:pt idx="12">
                        <c:v>0.13298494069493558</c:v>
                      </c:pt>
                      <c:pt idx="13">
                        <c:v>0.13393127911605865</c:v>
                      </c:pt>
                      <c:pt idx="14">
                        <c:v>0.13498621982142595</c:v>
                      </c:pt>
                      <c:pt idx="15">
                        <c:v>0.13327613708952041</c:v>
                      </c:pt>
                      <c:pt idx="16">
                        <c:v>0.13263522393297797</c:v>
                      </c:pt>
                      <c:pt idx="17">
                        <c:v>0.12974828969615854</c:v>
                      </c:pt>
                      <c:pt idx="18">
                        <c:v>0.12839838248696045</c:v>
                      </c:pt>
                      <c:pt idx="19">
                        <c:v>0.12786187508830063</c:v>
                      </c:pt>
                      <c:pt idx="20">
                        <c:v>0.12806420876929184</c:v>
                      </c:pt>
                      <c:pt idx="21">
                        <c:v>0.12531458314234131</c:v>
                      </c:pt>
                      <c:pt idx="22">
                        <c:v>0.12697890529494738</c:v>
                      </c:pt>
                      <c:pt idx="23">
                        <c:v>0.12644759440728837</c:v>
                      </c:pt>
                      <c:pt idx="24">
                        <c:v>0.12727156926107999</c:v>
                      </c:pt>
                      <c:pt idx="25">
                        <c:v>0.12614563856628139</c:v>
                      </c:pt>
                      <c:pt idx="26">
                        <c:v>0.12610810501572733</c:v>
                      </c:pt>
                      <c:pt idx="27">
                        <c:v>0.12522338352091514</c:v>
                      </c:pt>
                      <c:pt idx="28">
                        <c:v>0.12267007515930847</c:v>
                      </c:pt>
                      <c:pt idx="29">
                        <c:v>0.11996447099782967</c:v>
                      </c:pt>
                      <c:pt idx="30">
                        <c:v>0.12088204877112046</c:v>
                      </c:pt>
                      <c:pt idx="31">
                        <c:v>0.11877029802337009</c:v>
                      </c:pt>
                      <c:pt idx="32">
                        <c:v>0.11832396860889338</c:v>
                      </c:pt>
                      <c:pt idx="33">
                        <c:v>0.11630918428518332</c:v>
                      </c:pt>
                      <c:pt idx="34">
                        <c:v>0.11366308954573037</c:v>
                      </c:pt>
                      <c:pt idx="35">
                        <c:v>0.12122400125366653</c:v>
                      </c:pt>
                      <c:pt idx="36">
                        <c:v>0.11384966810280579</c:v>
                      </c:pt>
                      <c:pt idx="37">
                        <c:v>0.11484003910412097</c:v>
                      </c:pt>
                      <c:pt idx="38">
                        <c:v>0.1076379846959399</c:v>
                      </c:pt>
                      <c:pt idx="39">
                        <c:v>9.2477009974508806E-2</c:v>
                      </c:pt>
                      <c:pt idx="40">
                        <c:v>8.9729479074070223E-2</c:v>
                      </c:pt>
                      <c:pt idx="41">
                        <c:v>9.0512298889675089E-2</c:v>
                      </c:pt>
                      <c:pt idx="42">
                        <c:v>8.7886319108852431E-2</c:v>
                      </c:pt>
                      <c:pt idx="43">
                        <c:v>8.9595978555393141E-2</c:v>
                      </c:pt>
                      <c:pt idx="44">
                        <c:v>8.9873300024856842E-2</c:v>
                      </c:pt>
                      <c:pt idx="45">
                        <c:v>8.9640674991772362E-2</c:v>
                      </c:pt>
                      <c:pt idx="46">
                        <c:v>8.6838785492592108E-2</c:v>
                      </c:pt>
                      <c:pt idx="47">
                        <c:v>8.728560477104301E-2</c:v>
                      </c:pt>
                      <c:pt idx="48">
                        <c:v>8.5167409332787491E-2</c:v>
                      </c:pt>
                      <c:pt idx="49">
                        <c:v>8.6623634990804915E-2</c:v>
                      </c:pt>
                      <c:pt idx="50">
                        <c:v>9.1434203256796936E-2</c:v>
                      </c:pt>
                      <c:pt idx="51">
                        <c:v>8.9661325724430002E-2</c:v>
                      </c:pt>
                      <c:pt idx="52">
                        <c:v>9.9351940084348278E-2</c:v>
                      </c:pt>
                      <c:pt idx="53">
                        <c:v>0.10247898543981615</c:v>
                      </c:pt>
                      <c:pt idx="54">
                        <c:v>9.8619658152930348E-2</c:v>
                      </c:pt>
                      <c:pt idx="55">
                        <c:v>0.10433236118360249</c:v>
                      </c:pt>
                      <c:pt idx="56">
                        <c:v>0.10338871942906543</c:v>
                      </c:pt>
                      <c:pt idx="57">
                        <c:v>0.1042979274062945</c:v>
                      </c:pt>
                      <c:pt idx="58">
                        <c:v>0.10659055623812735</c:v>
                      </c:pt>
                      <c:pt idx="59">
                        <c:v>0.10814698293219273</c:v>
                      </c:pt>
                      <c:pt idx="60">
                        <c:v>0.10558056898794016</c:v>
                      </c:pt>
                      <c:pt idx="61">
                        <c:v>0.10835359131948696</c:v>
                      </c:pt>
                      <c:pt idx="62">
                        <c:v>0.10980382670605722</c:v>
                      </c:pt>
                      <c:pt idx="63">
                        <c:v>0.10871258570698225</c:v>
                      </c:pt>
                      <c:pt idx="64">
                        <c:v>0.10976372662254542</c:v>
                      </c:pt>
                      <c:pt idx="65">
                        <c:v>0.10737458081231371</c:v>
                      </c:pt>
                      <c:pt idx="66">
                        <c:v>0.10796388313058829</c:v>
                      </c:pt>
                      <c:pt idx="67">
                        <c:v>0.11085431547485868</c:v>
                      </c:pt>
                      <c:pt idx="68">
                        <c:v>0.1130572389325622</c:v>
                      </c:pt>
                      <c:pt idx="69">
                        <c:v>0.11045297131142956</c:v>
                      </c:pt>
                      <c:pt idx="70">
                        <c:v>0.11130946526709723</c:v>
                      </c:pt>
                      <c:pt idx="71">
                        <c:v>0.11417681390946915</c:v>
                      </c:pt>
                      <c:pt idx="72">
                        <c:v>0.11171131762973056</c:v>
                      </c:pt>
                      <c:pt idx="73">
                        <c:v>0.11322426643620277</c:v>
                      </c:pt>
                      <c:pt idx="74">
                        <c:v>0.10836559026026876</c:v>
                      </c:pt>
                      <c:pt idx="75">
                        <c:v>0.10779655316903866</c:v>
                      </c:pt>
                      <c:pt idx="76">
                        <c:v>0.10828082078205918</c:v>
                      </c:pt>
                      <c:pt idx="77">
                        <c:v>0.10751043105178809</c:v>
                      </c:pt>
                      <c:pt idx="78">
                        <c:v>0.10654054631265344</c:v>
                      </c:pt>
                      <c:pt idx="79">
                        <c:v>0.10522201377942117</c:v>
                      </c:pt>
                      <c:pt idx="80">
                        <c:v>0.10530377221228368</c:v>
                      </c:pt>
                      <c:pt idx="81">
                        <c:v>0.10352684052336589</c:v>
                      </c:pt>
                      <c:pt idx="82">
                        <c:v>0.10426498060019108</c:v>
                      </c:pt>
                      <c:pt idx="83">
                        <c:v>0.10335443486339789</c:v>
                      </c:pt>
                      <c:pt idx="84">
                        <c:v>0.10265201678669046</c:v>
                      </c:pt>
                      <c:pt idx="85">
                        <c:v>0.10201346914532496</c:v>
                      </c:pt>
                      <c:pt idx="86">
                        <c:v>0.10583831819504763</c:v>
                      </c:pt>
                      <c:pt idx="87">
                        <c:v>0.104303313492646</c:v>
                      </c:pt>
                      <c:pt idx="88">
                        <c:v>0.10259552107631366</c:v>
                      </c:pt>
                      <c:pt idx="89">
                        <c:v>9.5152238785415205E-2</c:v>
                      </c:pt>
                      <c:pt idx="90">
                        <c:v>9.5170151615499202E-2</c:v>
                      </c:pt>
                      <c:pt idx="91">
                        <c:v>9.5218411950030876E-2</c:v>
                      </c:pt>
                      <c:pt idx="92">
                        <c:v>9.3882672956832419E-2</c:v>
                      </c:pt>
                      <c:pt idx="93">
                        <c:v>9.51965436339475E-2</c:v>
                      </c:pt>
                      <c:pt idx="94">
                        <c:v>9.4095019408283562E-2</c:v>
                      </c:pt>
                      <c:pt idx="95">
                        <c:v>9.6760985357090115E-2</c:v>
                      </c:pt>
                      <c:pt idx="96">
                        <c:v>9.2245551543240989E-2</c:v>
                      </c:pt>
                      <c:pt idx="97">
                        <c:v>9.2596554095622244E-2</c:v>
                      </c:pt>
                      <c:pt idx="98">
                        <c:v>9.1488698584939826E-2</c:v>
                      </c:pt>
                      <c:pt idx="99">
                        <c:v>9.2482446664880133E-2</c:v>
                      </c:pt>
                      <c:pt idx="100">
                        <c:v>9.1888553947479357E-2</c:v>
                      </c:pt>
                      <c:pt idx="101">
                        <c:v>9.0935304680392598E-2</c:v>
                      </c:pt>
                      <c:pt idx="102">
                        <c:v>9.2220962084220315E-2</c:v>
                      </c:pt>
                      <c:pt idx="103">
                        <c:v>9.0292330164036955E-2</c:v>
                      </c:pt>
                      <c:pt idx="104">
                        <c:v>9.0900672346449107E-2</c:v>
                      </c:pt>
                      <c:pt idx="105">
                        <c:v>9.1874423566604038E-2</c:v>
                      </c:pt>
                      <c:pt idx="106">
                        <c:v>9.2277505179348795E-2</c:v>
                      </c:pt>
                      <c:pt idx="107">
                        <c:v>9.0724057622365864E-2</c:v>
                      </c:pt>
                      <c:pt idx="108">
                        <c:v>9.785675445698995E-2</c:v>
                      </c:pt>
                      <c:pt idx="109">
                        <c:v>9.5565986230764524E-2</c:v>
                      </c:pt>
                      <c:pt idx="110">
                        <c:v>9.5897178998981245E-2</c:v>
                      </c:pt>
                      <c:pt idx="111">
                        <c:v>9.4477257386209323E-2</c:v>
                      </c:pt>
                      <c:pt idx="112">
                        <c:v>9.4216101383334208E-2</c:v>
                      </c:pt>
                      <c:pt idx="113">
                        <c:v>9.3706786935663547E-2</c:v>
                      </c:pt>
                      <c:pt idx="114">
                        <c:v>9.1143175718122998E-2</c:v>
                      </c:pt>
                      <c:pt idx="115">
                        <c:v>9.0327603491112463E-2</c:v>
                      </c:pt>
                      <c:pt idx="116">
                        <c:v>8.8795374205801497E-2</c:v>
                      </c:pt>
                      <c:pt idx="117">
                        <c:v>8.7952895912358192E-2</c:v>
                      </c:pt>
                      <c:pt idx="118">
                        <c:v>8.8242192471304104E-2</c:v>
                      </c:pt>
                      <c:pt idx="119">
                        <c:v>8.8691096773675926E-2</c:v>
                      </c:pt>
                      <c:pt idx="120">
                        <c:v>8.7881344221324861E-2</c:v>
                      </c:pt>
                      <c:pt idx="121">
                        <c:v>8.643250297570533E-2</c:v>
                      </c:pt>
                      <c:pt idx="122">
                        <c:v>8.8675929725238106E-2</c:v>
                      </c:pt>
                      <c:pt idx="123">
                        <c:v>8.6219704400051528E-2</c:v>
                      </c:pt>
                      <c:pt idx="124">
                        <c:v>8.278949709902339E-2</c:v>
                      </c:pt>
                      <c:pt idx="125">
                        <c:v>8.1502820191288766E-2</c:v>
                      </c:pt>
                      <c:pt idx="126">
                        <c:v>8.2394770032246253E-2</c:v>
                      </c:pt>
                      <c:pt idx="127">
                        <c:v>8.1155369577724804E-2</c:v>
                      </c:pt>
                      <c:pt idx="128">
                        <c:v>8.3137187836269014E-2</c:v>
                      </c:pt>
                      <c:pt idx="129">
                        <c:v>8.2413797923178239E-2</c:v>
                      </c:pt>
                      <c:pt idx="130">
                        <c:v>8.5498569252455067E-2</c:v>
                      </c:pt>
                      <c:pt idx="131">
                        <c:v>8.3731596907611103E-2</c:v>
                      </c:pt>
                      <c:pt idx="132">
                        <c:v>8.4784728239779866E-2</c:v>
                      </c:pt>
                      <c:pt idx="133">
                        <c:v>8.3784962938365848E-2</c:v>
                      </c:pt>
                      <c:pt idx="134">
                        <c:v>8.3390341029719414E-2</c:v>
                      </c:pt>
                      <c:pt idx="135">
                        <c:v>8.2395079389884635E-2</c:v>
                      </c:pt>
                      <c:pt idx="136">
                        <c:v>8.387075923504686E-2</c:v>
                      </c:pt>
                      <c:pt idx="137">
                        <c:v>8.2863747180250899E-2</c:v>
                      </c:pt>
                      <c:pt idx="138">
                        <c:v>8.1421403169611384E-2</c:v>
                      </c:pt>
                      <c:pt idx="139">
                        <c:v>8.1932452506973341E-2</c:v>
                      </c:pt>
                      <c:pt idx="140">
                        <c:v>7.9525001829108571E-2</c:v>
                      </c:pt>
                      <c:pt idx="141">
                        <c:v>8.2912669051668719E-2</c:v>
                      </c:pt>
                      <c:pt idx="142">
                        <c:v>7.9357613294551765E-2</c:v>
                      </c:pt>
                      <c:pt idx="143">
                        <c:v>8.1605664060936237E-2</c:v>
                      </c:pt>
                      <c:pt idx="144">
                        <c:v>8.0909401992936142E-2</c:v>
                      </c:pt>
                      <c:pt idx="145">
                        <c:v>7.8147453017840152E-2</c:v>
                      </c:pt>
                      <c:pt idx="146">
                        <c:v>7.8482957441156728E-2</c:v>
                      </c:pt>
                      <c:pt idx="147">
                        <c:v>7.8912970795145976E-2</c:v>
                      </c:pt>
                      <c:pt idx="148">
                        <c:v>7.8443645001029599E-2</c:v>
                      </c:pt>
                      <c:pt idx="149">
                        <c:v>7.5468674015743267E-2</c:v>
                      </c:pt>
                      <c:pt idx="150">
                        <c:v>7.6329329138085947E-2</c:v>
                      </c:pt>
                      <c:pt idx="151">
                        <c:v>7.6206684651411227E-2</c:v>
                      </c:pt>
                      <c:pt idx="152">
                        <c:v>7.6010064691958548E-2</c:v>
                      </c:pt>
                      <c:pt idx="153">
                        <c:v>7.8350463474882726E-2</c:v>
                      </c:pt>
                      <c:pt idx="154">
                        <c:v>7.9246054405358271E-2</c:v>
                      </c:pt>
                      <c:pt idx="155">
                        <c:v>8.0273675511278675E-2</c:v>
                      </c:pt>
                      <c:pt idx="156">
                        <c:v>7.9498713248681879E-2</c:v>
                      </c:pt>
                      <c:pt idx="157">
                        <c:v>8.0005377634500482E-2</c:v>
                      </c:pt>
                      <c:pt idx="158">
                        <c:v>8.1237484869327317E-2</c:v>
                      </c:pt>
                      <c:pt idx="159">
                        <c:v>8.2428641314398143E-2</c:v>
                      </c:pt>
                      <c:pt idx="160">
                        <c:v>8.0125798245899632E-2</c:v>
                      </c:pt>
                      <c:pt idx="161">
                        <c:v>7.9881868616967069E-2</c:v>
                      </c:pt>
                      <c:pt idx="162">
                        <c:v>8.1399795627898258E-2</c:v>
                      </c:pt>
                      <c:pt idx="163">
                        <c:v>7.9796595377383109E-2</c:v>
                      </c:pt>
                      <c:pt idx="164">
                        <c:v>7.9159816957893897E-2</c:v>
                      </c:pt>
                      <c:pt idx="165">
                        <c:v>7.8122477064596782E-2</c:v>
                      </c:pt>
                      <c:pt idx="166">
                        <c:v>8.1017715092468093E-2</c:v>
                      </c:pt>
                      <c:pt idx="167">
                        <c:v>8.2443429350114311E-2</c:v>
                      </c:pt>
                      <c:pt idx="168">
                        <c:v>8.1683972773911609E-2</c:v>
                      </c:pt>
                      <c:pt idx="169">
                        <c:v>8.2015852987506146E-2</c:v>
                      </c:pt>
                      <c:pt idx="170">
                        <c:v>8.4142199654581487E-2</c:v>
                      </c:pt>
                      <c:pt idx="171">
                        <c:v>8.120351165204534E-2</c:v>
                      </c:pt>
                      <c:pt idx="172">
                        <c:v>8.2649851774738284E-2</c:v>
                      </c:pt>
                      <c:pt idx="173">
                        <c:v>8.2158315094461032E-2</c:v>
                      </c:pt>
                      <c:pt idx="174">
                        <c:v>7.8552260898724177E-2</c:v>
                      </c:pt>
                      <c:pt idx="175">
                        <c:v>7.7888239603006268E-2</c:v>
                      </c:pt>
                      <c:pt idx="176">
                        <c:v>7.7287214298047413E-2</c:v>
                      </c:pt>
                      <c:pt idx="177">
                        <c:v>7.7135847447737896E-2</c:v>
                      </c:pt>
                      <c:pt idx="178">
                        <c:v>7.4737809350918033E-2</c:v>
                      </c:pt>
                      <c:pt idx="179">
                        <c:v>7.5048021234166512E-2</c:v>
                      </c:pt>
                      <c:pt idx="180">
                        <c:v>7.4572374489801169E-2</c:v>
                      </c:pt>
                      <c:pt idx="181">
                        <c:v>7.4445597468320579E-2</c:v>
                      </c:pt>
                      <c:pt idx="182">
                        <c:v>7.4286073425666704E-2</c:v>
                      </c:pt>
                      <c:pt idx="183">
                        <c:v>7.2910713113346307E-2</c:v>
                      </c:pt>
                      <c:pt idx="184">
                        <c:v>7.2348217778640159E-2</c:v>
                      </c:pt>
                      <c:pt idx="185">
                        <c:v>7.3023416517311285E-2</c:v>
                      </c:pt>
                      <c:pt idx="186">
                        <c:v>7.2943191279523964E-2</c:v>
                      </c:pt>
                      <c:pt idx="187">
                        <c:v>7.1474828180583469E-2</c:v>
                      </c:pt>
                      <c:pt idx="188">
                        <c:v>7.1949478712057272E-2</c:v>
                      </c:pt>
                      <c:pt idx="189">
                        <c:v>7.1618181436763337E-2</c:v>
                      </c:pt>
                      <c:pt idx="190">
                        <c:v>7.0975299652842924E-2</c:v>
                      </c:pt>
                      <c:pt idx="191">
                        <c:v>7.1351634207278095E-2</c:v>
                      </c:pt>
                      <c:pt idx="192">
                        <c:v>7.2172934923240673E-2</c:v>
                      </c:pt>
                      <c:pt idx="193">
                        <c:v>7.2221235425718372E-2</c:v>
                      </c:pt>
                      <c:pt idx="194">
                        <c:v>7.1834072518946537E-2</c:v>
                      </c:pt>
                      <c:pt idx="195">
                        <c:v>7.1615480002790208E-2</c:v>
                      </c:pt>
                      <c:pt idx="196">
                        <c:v>7.1580764022587284E-2</c:v>
                      </c:pt>
                      <c:pt idx="197">
                        <c:v>7.1755781391400736E-2</c:v>
                      </c:pt>
                      <c:pt idx="198">
                        <c:v>7.2066522879633901E-2</c:v>
                      </c:pt>
                      <c:pt idx="199">
                        <c:v>7.1857005356170553E-2</c:v>
                      </c:pt>
                      <c:pt idx="200">
                        <c:v>7.1487285576178478E-2</c:v>
                      </c:pt>
                      <c:pt idx="201">
                        <c:v>7.2189346968303272E-2</c:v>
                      </c:pt>
                      <c:pt idx="202">
                        <c:v>7.3491646285636744E-2</c:v>
                      </c:pt>
                      <c:pt idx="203">
                        <c:v>7.2917437041924632E-2</c:v>
                      </c:pt>
                      <c:pt idx="204">
                        <c:v>7.2821189977123724E-2</c:v>
                      </c:pt>
                      <c:pt idx="205">
                        <c:v>7.3655653476660282E-2</c:v>
                      </c:pt>
                      <c:pt idx="206">
                        <c:v>7.405556887138813E-2</c:v>
                      </c:pt>
                      <c:pt idx="207">
                        <c:v>7.5563053262816385E-2</c:v>
                      </c:pt>
                      <c:pt idx="208">
                        <c:v>7.4082994182288808E-2</c:v>
                      </c:pt>
                      <c:pt idx="209">
                        <c:v>7.4031090510344622E-2</c:v>
                      </c:pt>
                      <c:pt idx="210">
                        <c:v>7.3316982941333625E-2</c:v>
                      </c:pt>
                      <c:pt idx="211">
                        <c:v>7.3999080017730728E-2</c:v>
                      </c:pt>
                      <c:pt idx="212">
                        <c:v>7.3673823584566978E-2</c:v>
                      </c:pt>
                      <c:pt idx="213">
                        <c:v>7.3867354272821664E-2</c:v>
                      </c:pt>
                      <c:pt idx="214">
                        <c:v>7.3429673883507865E-2</c:v>
                      </c:pt>
                      <c:pt idx="215">
                        <c:v>7.2958886024304406E-2</c:v>
                      </c:pt>
                      <c:pt idx="216">
                        <c:v>7.3836324302297543E-2</c:v>
                      </c:pt>
                      <c:pt idx="217">
                        <c:v>7.0637119421011377E-2</c:v>
                      </c:pt>
                      <c:pt idx="218">
                        <c:v>6.9926108832778319E-2</c:v>
                      </c:pt>
                      <c:pt idx="219">
                        <c:v>6.8858098431119646E-2</c:v>
                      </c:pt>
                      <c:pt idx="220">
                        <c:v>6.8926420334768895E-2</c:v>
                      </c:pt>
                      <c:pt idx="221">
                        <c:v>6.7959586773707031E-2</c:v>
                      </c:pt>
                      <c:pt idx="222">
                        <c:v>7.0318548436621345E-2</c:v>
                      </c:pt>
                      <c:pt idx="223">
                        <c:v>6.9326924273149237E-2</c:v>
                      </c:pt>
                      <c:pt idx="224">
                        <c:v>6.9306295121244588E-2</c:v>
                      </c:pt>
                      <c:pt idx="225">
                        <c:v>6.8865161128878846E-2</c:v>
                      </c:pt>
                      <c:pt idx="226">
                        <c:v>7.0438317406686532E-2</c:v>
                      </c:pt>
                      <c:pt idx="227">
                        <c:v>7.170859775377407E-2</c:v>
                      </c:pt>
                      <c:pt idx="228">
                        <c:v>7.1274138047774896E-2</c:v>
                      </c:pt>
                      <c:pt idx="229">
                        <c:v>7.211568790035558E-2</c:v>
                      </c:pt>
                      <c:pt idx="230">
                        <c:v>7.2927699657604816E-2</c:v>
                      </c:pt>
                      <c:pt idx="231">
                        <c:v>7.3267275332078691E-2</c:v>
                      </c:pt>
                      <c:pt idx="232">
                        <c:v>7.3394147880553512E-2</c:v>
                      </c:pt>
                      <c:pt idx="233">
                        <c:v>7.6434962856016544E-2</c:v>
                      </c:pt>
                      <c:pt idx="234">
                        <c:v>4.9212908044702922E-2</c:v>
                      </c:pt>
                      <c:pt idx="235">
                        <c:v>5.1203275830570563E-2</c:v>
                      </c:pt>
                      <c:pt idx="236">
                        <c:v>5.0858040650283459E-2</c:v>
                      </c:pt>
                      <c:pt idx="237">
                        <c:v>7.5265108197952096E-2</c:v>
                      </c:pt>
                      <c:pt idx="238">
                        <c:v>7.3476929725987614E-2</c:v>
                      </c:pt>
                      <c:pt idx="239">
                        <c:v>7.6213660764109126E-2</c:v>
                      </c:pt>
                      <c:pt idx="240">
                        <c:v>7.2772128302099462E-2</c:v>
                      </c:pt>
                      <c:pt idx="241">
                        <c:v>9.2460722897249659E-2</c:v>
                      </c:pt>
                      <c:pt idx="242">
                        <c:v>9.0091588129772512E-2</c:v>
                      </c:pt>
                      <c:pt idx="243">
                        <c:v>8.8711190105137061E-2</c:v>
                      </c:pt>
                      <c:pt idx="244">
                        <c:v>8.79483545914473E-2</c:v>
                      </c:pt>
                      <c:pt idx="245">
                        <c:v>8.1514698382906689E-2</c:v>
                      </c:pt>
                      <c:pt idx="246">
                        <c:v>8.4070034204725724E-2</c:v>
                      </c:pt>
                      <c:pt idx="247">
                        <c:v>8.3943748020023051E-2</c:v>
                      </c:pt>
                      <c:pt idx="248">
                        <c:v>8.181549800124556E-2</c:v>
                      </c:pt>
                      <c:pt idx="249">
                        <c:v>8.4124316563782622E-2</c:v>
                      </c:pt>
                      <c:pt idx="250">
                        <c:v>8.2671890158294806E-2</c:v>
                      </c:pt>
                      <c:pt idx="251">
                        <c:v>7.6338791824305877E-2</c:v>
                      </c:pt>
                      <c:pt idx="252">
                        <c:v>7.8281165131069946E-2</c:v>
                      </c:pt>
                      <c:pt idx="253">
                        <c:v>7.6361032046171007E-2</c:v>
                      </c:pt>
                      <c:pt idx="254">
                        <c:v>7.3911691216772601E-2</c:v>
                      </c:pt>
                      <c:pt idx="255">
                        <c:v>7.6776161504457874E-2</c:v>
                      </c:pt>
                      <c:pt idx="256">
                        <c:v>7.4458385697355883E-2</c:v>
                      </c:pt>
                      <c:pt idx="257">
                        <c:v>7.500761786622416E-2</c:v>
                      </c:pt>
                      <c:pt idx="258">
                        <c:v>7.5828350317912727E-2</c:v>
                      </c:pt>
                      <c:pt idx="259">
                        <c:v>7.5637736934110356E-2</c:v>
                      </c:pt>
                      <c:pt idx="260">
                        <c:v>7.6079862186745978E-2</c:v>
                      </c:pt>
                      <c:pt idx="261">
                        <c:v>7.4026936371222582E-2</c:v>
                      </c:pt>
                      <c:pt idx="262">
                        <c:v>7.3395370979216765E-2</c:v>
                      </c:pt>
                      <c:pt idx="263">
                        <c:v>7.3917638292754911E-2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D-F135-44DA-BC70-A4284546EFA5}"/>
                  </c:ext>
                </c:extLst>
              </c15:ser>
            </c15:filteredLineSeries>
          </c:ext>
        </c:extLst>
      </c:lineChart>
      <c:dateAx>
        <c:axId val="249223935"/>
        <c:scaling>
          <c:orientation val="minMax"/>
          <c:max val="45689"/>
          <c:min val="38384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none"/>
        <c:minorTickMark val="none"/>
        <c:tickLblPos val="nextTo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249226335"/>
        <c:crosses val="autoZero"/>
        <c:auto val="1"/>
        <c:lblOffset val="100"/>
        <c:baseTimeUnit val="months"/>
        <c:majorUnit val="24"/>
        <c:majorTimeUnit val="months"/>
      </c:dateAx>
      <c:valAx>
        <c:axId val="249226335"/>
        <c:scaling>
          <c:orientation val="minMax"/>
          <c:max val="0.2"/>
          <c:min val="5.000000000000001E-2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249223935"/>
        <c:crosses val="autoZero"/>
        <c:crossBetween val="between"/>
        <c:majorUnit val="3.0000000000000006E-2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970B95E0-BEEB-4DD1-9E62-490B1D401CBE}" type="datetimeFigureOut">
              <a:rPr lang="es-CO" smtClean="0"/>
              <a:t>11/03/2025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173163"/>
            <a:ext cx="5632450" cy="3168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710248" y="4518204"/>
            <a:ext cx="5681980" cy="3696712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A351BC46-74FD-48B5-A25A-BED9A3CC61A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67652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EDE7B4-1177-8B12-7421-1E097B71F4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AA302C3-4D2C-F2D0-08B1-057A362ED7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4A3AD4A-3829-354A-DA24-3BCCBAA14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11/03/2025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2FB66BA-6D5E-99B8-EFD9-D245F7762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EE0DE37-85D3-917E-CF1B-E3128F7BA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09238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3FF609-0BC1-6734-1386-A87154A24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D097543-B8E6-932A-0977-08D15E6C3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E3D9F70-48D3-0E59-077D-445C06F0C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11/03/2025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83320D-B26E-A16F-3C3F-E750E7D34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D5EC084-2EA4-BADD-8A47-BFA2898E8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403338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66BAA8-CD93-2121-DCE9-E7D469095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E7F0188-D1AF-03DB-69ED-372151698F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1B6D7D-078A-5795-1B9D-446F3223F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11/03/2025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2CE760E-C749-4BA3-E3A2-0E4152B12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982ED12-2CAC-A123-95C7-AE3434469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36596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F92F4E-9635-8E14-1F57-9903C3A00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A3E32E-2BCE-35CB-A6EF-93A6108E0E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A80F746-A486-526A-6769-1A50F3532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06D9092-C580-4291-A4E9-7BE00259C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11/03/2025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74088CA-BCE1-941C-1106-13C541EC3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B8198F7-7FB9-4CA8-11A9-EAA448A85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947189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CAABC8-CEBD-F018-6E8A-CA28CBC18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69037FA-34EA-1710-E61F-C21AE73987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6940C00-D6B9-94EE-2E36-316E9535DB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F313F7B-988D-DB9F-CF30-A20D8094F5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55AA9E8-3367-03C7-305A-2F801889A0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CC76B09-F790-65C3-52B8-948D2CE4B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11/03/2025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28E238A-DC0A-108B-C1BE-B70EFBEC2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BCDDAA7-B29F-092F-4222-23ACF06AC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46554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C420C3-E660-71F4-355B-DF4B5441B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10EB493-0A83-C268-78DC-0F37D5B1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11/03/2025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6A2CAF7-65EB-15C6-237F-52F337F5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AB788FC-2384-3285-8028-5FBD76822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3808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CE0D069-ADDE-5C61-E160-EADDD7078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11/03/2025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AEAFD67-35C8-D0A5-1C70-2F99A6261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D262AA3-14FC-344A-F5C5-D52D09B13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08237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1E0F95-CAC8-DF77-E4E6-87FD33612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18C58EB-955D-2C1E-C0CF-481710C325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A66C536-F7F8-A40F-DC34-29F4C7B0D1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AC5F1AA-42E9-7AF5-9E5C-DD312C47C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11/03/2025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7A5D3C9-F4D6-878F-4F19-E3075DB9D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E19D988-91B2-1818-3A9E-C53B65E46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82763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313263-2E5B-54B5-78CB-86F0463BE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36AA091-6787-2AAC-8C90-CCB3CCB7E0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281275E-133A-0891-23B7-628BF1F3E3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F5E5181-DD43-323D-09A5-47F14D58B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11/03/2025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37F7CA6-3BD4-752E-5B9C-7DEEC2EC3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24461DF-645C-CAD4-E642-11F342677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145069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E3CFAB-CEED-7652-9DF6-FBA276772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6BE15FF-ED81-E1D3-1487-E357D0E21E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959AE5D-65A8-5092-0216-6A4284C06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11/03/2025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A2835BD-48C2-5912-FC89-5B2CEC472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EF9ECD-546A-1A72-9A9E-846795A92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82342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40C4EE3-8FAF-B38D-A17B-63984ABF9F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07EEAF-FC1D-3A1B-FFF2-47C27AB491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1003979-D145-098D-E8DF-4D67B7F17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5CB60-D9A9-4070-85F8-B971D825C08D}" type="datetimeFigureOut">
              <a:rPr lang="es-CO" smtClean="0"/>
              <a:t>11/03/2025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045B01-677C-FD7A-4FFD-7FC5F0F54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0935612-B3BC-236D-463A-A89184573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66139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20 Rectángulo"/>
          <p:cNvSpPr/>
          <p:nvPr/>
        </p:nvSpPr>
        <p:spPr>
          <a:xfrm>
            <a:off x="1206500" y="2928938"/>
            <a:ext cx="9753600" cy="1998662"/>
          </a:xfrm>
          <a:prstGeom prst="rect">
            <a:avLst/>
          </a:prstGeom>
          <a:noFill/>
          <a:ln w="6350" cap="rnd" cmpd="sng" algn="ctr">
            <a:solidFill>
              <a:srgbClr val="002060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sp>
        <p:nvSpPr>
          <p:cNvPr id="5" name="32 Rectángulo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sp>
        <p:nvSpPr>
          <p:cNvPr id="6" name="21 Rectángulo"/>
          <p:cNvSpPr/>
          <p:nvPr/>
        </p:nvSpPr>
        <p:spPr>
          <a:xfrm>
            <a:off x="1206500" y="2928938"/>
            <a:ext cx="304800" cy="1998662"/>
          </a:xfrm>
          <a:prstGeom prst="rect">
            <a:avLst/>
          </a:prstGeom>
          <a:solidFill>
            <a:srgbClr val="002060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sp>
        <p:nvSpPr>
          <p:cNvPr id="7" name="31 Rectángulo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rgbClr val="002060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pic>
        <p:nvPicPr>
          <p:cNvPr id="10" name="10 Imagen" descr="logo [Converted]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14752" y="357188"/>
            <a:ext cx="4665133" cy="142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7 Título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9" name="8 Subtítulo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  <a:ln>
            <a:solidFill>
              <a:srgbClr val="002060"/>
            </a:solidFill>
          </a:ln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11" name="27 Marcador de fecha"/>
          <p:cNvSpPr>
            <a:spLocks noGrp="1"/>
          </p:cNvSpPr>
          <p:nvPr>
            <p:ph type="dt" sz="half" idx="10"/>
          </p:nvPr>
        </p:nvSpPr>
        <p:spPr>
          <a:xfrm>
            <a:off x="8534400" y="6354763"/>
            <a:ext cx="3048000" cy="366712"/>
          </a:xfrm>
        </p:spPr>
        <p:txBody>
          <a:bodyPr/>
          <a:lstStyle>
            <a:lvl1pPr>
              <a:defRPr sz="1400">
                <a:latin typeface="Cambria" pitchFamily="18" charset="0"/>
              </a:defRPr>
            </a:lvl1pPr>
          </a:lstStyle>
          <a:p>
            <a:fld id="{EA7E7A28-9CBE-488D-A044-360D4A5C61A4}" type="datetime1">
              <a:rPr lang="es-CO" smtClean="0"/>
              <a:pPr/>
              <a:t>11/03/2025</a:t>
            </a:fld>
            <a:endParaRPr lang="es-CO"/>
          </a:p>
        </p:txBody>
      </p:sp>
      <p:sp>
        <p:nvSpPr>
          <p:cNvPr id="12" name="16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3865033" y="6354763"/>
            <a:ext cx="4633384" cy="366712"/>
          </a:xfr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Cambria" pitchFamily="18" charset="0"/>
                <a:cs typeface="+mn-cs"/>
              </a:defRPr>
            </a:lvl1pPr>
          </a:lstStyle>
          <a:p>
            <a:endParaRPr lang="es-CO"/>
          </a:p>
        </p:txBody>
      </p:sp>
      <p:sp>
        <p:nvSpPr>
          <p:cNvPr id="13" name="28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1621367" y="6354763"/>
            <a:ext cx="1625600" cy="366712"/>
          </a:xfrm>
        </p:spPr>
        <p:txBody>
          <a:bodyPr/>
          <a:lstStyle>
            <a:lvl1pPr>
              <a:defRPr/>
            </a:lvl1pPr>
          </a:lstStyle>
          <a:p>
            <a:fld id="{951C5920-4BEF-4465-8DD1-3572E30EF6F4}" type="slidenum">
              <a:rPr lang="es-CO" smtClean="0"/>
              <a:pPr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926015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6 Imagen" descr="logo [Converted]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55302" y="0"/>
            <a:ext cx="1536700" cy="528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8" name="7 Marcador de contenido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9B6DAAB-7686-4777-BAD8-9FCB2EAA7BD9}" type="datetime1">
              <a:rPr lang="es-CO" smtClean="0"/>
              <a:pPr/>
              <a:t>11/03/2025</a:t>
            </a:fld>
            <a:endParaRPr lang="es-CO"/>
          </a:p>
        </p:txBody>
      </p:sp>
      <p:sp>
        <p:nvSpPr>
          <p:cNvPr id="6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cs typeface="+mn-cs"/>
              </a:defRPr>
            </a:lvl1pPr>
          </a:lstStyle>
          <a:p>
            <a:endParaRPr lang="es-CO"/>
          </a:p>
        </p:txBody>
      </p:sp>
      <p:sp>
        <p:nvSpPr>
          <p:cNvPr id="7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51C5920-4BEF-4465-8DD1-3572E30EF6F4}" type="slidenum">
              <a:rPr lang="es-CO" smtClean="0"/>
              <a:pPr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21318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6 Imagen" descr="logo [Converted]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55302" y="0"/>
            <a:ext cx="1536700" cy="528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39349" y="188640"/>
            <a:ext cx="10369152" cy="620688"/>
          </a:xfrm>
        </p:spPr>
        <p:txBody>
          <a:bodyPr/>
          <a:lstStyle>
            <a:lvl1pPr>
              <a:defRPr sz="2800" b="1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4042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6 Imagen" descr="logo [Converted]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55302" y="0"/>
            <a:ext cx="1536700" cy="528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8" name="7 Marcador de contenido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48D5190-5B6A-42EA-B544-E5C36AF2B686}" type="datetime1">
              <a:rPr lang="es-CO" smtClean="0"/>
              <a:pPr/>
              <a:t>11/03/2025</a:t>
            </a:fld>
            <a:endParaRPr lang="es-CO"/>
          </a:p>
        </p:txBody>
      </p:sp>
      <p:sp>
        <p:nvSpPr>
          <p:cNvPr id="6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cs typeface="+mn-cs"/>
              </a:defRPr>
            </a:lvl1pPr>
          </a:lstStyle>
          <a:p>
            <a:endParaRPr lang="es-CO"/>
          </a:p>
        </p:txBody>
      </p:sp>
      <p:sp>
        <p:nvSpPr>
          <p:cNvPr id="7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51C5920-4BEF-4465-8DD1-3572E30EF6F4}" type="slidenum">
              <a:rPr lang="es-CO" smtClean="0"/>
              <a:pPr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875226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6 Rectángulo"/>
          <p:cNvSpPr/>
          <p:nvPr/>
        </p:nvSpPr>
        <p:spPr>
          <a:xfrm>
            <a:off x="1219200" y="2819403"/>
            <a:ext cx="97536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sp>
        <p:nvSpPr>
          <p:cNvPr id="5" name="7 Rectángulo"/>
          <p:cNvSpPr/>
          <p:nvPr/>
        </p:nvSpPr>
        <p:spPr>
          <a:xfrm>
            <a:off x="1219200" y="2819403"/>
            <a:ext cx="3048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/>
          <a:lstStyle>
            <a:lvl1pPr algn="r">
              <a:buNone/>
              <a:defRPr sz="3200" b="0" cap="none" baseline="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3 Marcador de fecha"/>
          <p:cNvSpPr>
            <a:spLocks noGrp="1"/>
          </p:cNvSpPr>
          <p:nvPr>
            <p:ph type="dt" sz="half" idx="10"/>
          </p:nvPr>
        </p:nvSpPr>
        <p:spPr>
          <a:xfrm>
            <a:off x="8534400" y="6354763"/>
            <a:ext cx="3048000" cy="366712"/>
          </a:xfrm>
        </p:spPr>
        <p:txBody>
          <a:bodyPr/>
          <a:lstStyle>
            <a:lvl1pPr>
              <a:defRPr>
                <a:solidFill>
                  <a:srgbClr val="DDE9EC"/>
                </a:solidFill>
              </a:defRPr>
            </a:lvl1pPr>
          </a:lstStyle>
          <a:p>
            <a:fld id="{F672D3A7-00E7-4FE2-9DB9-CFD1BCE0E375}" type="datetime1">
              <a:rPr lang="es-CO" smtClean="0"/>
              <a:pPr/>
              <a:t>11/03/2025</a:t>
            </a:fld>
            <a:endParaRPr lang="es-CO"/>
          </a:p>
        </p:txBody>
      </p:sp>
      <p:sp>
        <p:nvSpPr>
          <p:cNvPr id="7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3865033" y="6354763"/>
            <a:ext cx="4633384" cy="366712"/>
          </a:xfr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DDE9EC"/>
                </a:solidFill>
                <a:cs typeface="+mn-cs"/>
              </a:defRPr>
            </a:lvl1pPr>
          </a:lstStyle>
          <a:p>
            <a:endParaRPr lang="es-CO"/>
          </a:p>
        </p:txBody>
      </p:sp>
      <p:sp>
        <p:nvSpPr>
          <p:cNvPr id="8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1426635" y="6354763"/>
            <a:ext cx="2027767" cy="366712"/>
          </a:xfrm>
        </p:spPr>
        <p:txBody>
          <a:bodyPr/>
          <a:lstStyle>
            <a:lvl1pPr>
              <a:defRPr>
                <a:solidFill>
                  <a:srgbClr val="DDE9EC"/>
                </a:solidFill>
              </a:defRPr>
            </a:lvl1pPr>
          </a:lstStyle>
          <a:p>
            <a:fld id="{951C5920-4BEF-4465-8DD1-3572E30EF6F4}" type="slidenum">
              <a:rPr lang="es-CO" smtClean="0"/>
              <a:pPr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434316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10 Imagen" descr="logo [Converted]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55302" y="0"/>
            <a:ext cx="1536700" cy="528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3"/>
          </p:nvPr>
        </p:nvSpPr>
        <p:spPr>
          <a:xfrm>
            <a:off x="6197602" y="1295400"/>
            <a:ext cx="5389033" cy="685800"/>
          </a:xfrm>
          <a:noFill/>
          <a:ln>
            <a:noFill/>
          </a:ln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11" name="10 Marcador de contenido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13" name="12 Marcador de contenido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8" name="1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AAE76AE7-AAFB-4ABC-BA6C-6F4DD6FB796F}" type="datetime1">
              <a:rPr lang="es-CO" smtClean="0"/>
              <a:pPr/>
              <a:t>11/03/2025</a:t>
            </a:fld>
            <a:endParaRPr lang="es-CO"/>
          </a:p>
        </p:txBody>
      </p:sp>
      <p:sp>
        <p:nvSpPr>
          <p:cNvPr id="9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cs typeface="+mn-cs"/>
              </a:defRPr>
            </a:lvl1pPr>
          </a:lstStyle>
          <a:p>
            <a:endParaRPr lang="es-CO"/>
          </a:p>
        </p:txBody>
      </p:sp>
      <p:sp>
        <p:nvSpPr>
          <p:cNvPr id="10" name="22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51C5920-4BEF-4465-8DD1-3572E30EF6F4}" type="slidenum">
              <a:rPr lang="es-CO" smtClean="0"/>
              <a:pPr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9266036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5 Triángulo isósceles"/>
          <p:cNvSpPr>
            <a:spLocks noChangeAspect="1"/>
          </p:cNvSpPr>
          <p:nvPr/>
        </p:nvSpPr>
        <p:spPr>
          <a:xfrm rot="5400000">
            <a:off x="590550" y="6447368"/>
            <a:ext cx="190500" cy="160867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pic>
        <p:nvPicPr>
          <p:cNvPr id="4" name="11 Imagen" descr="logo [Converted]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55302" y="0"/>
            <a:ext cx="1536700" cy="528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5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B1D5D7A-95B4-43EE-916D-9D11F2E5C2C7}" type="datetime1">
              <a:rPr lang="es-CO" smtClean="0"/>
              <a:pPr/>
              <a:t>11/03/2025</a:t>
            </a:fld>
            <a:endParaRPr lang="es-CO"/>
          </a:p>
        </p:txBody>
      </p:sp>
      <p:sp>
        <p:nvSpPr>
          <p:cNvPr id="6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cs typeface="+mn-cs"/>
              </a:defRPr>
            </a:lvl1pPr>
          </a:lstStyle>
          <a:p>
            <a:endParaRPr lang="es-CO"/>
          </a:p>
        </p:txBody>
      </p:sp>
      <p:sp>
        <p:nvSpPr>
          <p:cNvPr id="7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51C5920-4BEF-4465-8DD1-3572E30EF6F4}" type="slidenum">
              <a:rPr lang="es-CO" smtClean="0"/>
              <a:pPr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748990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7 Conector recto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  <a:latin typeface="+mn-lt"/>
              <a:cs typeface="Arial" charset="0"/>
            </a:endParaRPr>
          </a:p>
        </p:txBody>
      </p:sp>
      <p:sp>
        <p:nvSpPr>
          <p:cNvPr id="6" name="8 Triángulo isósceles"/>
          <p:cNvSpPr>
            <a:spLocks noChangeAspect="1"/>
          </p:cNvSpPr>
          <p:nvPr/>
        </p:nvSpPr>
        <p:spPr>
          <a:xfrm rot="5400000">
            <a:off x="590550" y="6447368"/>
            <a:ext cx="190500" cy="160867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sp>
        <p:nvSpPr>
          <p:cNvPr id="7" name="9 Rectángulo"/>
          <p:cNvSpPr/>
          <p:nvPr/>
        </p:nvSpPr>
        <p:spPr>
          <a:xfrm>
            <a:off x="609602" y="500063"/>
            <a:ext cx="243417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pPr lvl="0"/>
            <a:r>
              <a:rPr lang="es-ES" noProof="0"/>
              <a:t>Haga clic en el icono para agregar una imagen</a:t>
            </a:r>
            <a:endParaRPr lang="en-US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8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DDE9EC"/>
                </a:solidFill>
              </a:defRPr>
            </a:lvl1pPr>
          </a:lstStyle>
          <a:p>
            <a:fld id="{6640AA76-5206-48CF-BC1A-B391B74D03DD}" type="datetime1">
              <a:rPr lang="es-CO" smtClean="0"/>
              <a:pPr/>
              <a:t>11/03/2025</a:t>
            </a:fld>
            <a:endParaRPr lang="es-CO"/>
          </a:p>
        </p:txBody>
      </p:sp>
      <p:sp>
        <p:nvSpPr>
          <p:cNvPr id="9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DDE9EC"/>
                </a:solidFill>
                <a:cs typeface="+mn-cs"/>
              </a:defRPr>
            </a:lvl1pPr>
          </a:lstStyle>
          <a:p>
            <a:endParaRPr lang="es-CO"/>
          </a:p>
        </p:txBody>
      </p:sp>
      <p:sp>
        <p:nvSpPr>
          <p:cNvPr id="10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DDE9EC"/>
                </a:solidFill>
              </a:defRPr>
            </a:lvl1pPr>
          </a:lstStyle>
          <a:p>
            <a:fld id="{951C5920-4BEF-4465-8DD1-3572E30EF6F4}" type="slidenum">
              <a:rPr lang="es-CO" smtClean="0"/>
              <a:pPr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16597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10 Imagen" descr="logo [Converted]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55302" y="0"/>
            <a:ext cx="1536700" cy="528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1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1208895-4142-4A9C-956F-2F013C2FEFF8}" type="datetime1">
              <a:rPr lang="es-CO" smtClean="0"/>
              <a:pPr/>
              <a:t>11/03/2025</a:t>
            </a:fld>
            <a:endParaRPr lang="es-CO"/>
          </a:p>
        </p:txBody>
      </p:sp>
      <p:sp>
        <p:nvSpPr>
          <p:cNvPr id="6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cs typeface="+mn-cs"/>
              </a:defRPr>
            </a:lvl1pPr>
          </a:lstStyle>
          <a:p>
            <a:endParaRPr lang="es-CO"/>
          </a:p>
        </p:txBody>
      </p:sp>
      <p:sp>
        <p:nvSpPr>
          <p:cNvPr id="7" name="22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51C5920-4BEF-4465-8DD1-3572E30EF6F4}" type="slidenum">
              <a:rPr lang="es-CO" smtClean="0"/>
              <a:pPr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438556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6 Conector recto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black"/>
              </a:solidFill>
              <a:latin typeface="+mn-lt"/>
              <a:cs typeface="Arial" charset="0"/>
            </a:endParaRPr>
          </a:p>
        </p:txBody>
      </p:sp>
      <p:sp>
        <p:nvSpPr>
          <p:cNvPr id="5" name="7 Triángulo isósceles"/>
          <p:cNvSpPr>
            <a:spLocks noChangeAspect="1"/>
          </p:cNvSpPr>
          <p:nvPr/>
        </p:nvSpPr>
        <p:spPr>
          <a:xfrm rot="5400000">
            <a:off x="590550" y="6447368"/>
            <a:ext cx="190500" cy="160867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sp>
        <p:nvSpPr>
          <p:cNvPr id="6" name="8 Conector recto"/>
          <p:cNvSpPr>
            <a:spLocks noChangeShapeType="1"/>
          </p:cNvSpPr>
          <p:nvPr/>
        </p:nvSpPr>
        <p:spPr bwMode="auto">
          <a:xfrm rot="5400000">
            <a:off x="5816072" y="3201988"/>
            <a:ext cx="5851525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black"/>
              </a:solidFill>
              <a:latin typeface="+mn-lt"/>
              <a:cs typeface="Arial" charset="0"/>
            </a:endParaRPr>
          </a:p>
        </p:txBody>
      </p:sp>
      <p:pic>
        <p:nvPicPr>
          <p:cNvPr id="7" name="14 Imagen" descr="logo [Converted]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55302" y="0"/>
            <a:ext cx="1536700" cy="528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8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C65B9C9-021C-4702-B1EB-2CD8E589DDD1}" type="datetime1">
              <a:rPr lang="es-CO" smtClean="0"/>
              <a:pPr/>
              <a:t>11/03/2025</a:t>
            </a:fld>
            <a:endParaRPr lang="es-CO"/>
          </a:p>
        </p:txBody>
      </p:sp>
      <p:sp>
        <p:nvSpPr>
          <p:cNvPr id="9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cs typeface="+mn-cs"/>
              </a:defRPr>
            </a:lvl1pPr>
          </a:lstStyle>
          <a:p>
            <a:endParaRPr lang="es-CO"/>
          </a:p>
        </p:txBody>
      </p:sp>
      <p:sp>
        <p:nvSpPr>
          <p:cNvPr id="10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51C5920-4BEF-4465-8DD1-3572E30EF6F4}" type="slidenum">
              <a:rPr lang="es-CO" smtClean="0"/>
              <a:pPr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0241423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7 Imagen" descr="logo [Converted]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0" y="1928813"/>
            <a:ext cx="4665133" cy="142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Content Placeholder 2"/>
          <p:cNvSpPr>
            <a:spLocks noGrp="1"/>
          </p:cNvSpPr>
          <p:nvPr>
            <p:ph idx="1"/>
          </p:nvPr>
        </p:nvSpPr>
        <p:spPr>
          <a:xfrm>
            <a:off x="609601" y="1928805"/>
            <a:ext cx="6438907" cy="4197361"/>
          </a:xfrm>
        </p:spPr>
        <p:txBody>
          <a:bodyPr/>
          <a:lstStyle>
            <a:lvl1pPr>
              <a:buClr>
                <a:schemeClr val="tx2">
                  <a:lumMod val="75000"/>
                </a:schemeClr>
              </a:buClr>
              <a:buFont typeface="Wingdings" pitchFamily="2" charset="2"/>
              <a:buChar char="§"/>
              <a:defRPr>
                <a:latin typeface="Arial" pitchFamily="34" charset="0"/>
                <a:cs typeface="Arial" pitchFamily="34" charset="0"/>
              </a:defRPr>
            </a:lvl1pPr>
            <a:lvl2pPr>
              <a:buClr>
                <a:schemeClr val="tx2">
                  <a:lumMod val="75000"/>
                </a:schemeClr>
              </a:buClr>
              <a:buFont typeface="Wingdings" pitchFamily="2" charset="2"/>
              <a:buChar char="§"/>
              <a:defRPr>
                <a:latin typeface="Arial" pitchFamily="34" charset="0"/>
                <a:cs typeface="Arial" pitchFamily="34" charset="0"/>
              </a:defRPr>
            </a:lvl2pPr>
            <a:lvl3pPr>
              <a:buClr>
                <a:schemeClr val="tx2">
                  <a:lumMod val="75000"/>
                </a:schemeClr>
              </a:buClr>
              <a:buFont typeface="Wingdings" pitchFamily="2" charset="2"/>
              <a:buChar char="§"/>
              <a:defRPr>
                <a:latin typeface="Arial" pitchFamily="34" charset="0"/>
                <a:cs typeface="Arial" pitchFamily="34" charset="0"/>
              </a:defRPr>
            </a:lvl3pPr>
            <a:lvl4pPr>
              <a:buClr>
                <a:schemeClr val="tx2">
                  <a:lumMod val="75000"/>
                </a:schemeClr>
              </a:buClr>
              <a:buFont typeface="Wingdings" pitchFamily="2" charset="2"/>
              <a:buChar char="§"/>
              <a:defRPr>
                <a:latin typeface="Arial" pitchFamily="34" charset="0"/>
                <a:cs typeface="Arial" pitchFamily="34" charset="0"/>
              </a:defRPr>
            </a:lvl4pPr>
            <a:lvl5pPr>
              <a:buClr>
                <a:schemeClr val="tx2">
                  <a:lumMod val="75000"/>
                </a:schemeClr>
              </a:buClr>
              <a:buFont typeface="Wingdings" pitchFamily="2" charset="2"/>
              <a:buChar char="§"/>
              <a:defRPr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21990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39349" y="188640"/>
            <a:ext cx="10369152" cy="620688"/>
          </a:xfrm>
        </p:spPr>
        <p:txBody>
          <a:bodyPr/>
          <a:lstStyle>
            <a:lvl1pPr>
              <a:defRPr sz="2800" b="1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875026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39349" y="188640"/>
            <a:ext cx="10369152" cy="620688"/>
          </a:xfrm>
        </p:spPr>
        <p:txBody>
          <a:bodyPr/>
          <a:lstStyle>
            <a:lvl1pPr>
              <a:defRPr sz="2800" b="1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719437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871854B-D013-8220-051B-0EC14606E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B497E48-B49B-12F7-3D1F-0DC77F8127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836B671-959B-7791-CB83-FAF8024E0F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25CB60-D9A9-4070-85F8-B971D825C08D}" type="datetimeFigureOut">
              <a:rPr lang="es-CO" smtClean="0"/>
              <a:t>11/03/2025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6E00F2-3476-04F9-1941-3C623B129D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B0C646D-D95B-2E56-88C3-6065EB3917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2065FE-0BF0-4E5F-8A32-B97A4545014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66521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21 Marcador de título"/>
          <p:cNvSpPr>
            <a:spLocks noGrp="1"/>
          </p:cNvSpPr>
          <p:nvPr>
            <p:ph type="title"/>
          </p:nvPr>
        </p:nvSpPr>
        <p:spPr bwMode="auto">
          <a:xfrm>
            <a:off x="609600" y="152400"/>
            <a:ext cx="109728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7171" name="12 Marcador de texto"/>
          <p:cNvSpPr>
            <a:spLocks noGrp="1"/>
          </p:cNvSpPr>
          <p:nvPr>
            <p:ph type="body" idx="1"/>
          </p:nvPr>
        </p:nvSpPr>
        <p:spPr bwMode="auto">
          <a:xfrm>
            <a:off x="609600" y="1219200"/>
            <a:ext cx="10972800" cy="4910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14" name="13 Marcador de fecha"/>
          <p:cNvSpPr>
            <a:spLocks noGrp="1"/>
          </p:cNvSpPr>
          <p:nvPr>
            <p:ph type="dt" sz="half" idx="2"/>
          </p:nvPr>
        </p:nvSpPr>
        <p:spPr>
          <a:xfrm>
            <a:off x="8534402" y="6356353"/>
            <a:ext cx="3052233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>
                <a:solidFill>
                  <a:srgbClr val="464653"/>
                </a:solidFill>
                <a:latin typeface="Cambria" pitchFamily="18" charset="0"/>
                <a:cs typeface="+mn-cs"/>
              </a:defRPr>
            </a:lvl1pPr>
          </a:lstStyle>
          <a:p>
            <a:fld id="{21E0B505-AEE0-4625-8B8E-4D7C26659098}" type="datetime1">
              <a:rPr lang="es-CO" smtClean="0"/>
              <a:pPr/>
              <a:t>11/03/2025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865033" y="6356353"/>
            <a:ext cx="4673600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solidFill>
                  <a:srgbClr val="464653"/>
                </a:solidFill>
                <a:latin typeface="Cambria" pitchFamily="18" charset="0"/>
                <a:cs typeface="Arial" charset="0"/>
              </a:defRPr>
            </a:lvl1pPr>
          </a:lstStyle>
          <a:p>
            <a:endParaRPr lang="es-CO"/>
          </a:p>
        </p:txBody>
      </p:sp>
      <p:sp>
        <p:nvSpPr>
          <p:cNvPr id="23" name="22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817033" y="6356353"/>
            <a:ext cx="2641600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>
                <a:solidFill>
                  <a:srgbClr val="464653"/>
                </a:solidFill>
                <a:latin typeface="Cambria" pitchFamily="18" charset="0"/>
                <a:cs typeface="+mn-cs"/>
              </a:defRPr>
            </a:lvl1pPr>
          </a:lstStyle>
          <a:p>
            <a:fld id="{951C5920-4BEF-4465-8DD1-3572E30EF6F4}" type="slidenum">
              <a:rPr lang="es-CO" smtClean="0"/>
              <a:pPr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893858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rgbClr val="0D0D0D"/>
          </a:solidFill>
          <a:latin typeface="Cambria" pitchFamily="18" charset="0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0D0D0D"/>
          </a:solidFill>
          <a:latin typeface="Cambria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0D0D0D"/>
          </a:solidFill>
          <a:latin typeface="Cambria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0D0D0D"/>
          </a:solidFill>
          <a:latin typeface="Cambria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0D0D0D"/>
          </a:solidFill>
          <a:latin typeface="Cambria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0D0D0D"/>
          </a:solidFill>
          <a:latin typeface="Cambria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0D0D0D"/>
          </a:solidFill>
          <a:latin typeface="Cambria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0D0D0D"/>
          </a:solidFill>
          <a:latin typeface="Cambria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0D0D0D"/>
          </a:solidFill>
          <a:latin typeface="Cambria" pitchFamily="18" charset="0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itchFamily="18" charset="2"/>
        <a:buChar char=""/>
        <a:defRPr sz="2600" kern="1200">
          <a:solidFill>
            <a:schemeClr val="tx1"/>
          </a:solidFill>
          <a:latin typeface="Cambria" pitchFamily="18" charset="0"/>
          <a:ea typeface="+mn-ea"/>
          <a:cs typeface="+mn-cs"/>
        </a:defRPr>
      </a:lvl1pPr>
      <a:lvl2pPr marL="547688" indent="-273050" algn="l" rtl="0" eaLnBrk="0" fontAlgn="base" hangingPunct="0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itchFamily="18" charset="2"/>
        <a:buChar char=""/>
        <a:defRPr sz="2300" kern="1200">
          <a:solidFill>
            <a:schemeClr val="tx2"/>
          </a:solidFill>
          <a:latin typeface="Cambria" pitchFamily="18" charset="0"/>
          <a:ea typeface="+mn-ea"/>
          <a:cs typeface="+mn-cs"/>
        </a:defRPr>
      </a:lvl2pPr>
      <a:lvl3pPr marL="822325" indent="-228600" algn="l" rtl="0" eaLnBrk="0" fontAlgn="base" hangingPunct="0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itchFamily="18" charset="2"/>
        <a:buChar char=""/>
        <a:defRPr sz="2000" kern="1200">
          <a:solidFill>
            <a:schemeClr val="tx1"/>
          </a:solidFill>
          <a:latin typeface="Cambria" pitchFamily="18" charset="0"/>
          <a:ea typeface="+mn-ea"/>
          <a:cs typeface="+mn-cs"/>
        </a:defRPr>
      </a:lvl3pPr>
      <a:lvl4pPr marL="1096963" indent="-228600" algn="l" rtl="0" eaLnBrk="0" fontAlgn="base" hangingPunct="0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itchFamily="2" charset="2"/>
        <a:buChar char=""/>
        <a:defRPr sz="2000" kern="1200">
          <a:solidFill>
            <a:schemeClr val="tx1"/>
          </a:solidFill>
          <a:latin typeface="Cambria" pitchFamily="18" charset="0"/>
          <a:ea typeface="+mn-ea"/>
          <a:cs typeface="+mn-cs"/>
        </a:defRPr>
      </a:lvl4pPr>
      <a:lvl5pPr marL="1371600" indent="-228600" algn="l" rtl="0" eaLnBrk="0" fontAlgn="base" hangingPunct="0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"/>
        <a:defRPr sz="1600" kern="1200">
          <a:solidFill>
            <a:schemeClr val="tx1"/>
          </a:solidFill>
          <a:latin typeface="Cambria" pitchFamily="18" charset="0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29789-4E7F-AB49-1DF9-270E5B38B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93;p2">
            <a:extLst>
              <a:ext uri="{FF2B5EF4-FFF2-40B4-BE49-F238E27FC236}">
                <a16:creationId xmlns:a16="http://schemas.microsoft.com/office/drawing/2014/main" id="{7CCB5059-544F-5D7B-7A11-307088BDA813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5" name="Google Shape;94;p2">
              <a:extLst>
                <a:ext uri="{FF2B5EF4-FFF2-40B4-BE49-F238E27FC236}">
                  <a16:creationId xmlns:a16="http://schemas.microsoft.com/office/drawing/2014/main" id="{7A78AA25-AD03-DB83-8BF5-2BF836903528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6" name="Google Shape;95;p2">
              <a:extLst>
                <a:ext uri="{FF2B5EF4-FFF2-40B4-BE49-F238E27FC236}">
                  <a16:creationId xmlns:a16="http://schemas.microsoft.com/office/drawing/2014/main" id="{D6A9A964-6F74-4979-340B-74B3F06A15AA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" name="Google Shape;101;p2">
            <a:extLst>
              <a:ext uri="{FF2B5EF4-FFF2-40B4-BE49-F238E27FC236}">
                <a16:creationId xmlns:a16="http://schemas.microsoft.com/office/drawing/2014/main" id="{8E0F162C-D01E-A0FE-7AC1-580D2DCB043E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marL="0" marR="0" lvl="0" indent="0" algn="l" defTabSz="609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7FD265-0909-B9D6-5F73-FFAC69D946EC}"/>
              </a:ext>
            </a:extLst>
          </p:cNvPr>
          <p:cNvSpPr txBox="1"/>
          <p:nvPr/>
        </p:nvSpPr>
        <p:spPr>
          <a:xfrm>
            <a:off x="831760" y="-4029"/>
            <a:ext cx="1136024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TES y spread EMBI Colombia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Serie diaria - Porcentaje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EA9597E-CE6C-74FF-9E65-E9D897BB3420}"/>
              </a:ext>
            </a:extLst>
          </p:cNvPr>
          <p:cNvSpPr txBox="1"/>
          <p:nvPr/>
        </p:nvSpPr>
        <p:spPr>
          <a:xfrm>
            <a:off x="831760" y="6489210"/>
            <a:ext cx="10300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 Banco de la República y Banco Central de la República Dominicana – Cálculos Camacol</a:t>
            </a:r>
          </a:p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9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Nota: </a:t>
            </a:r>
            <a:r>
              <a:rPr lang="es-MX" sz="9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EMBI* es la diferencia entre las tasas que pagan los bonos denominados en dólares, emitidos por países subdesarrollados, los Bonos del Tesoro. Información con corte al 10 de marzo de 2025.</a:t>
            </a:r>
            <a:endParaRPr kumimoji="0" lang="es-CO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graphicFrame>
        <p:nvGraphicFramePr>
          <p:cNvPr id="4" name="Gráfico 3">
            <a:extLst>
              <a:ext uri="{FF2B5EF4-FFF2-40B4-BE49-F238E27FC236}">
                <a16:creationId xmlns:a16="http://schemas.microsoft.com/office/drawing/2014/main" id="{41B540BD-F7F0-D05D-6F70-16B3CA6949F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39802857"/>
              </p:ext>
            </p:extLst>
          </p:nvPr>
        </p:nvGraphicFramePr>
        <p:xfrm>
          <a:off x="822960" y="611524"/>
          <a:ext cx="7874000" cy="51635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F884FD3D-0979-27CA-EF3A-DC9E47045AB5}"/>
              </a:ext>
            </a:extLst>
          </p:cNvPr>
          <p:cNvSpPr txBox="1"/>
          <p:nvPr/>
        </p:nvSpPr>
        <p:spPr>
          <a:xfrm>
            <a:off x="1077000" y="5775028"/>
            <a:ext cx="10620185" cy="73866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Las condiciones de financiamiento han mejorado desde finales de 2022, sin embargo, </a:t>
            </a:r>
            <a:r>
              <a:rPr kumimoji="0" lang="es-MX" sz="2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las tasas de los TES a 10 años han</a:t>
            </a:r>
            <a:r>
              <a:rPr kumimoji="0" lang="es-ES" sz="2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 presentado una tendencia creciente en el último año.</a:t>
            </a:r>
            <a:endParaRPr kumimoji="0" lang="es-CO" sz="2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A93F0914-A15E-996D-A2BD-454B455D316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48072887"/>
              </p:ext>
            </p:extLst>
          </p:nvPr>
        </p:nvGraphicFramePr>
        <p:xfrm>
          <a:off x="8768080" y="611524"/>
          <a:ext cx="3337600" cy="51635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D38E30DB-EFA5-3056-FF13-19CD5DF6073C}"/>
              </a:ext>
            </a:extLst>
          </p:cNvPr>
          <p:cNvCxnSpPr>
            <a:cxnSpLocks/>
          </p:cNvCxnSpPr>
          <p:nvPr/>
        </p:nvCxnSpPr>
        <p:spPr>
          <a:xfrm flipV="1">
            <a:off x="9519920" y="1371600"/>
            <a:ext cx="2177265" cy="1499194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5A5E06AF-ECA0-D23E-41E9-3BF7A7FD9DC3}"/>
              </a:ext>
            </a:extLst>
          </p:cNvPr>
          <p:cNvCxnSpPr>
            <a:cxnSpLocks/>
          </p:cNvCxnSpPr>
          <p:nvPr/>
        </p:nvCxnSpPr>
        <p:spPr>
          <a:xfrm flipV="1">
            <a:off x="9436623" y="2628445"/>
            <a:ext cx="2262578" cy="1387832"/>
          </a:xfrm>
          <a:prstGeom prst="line">
            <a:avLst/>
          </a:prstGeom>
          <a:ln w="127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9046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29789-4E7F-AB49-1DF9-270E5B38B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93;p2">
            <a:extLst>
              <a:ext uri="{FF2B5EF4-FFF2-40B4-BE49-F238E27FC236}">
                <a16:creationId xmlns:a16="http://schemas.microsoft.com/office/drawing/2014/main" id="{7CCB5059-544F-5D7B-7A11-307088BDA813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5" name="Google Shape;94;p2">
              <a:extLst>
                <a:ext uri="{FF2B5EF4-FFF2-40B4-BE49-F238E27FC236}">
                  <a16:creationId xmlns:a16="http://schemas.microsoft.com/office/drawing/2014/main" id="{7A78AA25-AD03-DB83-8BF5-2BF836903528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6" name="Google Shape;95;p2">
              <a:extLst>
                <a:ext uri="{FF2B5EF4-FFF2-40B4-BE49-F238E27FC236}">
                  <a16:creationId xmlns:a16="http://schemas.microsoft.com/office/drawing/2014/main" id="{D6A9A964-6F74-4979-340B-74B3F06A15AA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" name="Google Shape;101;p2">
            <a:extLst>
              <a:ext uri="{FF2B5EF4-FFF2-40B4-BE49-F238E27FC236}">
                <a16:creationId xmlns:a16="http://schemas.microsoft.com/office/drawing/2014/main" id="{8E0F162C-D01E-A0FE-7AC1-580D2DCB043E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marL="0" marR="0" lvl="0" indent="0" algn="l" defTabSz="609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7FD265-0909-B9D6-5F73-FFAC69D946EC}"/>
              </a:ext>
            </a:extLst>
          </p:cNvPr>
          <p:cNvSpPr txBox="1"/>
          <p:nvPr/>
        </p:nvSpPr>
        <p:spPr>
          <a:xfrm>
            <a:off x="831760" y="-4029"/>
            <a:ext cx="1136024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TES y spread EMBI Colombia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Serie diaria - Porcentaje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EA9597E-CE6C-74FF-9E65-E9D897BB3420}"/>
              </a:ext>
            </a:extLst>
          </p:cNvPr>
          <p:cNvSpPr txBox="1"/>
          <p:nvPr/>
        </p:nvSpPr>
        <p:spPr>
          <a:xfrm>
            <a:off x="831760" y="6489210"/>
            <a:ext cx="10300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 Banco de la República y Banco Central de República Dominicana – Cálculos Camacol</a:t>
            </a:r>
          </a:p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90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Nota: </a:t>
            </a:r>
            <a:r>
              <a:rPr lang="es-MX" sz="90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EMBI* es la diferencia entre las tasas que pagan los bonos denominados en dólares, emitidos por países subdesarrollados, los Bonos del Tesoro</a:t>
            </a:r>
            <a:endParaRPr kumimoji="0" lang="es-CO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graphicFrame>
        <p:nvGraphicFramePr>
          <p:cNvPr id="4" name="Gráfico 3">
            <a:extLst>
              <a:ext uri="{FF2B5EF4-FFF2-40B4-BE49-F238E27FC236}">
                <a16:creationId xmlns:a16="http://schemas.microsoft.com/office/drawing/2014/main" id="{41B540BD-F7F0-D05D-6F70-16B3CA6949F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11896944"/>
              </p:ext>
            </p:extLst>
          </p:nvPr>
        </p:nvGraphicFramePr>
        <p:xfrm>
          <a:off x="822960" y="611524"/>
          <a:ext cx="7874000" cy="51635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F884FD3D-0979-27CA-EF3A-DC9E47045AB5}"/>
              </a:ext>
            </a:extLst>
          </p:cNvPr>
          <p:cNvSpPr txBox="1"/>
          <p:nvPr/>
        </p:nvSpPr>
        <p:spPr>
          <a:xfrm>
            <a:off x="1077000" y="5775028"/>
            <a:ext cx="10620185" cy="73866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Las condiciones de financiamiento han mejorado desde finales de 2022, sin embargo, las tasa de los TES a 10 años ha presentado una tendencia creciente en el último año</a:t>
            </a:r>
            <a:endParaRPr kumimoji="0" lang="es-CO" sz="2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A93F0914-A15E-996D-A2BD-454B455D316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32970620"/>
              </p:ext>
            </p:extLst>
          </p:nvPr>
        </p:nvGraphicFramePr>
        <p:xfrm>
          <a:off x="8768080" y="611524"/>
          <a:ext cx="3337600" cy="51635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D38E30DB-EFA5-3056-FF13-19CD5DF6073C}"/>
              </a:ext>
            </a:extLst>
          </p:cNvPr>
          <p:cNvCxnSpPr/>
          <p:nvPr/>
        </p:nvCxnSpPr>
        <p:spPr>
          <a:xfrm flipV="1">
            <a:off x="9601200" y="1666240"/>
            <a:ext cx="2095985" cy="119888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5A5E06AF-ECA0-D23E-41E9-3BF7A7FD9DC3}"/>
              </a:ext>
            </a:extLst>
          </p:cNvPr>
          <p:cNvCxnSpPr>
            <a:cxnSpLocks/>
          </p:cNvCxnSpPr>
          <p:nvPr/>
        </p:nvCxnSpPr>
        <p:spPr>
          <a:xfrm flipV="1">
            <a:off x="9434607" y="2733040"/>
            <a:ext cx="2262578" cy="1387832"/>
          </a:xfrm>
          <a:prstGeom prst="line">
            <a:avLst/>
          </a:prstGeom>
          <a:ln w="127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3958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CCD7C-D249-8222-CD5E-481523238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C854ECE-AD64-B575-47F4-55AB30514205}"/>
              </a:ext>
            </a:extLst>
          </p:cNvPr>
          <p:cNvSpPr txBox="1"/>
          <p:nvPr/>
        </p:nvSpPr>
        <p:spPr>
          <a:xfrm>
            <a:off x="0" y="6350169"/>
            <a:ext cx="637953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 Banco de la República – Cálculos Camacol</a:t>
            </a:r>
          </a:p>
          <a:p>
            <a:pPr defTabSz="914492">
              <a:defRPr/>
            </a:pPr>
            <a:r>
              <a:rPr lang="es-CO" sz="90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Nota: Datos construidos a partir de datos semanales. Corte 21 de febrero de 2025 para las tasas de adquisición. Corte 28 de febrero de 2025 para los TES a 10 años serie diaria, se toma el valor de cierre para febrero 2025, para el resto de valores se toma el promedio mensual</a:t>
            </a:r>
            <a:endParaRPr kumimoji="0" lang="es-CO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5A2624E8-C742-B701-A73E-321F08D46255}"/>
              </a:ext>
            </a:extLst>
          </p:cNvPr>
          <p:cNvGraphicFramePr>
            <a:graphicFrameLocks/>
          </p:cNvGraphicFramePr>
          <p:nvPr/>
        </p:nvGraphicFramePr>
        <p:xfrm>
          <a:off x="904240" y="671935"/>
          <a:ext cx="11216640" cy="50934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Google Shape;189;p5">
            <a:extLst>
              <a:ext uri="{FF2B5EF4-FFF2-40B4-BE49-F238E27FC236}">
                <a16:creationId xmlns:a16="http://schemas.microsoft.com/office/drawing/2014/main" id="{1A9E9941-3062-603F-429D-AC2F0F25E49E}"/>
              </a:ext>
            </a:extLst>
          </p:cNvPr>
          <p:cNvSpPr txBox="1"/>
          <p:nvPr/>
        </p:nvSpPr>
        <p:spPr>
          <a:xfrm>
            <a:off x="10470370" y="6508199"/>
            <a:ext cx="1457608" cy="270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20009"/>
              </a:lnSpc>
            </a:pPr>
            <a:r>
              <a:rPr lang="en-US" sz="1466">
                <a:solidFill>
                  <a:srgbClr val="00227C"/>
                </a:solidFill>
                <a:latin typeface="Dosis"/>
                <a:ea typeface="Dosis"/>
                <a:cs typeface="Dosis"/>
                <a:sym typeface="Dosis"/>
              </a:rPr>
              <a:t>www.camacol.co</a:t>
            </a:r>
            <a:endParaRPr sz="120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E53AA7C-9A0F-2A06-962A-277E7C8AC819}"/>
              </a:ext>
            </a:extLst>
          </p:cNvPr>
          <p:cNvSpPr txBox="1"/>
          <p:nvPr/>
        </p:nvSpPr>
        <p:spPr>
          <a:xfrm>
            <a:off x="71120" y="-4029"/>
            <a:ext cx="12120880" cy="73866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cs typeface="Arial"/>
                <a:sym typeface="Arial"/>
              </a:rPr>
              <a:t>Tasas de interés</a:t>
            </a:r>
            <a:r>
              <a:rPr lang="es-MX" sz="2800" b="1">
                <a:solidFill>
                  <a:prstClr val="black"/>
                </a:solidFill>
                <a:latin typeface="Dosis"/>
                <a:cs typeface="Arial"/>
                <a:sym typeface="Arial"/>
              </a:rPr>
              <a:t> para adquisición de vivienda y tasa de los TES</a:t>
            </a:r>
            <a:endParaRPr lang="es-MX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/>
              <a:cs typeface="Arial"/>
            </a:endParaRP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cs typeface="Arial"/>
                <a:sym typeface="Arial"/>
              </a:rPr>
              <a:t>Porcentaje</a:t>
            </a:r>
            <a:endParaRPr lang="es-CO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/>
              <a:cs typeface="Arial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C8390BF-6018-1591-114C-7A48CE405485}"/>
              </a:ext>
            </a:extLst>
          </p:cNvPr>
          <p:cNvSpPr txBox="1"/>
          <p:nvPr/>
        </p:nvSpPr>
        <p:spPr>
          <a:xfrm>
            <a:off x="0" y="5592148"/>
            <a:ext cx="12120880" cy="10156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 defTabSz="914492">
              <a:defRPr/>
            </a:pPr>
            <a:r>
              <a:rPr kumimoji="0" lang="es-ES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Las tasas de colocación de créditos hipotecarios se mantienen en niveles favorables. No obstante, el indicador presentó incrementos en febrero. Las entidades financieras se enfrentan a una coyuntura con presiones sobre los costos de fondeo</a:t>
            </a:r>
            <a:endParaRPr kumimoji="0" lang="es-CO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59416836"/>
      </p:ext>
    </p:extLst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rigen">
  <a:themeElements>
    <a:clrScheme name="Concurrencia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Personalizado 1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Orige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E9C3C2A87D08D409B3F8E77471845A6" ma:contentTypeVersion="17" ma:contentTypeDescription="Create a new document." ma:contentTypeScope="" ma:versionID="c183e8ef4075ce3bee142c121839b84b">
  <xsd:schema xmlns:xsd="http://www.w3.org/2001/XMLSchema" xmlns:xs="http://www.w3.org/2001/XMLSchema" xmlns:p="http://schemas.microsoft.com/office/2006/metadata/properties" xmlns:ns1="http://schemas.microsoft.com/sharepoint/v3" xmlns:ns2="d62384bc-84af-4cee-9670-bdd7e3103028" xmlns:ns3="d07a1b0e-5e0d-4395-b8ed-6b7f4c24bf15" targetNamespace="http://schemas.microsoft.com/office/2006/metadata/properties" ma:root="true" ma:fieldsID="54e9e5cb529ceac8d53a7862cdca92d4" ns1:_="" ns2:_="" ns3:_="">
    <xsd:import namespace="http://schemas.microsoft.com/sharepoint/v3"/>
    <xsd:import namespace="d62384bc-84af-4cee-9670-bdd7e3103028"/>
    <xsd:import namespace="d07a1b0e-5e0d-4395-b8ed-6b7f4c24bf1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4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5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2384bc-84af-4cee-9670-bdd7e310302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4acb3148-5304-4beb-92c5-86c952aca7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7a1b0e-5e0d-4395-b8ed-6b7f4c24bf1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d98bf23e-96a5-4ebc-af27-c0a9078782cb}" ma:internalName="TaxCatchAll" ma:showField="CatchAllData" ma:web="d07a1b0e-5e0d-4395-b8ed-6b7f4c24bf1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d62384bc-84af-4cee-9670-bdd7e3103028">
      <Terms xmlns="http://schemas.microsoft.com/office/infopath/2007/PartnerControls"/>
    </lcf76f155ced4ddcb4097134ff3c332f>
    <TaxCatchAll xmlns="d07a1b0e-5e0d-4395-b8ed-6b7f4c24bf15" xsi:nil="true"/>
  </documentManagement>
</p:properties>
</file>

<file path=customXml/itemProps1.xml><?xml version="1.0" encoding="utf-8"?>
<ds:datastoreItem xmlns:ds="http://schemas.openxmlformats.org/officeDocument/2006/customXml" ds:itemID="{B4A7D9D6-4BC5-4BE4-8609-BCB65648F8C1}">
  <ds:schemaRefs>
    <ds:schemaRef ds:uri="d07a1b0e-5e0d-4395-b8ed-6b7f4c24bf15"/>
    <ds:schemaRef ds:uri="d62384bc-84af-4cee-9670-bdd7e310302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8F62679-5479-4F23-8CBE-BBF02674FC8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893A500-55B2-4B2E-8760-5B5D0F488818}">
  <ds:schemaRefs>
    <ds:schemaRef ds:uri="http://purl.org/dc/elements/1.1/"/>
    <ds:schemaRef ds:uri="http://schemas.microsoft.com/sharepoint/v3"/>
    <ds:schemaRef ds:uri="http://purl.org/dc/dcmitype/"/>
    <ds:schemaRef ds:uri="http://schemas.microsoft.com/office/2006/metadata/properties"/>
    <ds:schemaRef ds:uri="http://schemas.openxmlformats.org/package/2006/metadata/core-properties"/>
    <ds:schemaRef ds:uri="d07a1b0e-5e0d-4395-b8ed-6b7f4c24bf15"/>
    <ds:schemaRef ds:uri="http://schemas.microsoft.com/office/2006/documentManagement/types"/>
    <ds:schemaRef ds:uri="d62384bc-84af-4cee-9670-bdd7e3103028"/>
    <ds:schemaRef ds:uri="http://schemas.microsoft.com/office/infopath/2007/PartnerControl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299</Words>
  <Application>Microsoft Office PowerPoint</Application>
  <PresentationFormat>Panorámica</PresentationFormat>
  <Paragraphs>16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3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Cambria</vt:lpstr>
      <vt:lpstr>Dosis</vt:lpstr>
      <vt:lpstr>Wingdings</vt:lpstr>
      <vt:lpstr>Wingdings 3</vt:lpstr>
      <vt:lpstr>Tema de Office</vt:lpstr>
      <vt:lpstr>1_Origen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Adriana Ivonne Cardenas</dc:creator>
  <cp:lastModifiedBy>Diego Fernando Montañez Herrera</cp:lastModifiedBy>
  <cp:revision>1</cp:revision>
  <cp:lastPrinted>2024-07-31T19:51:52Z</cp:lastPrinted>
  <dcterms:created xsi:type="dcterms:W3CDTF">2024-05-28T19:25:00Z</dcterms:created>
  <dcterms:modified xsi:type="dcterms:W3CDTF">2025-03-11T20:20:36Z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0x010100BE9C3C2A87D08D409B3F8E77471845A6</vt:lpwstr>
  </property>
  <property fmtid="{D5CDD505-2E9C-101B-9397-08002B2CF9AE}" pid="3" name="MediaServiceImageTags">
    <vt:lpwstr/>
  </property>
</Properties>
</file>